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gif" ContentType="image/gi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lsb" ContentType="application/vnd.ms-excel.sheet.binary.macroEnabled.12"/>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1.xml" ContentType="application/vnd.openxmlformats-officedocument.drawingml.chart+xml"/>
  <Override PartName="/ppt/notesSlides/notesSlide4.xml" ContentType="application/vnd.openxmlformats-officedocument.presentationml.notesSlide+xml"/>
  <Override PartName="/ppt/notesSlides/notesSlide5.xml" ContentType="application/vnd.openxmlformats-officedocument.presentationml.notesSlide+xml"/>
  <Override PartName="/ppt/charts/chart2.xml" ContentType="application/vnd.openxmlformats-officedocument.drawingml.chart+xml"/>
  <Override PartName="/ppt/charts/style1.xml" ContentType="application/vnd.ms-office.chartstyle+xml"/>
  <Override PartName="/ppt/charts/colors1.xml" ContentType="application/vnd.ms-office.chartcolorstyle+xml"/>
  <Override PartName="/ppt/charts/chart3.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6.xml" ContentType="application/vnd.openxmlformats-officedocument.presentationml.notesSlide+xml"/>
  <Override PartName="/ppt/notesSlides/notesSlide7.xml" ContentType="application/vnd.openxmlformats-officedocument.presentationml.notesSlide+xml"/>
  <Override PartName="/ppt/charts/chart4.xml" ContentType="application/vnd.openxmlformats-officedocument.drawingml.chart+xml"/>
  <Override PartName="/ppt/charts/style3.xml" ContentType="application/vnd.ms-office.chartstyle+xml"/>
  <Override PartName="/ppt/charts/colors3.xml" ContentType="application/vnd.ms-office.chartcolorstyle+xml"/>
  <Override PartName="/ppt/charts/chart5.xml" ContentType="application/vnd.openxmlformats-officedocument.drawingml.chart+xml"/>
  <Override PartName="/ppt/charts/style4.xml" ContentType="application/vnd.ms-office.chartstyle+xml"/>
  <Override PartName="/ppt/charts/colors4.xml" ContentType="application/vnd.ms-office.chartcolorstyle+xml"/>
  <Override PartName="/ppt/charts/chart6.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8.xml" ContentType="application/vnd.openxmlformats-officedocument.presentationml.notesSlide+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notesSlides/notesSlide9.xml" ContentType="application/vnd.openxmlformats-officedocument.presentationml.notesSlide+xml"/>
  <Override PartName="/ppt/charts/chart13.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charts/chart14.xml" ContentType="application/vnd.openxmlformats-officedocument.drawingml.chart+xml"/>
  <Override PartName="/ppt/charts/chart15.xml" ContentType="application/vnd.openxmlformats-officedocument.drawingml.chart+xml"/>
  <Override PartName="/ppt/tags/tag1.xml" ContentType="application/vnd.openxmlformats-officedocument.presentationml.tags+xml"/>
  <Override PartName="/ppt/notesSlides/notesSlide12.xml" ContentType="application/vnd.openxmlformats-officedocument.presentationml.notesSlide+xml"/>
  <Override PartName="/ppt/charts/chart16.xml" ContentType="application/vnd.openxmlformats-officedocument.drawingml.chart+xml"/>
  <Override PartName="/ppt/drawings/drawing1.xml" ContentType="application/vnd.openxmlformats-officedocument.drawingml.chartshapes+xml"/>
  <Override PartName="/ppt/charts/chart17.xml" ContentType="application/vnd.openxmlformats-officedocument.drawingml.chart+xml"/>
  <Override PartName="/ppt/tags/tag2.xml" ContentType="application/vnd.openxmlformats-officedocument.presentationml.tags+xml"/>
  <Override PartName="/ppt/notesSlides/notesSlide13.xml" ContentType="application/vnd.openxmlformats-officedocument.presentationml.notesSlide+xml"/>
  <Override PartName="/ppt/charts/chartEx1.xml" ContentType="application/vnd.ms-office.chartex+xml"/>
  <Override PartName="/ppt/charts/style7.xml" ContentType="application/vnd.ms-office.chartstyle+xml"/>
  <Override PartName="/ppt/charts/colors7.xml" ContentType="application/vnd.ms-office.chartcolorstyle+xml"/>
  <Override PartName="/ppt/tags/tag3.xml" ContentType="application/vnd.openxmlformats-officedocument.presentationml.tags+xml"/>
  <Override PartName="/ppt/notesSlides/notesSlide14.xml" ContentType="application/vnd.openxmlformats-officedocument.presentationml.notesSlide+xml"/>
  <Override PartName="/ppt/charts/chart18.xml" ContentType="application/vnd.openxmlformats-officedocument.drawingml.chart+xml"/>
  <Override PartName="/ppt/charts/chart19.xml" ContentType="application/vnd.openxmlformats-officedocument.drawingml.chart+xml"/>
  <Override PartName="/ppt/notesSlides/notesSlide15.xml" ContentType="application/vnd.openxmlformats-officedocument.presentationml.notesSlide+xml"/>
  <Override PartName="/ppt/charts/chart20.xml" ContentType="application/vnd.openxmlformats-officedocument.drawingml.chart+xml"/>
  <Override PartName="/ppt/charts/chart21.xml" ContentType="application/vnd.openxmlformats-officedocument.drawingml.chart+xml"/>
  <Override PartName="/ppt/notesSlides/notesSlide16.xml" ContentType="application/vnd.openxmlformats-officedocument.presentationml.notesSlide+xml"/>
  <Override PartName="/ppt/tags/tag4.xml" ContentType="application/vnd.openxmlformats-officedocument.presentationml.tags+xml"/>
  <Override PartName="/ppt/notesSlides/notesSlide17.xml" ContentType="application/vnd.openxmlformats-officedocument.presentationml.notesSlide+xml"/>
  <Override PartName="/ppt/charts/chart22.xml" ContentType="application/vnd.openxmlformats-officedocument.drawingml.chart+xml"/>
  <Override PartName="/ppt/charts/style8.xml" ContentType="application/vnd.ms-office.chartstyle+xml"/>
  <Override PartName="/ppt/charts/colors8.xml" ContentType="application/vnd.ms-office.chartcolorstyle+xml"/>
  <Override PartName="/ppt/charts/chart23.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18.xml" ContentType="application/vnd.openxmlformats-officedocument.presentationml.notesSlide+xml"/>
  <Override PartName="/ppt/charts/chart24.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19.xml" ContentType="application/vnd.openxmlformats-officedocument.presentationml.notesSlide+xml"/>
  <Override PartName="/ppt/charts/chart25.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tags/tag5.xml" ContentType="application/vnd.openxmlformats-officedocument.presentationml.tags+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charts/chart26.xml" ContentType="application/vnd.openxmlformats-officedocument.drawingml.chart+xml"/>
  <Override PartName="/ppt/charts/style12.xml" ContentType="application/vnd.ms-office.chartstyle+xml"/>
  <Override PartName="/ppt/charts/colors12.xml" ContentType="application/vnd.ms-office.chartcolorstyle+xml"/>
  <Override PartName="/ppt/notesSlides/notesSlide32.xml" ContentType="application/vnd.openxmlformats-officedocument.presentationml.notesSlide+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0.xml" ContentType="application/vnd.openxmlformats-officedocument.drawingml.chart+xml"/>
  <Override PartName="/ppt/notesSlides/notesSlide33.xml" ContentType="application/vnd.openxmlformats-officedocument.presentationml.notesSlide+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notesSlides/notesSlide34.xml" ContentType="application/vnd.openxmlformats-officedocument.presentationml.notesSlide+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charts/chart39.xml" ContentType="application/vnd.openxmlformats-officedocument.drawingml.chart+xml"/>
  <Override PartName="/ppt/charts/style13.xml" ContentType="application/vnd.ms-office.chartstyle+xml"/>
  <Override PartName="/ppt/charts/colors13.xml" ContentType="application/vnd.ms-office.chartcolorstyle+xml"/>
  <Override PartName="/ppt/notesSlides/notesSlide38.xml" ContentType="application/vnd.openxmlformats-officedocument.presentationml.notesSlide+xml"/>
  <Override PartName="/ppt/charts/chart40.xml" ContentType="application/vnd.openxmlformats-officedocument.drawingml.chart+xml"/>
  <Override PartName="/ppt/charts/style14.xml" ContentType="application/vnd.ms-office.chartstyle+xml"/>
  <Override PartName="/ppt/charts/colors14.xml" ContentType="application/vnd.ms-office.chartcolorstyle+xml"/>
  <Override PartName="/ppt/notesSlides/notesSlide39.xml" ContentType="application/vnd.openxmlformats-officedocument.presentationml.notesSlide+xml"/>
  <Override PartName="/ppt/charts/chart4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42.xml" ContentType="application/vnd.openxmlformats-officedocument.drawingml.chart+xml"/>
  <Override PartName="/ppt/charts/style16.xml" ContentType="application/vnd.ms-office.chartstyle+xml"/>
  <Override PartName="/ppt/charts/colors16.xml" ContentType="application/vnd.ms-office.chartcolorstyle+xml"/>
  <Override PartName="/ppt/notesSlides/notesSlide40.xml" ContentType="application/vnd.openxmlformats-officedocument.presentationml.notesSlide+xml"/>
  <Override PartName="/ppt/charts/chart4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44.xml" ContentType="application/vnd.openxmlformats-officedocument.drawingml.chart+xml"/>
  <Override PartName="/ppt/charts/style18.xml" ContentType="application/vnd.ms-office.chartstyle+xml"/>
  <Override PartName="/ppt/charts/colors18.xml" ContentType="application/vnd.ms-office.chartcolorstyle+xml"/>
  <Override PartName="/ppt/notesSlides/notesSlide41.xml" ContentType="application/vnd.openxmlformats-officedocument.presentationml.notesSlide+xml"/>
  <Override PartName="/ppt/charts/chart45.xml" ContentType="application/vnd.openxmlformats-officedocument.drawingml.chart+xml"/>
  <Override PartName="/ppt/charts/style19.xml" ContentType="application/vnd.ms-office.chartstyle+xml"/>
  <Override PartName="/ppt/charts/colors19.xml" ContentType="application/vnd.ms-office.chartcolorstyl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charts/chart46.xml" ContentType="application/vnd.openxmlformats-officedocument.drawingml.chart+xml"/>
  <Override PartName="/ppt/tags/tag6.xml" ContentType="application/vnd.openxmlformats-officedocument.presentationml.tags+xml"/>
  <Override PartName="/ppt/notesSlides/notesSlide44.xml" ContentType="application/vnd.openxmlformats-officedocument.presentationml.notesSlide+xml"/>
  <Override PartName="/ppt/charts/chart47.xml" ContentType="application/vnd.openxmlformats-officedocument.drawingml.chart+xml"/>
  <Override PartName="/ppt/charts/chart48.xml" ContentType="application/vnd.openxmlformats-officedocument.drawingml.chart+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tags/tag7.xml" ContentType="application/vnd.openxmlformats-officedocument.presentationml.tags+xml"/>
  <Override PartName="/ppt/notesSlides/notesSlide48.xml" ContentType="application/vnd.openxmlformats-officedocument.presentationml.notesSlide+xml"/>
  <Override PartName="/ppt/charts/chart49.xml" ContentType="application/vnd.openxmlformats-officedocument.drawingml.chart+xml"/>
  <Override PartName="/ppt/charts/chart50.xml" ContentType="application/vnd.openxmlformats-officedocument.drawingml.chart+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charts/chart51.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52.xml" ContentType="application/vnd.openxmlformats-officedocument.drawingml.chart+xml"/>
  <Override PartName="/ppt/charts/style21.xml" ContentType="application/vnd.ms-office.chartstyle+xml"/>
  <Override PartName="/ppt/charts/colors21.xml" ContentType="application/vnd.ms-office.chartcolorstyle+xml"/>
  <Override PartName="/ppt/tags/tag8.xml" ContentType="application/vnd.openxmlformats-officedocument.presentationml.tags+xml"/>
  <Override PartName="/ppt/notesSlides/notesSlide51.xml" ContentType="application/vnd.openxmlformats-officedocument.presentationml.notesSlide+xml"/>
  <Override PartName="/ppt/charts/chart53.xml" ContentType="application/vnd.openxmlformats-officedocument.drawingml.chart+xml"/>
  <Override PartName="/ppt/charts/chart54.xml" ContentType="application/vnd.openxmlformats-officedocument.drawingml.chart+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charts/chart55.xml" ContentType="application/vnd.openxmlformats-officedocument.drawingml.chart+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charts/chart56.xml" ContentType="application/vnd.openxmlformats-officedocument.drawingml.chart+xml"/>
  <Override PartName="/ppt/charts/style22.xml" ContentType="application/vnd.ms-office.chartstyle+xml"/>
  <Override PartName="/ppt/charts/colors22.xml" ContentType="application/vnd.ms-office.chartcolorstyl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charts/chart57.xml" ContentType="application/vnd.openxmlformats-officedocument.drawingml.chart+xml"/>
  <Override PartName="/ppt/charts/style23.xml" ContentType="application/vnd.ms-office.chartstyle+xml"/>
  <Override PartName="/ppt/charts/colors23.xml" ContentType="application/vnd.ms-office.chartcolorstyle+xml"/>
  <Override PartName="/ppt/notesSlides/notesSlide70.xml" ContentType="application/vnd.openxmlformats-officedocument.presentationml.notesSlide+xml"/>
  <Override PartName="/ppt/charts/chart58.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59.xml" ContentType="application/vnd.openxmlformats-officedocument.drawingml.chart+xml"/>
  <Override PartName="/ppt/charts/style25.xml" ContentType="application/vnd.ms-office.chartstyle+xml"/>
  <Override PartName="/ppt/charts/colors25.xml" ContentType="application/vnd.ms-office.chartcolorstyl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charts/chart60.xml" ContentType="application/vnd.openxmlformats-officedocument.drawingml.chart+xml"/>
  <Override PartName="/ppt/charts/style26.xml" ContentType="application/vnd.ms-office.chartstyle+xml"/>
  <Override PartName="/ppt/charts/colors26.xml" ContentType="application/vnd.ms-office.chartcolorstyl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charts/chart61.xml" ContentType="application/vnd.openxmlformats-officedocument.drawingml.chart+xml"/>
  <Override PartName="/ppt/charts/style27.xml" ContentType="application/vnd.ms-office.chartstyle+xml"/>
  <Override PartName="/ppt/charts/colors27.xml" ContentType="application/vnd.ms-office.chartcolorstyl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charts/chart62.xml" ContentType="application/vnd.openxmlformats-officedocument.drawingml.chart+xml"/>
  <Override PartName="/ppt/charts/style28.xml" ContentType="application/vnd.ms-office.chartstyle+xml"/>
  <Override PartName="/ppt/charts/colors28.xml" ContentType="application/vnd.ms-office.chartcolorstyl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charts/chart63.xml" ContentType="application/vnd.openxmlformats-officedocument.drawingml.chart+xml"/>
  <Override PartName="/ppt/charts/style29.xml" ContentType="application/vnd.ms-office.chartstyle+xml"/>
  <Override PartName="/ppt/charts/colors29.xml" ContentType="application/vnd.ms-office.chartcolorstyl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charts/chart64.xml" ContentType="application/vnd.openxmlformats-officedocument.drawingml.chart+xml"/>
  <Override PartName="/ppt/charts/style30.xml" ContentType="application/vnd.ms-office.chartstyle+xml"/>
  <Override PartName="/ppt/charts/colors30.xml" ContentType="application/vnd.ms-office.chartcolorstyl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charts/chart65.xml" ContentType="application/vnd.openxmlformats-officedocument.drawingml.chart+xml"/>
  <Override PartName="/ppt/charts/style31.xml" ContentType="application/vnd.ms-office.chartstyle+xml"/>
  <Override PartName="/ppt/charts/colors31.xml" ContentType="application/vnd.ms-office.chartcolorstyl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tags/tag9.xml" ContentType="application/vnd.openxmlformats-officedocument.presentationml.tags+xml"/>
  <Override PartName="/ppt/notesSlides/notesSlide109.xml" ContentType="application/vnd.openxmlformats-officedocument.presentationml.notesSlide+xml"/>
  <Override PartName="/ppt/charts/chart66.xml" ContentType="application/vnd.openxmlformats-officedocument.drawingml.chart+xml"/>
  <Override PartName="/ppt/charts/style32.xml" ContentType="application/vnd.ms-office.chartstyle+xml"/>
  <Override PartName="/ppt/charts/colors32.xml" ContentType="application/vnd.ms-office.chartcolorstyle+xml"/>
  <Override PartName="/ppt/tags/tag10.xml" ContentType="application/vnd.openxmlformats-officedocument.presentationml.tags+xml"/>
  <Override PartName="/ppt/notesSlides/notesSlide110.xml" ContentType="application/vnd.openxmlformats-officedocument.presentationml.notesSlide+xml"/>
  <Override PartName="/ppt/charts/chart67.xml" ContentType="application/vnd.openxmlformats-officedocument.drawingml.chart+xml"/>
  <Override PartName="/ppt/charts/style33.xml" ContentType="application/vnd.ms-office.chartstyle+xml"/>
  <Override PartName="/ppt/charts/colors33.xml" ContentType="application/vnd.ms-office.chartcolorstyle+xml"/>
  <Override PartName="/ppt/tags/tag11.xml" ContentType="application/vnd.openxmlformats-officedocument.presentationml.tags+xml"/>
  <Override PartName="/ppt/notesSlides/notesSlide111.xml" ContentType="application/vnd.openxmlformats-officedocument.presentationml.notesSlide+xml"/>
  <Override PartName="/ppt/charts/chart68.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69.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70.xml" ContentType="application/vnd.openxmlformats-officedocument.drawingml.chart+xml"/>
  <Override PartName="/ppt/charts/style36.xml" ContentType="application/vnd.ms-office.chartstyle+xml"/>
  <Override PartName="/ppt/charts/colors36.xml" ContentType="application/vnd.ms-office.chartcolorstyle+xml"/>
  <Override PartName="/ppt/tags/tag12.xml" ContentType="application/vnd.openxmlformats-officedocument.presentationml.tags+xml"/>
  <Override PartName="/ppt/notesSlides/notesSlide112.xml" ContentType="application/vnd.openxmlformats-officedocument.presentationml.notesSlide+xml"/>
  <Override PartName="/ppt/charts/chart71.xml" ContentType="application/vnd.openxmlformats-officedocument.drawingml.chart+xml"/>
  <Override PartName="/ppt/charts/style37.xml" ContentType="application/vnd.ms-office.chartstyle+xml"/>
  <Override PartName="/ppt/charts/colors37.xml" ContentType="application/vnd.ms-office.chartcolorstyl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ppt/metadata" ContentType="application/binary"/>
</Types>
</file>

<file path=_rels/.rels><?xml version="1.0" encoding="UTF-8"?><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embedTrueTypeFonts="1" saveSubsetFonts="1" autoCompressPictures="0">
  <p:sldMasterIdLst>
    <p:sldMasterId id="2147483648" r:id="rId1"/>
    <p:sldMasterId id="2147483687" r:id="rId2"/>
  </p:sldMasterIdLst>
  <p:notesMasterIdLst>
    <p:notesMasterId r:id="rId115"/>
  </p:notesMasterIdLst>
  <p:sldIdLst>
    <p:sldId id="256" r:id="rId3"/>
    <p:sldId id="1004" r:id="rId4"/>
    <p:sldId id="903" r:id="rId5"/>
    <p:sldId id="997" r:id="rId6"/>
    <p:sldId id="918" r:id="rId7"/>
    <p:sldId id="1016" r:id="rId8"/>
    <p:sldId id="972" r:id="rId9"/>
    <p:sldId id="994" r:id="rId10"/>
    <p:sldId id="916" r:id="rId11"/>
    <p:sldId id="909" r:id="rId12"/>
    <p:sldId id="296" r:id="rId13"/>
    <p:sldId id="815" r:id="rId14"/>
    <p:sldId id="985" r:id="rId15"/>
    <p:sldId id="1018" r:id="rId16"/>
    <p:sldId id="926" r:id="rId17"/>
    <p:sldId id="999" r:id="rId18"/>
    <p:sldId id="973" r:id="rId19"/>
    <p:sldId id="958" r:id="rId20"/>
    <p:sldId id="1022" r:id="rId21"/>
    <p:sldId id="957" r:id="rId22"/>
    <p:sldId id="302" r:id="rId23"/>
    <p:sldId id="971" r:id="rId24"/>
    <p:sldId id="257" r:id="rId25"/>
    <p:sldId id="996" r:id="rId26"/>
    <p:sldId id="543" r:id="rId27"/>
    <p:sldId id="291" r:id="rId28"/>
    <p:sldId id="975" r:id="rId29"/>
    <p:sldId id="1047" r:id="rId30"/>
    <p:sldId id="290" r:id="rId31"/>
    <p:sldId id="1017" r:id="rId32"/>
    <p:sldId id="830" r:id="rId33"/>
    <p:sldId id="864" r:id="rId34"/>
    <p:sldId id="872" r:id="rId35"/>
    <p:sldId id="920" r:id="rId36"/>
    <p:sldId id="998" r:id="rId37"/>
    <p:sldId id="987" r:id="rId38"/>
    <p:sldId id="965" r:id="rId39"/>
    <p:sldId id="883" r:id="rId40"/>
    <p:sldId id="995" r:id="rId41"/>
    <p:sldId id="1021" r:id="rId42"/>
    <p:sldId id="979" r:id="rId43"/>
    <p:sldId id="284" r:id="rId44"/>
    <p:sldId id="298" r:id="rId45"/>
    <p:sldId id="993" r:id="rId46"/>
    <p:sldId id="283" r:id="rId47"/>
    <p:sldId id="294" r:id="rId48"/>
    <p:sldId id="877" r:id="rId49"/>
    <p:sldId id="991" r:id="rId50"/>
    <p:sldId id="887" r:id="rId51"/>
    <p:sldId id="925" r:id="rId52"/>
    <p:sldId id="992" r:id="rId53"/>
    <p:sldId id="848" r:id="rId54"/>
    <p:sldId id="849" r:id="rId55"/>
    <p:sldId id="921" r:id="rId56"/>
    <p:sldId id="952" r:id="rId57"/>
    <p:sldId id="953" r:id="rId58"/>
    <p:sldId id="988" r:id="rId59"/>
    <p:sldId id="989" r:id="rId60"/>
    <p:sldId id="990" r:id="rId61"/>
    <p:sldId id="295" r:id="rId62"/>
    <p:sldId id="889" r:id="rId63"/>
    <p:sldId id="895" r:id="rId64"/>
    <p:sldId id="945" r:id="rId65"/>
    <p:sldId id="923" r:id="rId66"/>
    <p:sldId id="982" r:id="rId67"/>
    <p:sldId id="983" r:id="rId68"/>
    <p:sldId id="323" r:id="rId69"/>
    <p:sldId id="963" r:id="rId70"/>
    <p:sldId id="964" r:id="rId71"/>
    <p:sldId id="892" r:id="rId72"/>
    <p:sldId id="950" r:id="rId73"/>
    <p:sldId id="875" r:id="rId74"/>
    <p:sldId id="896" r:id="rId75"/>
    <p:sldId id="937" r:id="rId76"/>
    <p:sldId id="899" r:id="rId77"/>
    <p:sldId id="933" r:id="rId78"/>
    <p:sldId id="332" r:id="rId79"/>
    <p:sldId id="949" r:id="rId80"/>
    <p:sldId id="902" r:id="rId81"/>
    <p:sldId id="913" r:id="rId82"/>
    <p:sldId id="914" r:id="rId83"/>
    <p:sldId id="922" r:id="rId84"/>
    <p:sldId id="900" r:id="rId85"/>
    <p:sldId id="894" r:id="rId86"/>
    <p:sldId id="927" r:id="rId87"/>
    <p:sldId id="315" r:id="rId88"/>
    <p:sldId id="898" r:id="rId89"/>
    <p:sldId id="932" r:id="rId90"/>
    <p:sldId id="944" r:id="rId91"/>
    <p:sldId id="930" r:id="rId92"/>
    <p:sldId id="328" r:id="rId93"/>
    <p:sldId id="924" r:id="rId94"/>
    <p:sldId id="322" r:id="rId95"/>
    <p:sldId id="324" r:id="rId96"/>
    <p:sldId id="929" r:id="rId97"/>
    <p:sldId id="977" r:id="rId98"/>
    <p:sldId id="1009" r:id="rId99"/>
    <p:sldId id="1015" r:id="rId100"/>
    <p:sldId id="1003" r:id="rId101"/>
    <p:sldId id="1000" r:id="rId102"/>
    <p:sldId id="1019" r:id="rId103"/>
    <p:sldId id="1020" r:id="rId104"/>
    <p:sldId id="1001" r:id="rId105"/>
    <p:sldId id="1007" r:id="rId106"/>
    <p:sldId id="1008" r:id="rId107"/>
    <p:sldId id="1010" r:id="rId108"/>
    <p:sldId id="1012" r:id="rId109"/>
    <p:sldId id="1013" r:id="rId110"/>
    <p:sldId id="1048" r:id="rId111"/>
    <p:sldId id="1039" r:id="rId112"/>
    <p:sldId id="1050" r:id="rId113"/>
    <p:sldId id="1046" r:id="rId114"/>
  </p:sldIdLst>
  <p:sldSz cx="12192000" cy="6858000"/>
  <p:notesSz cx="7315200" cy="9601200"/>
  <p:embeddedFontLst>
    <p:embeddedFont>
      <p:font typeface="Aptos Narrow" panose="020B0004020202020204" pitchFamily="34" charset="0"/>
      <p:regular r:id="rId116"/>
      <p:bold r:id="rId117"/>
      <p:italic r:id="rId118"/>
      <p:boldItalic r:id="rId119"/>
    </p:embeddedFont>
    <p:embeddedFont>
      <p:font typeface="IBM Plex Sans" panose="020B0503050203000203" pitchFamily="34" charset="0"/>
      <p:regular r:id="rId120"/>
      <p:bold r:id="rId121"/>
      <p:italic r:id="rId122"/>
      <p:boldItalic r:id="rId123"/>
    </p:embeddedFont>
    <p:embeddedFont>
      <p:font typeface="Quattrocento Sans" panose="020B0502050000020003" pitchFamily="34" charset="0"/>
      <p:regular r:id="rId124"/>
      <p:bold r:id="rId125"/>
      <p:italic r:id="rId126"/>
      <p:boldItalic r:id="rId12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521415D9-36F7-43E2-AB2F-B90AF26B5E84}">
      <p14:sectionLst xmlns:p14="http://schemas.microsoft.com/office/powerpoint/2010/main">
        <p14:section name="Default Section" id="{0D1664C8-B9B8-6B48-86A1-BCB277921EC7}">
          <p14:sldIdLst>
            <p14:sldId id="256"/>
            <p14:sldId id="1004"/>
            <p14:sldId id="903"/>
            <p14:sldId id="997"/>
            <p14:sldId id="918"/>
            <p14:sldId id="1016"/>
            <p14:sldId id="972"/>
            <p14:sldId id="994"/>
            <p14:sldId id="916"/>
            <p14:sldId id="909"/>
            <p14:sldId id="296"/>
            <p14:sldId id="815"/>
            <p14:sldId id="985"/>
            <p14:sldId id="1018"/>
            <p14:sldId id="926"/>
            <p14:sldId id="999"/>
            <p14:sldId id="973"/>
            <p14:sldId id="958"/>
            <p14:sldId id="1022"/>
            <p14:sldId id="957"/>
            <p14:sldId id="302"/>
          </p14:sldIdLst>
        </p14:section>
        <p14:section name="Appendix" id="{021D2665-33C8-0F49-87A1-928EC029C00A}">
          <p14:sldIdLst>
            <p14:sldId id="971"/>
            <p14:sldId id="257"/>
            <p14:sldId id="996"/>
            <p14:sldId id="543"/>
            <p14:sldId id="291"/>
            <p14:sldId id="975"/>
            <p14:sldId id="1047"/>
            <p14:sldId id="290"/>
            <p14:sldId id="1017"/>
            <p14:sldId id="830"/>
            <p14:sldId id="864"/>
            <p14:sldId id="872"/>
            <p14:sldId id="920"/>
            <p14:sldId id="998"/>
            <p14:sldId id="987"/>
            <p14:sldId id="965"/>
            <p14:sldId id="883"/>
            <p14:sldId id="995"/>
            <p14:sldId id="1021"/>
            <p14:sldId id="979"/>
            <p14:sldId id="284"/>
            <p14:sldId id="298"/>
            <p14:sldId id="993"/>
            <p14:sldId id="283"/>
            <p14:sldId id="294"/>
            <p14:sldId id="877"/>
            <p14:sldId id="991"/>
            <p14:sldId id="887"/>
            <p14:sldId id="925"/>
            <p14:sldId id="992"/>
            <p14:sldId id="848"/>
            <p14:sldId id="849"/>
            <p14:sldId id="921"/>
            <p14:sldId id="952"/>
            <p14:sldId id="953"/>
            <p14:sldId id="988"/>
            <p14:sldId id="989"/>
            <p14:sldId id="990"/>
            <p14:sldId id="295"/>
            <p14:sldId id="889"/>
            <p14:sldId id="895"/>
            <p14:sldId id="945"/>
            <p14:sldId id="923"/>
            <p14:sldId id="982"/>
            <p14:sldId id="983"/>
            <p14:sldId id="323"/>
            <p14:sldId id="963"/>
            <p14:sldId id="964"/>
            <p14:sldId id="892"/>
            <p14:sldId id="950"/>
            <p14:sldId id="875"/>
            <p14:sldId id="896"/>
            <p14:sldId id="937"/>
            <p14:sldId id="899"/>
            <p14:sldId id="933"/>
            <p14:sldId id="332"/>
            <p14:sldId id="949"/>
            <p14:sldId id="902"/>
            <p14:sldId id="913"/>
            <p14:sldId id="914"/>
            <p14:sldId id="922"/>
            <p14:sldId id="900"/>
            <p14:sldId id="894"/>
            <p14:sldId id="927"/>
            <p14:sldId id="315"/>
            <p14:sldId id="898"/>
            <p14:sldId id="932"/>
            <p14:sldId id="944"/>
            <p14:sldId id="930"/>
            <p14:sldId id="328"/>
            <p14:sldId id="924"/>
            <p14:sldId id="322"/>
            <p14:sldId id="324"/>
            <p14:sldId id="929"/>
          </p14:sldIdLst>
        </p14:section>
        <p14:section name="Feedback Session Updates" id="{D721CF88-2B27-48FB-B2F7-7EF1F51ECDA4}">
          <p14:sldIdLst>
            <p14:sldId id="977"/>
            <p14:sldId id="1009"/>
            <p14:sldId id="1015"/>
            <p14:sldId id="1003"/>
            <p14:sldId id="1000"/>
            <p14:sldId id="1019"/>
            <p14:sldId id="1020"/>
            <p14:sldId id="1001"/>
            <p14:sldId id="1007"/>
            <p14:sldId id="1008"/>
            <p14:sldId id="1010"/>
            <p14:sldId id="1012"/>
            <p14:sldId id="1013"/>
            <p14:sldId id="1048"/>
            <p14:sldId id="1039"/>
            <p14:sldId id="1050"/>
            <p14:sldId id="1046"/>
          </p14:sldIdLst>
        </p14:section>
        <p14:section name="Graveyard" id="{B30DECC6-8786-484D-B004-E7369C48C593}">
          <p14:sldIdLst/>
        </p14:section>
      </p14:sectionLst>
    </p:ext>
    <p:ext uri="{EFAFB233-063F-42B5-8137-9DF3F51BA10A}">
      <p15:sldGuideLst xmlns:p15="http://schemas.microsoft.com/office/powerpoint/2012/main">
        <p15:guide id="1" pos="2411">
          <p15:clr>
            <a:srgbClr val="A4A3A4"/>
          </p15:clr>
        </p15:guide>
        <p15:guide id="2" orient="horz" pos="4201">
          <p15:clr>
            <a:srgbClr val="A4A3A4"/>
          </p15:clr>
        </p15:guide>
      </p15:sldGuideLst>
    </p:ext>
    <p:ext uri="GoogleSlidesCustomDataVersion2">
      <go:slidesCustomData xmlns:go="http://customooxmlschemas.google.com/"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r:id="rId130" roundtripDataSignature="AMtx7mjWGwrqqJZKqck3ydTJEx6T+hu1lw=="/>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A6A6A6"/>
    <a:srgbClr val="E2EFD8"/>
    <a:srgbClr val="F0EAF5"/>
    <a:srgbClr val="9BD9AB"/>
    <a:srgbClr val="C198E1"/>
    <a:srgbClr val="7F7F7F"/>
    <a:srgbClr val="FF9900"/>
    <a:srgbClr val="000000"/>
    <a:srgbClr val="D2B4AC"/>
    <a:srgbClr val="C197E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A81F02A5-2928-47DA-AFDD-BC131F1E2497}" v="44" dt="2026-04-04T15:43:26.706"/>
    <p1510:client id="{F897B121-3FCD-492B-A430-A7CA986ADD27}" v="1" dt="2026-04-03T21:08:04.302"/>
  </p1510:revLst>
</p1510:revInfo>
</file>

<file path=ppt/tableStyles.xml><?xml version="1.0" encoding="utf-8"?>
<a:tblStyleLst xmlns:a="http://schemas.openxmlformats.org/drawingml/2006/main" def="{16461213-F4DB-495F-93F5-F8E8B3FAFA39}">
  <a:tblStyle styleId="{16461213-F4DB-495F-93F5-F8E8B3FAFA39}" styleName="Table_0">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E9D8AB58-C5E9-408E-8176-353F6F6D6F9E}" styleName="Table_1">
    <a:wholeTbl>
      <a:tcTxStyle b="off" i="off">
        <a:font>
          <a:latin typeface="Arial"/>
          <a:ea typeface="Arial"/>
          <a:cs typeface="Arial"/>
        </a:font>
        <a:srgbClr val="000000"/>
      </a:tcTxStyle>
      <a:tcStyle>
        <a:tcBdr/>
      </a:tcStyle>
    </a:wholeTbl>
    <a:band1H>
      <a:tcTxStyle b="off" i="off"/>
      <a:tcStyle>
        <a:tcBdr/>
      </a:tcStyle>
    </a:band1H>
    <a:band2H>
      <a:tcTxStyle b="off" i="off"/>
      <a:tcStyle>
        <a:tcBdr/>
      </a:tcStyle>
    </a:band2H>
    <a:band1V>
      <a:tcTxStyle b="off" i="off"/>
      <a:tcStyle>
        <a:tcBdr/>
      </a:tcStyle>
    </a:band1V>
    <a:band2V>
      <a:tcTxStyle b="off" i="off"/>
      <a:tcStyle>
        <a:tcBdr/>
      </a:tcStyle>
    </a:band2V>
    <a:lastCol>
      <a:tcTxStyle b="off" i="off"/>
      <a:tcStyle>
        <a:tcBdr/>
      </a:tcStyle>
    </a:lastCol>
    <a:firstCol>
      <a:tcTxStyle b="off" i="off"/>
      <a:tcStyle>
        <a:tcBdr/>
      </a:tcStyle>
    </a:firstCol>
    <a:lastRow>
      <a:tcTxStyle b="off" i="off"/>
      <a:tcStyle>
        <a:tcBdr/>
      </a:tcStyle>
    </a:lastRow>
    <a:seCell>
      <a:tcTxStyle b="off" i="off"/>
      <a:tcStyle>
        <a:tcBdr/>
      </a:tcStyle>
    </a:seCell>
    <a:swCell>
      <a:tcTxStyle b="off" i="off"/>
      <a:tcStyle>
        <a:tcBdr/>
      </a:tcStyle>
    </a:swCell>
    <a:firstRow>
      <a:tcTxStyle b="off" i="off"/>
      <a:tcStyle>
        <a:tcBdr/>
      </a:tcStyle>
    </a:firstRow>
    <a:neCell>
      <a:tcTxStyle b="off" i="off"/>
      <a:tcStyle>
        <a:tcBdr/>
      </a:tcStyle>
    </a:neCell>
    <a:nwCell>
      <a:tcTxStyle b="off" i="off"/>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552"/>
    <p:restoredTop sz="94670"/>
  </p:normalViewPr>
  <p:slideViewPr>
    <p:cSldViewPr snapToGrid="0">
      <p:cViewPr>
        <p:scale>
          <a:sx n="54" d="100"/>
          <a:sy n="54" d="100"/>
        </p:scale>
        <p:origin x="1148" y="264"/>
      </p:cViewPr>
      <p:guideLst>
        <p:guide pos="2411"/>
        <p:guide orient="horz" pos="4201"/>
      </p:guideLst>
    </p:cSldViewPr>
  </p:slideViewPr>
  <p:notesTextViewPr>
    <p:cViewPr>
      <p:scale>
        <a:sx n="1" d="1"/>
        <a:sy n="1" d="1"/>
      </p:scale>
      <p:origin x="0" y="0"/>
    </p:cViewPr>
  </p:notesTextViewPr>
  <p:gridSpacing cx="76200" cy="76200"/>
</p:viewPr>
</file>

<file path=ppt/_rels/presentation.xml.rels><?xml version="1.0" encoding="UTF-8"?><Relationships xmlns="http://schemas.openxmlformats.org/package/2006/relationships"><Relationship Id="rId117" Type="http://schemas.openxmlformats.org/officeDocument/2006/relationships/font" Target="fonts/font2.fntdata"/><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font" Target="fonts/font8.fntdata"/><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font" Target="fonts/font3.fntdata"/><Relationship Id="rId134" Type="http://schemas.openxmlformats.org/officeDocument/2006/relationships/tableStyles" Target="tableStyles.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124" Type="http://schemas.openxmlformats.org/officeDocument/2006/relationships/font" Target="fonts/font9.fntdata"/><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119" Type="http://schemas.openxmlformats.org/officeDocument/2006/relationships/font" Target="fonts/font4.fntdata"/><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0" Type="http://customschemas.google.com/relationships/presentationmetadata" Target="metadata"/><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font" Target="fonts/font5.fntdata"/><Relationship Id="rId125" Type="http://schemas.openxmlformats.org/officeDocument/2006/relationships/font" Target="fonts/font10.fntdata"/><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notesMaster" Target="notesMasters/notesMaster1.xml"/><Relationship Id="rId131" Type="http://schemas.openxmlformats.org/officeDocument/2006/relationships/presProps" Target="presProps.xml"/><Relationship Id="rId136" Type="http://schemas.microsoft.com/office/2015/10/relationships/revisionInfo" Target="revisionInfo.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font" Target="fonts/font11.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font" Target="fonts/font6.fntdata"/><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font" Target="fonts/font1.fntdata"/><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viewProps" Target="viewProps.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font" Target="fonts/font12.fntdata"/><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font" Target="fonts/font7.fntdata"/><Relationship Id="rId4" Type="http://schemas.openxmlformats.org/officeDocument/2006/relationships/slide" Target="slides/slide2.xml"/><Relationship Id="rId9" Type="http://schemas.openxmlformats.org/officeDocument/2006/relationships/slide" Target="slides/slide7.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theme" Target="theme/theme1.xml"/></Relationships>
</file>

<file path=ppt/charts/_rels/chart1.xml.rels><?xml version="1.0" encoding="UTF-8"?><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1.xml"/><Relationship Id="rId1" Type="http://schemas.microsoft.com/office/2011/relationships/chartStyle" Target="style1.xml"/></Relationships>
</file>

<file path=ppt/charts/_rels/chart3.xml.rels><?xml version="1.0" encoding="UTF-8"?><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2.xml"/><Relationship Id="rId1" Type="http://schemas.microsoft.com/office/2011/relationships/chartStyle" Target="style2.xml"/></Relationships>
</file>

<file path=ppt/charts/_rels/chart4.xml.rels><?xml version="1.0" encoding="UTF-8"?><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3.xml"/><Relationship Id="rId1" Type="http://schemas.microsoft.com/office/2011/relationships/chartStyle" Target="style3.xml"/></Relationships>
</file>

<file path=ppt/charts/_rels/chart5.xml.rels><?xml version="1.0" encoding="UTF-8"?><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4.xml"/><Relationship Id="rId1" Type="http://schemas.microsoft.com/office/2011/relationships/chartStyle" Target="style4.xml"/></Relationships>
</file>

<file path=ppt/charts/_rels/chart6.xml.rels><?xml version="1.0" encoding="UTF-8"?><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5.xml"/><Relationship Id="rId1" Type="http://schemas.microsoft.com/office/2011/relationships/chartStyle" Target="style5.xml"/></Relationships>
</file>

<file path=ppt/charts/_rels/chart7.xml.rels><?xml version="1.0" encoding="UTF-8"?><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Relationships xmlns="http://schemas.openxmlformats.org/package/2006/relationships"><Relationship Id="rId1" Type="http://schemas.openxmlformats.org/officeDocument/2006/relationships/package" Target="../embeddings/Microsoft_Excel_Worksheet8.xlsx"/></Relationships>
</file>

<file path=ppt/charts/_rels/chart10.xml.rels><?xml version="1.0" encoding="UTF-8"?><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6.xml"/><Relationship Id="rId1" Type="http://schemas.microsoft.com/office/2011/relationships/chartStyle" Target="style6.xml"/></Relationships>
</file>

<file path=ppt/charts/_rels/chart14.xml.rels><?xml version="1.0" encoding="UTF-8"?><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Relationships xmlns="http://schemas.openxmlformats.org/package/2006/relationships"><Relationship Id="rId2" Type="http://schemas.openxmlformats.org/officeDocument/2006/relationships/chartUserShapes" Target="../drawings/drawing1.xml"/><Relationship Id="rId1" Type="http://schemas.openxmlformats.org/officeDocument/2006/relationships/package" Target="../embeddings/Microsoft_Excel_Worksheet15.xlsx"/></Relationships>
</file>

<file path=ppt/charts/_rels/chart17.xml.rels><?xml version="1.0" encoding="UTF-8"?><Relationships xmlns="http://schemas.openxmlformats.org/package/2006/relationships"><Relationship Id="rId1" Type="http://schemas.openxmlformats.org/officeDocument/2006/relationships/package" Target="../embeddings/Microsoft_Excel_Worksheet16.xlsx"/></Relationships>
</file>

<file path=ppt/charts/_rels/chart18.xml.rels><?xml version="1.0" encoding="UTF-8"?><Relationships xmlns="http://schemas.openxmlformats.org/package/2006/relationships"><Relationship Id="rId1" Type="http://schemas.openxmlformats.org/officeDocument/2006/relationships/package" Target="../embeddings/Microsoft_Excel_Worksheet18.xlsx"/></Relationships>
</file>

<file path=ppt/charts/_rels/chart19.xml.rels><?xml version="1.0" encoding="UTF-8"?><Relationships xmlns="http://schemas.openxmlformats.org/package/2006/relationships"><Relationship Id="rId1" Type="http://schemas.openxmlformats.org/officeDocument/2006/relationships/package" Target="../embeddings/Microsoft_Excel_Worksheet19.xlsx"/></Relationships>
</file>

<file path=ppt/charts/_rels/chart20.xml.rels><?xml version="1.0" encoding="UTF-8"?><Relationships xmlns="http://schemas.openxmlformats.org/package/2006/relationships"><Relationship Id="rId1" Type="http://schemas.openxmlformats.org/officeDocument/2006/relationships/package" Target="../embeddings/Microsoft_Excel_Worksheet20.xlsx"/></Relationships>
</file>

<file path=ppt/charts/_rels/chart21.xml.rels><?xml version="1.0" encoding="UTF-8"?><Relationships xmlns="http://schemas.openxmlformats.org/package/2006/relationships"><Relationship Id="rId1" Type="http://schemas.openxmlformats.org/officeDocument/2006/relationships/package" Target="../embeddings/Microsoft_Excel_Worksheet21.xlsx"/></Relationships>
</file>

<file path=ppt/charts/_rels/chart22.xml.rels><?xml version="1.0" encoding="UTF-8"?><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8.xml"/><Relationship Id="rId1" Type="http://schemas.microsoft.com/office/2011/relationships/chartStyle" Target="style8.xml"/></Relationships>
</file>

<file path=ppt/charts/_rels/chart23.xml.rels><?xml version="1.0" encoding="UTF-8"?><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9.xml"/><Relationship Id="rId1" Type="http://schemas.microsoft.com/office/2011/relationships/chartStyle" Target="style9.xml"/></Relationships>
</file>

<file path=ppt/charts/_rels/chart24.xml.rels><?xml version="1.0" encoding="UTF-8"?><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10.xml"/><Relationship Id="rId1" Type="http://schemas.microsoft.com/office/2011/relationships/chartStyle" Target="style10.xml"/></Relationships>
</file>

<file path=ppt/charts/_rels/chart25.xml.rels><?xml version="1.0" encoding="UTF-8"?><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1.xml"/><Relationship Id="rId1" Type="http://schemas.microsoft.com/office/2011/relationships/chartStyle" Target="style11.xml"/></Relationships>
</file>

<file path=ppt/charts/_rels/chart26.xml.rels><?xml version="1.0" encoding="UTF-8"?><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2.xml"/><Relationship Id="rId1" Type="http://schemas.microsoft.com/office/2011/relationships/chartStyle" Target="style12.xml"/></Relationships>
</file>

<file path=ppt/charts/_rels/chart27.xml.rels><?xml version="1.0" encoding="UTF-8"?><Relationships xmlns="http://schemas.openxmlformats.org/package/2006/relationships"><Relationship Id="rId1" Type="http://schemas.openxmlformats.org/officeDocument/2006/relationships/package" Target="../embeddings/Microsoft_Excel_Worksheet27.xlsx"/></Relationships>
</file>

<file path=ppt/charts/_rels/chart28.xml.rels><?xml version="1.0" encoding="UTF-8"?><Relationships xmlns="http://schemas.openxmlformats.org/package/2006/relationships"><Relationship Id="rId1" Type="http://schemas.openxmlformats.org/officeDocument/2006/relationships/package" Target="../embeddings/Microsoft_Excel_Worksheet28.xlsx"/></Relationships>
</file>

<file path=ppt/charts/_rels/chart29.xml.rels><?xml version="1.0" encoding="UTF-8"?><Relationships xmlns="http://schemas.openxmlformats.org/package/2006/relationships"><Relationship Id="rId1" Type="http://schemas.openxmlformats.org/officeDocument/2006/relationships/package" Target="../embeddings/Microsoft_Excel_Worksheet29.xlsx"/></Relationships>
</file>

<file path=ppt/charts/_rels/chart30.xml.rels><?xml version="1.0" encoding="UTF-8"?><Relationships xmlns="http://schemas.openxmlformats.org/package/2006/relationships"><Relationship Id="rId1" Type="http://schemas.openxmlformats.org/officeDocument/2006/relationships/package" Target="../embeddings/Microsoft_Excel_Worksheet30.xlsx"/></Relationships>
</file>

<file path=ppt/charts/_rels/chart31.xml.rels><?xml version="1.0" encoding="UTF-8"?><Relationships xmlns="http://schemas.openxmlformats.org/package/2006/relationships"><Relationship Id="rId1" Type="http://schemas.openxmlformats.org/officeDocument/2006/relationships/package" Target="../embeddings/Microsoft_Excel_Worksheet31.xlsx"/></Relationships>
</file>

<file path=ppt/charts/_rels/chart32.xml.rels><?xml version="1.0" encoding="UTF-8"?><Relationships xmlns="http://schemas.openxmlformats.org/package/2006/relationships"><Relationship Id="rId1" Type="http://schemas.openxmlformats.org/officeDocument/2006/relationships/package" Target="../embeddings/Microsoft_Excel_Worksheet32.xlsx"/></Relationships>
</file>

<file path=ppt/charts/_rels/chart33.xml.rels><?xml version="1.0" encoding="UTF-8"?><Relationships xmlns="http://schemas.openxmlformats.org/package/2006/relationships"><Relationship Id="rId1" Type="http://schemas.openxmlformats.org/officeDocument/2006/relationships/package" Target="../embeddings/Microsoft_Excel_Worksheet33.xlsx"/></Relationships>
</file>

<file path=ppt/charts/_rels/chart34.xml.rels><?xml version="1.0" encoding="UTF-8"?><Relationships xmlns="http://schemas.openxmlformats.org/package/2006/relationships"><Relationship Id="rId1" Type="http://schemas.openxmlformats.org/officeDocument/2006/relationships/package" Target="../embeddings/Microsoft_Excel_Worksheet34.xlsx"/></Relationships>
</file>

<file path=ppt/charts/_rels/chart35.xml.rels><?xml version="1.0" encoding="UTF-8"?><Relationships xmlns="http://schemas.openxmlformats.org/package/2006/relationships"><Relationship Id="rId1" Type="http://schemas.openxmlformats.org/officeDocument/2006/relationships/package" Target="../embeddings/Microsoft_Excel_Worksheet35.xlsx"/></Relationships>
</file>

<file path=ppt/charts/_rels/chart36.xml.rels><?xml version="1.0" encoding="UTF-8"?><Relationships xmlns="http://schemas.openxmlformats.org/package/2006/relationships"><Relationship Id="rId1" Type="http://schemas.openxmlformats.org/officeDocument/2006/relationships/package" Target="../embeddings/Microsoft_Excel_Worksheet36.xlsx"/></Relationships>
</file>

<file path=ppt/charts/_rels/chart37.xml.rels><?xml version="1.0" encoding="UTF-8"?><Relationships xmlns="http://schemas.openxmlformats.org/package/2006/relationships"><Relationship Id="rId1" Type="http://schemas.openxmlformats.org/officeDocument/2006/relationships/package" Target="../embeddings/Microsoft_Excel_Worksheet37.xlsx"/></Relationships>
</file>

<file path=ppt/charts/_rels/chart38.xml.rels><?xml version="1.0" encoding="UTF-8"?><Relationships xmlns="http://schemas.openxmlformats.org/package/2006/relationships"><Relationship Id="rId1" Type="http://schemas.openxmlformats.org/officeDocument/2006/relationships/package" Target="../embeddings/Microsoft_Excel_Worksheet38.xlsx"/></Relationships>
</file>

<file path=ppt/charts/_rels/chart39.xml.rels><?xml version="1.0" encoding="UTF-8"?><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13.xml"/><Relationship Id="rId1" Type="http://schemas.microsoft.com/office/2011/relationships/chartStyle" Target="style13.xml"/></Relationships>
</file>

<file path=ppt/charts/_rels/chart40.xml.rels><?xml version="1.0" encoding="UTF-8"?><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14.xml"/><Relationship Id="rId1" Type="http://schemas.microsoft.com/office/2011/relationships/chartStyle" Target="style14.xml"/></Relationships>
</file>

<file path=ppt/charts/_rels/chart41.xml.rels><?xml version="1.0" encoding="UTF-8"?><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15.xml"/><Relationship Id="rId1" Type="http://schemas.microsoft.com/office/2011/relationships/chartStyle" Target="style15.xml"/></Relationships>
</file>

<file path=ppt/charts/_rels/chart42.xml.rels><?xml version="1.0" encoding="UTF-8"?><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16.xml"/><Relationship Id="rId1" Type="http://schemas.microsoft.com/office/2011/relationships/chartStyle" Target="style16.xml"/></Relationships>
</file>

<file path=ppt/charts/_rels/chart43.xml.rels><?xml version="1.0" encoding="UTF-8"?><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17.xml"/><Relationship Id="rId1" Type="http://schemas.microsoft.com/office/2011/relationships/chartStyle" Target="style17.xml"/></Relationships>
</file>

<file path=ppt/charts/_rels/chart44.xml.rels><?xml version="1.0" encoding="UTF-8"?><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18.xml"/><Relationship Id="rId1" Type="http://schemas.microsoft.com/office/2011/relationships/chartStyle" Target="style18.xml"/></Relationships>
</file>

<file path=ppt/charts/_rels/chart45.xml.rels><?xml version="1.0" encoding="UTF-8"?><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19.xml"/><Relationship Id="rId1" Type="http://schemas.microsoft.com/office/2011/relationships/chartStyle" Target="style19.xml"/></Relationships>
</file>

<file path=ppt/charts/_rels/chart46.xml.rels><?xml version="1.0" encoding="UTF-8"?><Relationships xmlns="http://schemas.openxmlformats.org/package/2006/relationships"><Relationship Id="rId1" Type="http://schemas.openxmlformats.org/officeDocument/2006/relationships/package" Target="../embeddings/Microsoft_Excel_Worksheet46.xlsx"/></Relationships>
</file>

<file path=ppt/charts/_rels/chart47.xml.rels><?xml version="1.0" encoding="UTF-8"?><Relationships xmlns="http://schemas.openxmlformats.org/package/2006/relationships"><Relationship Id="rId1" Type="http://schemas.openxmlformats.org/officeDocument/2006/relationships/package" Target="../embeddings/Microsoft_Excel_Worksheet47.xlsx"/></Relationships>
</file>

<file path=ppt/charts/_rels/chart48.xml.rels><?xml version="1.0" encoding="UTF-8"?><Relationships xmlns="http://schemas.openxmlformats.org/package/2006/relationships"><Relationship Id="rId1" Type="http://schemas.openxmlformats.org/officeDocument/2006/relationships/package" Target="../embeddings/Microsoft_Excel_Worksheet48.xlsx"/></Relationships>
</file>

<file path=ppt/charts/_rels/chart49.xml.rels><?xml version="1.0" encoding="UTF-8"?><Relationships xmlns="http://schemas.openxmlformats.org/package/2006/relationships"><Relationship Id="rId1" Type="http://schemas.openxmlformats.org/officeDocument/2006/relationships/package" Target="../embeddings/Microsoft_Excel_Worksheet49.xlsx"/></Relationships>
</file>

<file path=ppt/charts/_rels/chart50.xml.rels><?xml version="1.0" encoding="UTF-8"?><Relationships xmlns="http://schemas.openxmlformats.org/package/2006/relationships"><Relationship Id="rId1" Type="http://schemas.openxmlformats.org/officeDocument/2006/relationships/package" Target="../embeddings/Microsoft_Excel_Worksheet50.xlsx"/></Relationships>
</file>

<file path=ppt/charts/_rels/chart51.xml.rels><?xml version="1.0" encoding="UTF-8"?><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20.xml"/><Relationship Id="rId1" Type="http://schemas.microsoft.com/office/2011/relationships/chartStyle" Target="style20.xml"/></Relationships>
</file>

<file path=ppt/charts/_rels/chart52.xml.rels><?xml version="1.0" encoding="UTF-8"?><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21.xml"/><Relationship Id="rId1" Type="http://schemas.microsoft.com/office/2011/relationships/chartStyle" Target="style21.xml"/></Relationships>
</file>

<file path=ppt/charts/_rels/chart53.xml.rels><?xml version="1.0" encoding="UTF-8"?><Relationships xmlns="http://schemas.openxmlformats.org/package/2006/relationships"><Relationship Id="rId1" Type="http://schemas.openxmlformats.org/officeDocument/2006/relationships/package" Target="../embeddings/Microsoft_Excel_Worksheet53.xlsx"/></Relationships>
</file>

<file path=ppt/charts/_rels/chart54.xml.rels><?xml version="1.0" encoding="UTF-8"?><Relationships xmlns="http://schemas.openxmlformats.org/package/2006/relationships"><Relationship Id="rId1" Type="http://schemas.openxmlformats.org/officeDocument/2006/relationships/package" Target="../embeddings/Microsoft_Excel_Worksheet54.xlsx"/></Relationships>
</file>

<file path=ppt/charts/_rels/chart55.xml.rels><?xml version="1.0" encoding="UTF-8"?><Relationships xmlns="http://schemas.openxmlformats.org/package/2006/relationships"><Relationship Id="rId1" Type="http://schemas.openxmlformats.org/officeDocument/2006/relationships/package" Target="../embeddings/Microsoft_Excel_Binary_Worksheet.xlsb"/></Relationships>
</file>

<file path=ppt/charts/_rels/chart56.xml.rels><?xml version="1.0" encoding="UTF-8"?><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22.xml"/><Relationship Id="rId1" Type="http://schemas.microsoft.com/office/2011/relationships/chartStyle" Target="style22.xml"/></Relationships>
</file>

<file path=ppt/charts/_rels/chart57.xml.rels><?xml version="1.0" encoding="UTF-8"?><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23.xml"/><Relationship Id="rId1" Type="http://schemas.microsoft.com/office/2011/relationships/chartStyle" Target="style23.xml"/></Relationships>
</file>

<file path=ppt/charts/_rels/chart58.xml.rels><?xml version="1.0" encoding="UTF-8"?><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24.xml"/><Relationship Id="rId1" Type="http://schemas.microsoft.com/office/2011/relationships/chartStyle" Target="style24.xml"/></Relationships>
</file>

<file path=ppt/charts/_rels/chart59.xml.rels><?xml version="1.0" encoding="UTF-8"?><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25.xml"/><Relationship Id="rId1" Type="http://schemas.microsoft.com/office/2011/relationships/chartStyle" Target="style25.xml"/></Relationships>
</file>

<file path=ppt/charts/_rels/chart60.xml.rels><?xml version="1.0" encoding="UTF-8"?><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26.xml"/><Relationship Id="rId1" Type="http://schemas.microsoft.com/office/2011/relationships/chartStyle" Target="style26.xml"/></Relationships>
</file>

<file path=ppt/charts/_rels/chart61.xml.rels><?xml version="1.0" encoding="UTF-8"?><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27.xml"/><Relationship Id="rId1" Type="http://schemas.microsoft.com/office/2011/relationships/chartStyle" Target="style27.xml"/></Relationships>
</file>

<file path=ppt/charts/_rels/chart62.xml.rels><?xml version="1.0" encoding="UTF-8"?><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28.xml"/><Relationship Id="rId1" Type="http://schemas.microsoft.com/office/2011/relationships/chartStyle" Target="style28.xml"/></Relationships>
</file>

<file path=ppt/charts/_rels/chart63.xml.rels><?xml version="1.0" encoding="UTF-8"?><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29.xml"/><Relationship Id="rId1" Type="http://schemas.microsoft.com/office/2011/relationships/chartStyle" Target="style29.xml"/></Relationships>
</file>

<file path=ppt/charts/_rels/chart64.xml.rels><?xml version="1.0" encoding="UTF-8"?><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30.xml"/><Relationship Id="rId1" Type="http://schemas.microsoft.com/office/2011/relationships/chartStyle" Target="style30.xml"/></Relationships>
</file>

<file path=ppt/charts/_rels/chart65.xml.rels><?xml version="1.0" encoding="UTF-8"?><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31.xml"/><Relationship Id="rId1" Type="http://schemas.microsoft.com/office/2011/relationships/chartStyle" Target="style31.xml"/></Relationships>
</file>

<file path=ppt/charts/_rels/chart66.xml.rels><?xml version="1.0" encoding="UTF-8"?><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32.xml"/><Relationship Id="rId1" Type="http://schemas.microsoft.com/office/2011/relationships/chartStyle" Target="style32.xml"/></Relationships>
</file>

<file path=ppt/charts/_rels/chart67.xml.rels><?xml version="1.0" encoding="UTF-8"?><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33.xml"/><Relationship Id="rId1" Type="http://schemas.microsoft.com/office/2011/relationships/chartStyle" Target="style33.xml"/></Relationships>
</file>

<file path=ppt/charts/_rels/chart68.xml.rels><?xml version="1.0" encoding="UTF-8"?><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34.xml"/><Relationship Id="rId1" Type="http://schemas.microsoft.com/office/2011/relationships/chartStyle" Target="style34.xml"/></Relationships>
</file>

<file path=ppt/charts/_rels/chart69.xml.rels><?xml version="1.0" encoding="UTF-8"?><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35.xml"/><Relationship Id="rId1" Type="http://schemas.microsoft.com/office/2011/relationships/chartStyle" Target="style35.xml"/></Relationships>
</file>

<file path=ppt/charts/_rels/chart70.xml.rels><?xml version="1.0" encoding="UTF-8"?><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36.xml"/><Relationship Id="rId1" Type="http://schemas.microsoft.com/office/2011/relationships/chartStyle" Target="style36.xml"/></Relationships>
</file>

<file path=ppt/charts/_rels/chart71.xml.rels><?xml version="1.0" encoding="UTF-8"?><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37.xml"/><Relationship Id="rId1" Type="http://schemas.microsoft.com/office/2011/relationships/chartStyle" Target="style37.xml"/></Relationships>
</file>

<file path=ppt/charts/_rels/chartEx1.xml.rels><?xml version="1.0" encoding="UTF-8"?><Relationships xmlns="http://schemas.openxmlformats.org/package/2006/relationships"><Relationship Id="rId3" Type="http://schemas.microsoft.com/office/2011/relationships/chartColorStyle" Target="colors7.xml"/><Relationship Id="rId2" Type="http://schemas.microsoft.com/office/2011/relationships/chartStyle" Target="style7.xml"/><Relationship Id="rId1" Type="http://schemas.openxmlformats.org/officeDocument/2006/relationships/package" Target="../embeddings/Microsoft_Excel_Worksheet17.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7944141389896856E-3"/>
          <c:y val="3.6717039360823892E-2"/>
          <c:w val="0.99220558586101026"/>
          <c:h val="0.72399702967818735"/>
        </c:manualLayout>
      </c:layout>
      <c:barChart>
        <c:barDir val="col"/>
        <c:grouping val="clustered"/>
        <c:varyColors val="0"/>
        <c:ser>
          <c:idx val="0"/>
          <c:order val="0"/>
          <c:tx>
            <c:strRef>
              <c:f>Sheet1!$B$1</c:f>
              <c:strCache>
                <c:ptCount val="1"/>
                <c:pt idx="0">
                  <c:v>2020</c:v>
                </c:pt>
              </c:strCache>
            </c:strRef>
          </c:tx>
          <c:spPr>
            <a:solidFill>
              <a:srgbClr val="7FD7A7"/>
            </a:solidFill>
            <a:ln>
              <a:noFill/>
            </a:ln>
            <a:effectLst/>
          </c:spPr>
          <c:invertIfNegative val="0"/>
          <c:dLbls>
            <c:dLbl>
              <c:idx val="2"/>
              <c:layout>
                <c:manualLayout>
                  <c:x val="0"/>
                  <c:y val="3.3379126691657473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887-0345-96CE-5AE739D33A07}"/>
                </c:ext>
              </c:extLst>
            </c:dLbl>
            <c:spPr>
              <a:noFill/>
              <a:ln>
                <a:noFill/>
              </a:ln>
              <a:effectLst/>
            </c:spPr>
            <c:txPr>
              <a:bodyPr rot="0" spcFirstLastPara="1" vertOverflow="ellipsis" vert="horz" wrap="square" lIns="0" tIns="0" rIns="0" bIns="0"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Other Marketplaces</c:v>
                </c:pt>
                <c:pt idx="1">
                  <c:v>Retailer Sites</c:v>
                </c:pt>
                <c:pt idx="2">
                  <c:v>Amazon</c:v>
                </c:pt>
                <c:pt idx="3">
                  <c:v>ChatGPT</c:v>
                </c:pt>
                <c:pt idx="4">
                  <c:v>Social Media</c:v>
                </c:pt>
                <c:pt idx="5">
                  <c:v>Traditional Search</c:v>
                </c:pt>
              </c:strCache>
            </c:strRef>
          </c:cat>
          <c:val>
            <c:numRef>
              <c:f>Sheet1!$B$2:$B$7</c:f>
              <c:numCache>
                <c:formatCode>General</c:formatCode>
                <c:ptCount val="6"/>
                <c:pt idx="0">
                  <c:v>35</c:v>
                </c:pt>
                <c:pt idx="1">
                  <c:v>33</c:v>
                </c:pt>
                <c:pt idx="2">
                  <c:v>63</c:v>
                </c:pt>
                <c:pt idx="4">
                  <c:v>8</c:v>
                </c:pt>
                <c:pt idx="5">
                  <c:v>48</c:v>
                </c:pt>
              </c:numCache>
            </c:numRef>
          </c:val>
          <c:extLst>
            <c:ext xmlns:c16="http://schemas.microsoft.com/office/drawing/2014/chart" uri="{C3380CC4-5D6E-409C-BE32-E72D297353CC}">
              <c16:uniqueId val="{00000001-8887-0345-96CE-5AE739D33A07}"/>
            </c:ext>
          </c:extLst>
        </c:ser>
        <c:ser>
          <c:idx val="1"/>
          <c:order val="1"/>
          <c:tx>
            <c:strRef>
              <c:f>Sheet1!$C$1</c:f>
              <c:strCache>
                <c:ptCount val="1"/>
                <c:pt idx="0">
                  <c:v>2024</c:v>
                </c:pt>
              </c:strCache>
            </c:strRef>
          </c:tx>
          <c:spPr>
            <a:solidFill>
              <a:srgbClr val="9DC3E6"/>
            </a:solidFill>
            <a:ln>
              <a:noFill/>
            </a:ln>
            <a:effectLst/>
          </c:spPr>
          <c:invertIfNegative val="0"/>
          <c:dLbls>
            <c:dLbl>
              <c:idx val="1"/>
              <c:layout>
                <c:manualLayout>
                  <c:x val="0"/>
                  <c:y val="-1.001373800749742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887-0345-96CE-5AE739D33A07}"/>
                </c:ext>
              </c:extLst>
            </c:dLbl>
            <c:dLbl>
              <c:idx val="2"/>
              <c:layout>
                <c:manualLayout>
                  <c:x val="0"/>
                  <c:y val="-6.119435867891978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887-0345-96CE-5AE739D33A07}"/>
                </c:ext>
              </c:extLst>
            </c:dLbl>
            <c:dLbl>
              <c:idx val="3"/>
              <c:layout>
                <c:manualLayout>
                  <c:x val="0"/>
                  <c:y val="-3.3379126691658696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887-0345-96CE-5AE739D33A07}"/>
                </c:ext>
              </c:extLst>
            </c:dLbl>
            <c:spPr>
              <a:noFill/>
              <a:ln>
                <a:noFill/>
              </a:ln>
              <a:effectLst/>
            </c:spPr>
            <c:txPr>
              <a:bodyPr rot="0" spcFirstLastPara="1" vertOverflow="ellipsis" vert="horz" wrap="square" lIns="0" tIns="0" rIns="0" bIns="0"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Other Marketplaces</c:v>
                </c:pt>
                <c:pt idx="1">
                  <c:v>Retailer Sites</c:v>
                </c:pt>
                <c:pt idx="2">
                  <c:v>Amazon</c:v>
                </c:pt>
                <c:pt idx="3">
                  <c:v>ChatGPT</c:v>
                </c:pt>
                <c:pt idx="4">
                  <c:v>Social Media</c:v>
                </c:pt>
                <c:pt idx="5">
                  <c:v>Traditional Search</c:v>
                </c:pt>
              </c:strCache>
            </c:strRef>
          </c:cat>
          <c:val>
            <c:numRef>
              <c:f>Sheet1!$C$2:$C$7</c:f>
              <c:numCache>
                <c:formatCode>General</c:formatCode>
                <c:ptCount val="6"/>
                <c:pt idx="0">
                  <c:v>3</c:v>
                </c:pt>
                <c:pt idx="1">
                  <c:v>40</c:v>
                </c:pt>
                <c:pt idx="2">
                  <c:v>56</c:v>
                </c:pt>
                <c:pt idx="4">
                  <c:v>42</c:v>
                </c:pt>
                <c:pt idx="5">
                  <c:v>42</c:v>
                </c:pt>
              </c:numCache>
            </c:numRef>
          </c:val>
          <c:extLst>
            <c:ext xmlns:c16="http://schemas.microsoft.com/office/drawing/2014/chart" uri="{C3380CC4-5D6E-409C-BE32-E72D297353CC}">
              <c16:uniqueId val="{00000005-8887-0345-96CE-5AE739D33A07}"/>
            </c:ext>
          </c:extLst>
        </c:ser>
        <c:ser>
          <c:idx val="2"/>
          <c:order val="2"/>
          <c:tx>
            <c:strRef>
              <c:f>Sheet1!$D$1</c:f>
              <c:strCache>
                <c:ptCount val="1"/>
                <c:pt idx="0">
                  <c:v>2025</c:v>
                </c:pt>
              </c:strCache>
            </c:strRef>
          </c:tx>
          <c:spPr>
            <a:solidFill>
              <a:srgbClr val="C197E1"/>
            </a:solidFill>
            <a:ln>
              <a:noFill/>
            </a:ln>
            <a:effectLst/>
          </c:spPr>
          <c:invertIfNegative val="0"/>
          <c:dLbls>
            <c:dLbl>
              <c:idx val="1"/>
              <c:layout>
                <c:manualLayout>
                  <c:x val="-7.5878181247053994E-17"/>
                  <c:y val="-6.6758253383316169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887-0345-96CE-5AE739D33A07}"/>
                </c:ext>
              </c:extLst>
            </c:dLbl>
            <c:dLbl>
              <c:idx val="3"/>
              <c:layout>
                <c:manualLayout>
                  <c:x val="-7.5878181247053994E-17"/>
                  <c:y val="-1.001373800749742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887-0345-96CE-5AE739D33A07}"/>
                </c:ext>
              </c:extLst>
            </c:dLbl>
            <c:spPr>
              <a:noFill/>
              <a:ln>
                <a:noFill/>
              </a:ln>
              <a:effectLst/>
            </c:spPr>
            <c:txPr>
              <a:bodyPr rot="0" spcFirstLastPara="1" vertOverflow="ellipsis" vert="horz" wrap="square" lIns="0" tIns="0" rIns="0" bIns="0"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Other Marketplaces</c:v>
                </c:pt>
                <c:pt idx="1">
                  <c:v>Retailer Sites</c:v>
                </c:pt>
                <c:pt idx="2">
                  <c:v>Amazon</c:v>
                </c:pt>
                <c:pt idx="3">
                  <c:v>ChatGPT</c:v>
                </c:pt>
                <c:pt idx="4">
                  <c:v>Social Media</c:v>
                </c:pt>
                <c:pt idx="5">
                  <c:v>Traditional Search</c:v>
                </c:pt>
              </c:strCache>
            </c:strRef>
          </c:cat>
          <c:val>
            <c:numRef>
              <c:f>Sheet1!$D$2:$D$7</c:f>
              <c:numCache>
                <c:formatCode>General</c:formatCode>
                <c:ptCount val="6"/>
                <c:pt idx="0">
                  <c:v>4</c:v>
                </c:pt>
                <c:pt idx="1">
                  <c:v>51</c:v>
                </c:pt>
                <c:pt idx="2">
                  <c:v>52</c:v>
                </c:pt>
                <c:pt idx="3">
                  <c:v>5</c:v>
                </c:pt>
                <c:pt idx="4">
                  <c:v>75</c:v>
                </c:pt>
                <c:pt idx="5">
                  <c:v>76</c:v>
                </c:pt>
              </c:numCache>
            </c:numRef>
          </c:val>
          <c:extLst>
            <c:ext xmlns:c16="http://schemas.microsoft.com/office/drawing/2014/chart" uri="{C3380CC4-5D6E-409C-BE32-E72D297353CC}">
              <c16:uniqueId val="{00000008-8887-0345-96CE-5AE739D33A07}"/>
            </c:ext>
          </c:extLst>
        </c:ser>
        <c:dLbls>
          <c:dLblPos val="outEnd"/>
          <c:showLegendKey val="0"/>
          <c:showVal val="1"/>
          <c:showCatName val="0"/>
          <c:showSerName val="0"/>
          <c:showPercent val="0"/>
          <c:showBubbleSize val="0"/>
        </c:dLbls>
        <c:gapWidth val="150"/>
        <c:axId val="834952640"/>
        <c:axId val="834953984"/>
      </c:barChart>
      <c:catAx>
        <c:axId val="8349526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834953984"/>
        <c:crosses val="autoZero"/>
        <c:auto val="1"/>
        <c:lblAlgn val="ctr"/>
        <c:lblOffset val="100"/>
        <c:noMultiLvlLbl val="0"/>
      </c:catAx>
      <c:valAx>
        <c:axId val="834953984"/>
        <c:scaling>
          <c:orientation val="minMax"/>
        </c:scaling>
        <c:delete val="1"/>
        <c:axPos val="l"/>
        <c:numFmt formatCode="General" sourceLinked="1"/>
        <c:majorTickMark val="none"/>
        <c:minorTickMark val="none"/>
        <c:tickLblPos val="nextTo"/>
        <c:crossAx val="834952640"/>
        <c:crosses val="autoZero"/>
        <c:crossBetween val="between"/>
      </c:valAx>
      <c:spPr>
        <a:noFill/>
        <a:ln>
          <a:noFill/>
        </a:ln>
        <a:effectLst/>
      </c:spPr>
    </c:plotArea>
    <c:legend>
      <c:legendPos val="b"/>
      <c:layout>
        <c:manualLayout>
          <c:xMode val="edge"/>
          <c:yMode val="edge"/>
          <c:x val="0.30559419011671984"/>
          <c:y val="0.93593338047859076"/>
          <c:w val="0.31400844433841996"/>
          <c:h val="6.4066615307169658E-2"/>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IBM Plex Sans" panose="020B0503050203000203" pitchFamily="34" charset="0"/>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2469139009201484E-2"/>
          <c:y val="0.13843014025158948"/>
          <c:w val="1"/>
          <c:h val="0.70796097604818176"/>
        </c:manualLayout>
      </c:layout>
      <c:barChart>
        <c:barDir val="col"/>
        <c:grouping val="clustered"/>
        <c:varyColors val="0"/>
        <c:ser>
          <c:idx val="0"/>
          <c:order val="0"/>
          <c:tx>
            <c:strRef>
              <c:f>Sheet1!$B$1</c:f>
              <c:strCache>
                <c:ptCount val="1"/>
                <c:pt idx="0">
                  <c:v>Search Vol</c:v>
                </c:pt>
              </c:strCache>
            </c:strRef>
          </c:tx>
          <c:spPr>
            <a:solidFill>
              <a:srgbClr val="7FD8A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Sheet1!$A$2:$A$13</c:f>
              <c:numCache>
                <c:formatCode>General</c:formatCode>
                <c:ptCount val="12"/>
                <c:pt idx="0">
                  <c:v>2014</c:v>
                </c:pt>
                <c:pt idx="1">
                  <c:v>2015</c:v>
                </c:pt>
                <c:pt idx="2">
                  <c:v>2016</c:v>
                </c:pt>
                <c:pt idx="3">
                  <c:v>2017</c:v>
                </c:pt>
                <c:pt idx="4">
                  <c:v>2018</c:v>
                </c:pt>
                <c:pt idx="5">
                  <c:v>2019</c:v>
                </c:pt>
                <c:pt idx="6">
                  <c:v>2020</c:v>
                </c:pt>
                <c:pt idx="7">
                  <c:v>2021</c:v>
                </c:pt>
                <c:pt idx="8">
                  <c:v>2022</c:v>
                </c:pt>
                <c:pt idx="9">
                  <c:v>2023</c:v>
                </c:pt>
                <c:pt idx="10">
                  <c:v>2024</c:v>
                </c:pt>
                <c:pt idx="11">
                  <c:v>2025</c:v>
                </c:pt>
              </c:numCache>
            </c:numRef>
          </c:cat>
          <c:val>
            <c:numRef>
              <c:f>Sheet1!$B$2:$B$13</c:f>
              <c:numCache>
                <c:formatCode>"$"#,##0_);[Red]\("$"#,##0\)</c:formatCode>
                <c:ptCount val="12"/>
                <c:pt idx="0">
                  <c:v>59.6</c:v>
                </c:pt>
                <c:pt idx="1">
                  <c:v>67.400000000000006</c:v>
                </c:pt>
                <c:pt idx="2">
                  <c:v>79.400000000000006</c:v>
                </c:pt>
                <c:pt idx="3">
                  <c:v>95.6</c:v>
                </c:pt>
                <c:pt idx="4">
                  <c:v>116.5</c:v>
                </c:pt>
                <c:pt idx="5">
                  <c:v>134.80000000000001</c:v>
                </c:pt>
                <c:pt idx="6">
                  <c:v>146.9</c:v>
                </c:pt>
                <c:pt idx="7">
                  <c:v>209.5</c:v>
                </c:pt>
                <c:pt idx="8">
                  <c:v>224.5</c:v>
                </c:pt>
                <c:pt idx="9">
                  <c:v>237.9</c:v>
                </c:pt>
                <c:pt idx="10">
                  <c:v>264.60000000000002</c:v>
                </c:pt>
                <c:pt idx="11">
                  <c:v>298.10000000000002</c:v>
                </c:pt>
              </c:numCache>
            </c:numRef>
          </c:val>
          <c:extLst>
            <c:ext xmlns:c16="http://schemas.microsoft.com/office/drawing/2014/chart" uri="{C3380CC4-5D6E-409C-BE32-E72D297353CC}">
              <c16:uniqueId val="{00000000-FF3B-4C76-8710-232293FD2B5D}"/>
            </c:ext>
          </c:extLst>
        </c:ser>
        <c:dLbls>
          <c:dLblPos val="outEnd"/>
          <c:showLegendKey val="0"/>
          <c:showVal val="1"/>
          <c:showCatName val="0"/>
          <c:showSerName val="0"/>
          <c:showPercent val="0"/>
          <c:showBubbleSize val="0"/>
        </c:dLbls>
        <c:gapWidth val="100"/>
        <c:axId val="786039392"/>
        <c:axId val="786054272"/>
      </c:barChart>
      <c:catAx>
        <c:axId val="786039392"/>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0"/>
        <c:axPos val="l"/>
        <c:numFmt formatCode="&quot;$&quot;#,##0_);[Red]\(&quot;$&quot;#,##0\)" sourceLinked="1"/>
        <c:majorTickMark val="out"/>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IBM Plex Sans" panose="020B0503050203000203" pitchFamily="34" charset="0"/>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2469139009201484E-2"/>
          <c:y val="0.13843014025158948"/>
          <c:w val="1"/>
          <c:h val="0.70796097604818176"/>
        </c:manualLayout>
      </c:layout>
      <c:barChart>
        <c:barDir val="col"/>
        <c:grouping val="clustered"/>
        <c:varyColors val="0"/>
        <c:ser>
          <c:idx val="0"/>
          <c:order val="0"/>
          <c:tx>
            <c:strRef>
              <c:f>Sheet1!$B$1</c:f>
              <c:strCache>
                <c:ptCount val="1"/>
                <c:pt idx="0">
                  <c:v>Calculated</c:v>
                </c:pt>
              </c:strCache>
            </c:strRef>
          </c:tx>
          <c:spPr>
            <a:solidFill>
              <a:srgbClr val="C197E1"/>
            </a:solidFill>
            <a:ln>
              <a:noFill/>
            </a:ln>
            <a:effectLst/>
          </c:spPr>
          <c:invertIfNegative val="0"/>
          <c:dPt>
            <c:idx val="0"/>
            <c:invertIfNegative val="0"/>
            <c:bubble3D val="0"/>
            <c:spPr>
              <a:solidFill>
                <a:srgbClr val="7FD8A6"/>
              </a:solidFill>
              <a:ln>
                <a:noFill/>
              </a:ln>
              <a:effectLst/>
            </c:spPr>
            <c:extLst>
              <c:ext xmlns:c16="http://schemas.microsoft.com/office/drawing/2014/chart" uri="{C3380CC4-5D6E-409C-BE32-E72D297353CC}">
                <c16:uniqueId val="{00000003-F057-EA44-A5B5-20EADC5885A3}"/>
              </c:ext>
            </c:extLst>
          </c:dPt>
          <c:dPt>
            <c:idx val="1"/>
            <c:invertIfNegative val="0"/>
            <c:bubble3D val="0"/>
            <c:spPr>
              <a:solidFill>
                <a:srgbClr val="7FD8A6"/>
              </a:solidFill>
              <a:ln>
                <a:noFill/>
              </a:ln>
              <a:effectLst/>
            </c:spPr>
            <c:extLst>
              <c:ext xmlns:c16="http://schemas.microsoft.com/office/drawing/2014/chart" uri="{C3380CC4-5D6E-409C-BE32-E72D297353CC}">
                <c16:uniqueId val="{00000001-F057-EA44-A5B5-20EADC5885A3}"/>
              </c:ext>
            </c:extLst>
          </c:dPt>
          <c:dPt>
            <c:idx val="2"/>
            <c:invertIfNegative val="0"/>
            <c:bubble3D val="0"/>
            <c:spPr>
              <a:solidFill>
                <a:srgbClr val="7FD8A6"/>
              </a:solidFill>
              <a:ln>
                <a:noFill/>
              </a:ln>
              <a:effectLst/>
            </c:spPr>
            <c:extLst>
              <c:ext xmlns:c16="http://schemas.microsoft.com/office/drawing/2014/chart" uri="{C3380CC4-5D6E-409C-BE32-E72D297353CC}">
                <c16:uniqueId val="{00000004-F057-EA44-A5B5-20EADC5885A3}"/>
              </c:ext>
            </c:extLst>
          </c:dPt>
          <c:dPt>
            <c:idx val="10"/>
            <c:invertIfNegative val="0"/>
            <c:bubble3D val="0"/>
            <c:spPr>
              <a:solidFill>
                <a:srgbClr val="C197E2"/>
              </a:solidFill>
              <a:ln>
                <a:noFill/>
              </a:ln>
              <a:effectLst/>
            </c:spPr>
            <c:extLst>
              <c:ext xmlns:c16="http://schemas.microsoft.com/office/drawing/2014/chart" uri="{C3380CC4-5D6E-409C-BE32-E72D297353CC}">
                <c16:uniqueId val="{00000002-F057-EA44-A5B5-20EADC5885A3}"/>
              </c:ext>
            </c:extLst>
          </c:dPt>
          <c:dPt>
            <c:idx val="11"/>
            <c:invertIfNegative val="0"/>
            <c:bubble3D val="0"/>
            <c:spPr>
              <a:solidFill>
                <a:srgbClr val="7FD8A6"/>
              </a:solidFill>
              <a:ln>
                <a:noFill/>
              </a:ln>
              <a:effectLst/>
            </c:spPr>
            <c:extLst>
              <c:ext xmlns:c16="http://schemas.microsoft.com/office/drawing/2014/chart" uri="{C3380CC4-5D6E-409C-BE32-E72D297353CC}">
                <c16:uniqueId val="{00000005-F057-EA44-A5B5-20EADC5885A3}"/>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Sheet1!$A$2:$A$13</c:f>
              <c:numCache>
                <c:formatCode>General</c:formatCode>
                <c:ptCount val="12"/>
                <c:pt idx="0">
                  <c:v>2014</c:v>
                </c:pt>
                <c:pt idx="1">
                  <c:v>2015</c:v>
                </c:pt>
                <c:pt idx="2">
                  <c:v>2016</c:v>
                </c:pt>
                <c:pt idx="3">
                  <c:v>2017</c:v>
                </c:pt>
                <c:pt idx="4">
                  <c:v>2018</c:v>
                </c:pt>
                <c:pt idx="5">
                  <c:v>2019</c:v>
                </c:pt>
                <c:pt idx="6">
                  <c:v>2020</c:v>
                </c:pt>
                <c:pt idx="7">
                  <c:v>2021</c:v>
                </c:pt>
                <c:pt idx="8">
                  <c:v>2022</c:v>
                </c:pt>
                <c:pt idx="9">
                  <c:v>2023</c:v>
                </c:pt>
                <c:pt idx="10">
                  <c:v>2024</c:v>
                </c:pt>
                <c:pt idx="11">
                  <c:v>2025</c:v>
                </c:pt>
              </c:numCache>
            </c:numRef>
          </c:cat>
          <c:val>
            <c:numRef>
              <c:f>Sheet1!$B$2:$B$13</c:f>
              <c:numCache>
                <c:formatCode>#,##0.0</c:formatCode>
                <c:ptCount val="12"/>
                <c:pt idx="0">
                  <c:v>1.5</c:v>
                </c:pt>
                <c:pt idx="1">
                  <c:v>1.8</c:v>
                </c:pt>
                <c:pt idx="2">
                  <c:v>2</c:v>
                </c:pt>
                <c:pt idx="3">
                  <c:v>2.2000000000000002</c:v>
                </c:pt>
                <c:pt idx="4">
                  <c:v>2.4</c:v>
                </c:pt>
                <c:pt idx="5">
                  <c:v>2.7</c:v>
                </c:pt>
                <c:pt idx="6">
                  <c:v>3</c:v>
                </c:pt>
                <c:pt idx="7">
                  <c:v>3.3</c:v>
                </c:pt>
                <c:pt idx="8">
                  <c:v>3.6</c:v>
                </c:pt>
                <c:pt idx="9">
                  <c:v>4</c:v>
                </c:pt>
                <c:pt idx="10">
                  <c:v>4.5</c:v>
                </c:pt>
                <c:pt idx="11">
                  <c:v>5</c:v>
                </c:pt>
              </c:numCache>
            </c:numRef>
          </c:val>
          <c:extLst>
            <c:ext xmlns:c16="http://schemas.microsoft.com/office/drawing/2014/chart" uri="{C3380CC4-5D6E-409C-BE32-E72D297353CC}">
              <c16:uniqueId val="{00000000-FF3B-4C76-8710-232293FD2B5D}"/>
            </c:ext>
          </c:extLst>
        </c:ser>
        <c:dLbls>
          <c:dLblPos val="outEnd"/>
          <c:showLegendKey val="0"/>
          <c:showVal val="1"/>
          <c:showCatName val="0"/>
          <c:showSerName val="0"/>
          <c:showPercent val="0"/>
          <c:showBubbleSize val="0"/>
        </c:dLbls>
        <c:gapWidth val="100"/>
        <c:axId val="786039392"/>
        <c:axId val="786054272"/>
      </c:barChart>
      <c:catAx>
        <c:axId val="786039392"/>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0"/>
        <c:axPos val="l"/>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IBM Plex Sans" panose="020B0503050203000203" pitchFamily="34" charset="0"/>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686956479558647"/>
          <c:y val="2.7386809338901984E-2"/>
          <c:w val="0.6746263974892488"/>
          <c:h val="0.75317712241181822"/>
        </c:manualLayout>
      </c:layout>
      <c:lineChart>
        <c:grouping val="standard"/>
        <c:varyColors val="0"/>
        <c:ser>
          <c:idx val="0"/>
          <c:order val="0"/>
          <c:tx>
            <c:strRef>
              <c:f>Sheet1!$B$1</c:f>
              <c:strCache>
                <c:ptCount val="1"/>
                <c:pt idx="0">
                  <c:v>US Retail Sales</c:v>
                </c:pt>
              </c:strCache>
            </c:strRef>
          </c:tx>
          <c:spPr>
            <a:ln w="28575" cap="rnd">
              <a:solidFill>
                <a:schemeClr val="accent6">
                  <a:lumMod val="75000"/>
                </a:schemeClr>
              </a:solidFill>
              <a:round/>
            </a:ln>
            <a:effectLst/>
          </c:spPr>
          <c:marker>
            <c:symbol val="none"/>
          </c:marker>
          <c:cat>
            <c:numRef>
              <c:f>Sheet1!$A$2:$A$15</c:f>
              <c:numCache>
                <c:formatCode>General</c:formatCode>
                <c:ptCount val="14"/>
                <c:pt idx="0">
                  <c:v>2000</c:v>
                </c:pt>
                <c:pt idx="1">
                  <c:v>2002</c:v>
                </c:pt>
                <c:pt idx="2">
                  <c:v>2004</c:v>
                </c:pt>
                <c:pt idx="3">
                  <c:v>2006</c:v>
                </c:pt>
                <c:pt idx="4">
                  <c:v>2008</c:v>
                </c:pt>
                <c:pt idx="5">
                  <c:v>2010</c:v>
                </c:pt>
                <c:pt idx="6">
                  <c:v>2012</c:v>
                </c:pt>
                <c:pt idx="7">
                  <c:v>2014</c:v>
                </c:pt>
                <c:pt idx="8">
                  <c:v>2016</c:v>
                </c:pt>
                <c:pt idx="9">
                  <c:v>2018</c:v>
                </c:pt>
                <c:pt idx="10">
                  <c:v>2020</c:v>
                </c:pt>
                <c:pt idx="11">
                  <c:v>2022</c:v>
                </c:pt>
                <c:pt idx="12">
                  <c:v>2024</c:v>
                </c:pt>
                <c:pt idx="13">
                  <c:v>2025</c:v>
                </c:pt>
              </c:numCache>
            </c:numRef>
          </c:cat>
          <c:val>
            <c:numRef>
              <c:f>Sheet1!$B$2:$B$15</c:f>
              <c:numCache>
                <c:formatCode>General</c:formatCode>
                <c:ptCount val="14"/>
                <c:pt idx="0">
                  <c:v>3.3</c:v>
                </c:pt>
                <c:pt idx="1">
                  <c:v>3.5</c:v>
                </c:pt>
                <c:pt idx="2">
                  <c:v>3.7</c:v>
                </c:pt>
                <c:pt idx="3">
                  <c:v>4</c:v>
                </c:pt>
                <c:pt idx="4">
                  <c:v>4.3</c:v>
                </c:pt>
                <c:pt idx="5">
                  <c:v>4.5</c:v>
                </c:pt>
                <c:pt idx="6">
                  <c:v>4.9000000000000004</c:v>
                </c:pt>
                <c:pt idx="7">
                  <c:v>5.0999999999999996</c:v>
                </c:pt>
                <c:pt idx="8">
                  <c:v>5.4</c:v>
                </c:pt>
                <c:pt idx="9">
                  <c:v>5.6</c:v>
                </c:pt>
                <c:pt idx="10">
                  <c:v>5.6</c:v>
                </c:pt>
                <c:pt idx="11">
                  <c:v>6.2</c:v>
                </c:pt>
                <c:pt idx="12">
                  <c:v>7</c:v>
                </c:pt>
                <c:pt idx="13">
                  <c:v>7.2</c:v>
                </c:pt>
              </c:numCache>
            </c:numRef>
          </c:val>
          <c:smooth val="0"/>
          <c:extLst>
            <c:ext xmlns:c16="http://schemas.microsoft.com/office/drawing/2014/chart" uri="{C3380CC4-5D6E-409C-BE32-E72D297353CC}">
              <c16:uniqueId val="{00000000-2098-4C7F-B435-E0AA2E5F329B}"/>
            </c:ext>
          </c:extLst>
        </c:ser>
        <c:dLbls>
          <c:showLegendKey val="0"/>
          <c:showVal val="0"/>
          <c:showCatName val="0"/>
          <c:showSerName val="0"/>
          <c:showPercent val="0"/>
          <c:showBubbleSize val="0"/>
        </c:dLbls>
        <c:marker val="1"/>
        <c:smooth val="0"/>
        <c:axId val="1481850512"/>
        <c:axId val="1481850992"/>
      </c:lineChart>
      <c:lineChart>
        <c:grouping val="standard"/>
        <c:varyColors val="0"/>
        <c:ser>
          <c:idx val="1"/>
          <c:order val="1"/>
          <c:tx>
            <c:strRef>
              <c:f>Sheet1!$C$1</c:f>
              <c:strCache>
                <c:ptCount val="1"/>
                <c:pt idx="0">
                  <c:v>Amazon Revenue</c:v>
                </c:pt>
              </c:strCache>
            </c:strRef>
          </c:tx>
          <c:spPr>
            <a:ln w="28575" cap="rnd">
              <a:solidFill>
                <a:srgbClr val="A55CEE"/>
              </a:solidFill>
              <a:round/>
            </a:ln>
            <a:effectLst/>
          </c:spPr>
          <c:marker>
            <c:symbol val="none"/>
          </c:marker>
          <c:cat>
            <c:numRef>
              <c:f>Sheet1!$A$2:$A$15</c:f>
              <c:numCache>
                <c:formatCode>General</c:formatCode>
                <c:ptCount val="14"/>
                <c:pt idx="0">
                  <c:v>2000</c:v>
                </c:pt>
                <c:pt idx="1">
                  <c:v>2002</c:v>
                </c:pt>
                <c:pt idx="2">
                  <c:v>2004</c:v>
                </c:pt>
                <c:pt idx="3">
                  <c:v>2006</c:v>
                </c:pt>
                <c:pt idx="4">
                  <c:v>2008</c:v>
                </c:pt>
                <c:pt idx="5">
                  <c:v>2010</c:v>
                </c:pt>
                <c:pt idx="6">
                  <c:v>2012</c:v>
                </c:pt>
                <c:pt idx="7">
                  <c:v>2014</c:v>
                </c:pt>
                <c:pt idx="8">
                  <c:v>2016</c:v>
                </c:pt>
                <c:pt idx="9">
                  <c:v>2018</c:v>
                </c:pt>
                <c:pt idx="10">
                  <c:v>2020</c:v>
                </c:pt>
                <c:pt idx="11">
                  <c:v>2022</c:v>
                </c:pt>
                <c:pt idx="12">
                  <c:v>2024</c:v>
                </c:pt>
                <c:pt idx="13">
                  <c:v>2025</c:v>
                </c:pt>
              </c:numCache>
            </c:numRef>
          </c:cat>
          <c:val>
            <c:numRef>
              <c:f>Sheet1!$C$2:$C$15</c:f>
              <c:numCache>
                <c:formatCode>General</c:formatCode>
                <c:ptCount val="14"/>
                <c:pt idx="0">
                  <c:v>2.7</c:v>
                </c:pt>
                <c:pt idx="1">
                  <c:v>3.9</c:v>
                </c:pt>
                <c:pt idx="2">
                  <c:v>6.9</c:v>
                </c:pt>
                <c:pt idx="3">
                  <c:v>10.7</c:v>
                </c:pt>
                <c:pt idx="4">
                  <c:v>19.100000000000001</c:v>
                </c:pt>
                <c:pt idx="5">
                  <c:v>34.200000000000003</c:v>
                </c:pt>
                <c:pt idx="6">
                  <c:v>61.1</c:v>
                </c:pt>
                <c:pt idx="7">
                  <c:v>88.9</c:v>
                </c:pt>
                <c:pt idx="8">
                  <c:v>136</c:v>
                </c:pt>
                <c:pt idx="9">
                  <c:v>233</c:v>
                </c:pt>
                <c:pt idx="10">
                  <c:v>386</c:v>
                </c:pt>
                <c:pt idx="11">
                  <c:v>514</c:v>
                </c:pt>
                <c:pt idx="12">
                  <c:v>575</c:v>
                </c:pt>
                <c:pt idx="13">
                  <c:v>610</c:v>
                </c:pt>
              </c:numCache>
            </c:numRef>
          </c:val>
          <c:smooth val="0"/>
          <c:extLst>
            <c:ext xmlns:c16="http://schemas.microsoft.com/office/drawing/2014/chart" uri="{C3380CC4-5D6E-409C-BE32-E72D297353CC}">
              <c16:uniqueId val="{00000001-2098-4C7F-B435-E0AA2E5F329B}"/>
            </c:ext>
          </c:extLst>
        </c:ser>
        <c:dLbls>
          <c:showLegendKey val="0"/>
          <c:showVal val="0"/>
          <c:showCatName val="0"/>
          <c:showSerName val="0"/>
          <c:showPercent val="0"/>
          <c:showBubbleSize val="0"/>
        </c:dLbls>
        <c:marker val="1"/>
        <c:smooth val="0"/>
        <c:axId val="1123679343"/>
        <c:axId val="1487861872"/>
      </c:lineChart>
      <c:catAx>
        <c:axId val="14818505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1481850992"/>
        <c:crosses val="autoZero"/>
        <c:auto val="1"/>
        <c:lblAlgn val="r"/>
        <c:lblOffset val="100"/>
        <c:noMultiLvlLbl val="0"/>
      </c:catAx>
      <c:valAx>
        <c:axId val="1481850992"/>
        <c:scaling>
          <c:orientation val="minMax"/>
        </c:scaling>
        <c:delete val="0"/>
        <c:axPos val="l"/>
        <c:title>
          <c:tx>
            <c:rich>
              <a:bodyPr rot="-54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r>
                  <a:rPr lang="en-US" sz="1000" noProof="0">
                    <a:solidFill>
                      <a:schemeClr val="tx1"/>
                    </a:solidFill>
                    <a:latin typeface="IBM Plex Sans" panose="020B0503050203000203" pitchFamily="34" charset="0"/>
                  </a:rPr>
                  <a:t>US Retail Sales ($</a:t>
                </a:r>
                <a:r>
                  <a:rPr lang="en-US" sz="1000" baseline="0" noProof="0">
                    <a:solidFill>
                      <a:schemeClr val="tx1"/>
                    </a:solidFill>
                    <a:latin typeface="IBM Plex Sans" panose="020B0503050203000203" pitchFamily="34" charset="0"/>
                  </a:rPr>
                  <a:t> Bn)</a:t>
                </a:r>
                <a:endParaRPr lang="en-US" sz="1000" noProof="0">
                  <a:solidFill>
                    <a:schemeClr val="tx1"/>
                  </a:solidFill>
                  <a:latin typeface="IBM Plex Sans" panose="020B0503050203000203" pitchFamily="34" charset="0"/>
                </a:endParaRPr>
              </a:p>
            </c:rich>
          </c:tx>
          <c:layout>
            <c:manualLayout>
              <c:xMode val="edge"/>
              <c:yMode val="edge"/>
              <c:x val="9.9619660763678834E-3"/>
              <c:y val="9.4763437428928607E-2"/>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1481850512"/>
        <c:crosses val="autoZero"/>
        <c:crossBetween val="between"/>
      </c:valAx>
      <c:valAx>
        <c:axId val="1487861872"/>
        <c:scaling>
          <c:orientation val="minMax"/>
        </c:scaling>
        <c:delete val="0"/>
        <c:axPos val="r"/>
        <c:title>
          <c:tx>
            <c:rich>
              <a:bodyPr rot="-54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r>
                  <a:rPr lang="en-US" sz="1000" b="0" i="0" u="none" strike="noStrike" kern="1200" baseline="0" noProof="0">
                    <a:solidFill>
                      <a:schemeClr val="tx1"/>
                    </a:solidFill>
                    <a:latin typeface="IBM Plex Sans" panose="020B0503050203000203" pitchFamily="34" charset="0"/>
                  </a:rPr>
                  <a:t>Amazon Rev ($ Bn)</a:t>
                </a:r>
              </a:p>
            </c:rich>
          </c:tx>
          <c:layout>
            <c:manualLayout>
              <c:xMode val="edge"/>
              <c:yMode val="edge"/>
              <c:x val="0.95056206592157622"/>
              <c:y val="0.14601680977549453"/>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title>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1123679343"/>
        <c:crosses val="max"/>
        <c:crossBetween val="between"/>
      </c:valAx>
      <c:catAx>
        <c:axId val="1123679343"/>
        <c:scaling>
          <c:orientation val="minMax"/>
        </c:scaling>
        <c:delete val="1"/>
        <c:axPos val="b"/>
        <c:numFmt formatCode="General" sourceLinked="1"/>
        <c:majorTickMark val="out"/>
        <c:minorTickMark val="none"/>
        <c:tickLblPos val="nextTo"/>
        <c:crossAx val="1487861872"/>
        <c:crosses val="autoZero"/>
        <c:auto val="1"/>
        <c:lblAlgn val="ctr"/>
        <c:lblOffset val="100"/>
        <c:noMultiLvlLbl val="0"/>
      </c:catAx>
      <c:spPr>
        <a:noFill/>
        <a:ln>
          <a:noFill/>
        </a:ln>
        <a:effectLst/>
      </c:spPr>
    </c:plotArea>
    <c:legend>
      <c:legendPos val="b"/>
      <c:layout>
        <c:manualLayout>
          <c:xMode val="edge"/>
          <c:yMode val="edge"/>
          <c:x val="0.14199743302882009"/>
          <c:y val="0.90353155337409752"/>
          <c:w val="0.73592886999340112"/>
          <c:h val="9.6468446625902537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371452009048275"/>
          <c:y val="2.7386809338901984E-2"/>
          <c:w val="0.69858374102138587"/>
          <c:h val="0.75317712241181822"/>
        </c:manualLayout>
      </c:layout>
      <c:lineChart>
        <c:grouping val="standard"/>
        <c:varyColors val="0"/>
        <c:ser>
          <c:idx val="0"/>
          <c:order val="0"/>
          <c:tx>
            <c:strRef>
              <c:f>Sheet1!$B$1</c:f>
              <c:strCache>
                <c:ptCount val="1"/>
                <c:pt idx="0">
                  <c:v>Blockbuster Revenue</c:v>
                </c:pt>
              </c:strCache>
            </c:strRef>
          </c:tx>
          <c:spPr>
            <a:ln w="28575" cap="rnd">
              <a:solidFill>
                <a:schemeClr val="accent6">
                  <a:lumMod val="75000"/>
                </a:schemeClr>
              </a:solidFill>
              <a:round/>
            </a:ln>
            <a:effectLst/>
          </c:spPr>
          <c:marker>
            <c:symbol val="none"/>
          </c:marker>
          <c:cat>
            <c:numRef>
              <c:f>Sheet1!$A$2:$A$15</c:f>
              <c:numCache>
                <c:formatCode>General</c:formatCode>
                <c:ptCount val="14"/>
                <c:pt idx="0">
                  <c:v>2000</c:v>
                </c:pt>
                <c:pt idx="1">
                  <c:v>2002</c:v>
                </c:pt>
                <c:pt idx="2">
                  <c:v>2004</c:v>
                </c:pt>
                <c:pt idx="3">
                  <c:v>2006</c:v>
                </c:pt>
                <c:pt idx="4">
                  <c:v>2008</c:v>
                </c:pt>
                <c:pt idx="5">
                  <c:v>2010</c:v>
                </c:pt>
                <c:pt idx="6">
                  <c:v>2012</c:v>
                </c:pt>
                <c:pt idx="7">
                  <c:v>2014</c:v>
                </c:pt>
                <c:pt idx="8">
                  <c:v>2016</c:v>
                </c:pt>
                <c:pt idx="9">
                  <c:v>2018</c:v>
                </c:pt>
                <c:pt idx="10">
                  <c:v>2020</c:v>
                </c:pt>
                <c:pt idx="11">
                  <c:v>2022</c:v>
                </c:pt>
                <c:pt idx="12">
                  <c:v>2024</c:v>
                </c:pt>
                <c:pt idx="13">
                  <c:v>2025</c:v>
                </c:pt>
              </c:numCache>
            </c:numRef>
          </c:cat>
          <c:val>
            <c:numRef>
              <c:f>Sheet1!$B$2:$B$15</c:f>
              <c:numCache>
                <c:formatCode>General</c:formatCode>
                <c:ptCount val="14"/>
                <c:pt idx="0">
                  <c:v>4.5</c:v>
                </c:pt>
                <c:pt idx="1">
                  <c:v>5</c:v>
                </c:pt>
                <c:pt idx="2">
                  <c:v>6</c:v>
                </c:pt>
                <c:pt idx="3">
                  <c:v>5.5</c:v>
                </c:pt>
                <c:pt idx="4">
                  <c:v>4</c:v>
                </c:pt>
                <c:pt idx="5">
                  <c:v>1</c:v>
                </c:pt>
                <c:pt idx="6">
                  <c:v>0</c:v>
                </c:pt>
                <c:pt idx="7">
                  <c:v>0</c:v>
                </c:pt>
                <c:pt idx="8">
                  <c:v>0</c:v>
                </c:pt>
                <c:pt idx="9">
                  <c:v>0</c:v>
                </c:pt>
                <c:pt idx="10">
                  <c:v>0</c:v>
                </c:pt>
                <c:pt idx="11">
                  <c:v>0</c:v>
                </c:pt>
                <c:pt idx="12">
                  <c:v>0</c:v>
                </c:pt>
                <c:pt idx="13">
                  <c:v>0</c:v>
                </c:pt>
              </c:numCache>
            </c:numRef>
          </c:val>
          <c:smooth val="0"/>
          <c:extLst>
            <c:ext xmlns:c16="http://schemas.microsoft.com/office/drawing/2014/chart" uri="{C3380CC4-5D6E-409C-BE32-E72D297353CC}">
              <c16:uniqueId val="{00000000-0972-4FA7-B3E8-07E0F9C2985C}"/>
            </c:ext>
          </c:extLst>
        </c:ser>
        <c:dLbls>
          <c:showLegendKey val="0"/>
          <c:showVal val="0"/>
          <c:showCatName val="0"/>
          <c:showSerName val="0"/>
          <c:showPercent val="0"/>
          <c:showBubbleSize val="0"/>
        </c:dLbls>
        <c:marker val="1"/>
        <c:smooth val="0"/>
        <c:axId val="1481850512"/>
        <c:axId val="1481850992"/>
      </c:lineChart>
      <c:lineChart>
        <c:grouping val="standard"/>
        <c:varyColors val="0"/>
        <c:ser>
          <c:idx val="1"/>
          <c:order val="1"/>
          <c:tx>
            <c:strRef>
              <c:f>Sheet1!$C$1</c:f>
              <c:strCache>
                <c:ptCount val="1"/>
                <c:pt idx="0">
                  <c:v>Netflix Revenue</c:v>
                </c:pt>
              </c:strCache>
            </c:strRef>
          </c:tx>
          <c:spPr>
            <a:ln w="28575" cap="rnd">
              <a:solidFill>
                <a:srgbClr val="A55CEE"/>
              </a:solidFill>
              <a:round/>
            </a:ln>
            <a:effectLst/>
          </c:spPr>
          <c:marker>
            <c:symbol val="none"/>
          </c:marker>
          <c:cat>
            <c:numRef>
              <c:f>Sheet1!$A$2:$A$15</c:f>
              <c:numCache>
                <c:formatCode>General</c:formatCode>
                <c:ptCount val="14"/>
                <c:pt idx="0">
                  <c:v>2000</c:v>
                </c:pt>
                <c:pt idx="1">
                  <c:v>2002</c:v>
                </c:pt>
                <c:pt idx="2">
                  <c:v>2004</c:v>
                </c:pt>
                <c:pt idx="3">
                  <c:v>2006</c:v>
                </c:pt>
                <c:pt idx="4">
                  <c:v>2008</c:v>
                </c:pt>
                <c:pt idx="5">
                  <c:v>2010</c:v>
                </c:pt>
                <c:pt idx="6">
                  <c:v>2012</c:v>
                </c:pt>
                <c:pt idx="7">
                  <c:v>2014</c:v>
                </c:pt>
                <c:pt idx="8">
                  <c:v>2016</c:v>
                </c:pt>
                <c:pt idx="9">
                  <c:v>2018</c:v>
                </c:pt>
                <c:pt idx="10">
                  <c:v>2020</c:v>
                </c:pt>
                <c:pt idx="11">
                  <c:v>2022</c:v>
                </c:pt>
                <c:pt idx="12">
                  <c:v>2024</c:v>
                </c:pt>
                <c:pt idx="13">
                  <c:v>2025</c:v>
                </c:pt>
              </c:numCache>
            </c:numRef>
          </c:cat>
          <c:val>
            <c:numRef>
              <c:f>Sheet1!$C$2:$C$15</c:f>
              <c:numCache>
                <c:formatCode>0</c:formatCode>
                <c:ptCount val="14"/>
                <c:pt idx="0">
                  <c:v>3.5999999999999997E-2</c:v>
                </c:pt>
                <c:pt idx="1">
                  <c:v>0.153</c:v>
                </c:pt>
                <c:pt idx="2">
                  <c:v>0.50600000000000001</c:v>
                </c:pt>
                <c:pt idx="3">
                  <c:v>0.997</c:v>
                </c:pt>
                <c:pt idx="4">
                  <c:v>1.36</c:v>
                </c:pt>
                <c:pt idx="5">
                  <c:v>2.16</c:v>
                </c:pt>
                <c:pt idx="6">
                  <c:v>3.61</c:v>
                </c:pt>
                <c:pt idx="7">
                  <c:v>5.5</c:v>
                </c:pt>
                <c:pt idx="8">
                  <c:v>8.83</c:v>
                </c:pt>
                <c:pt idx="9">
                  <c:v>15.79</c:v>
                </c:pt>
                <c:pt idx="10">
                  <c:v>24.99</c:v>
                </c:pt>
                <c:pt idx="11">
                  <c:v>31.62</c:v>
                </c:pt>
                <c:pt idx="12">
                  <c:v>39</c:v>
                </c:pt>
                <c:pt idx="13">
                  <c:v>43.38</c:v>
                </c:pt>
              </c:numCache>
            </c:numRef>
          </c:val>
          <c:smooth val="0"/>
          <c:extLst>
            <c:ext xmlns:c16="http://schemas.microsoft.com/office/drawing/2014/chart" uri="{C3380CC4-5D6E-409C-BE32-E72D297353CC}">
              <c16:uniqueId val="{00000001-0972-4FA7-B3E8-07E0F9C2985C}"/>
            </c:ext>
          </c:extLst>
        </c:ser>
        <c:dLbls>
          <c:showLegendKey val="0"/>
          <c:showVal val="0"/>
          <c:showCatName val="0"/>
          <c:showSerName val="0"/>
          <c:showPercent val="0"/>
          <c:showBubbleSize val="0"/>
        </c:dLbls>
        <c:marker val="1"/>
        <c:smooth val="0"/>
        <c:axId val="1123679343"/>
        <c:axId val="1487861872"/>
      </c:lineChart>
      <c:catAx>
        <c:axId val="14818505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1481850992"/>
        <c:crosses val="autoZero"/>
        <c:auto val="1"/>
        <c:lblAlgn val="r"/>
        <c:lblOffset val="100"/>
        <c:noMultiLvlLbl val="0"/>
      </c:catAx>
      <c:valAx>
        <c:axId val="1481850992"/>
        <c:scaling>
          <c:orientation val="minMax"/>
        </c:scaling>
        <c:delete val="0"/>
        <c:axPos val="l"/>
        <c:title>
          <c:tx>
            <c:rich>
              <a:bodyPr rot="-54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r>
                  <a:rPr lang="en-US" sz="1000" noProof="0">
                    <a:solidFill>
                      <a:schemeClr val="tx1"/>
                    </a:solidFill>
                    <a:latin typeface="IBM Plex Sans" panose="020B0503050203000203" pitchFamily="34" charset="0"/>
                  </a:rPr>
                  <a:t>Blockbuster Rev ($</a:t>
                </a:r>
                <a:r>
                  <a:rPr lang="en-US" sz="1000" baseline="0" noProof="0">
                    <a:solidFill>
                      <a:schemeClr val="tx1"/>
                    </a:solidFill>
                    <a:latin typeface="IBM Plex Sans" panose="020B0503050203000203" pitchFamily="34" charset="0"/>
                  </a:rPr>
                  <a:t> Bn)</a:t>
                </a:r>
                <a:endParaRPr lang="en-US" sz="1000" noProof="0">
                  <a:solidFill>
                    <a:schemeClr val="tx1"/>
                  </a:solidFill>
                  <a:latin typeface="IBM Plex Sans" panose="020B0503050203000203" pitchFamily="34" charset="0"/>
                </a:endParaRPr>
              </a:p>
            </c:rich>
          </c:tx>
          <c:layout>
            <c:manualLayout>
              <c:xMode val="edge"/>
              <c:yMode val="edge"/>
              <c:x val="9.9619660763678834E-3"/>
              <c:y val="9.4763437428928607E-2"/>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1481850512"/>
        <c:crosses val="autoZero"/>
        <c:crossBetween val="between"/>
      </c:valAx>
      <c:valAx>
        <c:axId val="1487861872"/>
        <c:scaling>
          <c:orientation val="minMax"/>
        </c:scaling>
        <c:delete val="0"/>
        <c:axPos val="r"/>
        <c:title>
          <c:tx>
            <c:rich>
              <a:bodyPr rot="-54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r>
                  <a:rPr lang="en-US" sz="1000" b="0" i="0" u="none" strike="noStrike" kern="1200" baseline="0" noProof="0">
                    <a:solidFill>
                      <a:schemeClr val="tx1"/>
                    </a:solidFill>
                    <a:latin typeface="IBM Plex Sans" panose="020B0503050203000203" pitchFamily="34" charset="0"/>
                  </a:rPr>
                  <a:t>Netflix Rev ($ Bn)</a:t>
                </a:r>
              </a:p>
            </c:rich>
          </c:tx>
          <c:layout>
            <c:manualLayout>
              <c:xMode val="edge"/>
              <c:yMode val="edge"/>
              <c:x val="0.94524035764082959"/>
              <c:y val="0.15103170638767521"/>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title>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1123679343"/>
        <c:crosses val="max"/>
        <c:crossBetween val="between"/>
      </c:valAx>
      <c:catAx>
        <c:axId val="1123679343"/>
        <c:scaling>
          <c:orientation val="minMax"/>
        </c:scaling>
        <c:delete val="1"/>
        <c:axPos val="b"/>
        <c:numFmt formatCode="General" sourceLinked="1"/>
        <c:majorTickMark val="out"/>
        <c:minorTickMark val="none"/>
        <c:tickLblPos val="nextTo"/>
        <c:crossAx val="1487861872"/>
        <c:crosses val="autoZero"/>
        <c:auto val="1"/>
        <c:lblAlgn val="ctr"/>
        <c:lblOffset val="100"/>
        <c:noMultiLvlLbl val="0"/>
      </c:catAx>
      <c:spPr>
        <a:noFill/>
        <a:ln>
          <a:noFill/>
        </a:ln>
        <a:effectLst/>
      </c:spPr>
    </c:plotArea>
    <c:legend>
      <c:legendPos val="b"/>
      <c:layout>
        <c:manualLayout>
          <c:xMode val="edge"/>
          <c:yMode val="edge"/>
          <c:x val="0.14199743302882009"/>
          <c:y val="0.90353155337409752"/>
          <c:w val="0.73592886999340112"/>
          <c:h val="9.6468446625902537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686956479558647"/>
          <c:y val="2.7386809338901984E-2"/>
          <c:w val="0.7122736516111785"/>
          <c:h val="0.75317712241181822"/>
        </c:manualLayout>
      </c:layout>
      <c:lineChart>
        <c:grouping val="standard"/>
        <c:varyColors val="0"/>
        <c:ser>
          <c:idx val="0"/>
          <c:order val="0"/>
          <c:tx>
            <c:strRef>
              <c:f>Sheet1!$B$1</c:f>
              <c:strCache>
                <c:ptCount val="1"/>
                <c:pt idx="0">
                  <c:v>Box Office</c:v>
                </c:pt>
              </c:strCache>
            </c:strRef>
          </c:tx>
          <c:spPr>
            <a:ln w="28575" cap="rnd">
              <a:solidFill>
                <a:schemeClr val="accent6">
                  <a:lumMod val="75000"/>
                </a:schemeClr>
              </a:solidFill>
              <a:round/>
            </a:ln>
            <a:effectLst/>
          </c:spPr>
          <c:marker>
            <c:symbol val="none"/>
          </c:marker>
          <c:cat>
            <c:numRef>
              <c:f>Sheet1!$A$2:$A$17</c:f>
              <c:numCache>
                <c:formatCode>General</c:formatCode>
                <c:ptCount val="16"/>
                <c:pt idx="0">
                  <c:v>1990</c:v>
                </c:pt>
                <c:pt idx="1">
                  <c:v>1992</c:v>
                </c:pt>
                <c:pt idx="2">
                  <c:v>1994</c:v>
                </c:pt>
                <c:pt idx="3">
                  <c:v>1996</c:v>
                </c:pt>
                <c:pt idx="4">
                  <c:v>1998</c:v>
                </c:pt>
                <c:pt idx="5">
                  <c:v>2000</c:v>
                </c:pt>
                <c:pt idx="6">
                  <c:v>2002</c:v>
                </c:pt>
                <c:pt idx="7">
                  <c:v>2004</c:v>
                </c:pt>
                <c:pt idx="8">
                  <c:v>2006</c:v>
                </c:pt>
                <c:pt idx="9">
                  <c:v>2008</c:v>
                </c:pt>
                <c:pt idx="10">
                  <c:v>2010</c:v>
                </c:pt>
                <c:pt idx="11">
                  <c:v>2012</c:v>
                </c:pt>
                <c:pt idx="12">
                  <c:v>2014</c:v>
                </c:pt>
                <c:pt idx="13">
                  <c:v>2016</c:v>
                </c:pt>
                <c:pt idx="14">
                  <c:v>2018</c:v>
                </c:pt>
                <c:pt idx="15">
                  <c:v>2019</c:v>
                </c:pt>
              </c:numCache>
            </c:numRef>
          </c:cat>
          <c:val>
            <c:numRef>
              <c:f>Sheet1!$B$2:$B$17</c:f>
              <c:numCache>
                <c:formatCode>0</c:formatCode>
                <c:ptCount val="16"/>
                <c:pt idx="0">
                  <c:v>10.5</c:v>
                </c:pt>
                <c:pt idx="1">
                  <c:v>11.2</c:v>
                </c:pt>
                <c:pt idx="2">
                  <c:v>12.6</c:v>
                </c:pt>
                <c:pt idx="3">
                  <c:v>13.4</c:v>
                </c:pt>
                <c:pt idx="4">
                  <c:v>14.2</c:v>
                </c:pt>
                <c:pt idx="5">
                  <c:v>13.87</c:v>
                </c:pt>
                <c:pt idx="6">
                  <c:v>18.89</c:v>
                </c:pt>
                <c:pt idx="7">
                  <c:v>20.75</c:v>
                </c:pt>
                <c:pt idx="8">
                  <c:v>22.53</c:v>
                </c:pt>
                <c:pt idx="9">
                  <c:v>26.76</c:v>
                </c:pt>
                <c:pt idx="10">
                  <c:v>28.69</c:v>
                </c:pt>
                <c:pt idx="11">
                  <c:v>33</c:v>
                </c:pt>
                <c:pt idx="12">
                  <c:v>34.06</c:v>
                </c:pt>
                <c:pt idx="13">
                  <c:v>36.31</c:v>
                </c:pt>
                <c:pt idx="14">
                  <c:v>38.380000000000003</c:v>
                </c:pt>
                <c:pt idx="15">
                  <c:v>42.2</c:v>
                </c:pt>
              </c:numCache>
            </c:numRef>
          </c:val>
          <c:smooth val="0"/>
          <c:extLst>
            <c:ext xmlns:c16="http://schemas.microsoft.com/office/drawing/2014/chart" uri="{C3380CC4-5D6E-409C-BE32-E72D297353CC}">
              <c16:uniqueId val="{00000000-D7F4-D04A-9814-17D0CDF8B9BD}"/>
            </c:ext>
          </c:extLst>
        </c:ser>
        <c:dLbls>
          <c:showLegendKey val="0"/>
          <c:showVal val="0"/>
          <c:showCatName val="0"/>
          <c:showSerName val="0"/>
          <c:showPercent val="0"/>
          <c:showBubbleSize val="0"/>
        </c:dLbls>
        <c:marker val="1"/>
        <c:smooth val="0"/>
        <c:axId val="1481850512"/>
        <c:axId val="1481850992"/>
      </c:lineChart>
      <c:lineChart>
        <c:grouping val="standard"/>
        <c:varyColors val="0"/>
        <c:ser>
          <c:idx val="1"/>
          <c:order val="1"/>
          <c:tx>
            <c:strRef>
              <c:f>Sheet1!$C$1</c:f>
              <c:strCache>
                <c:ptCount val="1"/>
                <c:pt idx="0">
                  <c:v>Netflix Revenue</c:v>
                </c:pt>
              </c:strCache>
            </c:strRef>
          </c:tx>
          <c:spPr>
            <a:ln w="28575" cap="rnd">
              <a:solidFill>
                <a:srgbClr val="A55CEE"/>
              </a:solidFill>
              <a:round/>
            </a:ln>
            <a:effectLst/>
          </c:spPr>
          <c:marker>
            <c:symbol val="none"/>
          </c:marker>
          <c:cat>
            <c:numRef>
              <c:f>Sheet1!$A$2:$A$17</c:f>
              <c:numCache>
                <c:formatCode>General</c:formatCode>
                <c:ptCount val="16"/>
                <c:pt idx="0">
                  <c:v>1990</c:v>
                </c:pt>
                <c:pt idx="1">
                  <c:v>1992</c:v>
                </c:pt>
                <c:pt idx="2">
                  <c:v>1994</c:v>
                </c:pt>
                <c:pt idx="3">
                  <c:v>1996</c:v>
                </c:pt>
                <c:pt idx="4">
                  <c:v>1998</c:v>
                </c:pt>
                <c:pt idx="5">
                  <c:v>2000</c:v>
                </c:pt>
                <c:pt idx="6">
                  <c:v>2002</c:v>
                </c:pt>
                <c:pt idx="7">
                  <c:v>2004</c:v>
                </c:pt>
                <c:pt idx="8">
                  <c:v>2006</c:v>
                </c:pt>
                <c:pt idx="9">
                  <c:v>2008</c:v>
                </c:pt>
                <c:pt idx="10">
                  <c:v>2010</c:v>
                </c:pt>
                <c:pt idx="11">
                  <c:v>2012</c:v>
                </c:pt>
                <c:pt idx="12">
                  <c:v>2014</c:v>
                </c:pt>
                <c:pt idx="13">
                  <c:v>2016</c:v>
                </c:pt>
                <c:pt idx="14">
                  <c:v>2018</c:v>
                </c:pt>
                <c:pt idx="15">
                  <c:v>2019</c:v>
                </c:pt>
              </c:numCache>
            </c:numRef>
          </c:cat>
          <c:val>
            <c:numRef>
              <c:f>Sheet1!$C$2:$C$17</c:f>
              <c:numCache>
                <c:formatCode>0</c:formatCode>
                <c:ptCount val="16"/>
                <c:pt idx="0">
                  <c:v>0</c:v>
                </c:pt>
                <c:pt idx="1">
                  <c:v>0</c:v>
                </c:pt>
                <c:pt idx="2">
                  <c:v>0</c:v>
                </c:pt>
                <c:pt idx="3">
                  <c:v>0</c:v>
                </c:pt>
                <c:pt idx="4">
                  <c:v>1.2999999999999999E-3</c:v>
                </c:pt>
                <c:pt idx="5">
                  <c:v>3.5900000000000001E-2</c:v>
                </c:pt>
                <c:pt idx="6">
                  <c:v>0.15279999999999999</c:v>
                </c:pt>
                <c:pt idx="7">
                  <c:v>0.50619999999999998</c:v>
                </c:pt>
                <c:pt idx="8">
                  <c:v>0.99670000000000003</c:v>
                </c:pt>
                <c:pt idx="9">
                  <c:v>1.3646</c:v>
                </c:pt>
                <c:pt idx="10">
                  <c:v>2.1625999999999999</c:v>
                </c:pt>
                <c:pt idx="11">
                  <c:v>3.6092</c:v>
                </c:pt>
                <c:pt idx="12">
                  <c:v>5.5046999999999997</c:v>
                </c:pt>
                <c:pt idx="13">
                  <c:v>8.8307000000000002</c:v>
                </c:pt>
                <c:pt idx="14">
                  <c:v>15.7943</c:v>
                </c:pt>
                <c:pt idx="15">
                  <c:v>20.156400000000001</c:v>
                </c:pt>
              </c:numCache>
            </c:numRef>
          </c:val>
          <c:smooth val="0"/>
          <c:extLst>
            <c:ext xmlns:c16="http://schemas.microsoft.com/office/drawing/2014/chart" uri="{C3380CC4-5D6E-409C-BE32-E72D297353CC}">
              <c16:uniqueId val="{00000001-D7F4-D04A-9814-17D0CDF8B9BD}"/>
            </c:ext>
          </c:extLst>
        </c:ser>
        <c:dLbls>
          <c:showLegendKey val="0"/>
          <c:showVal val="0"/>
          <c:showCatName val="0"/>
          <c:showSerName val="0"/>
          <c:showPercent val="0"/>
          <c:showBubbleSize val="0"/>
        </c:dLbls>
        <c:marker val="1"/>
        <c:smooth val="0"/>
        <c:axId val="1123679343"/>
        <c:axId val="1487861872"/>
      </c:lineChart>
      <c:catAx>
        <c:axId val="14818505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1481850992"/>
        <c:crosses val="autoZero"/>
        <c:auto val="1"/>
        <c:lblAlgn val="r"/>
        <c:lblOffset val="100"/>
        <c:noMultiLvlLbl val="0"/>
      </c:catAx>
      <c:valAx>
        <c:axId val="1481850992"/>
        <c:scaling>
          <c:orientation val="minMax"/>
        </c:scaling>
        <c:delete val="0"/>
        <c:axPos val="l"/>
        <c:title>
          <c:tx>
            <c:rich>
              <a:bodyPr rot="-54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r>
                  <a:rPr lang="en-US" sz="1000" noProof="0">
                    <a:solidFill>
                      <a:schemeClr val="tx1"/>
                    </a:solidFill>
                    <a:latin typeface="IBM Plex Sans" panose="020B0503050203000203" pitchFamily="34" charset="0"/>
                  </a:rPr>
                  <a:t>Box Office Revenue ($</a:t>
                </a:r>
                <a:r>
                  <a:rPr lang="en-US" sz="1000" baseline="0" noProof="0">
                    <a:solidFill>
                      <a:schemeClr val="tx1"/>
                    </a:solidFill>
                    <a:latin typeface="IBM Plex Sans" panose="020B0503050203000203" pitchFamily="34" charset="0"/>
                  </a:rPr>
                  <a:t> Bn)</a:t>
                </a:r>
                <a:endParaRPr lang="en-US" sz="1000" noProof="0">
                  <a:solidFill>
                    <a:schemeClr val="tx1"/>
                  </a:solidFill>
                  <a:latin typeface="IBM Plex Sans" panose="020B0503050203000203" pitchFamily="34" charset="0"/>
                </a:endParaRPr>
              </a:p>
            </c:rich>
          </c:tx>
          <c:layout>
            <c:manualLayout>
              <c:xMode val="edge"/>
              <c:yMode val="edge"/>
              <c:x val="9.9619660763678834E-3"/>
              <c:y val="9.4763437428928607E-2"/>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title>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1481850512"/>
        <c:crosses val="autoZero"/>
        <c:crossBetween val="between"/>
      </c:valAx>
      <c:valAx>
        <c:axId val="1487861872"/>
        <c:scaling>
          <c:orientation val="minMax"/>
        </c:scaling>
        <c:delete val="0"/>
        <c:axPos val="r"/>
        <c:title>
          <c:tx>
            <c:rich>
              <a:bodyPr rot="-54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r>
                  <a:rPr lang="en-US" sz="1000" b="0" i="0" u="none" strike="noStrike" kern="1200" baseline="0" noProof="0">
                    <a:solidFill>
                      <a:schemeClr val="tx1"/>
                    </a:solidFill>
                    <a:latin typeface="IBM Plex Sans" panose="020B0503050203000203" pitchFamily="34" charset="0"/>
                  </a:rPr>
                  <a:t>Netflix Rev ($ Bn)</a:t>
                </a:r>
              </a:p>
            </c:rich>
          </c:tx>
          <c:layout>
            <c:manualLayout>
              <c:xMode val="edge"/>
              <c:yMode val="edge"/>
              <c:x val="0.95056206592157622"/>
              <c:y val="0.14601680977549453"/>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title>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1123679343"/>
        <c:crosses val="max"/>
        <c:crossBetween val="between"/>
      </c:valAx>
      <c:catAx>
        <c:axId val="1123679343"/>
        <c:scaling>
          <c:orientation val="minMax"/>
        </c:scaling>
        <c:delete val="1"/>
        <c:axPos val="b"/>
        <c:numFmt formatCode="General" sourceLinked="1"/>
        <c:majorTickMark val="out"/>
        <c:minorTickMark val="none"/>
        <c:tickLblPos val="nextTo"/>
        <c:crossAx val="1487861872"/>
        <c:crosses val="autoZero"/>
        <c:auto val="1"/>
        <c:lblAlgn val="ctr"/>
        <c:lblOffset val="100"/>
        <c:noMultiLvlLbl val="0"/>
      </c:catAx>
      <c:spPr>
        <a:noFill/>
        <a:ln>
          <a:noFill/>
        </a:ln>
        <a:effectLst/>
      </c:spPr>
    </c:plotArea>
    <c:legend>
      <c:legendPos val="b"/>
      <c:layout>
        <c:manualLayout>
          <c:xMode val="edge"/>
          <c:yMode val="edge"/>
          <c:x val="0.14199743302882009"/>
          <c:y val="0.90353155337409752"/>
          <c:w val="0.73592886999340112"/>
          <c:h val="9.6468446625902537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9082862083360949"/>
          <c:w val="0.9861303435056662"/>
          <c:h val="0.63023709600707956"/>
        </c:manualLayout>
      </c:layout>
      <c:barChart>
        <c:barDir val="col"/>
        <c:grouping val="stacked"/>
        <c:varyColors val="0"/>
        <c:ser>
          <c:idx val="0"/>
          <c:order val="0"/>
          <c:tx>
            <c:strRef>
              <c:f>Sheet1!$B$1</c:f>
              <c:strCache>
                <c:ptCount val="1"/>
                <c:pt idx="0">
                  <c:v>Non-Rev generating</c:v>
                </c:pt>
              </c:strCache>
            </c:strRef>
          </c:tx>
          <c:spPr>
            <a:solidFill>
              <a:srgbClr val="7FD7A7"/>
            </a:solidFill>
            <a:ln>
              <a:noFill/>
            </a:ln>
            <a:effectLst/>
          </c:spPr>
          <c:invertIfNegative val="0"/>
          <c:dPt>
            <c:idx val="8"/>
            <c:invertIfNegative val="0"/>
            <c:bubble3D val="0"/>
            <c:spPr>
              <a:solidFill>
                <a:srgbClr val="7FD7A7"/>
              </a:solidFill>
              <a:ln w="19050">
                <a:solidFill>
                  <a:srgbClr val="7FD7A7"/>
                </a:solidFill>
              </a:ln>
              <a:effectLst/>
            </c:spPr>
            <c:extLst>
              <c:ext xmlns:c16="http://schemas.microsoft.com/office/drawing/2014/chart" uri="{C3380CC4-5D6E-409C-BE32-E72D297353CC}">
                <c16:uniqueId val="{00000001-8A06-44EB-8170-F0EC9C18AB5D}"/>
              </c:ext>
            </c:extLst>
          </c:dPt>
          <c:dLbls>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c:formatCode>
                <c:ptCount val="2"/>
                <c:pt idx="0">
                  <c:v>4.46</c:v>
                </c:pt>
                <c:pt idx="1">
                  <c:v>5.63</c:v>
                </c:pt>
              </c:numCache>
            </c:numRef>
          </c:val>
          <c:extLst>
            <c:ext xmlns:c16="http://schemas.microsoft.com/office/drawing/2014/chart" uri="{C3380CC4-5D6E-409C-BE32-E72D297353CC}">
              <c16:uniqueId val="{00000002-8A06-44EB-8170-F0EC9C18AB5D}"/>
            </c:ext>
          </c:extLst>
        </c:ser>
        <c:ser>
          <c:idx val="1"/>
          <c:order val="1"/>
          <c:tx>
            <c:strRef>
              <c:f>Sheet1!$C$1</c:f>
              <c:strCache>
                <c:ptCount val="1"/>
                <c:pt idx="0">
                  <c:v>Rev generating</c:v>
                </c:pt>
              </c:strCache>
            </c:strRef>
          </c:tx>
          <c:spPr>
            <a:solidFill>
              <a:srgbClr val="C197E1"/>
            </a:solidFill>
          </c:spPr>
          <c:invertIfNegative val="0"/>
          <c:dLbls>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Sheet1!$A$2:$A$3</c:f>
              <c:numCache>
                <c:formatCode>General</c:formatCode>
                <c:ptCount val="2"/>
                <c:pt idx="0">
                  <c:v>2025</c:v>
                </c:pt>
                <c:pt idx="1">
                  <c:v>2030</c:v>
                </c:pt>
              </c:numCache>
            </c:numRef>
          </c:cat>
          <c:val>
            <c:numRef>
              <c:f>Sheet1!$C$2:$C$3</c:f>
              <c:numCache>
                <c:formatCode>0.0</c:formatCode>
                <c:ptCount val="2"/>
                <c:pt idx="0">
                  <c:v>1.1200000000000001</c:v>
                </c:pt>
                <c:pt idx="1">
                  <c:v>1.49</c:v>
                </c:pt>
              </c:numCache>
            </c:numRef>
          </c:val>
          <c:extLst>
            <c:ext xmlns:c16="http://schemas.microsoft.com/office/drawing/2014/chart" uri="{C3380CC4-5D6E-409C-BE32-E72D297353CC}">
              <c16:uniqueId val="{00000003-8A06-44EB-8170-F0EC9C18AB5D}"/>
            </c:ext>
          </c:extLst>
        </c:ser>
        <c:dLbls>
          <c:dLblPos val="ctr"/>
          <c:showLegendKey val="0"/>
          <c:showVal val="1"/>
          <c:showCatName val="0"/>
          <c:showSerName val="0"/>
          <c:showPercent val="0"/>
          <c:showBubbleSize val="0"/>
        </c:dLbls>
        <c:gapWidth val="100"/>
        <c:overlap val="100"/>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 sourceLinked="1"/>
        <c:majorTickMark val="none"/>
        <c:minorTickMark val="none"/>
        <c:tickLblPos val="nextTo"/>
        <c:crossAx val="786039392"/>
        <c:crosses val="autoZero"/>
        <c:crossBetween val="between"/>
      </c:valAx>
      <c:spPr>
        <a:noFill/>
        <a:ln w="25400">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5.7913452805812442E-2"/>
          <c:w val="0.9861303435056662"/>
          <c:h val="0.76315226403487657"/>
        </c:manualLayout>
      </c:layout>
      <c:barChart>
        <c:barDir val="col"/>
        <c:grouping val="stacked"/>
        <c:varyColors val="0"/>
        <c:ser>
          <c:idx val="0"/>
          <c:order val="0"/>
          <c:tx>
            <c:strRef>
              <c:f>Sheet1!$B$1</c:f>
              <c:strCache>
                <c:ptCount val="1"/>
                <c:pt idx="0">
                  <c:v>Non-Rev generating</c:v>
                </c:pt>
              </c:strCache>
            </c:strRef>
          </c:tx>
          <c:spPr>
            <a:solidFill>
              <a:srgbClr val="7FD7A7"/>
            </a:solidFill>
            <a:ln>
              <a:noFill/>
            </a:ln>
            <a:effectLst/>
          </c:spPr>
          <c:invertIfNegative val="0"/>
          <c:dPt>
            <c:idx val="8"/>
            <c:invertIfNegative val="0"/>
            <c:bubble3D val="0"/>
            <c:spPr>
              <a:solidFill>
                <a:srgbClr val="7FD7A7"/>
              </a:solidFill>
              <a:ln w="19050">
                <a:solidFill>
                  <a:srgbClr val="7FD7A7"/>
                </a:solidFill>
              </a:ln>
              <a:effectLst/>
            </c:spPr>
            <c:extLst>
              <c:ext xmlns:c16="http://schemas.microsoft.com/office/drawing/2014/chart" uri="{C3380CC4-5D6E-409C-BE32-E72D297353CC}">
                <c16:uniqueId val="{00000001-8A06-44EB-8170-F0EC9C18AB5D}"/>
              </c:ext>
            </c:extLst>
          </c:dPt>
          <c:dLbls>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c:formatCode>
                <c:ptCount val="2"/>
                <c:pt idx="0">
                  <c:v>4.46</c:v>
                </c:pt>
                <c:pt idx="1">
                  <c:v>6.55</c:v>
                </c:pt>
              </c:numCache>
            </c:numRef>
          </c:val>
          <c:extLst>
            <c:ext xmlns:c16="http://schemas.microsoft.com/office/drawing/2014/chart" uri="{C3380CC4-5D6E-409C-BE32-E72D297353CC}">
              <c16:uniqueId val="{00000002-8A06-44EB-8170-F0EC9C18AB5D}"/>
            </c:ext>
          </c:extLst>
        </c:ser>
        <c:ser>
          <c:idx val="1"/>
          <c:order val="1"/>
          <c:tx>
            <c:strRef>
              <c:f>Sheet1!$C$1</c:f>
              <c:strCache>
                <c:ptCount val="1"/>
                <c:pt idx="0">
                  <c:v>Rev generating</c:v>
                </c:pt>
              </c:strCache>
            </c:strRef>
          </c:tx>
          <c:spPr>
            <a:solidFill>
              <a:srgbClr val="C197E1"/>
            </a:solidFill>
          </c:spPr>
          <c:invertIfNegative val="0"/>
          <c:dLbls>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Sheet1!$A$2:$A$3</c:f>
              <c:numCache>
                <c:formatCode>General</c:formatCode>
                <c:ptCount val="2"/>
                <c:pt idx="0">
                  <c:v>2025</c:v>
                </c:pt>
                <c:pt idx="1">
                  <c:v>2030</c:v>
                </c:pt>
              </c:numCache>
            </c:numRef>
          </c:cat>
          <c:val>
            <c:numRef>
              <c:f>Sheet1!$C$2:$C$3</c:f>
              <c:numCache>
                <c:formatCode>0.0</c:formatCode>
                <c:ptCount val="2"/>
                <c:pt idx="0">
                  <c:v>1.1200000000000001</c:v>
                </c:pt>
                <c:pt idx="1">
                  <c:v>1.79</c:v>
                </c:pt>
              </c:numCache>
            </c:numRef>
          </c:val>
          <c:extLst>
            <c:ext xmlns:c16="http://schemas.microsoft.com/office/drawing/2014/chart" uri="{C3380CC4-5D6E-409C-BE32-E72D297353CC}">
              <c16:uniqueId val="{00000003-8A06-44EB-8170-F0EC9C18AB5D}"/>
            </c:ext>
          </c:extLst>
        </c:ser>
        <c:dLbls>
          <c:dLblPos val="ctr"/>
          <c:showLegendKey val="0"/>
          <c:showVal val="1"/>
          <c:showCatName val="0"/>
          <c:showSerName val="0"/>
          <c:showPercent val="0"/>
          <c:showBubbleSize val="0"/>
        </c:dLbls>
        <c:gapWidth val="100"/>
        <c:overlap val="100"/>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 sourceLinked="1"/>
        <c:majorTickMark val="none"/>
        <c:minorTickMark val="none"/>
        <c:tickLblPos val="nextTo"/>
        <c:crossAx val="786039392"/>
        <c:crosses val="autoZero"/>
        <c:crossBetween val="between"/>
      </c:valAx>
      <c:spPr>
        <a:noFill/>
        <a:ln w="25400">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9082862083360949"/>
          <c:w val="0.9861303435056662"/>
          <c:h val="0.63023709600707956"/>
        </c:manualLayout>
      </c:layout>
      <c:barChart>
        <c:barDir val="col"/>
        <c:grouping val="stacked"/>
        <c:varyColors val="0"/>
        <c:ser>
          <c:idx val="0"/>
          <c:order val="0"/>
          <c:tx>
            <c:strRef>
              <c:f>Sheet1!$B$1</c:f>
              <c:strCache>
                <c:ptCount val="1"/>
                <c:pt idx="0">
                  <c:v>Non-Rev generating</c:v>
                </c:pt>
              </c:strCache>
            </c:strRef>
          </c:tx>
          <c:spPr>
            <a:solidFill>
              <a:srgbClr val="7FD7A7"/>
            </a:solidFill>
            <a:ln>
              <a:noFill/>
            </a:ln>
            <a:effectLst/>
          </c:spPr>
          <c:invertIfNegative val="0"/>
          <c:dPt>
            <c:idx val="8"/>
            <c:invertIfNegative val="0"/>
            <c:bubble3D val="0"/>
            <c:spPr>
              <a:solidFill>
                <a:srgbClr val="7FD7A7"/>
              </a:solidFill>
              <a:ln w="19050">
                <a:solidFill>
                  <a:srgbClr val="7FD7A7"/>
                </a:solidFill>
              </a:ln>
              <a:effectLst/>
            </c:spPr>
            <c:extLst>
              <c:ext xmlns:c16="http://schemas.microsoft.com/office/drawing/2014/chart" uri="{C3380CC4-5D6E-409C-BE32-E72D297353CC}">
                <c16:uniqueId val="{00000001-8A06-44EB-8170-F0EC9C18AB5D}"/>
              </c:ext>
            </c:extLst>
          </c:dPt>
          <c:dLbls>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c:formatCode>
                <c:ptCount val="2"/>
                <c:pt idx="0">
                  <c:v>4.46</c:v>
                </c:pt>
                <c:pt idx="1">
                  <c:v>1.98</c:v>
                </c:pt>
              </c:numCache>
            </c:numRef>
          </c:val>
          <c:extLst>
            <c:ext xmlns:c16="http://schemas.microsoft.com/office/drawing/2014/chart" uri="{C3380CC4-5D6E-409C-BE32-E72D297353CC}">
              <c16:uniqueId val="{00000002-8A06-44EB-8170-F0EC9C18AB5D}"/>
            </c:ext>
          </c:extLst>
        </c:ser>
        <c:ser>
          <c:idx val="1"/>
          <c:order val="1"/>
          <c:tx>
            <c:strRef>
              <c:f>Sheet1!$C$1</c:f>
              <c:strCache>
                <c:ptCount val="1"/>
                <c:pt idx="0">
                  <c:v>Rev generating</c:v>
                </c:pt>
              </c:strCache>
            </c:strRef>
          </c:tx>
          <c:spPr>
            <a:solidFill>
              <a:srgbClr val="C197E1"/>
            </a:solidFill>
          </c:spPr>
          <c:invertIfNegative val="0"/>
          <c:dLbls>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Sheet1!$A$2:$A$3</c:f>
              <c:numCache>
                <c:formatCode>General</c:formatCode>
                <c:ptCount val="2"/>
                <c:pt idx="0">
                  <c:v>2025</c:v>
                </c:pt>
                <c:pt idx="1">
                  <c:v>2030</c:v>
                </c:pt>
              </c:numCache>
            </c:numRef>
          </c:cat>
          <c:val>
            <c:numRef>
              <c:f>Sheet1!$C$2:$C$3</c:f>
              <c:numCache>
                <c:formatCode>0.0</c:formatCode>
                <c:ptCount val="2"/>
                <c:pt idx="0">
                  <c:v>1.1200000000000001</c:v>
                </c:pt>
                <c:pt idx="1">
                  <c:v>0.57999999999999996</c:v>
                </c:pt>
              </c:numCache>
            </c:numRef>
          </c:val>
          <c:extLst>
            <c:ext xmlns:c16="http://schemas.microsoft.com/office/drawing/2014/chart" uri="{C3380CC4-5D6E-409C-BE32-E72D297353CC}">
              <c16:uniqueId val="{00000003-8A06-44EB-8170-F0EC9C18AB5D}"/>
            </c:ext>
          </c:extLst>
        </c:ser>
        <c:dLbls>
          <c:dLblPos val="ctr"/>
          <c:showLegendKey val="0"/>
          <c:showVal val="1"/>
          <c:showCatName val="0"/>
          <c:showSerName val="0"/>
          <c:showPercent val="0"/>
          <c:showBubbleSize val="0"/>
        </c:dLbls>
        <c:gapWidth val="100"/>
        <c:overlap val="100"/>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 sourceLinked="1"/>
        <c:majorTickMark val="none"/>
        <c:minorTickMark val="none"/>
        <c:tickLblPos val="nextTo"/>
        <c:crossAx val="786039392"/>
        <c:crosses val="autoZero"/>
        <c:crossBetween val="between"/>
      </c:valAx>
      <c:spPr>
        <a:noFill/>
        <a:ln w="25400">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8175-4A0C-BC9C-E3E3D76CB3EB}"/>
              </c:ext>
            </c:extLst>
          </c:dPt>
          <c:dLbls>
            <c:dLbl>
              <c:idx val="0"/>
              <c:spPr>
                <a:noFill/>
                <a:ln>
                  <a:noFill/>
                </a:ln>
                <a:effectLst/>
              </c:spPr>
              <c:txPr>
                <a:bodyPr rot="0" spcFirstLastPara="1" vertOverflow="ellipsis" vert="horz" wrap="square" lIns="0" tIns="0" rIns="0" bIns="0" anchor="ctr" anchorCtr="1"/>
                <a:lstStyle/>
                <a:p>
                  <a:pPr>
                    <a:defRPr sz="1000" b="1"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A75-5647-838E-E02B832B3935}"/>
                </c:ext>
              </c:extLst>
            </c:dLbl>
            <c:dLbl>
              <c:idx val="1"/>
              <c:spPr>
                <a:noFill/>
                <a:ln>
                  <a:noFill/>
                </a:ln>
                <a:effectLst/>
              </c:spPr>
              <c:txPr>
                <a:bodyPr rot="0" spcFirstLastPara="1" vertOverflow="ellipsis" vert="horz" wrap="square" lIns="0" tIns="0" rIns="0" bIns="0" anchor="ctr" anchorCtr="1"/>
                <a:lstStyle/>
                <a:p>
                  <a:pPr>
                    <a:defRPr sz="1000" b="1"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A75-5647-838E-E02B832B3935}"/>
                </c:ext>
              </c:extLst>
            </c:dLbl>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"$"#,##0_);[Red]\("$"#,##0\)</c:formatCode>
                <c:ptCount val="2"/>
                <c:pt idx="0">
                  <c:v>249</c:v>
                </c:pt>
                <c:pt idx="1">
                  <c:v>515</c:v>
                </c:pt>
              </c:numCache>
            </c:numRef>
          </c:val>
          <c:extLst>
            <c:ext xmlns:c16="http://schemas.microsoft.com/office/drawing/2014/chart" uri="{C3380CC4-5D6E-409C-BE32-E72D297353CC}">
              <c16:uniqueId val="{00000002-8175-4A0C-BC9C-E3E3D76CB3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quot;$&quot;#,##0_);[Red]\(&quot;$&quot;#,##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8175-4A0C-BC9C-E3E3D76CB3EB}"/>
              </c:ext>
            </c:extLst>
          </c:dPt>
          <c:dLbls>
            <c:spPr>
              <a:noFill/>
              <a:ln>
                <a:noFill/>
              </a:ln>
              <a:effectLst/>
            </c:spPr>
            <c:txPr>
              <a:bodyPr rot="0" spcFirstLastPara="1" vertOverflow="ellipsis" vert="horz" wrap="square" lIns="0" tIns="0" rIns="0" bIns="0" anchor="ctr" anchorCtr="1"/>
              <a:lstStyle/>
              <a:p>
                <a:pPr>
                  <a:defRPr sz="1000" b="1"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"$"#,##0_);[Red]\("$"#,##0\)</c:formatCode>
                <c:ptCount val="2"/>
                <c:pt idx="0">
                  <c:v>249</c:v>
                </c:pt>
                <c:pt idx="1">
                  <c:v>620</c:v>
                </c:pt>
              </c:numCache>
            </c:numRef>
          </c:val>
          <c:extLst>
            <c:ext xmlns:c16="http://schemas.microsoft.com/office/drawing/2014/chart" uri="{C3380CC4-5D6E-409C-BE32-E72D297353CC}">
              <c16:uniqueId val="{00000002-8175-4A0C-BC9C-E3E3D76CB3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quot;$&quot;#,##0_);[Red]\(&quot;$&quot;#,##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8175-4A0C-BC9C-E3E3D76CB3EB}"/>
              </c:ext>
            </c:extLst>
          </c:dPt>
          <c:dLbls>
            <c:spPr>
              <a:noFill/>
              <a:ln>
                <a:noFill/>
              </a:ln>
              <a:effectLst/>
            </c:spPr>
            <c:txPr>
              <a:bodyPr rot="0" spcFirstLastPara="1" vertOverflow="ellipsis" vert="horz" wrap="square" lIns="0" tIns="0" rIns="0" bIns="0" anchor="ctr" anchorCtr="1"/>
              <a:lstStyle/>
              <a:p>
                <a:pPr>
                  <a:defRPr sz="1000" b="1"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"$"#,##0_);[Red]\("$"#,##0\)</c:formatCode>
                <c:ptCount val="2"/>
                <c:pt idx="0">
                  <c:v>249</c:v>
                </c:pt>
                <c:pt idx="1">
                  <c:v>181</c:v>
                </c:pt>
              </c:numCache>
            </c:numRef>
          </c:val>
          <c:extLst>
            <c:ext xmlns:c16="http://schemas.microsoft.com/office/drawing/2014/chart" uri="{C3380CC4-5D6E-409C-BE32-E72D297353CC}">
              <c16:uniqueId val="{00000002-8175-4A0C-BC9C-E3E3D76CB3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quot;$&quot;#,##0_);[Red]\(&quot;$&quot;#,##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574081758817676"/>
          <c:w val="1"/>
          <c:h val="0.3755097082280518"/>
        </c:manualLayout>
      </c:layout>
      <c:barChart>
        <c:barDir val="col"/>
        <c:grouping val="clustered"/>
        <c:varyColors val="0"/>
        <c:ser>
          <c:idx val="0"/>
          <c:order val="0"/>
          <c:tx>
            <c:strRef>
              <c:f>Sheet1!$B$1</c:f>
              <c:strCache>
                <c:ptCount val="1"/>
                <c:pt idx="0">
                  <c:v>Global Zero-Click Rate</c:v>
                </c:pt>
              </c:strCache>
            </c:strRef>
          </c:tx>
          <c:spPr>
            <a:solidFill>
              <a:srgbClr val="C197E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2020</c:v>
                </c:pt>
                <c:pt idx="1">
                  <c:v>2021</c:v>
                </c:pt>
                <c:pt idx="2">
                  <c:v>2022</c:v>
                </c:pt>
                <c:pt idx="3">
                  <c:v>2023</c:v>
                </c:pt>
                <c:pt idx="4">
                  <c:v>2024</c:v>
                </c:pt>
                <c:pt idx="5">
                  <c:v>2025</c:v>
                </c:pt>
              </c:numCache>
            </c:numRef>
          </c:cat>
          <c:val>
            <c:numRef>
              <c:f>Sheet1!$B$2:$B$7</c:f>
              <c:numCache>
                <c:formatCode>#,##0"%"</c:formatCode>
                <c:ptCount val="6"/>
                <c:pt idx="0">
                  <c:v>65</c:v>
                </c:pt>
                <c:pt idx="1">
                  <c:v>66</c:v>
                </c:pt>
                <c:pt idx="2">
                  <c:v>59</c:v>
                </c:pt>
                <c:pt idx="3">
                  <c:v>70</c:v>
                </c:pt>
                <c:pt idx="4">
                  <c:v>75</c:v>
                </c:pt>
                <c:pt idx="5">
                  <c:v>83</c:v>
                </c:pt>
              </c:numCache>
            </c:numRef>
          </c:val>
          <c:extLst>
            <c:ext xmlns:c16="http://schemas.microsoft.com/office/drawing/2014/chart" uri="{C3380CC4-5D6E-409C-BE32-E72D297353CC}">
              <c16:uniqueId val="{00000000-724D-4A6F-9639-D81E307164E9}"/>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IBM Plex Sans" panose="020B0503050203000203" pitchFamily="34" charset="0"/>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7310056432539711"/>
          <c:w val="0.9861303435056662"/>
          <c:h val="9.0059995043960964E-2"/>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1"/>
            <c:invertIfNegative val="0"/>
            <c:bubble3D val="0"/>
            <c:spPr>
              <a:solidFill>
                <a:srgbClr val="9BD9AB"/>
              </a:solidFill>
              <a:ln>
                <a:noFill/>
              </a:ln>
              <a:effectLst/>
            </c:spPr>
            <c:extLst>
              <c:ext xmlns:c16="http://schemas.microsoft.com/office/drawing/2014/chart" uri="{C3380CC4-5D6E-409C-BE32-E72D297353CC}">
                <c16:uniqueId val="{00000003-B7AF-E243-B321-A777882032B7}"/>
              </c:ext>
            </c:extLst>
          </c:dPt>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B7AF-E243-B321-A777882032B7}"/>
              </c:ext>
            </c:extLst>
          </c:dPt>
          <c:dLbls>
            <c:spPr>
              <a:noFill/>
              <a:ln>
                <a:noFill/>
              </a:ln>
              <a:effectLst/>
            </c:spPr>
            <c:txPr>
              <a:bodyPr rot="0" spcFirstLastPara="1" vertOverflow="ellipsis" vert="horz" wrap="square" lIns="0" tIns="0" rIns="0" bIns="0" anchor="ctr" anchorCtr="1"/>
              <a:lstStyle/>
              <a:p>
                <a:pPr>
                  <a:defRPr sz="1000" b="1"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Without AI Overviews Citation</c:v>
                </c:pt>
                <c:pt idx="1">
                  <c:v>With AI Overviews Citation</c:v>
                </c:pt>
              </c:strCache>
            </c:strRef>
          </c:cat>
          <c:val>
            <c:numRef>
              <c:f>Sheet1!$B$2:$B$3</c:f>
              <c:numCache>
                <c:formatCode>0.00"%"</c:formatCode>
                <c:ptCount val="2"/>
                <c:pt idx="0">
                  <c:v>0.52</c:v>
                </c:pt>
                <c:pt idx="1">
                  <c:v>0.7</c:v>
                </c:pt>
              </c:numCache>
            </c:numRef>
          </c:val>
          <c:extLst>
            <c:ext xmlns:c16="http://schemas.microsoft.com/office/drawing/2014/chart" uri="{C3380CC4-5D6E-409C-BE32-E72D297353CC}">
              <c16:uniqueId val="{00000002-B7AF-E243-B321-A777882032B7}"/>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50" b="1"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1"/>
            <c:invertIfNegative val="0"/>
            <c:bubble3D val="0"/>
            <c:spPr>
              <a:solidFill>
                <a:srgbClr val="9BD9AB"/>
              </a:solidFill>
              <a:ln>
                <a:noFill/>
              </a:ln>
              <a:effectLst/>
            </c:spPr>
            <c:extLst>
              <c:ext xmlns:c16="http://schemas.microsoft.com/office/drawing/2014/chart" uri="{C3380CC4-5D6E-409C-BE32-E72D297353CC}">
                <c16:uniqueId val="{00000001-4618-C04B-B8D8-1101ABAD1402}"/>
              </c:ext>
            </c:extLst>
          </c:dPt>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3-4618-C04B-B8D8-1101ABAD1402}"/>
              </c:ext>
            </c:extLst>
          </c:dPt>
          <c:dLbls>
            <c:spPr>
              <a:noFill/>
              <a:ln>
                <a:noFill/>
              </a:ln>
              <a:effectLst/>
            </c:spPr>
            <c:txPr>
              <a:bodyPr rot="0" spcFirstLastPara="1" vertOverflow="ellipsis" vert="horz" wrap="square" lIns="0" tIns="0" rIns="0" bIns="0" anchor="ctr" anchorCtr="1"/>
              <a:lstStyle/>
              <a:p>
                <a:pPr>
                  <a:defRPr sz="1000" b="1"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Without AI Overviews Citation</c:v>
                </c:pt>
                <c:pt idx="1">
                  <c:v>With AI Overviews Citation</c:v>
                </c:pt>
              </c:strCache>
            </c:strRef>
          </c:cat>
          <c:val>
            <c:numRef>
              <c:f>Sheet1!$B$2:$B$3</c:f>
              <c:numCache>
                <c:formatCode>0.00"%"</c:formatCode>
                <c:ptCount val="2"/>
                <c:pt idx="0">
                  <c:v>4.1399999999999997</c:v>
                </c:pt>
                <c:pt idx="1">
                  <c:v>7.89</c:v>
                </c:pt>
              </c:numCache>
            </c:numRef>
          </c:val>
          <c:extLst>
            <c:ext xmlns:c16="http://schemas.microsoft.com/office/drawing/2014/chart" uri="{C3380CC4-5D6E-409C-BE32-E72D297353CC}">
              <c16:uniqueId val="{00000004-4618-C04B-B8D8-1101ABAD1402}"/>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50" b="1"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574081758817676"/>
          <c:w val="0.9861303435056662"/>
          <c:h val="0.47541731590590719"/>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4C4B-430C-BD63-686FDAF78751}"/>
              </c:ext>
            </c:extLst>
          </c:dPt>
          <c:dLbls>
            <c:spPr>
              <a:noFill/>
              <a:ln>
                <a:noFill/>
              </a:ln>
              <a:effectLst/>
            </c:spPr>
            <c:txPr>
              <a:bodyPr rot="0" spcFirstLastPara="1" vertOverflow="ellipsis" vert="horz" wrap="square" lIns="0" tIns="0" rIns="0" bIns="0" anchor="ctr" anchorCtr="1"/>
              <a:lstStyle/>
              <a:p>
                <a:pPr>
                  <a:defRPr sz="1000" b="1"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Desktop</c:v>
                </c:pt>
                <c:pt idx="1">
                  <c:v>Mobile</c:v>
                </c:pt>
              </c:strCache>
            </c:strRef>
          </c:cat>
          <c:val>
            <c:numRef>
              <c:f>Sheet1!$B$2:$B$3</c:f>
              <c:numCache>
                <c:formatCode>#,##0.00"%"</c:formatCode>
                <c:ptCount val="2"/>
                <c:pt idx="0">
                  <c:v>41.1</c:v>
                </c:pt>
                <c:pt idx="1">
                  <c:v>66.3</c:v>
                </c:pt>
              </c:numCache>
            </c:numRef>
          </c:val>
          <c:extLst>
            <c:ext xmlns:c16="http://schemas.microsoft.com/office/drawing/2014/chart" uri="{C3380CC4-5D6E-409C-BE32-E72D297353CC}">
              <c16:uniqueId val="{00000000-4C4B-430C-BD63-686FDAF78751}"/>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50" b="1"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userShapes r:id="rId2"/>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574081758817676"/>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6350">
                <a:solidFill>
                  <a:srgbClr val="7FD7A7"/>
                </a:solidFill>
              </a:ln>
              <a:effectLst/>
            </c:spPr>
            <c:extLst>
              <c:ext xmlns:c16="http://schemas.microsoft.com/office/drawing/2014/chart" uri="{C3380CC4-5D6E-409C-BE32-E72D297353CC}">
                <c16:uniqueId val="{00000001-4C4B-430C-BD63-686FDAF78751}"/>
              </c:ext>
            </c:extLst>
          </c:dPt>
          <c:dLbls>
            <c:spPr>
              <a:noFill/>
              <a:ln>
                <a:noFill/>
              </a:ln>
              <a:effectLst/>
            </c:spPr>
            <c:txPr>
              <a:bodyPr rot="0" spcFirstLastPara="1" vertOverflow="ellipsis" vert="horz" wrap="square" lIns="0" tIns="0" rIns="0" bIns="0" anchor="ctr" anchorCtr="1"/>
              <a:lstStyle/>
              <a:p>
                <a:pPr>
                  <a:defRPr sz="1000" b="1"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Desktop</c:v>
                </c:pt>
                <c:pt idx="1">
                  <c:v>Mobile</c:v>
                </c:pt>
              </c:strCache>
            </c:strRef>
          </c:cat>
          <c:val>
            <c:numRef>
              <c:f>Sheet1!$B$2:$B$3</c:f>
              <c:numCache>
                <c:formatCode>#,##0.00"%"</c:formatCode>
                <c:ptCount val="2"/>
                <c:pt idx="0">
                  <c:v>31.3</c:v>
                </c:pt>
                <c:pt idx="1">
                  <c:v>29.7</c:v>
                </c:pt>
              </c:numCache>
            </c:numRef>
          </c:val>
          <c:extLst>
            <c:ext xmlns:c16="http://schemas.microsoft.com/office/drawing/2014/chart" uri="{C3380CC4-5D6E-409C-BE32-E72D297353CC}">
              <c16:uniqueId val="{00000000-4C4B-430C-BD63-686FDAF78751}"/>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wrap="square" anchor="ctr" anchorCtr="1"/>
          <a:lstStyle/>
          <a:p>
            <a:pPr>
              <a:defRPr sz="1050" b="1"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574081758817676"/>
          <c:w val="0.9861303435056662"/>
          <c:h val="0.47541731590590719"/>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4C4B-430C-BD63-686FDAF78751}"/>
              </c:ext>
            </c:extLst>
          </c:dPt>
          <c:dLbls>
            <c:spPr>
              <a:noFill/>
              <a:ln>
                <a:noFill/>
              </a:ln>
              <a:effectLst/>
            </c:spPr>
            <c:txPr>
              <a:bodyPr rot="0" vert="horz"/>
              <a:lstStyle/>
              <a:p>
                <a:pPr>
                  <a:defRPr sz="1000"/>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Desktop</c:v>
                </c:pt>
                <c:pt idx="1">
                  <c:v>Mobile</c:v>
                </c:pt>
              </c:strCache>
            </c:strRef>
          </c:cat>
          <c:val>
            <c:numRef>
              <c:f>Sheet1!$B$2:$B$3</c:f>
              <c:numCache>
                <c:formatCode>#,##0.00"%"</c:formatCode>
                <c:ptCount val="2"/>
                <c:pt idx="0">
                  <c:v>-0.5</c:v>
                </c:pt>
                <c:pt idx="1">
                  <c:v>1.6</c:v>
                </c:pt>
              </c:numCache>
            </c:numRef>
          </c:val>
          <c:extLst>
            <c:ext xmlns:c16="http://schemas.microsoft.com/office/drawing/2014/chart" uri="{C3380CC4-5D6E-409C-BE32-E72D297353CC}">
              <c16:uniqueId val="{00000000-4C4B-430C-BD63-686FDAF78751}"/>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vert="horz"/>
          <a:lstStyle/>
          <a:p>
            <a:pPr>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50" b="1">
          <a:solidFill>
            <a:schemeClr val="tx1"/>
          </a:solidFill>
          <a:latin typeface="IBM Plex Sans" panose="020B0503050203000203" pitchFamily="34" charset="0"/>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574081758817676"/>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6350">
                <a:solidFill>
                  <a:srgbClr val="7FD7A7"/>
                </a:solidFill>
              </a:ln>
              <a:effectLst/>
            </c:spPr>
            <c:extLst>
              <c:ext xmlns:c16="http://schemas.microsoft.com/office/drawing/2014/chart" uri="{C3380CC4-5D6E-409C-BE32-E72D297353CC}">
                <c16:uniqueId val="{00000001-4C4B-430C-BD63-686FDAF78751}"/>
              </c:ext>
            </c:extLst>
          </c:dPt>
          <c:dLbls>
            <c:spPr>
              <a:noFill/>
              <a:ln>
                <a:noFill/>
              </a:ln>
              <a:effectLst/>
            </c:spPr>
            <c:txPr>
              <a:bodyPr rot="0" spcFirstLastPara="1" vertOverflow="ellipsis" vert="horz" wrap="square" lIns="0" tIns="0" rIns="0" bIns="0" anchor="ctr" anchorCtr="1"/>
              <a:lstStyle/>
              <a:p>
                <a:pPr>
                  <a:defRPr sz="1000" b="1"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Desktop</c:v>
                </c:pt>
                <c:pt idx="1">
                  <c:v>Mobile</c:v>
                </c:pt>
              </c:strCache>
            </c:strRef>
          </c:cat>
          <c:val>
            <c:numRef>
              <c:f>Sheet1!$B$2:$B$3</c:f>
              <c:numCache>
                <c:formatCode>#,##0.00"%"</c:formatCode>
                <c:ptCount val="2"/>
                <c:pt idx="0">
                  <c:v>-10.6</c:v>
                </c:pt>
                <c:pt idx="1">
                  <c:v>-0.5</c:v>
                </c:pt>
              </c:numCache>
            </c:numRef>
          </c:val>
          <c:extLst>
            <c:ext xmlns:c16="http://schemas.microsoft.com/office/drawing/2014/chart" uri="{C3380CC4-5D6E-409C-BE32-E72D297353CC}">
              <c16:uniqueId val="{00000000-4C4B-430C-BD63-686FDAF78751}"/>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wrap="square" anchor="ctr" anchorCtr="1"/>
          <a:lstStyle/>
          <a:p>
            <a:pPr>
              <a:defRPr sz="1050" b="1"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7101-4986-B5A9-47966BF52F7B}"/>
              </c:ext>
            </c:extLst>
          </c:dPt>
          <c:dLbls>
            <c:spPr>
              <a:noFill/>
              <a:ln>
                <a:noFill/>
              </a:ln>
              <a:effectLst/>
            </c:spPr>
            <c:txPr>
              <a:bodyPr rot="0" spcFirstLastPara="1" vertOverflow="ellipsis" vert="horz" wrap="square" lIns="0" tIns="0" rIns="0" bIns="0" anchor="ctr" anchorCtr="1"/>
              <a:lstStyle/>
              <a:p>
                <a:pPr>
                  <a:defRPr sz="1000" b="1"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Desktop</c:v>
                </c:pt>
                <c:pt idx="1">
                  <c:v>Mobile</c:v>
                </c:pt>
              </c:strCache>
            </c:strRef>
          </c:cat>
          <c:val>
            <c:numRef>
              <c:f>Sheet1!$B$2:$B$3</c:f>
              <c:numCache>
                <c:formatCode>0.00"%"</c:formatCode>
                <c:ptCount val="2"/>
                <c:pt idx="0">
                  <c:v>6.9</c:v>
                </c:pt>
                <c:pt idx="1">
                  <c:v>13.1</c:v>
                </c:pt>
              </c:numCache>
            </c:numRef>
          </c:val>
          <c:extLst>
            <c:ext xmlns:c16="http://schemas.microsoft.com/office/drawing/2014/chart" uri="{C3380CC4-5D6E-409C-BE32-E72D297353CC}">
              <c16:uniqueId val="{00000002-7101-4986-B5A9-47966BF52F7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50" b="1"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0996708897888176"/>
          <c:w val="0.9861303435056662"/>
          <c:h val="0.52537104268430757"/>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6350">
                <a:noFill/>
              </a:ln>
              <a:effectLst/>
            </c:spPr>
            <c:extLst>
              <c:ext xmlns:c16="http://schemas.microsoft.com/office/drawing/2014/chart" uri="{C3380CC4-5D6E-409C-BE32-E72D297353CC}">
                <c16:uniqueId val="{00000001-35DC-40D0-AD0A-F741DB0E9AFD}"/>
              </c:ext>
            </c:extLst>
          </c:dPt>
          <c:dLbls>
            <c:spPr>
              <a:noFill/>
              <a:ln>
                <a:noFill/>
              </a:ln>
              <a:effectLst/>
            </c:spPr>
            <c:txPr>
              <a:bodyPr rot="0" spcFirstLastPara="1" vertOverflow="ellipsis" vert="horz" wrap="square" lIns="0" tIns="0" rIns="0" bIns="0" anchor="ctr" anchorCtr="1"/>
              <a:lstStyle/>
              <a:p>
                <a:pPr>
                  <a:defRPr sz="1000" b="1"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Desktop</c:v>
                </c:pt>
                <c:pt idx="1">
                  <c:v>Mobile</c:v>
                </c:pt>
              </c:strCache>
            </c:strRef>
          </c:cat>
          <c:val>
            <c:numRef>
              <c:f>Sheet1!$B$2:$B$3</c:f>
              <c:numCache>
                <c:formatCode>0.00"%"</c:formatCode>
                <c:ptCount val="2"/>
                <c:pt idx="0">
                  <c:v>9.1</c:v>
                </c:pt>
                <c:pt idx="1">
                  <c:v>11.3</c:v>
                </c:pt>
              </c:numCache>
            </c:numRef>
          </c:val>
          <c:extLst>
            <c:ext xmlns:c16="http://schemas.microsoft.com/office/drawing/2014/chart" uri="{C3380CC4-5D6E-409C-BE32-E72D297353CC}">
              <c16:uniqueId val="{00000002-35DC-40D0-AD0A-F741DB0E9AFD}"/>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wrap="square" anchor="ctr" anchorCtr="1"/>
          <a:lstStyle/>
          <a:p>
            <a:pPr>
              <a:defRPr sz="1050" b="1"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8934873548309942E-2"/>
          <c:y val="8.3623491484889831E-3"/>
          <c:w val="0.92106507281437311"/>
          <c:h val="0.99163765085151101"/>
        </c:manualLayout>
      </c:layout>
      <c:barChart>
        <c:barDir val="bar"/>
        <c:grouping val="stacked"/>
        <c:varyColors val="0"/>
        <c:ser>
          <c:idx val="0"/>
          <c:order val="0"/>
          <c:tx>
            <c:strRef>
              <c:f>Planilha1!$B$1</c:f>
              <c:strCache>
                <c:ptCount val="1"/>
                <c:pt idx="0">
                  <c:v>US Desktop</c:v>
                </c:pt>
              </c:strCache>
            </c:strRef>
          </c:tx>
          <c:spPr>
            <a:solidFill>
              <a:srgbClr val="FF9900"/>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Planilha1!$A$2:$A$3</c:f>
              <c:numCache>
                <c:formatCode>General</c:formatCode>
                <c:ptCount val="2"/>
                <c:pt idx="0">
                  <c:v>2030</c:v>
                </c:pt>
                <c:pt idx="1">
                  <c:v>2025</c:v>
                </c:pt>
              </c:numCache>
            </c:numRef>
          </c:cat>
          <c:val>
            <c:numRef>
              <c:f>Planilha1!$B$2:$B$3</c:f>
              <c:numCache>
                <c:formatCode>0.0</c:formatCode>
                <c:ptCount val="2"/>
                <c:pt idx="0">
                  <c:v>0.46</c:v>
                </c:pt>
                <c:pt idx="1">
                  <c:v>0.39</c:v>
                </c:pt>
              </c:numCache>
            </c:numRef>
          </c:val>
          <c:extLst>
            <c:ext xmlns:c16="http://schemas.microsoft.com/office/drawing/2014/chart" uri="{C3380CC4-5D6E-409C-BE32-E72D297353CC}">
              <c16:uniqueId val="{00000000-7FF6-EE45-9138-9490C6C438A2}"/>
            </c:ext>
          </c:extLst>
        </c:ser>
        <c:ser>
          <c:idx val="1"/>
          <c:order val="1"/>
          <c:tx>
            <c:strRef>
              <c:f>Planilha1!$C$1</c:f>
              <c:strCache>
                <c:ptCount val="1"/>
                <c:pt idx="0">
                  <c:v>RoW Desktop</c:v>
                </c:pt>
              </c:strCache>
            </c:strRef>
          </c:tx>
          <c:spPr>
            <a:solidFill>
              <a:srgbClr val="00D4FF"/>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Planilha1!$A$2:$A$3</c:f>
              <c:numCache>
                <c:formatCode>General</c:formatCode>
                <c:ptCount val="2"/>
                <c:pt idx="0">
                  <c:v>2030</c:v>
                </c:pt>
                <c:pt idx="1">
                  <c:v>2025</c:v>
                </c:pt>
              </c:numCache>
            </c:numRef>
          </c:cat>
          <c:val>
            <c:numRef>
              <c:f>Planilha1!$C$2:$C$3</c:f>
              <c:numCache>
                <c:formatCode>0.0</c:formatCode>
                <c:ptCount val="2"/>
                <c:pt idx="0">
                  <c:v>1.57</c:v>
                </c:pt>
                <c:pt idx="1">
                  <c:v>1.29</c:v>
                </c:pt>
              </c:numCache>
            </c:numRef>
          </c:val>
          <c:extLst>
            <c:ext xmlns:c16="http://schemas.microsoft.com/office/drawing/2014/chart" uri="{C3380CC4-5D6E-409C-BE32-E72D297353CC}">
              <c16:uniqueId val="{00000001-7FF6-EE45-9138-9490C6C438A2}"/>
            </c:ext>
          </c:extLst>
        </c:ser>
        <c:ser>
          <c:idx val="2"/>
          <c:order val="2"/>
          <c:tx>
            <c:strRef>
              <c:f>Planilha1!$D$1</c:f>
              <c:strCache>
                <c:ptCount val="1"/>
                <c:pt idx="0">
                  <c:v>US Mobile</c:v>
                </c:pt>
              </c:strCache>
            </c:strRef>
          </c:tx>
          <c:spPr>
            <a:solidFill>
              <a:srgbClr val="FFCC0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Planilha1!$A$2:$A$3</c:f>
              <c:numCache>
                <c:formatCode>General</c:formatCode>
                <c:ptCount val="2"/>
                <c:pt idx="0">
                  <c:v>2030</c:v>
                </c:pt>
                <c:pt idx="1">
                  <c:v>2025</c:v>
                </c:pt>
              </c:numCache>
            </c:numRef>
          </c:cat>
          <c:val>
            <c:numRef>
              <c:f>Planilha1!$D$2:$D$3</c:f>
              <c:numCache>
                <c:formatCode>0.0</c:formatCode>
                <c:ptCount val="2"/>
                <c:pt idx="0">
                  <c:v>0.68</c:v>
                </c:pt>
                <c:pt idx="1">
                  <c:v>0.54</c:v>
                </c:pt>
              </c:numCache>
            </c:numRef>
          </c:val>
          <c:extLst>
            <c:ext xmlns:c16="http://schemas.microsoft.com/office/drawing/2014/chart" uri="{C3380CC4-5D6E-409C-BE32-E72D297353CC}">
              <c16:uniqueId val="{00000002-7FF6-EE45-9138-9490C6C438A2}"/>
            </c:ext>
          </c:extLst>
        </c:ser>
        <c:ser>
          <c:idx val="3"/>
          <c:order val="3"/>
          <c:tx>
            <c:strRef>
              <c:f>Planilha1!$E$1</c:f>
              <c:strCache>
                <c:ptCount val="1"/>
                <c:pt idx="0">
                  <c:v>RoW Mobile</c:v>
                </c:pt>
              </c:strCache>
            </c:strRef>
          </c:tx>
          <c:spPr>
            <a:solidFill>
              <a:srgbClr val="A26DFF"/>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Planilha1!$A$2:$A$3</c:f>
              <c:numCache>
                <c:formatCode>General</c:formatCode>
                <c:ptCount val="2"/>
                <c:pt idx="0">
                  <c:v>2030</c:v>
                </c:pt>
                <c:pt idx="1">
                  <c:v>2025</c:v>
                </c:pt>
              </c:numCache>
            </c:numRef>
          </c:cat>
          <c:val>
            <c:numRef>
              <c:f>Planilha1!$E$2:$E$3</c:f>
              <c:numCache>
                <c:formatCode>0.0</c:formatCode>
                <c:ptCount val="2"/>
                <c:pt idx="0">
                  <c:v>2.92</c:v>
                </c:pt>
                <c:pt idx="1">
                  <c:v>2.23</c:v>
                </c:pt>
              </c:numCache>
            </c:numRef>
          </c:val>
          <c:extLst>
            <c:ext xmlns:c16="http://schemas.microsoft.com/office/drawing/2014/chart" uri="{C3380CC4-5D6E-409C-BE32-E72D297353CC}">
              <c16:uniqueId val="{00000003-7FF6-EE45-9138-9490C6C438A2}"/>
            </c:ext>
          </c:extLst>
        </c:ser>
        <c:dLbls>
          <c:showLegendKey val="0"/>
          <c:showVal val="0"/>
          <c:showCatName val="0"/>
          <c:showSerName val="0"/>
          <c:showPercent val="0"/>
          <c:showBubbleSize val="0"/>
        </c:dLbls>
        <c:gapWidth val="150"/>
        <c:overlap val="100"/>
        <c:axId val="1917812496"/>
        <c:axId val="360569680"/>
      </c:barChart>
      <c:catAx>
        <c:axId val="1917812496"/>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IBM Plex Sans" panose="020B0503050203000203" pitchFamily="34" charset="0"/>
                <a:ea typeface="+mn-ea"/>
                <a:cs typeface="+mn-cs"/>
              </a:defRPr>
            </a:pPr>
            <a:endParaRPr lang="pt-US"/>
          </a:p>
        </c:txPr>
        <c:crossAx val="360569680"/>
        <c:crosses val="autoZero"/>
        <c:auto val="1"/>
        <c:lblAlgn val="ctr"/>
        <c:lblOffset val="100"/>
        <c:noMultiLvlLbl val="0"/>
      </c:catAx>
      <c:valAx>
        <c:axId val="360569680"/>
        <c:scaling>
          <c:orientation val="minMax"/>
        </c:scaling>
        <c:delete val="1"/>
        <c:axPos val="b"/>
        <c:numFmt formatCode="0.0" sourceLinked="1"/>
        <c:majorTickMark val="none"/>
        <c:minorTickMark val="none"/>
        <c:tickLblPos val="nextTo"/>
        <c:crossAx val="191781249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IBM Plex Sans" panose="020B0503050203000203" pitchFamily="34" charset="0"/>
        </a:defRPr>
      </a:pPr>
      <a:endParaRPr lang="pt-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8934873548309942E-2"/>
          <c:y val="0"/>
          <c:w val="0.92106507281437311"/>
          <c:h val="0.99105569554996209"/>
        </c:manualLayout>
      </c:layout>
      <c:barChart>
        <c:barDir val="bar"/>
        <c:grouping val="stacked"/>
        <c:varyColors val="0"/>
        <c:ser>
          <c:idx val="0"/>
          <c:order val="0"/>
          <c:tx>
            <c:strRef>
              <c:f>Planilha1!$B$1</c:f>
              <c:strCache>
                <c:ptCount val="1"/>
                <c:pt idx="0">
                  <c:v>US Desktop</c:v>
                </c:pt>
              </c:strCache>
            </c:strRef>
          </c:tx>
          <c:spPr>
            <a:solidFill>
              <a:srgbClr val="FF9900"/>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Planilha1!$A$2:$A$3</c:f>
              <c:numCache>
                <c:formatCode>General</c:formatCode>
                <c:ptCount val="2"/>
                <c:pt idx="0">
                  <c:v>2030</c:v>
                </c:pt>
                <c:pt idx="1">
                  <c:v>2025</c:v>
                </c:pt>
              </c:numCache>
            </c:numRef>
          </c:cat>
          <c:val>
            <c:numRef>
              <c:f>Planilha1!$B$2:$B$3</c:f>
              <c:numCache>
                <c:formatCode>0.0</c:formatCode>
                <c:ptCount val="2"/>
                <c:pt idx="0">
                  <c:v>0.12</c:v>
                </c:pt>
                <c:pt idx="1">
                  <c:v>0.1</c:v>
                </c:pt>
              </c:numCache>
            </c:numRef>
          </c:val>
          <c:extLst>
            <c:ext xmlns:c16="http://schemas.microsoft.com/office/drawing/2014/chart" uri="{C3380CC4-5D6E-409C-BE32-E72D297353CC}">
              <c16:uniqueId val="{00000000-7FCD-FB4D-AFA4-DE7FA18216E4}"/>
            </c:ext>
          </c:extLst>
        </c:ser>
        <c:ser>
          <c:idx val="1"/>
          <c:order val="1"/>
          <c:tx>
            <c:strRef>
              <c:f>Planilha1!$C$1</c:f>
              <c:strCache>
                <c:ptCount val="1"/>
                <c:pt idx="0">
                  <c:v>RoW Desktop</c:v>
                </c:pt>
              </c:strCache>
            </c:strRef>
          </c:tx>
          <c:spPr>
            <a:solidFill>
              <a:srgbClr val="00D4FF"/>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Planilha1!$A$2:$A$3</c:f>
              <c:numCache>
                <c:formatCode>General</c:formatCode>
                <c:ptCount val="2"/>
                <c:pt idx="0">
                  <c:v>2030</c:v>
                </c:pt>
                <c:pt idx="1">
                  <c:v>2025</c:v>
                </c:pt>
              </c:numCache>
            </c:numRef>
          </c:cat>
          <c:val>
            <c:numRef>
              <c:f>Planilha1!$C$2:$C$3</c:f>
              <c:numCache>
                <c:formatCode>0.0</c:formatCode>
                <c:ptCount val="2"/>
                <c:pt idx="0">
                  <c:v>0.41</c:v>
                </c:pt>
                <c:pt idx="1">
                  <c:v>0.32</c:v>
                </c:pt>
              </c:numCache>
            </c:numRef>
          </c:val>
          <c:extLst>
            <c:ext xmlns:c16="http://schemas.microsoft.com/office/drawing/2014/chart" uri="{C3380CC4-5D6E-409C-BE32-E72D297353CC}">
              <c16:uniqueId val="{00000001-7FCD-FB4D-AFA4-DE7FA18216E4}"/>
            </c:ext>
          </c:extLst>
        </c:ser>
        <c:ser>
          <c:idx val="2"/>
          <c:order val="2"/>
          <c:tx>
            <c:strRef>
              <c:f>Planilha1!$D$1</c:f>
              <c:strCache>
                <c:ptCount val="1"/>
                <c:pt idx="0">
                  <c:v>US Mobile</c:v>
                </c:pt>
              </c:strCache>
            </c:strRef>
          </c:tx>
          <c:spPr>
            <a:solidFill>
              <a:srgbClr val="FFCC0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Planilha1!$A$2:$A$3</c:f>
              <c:numCache>
                <c:formatCode>General</c:formatCode>
                <c:ptCount val="2"/>
                <c:pt idx="0">
                  <c:v>2030</c:v>
                </c:pt>
                <c:pt idx="1">
                  <c:v>2025</c:v>
                </c:pt>
              </c:numCache>
            </c:numRef>
          </c:cat>
          <c:val>
            <c:numRef>
              <c:f>Planilha1!$D$2:$D$3</c:f>
              <c:numCache>
                <c:formatCode>0.0</c:formatCode>
                <c:ptCount val="2"/>
                <c:pt idx="0">
                  <c:v>0.18</c:v>
                </c:pt>
                <c:pt idx="1">
                  <c:v>0.14000000000000001</c:v>
                </c:pt>
              </c:numCache>
            </c:numRef>
          </c:val>
          <c:extLst>
            <c:ext xmlns:c16="http://schemas.microsoft.com/office/drawing/2014/chart" uri="{C3380CC4-5D6E-409C-BE32-E72D297353CC}">
              <c16:uniqueId val="{00000002-7FCD-FB4D-AFA4-DE7FA18216E4}"/>
            </c:ext>
          </c:extLst>
        </c:ser>
        <c:ser>
          <c:idx val="3"/>
          <c:order val="3"/>
          <c:tx>
            <c:strRef>
              <c:f>Planilha1!$E$1</c:f>
              <c:strCache>
                <c:ptCount val="1"/>
                <c:pt idx="0">
                  <c:v>RoW Mobile</c:v>
                </c:pt>
              </c:strCache>
            </c:strRef>
          </c:tx>
          <c:spPr>
            <a:solidFill>
              <a:srgbClr val="A26DFF"/>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IBM Plex Sans" panose="020B0503050203000203" pitchFamily="34" charset="0"/>
                    <a:ea typeface="+mn-ea"/>
                    <a:cs typeface="+mn-cs"/>
                  </a:defRPr>
                </a:pPr>
                <a:endParaRPr lang="pt-US"/>
              </a:p>
            </c:txPr>
            <c:showLegendKey val="0"/>
            <c:showVal val="1"/>
            <c:showCatName val="0"/>
            <c:showSerName val="0"/>
            <c:showPercent val="0"/>
            <c:showBubbleSize val="0"/>
            <c:separator>, </c:separator>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Planilha1!$A$2:$A$3</c:f>
              <c:numCache>
                <c:formatCode>General</c:formatCode>
                <c:ptCount val="2"/>
                <c:pt idx="0">
                  <c:v>2030</c:v>
                </c:pt>
                <c:pt idx="1">
                  <c:v>2025</c:v>
                </c:pt>
              </c:numCache>
            </c:numRef>
          </c:cat>
          <c:val>
            <c:numRef>
              <c:f>Planilha1!$E$2:$E$3</c:f>
              <c:numCache>
                <c:formatCode>0.0</c:formatCode>
                <c:ptCount val="2"/>
                <c:pt idx="0">
                  <c:v>0.77</c:v>
                </c:pt>
                <c:pt idx="1">
                  <c:v>0.56000000000000005</c:v>
                </c:pt>
              </c:numCache>
            </c:numRef>
          </c:val>
          <c:extLst>
            <c:ext xmlns:c16="http://schemas.microsoft.com/office/drawing/2014/chart" uri="{C3380CC4-5D6E-409C-BE32-E72D297353CC}">
              <c16:uniqueId val="{00000003-7FCD-FB4D-AFA4-DE7FA18216E4}"/>
            </c:ext>
          </c:extLst>
        </c:ser>
        <c:dLbls>
          <c:showLegendKey val="0"/>
          <c:showVal val="0"/>
          <c:showCatName val="0"/>
          <c:showSerName val="0"/>
          <c:showPercent val="0"/>
          <c:showBubbleSize val="0"/>
        </c:dLbls>
        <c:gapWidth val="150"/>
        <c:overlap val="100"/>
        <c:axId val="1917812496"/>
        <c:axId val="360569680"/>
      </c:barChart>
      <c:catAx>
        <c:axId val="1917812496"/>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IBM Plex Sans" panose="020B0503050203000203" pitchFamily="34" charset="0"/>
                <a:ea typeface="+mn-ea"/>
                <a:cs typeface="+mn-cs"/>
              </a:defRPr>
            </a:pPr>
            <a:endParaRPr lang="pt-US"/>
          </a:p>
        </c:txPr>
        <c:crossAx val="360569680"/>
        <c:crosses val="autoZero"/>
        <c:auto val="1"/>
        <c:lblAlgn val="ctr"/>
        <c:lblOffset val="100"/>
        <c:noMultiLvlLbl val="0"/>
      </c:catAx>
      <c:valAx>
        <c:axId val="360569680"/>
        <c:scaling>
          <c:orientation val="minMax"/>
        </c:scaling>
        <c:delete val="1"/>
        <c:axPos val="b"/>
        <c:numFmt formatCode="0.0" sourceLinked="1"/>
        <c:majorTickMark val="none"/>
        <c:minorTickMark val="none"/>
        <c:tickLblPos val="nextTo"/>
        <c:crossAx val="191781249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IBM Plex Sans" panose="020B0503050203000203" pitchFamily="34" charset="0"/>
        </a:defRPr>
      </a:pPr>
      <a:endParaRPr lang="pt-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151499755050939"/>
          <c:w val="0.95715469151574517"/>
          <c:h val="0.55432963722212547"/>
        </c:manualLayout>
      </c:layout>
      <c:barChart>
        <c:barDir val="col"/>
        <c:grouping val="stacked"/>
        <c:varyColors val="0"/>
        <c:ser>
          <c:idx val="0"/>
          <c:order val="0"/>
          <c:tx>
            <c:strRef>
              <c:f>Sheet1!$B$1</c:f>
              <c:strCache>
                <c:ptCount val="1"/>
                <c:pt idx="0">
                  <c:v>Non-Revenue Generating</c:v>
                </c:pt>
              </c:strCache>
            </c:strRef>
          </c:tx>
          <c:spPr>
            <a:solidFill>
              <a:srgbClr val="7FD7A7"/>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7"/>
                <c:pt idx="0">
                  <c:v>2024A</c:v>
                </c:pt>
                <c:pt idx="1">
                  <c:v>2025A+E</c:v>
                </c:pt>
                <c:pt idx="2">
                  <c:v>2026E</c:v>
                </c:pt>
                <c:pt idx="3">
                  <c:v>2027E</c:v>
                </c:pt>
                <c:pt idx="4">
                  <c:v>2028E</c:v>
                </c:pt>
                <c:pt idx="5">
                  <c:v>2029E</c:v>
                </c:pt>
                <c:pt idx="6">
                  <c:v>2030E</c:v>
                </c:pt>
              </c:strCache>
            </c:strRef>
          </c:cat>
          <c:val>
            <c:numRef>
              <c:f>Sheet1!$B$2:$B$8</c:f>
              <c:numCache>
                <c:formatCode>0.0</c:formatCode>
                <c:ptCount val="7"/>
                <c:pt idx="0">
                  <c:v>3.9</c:v>
                </c:pt>
                <c:pt idx="1">
                  <c:v>4.46</c:v>
                </c:pt>
                <c:pt idx="2">
                  <c:v>4.67</c:v>
                </c:pt>
                <c:pt idx="3">
                  <c:v>4.9000000000000004</c:v>
                </c:pt>
                <c:pt idx="4">
                  <c:v>5.13</c:v>
                </c:pt>
                <c:pt idx="5">
                  <c:v>5.38</c:v>
                </c:pt>
                <c:pt idx="6">
                  <c:v>5.63</c:v>
                </c:pt>
              </c:numCache>
            </c:numRef>
          </c:val>
          <c:extLst>
            <c:ext xmlns:c16="http://schemas.microsoft.com/office/drawing/2014/chart" uri="{C3380CC4-5D6E-409C-BE32-E72D297353CC}">
              <c16:uniqueId val="{00000000-4AAC-4FE2-A5FC-402AFD918281}"/>
            </c:ext>
          </c:extLst>
        </c:ser>
        <c:ser>
          <c:idx val="1"/>
          <c:order val="1"/>
          <c:tx>
            <c:strRef>
              <c:f>Sheet1!$C$1</c:f>
              <c:strCache>
                <c:ptCount val="1"/>
                <c:pt idx="0">
                  <c:v>Revenue Generating</c:v>
                </c:pt>
              </c:strCache>
            </c:strRef>
          </c:tx>
          <c:spPr>
            <a:solidFill>
              <a:srgbClr val="C197E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7"/>
                <c:pt idx="0">
                  <c:v>2024A</c:v>
                </c:pt>
                <c:pt idx="1">
                  <c:v>2025A+E</c:v>
                </c:pt>
                <c:pt idx="2">
                  <c:v>2026E</c:v>
                </c:pt>
                <c:pt idx="3">
                  <c:v>2027E</c:v>
                </c:pt>
                <c:pt idx="4">
                  <c:v>2028E</c:v>
                </c:pt>
                <c:pt idx="5">
                  <c:v>2029E</c:v>
                </c:pt>
                <c:pt idx="6">
                  <c:v>2030E</c:v>
                </c:pt>
              </c:strCache>
            </c:strRef>
          </c:cat>
          <c:val>
            <c:numRef>
              <c:f>Sheet1!$C$2:$C$8</c:f>
              <c:numCache>
                <c:formatCode>0.0</c:formatCode>
                <c:ptCount val="7"/>
                <c:pt idx="0">
                  <c:v>1</c:v>
                </c:pt>
                <c:pt idx="1">
                  <c:v>1.1200000000000001</c:v>
                </c:pt>
                <c:pt idx="2">
                  <c:v>1.18</c:v>
                </c:pt>
                <c:pt idx="3">
                  <c:v>1.25</c:v>
                </c:pt>
                <c:pt idx="4">
                  <c:v>1.33</c:v>
                </c:pt>
                <c:pt idx="5">
                  <c:v>1.41</c:v>
                </c:pt>
                <c:pt idx="6">
                  <c:v>1.49</c:v>
                </c:pt>
              </c:numCache>
            </c:numRef>
          </c:val>
          <c:extLst>
            <c:ext xmlns:c16="http://schemas.microsoft.com/office/drawing/2014/chart" uri="{C3380CC4-5D6E-409C-BE32-E72D297353CC}">
              <c16:uniqueId val="{00000001-4AAC-4FE2-A5FC-402AFD918281}"/>
            </c:ext>
          </c:extLst>
        </c:ser>
        <c:ser>
          <c:idx val="2"/>
          <c:order val="2"/>
          <c:tx>
            <c:strRef>
              <c:f>Sheet1!$D$1</c:f>
              <c:strCache>
                <c:ptCount val="1"/>
                <c:pt idx="0">
                  <c:v>total</c:v>
                </c:pt>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IBM Plex Sans" panose="020B0503050203000203" pitchFamily="34" charset="0"/>
                    <a:ea typeface="+mn-ea"/>
                    <a:cs typeface="+mn-cs"/>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7"/>
                <c:pt idx="0">
                  <c:v>2024A</c:v>
                </c:pt>
                <c:pt idx="1">
                  <c:v>2025A+E</c:v>
                </c:pt>
                <c:pt idx="2">
                  <c:v>2026E</c:v>
                </c:pt>
                <c:pt idx="3">
                  <c:v>2027E</c:v>
                </c:pt>
                <c:pt idx="4">
                  <c:v>2028E</c:v>
                </c:pt>
                <c:pt idx="5">
                  <c:v>2029E</c:v>
                </c:pt>
                <c:pt idx="6">
                  <c:v>2030E</c:v>
                </c:pt>
              </c:strCache>
            </c:strRef>
          </c:cat>
          <c:val>
            <c:numRef>
              <c:f>Sheet1!$D$2:$D$8</c:f>
              <c:numCache>
                <c:formatCode>0.0</c:formatCode>
                <c:ptCount val="7"/>
                <c:pt idx="0">
                  <c:v>4.9000000000000004</c:v>
                </c:pt>
                <c:pt idx="1">
                  <c:v>5.6</c:v>
                </c:pt>
                <c:pt idx="2">
                  <c:v>5.9</c:v>
                </c:pt>
                <c:pt idx="3">
                  <c:v>6.2</c:v>
                </c:pt>
                <c:pt idx="4">
                  <c:v>6.5</c:v>
                </c:pt>
                <c:pt idx="5">
                  <c:v>6.8</c:v>
                </c:pt>
                <c:pt idx="6">
                  <c:v>7.12</c:v>
                </c:pt>
              </c:numCache>
            </c:numRef>
          </c:val>
          <c:extLst>
            <c:ext xmlns:c16="http://schemas.microsoft.com/office/drawing/2014/chart" uri="{C3380CC4-5D6E-409C-BE32-E72D297353CC}">
              <c16:uniqueId val="{00000002-4AAC-4FE2-A5FC-402AFD918281}"/>
            </c:ext>
          </c:extLst>
        </c:ser>
        <c:dLbls>
          <c:dLblPos val="ctr"/>
          <c:showLegendKey val="0"/>
          <c:showVal val="1"/>
          <c:showCatName val="0"/>
          <c:showSerName val="0"/>
          <c:showPercent val="0"/>
          <c:showBubbleSize val="0"/>
        </c:dLbls>
        <c:gapWidth val="100"/>
        <c:overlap val="100"/>
        <c:axId val="786039392"/>
        <c:axId val="786054272"/>
      </c:barChart>
      <c:catAx>
        <c:axId val="786039392"/>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max val="8"/>
          <c:min val="0"/>
        </c:scaling>
        <c:delete val="1"/>
        <c:axPos val="l"/>
        <c:numFmt formatCode="0.0" sourceLinked="1"/>
        <c:majorTickMark val="out"/>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IBM Plex Sans" panose="020B0503050203000203" pitchFamily="34" charset="0"/>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053381560421425"/>
          <c:w val="1"/>
          <c:h val="0.67116642117092462"/>
        </c:manualLayout>
      </c:layout>
      <c:barChart>
        <c:barDir val="col"/>
        <c:grouping val="stacked"/>
        <c:varyColors val="0"/>
        <c:ser>
          <c:idx val="0"/>
          <c:order val="0"/>
          <c:tx>
            <c:strRef>
              <c:f>Sheet1!$B$1</c:f>
              <c:strCache>
                <c:ptCount val="1"/>
                <c:pt idx="0">
                  <c:v>US</c:v>
                </c:pt>
              </c:strCache>
            </c:strRef>
          </c:tx>
          <c:spPr>
            <a:solidFill>
              <a:srgbClr val="C197E1"/>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Sheet1!$B$2:$B$8</c:f>
              <c:numCache>
                <c:formatCode>"$"#,##0.0_);[Red]\("$"#,##0.0\)</c:formatCode>
                <c:ptCount val="7"/>
                <c:pt idx="0" formatCode="&quot;$&quot;\ #,##0.0;[Red]\-&quot;$&quot;\ #,##0.0">
                  <c:v>45.927999999999997</c:v>
                </c:pt>
                <c:pt idx="1">
                  <c:v>62.5</c:v>
                </c:pt>
                <c:pt idx="2">
                  <c:v>73.2</c:v>
                </c:pt>
                <c:pt idx="3">
                  <c:v>82.8</c:v>
                </c:pt>
                <c:pt idx="4">
                  <c:v>93.7</c:v>
                </c:pt>
                <c:pt idx="5">
                  <c:v>106.3</c:v>
                </c:pt>
                <c:pt idx="6">
                  <c:v>120.6</c:v>
                </c:pt>
              </c:numCache>
            </c:numRef>
          </c:val>
          <c:extLst>
            <c:ext xmlns:c16="http://schemas.microsoft.com/office/drawing/2014/chart" uri="{C3380CC4-5D6E-409C-BE32-E72D297353CC}">
              <c16:uniqueId val="{00000000-B375-6D46-B21E-1CB5CCEB479D}"/>
            </c:ext>
          </c:extLst>
        </c:ser>
        <c:ser>
          <c:idx val="1"/>
          <c:order val="1"/>
          <c:tx>
            <c:strRef>
              <c:f>Sheet1!$C$1</c:f>
              <c:strCache>
                <c:ptCount val="1"/>
                <c:pt idx="0">
                  <c:v>RoW</c:v>
                </c:pt>
              </c:strCache>
            </c:strRef>
          </c:tx>
          <c:spPr>
            <a:solidFill>
              <a:srgbClr val="7FD7A7"/>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Sheet1!$C$2:$C$8</c:f>
              <c:numCache>
                <c:formatCode>"$"#,##0.0_);[Red]\("$"#,##0.0\)</c:formatCode>
                <c:ptCount val="7"/>
                <c:pt idx="0" formatCode="&quot;$&quot;\ #,##0.0;[Red]\-&quot;$&quot;\ #,##0.0">
                  <c:v>173</c:v>
                </c:pt>
                <c:pt idx="1">
                  <c:v>186.3</c:v>
                </c:pt>
                <c:pt idx="2">
                  <c:v>223.9</c:v>
                </c:pt>
                <c:pt idx="3">
                  <c:v>257.8</c:v>
                </c:pt>
                <c:pt idx="4">
                  <c:v>296.89999999999998</c:v>
                </c:pt>
                <c:pt idx="5">
                  <c:v>342.1</c:v>
                </c:pt>
                <c:pt idx="6">
                  <c:v>394.3</c:v>
                </c:pt>
              </c:numCache>
            </c:numRef>
          </c:val>
          <c:extLst>
            <c:ext xmlns:c16="http://schemas.microsoft.com/office/drawing/2014/chart" uri="{C3380CC4-5D6E-409C-BE32-E72D297353CC}">
              <c16:uniqueId val="{00000001-B375-6D46-B21E-1CB5CCEB479D}"/>
            </c:ext>
          </c:extLst>
        </c:ser>
        <c:ser>
          <c:idx val="2"/>
          <c:order val="2"/>
          <c:tx>
            <c:strRef>
              <c:f>Sheet1!$D$1</c:f>
              <c:strCache>
                <c:ptCount val="1"/>
                <c:pt idx="0">
                  <c:v>Total</c:v>
                </c:pt>
              </c:strCache>
            </c:strRef>
          </c:tx>
          <c:spPr>
            <a:noFill/>
            <a:ln>
              <a:noFill/>
            </a:ln>
            <a:effectLst/>
          </c:spPr>
          <c:invertIfNegative val="0"/>
          <c:dLbls>
            <c:spPr>
              <a:noFill/>
              <a:ln>
                <a:noFill/>
              </a:ln>
              <a:effectLst/>
            </c:spPr>
            <c:txPr>
              <a:bodyPr rot="0" spcFirstLastPara="1" vertOverflow="ellipsis" vert="horz" wrap="square" anchor="ctr" anchorCtr="1"/>
              <a:lstStyle/>
              <a:p>
                <a:pPr>
                  <a:defRPr sz="1200" b="1" i="0" u="none" strike="noStrike" kern="1200" baseline="0">
                    <a:solidFill>
                      <a:schemeClr val="tx1"/>
                    </a:solidFill>
                    <a:latin typeface="IBM Plex Sans" panose="020B0503050203000203" pitchFamily="34" charset="0"/>
                    <a:ea typeface="+mn-ea"/>
                    <a:cs typeface="+mn-cs"/>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Sheet1!$D$2:$D$8</c:f>
              <c:numCache>
                <c:formatCode>"$"\ #,##0.0;[Red]\-"$"\ #,##0.0</c:formatCode>
                <c:ptCount val="7"/>
                <c:pt idx="0">
                  <c:v>218.9</c:v>
                </c:pt>
                <c:pt idx="1">
                  <c:v>248.8</c:v>
                </c:pt>
                <c:pt idx="2">
                  <c:v>297.10000000000002</c:v>
                </c:pt>
                <c:pt idx="3">
                  <c:v>340.6</c:v>
                </c:pt>
                <c:pt idx="4">
                  <c:v>390.59999999999997</c:v>
                </c:pt>
                <c:pt idx="5">
                  <c:v>448.40000000000003</c:v>
                </c:pt>
                <c:pt idx="6">
                  <c:v>514.9</c:v>
                </c:pt>
              </c:numCache>
            </c:numRef>
          </c:val>
          <c:extLst>
            <c:ext xmlns:c16="http://schemas.microsoft.com/office/drawing/2014/chart" uri="{C3380CC4-5D6E-409C-BE32-E72D297353CC}">
              <c16:uniqueId val="{00000002-B375-6D46-B21E-1CB5CCEB479D}"/>
            </c:ext>
          </c:extLst>
        </c:ser>
        <c:dLbls>
          <c:dLblPos val="ctr"/>
          <c:showLegendKey val="0"/>
          <c:showVal val="1"/>
          <c:showCatName val="0"/>
          <c:showSerName val="0"/>
          <c:showPercent val="0"/>
          <c:showBubbleSize val="0"/>
        </c:dLbls>
        <c:gapWidth val="100"/>
        <c:overlap val="100"/>
        <c:axId val="786039392"/>
        <c:axId val="786054272"/>
      </c:barChart>
      <c:catAx>
        <c:axId val="786039392"/>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max val="520"/>
        </c:scaling>
        <c:delete val="1"/>
        <c:axPos val="l"/>
        <c:numFmt formatCode="&quot;$&quot;\ #,##0.0;[Red]\-&quot;$&quot;\ #,##0.0" sourceLinked="1"/>
        <c:majorTickMark val="out"/>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400">
          <a:solidFill>
            <a:schemeClr val="tx1"/>
          </a:solidFill>
          <a:latin typeface="IBM Plex Sans" panose="020B0503050203000203" pitchFamily="34" charset="0"/>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6791386415559867E-2"/>
          <c:y val="5.4197517287563626E-2"/>
          <c:w val="0.92320858377654436"/>
          <c:h val="0.60845822671369687"/>
        </c:manualLayout>
      </c:layout>
      <c:barChart>
        <c:barDir val="col"/>
        <c:grouping val="clustered"/>
        <c:varyColors val="0"/>
        <c:ser>
          <c:idx val="0"/>
          <c:order val="0"/>
          <c:tx>
            <c:strRef>
              <c:f>Sheet1!$B$1</c:f>
              <c:strCache>
                <c:ptCount val="1"/>
                <c:pt idx="0">
                  <c:v>Column2</c:v>
                </c:pt>
              </c:strCache>
            </c:strRef>
          </c:tx>
          <c:spPr>
            <a:solidFill>
              <a:srgbClr val="B482DA"/>
            </a:solidFill>
            <a:ln w="9525">
              <a:noFill/>
            </a:ln>
            <a:effectLst/>
          </c:spPr>
          <c:invertIfNegative val="0"/>
          <c:dLbls>
            <c:dLbl>
              <c:idx val="2"/>
              <c:layout>
                <c:manualLayout>
                  <c:x val="3.2686219707823883E-17"/>
                  <c:y val="-3.278688524590150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0A9-B34A-9ED7-0AF3DAF284B9}"/>
                </c:ext>
              </c:extLst>
            </c:dLbl>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IBM Plex Sans" panose="020B060402020202020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Mordor</c:v>
                </c:pt>
                <c:pt idx="1">
                  <c:v>BRI</c:v>
                </c:pt>
                <c:pt idx="2">
                  <c:v>MRA</c:v>
                </c:pt>
                <c:pt idx="3">
                  <c:v>Google's historical growth</c:v>
                </c:pt>
                <c:pt idx="4">
                  <c:v>McKinsey</c:v>
                </c:pt>
                <c:pt idx="5">
                  <c:v>TTMS</c:v>
                </c:pt>
                <c:pt idx="6">
                  <c:v>Gartner 2026</c:v>
                </c:pt>
              </c:strCache>
            </c:strRef>
          </c:cat>
          <c:val>
            <c:numRef>
              <c:f>Sheet1!$B$2:$B$8</c:f>
              <c:numCache>
                <c:formatCode>General</c:formatCode>
                <c:ptCount val="7"/>
              </c:numCache>
            </c:numRef>
          </c:val>
          <c:extLst>
            <c:ext xmlns:c16="http://schemas.microsoft.com/office/drawing/2014/chart" uri="{C3380CC4-5D6E-409C-BE32-E72D297353CC}">
              <c16:uniqueId val="{00000001-30A9-B34A-9ED7-0AF3DAF284B9}"/>
            </c:ext>
          </c:extLst>
        </c:ser>
        <c:ser>
          <c:idx val="1"/>
          <c:order val="1"/>
          <c:tx>
            <c:strRef>
              <c:f>Sheet1!$C$1</c:f>
              <c:strCache>
                <c:ptCount val="1"/>
                <c:pt idx="0">
                  <c:v>Column3</c:v>
                </c:pt>
              </c:strCache>
            </c:strRef>
          </c:tx>
          <c:spPr>
            <a:solidFill>
              <a:srgbClr val="9DC3E6"/>
            </a:solidFill>
            <a:ln>
              <a:noFill/>
            </a:ln>
            <a:effectLst/>
          </c:spPr>
          <c:invertIfNegative val="0"/>
          <c:dLbls>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IBM Plex Sans" panose="020B060402020202020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Mordor</c:v>
                </c:pt>
                <c:pt idx="1">
                  <c:v>BRI</c:v>
                </c:pt>
                <c:pt idx="2">
                  <c:v>MRA</c:v>
                </c:pt>
                <c:pt idx="3">
                  <c:v>Google's historical growth</c:v>
                </c:pt>
                <c:pt idx="4">
                  <c:v>McKinsey</c:v>
                </c:pt>
                <c:pt idx="5">
                  <c:v>TTMS</c:v>
                </c:pt>
                <c:pt idx="6">
                  <c:v>Gartner 2026</c:v>
                </c:pt>
              </c:strCache>
            </c:strRef>
          </c:cat>
          <c:val>
            <c:numRef>
              <c:f>Sheet1!$C$2:$C$8</c:f>
              <c:numCache>
                <c:formatCode>0.00"%";\ \(0.00"%"\)</c:formatCode>
                <c:ptCount val="7"/>
                <c:pt idx="0">
                  <c:v>6.4</c:v>
                </c:pt>
                <c:pt idx="1">
                  <c:v>5.6</c:v>
                </c:pt>
                <c:pt idx="2">
                  <c:v>9.1999999999999993</c:v>
                </c:pt>
                <c:pt idx="3">
                  <c:v>10.7</c:v>
                </c:pt>
              </c:numCache>
            </c:numRef>
          </c:val>
          <c:extLst>
            <c:ext xmlns:c16="http://schemas.microsoft.com/office/drawing/2014/chart" uri="{C3380CC4-5D6E-409C-BE32-E72D297353CC}">
              <c16:uniqueId val="{00000002-30A9-B34A-9ED7-0AF3DAF284B9}"/>
            </c:ext>
          </c:extLst>
        </c:ser>
        <c:ser>
          <c:idx val="2"/>
          <c:order val="2"/>
          <c:tx>
            <c:strRef>
              <c:f>Sheet1!$D$1</c:f>
              <c:strCache>
                <c:ptCount val="1"/>
                <c:pt idx="0">
                  <c:v>Column4</c:v>
                </c:pt>
              </c:strCache>
            </c:strRef>
          </c:tx>
          <c:spPr>
            <a:solidFill>
              <a:srgbClr val="7FD7A7"/>
            </a:solidFill>
            <a:ln>
              <a:noFill/>
            </a:ln>
            <a:effectLst/>
          </c:spPr>
          <c:invertIfNegative val="0"/>
          <c:dLbls>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IBM Plex Sans" panose="020B060402020202020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Mordor</c:v>
                </c:pt>
                <c:pt idx="1">
                  <c:v>BRI</c:v>
                </c:pt>
                <c:pt idx="2">
                  <c:v>MRA</c:v>
                </c:pt>
                <c:pt idx="3">
                  <c:v>Google's historical growth</c:v>
                </c:pt>
                <c:pt idx="4">
                  <c:v>McKinsey</c:v>
                </c:pt>
                <c:pt idx="5">
                  <c:v>TTMS</c:v>
                </c:pt>
                <c:pt idx="6">
                  <c:v>Gartner 2026</c:v>
                </c:pt>
              </c:strCache>
            </c:strRef>
          </c:cat>
          <c:val>
            <c:numRef>
              <c:f>Sheet1!$D$2:$D$8</c:f>
              <c:numCache>
                <c:formatCode>General</c:formatCode>
                <c:ptCount val="7"/>
                <c:pt idx="4" formatCode="0.00&quot;%&quot;;\ \(0.00&quot;%&quot;\)">
                  <c:v>-15.91</c:v>
                </c:pt>
                <c:pt idx="5" formatCode="0.00&quot;%&quot;;\ \(0.00&quot;%&quot;\)">
                  <c:v>-15.66</c:v>
                </c:pt>
                <c:pt idx="6" formatCode="0.00&quot;%&quot;;\ \(0.00&quot;%&quot;\)">
                  <c:v>-13.4</c:v>
                </c:pt>
              </c:numCache>
            </c:numRef>
          </c:val>
          <c:extLst>
            <c:ext xmlns:c16="http://schemas.microsoft.com/office/drawing/2014/chart" uri="{C3380CC4-5D6E-409C-BE32-E72D297353CC}">
              <c16:uniqueId val="{00000003-30A9-B34A-9ED7-0AF3DAF284B9}"/>
            </c:ext>
          </c:extLst>
        </c:ser>
        <c:dLbls>
          <c:dLblPos val="outEnd"/>
          <c:showLegendKey val="0"/>
          <c:showVal val="1"/>
          <c:showCatName val="0"/>
          <c:showSerName val="0"/>
          <c:showPercent val="0"/>
          <c:showBubbleSize val="0"/>
        </c:dLbls>
        <c:gapWidth val="100"/>
        <c:overlap val="100"/>
        <c:axId val="528572975"/>
        <c:axId val="528571535"/>
      </c:barChart>
      <c:catAx>
        <c:axId val="528572975"/>
        <c:scaling>
          <c:orientation val="minMax"/>
        </c:scaling>
        <c:delete val="0"/>
        <c:axPos val="b"/>
        <c:numFmt formatCode="General" sourceLinked="1"/>
        <c:majorTickMark val="none"/>
        <c:minorTickMark val="none"/>
        <c:tickLblPos val="low"/>
        <c:spPr>
          <a:noFill/>
          <a:ln w="6350" cap="flat" cmpd="sng" algn="ctr">
            <a:solidFill>
              <a:schemeClr val="tx1"/>
            </a:solidFill>
            <a:round/>
          </a:ln>
          <a:effectLst/>
        </c:spPr>
        <c:txPr>
          <a:bodyPr rot="-60000000" spcFirstLastPara="1" vertOverflow="ellipsis" vert="horz" wrap="square" anchor="ctr" anchorCtr="1"/>
          <a:lstStyle/>
          <a:p>
            <a:pPr>
              <a:defRPr sz="800" b="0" i="0" u="none" strike="noStrike" kern="1200" baseline="0">
                <a:solidFill>
                  <a:schemeClr val="tx1"/>
                </a:solidFill>
                <a:latin typeface="IBM Plex Sans" panose="020B0604020202020204" charset="0"/>
                <a:ea typeface="+mn-ea"/>
                <a:cs typeface="+mn-cs"/>
              </a:defRPr>
            </a:pPr>
            <a:endParaRPr lang="en-US"/>
          </a:p>
        </c:txPr>
        <c:crossAx val="528571535"/>
        <c:crosses val="autoZero"/>
        <c:auto val="1"/>
        <c:lblAlgn val="ctr"/>
        <c:lblOffset val="100"/>
        <c:noMultiLvlLbl val="0"/>
      </c:catAx>
      <c:valAx>
        <c:axId val="528571535"/>
        <c:scaling>
          <c:orientation val="minMax"/>
          <c:min val="-20"/>
        </c:scaling>
        <c:delete val="0"/>
        <c:axPos val="l"/>
        <c:numFmt formatCode="0&quot;%&quot;" sourceLinked="0"/>
        <c:majorTickMark val="none"/>
        <c:minorTickMark val="none"/>
        <c:tickLblPos val="nextTo"/>
        <c:spPr>
          <a:noFill/>
          <a:ln w="6350">
            <a:solidFill>
              <a:schemeClr val="tx1"/>
            </a:solidFill>
          </a:ln>
          <a:effectLst/>
        </c:spPr>
        <c:txPr>
          <a:bodyPr rot="-60000000" spcFirstLastPara="1" vertOverflow="ellipsis" vert="horz" wrap="square" anchor="ctr" anchorCtr="1"/>
          <a:lstStyle/>
          <a:p>
            <a:pPr>
              <a:defRPr sz="800" b="0" i="0" u="none" strike="noStrike" kern="1200" baseline="0">
                <a:solidFill>
                  <a:schemeClr val="tx1"/>
                </a:solidFill>
                <a:latin typeface="IBM Plex Sans" panose="020B0604020202020204" charset="0"/>
                <a:ea typeface="+mn-ea"/>
                <a:cs typeface="+mn-cs"/>
              </a:defRPr>
            </a:pPr>
            <a:endParaRPr lang="en-US"/>
          </a:p>
        </c:txPr>
        <c:crossAx val="528572975"/>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solidFill>
            <a:schemeClr val="tx1"/>
          </a:solidFill>
          <a:latin typeface="IBM Plex Sans" panose="020B0604020202020204" charset="0"/>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63E1-4A30-96B8-00228E57F9E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0.00</c:formatCode>
                <c:ptCount val="2"/>
                <c:pt idx="0">
                  <c:v>0.1</c:v>
                </c:pt>
                <c:pt idx="1">
                  <c:v>0.12</c:v>
                </c:pt>
              </c:numCache>
            </c:numRef>
          </c:val>
          <c:extLst>
            <c:ext xmlns:c16="http://schemas.microsoft.com/office/drawing/2014/chart" uri="{C3380CC4-5D6E-409C-BE32-E72D297353CC}">
              <c16:uniqueId val="{00000002-63E1-4A30-96B8-00228E57F9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63E1-4A30-96B8-00228E57F9E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0.00</c:formatCode>
                <c:ptCount val="2"/>
                <c:pt idx="0">
                  <c:v>0.13550000000000001</c:v>
                </c:pt>
                <c:pt idx="1">
                  <c:v>0.18</c:v>
                </c:pt>
              </c:numCache>
            </c:numRef>
          </c:val>
          <c:extLst>
            <c:ext xmlns:c16="http://schemas.microsoft.com/office/drawing/2014/chart" uri="{C3380CC4-5D6E-409C-BE32-E72D297353CC}">
              <c16:uniqueId val="{00000002-63E1-4A30-96B8-00228E57F9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63E1-4A30-96B8-00228E57F9E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0.00</c:formatCode>
                <c:ptCount val="2"/>
                <c:pt idx="0">
                  <c:v>0.32</c:v>
                </c:pt>
                <c:pt idx="1">
                  <c:v>0.41</c:v>
                </c:pt>
              </c:numCache>
            </c:numRef>
          </c:val>
          <c:extLst>
            <c:ext xmlns:c16="http://schemas.microsoft.com/office/drawing/2014/chart" uri="{C3380CC4-5D6E-409C-BE32-E72D297353CC}">
              <c16:uniqueId val="{00000002-63E1-4A30-96B8-00228E57F9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63E1-4A30-96B8-00228E57F9E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0.00</c:formatCode>
                <c:ptCount val="2"/>
                <c:pt idx="0">
                  <c:v>0.56000000000000005</c:v>
                </c:pt>
                <c:pt idx="1">
                  <c:v>0.77</c:v>
                </c:pt>
              </c:numCache>
            </c:numRef>
          </c:val>
          <c:extLst>
            <c:ext xmlns:c16="http://schemas.microsoft.com/office/drawing/2014/chart" uri="{C3380CC4-5D6E-409C-BE32-E72D297353CC}">
              <c16:uniqueId val="{00000002-63E1-4A30-96B8-00228E57F9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63E1-4A30-96B8-00228E57F9E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0.00</c:formatCode>
                <c:ptCount val="2"/>
                <c:pt idx="0">
                  <c:v>0.1</c:v>
                </c:pt>
                <c:pt idx="1">
                  <c:v>0.14000000000000001</c:v>
                </c:pt>
              </c:numCache>
            </c:numRef>
          </c:val>
          <c:extLst>
            <c:ext xmlns:c16="http://schemas.microsoft.com/office/drawing/2014/chart" uri="{C3380CC4-5D6E-409C-BE32-E72D297353CC}">
              <c16:uniqueId val="{00000002-63E1-4A30-96B8-00228E57F9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63E1-4A30-96B8-00228E57F9E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0.00</c:formatCode>
                <c:ptCount val="2"/>
                <c:pt idx="0">
                  <c:v>0.14000000000000001</c:v>
                </c:pt>
                <c:pt idx="1">
                  <c:v>0.21</c:v>
                </c:pt>
              </c:numCache>
            </c:numRef>
          </c:val>
          <c:extLst>
            <c:ext xmlns:c16="http://schemas.microsoft.com/office/drawing/2014/chart" uri="{C3380CC4-5D6E-409C-BE32-E72D297353CC}">
              <c16:uniqueId val="{00000002-63E1-4A30-96B8-00228E57F9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63E1-4A30-96B8-00228E57F9E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0.00</c:formatCode>
                <c:ptCount val="2"/>
                <c:pt idx="0">
                  <c:v>0.32</c:v>
                </c:pt>
                <c:pt idx="1">
                  <c:v>0.5</c:v>
                </c:pt>
              </c:numCache>
            </c:numRef>
          </c:val>
          <c:extLst>
            <c:ext xmlns:c16="http://schemas.microsoft.com/office/drawing/2014/chart" uri="{C3380CC4-5D6E-409C-BE32-E72D297353CC}">
              <c16:uniqueId val="{00000002-63E1-4A30-96B8-00228E57F9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63E1-4A30-96B8-00228E57F9E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0.00</c:formatCode>
                <c:ptCount val="2"/>
                <c:pt idx="0">
                  <c:v>0.56000000000000005</c:v>
                </c:pt>
                <c:pt idx="1">
                  <c:v>0.93</c:v>
                </c:pt>
              </c:numCache>
            </c:numRef>
          </c:val>
          <c:extLst>
            <c:ext xmlns:c16="http://schemas.microsoft.com/office/drawing/2014/chart" uri="{C3380CC4-5D6E-409C-BE32-E72D297353CC}">
              <c16:uniqueId val="{00000002-63E1-4A30-96B8-00228E57F9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63E1-4A30-96B8-00228E57F9E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0.00</c:formatCode>
                <c:ptCount val="2"/>
                <c:pt idx="0">
                  <c:v>0.1</c:v>
                </c:pt>
                <c:pt idx="1">
                  <c:v>0.05</c:v>
                </c:pt>
              </c:numCache>
            </c:numRef>
          </c:val>
          <c:extLst>
            <c:ext xmlns:c16="http://schemas.microsoft.com/office/drawing/2014/chart" uri="{C3380CC4-5D6E-409C-BE32-E72D297353CC}">
              <c16:uniqueId val="{00000002-63E1-4A30-96B8-00228E57F9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63E1-4A30-96B8-00228E57F9E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0.00</c:formatCode>
                <c:ptCount val="2"/>
                <c:pt idx="0">
                  <c:v>0.14000000000000001</c:v>
                </c:pt>
                <c:pt idx="1">
                  <c:v>7.0000000000000007E-2</c:v>
                </c:pt>
              </c:numCache>
            </c:numRef>
          </c:val>
          <c:extLst>
            <c:ext xmlns:c16="http://schemas.microsoft.com/office/drawing/2014/chart" uri="{C3380CC4-5D6E-409C-BE32-E72D297353CC}">
              <c16:uniqueId val="{00000002-63E1-4A30-96B8-00228E57F9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63E1-4A30-96B8-00228E57F9E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0.00</c:formatCode>
                <c:ptCount val="2"/>
                <c:pt idx="0">
                  <c:v>0.32</c:v>
                </c:pt>
                <c:pt idx="1">
                  <c:v>0.16</c:v>
                </c:pt>
              </c:numCache>
            </c:numRef>
          </c:val>
          <c:extLst>
            <c:ext xmlns:c16="http://schemas.microsoft.com/office/drawing/2014/chart" uri="{C3380CC4-5D6E-409C-BE32-E72D297353CC}">
              <c16:uniqueId val="{00000002-63E1-4A30-96B8-00228E57F9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63E1-4A30-96B8-00228E57F9E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2025</c:v>
                </c:pt>
                <c:pt idx="1">
                  <c:v>2030</c:v>
                </c:pt>
              </c:numCache>
            </c:numRef>
          </c:cat>
          <c:val>
            <c:numRef>
              <c:f>Sheet1!$B$2:$B$3</c:f>
              <c:numCache>
                <c:formatCode>0.00</c:formatCode>
                <c:ptCount val="2"/>
                <c:pt idx="0">
                  <c:v>0.56000000000000005</c:v>
                </c:pt>
                <c:pt idx="1">
                  <c:v>0.31</c:v>
                </c:pt>
              </c:numCache>
            </c:numRef>
          </c:val>
          <c:extLst>
            <c:ext xmlns:c16="http://schemas.microsoft.com/office/drawing/2014/chart" uri="{C3380CC4-5D6E-409C-BE32-E72D297353CC}">
              <c16:uniqueId val="{00000002-63E1-4A30-96B8-00228E57F9E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053381560421425"/>
          <c:w val="1"/>
          <c:h val="0.62903961499306293"/>
        </c:manualLayout>
      </c:layout>
      <c:barChart>
        <c:barDir val="col"/>
        <c:grouping val="stacked"/>
        <c:varyColors val="0"/>
        <c:ser>
          <c:idx val="0"/>
          <c:order val="0"/>
          <c:tx>
            <c:strRef>
              <c:f>Sheet1!$B$1</c:f>
              <c:strCache>
                <c:ptCount val="1"/>
                <c:pt idx="0">
                  <c:v>US</c:v>
                </c:pt>
              </c:strCache>
            </c:strRef>
          </c:tx>
          <c:spPr>
            <a:solidFill>
              <a:srgbClr val="C197E1"/>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Sheet1!$B$2:$B$8</c:f>
              <c:numCache>
                <c:formatCode>"$"#,##0.0_);[Red]\("$"#,##0.0\)</c:formatCode>
                <c:ptCount val="7"/>
                <c:pt idx="0" formatCode="&quot;$&quot;\ #,##0.0;[Red]\-&quot;$&quot;\ #,##0.0">
                  <c:v>19.327999999999999</c:v>
                </c:pt>
                <c:pt idx="1">
                  <c:v>24.9</c:v>
                </c:pt>
                <c:pt idx="2">
                  <c:v>29.1</c:v>
                </c:pt>
                <c:pt idx="3">
                  <c:v>31.5</c:v>
                </c:pt>
                <c:pt idx="4">
                  <c:v>34.1</c:v>
                </c:pt>
                <c:pt idx="5">
                  <c:v>36.9</c:v>
                </c:pt>
                <c:pt idx="6">
                  <c:v>39.9</c:v>
                </c:pt>
              </c:numCache>
            </c:numRef>
          </c:val>
          <c:extLst>
            <c:ext xmlns:c16="http://schemas.microsoft.com/office/drawing/2014/chart" uri="{C3380CC4-5D6E-409C-BE32-E72D297353CC}">
              <c16:uniqueId val="{00000000-263A-FA40-BC98-02E21FAA27E9}"/>
            </c:ext>
          </c:extLst>
        </c:ser>
        <c:ser>
          <c:idx val="1"/>
          <c:order val="1"/>
          <c:tx>
            <c:strRef>
              <c:f>Sheet1!$C$1</c:f>
              <c:strCache>
                <c:ptCount val="1"/>
                <c:pt idx="0">
                  <c:v>RoW</c:v>
                </c:pt>
              </c:strCache>
            </c:strRef>
          </c:tx>
          <c:spPr>
            <a:solidFill>
              <a:srgbClr val="7FD7A7"/>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Sheet1!$C$2:$C$8</c:f>
              <c:numCache>
                <c:formatCode>"$"#,##0.0_);[Red]\("$"#,##0.0\)</c:formatCode>
                <c:ptCount val="7"/>
                <c:pt idx="0" formatCode="&quot;$&quot;\ #,##0.0;[Red]\-&quot;$&quot;\ #,##0.0">
                  <c:v>26.6</c:v>
                </c:pt>
                <c:pt idx="1">
                  <c:v>37.6</c:v>
                </c:pt>
                <c:pt idx="2">
                  <c:v>44.1</c:v>
                </c:pt>
                <c:pt idx="3">
                  <c:v>51.3</c:v>
                </c:pt>
                <c:pt idx="4">
                  <c:v>59.6</c:v>
                </c:pt>
                <c:pt idx="5">
                  <c:v>69.400000000000006</c:v>
                </c:pt>
                <c:pt idx="6">
                  <c:v>80.7</c:v>
                </c:pt>
              </c:numCache>
            </c:numRef>
          </c:val>
          <c:extLst>
            <c:ext xmlns:c16="http://schemas.microsoft.com/office/drawing/2014/chart" uri="{C3380CC4-5D6E-409C-BE32-E72D297353CC}">
              <c16:uniqueId val="{00000001-263A-FA40-BC98-02E21FAA27E9}"/>
            </c:ext>
          </c:extLst>
        </c:ser>
        <c:ser>
          <c:idx val="2"/>
          <c:order val="2"/>
          <c:tx>
            <c:strRef>
              <c:f>Sheet1!$D$1</c:f>
              <c:strCache>
                <c:ptCount val="1"/>
                <c:pt idx="0">
                  <c:v>Total</c:v>
                </c:pt>
              </c:strCache>
            </c:strRef>
          </c:tx>
          <c:spPr>
            <a:noFill/>
            <a:ln>
              <a:noFill/>
            </a:ln>
            <a:effectLst/>
          </c:spPr>
          <c:invertIfNegative val="0"/>
          <c:dLbls>
            <c:spPr>
              <a:noFill/>
              <a:ln>
                <a:noFill/>
              </a:ln>
              <a:effectLst/>
            </c:spPr>
            <c:txPr>
              <a:bodyPr rot="0" spcFirstLastPara="1" vertOverflow="ellipsis" vert="horz" wrap="square" anchor="ctr" anchorCtr="1"/>
              <a:lstStyle/>
              <a:p>
                <a:pPr>
                  <a:defRPr sz="1200" b="1" i="0" u="none" strike="noStrike" kern="1200" baseline="0">
                    <a:solidFill>
                      <a:schemeClr val="tx1"/>
                    </a:solidFill>
                    <a:latin typeface="IBM Plex Sans" panose="020B0503050203000203" pitchFamily="34" charset="0"/>
                    <a:ea typeface="+mn-ea"/>
                    <a:cs typeface="+mn-cs"/>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Sheet1!$D$2:$D$8</c:f>
              <c:numCache>
                <c:formatCode>"$"\ #,##0.0;[Red]\-"$"\ #,##0.0</c:formatCode>
                <c:ptCount val="7"/>
                <c:pt idx="0">
                  <c:v>45.927999999999997</c:v>
                </c:pt>
                <c:pt idx="1">
                  <c:v>62.5</c:v>
                </c:pt>
                <c:pt idx="2">
                  <c:v>73.2</c:v>
                </c:pt>
                <c:pt idx="3">
                  <c:v>82.8</c:v>
                </c:pt>
                <c:pt idx="4">
                  <c:v>93.7</c:v>
                </c:pt>
                <c:pt idx="5">
                  <c:v>106.30000000000001</c:v>
                </c:pt>
                <c:pt idx="6">
                  <c:v>120.6</c:v>
                </c:pt>
              </c:numCache>
            </c:numRef>
          </c:val>
          <c:extLst>
            <c:ext xmlns:c16="http://schemas.microsoft.com/office/drawing/2014/chart" uri="{C3380CC4-5D6E-409C-BE32-E72D297353CC}">
              <c16:uniqueId val="{00000002-263A-FA40-BC98-02E21FAA27E9}"/>
            </c:ext>
          </c:extLst>
        </c:ser>
        <c:dLbls>
          <c:dLblPos val="ctr"/>
          <c:showLegendKey val="0"/>
          <c:showVal val="1"/>
          <c:showCatName val="0"/>
          <c:showSerName val="0"/>
          <c:showPercent val="0"/>
          <c:showBubbleSize val="0"/>
        </c:dLbls>
        <c:gapWidth val="100"/>
        <c:overlap val="100"/>
        <c:axId val="786039392"/>
        <c:axId val="786054272"/>
      </c:barChart>
      <c:catAx>
        <c:axId val="786039392"/>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max val="125"/>
        </c:scaling>
        <c:delete val="1"/>
        <c:axPos val="l"/>
        <c:numFmt formatCode="&quot;$&quot;\ #,##0.0;[Red]\-&quot;$&quot;\ #,##0.0" sourceLinked="1"/>
        <c:majorTickMark val="out"/>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400">
          <a:solidFill>
            <a:schemeClr val="tx1"/>
          </a:solidFill>
          <a:latin typeface="IBM Plex Sans" panose="020B0503050203000203" pitchFamily="34" charset="0"/>
        </a:defRPr>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053381560421425"/>
          <c:w val="1"/>
          <c:h val="0.53912827110744277"/>
        </c:manualLayout>
      </c:layout>
      <c:barChart>
        <c:barDir val="col"/>
        <c:grouping val="stacked"/>
        <c:varyColors val="0"/>
        <c:ser>
          <c:idx val="0"/>
          <c:order val="0"/>
          <c:tx>
            <c:strRef>
              <c:f>Sheet1!$B$1</c:f>
              <c:strCache>
                <c:ptCount val="1"/>
                <c:pt idx="0">
                  <c:v>Desktop</c:v>
                </c:pt>
              </c:strCache>
            </c:strRef>
          </c:tx>
          <c:spPr>
            <a:solidFill>
              <a:srgbClr val="C197E1"/>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Sheet1!$B$2:$B$8</c:f>
              <c:numCache>
                <c:formatCode>"$"#,##0.0_);[Red]\("$"#,##0.0\)</c:formatCode>
                <c:ptCount val="7"/>
                <c:pt idx="0" formatCode="&quot;$&quot;\ #,##0.0;[Red]\-&quot;$&quot;\ #,##0.0">
                  <c:v>63.36</c:v>
                </c:pt>
                <c:pt idx="1">
                  <c:v>73.2</c:v>
                </c:pt>
                <c:pt idx="2">
                  <c:v>90.6</c:v>
                </c:pt>
                <c:pt idx="3">
                  <c:v>101.3</c:v>
                </c:pt>
                <c:pt idx="4">
                  <c:v>113.3</c:v>
                </c:pt>
                <c:pt idx="5">
                  <c:v>126.7</c:v>
                </c:pt>
                <c:pt idx="6">
                  <c:v>141.69999999999999</c:v>
                </c:pt>
              </c:numCache>
            </c:numRef>
          </c:val>
          <c:extLst>
            <c:ext xmlns:c16="http://schemas.microsoft.com/office/drawing/2014/chart" uri="{C3380CC4-5D6E-409C-BE32-E72D297353CC}">
              <c16:uniqueId val="{00000000-6578-7D42-8171-69B858014E56}"/>
            </c:ext>
          </c:extLst>
        </c:ser>
        <c:ser>
          <c:idx val="1"/>
          <c:order val="1"/>
          <c:tx>
            <c:strRef>
              <c:f>Sheet1!$C$1</c:f>
              <c:strCache>
                <c:ptCount val="1"/>
                <c:pt idx="0">
                  <c:v>Mobile</c:v>
                </c:pt>
              </c:strCache>
            </c:strRef>
          </c:tx>
          <c:spPr>
            <a:solidFill>
              <a:srgbClr val="7FD7A7"/>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Sheet1!$C$2:$C$8</c:f>
              <c:numCache>
                <c:formatCode>"$"#,##0.0_);[Red]\("$"#,##0.0\)</c:formatCode>
                <c:ptCount val="7"/>
                <c:pt idx="0" formatCode="&quot;$&quot;\ #,##0.0;[Red]\-&quot;$&quot;\ #,##0.0">
                  <c:v>109.63</c:v>
                </c:pt>
                <c:pt idx="1">
                  <c:v>113.1</c:v>
                </c:pt>
                <c:pt idx="2">
                  <c:v>133.30000000000001</c:v>
                </c:pt>
                <c:pt idx="3">
                  <c:v>156.4</c:v>
                </c:pt>
                <c:pt idx="4">
                  <c:v>183.5</c:v>
                </c:pt>
                <c:pt idx="5">
                  <c:v>215.3</c:v>
                </c:pt>
                <c:pt idx="6">
                  <c:v>252.6</c:v>
                </c:pt>
              </c:numCache>
            </c:numRef>
          </c:val>
          <c:extLst>
            <c:ext xmlns:c16="http://schemas.microsoft.com/office/drawing/2014/chart" uri="{C3380CC4-5D6E-409C-BE32-E72D297353CC}">
              <c16:uniqueId val="{00000001-6578-7D42-8171-69B858014E56}"/>
            </c:ext>
          </c:extLst>
        </c:ser>
        <c:ser>
          <c:idx val="2"/>
          <c:order val="2"/>
          <c:tx>
            <c:strRef>
              <c:f>Sheet1!$D$1</c:f>
              <c:strCache>
                <c:ptCount val="1"/>
                <c:pt idx="0">
                  <c:v>Total</c:v>
                </c:pt>
              </c:strCache>
            </c:strRef>
          </c:tx>
          <c:spPr>
            <a:noFill/>
            <a:ln>
              <a:noFill/>
            </a:ln>
            <a:effectLst/>
          </c:spPr>
          <c:invertIfNegative val="0"/>
          <c:dLbls>
            <c:spPr>
              <a:noFill/>
              <a:ln>
                <a:noFill/>
              </a:ln>
              <a:effectLst/>
            </c:spPr>
            <c:txPr>
              <a:bodyPr rot="0" spcFirstLastPara="1" vertOverflow="ellipsis" vert="horz" wrap="square" anchor="ctr" anchorCtr="1"/>
              <a:lstStyle/>
              <a:p>
                <a:pPr>
                  <a:defRPr sz="1200" b="1" i="0" u="none" strike="noStrike" kern="1200" baseline="0">
                    <a:solidFill>
                      <a:schemeClr val="tx1"/>
                    </a:solidFill>
                    <a:latin typeface="IBM Plex Sans" panose="020B0503050203000203" pitchFamily="34" charset="0"/>
                    <a:ea typeface="+mn-ea"/>
                    <a:cs typeface="+mn-cs"/>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Sheet1!$D$2:$D$8</c:f>
              <c:numCache>
                <c:formatCode>"$"\ #,##0.0;[Red]\-"$"\ #,##0.0</c:formatCode>
                <c:ptCount val="7"/>
                <c:pt idx="0">
                  <c:v>172.99</c:v>
                </c:pt>
                <c:pt idx="1">
                  <c:v>186.3</c:v>
                </c:pt>
                <c:pt idx="2">
                  <c:v>223.9</c:v>
                </c:pt>
                <c:pt idx="3">
                  <c:v>257.7</c:v>
                </c:pt>
                <c:pt idx="4">
                  <c:v>296.8</c:v>
                </c:pt>
                <c:pt idx="5">
                  <c:v>342</c:v>
                </c:pt>
                <c:pt idx="6">
                  <c:v>394.29999999999995</c:v>
                </c:pt>
              </c:numCache>
            </c:numRef>
          </c:val>
          <c:extLst>
            <c:ext xmlns:c16="http://schemas.microsoft.com/office/drawing/2014/chart" uri="{C3380CC4-5D6E-409C-BE32-E72D297353CC}">
              <c16:uniqueId val="{00000002-6578-7D42-8171-69B858014E56}"/>
            </c:ext>
          </c:extLst>
        </c:ser>
        <c:dLbls>
          <c:dLblPos val="ctr"/>
          <c:showLegendKey val="0"/>
          <c:showVal val="1"/>
          <c:showCatName val="0"/>
          <c:showSerName val="0"/>
          <c:showPercent val="0"/>
          <c:showBubbleSize val="0"/>
        </c:dLbls>
        <c:gapWidth val="100"/>
        <c:overlap val="100"/>
        <c:axId val="786039392"/>
        <c:axId val="786054272"/>
      </c:barChart>
      <c:catAx>
        <c:axId val="786039392"/>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max val="400"/>
        </c:scaling>
        <c:delete val="1"/>
        <c:axPos val="l"/>
        <c:numFmt formatCode="&quot;$&quot;\ #,##0.0;[Red]\-&quot;$&quot;\ #,##0.0" sourceLinked="1"/>
        <c:majorTickMark val="out"/>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400">
          <a:solidFill>
            <a:schemeClr val="tx1"/>
          </a:solidFill>
          <a:latin typeface="IBM Plex Sans" panose="020B0503050203000203" pitchFamily="34" charset="0"/>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053378348466375"/>
          <c:w val="1"/>
          <c:h val="0.67116645657378526"/>
        </c:manualLayout>
      </c:layout>
      <c:barChart>
        <c:barDir val="col"/>
        <c:grouping val="stacked"/>
        <c:varyColors val="0"/>
        <c:ser>
          <c:idx val="0"/>
          <c:order val="0"/>
          <c:tx>
            <c:strRef>
              <c:f>Sheet1!$B$1</c:f>
              <c:strCache>
                <c:ptCount val="1"/>
                <c:pt idx="0">
                  <c:v>US</c:v>
                </c:pt>
              </c:strCache>
            </c:strRef>
          </c:tx>
          <c:spPr>
            <a:solidFill>
              <a:srgbClr val="C197E1"/>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Sheet1!$B$2:$B$8</c:f>
              <c:numCache>
                <c:formatCode>"$"\ #,##0.0;[Red]\-"$"\ #,##0.0</c:formatCode>
                <c:ptCount val="7"/>
                <c:pt idx="0">
                  <c:v>45.92847465121109</c:v>
                </c:pt>
                <c:pt idx="1">
                  <c:v>62.507292585457201</c:v>
                </c:pt>
                <c:pt idx="2">
                  <c:v>75.941564219261764</c:v>
                </c:pt>
                <c:pt idx="3">
                  <c:v>89.143301166192998</c:v>
                </c:pt>
                <c:pt idx="4">
                  <c:v>104.75870431562238</c:v>
                </c:pt>
                <c:pt idx="5">
                  <c:v>123.24639843476292</c:v>
                </c:pt>
                <c:pt idx="6">
                  <c:v>145.15449651250213</c:v>
                </c:pt>
              </c:numCache>
            </c:numRef>
          </c:val>
          <c:extLst>
            <c:ext xmlns:c16="http://schemas.microsoft.com/office/drawing/2014/chart" uri="{C3380CC4-5D6E-409C-BE32-E72D297353CC}">
              <c16:uniqueId val="{00000000-F8F0-9241-A13F-B77D3A7EA392}"/>
            </c:ext>
          </c:extLst>
        </c:ser>
        <c:ser>
          <c:idx val="1"/>
          <c:order val="1"/>
          <c:tx>
            <c:strRef>
              <c:f>Sheet1!$C$1</c:f>
              <c:strCache>
                <c:ptCount val="1"/>
                <c:pt idx="0">
                  <c:v>RoW</c:v>
                </c:pt>
              </c:strCache>
            </c:strRef>
          </c:tx>
          <c:spPr>
            <a:solidFill>
              <a:srgbClr val="7FD7A7"/>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Sheet1!$C$2:$C$8</c:f>
              <c:numCache>
                <c:formatCode>"$"\ #,##0.0;[Red]\-"$"\ #,##0.0</c:formatCode>
                <c:ptCount val="7"/>
                <c:pt idx="0">
                  <c:v>172.98703846228318</c:v>
                </c:pt>
                <c:pt idx="1">
                  <c:v>186.32152053547637</c:v>
                </c:pt>
                <c:pt idx="2">
                  <c:v>232.37595072476742</c:v>
                </c:pt>
                <c:pt idx="3">
                  <c:v>277.58462334809644</c:v>
                </c:pt>
                <c:pt idx="4">
                  <c:v>331.75100915173266</c:v>
                </c:pt>
                <c:pt idx="5">
                  <c:v>396.67966434154823</c:v>
                </c:pt>
                <c:pt idx="6">
                  <c:v>474.54397157650368</c:v>
                </c:pt>
              </c:numCache>
            </c:numRef>
          </c:val>
          <c:extLst>
            <c:ext xmlns:c16="http://schemas.microsoft.com/office/drawing/2014/chart" uri="{C3380CC4-5D6E-409C-BE32-E72D297353CC}">
              <c16:uniqueId val="{00000001-F8F0-9241-A13F-B77D3A7EA392}"/>
            </c:ext>
          </c:extLst>
        </c:ser>
        <c:ser>
          <c:idx val="2"/>
          <c:order val="2"/>
          <c:tx>
            <c:strRef>
              <c:f>Sheet1!$D$1</c:f>
              <c:strCache>
                <c:ptCount val="1"/>
                <c:pt idx="0">
                  <c:v>Total</c:v>
                </c:pt>
              </c:strCache>
            </c:strRef>
          </c:tx>
          <c:spPr>
            <a:noFill/>
            <a:ln>
              <a:noFill/>
            </a:ln>
            <a:effectLst/>
          </c:spPr>
          <c:invertIfNegative val="0"/>
          <c:dLbls>
            <c:spPr>
              <a:noFill/>
              <a:ln>
                <a:noFill/>
              </a:ln>
              <a:effectLst/>
            </c:spPr>
            <c:txPr>
              <a:bodyPr rot="0" spcFirstLastPara="1" vertOverflow="ellipsis" vert="horz" wrap="square" anchor="ctr" anchorCtr="1"/>
              <a:lstStyle/>
              <a:p>
                <a:pPr>
                  <a:defRPr sz="1200" b="1" i="0" u="none" strike="noStrike" kern="1200" baseline="0">
                    <a:solidFill>
                      <a:schemeClr val="tx1"/>
                    </a:solidFill>
                    <a:latin typeface="IBM Plex Sans" panose="020B0503050203000203" pitchFamily="34" charset="0"/>
                    <a:ea typeface="+mn-ea"/>
                    <a:cs typeface="+mn-cs"/>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Sheet1!$D$2:$D$8</c:f>
              <c:numCache>
                <c:formatCode>"$"\ #,##0.0;[Red]\-"$"\ #,##0.0</c:formatCode>
                <c:ptCount val="7"/>
                <c:pt idx="0">
                  <c:v>218.91551311349426</c:v>
                </c:pt>
                <c:pt idx="1">
                  <c:v>248.97652994532012</c:v>
                </c:pt>
                <c:pt idx="2">
                  <c:v>308.3175149440292</c:v>
                </c:pt>
                <c:pt idx="3">
                  <c:v>366.72792451428944</c:v>
                </c:pt>
                <c:pt idx="4">
                  <c:v>436.50971346735497</c:v>
                </c:pt>
                <c:pt idx="5">
                  <c:v>519.92606277631114</c:v>
                </c:pt>
                <c:pt idx="6">
                  <c:v>619.69846808900581</c:v>
                </c:pt>
              </c:numCache>
            </c:numRef>
          </c:val>
          <c:extLst>
            <c:ext xmlns:c16="http://schemas.microsoft.com/office/drawing/2014/chart" uri="{C3380CC4-5D6E-409C-BE32-E72D297353CC}">
              <c16:uniqueId val="{00000002-F8F0-9241-A13F-B77D3A7EA392}"/>
            </c:ext>
          </c:extLst>
        </c:ser>
        <c:dLbls>
          <c:dLblPos val="ctr"/>
          <c:showLegendKey val="0"/>
          <c:showVal val="1"/>
          <c:showCatName val="0"/>
          <c:showSerName val="0"/>
          <c:showPercent val="0"/>
          <c:showBubbleSize val="0"/>
        </c:dLbls>
        <c:gapWidth val="100"/>
        <c:overlap val="100"/>
        <c:axId val="786039392"/>
        <c:axId val="786054272"/>
      </c:barChart>
      <c:catAx>
        <c:axId val="786039392"/>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max val="620"/>
        </c:scaling>
        <c:delete val="1"/>
        <c:axPos val="l"/>
        <c:numFmt formatCode="&quot;$&quot;\ #,##0.0;[Red]\-&quot;$&quot;\ #,##0.0" sourceLinked="1"/>
        <c:majorTickMark val="out"/>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400">
          <a:solidFill>
            <a:schemeClr val="tx1"/>
          </a:solidFill>
          <a:latin typeface="IBM Plex Sans" panose="020B0503050203000203" pitchFamily="34" charset="0"/>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4651984069180404"/>
          <c:w val="0.95715469151574517"/>
          <c:h val="0.73932468104609061"/>
        </c:manualLayout>
      </c:layout>
      <c:barChart>
        <c:barDir val="col"/>
        <c:grouping val="stacked"/>
        <c:varyColors val="0"/>
        <c:ser>
          <c:idx val="0"/>
          <c:order val="0"/>
          <c:tx>
            <c:strRef>
              <c:f>Sheet1!$B$1</c:f>
              <c:strCache>
                <c:ptCount val="1"/>
                <c:pt idx="0">
                  <c:v>Non-Revenue Generating</c:v>
                </c:pt>
              </c:strCache>
            </c:strRef>
          </c:tx>
          <c:spPr>
            <a:solidFill>
              <a:srgbClr val="7FD7A7"/>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7"/>
                <c:pt idx="0">
                  <c:v>2024A</c:v>
                </c:pt>
                <c:pt idx="1">
                  <c:v>2025A+E</c:v>
                </c:pt>
                <c:pt idx="2">
                  <c:v>2026E</c:v>
                </c:pt>
                <c:pt idx="3">
                  <c:v>2027E</c:v>
                </c:pt>
                <c:pt idx="4">
                  <c:v>2028E</c:v>
                </c:pt>
                <c:pt idx="5">
                  <c:v>2029E</c:v>
                </c:pt>
                <c:pt idx="6">
                  <c:v>2030E</c:v>
                </c:pt>
              </c:strCache>
            </c:strRef>
          </c:cat>
          <c:val>
            <c:numRef>
              <c:f>Sheet1!$B$2:$B$8</c:f>
              <c:numCache>
                <c:formatCode>#,##0.0</c:formatCode>
                <c:ptCount val="7"/>
                <c:pt idx="0">
                  <c:v>3.9096656065450257</c:v>
                </c:pt>
                <c:pt idx="1">
                  <c:v>4.4612982377871964</c:v>
                </c:pt>
                <c:pt idx="2">
                  <c:v>4.8172049283326484</c:v>
                </c:pt>
                <c:pt idx="3">
                  <c:v>5.2015046035259607</c:v>
                </c:pt>
                <c:pt idx="4">
                  <c:v>5.6164623558720761</c:v>
                </c:pt>
                <c:pt idx="5">
                  <c:v>6.0645239789934697</c:v>
                </c:pt>
                <c:pt idx="6">
                  <c:v>6.5483303833300859</c:v>
                </c:pt>
              </c:numCache>
            </c:numRef>
          </c:val>
          <c:extLst>
            <c:ext xmlns:c16="http://schemas.microsoft.com/office/drawing/2014/chart" uri="{C3380CC4-5D6E-409C-BE32-E72D297353CC}">
              <c16:uniqueId val="{00000000-8C4B-684A-AA5E-A45CCA9FFFBC}"/>
            </c:ext>
          </c:extLst>
        </c:ser>
        <c:ser>
          <c:idx val="1"/>
          <c:order val="1"/>
          <c:tx>
            <c:strRef>
              <c:f>Sheet1!$C$1</c:f>
              <c:strCache>
                <c:ptCount val="1"/>
                <c:pt idx="0">
                  <c:v>Revenue Generating Search</c:v>
                </c:pt>
              </c:strCache>
            </c:strRef>
          </c:tx>
          <c:spPr>
            <a:solidFill>
              <a:srgbClr val="C197E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7"/>
                <c:pt idx="0">
                  <c:v>2024A</c:v>
                </c:pt>
                <c:pt idx="1">
                  <c:v>2025A+E</c:v>
                </c:pt>
                <c:pt idx="2">
                  <c:v>2026E</c:v>
                </c:pt>
                <c:pt idx="3">
                  <c:v>2027E</c:v>
                </c:pt>
                <c:pt idx="4">
                  <c:v>2028E</c:v>
                </c:pt>
                <c:pt idx="5">
                  <c:v>2029E</c:v>
                </c:pt>
                <c:pt idx="6">
                  <c:v>2030E</c:v>
                </c:pt>
              </c:strCache>
            </c:strRef>
          </c:cat>
          <c:val>
            <c:numRef>
              <c:f>Sheet1!$C$2:$C$8</c:f>
              <c:numCache>
                <c:formatCode>#,##0.0</c:formatCode>
                <c:ptCount val="7"/>
                <c:pt idx="0">
                  <c:v>0.97741640163625643</c:v>
                </c:pt>
                <c:pt idx="1">
                  <c:v>1.1153245594467991</c:v>
                </c:pt>
                <c:pt idx="2">
                  <c:v>1.2265454002422529</c:v>
                </c:pt>
                <c:pt idx="3">
                  <c:v>1.348857250665777</c:v>
                </c:pt>
                <c:pt idx="4">
                  <c:v>1.4833661129170508</c:v>
                </c:pt>
                <c:pt idx="5">
                  <c:v>1.6312882804051849</c:v>
                </c:pt>
                <c:pt idx="6">
                  <c:v>1.7939613360549462</c:v>
                </c:pt>
              </c:numCache>
            </c:numRef>
          </c:val>
          <c:extLst>
            <c:ext xmlns:c16="http://schemas.microsoft.com/office/drawing/2014/chart" uri="{C3380CC4-5D6E-409C-BE32-E72D297353CC}">
              <c16:uniqueId val="{00000001-8C4B-684A-AA5E-A45CCA9FFFBC}"/>
            </c:ext>
          </c:extLst>
        </c:ser>
        <c:ser>
          <c:idx val="2"/>
          <c:order val="2"/>
          <c:tx>
            <c:strRef>
              <c:f>Sheet1!$D$1</c:f>
              <c:strCache>
                <c:ptCount val="1"/>
                <c:pt idx="0">
                  <c:v>Total Search Volume</c:v>
                </c:pt>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IBM Plex Sans" panose="020B0503050203000203" pitchFamily="34" charset="0"/>
                    <a:ea typeface="+mn-ea"/>
                    <a:cs typeface="+mn-cs"/>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7"/>
                <c:pt idx="0">
                  <c:v>2024A</c:v>
                </c:pt>
                <c:pt idx="1">
                  <c:v>2025A+E</c:v>
                </c:pt>
                <c:pt idx="2">
                  <c:v>2026E</c:v>
                </c:pt>
                <c:pt idx="3">
                  <c:v>2027E</c:v>
                </c:pt>
                <c:pt idx="4">
                  <c:v>2028E</c:v>
                </c:pt>
                <c:pt idx="5">
                  <c:v>2029E</c:v>
                </c:pt>
                <c:pt idx="6">
                  <c:v>2030E</c:v>
                </c:pt>
              </c:strCache>
            </c:strRef>
          </c:cat>
          <c:val>
            <c:numRef>
              <c:f>Sheet1!$D$2:$D$8</c:f>
              <c:numCache>
                <c:formatCode>#,##0.0</c:formatCode>
                <c:ptCount val="7"/>
                <c:pt idx="0">
                  <c:v>4.8870820081812818</c:v>
                </c:pt>
                <c:pt idx="1">
                  <c:v>5.5766227972339948</c:v>
                </c:pt>
                <c:pt idx="2">
                  <c:v>6.0437503285749017</c:v>
                </c:pt>
                <c:pt idx="3">
                  <c:v>6.5503618541917383</c:v>
                </c:pt>
                <c:pt idx="4">
                  <c:v>7.0998284687891271</c:v>
                </c:pt>
                <c:pt idx="5">
                  <c:v>7.6958122593986547</c:v>
                </c:pt>
                <c:pt idx="6">
                  <c:v>8.3422917193850328</c:v>
                </c:pt>
              </c:numCache>
            </c:numRef>
          </c:val>
          <c:extLst>
            <c:ext xmlns:c16="http://schemas.microsoft.com/office/drawing/2014/chart" uri="{C3380CC4-5D6E-409C-BE32-E72D297353CC}">
              <c16:uniqueId val="{00000002-8C4B-684A-AA5E-A45CCA9FFFBC}"/>
            </c:ext>
          </c:extLst>
        </c:ser>
        <c:dLbls>
          <c:dLblPos val="ctr"/>
          <c:showLegendKey val="0"/>
          <c:showVal val="1"/>
          <c:showCatName val="0"/>
          <c:showSerName val="0"/>
          <c:showPercent val="0"/>
          <c:showBubbleSize val="0"/>
        </c:dLbls>
        <c:gapWidth val="100"/>
        <c:overlap val="100"/>
        <c:axId val="786039392"/>
        <c:axId val="786054272"/>
      </c:barChart>
      <c:catAx>
        <c:axId val="786039392"/>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max val="8.5"/>
          <c:min val="0"/>
        </c:scaling>
        <c:delete val="1"/>
        <c:axPos val="l"/>
        <c:numFmt formatCode="#,##0.0" sourceLinked="1"/>
        <c:majorTickMark val="out"/>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IBM Plex Sans" panose="020B0503050203000203" pitchFamily="34" charset="0"/>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1"/>
        </c:manualLayout>
      </c:layout>
      <c:barChart>
        <c:barDir val="col"/>
        <c:grouping val="stacked"/>
        <c:varyColors val="0"/>
        <c:ser>
          <c:idx val="0"/>
          <c:order val="0"/>
          <c:tx>
            <c:strRef>
              <c:f>Sheet1!$B$1</c:f>
              <c:strCache>
                <c:ptCount val="1"/>
                <c:pt idx="0">
                  <c:v>US</c:v>
                </c:pt>
              </c:strCache>
            </c:strRef>
          </c:tx>
          <c:spPr>
            <a:solidFill>
              <a:srgbClr val="C197E1"/>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Sheet1!$B$2:$B$8</c:f>
              <c:numCache>
                <c:formatCode>"$"\ #,##0.0;[Red]\-"$"\ #,##0.0</c:formatCode>
                <c:ptCount val="7"/>
                <c:pt idx="0">
                  <c:v>45.92847465121109</c:v>
                </c:pt>
                <c:pt idx="1">
                  <c:v>62.507292585457201</c:v>
                </c:pt>
                <c:pt idx="2">
                  <c:v>59.528313842552066</c:v>
                </c:pt>
                <c:pt idx="3">
                  <c:v>54.745949634924294</c:v>
                </c:pt>
                <c:pt idx="4">
                  <c:v>50.379359387295374</c:v>
                </c:pt>
                <c:pt idx="5">
                  <c:v>46.389699422918099</c:v>
                </c:pt>
                <c:pt idx="6">
                  <c:v>42.741957002560056</c:v>
                </c:pt>
              </c:numCache>
            </c:numRef>
          </c:val>
          <c:extLst>
            <c:ext xmlns:c16="http://schemas.microsoft.com/office/drawing/2014/chart" uri="{C3380CC4-5D6E-409C-BE32-E72D297353CC}">
              <c16:uniqueId val="{00000000-F8F0-9241-A13F-B77D3A7EA392}"/>
            </c:ext>
          </c:extLst>
        </c:ser>
        <c:ser>
          <c:idx val="1"/>
          <c:order val="1"/>
          <c:tx>
            <c:strRef>
              <c:f>Sheet1!$C$1</c:f>
              <c:strCache>
                <c:ptCount val="1"/>
                <c:pt idx="0">
                  <c:v>RoW</c:v>
                </c:pt>
              </c:strCache>
            </c:strRef>
          </c:tx>
          <c:spPr>
            <a:solidFill>
              <a:srgbClr val="7FD7A7"/>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Sheet1!$C$2:$C$8</c:f>
              <c:numCache>
                <c:formatCode>"$"\ #,##0.0;[Red]\-"$"\ #,##0.0</c:formatCode>
                <c:ptCount val="7"/>
                <c:pt idx="0">
                  <c:v>172.98703846228318</c:v>
                </c:pt>
                <c:pt idx="1">
                  <c:v>186.32152053547637</c:v>
                </c:pt>
                <c:pt idx="2">
                  <c:v>181.59382509869403</c:v>
                </c:pt>
                <c:pt idx="3">
                  <c:v>169.48531175711415</c:v>
                </c:pt>
                <c:pt idx="4">
                  <c:v>158.2316971459945</c:v>
                </c:pt>
                <c:pt idx="5">
                  <c:v>147.76943819915414</c:v>
                </c:pt>
                <c:pt idx="6">
                  <c:v>138.03991251519403</c:v>
                </c:pt>
              </c:numCache>
            </c:numRef>
          </c:val>
          <c:extLst>
            <c:ext xmlns:c16="http://schemas.microsoft.com/office/drawing/2014/chart" uri="{C3380CC4-5D6E-409C-BE32-E72D297353CC}">
              <c16:uniqueId val="{00000001-F8F0-9241-A13F-B77D3A7EA392}"/>
            </c:ext>
          </c:extLst>
        </c:ser>
        <c:ser>
          <c:idx val="2"/>
          <c:order val="2"/>
          <c:tx>
            <c:strRef>
              <c:f>Sheet1!$D$1</c:f>
              <c:strCache>
                <c:ptCount val="1"/>
                <c:pt idx="0">
                  <c:v>Total</c:v>
                </c:pt>
              </c:strCache>
            </c:strRef>
          </c:tx>
          <c:spPr>
            <a:noFill/>
            <a:ln>
              <a:noFill/>
            </a:ln>
            <a:effectLst/>
          </c:spPr>
          <c:invertIfNegative val="0"/>
          <c:dLbls>
            <c:spPr>
              <a:noFill/>
              <a:ln>
                <a:noFill/>
              </a:ln>
              <a:effectLst/>
            </c:spPr>
            <c:txPr>
              <a:bodyPr rot="0" spcFirstLastPara="1" vertOverflow="ellipsis" vert="horz" wrap="square" anchor="ctr" anchorCtr="1"/>
              <a:lstStyle/>
              <a:p>
                <a:pPr>
                  <a:defRPr sz="1200" b="1" i="0" u="none" strike="noStrike" kern="1200" baseline="0">
                    <a:solidFill>
                      <a:schemeClr val="tx1"/>
                    </a:solidFill>
                    <a:latin typeface="IBM Plex Sans" panose="020B0503050203000203" pitchFamily="34" charset="0"/>
                    <a:ea typeface="+mn-ea"/>
                    <a:cs typeface="+mn-cs"/>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2024A</c:v>
                </c:pt>
                <c:pt idx="1">
                  <c:v>2025A+E</c:v>
                </c:pt>
                <c:pt idx="2">
                  <c:v>2026E</c:v>
                </c:pt>
                <c:pt idx="3">
                  <c:v>2027E</c:v>
                </c:pt>
                <c:pt idx="4">
                  <c:v>2028E</c:v>
                </c:pt>
                <c:pt idx="5">
                  <c:v>2029E</c:v>
                </c:pt>
                <c:pt idx="6">
                  <c:v>2030E</c:v>
                </c:pt>
              </c:strCache>
            </c:strRef>
          </c:cat>
          <c:val>
            <c:numRef>
              <c:f>Sheet1!$D$2:$D$8</c:f>
              <c:numCache>
                <c:formatCode>"$"\ #,##0.0;[Red]\-"$"\ #,##0.0</c:formatCode>
                <c:ptCount val="7"/>
                <c:pt idx="0">
                  <c:v>218.91551311349426</c:v>
                </c:pt>
                <c:pt idx="1">
                  <c:v>248.97652994532012</c:v>
                </c:pt>
                <c:pt idx="2">
                  <c:v>241.12213894124613</c:v>
                </c:pt>
                <c:pt idx="3">
                  <c:v>224.23126139203842</c:v>
                </c:pt>
                <c:pt idx="4">
                  <c:v>208.61105653328985</c:v>
                </c:pt>
                <c:pt idx="5">
                  <c:v>194.15913762207222</c:v>
                </c:pt>
                <c:pt idx="6">
                  <c:v>180.7818695177541</c:v>
                </c:pt>
              </c:numCache>
            </c:numRef>
          </c:val>
          <c:extLst>
            <c:ext xmlns:c16="http://schemas.microsoft.com/office/drawing/2014/chart" uri="{C3380CC4-5D6E-409C-BE32-E72D297353CC}">
              <c16:uniqueId val="{00000002-F8F0-9241-A13F-B77D3A7EA392}"/>
            </c:ext>
          </c:extLst>
        </c:ser>
        <c:dLbls>
          <c:dLblPos val="ctr"/>
          <c:showLegendKey val="0"/>
          <c:showVal val="1"/>
          <c:showCatName val="0"/>
          <c:showSerName val="0"/>
          <c:showPercent val="0"/>
          <c:showBubbleSize val="0"/>
        </c:dLbls>
        <c:gapWidth val="100"/>
        <c:overlap val="100"/>
        <c:axId val="786039392"/>
        <c:axId val="786054272"/>
      </c:barChart>
      <c:catAx>
        <c:axId val="786039392"/>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max val="620"/>
        </c:scaling>
        <c:delete val="1"/>
        <c:axPos val="l"/>
        <c:numFmt formatCode="&quot;$&quot;\ #,##0.0;[Red]\-&quot;$&quot;\ #,##0.0" sourceLinked="1"/>
        <c:majorTickMark val="out"/>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400">
          <a:solidFill>
            <a:schemeClr val="tx1"/>
          </a:solidFill>
          <a:latin typeface="IBM Plex Sans" panose="020B0503050203000203" pitchFamily="34" charset="0"/>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5715469151574517"/>
          <c:h val="0.8704749788263616"/>
        </c:manualLayout>
      </c:layout>
      <c:barChart>
        <c:barDir val="col"/>
        <c:grouping val="stacked"/>
        <c:varyColors val="0"/>
        <c:ser>
          <c:idx val="0"/>
          <c:order val="0"/>
          <c:tx>
            <c:strRef>
              <c:f>Sheet1!$B$1</c:f>
              <c:strCache>
                <c:ptCount val="1"/>
                <c:pt idx="0">
                  <c:v>Non-Revenue Generating</c:v>
                </c:pt>
              </c:strCache>
            </c:strRef>
          </c:tx>
          <c:spPr>
            <a:solidFill>
              <a:srgbClr val="7FD7A7"/>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7"/>
                <c:pt idx="0">
                  <c:v>2024A</c:v>
                </c:pt>
                <c:pt idx="1">
                  <c:v>2025A+E</c:v>
                </c:pt>
                <c:pt idx="2">
                  <c:v>2026E</c:v>
                </c:pt>
                <c:pt idx="3">
                  <c:v>2027E</c:v>
                </c:pt>
                <c:pt idx="4">
                  <c:v>2028E</c:v>
                </c:pt>
                <c:pt idx="5">
                  <c:v>2029E</c:v>
                </c:pt>
                <c:pt idx="6">
                  <c:v>2030E</c:v>
                </c:pt>
              </c:strCache>
            </c:strRef>
          </c:cat>
          <c:val>
            <c:numRef>
              <c:f>Sheet1!$B$2:$B$8</c:f>
              <c:numCache>
                <c:formatCode>#,##0.0</c:formatCode>
                <c:ptCount val="7"/>
                <c:pt idx="0">
                  <c:v>3.9096656065450257</c:v>
                </c:pt>
                <c:pt idx="1">
                  <c:v>4.4612982377871964</c:v>
                </c:pt>
                <c:pt idx="2">
                  <c:v>3.7921035021191165</c:v>
                </c:pt>
                <c:pt idx="3">
                  <c:v>3.2232879768012492</c:v>
                </c:pt>
                <c:pt idx="4">
                  <c:v>2.7397947802810614</c:v>
                </c:pt>
                <c:pt idx="5">
                  <c:v>2.3288255632389023</c:v>
                </c:pt>
                <c:pt idx="6">
                  <c:v>1.979501728753067</c:v>
                </c:pt>
              </c:numCache>
            </c:numRef>
          </c:val>
          <c:extLst>
            <c:ext xmlns:c16="http://schemas.microsoft.com/office/drawing/2014/chart" uri="{C3380CC4-5D6E-409C-BE32-E72D297353CC}">
              <c16:uniqueId val="{00000000-8C4B-684A-AA5E-A45CCA9FFFBC}"/>
            </c:ext>
          </c:extLst>
        </c:ser>
        <c:ser>
          <c:idx val="1"/>
          <c:order val="1"/>
          <c:tx>
            <c:strRef>
              <c:f>Sheet1!$C$1</c:f>
              <c:strCache>
                <c:ptCount val="1"/>
                <c:pt idx="0">
                  <c:v>Revenue Generating Search</c:v>
                </c:pt>
              </c:strCache>
            </c:strRef>
          </c:tx>
          <c:spPr>
            <a:solidFill>
              <a:srgbClr val="C197E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7"/>
                <c:pt idx="0">
                  <c:v>2024A</c:v>
                </c:pt>
                <c:pt idx="1">
                  <c:v>2025A+E</c:v>
                </c:pt>
                <c:pt idx="2">
                  <c:v>2026E</c:v>
                </c:pt>
                <c:pt idx="3">
                  <c:v>2027E</c:v>
                </c:pt>
                <c:pt idx="4">
                  <c:v>2028E</c:v>
                </c:pt>
                <c:pt idx="5">
                  <c:v>2029E</c:v>
                </c:pt>
                <c:pt idx="6">
                  <c:v>2030E</c:v>
                </c:pt>
              </c:strCache>
            </c:strRef>
          </c:cat>
          <c:val>
            <c:numRef>
              <c:f>Sheet1!$C$2:$C$8</c:f>
              <c:numCache>
                <c:formatCode>#,##0.0</c:formatCode>
                <c:ptCount val="7"/>
                <c:pt idx="0">
                  <c:v>0.97741640163625643</c:v>
                </c:pt>
                <c:pt idx="1">
                  <c:v>1.1153245594467991</c:v>
                </c:pt>
                <c:pt idx="2">
                  <c:v>0.98148561231318321</c:v>
                </c:pt>
                <c:pt idx="3">
                  <c:v>0.86370733883560125</c:v>
                </c:pt>
                <c:pt idx="4">
                  <c:v>0.76006245817532914</c:v>
                </c:pt>
                <c:pt idx="5">
                  <c:v>0.66885496319428972</c:v>
                </c:pt>
                <c:pt idx="6">
                  <c:v>0.588592367610975</c:v>
                </c:pt>
              </c:numCache>
            </c:numRef>
          </c:val>
          <c:extLst>
            <c:ext xmlns:c16="http://schemas.microsoft.com/office/drawing/2014/chart" uri="{C3380CC4-5D6E-409C-BE32-E72D297353CC}">
              <c16:uniqueId val="{00000001-8C4B-684A-AA5E-A45CCA9FFFBC}"/>
            </c:ext>
          </c:extLst>
        </c:ser>
        <c:ser>
          <c:idx val="2"/>
          <c:order val="2"/>
          <c:tx>
            <c:strRef>
              <c:f>Sheet1!$D$1</c:f>
              <c:strCache>
                <c:ptCount val="1"/>
                <c:pt idx="0">
                  <c:v>Total Search Volume</c:v>
                </c:pt>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IBM Plex Sans" panose="020B0503050203000203" pitchFamily="34" charset="0"/>
                    <a:ea typeface="+mn-ea"/>
                    <a:cs typeface="+mn-cs"/>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7"/>
                <c:pt idx="0">
                  <c:v>2024A</c:v>
                </c:pt>
                <c:pt idx="1">
                  <c:v>2025A+E</c:v>
                </c:pt>
                <c:pt idx="2">
                  <c:v>2026E</c:v>
                </c:pt>
                <c:pt idx="3">
                  <c:v>2027E</c:v>
                </c:pt>
                <c:pt idx="4">
                  <c:v>2028E</c:v>
                </c:pt>
                <c:pt idx="5">
                  <c:v>2029E</c:v>
                </c:pt>
                <c:pt idx="6">
                  <c:v>2030E</c:v>
                </c:pt>
              </c:strCache>
            </c:strRef>
          </c:cat>
          <c:val>
            <c:numRef>
              <c:f>Sheet1!$D$2:$D$8</c:f>
              <c:numCache>
                <c:formatCode>#,##0.0</c:formatCode>
                <c:ptCount val="7"/>
                <c:pt idx="0">
                  <c:v>4.8870820081812818</c:v>
                </c:pt>
                <c:pt idx="1">
                  <c:v>5.5766227972339948</c:v>
                </c:pt>
                <c:pt idx="2">
                  <c:v>4.7735891144322995</c:v>
                </c:pt>
                <c:pt idx="3">
                  <c:v>4.0869953156368499</c:v>
                </c:pt>
                <c:pt idx="4">
                  <c:v>3.4998572384563906</c:v>
                </c:pt>
                <c:pt idx="5">
                  <c:v>2.997680526433192</c:v>
                </c:pt>
                <c:pt idx="6">
                  <c:v>2.568094096364042</c:v>
                </c:pt>
              </c:numCache>
            </c:numRef>
          </c:val>
          <c:extLst>
            <c:ext xmlns:c16="http://schemas.microsoft.com/office/drawing/2014/chart" uri="{C3380CC4-5D6E-409C-BE32-E72D297353CC}">
              <c16:uniqueId val="{00000002-8C4B-684A-AA5E-A45CCA9FFFBC}"/>
            </c:ext>
          </c:extLst>
        </c:ser>
        <c:dLbls>
          <c:dLblPos val="ctr"/>
          <c:showLegendKey val="0"/>
          <c:showVal val="1"/>
          <c:showCatName val="0"/>
          <c:showSerName val="0"/>
          <c:showPercent val="0"/>
          <c:showBubbleSize val="0"/>
        </c:dLbls>
        <c:gapWidth val="100"/>
        <c:overlap val="100"/>
        <c:axId val="786039392"/>
        <c:axId val="786054272"/>
      </c:barChart>
      <c:catAx>
        <c:axId val="786039392"/>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max val="8.5"/>
          <c:min val="0"/>
        </c:scaling>
        <c:delete val="1"/>
        <c:axPos val="l"/>
        <c:numFmt formatCode="#,##0.0" sourceLinked="1"/>
        <c:majorTickMark val="out"/>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IBM Plex Sans" panose="020B0503050203000203" pitchFamily="34" charset="0"/>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6791416223455589E-2"/>
          <c:y val="1.8160148014285098E-2"/>
          <c:w val="0.92320858377654436"/>
          <c:h val="0.8125625690231344"/>
        </c:manualLayout>
      </c:layout>
      <c:barChart>
        <c:barDir val="col"/>
        <c:grouping val="clustered"/>
        <c:varyColors val="0"/>
        <c:ser>
          <c:idx val="0"/>
          <c:order val="0"/>
          <c:tx>
            <c:strRef>
              <c:f>Sheet1!$B$1</c:f>
              <c:strCache>
                <c:ptCount val="1"/>
                <c:pt idx="0">
                  <c:v>Column2</c:v>
                </c:pt>
              </c:strCache>
            </c:strRef>
          </c:tx>
          <c:spPr>
            <a:solidFill>
              <a:srgbClr val="B482DA"/>
            </a:solidFill>
            <a:ln w="9525">
              <a:noFill/>
            </a:ln>
            <a:effectLst/>
          </c:spPr>
          <c:invertIfNegative val="0"/>
          <c:dLbls>
            <c:dLbl>
              <c:idx val="2"/>
              <c:layout>
                <c:manualLayout>
                  <c:x val="3.2686219707823883E-17"/>
                  <c:y val="-3.278688524590150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0F9-F44B-B52B-79333FC9E66D}"/>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IBM Plex Sans" panose="020B060402020202020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Traditional Search CAGR</c:v>
                </c:pt>
                <c:pt idx="1">
                  <c:v>Gartner 2026</c:v>
                </c:pt>
                <c:pt idx="2">
                  <c:v>SEO Experts Survey</c:v>
                </c:pt>
                <c:pt idx="3">
                  <c:v>2023 Analysis</c:v>
                </c:pt>
                <c:pt idx="4">
                  <c:v>Actual 2025 volume variance</c:v>
                </c:pt>
              </c:strCache>
            </c:strRef>
          </c:cat>
          <c:val>
            <c:numRef>
              <c:f>Sheet1!$B$2:$B$6</c:f>
              <c:numCache>
                <c:formatCode>0.00"%";\ \(0.00"%"\)</c:formatCode>
                <c:ptCount val="5"/>
                <c:pt idx="0">
                  <c:v>10.72</c:v>
                </c:pt>
                <c:pt idx="1">
                  <c:v>-13.4</c:v>
                </c:pt>
                <c:pt idx="2">
                  <c:v>-7.3</c:v>
                </c:pt>
                <c:pt idx="3">
                  <c:v>-0.8</c:v>
                </c:pt>
              </c:numCache>
            </c:numRef>
          </c:val>
          <c:extLst>
            <c:ext xmlns:c16="http://schemas.microsoft.com/office/drawing/2014/chart" uri="{C3380CC4-5D6E-409C-BE32-E72D297353CC}">
              <c16:uniqueId val="{00000001-B0F9-F44B-B52B-79333FC9E66D}"/>
            </c:ext>
          </c:extLst>
        </c:ser>
        <c:ser>
          <c:idx val="1"/>
          <c:order val="1"/>
          <c:tx>
            <c:strRef>
              <c:f>Sheet1!$C$1</c:f>
              <c:strCache>
                <c:ptCount val="1"/>
                <c:pt idx="0">
                  <c:v>Column3</c:v>
                </c:pt>
              </c:strCache>
            </c:strRef>
          </c:tx>
          <c:spPr>
            <a:solidFill>
              <a:srgbClr val="9DC3E6"/>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IBM Plex Sans" panose="020B060402020202020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Traditional Search CAGR</c:v>
                </c:pt>
                <c:pt idx="1">
                  <c:v>Gartner 2026</c:v>
                </c:pt>
                <c:pt idx="2">
                  <c:v>SEO Experts Survey</c:v>
                </c:pt>
                <c:pt idx="3">
                  <c:v>2023 Analysis</c:v>
                </c:pt>
                <c:pt idx="4">
                  <c:v>Actual 2025 volume variance</c:v>
                </c:pt>
              </c:strCache>
            </c:strRef>
          </c:cat>
          <c:val>
            <c:numRef>
              <c:f>Sheet1!$C$2:$C$6</c:f>
              <c:numCache>
                <c:formatCode>General</c:formatCode>
                <c:ptCount val="5"/>
                <c:pt idx="4" formatCode="0.00&quot;%&quot;;\ \(0.00&quot;%&quot;\)">
                  <c:v>11.85</c:v>
                </c:pt>
              </c:numCache>
            </c:numRef>
          </c:val>
          <c:extLst>
            <c:ext xmlns:c16="http://schemas.microsoft.com/office/drawing/2014/chart" uri="{C3380CC4-5D6E-409C-BE32-E72D297353CC}">
              <c16:uniqueId val="{00000002-B0F9-F44B-B52B-79333FC9E66D}"/>
            </c:ext>
          </c:extLst>
        </c:ser>
        <c:ser>
          <c:idx val="2"/>
          <c:order val="2"/>
          <c:tx>
            <c:strRef>
              <c:f>Sheet1!$D$1</c:f>
              <c:strCache>
                <c:ptCount val="1"/>
                <c:pt idx="0">
                  <c:v>Column4</c:v>
                </c:pt>
              </c:strCache>
            </c:strRef>
          </c:tx>
          <c:spPr>
            <a:solidFill>
              <a:srgbClr val="7FD7A7"/>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IBM Plex Sans" panose="020B060402020202020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Traditional Search CAGR</c:v>
                </c:pt>
                <c:pt idx="1">
                  <c:v>Gartner 2026</c:v>
                </c:pt>
                <c:pt idx="2">
                  <c:v>SEO Experts Survey</c:v>
                </c:pt>
                <c:pt idx="3">
                  <c:v>2023 Analysis</c:v>
                </c:pt>
                <c:pt idx="4">
                  <c:v>Actual 2025 volume variance</c:v>
                </c:pt>
              </c:strCache>
            </c:strRef>
          </c:cat>
          <c:val>
            <c:numRef>
              <c:f>Sheet1!$D$2:$D$6</c:f>
              <c:numCache>
                <c:formatCode>General</c:formatCode>
                <c:ptCount val="5"/>
              </c:numCache>
            </c:numRef>
          </c:val>
          <c:extLst>
            <c:ext xmlns:c16="http://schemas.microsoft.com/office/drawing/2014/chart" uri="{C3380CC4-5D6E-409C-BE32-E72D297353CC}">
              <c16:uniqueId val="{00000003-B0F9-F44B-B52B-79333FC9E66D}"/>
            </c:ext>
          </c:extLst>
        </c:ser>
        <c:dLbls>
          <c:dLblPos val="outEnd"/>
          <c:showLegendKey val="0"/>
          <c:showVal val="1"/>
          <c:showCatName val="0"/>
          <c:showSerName val="0"/>
          <c:showPercent val="0"/>
          <c:showBubbleSize val="0"/>
        </c:dLbls>
        <c:gapWidth val="100"/>
        <c:overlap val="100"/>
        <c:axId val="528572975"/>
        <c:axId val="528571535"/>
      </c:barChart>
      <c:catAx>
        <c:axId val="528572975"/>
        <c:scaling>
          <c:orientation val="minMax"/>
        </c:scaling>
        <c:delete val="0"/>
        <c:axPos val="b"/>
        <c:numFmt formatCode="General" sourceLinked="1"/>
        <c:majorTickMark val="none"/>
        <c:minorTickMark val="none"/>
        <c:tickLblPos val="low"/>
        <c:spPr>
          <a:noFill/>
          <a:ln w="6350" cap="flat" cmpd="sng" algn="ctr">
            <a:solidFill>
              <a:schemeClr val="tx1"/>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IBM Plex Sans" panose="020B0604020202020204" charset="0"/>
                <a:ea typeface="+mn-ea"/>
                <a:cs typeface="+mn-cs"/>
              </a:defRPr>
            </a:pPr>
            <a:endParaRPr lang="en-US"/>
          </a:p>
        </c:txPr>
        <c:crossAx val="528571535"/>
        <c:crosses val="autoZero"/>
        <c:auto val="1"/>
        <c:lblAlgn val="ctr"/>
        <c:lblOffset val="100"/>
        <c:noMultiLvlLbl val="0"/>
      </c:catAx>
      <c:valAx>
        <c:axId val="528571535"/>
        <c:scaling>
          <c:orientation val="minMax"/>
          <c:min val="-20"/>
        </c:scaling>
        <c:delete val="0"/>
        <c:axPos val="l"/>
        <c:numFmt formatCode="0.00&quot;%&quot;;\ \(0.00&quot;%&quot;\)" sourceLinked="1"/>
        <c:majorTickMark val="none"/>
        <c:minorTickMark val="none"/>
        <c:tickLblPos val="nextTo"/>
        <c:spPr>
          <a:noFill/>
          <a:ln w="6350">
            <a:solidFill>
              <a:schemeClr val="tx1"/>
            </a:solidFill>
          </a:ln>
          <a:effectLst/>
        </c:spPr>
        <c:txPr>
          <a:bodyPr rot="-60000000" spcFirstLastPara="1" vertOverflow="ellipsis" vert="horz" wrap="square" anchor="ctr" anchorCtr="1"/>
          <a:lstStyle/>
          <a:p>
            <a:pPr>
              <a:defRPr sz="1100" b="0" i="0" u="none" strike="noStrike" kern="1200" baseline="0">
                <a:solidFill>
                  <a:schemeClr val="tx1"/>
                </a:solidFill>
                <a:latin typeface="IBM Plex Sans" panose="020B0604020202020204" charset="0"/>
                <a:ea typeface="+mn-ea"/>
                <a:cs typeface="+mn-cs"/>
              </a:defRPr>
            </a:pPr>
            <a:endParaRPr lang="en-US"/>
          </a:p>
        </c:txPr>
        <c:crossAx val="528572975"/>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latin typeface="IBM Plex Sans" panose="020B0604020202020204" charset="0"/>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3.1178417616640135E-2"/>
          <c:w val="1"/>
          <c:h val="0.7718540825745982"/>
        </c:manualLayout>
      </c:layout>
      <c:barChart>
        <c:barDir val="col"/>
        <c:grouping val="stacked"/>
        <c:varyColors val="0"/>
        <c:ser>
          <c:idx val="0"/>
          <c:order val="0"/>
          <c:tx>
            <c:strRef>
              <c:f>Sheet1!$B$1</c:f>
              <c:strCache>
                <c:ptCount val="1"/>
                <c:pt idx="0">
                  <c:v>Google</c:v>
                </c:pt>
              </c:strCache>
            </c:strRef>
          </c:tx>
          <c:spPr>
            <a:solidFill>
              <a:srgbClr val="C197E1"/>
            </a:solidFill>
            <a:ln>
              <a:noFill/>
            </a:ln>
            <a:effectLst/>
          </c:spPr>
          <c:invertIfNegative val="0"/>
          <c:dLbls>
            <c:spPr>
              <a:noFill/>
              <a:ln>
                <a:noFill/>
              </a:ln>
              <a:effectLst/>
            </c:spPr>
            <c:txPr>
              <a:bodyPr rot="0" spcFirstLastPara="1" vertOverflow="ellipsis" vert="horz" wrap="square" lIns="0" tIns="0" rIns="0" bIns="0" anchor="ctr" anchorCtr="1">
                <a:spAutoFit/>
              </a:bodyPr>
              <a:lstStyle/>
              <a:p>
                <a:pPr>
                  <a:defRPr sz="14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Jun 2024</c:v>
                </c:pt>
                <c:pt idx="1">
                  <c:v>Jun 2025</c:v>
                </c:pt>
              </c:strCache>
            </c:strRef>
          </c:cat>
          <c:val>
            <c:numRef>
              <c:f>Sheet1!$B$2:$B$3</c:f>
              <c:numCache>
                <c:formatCode>#,##0.0"%"</c:formatCode>
                <c:ptCount val="2"/>
                <c:pt idx="0">
                  <c:v>91.02</c:v>
                </c:pt>
                <c:pt idx="1">
                  <c:v>89.66</c:v>
                </c:pt>
              </c:numCache>
            </c:numRef>
          </c:val>
          <c:extLst>
            <c:ext xmlns:c16="http://schemas.microsoft.com/office/drawing/2014/chart" uri="{C3380CC4-5D6E-409C-BE32-E72D297353CC}">
              <c16:uniqueId val="{00000000-A120-6A45-B417-369D2F552A00}"/>
            </c:ext>
          </c:extLst>
        </c:ser>
        <c:ser>
          <c:idx val="1"/>
          <c:order val="1"/>
          <c:tx>
            <c:strRef>
              <c:f>Sheet1!$C$1</c:f>
              <c:strCache>
                <c:ptCount val="1"/>
                <c:pt idx="0">
                  <c:v>Other search engines</c:v>
                </c:pt>
              </c:strCache>
            </c:strRef>
          </c:tx>
          <c:spPr>
            <a:solidFill>
              <a:srgbClr val="9DC3E6"/>
            </a:solidFill>
            <a:ln>
              <a:noFill/>
            </a:ln>
            <a:effectLst/>
          </c:spPr>
          <c:invertIfNegative val="0"/>
          <c:dLbls>
            <c:spPr>
              <a:noFill/>
              <a:ln>
                <a:noFill/>
              </a:ln>
              <a:effectLst/>
            </c:spPr>
            <c:txPr>
              <a:bodyPr rot="0" spcFirstLastPara="1" vertOverflow="ellipsis" vert="horz" wrap="square" lIns="0" tIns="0" rIns="0" bIns="0" anchor="ctr" anchorCtr="1">
                <a:spAutoFit/>
              </a:bodyPr>
              <a:lstStyle/>
              <a:p>
                <a:pPr>
                  <a:defRPr sz="14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Jun 2024</c:v>
                </c:pt>
                <c:pt idx="1">
                  <c:v>Jun 2025</c:v>
                </c:pt>
              </c:strCache>
            </c:strRef>
          </c:cat>
          <c:val>
            <c:numRef>
              <c:f>Sheet1!$C$2:$C$3</c:f>
              <c:numCache>
                <c:formatCode>#,##0.0"%"</c:formatCode>
                <c:ptCount val="2"/>
                <c:pt idx="0">
                  <c:v>6.5</c:v>
                </c:pt>
                <c:pt idx="1">
                  <c:v>4.74</c:v>
                </c:pt>
              </c:numCache>
            </c:numRef>
          </c:val>
          <c:extLst>
            <c:ext xmlns:c16="http://schemas.microsoft.com/office/drawing/2014/chart" uri="{C3380CC4-5D6E-409C-BE32-E72D297353CC}">
              <c16:uniqueId val="{00000001-A120-6A45-B417-369D2F552A00}"/>
            </c:ext>
          </c:extLst>
        </c:ser>
        <c:ser>
          <c:idx val="2"/>
          <c:order val="2"/>
          <c:tx>
            <c:strRef>
              <c:f>Sheet1!$D$1</c:f>
              <c:strCache>
                <c:ptCount val="1"/>
                <c:pt idx="0">
                  <c:v>LLMs</c:v>
                </c:pt>
              </c:strCache>
            </c:strRef>
          </c:tx>
          <c:spPr>
            <a:solidFill>
              <a:srgbClr val="7FD7A7"/>
            </a:solidFill>
            <a:ln>
              <a:noFill/>
            </a:ln>
            <a:effectLst/>
          </c:spPr>
          <c:invertIfNegative val="0"/>
          <c:dLbls>
            <c:spPr>
              <a:noFill/>
              <a:ln>
                <a:noFill/>
              </a:ln>
              <a:effectLst/>
            </c:spPr>
            <c:txPr>
              <a:bodyPr rot="0" spcFirstLastPara="1" vertOverflow="ellipsis" vert="horz" wrap="square" lIns="0" tIns="0" rIns="0" bIns="0" anchor="ctr" anchorCtr="1">
                <a:spAutoFit/>
              </a:bodyPr>
              <a:lstStyle/>
              <a:p>
                <a:pPr>
                  <a:defRPr sz="1400" b="0" i="0" u="none" strike="noStrike" kern="1200" baseline="0">
                    <a:solidFill>
                      <a:schemeClr val="tx1"/>
                    </a:solidFill>
                    <a:latin typeface="IBM Plex Sans" panose="020B0503050203000203" pitchFamily="34" charset="0"/>
                    <a:ea typeface="+mn-ea"/>
                    <a:cs typeface="+mn-cs"/>
                  </a:defRPr>
                </a:pPr>
                <a:endParaRPr lang="en-US"/>
              </a:p>
            </c:txPr>
            <c:dLblPos val="ctr"/>
            <c:showLegendKey val="0"/>
            <c:showVal val="1"/>
            <c:showCatName val="0"/>
            <c:showSerName val="0"/>
            <c:showPercent val="0"/>
            <c:showBubbleSize val="0"/>
            <c:separator>, </c:separator>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Jun 2024</c:v>
                </c:pt>
                <c:pt idx="1">
                  <c:v>Jun 2025</c:v>
                </c:pt>
              </c:strCache>
            </c:strRef>
          </c:cat>
          <c:val>
            <c:numRef>
              <c:f>Sheet1!$D$2:$D$3</c:f>
              <c:numCache>
                <c:formatCode>#,##0.0"%"</c:formatCode>
                <c:ptCount val="2"/>
                <c:pt idx="0">
                  <c:v>2.48</c:v>
                </c:pt>
                <c:pt idx="1">
                  <c:v>5.6</c:v>
                </c:pt>
              </c:numCache>
            </c:numRef>
          </c:val>
          <c:extLst>
            <c:ext xmlns:c16="http://schemas.microsoft.com/office/drawing/2014/chart" uri="{C3380CC4-5D6E-409C-BE32-E72D297353CC}">
              <c16:uniqueId val="{00000002-A120-6A45-B417-369D2F552A00}"/>
            </c:ext>
          </c:extLst>
        </c:ser>
        <c:dLbls>
          <c:dLblPos val="ctr"/>
          <c:showLegendKey val="0"/>
          <c:showVal val="1"/>
          <c:showCatName val="0"/>
          <c:showSerName val="0"/>
          <c:showPercent val="0"/>
          <c:showBubbleSize val="0"/>
        </c:dLbls>
        <c:gapWidth val="100"/>
        <c:overlap val="100"/>
        <c:axId val="786039392"/>
        <c:axId val="786054272"/>
      </c:barChart>
      <c:catAx>
        <c:axId val="786039392"/>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min val="0"/>
        </c:scaling>
        <c:delete val="1"/>
        <c:axPos val="l"/>
        <c:numFmt formatCode="#,##0.0&quot;%&quot;" sourceLinked="1"/>
        <c:majorTickMark val="out"/>
        <c:minorTickMark val="none"/>
        <c:tickLblPos val="nextTo"/>
        <c:crossAx val="786039392"/>
        <c:crosses val="autoZero"/>
        <c:crossBetween val="between"/>
      </c:valAx>
    </c:plotArea>
    <c:legend>
      <c:legendPos val="b"/>
      <c:layout>
        <c:manualLayout>
          <c:xMode val="edge"/>
          <c:yMode val="edge"/>
          <c:x val="0"/>
          <c:y val="0.91285374984337231"/>
          <c:w val="1"/>
          <c:h val="8.2682301749208889E-2"/>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IBM Plex Sans" panose="020B0503050203000203"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400">
          <a:solidFill>
            <a:schemeClr val="tx1"/>
          </a:solidFill>
          <a:latin typeface="IBM Plex Sans" panose="020B0503050203000203" pitchFamily="34" charset="0"/>
        </a:defRPr>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574081758817676"/>
          <c:w val="0.9861303435056662"/>
          <c:h val="0.47541731590590719"/>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4C4B-430C-BD63-686FDAF78751}"/>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Semrush</c:v>
                </c:pt>
                <c:pt idx="1">
                  <c:v>DemandSage</c:v>
                </c:pt>
                <c:pt idx="2">
                  <c:v>Advanced 
Web Ranking</c:v>
                </c:pt>
                <c:pt idx="3">
                  <c:v>DemandSage</c:v>
                </c:pt>
                <c:pt idx="4">
                  <c:v>PewResearch</c:v>
                </c:pt>
                <c:pt idx="5">
                  <c:v>Statista</c:v>
                </c:pt>
              </c:strCache>
            </c:strRef>
          </c:cat>
          <c:val>
            <c:numRef>
              <c:f>Sheet1!$B$2:$B$7</c:f>
              <c:numCache>
                <c:formatCode>#,##0.00"%"</c:formatCode>
                <c:ptCount val="6"/>
                <c:pt idx="0">
                  <c:v>13</c:v>
                </c:pt>
                <c:pt idx="1">
                  <c:v>50</c:v>
                </c:pt>
                <c:pt idx="2">
                  <c:v>60.3</c:v>
                </c:pt>
                <c:pt idx="3">
                  <c:v>50</c:v>
                </c:pt>
                <c:pt idx="4">
                  <c:v>65</c:v>
                </c:pt>
                <c:pt idx="5">
                  <c:v>84</c:v>
                </c:pt>
              </c:numCache>
            </c:numRef>
          </c:val>
          <c:extLst>
            <c:ext xmlns:c16="http://schemas.microsoft.com/office/drawing/2014/chart" uri="{C3380CC4-5D6E-409C-BE32-E72D297353CC}">
              <c16:uniqueId val="{00000000-4C4B-430C-BD63-686FDAF78751}"/>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574081758817676"/>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6350">
                <a:solidFill>
                  <a:srgbClr val="7FD7A7"/>
                </a:solidFill>
              </a:ln>
              <a:effectLst/>
            </c:spPr>
            <c:extLst>
              <c:ext xmlns:c16="http://schemas.microsoft.com/office/drawing/2014/chart" uri="{C3380CC4-5D6E-409C-BE32-E72D297353CC}">
                <c16:uniqueId val="{00000001-4C4B-430C-BD63-686FDAF78751}"/>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Semrush</c:v>
                </c:pt>
                <c:pt idx="1">
                  <c:v>AI Search Statistics</c:v>
                </c:pt>
                <c:pt idx="2">
                  <c:v>SimilarWeb</c:v>
                </c:pt>
                <c:pt idx="3">
                  <c:v>SisTrix</c:v>
                </c:pt>
                <c:pt idx="4">
                  <c:v>All About AI</c:v>
                </c:pt>
                <c:pt idx="5">
                  <c:v>SimilarWeb</c:v>
                </c:pt>
              </c:strCache>
            </c:strRef>
          </c:cat>
          <c:val>
            <c:numRef>
              <c:f>Sheet1!$B$2:$B$7</c:f>
              <c:numCache>
                <c:formatCode>#,##0.00"%"</c:formatCode>
                <c:ptCount val="6"/>
                <c:pt idx="0">
                  <c:v>16</c:v>
                </c:pt>
                <c:pt idx="1">
                  <c:v>18</c:v>
                </c:pt>
                <c:pt idx="2">
                  <c:v>60</c:v>
                </c:pt>
                <c:pt idx="3">
                  <c:v>18</c:v>
                </c:pt>
                <c:pt idx="4">
                  <c:v>18</c:v>
                </c:pt>
                <c:pt idx="5">
                  <c:v>53</c:v>
                </c:pt>
              </c:numCache>
            </c:numRef>
          </c:val>
          <c:extLst>
            <c:ext xmlns:c16="http://schemas.microsoft.com/office/drawing/2014/chart" uri="{C3380CC4-5D6E-409C-BE32-E72D297353CC}">
              <c16:uniqueId val="{00000000-4C4B-430C-BD63-686FDAF78751}"/>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574081758817676"/>
          <c:w val="0.9861303435056662"/>
          <c:h val="0.47541731590590719"/>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19050">
                <a:solidFill>
                  <a:srgbClr val="7FD7A7"/>
                </a:solidFill>
              </a:ln>
              <a:effectLst/>
            </c:spPr>
            <c:extLst>
              <c:ext xmlns:c16="http://schemas.microsoft.com/office/drawing/2014/chart" uri="{C3380CC4-5D6E-409C-BE32-E72D297353CC}">
                <c16:uniqueId val="{00000001-4C4B-430C-BD63-686FDAF78751}"/>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WordStream</c:v>
                </c:pt>
                <c:pt idx="1">
                  <c:v>WordStream (Dec 2025)</c:v>
                </c:pt>
                <c:pt idx="2">
                  <c:v>Focus Digital</c:v>
                </c:pt>
                <c:pt idx="3">
                  <c:v>Semrush</c:v>
                </c:pt>
                <c:pt idx="4">
                  <c:v>Focus Digital</c:v>
                </c:pt>
                <c:pt idx="5">
                  <c:v>WordStream</c:v>
                </c:pt>
              </c:strCache>
            </c:strRef>
          </c:cat>
          <c:val>
            <c:numRef>
              <c:f>Sheet1!$B$2:$B$7</c:f>
              <c:numCache>
                <c:formatCode>#,##0.00"%"</c:formatCode>
                <c:ptCount val="6"/>
                <c:pt idx="0">
                  <c:v>3.74</c:v>
                </c:pt>
                <c:pt idx="1">
                  <c:v>-7</c:v>
                </c:pt>
                <c:pt idx="2">
                  <c:v>1.9</c:v>
                </c:pt>
                <c:pt idx="3">
                  <c:v>-1</c:v>
                </c:pt>
                <c:pt idx="4">
                  <c:v>2.2000000000000002</c:v>
                </c:pt>
                <c:pt idx="5">
                  <c:v>3.7</c:v>
                </c:pt>
              </c:numCache>
            </c:numRef>
          </c:val>
          <c:extLst>
            <c:ext xmlns:c16="http://schemas.microsoft.com/office/drawing/2014/chart" uri="{C3380CC4-5D6E-409C-BE32-E72D297353CC}">
              <c16:uniqueId val="{00000000-4C4B-430C-BD63-686FDAF78751}"/>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24574081758817676"/>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6350">
                <a:solidFill>
                  <a:srgbClr val="7FD7A7"/>
                </a:solidFill>
              </a:ln>
              <a:effectLst/>
            </c:spPr>
            <c:extLst>
              <c:ext xmlns:c16="http://schemas.microsoft.com/office/drawing/2014/chart" uri="{C3380CC4-5D6E-409C-BE32-E72D297353CC}">
                <c16:uniqueId val="{00000001-4C4B-430C-BD63-686FDAF78751}"/>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SEO Clarity</c:v>
                </c:pt>
                <c:pt idx="1">
                  <c:v>Advanced 
Web Ranking</c:v>
                </c:pt>
                <c:pt idx="2">
                  <c:v>Rankfuse</c:v>
                </c:pt>
                <c:pt idx="3">
                  <c:v>SEO Clarity</c:v>
                </c:pt>
                <c:pt idx="4">
                  <c:v>Advanced 
Web Ranking</c:v>
                </c:pt>
              </c:strCache>
            </c:strRef>
          </c:cat>
          <c:val>
            <c:numRef>
              <c:f>Sheet1!$B$2:$B$6</c:f>
              <c:numCache>
                <c:formatCode>#,##0.00"%"</c:formatCode>
                <c:ptCount val="5"/>
                <c:pt idx="0">
                  <c:v>-0.66</c:v>
                </c:pt>
                <c:pt idx="1">
                  <c:v>-5.94</c:v>
                </c:pt>
                <c:pt idx="2">
                  <c:v>-25.3</c:v>
                </c:pt>
                <c:pt idx="3">
                  <c:v>-0.13</c:v>
                </c:pt>
                <c:pt idx="4">
                  <c:v>-0.79</c:v>
                </c:pt>
              </c:numCache>
            </c:numRef>
          </c:val>
          <c:extLst>
            <c:ext xmlns:c16="http://schemas.microsoft.com/office/drawing/2014/chart" uri="{C3380CC4-5D6E-409C-BE32-E72D297353CC}">
              <c16:uniqueId val="{00000000-4C4B-430C-BD63-686FDAF78751}"/>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Planilha1!$B$1</c:f>
              <c:strCache>
                <c:ptCount val="1"/>
                <c:pt idx="0">
                  <c:v>Série 1</c:v>
                </c:pt>
              </c:strCache>
            </c:strRef>
          </c:tx>
          <c:spPr>
            <a:ln w="28575" cap="rnd">
              <a:solidFill>
                <a:schemeClr val="accent1"/>
              </a:solidFill>
              <a:round/>
            </a:ln>
            <a:effectLst/>
          </c:spPr>
          <c:marker>
            <c:symbol val="none"/>
          </c:marker>
          <c:dLbls>
            <c:spPr>
              <a:noFill/>
              <a:ln>
                <a:noFill/>
              </a:ln>
              <a:effectLst/>
            </c:spPr>
            <c:txPr>
              <a:bodyPr rot="0" spcFirstLastPara="1" vertOverflow="ellipsis" vert="horz" wrap="square" anchor="ctr" anchorCtr="1"/>
              <a:lstStyle/>
              <a:p>
                <a:pPr>
                  <a:defRPr sz="1000" b="0" i="0" u="none" strike="noStrike" kern="1200" baseline="0">
                    <a:solidFill>
                      <a:schemeClr val="tx1">
                        <a:lumMod val="75000"/>
                        <a:lumOff val="25000"/>
                      </a:schemeClr>
                    </a:solidFill>
                    <a:latin typeface="IBM Plex Sans" panose="020B0503050203000203" pitchFamily="34" charset="0"/>
                    <a:ea typeface="+mn-ea"/>
                    <a:cs typeface="+mn-cs"/>
                  </a:defRPr>
                </a:pPr>
                <a:endParaRPr lang="pt-US"/>
              </a:p>
            </c:txPr>
            <c:dLblPos val="t"/>
            <c:showLegendKey val="0"/>
            <c:showVal val="1"/>
            <c:showCatName val="0"/>
            <c:showSerName val="0"/>
            <c:showPercent val="0"/>
            <c:showBubbleSize val="0"/>
            <c:separator>, </c:separator>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Planilha1!$A$2:$A$6</c:f>
              <c:numCache>
                <c:formatCode>General</c:formatCode>
                <c:ptCount val="5"/>
                <c:pt idx="0">
                  <c:v>2021</c:v>
                </c:pt>
                <c:pt idx="1">
                  <c:v>2022</c:v>
                </c:pt>
                <c:pt idx="2">
                  <c:v>2023</c:v>
                </c:pt>
                <c:pt idx="3">
                  <c:v>2024</c:v>
                </c:pt>
                <c:pt idx="4" formatCode="mmm\-yy">
                  <c:v>45839</c:v>
                </c:pt>
              </c:numCache>
            </c:numRef>
          </c:cat>
          <c:val>
            <c:numRef>
              <c:f>Planilha1!$B$2:$B$6</c:f>
              <c:numCache>
                <c:formatCode>"$"\ #,##0.0;[Red]\-"$"\ #,##0.0</c:formatCode>
                <c:ptCount val="5"/>
                <c:pt idx="0">
                  <c:v>3.53</c:v>
                </c:pt>
                <c:pt idx="1">
                  <c:v>3.53</c:v>
                </c:pt>
                <c:pt idx="2">
                  <c:v>3.64</c:v>
                </c:pt>
                <c:pt idx="3">
                  <c:v>4.01</c:v>
                </c:pt>
                <c:pt idx="4">
                  <c:v>5.34</c:v>
                </c:pt>
              </c:numCache>
            </c:numRef>
          </c:val>
          <c:smooth val="0"/>
          <c:extLst>
            <c:ext xmlns:c16="http://schemas.microsoft.com/office/drawing/2014/chart" uri="{C3380CC4-5D6E-409C-BE32-E72D297353CC}">
              <c16:uniqueId val="{00000000-4F57-FC43-80EA-A63A807D083D}"/>
            </c:ext>
          </c:extLst>
        </c:ser>
        <c:dLbls>
          <c:showLegendKey val="0"/>
          <c:showVal val="0"/>
          <c:showCatName val="0"/>
          <c:showSerName val="0"/>
          <c:showPercent val="0"/>
          <c:showBubbleSize val="0"/>
        </c:dLbls>
        <c:smooth val="0"/>
        <c:axId val="1706011951"/>
        <c:axId val="1706013663"/>
      </c:lineChart>
      <c:catAx>
        <c:axId val="170601195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IBM Plex Sans" panose="020B0503050203000203" pitchFamily="34" charset="0"/>
                <a:ea typeface="+mn-ea"/>
                <a:cs typeface="+mn-cs"/>
              </a:defRPr>
            </a:pPr>
            <a:endParaRPr lang="pt-US"/>
          </a:p>
        </c:txPr>
        <c:crossAx val="1706013663"/>
        <c:crosses val="autoZero"/>
        <c:auto val="1"/>
        <c:lblAlgn val="ctr"/>
        <c:lblOffset val="100"/>
        <c:noMultiLvlLbl val="0"/>
      </c:catAx>
      <c:valAx>
        <c:axId val="1706013663"/>
        <c:scaling>
          <c:orientation val="minMax"/>
          <c:min val="1"/>
        </c:scaling>
        <c:delete val="0"/>
        <c:axPos val="l"/>
        <c:majorGridlines>
          <c:spPr>
            <a:ln w="9525" cap="flat" cmpd="sng" algn="ctr">
              <a:solidFill>
                <a:schemeClr val="tx1">
                  <a:lumMod val="15000"/>
                  <a:lumOff val="85000"/>
                </a:schemeClr>
              </a:solidFill>
              <a:round/>
            </a:ln>
            <a:effectLst/>
          </c:spPr>
        </c:majorGridlines>
        <c:numFmt formatCode="&quot;$&quot;\ #,##0.0;[Red]\-&quot;$&quot;\ #,##0.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IBM Plex Sans" panose="020B0503050203000203" pitchFamily="34" charset="0"/>
                <a:ea typeface="+mn-ea"/>
                <a:cs typeface="+mn-cs"/>
              </a:defRPr>
            </a:pPr>
            <a:endParaRPr lang="pt-US"/>
          </a:p>
        </c:txPr>
        <c:crossAx val="17060119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latin typeface="IBM Plex Sans" panose="020B0503050203000203" pitchFamily="34" charset="0"/>
        </a:defRPr>
      </a:pPr>
      <a:endParaRPr lang="pt-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4189911580204055E-3"/>
          <c:y val="0.10268736585222428"/>
          <c:w val="0.99558100884197964"/>
          <c:h val="0.58551645056011292"/>
        </c:manualLayout>
      </c:layout>
      <c:barChart>
        <c:barDir val="col"/>
        <c:grouping val="clustered"/>
        <c:varyColors val="0"/>
        <c:ser>
          <c:idx val="0"/>
          <c:order val="0"/>
          <c:tx>
            <c:strRef>
              <c:f>Planilha1!$B$1</c:f>
              <c:strCache>
                <c:ptCount val="1"/>
                <c:pt idx="0">
                  <c:v>Série 1</c:v>
                </c:pt>
              </c:strCache>
            </c:strRef>
          </c:tx>
          <c:spPr>
            <a:solidFill>
              <a:schemeClr val="accent1"/>
            </a:solidFill>
            <a:ln>
              <a:noFill/>
            </a:ln>
            <a:effectLst/>
          </c:spPr>
          <c:invertIfNegative val="0"/>
          <c:dPt>
            <c:idx val="0"/>
            <c:invertIfNegative val="0"/>
            <c:bubble3D val="0"/>
            <c:spPr>
              <a:solidFill>
                <a:srgbClr val="002060"/>
              </a:solidFill>
              <a:ln>
                <a:noFill/>
              </a:ln>
              <a:effectLst/>
            </c:spPr>
            <c:extLst>
              <c:ext xmlns:c16="http://schemas.microsoft.com/office/drawing/2014/chart" uri="{C3380CC4-5D6E-409C-BE32-E72D297353CC}">
                <c16:uniqueId val="{00000006-D1DC-DA40-A8B5-4680FB6542C8}"/>
              </c:ext>
            </c:extLst>
          </c:dPt>
          <c:dPt>
            <c:idx val="1"/>
            <c:invertIfNegative val="0"/>
            <c:bubble3D val="0"/>
            <c:spPr>
              <a:solidFill>
                <a:srgbClr val="002060"/>
              </a:solidFill>
              <a:ln>
                <a:noFill/>
              </a:ln>
              <a:effectLst/>
            </c:spPr>
            <c:extLst>
              <c:ext xmlns:c16="http://schemas.microsoft.com/office/drawing/2014/chart" uri="{C3380CC4-5D6E-409C-BE32-E72D297353CC}">
                <c16:uniqueId val="{00000007-D1DC-DA40-A8B5-4680FB6542C8}"/>
              </c:ext>
            </c:extLst>
          </c:dPt>
          <c:dPt>
            <c:idx val="2"/>
            <c:invertIfNegative val="0"/>
            <c:bubble3D val="0"/>
            <c:spPr>
              <a:solidFill>
                <a:srgbClr val="002060"/>
              </a:solidFill>
              <a:ln>
                <a:noFill/>
              </a:ln>
              <a:effectLst/>
            </c:spPr>
            <c:extLst>
              <c:ext xmlns:c16="http://schemas.microsoft.com/office/drawing/2014/chart" uri="{C3380CC4-5D6E-409C-BE32-E72D297353CC}">
                <c16:uniqueId val="{00000008-D1DC-DA40-A8B5-4680FB6542C8}"/>
              </c:ext>
            </c:extLst>
          </c:dPt>
          <c:dPt>
            <c:idx val="3"/>
            <c:invertIfNegative val="0"/>
            <c:bubble3D val="0"/>
            <c:spPr>
              <a:solidFill>
                <a:srgbClr val="002060"/>
              </a:solidFill>
              <a:ln>
                <a:noFill/>
              </a:ln>
              <a:effectLst/>
            </c:spPr>
            <c:extLst>
              <c:ext xmlns:c16="http://schemas.microsoft.com/office/drawing/2014/chart" uri="{C3380CC4-5D6E-409C-BE32-E72D297353CC}">
                <c16:uniqueId val="{00000005-D1DC-DA40-A8B5-4680FB6542C8}"/>
              </c:ext>
            </c:extLst>
          </c:dPt>
          <c:dPt>
            <c:idx val="4"/>
            <c:invertIfNegative val="0"/>
            <c:bubble3D val="0"/>
            <c:spPr>
              <a:solidFill>
                <a:srgbClr val="002060"/>
              </a:solidFill>
              <a:ln>
                <a:noFill/>
              </a:ln>
              <a:effectLst/>
            </c:spPr>
            <c:extLst>
              <c:ext xmlns:c16="http://schemas.microsoft.com/office/drawing/2014/chart" uri="{C3380CC4-5D6E-409C-BE32-E72D297353CC}">
                <c16:uniqueId val="{00000004-D1DC-DA40-A8B5-4680FB6542C8}"/>
              </c:ext>
            </c:extLst>
          </c:dPt>
          <c:dPt>
            <c:idx val="5"/>
            <c:invertIfNegative val="0"/>
            <c:bubble3D val="0"/>
            <c:spPr>
              <a:solidFill>
                <a:srgbClr val="002060"/>
              </a:solidFill>
              <a:ln>
                <a:noFill/>
              </a:ln>
              <a:effectLst/>
            </c:spPr>
            <c:extLst>
              <c:ext xmlns:c16="http://schemas.microsoft.com/office/drawing/2014/chart" uri="{C3380CC4-5D6E-409C-BE32-E72D297353CC}">
                <c16:uniqueId val="{00000003-D1DC-DA40-A8B5-4680FB6542C8}"/>
              </c:ext>
            </c:extLst>
          </c:dPt>
          <c:dPt>
            <c:idx val="6"/>
            <c:invertIfNegative val="0"/>
            <c:bubble3D val="0"/>
            <c:spPr>
              <a:solidFill>
                <a:srgbClr val="92D050"/>
              </a:solidFill>
              <a:ln>
                <a:noFill/>
              </a:ln>
              <a:effectLst/>
            </c:spPr>
            <c:extLst>
              <c:ext xmlns:c16="http://schemas.microsoft.com/office/drawing/2014/chart" uri="{C3380CC4-5D6E-409C-BE32-E72D297353CC}">
                <c16:uniqueId val="{00000009-D1DC-DA40-A8B5-4680FB6542C8}"/>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Planilha1!$A$2:$A$8</c:f>
              <c:strCache>
                <c:ptCount val="7"/>
                <c:pt idx="0">
                  <c:v>Word
Stream 1</c:v>
                </c:pt>
                <c:pt idx="1">
                  <c:v>Growth-
onomics</c:v>
                </c:pt>
                <c:pt idx="2">
                  <c:v>SEL</c:v>
                </c:pt>
                <c:pt idx="3">
                  <c:v>Tinuiti</c:v>
                </c:pt>
                <c:pt idx="4">
                  <c:v>Word
Stream 2</c:v>
                </c:pt>
                <c:pt idx="5">
                  <c:v>Orange
SEO</c:v>
                </c:pt>
                <c:pt idx="6">
                  <c:v>Average</c:v>
                </c:pt>
              </c:strCache>
            </c:strRef>
          </c:cat>
          <c:val>
            <c:numRef>
              <c:f>Planilha1!$B$2:$B$8</c:f>
              <c:numCache>
                <c:formatCode>0%</c:formatCode>
                <c:ptCount val="7"/>
                <c:pt idx="0">
                  <c:v>0.1</c:v>
                </c:pt>
                <c:pt idx="1">
                  <c:v>0.1288</c:v>
                </c:pt>
                <c:pt idx="2">
                  <c:v>0.05</c:v>
                </c:pt>
                <c:pt idx="3">
                  <c:v>0.09</c:v>
                </c:pt>
                <c:pt idx="4">
                  <c:v>0.1288</c:v>
                </c:pt>
                <c:pt idx="5">
                  <c:v>0.129</c:v>
                </c:pt>
                <c:pt idx="6">
                  <c:v>0.10440000000000001</c:v>
                </c:pt>
              </c:numCache>
            </c:numRef>
          </c:val>
          <c:extLst>
            <c:ext xmlns:c16="http://schemas.microsoft.com/office/drawing/2014/chart" uri="{C3380CC4-5D6E-409C-BE32-E72D297353CC}">
              <c16:uniqueId val="{00000000-D1DC-DA40-A8B5-4680FB6542C8}"/>
            </c:ext>
          </c:extLst>
        </c:ser>
        <c:dLbls>
          <c:showLegendKey val="0"/>
          <c:showVal val="0"/>
          <c:showCatName val="0"/>
          <c:showSerName val="0"/>
          <c:showPercent val="0"/>
          <c:showBubbleSize val="0"/>
        </c:dLbls>
        <c:gapWidth val="219"/>
        <c:overlap val="-27"/>
        <c:axId val="836375120"/>
        <c:axId val="183532384"/>
      </c:barChart>
      <c:catAx>
        <c:axId val="8363751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1" i="0" u="none" strike="noStrike" kern="1200" baseline="0">
                <a:solidFill>
                  <a:schemeClr val="tx1">
                    <a:lumMod val="65000"/>
                    <a:lumOff val="35000"/>
                  </a:schemeClr>
                </a:solidFill>
                <a:latin typeface="IBM Plex Sans" panose="020B0503050203000203" pitchFamily="34" charset="0"/>
                <a:ea typeface="+mn-ea"/>
                <a:cs typeface="+mn-cs"/>
              </a:defRPr>
            </a:pPr>
            <a:endParaRPr lang="pt-US"/>
          </a:p>
        </c:txPr>
        <c:crossAx val="183532384"/>
        <c:crosses val="autoZero"/>
        <c:auto val="1"/>
        <c:lblAlgn val="ctr"/>
        <c:lblOffset val="100"/>
        <c:noMultiLvlLbl val="0"/>
      </c:catAx>
      <c:valAx>
        <c:axId val="183532384"/>
        <c:scaling>
          <c:orientation val="minMax"/>
        </c:scaling>
        <c:delete val="1"/>
        <c:axPos val="l"/>
        <c:numFmt formatCode="0%" sourceLinked="1"/>
        <c:majorTickMark val="none"/>
        <c:minorTickMark val="none"/>
        <c:tickLblPos val="nextTo"/>
        <c:crossAx val="83637512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a:latin typeface="IBM Plex Sans" panose="020B0503050203000203" pitchFamily="34" charset="0"/>
        </a:defRPr>
      </a:pPr>
      <a:endParaRPr lang="pt-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3851207570939623"/>
          <c:w val="0.9861303435056662"/>
          <c:h val="0.48255356258853588"/>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2"/>
              </a:solidFill>
            </c:spPr>
            <c:extLst>
              <c:ext xmlns:c16="http://schemas.microsoft.com/office/drawing/2014/chart" uri="{C3380CC4-5D6E-409C-BE32-E72D297353CC}">
                <c16:uniqueId val="{00000001-7101-4986-B5A9-47966BF52F7B}"/>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Sheet1!$A$2:$A$11</c:f>
              <c:strCache>
                <c:ptCount val="10"/>
                <c:pt idx="0">
                  <c:v>Karooya</c:v>
                </c:pt>
                <c:pt idx="1">
                  <c:v>WPPMedia</c:v>
                </c:pt>
                <c:pt idx="2">
                  <c:v>ISBA</c:v>
                </c:pt>
                <c:pt idx="3">
                  <c:v>Dentsu</c:v>
                </c:pt>
                <c:pt idx="4">
                  <c:v>Magna Global</c:v>
                </c:pt>
                <c:pt idx="5">
                  <c:v>Dentsu</c:v>
                </c:pt>
                <c:pt idx="6">
                  <c:v>Magna Global</c:v>
                </c:pt>
                <c:pt idx="7">
                  <c:v>Karooya</c:v>
                </c:pt>
                <c:pt idx="8">
                  <c:v>WPP Media</c:v>
                </c:pt>
                <c:pt idx="9">
                  <c:v>Skai</c:v>
                </c:pt>
              </c:strCache>
            </c:strRef>
          </c:cat>
          <c:val>
            <c:numRef>
              <c:f>Sheet1!$B$2:$B$11</c:f>
              <c:numCache>
                <c:formatCode>0.00"%"</c:formatCode>
                <c:ptCount val="10"/>
                <c:pt idx="0">
                  <c:v>7</c:v>
                </c:pt>
                <c:pt idx="1">
                  <c:v>5.6</c:v>
                </c:pt>
                <c:pt idx="2">
                  <c:v>6.3</c:v>
                </c:pt>
                <c:pt idx="3">
                  <c:v>6.7</c:v>
                </c:pt>
                <c:pt idx="4">
                  <c:v>7</c:v>
                </c:pt>
                <c:pt idx="5">
                  <c:v>9</c:v>
                </c:pt>
                <c:pt idx="6">
                  <c:v>12</c:v>
                </c:pt>
                <c:pt idx="7">
                  <c:v>13</c:v>
                </c:pt>
                <c:pt idx="8">
                  <c:v>13.5</c:v>
                </c:pt>
                <c:pt idx="9">
                  <c:v>18</c:v>
                </c:pt>
              </c:numCache>
            </c:numRef>
          </c:val>
          <c:extLst>
            <c:ext xmlns:c16="http://schemas.microsoft.com/office/drawing/2014/chart" uri="{C3380CC4-5D6E-409C-BE32-E72D297353CC}">
              <c16:uniqueId val="{00000002-7101-4986-B5A9-47966BF52F7B}"/>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30996708897888176"/>
          <c:w val="0.9861303435056662"/>
          <c:h val="0.52537104268430757"/>
        </c:manualLayout>
      </c:layout>
      <c:barChart>
        <c:barDir val="col"/>
        <c:grouping val="clustered"/>
        <c:varyColors val="0"/>
        <c:ser>
          <c:idx val="0"/>
          <c:order val="0"/>
          <c:tx>
            <c:strRef>
              <c:f>Sheet1!$B$1</c:f>
              <c:strCache>
                <c:ptCount val="1"/>
                <c:pt idx="0">
                  <c:v>Column1</c:v>
                </c:pt>
              </c:strCache>
            </c:strRef>
          </c:tx>
          <c:spPr>
            <a:solidFill>
              <a:srgbClr val="C197E1"/>
            </a:solidFill>
            <a:ln>
              <a:noFill/>
            </a:ln>
            <a:effectLst/>
          </c:spPr>
          <c:invertIfNegative val="0"/>
          <c:dPt>
            <c:idx val="8"/>
            <c:invertIfNegative val="0"/>
            <c:bubble3D val="0"/>
            <c:spPr>
              <a:solidFill>
                <a:srgbClr val="C197E1"/>
              </a:solidFill>
              <a:ln w="6350">
                <a:noFill/>
              </a:ln>
              <a:effectLst/>
            </c:spPr>
            <c:extLst>
              <c:ext xmlns:c16="http://schemas.microsoft.com/office/drawing/2014/chart" uri="{C3380CC4-5D6E-409C-BE32-E72D297353CC}">
                <c16:uniqueId val="{00000001-35DC-40D0-AD0A-F741DB0E9AFD}"/>
              </c:ext>
            </c:extLst>
          </c:dPt>
          <c:dLbls>
            <c:spPr>
              <a:noFill/>
              <a:ln>
                <a:noFill/>
              </a:ln>
              <a:effectLst/>
            </c:spPr>
            <c:txPr>
              <a:bodyPr rot="0" spcFirstLastPara="1" vertOverflow="ellipsis" vert="horz" wrap="square" lIns="0" tIns="0" rIns="0" bIns="0"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Wordstream</c:v>
                </c:pt>
                <c:pt idx="1">
                  <c:v>Magna Global</c:v>
                </c:pt>
                <c:pt idx="2">
                  <c:v>Dentsu</c:v>
                </c:pt>
                <c:pt idx="3">
                  <c:v>ISBA</c:v>
                </c:pt>
                <c:pt idx="4">
                  <c:v>Wordstream</c:v>
                </c:pt>
                <c:pt idx="5">
                  <c:v>WPP Media</c:v>
                </c:pt>
                <c:pt idx="6">
                  <c:v>SQ</c:v>
                </c:pt>
                <c:pt idx="7">
                  <c:v>Dentsu</c:v>
                </c:pt>
              </c:strCache>
            </c:strRef>
          </c:cat>
          <c:val>
            <c:numRef>
              <c:f>Sheet1!$B$2:$B$9</c:f>
              <c:numCache>
                <c:formatCode>0.00"%"</c:formatCode>
                <c:ptCount val="8"/>
                <c:pt idx="0">
                  <c:v>8.9</c:v>
                </c:pt>
                <c:pt idx="1">
                  <c:v>8</c:v>
                </c:pt>
                <c:pt idx="2">
                  <c:v>8.3000000000000007</c:v>
                </c:pt>
                <c:pt idx="3">
                  <c:v>11</c:v>
                </c:pt>
                <c:pt idx="4">
                  <c:v>8.9</c:v>
                </c:pt>
                <c:pt idx="5">
                  <c:v>10</c:v>
                </c:pt>
                <c:pt idx="6">
                  <c:v>12.3</c:v>
                </c:pt>
                <c:pt idx="7">
                  <c:v>13.9</c:v>
                </c:pt>
              </c:numCache>
            </c:numRef>
          </c:val>
          <c:extLst>
            <c:ext xmlns:c16="http://schemas.microsoft.com/office/drawing/2014/chart" uri="{C3380CC4-5D6E-409C-BE32-E72D297353CC}">
              <c16:uniqueId val="{00000002-35DC-40D0-AD0A-F741DB0E9AFD}"/>
            </c:ext>
          </c:extLst>
        </c:ser>
        <c:dLbls>
          <c:showLegendKey val="0"/>
          <c:showVal val="0"/>
          <c:showCatName val="0"/>
          <c:showSerName val="0"/>
          <c:showPercent val="0"/>
          <c:showBubbleSize val="0"/>
        </c:dLbls>
        <c:gapWidth val="100"/>
        <c:overlap val="-27"/>
        <c:axId val="786039392"/>
        <c:axId val="786054272"/>
      </c:barChart>
      <c:catAx>
        <c:axId val="786039392"/>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scaling>
        <c:delete val="1"/>
        <c:axPos val="l"/>
        <c:numFmt formatCode="0.00&quot;%&quot;" sourceLinked="1"/>
        <c:majorTickMark val="none"/>
        <c:minorTickMark val="none"/>
        <c:tickLblPos val="nextTo"/>
        <c:crossAx val="7860393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latin typeface="IBM Plex Sans" panose="020B0503050203000203" pitchFamily="34" charset="0"/>
        </a:defRPr>
      </a:pPr>
      <a:endParaRPr lang="en-U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9652305366591082E-2"/>
          <c:y val="2.3996308260267652E-2"/>
          <c:w val="0.84032143685280447"/>
          <c:h val="0.95200738347946467"/>
        </c:manualLayout>
      </c:layout>
      <c:barChart>
        <c:barDir val="col"/>
        <c:grouping val="stacked"/>
        <c:varyColors val="0"/>
        <c:ser>
          <c:idx val="0"/>
          <c:order val="0"/>
          <c:spPr>
            <a:solidFill>
              <a:srgbClr val="C197E1"/>
            </a:solidFill>
            <a:ln>
              <a:noFill/>
            </a:ln>
          </c:spPr>
          <c:invertIfNegative val="0"/>
          <c:dLbls>
            <c:spPr>
              <a:noFill/>
              <a:ln>
                <a:noFill/>
              </a:ln>
              <a:effectLst/>
            </c:spPr>
            <c:txPr>
              <a:bodyPr wrap="square" lIns="38100" tIns="19050" rIns="38100" bIns="19050" anchor="ctr">
                <a:spAutoFit/>
              </a:bodyPr>
              <a:lstStyle/>
              <a:p>
                <a:pPr>
                  <a:defRPr sz="800">
                    <a:latin typeface="IBM Plex Sans" panose="020B0503050203000203" pitchFamily="34" charset="0"/>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Sheet1!$A$1:$G$1</c:f>
              <c:numCache>
                <c:formatCode>#,##0</c:formatCode>
                <c:ptCount val="7"/>
                <c:pt idx="0">
                  <c:v>381000000</c:v>
                </c:pt>
                <c:pt idx="1">
                  <c:v>700000000</c:v>
                </c:pt>
                <c:pt idx="2">
                  <c:v>902000000</c:v>
                </c:pt>
                <c:pt idx="3">
                  <c:v>1366000000</c:v>
                </c:pt>
                <c:pt idx="4">
                  <c:v>1587000000</c:v>
                </c:pt>
                <c:pt idx="5">
                  <c:v>1925000000</c:v>
                </c:pt>
                <c:pt idx="6">
                  <c:v>2263000000</c:v>
                </c:pt>
              </c:numCache>
            </c:numRef>
          </c:val>
          <c:extLst>
            <c:ext xmlns:c16="http://schemas.microsoft.com/office/drawing/2014/chart" uri="{C3380CC4-5D6E-409C-BE32-E72D297353CC}">
              <c16:uniqueId val="{00000000-8246-6C49-9724-9E64FA40989D}"/>
            </c:ext>
          </c:extLst>
        </c:ser>
        <c:ser>
          <c:idx val="1"/>
          <c:order val="1"/>
          <c:spPr>
            <a:solidFill>
              <a:srgbClr val="9DC3E6"/>
            </a:solidFill>
            <a:ln>
              <a:noFill/>
            </a:ln>
          </c:spPr>
          <c:invertIfNegative val="0"/>
          <c:dLbls>
            <c:spPr>
              <a:noFill/>
              <a:ln>
                <a:noFill/>
              </a:ln>
              <a:effectLst/>
            </c:spPr>
            <c:txPr>
              <a:bodyPr wrap="square" lIns="38100" tIns="19050" rIns="38100" bIns="19050" anchor="ctr">
                <a:spAutoFit/>
              </a:bodyPr>
              <a:lstStyle/>
              <a:p>
                <a:pPr>
                  <a:defRPr sz="800">
                    <a:latin typeface="IBM Plex Sans" panose="020B0503050203000203" pitchFamily="34" charset="0"/>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Sheet1!$A$2:$G$2</c:f>
              <c:numCache>
                <c:formatCode>#,##0</c:formatCode>
                <c:ptCount val="7"/>
                <c:pt idx="0">
                  <c:v>2000000000</c:v>
                </c:pt>
                <c:pt idx="1">
                  <c:v>2300000000</c:v>
                </c:pt>
                <c:pt idx="2">
                  <c:v>2500000000</c:v>
                </c:pt>
                <c:pt idx="3">
                  <c:v>2680000000</c:v>
                </c:pt>
                <c:pt idx="4">
                  <c:v>2700000000</c:v>
                </c:pt>
                <c:pt idx="5">
                  <c:v>2500000000</c:v>
                </c:pt>
                <c:pt idx="6">
                  <c:v>2300000000</c:v>
                </c:pt>
              </c:numCache>
            </c:numRef>
          </c:val>
          <c:extLst>
            <c:ext xmlns:c16="http://schemas.microsoft.com/office/drawing/2014/chart" uri="{C3380CC4-5D6E-409C-BE32-E72D297353CC}">
              <c16:uniqueId val="{00000002-8246-6C49-9724-9E64FA40989D}"/>
            </c:ext>
          </c:extLst>
        </c:ser>
        <c:ser>
          <c:idx val="2"/>
          <c:order val="2"/>
          <c:spPr>
            <a:solidFill>
              <a:srgbClr val="7FD7A7"/>
            </a:solidFill>
            <a:ln>
              <a:noFill/>
            </a:ln>
          </c:spPr>
          <c:invertIfNegative val="0"/>
          <c:dLbls>
            <c:spPr>
              <a:noFill/>
              <a:ln>
                <a:noFill/>
              </a:ln>
              <a:effectLst/>
            </c:spPr>
            <c:txPr>
              <a:bodyPr wrap="square" lIns="38100" tIns="19050" rIns="38100" bIns="19050" anchor="ctr">
                <a:spAutoFit/>
              </a:bodyPr>
              <a:lstStyle/>
              <a:p>
                <a:pPr>
                  <a:defRPr sz="800">
                    <a:solidFill>
                      <a:schemeClr val="tx1"/>
                    </a:solidFill>
                    <a:latin typeface="IBM Plex Sans" panose="020B0503050203000203"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Sheet1!$A$3:$G$3</c:f>
              <c:numCache>
                <c:formatCode>#,##0</c:formatCode>
                <c:ptCount val="7"/>
                <c:pt idx="0">
                  <c:v>2500000000</c:v>
                </c:pt>
                <c:pt idx="1">
                  <c:v>2800000000</c:v>
                </c:pt>
                <c:pt idx="2">
                  <c:v>2910000000</c:v>
                </c:pt>
                <c:pt idx="3">
                  <c:v>2960000000</c:v>
                </c:pt>
                <c:pt idx="4">
                  <c:v>3065000000</c:v>
                </c:pt>
                <c:pt idx="5">
                  <c:v>3065000000</c:v>
                </c:pt>
                <c:pt idx="6">
                  <c:v>3070000000</c:v>
                </c:pt>
              </c:numCache>
            </c:numRef>
          </c:val>
          <c:extLst>
            <c:ext xmlns:c16="http://schemas.microsoft.com/office/drawing/2014/chart" uri="{C3380CC4-5D6E-409C-BE32-E72D297353CC}">
              <c16:uniqueId val="{00000003-8246-6C49-9724-9E64FA40989D}"/>
            </c:ext>
          </c:extLst>
        </c:ser>
        <c:dLbls>
          <c:showLegendKey val="0"/>
          <c:showVal val="1"/>
          <c:showCatName val="0"/>
          <c:showSerName val="0"/>
          <c:showPercent val="0"/>
          <c:showBubbleSize val="0"/>
        </c:dLbls>
        <c:gapWidth val="80"/>
        <c:overlap val="100"/>
        <c:axId val="544328688"/>
        <c:axId val="1"/>
      </c:barChart>
      <c:lineChart>
        <c:grouping val="standard"/>
        <c:varyColors val="0"/>
        <c:ser>
          <c:idx val="3"/>
          <c:order val="3"/>
          <c:spPr>
            <a:ln w="28575" cmpd="sng" algn="ctr">
              <a:solidFill>
                <a:srgbClr val="7030A0"/>
              </a:solidFill>
              <a:prstDash val="solid"/>
            </a:ln>
          </c:spPr>
          <c:marker>
            <c:symbol val="none"/>
          </c:marker>
          <c:dLbls>
            <c:dLbl>
              <c:idx val="0"/>
              <c:layout>
                <c:manualLayout>
                  <c:x val="1.9494094488188955E-2"/>
                  <c:y val="-9.359344584376898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246-6C49-9724-9E64FA40989D}"/>
                </c:ext>
              </c:extLst>
            </c:dLbl>
            <c:dLbl>
              <c:idx val="1"/>
              <c:layout>
                <c:manualLayout>
                  <c:x val="-1.1363636363636406E-2"/>
                  <c:y val="5.5483401475771028E-2"/>
                </c:manualLayout>
              </c:layout>
              <c:spPr>
                <a:noFill/>
                <a:ln>
                  <a:noFill/>
                </a:ln>
                <a:effectLst/>
              </c:spPr>
              <c:txPr>
                <a:bodyPr wrap="square" lIns="38100" tIns="19050" rIns="38100" bIns="19050" anchor="ctr">
                  <a:spAutoFit/>
                </a:bodyPr>
                <a:lstStyle/>
                <a:p>
                  <a:pPr>
                    <a:defRPr sz="800">
                      <a:solidFill>
                        <a:schemeClr val="tx1"/>
                      </a:solidFill>
                      <a:latin typeface="IBM Plex Sans" panose="020B0503050203000203" pitchFamily="34" charset="0"/>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246-6C49-9724-9E64FA40989D}"/>
                </c:ext>
              </c:extLst>
            </c:dLbl>
            <c:dLbl>
              <c:idx val="2"/>
              <c:layout>
                <c:manualLayout>
                  <c:x val="-5.1240085503622045E-2"/>
                  <c:y val="-0.103747173421338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246-6C49-9724-9E64FA40989D}"/>
                </c:ext>
              </c:extLst>
            </c:dLbl>
            <c:dLbl>
              <c:idx val="3"/>
              <c:layout>
                <c:manualLayout>
                  <c:x val="-2.2869183965640742E-2"/>
                  <c:y val="-0.12882571783601005"/>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246-6C49-9724-9E64FA40989D}"/>
                </c:ext>
              </c:extLst>
            </c:dLbl>
            <c:dLbl>
              <c:idx val="4"/>
              <c:layout>
                <c:manualLayout>
                  <c:x val="-3.9960272011453198E-2"/>
                  <c:y val="-0.1342798173354112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246-6C49-9724-9E64FA40989D}"/>
                </c:ext>
              </c:extLst>
            </c:dLbl>
            <c:dLbl>
              <c:idx val="5"/>
              <c:layout>
                <c:manualLayout>
                  <c:x val="-1.9055853158806577E-2"/>
                  <c:y val="-5.206282468046834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246-6C49-9724-9E64FA40989D}"/>
                </c:ext>
              </c:extLst>
            </c:dLbl>
            <c:dLbl>
              <c:idx val="6"/>
              <c:layout>
                <c:manualLayout>
                  <c:x val="-1.2290406522333196E-2"/>
                  <c:y val="2.139115779045630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246-6C49-9724-9E64FA40989D}"/>
                </c:ext>
              </c:extLst>
            </c:dLbl>
            <c:spPr>
              <a:noFill/>
              <a:ln>
                <a:noFill/>
              </a:ln>
              <a:effectLst/>
            </c:spPr>
            <c:txPr>
              <a:bodyPr wrap="square" lIns="38100" tIns="19050" rIns="38100" bIns="19050" anchor="ctr">
                <a:spAutoFit/>
              </a:bodyPr>
              <a:lstStyle/>
              <a:p>
                <a:pPr>
                  <a:defRPr sz="800">
                    <a:latin typeface="IBM Plex Sans" panose="020B0503050203000203"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Sheet1!$A$4:$G$4</c:f>
              <c:numCache>
                <c:formatCode>"$"#,##0_);[Red]\("$"#,##0\)</c:formatCode>
                <c:ptCount val="7"/>
                <c:pt idx="0">
                  <c:v>134000000000</c:v>
                </c:pt>
                <c:pt idx="1">
                  <c:v>146000000000</c:v>
                </c:pt>
                <c:pt idx="2">
                  <c:v>209000000000</c:v>
                </c:pt>
                <c:pt idx="3">
                  <c:v>224000000000</c:v>
                </c:pt>
                <c:pt idx="4">
                  <c:v>237000000000</c:v>
                </c:pt>
                <c:pt idx="5">
                  <c:v>265000000000</c:v>
                </c:pt>
                <c:pt idx="6">
                  <c:v>298181828276</c:v>
                </c:pt>
              </c:numCache>
            </c:numRef>
          </c:val>
          <c:smooth val="0"/>
          <c:extLst>
            <c:ext xmlns:c16="http://schemas.microsoft.com/office/drawing/2014/chart" uri="{C3380CC4-5D6E-409C-BE32-E72D297353CC}">
              <c16:uniqueId val="{0000000B-8246-6C49-9724-9E64FA40989D}"/>
            </c:ext>
          </c:extLst>
        </c:ser>
        <c:dLbls>
          <c:showLegendKey val="0"/>
          <c:showVal val="1"/>
          <c:showCatName val="0"/>
          <c:showSerName val="0"/>
          <c:showPercent val="0"/>
          <c:showBubbleSize val="0"/>
        </c:dLbls>
        <c:marker val="1"/>
        <c:smooth val="0"/>
        <c:axId val="2"/>
        <c:axId val="3"/>
      </c:lineChart>
      <c:catAx>
        <c:axId val="544328688"/>
        <c:scaling>
          <c:orientation val="minMax"/>
        </c:scaling>
        <c:delete val="0"/>
        <c:axPos val="b"/>
        <c:majorGridlines>
          <c:spPr>
            <a:ln>
              <a:noFill/>
            </a:ln>
          </c:spPr>
        </c:majorGridlines>
        <c:majorTickMark val="none"/>
        <c:minorTickMark val="none"/>
        <c:tickLblPos val="nextTo"/>
        <c:spPr>
          <a:ln w="9525" cmpd="sng" algn="ctr">
            <a:solidFill>
              <a:schemeClr val="tx1"/>
            </a:solidFill>
            <a:prstDash val="solid"/>
          </a:ln>
        </c:spPr>
        <c:txPr>
          <a:bodyPr/>
          <a:lstStyle/>
          <a:p>
            <a:pPr>
              <a:defRPr>
                <a:solidFill>
                  <a:schemeClr val="bg1"/>
                </a:solidFill>
              </a:defRPr>
            </a:pPr>
            <a:endParaRPr lang="en-US"/>
          </a:p>
        </c:txPr>
        <c:crossAx val="1"/>
        <c:crosses val="min"/>
        <c:auto val="0"/>
        <c:lblAlgn val="ctr"/>
        <c:lblOffset val="100"/>
        <c:noMultiLvlLbl val="0"/>
      </c:catAx>
      <c:valAx>
        <c:axId val="1"/>
        <c:scaling>
          <c:orientation val="minMax"/>
          <c:max val="8000000000"/>
          <c:min val="0"/>
        </c:scaling>
        <c:delete val="0"/>
        <c:axPos val="l"/>
        <c:numFmt formatCode="#,##0" sourceLinked="0"/>
        <c:majorTickMark val="out"/>
        <c:minorTickMark val="none"/>
        <c:tickLblPos val="nextTo"/>
        <c:spPr>
          <a:ln w="9525" cmpd="sng" algn="ctr">
            <a:solidFill>
              <a:schemeClr val="bg1"/>
            </a:solidFill>
            <a:prstDash val="solid"/>
          </a:ln>
        </c:spPr>
        <c:crossAx val="544328688"/>
        <c:crosses val="min"/>
        <c:crossBetween val="between"/>
        <c:dispUnits>
          <c:builtInUnit val="millions"/>
          <c:dispUnitsLbl/>
        </c:dispUnits>
      </c:valAx>
      <c:catAx>
        <c:axId val="2"/>
        <c:scaling>
          <c:orientation val="minMax"/>
        </c:scaling>
        <c:delete val="1"/>
        <c:axPos val="t"/>
        <c:majorGridlines>
          <c:spPr>
            <a:ln>
              <a:noFill/>
            </a:ln>
          </c:spPr>
        </c:majorGridlines>
        <c:majorTickMark val="out"/>
        <c:minorTickMark val="none"/>
        <c:tickLblPos val="nextTo"/>
        <c:crossAx val="3"/>
        <c:crosses val="max"/>
        <c:auto val="0"/>
        <c:lblAlgn val="ctr"/>
        <c:lblOffset val="100"/>
        <c:noMultiLvlLbl val="0"/>
      </c:catAx>
      <c:valAx>
        <c:axId val="3"/>
        <c:scaling>
          <c:orientation val="minMax"/>
          <c:max val="300000000000"/>
        </c:scaling>
        <c:delete val="0"/>
        <c:axPos val="r"/>
        <c:majorGridlines>
          <c:spPr>
            <a:ln>
              <a:noFill/>
            </a:ln>
          </c:spPr>
        </c:majorGridlines>
        <c:numFmt formatCode="&quot;$&quot;#,##0_);[Red]\(&quot;$&quot;#,##0\)" sourceLinked="1"/>
        <c:majorTickMark val="out"/>
        <c:minorTickMark val="none"/>
        <c:tickLblPos val="nextTo"/>
        <c:spPr>
          <a:ln w="9525" cmpd="sng" algn="ctr">
            <a:solidFill>
              <a:schemeClr val="bg1"/>
            </a:solidFill>
            <a:prstDash val="solid"/>
          </a:ln>
        </c:spPr>
        <c:crossAx val="2"/>
        <c:crosses val="max"/>
        <c:crossBetween val="between"/>
        <c:dispUnits>
          <c:builtInUnit val="billions"/>
        </c:dispUnits>
      </c:valAx>
    </c:plotArea>
    <c:plotVisOnly val="0"/>
    <c:dispBlanksAs val="gap"/>
    <c:showDLblsOverMax val="1"/>
  </c:chart>
  <c:txPr>
    <a:bodyPr/>
    <a:lstStyle/>
    <a:p>
      <a:pPr>
        <a:defRPr>
          <a:latin typeface="Calibri" panose="020F0502020204030204" pitchFamily="34" charset="0"/>
          <a:ea typeface="Calibri" panose="020F0502020204030204" pitchFamily="34" charset="0"/>
          <a:cs typeface="Calibri" panose="020F0502020204030204" pitchFamily="34" charset="0"/>
        </a:defRPr>
      </a:pPr>
      <a:endParaRPr lang="en-U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4540648249090239E-2"/>
          <c:y val="4.1161029785912559E-2"/>
          <c:w val="0.94545935175090978"/>
          <c:h val="0.84571449448686753"/>
        </c:manualLayout>
      </c:layout>
      <c:lineChart>
        <c:grouping val="standard"/>
        <c:varyColors val="0"/>
        <c:ser>
          <c:idx val="0"/>
          <c:order val="0"/>
          <c:tx>
            <c:strRef>
              <c:f>Planilha1!$B$1</c:f>
              <c:strCache>
                <c:ptCount val="1"/>
                <c:pt idx="0">
                  <c:v>WAU</c:v>
                </c:pt>
              </c:strCache>
            </c:strRef>
          </c:tx>
          <c:spPr>
            <a:ln w="28575" cap="rnd">
              <a:solidFill>
                <a:srgbClr val="C198E1"/>
              </a:solidFill>
              <a:round/>
            </a:ln>
            <a:effectLst/>
          </c:spPr>
          <c:marker>
            <c:symbol val="none"/>
          </c:marker>
          <c:dLbls>
            <c:spPr>
              <a:noFill/>
              <a:ln>
                <a:noFill/>
              </a:ln>
              <a:effectLst/>
            </c:spPr>
            <c:txPr>
              <a:bodyPr rot="0" spcFirstLastPara="1" vertOverflow="ellipsis" vert="horz" wrap="square" anchor="ctr" anchorCtr="1"/>
              <a:lstStyle/>
              <a:p>
                <a:pPr>
                  <a:defRPr sz="1197" b="1" i="0" u="none" strike="noStrike" kern="1200" baseline="0">
                    <a:solidFill>
                      <a:schemeClr val="tx1">
                        <a:lumMod val="75000"/>
                        <a:lumOff val="25000"/>
                      </a:schemeClr>
                    </a:solidFill>
                    <a:latin typeface="IBM Plex Sans" panose="020B0503050203000203" pitchFamily="34" charset="0"/>
                    <a:ea typeface="+mn-ea"/>
                    <a:cs typeface="+mn-cs"/>
                  </a:defRPr>
                </a:pPr>
                <a:endParaRPr lang="pt-US"/>
              </a:p>
            </c:txPr>
            <c:dLblPos val="t"/>
            <c:showLegendKey val="0"/>
            <c:showVal val="1"/>
            <c:showCatName val="0"/>
            <c:showSerName val="0"/>
            <c:showPercent val="0"/>
            <c:showBubbleSize val="0"/>
            <c:separator>, </c:separator>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Planilha1!$A$2:$A$8</c:f>
              <c:strCache>
                <c:ptCount val="7"/>
                <c:pt idx="0">
                  <c:v>Nov/2022</c:v>
                </c:pt>
                <c:pt idx="1">
                  <c:v>Nov/2023</c:v>
                </c:pt>
                <c:pt idx="2">
                  <c:v>Aug/2024</c:v>
                </c:pt>
                <c:pt idx="3">
                  <c:v>Dec/2024</c:v>
                </c:pt>
                <c:pt idx="4">
                  <c:v>Feb/2025</c:v>
                </c:pt>
                <c:pt idx="5">
                  <c:v>Jul/2025</c:v>
                </c:pt>
                <c:pt idx="6">
                  <c:v>Oct/2025</c:v>
                </c:pt>
              </c:strCache>
            </c:strRef>
          </c:cat>
          <c:val>
            <c:numRef>
              <c:f>Planilha1!$B$2:$B$8</c:f>
              <c:numCache>
                <c:formatCode>General</c:formatCode>
                <c:ptCount val="7"/>
                <c:pt idx="0">
                  <c:v>0</c:v>
                </c:pt>
                <c:pt idx="1">
                  <c:v>100</c:v>
                </c:pt>
                <c:pt idx="2">
                  <c:v>200</c:v>
                </c:pt>
                <c:pt idx="3">
                  <c:v>300</c:v>
                </c:pt>
                <c:pt idx="4">
                  <c:v>400</c:v>
                </c:pt>
                <c:pt idx="5">
                  <c:v>700</c:v>
                </c:pt>
                <c:pt idx="6">
                  <c:v>800</c:v>
                </c:pt>
              </c:numCache>
            </c:numRef>
          </c:val>
          <c:smooth val="0"/>
          <c:extLst>
            <c:ext xmlns:c16="http://schemas.microsoft.com/office/drawing/2014/chart" uri="{C3380CC4-5D6E-409C-BE32-E72D297353CC}">
              <c16:uniqueId val="{00000000-DCC4-2D4B-945F-93B95A9D007E}"/>
            </c:ext>
          </c:extLst>
        </c:ser>
        <c:dLbls>
          <c:showLegendKey val="0"/>
          <c:showVal val="0"/>
          <c:showCatName val="0"/>
          <c:showSerName val="0"/>
          <c:showPercent val="0"/>
          <c:showBubbleSize val="0"/>
        </c:dLbls>
        <c:smooth val="0"/>
        <c:axId val="1226213456"/>
        <c:axId val="1254985600"/>
      </c:lineChart>
      <c:catAx>
        <c:axId val="12262134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1" i="0" u="none" strike="noStrike" kern="1200" baseline="0">
                <a:solidFill>
                  <a:schemeClr val="tx1">
                    <a:lumMod val="65000"/>
                    <a:lumOff val="35000"/>
                  </a:schemeClr>
                </a:solidFill>
                <a:latin typeface="IBM Plex Sans" panose="020B0503050203000203" pitchFamily="34" charset="0"/>
                <a:ea typeface="+mn-ea"/>
                <a:cs typeface="+mn-cs"/>
              </a:defRPr>
            </a:pPr>
            <a:endParaRPr lang="pt-US"/>
          </a:p>
        </c:txPr>
        <c:crossAx val="1254985600"/>
        <c:crosses val="autoZero"/>
        <c:auto val="1"/>
        <c:lblAlgn val="ctr"/>
        <c:lblOffset val="100"/>
        <c:noMultiLvlLbl val="0"/>
      </c:catAx>
      <c:valAx>
        <c:axId val="1254985600"/>
        <c:scaling>
          <c:orientation val="minMax"/>
        </c:scaling>
        <c:delete val="1"/>
        <c:axPos val="l"/>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IBM Plex Sans" panose="020B0503050203000203" pitchFamily="34" charset="0"/>
                    <a:ea typeface="+mn-ea"/>
                    <a:cs typeface="+mn-cs"/>
                  </a:defRPr>
                </a:pPr>
                <a:r>
                  <a:rPr lang="en-US" sz="1200" b="1" noProof="0">
                    <a:latin typeface="IBM Plex Sans"/>
                    <a:ea typeface="IBM Plex Sans"/>
                    <a:cs typeface="IBM Plex Sans"/>
                    <a:sym typeface="IBM Plex Sans"/>
                  </a:rPr>
                  <a:t>Weekly Active Users  (Millions)</a:t>
                </a:r>
                <a:endParaRPr lang="en-US" sz="1200" noProof="0"/>
              </a:p>
            </c:rich>
          </c:tx>
          <c:layout>
            <c:manualLayout>
              <c:xMode val="edge"/>
              <c:yMode val="edge"/>
              <c:x val="1.892650079699942E-3"/>
              <c:y val="0.12879896122171358"/>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title>
        <c:numFmt formatCode="General" sourceLinked="1"/>
        <c:majorTickMark val="none"/>
        <c:minorTickMark val="none"/>
        <c:tickLblPos val="nextTo"/>
        <c:crossAx val="12262134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IBM Plex Sans" panose="020B0503050203000203" pitchFamily="34" charset="0"/>
        </a:defRPr>
      </a:pPr>
      <a:endParaRPr lang="pt-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7187500000000001E-2"/>
          <c:y val="1.9699309811804268E-2"/>
          <c:w val="0.96562499999999996"/>
          <c:h val="0.97974667939550442"/>
        </c:manualLayout>
      </c:layout>
      <c:barChart>
        <c:barDir val="col"/>
        <c:grouping val="stacked"/>
        <c:varyColors val="0"/>
        <c:ser>
          <c:idx val="0"/>
          <c:order val="0"/>
          <c:tx>
            <c:strRef>
              <c:f>Planilha1!$B$1</c:f>
              <c:strCache>
                <c:ptCount val="1"/>
                <c:pt idx="0">
                  <c:v>Free users</c:v>
                </c:pt>
              </c:strCache>
            </c:strRef>
          </c:tx>
          <c:spPr>
            <a:solidFill>
              <a:srgbClr val="9BD9AB"/>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lumMod val="75000"/>
                        <a:lumOff val="25000"/>
                      </a:schemeClr>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Planilha1!$A$2:$A$5</c:f>
              <c:numCache>
                <c:formatCode>General</c:formatCode>
                <c:ptCount val="4"/>
              </c:numCache>
            </c:numRef>
          </c:cat>
          <c:val>
            <c:numRef>
              <c:f>Planilha1!$B$2:$B$5</c:f>
              <c:numCache>
                <c:formatCode>"$"#,##0_);[Red]\("$"#,##0\)</c:formatCode>
                <c:ptCount val="4"/>
                <c:pt idx="0">
                  <c:v>-1182</c:v>
                </c:pt>
                <c:pt idx="1">
                  <c:v>-394</c:v>
                </c:pt>
                <c:pt idx="2">
                  <c:v>-131.33000000000001</c:v>
                </c:pt>
                <c:pt idx="3">
                  <c:v>-43.78</c:v>
                </c:pt>
              </c:numCache>
            </c:numRef>
          </c:val>
          <c:extLst>
            <c:ext xmlns:c16="http://schemas.microsoft.com/office/drawing/2014/chart" uri="{C3380CC4-5D6E-409C-BE32-E72D297353CC}">
              <c16:uniqueId val="{00000000-DDFE-A946-8EFB-AD5146E305FC}"/>
            </c:ext>
          </c:extLst>
        </c:ser>
        <c:ser>
          <c:idx val="1"/>
          <c:order val="1"/>
          <c:tx>
            <c:strRef>
              <c:f>Planilha1!$C$1</c:f>
              <c:strCache>
                <c:ptCount val="1"/>
                <c:pt idx="0">
                  <c:v>Plus users</c:v>
                </c:pt>
              </c:strCache>
            </c:strRef>
          </c:tx>
          <c:spPr>
            <a:solidFill>
              <a:srgbClr val="C198E1"/>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lumMod val="75000"/>
                        <a:lumOff val="25000"/>
                      </a:schemeClr>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Planilha1!$A$2:$A$5</c:f>
              <c:numCache>
                <c:formatCode>General</c:formatCode>
                <c:ptCount val="4"/>
              </c:numCache>
            </c:numRef>
          </c:cat>
          <c:val>
            <c:numRef>
              <c:f>Planilha1!$C$2:$C$5</c:f>
              <c:numCache>
                <c:formatCode>"$"#,##0_);[Red]\("$"#,##0\)</c:formatCode>
                <c:ptCount val="4"/>
                <c:pt idx="0">
                  <c:v>92.4</c:v>
                </c:pt>
                <c:pt idx="1">
                  <c:v>177.47</c:v>
                </c:pt>
                <c:pt idx="2">
                  <c:v>205.82</c:v>
                </c:pt>
                <c:pt idx="3">
                  <c:v>215.27</c:v>
                </c:pt>
              </c:numCache>
            </c:numRef>
          </c:val>
          <c:extLst>
            <c:ext xmlns:c16="http://schemas.microsoft.com/office/drawing/2014/chart" uri="{C3380CC4-5D6E-409C-BE32-E72D297353CC}">
              <c16:uniqueId val="{00000001-DDFE-A946-8EFB-AD5146E305FC}"/>
            </c:ext>
          </c:extLst>
        </c:ser>
        <c:ser>
          <c:idx val="2"/>
          <c:order val="2"/>
          <c:tx>
            <c:strRef>
              <c:f>Planilha1!$D$1</c:f>
              <c:strCache>
                <c:ptCount val="1"/>
                <c:pt idx="0">
                  <c:v>Pro users</c:v>
                </c:pt>
              </c:strCache>
            </c:strRef>
          </c:tx>
          <c:spPr>
            <a:solidFill>
              <a:srgbClr val="7F7F7F"/>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lumMod val="75000"/>
                        <a:lumOff val="25000"/>
                      </a:schemeClr>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Planilha1!$A$2:$A$5</c:f>
              <c:numCache>
                <c:formatCode>General</c:formatCode>
                <c:ptCount val="4"/>
              </c:numCache>
            </c:numRef>
          </c:cat>
          <c:val>
            <c:numRef>
              <c:f>Planilha1!$D$2:$D$5</c:f>
              <c:numCache>
                <c:formatCode>"$"#,##0_);[Red]\("$"#,##0\)</c:formatCode>
                <c:ptCount val="4"/>
                <c:pt idx="0" formatCode="&quot;$&quot;\ #,##0.0;[Red]\-&quot;$&quot;\ #,##0.0">
                  <c:v>-2.5</c:v>
                </c:pt>
                <c:pt idx="1">
                  <c:v>12.5</c:v>
                </c:pt>
                <c:pt idx="2">
                  <c:v>17.5</c:v>
                </c:pt>
                <c:pt idx="3">
                  <c:v>19.170000000000002</c:v>
                </c:pt>
              </c:numCache>
            </c:numRef>
          </c:val>
          <c:extLst>
            <c:ext xmlns:c16="http://schemas.microsoft.com/office/drawing/2014/chart" uri="{C3380CC4-5D6E-409C-BE32-E72D297353CC}">
              <c16:uniqueId val="{00000002-DDFE-A946-8EFB-AD5146E305FC}"/>
            </c:ext>
          </c:extLst>
        </c:ser>
        <c:dLbls>
          <c:showLegendKey val="0"/>
          <c:showVal val="0"/>
          <c:showCatName val="0"/>
          <c:showSerName val="0"/>
          <c:showPercent val="0"/>
          <c:showBubbleSize val="0"/>
        </c:dLbls>
        <c:gapWidth val="150"/>
        <c:overlap val="100"/>
        <c:axId val="1169200896"/>
        <c:axId val="1170028576"/>
      </c:barChart>
      <c:catAx>
        <c:axId val="1169200896"/>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IBM Plex Sans" panose="020B0503050203000203" pitchFamily="34" charset="0"/>
                <a:ea typeface="+mn-ea"/>
                <a:cs typeface="+mn-cs"/>
              </a:defRPr>
            </a:pPr>
            <a:endParaRPr lang="pt-US"/>
          </a:p>
        </c:txPr>
        <c:crossAx val="1170028576"/>
        <c:crosses val="autoZero"/>
        <c:auto val="1"/>
        <c:lblAlgn val="ctr"/>
        <c:lblOffset val="100"/>
        <c:noMultiLvlLbl val="0"/>
      </c:catAx>
      <c:valAx>
        <c:axId val="1170028576"/>
        <c:scaling>
          <c:orientation val="minMax"/>
        </c:scaling>
        <c:delete val="1"/>
        <c:axPos val="l"/>
        <c:numFmt formatCode="&quot;$&quot;#,##0_);[Red]\(&quot;$&quot;#,##0\)" sourceLinked="1"/>
        <c:majorTickMark val="none"/>
        <c:minorTickMark val="none"/>
        <c:tickLblPos val="nextTo"/>
        <c:crossAx val="116920089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latin typeface="IBM Plex Sans" panose="020B0503050203000203" pitchFamily="34" charset="0"/>
        </a:defRPr>
      </a:pPr>
      <a:endParaRPr lang="pt-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Chrome Users (Billions)</c:v>
                </c:pt>
              </c:strCache>
            </c:strRef>
          </c:tx>
          <c:spPr>
            <a:solidFill>
              <a:srgbClr val="C198E1"/>
            </a:solidFill>
            <a:ln>
              <a:noFill/>
            </a:ln>
            <a:effectLst/>
          </c:spPr>
          <c:invertIfNegative val="0"/>
          <c:dPt>
            <c:idx val="0"/>
            <c:invertIfNegative val="0"/>
            <c:bubble3D val="0"/>
            <c:spPr>
              <a:solidFill>
                <a:srgbClr val="9BD9AB"/>
              </a:solidFill>
              <a:ln>
                <a:noFill/>
              </a:ln>
              <a:effectLst/>
            </c:spPr>
            <c:extLst>
              <c:ext xmlns:c16="http://schemas.microsoft.com/office/drawing/2014/chart" uri="{C3380CC4-5D6E-409C-BE32-E72D297353CC}">
                <c16:uniqueId val="{00000007-241E-B245-A36C-0EA59D8010C2}"/>
              </c:ext>
            </c:extLst>
          </c:dPt>
          <c:dPt>
            <c:idx val="1"/>
            <c:invertIfNegative val="0"/>
            <c:bubble3D val="0"/>
            <c:spPr>
              <a:solidFill>
                <a:srgbClr val="9BD9AB"/>
              </a:solidFill>
              <a:ln>
                <a:noFill/>
              </a:ln>
              <a:effectLst/>
            </c:spPr>
            <c:extLst>
              <c:ext xmlns:c16="http://schemas.microsoft.com/office/drawing/2014/chart" uri="{C3380CC4-5D6E-409C-BE32-E72D297353CC}">
                <c16:uniqueId val="{00000006-241E-B245-A36C-0EA59D8010C2}"/>
              </c:ext>
            </c:extLst>
          </c:dPt>
          <c:dPt>
            <c:idx val="2"/>
            <c:invertIfNegative val="0"/>
            <c:bubble3D val="0"/>
            <c:spPr>
              <a:solidFill>
                <a:srgbClr val="9BD9AB"/>
              </a:solidFill>
              <a:ln>
                <a:noFill/>
              </a:ln>
              <a:effectLst/>
            </c:spPr>
            <c:extLst>
              <c:ext xmlns:c16="http://schemas.microsoft.com/office/drawing/2014/chart" uri="{C3380CC4-5D6E-409C-BE32-E72D297353CC}">
                <c16:uniqueId val="{00000005-241E-B245-A36C-0EA59D8010C2}"/>
              </c:ext>
            </c:extLst>
          </c:dPt>
          <c:dPt>
            <c:idx val="3"/>
            <c:invertIfNegative val="0"/>
            <c:bubble3D val="0"/>
            <c:spPr>
              <a:solidFill>
                <a:srgbClr val="9BD9AB"/>
              </a:solidFill>
              <a:ln>
                <a:noFill/>
              </a:ln>
              <a:effectLst/>
            </c:spPr>
            <c:extLst>
              <c:ext xmlns:c16="http://schemas.microsoft.com/office/drawing/2014/chart" uri="{C3380CC4-5D6E-409C-BE32-E72D297353CC}">
                <c16:uniqueId val="{00000004-241E-B245-A36C-0EA59D8010C2}"/>
              </c:ext>
            </c:extLst>
          </c:dPt>
          <c:dPt>
            <c:idx val="4"/>
            <c:invertIfNegative val="0"/>
            <c:bubble3D val="0"/>
            <c:spPr>
              <a:solidFill>
                <a:srgbClr val="9BD9AB"/>
              </a:solidFill>
              <a:ln>
                <a:noFill/>
              </a:ln>
              <a:effectLst/>
            </c:spPr>
            <c:extLst>
              <c:ext xmlns:c16="http://schemas.microsoft.com/office/drawing/2014/chart" uri="{C3380CC4-5D6E-409C-BE32-E72D297353CC}">
                <c16:uniqueId val="{00000003-241E-B245-A36C-0EA59D8010C2}"/>
              </c:ext>
            </c:extLst>
          </c:dPt>
          <c:dPt>
            <c:idx val="5"/>
            <c:invertIfNegative val="0"/>
            <c:bubble3D val="0"/>
            <c:spPr>
              <a:solidFill>
                <a:srgbClr val="9BD9AB"/>
              </a:solidFill>
              <a:ln>
                <a:noFill/>
              </a:ln>
              <a:effectLst/>
            </c:spPr>
            <c:extLst>
              <c:ext xmlns:c16="http://schemas.microsoft.com/office/drawing/2014/chart" uri="{C3380CC4-5D6E-409C-BE32-E72D297353CC}">
                <c16:uniqueId val="{00000002-241E-B245-A36C-0EA59D8010C2}"/>
              </c:ext>
            </c:extLst>
          </c:dPt>
          <c:dPt>
            <c:idx val="6"/>
            <c:invertIfNegative val="0"/>
            <c:bubble3D val="0"/>
            <c:spPr>
              <a:solidFill>
                <a:srgbClr val="9BD9AB"/>
              </a:solidFill>
              <a:ln>
                <a:noFill/>
                <a:prstDash val="dash"/>
              </a:ln>
              <a:effectLst/>
            </c:spPr>
            <c:extLst>
              <c:ext xmlns:c16="http://schemas.microsoft.com/office/drawing/2014/chart" uri="{C3380CC4-5D6E-409C-BE32-E72D297353CC}">
                <c16:uniqueId val="{00000006-FBF7-44BB-A22F-F65A7F4ED915}"/>
              </c:ext>
            </c:extLst>
          </c:dPt>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IBM Plex Sans" panose="020B0503050203000203" pitchFamily="34" charset="0"/>
                    <a:ea typeface="+mn-ea"/>
                    <a:cs typeface="+mn-cs"/>
                  </a:defRPr>
                </a:pPr>
                <a:endParaRPr lang="pt-B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Sheet1!$A$3:$A$9</c:f>
              <c:strCache>
                <c:ptCount val="7"/>
                <c:pt idx="0">
                  <c:v>2019A</c:v>
                </c:pt>
                <c:pt idx="1">
                  <c:v>2020A</c:v>
                </c:pt>
                <c:pt idx="2">
                  <c:v>2021A</c:v>
                </c:pt>
                <c:pt idx="3">
                  <c:v>2022A</c:v>
                </c:pt>
                <c:pt idx="4">
                  <c:v>2023A</c:v>
                </c:pt>
                <c:pt idx="5">
                  <c:v>2024A</c:v>
                </c:pt>
                <c:pt idx="6">
                  <c:v>2025E</c:v>
                </c:pt>
              </c:strCache>
            </c:strRef>
          </c:cat>
          <c:val>
            <c:numRef>
              <c:f>Sheet1!$B$3:$B$9</c:f>
              <c:numCache>
                <c:formatCode>#,##0.00</c:formatCode>
                <c:ptCount val="7"/>
                <c:pt idx="0">
                  <c:v>2.74</c:v>
                </c:pt>
                <c:pt idx="1">
                  <c:v>3.06</c:v>
                </c:pt>
                <c:pt idx="2">
                  <c:v>3.23</c:v>
                </c:pt>
                <c:pt idx="3">
                  <c:v>3.3</c:v>
                </c:pt>
                <c:pt idx="4">
                  <c:v>3.45</c:v>
                </c:pt>
                <c:pt idx="5">
                  <c:v>3.62</c:v>
                </c:pt>
                <c:pt idx="6">
                  <c:v>3.83</c:v>
                </c:pt>
              </c:numCache>
            </c:numRef>
          </c:val>
          <c:extLst>
            <c:ext xmlns:c16="http://schemas.microsoft.com/office/drawing/2014/chart" uri="{C3380CC4-5D6E-409C-BE32-E72D297353CC}">
              <c16:uniqueId val="{00000000-FBF7-44BB-A22F-F65A7F4ED915}"/>
            </c:ext>
          </c:extLst>
        </c:ser>
        <c:dLbls>
          <c:showLegendKey val="0"/>
          <c:showVal val="1"/>
          <c:showCatName val="0"/>
          <c:showSerName val="0"/>
          <c:showPercent val="0"/>
          <c:showBubbleSize val="0"/>
        </c:dLbls>
        <c:gapWidth val="150"/>
        <c:axId val="590845376"/>
        <c:axId val="590844296"/>
      </c:barChart>
      <c:catAx>
        <c:axId val="590845376"/>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IBM Plex Sans" panose="020B0503050203000203" pitchFamily="34" charset="0"/>
                <a:ea typeface="+mn-ea"/>
                <a:cs typeface="+mn-cs"/>
              </a:defRPr>
            </a:pPr>
            <a:endParaRPr lang="pt-BR"/>
          </a:p>
        </c:txPr>
        <c:crossAx val="590844296"/>
        <c:crosses val="autoZero"/>
        <c:auto val="1"/>
        <c:lblAlgn val="ctr"/>
        <c:lblOffset val="100"/>
        <c:noMultiLvlLbl val="0"/>
      </c:catAx>
      <c:valAx>
        <c:axId val="590844296"/>
        <c:scaling>
          <c:orientation val="minMax"/>
          <c:min val="0"/>
        </c:scaling>
        <c:delete val="0"/>
        <c:axPos val="l"/>
        <c:numFmt formatCode="#,##0.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IBM Plex Sans" panose="020B0503050203000203" pitchFamily="34" charset="0"/>
                <a:ea typeface="+mn-ea"/>
                <a:cs typeface="+mn-cs"/>
              </a:defRPr>
            </a:pPr>
            <a:endParaRPr lang="pt-BR"/>
          </a:p>
        </c:txPr>
        <c:crossAx val="59084537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pt-BR"/>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Chrome Users (Billions)</c:v>
                </c:pt>
              </c:strCache>
            </c:strRef>
          </c:tx>
          <c:spPr>
            <a:solidFill>
              <a:srgbClr val="C198E1"/>
            </a:solidFill>
            <a:ln>
              <a:noFill/>
            </a:ln>
            <a:effectLst/>
          </c:spPr>
          <c:invertIfNegative val="0"/>
          <c:dPt>
            <c:idx val="0"/>
            <c:invertIfNegative val="0"/>
            <c:bubble3D val="0"/>
            <c:spPr>
              <a:solidFill>
                <a:srgbClr val="C198E1"/>
              </a:solidFill>
              <a:ln>
                <a:noFill/>
              </a:ln>
              <a:effectLst/>
            </c:spPr>
            <c:extLst>
              <c:ext xmlns:c16="http://schemas.microsoft.com/office/drawing/2014/chart" uri="{C3380CC4-5D6E-409C-BE32-E72D297353CC}">
                <c16:uniqueId val="{00000001-A206-FD42-986F-266389959004}"/>
              </c:ext>
            </c:extLst>
          </c:dPt>
          <c:dPt>
            <c:idx val="1"/>
            <c:invertIfNegative val="0"/>
            <c:bubble3D val="0"/>
            <c:spPr>
              <a:solidFill>
                <a:srgbClr val="C198E1"/>
              </a:solidFill>
              <a:ln>
                <a:noFill/>
              </a:ln>
              <a:effectLst/>
            </c:spPr>
            <c:extLst>
              <c:ext xmlns:c16="http://schemas.microsoft.com/office/drawing/2014/chart" uri="{C3380CC4-5D6E-409C-BE32-E72D297353CC}">
                <c16:uniqueId val="{00000003-A206-FD42-986F-266389959004}"/>
              </c:ext>
            </c:extLst>
          </c:dPt>
          <c:dPt>
            <c:idx val="2"/>
            <c:invertIfNegative val="0"/>
            <c:bubble3D val="0"/>
            <c:spPr>
              <a:solidFill>
                <a:srgbClr val="C198E1"/>
              </a:solidFill>
              <a:ln>
                <a:noFill/>
              </a:ln>
              <a:effectLst/>
            </c:spPr>
            <c:extLst>
              <c:ext xmlns:c16="http://schemas.microsoft.com/office/drawing/2014/chart" uri="{C3380CC4-5D6E-409C-BE32-E72D297353CC}">
                <c16:uniqueId val="{00000005-A206-FD42-986F-266389959004}"/>
              </c:ext>
            </c:extLst>
          </c:dPt>
          <c:dPt>
            <c:idx val="3"/>
            <c:invertIfNegative val="0"/>
            <c:bubble3D val="0"/>
            <c:spPr>
              <a:solidFill>
                <a:srgbClr val="C198E1"/>
              </a:solidFill>
              <a:ln>
                <a:noFill/>
              </a:ln>
              <a:effectLst/>
            </c:spPr>
            <c:extLst>
              <c:ext xmlns:c16="http://schemas.microsoft.com/office/drawing/2014/chart" uri="{C3380CC4-5D6E-409C-BE32-E72D297353CC}">
                <c16:uniqueId val="{00000007-A206-FD42-986F-266389959004}"/>
              </c:ext>
            </c:extLst>
          </c:dPt>
          <c:dPt>
            <c:idx val="4"/>
            <c:invertIfNegative val="0"/>
            <c:bubble3D val="0"/>
            <c:spPr>
              <a:solidFill>
                <a:srgbClr val="C198E1"/>
              </a:solidFill>
              <a:ln>
                <a:noFill/>
              </a:ln>
              <a:effectLst/>
            </c:spPr>
            <c:extLst>
              <c:ext xmlns:c16="http://schemas.microsoft.com/office/drawing/2014/chart" uri="{C3380CC4-5D6E-409C-BE32-E72D297353CC}">
                <c16:uniqueId val="{00000009-A206-FD42-986F-266389959004}"/>
              </c:ext>
            </c:extLst>
          </c:dPt>
          <c:dPt>
            <c:idx val="5"/>
            <c:invertIfNegative val="0"/>
            <c:bubble3D val="0"/>
            <c:spPr>
              <a:solidFill>
                <a:srgbClr val="C198E1"/>
              </a:solidFill>
              <a:ln>
                <a:noFill/>
              </a:ln>
              <a:effectLst/>
            </c:spPr>
            <c:extLst>
              <c:ext xmlns:c16="http://schemas.microsoft.com/office/drawing/2014/chart" uri="{C3380CC4-5D6E-409C-BE32-E72D297353CC}">
                <c16:uniqueId val="{0000000B-A206-FD42-986F-266389959004}"/>
              </c:ext>
            </c:extLst>
          </c:dPt>
          <c:dPt>
            <c:idx val="6"/>
            <c:invertIfNegative val="0"/>
            <c:bubble3D val="0"/>
            <c:spPr>
              <a:solidFill>
                <a:srgbClr val="C198E1"/>
              </a:solidFill>
              <a:ln>
                <a:noFill/>
                <a:prstDash val="dash"/>
              </a:ln>
              <a:effectLst/>
            </c:spPr>
            <c:extLst>
              <c:ext xmlns:c16="http://schemas.microsoft.com/office/drawing/2014/chart" uri="{C3380CC4-5D6E-409C-BE32-E72D297353CC}">
                <c16:uniqueId val="{0000000D-A206-FD42-986F-266389959004}"/>
              </c:ext>
            </c:extLst>
          </c:dPt>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IBM Plex Sans" panose="020B0503050203000203" pitchFamily="34" charset="0"/>
                    <a:ea typeface="+mn-ea"/>
                    <a:cs typeface="+mn-cs"/>
                  </a:defRPr>
                </a:pPr>
                <a:endParaRPr lang="pt-B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Sheet1!$A$3:$A$9</c:f>
              <c:strCache>
                <c:ptCount val="7"/>
                <c:pt idx="0">
                  <c:v>2019A</c:v>
                </c:pt>
                <c:pt idx="1">
                  <c:v>2020A</c:v>
                </c:pt>
                <c:pt idx="2">
                  <c:v>2021A</c:v>
                </c:pt>
                <c:pt idx="3">
                  <c:v>2022A</c:v>
                </c:pt>
                <c:pt idx="4">
                  <c:v>2023A</c:v>
                </c:pt>
                <c:pt idx="5">
                  <c:v>2024A</c:v>
                </c:pt>
                <c:pt idx="6">
                  <c:v>2025E</c:v>
                </c:pt>
              </c:strCache>
            </c:strRef>
          </c:cat>
          <c:val>
            <c:numRef>
              <c:f>Sheet1!$B$3:$B$9</c:f>
              <c:numCache>
                <c:formatCode>#,##0.00</c:formatCode>
                <c:ptCount val="7"/>
                <c:pt idx="0">
                  <c:v>1.2330000000000001</c:v>
                </c:pt>
                <c:pt idx="1">
                  <c:v>1.377</c:v>
                </c:pt>
                <c:pt idx="2">
                  <c:v>1.4535</c:v>
                </c:pt>
                <c:pt idx="3">
                  <c:v>1.4849999999999999</c:v>
                </c:pt>
                <c:pt idx="4">
                  <c:v>1.5525000000000002</c:v>
                </c:pt>
                <c:pt idx="5">
                  <c:v>1.629</c:v>
                </c:pt>
                <c:pt idx="6">
                  <c:v>1.7235</c:v>
                </c:pt>
              </c:numCache>
            </c:numRef>
          </c:val>
          <c:extLst>
            <c:ext xmlns:c16="http://schemas.microsoft.com/office/drawing/2014/chart" uri="{C3380CC4-5D6E-409C-BE32-E72D297353CC}">
              <c16:uniqueId val="{0000000E-A206-FD42-986F-266389959004}"/>
            </c:ext>
          </c:extLst>
        </c:ser>
        <c:dLbls>
          <c:showLegendKey val="0"/>
          <c:showVal val="1"/>
          <c:showCatName val="0"/>
          <c:showSerName val="0"/>
          <c:showPercent val="0"/>
          <c:showBubbleSize val="0"/>
        </c:dLbls>
        <c:gapWidth val="150"/>
        <c:axId val="590845376"/>
        <c:axId val="590844296"/>
      </c:barChart>
      <c:catAx>
        <c:axId val="590845376"/>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IBM Plex Sans" panose="020B0503050203000203" pitchFamily="34" charset="0"/>
                <a:ea typeface="+mn-ea"/>
                <a:cs typeface="+mn-cs"/>
              </a:defRPr>
            </a:pPr>
            <a:endParaRPr lang="pt-BR"/>
          </a:p>
        </c:txPr>
        <c:crossAx val="590844296"/>
        <c:crosses val="autoZero"/>
        <c:auto val="1"/>
        <c:lblAlgn val="ctr"/>
        <c:lblOffset val="100"/>
        <c:noMultiLvlLbl val="0"/>
      </c:catAx>
      <c:valAx>
        <c:axId val="590844296"/>
        <c:scaling>
          <c:orientation val="minMax"/>
          <c:min val="0"/>
        </c:scaling>
        <c:delete val="0"/>
        <c:axPos val="l"/>
        <c:numFmt formatCode="#,##0.00"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IBM Plex Sans" panose="020B0503050203000203" pitchFamily="34" charset="0"/>
                <a:ea typeface="+mn-ea"/>
                <a:cs typeface="+mn-cs"/>
              </a:defRPr>
            </a:pPr>
            <a:endParaRPr lang="pt-BR"/>
          </a:p>
        </c:txPr>
        <c:crossAx val="59084537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pt-BR"/>
    </a:p>
  </c:txPr>
  <c:externalData r:id="rId3">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564872001432153"/>
          <c:y val="0.23683628207320387"/>
          <c:w val="0.82717508055853917"/>
          <c:h val="0.67358706913026423"/>
        </c:manualLayout>
      </c:layout>
      <c:barChart>
        <c:barDir val="col"/>
        <c:grouping val="clustered"/>
        <c:varyColors val="0"/>
        <c:ser>
          <c:idx val="0"/>
          <c:order val="0"/>
          <c:tx>
            <c:strRef>
              <c:f>Planilha1!$B$1</c:f>
              <c:strCache>
                <c:ptCount val="1"/>
                <c:pt idx="0">
                  <c:v>Revenue</c:v>
                </c:pt>
              </c:strCache>
            </c:strRef>
          </c:tx>
          <c:spPr>
            <a:solidFill>
              <a:srgbClr val="C197E1"/>
            </a:solidFill>
            <a:ln>
              <a:noFill/>
            </a:ln>
            <a:effectLst/>
          </c:spPr>
          <c:invertIfNegative val="0"/>
          <c:dPt>
            <c:idx val="0"/>
            <c:invertIfNegative val="0"/>
            <c:bubble3D val="0"/>
            <c:spPr>
              <a:solidFill>
                <a:srgbClr val="C197E1"/>
              </a:solidFill>
              <a:ln>
                <a:noFill/>
              </a:ln>
              <a:effectLst/>
            </c:spPr>
            <c:extLst>
              <c:ext xmlns:c16="http://schemas.microsoft.com/office/drawing/2014/chart" uri="{C3380CC4-5D6E-409C-BE32-E72D297353CC}">
                <c16:uniqueId val="{00000001-4630-9345-BC8E-46A3B3767EC2}"/>
              </c:ext>
            </c:extLst>
          </c:dPt>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Planilha1!$A$2:$A$8</c:f>
              <c:numCache>
                <c:formatCode>General</c:formatCode>
                <c:ptCount val="7"/>
                <c:pt idx="0">
                  <c:v>2019</c:v>
                </c:pt>
                <c:pt idx="1">
                  <c:v>2020</c:v>
                </c:pt>
                <c:pt idx="2">
                  <c:v>2021</c:v>
                </c:pt>
                <c:pt idx="3">
                  <c:v>2022</c:v>
                </c:pt>
                <c:pt idx="4">
                  <c:v>2023</c:v>
                </c:pt>
                <c:pt idx="5">
                  <c:v>2024</c:v>
                </c:pt>
                <c:pt idx="6">
                  <c:v>2025</c:v>
                </c:pt>
              </c:numCache>
            </c:numRef>
          </c:cat>
          <c:val>
            <c:numRef>
              <c:f>Planilha1!$B$2:$B$8</c:f>
              <c:numCache>
                <c:formatCode>"$"#,##0_);[Red]\("$"#,##0\)</c:formatCode>
                <c:ptCount val="7"/>
                <c:pt idx="0">
                  <c:v>134</c:v>
                </c:pt>
                <c:pt idx="1">
                  <c:v>147</c:v>
                </c:pt>
                <c:pt idx="2">
                  <c:v>209</c:v>
                </c:pt>
                <c:pt idx="3">
                  <c:v>224</c:v>
                </c:pt>
                <c:pt idx="4">
                  <c:v>238</c:v>
                </c:pt>
                <c:pt idx="5">
                  <c:v>265</c:v>
                </c:pt>
                <c:pt idx="6">
                  <c:v>298.18182827599998</c:v>
                </c:pt>
              </c:numCache>
            </c:numRef>
          </c:val>
          <c:extLst>
            <c:ext xmlns:c16="http://schemas.microsoft.com/office/drawing/2014/chart" uri="{C3380CC4-5D6E-409C-BE32-E72D297353CC}">
              <c16:uniqueId val="{00000002-4630-9345-BC8E-46A3B3767EC2}"/>
            </c:ext>
          </c:extLst>
        </c:ser>
        <c:dLbls>
          <c:dLblPos val="outEnd"/>
          <c:showLegendKey val="0"/>
          <c:showVal val="1"/>
          <c:showCatName val="0"/>
          <c:showSerName val="0"/>
          <c:showPercent val="0"/>
          <c:showBubbleSize val="0"/>
        </c:dLbls>
        <c:gapWidth val="50"/>
        <c:axId val="583235519"/>
        <c:axId val="1896426112"/>
      </c:barChart>
      <c:catAx>
        <c:axId val="583235519"/>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IBM Plex Sans" panose="020B0503050203000203" pitchFamily="34" charset="0"/>
                <a:ea typeface="+mn-ea"/>
                <a:cs typeface="+mn-cs"/>
              </a:defRPr>
            </a:pPr>
            <a:endParaRPr lang="en-US"/>
          </a:p>
        </c:txPr>
        <c:crossAx val="1896426112"/>
        <c:crosses val="autoZero"/>
        <c:auto val="1"/>
        <c:lblAlgn val="ctr"/>
        <c:lblOffset val="100"/>
        <c:noMultiLvlLbl val="0"/>
      </c:catAx>
      <c:valAx>
        <c:axId val="1896426112"/>
        <c:scaling>
          <c:orientation val="minMax"/>
          <c:max val="300"/>
        </c:scaling>
        <c:delete val="1"/>
        <c:axPos val="l"/>
        <c:numFmt formatCode="&quot;$&quot;#,##0_);[Red]\(&quot;$&quot;#,##0\)" sourceLinked="1"/>
        <c:majorTickMark val="none"/>
        <c:minorTickMark val="none"/>
        <c:tickLblPos val="nextTo"/>
        <c:crossAx val="58323551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IBM Plex Sans" panose="020B0503050203000203" pitchFamily="34" charset="0"/>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OpenAI</c:v>
                </c:pt>
              </c:strCache>
            </c:strRef>
          </c:tx>
          <c:spPr>
            <a:solidFill>
              <a:srgbClr val="70AD47"/>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2025</c:v>
                </c:pt>
                <c:pt idx="1">
                  <c:v>2026 (p)</c:v>
                </c:pt>
                <c:pt idx="2">
                  <c:v>2027 (p)</c:v>
                </c:pt>
                <c:pt idx="3">
                  <c:v>2028 (p)</c:v>
                </c:pt>
                <c:pt idx="4">
                  <c:v>2029 (p)</c:v>
                </c:pt>
                <c:pt idx="5">
                  <c:v>2030 (p)</c:v>
                </c:pt>
              </c:strCache>
            </c:strRef>
          </c:cat>
          <c:val>
            <c:numRef>
              <c:f>Sheet1!$B$2:$B$7</c:f>
              <c:numCache>
                <c:formatCode>General</c:formatCode>
                <c:ptCount val="6"/>
                <c:pt idx="0">
                  <c:v>-9</c:v>
                </c:pt>
                <c:pt idx="1">
                  <c:v>-19</c:v>
                </c:pt>
                <c:pt idx="2">
                  <c:v>-36</c:v>
                </c:pt>
                <c:pt idx="3">
                  <c:v>-48</c:v>
                </c:pt>
                <c:pt idx="4">
                  <c:v>-10</c:v>
                </c:pt>
                <c:pt idx="5">
                  <c:v>40</c:v>
                </c:pt>
              </c:numCache>
            </c:numRef>
          </c:val>
          <c:extLst>
            <c:ext xmlns:c16="http://schemas.microsoft.com/office/drawing/2014/chart" uri="{C3380CC4-5D6E-409C-BE32-E72D297353CC}">
              <c16:uniqueId val="{00000000-F5FB-41D8-B3E0-B9E1284ED582}"/>
            </c:ext>
          </c:extLst>
        </c:ser>
        <c:ser>
          <c:idx val="1"/>
          <c:order val="1"/>
          <c:tx>
            <c:strRef>
              <c:f>Sheet1!$C$1</c:f>
              <c:strCache>
                <c:ptCount val="1"/>
                <c:pt idx="0">
                  <c:v>Anthropic</c:v>
                </c:pt>
              </c:strCache>
            </c:strRef>
          </c:tx>
          <c:spPr>
            <a:solidFill>
              <a:srgbClr val="7030A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2025</c:v>
                </c:pt>
                <c:pt idx="1">
                  <c:v>2026 (p)</c:v>
                </c:pt>
                <c:pt idx="2">
                  <c:v>2027 (p)</c:v>
                </c:pt>
                <c:pt idx="3">
                  <c:v>2028 (p)</c:v>
                </c:pt>
                <c:pt idx="4">
                  <c:v>2029 (p)</c:v>
                </c:pt>
                <c:pt idx="5">
                  <c:v>2030 (p)</c:v>
                </c:pt>
              </c:strCache>
            </c:strRef>
          </c:cat>
          <c:val>
            <c:numRef>
              <c:f>Sheet1!$C$2:$C$7</c:f>
              <c:numCache>
                <c:formatCode>General</c:formatCode>
                <c:ptCount val="6"/>
                <c:pt idx="0">
                  <c:v>-3</c:v>
                </c:pt>
                <c:pt idx="1">
                  <c:v>-4</c:v>
                </c:pt>
                <c:pt idx="2">
                  <c:v>-2.5</c:v>
                </c:pt>
                <c:pt idx="3">
                  <c:v>3</c:v>
                </c:pt>
                <c:pt idx="4">
                  <c:v>10</c:v>
                </c:pt>
                <c:pt idx="5">
                  <c:v>18</c:v>
                </c:pt>
              </c:numCache>
            </c:numRef>
          </c:val>
          <c:extLst>
            <c:ext xmlns:c16="http://schemas.microsoft.com/office/drawing/2014/chart" uri="{C3380CC4-5D6E-409C-BE32-E72D297353CC}">
              <c16:uniqueId val="{00000001-F5FB-41D8-B3E0-B9E1284ED582}"/>
            </c:ext>
          </c:extLst>
        </c:ser>
        <c:dLbls>
          <c:dLblPos val="outEnd"/>
          <c:showLegendKey val="0"/>
          <c:showVal val="1"/>
          <c:showCatName val="0"/>
          <c:showSerName val="0"/>
          <c:showPercent val="0"/>
          <c:showBubbleSize val="0"/>
        </c:dLbls>
        <c:gapWidth val="219"/>
        <c:overlap val="-27"/>
        <c:axId val="1300897535"/>
        <c:axId val="1300897055"/>
      </c:barChart>
      <c:catAx>
        <c:axId val="1300897535"/>
        <c:scaling>
          <c:orientation val="minMax"/>
        </c:scaling>
        <c:delete val="1"/>
        <c:axPos val="b"/>
        <c:numFmt formatCode="General" sourceLinked="1"/>
        <c:majorTickMark val="out"/>
        <c:minorTickMark val="none"/>
        <c:tickLblPos val="nextTo"/>
        <c:crossAx val="1300897055"/>
        <c:crosses val="autoZero"/>
        <c:auto val="1"/>
        <c:lblAlgn val="ctr"/>
        <c:lblOffset val="100"/>
        <c:noMultiLvlLbl val="0"/>
      </c:catAx>
      <c:valAx>
        <c:axId val="1300897055"/>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IBM Plex Sans" panose="020B0503050203000203" pitchFamily="34" charset="0"/>
                    <a:ea typeface="+mn-ea"/>
                    <a:cs typeface="+mn-cs"/>
                  </a:defRPr>
                </a:pPr>
                <a:r>
                  <a:rPr lang="en-US" noProof="0"/>
                  <a:t>Free cash Flow (US$ Bn)</a:t>
                </a: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title>
        <c:numFmt formatCode="General" sourceLinked="1"/>
        <c:majorTickMark val="out"/>
        <c:minorTickMark val="none"/>
        <c:tickLblPos val="nextTo"/>
        <c:crossAx val="1300897535"/>
        <c:crosses val="autoZero"/>
        <c:crossBetween val="between"/>
      </c:valAx>
      <c:spPr>
        <a:noFill/>
        <a:ln>
          <a:noFill/>
        </a:ln>
        <a:effectLst/>
      </c:spPr>
    </c:plotArea>
    <c:legend>
      <c:legendPos val="b"/>
      <c:layout>
        <c:manualLayout>
          <c:xMode val="edge"/>
          <c:yMode val="edge"/>
          <c:x val="0.30510969056923753"/>
          <c:y val="5.7146655084416978E-2"/>
          <c:w val="0.40495388118702108"/>
          <c:h val="9.3034725069527494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IBM Plex Sans" panose="020B0503050203000203" pitchFamily="34" charset="0"/>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1237604535703233E-2"/>
          <c:y val="7.4124067877908054E-2"/>
          <c:w val="0.92108370834242914"/>
          <c:h val="0.7433057530251852"/>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0"/>
            <c:invertIfNegative val="0"/>
            <c:bubble3D val="0"/>
            <c:spPr>
              <a:solidFill>
                <a:srgbClr val="7030A0"/>
              </a:solidFill>
              <a:ln>
                <a:noFill/>
              </a:ln>
              <a:effectLst/>
            </c:spPr>
            <c:extLst>
              <c:ext xmlns:c16="http://schemas.microsoft.com/office/drawing/2014/chart" uri="{C3380CC4-5D6E-409C-BE32-E72D297353CC}">
                <c16:uniqueId val="{00000003-A430-4D7A-AD54-40D69C5B952E}"/>
              </c:ext>
            </c:extLst>
          </c:dPt>
          <c:dPt>
            <c:idx val="1"/>
            <c:invertIfNegative val="0"/>
            <c:bubble3D val="0"/>
            <c:spPr>
              <a:solidFill>
                <a:srgbClr val="70AD47"/>
              </a:solidFill>
              <a:ln>
                <a:noFill/>
              </a:ln>
              <a:effectLst/>
            </c:spPr>
            <c:extLst>
              <c:ext xmlns:c16="http://schemas.microsoft.com/office/drawing/2014/chart" uri="{C3380CC4-5D6E-409C-BE32-E72D297353CC}">
                <c16:uniqueId val="{00000004-A430-4D7A-AD54-40D69C5B952E}"/>
              </c:ext>
            </c:extLst>
          </c:dPt>
          <c:dLbls>
            <c:spPr>
              <a:noFill/>
              <a:ln>
                <a:noFill/>
              </a:ln>
              <a:effectLst/>
            </c:spPr>
            <c:txPr>
              <a:bodyPr rot="0" spcFirstLastPara="1" vertOverflow="ellipsis" vert="horz" wrap="square" anchor="ctr" anchorCtr="1"/>
              <a:lstStyle/>
              <a:p>
                <a:pPr>
                  <a:defRPr sz="1197" b="1" i="0" u="none" strike="noStrike" kern="1200" baseline="0">
                    <a:solidFill>
                      <a:schemeClr val="tx1">
                        <a:lumMod val="75000"/>
                        <a:lumOff val="25000"/>
                      </a:schemeClr>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SEO Visibility</c:v>
                </c:pt>
                <c:pt idx="1">
                  <c:v>GEO Visibility</c:v>
                </c:pt>
              </c:strCache>
            </c:strRef>
          </c:cat>
          <c:val>
            <c:numRef>
              <c:f>Sheet1!$B$2:$B$3</c:f>
              <c:numCache>
                <c:formatCode>0%</c:formatCode>
                <c:ptCount val="2"/>
                <c:pt idx="0">
                  <c:v>0.9</c:v>
                </c:pt>
                <c:pt idx="1">
                  <c:v>0.5</c:v>
                </c:pt>
              </c:numCache>
            </c:numRef>
          </c:val>
          <c:extLst>
            <c:ext xmlns:c16="http://schemas.microsoft.com/office/drawing/2014/chart" uri="{C3380CC4-5D6E-409C-BE32-E72D297353CC}">
              <c16:uniqueId val="{00000000-A430-4D7A-AD54-40D69C5B952E}"/>
            </c:ext>
          </c:extLst>
        </c:ser>
        <c:dLbls>
          <c:dLblPos val="outEnd"/>
          <c:showLegendKey val="0"/>
          <c:showVal val="1"/>
          <c:showCatName val="0"/>
          <c:showSerName val="0"/>
          <c:showPercent val="0"/>
          <c:showBubbleSize val="0"/>
        </c:dLbls>
        <c:gapWidth val="219"/>
        <c:overlap val="-27"/>
        <c:axId val="1300861055"/>
        <c:axId val="1300878815"/>
      </c:barChart>
      <c:catAx>
        <c:axId val="1300861055"/>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1"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1300878815"/>
        <c:crosses val="autoZero"/>
        <c:auto val="1"/>
        <c:lblAlgn val="ctr"/>
        <c:lblOffset val="100"/>
        <c:noMultiLvlLbl val="0"/>
      </c:catAx>
      <c:valAx>
        <c:axId val="1300878815"/>
        <c:scaling>
          <c:orientation val="minMax"/>
        </c:scaling>
        <c:delete val="1"/>
        <c:axPos val="l"/>
        <c:numFmt formatCode="0%" sourceLinked="1"/>
        <c:majorTickMark val="out"/>
        <c:minorTickMark val="none"/>
        <c:tickLblPos val="nextTo"/>
        <c:crossAx val="1300861055"/>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b="1">
          <a:latin typeface="IBM Plex Sans" panose="020B0503050203000203" pitchFamily="34" charset="0"/>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28796682397158"/>
          <c:y val="0.13569993136920491"/>
          <c:w val="0.81438089080736276"/>
          <c:h val="0.70615745630437554"/>
        </c:manualLayout>
      </c:layout>
      <c:barChart>
        <c:barDir val="col"/>
        <c:grouping val="stacked"/>
        <c:varyColors val="0"/>
        <c:ser>
          <c:idx val="0"/>
          <c:order val="0"/>
          <c:tx>
            <c:strRef>
              <c:f>Planilha1!$B$1</c:f>
              <c:strCache>
                <c:ptCount val="1"/>
                <c:pt idx="0">
                  <c:v>Global Wearable AI Devices Market Size</c:v>
                </c:pt>
              </c:strCache>
            </c:strRef>
          </c:tx>
          <c:spPr>
            <a:solidFill>
              <a:srgbClr val="7030A0"/>
            </a:solidFill>
            <a:ln>
              <a:noFill/>
            </a:ln>
            <a:effectLst/>
          </c:spPr>
          <c:invertIfNegative val="0"/>
          <c:dLbls>
            <c:dLbl>
              <c:idx val="0"/>
              <c:layout>
                <c:manualLayout>
                  <c:x val="0"/>
                  <c:y val="-0.12001291092440271"/>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75A-274C-B8F7-F02EB156359B}"/>
                </c:ext>
              </c:extLst>
            </c:dLbl>
            <c:dLbl>
              <c:idx val="1"/>
              <c:layout>
                <c:manualLayout>
                  <c:x val="-4.6874195422537341E-3"/>
                  <c:y val="-0.37996720516498106"/>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75A-274C-B8F7-F02EB156359B}"/>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IBM Plex Sans" panose="020B0503050203000203" pitchFamily="34" charset="0"/>
                    <a:ea typeface="+mn-ea"/>
                    <a:cs typeface="+mn-cs"/>
                  </a:defRPr>
                </a:pPr>
                <a:endParaRPr lang="pt-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Planilha1!$A$2:$A$3</c:f>
              <c:numCache>
                <c:formatCode>General</c:formatCode>
                <c:ptCount val="2"/>
                <c:pt idx="0">
                  <c:v>2025</c:v>
                </c:pt>
                <c:pt idx="1">
                  <c:v>2036</c:v>
                </c:pt>
              </c:numCache>
            </c:numRef>
          </c:cat>
          <c:val>
            <c:numRef>
              <c:f>Planilha1!$B$2:$B$3</c:f>
              <c:numCache>
                <c:formatCode>"$"#,##0_);[Red]\("$"#,##0\)</c:formatCode>
                <c:ptCount val="2"/>
                <c:pt idx="0">
                  <c:v>60.53</c:v>
                </c:pt>
                <c:pt idx="1">
                  <c:v>270.2</c:v>
                </c:pt>
              </c:numCache>
            </c:numRef>
          </c:val>
          <c:extLst>
            <c:ext xmlns:c16="http://schemas.microsoft.com/office/drawing/2014/chart" uri="{C3380CC4-5D6E-409C-BE32-E72D297353CC}">
              <c16:uniqueId val="{00000000-B75A-274C-B8F7-F02EB156359B}"/>
            </c:ext>
          </c:extLst>
        </c:ser>
        <c:dLbls>
          <c:showLegendKey val="0"/>
          <c:showVal val="0"/>
          <c:showCatName val="0"/>
          <c:showSerName val="0"/>
          <c:showPercent val="0"/>
          <c:showBubbleSize val="0"/>
        </c:dLbls>
        <c:gapWidth val="150"/>
        <c:overlap val="100"/>
        <c:axId val="1838105376"/>
        <c:axId val="1838096464"/>
      </c:barChart>
      <c:catAx>
        <c:axId val="18381053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IBM Plex Sans" panose="020B0503050203000203" pitchFamily="34" charset="0"/>
                <a:ea typeface="+mn-ea"/>
                <a:cs typeface="+mn-cs"/>
              </a:defRPr>
            </a:pPr>
            <a:endParaRPr lang="pt-US"/>
          </a:p>
        </c:txPr>
        <c:crossAx val="1838096464"/>
        <c:crosses val="autoZero"/>
        <c:auto val="1"/>
        <c:lblAlgn val="ctr"/>
        <c:lblOffset val="100"/>
        <c:noMultiLvlLbl val="0"/>
      </c:catAx>
      <c:valAx>
        <c:axId val="1838096464"/>
        <c:scaling>
          <c:orientation val="minMax"/>
        </c:scaling>
        <c:delete val="1"/>
        <c:axPos val="l"/>
        <c:title>
          <c:tx>
            <c:rich>
              <a:bodyPr rot="-5400000" spcFirstLastPara="1" vertOverflow="ellipsis" vert="horz" wrap="square" anchor="ctr" anchorCtr="1"/>
              <a:lstStyle/>
              <a:p>
                <a:pPr>
                  <a:defRPr sz="1050" b="0" i="0" u="none" strike="noStrike" kern="1200" baseline="0">
                    <a:solidFill>
                      <a:schemeClr val="tx1">
                        <a:lumMod val="65000"/>
                        <a:lumOff val="35000"/>
                      </a:schemeClr>
                    </a:solidFill>
                    <a:latin typeface="IBM Plex Sans" panose="020B0503050203000203" pitchFamily="34" charset="0"/>
                    <a:ea typeface="+mn-ea"/>
                    <a:cs typeface="+mn-cs"/>
                  </a:defRPr>
                </a:pPr>
                <a:r>
                  <a:rPr lang="en-US" sz="1050" dirty="0"/>
                  <a:t>Global Wearable AI Devices Market Size ($ Bn)</a:t>
                </a:r>
              </a:p>
            </c:rich>
          </c:tx>
          <c:layout>
            <c:manualLayout>
              <c:xMode val="edge"/>
              <c:yMode val="edge"/>
              <c:x val="3.633114236866565E-2"/>
              <c:y val="9.9165334462111274E-2"/>
            </c:manualLayout>
          </c:layout>
          <c:overlay val="0"/>
          <c:spPr>
            <a:noFill/>
            <a:ln>
              <a:noFill/>
            </a:ln>
            <a:effectLst/>
          </c:spPr>
          <c:txPr>
            <a:bodyPr rot="-5400000" spcFirstLastPara="1" vertOverflow="ellipsis" vert="horz" wrap="square" anchor="ctr" anchorCtr="1"/>
            <a:lstStyle/>
            <a:p>
              <a:pPr>
                <a:defRPr sz="1050" b="0" i="0" u="none" strike="noStrike" kern="1200" baseline="0">
                  <a:solidFill>
                    <a:schemeClr val="tx1">
                      <a:lumMod val="65000"/>
                      <a:lumOff val="35000"/>
                    </a:schemeClr>
                  </a:solidFill>
                  <a:latin typeface="IBM Plex Sans" panose="020B0503050203000203" pitchFamily="34" charset="0"/>
                  <a:ea typeface="+mn-ea"/>
                  <a:cs typeface="+mn-cs"/>
                </a:defRPr>
              </a:pPr>
              <a:endParaRPr lang="pt-US"/>
            </a:p>
          </c:txPr>
        </c:title>
        <c:numFmt formatCode="&quot;$&quot;#,##0_);[Red]\(&quot;$&quot;#,##0\)" sourceLinked="1"/>
        <c:majorTickMark val="none"/>
        <c:minorTickMark val="none"/>
        <c:tickLblPos val="nextTo"/>
        <c:crossAx val="183810537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latin typeface="IBM Plex Sans" panose="020B0503050203000203" pitchFamily="34" charset="0"/>
        </a:defRPr>
      </a:pPr>
      <a:endParaRPr lang="pt-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4.7837125033301078E-2"/>
          <c:w val="1"/>
          <c:h val="0.70104433546117795"/>
        </c:manualLayout>
      </c:layout>
      <c:barChart>
        <c:barDir val="col"/>
        <c:grouping val="clustered"/>
        <c:varyColors val="0"/>
        <c:ser>
          <c:idx val="0"/>
          <c:order val="0"/>
          <c:tx>
            <c:strRef>
              <c:f>Planilha1!$B$1</c:f>
              <c:strCache>
                <c:ptCount val="1"/>
                <c:pt idx="0">
                  <c:v>2024</c:v>
                </c:pt>
              </c:strCache>
            </c:strRef>
          </c:tx>
          <c:spPr>
            <a:solidFill>
              <a:srgbClr val="7FD7A7"/>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Planilha1!$A$2:$A$5</c:f>
              <c:strCache>
                <c:ptCount val="4"/>
                <c:pt idx="0">
                  <c:v>Q1</c:v>
                </c:pt>
                <c:pt idx="1">
                  <c:v>Q2</c:v>
                </c:pt>
                <c:pt idx="2">
                  <c:v>Q3</c:v>
                </c:pt>
                <c:pt idx="3">
                  <c:v>Q4</c:v>
                </c:pt>
              </c:strCache>
            </c:strRef>
          </c:cat>
          <c:val>
            <c:numRef>
              <c:f>Planilha1!$B$2:$B$5</c:f>
              <c:numCache>
                <c:formatCode>"$"\ #,##0.0;[Red]\-"$"\ #,##0.0</c:formatCode>
                <c:ptCount val="4"/>
                <c:pt idx="0">
                  <c:v>46.155999999999999</c:v>
                </c:pt>
                <c:pt idx="1">
                  <c:v>48.509</c:v>
                </c:pt>
                <c:pt idx="2">
                  <c:v>49.384999999999998</c:v>
                </c:pt>
                <c:pt idx="3">
                  <c:v>54.033999999999999</c:v>
                </c:pt>
              </c:numCache>
            </c:numRef>
          </c:val>
          <c:extLst>
            <c:ext xmlns:c16="http://schemas.microsoft.com/office/drawing/2014/chart" uri="{C3380CC4-5D6E-409C-BE32-E72D297353CC}">
              <c16:uniqueId val="{00000000-1A67-3B48-BBD3-71F52CB9B8C3}"/>
            </c:ext>
          </c:extLst>
        </c:ser>
        <c:ser>
          <c:idx val="1"/>
          <c:order val="1"/>
          <c:tx>
            <c:strRef>
              <c:f>Planilha1!$C$1</c:f>
              <c:strCache>
                <c:ptCount val="1"/>
                <c:pt idx="0">
                  <c:v>2025</c:v>
                </c:pt>
              </c:strCache>
            </c:strRef>
          </c:tx>
          <c:spPr>
            <a:solidFill>
              <a:srgbClr val="9DC3E6"/>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IBM Plex Sans" panose="020B0503050203000203" pitchFamily="34" charset="0"/>
                    <a:ea typeface="+mn-ea"/>
                    <a:cs typeface="+mn-cs"/>
                  </a:defRPr>
                </a:pPr>
                <a:endParaRPr lang="pt-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Planilha1!$A$2:$A$5</c:f>
              <c:strCache>
                <c:ptCount val="4"/>
                <c:pt idx="0">
                  <c:v>Q1</c:v>
                </c:pt>
                <c:pt idx="1">
                  <c:v>Q2</c:v>
                </c:pt>
                <c:pt idx="2">
                  <c:v>Q3</c:v>
                </c:pt>
                <c:pt idx="3">
                  <c:v>Q4</c:v>
                </c:pt>
              </c:strCache>
            </c:strRef>
          </c:cat>
          <c:val>
            <c:numRef>
              <c:f>Planilha1!$C$2:$C$5</c:f>
              <c:numCache>
                <c:formatCode>"$"\ #,##0.0;[Red]\-"$"\ #,##0.0</c:formatCode>
                <c:ptCount val="4"/>
                <c:pt idx="0">
                  <c:v>50.701999999999998</c:v>
                </c:pt>
                <c:pt idx="1">
                  <c:v>54.19</c:v>
                </c:pt>
                <c:pt idx="2">
                  <c:v>56.567</c:v>
                </c:pt>
                <c:pt idx="3">
                  <c:v>63.073</c:v>
                </c:pt>
              </c:numCache>
            </c:numRef>
          </c:val>
          <c:extLst>
            <c:ext xmlns:c16="http://schemas.microsoft.com/office/drawing/2014/chart" uri="{C3380CC4-5D6E-409C-BE32-E72D297353CC}">
              <c16:uniqueId val="{00000001-1A67-3B48-BBD3-71F52CB9B8C3}"/>
            </c:ext>
          </c:extLst>
        </c:ser>
        <c:dLbls>
          <c:showLegendKey val="0"/>
          <c:showVal val="0"/>
          <c:showCatName val="0"/>
          <c:showSerName val="0"/>
          <c:showPercent val="0"/>
          <c:showBubbleSize val="0"/>
        </c:dLbls>
        <c:gapWidth val="219"/>
        <c:overlap val="-27"/>
        <c:axId val="1838229888"/>
        <c:axId val="1838750096"/>
      </c:barChart>
      <c:catAx>
        <c:axId val="18382298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IBM Plex Sans" panose="020B0503050203000203" pitchFamily="34" charset="0"/>
                <a:ea typeface="+mn-ea"/>
                <a:cs typeface="+mn-cs"/>
              </a:defRPr>
            </a:pPr>
            <a:endParaRPr lang="pt-US"/>
          </a:p>
        </c:txPr>
        <c:crossAx val="1838750096"/>
        <c:crosses val="autoZero"/>
        <c:auto val="1"/>
        <c:lblAlgn val="ctr"/>
        <c:lblOffset val="100"/>
        <c:noMultiLvlLbl val="0"/>
      </c:catAx>
      <c:valAx>
        <c:axId val="1838750096"/>
        <c:scaling>
          <c:orientation val="minMax"/>
        </c:scaling>
        <c:delete val="1"/>
        <c:axPos val="l"/>
        <c:numFmt formatCode="&quot;$&quot;\ #,##0.0;[Red]\-&quot;$&quot;\ #,##0.0" sourceLinked="1"/>
        <c:majorTickMark val="none"/>
        <c:minorTickMark val="none"/>
        <c:tickLblPos val="nextTo"/>
        <c:crossAx val="183822988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IBM Plex Sans" panose="020B0503050203000203" pitchFamily="34" charset="0"/>
              <a:ea typeface="+mn-ea"/>
              <a:cs typeface="+mn-cs"/>
            </a:defRPr>
          </a:pPr>
          <a:endParaRPr lang="pt-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latin typeface="IBM Plex Sans" panose="020B0503050203000203" pitchFamily="34" charset="0"/>
        </a:defRPr>
      </a:pPr>
      <a:endParaRPr lang="pt-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Planilha1!$B$1</c:f>
              <c:strCache>
                <c:ptCount val="1"/>
                <c:pt idx="0">
                  <c:v>Série 1</c:v>
                </c:pt>
              </c:strCache>
            </c:strRef>
          </c:tx>
          <c:spPr>
            <a:solidFill>
              <a:srgbClr val="C197E1"/>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IBM Plex Sans" panose="020B0503050203000203" pitchFamily="34" charset="0"/>
                    <a:ea typeface="+mn-ea"/>
                    <a:cs typeface="+mn-cs"/>
                  </a:defRPr>
                </a:pPr>
                <a:endParaRPr lang="pt-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Planilha1!$A$2:$A$4</c:f>
              <c:strCache>
                <c:ptCount val="3"/>
                <c:pt idx="0">
                  <c:v>Europe</c:v>
                </c:pt>
                <c:pt idx="1">
                  <c:v>US</c:v>
                </c:pt>
                <c:pt idx="2">
                  <c:v>Global</c:v>
                </c:pt>
              </c:strCache>
            </c:strRef>
          </c:cat>
          <c:val>
            <c:numRef>
              <c:f>Planilha1!$B$2:$B$4</c:f>
              <c:numCache>
                <c:formatCode>0%</c:formatCode>
                <c:ptCount val="3"/>
                <c:pt idx="0">
                  <c:v>-0.17</c:v>
                </c:pt>
                <c:pt idx="1">
                  <c:v>-0.38</c:v>
                </c:pt>
                <c:pt idx="2">
                  <c:v>-0.33</c:v>
                </c:pt>
              </c:numCache>
            </c:numRef>
          </c:val>
          <c:extLst>
            <c:ext xmlns:c16="http://schemas.microsoft.com/office/drawing/2014/chart" uri="{C3380CC4-5D6E-409C-BE32-E72D297353CC}">
              <c16:uniqueId val="{00000000-3D01-3E4E-B688-BFBB42FA3E80}"/>
            </c:ext>
          </c:extLst>
        </c:ser>
        <c:dLbls>
          <c:showLegendKey val="0"/>
          <c:showVal val="0"/>
          <c:showCatName val="0"/>
          <c:showSerName val="0"/>
          <c:showPercent val="0"/>
          <c:showBubbleSize val="0"/>
        </c:dLbls>
        <c:gapWidth val="150"/>
        <c:overlap val="100"/>
        <c:axId val="1535967247"/>
        <c:axId val="1535660143"/>
      </c:barChart>
      <c:catAx>
        <c:axId val="1535967247"/>
        <c:scaling>
          <c:orientation val="minMax"/>
        </c:scaling>
        <c:delete val="0"/>
        <c:axPos val="l"/>
        <c:numFmt formatCode="General" sourceLinked="1"/>
        <c:majorTickMark val="none"/>
        <c:minorTickMark val="none"/>
        <c:tickLblPos val="high"/>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IBM Plex Sans" panose="020B0503050203000203" pitchFamily="34" charset="0"/>
                <a:ea typeface="+mn-ea"/>
                <a:cs typeface="+mn-cs"/>
              </a:defRPr>
            </a:pPr>
            <a:endParaRPr lang="pt-US"/>
          </a:p>
        </c:txPr>
        <c:crossAx val="1535660143"/>
        <c:crosses val="autoZero"/>
        <c:auto val="1"/>
        <c:lblAlgn val="ctr"/>
        <c:lblOffset val="100"/>
        <c:noMultiLvlLbl val="0"/>
      </c:catAx>
      <c:valAx>
        <c:axId val="1535660143"/>
        <c:scaling>
          <c:orientation val="minMax"/>
        </c:scaling>
        <c:delete val="1"/>
        <c:axPos val="b"/>
        <c:numFmt formatCode="0%" sourceLinked="1"/>
        <c:majorTickMark val="none"/>
        <c:minorTickMark val="none"/>
        <c:tickLblPos val="nextTo"/>
        <c:crossAx val="1535967247"/>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latin typeface="IBM Plex Sans" panose="020B0503050203000203" pitchFamily="34" charset="0"/>
        </a:defRPr>
      </a:pPr>
      <a:endParaRPr lang="pt-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CAGR</c:v>
                </c:pt>
              </c:strCache>
            </c:strRef>
          </c:tx>
          <c:spPr>
            <a:solidFill>
              <a:srgbClr val="7FD7A7"/>
            </a:solidFill>
            <a:ln>
              <a:noFill/>
            </a:ln>
            <a:effectLst/>
          </c:spPr>
          <c:invertIfNegative val="0"/>
          <c:dPt>
            <c:idx val="3"/>
            <c:invertIfNegative val="0"/>
            <c:bubble3D val="0"/>
            <c:spPr>
              <a:solidFill>
                <a:srgbClr val="C197E1"/>
              </a:solidFill>
              <a:ln>
                <a:noFill/>
              </a:ln>
              <a:effectLst/>
            </c:spPr>
            <c:extLst>
              <c:ext xmlns:c16="http://schemas.microsoft.com/office/drawing/2014/chart" uri="{C3380CC4-5D6E-409C-BE32-E72D297353CC}">
                <c16:uniqueId val="{00000007-EECF-492C-9389-C5ADAA4D112E}"/>
              </c:ext>
            </c:extLst>
          </c:dPt>
          <c:dPt>
            <c:idx val="4"/>
            <c:invertIfNegative val="0"/>
            <c:bubble3D val="0"/>
            <c:spPr>
              <a:solidFill>
                <a:srgbClr val="C197E1"/>
              </a:solidFill>
              <a:ln>
                <a:noFill/>
              </a:ln>
              <a:effectLst/>
            </c:spPr>
            <c:extLst>
              <c:ext xmlns:c16="http://schemas.microsoft.com/office/drawing/2014/chart" uri="{C3380CC4-5D6E-409C-BE32-E72D297353CC}">
                <c16:uniqueId val="{00000005-EECF-492C-9389-C5ADAA4D112E}"/>
              </c:ext>
            </c:extLst>
          </c:dPt>
          <c:dPt>
            <c:idx val="5"/>
            <c:invertIfNegative val="0"/>
            <c:bubble3D val="0"/>
            <c:spPr>
              <a:solidFill>
                <a:srgbClr val="C197E1"/>
              </a:solidFill>
              <a:ln>
                <a:noFill/>
              </a:ln>
              <a:effectLst/>
            </c:spPr>
            <c:extLst>
              <c:ext xmlns:c16="http://schemas.microsoft.com/office/drawing/2014/chart" uri="{C3380CC4-5D6E-409C-BE32-E72D297353CC}">
                <c16:uniqueId val="{00000006-EECF-492C-9389-C5ADAA4D112E}"/>
              </c:ext>
            </c:extLst>
          </c:dPt>
          <c:dPt>
            <c:idx val="6"/>
            <c:invertIfNegative val="0"/>
            <c:bubble3D val="0"/>
            <c:spPr>
              <a:solidFill>
                <a:srgbClr val="C197E1"/>
              </a:solidFill>
              <a:ln>
                <a:noFill/>
              </a:ln>
              <a:effectLst/>
            </c:spPr>
            <c:extLst>
              <c:ext xmlns:c16="http://schemas.microsoft.com/office/drawing/2014/chart" uri="{C3380CC4-5D6E-409C-BE32-E72D297353CC}">
                <c16:uniqueId val="{00000001-EECF-492C-9389-C5ADAA4D112E}"/>
              </c:ext>
            </c:extLst>
          </c:dPt>
          <c:dPt>
            <c:idx val="7"/>
            <c:invertIfNegative val="0"/>
            <c:bubble3D val="0"/>
            <c:spPr>
              <a:solidFill>
                <a:srgbClr val="C197E1"/>
              </a:solidFill>
              <a:ln>
                <a:noFill/>
              </a:ln>
              <a:effectLst/>
            </c:spPr>
            <c:extLst>
              <c:ext xmlns:c16="http://schemas.microsoft.com/office/drawing/2014/chart" uri="{C3380CC4-5D6E-409C-BE32-E72D297353CC}">
                <c16:uniqueId val="{00000003-EECF-492C-9389-C5ADAA4D112E}"/>
              </c:ext>
            </c:extLst>
          </c:dPt>
          <c:dLbls>
            <c:spPr>
              <a:noFill/>
              <a:ln>
                <a:noFill/>
              </a:ln>
              <a:effectLst/>
            </c:spPr>
            <c:txPr>
              <a:bodyPr rot="0" spcFirstLastPara="1" vertOverflow="ellipsis" vert="horz" wrap="square" anchor="ctr" anchorCtr="1"/>
              <a:lstStyle/>
              <a:p>
                <a:pPr>
                  <a:defRPr sz="1197" b="0" i="0" u="none" strike="noStrike" kern="1200" baseline="0">
                    <a:solidFill>
                      <a:schemeClr val="tx1">
                        <a:lumMod val="75000"/>
                        <a:lumOff val="25000"/>
                      </a:schemeClr>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2023</c:v>
                </c:pt>
                <c:pt idx="1">
                  <c:v>2024</c:v>
                </c:pt>
                <c:pt idx="2">
                  <c:v>2025</c:v>
                </c:pt>
                <c:pt idx="3">
                  <c:v>2026E</c:v>
                </c:pt>
                <c:pt idx="4">
                  <c:v>2027E</c:v>
                </c:pt>
                <c:pt idx="5">
                  <c:v>2028E</c:v>
                </c:pt>
                <c:pt idx="6">
                  <c:v>2029E</c:v>
                </c:pt>
                <c:pt idx="7">
                  <c:v>2030E</c:v>
                </c:pt>
              </c:strCache>
            </c:strRef>
          </c:cat>
          <c:val>
            <c:numRef>
              <c:f>Sheet1!$B$2:$B$9</c:f>
              <c:numCache>
                <c:formatCode>_(* #,##0.0_);_(* \(#,##0.0\);_(* "-"??_);_(@_)</c:formatCode>
                <c:ptCount val="8"/>
                <c:pt idx="0">
                  <c:v>6.7</c:v>
                </c:pt>
                <c:pt idx="1">
                  <c:v>8.6</c:v>
                </c:pt>
                <c:pt idx="2">
                  <c:v>11</c:v>
                </c:pt>
                <c:pt idx="3">
                  <c:v>14.2</c:v>
                </c:pt>
                <c:pt idx="4">
                  <c:v>18.2</c:v>
                </c:pt>
                <c:pt idx="5">
                  <c:v>23.4</c:v>
                </c:pt>
                <c:pt idx="6">
                  <c:v>30</c:v>
                </c:pt>
                <c:pt idx="7">
                  <c:v>38.6</c:v>
                </c:pt>
              </c:numCache>
            </c:numRef>
          </c:val>
          <c:extLst>
            <c:ext xmlns:c16="http://schemas.microsoft.com/office/drawing/2014/chart" uri="{C3380CC4-5D6E-409C-BE32-E72D297353CC}">
              <c16:uniqueId val="{00000004-EECF-492C-9389-C5ADAA4D112E}"/>
            </c:ext>
          </c:extLst>
        </c:ser>
        <c:dLbls>
          <c:showLegendKey val="0"/>
          <c:showVal val="0"/>
          <c:showCatName val="0"/>
          <c:showSerName val="0"/>
          <c:showPercent val="0"/>
          <c:showBubbleSize val="0"/>
        </c:dLbls>
        <c:gapWidth val="100"/>
        <c:axId val="837087"/>
        <c:axId val="839487"/>
      </c:barChart>
      <c:catAx>
        <c:axId val="837087"/>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0" spcFirstLastPara="1" vertOverflow="ellipsis" wrap="square" anchor="ctr" anchorCtr="1"/>
          <a:lstStyle/>
          <a:p>
            <a:pPr algn="ctr">
              <a:defRPr sz="1197"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839487"/>
        <c:crosses val="autoZero"/>
        <c:auto val="1"/>
        <c:lblAlgn val="ctr"/>
        <c:lblOffset val="100"/>
        <c:noMultiLvlLbl val="0"/>
      </c:catAx>
      <c:valAx>
        <c:axId val="839487"/>
        <c:scaling>
          <c:orientation val="minMax"/>
          <c:max val="40"/>
          <c:min val="0"/>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lgn="ctr">
              <a:defRPr sz="1197"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837087"/>
        <c:crosses val="autoZero"/>
        <c:crossBetween val="between"/>
        <c:majorUnit val="10"/>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IBM Plex Sans" panose="020B0503050203000203" pitchFamily="34" charset="0"/>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737078438827065"/>
          <c:y val="3.1378753686217405E-2"/>
          <c:w val="0.57772878168177078"/>
          <c:h val="0.9372424926275652"/>
        </c:manualLayout>
      </c:layout>
      <c:barChart>
        <c:barDir val="bar"/>
        <c:grouping val="clustered"/>
        <c:varyColors val="0"/>
        <c:ser>
          <c:idx val="0"/>
          <c:order val="0"/>
          <c:tx>
            <c:strRef>
              <c:f>Sheet1!$B$1</c:f>
              <c:strCache>
                <c:ptCount val="1"/>
                <c:pt idx="0">
                  <c:v>Series 1</c:v>
                </c:pt>
              </c:strCache>
            </c:strRef>
          </c:tx>
          <c:spPr>
            <a:solidFill>
              <a:srgbClr val="7FD7A7"/>
            </a:solidFill>
            <a:ln>
              <a:noFill/>
            </a:ln>
            <a:effectLst/>
          </c:spPr>
          <c:invertIfNegative val="0"/>
          <c:dPt>
            <c:idx val="7"/>
            <c:invertIfNegative val="0"/>
            <c:bubble3D val="0"/>
            <c:spPr>
              <a:solidFill>
                <a:schemeClr val="bg1">
                  <a:lumMod val="85000"/>
                </a:schemeClr>
              </a:solidFill>
              <a:ln>
                <a:noFill/>
              </a:ln>
              <a:effectLst/>
            </c:spPr>
            <c:extLst>
              <c:ext xmlns:c16="http://schemas.microsoft.com/office/drawing/2014/chart" uri="{C3380CC4-5D6E-409C-BE32-E72D297353CC}">
                <c16:uniqueId val="{0000000A-4D92-4011-9EAA-74DEFF9049C2}"/>
              </c:ext>
            </c:extLst>
          </c:dPt>
          <c:dLbls>
            <c:spPr>
              <a:noFill/>
              <a:ln>
                <a:noFill/>
              </a:ln>
              <a:effectLst/>
            </c:spPr>
            <c:txPr>
              <a:bodyPr rot="0" spcFirstLastPara="1" vertOverflow="ellipsis" vert="horz" wrap="square" anchor="ctr" anchorCtr="1"/>
              <a:lstStyle/>
              <a:p>
                <a:pPr>
                  <a:defRPr sz="1100" b="0" i="0" u="none" strike="noStrike" kern="1200" baseline="0">
                    <a:solidFill>
                      <a:schemeClr val="tx1">
                        <a:lumMod val="75000"/>
                        <a:lumOff val="25000"/>
                      </a:schemeClr>
                    </a:solidFill>
                    <a:latin typeface="IBM Plex Sans" panose="020B0503050203000203" pitchFamily="34" charset="0"/>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Photo/Video Editors</c:v>
                </c:pt>
                <c:pt idx="1">
                  <c:v>Photo/Video Generatos</c:v>
                </c:pt>
                <c:pt idx="2">
                  <c:v>Beauty Editors</c:v>
                </c:pt>
                <c:pt idx="3">
                  <c:v>Gen AI Assistants</c:v>
                </c:pt>
                <c:pt idx="4">
                  <c:v>Chat GPT Copycats*</c:v>
                </c:pt>
                <c:pt idx="5">
                  <c:v>Language Learning</c:v>
                </c:pt>
                <c:pt idx="6">
                  <c:v>Companion</c:v>
                </c:pt>
                <c:pt idx="7">
                  <c:v>Others</c:v>
                </c:pt>
              </c:strCache>
            </c:strRef>
          </c:cat>
          <c:val>
            <c:numRef>
              <c:f>Sheet1!$B$2:$B$9</c:f>
              <c:numCache>
                <c:formatCode>0%</c:formatCode>
                <c:ptCount val="8"/>
                <c:pt idx="0">
                  <c:v>0.2</c:v>
                </c:pt>
                <c:pt idx="1">
                  <c:v>0.08</c:v>
                </c:pt>
                <c:pt idx="2">
                  <c:v>0.14000000000000001</c:v>
                </c:pt>
                <c:pt idx="3">
                  <c:v>0.08</c:v>
                </c:pt>
                <c:pt idx="4">
                  <c:v>0.12</c:v>
                </c:pt>
                <c:pt idx="5">
                  <c:v>0.06</c:v>
                </c:pt>
                <c:pt idx="6">
                  <c:v>0.06</c:v>
                </c:pt>
                <c:pt idx="7">
                  <c:v>0.26</c:v>
                </c:pt>
              </c:numCache>
            </c:numRef>
          </c:val>
          <c:extLst>
            <c:ext xmlns:c16="http://schemas.microsoft.com/office/drawing/2014/chart" uri="{C3380CC4-5D6E-409C-BE32-E72D297353CC}">
              <c16:uniqueId val="{00000000-4D92-4011-9EAA-74DEFF9049C2}"/>
            </c:ext>
          </c:extLst>
        </c:ser>
        <c:dLbls>
          <c:showLegendKey val="0"/>
          <c:showVal val="0"/>
          <c:showCatName val="0"/>
          <c:showSerName val="0"/>
          <c:showPercent val="0"/>
          <c:showBubbleSize val="0"/>
        </c:dLbls>
        <c:gapWidth val="100"/>
        <c:axId val="1846315487"/>
        <c:axId val="1846314527"/>
      </c:barChart>
      <c:catAx>
        <c:axId val="1846315487"/>
        <c:scaling>
          <c:orientation val="maxMin"/>
        </c:scaling>
        <c:delete val="0"/>
        <c:axPos val="l"/>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1846314527"/>
        <c:crosses val="autoZero"/>
        <c:auto val="1"/>
        <c:lblAlgn val="ctr"/>
        <c:lblOffset val="100"/>
        <c:noMultiLvlLbl val="0"/>
      </c:catAx>
      <c:valAx>
        <c:axId val="1846314527"/>
        <c:scaling>
          <c:orientation val="minMax"/>
        </c:scaling>
        <c:delete val="1"/>
        <c:axPos val="t"/>
        <c:numFmt formatCode="0%" sourceLinked="1"/>
        <c:majorTickMark val="none"/>
        <c:minorTickMark val="none"/>
        <c:tickLblPos val="nextTo"/>
        <c:crossAx val="1846315487"/>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latin typeface="IBM Plex Sans" panose="020B0503050203000203" pitchFamily="34" charset="0"/>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MAU</c:v>
                </c:pt>
              </c:strCache>
            </c:strRef>
          </c:tx>
          <c:spPr>
            <a:solidFill>
              <a:srgbClr val="7FD7A7"/>
            </a:solidFill>
            <a:ln>
              <a:noFill/>
            </a:ln>
            <a:effectLst/>
          </c:spPr>
          <c:invertIfNegative val="0"/>
          <c:dPt>
            <c:idx val="3"/>
            <c:invertIfNegative val="0"/>
            <c:bubble3D val="0"/>
            <c:spPr>
              <a:solidFill>
                <a:srgbClr val="7FD7A7"/>
              </a:solidFill>
              <a:ln>
                <a:noFill/>
              </a:ln>
              <a:effectLst/>
            </c:spPr>
            <c:extLst>
              <c:ext xmlns:c16="http://schemas.microsoft.com/office/drawing/2014/chart" uri="{C3380CC4-5D6E-409C-BE32-E72D297353CC}">
                <c16:uniqueId val="{00000001-4F54-4BE6-BFE8-BF25CC8E060E}"/>
              </c:ext>
            </c:extLst>
          </c:dPt>
          <c:dPt>
            <c:idx val="4"/>
            <c:invertIfNegative val="0"/>
            <c:bubble3D val="0"/>
            <c:spPr>
              <a:solidFill>
                <a:srgbClr val="7FD7A7"/>
              </a:solidFill>
              <a:ln>
                <a:noFill/>
              </a:ln>
              <a:effectLst/>
            </c:spPr>
            <c:extLst>
              <c:ext xmlns:c16="http://schemas.microsoft.com/office/drawing/2014/chart" uri="{C3380CC4-5D6E-409C-BE32-E72D297353CC}">
                <c16:uniqueId val="{00000003-4F54-4BE6-BFE8-BF25CC8E060E}"/>
              </c:ext>
            </c:extLst>
          </c:dPt>
          <c:dPt>
            <c:idx val="5"/>
            <c:invertIfNegative val="0"/>
            <c:bubble3D val="0"/>
            <c:spPr>
              <a:solidFill>
                <a:srgbClr val="7FD7A7"/>
              </a:solidFill>
              <a:ln>
                <a:noFill/>
              </a:ln>
              <a:effectLst/>
            </c:spPr>
            <c:extLst>
              <c:ext xmlns:c16="http://schemas.microsoft.com/office/drawing/2014/chart" uri="{C3380CC4-5D6E-409C-BE32-E72D297353CC}">
                <c16:uniqueId val="{00000005-4F54-4BE6-BFE8-BF25CC8E060E}"/>
              </c:ext>
            </c:extLst>
          </c:dPt>
          <c:dPt>
            <c:idx val="6"/>
            <c:invertIfNegative val="0"/>
            <c:bubble3D val="0"/>
            <c:spPr>
              <a:solidFill>
                <a:srgbClr val="7FD7A7"/>
              </a:solidFill>
              <a:ln>
                <a:noFill/>
              </a:ln>
              <a:effectLst/>
            </c:spPr>
            <c:extLst>
              <c:ext xmlns:c16="http://schemas.microsoft.com/office/drawing/2014/chart" uri="{C3380CC4-5D6E-409C-BE32-E72D297353CC}">
                <c16:uniqueId val="{00000007-4F54-4BE6-BFE8-BF25CC8E060E}"/>
              </c:ext>
            </c:extLst>
          </c:dPt>
          <c:dPt>
            <c:idx val="7"/>
            <c:invertIfNegative val="0"/>
            <c:bubble3D val="0"/>
            <c:spPr>
              <a:solidFill>
                <a:srgbClr val="7FD7A7"/>
              </a:solidFill>
              <a:ln>
                <a:noFill/>
              </a:ln>
              <a:effectLst/>
            </c:spPr>
            <c:extLst>
              <c:ext xmlns:c16="http://schemas.microsoft.com/office/drawing/2014/chart" uri="{C3380CC4-5D6E-409C-BE32-E72D297353CC}">
                <c16:uniqueId val="{00000009-4F54-4BE6-BFE8-BF25CC8E060E}"/>
              </c:ext>
            </c:extLst>
          </c:dPt>
          <c:dLbls>
            <c:numFmt formatCode="#,##0" sourceLinked="0"/>
            <c:spPr>
              <a:noFill/>
              <a:ln>
                <a:noFill/>
              </a:ln>
              <a:effectLst/>
            </c:spPr>
            <c:txPr>
              <a:bodyPr rot="0" spcFirstLastPara="1" vertOverflow="ellipsis" vert="horz" wrap="square" anchor="ctr" anchorCtr="1"/>
              <a:lstStyle/>
              <a:p>
                <a:pPr>
                  <a:defRPr sz="1000" b="0" i="0" u="none" strike="noStrike" kern="1200" baseline="0">
                    <a:solidFill>
                      <a:schemeClr val="tx1">
                        <a:lumMod val="75000"/>
                        <a:lumOff val="25000"/>
                      </a:schemeClr>
                    </a:solidFill>
                    <a:latin typeface="IBM Plex Sans" panose="020B0503050203000203"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Sheet1!$A$2:$A$13</c:f>
              <c:numCache>
                <c:formatCode>mmm\-yy</c:formatCode>
                <c:ptCount val="12"/>
                <c:pt idx="0">
                  <c:v>43647</c:v>
                </c:pt>
                <c:pt idx="1">
                  <c:v>43831</c:v>
                </c:pt>
                <c:pt idx="2">
                  <c:v>44013</c:v>
                </c:pt>
                <c:pt idx="3">
                  <c:v>44197</c:v>
                </c:pt>
                <c:pt idx="4">
                  <c:v>44378</c:v>
                </c:pt>
                <c:pt idx="5">
                  <c:v>44562</c:v>
                </c:pt>
                <c:pt idx="6">
                  <c:v>44743</c:v>
                </c:pt>
                <c:pt idx="7">
                  <c:v>44927</c:v>
                </c:pt>
                <c:pt idx="8">
                  <c:v>45108</c:v>
                </c:pt>
                <c:pt idx="9">
                  <c:v>45292</c:v>
                </c:pt>
                <c:pt idx="10">
                  <c:v>45474</c:v>
                </c:pt>
                <c:pt idx="11">
                  <c:v>45689</c:v>
                </c:pt>
              </c:numCache>
            </c:numRef>
          </c:cat>
          <c:val>
            <c:numRef>
              <c:f>Sheet1!$B$2:$B$13</c:f>
              <c:numCache>
                <c:formatCode>_(* #,##0.0_);_(* \(#,##0.0\);_(* "-"??_);_(@_)</c:formatCode>
                <c:ptCount val="12"/>
                <c:pt idx="0">
                  <c:v>6</c:v>
                </c:pt>
                <c:pt idx="1">
                  <c:v>11.8</c:v>
                </c:pt>
                <c:pt idx="2">
                  <c:v>16.7</c:v>
                </c:pt>
                <c:pt idx="3">
                  <c:v>25.4</c:v>
                </c:pt>
                <c:pt idx="4">
                  <c:v>34.4</c:v>
                </c:pt>
                <c:pt idx="5">
                  <c:v>54.5</c:v>
                </c:pt>
                <c:pt idx="6">
                  <c:v>59.6</c:v>
                </c:pt>
                <c:pt idx="7">
                  <c:v>57.6</c:v>
                </c:pt>
                <c:pt idx="8">
                  <c:v>59.4</c:v>
                </c:pt>
                <c:pt idx="9" formatCode="General">
                  <c:v>67.2</c:v>
                </c:pt>
                <c:pt idx="10" formatCode="General">
                  <c:v>68.3</c:v>
                </c:pt>
                <c:pt idx="11" formatCode="General">
                  <c:v>82.7</c:v>
                </c:pt>
              </c:numCache>
            </c:numRef>
          </c:val>
          <c:extLst>
            <c:ext xmlns:c16="http://schemas.microsoft.com/office/drawing/2014/chart" uri="{C3380CC4-5D6E-409C-BE32-E72D297353CC}">
              <c16:uniqueId val="{0000000A-4F54-4BE6-BFE8-BF25CC8E060E}"/>
            </c:ext>
          </c:extLst>
        </c:ser>
        <c:ser>
          <c:idx val="1"/>
          <c:order val="1"/>
          <c:tx>
            <c:strRef>
              <c:f>Sheet1!$C$1</c:f>
              <c:strCache>
                <c:ptCount val="1"/>
                <c:pt idx="0">
                  <c:v>DAU</c:v>
                </c:pt>
              </c:strCache>
            </c:strRef>
          </c:tx>
          <c:spPr>
            <a:solidFill>
              <a:srgbClr val="C197E1"/>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000" b="0" i="0" u="none" strike="noStrike" kern="1200" baseline="0">
                    <a:solidFill>
                      <a:schemeClr val="tx1">
                        <a:lumMod val="75000"/>
                        <a:lumOff val="25000"/>
                      </a:schemeClr>
                    </a:solidFill>
                    <a:latin typeface="IBM Plex Sans" panose="020B0503050203000203"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Sheet1!$A$2:$A$13</c:f>
              <c:numCache>
                <c:formatCode>mmm\-yy</c:formatCode>
                <c:ptCount val="12"/>
                <c:pt idx="0">
                  <c:v>43647</c:v>
                </c:pt>
                <c:pt idx="1">
                  <c:v>43831</c:v>
                </c:pt>
                <c:pt idx="2">
                  <c:v>44013</c:v>
                </c:pt>
                <c:pt idx="3">
                  <c:v>44197</c:v>
                </c:pt>
                <c:pt idx="4">
                  <c:v>44378</c:v>
                </c:pt>
                <c:pt idx="5">
                  <c:v>44562</c:v>
                </c:pt>
                <c:pt idx="6">
                  <c:v>44743</c:v>
                </c:pt>
                <c:pt idx="7">
                  <c:v>44927</c:v>
                </c:pt>
                <c:pt idx="8">
                  <c:v>45108</c:v>
                </c:pt>
                <c:pt idx="9">
                  <c:v>45292</c:v>
                </c:pt>
                <c:pt idx="10">
                  <c:v>45474</c:v>
                </c:pt>
                <c:pt idx="11">
                  <c:v>45689</c:v>
                </c:pt>
              </c:numCache>
            </c:numRef>
          </c:cat>
          <c:val>
            <c:numRef>
              <c:f>Sheet1!$C$2:$C$13</c:f>
              <c:numCache>
                <c:formatCode>General</c:formatCode>
                <c:ptCount val="12"/>
                <c:pt idx="0">
                  <c:v>2.4</c:v>
                </c:pt>
                <c:pt idx="1">
                  <c:v>3.8</c:v>
                </c:pt>
                <c:pt idx="2">
                  <c:v>5.7</c:v>
                </c:pt>
                <c:pt idx="3">
                  <c:v>8.6</c:v>
                </c:pt>
                <c:pt idx="4">
                  <c:v>11.9</c:v>
                </c:pt>
                <c:pt idx="5">
                  <c:v>16</c:v>
                </c:pt>
                <c:pt idx="6">
                  <c:v>19.399999999999999</c:v>
                </c:pt>
                <c:pt idx="7">
                  <c:v>20.8</c:v>
                </c:pt>
                <c:pt idx="8">
                  <c:v>22.4</c:v>
                </c:pt>
                <c:pt idx="9">
                  <c:v>25.3</c:v>
                </c:pt>
                <c:pt idx="10">
                  <c:v>28.9</c:v>
                </c:pt>
                <c:pt idx="11">
                  <c:v>35.6</c:v>
                </c:pt>
              </c:numCache>
            </c:numRef>
          </c:val>
          <c:extLst>
            <c:ext xmlns:c16="http://schemas.microsoft.com/office/drawing/2014/chart" uri="{C3380CC4-5D6E-409C-BE32-E72D297353CC}">
              <c16:uniqueId val="{00000000-EC47-4D5C-B7A3-850C513BEDD2}"/>
            </c:ext>
          </c:extLst>
        </c:ser>
        <c:dLbls>
          <c:showLegendKey val="0"/>
          <c:showVal val="0"/>
          <c:showCatName val="0"/>
          <c:showSerName val="0"/>
          <c:showPercent val="0"/>
          <c:showBubbleSize val="0"/>
        </c:dLbls>
        <c:gapWidth val="50"/>
        <c:axId val="837087"/>
        <c:axId val="839487"/>
      </c:barChart>
      <c:catAx>
        <c:axId val="837087"/>
        <c:scaling>
          <c:orientation val="minMax"/>
        </c:scaling>
        <c:delete val="0"/>
        <c:axPos val="b"/>
        <c:numFmt formatCode="mmm\-yy" sourceLinked="1"/>
        <c:majorTickMark val="out"/>
        <c:minorTickMark val="none"/>
        <c:tickLblPos val="nextTo"/>
        <c:spPr>
          <a:noFill/>
          <a:ln w="9525" cap="flat" cmpd="sng" algn="ctr">
            <a:solidFill>
              <a:schemeClr val="tx1"/>
            </a:solidFill>
            <a:round/>
          </a:ln>
          <a:effectLst/>
        </c:spPr>
        <c:txPr>
          <a:bodyPr rot="0" spcFirstLastPara="1" vertOverflow="ellipsis" wrap="square" anchor="ctr" anchorCtr="1"/>
          <a:lstStyle/>
          <a:p>
            <a:pPr algn="ctr">
              <a:defRPr sz="1000"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839487"/>
        <c:crosses val="autoZero"/>
        <c:auto val="0"/>
        <c:lblAlgn val="ctr"/>
        <c:lblOffset val="100"/>
        <c:noMultiLvlLbl val="1"/>
      </c:catAx>
      <c:valAx>
        <c:axId val="839487"/>
        <c:scaling>
          <c:orientation val="minMax"/>
          <c:max val="100"/>
          <c:min val="0"/>
        </c:scaling>
        <c:delete val="1"/>
        <c:axPos val="l"/>
        <c:numFmt formatCode="#,##0" sourceLinked="0"/>
        <c:majorTickMark val="out"/>
        <c:minorTickMark val="none"/>
        <c:tickLblPos val="nextTo"/>
        <c:crossAx val="837087"/>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latin typeface="IBM Plex Sans" panose="020B0503050203000203" pitchFamily="34" charset="0"/>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Annual Search (B)</c:v>
                </c:pt>
              </c:strCache>
            </c:strRef>
          </c:tx>
          <c:spPr>
            <a:solidFill>
              <a:srgbClr val="7FD7A7"/>
            </a:solidFill>
            <a:ln>
              <a:noFill/>
            </a:ln>
            <a:effectLst/>
          </c:spPr>
          <c:invertIfNegative val="0"/>
          <c:dPt>
            <c:idx val="3"/>
            <c:invertIfNegative val="0"/>
            <c:bubble3D val="0"/>
            <c:spPr>
              <a:solidFill>
                <a:srgbClr val="7FD7A7"/>
              </a:solidFill>
              <a:ln>
                <a:noFill/>
              </a:ln>
              <a:effectLst/>
            </c:spPr>
            <c:extLst>
              <c:ext xmlns:c16="http://schemas.microsoft.com/office/drawing/2014/chart" uri="{C3380CC4-5D6E-409C-BE32-E72D297353CC}">
                <c16:uniqueId val="{00000001-AF35-478B-BC4F-91A1B4C9136C}"/>
              </c:ext>
            </c:extLst>
          </c:dPt>
          <c:dPt>
            <c:idx val="4"/>
            <c:invertIfNegative val="0"/>
            <c:bubble3D val="0"/>
            <c:spPr>
              <a:solidFill>
                <a:srgbClr val="7FD7A7"/>
              </a:solidFill>
              <a:ln>
                <a:noFill/>
              </a:ln>
              <a:effectLst/>
            </c:spPr>
            <c:extLst>
              <c:ext xmlns:c16="http://schemas.microsoft.com/office/drawing/2014/chart" uri="{C3380CC4-5D6E-409C-BE32-E72D297353CC}">
                <c16:uniqueId val="{00000003-AF35-478B-BC4F-91A1B4C9136C}"/>
              </c:ext>
            </c:extLst>
          </c:dPt>
          <c:dPt>
            <c:idx val="5"/>
            <c:invertIfNegative val="0"/>
            <c:bubble3D val="0"/>
            <c:spPr>
              <a:solidFill>
                <a:srgbClr val="7FD7A7"/>
              </a:solidFill>
              <a:ln>
                <a:noFill/>
              </a:ln>
              <a:effectLst/>
            </c:spPr>
            <c:extLst>
              <c:ext xmlns:c16="http://schemas.microsoft.com/office/drawing/2014/chart" uri="{C3380CC4-5D6E-409C-BE32-E72D297353CC}">
                <c16:uniqueId val="{00000005-AF35-478B-BC4F-91A1B4C9136C}"/>
              </c:ext>
            </c:extLst>
          </c:dPt>
          <c:dPt>
            <c:idx val="6"/>
            <c:invertIfNegative val="0"/>
            <c:bubble3D val="0"/>
            <c:spPr>
              <a:solidFill>
                <a:srgbClr val="7FD7A7"/>
              </a:solidFill>
              <a:ln>
                <a:noFill/>
              </a:ln>
              <a:effectLst/>
            </c:spPr>
            <c:extLst>
              <c:ext xmlns:c16="http://schemas.microsoft.com/office/drawing/2014/chart" uri="{C3380CC4-5D6E-409C-BE32-E72D297353CC}">
                <c16:uniqueId val="{00000007-AF35-478B-BC4F-91A1B4C9136C}"/>
              </c:ext>
            </c:extLst>
          </c:dPt>
          <c:dPt>
            <c:idx val="7"/>
            <c:invertIfNegative val="0"/>
            <c:bubble3D val="0"/>
            <c:spPr>
              <a:solidFill>
                <a:srgbClr val="7FD7A7"/>
              </a:solidFill>
              <a:ln>
                <a:noFill/>
              </a:ln>
              <a:effectLst/>
            </c:spPr>
            <c:extLst>
              <c:ext xmlns:c16="http://schemas.microsoft.com/office/drawing/2014/chart" uri="{C3380CC4-5D6E-409C-BE32-E72D297353CC}">
                <c16:uniqueId val="{00000009-AF35-478B-BC4F-91A1B4C9136C}"/>
              </c:ext>
            </c:extLst>
          </c:dPt>
          <c:dLbls>
            <c:dLbl>
              <c:idx val="0"/>
              <c:tx>
                <c:rich>
                  <a:bodyPr/>
                  <a:lstStyle/>
                  <a:p>
                    <a:fld id="{A06EEF4C-9576-4730-B964-77DD14F22621}" type="VALUE">
                      <a:rPr lang="en-US" smtClean="0"/>
                      <a:pPr/>
                      <a:t>[VALUE]</a:t>
                    </a:fld>
                    <a:r>
                      <a:rPr lang="en-US" baseline="30000"/>
                      <a:t>2</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B-AF35-478B-BC4F-91A1B4C9136C}"/>
                </c:ext>
              </c:extLst>
            </c:dLbl>
            <c:dLbl>
              <c:idx val="3"/>
              <c:tx>
                <c:rich>
                  <a:bodyPr/>
                  <a:lstStyle/>
                  <a:p>
                    <a:fld id="{EDA48176-BB9D-401A-9641-EB6EC3CE11EE}" type="VALUE">
                      <a:rPr lang="en-US" smtClean="0"/>
                      <a:pPr/>
                      <a:t>[VALUE]</a:t>
                    </a:fld>
                    <a:r>
                      <a:rPr lang="en-US" baseline="30000"/>
                      <a:t>1</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AF35-478B-BC4F-91A1B4C9136C}"/>
                </c:ext>
              </c:extLst>
            </c:dLbl>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tx1">
                        <a:lumMod val="75000"/>
                        <a:lumOff val="25000"/>
                      </a:schemeClr>
                    </a:solidFill>
                    <a:latin typeface="IBM Plex Sans" panose="020B0503050203000203"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2022</c:v>
                </c:pt>
                <c:pt idx="1">
                  <c:v>2023</c:v>
                </c:pt>
                <c:pt idx="2">
                  <c:v>2024</c:v>
                </c:pt>
                <c:pt idx="3">
                  <c:v>2025</c:v>
                </c:pt>
              </c:numCache>
            </c:numRef>
          </c:cat>
          <c:val>
            <c:numRef>
              <c:f>Sheet1!$B$2:$B$5</c:f>
              <c:numCache>
                <c:formatCode>_(* #,##0.0_);_(* \(#,##0.0\);_(* "-"??_);_(@_)</c:formatCode>
                <c:ptCount val="4"/>
                <c:pt idx="0">
                  <c:v>2.5</c:v>
                </c:pt>
                <c:pt idx="1">
                  <c:v>4.5629026353869664</c:v>
                </c:pt>
                <c:pt idx="2">
                  <c:v>8.3280321840085296</c:v>
                </c:pt>
                <c:pt idx="3">
                  <c:v>15.2</c:v>
                </c:pt>
              </c:numCache>
            </c:numRef>
          </c:val>
          <c:extLst>
            <c:ext xmlns:c16="http://schemas.microsoft.com/office/drawing/2014/chart" uri="{C3380CC4-5D6E-409C-BE32-E72D297353CC}">
              <c16:uniqueId val="{0000000A-AF35-478B-BC4F-91A1B4C9136C}"/>
            </c:ext>
          </c:extLst>
        </c:ser>
        <c:dLbls>
          <c:showLegendKey val="0"/>
          <c:showVal val="0"/>
          <c:showCatName val="0"/>
          <c:showSerName val="0"/>
          <c:showPercent val="0"/>
          <c:showBubbleSize val="0"/>
        </c:dLbls>
        <c:gapWidth val="200"/>
        <c:axId val="837087"/>
        <c:axId val="839487"/>
      </c:barChart>
      <c:catAx>
        <c:axId val="837087"/>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0" spcFirstLastPara="1" vertOverflow="ellipsis" wrap="square" anchor="ctr" anchorCtr="1"/>
          <a:lstStyle/>
          <a:p>
            <a:pPr algn="ctr">
              <a:defRPr sz="1000"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839487"/>
        <c:crosses val="autoZero"/>
        <c:auto val="0"/>
        <c:lblAlgn val="ctr"/>
        <c:lblOffset val="100"/>
        <c:noMultiLvlLbl val="1"/>
      </c:catAx>
      <c:valAx>
        <c:axId val="839487"/>
        <c:scaling>
          <c:orientation val="minMax"/>
          <c:max val="16"/>
          <c:min val="0"/>
        </c:scaling>
        <c:delete val="0"/>
        <c:axPos val="l"/>
        <c:numFmt formatCode="#,##0" sourceLinked="0"/>
        <c:majorTickMark val="out"/>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837087"/>
        <c:crosses val="autoZero"/>
        <c:crossBetween val="between"/>
        <c:majorUnit val="4"/>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IBM Plex Sans" panose="020B0503050203000203" pitchFamily="34" charset="0"/>
        </a:defRPr>
      </a:pPr>
      <a:endParaRPr lang="en-US"/>
    </a:p>
  </c:txPr>
  <c:externalData r:id="rId3">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Monthly Search (Mil)</c:v>
                </c:pt>
              </c:strCache>
            </c:strRef>
          </c:tx>
          <c:spPr>
            <a:ln w="28575" cap="rnd">
              <a:solidFill>
                <a:srgbClr val="7FD7A7"/>
              </a:solidFill>
              <a:round/>
            </a:ln>
            <a:effectLst/>
          </c:spPr>
          <c:marker>
            <c:symbol val="circle"/>
            <c:size val="5"/>
            <c:spPr>
              <a:solidFill>
                <a:srgbClr val="7FD7A7"/>
              </a:solidFill>
              <a:ln w="9525">
                <a:solidFill>
                  <a:srgbClr val="7FD7A7"/>
                </a:solidFill>
              </a:ln>
              <a:effectLst/>
            </c:spPr>
          </c:marker>
          <c:dPt>
            <c:idx val="3"/>
            <c:marker>
              <c:symbol val="circle"/>
              <c:size val="5"/>
              <c:spPr>
                <a:solidFill>
                  <a:srgbClr val="7FD7A7"/>
                </a:solidFill>
                <a:ln w="9525">
                  <a:solidFill>
                    <a:srgbClr val="7FD7A7"/>
                  </a:solidFill>
                </a:ln>
                <a:effectLst/>
              </c:spPr>
            </c:marker>
            <c:bubble3D val="0"/>
            <c:spPr>
              <a:ln w="28575" cap="rnd">
                <a:solidFill>
                  <a:srgbClr val="7FD7A7"/>
                </a:solidFill>
                <a:round/>
              </a:ln>
              <a:effectLst/>
            </c:spPr>
            <c:extLst>
              <c:ext xmlns:c16="http://schemas.microsoft.com/office/drawing/2014/chart" uri="{C3380CC4-5D6E-409C-BE32-E72D297353CC}">
                <c16:uniqueId val="{00000001-E342-465A-8915-2629E2EE8DDB}"/>
              </c:ext>
            </c:extLst>
          </c:dPt>
          <c:dPt>
            <c:idx val="4"/>
            <c:marker>
              <c:symbol val="circle"/>
              <c:size val="5"/>
              <c:spPr>
                <a:solidFill>
                  <a:srgbClr val="7FD7A7"/>
                </a:solidFill>
                <a:ln w="9525">
                  <a:solidFill>
                    <a:srgbClr val="7FD7A7"/>
                  </a:solidFill>
                </a:ln>
                <a:effectLst/>
              </c:spPr>
            </c:marker>
            <c:bubble3D val="0"/>
            <c:spPr>
              <a:ln w="28575" cap="rnd">
                <a:solidFill>
                  <a:srgbClr val="7FD7A7"/>
                </a:solidFill>
                <a:round/>
              </a:ln>
              <a:effectLst/>
            </c:spPr>
            <c:extLst>
              <c:ext xmlns:c16="http://schemas.microsoft.com/office/drawing/2014/chart" uri="{C3380CC4-5D6E-409C-BE32-E72D297353CC}">
                <c16:uniqueId val="{00000003-E342-465A-8915-2629E2EE8DDB}"/>
              </c:ext>
            </c:extLst>
          </c:dPt>
          <c:dPt>
            <c:idx val="5"/>
            <c:marker>
              <c:symbol val="circle"/>
              <c:size val="5"/>
              <c:spPr>
                <a:solidFill>
                  <a:srgbClr val="7FD7A7"/>
                </a:solidFill>
                <a:ln w="9525">
                  <a:solidFill>
                    <a:srgbClr val="7FD7A7"/>
                  </a:solidFill>
                </a:ln>
                <a:effectLst/>
              </c:spPr>
            </c:marker>
            <c:bubble3D val="0"/>
            <c:spPr>
              <a:ln w="28575" cap="rnd">
                <a:solidFill>
                  <a:srgbClr val="7FD7A7"/>
                </a:solidFill>
                <a:round/>
              </a:ln>
              <a:effectLst/>
            </c:spPr>
            <c:extLst>
              <c:ext xmlns:c16="http://schemas.microsoft.com/office/drawing/2014/chart" uri="{C3380CC4-5D6E-409C-BE32-E72D297353CC}">
                <c16:uniqueId val="{00000005-E342-465A-8915-2629E2EE8DDB}"/>
              </c:ext>
            </c:extLst>
          </c:dPt>
          <c:dPt>
            <c:idx val="6"/>
            <c:marker>
              <c:symbol val="circle"/>
              <c:size val="5"/>
              <c:spPr>
                <a:solidFill>
                  <a:srgbClr val="7FD7A7"/>
                </a:solidFill>
                <a:ln w="9525">
                  <a:solidFill>
                    <a:srgbClr val="7FD7A7"/>
                  </a:solidFill>
                </a:ln>
                <a:effectLst/>
              </c:spPr>
            </c:marker>
            <c:bubble3D val="0"/>
            <c:spPr>
              <a:ln w="28575" cap="rnd">
                <a:solidFill>
                  <a:srgbClr val="7FD7A7"/>
                </a:solidFill>
                <a:round/>
              </a:ln>
              <a:effectLst/>
            </c:spPr>
            <c:extLst>
              <c:ext xmlns:c16="http://schemas.microsoft.com/office/drawing/2014/chart" uri="{C3380CC4-5D6E-409C-BE32-E72D297353CC}">
                <c16:uniqueId val="{00000007-E342-465A-8915-2629E2EE8DDB}"/>
              </c:ext>
            </c:extLst>
          </c:dPt>
          <c:dPt>
            <c:idx val="7"/>
            <c:marker>
              <c:symbol val="circle"/>
              <c:size val="5"/>
              <c:spPr>
                <a:solidFill>
                  <a:srgbClr val="7FD7A7"/>
                </a:solidFill>
                <a:ln w="9525">
                  <a:solidFill>
                    <a:srgbClr val="7FD7A7"/>
                  </a:solidFill>
                </a:ln>
                <a:effectLst/>
              </c:spPr>
            </c:marker>
            <c:bubble3D val="0"/>
            <c:spPr>
              <a:ln w="28575" cap="rnd">
                <a:solidFill>
                  <a:srgbClr val="7FD7A7"/>
                </a:solidFill>
                <a:round/>
              </a:ln>
              <a:effectLst/>
            </c:spPr>
            <c:extLst>
              <c:ext xmlns:c16="http://schemas.microsoft.com/office/drawing/2014/chart" uri="{C3380CC4-5D6E-409C-BE32-E72D297353CC}">
                <c16:uniqueId val="{00000009-E342-465A-8915-2629E2EE8DDB}"/>
              </c:ext>
            </c:extLst>
          </c:dPt>
          <c:dLbls>
            <c:numFmt formatCode="#,##0" sourceLinked="0"/>
            <c:spPr>
              <a:noFill/>
              <a:ln>
                <a:noFill/>
              </a:ln>
              <a:effectLst/>
            </c:spPr>
            <c:txPr>
              <a:bodyPr rot="0" spcFirstLastPara="1" vertOverflow="ellipsis" vert="horz" wrap="square" anchor="ctr" anchorCtr="1"/>
              <a:lstStyle/>
              <a:p>
                <a:pPr>
                  <a:defRPr sz="1000" b="0" i="0" u="none" strike="noStrike" kern="1200" baseline="0">
                    <a:solidFill>
                      <a:schemeClr val="tx1">
                        <a:lumMod val="75000"/>
                        <a:lumOff val="25000"/>
                      </a:schemeClr>
                    </a:solidFill>
                    <a:latin typeface="IBM Plex Sans" panose="020B0503050203000203" pitchFamily="34" charset="0"/>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Sheet1!$A$2:$A$10</c:f>
              <c:numCache>
                <c:formatCode>mmm\-yy</c:formatCode>
                <c:ptCount val="9"/>
                <c:pt idx="0">
                  <c:v>44378</c:v>
                </c:pt>
                <c:pt idx="1">
                  <c:v>44562</c:v>
                </c:pt>
                <c:pt idx="2">
                  <c:v>44743</c:v>
                </c:pt>
                <c:pt idx="3">
                  <c:v>44927</c:v>
                </c:pt>
                <c:pt idx="4">
                  <c:v>45108</c:v>
                </c:pt>
                <c:pt idx="5">
                  <c:v>45292</c:v>
                </c:pt>
                <c:pt idx="6">
                  <c:v>45474</c:v>
                </c:pt>
                <c:pt idx="7">
                  <c:v>45658</c:v>
                </c:pt>
                <c:pt idx="8">
                  <c:v>45839</c:v>
                </c:pt>
              </c:numCache>
            </c:numRef>
          </c:cat>
          <c:val>
            <c:numRef>
              <c:f>Sheet1!$B$2:$B$10</c:f>
              <c:numCache>
                <c:formatCode>_(* #,##0.0_);_(* \(#,##0.0\);_(* "-"??_);_(@_)</c:formatCode>
                <c:ptCount val="9"/>
                <c:pt idx="0">
                  <c:v>34.5</c:v>
                </c:pt>
                <c:pt idx="1">
                  <c:v>241.3</c:v>
                </c:pt>
                <c:pt idx="2">
                  <c:v>429.3</c:v>
                </c:pt>
                <c:pt idx="3">
                  <c:v>656.3</c:v>
                </c:pt>
                <c:pt idx="4">
                  <c:v>624</c:v>
                </c:pt>
                <c:pt idx="5">
                  <c:v>832.4</c:v>
                </c:pt>
                <c:pt idx="6">
                  <c:v>908.1</c:v>
                </c:pt>
                <c:pt idx="7">
                  <c:v>1290</c:v>
                </c:pt>
                <c:pt idx="8">
                  <c:v>1500</c:v>
                </c:pt>
              </c:numCache>
            </c:numRef>
          </c:val>
          <c:smooth val="0"/>
          <c:extLst>
            <c:ext xmlns:c16="http://schemas.microsoft.com/office/drawing/2014/chart" uri="{C3380CC4-5D6E-409C-BE32-E72D297353CC}">
              <c16:uniqueId val="{0000000A-E342-465A-8915-2629E2EE8DDB}"/>
            </c:ext>
          </c:extLst>
        </c:ser>
        <c:dLbls>
          <c:showLegendKey val="0"/>
          <c:showVal val="0"/>
          <c:showCatName val="0"/>
          <c:showSerName val="0"/>
          <c:showPercent val="0"/>
          <c:showBubbleSize val="0"/>
        </c:dLbls>
        <c:marker val="1"/>
        <c:smooth val="0"/>
        <c:axId val="837087"/>
        <c:axId val="839487"/>
      </c:lineChart>
      <c:catAx>
        <c:axId val="837087"/>
        <c:scaling>
          <c:orientation val="minMax"/>
        </c:scaling>
        <c:delete val="0"/>
        <c:axPos val="b"/>
        <c:numFmt formatCode="mmm\-yy" sourceLinked="1"/>
        <c:majorTickMark val="out"/>
        <c:minorTickMark val="none"/>
        <c:tickLblPos val="nextTo"/>
        <c:spPr>
          <a:noFill/>
          <a:ln w="9525" cap="flat" cmpd="sng" algn="ctr">
            <a:solidFill>
              <a:schemeClr val="tx1"/>
            </a:solidFill>
            <a:round/>
          </a:ln>
          <a:effectLst/>
        </c:spPr>
        <c:txPr>
          <a:bodyPr rot="0" spcFirstLastPara="1" vertOverflow="ellipsis" wrap="square" anchor="ctr" anchorCtr="1"/>
          <a:lstStyle/>
          <a:p>
            <a:pPr algn="ctr">
              <a:defRPr sz="1000" b="0" i="0" u="none" strike="noStrike" kern="1200" baseline="0">
                <a:solidFill>
                  <a:schemeClr val="tx1">
                    <a:lumMod val="65000"/>
                    <a:lumOff val="35000"/>
                  </a:schemeClr>
                </a:solidFill>
                <a:latin typeface="IBM Plex Sans" panose="020B0503050203000203" pitchFamily="34" charset="0"/>
                <a:ea typeface="+mn-ea"/>
                <a:cs typeface="+mn-cs"/>
              </a:defRPr>
            </a:pPr>
            <a:endParaRPr lang="en-US"/>
          </a:p>
        </c:txPr>
        <c:crossAx val="839487"/>
        <c:crosses val="autoZero"/>
        <c:auto val="0"/>
        <c:lblAlgn val="ctr"/>
        <c:lblOffset val="100"/>
        <c:noMultiLvlLbl val="1"/>
      </c:catAx>
      <c:valAx>
        <c:axId val="839487"/>
        <c:scaling>
          <c:orientation val="minMax"/>
          <c:max val="1600"/>
          <c:min val="0"/>
        </c:scaling>
        <c:delete val="1"/>
        <c:axPos val="l"/>
        <c:numFmt formatCode="#,##0" sourceLinked="0"/>
        <c:majorTickMark val="out"/>
        <c:minorTickMark val="none"/>
        <c:tickLblPos val="nextTo"/>
        <c:crossAx val="837087"/>
        <c:crosses val="autoZero"/>
        <c:crossBetween val="between"/>
        <c:majorUnit val="400"/>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IBM Plex Sans" panose="020B0503050203000203" pitchFamily="34" charset="0"/>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6644048286834983E-2"/>
          <c:y val="8.8532583423119843E-2"/>
          <c:w val="0.89011439867709585"/>
          <c:h val="0.76523706130715385"/>
        </c:manualLayout>
      </c:layout>
      <c:barChart>
        <c:barDir val="col"/>
        <c:grouping val="stacked"/>
        <c:varyColors val="0"/>
        <c:ser>
          <c:idx val="1"/>
          <c:order val="0"/>
          <c:tx>
            <c:strRef>
              <c:f>Sheet1!$B$1</c:f>
              <c:strCache>
                <c:ptCount val="1"/>
                <c:pt idx="0">
                  <c:v>Text</c:v>
                </c:pt>
              </c:strCache>
            </c:strRef>
          </c:tx>
          <c:spPr>
            <a:solidFill>
              <a:srgbClr val="7FD7A7"/>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IBM Plex Sans" panose="020B0503050203000203"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2021</c:v>
                </c:pt>
                <c:pt idx="1">
                  <c:v>2022</c:v>
                </c:pt>
                <c:pt idx="2">
                  <c:v>2023</c:v>
                </c:pt>
                <c:pt idx="3">
                  <c:v>2024</c:v>
                </c:pt>
                <c:pt idx="4">
                  <c:v>2025</c:v>
                </c:pt>
                <c:pt idx="5">
                  <c:v>2026 Est</c:v>
                </c:pt>
              </c:strCache>
            </c:strRef>
          </c:cat>
          <c:val>
            <c:numRef>
              <c:f>Sheet1!$B$2:$B$7</c:f>
              <c:numCache>
                <c:formatCode>#,##0.0</c:formatCode>
                <c:ptCount val="6"/>
                <c:pt idx="0">
                  <c:v>3300</c:v>
                </c:pt>
                <c:pt idx="1">
                  <c:v>3600</c:v>
                </c:pt>
                <c:pt idx="2">
                  <c:v>4000</c:v>
                </c:pt>
                <c:pt idx="3">
                  <c:v>4500</c:v>
                </c:pt>
                <c:pt idx="4">
                  <c:v>5000</c:v>
                </c:pt>
                <c:pt idx="5">
                  <c:v>5600</c:v>
                </c:pt>
              </c:numCache>
            </c:numRef>
          </c:val>
          <c:extLst>
            <c:ext xmlns:c16="http://schemas.microsoft.com/office/drawing/2014/chart" uri="{C3380CC4-5D6E-409C-BE32-E72D297353CC}">
              <c16:uniqueId val="{0000000F-61AF-4EF1-A249-D3964A4DD85E}"/>
            </c:ext>
          </c:extLst>
        </c:ser>
        <c:ser>
          <c:idx val="2"/>
          <c:order val="1"/>
          <c:tx>
            <c:strRef>
              <c:f>Sheet1!$C$1</c:f>
              <c:strCache>
                <c:ptCount val="1"/>
                <c:pt idx="0">
                  <c:v>Visual</c:v>
                </c:pt>
              </c:strCache>
            </c:strRef>
          </c:tx>
          <c:spPr>
            <a:solidFill>
              <a:srgbClr val="C197E1"/>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IBM Plex Sans" panose="020B0503050203000203" pitchFamily="34" charset="0"/>
                    <a:ea typeface="+mn-ea"/>
                    <a:cs typeface="+mn-cs"/>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2021</c:v>
                </c:pt>
                <c:pt idx="1">
                  <c:v>2022</c:v>
                </c:pt>
                <c:pt idx="2">
                  <c:v>2023</c:v>
                </c:pt>
                <c:pt idx="3">
                  <c:v>2024</c:v>
                </c:pt>
                <c:pt idx="4">
                  <c:v>2025</c:v>
                </c:pt>
                <c:pt idx="5">
                  <c:v>2026 Est</c:v>
                </c:pt>
              </c:strCache>
            </c:strRef>
          </c:cat>
          <c:val>
            <c:numRef>
              <c:f>Sheet1!$C$2:$C$7</c:f>
              <c:numCache>
                <c:formatCode>0.0</c:formatCode>
                <c:ptCount val="6"/>
                <c:pt idx="0">
                  <c:v>36</c:v>
                </c:pt>
                <c:pt idx="1">
                  <c:v>96</c:v>
                </c:pt>
                <c:pt idx="2">
                  <c:v>144</c:v>
                </c:pt>
                <c:pt idx="3">
                  <c:v>192</c:v>
                </c:pt>
                <c:pt idx="4">
                  <c:v>240</c:v>
                </c:pt>
                <c:pt idx="5">
                  <c:v>300</c:v>
                </c:pt>
              </c:numCache>
            </c:numRef>
          </c:val>
          <c:extLst>
            <c:ext xmlns:c16="http://schemas.microsoft.com/office/drawing/2014/chart" uri="{C3380CC4-5D6E-409C-BE32-E72D297353CC}">
              <c16:uniqueId val="{00000010-61AF-4EF1-A249-D3964A4DD85E}"/>
            </c:ext>
          </c:extLst>
        </c:ser>
        <c:dLbls>
          <c:showLegendKey val="0"/>
          <c:showVal val="0"/>
          <c:showCatName val="0"/>
          <c:showSerName val="0"/>
          <c:showPercent val="0"/>
          <c:showBubbleSize val="0"/>
        </c:dLbls>
        <c:gapWidth val="100"/>
        <c:overlap val="100"/>
        <c:axId val="786039392"/>
        <c:axId val="786054272"/>
      </c:barChart>
      <c:lineChart>
        <c:grouping val="standard"/>
        <c:varyColors val="0"/>
        <c:ser>
          <c:idx val="3"/>
          <c:order val="2"/>
          <c:tx>
            <c:strRef>
              <c:f>Sheet1!$D$1</c:f>
              <c:strCache>
                <c:ptCount val="1"/>
                <c:pt idx="0">
                  <c:v>%</c:v>
                </c:pt>
              </c:strCache>
            </c:strRef>
          </c:tx>
          <c:spPr>
            <a:ln w="28575" cap="rnd">
              <a:solidFill>
                <a:srgbClr val="C197E1"/>
              </a:solidFill>
              <a:round/>
            </a:ln>
            <a:effectLst/>
          </c:spPr>
          <c:marker>
            <c:symbol val="circle"/>
            <c:size val="5"/>
            <c:spPr>
              <a:solidFill>
                <a:srgbClr val="C197E1"/>
              </a:solidFill>
              <a:ln w="9525">
                <a:solidFill>
                  <a:srgbClr val="C197E1"/>
                </a:solidFill>
              </a:ln>
              <a:effectLst/>
            </c:spPr>
          </c:marker>
          <c:dLbls>
            <c:numFmt formatCode="0.0%"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IBM Plex Sans" panose="020B0503050203000203" pitchFamily="34" charset="0"/>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2021</c:v>
                </c:pt>
                <c:pt idx="1">
                  <c:v>2022</c:v>
                </c:pt>
                <c:pt idx="2">
                  <c:v>2023</c:v>
                </c:pt>
                <c:pt idx="3">
                  <c:v>2024</c:v>
                </c:pt>
                <c:pt idx="4">
                  <c:v>2025</c:v>
                </c:pt>
                <c:pt idx="5">
                  <c:v>2026 Est</c:v>
                </c:pt>
              </c:strCache>
            </c:strRef>
          </c:cat>
          <c:val>
            <c:numRef>
              <c:f>Sheet1!$D$2:$D$7</c:f>
              <c:numCache>
                <c:formatCode>0.0%</c:formatCode>
                <c:ptCount val="6"/>
                <c:pt idx="0">
                  <c:v>1.090909090909091E-2</c:v>
                </c:pt>
                <c:pt idx="1">
                  <c:v>2.6666666666666668E-2</c:v>
                </c:pt>
                <c:pt idx="2">
                  <c:v>3.5999999999999997E-2</c:v>
                </c:pt>
                <c:pt idx="3">
                  <c:v>4.2666666666666665E-2</c:v>
                </c:pt>
                <c:pt idx="4">
                  <c:v>4.8000000000000001E-2</c:v>
                </c:pt>
                <c:pt idx="5">
                  <c:v>5.3571428571428568E-2</c:v>
                </c:pt>
              </c:numCache>
            </c:numRef>
          </c:val>
          <c:smooth val="0"/>
          <c:extLst>
            <c:ext xmlns:c16="http://schemas.microsoft.com/office/drawing/2014/chart" uri="{C3380CC4-5D6E-409C-BE32-E72D297353CC}">
              <c16:uniqueId val="{00000011-61AF-4EF1-A249-D3964A4DD85E}"/>
            </c:ext>
          </c:extLst>
        </c:ser>
        <c:dLbls>
          <c:showLegendKey val="0"/>
          <c:showVal val="0"/>
          <c:showCatName val="0"/>
          <c:showSerName val="0"/>
          <c:showPercent val="0"/>
          <c:showBubbleSize val="0"/>
        </c:dLbls>
        <c:marker val="1"/>
        <c:smooth val="0"/>
        <c:axId val="841663599"/>
        <c:axId val="841671759"/>
      </c:lineChart>
      <c:catAx>
        <c:axId val="786039392"/>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IBM Plex Sans" panose="020B0503050203000203" pitchFamily="34" charset="0"/>
                <a:ea typeface="+mn-ea"/>
                <a:cs typeface="+mn-cs"/>
              </a:defRPr>
            </a:pPr>
            <a:endParaRPr lang="en-US"/>
          </a:p>
        </c:txPr>
        <c:crossAx val="786054272"/>
        <c:crosses val="autoZero"/>
        <c:auto val="1"/>
        <c:lblAlgn val="ctr"/>
        <c:lblOffset val="100"/>
        <c:noMultiLvlLbl val="0"/>
      </c:catAx>
      <c:valAx>
        <c:axId val="786054272"/>
        <c:scaling>
          <c:orientation val="minMax"/>
          <c:max val="8000"/>
        </c:scaling>
        <c:delete val="0"/>
        <c:axPos val="l"/>
        <c:numFmt formatCode="#,##0" sourceLinked="0"/>
        <c:majorTickMark val="out"/>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786039392"/>
        <c:crosses val="autoZero"/>
        <c:crossBetween val="between"/>
        <c:majorUnit val="1000"/>
      </c:valAx>
      <c:valAx>
        <c:axId val="841671759"/>
        <c:scaling>
          <c:orientation val="minMax"/>
          <c:max val="8.0000000000000016E-2"/>
          <c:min val="-0.12000000000000001"/>
        </c:scaling>
        <c:delete val="0"/>
        <c:axPos val="r"/>
        <c:numFmt formatCode="0%" sourceLinked="0"/>
        <c:majorTickMark val="out"/>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IBM Plex Sans" panose="020B0503050203000203" pitchFamily="34" charset="0"/>
                <a:ea typeface="+mn-ea"/>
                <a:cs typeface="+mn-cs"/>
              </a:defRPr>
            </a:pPr>
            <a:endParaRPr lang="en-US"/>
          </a:p>
        </c:txPr>
        <c:crossAx val="841663599"/>
        <c:crosses val="max"/>
        <c:crossBetween val="between"/>
        <c:majorUnit val="4.0000000000000008E-2"/>
      </c:valAx>
      <c:catAx>
        <c:axId val="841663599"/>
        <c:scaling>
          <c:orientation val="minMax"/>
        </c:scaling>
        <c:delete val="1"/>
        <c:axPos val="b"/>
        <c:numFmt formatCode="General" sourceLinked="1"/>
        <c:majorTickMark val="out"/>
        <c:minorTickMark val="none"/>
        <c:tickLblPos val="nextTo"/>
        <c:crossAx val="841671759"/>
        <c:crosses val="autoZero"/>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latin typeface="IBM Plex Sans" panose="020B0503050203000203" pitchFamily="34" charset="0"/>
        </a:defRPr>
      </a:pPr>
      <a:endParaRPr lang="en-US"/>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 dir="row">Sheet1!$B$1:$E$1</cx:f>
        <cx:lvl ptCount="4">
          <cx:pt idx="0">Initial CTR</cx:pt>
          <cx:pt idx="1">Zero-Click Searches Impact</cx:pt>
          <cx:pt idx="2">Other factors</cx:pt>
          <cx:pt idx="3">Final CTR</cx:pt>
        </cx:lvl>
      </cx:strDim>
      <cx:numDim type="val">
        <cx:f dir="row">Sheet1!$B$2:$E$2</cx:f>
        <cx:lvl ptCount="4" formatCode="0.00&quot;%&quot;">
          <cx:pt idx="0">4.4000000000000004</cx:pt>
          <cx:pt idx="1">-0.12</cx:pt>
          <cx:pt idx="2">-0.20999999999999999</cx:pt>
          <cx:pt idx="3">4.0700000000000003</cx:pt>
        </cx:lvl>
      </cx:numDim>
    </cx:data>
  </cx:chartData>
  <cx:chart>
    <cx:plotArea>
      <cx:plotAreaRegion>
        <cx:series layoutId="waterfall" uniqueId="{A7F81102-9662-584E-AAD9-5837797DC84B}">
          <cx:tx>
            <cx:txData>
              <cx:f>Sheet1!$A$2</cx:f>
              <cx:v>Initial CTR</cx:v>
            </cx:txData>
          </cx:tx>
          <cx:spPr>
            <a:solidFill>
              <a:srgbClr val="C198E1"/>
            </a:solidFill>
          </cx:spPr>
          <cx:dataPt idx="1">
            <cx:spPr>
              <a:solidFill>
                <a:srgbClr val="F0EAF5"/>
              </a:solidFill>
            </cx:spPr>
          </cx:dataPt>
          <cx:dataPt idx="2">
            <cx:spPr>
              <a:solidFill>
                <a:srgbClr val="E2EFD8"/>
              </a:solidFill>
            </cx:spPr>
          </cx:dataPt>
          <cx:dataPt idx="3">
            <cx:spPr>
              <a:solidFill>
                <a:srgbClr val="9BD9AB"/>
              </a:solidFill>
            </cx:spPr>
          </cx:dataPt>
          <cx:dataId val="0"/>
          <cx:layoutPr>
            <cx:subtotals>
              <cx:idx val="3"/>
            </cx:subtotals>
          </cx:layoutPr>
        </cx:series>
      </cx:plotAreaRegion>
      <cx:axis id="0">
        <cx:catScaling/>
        <cx:tickLabels/>
        <cx:txPr>
          <a:bodyPr vertOverflow="overflow" horzOverflow="overflow" wrap="square" lIns="0" tIns="0" rIns="0" bIns="0"/>
          <a:lstStyle/>
          <a:p>
            <a:pPr algn="ctr" rtl="0">
              <a:defRPr sz="1000" b="0" i="0">
                <a:solidFill>
                  <a:srgbClr val="000000"/>
                </a:solidFill>
                <a:latin typeface="IBM Plex Sans" panose="020B0503050203000203" pitchFamily="34" charset="0"/>
                <a:ea typeface="IBM Plex Sans" panose="020B0503050203000203" pitchFamily="34" charset="0"/>
                <a:cs typeface="IBM Plex Sans" panose="020B0503050203000203" pitchFamily="34" charset="0"/>
              </a:defRPr>
            </a:pPr>
            <a:endParaRPr lang="pt-US" b="0">
              <a:latin typeface="IBM Plex Sans" panose="020B0503050203000203" pitchFamily="34" charset="0"/>
            </a:endParaRPr>
          </a:p>
        </cx:txPr>
      </cx:axis>
      <cx:axis id="1">
        <cx:valScaling max="4.4000000000000004" min="3"/>
        <cx:title>
          <cx:tx>
            <cx:rich>
              <a:bodyPr spcFirstLastPara="1" vertOverflow="ellipsis" horzOverflow="overflow" wrap="square" lIns="0" tIns="0" rIns="0" bIns="0" anchor="ctr" anchorCtr="1"/>
              <a:lstStyle/>
              <a:p>
                <a:pPr algn="ctr" rtl="0">
                  <a:defRPr b="1">
                    <a:latin typeface="IBM Plex Sans" panose="020B0503050203000203" pitchFamily="34" charset="0"/>
                    <a:ea typeface="IBM Plex Sans" panose="020B0503050203000203" pitchFamily="34" charset="0"/>
                    <a:cs typeface="IBM Plex Sans" panose="020B0503050203000203" pitchFamily="34" charset="0"/>
                  </a:defRPr>
                </a:pPr>
                <a:r>
                  <a:rPr lang="pt-BR" b="1">
                    <a:latin typeface="IBM Plex Sans" panose="020B0503050203000203" pitchFamily="34" charset="0"/>
                  </a:rPr>
                  <a:t>Click-</a:t>
                </a:r>
                <a:r>
                  <a:rPr lang="pt-BR" b="1" err="1">
                    <a:latin typeface="IBM Plex Sans" panose="020B0503050203000203" pitchFamily="34" charset="0"/>
                  </a:rPr>
                  <a:t>Through</a:t>
                </a:r>
                <a:r>
                  <a:rPr lang="pt-BR" b="1">
                    <a:latin typeface="IBM Plex Sans" panose="020B0503050203000203" pitchFamily="34" charset="0"/>
                  </a:rPr>
                  <a:t> Rate (CTR, %)</a:t>
                </a:r>
                <a:endParaRPr lang="pt-BR" sz="1000" b="1" i="0" u="none" strike="noStrike" kern="1200" baseline="0">
                  <a:solidFill>
                    <a:srgbClr val="000000"/>
                  </a:solidFill>
                  <a:latin typeface="IBM Plex Sans" panose="020B0503050203000203" pitchFamily="34" charset="0"/>
                </a:endParaRPr>
              </a:p>
            </cx:rich>
          </cx:tx>
        </cx:title>
        <cx:tickLabels/>
        <cx:numFmt formatCode="0.0&quot;%&quot;" sourceLinked="0"/>
        <cx:txPr>
          <a:bodyPr vertOverflow="overflow" horzOverflow="overflow" wrap="square" lIns="0" tIns="0" rIns="0" bIns="0"/>
          <a:lstStyle/>
          <a:p>
            <a:pPr algn="ctr" rtl="0">
              <a:defRPr sz="1000" b="0" i="0">
                <a:solidFill>
                  <a:srgbClr val="000000"/>
                </a:solidFill>
                <a:latin typeface="IBM Plex Sans" panose="020B0503050203000203" pitchFamily="34" charset="0"/>
                <a:ea typeface="IBM Plex Sans" panose="020B0503050203000203" pitchFamily="34" charset="0"/>
                <a:cs typeface="IBM Plex Sans" panose="020B0503050203000203" pitchFamily="34" charset="0"/>
              </a:defRPr>
            </a:pPr>
            <a:endParaRPr lang="pt-US" b="0">
              <a:latin typeface="IBM Plex Sans" panose="020B0503050203000203" pitchFamily="34" charset="0"/>
            </a:endParaRPr>
          </a:p>
        </cx:txPr>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acrossLinear" id="2">
  <a:schemeClr val="accent1"/>
  <a:schemeClr val="accent2"/>
  <a:schemeClr val="accent3"/>
  <a:schemeClr val="accent4"/>
  <a:schemeClr val="accent5"/>
  <a:schemeClr val="accent6"/>
</cs:colorStyle>
</file>

<file path=ppt/charts/colors8.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0.87323</cdr:x>
      <cdr:y>0.19957</cdr:y>
    </cdr:from>
    <cdr:to>
      <cdr:x>1</cdr:x>
      <cdr:y>0.42499</cdr:y>
    </cdr:to>
    <cdr:sp macro="" textlink="">
      <cdr:nvSpPr>
        <cdr:cNvPr id="2" name="TextBox 1">
          <a:extLst xmlns:a="http://schemas.openxmlformats.org/drawingml/2006/main">
            <a:ext uri="{FF2B5EF4-FFF2-40B4-BE49-F238E27FC236}">
              <a16:creationId xmlns:a16="http://schemas.microsoft.com/office/drawing/2014/main" id="{D22DD156-1D9C-1B34-D67F-037A37BE840B}"/>
            </a:ext>
          </a:extLst>
        </cdr:cNvPr>
        <cdr:cNvSpPr txBox="1"/>
      </cdr:nvSpPr>
      <cdr:spPr>
        <a:xfrm xmlns:a="http://schemas.openxmlformats.org/drawingml/2006/main">
          <a:off x="7116435" y="355163"/>
          <a:ext cx="1033154" cy="401161"/>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US" sz="1100" b="1" kern="1200" dirty="0">
              <a:solidFill>
                <a:schemeClr val="tx1"/>
              </a:solidFill>
            </a:rPr>
            <a:t>Avg: 53.7%</a:t>
          </a:r>
        </a:p>
      </cdr:txBody>
    </cdr:sp>
  </cdr:relSizeAnchor>
</c:userShapes>
</file>

<file path=ppt/notesMasters/_rels/notesMaster1.xml.rels><?xml version="1.0" encoding="UTF-8"?><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txBox="1">
            <a:spLocks noGrp="1"/>
          </p:cNvSpPr>
          <p:nvPr>
            <p:ph type="hdr" idx="2"/>
          </p:nvPr>
        </p:nvSpPr>
        <p:spPr>
          <a:xfrm>
            <a:off x="0" y="0"/>
            <a:ext cx="3169920" cy="481727"/>
          </a:xfrm>
          <a:prstGeom prst="rect">
            <a:avLst/>
          </a:prstGeom>
          <a:noFill/>
          <a:ln>
            <a:noFill/>
          </a:ln>
        </p:spPr>
        <p:txBody>
          <a:bodyPr spcFirstLastPara="1" wrap="square" lIns="96650" tIns="48325" rIns="96650" bIns="48325" anchor="t" anchorCtr="0">
            <a:noAutofit/>
          </a:bodyPr>
          <a:lstStyle>
            <a:lvl1pPr marR="0" lvl="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IBM Plex Sans"/>
                <a:ea typeface="IBM Plex Sans"/>
                <a:cs typeface="IBM Plex Sans"/>
                <a:sym typeface="IBM Plex Sans"/>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4" name="Google Shape;4;n"/>
          <p:cNvSpPr txBox="1">
            <a:spLocks noGrp="1"/>
          </p:cNvSpPr>
          <p:nvPr>
            <p:ph type="dt" idx="10"/>
          </p:nvPr>
        </p:nvSpPr>
        <p:spPr>
          <a:xfrm>
            <a:off x="4143587" y="0"/>
            <a:ext cx="3169920" cy="481727"/>
          </a:xfrm>
          <a:prstGeom prst="rect">
            <a:avLst/>
          </a:prstGeom>
          <a:noFill/>
          <a:ln>
            <a:noFill/>
          </a:ln>
        </p:spPr>
        <p:txBody>
          <a:bodyPr spcFirstLastPara="1" wrap="square" lIns="96650" tIns="48325" rIns="96650" bIns="48325" anchor="t" anchorCtr="0">
            <a:noAutofit/>
          </a:bodyPr>
          <a:lstStyle>
            <a:lvl1pPr marR="0" lvl="0" algn="r"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IBM Plex Sans"/>
                <a:ea typeface="IBM Plex Sans"/>
                <a:cs typeface="IBM Plex Sans"/>
                <a:sym typeface="IBM Plex Sans"/>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5" name="Google Shape;5;n"/>
          <p:cNvSpPr>
            <a:spLocks noGrp="1" noRot="1" noChangeAspect="1"/>
          </p:cNvSpPr>
          <p:nvPr>
            <p:ph type="sldImg" idx="3"/>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 name="Google Shape;6;n"/>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lvl1pPr marL="457200" marR="0" lvl="0"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1pPr>
            <a:lvl2pPr marL="914400" marR="0" lvl="1"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L="1371600" marR="0" lvl="2"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L="1828800" marR="0" lvl="3"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L="2286000" marR="0" lvl="4"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L="2743200" marR="0" lvl="5"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L="3200400" marR="0" lvl="6"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L="3657600" marR="0" lvl="7"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L="4114800" marR="0" lvl="8"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7" name="Google Shape;7;n"/>
          <p:cNvSpPr txBox="1">
            <a:spLocks noGrp="1"/>
          </p:cNvSpPr>
          <p:nvPr>
            <p:ph type="ftr" idx="11"/>
          </p:nvPr>
        </p:nvSpPr>
        <p:spPr>
          <a:xfrm>
            <a:off x="0" y="9119475"/>
            <a:ext cx="3169920" cy="481726"/>
          </a:xfrm>
          <a:prstGeom prst="rect">
            <a:avLst/>
          </a:prstGeom>
          <a:noFill/>
          <a:ln>
            <a:noFill/>
          </a:ln>
        </p:spPr>
        <p:txBody>
          <a:bodyPr spcFirstLastPara="1" wrap="square" lIns="96650" tIns="48325" rIns="96650" bIns="48325" anchor="b" anchorCtr="0">
            <a:noAutofit/>
          </a:bodyPr>
          <a:lstStyle>
            <a:lvl1pPr marR="0" lvl="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IBM Plex Sans"/>
                <a:ea typeface="IBM Plex Sans"/>
                <a:cs typeface="IBM Plex Sans"/>
                <a:sym typeface="IBM Plex Sans"/>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8" name="Google Shape;8;n"/>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None/>
            </a:pPr>
            <a:fld id="{00000000-1234-1234-1234-123412341234}" type="slidenum">
              <a:rPr lang="en-US" sz="1200" b="0" i="0" u="none" strike="noStrike" cap="none">
                <a:solidFill>
                  <a:schemeClr val="dk1"/>
                </a:solidFill>
                <a:latin typeface="IBM Plex Sans"/>
                <a:ea typeface="IBM Plex Sans"/>
                <a:cs typeface="IBM Plex Sans"/>
                <a:sym typeface="IBM Plex Sans"/>
              </a:rPr>
              <a:t>‹#›</a:t>
            </a:fld>
            <a:endParaRPr sz="1200" b="0" i="0" u="none" strike="noStrike" cap="none">
              <a:solidFill>
                <a:schemeClr val="dk1"/>
              </a:solidFill>
              <a:latin typeface="IBM Plex Sans"/>
              <a:ea typeface="IBM Plex Sans"/>
              <a:cs typeface="IBM Plex Sans"/>
              <a:sym typeface="IBM Plex Sans"/>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3"/>
        <p:cNvGrpSpPr/>
        <p:nvPr/>
      </p:nvGrpSpPr>
      <p:grpSpPr>
        <a:xfrm>
          <a:off x="0" y="0"/>
          <a:ext cx="0" cy="0"/>
          <a:chOff x="0" y="0"/>
          <a:chExt cx="0" cy="0"/>
        </a:xfrm>
      </p:grpSpPr>
      <p:sp>
        <p:nvSpPr>
          <p:cNvPr id="454" name="Google Shape;454;p2: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55" name="Google Shape;455;p2: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456" name="Google Shape;456;p2: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a:t>
            </a:fld>
            <a:endParaRPr sz="1200" b="0" i="0" u="none" strike="noStrike" cap="none">
              <a:solidFill>
                <a:schemeClr val="dk1"/>
              </a:solidFill>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
        <p:cNvGrpSpPr/>
        <p:nvPr/>
      </p:nvGrpSpPr>
      <p:grpSpPr>
        <a:xfrm>
          <a:off x="0" y="0"/>
          <a:ext cx="0" cy="0"/>
          <a:chOff x="0" y="0"/>
          <a:chExt cx="0" cy="0"/>
        </a:xfrm>
      </p:grpSpPr>
      <p:sp>
        <p:nvSpPr>
          <p:cNvPr id="483" name="Google Shape;483;p48: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484" name="Google Shape;484;p48: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485" name="Google Shape;485;p48: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2</a:t>
            </a:fld>
            <a:endParaRPr sz="1200" b="0" i="0" u="none" strike="noStrike" cap="none">
              <a:solidFill>
                <a:schemeClr val="dk1"/>
              </a:solidFill>
            </a:endParaRPr>
          </a:p>
        </p:txBody>
      </p:sp>
    </p:spTree>
    <p:extLst>
      <p:ext uri="{BB962C8B-B14F-4D97-AF65-F5344CB8AC3E}">
        <p14:creationId xmlns:p14="http://schemas.microsoft.com/office/powerpoint/2010/main" val="71846607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2"/>
        <p:cNvGrpSpPr/>
        <p:nvPr/>
      </p:nvGrpSpPr>
      <p:grpSpPr>
        <a:xfrm>
          <a:off x="0" y="0"/>
          <a:ext cx="0" cy="0"/>
          <a:chOff x="0" y="0"/>
          <a:chExt cx="0" cy="0"/>
        </a:xfrm>
      </p:grpSpPr>
      <p:sp>
        <p:nvSpPr>
          <p:cNvPr id="1493" name="Google Shape;1493;g3b23322d595_2_554: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1494" name="Google Shape;1494;g3b23322d595_2_554: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34950" algn="l" rtl="0">
              <a:lnSpc>
                <a:spcPct val="100000"/>
              </a:lnSpc>
              <a:spcBef>
                <a:spcPts val="0"/>
              </a:spcBef>
              <a:spcAft>
                <a:spcPts val="0"/>
              </a:spcAft>
              <a:buClr>
                <a:srgbClr val="000000"/>
              </a:buClr>
              <a:buSzPts val="1500"/>
              <a:buFont typeface="Calibri"/>
              <a:buChar char="-"/>
            </a:pPr>
            <a:r>
              <a:rPr lang="en-US" sz="1500"/>
              <a:t>Sources for all data points are available in the footnotes</a:t>
            </a:r>
            <a:endParaRPr sz="1500"/>
          </a:p>
          <a:p>
            <a:pPr marL="0" lvl="0" indent="-6350" algn="l" rtl="0">
              <a:lnSpc>
                <a:spcPct val="100000"/>
              </a:lnSpc>
              <a:spcBef>
                <a:spcPts val="0"/>
              </a:spcBef>
              <a:spcAft>
                <a:spcPts val="0"/>
              </a:spcAft>
              <a:buClr>
                <a:schemeClr val="dk1"/>
              </a:buClr>
              <a:buSzPts val="1300"/>
              <a:buFont typeface="Calibri"/>
              <a:buChar char="-"/>
            </a:pPr>
            <a:r>
              <a:rPr lang="en-US" sz="1500"/>
              <a:t>This slide illustrates how users have embraced specialized platforms while maintaining core search patterns. The data from 2020 to 2024 shows early signs of multi-platform behavior, with users leveraging both specialized and traditional search channels</a:t>
            </a:r>
            <a:endParaRPr sz="1500"/>
          </a:p>
          <a:p>
            <a:pPr marL="0" lvl="0" indent="-6350" algn="l" rtl="0">
              <a:lnSpc>
                <a:spcPct val="100000"/>
              </a:lnSpc>
              <a:spcBef>
                <a:spcPts val="0"/>
              </a:spcBef>
              <a:spcAft>
                <a:spcPts val="0"/>
              </a:spcAft>
              <a:buClr>
                <a:schemeClr val="dk1"/>
              </a:buClr>
              <a:buSzPts val="1300"/>
              <a:buFont typeface="Calibri"/>
              <a:buChar char="-"/>
            </a:pPr>
            <a:r>
              <a:rPr lang="en-US" sz="1500"/>
              <a:t>The platform landscape has diversified significantly with social media emerging as a major search channel, now capturing 37% of the market compared to just 8% in 2020</a:t>
            </a:r>
            <a:endParaRPr sz="1500"/>
          </a:p>
          <a:p>
            <a:pPr marL="0" lvl="0" indent="-6350" algn="l" rtl="0">
              <a:lnSpc>
                <a:spcPct val="100000"/>
              </a:lnSpc>
              <a:spcBef>
                <a:spcPts val="0"/>
              </a:spcBef>
              <a:spcAft>
                <a:spcPts val="0"/>
              </a:spcAft>
              <a:buClr>
                <a:schemeClr val="dk1"/>
              </a:buClr>
              <a:buSzPts val="1300"/>
              <a:buFont typeface="Calibri"/>
              <a:buChar char="-"/>
            </a:pPr>
            <a:r>
              <a:rPr lang="en-US" sz="1500"/>
              <a:t>Despite more options, traditional search engines at 42% and Amazon at 56% maintain core positions in user behavior. Individual social platforms have gained meaningful share, with YouTube at 13% and Facebook at 10%</a:t>
            </a:r>
            <a:endParaRPr sz="1500"/>
          </a:p>
          <a:p>
            <a:pPr marL="0" lvl="0" indent="-6350" algn="l" rtl="0">
              <a:lnSpc>
                <a:spcPct val="100000"/>
              </a:lnSpc>
              <a:spcBef>
                <a:spcPts val="0"/>
              </a:spcBef>
              <a:spcAft>
                <a:spcPts val="0"/>
              </a:spcAft>
              <a:buClr>
                <a:schemeClr val="dk1"/>
              </a:buClr>
              <a:buSzPts val="1300"/>
              <a:buFont typeface="Calibri"/>
              <a:buChar char="-"/>
            </a:pPr>
            <a:r>
              <a:rPr lang="en-US" sz="1500"/>
              <a:t>This trend suggests users adopt multiple complementary platforms rather than switching entirely, which indicates AI could similarly expand total search activity rather than simply reduce traditional search</a:t>
            </a:r>
            <a:endParaRPr sz="1500"/>
          </a:p>
          <a:p>
            <a:pPr marL="0" lvl="0" indent="0" algn="l" rtl="0">
              <a:lnSpc>
                <a:spcPct val="100000"/>
              </a:lnSpc>
              <a:spcBef>
                <a:spcPts val="0"/>
              </a:spcBef>
              <a:spcAft>
                <a:spcPts val="0"/>
              </a:spcAft>
              <a:buClr>
                <a:schemeClr val="dk1"/>
              </a:buClr>
              <a:buSzPts val="1500"/>
              <a:buFont typeface="Arial"/>
              <a:buNone/>
            </a:pPr>
            <a:endParaRPr sz="1500"/>
          </a:p>
        </p:txBody>
      </p:sp>
      <p:sp>
        <p:nvSpPr>
          <p:cNvPr id="1495" name="Google Shape;1495;g3b23322d595_2_554: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3</a:t>
            </a:fld>
            <a:endParaRPr sz="1300" b="0" i="0" u="none" strike="noStrike" cap="none">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91674219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9"/>
        <p:cNvGrpSpPr/>
        <p:nvPr/>
      </p:nvGrpSpPr>
      <p:grpSpPr>
        <a:xfrm>
          <a:off x="0" y="0"/>
          <a:ext cx="0" cy="0"/>
          <a:chOff x="0" y="0"/>
          <a:chExt cx="0" cy="0"/>
        </a:xfrm>
      </p:grpSpPr>
      <p:sp>
        <p:nvSpPr>
          <p:cNvPr id="1200" name="Google Shape;1200;g3b23322d595_2_269: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1201" name="Google Shape;1201;g3b23322d595_2_269: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lnSpc>
                <a:spcPct val="100000"/>
              </a:lnSpc>
              <a:spcBef>
                <a:spcPts val="0"/>
              </a:spcBef>
              <a:spcAft>
                <a:spcPts val="0"/>
              </a:spcAft>
              <a:buClr>
                <a:schemeClr val="dk1"/>
              </a:buClr>
              <a:buSzPts val="1300"/>
              <a:buFont typeface="Calibri"/>
              <a:buNone/>
            </a:pPr>
            <a:r>
              <a:rPr lang="en-US" sz="1500"/>
              <a:t>We've established three key segments in the search ecosystem:</a:t>
            </a:r>
            <a:endParaRPr sz="1500"/>
          </a:p>
          <a:p>
            <a:pPr marL="0" lvl="0" indent="-6350" algn="l" rtl="0">
              <a:lnSpc>
                <a:spcPct val="100000"/>
              </a:lnSpc>
              <a:spcBef>
                <a:spcPts val="0"/>
              </a:spcBef>
              <a:spcAft>
                <a:spcPts val="0"/>
              </a:spcAft>
              <a:buClr>
                <a:schemeClr val="dk1"/>
              </a:buClr>
              <a:buSzPts val="1300"/>
              <a:buFont typeface="Calibri"/>
              <a:buChar char="-"/>
            </a:pPr>
            <a:r>
              <a:rPr lang="en-US" sz="1500"/>
              <a:t>Traditional search uses indexing and algorithms to rank results based on keywords and relevance. While this segment has seen a slight CAGR decline of 1.36% from 2022-2024, we believe traditional search will remain important despite some volume decline</a:t>
            </a:r>
            <a:endParaRPr sz="1500"/>
          </a:p>
          <a:p>
            <a:pPr marL="0" lvl="0" indent="-6350" algn="l" rtl="0">
              <a:lnSpc>
                <a:spcPct val="100000"/>
              </a:lnSpc>
              <a:spcBef>
                <a:spcPts val="0"/>
              </a:spcBef>
              <a:spcAft>
                <a:spcPts val="0"/>
              </a:spcAft>
              <a:buClr>
                <a:schemeClr val="dk1"/>
              </a:buClr>
              <a:buSzPts val="1300"/>
              <a:buFont typeface="Calibri"/>
              <a:buChar char="-"/>
            </a:pPr>
            <a:r>
              <a:rPr lang="en-US" sz="1500"/>
              <a:t>AI tools use large language models to answer queries directly. This segment is seeing explosive growth with a projected 42% CAGR through 2032. This is evidenced by ChatGPT's weekly active users more than doubling between November 2023 and August 2024</a:t>
            </a:r>
            <a:endParaRPr sz="1500"/>
          </a:p>
          <a:p>
            <a:pPr marL="0" lvl="0" indent="-6350" algn="l" rtl="0">
              <a:lnSpc>
                <a:spcPct val="100000"/>
              </a:lnSpc>
              <a:spcBef>
                <a:spcPts val="0"/>
              </a:spcBef>
              <a:spcAft>
                <a:spcPts val="0"/>
              </a:spcAft>
              <a:buClr>
                <a:schemeClr val="dk1"/>
              </a:buClr>
              <a:buSzPts val="1300"/>
              <a:buFont typeface="Calibri"/>
              <a:buChar char="-"/>
            </a:pPr>
            <a:r>
              <a:rPr lang="en-US" sz="1500"/>
              <a:t>AI-generated summaries integrate LLMs with traditional methods to enhance search results with direct answers. Currently, about 30% of searches include AI overviews</a:t>
            </a:r>
            <a:endParaRPr sz="1500"/>
          </a:p>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1202" name="Google Shape;1202;g3b23322d595_2_269: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4</a:t>
            </a:fld>
            <a:endParaRPr sz="1300" b="0" i="0" u="none" strike="noStrike" cap="none">
              <a:solidFill>
                <a:schemeClr val="dk1"/>
              </a:solidFill>
              <a:latin typeface="Calibri"/>
              <a:ea typeface="Calibri"/>
              <a:cs typeface="Calibri"/>
              <a:sym typeface="Calibri"/>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1">
          <a:extLst>
            <a:ext uri="{FF2B5EF4-FFF2-40B4-BE49-F238E27FC236}">
              <a16:creationId xmlns:a16="http://schemas.microsoft.com/office/drawing/2014/main" id="{742F8CE1-1CD3-1D32-55F2-1A41C30D24AB}"/>
            </a:ext>
          </a:extLst>
        </p:cNvPr>
        <p:cNvGrpSpPr/>
        <p:nvPr/>
      </p:nvGrpSpPr>
      <p:grpSpPr>
        <a:xfrm>
          <a:off x="0" y="0"/>
          <a:ext cx="0" cy="0"/>
          <a:chOff x="0" y="0"/>
          <a:chExt cx="0" cy="0"/>
        </a:xfrm>
      </p:grpSpPr>
      <p:sp>
        <p:nvSpPr>
          <p:cNvPr id="912" name="Google Shape;912;p64:notes">
            <a:extLst>
              <a:ext uri="{FF2B5EF4-FFF2-40B4-BE49-F238E27FC236}">
                <a16:creationId xmlns:a16="http://schemas.microsoft.com/office/drawing/2014/main" id="{75DCDAE9-6C67-9D67-FC68-F57CA4B42A76}"/>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13" name="Google Shape;913;p64:notes">
            <a:extLst>
              <a:ext uri="{FF2B5EF4-FFF2-40B4-BE49-F238E27FC236}">
                <a16:creationId xmlns:a16="http://schemas.microsoft.com/office/drawing/2014/main" id="{926E12E6-0D95-E998-9CE3-E5ADF4346CA4}"/>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914" name="Google Shape;914;p64:notes">
            <a:extLst>
              <a:ext uri="{FF2B5EF4-FFF2-40B4-BE49-F238E27FC236}">
                <a16:creationId xmlns:a16="http://schemas.microsoft.com/office/drawing/2014/main" id="{1E5B6EA7-68BC-A272-0A55-A8CD4671D970}"/>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5</a:t>
            </a:fld>
            <a:endParaRPr sz="1200" b="0" i="0" u="none" strike="noStrike" cap="none">
              <a:solidFill>
                <a:schemeClr val="dk1"/>
              </a:solidFill>
            </a:endParaRPr>
          </a:p>
        </p:txBody>
      </p:sp>
    </p:spTree>
    <p:extLst>
      <p:ext uri="{BB962C8B-B14F-4D97-AF65-F5344CB8AC3E}">
        <p14:creationId xmlns:p14="http://schemas.microsoft.com/office/powerpoint/2010/main" val="120985941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4">
          <a:extLst>
            <a:ext uri="{FF2B5EF4-FFF2-40B4-BE49-F238E27FC236}">
              <a16:creationId xmlns:a16="http://schemas.microsoft.com/office/drawing/2014/main" id="{C76C2460-5D37-0041-E186-C964B08BF490}"/>
            </a:ext>
          </a:extLst>
        </p:cNvPr>
        <p:cNvGrpSpPr/>
        <p:nvPr/>
      </p:nvGrpSpPr>
      <p:grpSpPr>
        <a:xfrm>
          <a:off x="0" y="0"/>
          <a:ext cx="0" cy="0"/>
          <a:chOff x="0" y="0"/>
          <a:chExt cx="0" cy="0"/>
        </a:xfrm>
      </p:grpSpPr>
      <p:sp>
        <p:nvSpPr>
          <p:cNvPr id="785" name="Google Shape;785;g3b2fcd73e63_0_171:notes">
            <a:extLst>
              <a:ext uri="{FF2B5EF4-FFF2-40B4-BE49-F238E27FC236}">
                <a16:creationId xmlns:a16="http://schemas.microsoft.com/office/drawing/2014/main" id="{7FD9DF98-CFF4-67A4-E314-AAD621B191A3}"/>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786" name="Google Shape;786;g3b2fcd73e63_0_171:notes">
            <a:extLst>
              <a:ext uri="{FF2B5EF4-FFF2-40B4-BE49-F238E27FC236}">
                <a16:creationId xmlns:a16="http://schemas.microsoft.com/office/drawing/2014/main" id="{2B82AB43-B337-B769-FF76-59365E24A955}"/>
              </a:ext>
            </a:extLst>
          </p:cNvPr>
          <p:cNvSpPr txBox="1">
            <a:spLocks noGrp="1"/>
          </p:cNvSpPr>
          <p:nvPr>
            <p:ph type="body" idx="1"/>
          </p:nvPr>
        </p:nvSpPr>
        <p:spPr>
          <a:xfrm>
            <a:off x="731520" y="4620577"/>
            <a:ext cx="5852100" cy="3780600"/>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787" name="Google Shape;787;g3b2fcd73e63_0_171:notes">
            <a:extLst>
              <a:ext uri="{FF2B5EF4-FFF2-40B4-BE49-F238E27FC236}">
                <a16:creationId xmlns:a16="http://schemas.microsoft.com/office/drawing/2014/main" id="{0F7A5FBC-EF15-C805-25C6-A8DFC820D170}"/>
              </a:ext>
            </a:extLst>
          </p:cNvPr>
          <p:cNvSpPr txBox="1">
            <a:spLocks noGrp="1"/>
          </p:cNvSpPr>
          <p:nvPr>
            <p:ph type="sldNum" idx="12"/>
          </p:nvPr>
        </p:nvSpPr>
        <p:spPr>
          <a:xfrm>
            <a:off x="4143587" y="9119475"/>
            <a:ext cx="3169800" cy="481800"/>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6</a:t>
            </a:fld>
            <a:endParaRPr sz="1200" b="0" i="0" u="none" strike="noStrike" cap="none">
              <a:solidFill>
                <a:schemeClr val="dk1"/>
              </a:solidFill>
            </a:endParaRPr>
          </a:p>
        </p:txBody>
      </p:sp>
    </p:spTree>
    <p:extLst>
      <p:ext uri="{BB962C8B-B14F-4D97-AF65-F5344CB8AC3E}">
        <p14:creationId xmlns:p14="http://schemas.microsoft.com/office/powerpoint/2010/main" val="161325132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8">
          <a:extLst>
            <a:ext uri="{FF2B5EF4-FFF2-40B4-BE49-F238E27FC236}">
              <a16:creationId xmlns:a16="http://schemas.microsoft.com/office/drawing/2014/main" id="{DBC2C5A5-920F-D883-254D-EB29EAA8D491}"/>
            </a:ext>
          </a:extLst>
        </p:cNvPr>
        <p:cNvGrpSpPr/>
        <p:nvPr/>
      </p:nvGrpSpPr>
      <p:grpSpPr>
        <a:xfrm>
          <a:off x="0" y="0"/>
          <a:ext cx="0" cy="0"/>
          <a:chOff x="0" y="0"/>
          <a:chExt cx="0" cy="0"/>
        </a:xfrm>
      </p:grpSpPr>
      <p:sp>
        <p:nvSpPr>
          <p:cNvPr id="859" name="Google Shape;859;p62:notes">
            <a:extLst>
              <a:ext uri="{FF2B5EF4-FFF2-40B4-BE49-F238E27FC236}">
                <a16:creationId xmlns:a16="http://schemas.microsoft.com/office/drawing/2014/main" id="{473AEDA7-11B3-C568-A488-CEB2DE7F735B}"/>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860" name="Google Shape;860;p62:notes">
            <a:extLst>
              <a:ext uri="{FF2B5EF4-FFF2-40B4-BE49-F238E27FC236}">
                <a16:creationId xmlns:a16="http://schemas.microsoft.com/office/drawing/2014/main" id="{67A26A0D-4C2F-FD93-1357-7C2828C04113}"/>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861" name="Google Shape;861;p62:notes">
            <a:extLst>
              <a:ext uri="{FF2B5EF4-FFF2-40B4-BE49-F238E27FC236}">
                <a16:creationId xmlns:a16="http://schemas.microsoft.com/office/drawing/2014/main" id="{1FE9CFC7-1ED2-C737-60C0-AF6BAE1C6CB5}"/>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7</a:t>
            </a:fld>
            <a:endParaRPr sz="1200" b="0" i="0" u="none" strike="noStrike" cap="none">
              <a:solidFill>
                <a:schemeClr val="dk1"/>
              </a:solidFill>
            </a:endParaRPr>
          </a:p>
        </p:txBody>
      </p:sp>
    </p:spTree>
    <p:extLst>
      <p:ext uri="{BB962C8B-B14F-4D97-AF65-F5344CB8AC3E}">
        <p14:creationId xmlns:p14="http://schemas.microsoft.com/office/powerpoint/2010/main" val="100217739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4"/>
        <p:cNvGrpSpPr/>
        <p:nvPr/>
      </p:nvGrpSpPr>
      <p:grpSpPr>
        <a:xfrm>
          <a:off x="0" y="0"/>
          <a:ext cx="0" cy="0"/>
          <a:chOff x="0" y="0"/>
          <a:chExt cx="0" cy="0"/>
        </a:xfrm>
      </p:grpSpPr>
      <p:sp>
        <p:nvSpPr>
          <p:cNvPr id="825" name="Google Shape;825;p60: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826" name="Google Shape;826;p60: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827" name="Google Shape;827;p60: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8</a:t>
            </a:fld>
            <a:endParaRPr sz="1200" b="0" i="0" u="none" strike="noStrike" cap="none">
              <a:solidFill>
                <a:schemeClr val="dk1"/>
              </a:solidFill>
            </a:endParaRPr>
          </a:p>
        </p:txBody>
      </p:sp>
    </p:spTree>
    <p:extLst>
      <p:ext uri="{BB962C8B-B14F-4D97-AF65-F5344CB8AC3E}">
        <p14:creationId xmlns:p14="http://schemas.microsoft.com/office/powerpoint/2010/main" val="325257446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3">
          <a:extLst>
            <a:ext uri="{FF2B5EF4-FFF2-40B4-BE49-F238E27FC236}">
              <a16:creationId xmlns:a16="http://schemas.microsoft.com/office/drawing/2014/main" id="{F67105DF-4AE8-48E1-0863-8B742572D6D3}"/>
            </a:ext>
          </a:extLst>
        </p:cNvPr>
        <p:cNvGrpSpPr/>
        <p:nvPr/>
      </p:nvGrpSpPr>
      <p:grpSpPr>
        <a:xfrm>
          <a:off x="0" y="0"/>
          <a:ext cx="0" cy="0"/>
          <a:chOff x="0" y="0"/>
          <a:chExt cx="0" cy="0"/>
        </a:xfrm>
      </p:grpSpPr>
      <p:sp>
        <p:nvSpPr>
          <p:cNvPr id="494" name="Google Shape;494;g3b30dcd6380_2_0:notes">
            <a:extLst>
              <a:ext uri="{FF2B5EF4-FFF2-40B4-BE49-F238E27FC236}">
                <a16:creationId xmlns:a16="http://schemas.microsoft.com/office/drawing/2014/main" id="{0666831C-B5B2-5805-83F3-88DBE3390CB2}"/>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495" name="Google Shape;495;g3b30dcd6380_2_0:notes">
            <a:extLst>
              <a:ext uri="{FF2B5EF4-FFF2-40B4-BE49-F238E27FC236}">
                <a16:creationId xmlns:a16="http://schemas.microsoft.com/office/drawing/2014/main" id="{A182B6D9-EC63-63EA-4D33-C5980697717E}"/>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algn="l"/>
            <a:r>
              <a:rPr lang="en-US" sz="1800" b="1" dirty="0">
                <a:solidFill>
                  <a:sysClr val="windowText" lastClr="000000"/>
                </a:solidFill>
                <a:cs typeface="Arial"/>
              </a:rPr>
              <a:t>At 75% zero-click → CTR ≈ 25%</a:t>
            </a:r>
          </a:p>
          <a:p>
            <a:pPr algn="l"/>
            <a:r>
              <a:rPr lang="en-US" sz="1800" b="1" dirty="0">
                <a:solidFill>
                  <a:sysClr val="windowText" lastClr="000000"/>
                </a:solidFill>
                <a:cs typeface="Arial"/>
              </a:rPr>
              <a:t>At 83% zero-click → CTR ≈ 17%</a:t>
            </a:r>
          </a:p>
          <a:p>
            <a:pPr algn="l"/>
            <a:endParaRPr lang="en-US" sz="1800" b="1" dirty="0">
              <a:solidFill>
                <a:sysClr val="windowText" lastClr="000000"/>
              </a:solidFill>
              <a:cs typeface="Arial"/>
            </a:endParaRPr>
          </a:p>
          <a:p>
            <a:pPr algn="l"/>
            <a:r>
              <a:rPr lang="en-US" sz="1800" b="1" dirty="0">
                <a:solidFill>
                  <a:sysClr val="windowText" lastClr="000000"/>
                </a:solidFill>
                <a:cs typeface="Arial"/>
              </a:rPr>
              <a:t>That means:</a:t>
            </a:r>
          </a:p>
          <a:p>
            <a:pPr algn="l"/>
            <a:r>
              <a:rPr lang="en-US" sz="1800" b="1" dirty="0">
                <a:solidFill>
                  <a:sysClr val="windowText" lastClr="000000"/>
                </a:solidFill>
                <a:cs typeface="Arial"/>
              </a:rPr>
              <a:t>Absolute CTR change: 25% → 17% → −8 percentage points</a:t>
            </a:r>
          </a:p>
          <a:p>
            <a:pPr algn="l"/>
            <a:r>
              <a:rPr lang="en-US" sz="1800" b="1" dirty="0">
                <a:solidFill>
                  <a:sysClr val="windowText" lastClr="000000"/>
                </a:solidFill>
                <a:cs typeface="Arial"/>
              </a:rPr>
              <a:t>Relative CTR change: 17% is ~68% of 25%, so this reflects about a 32% relative decline in CTR</a:t>
            </a:r>
          </a:p>
          <a:p>
            <a:pPr algn="l"/>
            <a:r>
              <a:rPr lang="en-US" sz="1800" b="1" dirty="0">
                <a:solidFill>
                  <a:sysClr val="windowText" lastClr="000000"/>
                </a:solidFill>
                <a:cs typeface="Arial"/>
              </a:rPr>
              <a:t>(8 ÷ 25 ≈ 0.32)</a:t>
            </a:r>
          </a:p>
          <a:p>
            <a:pPr algn="l"/>
            <a:r>
              <a:rPr lang="en-US" sz="1800" b="1" dirty="0">
                <a:solidFill>
                  <a:sysClr val="windowText" lastClr="000000"/>
                </a:solidFill>
                <a:cs typeface="Arial"/>
              </a:rPr>
              <a:t>This matches what we are saying on this slide; however, our CTR slide does not include informational searches, so the CTR impact is much lower</a:t>
            </a:r>
          </a:p>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496" name="Google Shape;496;g3b30dcd6380_2_0:notes">
            <a:extLst>
              <a:ext uri="{FF2B5EF4-FFF2-40B4-BE49-F238E27FC236}">
                <a16:creationId xmlns:a16="http://schemas.microsoft.com/office/drawing/2014/main" id="{B42F87E1-D1B6-1D25-DCB8-D65D304F1CCE}"/>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9</a:t>
            </a:fld>
            <a:endParaRPr sz="1200" b="0" i="0" u="none" strike="noStrike" cap="none">
              <a:solidFill>
                <a:schemeClr val="dk1"/>
              </a:solidFill>
            </a:endParaRPr>
          </a:p>
        </p:txBody>
      </p:sp>
    </p:spTree>
    <p:extLst>
      <p:ext uri="{BB962C8B-B14F-4D97-AF65-F5344CB8AC3E}">
        <p14:creationId xmlns:p14="http://schemas.microsoft.com/office/powerpoint/2010/main" val="93854498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4"/>
        <p:cNvGrpSpPr/>
        <p:nvPr/>
      </p:nvGrpSpPr>
      <p:grpSpPr>
        <a:xfrm>
          <a:off x="0" y="0"/>
          <a:ext cx="0" cy="0"/>
          <a:chOff x="0" y="0"/>
          <a:chExt cx="0" cy="0"/>
        </a:xfrm>
      </p:grpSpPr>
      <p:sp>
        <p:nvSpPr>
          <p:cNvPr id="515" name="Google Shape;515;g3b30dcd6380_2_21: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516" name="Google Shape;516;g3b30dcd6380_2_21: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517" name="Google Shape;517;g3b30dcd6380_2_21: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10</a:t>
            </a:fld>
            <a:endParaRPr sz="1200" b="0" i="0" u="none" strike="noStrike" cap="none">
              <a:solidFill>
                <a:schemeClr val="dk1"/>
              </a:solidFill>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3"/>
        <p:cNvGrpSpPr/>
        <p:nvPr/>
      </p:nvGrpSpPr>
      <p:grpSpPr>
        <a:xfrm>
          <a:off x="0" y="0"/>
          <a:ext cx="0" cy="0"/>
          <a:chOff x="0" y="0"/>
          <a:chExt cx="0" cy="0"/>
        </a:xfrm>
      </p:grpSpPr>
      <p:sp>
        <p:nvSpPr>
          <p:cNvPr id="1304" name="Google Shape;1304;g3b23322d595_2_369: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305" name="Google Shape;1305;g3b23322d595_2_369: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lnSpc>
                <a:spcPct val="100000"/>
              </a:lnSpc>
              <a:spcBef>
                <a:spcPts val="0"/>
              </a:spcBef>
              <a:spcAft>
                <a:spcPts val="0"/>
              </a:spcAft>
              <a:buClr>
                <a:schemeClr val="dk1"/>
              </a:buClr>
              <a:buSzPts val="1500"/>
              <a:buFont typeface="Arial"/>
              <a:buNone/>
            </a:pPr>
            <a:endParaRPr sz="1500"/>
          </a:p>
        </p:txBody>
      </p:sp>
      <p:sp>
        <p:nvSpPr>
          <p:cNvPr id="1306" name="Google Shape;1306;g3b23322d595_2_369: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11</a:t>
            </a:fld>
            <a:endParaRPr sz="1300" b="0" i="0" u="none" strike="noStrike" cap="none">
              <a:solidFill>
                <a:schemeClr val="dk1"/>
              </a:solidFill>
              <a:latin typeface="Calibri"/>
              <a:ea typeface="Calibri"/>
              <a:cs typeface="Calibri"/>
              <a:sym typeface="Calibri"/>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3FB2C5-81BF-B00C-7CF3-7E870725F7E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E4F2C52-1830-BE77-4EC6-3316AEE7772F}"/>
              </a:ext>
            </a:extLst>
          </p:cNvPr>
          <p:cNvSpPr>
            <a:spLocks noGrp="1" noRot="1" noChangeAspect="1"/>
          </p:cNvSpPr>
          <p:nvPr>
            <p:ph type="sldImg"/>
          </p:nvPr>
        </p:nvSpPr>
        <p:spPr/>
        <p:txBody>
          <a:bodyPr/>
          <a:lstStyle/>
          <a:p>
            <a:endParaRPr lang="pt-US"/>
          </a:p>
        </p:txBody>
      </p:sp>
      <p:sp>
        <p:nvSpPr>
          <p:cNvPr id="3" name="Notes Placeholder 2">
            <a:extLst>
              <a:ext uri="{FF2B5EF4-FFF2-40B4-BE49-F238E27FC236}">
                <a16:creationId xmlns:a16="http://schemas.microsoft.com/office/drawing/2014/main" id="{D2B603A1-B7E5-D5D0-3FFF-DC8D1FF83E2F}"/>
              </a:ext>
            </a:extLst>
          </p:cNvPr>
          <p:cNvSpPr>
            <a:spLocks noGrp="1"/>
          </p:cNvSpPr>
          <p:nvPr>
            <p:ph type="body" idx="1"/>
          </p:nvPr>
        </p:nvSpPr>
        <p:spPr/>
        <p:txBody>
          <a:bodyPr/>
          <a:lstStyle/>
          <a:p>
            <a:endParaRPr lang="en-IN">
              <a:latin typeface="IBM Plex Sans" panose="020B0503050203000203" pitchFamily="34" charset="0"/>
              <a:sym typeface="IBM Plex Sans" panose="020B0503050203000203" pitchFamily="34" charset="0"/>
            </a:endParaRPr>
          </a:p>
        </p:txBody>
      </p:sp>
      <p:sp>
        <p:nvSpPr>
          <p:cNvPr id="4" name="Slide Number Placeholder 3">
            <a:extLst>
              <a:ext uri="{FF2B5EF4-FFF2-40B4-BE49-F238E27FC236}">
                <a16:creationId xmlns:a16="http://schemas.microsoft.com/office/drawing/2014/main" id="{009CB79A-394A-EDD4-04CF-67E290F29037}"/>
              </a:ext>
            </a:extLst>
          </p:cNvPr>
          <p:cNvSpPr>
            <a:spLocks noGrp="1"/>
          </p:cNvSpPr>
          <p:nvPr>
            <p:ph type="sldNum" idx="12"/>
          </p:nvPr>
        </p:nvSpPr>
        <p:spPr/>
        <p:txBody>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smtClean="0">
                <a:solidFill>
                  <a:schemeClr val="dk1"/>
                </a:solidFill>
                <a:ea typeface="Calibri"/>
                <a:cs typeface="Calibri"/>
              </a:rPr>
              <a:t>12</a:t>
            </a:fld>
            <a:endParaRPr lang="en-US" sz="1200" b="0" i="0" u="none" strike="noStrike" cap="none">
              <a:solidFill>
                <a:schemeClr val="dk1"/>
              </a:solidFill>
              <a:ea typeface="Calibri"/>
              <a:cs typeface="Calibri"/>
            </a:endParaRPr>
          </a:p>
        </p:txBody>
      </p:sp>
    </p:spTree>
    <p:extLst>
      <p:ext uri="{BB962C8B-B14F-4D97-AF65-F5344CB8AC3E}">
        <p14:creationId xmlns:p14="http://schemas.microsoft.com/office/powerpoint/2010/main" val="3727553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17153B-98FA-9951-648D-4ECC142F669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A88FF1-9DF6-DDE5-482A-93268872759C}"/>
              </a:ext>
            </a:extLst>
          </p:cNvPr>
          <p:cNvSpPr>
            <a:spLocks noGrp="1" noRot="1" noChangeAspect="1"/>
          </p:cNvSpPr>
          <p:nvPr>
            <p:ph type="sldImg"/>
          </p:nvPr>
        </p:nvSpPr>
        <p:spPr/>
        <p:txBody>
          <a:bodyPr/>
          <a:lstStyle/>
          <a:p>
            <a:endParaRPr lang="pt-US"/>
          </a:p>
        </p:txBody>
      </p:sp>
      <p:sp>
        <p:nvSpPr>
          <p:cNvPr id="3" name="Notes Placeholder 2">
            <a:extLst>
              <a:ext uri="{FF2B5EF4-FFF2-40B4-BE49-F238E27FC236}">
                <a16:creationId xmlns:a16="http://schemas.microsoft.com/office/drawing/2014/main" id="{0BC70033-CFF0-53B4-FD86-76E6C385448C}"/>
              </a:ext>
            </a:extLst>
          </p:cNvPr>
          <p:cNvSpPr>
            <a:spLocks noGrp="1"/>
          </p:cNvSpPr>
          <p:nvPr>
            <p:ph type="body" idx="1"/>
          </p:nvPr>
        </p:nvSpPr>
        <p:spPr/>
        <p:txBody>
          <a:bodyPr/>
          <a:lstStyle/>
          <a:p>
            <a:endParaRPr lang="en-IN">
              <a:latin typeface="IBM Plex Sans" panose="020B0503050203000203" pitchFamily="34" charset="0"/>
              <a:sym typeface="IBM Plex Sans" panose="020B0503050203000203" pitchFamily="34" charset="0"/>
            </a:endParaRPr>
          </a:p>
        </p:txBody>
      </p:sp>
      <p:sp>
        <p:nvSpPr>
          <p:cNvPr id="4" name="Slide Number Placeholder 3">
            <a:extLst>
              <a:ext uri="{FF2B5EF4-FFF2-40B4-BE49-F238E27FC236}">
                <a16:creationId xmlns:a16="http://schemas.microsoft.com/office/drawing/2014/main" id="{CEC4830F-E025-2E84-A4EA-49E419257066}"/>
              </a:ext>
            </a:extLst>
          </p:cNvPr>
          <p:cNvSpPr>
            <a:spLocks noGrp="1"/>
          </p:cNvSpPr>
          <p:nvPr>
            <p:ph type="sldNum" idx="12"/>
          </p:nvPr>
        </p:nvSpPr>
        <p:spPr/>
        <p:txBody>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smtClean="0">
                <a:solidFill>
                  <a:schemeClr val="dk1"/>
                </a:solidFill>
                <a:ea typeface="Calibri"/>
                <a:cs typeface="Calibri"/>
              </a:rPr>
              <a:t>13</a:t>
            </a:fld>
            <a:endParaRPr lang="en-US" sz="1200" b="0" i="0" u="none" strike="noStrike" cap="none">
              <a:solidFill>
                <a:schemeClr val="dk1"/>
              </a:solidFill>
              <a:ea typeface="Calibri"/>
              <a:cs typeface="Calibri"/>
            </a:endParaRPr>
          </a:p>
        </p:txBody>
      </p:sp>
    </p:spTree>
    <p:extLst>
      <p:ext uri="{BB962C8B-B14F-4D97-AF65-F5344CB8AC3E}">
        <p14:creationId xmlns:p14="http://schemas.microsoft.com/office/powerpoint/2010/main" val="179987023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A2CCEE-ED25-41CC-A414-99FE1268D0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27A62A-B11B-AB3E-640A-B5DC2D1F9636}"/>
              </a:ext>
            </a:extLst>
          </p:cNvPr>
          <p:cNvSpPr>
            <a:spLocks noGrp="1" noRot="1" noChangeAspect="1"/>
          </p:cNvSpPr>
          <p:nvPr>
            <p:ph type="sldImg"/>
          </p:nvPr>
        </p:nvSpPr>
        <p:spPr/>
        <p:txBody>
          <a:bodyPr/>
          <a:lstStyle/>
          <a:p>
            <a:endParaRPr lang="pt-US"/>
          </a:p>
        </p:txBody>
      </p:sp>
      <p:sp>
        <p:nvSpPr>
          <p:cNvPr id="3" name="Notes Placeholder 2">
            <a:extLst>
              <a:ext uri="{FF2B5EF4-FFF2-40B4-BE49-F238E27FC236}">
                <a16:creationId xmlns:a16="http://schemas.microsoft.com/office/drawing/2014/main" id="{38BC9D60-F737-D4C1-515A-3A754EBB2BA3}"/>
              </a:ext>
            </a:extLst>
          </p:cNvPr>
          <p:cNvSpPr>
            <a:spLocks noGrp="1"/>
          </p:cNvSpPr>
          <p:nvPr>
            <p:ph type="body" idx="1"/>
          </p:nvPr>
        </p:nvSpPr>
        <p:spPr/>
        <p:txBody>
          <a:bodyPr/>
          <a:lstStyle/>
          <a:p>
            <a:endParaRPr lang="en-IN">
              <a:latin typeface="IBM Plex Sans" panose="020B0503050203000203" pitchFamily="34" charset="0"/>
              <a:sym typeface="IBM Plex Sans" panose="020B0503050203000203" pitchFamily="34" charset="0"/>
            </a:endParaRPr>
          </a:p>
        </p:txBody>
      </p:sp>
      <p:sp>
        <p:nvSpPr>
          <p:cNvPr id="4" name="Slide Number Placeholder 3">
            <a:extLst>
              <a:ext uri="{FF2B5EF4-FFF2-40B4-BE49-F238E27FC236}">
                <a16:creationId xmlns:a16="http://schemas.microsoft.com/office/drawing/2014/main" id="{10A55121-FBDD-81EE-7452-D4C5080B0F3B}"/>
              </a:ext>
            </a:extLst>
          </p:cNvPr>
          <p:cNvSpPr>
            <a:spLocks noGrp="1"/>
          </p:cNvSpPr>
          <p:nvPr>
            <p:ph type="sldNum" idx="12"/>
          </p:nvPr>
        </p:nvSpPr>
        <p:spPr/>
        <p:txBody>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smtClean="0">
                <a:solidFill>
                  <a:schemeClr val="dk1"/>
                </a:solidFill>
                <a:ea typeface="Calibri"/>
                <a:cs typeface="Calibri"/>
              </a:rPr>
              <a:t>14</a:t>
            </a:fld>
            <a:endParaRPr lang="en-US" sz="1200" b="0" i="0" u="none" strike="noStrike" cap="none">
              <a:solidFill>
                <a:schemeClr val="dk1"/>
              </a:solidFill>
              <a:ea typeface="Calibri"/>
              <a:cs typeface="Calibri"/>
            </a:endParaRPr>
          </a:p>
        </p:txBody>
      </p:sp>
    </p:spTree>
    <p:extLst>
      <p:ext uri="{BB962C8B-B14F-4D97-AF65-F5344CB8AC3E}">
        <p14:creationId xmlns:p14="http://schemas.microsoft.com/office/powerpoint/2010/main" val="180220500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5"/>
        <p:cNvGrpSpPr/>
        <p:nvPr/>
      </p:nvGrpSpPr>
      <p:grpSpPr>
        <a:xfrm>
          <a:off x="0" y="0"/>
          <a:ext cx="0" cy="0"/>
          <a:chOff x="0" y="0"/>
          <a:chExt cx="0" cy="0"/>
        </a:xfrm>
      </p:grpSpPr>
      <p:sp>
        <p:nvSpPr>
          <p:cNvPr id="706" name="Google Shape;706;p54: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707" name="Google Shape;707;p54: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708" name="Google Shape;708;p54: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15</a:t>
            </a:fld>
            <a:endParaRPr sz="1200" b="0" i="0" u="none" strike="noStrike" cap="none">
              <a:solidFill>
                <a:schemeClr val="dk1"/>
              </a:solidFill>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1"/>
        <p:cNvGrpSpPr/>
        <p:nvPr/>
      </p:nvGrpSpPr>
      <p:grpSpPr>
        <a:xfrm>
          <a:off x="0" y="0"/>
          <a:ext cx="0" cy="0"/>
          <a:chOff x="0" y="0"/>
          <a:chExt cx="0" cy="0"/>
        </a:xfrm>
      </p:grpSpPr>
      <p:sp>
        <p:nvSpPr>
          <p:cNvPr id="742" name="Google Shape;742;p55: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43" name="Google Shape;743;p55: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r>
              <a:rPr lang="en-US">
                <a:latin typeface="IBM Plex Sans"/>
                <a:ea typeface="IBM Plex Sans"/>
                <a:cs typeface="IBM Plex Sans"/>
                <a:sym typeface="IBM Plex Sans"/>
              </a:rPr>
              <a:t>Revenue-generating searches come in two forms: transactional searches, which are used for products and services and generate 75% of search revenue while only representing 10% of volume; and navigational searches, which help users find specific websites and generate 15-20% of revenue</a:t>
            </a:r>
            <a:endParaRPr/>
          </a:p>
          <a:p>
            <a:pPr marL="457200" marR="0" lvl="0" indent="-228600" algn="l" rtl="0">
              <a:lnSpc>
                <a:spcPct val="100000"/>
              </a:lnSpc>
              <a:spcBef>
                <a:spcPts val="0"/>
              </a:spcBef>
              <a:spcAft>
                <a:spcPts val="0"/>
              </a:spcAft>
              <a:buClr>
                <a:srgbClr val="000000"/>
              </a:buClr>
              <a:buSzPts val="1400"/>
              <a:buFont typeface="Arial"/>
              <a:buNone/>
            </a:pPr>
            <a:r>
              <a:rPr lang="en-US">
                <a:latin typeface="IBM Plex Sans"/>
                <a:ea typeface="IBM Plex Sans"/>
                <a:cs typeface="IBM Plex Sans"/>
                <a:sym typeface="IBM Plex Sans"/>
              </a:rPr>
              <a:t>Non-revenue generating searches, primarily informational queries, make up 80% of all search volume but generate less than 5% of revenue</a:t>
            </a:r>
            <a:endParaRPr/>
          </a:p>
          <a:p>
            <a:pPr marL="457200" marR="0" lvl="0" indent="-228600" algn="l" rtl="0">
              <a:lnSpc>
                <a:spcPct val="100000"/>
              </a:lnSpc>
              <a:spcBef>
                <a:spcPts val="0"/>
              </a:spcBef>
              <a:spcAft>
                <a:spcPts val="0"/>
              </a:spcAft>
              <a:buClr>
                <a:srgbClr val="000000"/>
              </a:buClr>
              <a:buSzPts val="1400"/>
              <a:buFont typeface="Arial"/>
              <a:buNone/>
            </a:pPr>
            <a:r>
              <a:rPr lang="en-US">
                <a:latin typeface="IBM Plex Sans"/>
                <a:ea typeface="IBM Plex Sans"/>
                <a:cs typeface="IBM Plex Sans"/>
                <a:sym typeface="IBM Plex Sans"/>
              </a:rPr>
              <a:t>AI tools will have the highest impact on informational searches, as they excel at answering questions directly. The revenue impact will be moderate for transactional searches and low for navigational searches, which play to traditional search's strengths</a:t>
            </a:r>
            <a:endParaRPr/>
          </a:p>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744" name="Google Shape;744;p55: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16</a:t>
            </a:fld>
            <a:endParaRPr sz="1200" b="0" i="0" u="none" strike="noStrike" cap="none">
              <a:solidFill>
                <a:schemeClr val="dk1"/>
              </a:solidFill>
            </a:endParaRPr>
          </a:p>
        </p:txBody>
      </p:sp>
    </p:spTree>
    <p:extLst>
      <p:ext uri="{BB962C8B-B14F-4D97-AF65-F5344CB8AC3E}">
        <p14:creationId xmlns:p14="http://schemas.microsoft.com/office/powerpoint/2010/main" val="249279387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01B534-C7B1-73FB-14A7-3C2B63A5C47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77AF41A-B7EF-D8CD-346A-8E47BE144569}"/>
              </a:ext>
            </a:extLst>
          </p:cNvPr>
          <p:cNvSpPr>
            <a:spLocks noGrp="1" noRot="1" noChangeAspect="1"/>
          </p:cNvSpPr>
          <p:nvPr>
            <p:ph type="sldImg"/>
          </p:nvPr>
        </p:nvSpPr>
        <p:spPr/>
        <p:txBody>
          <a:bodyPr/>
          <a:lstStyle/>
          <a:p>
            <a:endParaRPr lang="pt-US"/>
          </a:p>
        </p:txBody>
      </p:sp>
      <p:sp>
        <p:nvSpPr>
          <p:cNvPr id="3" name="Notes Placeholder 2">
            <a:extLst>
              <a:ext uri="{FF2B5EF4-FFF2-40B4-BE49-F238E27FC236}">
                <a16:creationId xmlns:a16="http://schemas.microsoft.com/office/drawing/2014/main" id="{B80F586A-146F-6DE6-09E3-409E39D66718}"/>
              </a:ext>
            </a:extLst>
          </p:cNvPr>
          <p:cNvSpPr>
            <a:spLocks noGrp="1"/>
          </p:cNvSpPr>
          <p:nvPr>
            <p:ph type="body" idx="1"/>
          </p:nvPr>
        </p:nvSpPr>
        <p:spPr/>
        <p:txBody>
          <a:bodyPr/>
          <a:lstStyle/>
          <a:p>
            <a:endParaRPr lang="en-IN">
              <a:latin typeface="IBM Plex Sans" panose="020B0503050203000203" pitchFamily="34" charset="0"/>
              <a:sym typeface="IBM Plex Sans" panose="020B0503050203000203" pitchFamily="34" charset="0"/>
            </a:endParaRPr>
          </a:p>
        </p:txBody>
      </p:sp>
      <p:sp>
        <p:nvSpPr>
          <p:cNvPr id="4" name="Slide Number Placeholder 3">
            <a:extLst>
              <a:ext uri="{FF2B5EF4-FFF2-40B4-BE49-F238E27FC236}">
                <a16:creationId xmlns:a16="http://schemas.microsoft.com/office/drawing/2014/main" id="{9C65E027-9924-32A3-7196-0A003ADF20F2}"/>
              </a:ext>
            </a:extLst>
          </p:cNvPr>
          <p:cNvSpPr>
            <a:spLocks noGrp="1"/>
          </p:cNvSpPr>
          <p:nvPr>
            <p:ph type="sldNum" idx="12"/>
          </p:nvPr>
        </p:nvSpPr>
        <p:spPr/>
        <p:txBody>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smtClean="0">
                <a:solidFill>
                  <a:schemeClr val="dk1"/>
                </a:solidFill>
                <a:ea typeface="Calibri"/>
                <a:cs typeface="Calibri"/>
              </a:rPr>
              <a:t>17</a:t>
            </a:fld>
            <a:endParaRPr lang="en-US" sz="1200" b="0" i="0" u="none" strike="noStrike" cap="none">
              <a:solidFill>
                <a:schemeClr val="dk1"/>
              </a:solidFill>
              <a:ea typeface="Calibri"/>
              <a:cs typeface="Calibri"/>
            </a:endParaRPr>
          </a:p>
        </p:txBody>
      </p:sp>
    </p:spTree>
    <p:extLst>
      <p:ext uri="{BB962C8B-B14F-4D97-AF65-F5344CB8AC3E}">
        <p14:creationId xmlns:p14="http://schemas.microsoft.com/office/powerpoint/2010/main" val="38617417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72E8AA38-930F-41E4-E9DA-23737BE70899}"/>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AC0A612C-9781-F628-B628-01B91A8BCD67}"/>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DB639CDE-EB3B-1359-3D35-505FB2273C17}"/>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DD520AC4-D503-E1E0-0C8C-C0769288704B}"/>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18</a:t>
            </a:fld>
            <a:endParaRPr sz="1200" b="0" i="0" u="none" strike="noStrike" cap="none">
              <a:solidFill>
                <a:schemeClr val="dk1"/>
              </a:solidFill>
            </a:endParaRPr>
          </a:p>
        </p:txBody>
      </p:sp>
    </p:spTree>
    <p:extLst>
      <p:ext uri="{BB962C8B-B14F-4D97-AF65-F5344CB8AC3E}">
        <p14:creationId xmlns:p14="http://schemas.microsoft.com/office/powerpoint/2010/main" val="68112072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2">
          <a:extLst>
            <a:ext uri="{FF2B5EF4-FFF2-40B4-BE49-F238E27FC236}">
              <a16:creationId xmlns:a16="http://schemas.microsoft.com/office/drawing/2014/main" id="{5E7705B8-A3A9-1B84-1F62-64414FACFC83}"/>
            </a:ext>
          </a:extLst>
        </p:cNvPr>
        <p:cNvGrpSpPr/>
        <p:nvPr/>
      </p:nvGrpSpPr>
      <p:grpSpPr>
        <a:xfrm>
          <a:off x="0" y="0"/>
          <a:ext cx="0" cy="0"/>
          <a:chOff x="0" y="0"/>
          <a:chExt cx="0" cy="0"/>
        </a:xfrm>
      </p:grpSpPr>
      <p:sp>
        <p:nvSpPr>
          <p:cNvPr id="993" name="Google Shape;993;p68:notes">
            <a:extLst>
              <a:ext uri="{FF2B5EF4-FFF2-40B4-BE49-F238E27FC236}">
                <a16:creationId xmlns:a16="http://schemas.microsoft.com/office/drawing/2014/main" id="{F4385EFD-97AE-DEFD-7C4E-E6510385B423}"/>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94" name="Google Shape;994;p68:notes">
            <a:extLst>
              <a:ext uri="{FF2B5EF4-FFF2-40B4-BE49-F238E27FC236}">
                <a16:creationId xmlns:a16="http://schemas.microsoft.com/office/drawing/2014/main" id="{DAA9756A-70F5-1753-FB74-3441B202FFAA}"/>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995" name="Google Shape;995;p68:notes">
            <a:extLst>
              <a:ext uri="{FF2B5EF4-FFF2-40B4-BE49-F238E27FC236}">
                <a16:creationId xmlns:a16="http://schemas.microsoft.com/office/drawing/2014/main" id="{98D7ACD6-EB1A-845B-6728-93403CC119A6}"/>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19</a:t>
            </a:fld>
            <a:endParaRPr sz="1200" b="0" i="0" u="none" strike="noStrike" cap="none">
              <a:solidFill>
                <a:schemeClr val="dk1"/>
              </a:solidFill>
            </a:endParaRPr>
          </a:p>
        </p:txBody>
      </p:sp>
    </p:spTree>
    <p:extLst>
      <p:ext uri="{BB962C8B-B14F-4D97-AF65-F5344CB8AC3E}">
        <p14:creationId xmlns:p14="http://schemas.microsoft.com/office/powerpoint/2010/main" val="140930697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8">
          <a:extLst>
            <a:ext uri="{FF2B5EF4-FFF2-40B4-BE49-F238E27FC236}">
              <a16:creationId xmlns:a16="http://schemas.microsoft.com/office/drawing/2014/main" id="{3A648D5B-7345-B9BD-2B70-8C908555E855}"/>
            </a:ext>
          </a:extLst>
        </p:cNvPr>
        <p:cNvGrpSpPr/>
        <p:nvPr/>
      </p:nvGrpSpPr>
      <p:grpSpPr>
        <a:xfrm>
          <a:off x="0" y="0"/>
          <a:ext cx="0" cy="0"/>
          <a:chOff x="0" y="0"/>
          <a:chExt cx="0" cy="0"/>
        </a:xfrm>
      </p:grpSpPr>
      <p:sp>
        <p:nvSpPr>
          <p:cNvPr id="1059" name="Google Shape;1059;p70:notes">
            <a:extLst>
              <a:ext uri="{FF2B5EF4-FFF2-40B4-BE49-F238E27FC236}">
                <a16:creationId xmlns:a16="http://schemas.microsoft.com/office/drawing/2014/main" id="{5C03870F-2DFE-95F7-1234-3D7DED20892B}"/>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60" name="Google Shape;1060;p70:notes">
            <a:extLst>
              <a:ext uri="{FF2B5EF4-FFF2-40B4-BE49-F238E27FC236}">
                <a16:creationId xmlns:a16="http://schemas.microsoft.com/office/drawing/2014/main" id="{DAF570E7-47FD-1B4D-93EC-0876B829F703}"/>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1061" name="Google Shape;1061;p70:notes">
            <a:extLst>
              <a:ext uri="{FF2B5EF4-FFF2-40B4-BE49-F238E27FC236}">
                <a16:creationId xmlns:a16="http://schemas.microsoft.com/office/drawing/2014/main" id="{5E9D2F1F-C428-EE26-AD48-80E0ED1AF610}"/>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20</a:t>
            </a:fld>
            <a:endParaRPr sz="1200" b="0" i="0" u="none" strike="noStrike" cap="none">
              <a:solidFill>
                <a:schemeClr val="dk1"/>
              </a:solidFill>
            </a:endParaRPr>
          </a:p>
        </p:txBody>
      </p:sp>
    </p:spTree>
    <p:extLst>
      <p:ext uri="{BB962C8B-B14F-4D97-AF65-F5344CB8AC3E}">
        <p14:creationId xmlns:p14="http://schemas.microsoft.com/office/powerpoint/2010/main" val="157947406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0"/>
        <p:cNvGrpSpPr/>
        <p:nvPr/>
      </p:nvGrpSpPr>
      <p:grpSpPr>
        <a:xfrm>
          <a:off x="0" y="0"/>
          <a:ext cx="0" cy="0"/>
          <a:chOff x="0" y="0"/>
          <a:chExt cx="0" cy="0"/>
        </a:xfrm>
      </p:grpSpPr>
      <p:sp>
        <p:nvSpPr>
          <p:cNvPr id="1541" name="Google Shape;1541;g3b23322d595_2_600: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1542" name="Google Shape;1542;g3b23322d595_2_600: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6397907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
          <a:extLst>
            <a:ext uri="{FF2B5EF4-FFF2-40B4-BE49-F238E27FC236}">
              <a16:creationId xmlns:a16="http://schemas.microsoft.com/office/drawing/2014/main" id="{538D690C-2AFE-3699-1636-5FA4F159B0D2}"/>
            </a:ext>
          </a:extLst>
        </p:cNvPr>
        <p:cNvGrpSpPr/>
        <p:nvPr/>
      </p:nvGrpSpPr>
      <p:grpSpPr>
        <a:xfrm>
          <a:off x="0" y="0"/>
          <a:ext cx="0" cy="0"/>
          <a:chOff x="0" y="0"/>
          <a:chExt cx="0" cy="0"/>
        </a:xfrm>
      </p:grpSpPr>
      <p:sp>
        <p:nvSpPr>
          <p:cNvPr id="483" name="Google Shape;483;p48:notes">
            <a:extLst>
              <a:ext uri="{FF2B5EF4-FFF2-40B4-BE49-F238E27FC236}">
                <a16:creationId xmlns:a16="http://schemas.microsoft.com/office/drawing/2014/main" id="{063D8AA3-5D22-BEFF-CE32-FB0DB5F58EE2}"/>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84" name="Google Shape;484;p48:notes">
            <a:extLst>
              <a:ext uri="{FF2B5EF4-FFF2-40B4-BE49-F238E27FC236}">
                <a16:creationId xmlns:a16="http://schemas.microsoft.com/office/drawing/2014/main" id="{4795F592-979B-DCF9-714D-4E1501BE7E50}"/>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r>
              <a:rPr lang="en-US">
                <a:latin typeface="IBM Plex Sans"/>
                <a:ea typeface="IBM Plex Sans"/>
                <a:cs typeface="IBM Plex Sans"/>
                <a:sym typeface="IBM Plex Sans"/>
              </a:rPr>
              <a:t>They are seeing a decrease in searches and an increase in CTR</a:t>
            </a:r>
            <a:endParaRPr/>
          </a:p>
          <a:p>
            <a:pPr marL="457200" marR="0" lvl="0" indent="-228600" algn="l" rtl="0">
              <a:lnSpc>
                <a:spcPct val="100000"/>
              </a:lnSpc>
              <a:spcBef>
                <a:spcPts val="0"/>
              </a:spcBef>
              <a:spcAft>
                <a:spcPts val="0"/>
              </a:spcAft>
              <a:buClr>
                <a:srgbClr val="000000"/>
              </a:buClr>
              <a:buSzPts val="1400"/>
              <a:buFont typeface="Arial"/>
              <a:buNone/>
            </a:pPr>
            <a:r>
              <a:rPr lang="en-US">
                <a:latin typeface="IBM Plex Sans"/>
                <a:ea typeface="IBM Plex Sans"/>
                <a:cs typeface="IBM Plex Sans"/>
                <a:sym typeface="IBM Plex Sans"/>
              </a:rPr>
              <a:t>We are seeing more AI summaries in US desktop</a:t>
            </a:r>
            <a:endParaRPr/>
          </a:p>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485" name="Google Shape;485;p48:notes">
            <a:extLst>
              <a:ext uri="{FF2B5EF4-FFF2-40B4-BE49-F238E27FC236}">
                <a16:creationId xmlns:a16="http://schemas.microsoft.com/office/drawing/2014/main" id="{52366214-A85A-D1E7-BA87-15D681F035D7}"/>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22</a:t>
            </a:fld>
            <a:endParaRPr sz="1200" b="0" i="0" u="none" strike="noStrike" cap="none">
              <a:solidFill>
                <a:schemeClr val="dk1"/>
              </a:solidFill>
            </a:endParaRPr>
          </a:p>
        </p:txBody>
      </p:sp>
    </p:spTree>
    <p:extLst>
      <p:ext uri="{BB962C8B-B14F-4D97-AF65-F5344CB8AC3E}">
        <p14:creationId xmlns:p14="http://schemas.microsoft.com/office/powerpoint/2010/main" val="5342216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1"/>
        <p:cNvGrpSpPr/>
        <p:nvPr/>
      </p:nvGrpSpPr>
      <p:grpSpPr>
        <a:xfrm>
          <a:off x="0" y="0"/>
          <a:ext cx="0" cy="0"/>
          <a:chOff x="0" y="0"/>
          <a:chExt cx="0" cy="0"/>
        </a:xfrm>
      </p:grpSpPr>
      <p:sp>
        <p:nvSpPr>
          <p:cNvPr id="462" name="Google Shape;462;p46: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3" name="Google Shape;463;p46: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464" name="Google Shape;464;p46: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23</a:t>
            </a:fld>
            <a:endParaRPr sz="1200" b="0" i="0" u="none" strike="noStrike" cap="none">
              <a:solidFill>
                <a:schemeClr val="dk1"/>
              </a:solidFill>
            </a:endParaRPr>
          </a:p>
        </p:txBody>
      </p:sp>
    </p:spTree>
    <p:extLst>
      <p:ext uri="{BB962C8B-B14F-4D97-AF65-F5344CB8AC3E}">
        <p14:creationId xmlns:p14="http://schemas.microsoft.com/office/powerpoint/2010/main" val="307998677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8"/>
        <p:cNvGrpSpPr/>
        <p:nvPr/>
      </p:nvGrpSpPr>
      <p:grpSpPr>
        <a:xfrm>
          <a:off x="0" y="0"/>
          <a:ext cx="0" cy="0"/>
          <a:chOff x="0" y="0"/>
          <a:chExt cx="0" cy="0"/>
        </a:xfrm>
      </p:grpSpPr>
      <p:sp>
        <p:nvSpPr>
          <p:cNvPr id="1159" name="Google Shape;1159;g3b23322d595_2_231: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1160" name="Google Shape;1160;g3b23322d595_2_231: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9912852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1"/>
        <p:cNvGrpSpPr/>
        <p:nvPr/>
      </p:nvGrpSpPr>
      <p:grpSpPr>
        <a:xfrm>
          <a:off x="0" y="0"/>
          <a:ext cx="0" cy="0"/>
          <a:chOff x="0" y="0"/>
          <a:chExt cx="0" cy="0"/>
        </a:xfrm>
      </p:grpSpPr>
      <p:sp>
        <p:nvSpPr>
          <p:cNvPr id="752" name="Google Shape;752;p18:notes"/>
          <p:cNvSpPr txBox="1">
            <a:spLocks noGrp="1"/>
          </p:cNvSpPr>
          <p:nvPr>
            <p:ph type="body" idx="1"/>
          </p:nvPr>
        </p:nvSpPr>
        <p:spPr>
          <a:xfrm>
            <a:off x="731520" y="4620577"/>
            <a:ext cx="5852100" cy="3780600"/>
          </a:xfrm>
          <a:prstGeom prst="rect">
            <a:avLst/>
          </a:prstGeom>
          <a:noFill/>
          <a:ln>
            <a:noFill/>
          </a:ln>
        </p:spPr>
        <p:txBody>
          <a:bodyPr spcFirstLastPara="1" wrap="square" lIns="96650" tIns="48325" rIns="96650" bIns="48325" anchor="t" anchorCtr="0">
            <a:noAutofit/>
          </a:bodyPr>
          <a:lstStyle/>
          <a:p>
            <a:pPr marL="0" lvl="0" indent="0" algn="l" rtl="0">
              <a:lnSpc>
                <a:spcPct val="100000"/>
              </a:lnSpc>
              <a:spcBef>
                <a:spcPts val="0"/>
              </a:spcBef>
              <a:spcAft>
                <a:spcPts val="0"/>
              </a:spcAft>
              <a:buSzPts val="1400"/>
              <a:buNone/>
            </a:pPr>
            <a:endParaRPr/>
          </a:p>
        </p:txBody>
      </p:sp>
      <p:sp>
        <p:nvSpPr>
          <p:cNvPr id="753" name="Google Shape;753;p18: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5"/>
        <p:cNvGrpSpPr/>
        <p:nvPr/>
      </p:nvGrpSpPr>
      <p:grpSpPr>
        <a:xfrm>
          <a:off x="0" y="0"/>
          <a:ext cx="0" cy="0"/>
          <a:chOff x="0" y="0"/>
          <a:chExt cx="0" cy="0"/>
        </a:xfrm>
      </p:grpSpPr>
      <p:sp>
        <p:nvSpPr>
          <p:cNvPr id="1176" name="Google Shape;1176;g3b23322d595_2_246: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1177" name="Google Shape;1177;g3b23322d595_2_246: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98652733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8">
          <a:extLst>
            <a:ext uri="{FF2B5EF4-FFF2-40B4-BE49-F238E27FC236}">
              <a16:creationId xmlns:a16="http://schemas.microsoft.com/office/drawing/2014/main" id="{643E1AE0-C11C-1FD4-D10A-2ACFDC3888D3}"/>
            </a:ext>
          </a:extLst>
        </p:cNvPr>
        <p:cNvGrpSpPr/>
        <p:nvPr/>
      </p:nvGrpSpPr>
      <p:grpSpPr>
        <a:xfrm>
          <a:off x="0" y="0"/>
          <a:ext cx="0" cy="0"/>
          <a:chOff x="0" y="0"/>
          <a:chExt cx="0" cy="0"/>
        </a:xfrm>
      </p:grpSpPr>
      <p:sp>
        <p:nvSpPr>
          <p:cNvPr id="1059" name="Google Shape;1059;p70:notes">
            <a:extLst>
              <a:ext uri="{FF2B5EF4-FFF2-40B4-BE49-F238E27FC236}">
                <a16:creationId xmlns:a16="http://schemas.microsoft.com/office/drawing/2014/main" id="{614278F3-ACE4-CD6C-8C3F-3BC8D8FF2B6F}"/>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1060" name="Google Shape;1060;p70:notes">
            <a:extLst>
              <a:ext uri="{FF2B5EF4-FFF2-40B4-BE49-F238E27FC236}">
                <a16:creationId xmlns:a16="http://schemas.microsoft.com/office/drawing/2014/main" id="{45F16694-79B4-42B0-7716-ACEDAD5FAEF5}"/>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1061" name="Google Shape;1061;p70:notes">
            <a:extLst>
              <a:ext uri="{FF2B5EF4-FFF2-40B4-BE49-F238E27FC236}">
                <a16:creationId xmlns:a16="http://schemas.microsoft.com/office/drawing/2014/main" id="{0B279970-BDBC-CDCB-70DD-4505E015B6B4}"/>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27</a:t>
            </a:fld>
            <a:endParaRPr sz="1200" b="0" i="0" u="none" strike="noStrike" cap="none">
              <a:solidFill>
                <a:schemeClr val="dk1"/>
              </a:solidFill>
            </a:endParaRPr>
          </a:p>
        </p:txBody>
      </p:sp>
    </p:spTree>
    <p:extLst>
      <p:ext uri="{BB962C8B-B14F-4D97-AF65-F5344CB8AC3E}">
        <p14:creationId xmlns:p14="http://schemas.microsoft.com/office/powerpoint/2010/main" val="337180463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
          <a:extLst>
            <a:ext uri="{FF2B5EF4-FFF2-40B4-BE49-F238E27FC236}">
              <a16:creationId xmlns:a16="http://schemas.microsoft.com/office/drawing/2014/main" id="{EA36AFAB-6774-B8F8-59E4-FD2D6BC95A17}"/>
            </a:ext>
          </a:extLst>
        </p:cNvPr>
        <p:cNvGrpSpPr/>
        <p:nvPr/>
      </p:nvGrpSpPr>
      <p:grpSpPr>
        <a:xfrm>
          <a:off x="0" y="0"/>
          <a:ext cx="0" cy="0"/>
          <a:chOff x="0" y="0"/>
          <a:chExt cx="0" cy="0"/>
        </a:xfrm>
      </p:grpSpPr>
      <p:sp>
        <p:nvSpPr>
          <p:cNvPr id="483" name="Google Shape;483;p48:notes">
            <a:extLst>
              <a:ext uri="{FF2B5EF4-FFF2-40B4-BE49-F238E27FC236}">
                <a16:creationId xmlns:a16="http://schemas.microsoft.com/office/drawing/2014/main" id="{077380F7-8EE8-1399-4CE6-F275A803F31B}"/>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484" name="Google Shape;484;p48:notes">
            <a:extLst>
              <a:ext uri="{FF2B5EF4-FFF2-40B4-BE49-F238E27FC236}">
                <a16:creationId xmlns:a16="http://schemas.microsoft.com/office/drawing/2014/main" id="{C06FC1A4-1C8C-07C4-E315-ABC062770858}"/>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485" name="Google Shape;485;p48:notes">
            <a:extLst>
              <a:ext uri="{FF2B5EF4-FFF2-40B4-BE49-F238E27FC236}">
                <a16:creationId xmlns:a16="http://schemas.microsoft.com/office/drawing/2014/main" id="{45424558-48CF-4C84-4754-F2E0216C2577}"/>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28</a:t>
            </a:fld>
            <a:endParaRPr sz="1200" b="0" i="0" u="none" strike="noStrike" cap="none">
              <a:solidFill>
                <a:schemeClr val="dk1"/>
              </a:solidFill>
            </a:endParaRPr>
          </a:p>
        </p:txBody>
      </p:sp>
    </p:spTree>
    <p:extLst>
      <p:ext uri="{BB962C8B-B14F-4D97-AF65-F5344CB8AC3E}">
        <p14:creationId xmlns:p14="http://schemas.microsoft.com/office/powerpoint/2010/main" val="271043098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6"/>
        <p:cNvGrpSpPr/>
        <p:nvPr/>
      </p:nvGrpSpPr>
      <p:grpSpPr>
        <a:xfrm>
          <a:off x="0" y="0"/>
          <a:ext cx="0" cy="0"/>
          <a:chOff x="0" y="0"/>
          <a:chExt cx="0" cy="0"/>
        </a:xfrm>
      </p:grpSpPr>
      <p:sp>
        <p:nvSpPr>
          <p:cNvPr id="1167" name="Google Shape;1167;g3b23322d595_2_238: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1168" name="Google Shape;1168;g3b23322d595_2_238: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1"/>
        <p:cNvGrpSpPr/>
        <p:nvPr/>
      </p:nvGrpSpPr>
      <p:grpSpPr>
        <a:xfrm>
          <a:off x="0" y="0"/>
          <a:ext cx="0" cy="0"/>
          <a:chOff x="0" y="0"/>
          <a:chExt cx="0" cy="0"/>
        </a:xfrm>
      </p:grpSpPr>
      <p:sp>
        <p:nvSpPr>
          <p:cNvPr id="472" name="Google Shape;472;p47: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473" name="Google Shape;473;p47: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0" lvl="0" indent="0" algn="l" rtl="0">
              <a:lnSpc>
                <a:spcPct val="100000"/>
              </a:lnSpc>
              <a:spcBef>
                <a:spcPts val="0"/>
              </a:spcBef>
              <a:spcAft>
                <a:spcPts val="0"/>
              </a:spcAft>
              <a:buClr>
                <a:schemeClr val="dk1"/>
              </a:buClr>
              <a:buSzPts val="1200"/>
              <a:buFont typeface="Calibri"/>
              <a:buNone/>
            </a:pPr>
            <a:endParaRPr dirty="0"/>
          </a:p>
        </p:txBody>
      </p:sp>
      <p:sp>
        <p:nvSpPr>
          <p:cNvPr id="474" name="Google Shape;474;p47: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30</a:t>
            </a:fld>
            <a:endParaRPr sz="1200" b="0" i="0" u="none" strike="noStrike" cap="none">
              <a:solidFill>
                <a:schemeClr val="dk1"/>
              </a:solidFill>
            </a:endParaRPr>
          </a:p>
        </p:txBody>
      </p:sp>
    </p:spTree>
    <p:extLst>
      <p:ext uri="{BB962C8B-B14F-4D97-AF65-F5344CB8AC3E}">
        <p14:creationId xmlns:p14="http://schemas.microsoft.com/office/powerpoint/2010/main" val="269691827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4">
          <a:extLst>
            <a:ext uri="{FF2B5EF4-FFF2-40B4-BE49-F238E27FC236}">
              <a16:creationId xmlns:a16="http://schemas.microsoft.com/office/drawing/2014/main" id="{A149F131-412C-B596-637B-8DDEE344D39A}"/>
            </a:ext>
          </a:extLst>
        </p:cNvPr>
        <p:cNvGrpSpPr/>
        <p:nvPr/>
      </p:nvGrpSpPr>
      <p:grpSpPr>
        <a:xfrm>
          <a:off x="0" y="0"/>
          <a:ext cx="0" cy="0"/>
          <a:chOff x="0" y="0"/>
          <a:chExt cx="0" cy="0"/>
        </a:xfrm>
      </p:grpSpPr>
      <p:sp>
        <p:nvSpPr>
          <p:cNvPr id="785" name="Google Shape;785;g3b2fcd73e63_0_171:notes">
            <a:extLst>
              <a:ext uri="{FF2B5EF4-FFF2-40B4-BE49-F238E27FC236}">
                <a16:creationId xmlns:a16="http://schemas.microsoft.com/office/drawing/2014/main" id="{D1F4E41C-8909-CDD5-60C4-4526A5ABAB82}"/>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786" name="Google Shape;786;g3b2fcd73e63_0_171:notes">
            <a:extLst>
              <a:ext uri="{FF2B5EF4-FFF2-40B4-BE49-F238E27FC236}">
                <a16:creationId xmlns:a16="http://schemas.microsoft.com/office/drawing/2014/main" id="{0B010763-A34F-908F-2BE1-833C5C287F5F}"/>
              </a:ext>
            </a:extLst>
          </p:cNvPr>
          <p:cNvSpPr txBox="1">
            <a:spLocks noGrp="1"/>
          </p:cNvSpPr>
          <p:nvPr>
            <p:ph type="body" idx="1"/>
          </p:nvPr>
        </p:nvSpPr>
        <p:spPr>
          <a:xfrm>
            <a:off x="731520" y="4620577"/>
            <a:ext cx="5852100" cy="3780600"/>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787" name="Google Shape;787;g3b2fcd73e63_0_171:notes">
            <a:extLst>
              <a:ext uri="{FF2B5EF4-FFF2-40B4-BE49-F238E27FC236}">
                <a16:creationId xmlns:a16="http://schemas.microsoft.com/office/drawing/2014/main" id="{10504032-6A19-9CB7-8A1E-62CC26A7351A}"/>
              </a:ext>
            </a:extLst>
          </p:cNvPr>
          <p:cNvSpPr txBox="1">
            <a:spLocks noGrp="1"/>
          </p:cNvSpPr>
          <p:nvPr>
            <p:ph type="sldNum" idx="12"/>
          </p:nvPr>
        </p:nvSpPr>
        <p:spPr>
          <a:xfrm>
            <a:off x="4143587" y="9119475"/>
            <a:ext cx="3169800" cy="481800"/>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31</a:t>
            </a:fld>
            <a:endParaRPr sz="1200" b="0" i="0" u="none" strike="noStrike" cap="none">
              <a:solidFill>
                <a:schemeClr val="dk1"/>
              </a:solidFill>
            </a:endParaRPr>
          </a:p>
        </p:txBody>
      </p:sp>
    </p:spTree>
    <p:extLst>
      <p:ext uri="{BB962C8B-B14F-4D97-AF65-F5344CB8AC3E}">
        <p14:creationId xmlns:p14="http://schemas.microsoft.com/office/powerpoint/2010/main" val="83693313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9">
          <a:extLst>
            <a:ext uri="{FF2B5EF4-FFF2-40B4-BE49-F238E27FC236}">
              <a16:creationId xmlns:a16="http://schemas.microsoft.com/office/drawing/2014/main" id="{4AD0ED09-EF1F-8752-4C0B-38DEF763F98A}"/>
            </a:ext>
          </a:extLst>
        </p:cNvPr>
        <p:cNvGrpSpPr/>
        <p:nvPr/>
      </p:nvGrpSpPr>
      <p:grpSpPr>
        <a:xfrm>
          <a:off x="0" y="0"/>
          <a:ext cx="0" cy="0"/>
          <a:chOff x="0" y="0"/>
          <a:chExt cx="0" cy="0"/>
        </a:xfrm>
      </p:grpSpPr>
      <p:sp>
        <p:nvSpPr>
          <p:cNvPr id="810" name="Google Shape;810;p57:notes">
            <a:extLst>
              <a:ext uri="{FF2B5EF4-FFF2-40B4-BE49-F238E27FC236}">
                <a16:creationId xmlns:a16="http://schemas.microsoft.com/office/drawing/2014/main" id="{46E52AF7-6DAA-68F6-7746-96EC4193120E}"/>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811" name="Google Shape;811;p57:notes">
            <a:extLst>
              <a:ext uri="{FF2B5EF4-FFF2-40B4-BE49-F238E27FC236}">
                <a16:creationId xmlns:a16="http://schemas.microsoft.com/office/drawing/2014/main" id="{8E29F184-8D6E-007B-5DAE-950A011B25C8}"/>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812" name="Google Shape;812;p57:notes">
            <a:extLst>
              <a:ext uri="{FF2B5EF4-FFF2-40B4-BE49-F238E27FC236}">
                <a16:creationId xmlns:a16="http://schemas.microsoft.com/office/drawing/2014/main" id="{64350EC8-E8BA-A5C7-4B84-9282D8DA93DC}"/>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32</a:t>
            </a:fld>
            <a:endParaRPr sz="1200" b="0" i="0" u="none" strike="noStrike" cap="none">
              <a:solidFill>
                <a:schemeClr val="dk1"/>
              </a:solidFill>
            </a:endParaRPr>
          </a:p>
        </p:txBody>
      </p:sp>
    </p:spTree>
    <p:extLst>
      <p:ext uri="{BB962C8B-B14F-4D97-AF65-F5344CB8AC3E}">
        <p14:creationId xmlns:p14="http://schemas.microsoft.com/office/powerpoint/2010/main" val="47708699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9">
          <a:extLst>
            <a:ext uri="{FF2B5EF4-FFF2-40B4-BE49-F238E27FC236}">
              <a16:creationId xmlns:a16="http://schemas.microsoft.com/office/drawing/2014/main" id="{EA63C57B-6A3B-C5F7-F9E8-F505144055D4}"/>
            </a:ext>
          </a:extLst>
        </p:cNvPr>
        <p:cNvGrpSpPr/>
        <p:nvPr/>
      </p:nvGrpSpPr>
      <p:grpSpPr>
        <a:xfrm>
          <a:off x="0" y="0"/>
          <a:ext cx="0" cy="0"/>
          <a:chOff x="0" y="0"/>
          <a:chExt cx="0" cy="0"/>
        </a:xfrm>
      </p:grpSpPr>
      <p:sp>
        <p:nvSpPr>
          <p:cNvPr id="810" name="Google Shape;810;p57:notes">
            <a:extLst>
              <a:ext uri="{FF2B5EF4-FFF2-40B4-BE49-F238E27FC236}">
                <a16:creationId xmlns:a16="http://schemas.microsoft.com/office/drawing/2014/main" id="{E08CAA52-BCE0-1DB7-837D-4EC0D39AE1BF}"/>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811" name="Google Shape;811;p57:notes">
            <a:extLst>
              <a:ext uri="{FF2B5EF4-FFF2-40B4-BE49-F238E27FC236}">
                <a16:creationId xmlns:a16="http://schemas.microsoft.com/office/drawing/2014/main" id="{B7F02D05-BCE5-12F8-91B7-CDF276DF44BD}"/>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812" name="Google Shape;812;p57:notes">
            <a:extLst>
              <a:ext uri="{FF2B5EF4-FFF2-40B4-BE49-F238E27FC236}">
                <a16:creationId xmlns:a16="http://schemas.microsoft.com/office/drawing/2014/main" id="{813FE83B-7C0A-017F-4B2A-4167C3D8449D}"/>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33</a:t>
            </a:fld>
            <a:endParaRPr sz="1200" b="0" i="0" u="none" strike="noStrike" cap="none">
              <a:solidFill>
                <a:schemeClr val="dk1"/>
              </a:solidFill>
            </a:endParaRPr>
          </a:p>
        </p:txBody>
      </p:sp>
    </p:spTree>
    <p:extLst>
      <p:ext uri="{BB962C8B-B14F-4D97-AF65-F5344CB8AC3E}">
        <p14:creationId xmlns:p14="http://schemas.microsoft.com/office/powerpoint/2010/main" val="15620854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9">
          <a:extLst>
            <a:ext uri="{FF2B5EF4-FFF2-40B4-BE49-F238E27FC236}">
              <a16:creationId xmlns:a16="http://schemas.microsoft.com/office/drawing/2014/main" id="{C7C17E68-9F34-7FAF-3EC8-5B291007D35C}"/>
            </a:ext>
          </a:extLst>
        </p:cNvPr>
        <p:cNvGrpSpPr/>
        <p:nvPr/>
      </p:nvGrpSpPr>
      <p:grpSpPr>
        <a:xfrm>
          <a:off x="0" y="0"/>
          <a:ext cx="0" cy="0"/>
          <a:chOff x="0" y="0"/>
          <a:chExt cx="0" cy="0"/>
        </a:xfrm>
      </p:grpSpPr>
      <p:sp>
        <p:nvSpPr>
          <p:cNvPr id="810" name="Google Shape;810;p57:notes">
            <a:extLst>
              <a:ext uri="{FF2B5EF4-FFF2-40B4-BE49-F238E27FC236}">
                <a16:creationId xmlns:a16="http://schemas.microsoft.com/office/drawing/2014/main" id="{589EDEA6-D01C-309F-A470-2002BD8546DB}"/>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811" name="Google Shape;811;p57:notes">
            <a:extLst>
              <a:ext uri="{FF2B5EF4-FFF2-40B4-BE49-F238E27FC236}">
                <a16:creationId xmlns:a16="http://schemas.microsoft.com/office/drawing/2014/main" id="{370E11FF-9578-853F-E29C-ACABCEC153AF}"/>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812" name="Google Shape;812;p57:notes">
            <a:extLst>
              <a:ext uri="{FF2B5EF4-FFF2-40B4-BE49-F238E27FC236}">
                <a16:creationId xmlns:a16="http://schemas.microsoft.com/office/drawing/2014/main" id="{B5E56F35-C328-D85C-F6FE-89A37E41AA18}"/>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34</a:t>
            </a:fld>
            <a:endParaRPr sz="1200" b="0" i="0" u="none" strike="noStrike" cap="none">
              <a:solidFill>
                <a:schemeClr val="dk1"/>
              </a:solidFill>
            </a:endParaRPr>
          </a:p>
        </p:txBody>
      </p:sp>
    </p:spTree>
    <p:extLst>
      <p:ext uri="{BB962C8B-B14F-4D97-AF65-F5344CB8AC3E}">
        <p14:creationId xmlns:p14="http://schemas.microsoft.com/office/powerpoint/2010/main" val="334802303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4">
          <a:extLst>
            <a:ext uri="{FF2B5EF4-FFF2-40B4-BE49-F238E27FC236}">
              <a16:creationId xmlns:a16="http://schemas.microsoft.com/office/drawing/2014/main" id="{BD84A88F-6E7C-32EF-E800-CB9B619A8623}"/>
            </a:ext>
          </a:extLst>
        </p:cNvPr>
        <p:cNvGrpSpPr/>
        <p:nvPr/>
      </p:nvGrpSpPr>
      <p:grpSpPr>
        <a:xfrm>
          <a:off x="0" y="0"/>
          <a:ext cx="0" cy="0"/>
          <a:chOff x="0" y="0"/>
          <a:chExt cx="0" cy="0"/>
        </a:xfrm>
      </p:grpSpPr>
      <p:sp>
        <p:nvSpPr>
          <p:cNvPr id="935" name="Google Shape;935;p66:notes">
            <a:extLst>
              <a:ext uri="{FF2B5EF4-FFF2-40B4-BE49-F238E27FC236}">
                <a16:creationId xmlns:a16="http://schemas.microsoft.com/office/drawing/2014/main" id="{430CDB0E-C1F1-8A88-B72E-F117DF78E8C4}"/>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936" name="Google Shape;936;p66:notes">
            <a:extLst>
              <a:ext uri="{FF2B5EF4-FFF2-40B4-BE49-F238E27FC236}">
                <a16:creationId xmlns:a16="http://schemas.microsoft.com/office/drawing/2014/main" id="{123AE32D-BFC2-BB1B-9471-3D516BBBEAF3}"/>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937" name="Google Shape;937;p66:notes">
            <a:extLst>
              <a:ext uri="{FF2B5EF4-FFF2-40B4-BE49-F238E27FC236}">
                <a16:creationId xmlns:a16="http://schemas.microsoft.com/office/drawing/2014/main" id="{77988D75-B209-F59A-CBBB-B3E26A9EDBE9}"/>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35</a:t>
            </a:fld>
            <a:endParaRPr sz="1200" b="0" i="0" u="none" strike="noStrike" cap="none">
              <a:solidFill>
                <a:schemeClr val="dk1"/>
              </a:solidFill>
            </a:endParaRPr>
          </a:p>
        </p:txBody>
      </p:sp>
    </p:spTree>
    <p:extLst>
      <p:ext uri="{BB962C8B-B14F-4D97-AF65-F5344CB8AC3E}">
        <p14:creationId xmlns:p14="http://schemas.microsoft.com/office/powerpoint/2010/main" val="175344157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3"/>
        <p:cNvGrpSpPr/>
        <p:nvPr/>
      </p:nvGrpSpPr>
      <p:grpSpPr>
        <a:xfrm>
          <a:off x="0" y="0"/>
          <a:ext cx="0" cy="0"/>
          <a:chOff x="0" y="0"/>
          <a:chExt cx="0" cy="0"/>
        </a:xfrm>
      </p:grpSpPr>
      <p:sp>
        <p:nvSpPr>
          <p:cNvPr id="924" name="Google Shape;924;g3b2110f3d24_0_616: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925" name="Google Shape;925;g3b2110f3d24_0_616:notes"/>
          <p:cNvSpPr txBox="1">
            <a:spLocks noGrp="1"/>
          </p:cNvSpPr>
          <p:nvPr>
            <p:ph type="body" idx="1"/>
          </p:nvPr>
        </p:nvSpPr>
        <p:spPr>
          <a:xfrm>
            <a:off x="731520" y="4620577"/>
            <a:ext cx="5852100" cy="3780600"/>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926" name="Google Shape;926;g3b2110f3d24_0_616:notes"/>
          <p:cNvSpPr txBox="1">
            <a:spLocks noGrp="1"/>
          </p:cNvSpPr>
          <p:nvPr>
            <p:ph type="sldNum" idx="12"/>
          </p:nvPr>
        </p:nvSpPr>
        <p:spPr>
          <a:xfrm>
            <a:off x="4143587" y="9119475"/>
            <a:ext cx="3169800" cy="481800"/>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36</a:t>
            </a:fld>
            <a:endParaRPr sz="1200" b="0" i="0" u="none" strike="noStrike" cap="none">
              <a:solidFill>
                <a:schemeClr val="dk1"/>
              </a:solidFill>
            </a:endParaRPr>
          </a:p>
        </p:txBody>
      </p:sp>
    </p:spTree>
    <p:extLst>
      <p:ext uri="{BB962C8B-B14F-4D97-AF65-F5344CB8AC3E}">
        <p14:creationId xmlns:p14="http://schemas.microsoft.com/office/powerpoint/2010/main" val="326437384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2">
          <a:extLst>
            <a:ext uri="{FF2B5EF4-FFF2-40B4-BE49-F238E27FC236}">
              <a16:creationId xmlns:a16="http://schemas.microsoft.com/office/drawing/2014/main" id="{CD578C79-A056-19EF-AF36-AE6BCD2F536E}"/>
            </a:ext>
          </a:extLst>
        </p:cNvPr>
        <p:cNvGrpSpPr/>
        <p:nvPr/>
      </p:nvGrpSpPr>
      <p:grpSpPr>
        <a:xfrm>
          <a:off x="0" y="0"/>
          <a:ext cx="0" cy="0"/>
          <a:chOff x="0" y="0"/>
          <a:chExt cx="0" cy="0"/>
        </a:xfrm>
      </p:grpSpPr>
      <p:sp>
        <p:nvSpPr>
          <p:cNvPr id="993" name="Google Shape;993;p68:notes">
            <a:extLst>
              <a:ext uri="{FF2B5EF4-FFF2-40B4-BE49-F238E27FC236}">
                <a16:creationId xmlns:a16="http://schemas.microsoft.com/office/drawing/2014/main" id="{56F3C7A9-03C1-D848-3982-F1B16004C7E4}"/>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94" name="Google Shape;994;p68:notes">
            <a:extLst>
              <a:ext uri="{FF2B5EF4-FFF2-40B4-BE49-F238E27FC236}">
                <a16:creationId xmlns:a16="http://schemas.microsoft.com/office/drawing/2014/main" id="{6A9A5802-6153-7303-EA4A-090AD420F0AA}"/>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995" name="Google Shape;995;p68:notes">
            <a:extLst>
              <a:ext uri="{FF2B5EF4-FFF2-40B4-BE49-F238E27FC236}">
                <a16:creationId xmlns:a16="http://schemas.microsoft.com/office/drawing/2014/main" id="{1D30AF00-E3A8-F22F-6397-D1944E6821BD}"/>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37</a:t>
            </a:fld>
            <a:endParaRPr sz="1200" b="0" i="0" u="none" strike="noStrike" cap="none">
              <a:solidFill>
                <a:schemeClr val="dk1"/>
              </a:solidFill>
            </a:endParaRPr>
          </a:p>
        </p:txBody>
      </p:sp>
    </p:spTree>
    <p:extLst>
      <p:ext uri="{BB962C8B-B14F-4D97-AF65-F5344CB8AC3E}">
        <p14:creationId xmlns:p14="http://schemas.microsoft.com/office/powerpoint/2010/main" val="341694331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2">
          <a:extLst>
            <a:ext uri="{FF2B5EF4-FFF2-40B4-BE49-F238E27FC236}">
              <a16:creationId xmlns:a16="http://schemas.microsoft.com/office/drawing/2014/main" id="{FB399F2E-AECC-6ABA-ACFB-8ED1168104BF}"/>
            </a:ext>
          </a:extLst>
        </p:cNvPr>
        <p:cNvGrpSpPr/>
        <p:nvPr/>
      </p:nvGrpSpPr>
      <p:grpSpPr>
        <a:xfrm>
          <a:off x="0" y="0"/>
          <a:ext cx="0" cy="0"/>
          <a:chOff x="0" y="0"/>
          <a:chExt cx="0" cy="0"/>
        </a:xfrm>
      </p:grpSpPr>
      <p:sp>
        <p:nvSpPr>
          <p:cNvPr id="993" name="Google Shape;993;p68:notes">
            <a:extLst>
              <a:ext uri="{FF2B5EF4-FFF2-40B4-BE49-F238E27FC236}">
                <a16:creationId xmlns:a16="http://schemas.microsoft.com/office/drawing/2014/main" id="{3B703C4B-64C3-9A55-1AE4-0DDA74A798E1}"/>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94" name="Google Shape;994;p68:notes">
            <a:extLst>
              <a:ext uri="{FF2B5EF4-FFF2-40B4-BE49-F238E27FC236}">
                <a16:creationId xmlns:a16="http://schemas.microsoft.com/office/drawing/2014/main" id="{4CFAE39E-3C93-A55B-CE69-F103F847FBC0}"/>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995" name="Google Shape;995;p68:notes">
            <a:extLst>
              <a:ext uri="{FF2B5EF4-FFF2-40B4-BE49-F238E27FC236}">
                <a16:creationId xmlns:a16="http://schemas.microsoft.com/office/drawing/2014/main" id="{39793FB0-F2FF-FB27-647F-A84F34299CFC}"/>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38</a:t>
            </a:fld>
            <a:endParaRPr sz="1200" b="0" i="0" u="none" strike="noStrike" cap="none">
              <a:solidFill>
                <a:schemeClr val="dk1"/>
              </a:solidFill>
            </a:endParaRPr>
          </a:p>
        </p:txBody>
      </p:sp>
    </p:spTree>
    <p:extLst>
      <p:ext uri="{BB962C8B-B14F-4D97-AF65-F5344CB8AC3E}">
        <p14:creationId xmlns:p14="http://schemas.microsoft.com/office/powerpoint/2010/main" val="244465357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CD88D614-368F-7C11-47CE-CA481591F8B0}"/>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6754D93B-07DA-2F54-6229-469C44B5F462}"/>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B6423908-783C-CC64-1CB0-B9528113486F}"/>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C4928BAC-F030-124F-CB36-A0D77EF1F6A9}"/>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39</a:t>
            </a:fld>
            <a:endParaRPr sz="1200" b="0" i="0" u="none" strike="noStrike" cap="none">
              <a:solidFill>
                <a:schemeClr val="dk1"/>
              </a:solidFill>
            </a:endParaRPr>
          </a:p>
        </p:txBody>
      </p:sp>
    </p:spTree>
    <p:extLst>
      <p:ext uri="{BB962C8B-B14F-4D97-AF65-F5344CB8AC3E}">
        <p14:creationId xmlns:p14="http://schemas.microsoft.com/office/powerpoint/2010/main" val="172516441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7011856E-69C0-BF0D-2A74-035BA46354A2}"/>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7F76FDD8-2585-96F5-E02D-1C8A9DF74AAA}"/>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20CF2867-5F39-A75C-65AB-1671A1B28395}"/>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94D03EF6-503D-278E-18D5-0A82EE7AF12F}"/>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40</a:t>
            </a:fld>
            <a:endParaRPr sz="1200" b="0" i="0" u="none" strike="noStrike" cap="none">
              <a:solidFill>
                <a:schemeClr val="dk1"/>
              </a:solidFill>
            </a:endParaRPr>
          </a:p>
        </p:txBody>
      </p:sp>
    </p:spTree>
    <p:extLst>
      <p:ext uri="{BB962C8B-B14F-4D97-AF65-F5344CB8AC3E}">
        <p14:creationId xmlns:p14="http://schemas.microsoft.com/office/powerpoint/2010/main" val="150096640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a:extLst>
            <a:ext uri="{FF2B5EF4-FFF2-40B4-BE49-F238E27FC236}">
              <a16:creationId xmlns:a16="http://schemas.microsoft.com/office/drawing/2014/main" id="{7AE34CF9-018C-18A8-E83C-4C6561C2B591}"/>
            </a:ext>
          </a:extLst>
        </p:cNvPr>
        <p:cNvGrpSpPr/>
        <p:nvPr/>
      </p:nvGrpSpPr>
      <p:grpSpPr>
        <a:xfrm>
          <a:off x="0" y="0"/>
          <a:ext cx="0" cy="0"/>
          <a:chOff x="0" y="0"/>
          <a:chExt cx="0" cy="0"/>
        </a:xfrm>
      </p:grpSpPr>
      <p:sp>
        <p:nvSpPr>
          <p:cNvPr id="633" name="Google Shape;633;g3b2110f3d24_0_132:notes">
            <a:extLst>
              <a:ext uri="{FF2B5EF4-FFF2-40B4-BE49-F238E27FC236}">
                <a16:creationId xmlns:a16="http://schemas.microsoft.com/office/drawing/2014/main" id="{F3B6947E-6E95-0FB6-995C-73DD32314412}"/>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634" name="Google Shape;634;g3b2110f3d24_0_132:notes">
            <a:extLst>
              <a:ext uri="{FF2B5EF4-FFF2-40B4-BE49-F238E27FC236}">
                <a16:creationId xmlns:a16="http://schemas.microsoft.com/office/drawing/2014/main" id="{57269EB5-EFC5-DE75-AFC9-0481E53342A1}"/>
              </a:ext>
            </a:extLst>
          </p:cNvPr>
          <p:cNvSpPr txBox="1">
            <a:spLocks noGrp="1"/>
          </p:cNvSpPr>
          <p:nvPr>
            <p:ph type="body" idx="1"/>
          </p:nvPr>
        </p:nvSpPr>
        <p:spPr>
          <a:xfrm>
            <a:off x="731520" y="4620577"/>
            <a:ext cx="5852100" cy="3780600"/>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635" name="Google Shape;635;g3b2110f3d24_0_132:notes">
            <a:extLst>
              <a:ext uri="{FF2B5EF4-FFF2-40B4-BE49-F238E27FC236}">
                <a16:creationId xmlns:a16="http://schemas.microsoft.com/office/drawing/2014/main" id="{D1F8C89E-7D0C-86D4-3E46-F42E09EABBEF}"/>
              </a:ext>
            </a:extLst>
          </p:cNvPr>
          <p:cNvSpPr txBox="1">
            <a:spLocks noGrp="1"/>
          </p:cNvSpPr>
          <p:nvPr>
            <p:ph type="sldNum" idx="12"/>
          </p:nvPr>
        </p:nvSpPr>
        <p:spPr>
          <a:xfrm>
            <a:off x="4143587" y="9119475"/>
            <a:ext cx="3169800" cy="481800"/>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41</a:t>
            </a:fld>
            <a:endParaRPr sz="1200" b="0" i="0" u="none" strike="noStrike" cap="none">
              <a:solidFill>
                <a:schemeClr val="dk1"/>
              </a:solidFill>
            </a:endParaRPr>
          </a:p>
        </p:txBody>
      </p:sp>
    </p:spTree>
    <p:extLst>
      <p:ext uri="{BB962C8B-B14F-4D97-AF65-F5344CB8AC3E}">
        <p14:creationId xmlns:p14="http://schemas.microsoft.com/office/powerpoint/2010/main" val="232993101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2"/>
        <p:cNvGrpSpPr/>
        <p:nvPr/>
      </p:nvGrpSpPr>
      <p:grpSpPr>
        <a:xfrm>
          <a:off x="0" y="0"/>
          <a:ext cx="0" cy="0"/>
          <a:chOff x="0" y="0"/>
          <a:chExt cx="0" cy="0"/>
        </a:xfrm>
      </p:grpSpPr>
      <p:sp>
        <p:nvSpPr>
          <p:cNvPr id="1103" name="Google Shape;1103;g3b32461984d_2_0: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1104" name="Google Shape;1104;g3b32461984d_2_0: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1105" name="Google Shape;1105;g3b32461984d_2_0: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IBM Plex Sans"/>
                <a:ea typeface="IBM Plex Sans"/>
                <a:cs typeface="IBM Plex Sans"/>
                <a:sym typeface="IBM Plex Sans"/>
              </a:rPr>
              <a:t>42</a:t>
            </a:fld>
            <a:endParaRPr sz="1200" b="0" i="0" u="none" strike="noStrike" cap="none">
              <a:solidFill>
                <a:srgbClr val="000000"/>
              </a:solidFill>
              <a:latin typeface="IBM Plex Sans"/>
              <a:ea typeface="IBM Plex Sans"/>
              <a:cs typeface="IBM Plex Sans"/>
              <a:sym typeface="IBM Plex Sans"/>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3b23322d595_2_516: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1454" name="Google Shape;1454;g3b23322d595_2_516: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19580288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CC6269-A209-6C47-BF07-3B715BB565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74BFAE4-20C8-6818-D658-6DFAFCF04F2D}"/>
              </a:ext>
            </a:extLst>
          </p:cNvPr>
          <p:cNvSpPr>
            <a:spLocks noGrp="1" noRot="1" noChangeAspect="1"/>
          </p:cNvSpPr>
          <p:nvPr>
            <p:ph type="sldImg"/>
          </p:nvPr>
        </p:nvSpPr>
        <p:spPr/>
        <p:txBody>
          <a:bodyPr/>
          <a:lstStyle/>
          <a:p>
            <a:endParaRPr lang="pt-US"/>
          </a:p>
        </p:txBody>
      </p:sp>
      <p:sp>
        <p:nvSpPr>
          <p:cNvPr id="3" name="Notes Placeholder 2">
            <a:extLst>
              <a:ext uri="{FF2B5EF4-FFF2-40B4-BE49-F238E27FC236}">
                <a16:creationId xmlns:a16="http://schemas.microsoft.com/office/drawing/2014/main" id="{697CC32A-9764-EBEA-174A-17576A3908D9}"/>
              </a:ext>
            </a:extLst>
          </p:cNvPr>
          <p:cNvSpPr>
            <a:spLocks noGrp="1"/>
          </p:cNvSpPr>
          <p:nvPr>
            <p:ph type="body" idx="1"/>
          </p:nvPr>
        </p:nvSpPr>
        <p:spPr/>
        <p:txBody>
          <a:bodyPr/>
          <a:lstStyle/>
          <a:p>
            <a:endParaRPr lang="en-IN">
              <a:latin typeface="IBM Plex Sans" panose="020B0503050203000203" pitchFamily="34" charset="0"/>
              <a:sym typeface="IBM Plex Sans" panose="020B0503050203000203" pitchFamily="34" charset="0"/>
            </a:endParaRPr>
          </a:p>
        </p:txBody>
      </p:sp>
      <p:sp>
        <p:nvSpPr>
          <p:cNvPr id="4" name="Slide Number Placeholder 3">
            <a:extLst>
              <a:ext uri="{FF2B5EF4-FFF2-40B4-BE49-F238E27FC236}">
                <a16:creationId xmlns:a16="http://schemas.microsoft.com/office/drawing/2014/main" id="{9B4540F5-8D43-5E3C-8F2A-959105981F60}"/>
              </a:ext>
            </a:extLst>
          </p:cNvPr>
          <p:cNvSpPr>
            <a:spLocks noGrp="1"/>
          </p:cNvSpPr>
          <p:nvPr>
            <p:ph type="sldNum" idx="12"/>
          </p:nvPr>
        </p:nvSpPr>
        <p:spPr/>
        <p:txBody>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smtClean="0">
                <a:solidFill>
                  <a:schemeClr val="dk1"/>
                </a:solidFill>
                <a:ea typeface="Calibri"/>
                <a:cs typeface="Calibri"/>
              </a:rPr>
              <a:t>44</a:t>
            </a:fld>
            <a:endParaRPr lang="en-US" sz="1200" b="0" i="0" u="none" strike="noStrike" cap="none">
              <a:solidFill>
                <a:schemeClr val="dk1"/>
              </a:solidFill>
              <a:ea typeface="Calibri"/>
              <a:cs typeface="Calibri"/>
            </a:endParaRPr>
          </a:p>
        </p:txBody>
      </p:sp>
    </p:spTree>
    <p:extLst>
      <p:ext uri="{BB962C8B-B14F-4D97-AF65-F5344CB8AC3E}">
        <p14:creationId xmlns:p14="http://schemas.microsoft.com/office/powerpoint/2010/main" val="191962907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
        <p:cNvGrpSpPr/>
        <p:nvPr/>
      </p:nvGrpSpPr>
      <p:grpSpPr>
        <a:xfrm>
          <a:off x="0" y="0"/>
          <a:ext cx="0" cy="0"/>
          <a:chOff x="0" y="0"/>
          <a:chExt cx="0" cy="0"/>
        </a:xfrm>
      </p:grpSpPr>
      <p:sp>
        <p:nvSpPr>
          <p:cNvPr id="1089" name="Google Shape;1089;p72: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1090" name="Google Shape;1090;p72: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1091" name="Google Shape;1091;p72: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IBM Plex Sans"/>
                <a:ea typeface="IBM Plex Sans"/>
                <a:cs typeface="IBM Plex Sans"/>
                <a:sym typeface="IBM Plex Sans"/>
              </a:rPr>
              <a:t>45</a:t>
            </a:fld>
            <a:endParaRPr sz="1200" b="0" i="0" u="none" strike="noStrike" cap="none">
              <a:solidFill>
                <a:srgbClr val="000000"/>
              </a:solidFill>
              <a:latin typeface="IBM Plex Sans"/>
              <a:ea typeface="IBM Plex Sans"/>
              <a:cs typeface="IBM Plex Sans"/>
              <a:sym typeface="IBM Plex Sans"/>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
        <p:cNvGrpSpPr/>
        <p:nvPr/>
      </p:nvGrpSpPr>
      <p:grpSpPr>
        <a:xfrm>
          <a:off x="0" y="0"/>
          <a:ext cx="0" cy="0"/>
          <a:chOff x="0" y="0"/>
          <a:chExt cx="0" cy="0"/>
        </a:xfrm>
      </p:grpSpPr>
      <p:sp>
        <p:nvSpPr>
          <p:cNvPr id="1237" name="Google Shape;1237;g3b23322d595_2_304: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1238" name="Google Shape;1238;g3b23322d595_2_304: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41213691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3"/>
        <p:cNvGrpSpPr/>
        <p:nvPr/>
      </p:nvGrpSpPr>
      <p:grpSpPr>
        <a:xfrm>
          <a:off x="0" y="0"/>
          <a:ext cx="0" cy="0"/>
          <a:chOff x="0" y="0"/>
          <a:chExt cx="0" cy="0"/>
        </a:xfrm>
      </p:grpSpPr>
      <p:sp>
        <p:nvSpPr>
          <p:cNvPr id="1214" name="Google Shape;1214;g3b23322d595_2_282: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215" name="Google Shape;1215;g3b23322d595_2_282: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lnSpc>
                <a:spcPct val="100000"/>
              </a:lnSpc>
              <a:spcBef>
                <a:spcPts val="0"/>
              </a:spcBef>
              <a:spcAft>
                <a:spcPts val="0"/>
              </a:spcAft>
              <a:buClr>
                <a:schemeClr val="dk1"/>
              </a:buClr>
              <a:buSzPts val="1300"/>
              <a:buFont typeface="Calibri"/>
              <a:buNone/>
            </a:pPr>
            <a:r>
              <a:rPr lang="en-US" sz="1500"/>
              <a:t>We've established three key segments in the search ecosystem:</a:t>
            </a:r>
            <a:endParaRPr sz="1500"/>
          </a:p>
          <a:p>
            <a:pPr marL="0" lvl="0" indent="-6350" algn="l" rtl="0">
              <a:lnSpc>
                <a:spcPct val="100000"/>
              </a:lnSpc>
              <a:spcBef>
                <a:spcPts val="0"/>
              </a:spcBef>
              <a:spcAft>
                <a:spcPts val="0"/>
              </a:spcAft>
              <a:buClr>
                <a:schemeClr val="dk1"/>
              </a:buClr>
              <a:buSzPts val="1300"/>
              <a:buFont typeface="Calibri"/>
              <a:buChar char="-"/>
            </a:pPr>
            <a:r>
              <a:rPr lang="en-US" sz="1500"/>
              <a:t>Traditional search uses indexing and algorithms to rank results based on keywords and relevance. While this segment has seen a slight CAGR decline of 1.36% from 2022-2024, we believe traditional search will remain important despite some volume decline</a:t>
            </a:r>
            <a:endParaRPr sz="1500"/>
          </a:p>
          <a:p>
            <a:pPr marL="0" lvl="0" indent="-6350" algn="l" rtl="0">
              <a:lnSpc>
                <a:spcPct val="100000"/>
              </a:lnSpc>
              <a:spcBef>
                <a:spcPts val="0"/>
              </a:spcBef>
              <a:spcAft>
                <a:spcPts val="0"/>
              </a:spcAft>
              <a:buClr>
                <a:schemeClr val="dk1"/>
              </a:buClr>
              <a:buSzPts val="1300"/>
              <a:buFont typeface="Calibri"/>
              <a:buChar char="-"/>
            </a:pPr>
            <a:r>
              <a:rPr lang="en-US" sz="1500"/>
              <a:t>AI tools use large language models to answer queries directly. This segment is seeing explosive growth with a projected 42% CAGR through 2032. This is evidenced by ChatGPT's weekly active users more than doubling between November 2023 and August 2024</a:t>
            </a:r>
            <a:endParaRPr sz="1500"/>
          </a:p>
          <a:p>
            <a:pPr marL="0" lvl="0" indent="-6350" algn="l" rtl="0">
              <a:lnSpc>
                <a:spcPct val="100000"/>
              </a:lnSpc>
              <a:spcBef>
                <a:spcPts val="0"/>
              </a:spcBef>
              <a:spcAft>
                <a:spcPts val="0"/>
              </a:spcAft>
              <a:buClr>
                <a:schemeClr val="dk1"/>
              </a:buClr>
              <a:buSzPts val="1300"/>
              <a:buFont typeface="Calibri"/>
              <a:buChar char="-"/>
            </a:pPr>
            <a:r>
              <a:rPr lang="en-US" sz="1500"/>
              <a:t>AI-generated summaries integrate LLMs with traditional methods to enhance search results with direct answers. Currently, about 30% of searches include AI overviews</a:t>
            </a:r>
            <a:endParaRPr sz="1500"/>
          </a:p>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1216" name="Google Shape;1216;g3b23322d595_2_282: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47</a:t>
            </a:fld>
            <a:endParaRPr sz="1300" b="0" i="0" u="none" strike="noStrike" cap="none">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2743617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pt-US"/>
          </a:p>
        </p:txBody>
      </p:sp>
      <p:sp>
        <p:nvSpPr>
          <p:cNvPr id="3" name="Notes Placeholder 2"/>
          <p:cNvSpPr>
            <a:spLocks noGrp="1"/>
          </p:cNvSpPr>
          <p:nvPr>
            <p:ph type="body" idx="1"/>
          </p:nvPr>
        </p:nvSpPr>
        <p:spPr/>
        <p:txBody>
          <a:bodyPr/>
          <a:lstStyle/>
          <a:p>
            <a:endParaRPr lang="en-IN">
              <a:latin typeface="IBM Plex Sans" panose="020B0503050203000203" pitchFamily="34" charset="0"/>
              <a:sym typeface="IBM Plex Sans" panose="020B0503050203000203" pitchFamily="34" charset="0"/>
            </a:endParaRPr>
          </a:p>
        </p:txBody>
      </p:sp>
      <p:sp>
        <p:nvSpPr>
          <p:cNvPr id="4" name="Slide Number Placeholder 3"/>
          <p:cNvSpPr>
            <a:spLocks noGrp="1"/>
          </p:cNvSpPr>
          <p:nvPr>
            <p:ph type="sldNum" idx="12"/>
          </p:nvPr>
        </p:nvSpPr>
        <p:spPr/>
        <p:txBody>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smtClean="0">
                <a:solidFill>
                  <a:schemeClr val="dk1"/>
                </a:solidFill>
                <a:ea typeface="Calibri"/>
                <a:cs typeface="Calibri"/>
              </a:rPr>
              <a:t>48</a:t>
            </a:fld>
            <a:endParaRPr lang="en-US" sz="1200" b="0" i="0" u="none" strike="noStrike" cap="none">
              <a:solidFill>
                <a:schemeClr val="dk1"/>
              </a:solidFill>
              <a:ea typeface="Calibri"/>
              <a:cs typeface="Calibri"/>
            </a:endParaRPr>
          </a:p>
        </p:txBody>
      </p:sp>
    </p:spTree>
    <p:extLst>
      <p:ext uri="{BB962C8B-B14F-4D97-AF65-F5344CB8AC3E}">
        <p14:creationId xmlns:p14="http://schemas.microsoft.com/office/powerpoint/2010/main" val="62534157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5"/>
        <p:cNvGrpSpPr/>
        <p:nvPr/>
      </p:nvGrpSpPr>
      <p:grpSpPr>
        <a:xfrm>
          <a:off x="0" y="0"/>
          <a:ext cx="0" cy="0"/>
          <a:chOff x="0" y="0"/>
          <a:chExt cx="0" cy="0"/>
        </a:xfrm>
      </p:grpSpPr>
      <p:sp>
        <p:nvSpPr>
          <p:cNvPr id="1116" name="Google Shape;1116;g3b32461984d_2_14: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1117" name="Google Shape;1117;g3b32461984d_2_14: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1118" name="Google Shape;1118;g3b32461984d_2_14: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IBM Plex Sans"/>
                <a:ea typeface="IBM Plex Sans"/>
                <a:cs typeface="IBM Plex Sans"/>
                <a:sym typeface="IBM Plex Sans"/>
              </a:rPr>
              <a:t>49</a:t>
            </a:fld>
            <a:endParaRPr sz="1200" b="0" i="0" u="none" strike="noStrike" cap="none">
              <a:solidFill>
                <a:srgbClr val="000000"/>
              </a:solidFill>
              <a:latin typeface="IBM Plex Sans"/>
              <a:ea typeface="IBM Plex Sans"/>
              <a:cs typeface="IBM Plex Sans"/>
              <a:sym typeface="IBM Plex Sans"/>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9"/>
        <p:cNvGrpSpPr/>
        <p:nvPr/>
      </p:nvGrpSpPr>
      <p:grpSpPr>
        <a:xfrm>
          <a:off x="0" y="0"/>
          <a:ext cx="0" cy="0"/>
          <a:chOff x="0" y="0"/>
          <a:chExt cx="0" cy="0"/>
        </a:xfrm>
      </p:grpSpPr>
      <p:sp>
        <p:nvSpPr>
          <p:cNvPr id="2590" name="Google Shape;2590;g3b23322d595_2_1622: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2591" name="Google Shape;2591;g3b23322d595_2_1622: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pt-US"/>
          </a:p>
        </p:txBody>
      </p:sp>
      <p:sp>
        <p:nvSpPr>
          <p:cNvPr id="3" name="Notes Placeholder 2"/>
          <p:cNvSpPr>
            <a:spLocks noGrp="1"/>
          </p:cNvSpPr>
          <p:nvPr>
            <p:ph type="body" idx="1"/>
          </p:nvPr>
        </p:nvSpPr>
        <p:spPr/>
        <p:txBody>
          <a:bodyPr/>
          <a:lstStyle/>
          <a:p>
            <a:r>
              <a:rPr lang="en-IN">
                <a:latin typeface="IBM Plex Sans" panose="020B0503050203000203" pitchFamily="34" charset="0"/>
                <a:sym typeface="IBM Plex Sans" panose="020B0503050203000203" pitchFamily="34" charset="0"/>
              </a:rPr>
              <a:t>9</a:t>
            </a:r>
          </a:p>
        </p:txBody>
      </p:sp>
      <p:sp>
        <p:nvSpPr>
          <p:cNvPr id="4" name="Slide Number Placeholder 3"/>
          <p:cNvSpPr>
            <a:spLocks noGrp="1"/>
          </p:cNvSpPr>
          <p:nvPr>
            <p:ph type="sldNum" idx="12"/>
          </p:nvPr>
        </p:nvSpPr>
        <p:spPr/>
        <p:txBody>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smtClean="0">
                <a:solidFill>
                  <a:schemeClr val="dk1"/>
                </a:solidFill>
                <a:ea typeface="Calibri"/>
                <a:cs typeface="Calibri"/>
              </a:rPr>
              <a:t>51</a:t>
            </a:fld>
            <a:endParaRPr lang="en-US" sz="1200" b="0" i="0" u="none" strike="noStrike" cap="none">
              <a:solidFill>
                <a:schemeClr val="dk1"/>
              </a:solidFill>
              <a:ea typeface="Calibri"/>
              <a:cs typeface="Calibri"/>
            </a:endParaRPr>
          </a:p>
        </p:txBody>
      </p:sp>
    </p:spTree>
    <p:extLst>
      <p:ext uri="{BB962C8B-B14F-4D97-AF65-F5344CB8AC3E}">
        <p14:creationId xmlns:p14="http://schemas.microsoft.com/office/powerpoint/2010/main" val="162160251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7"/>
        <p:cNvGrpSpPr/>
        <p:nvPr/>
      </p:nvGrpSpPr>
      <p:grpSpPr>
        <a:xfrm>
          <a:off x="0" y="0"/>
          <a:ext cx="0" cy="0"/>
          <a:chOff x="0" y="0"/>
          <a:chExt cx="0" cy="0"/>
        </a:xfrm>
      </p:grpSpPr>
      <p:sp>
        <p:nvSpPr>
          <p:cNvPr id="1128" name="Google Shape;1128;g3b32461984d_2_25: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1129" name="Google Shape;1129;g3b32461984d_2_25: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1130" name="Google Shape;1130;g3b32461984d_2_25: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IBM Plex Sans"/>
                <a:ea typeface="IBM Plex Sans"/>
                <a:cs typeface="IBM Plex Sans"/>
                <a:sym typeface="IBM Plex Sans"/>
              </a:rPr>
              <a:t>52</a:t>
            </a:fld>
            <a:endParaRPr sz="1200" b="0" i="0" u="none" strike="noStrike" cap="none">
              <a:solidFill>
                <a:srgbClr val="000000"/>
              </a:solidFill>
              <a:latin typeface="IBM Plex Sans"/>
              <a:ea typeface="IBM Plex Sans"/>
              <a:cs typeface="IBM Plex Sans"/>
              <a:sym typeface="IBM Plex Sans"/>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8"/>
        <p:cNvGrpSpPr/>
        <p:nvPr/>
      </p:nvGrpSpPr>
      <p:grpSpPr>
        <a:xfrm>
          <a:off x="0" y="0"/>
          <a:ext cx="0" cy="0"/>
          <a:chOff x="0" y="0"/>
          <a:chExt cx="0" cy="0"/>
        </a:xfrm>
      </p:grpSpPr>
      <p:sp>
        <p:nvSpPr>
          <p:cNvPr id="1139" name="Google Shape;1139;g3b32461984d_2_35: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1140" name="Google Shape;1140;g3b32461984d_2_35: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1141" name="Google Shape;1141;g3b32461984d_2_35: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IBM Plex Sans"/>
                <a:ea typeface="IBM Plex Sans"/>
                <a:cs typeface="IBM Plex Sans"/>
                <a:sym typeface="IBM Plex Sans"/>
              </a:rPr>
              <a:t>53</a:t>
            </a:fld>
            <a:endParaRPr sz="1200" b="0" i="0" u="none" strike="noStrike" cap="none">
              <a:solidFill>
                <a:srgbClr val="000000"/>
              </a:solidFill>
              <a:latin typeface="IBM Plex Sans"/>
              <a:ea typeface="IBM Plex Sans"/>
              <a:cs typeface="IBM Plex Sans"/>
              <a:sym typeface="IBM Plex Sans"/>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6"/>
        <p:cNvGrpSpPr/>
        <p:nvPr/>
      </p:nvGrpSpPr>
      <p:grpSpPr>
        <a:xfrm>
          <a:off x="0" y="0"/>
          <a:ext cx="0" cy="0"/>
          <a:chOff x="0" y="0"/>
          <a:chExt cx="0" cy="0"/>
        </a:xfrm>
      </p:grpSpPr>
      <p:sp>
        <p:nvSpPr>
          <p:cNvPr id="1737" name="Google Shape;1737;g3b23322d595_2_790: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1738" name="Google Shape;1738;g3b23322d595_2_790: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1739" name="Google Shape;1739;g3b23322d595_2_790: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54</a:t>
            </a:fld>
            <a:endParaRPr sz="1300" b="0" i="0" u="none" strike="noStrike" cap="none">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18865684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6">
          <a:extLst>
            <a:ext uri="{FF2B5EF4-FFF2-40B4-BE49-F238E27FC236}">
              <a16:creationId xmlns:a16="http://schemas.microsoft.com/office/drawing/2014/main" id="{F46B0170-191C-B4C9-4387-5E2E911A4EF9}"/>
            </a:ext>
          </a:extLst>
        </p:cNvPr>
        <p:cNvGrpSpPr/>
        <p:nvPr/>
      </p:nvGrpSpPr>
      <p:grpSpPr>
        <a:xfrm>
          <a:off x="0" y="0"/>
          <a:ext cx="0" cy="0"/>
          <a:chOff x="0" y="0"/>
          <a:chExt cx="0" cy="0"/>
        </a:xfrm>
      </p:grpSpPr>
      <p:sp>
        <p:nvSpPr>
          <p:cNvPr id="1737" name="Google Shape;1737;g3b23322d595_2_790:notes">
            <a:extLst>
              <a:ext uri="{FF2B5EF4-FFF2-40B4-BE49-F238E27FC236}">
                <a16:creationId xmlns:a16="http://schemas.microsoft.com/office/drawing/2014/main" id="{3D7EB908-122E-46D9-68CF-E1611518BF64}"/>
              </a:ext>
            </a:extLst>
          </p:cNvPr>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1738" name="Google Shape;1738;g3b23322d595_2_790:notes">
            <a:extLst>
              <a:ext uri="{FF2B5EF4-FFF2-40B4-BE49-F238E27FC236}">
                <a16:creationId xmlns:a16="http://schemas.microsoft.com/office/drawing/2014/main" id="{F3E5541D-AC1D-CCBC-C080-7C306B8A88D1}"/>
              </a:ext>
            </a:extLst>
          </p:cNvPr>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1739" name="Google Shape;1739;g3b23322d595_2_790:notes">
            <a:extLst>
              <a:ext uri="{FF2B5EF4-FFF2-40B4-BE49-F238E27FC236}">
                <a16:creationId xmlns:a16="http://schemas.microsoft.com/office/drawing/2014/main" id="{2CCC5956-C3DB-CA03-1F6B-1D0597B1AA98}"/>
              </a:ext>
            </a:extLst>
          </p:cNvPr>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55</a:t>
            </a:fld>
            <a:endParaRPr sz="1300" b="0" i="0" u="none" strike="noStrike" cap="none">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20675314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43"/>
        <p:cNvGrpSpPr/>
        <p:nvPr/>
      </p:nvGrpSpPr>
      <p:grpSpPr>
        <a:xfrm>
          <a:off x="0" y="0"/>
          <a:ext cx="0" cy="0"/>
          <a:chOff x="0" y="0"/>
          <a:chExt cx="0" cy="0"/>
        </a:xfrm>
      </p:grpSpPr>
      <p:sp>
        <p:nvSpPr>
          <p:cNvPr id="1644" name="Google Shape;1644;g3b23322d595_2_700: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1645" name="Google Shape;1645;g3b23322d595_2_700: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1646" name="Google Shape;1646;g3b23322d595_2_700: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56</a:t>
            </a:fld>
            <a:endParaRPr sz="1300" b="0" i="0" u="none" strike="noStrike" cap="none">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87992236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5">
          <a:extLst>
            <a:ext uri="{FF2B5EF4-FFF2-40B4-BE49-F238E27FC236}">
              <a16:creationId xmlns:a16="http://schemas.microsoft.com/office/drawing/2014/main" id="{CD36825E-3C1D-C8D2-F394-BF5E520442BE}"/>
            </a:ext>
          </a:extLst>
        </p:cNvPr>
        <p:cNvGrpSpPr/>
        <p:nvPr/>
      </p:nvGrpSpPr>
      <p:grpSpPr>
        <a:xfrm>
          <a:off x="0" y="0"/>
          <a:ext cx="0" cy="0"/>
          <a:chOff x="0" y="0"/>
          <a:chExt cx="0" cy="0"/>
        </a:xfrm>
      </p:grpSpPr>
      <p:sp>
        <p:nvSpPr>
          <p:cNvPr id="1596" name="Google Shape;1596;g3b23322d595_2_653:notes">
            <a:extLst>
              <a:ext uri="{FF2B5EF4-FFF2-40B4-BE49-F238E27FC236}">
                <a16:creationId xmlns:a16="http://schemas.microsoft.com/office/drawing/2014/main" id="{D491CAE7-B7E2-3EB6-9740-267BE339B7D8}"/>
              </a:ext>
            </a:extLst>
          </p:cNvPr>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1597" name="Google Shape;1597;g3b23322d595_2_653:notes">
            <a:extLst>
              <a:ext uri="{FF2B5EF4-FFF2-40B4-BE49-F238E27FC236}">
                <a16:creationId xmlns:a16="http://schemas.microsoft.com/office/drawing/2014/main" id="{606523C7-0D1D-A812-7F24-6191A0AF8B80}"/>
              </a:ext>
            </a:extLst>
          </p:cNvPr>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1598" name="Google Shape;1598;g3b23322d595_2_653:notes">
            <a:extLst>
              <a:ext uri="{FF2B5EF4-FFF2-40B4-BE49-F238E27FC236}">
                <a16:creationId xmlns:a16="http://schemas.microsoft.com/office/drawing/2014/main" id="{F3D148FA-52D8-0431-B6BD-56F1330DF147}"/>
              </a:ext>
            </a:extLst>
          </p:cNvPr>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57</a:t>
            </a:fld>
            <a:endParaRPr sz="1300" b="0" i="0" u="none" strike="noStrike" cap="none">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04323867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4"/>
        <p:cNvGrpSpPr/>
        <p:nvPr/>
      </p:nvGrpSpPr>
      <p:grpSpPr>
        <a:xfrm>
          <a:off x="0" y="0"/>
          <a:ext cx="0" cy="0"/>
          <a:chOff x="0" y="0"/>
          <a:chExt cx="0" cy="0"/>
        </a:xfrm>
      </p:grpSpPr>
      <p:sp>
        <p:nvSpPr>
          <p:cNvPr id="1505" name="Google Shape;1505;g3b23322d595_2_565: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06" name="Google Shape;1506;g3b23322d595_2_565: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6350" algn="l" rtl="0">
              <a:lnSpc>
                <a:spcPct val="100000"/>
              </a:lnSpc>
              <a:spcBef>
                <a:spcPts val="0"/>
              </a:spcBef>
              <a:spcAft>
                <a:spcPts val="0"/>
              </a:spcAft>
              <a:buClr>
                <a:schemeClr val="dk1"/>
              </a:buClr>
              <a:buSzPts val="1300"/>
              <a:buFont typeface="Calibri"/>
              <a:buChar char="-"/>
            </a:pPr>
            <a:r>
              <a:rPr lang="en-US" sz="1500"/>
              <a:t>Sources for all data points are available in the footnotes</a:t>
            </a:r>
            <a:endParaRPr sz="1500"/>
          </a:p>
          <a:p>
            <a:pPr marL="0" lvl="0" indent="-6350" algn="l" rtl="0">
              <a:lnSpc>
                <a:spcPct val="100000"/>
              </a:lnSpc>
              <a:spcBef>
                <a:spcPts val="0"/>
              </a:spcBef>
              <a:spcAft>
                <a:spcPts val="0"/>
              </a:spcAft>
              <a:buClr>
                <a:schemeClr val="dk1"/>
              </a:buClr>
              <a:buSzPts val="1300"/>
              <a:buFont typeface="Calibri"/>
              <a:buChar char="-"/>
            </a:pPr>
            <a:r>
              <a:rPr lang="en-US" sz="1500"/>
              <a:t>This chart further supports the view that alternative search platforms have expanded the total addressable market rather than purely taking share from traditional search</a:t>
            </a:r>
            <a:endParaRPr sz="1500"/>
          </a:p>
          <a:p>
            <a:pPr marL="0" lvl="0" indent="-6350" algn="l" rtl="0">
              <a:lnSpc>
                <a:spcPct val="100000"/>
              </a:lnSpc>
              <a:spcBef>
                <a:spcPts val="0"/>
              </a:spcBef>
              <a:spcAft>
                <a:spcPts val="0"/>
              </a:spcAft>
              <a:buClr>
                <a:schemeClr val="dk1"/>
              </a:buClr>
              <a:buSzPts val="1300"/>
              <a:buFont typeface="Calibri"/>
              <a:buChar char="-"/>
            </a:pPr>
            <a:r>
              <a:rPr lang="en-US" sz="1500"/>
              <a:t>Alternative search platforms have sustained strong growth since 2019. YouTube has reached 2.5 billion monthly users, Amazon's MAUs have grown 44%, and TikTok has seen 400% growth to 1.6 billion users</a:t>
            </a:r>
            <a:endParaRPr sz="1500"/>
          </a:p>
          <a:p>
            <a:pPr marL="0" lvl="0" indent="-6350" algn="l" rtl="0">
              <a:lnSpc>
                <a:spcPct val="100000"/>
              </a:lnSpc>
              <a:spcBef>
                <a:spcPts val="0"/>
              </a:spcBef>
              <a:spcAft>
                <a:spcPts val="0"/>
              </a:spcAft>
              <a:buClr>
                <a:schemeClr val="dk1"/>
              </a:buClr>
              <a:buSzPts val="1300"/>
              <a:buFont typeface="Calibri"/>
              <a:buChar char="-"/>
            </a:pPr>
            <a:r>
              <a:rPr lang="en-US" sz="1500"/>
              <a:t>Meanwhile, Google's daily search volume has declined only marginally from 8.5 billion to 8.3 billion searches between 2022 and 2024. And importantly, during the same period, Google's ad revenue has actually increased from $224 billion to $265 billion.</a:t>
            </a:r>
            <a:endParaRPr sz="1500"/>
          </a:p>
          <a:p>
            <a:pPr marL="0" lvl="0" indent="-6350" algn="l" rtl="0">
              <a:lnSpc>
                <a:spcPct val="100000"/>
              </a:lnSpc>
              <a:spcBef>
                <a:spcPts val="0"/>
              </a:spcBef>
              <a:spcAft>
                <a:spcPts val="0"/>
              </a:spcAft>
              <a:buClr>
                <a:schemeClr val="dk1"/>
              </a:buClr>
              <a:buSzPts val="1300"/>
              <a:buFont typeface="Calibri"/>
              <a:buChar char="-"/>
            </a:pPr>
            <a:r>
              <a:rPr lang="en-US" sz="1500"/>
              <a:t>This demonstrates that new search platforms are expanding the overall market rather than simply cannibalizing Google's business, a pattern we believe may repeat with AI-driven search</a:t>
            </a:r>
            <a:endParaRPr sz="1500"/>
          </a:p>
          <a:p>
            <a:pPr marL="0" lvl="0" indent="0" algn="l" rtl="0">
              <a:lnSpc>
                <a:spcPct val="100000"/>
              </a:lnSpc>
              <a:spcBef>
                <a:spcPts val="0"/>
              </a:spcBef>
              <a:spcAft>
                <a:spcPts val="0"/>
              </a:spcAft>
              <a:buClr>
                <a:schemeClr val="dk1"/>
              </a:buClr>
              <a:buSzPts val="1500"/>
              <a:buFont typeface="Arial"/>
              <a:buNone/>
            </a:pPr>
            <a:endParaRPr sz="1500"/>
          </a:p>
        </p:txBody>
      </p:sp>
      <p:sp>
        <p:nvSpPr>
          <p:cNvPr id="1507" name="Google Shape;1507;g3b23322d595_2_565: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58</a:t>
            </a:fld>
            <a:endParaRPr sz="1300" b="0" i="0" u="none" strike="noStrike" cap="none">
              <a:solidFill>
                <a:schemeClr val="dk1"/>
              </a:solidFill>
              <a:latin typeface="Calibri"/>
              <a:ea typeface="Calibri"/>
              <a:cs typeface="Calibri"/>
              <a:sym typeface="Calibri"/>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1"/>
        <p:cNvGrpSpPr/>
        <p:nvPr/>
      </p:nvGrpSpPr>
      <p:grpSpPr>
        <a:xfrm>
          <a:off x="0" y="0"/>
          <a:ext cx="0" cy="0"/>
          <a:chOff x="0" y="0"/>
          <a:chExt cx="0" cy="0"/>
        </a:xfrm>
      </p:grpSpPr>
      <p:sp>
        <p:nvSpPr>
          <p:cNvPr id="1332" name="Google Shape;1332;g3b23322d595_2_396: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1333" name="Google Shape;1333;g3b23322d595_2_396: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08716392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0"/>
        <p:cNvGrpSpPr/>
        <p:nvPr/>
      </p:nvGrpSpPr>
      <p:grpSpPr>
        <a:xfrm>
          <a:off x="0" y="0"/>
          <a:ext cx="0" cy="0"/>
          <a:chOff x="0" y="0"/>
          <a:chExt cx="0" cy="0"/>
        </a:xfrm>
      </p:grpSpPr>
      <p:sp>
        <p:nvSpPr>
          <p:cNvPr id="1271" name="Google Shape;1271;g3b23322d595_2_337: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1272" name="Google Shape;1272;g3b23322d595_2_337: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427760862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0">
          <a:extLst>
            <a:ext uri="{FF2B5EF4-FFF2-40B4-BE49-F238E27FC236}">
              <a16:creationId xmlns:a16="http://schemas.microsoft.com/office/drawing/2014/main" id="{75330D0A-A316-F6F8-B1B7-783A2998BBB2}"/>
            </a:ext>
          </a:extLst>
        </p:cNvPr>
        <p:cNvGrpSpPr/>
        <p:nvPr/>
      </p:nvGrpSpPr>
      <p:grpSpPr>
        <a:xfrm>
          <a:off x="0" y="0"/>
          <a:ext cx="0" cy="0"/>
          <a:chOff x="0" y="0"/>
          <a:chExt cx="0" cy="0"/>
        </a:xfrm>
      </p:grpSpPr>
      <p:sp>
        <p:nvSpPr>
          <p:cNvPr id="1271" name="Google Shape;1271;g3b23322d595_2_337:notes">
            <a:extLst>
              <a:ext uri="{FF2B5EF4-FFF2-40B4-BE49-F238E27FC236}">
                <a16:creationId xmlns:a16="http://schemas.microsoft.com/office/drawing/2014/main" id="{A1CE631E-8EBF-2827-24B0-2B909493EB32}"/>
              </a:ext>
            </a:extLst>
          </p:cNvPr>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1272" name="Google Shape;1272;g3b23322d595_2_337:notes">
            <a:extLst>
              <a:ext uri="{FF2B5EF4-FFF2-40B4-BE49-F238E27FC236}">
                <a16:creationId xmlns:a16="http://schemas.microsoft.com/office/drawing/2014/main" id="{F640E522-A0C1-E89B-12B2-F45C08DE2CAA}"/>
              </a:ext>
            </a:extLst>
          </p:cNvPr>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377670612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6">
          <a:extLst>
            <a:ext uri="{FF2B5EF4-FFF2-40B4-BE49-F238E27FC236}">
              <a16:creationId xmlns:a16="http://schemas.microsoft.com/office/drawing/2014/main" id="{B5CF8DCB-AC41-0A4D-0C20-82DA2B920C1A}"/>
            </a:ext>
          </a:extLst>
        </p:cNvPr>
        <p:cNvGrpSpPr/>
        <p:nvPr/>
      </p:nvGrpSpPr>
      <p:grpSpPr>
        <a:xfrm>
          <a:off x="0" y="0"/>
          <a:ext cx="0" cy="0"/>
          <a:chOff x="0" y="0"/>
          <a:chExt cx="0" cy="0"/>
        </a:xfrm>
      </p:grpSpPr>
      <p:sp>
        <p:nvSpPr>
          <p:cNvPr id="1567" name="Google Shape;1567;g3b23322d595_2_625:notes">
            <a:extLst>
              <a:ext uri="{FF2B5EF4-FFF2-40B4-BE49-F238E27FC236}">
                <a16:creationId xmlns:a16="http://schemas.microsoft.com/office/drawing/2014/main" id="{3D31DBB4-DF55-3CC4-5BA6-4404E5312EDF}"/>
              </a:ext>
            </a:extLst>
          </p:cNvPr>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68" name="Google Shape;1568;g3b23322d595_2_625:notes">
            <a:extLst>
              <a:ext uri="{FF2B5EF4-FFF2-40B4-BE49-F238E27FC236}">
                <a16:creationId xmlns:a16="http://schemas.microsoft.com/office/drawing/2014/main" id="{C1A1A71E-97F7-BDA7-FA64-4C00D65F29EE}"/>
              </a:ext>
            </a:extLst>
          </p:cNvPr>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1569" name="Google Shape;1569;g3b23322d595_2_625:notes">
            <a:extLst>
              <a:ext uri="{FF2B5EF4-FFF2-40B4-BE49-F238E27FC236}">
                <a16:creationId xmlns:a16="http://schemas.microsoft.com/office/drawing/2014/main" id="{FDB666CA-20F1-1FC9-B20E-53C40B98A76D}"/>
              </a:ext>
            </a:extLst>
          </p:cNvPr>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62</a:t>
            </a:fld>
            <a:endParaRPr sz="1300" b="0" i="0" u="none" strike="noStrike" cap="none">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419952773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5"/>
        <p:cNvGrpSpPr/>
        <p:nvPr/>
      </p:nvGrpSpPr>
      <p:grpSpPr>
        <a:xfrm>
          <a:off x="0" y="0"/>
          <a:ext cx="0" cy="0"/>
          <a:chOff x="0" y="0"/>
          <a:chExt cx="0" cy="0"/>
        </a:xfrm>
      </p:grpSpPr>
      <p:sp>
        <p:nvSpPr>
          <p:cNvPr id="1756" name="Google Shape;1756;g3b23322d595_2_808: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1757" name="Google Shape;1757;g3b23322d595_2_808: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1758" name="Google Shape;1758;g3b23322d595_2_808: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63</a:t>
            </a:fld>
            <a:endParaRPr sz="1300" b="0" i="0" u="none" strike="noStrike" cap="none">
              <a:solidFill>
                <a:schemeClr val="dk1"/>
              </a:solidFill>
              <a:latin typeface="Calibri"/>
              <a:ea typeface="Calibri"/>
              <a:cs typeface="Calibri"/>
              <a:sym typeface="Calibri"/>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9"/>
        <p:cNvGrpSpPr/>
        <p:nvPr/>
      </p:nvGrpSpPr>
      <p:grpSpPr>
        <a:xfrm>
          <a:off x="0" y="0"/>
          <a:ext cx="0" cy="0"/>
          <a:chOff x="0" y="0"/>
          <a:chExt cx="0" cy="0"/>
        </a:xfrm>
      </p:grpSpPr>
      <p:sp>
        <p:nvSpPr>
          <p:cNvPr id="1770" name="Google Shape;1770;g3b23322d595_2_821: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1771" name="Google Shape;1771;g3b23322d595_2_821: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1772" name="Google Shape;1772;g3b23322d595_2_821: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64</a:t>
            </a:fld>
            <a:endParaRPr sz="1300" b="0" i="0" u="none" strike="noStrike" cap="none">
              <a:solidFill>
                <a:schemeClr val="dk1"/>
              </a:solidFill>
              <a:latin typeface="Calibri"/>
              <a:ea typeface="Calibri"/>
              <a:cs typeface="Calibri"/>
              <a:sym typeface="Calibri"/>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63"/>
        <p:cNvGrpSpPr/>
        <p:nvPr/>
      </p:nvGrpSpPr>
      <p:grpSpPr>
        <a:xfrm>
          <a:off x="0" y="0"/>
          <a:ext cx="0" cy="0"/>
          <a:chOff x="0" y="0"/>
          <a:chExt cx="0" cy="0"/>
        </a:xfrm>
      </p:grpSpPr>
      <p:sp>
        <p:nvSpPr>
          <p:cNvPr id="2864" name="Google Shape;2864;g3b23322d595_2_1884:notes"/>
          <p:cNvSpPr txBox="1">
            <a:spLocks noGrp="1"/>
          </p:cNvSpPr>
          <p:nvPr>
            <p:ph type="body" idx="1"/>
          </p:nvPr>
        </p:nvSpPr>
        <p:spPr>
          <a:xfrm>
            <a:off x="887794" y="5348895"/>
            <a:ext cx="7102282" cy="4376518"/>
          </a:xfrm>
          <a:prstGeom prst="rect">
            <a:avLst/>
          </a:prstGeom>
          <a:noFill/>
          <a:ln>
            <a:noFill/>
          </a:ln>
        </p:spPr>
        <p:txBody>
          <a:bodyPr spcFirstLastPara="1" wrap="square" lIns="115475" tIns="57725" rIns="115475" bIns="57725" anchor="t" anchorCtr="0">
            <a:noAutofit/>
          </a:bodyPr>
          <a:lstStyle/>
          <a:p>
            <a:pPr marL="0" lvl="0" indent="0" algn="l" rtl="0">
              <a:lnSpc>
                <a:spcPct val="100000"/>
              </a:lnSpc>
              <a:spcBef>
                <a:spcPts val="0"/>
              </a:spcBef>
              <a:spcAft>
                <a:spcPts val="0"/>
              </a:spcAft>
              <a:buClr>
                <a:schemeClr val="dk1"/>
              </a:buClr>
              <a:buSzPts val="1500"/>
              <a:buFont typeface="Calibri"/>
              <a:buNone/>
            </a:pPr>
            <a:endParaRPr sz="1700"/>
          </a:p>
        </p:txBody>
      </p:sp>
      <p:sp>
        <p:nvSpPr>
          <p:cNvPr id="2865" name="Google Shape;2865;g3b23322d595_2_1884:notes"/>
          <p:cNvSpPr>
            <a:spLocks noGrp="1" noRot="1" noChangeAspect="1"/>
          </p:cNvSpPr>
          <p:nvPr>
            <p:ph type="sldImg" idx="2"/>
          </p:nvPr>
        </p:nvSpPr>
        <p:spPr>
          <a:xfrm>
            <a:off x="1106488" y="1390650"/>
            <a:ext cx="6665912" cy="374967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85"/>
        <p:cNvGrpSpPr/>
        <p:nvPr/>
      </p:nvGrpSpPr>
      <p:grpSpPr>
        <a:xfrm>
          <a:off x="0" y="0"/>
          <a:ext cx="0" cy="0"/>
          <a:chOff x="0" y="0"/>
          <a:chExt cx="0" cy="0"/>
        </a:xfrm>
      </p:grpSpPr>
      <p:sp>
        <p:nvSpPr>
          <p:cNvPr id="2886" name="Google Shape;2886;g3b23322d595_2_1904:notes"/>
          <p:cNvSpPr txBox="1">
            <a:spLocks noGrp="1"/>
          </p:cNvSpPr>
          <p:nvPr>
            <p:ph type="body" idx="1"/>
          </p:nvPr>
        </p:nvSpPr>
        <p:spPr>
          <a:xfrm>
            <a:off x="887794" y="5348895"/>
            <a:ext cx="7102282" cy="4376518"/>
          </a:xfrm>
          <a:prstGeom prst="rect">
            <a:avLst/>
          </a:prstGeom>
          <a:noFill/>
          <a:ln>
            <a:noFill/>
          </a:ln>
        </p:spPr>
        <p:txBody>
          <a:bodyPr spcFirstLastPara="1" wrap="square" lIns="115475" tIns="57725" rIns="115475" bIns="57725" anchor="t" anchorCtr="0">
            <a:noAutofit/>
          </a:bodyPr>
          <a:lstStyle/>
          <a:p>
            <a:pPr marL="0" lvl="0" indent="0" algn="l" rtl="0">
              <a:lnSpc>
                <a:spcPct val="100000"/>
              </a:lnSpc>
              <a:spcBef>
                <a:spcPts val="0"/>
              </a:spcBef>
              <a:spcAft>
                <a:spcPts val="0"/>
              </a:spcAft>
              <a:buClr>
                <a:schemeClr val="dk1"/>
              </a:buClr>
              <a:buSzPts val="1500"/>
              <a:buFont typeface="Calibri"/>
              <a:buNone/>
            </a:pPr>
            <a:endParaRPr sz="1700"/>
          </a:p>
        </p:txBody>
      </p:sp>
      <p:sp>
        <p:nvSpPr>
          <p:cNvPr id="2887" name="Google Shape;2887;g3b23322d595_2_1904:notes"/>
          <p:cNvSpPr>
            <a:spLocks noGrp="1" noRot="1" noChangeAspect="1"/>
          </p:cNvSpPr>
          <p:nvPr>
            <p:ph type="sldImg" idx="2"/>
          </p:nvPr>
        </p:nvSpPr>
        <p:spPr>
          <a:xfrm>
            <a:off x="1106488" y="1390650"/>
            <a:ext cx="6665912" cy="374967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4"/>
        <p:cNvGrpSpPr/>
        <p:nvPr/>
      </p:nvGrpSpPr>
      <p:grpSpPr>
        <a:xfrm>
          <a:off x="0" y="0"/>
          <a:ext cx="0" cy="0"/>
          <a:chOff x="0" y="0"/>
          <a:chExt cx="0" cy="0"/>
        </a:xfrm>
      </p:grpSpPr>
      <p:sp>
        <p:nvSpPr>
          <p:cNvPr id="2365" name="Google Shape;2365;g3b23322d595_2_1403: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2366" name="Google Shape;2366;g3b23322d595_2_1403: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82874053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4">
          <a:extLst>
            <a:ext uri="{FF2B5EF4-FFF2-40B4-BE49-F238E27FC236}">
              <a16:creationId xmlns:a16="http://schemas.microsoft.com/office/drawing/2014/main" id="{A29F1CA7-39EE-157E-BE1F-29CE10286624}"/>
            </a:ext>
          </a:extLst>
        </p:cNvPr>
        <p:cNvGrpSpPr/>
        <p:nvPr/>
      </p:nvGrpSpPr>
      <p:grpSpPr>
        <a:xfrm>
          <a:off x="0" y="0"/>
          <a:ext cx="0" cy="0"/>
          <a:chOff x="0" y="0"/>
          <a:chExt cx="0" cy="0"/>
        </a:xfrm>
      </p:grpSpPr>
      <p:sp>
        <p:nvSpPr>
          <p:cNvPr id="2365" name="Google Shape;2365;g3b23322d595_2_1403:notes">
            <a:extLst>
              <a:ext uri="{FF2B5EF4-FFF2-40B4-BE49-F238E27FC236}">
                <a16:creationId xmlns:a16="http://schemas.microsoft.com/office/drawing/2014/main" id="{D2C74F3E-CF4B-AA43-03A9-BD4003C847E8}"/>
              </a:ext>
            </a:extLst>
          </p:cNvPr>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2366" name="Google Shape;2366;g3b23322d595_2_1403:notes">
            <a:extLst>
              <a:ext uri="{FF2B5EF4-FFF2-40B4-BE49-F238E27FC236}">
                <a16:creationId xmlns:a16="http://schemas.microsoft.com/office/drawing/2014/main" id="{DA22DC08-B2F0-8829-7976-0D51960B539C}"/>
              </a:ext>
            </a:extLst>
          </p:cNvPr>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309638789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4">
          <a:extLst>
            <a:ext uri="{FF2B5EF4-FFF2-40B4-BE49-F238E27FC236}">
              <a16:creationId xmlns:a16="http://schemas.microsoft.com/office/drawing/2014/main" id="{96F35463-1BD0-AB7F-064A-4744E061849C}"/>
            </a:ext>
          </a:extLst>
        </p:cNvPr>
        <p:cNvGrpSpPr/>
        <p:nvPr/>
      </p:nvGrpSpPr>
      <p:grpSpPr>
        <a:xfrm>
          <a:off x="0" y="0"/>
          <a:ext cx="0" cy="0"/>
          <a:chOff x="0" y="0"/>
          <a:chExt cx="0" cy="0"/>
        </a:xfrm>
      </p:grpSpPr>
      <p:sp>
        <p:nvSpPr>
          <p:cNvPr id="2365" name="Google Shape;2365;g3b23322d595_2_1403:notes">
            <a:extLst>
              <a:ext uri="{FF2B5EF4-FFF2-40B4-BE49-F238E27FC236}">
                <a16:creationId xmlns:a16="http://schemas.microsoft.com/office/drawing/2014/main" id="{1E8F1F2B-1375-ADC1-CDC8-614AFF5AB608}"/>
              </a:ext>
            </a:extLst>
          </p:cNvPr>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2366" name="Google Shape;2366;g3b23322d595_2_1403:notes">
            <a:extLst>
              <a:ext uri="{FF2B5EF4-FFF2-40B4-BE49-F238E27FC236}">
                <a16:creationId xmlns:a16="http://schemas.microsoft.com/office/drawing/2014/main" id="{0D3B9047-6FB5-29E9-0230-3F4A15DAF71F}"/>
              </a:ext>
            </a:extLst>
          </p:cNvPr>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42116155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3">
          <a:extLst>
            <a:ext uri="{FF2B5EF4-FFF2-40B4-BE49-F238E27FC236}">
              <a16:creationId xmlns:a16="http://schemas.microsoft.com/office/drawing/2014/main" id="{10EA0545-1C8F-36FD-5896-B02CBEC80020}"/>
            </a:ext>
          </a:extLst>
        </p:cNvPr>
        <p:cNvGrpSpPr/>
        <p:nvPr/>
      </p:nvGrpSpPr>
      <p:grpSpPr>
        <a:xfrm>
          <a:off x="0" y="0"/>
          <a:ext cx="0" cy="0"/>
          <a:chOff x="0" y="0"/>
          <a:chExt cx="0" cy="0"/>
        </a:xfrm>
      </p:grpSpPr>
      <p:sp>
        <p:nvSpPr>
          <p:cNvPr id="494" name="Google Shape;494;g3b30dcd6380_2_0:notes">
            <a:extLst>
              <a:ext uri="{FF2B5EF4-FFF2-40B4-BE49-F238E27FC236}">
                <a16:creationId xmlns:a16="http://schemas.microsoft.com/office/drawing/2014/main" id="{952F8430-797A-6987-2A6B-1540471E49DB}"/>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495" name="Google Shape;495;g3b30dcd6380_2_0:notes">
            <a:extLst>
              <a:ext uri="{FF2B5EF4-FFF2-40B4-BE49-F238E27FC236}">
                <a16:creationId xmlns:a16="http://schemas.microsoft.com/office/drawing/2014/main" id="{8F80D5C3-0DB6-F6EB-4E58-4988924BD433}"/>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496" name="Google Shape;496;g3b30dcd6380_2_0:notes">
            <a:extLst>
              <a:ext uri="{FF2B5EF4-FFF2-40B4-BE49-F238E27FC236}">
                <a16:creationId xmlns:a16="http://schemas.microsoft.com/office/drawing/2014/main" id="{5331BA19-7D1F-F0CE-4AF1-A01FDE701302}"/>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70</a:t>
            </a:fld>
            <a:endParaRPr sz="1200" b="0" i="0" u="none" strike="noStrike" cap="none">
              <a:solidFill>
                <a:schemeClr val="dk1"/>
              </a:solidFill>
            </a:endParaRPr>
          </a:p>
        </p:txBody>
      </p:sp>
    </p:spTree>
    <p:extLst>
      <p:ext uri="{BB962C8B-B14F-4D97-AF65-F5344CB8AC3E}">
        <p14:creationId xmlns:p14="http://schemas.microsoft.com/office/powerpoint/2010/main" val="13280189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3">
          <a:extLst>
            <a:ext uri="{FF2B5EF4-FFF2-40B4-BE49-F238E27FC236}">
              <a16:creationId xmlns:a16="http://schemas.microsoft.com/office/drawing/2014/main" id="{EFEC58E7-1C93-74A6-51AA-94B1F2422F26}"/>
            </a:ext>
          </a:extLst>
        </p:cNvPr>
        <p:cNvGrpSpPr/>
        <p:nvPr/>
      </p:nvGrpSpPr>
      <p:grpSpPr>
        <a:xfrm>
          <a:off x="0" y="0"/>
          <a:ext cx="0" cy="0"/>
          <a:chOff x="0" y="0"/>
          <a:chExt cx="0" cy="0"/>
        </a:xfrm>
      </p:grpSpPr>
      <p:sp>
        <p:nvSpPr>
          <p:cNvPr id="494" name="Google Shape;494;g3b30dcd6380_2_0:notes">
            <a:extLst>
              <a:ext uri="{FF2B5EF4-FFF2-40B4-BE49-F238E27FC236}">
                <a16:creationId xmlns:a16="http://schemas.microsoft.com/office/drawing/2014/main" id="{3122118B-0B57-05C7-6666-8C330806CB03}"/>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495" name="Google Shape;495;g3b30dcd6380_2_0:notes">
            <a:extLst>
              <a:ext uri="{FF2B5EF4-FFF2-40B4-BE49-F238E27FC236}">
                <a16:creationId xmlns:a16="http://schemas.microsoft.com/office/drawing/2014/main" id="{ED288BD3-6146-6467-0AB5-F77B6220178C}"/>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a:latin typeface="IBM Plex Sans"/>
              <a:ea typeface="IBM Plex Sans"/>
              <a:cs typeface="IBM Plex Sans"/>
              <a:sym typeface="IBM Plex Sans"/>
            </a:endParaRPr>
          </a:p>
        </p:txBody>
      </p:sp>
      <p:sp>
        <p:nvSpPr>
          <p:cNvPr id="496" name="Google Shape;496;g3b30dcd6380_2_0:notes">
            <a:extLst>
              <a:ext uri="{FF2B5EF4-FFF2-40B4-BE49-F238E27FC236}">
                <a16:creationId xmlns:a16="http://schemas.microsoft.com/office/drawing/2014/main" id="{A9E57A13-8B3E-AF08-C4F2-EF9EF6198F92}"/>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71</a:t>
            </a:fld>
            <a:endParaRPr sz="1200" b="0" i="0" u="none" strike="noStrike" cap="none">
              <a:solidFill>
                <a:schemeClr val="dk1"/>
              </a:solidFill>
            </a:endParaRPr>
          </a:p>
        </p:txBody>
      </p:sp>
    </p:spTree>
    <p:extLst>
      <p:ext uri="{BB962C8B-B14F-4D97-AF65-F5344CB8AC3E}">
        <p14:creationId xmlns:p14="http://schemas.microsoft.com/office/powerpoint/2010/main" val="66366511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0"/>
        <p:cNvGrpSpPr/>
        <p:nvPr/>
      </p:nvGrpSpPr>
      <p:grpSpPr>
        <a:xfrm>
          <a:off x="0" y="0"/>
          <a:ext cx="0" cy="0"/>
          <a:chOff x="0" y="0"/>
          <a:chExt cx="0" cy="0"/>
        </a:xfrm>
      </p:grpSpPr>
      <p:sp>
        <p:nvSpPr>
          <p:cNvPr id="2261" name="Google Shape;2261;g3b23322d595_2_1303: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2262" name="Google Shape;2262;g3b23322d595_2_1303: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50565163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05"/>
        <p:cNvGrpSpPr/>
        <p:nvPr/>
      </p:nvGrpSpPr>
      <p:grpSpPr>
        <a:xfrm>
          <a:off x="0" y="0"/>
          <a:ext cx="0" cy="0"/>
          <a:chOff x="0" y="0"/>
          <a:chExt cx="0" cy="0"/>
        </a:xfrm>
      </p:grpSpPr>
      <p:sp>
        <p:nvSpPr>
          <p:cNvPr id="2306" name="Google Shape;2306;g3b23322d595_2_1346: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2307" name="Google Shape;2307;g3b23322d595_2_1346: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570840623"/>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2"/>
        <p:cNvGrpSpPr/>
        <p:nvPr/>
      </p:nvGrpSpPr>
      <p:grpSpPr>
        <a:xfrm>
          <a:off x="0" y="0"/>
          <a:ext cx="0" cy="0"/>
          <a:chOff x="0" y="0"/>
          <a:chExt cx="0" cy="0"/>
        </a:xfrm>
      </p:grpSpPr>
      <p:sp>
        <p:nvSpPr>
          <p:cNvPr id="1473" name="Google Shape;1473;g3b23322d595_2_535: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1474" name="Google Shape;1474;g3b23322d595_2_535: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Tree>
    <p:extLst>
      <p:ext uri="{BB962C8B-B14F-4D97-AF65-F5344CB8AC3E}">
        <p14:creationId xmlns:p14="http://schemas.microsoft.com/office/powerpoint/2010/main" val="364583702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0"/>
        <p:cNvGrpSpPr/>
        <p:nvPr/>
      </p:nvGrpSpPr>
      <p:grpSpPr>
        <a:xfrm>
          <a:off x="0" y="0"/>
          <a:ext cx="0" cy="0"/>
          <a:chOff x="0" y="0"/>
          <a:chExt cx="0" cy="0"/>
        </a:xfrm>
      </p:grpSpPr>
      <p:sp>
        <p:nvSpPr>
          <p:cNvPr id="2151" name="Google Shape;2151;g3b23322d595_2_1194: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2152" name="Google Shape;2152;g3b23322d595_2_1194: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2"/>
        <p:cNvGrpSpPr/>
        <p:nvPr/>
      </p:nvGrpSpPr>
      <p:grpSpPr>
        <a:xfrm>
          <a:off x="0" y="0"/>
          <a:ext cx="0" cy="0"/>
          <a:chOff x="0" y="0"/>
          <a:chExt cx="0" cy="0"/>
        </a:xfrm>
      </p:grpSpPr>
      <p:sp>
        <p:nvSpPr>
          <p:cNvPr id="2643" name="Google Shape;2643;g3b23322d595_2_1673:notes"/>
          <p:cNvSpPr txBox="1">
            <a:spLocks noGrp="1"/>
          </p:cNvSpPr>
          <p:nvPr>
            <p:ph type="body" idx="1"/>
          </p:nvPr>
        </p:nvSpPr>
        <p:spPr>
          <a:xfrm>
            <a:off x="887794" y="5348895"/>
            <a:ext cx="7102123" cy="4376484"/>
          </a:xfrm>
          <a:prstGeom prst="rect">
            <a:avLst/>
          </a:prstGeom>
          <a:noFill/>
          <a:ln>
            <a:noFill/>
          </a:ln>
        </p:spPr>
        <p:txBody>
          <a:bodyPr spcFirstLastPara="1" wrap="square" lIns="115475" tIns="57725" rIns="115475" bIns="57725" anchor="t" anchorCtr="0">
            <a:noAutofit/>
          </a:bodyPr>
          <a:lstStyle/>
          <a:p>
            <a:pPr marL="0" lvl="0" indent="0" algn="l" rtl="0">
              <a:lnSpc>
                <a:spcPct val="100000"/>
              </a:lnSpc>
              <a:spcBef>
                <a:spcPts val="0"/>
              </a:spcBef>
              <a:spcAft>
                <a:spcPts val="0"/>
              </a:spcAft>
              <a:buClr>
                <a:schemeClr val="dk1"/>
              </a:buClr>
              <a:buSzPts val="1500"/>
              <a:buFont typeface="Calibri"/>
              <a:buNone/>
            </a:pPr>
            <a:endParaRPr sz="1700"/>
          </a:p>
        </p:txBody>
      </p:sp>
      <p:sp>
        <p:nvSpPr>
          <p:cNvPr id="2644" name="Google Shape;2644;g3b23322d595_2_1673:notes"/>
          <p:cNvSpPr>
            <a:spLocks noGrp="1" noRot="1" noChangeAspect="1"/>
          </p:cNvSpPr>
          <p:nvPr>
            <p:ph type="sldImg" idx="2"/>
          </p:nvPr>
        </p:nvSpPr>
        <p:spPr>
          <a:xfrm>
            <a:off x="1106488" y="1390650"/>
            <a:ext cx="6665912" cy="374967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70"/>
        <p:cNvGrpSpPr/>
        <p:nvPr/>
      </p:nvGrpSpPr>
      <p:grpSpPr>
        <a:xfrm>
          <a:off x="0" y="0"/>
          <a:ext cx="0" cy="0"/>
          <a:chOff x="0" y="0"/>
          <a:chExt cx="0" cy="0"/>
        </a:xfrm>
      </p:grpSpPr>
      <p:sp>
        <p:nvSpPr>
          <p:cNvPr id="2671" name="Google Shape;2671;g3b23322d595_2_1700:notes"/>
          <p:cNvSpPr txBox="1">
            <a:spLocks noGrp="1"/>
          </p:cNvSpPr>
          <p:nvPr>
            <p:ph type="body" idx="1"/>
          </p:nvPr>
        </p:nvSpPr>
        <p:spPr>
          <a:xfrm>
            <a:off x="832307" y="5094186"/>
            <a:ext cx="6658389" cy="4168112"/>
          </a:xfrm>
          <a:prstGeom prst="rect">
            <a:avLst/>
          </a:prstGeom>
          <a:noFill/>
          <a:ln>
            <a:noFill/>
          </a:ln>
        </p:spPr>
        <p:txBody>
          <a:bodyPr spcFirstLastPara="1" wrap="square" lIns="108825" tIns="54400" rIns="108825" bIns="54400" anchor="t" anchorCtr="0">
            <a:noAutofit/>
          </a:bodyPr>
          <a:lstStyle/>
          <a:p>
            <a:pPr marL="0" lvl="0" indent="0" algn="l" rtl="0">
              <a:lnSpc>
                <a:spcPct val="100000"/>
              </a:lnSpc>
              <a:spcBef>
                <a:spcPts val="0"/>
              </a:spcBef>
              <a:spcAft>
                <a:spcPts val="0"/>
              </a:spcAft>
              <a:buClr>
                <a:schemeClr val="dk1"/>
              </a:buClr>
              <a:buSzPts val="1400"/>
              <a:buFont typeface="Calibri"/>
              <a:buNone/>
            </a:pPr>
            <a:endParaRPr sz="1600"/>
          </a:p>
        </p:txBody>
      </p:sp>
      <p:sp>
        <p:nvSpPr>
          <p:cNvPr id="2672" name="Google Shape;2672;g3b23322d595_2_1700:notes"/>
          <p:cNvSpPr>
            <a:spLocks noGrp="1" noRot="1" noChangeAspect="1"/>
          </p:cNvSpPr>
          <p:nvPr>
            <p:ph type="sldImg" idx="2"/>
          </p:nvPr>
        </p:nvSpPr>
        <p:spPr>
          <a:xfrm>
            <a:off x="987425" y="1323975"/>
            <a:ext cx="6350000" cy="357187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7"/>
        <p:cNvGrpSpPr/>
        <p:nvPr/>
      </p:nvGrpSpPr>
      <p:grpSpPr>
        <a:xfrm>
          <a:off x="0" y="0"/>
          <a:ext cx="0" cy="0"/>
          <a:chOff x="0" y="0"/>
          <a:chExt cx="0" cy="0"/>
        </a:xfrm>
      </p:grpSpPr>
      <p:sp>
        <p:nvSpPr>
          <p:cNvPr id="2698" name="Google Shape;2698;g3b23322d595_2_1726:notes"/>
          <p:cNvSpPr txBox="1">
            <a:spLocks noGrp="1"/>
          </p:cNvSpPr>
          <p:nvPr>
            <p:ph type="body" idx="1"/>
          </p:nvPr>
        </p:nvSpPr>
        <p:spPr>
          <a:xfrm>
            <a:off x="832307" y="5094186"/>
            <a:ext cx="6658389" cy="4168112"/>
          </a:xfrm>
          <a:prstGeom prst="rect">
            <a:avLst/>
          </a:prstGeom>
          <a:noFill/>
          <a:ln>
            <a:noFill/>
          </a:ln>
        </p:spPr>
        <p:txBody>
          <a:bodyPr spcFirstLastPara="1" wrap="square" lIns="108825" tIns="54400" rIns="108825" bIns="54400" anchor="t" anchorCtr="0">
            <a:noAutofit/>
          </a:bodyPr>
          <a:lstStyle/>
          <a:p>
            <a:pPr marL="0" lvl="0" indent="0" algn="l" rtl="0">
              <a:lnSpc>
                <a:spcPct val="100000"/>
              </a:lnSpc>
              <a:spcBef>
                <a:spcPts val="0"/>
              </a:spcBef>
              <a:spcAft>
                <a:spcPts val="0"/>
              </a:spcAft>
              <a:buClr>
                <a:schemeClr val="dk1"/>
              </a:buClr>
              <a:buSzPts val="1400"/>
              <a:buFont typeface="Calibri"/>
              <a:buNone/>
            </a:pPr>
            <a:endParaRPr sz="1600"/>
          </a:p>
        </p:txBody>
      </p:sp>
      <p:sp>
        <p:nvSpPr>
          <p:cNvPr id="2699" name="Google Shape;2699;g3b23322d595_2_1726:notes"/>
          <p:cNvSpPr>
            <a:spLocks noGrp="1" noRot="1" noChangeAspect="1"/>
          </p:cNvSpPr>
          <p:nvPr>
            <p:ph type="sldImg" idx="2"/>
          </p:nvPr>
        </p:nvSpPr>
        <p:spPr>
          <a:xfrm>
            <a:off x="987425" y="1323975"/>
            <a:ext cx="6350000" cy="357187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7">
          <a:extLst>
            <a:ext uri="{FF2B5EF4-FFF2-40B4-BE49-F238E27FC236}">
              <a16:creationId xmlns:a16="http://schemas.microsoft.com/office/drawing/2014/main" id="{89537D33-A50A-90A2-D37D-D401FF505BAA}"/>
            </a:ext>
          </a:extLst>
        </p:cNvPr>
        <p:cNvGrpSpPr/>
        <p:nvPr/>
      </p:nvGrpSpPr>
      <p:grpSpPr>
        <a:xfrm>
          <a:off x="0" y="0"/>
          <a:ext cx="0" cy="0"/>
          <a:chOff x="0" y="0"/>
          <a:chExt cx="0" cy="0"/>
        </a:xfrm>
      </p:grpSpPr>
      <p:sp>
        <p:nvSpPr>
          <p:cNvPr id="2778" name="Google Shape;2778;g3b23322d595_2_1804:notes">
            <a:extLst>
              <a:ext uri="{FF2B5EF4-FFF2-40B4-BE49-F238E27FC236}">
                <a16:creationId xmlns:a16="http://schemas.microsoft.com/office/drawing/2014/main" id="{ADE710FA-0496-C543-3DE1-D83CD0463598}"/>
              </a:ext>
            </a:extLst>
          </p:cNvPr>
          <p:cNvSpPr txBox="1">
            <a:spLocks noGrp="1"/>
          </p:cNvSpPr>
          <p:nvPr>
            <p:ph type="body" idx="1"/>
          </p:nvPr>
        </p:nvSpPr>
        <p:spPr>
          <a:xfrm>
            <a:off x="887794" y="5348895"/>
            <a:ext cx="7102123" cy="4376484"/>
          </a:xfrm>
          <a:prstGeom prst="rect">
            <a:avLst/>
          </a:prstGeom>
          <a:noFill/>
          <a:ln>
            <a:noFill/>
          </a:ln>
        </p:spPr>
        <p:txBody>
          <a:bodyPr spcFirstLastPara="1" wrap="square" lIns="115475" tIns="57725" rIns="115475" bIns="57725" anchor="t" anchorCtr="0">
            <a:noAutofit/>
          </a:bodyPr>
          <a:lstStyle/>
          <a:p>
            <a:pPr marL="0" lvl="0" indent="0" algn="l" rtl="0">
              <a:lnSpc>
                <a:spcPct val="100000"/>
              </a:lnSpc>
              <a:spcBef>
                <a:spcPts val="0"/>
              </a:spcBef>
              <a:spcAft>
                <a:spcPts val="0"/>
              </a:spcAft>
              <a:buClr>
                <a:schemeClr val="dk1"/>
              </a:buClr>
              <a:buSzPts val="1500"/>
              <a:buFont typeface="Calibri"/>
              <a:buNone/>
            </a:pPr>
            <a:endParaRPr sz="1700"/>
          </a:p>
        </p:txBody>
      </p:sp>
      <p:sp>
        <p:nvSpPr>
          <p:cNvPr id="2779" name="Google Shape;2779;g3b23322d595_2_1804:notes">
            <a:extLst>
              <a:ext uri="{FF2B5EF4-FFF2-40B4-BE49-F238E27FC236}">
                <a16:creationId xmlns:a16="http://schemas.microsoft.com/office/drawing/2014/main" id="{5F40267C-48AD-3635-6429-1A383292194F}"/>
              </a:ext>
            </a:extLst>
          </p:cNvPr>
          <p:cNvSpPr>
            <a:spLocks noGrp="1" noRot="1" noChangeAspect="1"/>
          </p:cNvSpPr>
          <p:nvPr>
            <p:ph type="sldImg" idx="2"/>
          </p:nvPr>
        </p:nvSpPr>
        <p:spPr>
          <a:xfrm>
            <a:off x="1106488" y="1390650"/>
            <a:ext cx="6665912" cy="374967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Tree>
    <p:extLst>
      <p:ext uri="{BB962C8B-B14F-4D97-AF65-F5344CB8AC3E}">
        <p14:creationId xmlns:p14="http://schemas.microsoft.com/office/powerpoint/2010/main" val="202109733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15">
          <a:extLst>
            <a:ext uri="{FF2B5EF4-FFF2-40B4-BE49-F238E27FC236}">
              <a16:creationId xmlns:a16="http://schemas.microsoft.com/office/drawing/2014/main" id="{90857DB2-3C98-FA96-3AD6-D561C19124CC}"/>
            </a:ext>
          </a:extLst>
        </p:cNvPr>
        <p:cNvGrpSpPr/>
        <p:nvPr/>
      </p:nvGrpSpPr>
      <p:grpSpPr>
        <a:xfrm>
          <a:off x="0" y="0"/>
          <a:ext cx="0" cy="0"/>
          <a:chOff x="0" y="0"/>
          <a:chExt cx="0" cy="0"/>
        </a:xfrm>
      </p:grpSpPr>
      <p:sp>
        <p:nvSpPr>
          <p:cNvPr id="2816" name="Google Shape;2816;g3b23322d595_2_1840:notes">
            <a:extLst>
              <a:ext uri="{FF2B5EF4-FFF2-40B4-BE49-F238E27FC236}">
                <a16:creationId xmlns:a16="http://schemas.microsoft.com/office/drawing/2014/main" id="{AD42B49C-9CEA-7332-EB50-4B1BC08644BB}"/>
              </a:ext>
            </a:extLst>
          </p:cNvPr>
          <p:cNvSpPr txBox="1">
            <a:spLocks noGrp="1"/>
          </p:cNvSpPr>
          <p:nvPr>
            <p:ph type="body" idx="1"/>
          </p:nvPr>
        </p:nvSpPr>
        <p:spPr>
          <a:xfrm>
            <a:off x="887794" y="5348895"/>
            <a:ext cx="7102282" cy="4376518"/>
          </a:xfrm>
          <a:prstGeom prst="rect">
            <a:avLst/>
          </a:prstGeom>
          <a:noFill/>
          <a:ln>
            <a:noFill/>
          </a:ln>
        </p:spPr>
        <p:txBody>
          <a:bodyPr spcFirstLastPara="1" wrap="square" lIns="115475" tIns="57725" rIns="115475" bIns="57725" anchor="t" anchorCtr="0">
            <a:noAutofit/>
          </a:bodyPr>
          <a:lstStyle/>
          <a:p>
            <a:pPr marL="0" lvl="0" indent="0" algn="l" rtl="0">
              <a:lnSpc>
                <a:spcPct val="100000"/>
              </a:lnSpc>
              <a:spcBef>
                <a:spcPts val="0"/>
              </a:spcBef>
              <a:spcAft>
                <a:spcPts val="0"/>
              </a:spcAft>
              <a:buClr>
                <a:schemeClr val="dk1"/>
              </a:buClr>
              <a:buSzPts val="1500"/>
              <a:buFont typeface="Calibri"/>
              <a:buNone/>
            </a:pPr>
            <a:endParaRPr sz="1700"/>
          </a:p>
        </p:txBody>
      </p:sp>
      <p:sp>
        <p:nvSpPr>
          <p:cNvPr id="2817" name="Google Shape;2817;g3b23322d595_2_1840:notes">
            <a:extLst>
              <a:ext uri="{FF2B5EF4-FFF2-40B4-BE49-F238E27FC236}">
                <a16:creationId xmlns:a16="http://schemas.microsoft.com/office/drawing/2014/main" id="{7D85BDAB-B755-6EF7-A522-FAAD69C9FC79}"/>
              </a:ext>
            </a:extLst>
          </p:cNvPr>
          <p:cNvSpPr>
            <a:spLocks noGrp="1" noRot="1" noChangeAspect="1"/>
          </p:cNvSpPr>
          <p:nvPr>
            <p:ph type="sldImg" idx="2"/>
          </p:nvPr>
        </p:nvSpPr>
        <p:spPr>
          <a:xfrm>
            <a:off x="1106488" y="1390650"/>
            <a:ext cx="6665912" cy="374967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Tree>
    <p:extLst>
      <p:ext uri="{BB962C8B-B14F-4D97-AF65-F5344CB8AC3E}">
        <p14:creationId xmlns:p14="http://schemas.microsoft.com/office/powerpoint/2010/main" val="137015654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46">
          <a:extLst>
            <a:ext uri="{FF2B5EF4-FFF2-40B4-BE49-F238E27FC236}">
              <a16:creationId xmlns:a16="http://schemas.microsoft.com/office/drawing/2014/main" id="{0365C672-62AA-3B20-A836-CC9472CC483A}"/>
            </a:ext>
          </a:extLst>
        </p:cNvPr>
        <p:cNvGrpSpPr/>
        <p:nvPr/>
      </p:nvGrpSpPr>
      <p:grpSpPr>
        <a:xfrm>
          <a:off x="0" y="0"/>
          <a:ext cx="0" cy="0"/>
          <a:chOff x="0" y="0"/>
          <a:chExt cx="0" cy="0"/>
        </a:xfrm>
      </p:grpSpPr>
      <p:sp>
        <p:nvSpPr>
          <p:cNvPr id="2847" name="Google Shape;2847;g3b23322d595_2_1869:notes">
            <a:extLst>
              <a:ext uri="{FF2B5EF4-FFF2-40B4-BE49-F238E27FC236}">
                <a16:creationId xmlns:a16="http://schemas.microsoft.com/office/drawing/2014/main" id="{874D001C-CFF0-7AF7-7A43-B3929551A03B}"/>
              </a:ext>
            </a:extLst>
          </p:cNvPr>
          <p:cNvSpPr txBox="1">
            <a:spLocks noGrp="1"/>
          </p:cNvSpPr>
          <p:nvPr>
            <p:ph type="body" idx="1"/>
          </p:nvPr>
        </p:nvSpPr>
        <p:spPr>
          <a:xfrm>
            <a:off x="887794" y="5348895"/>
            <a:ext cx="7102282" cy="4376518"/>
          </a:xfrm>
          <a:prstGeom prst="rect">
            <a:avLst/>
          </a:prstGeom>
          <a:noFill/>
          <a:ln>
            <a:noFill/>
          </a:ln>
        </p:spPr>
        <p:txBody>
          <a:bodyPr spcFirstLastPara="1" wrap="square" lIns="115475" tIns="57725" rIns="115475" bIns="57725" anchor="t" anchorCtr="0">
            <a:noAutofit/>
          </a:bodyPr>
          <a:lstStyle/>
          <a:p>
            <a:pPr marL="0" lvl="0" indent="0" algn="l" rtl="0">
              <a:lnSpc>
                <a:spcPct val="100000"/>
              </a:lnSpc>
              <a:spcBef>
                <a:spcPts val="0"/>
              </a:spcBef>
              <a:spcAft>
                <a:spcPts val="0"/>
              </a:spcAft>
              <a:buClr>
                <a:schemeClr val="dk1"/>
              </a:buClr>
              <a:buSzPts val="1500"/>
              <a:buFont typeface="Calibri"/>
              <a:buNone/>
            </a:pPr>
            <a:endParaRPr sz="1700"/>
          </a:p>
        </p:txBody>
      </p:sp>
      <p:sp>
        <p:nvSpPr>
          <p:cNvPr id="2848" name="Google Shape;2848;g3b23322d595_2_1869:notes">
            <a:extLst>
              <a:ext uri="{FF2B5EF4-FFF2-40B4-BE49-F238E27FC236}">
                <a16:creationId xmlns:a16="http://schemas.microsoft.com/office/drawing/2014/main" id="{D5199F93-2E10-673D-A4BC-6ED5A82253A4}"/>
              </a:ext>
            </a:extLst>
          </p:cNvPr>
          <p:cNvSpPr>
            <a:spLocks noGrp="1" noRot="1" noChangeAspect="1"/>
          </p:cNvSpPr>
          <p:nvPr>
            <p:ph type="sldImg" idx="2"/>
          </p:nvPr>
        </p:nvSpPr>
        <p:spPr>
          <a:xfrm>
            <a:off x="1106488" y="1390650"/>
            <a:ext cx="6665912" cy="374967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Tree>
    <p:extLst>
      <p:ext uri="{BB962C8B-B14F-4D97-AF65-F5344CB8AC3E}">
        <p14:creationId xmlns:p14="http://schemas.microsoft.com/office/powerpoint/2010/main" val="3321624216"/>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81"/>
        <p:cNvGrpSpPr/>
        <p:nvPr/>
      </p:nvGrpSpPr>
      <p:grpSpPr>
        <a:xfrm>
          <a:off x="0" y="0"/>
          <a:ext cx="0" cy="0"/>
          <a:chOff x="0" y="0"/>
          <a:chExt cx="0" cy="0"/>
        </a:xfrm>
      </p:grpSpPr>
      <p:sp>
        <p:nvSpPr>
          <p:cNvPr id="1782" name="Google Shape;1782;g3b23322d595_2_832: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1783" name="Google Shape;1783;g3b23322d595_2_832: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1784" name="Google Shape;1784;g3b23322d595_2_832: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82</a:t>
            </a:fld>
            <a:endParaRPr sz="1300" b="0" i="0" u="none" strike="noStrike" cap="none">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356034789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2"/>
        <p:cNvGrpSpPr/>
        <p:nvPr/>
      </p:nvGrpSpPr>
      <p:grpSpPr>
        <a:xfrm>
          <a:off x="0" y="0"/>
          <a:ext cx="0" cy="0"/>
          <a:chOff x="0" y="0"/>
          <a:chExt cx="0" cy="0"/>
        </a:xfrm>
      </p:grpSpPr>
      <p:sp>
        <p:nvSpPr>
          <p:cNvPr id="1863" name="Google Shape;1863;g3b23322d595_2_911: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864" name="Google Shape;1864;g3b23322d595_2_911: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latin typeface="IBM Plex Sans"/>
              <a:ea typeface="IBM Plex Sans"/>
              <a:cs typeface="IBM Plex Sans"/>
              <a:sym typeface="IBM Plex Sans"/>
            </a:endParaRPr>
          </a:p>
        </p:txBody>
      </p:sp>
      <p:sp>
        <p:nvSpPr>
          <p:cNvPr id="1865" name="Google Shape;1865;g3b23322d595_2_911: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rPr>
              <a:t>83</a:t>
            </a:fld>
            <a:endParaRPr sz="1300" b="0" i="0" u="none" strike="noStrike" cap="none">
              <a:solidFill>
                <a:schemeClr val="dk1"/>
              </a:solidFill>
            </a:endParaRPr>
          </a:p>
        </p:txBody>
      </p:sp>
    </p:spTree>
    <p:extLst>
      <p:ext uri="{BB962C8B-B14F-4D97-AF65-F5344CB8AC3E}">
        <p14:creationId xmlns:p14="http://schemas.microsoft.com/office/powerpoint/2010/main" val="340928621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1"/>
        <p:cNvGrpSpPr/>
        <p:nvPr/>
      </p:nvGrpSpPr>
      <p:grpSpPr>
        <a:xfrm>
          <a:off x="0" y="0"/>
          <a:ext cx="0" cy="0"/>
          <a:chOff x="0" y="0"/>
          <a:chExt cx="0" cy="0"/>
        </a:xfrm>
      </p:grpSpPr>
      <p:sp>
        <p:nvSpPr>
          <p:cNvPr id="1802" name="Google Shape;1802;g3b23322d595_2_851: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803" name="Google Shape;1803;g3b23322d595_2_851: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1804" name="Google Shape;1804;g3b23322d595_2_851: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84</a:t>
            </a:fld>
            <a:endParaRPr sz="1300" b="0" i="0" u="none" strike="noStrike" cap="none">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424720554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1"/>
        <p:cNvGrpSpPr/>
        <p:nvPr/>
      </p:nvGrpSpPr>
      <p:grpSpPr>
        <a:xfrm>
          <a:off x="0" y="0"/>
          <a:ext cx="0" cy="0"/>
          <a:chOff x="0" y="0"/>
          <a:chExt cx="0" cy="0"/>
        </a:xfrm>
      </p:grpSpPr>
      <p:sp>
        <p:nvSpPr>
          <p:cNvPr id="1982" name="Google Shape;1982;g3b23322d595_2_1029: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1983" name="Google Shape;1983;g3b23322d595_2_1029: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4"/>
        <p:cNvGrpSpPr/>
        <p:nvPr/>
      </p:nvGrpSpPr>
      <p:grpSpPr>
        <a:xfrm>
          <a:off x="0" y="0"/>
          <a:ext cx="0" cy="0"/>
          <a:chOff x="0" y="0"/>
          <a:chExt cx="0" cy="0"/>
        </a:xfrm>
      </p:grpSpPr>
      <p:sp>
        <p:nvSpPr>
          <p:cNvPr id="1995" name="Google Shape;1995;g3b23322d595_2_1041: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1996" name="Google Shape;1996;g3b23322d595_2_1041: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latin typeface="IBM Plex Sans"/>
              <a:ea typeface="IBM Plex Sans"/>
              <a:cs typeface="IBM Plex Sans"/>
              <a:sym typeface="IBM Plex Sans"/>
            </a:endParaRPr>
          </a:p>
        </p:txBody>
      </p:sp>
      <p:sp>
        <p:nvSpPr>
          <p:cNvPr id="1997" name="Google Shape;1997;g3b23322d595_2_1041: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rPr>
              <a:t>86</a:t>
            </a:fld>
            <a:endParaRPr sz="1300" b="0" i="0" u="none" strike="noStrike" cap="none">
              <a:solidFill>
                <a:schemeClr val="dk1"/>
              </a:solidFill>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4">
          <a:extLst>
            <a:ext uri="{FF2B5EF4-FFF2-40B4-BE49-F238E27FC236}">
              <a16:creationId xmlns:a16="http://schemas.microsoft.com/office/drawing/2014/main" id="{3DBC6D6C-2E60-E118-76C9-C32920374AAE}"/>
            </a:ext>
          </a:extLst>
        </p:cNvPr>
        <p:cNvGrpSpPr/>
        <p:nvPr/>
      </p:nvGrpSpPr>
      <p:grpSpPr>
        <a:xfrm>
          <a:off x="0" y="0"/>
          <a:ext cx="0" cy="0"/>
          <a:chOff x="0" y="0"/>
          <a:chExt cx="0" cy="0"/>
        </a:xfrm>
      </p:grpSpPr>
      <p:sp>
        <p:nvSpPr>
          <p:cNvPr id="2085" name="Google Shape;2085;g3b23322d595_2_1130:notes">
            <a:extLst>
              <a:ext uri="{FF2B5EF4-FFF2-40B4-BE49-F238E27FC236}">
                <a16:creationId xmlns:a16="http://schemas.microsoft.com/office/drawing/2014/main" id="{941756ED-3164-E49A-4E4E-0D80CF623E09}"/>
              </a:ext>
            </a:extLst>
          </p:cNvPr>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2086" name="Google Shape;2086;g3b23322d595_2_1130:notes">
            <a:extLst>
              <a:ext uri="{FF2B5EF4-FFF2-40B4-BE49-F238E27FC236}">
                <a16:creationId xmlns:a16="http://schemas.microsoft.com/office/drawing/2014/main" id="{3BC007BA-3022-C492-F325-CE8252E9ADC7}"/>
              </a:ext>
            </a:extLst>
          </p:cNvPr>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latin typeface="IBM Plex Sans"/>
              <a:ea typeface="IBM Plex Sans"/>
              <a:cs typeface="IBM Plex Sans"/>
              <a:sym typeface="IBM Plex Sans"/>
            </a:endParaRPr>
          </a:p>
        </p:txBody>
      </p:sp>
      <p:sp>
        <p:nvSpPr>
          <p:cNvPr id="2087" name="Google Shape;2087;g3b23322d595_2_1130:notes">
            <a:extLst>
              <a:ext uri="{FF2B5EF4-FFF2-40B4-BE49-F238E27FC236}">
                <a16:creationId xmlns:a16="http://schemas.microsoft.com/office/drawing/2014/main" id="{7CB51D04-33D9-8B15-03C5-E22F7746DAD5}"/>
              </a:ext>
            </a:extLst>
          </p:cNvPr>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rPr>
              <a:t>87</a:t>
            </a:fld>
            <a:endParaRPr sz="1300" b="0" i="0" u="none" strike="noStrike" cap="none">
              <a:solidFill>
                <a:schemeClr val="dk1"/>
              </a:solidFill>
            </a:endParaRPr>
          </a:p>
        </p:txBody>
      </p:sp>
    </p:spTree>
    <p:extLst>
      <p:ext uri="{BB962C8B-B14F-4D97-AF65-F5344CB8AC3E}">
        <p14:creationId xmlns:p14="http://schemas.microsoft.com/office/powerpoint/2010/main" val="98340190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8"/>
        <p:cNvGrpSpPr/>
        <p:nvPr/>
      </p:nvGrpSpPr>
      <p:grpSpPr>
        <a:xfrm>
          <a:off x="0" y="0"/>
          <a:ext cx="0" cy="0"/>
          <a:chOff x="0" y="0"/>
          <a:chExt cx="0" cy="0"/>
        </a:xfrm>
      </p:grpSpPr>
      <p:sp>
        <p:nvSpPr>
          <p:cNvPr id="2119" name="Google Shape;2119;g3b23322d595_2_1163: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2120" name="Google Shape;2120;g3b23322d595_2_1163: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97"/>
        <p:cNvGrpSpPr/>
        <p:nvPr/>
      </p:nvGrpSpPr>
      <p:grpSpPr>
        <a:xfrm>
          <a:off x="0" y="0"/>
          <a:ext cx="0" cy="0"/>
          <a:chOff x="0" y="0"/>
          <a:chExt cx="0" cy="0"/>
        </a:xfrm>
      </p:grpSpPr>
      <p:sp>
        <p:nvSpPr>
          <p:cNvPr id="2898" name="Google Shape;2898;g3b23322d595_2_1914:notes"/>
          <p:cNvSpPr txBox="1">
            <a:spLocks noGrp="1"/>
          </p:cNvSpPr>
          <p:nvPr>
            <p:ph type="body" idx="1"/>
          </p:nvPr>
        </p:nvSpPr>
        <p:spPr>
          <a:xfrm>
            <a:off x="832307" y="5094186"/>
            <a:ext cx="6658389" cy="4168112"/>
          </a:xfrm>
          <a:prstGeom prst="rect">
            <a:avLst/>
          </a:prstGeom>
          <a:noFill/>
          <a:ln>
            <a:noFill/>
          </a:ln>
        </p:spPr>
        <p:txBody>
          <a:bodyPr spcFirstLastPara="1" wrap="square" lIns="108825" tIns="54400" rIns="108825" bIns="54400" anchor="t" anchorCtr="0">
            <a:noAutofit/>
          </a:bodyPr>
          <a:lstStyle/>
          <a:p>
            <a:pPr marL="0" lvl="0" indent="0" algn="l" rtl="0">
              <a:lnSpc>
                <a:spcPct val="100000"/>
              </a:lnSpc>
              <a:spcBef>
                <a:spcPts val="0"/>
              </a:spcBef>
              <a:spcAft>
                <a:spcPts val="0"/>
              </a:spcAft>
              <a:buClr>
                <a:schemeClr val="dk1"/>
              </a:buClr>
              <a:buSzPts val="1400"/>
              <a:buFont typeface="Calibri"/>
              <a:buNone/>
            </a:pPr>
            <a:endParaRPr sz="1600"/>
          </a:p>
        </p:txBody>
      </p:sp>
      <p:sp>
        <p:nvSpPr>
          <p:cNvPr id="2899" name="Google Shape;2899;g3b23322d595_2_1914:notes"/>
          <p:cNvSpPr>
            <a:spLocks noGrp="1" noRot="1" noChangeAspect="1"/>
          </p:cNvSpPr>
          <p:nvPr>
            <p:ph type="sldImg" idx="2"/>
          </p:nvPr>
        </p:nvSpPr>
        <p:spPr>
          <a:xfrm>
            <a:off x="987425" y="1323975"/>
            <a:ext cx="6350000" cy="357187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93"/>
        <p:cNvGrpSpPr/>
        <p:nvPr/>
      </p:nvGrpSpPr>
      <p:grpSpPr>
        <a:xfrm>
          <a:off x="0" y="0"/>
          <a:ext cx="0" cy="0"/>
          <a:chOff x="0" y="0"/>
          <a:chExt cx="0" cy="0"/>
        </a:xfrm>
      </p:grpSpPr>
      <p:sp>
        <p:nvSpPr>
          <p:cNvPr id="2494" name="Google Shape;2494;g3b23322d595_2_1528: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95" name="Google Shape;2495;g3b23322d595_2_1528: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2496" name="Google Shape;2496;g3b23322d595_2_1528: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90</a:t>
            </a:fld>
            <a:endParaRPr sz="1300" b="0" i="0" u="none" strike="noStrike" cap="none">
              <a:solidFill>
                <a:schemeClr val="dk1"/>
              </a:solidFill>
              <a:latin typeface="Calibri"/>
              <a:ea typeface="Calibri"/>
              <a:cs typeface="Calibri"/>
              <a:sym typeface="Calibri"/>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37"/>
        <p:cNvGrpSpPr/>
        <p:nvPr/>
      </p:nvGrpSpPr>
      <p:grpSpPr>
        <a:xfrm>
          <a:off x="0" y="0"/>
          <a:ext cx="0" cy="0"/>
          <a:chOff x="0" y="0"/>
          <a:chExt cx="0" cy="0"/>
        </a:xfrm>
      </p:grpSpPr>
      <p:sp>
        <p:nvSpPr>
          <p:cNvPr id="2538" name="Google Shape;2538;g3b23322d595_2_1571: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539" name="Google Shape;2539;g3b23322d595_2_1571: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482600" marR="0" lvl="0" indent="-241300" algn="l" rtl="0">
              <a:lnSpc>
                <a:spcPct val="100000"/>
              </a:lnSpc>
              <a:spcBef>
                <a:spcPts val="0"/>
              </a:spcBef>
              <a:spcAft>
                <a:spcPts val="0"/>
              </a:spcAft>
              <a:buClr>
                <a:srgbClr val="000000"/>
              </a:buClr>
              <a:buSzPts val="1500"/>
              <a:buFont typeface="Arial"/>
              <a:buNone/>
            </a:pPr>
            <a:endParaRPr sz="1500"/>
          </a:p>
        </p:txBody>
      </p:sp>
      <p:sp>
        <p:nvSpPr>
          <p:cNvPr id="2540" name="Google Shape;2540;g3b23322d595_2_1571:notes"/>
          <p:cNvSpPr txBox="1">
            <a:spLocks noGrp="1"/>
          </p:cNvSpPr>
          <p:nvPr>
            <p:ph type="sldNum" idx="12"/>
          </p:nvPr>
        </p:nvSpPr>
        <p:spPr>
          <a:xfrm>
            <a:off x="4419826" y="9575449"/>
            <a:ext cx="3381248" cy="505812"/>
          </a:xfrm>
          <a:prstGeom prst="rect">
            <a:avLst/>
          </a:prstGeom>
          <a:noFill/>
          <a:ln>
            <a:noFill/>
          </a:ln>
        </p:spPr>
        <p:txBody>
          <a:bodyPr spcFirstLastPara="1" wrap="square" lIns="102550" tIns="51275" rIns="102550" bIns="51275" anchor="b" anchorCtr="0">
            <a:noAutofit/>
          </a:bodyPr>
          <a:lstStyle/>
          <a:p>
            <a:pPr marL="0" marR="0" lvl="0" indent="0" algn="r" rtl="0">
              <a:lnSpc>
                <a:spcPct val="100000"/>
              </a:lnSpc>
              <a:spcBef>
                <a:spcPts val="0"/>
              </a:spcBef>
              <a:spcAft>
                <a:spcPts val="0"/>
              </a:spcAft>
              <a:buClr>
                <a:srgbClr val="000000"/>
              </a:buClr>
              <a:buSzPts val="1300"/>
              <a:buFont typeface="Arial"/>
              <a:buNone/>
            </a:pPr>
            <a:fld id="{00000000-1234-1234-1234-123412341234}" type="slidenum">
              <a:rPr lang="en-US" sz="1300" b="0" i="0" u="none" strike="noStrike" cap="none">
                <a:solidFill>
                  <a:schemeClr val="dk1"/>
                </a:solidFill>
                <a:latin typeface="Calibri"/>
                <a:ea typeface="Calibri"/>
                <a:cs typeface="Calibri"/>
                <a:sym typeface="Calibri"/>
              </a:rPr>
              <a:t>91</a:t>
            </a:fld>
            <a:endParaRPr sz="1300" b="0" i="0" u="none" strike="noStrike" cap="none">
              <a:solidFill>
                <a:schemeClr val="dk1"/>
              </a:solidFill>
              <a:latin typeface="Calibri"/>
              <a:ea typeface="Calibri"/>
              <a:cs typeface="Calibri"/>
              <a:sym typeface="Calibri"/>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2"/>
        <p:cNvGrpSpPr/>
        <p:nvPr/>
      </p:nvGrpSpPr>
      <p:grpSpPr>
        <a:xfrm>
          <a:off x="0" y="0"/>
          <a:ext cx="0" cy="0"/>
          <a:chOff x="0" y="0"/>
          <a:chExt cx="0" cy="0"/>
        </a:xfrm>
      </p:grpSpPr>
      <p:sp>
        <p:nvSpPr>
          <p:cNvPr id="2483" name="Google Shape;2483;g3b23322d595_2_1518: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2484" name="Google Shape;2484;g3b23322d595_2_1518: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9"/>
        <p:cNvGrpSpPr/>
        <p:nvPr/>
      </p:nvGrpSpPr>
      <p:grpSpPr>
        <a:xfrm>
          <a:off x="0" y="0"/>
          <a:ext cx="0" cy="0"/>
          <a:chOff x="0" y="0"/>
          <a:chExt cx="0" cy="0"/>
        </a:xfrm>
      </p:grpSpPr>
      <p:sp>
        <p:nvSpPr>
          <p:cNvPr id="2320" name="Google Shape;2320;g3b23322d595_2_1359: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2321" name="Google Shape;2321;g3b23322d595_2_1359: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501928357"/>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1"/>
        <p:cNvGrpSpPr/>
        <p:nvPr/>
      </p:nvGrpSpPr>
      <p:grpSpPr>
        <a:xfrm>
          <a:off x="0" y="0"/>
          <a:ext cx="0" cy="0"/>
          <a:chOff x="0" y="0"/>
          <a:chExt cx="0" cy="0"/>
        </a:xfrm>
      </p:grpSpPr>
      <p:sp>
        <p:nvSpPr>
          <p:cNvPr id="2432" name="Google Shape;2432;g3b23322d595_2_1469: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2433" name="Google Shape;2433;g3b23322d595_2_1469: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01878016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7"/>
        <p:cNvGrpSpPr/>
        <p:nvPr/>
      </p:nvGrpSpPr>
      <p:grpSpPr>
        <a:xfrm>
          <a:off x="0" y="0"/>
          <a:ext cx="0" cy="0"/>
          <a:chOff x="0" y="0"/>
          <a:chExt cx="0" cy="0"/>
        </a:xfrm>
      </p:grpSpPr>
      <p:sp>
        <p:nvSpPr>
          <p:cNvPr id="2468" name="Google Shape;2468;g3b23322d595_2_1504:notes"/>
          <p:cNvSpPr txBox="1">
            <a:spLocks noGrp="1"/>
          </p:cNvSpPr>
          <p:nvPr>
            <p:ph type="body" idx="1"/>
          </p:nvPr>
        </p:nvSpPr>
        <p:spPr>
          <a:xfrm>
            <a:off x="780288" y="4851606"/>
            <a:ext cx="6242304" cy="3969497"/>
          </a:xfrm>
          <a:prstGeom prst="rect">
            <a:avLst/>
          </a:prstGeom>
          <a:noFill/>
          <a:ln>
            <a:noFill/>
          </a:ln>
        </p:spPr>
        <p:txBody>
          <a:bodyPr spcFirstLastPara="1" wrap="square" lIns="102550" tIns="51275" rIns="102550" bIns="51275" anchor="t" anchorCtr="0">
            <a:noAutofit/>
          </a:bodyPr>
          <a:lstStyle/>
          <a:p>
            <a:pPr marL="0" lvl="0" indent="0" algn="l" rtl="0">
              <a:spcBef>
                <a:spcPts val="0"/>
              </a:spcBef>
              <a:spcAft>
                <a:spcPts val="0"/>
              </a:spcAft>
              <a:buClr>
                <a:schemeClr val="dk1"/>
              </a:buClr>
              <a:buSzPts val="1300"/>
              <a:buFont typeface="Arial"/>
              <a:buNone/>
            </a:pPr>
            <a:endParaRPr sz="1500"/>
          </a:p>
        </p:txBody>
      </p:sp>
      <p:sp>
        <p:nvSpPr>
          <p:cNvPr id="2469" name="Google Shape;2469;g3b23322d595_2_1504:notes"/>
          <p:cNvSpPr>
            <a:spLocks noGrp="1" noRot="1" noChangeAspect="1"/>
          </p:cNvSpPr>
          <p:nvPr>
            <p:ph type="sldImg" idx="2"/>
          </p:nvPr>
        </p:nvSpPr>
        <p:spPr>
          <a:xfrm>
            <a:off x="877888" y="1260475"/>
            <a:ext cx="6048375" cy="3402013"/>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
        <p:cNvGrpSpPr/>
        <p:nvPr/>
      </p:nvGrpSpPr>
      <p:grpSpPr>
        <a:xfrm>
          <a:off x="0" y="0"/>
          <a:ext cx="0" cy="0"/>
          <a:chOff x="0" y="0"/>
          <a:chExt cx="0" cy="0"/>
        </a:xfrm>
      </p:grpSpPr>
      <p:sp>
        <p:nvSpPr>
          <p:cNvPr id="483" name="Google Shape;483;p48:notes"/>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484" name="Google Shape;484;p48:notes"/>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485" name="Google Shape;485;p48:notes"/>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96</a:t>
            </a:fld>
            <a:endParaRPr sz="1200" b="0" i="0" u="none" strike="noStrike" cap="none">
              <a:solidFill>
                <a:schemeClr val="dk1"/>
              </a:solidFill>
            </a:endParaRPr>
          </a:p>
        </p:txBody>
      </p:sp>
    </p:spTree>
    <p:extLst>
      <p:ext uri="{BB962C8B-B14F-4D97-AF65-F5344CB8AC3E}">
        <p14:creationId xmlns:p14="http://schemas.microsoft.com/office/powerpoint/2010/main" val="71846607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
          <a:extLst>
            <a:ext uri="{FF2B5EF4-FFF2-40B4-BE49-F238E27FC236}">
              <a16:creationId xmlns:a16="http://schemas.microsoft.com/office/drawing/2014/main" id="{CC4375DE-C40E-172A-B9E0-67681FC80B13}"/>
            </a:ext>
          </a:extLst>
        </p:cNvPr>
        <p:cNvGrpSpPr/>
        <p:nvPr/>
      </p:nvGrpSpPr>
      <p:grpSpPr>
        <a:xfrm>
          <a:off x="0" y="0"/>
          <a:ext cx="0" cy="0"/>
          <a:chOff x="0" y="0"/>
          <a:chExt cx="0" cy="0"/>
        </a:xfrm>
      </p:grpSpPr>
      <p:sp>
        <p:nvSpPr>
          <p:cNvPr id="483" name="Google Shape;483;p48:notes">
            <a:extLst>
              <a:ext uri="{FF2B5EF4-FFF2-40B4-BE49-F238E27FC236}">
                <a16:creationId xmlns:a16="http://schemas.microsoft.com/office/drawing/2014/main" id="{3ED5832C-5B6E-AA8F-2FA6-1A2EBF40E431}"/>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484" name="Google Shape;484;p48:notes">
            <a:extLst>
              <a:ext uri="{FF2B5EF4-FFF2-40B4-BE49-F238E27FC236}">
                <a16:creationId xmlns:a16="http://schemas.microsoft.com/office/drawing/2014/main" id="{5D518613-5A33-EC62-FE67-98FF15F1E128}"/>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485" name="Google Shape;485;p48:notes">
            <a:extLst>
              <a:ext uri="{FF2B5EF4-FFF2-40B4-BE49-F238E27FC236}">
                <a16:creationId xmlns:a16="http://schemas.microsoft.com/office/drawing/2014/main" id="{A56A73BB-9BB2-96D9-B294-8E8766688A38}"/>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97</a:t>
            </a:fld>
            <a:endParaRPr sz="1200" b="0" i="0" u="none" strike="noStrike" cap="none">
              <a:solidFill>
                <a:schemeClr val="dk1"/>
              </a:solidFill>
            </a:endParaRPr>
          </a:p>
        </p:txBody>
      </p:sp>
    </p:spTree>
    <p:extLst>
      <p:ext uri="{BB962C8B-B14F-4D97-AF65-F5344CB8AC3E}">
        <p14:creationId xmlns:p14="http://schemas.microsoft.com/office/powerpoint/2010/main" val="21342517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
          <a:extLst>
            <a:ext uri="{FF2B5EF4-FFF2-40B4-BE49-F238E27FC236}">
              <a16:creationId xmlns:a16="http://schemas.microsoft.com/office/drawing/2014/main" id="{898BF797-AFDF-F506-BC5B-7F107F19322B}"/>
            </a:ext>
          </a:extLst>
        </p:cNvPr>
        <p:cNvGrpSpPr/>
        <p:nvPr/>
      </p:nvGrpSpPr>
      <p:grpSpPr>
        <a:xfrm>
          <a:off x="0" y="0"/>
          <a:ext cx="0" cy="0"/>
          <a:chOff x="0" y="0"/>
          <a:chExt cx="0" cy="0"/>
        </a:xfrm>
      </p:grpSpPr>
      <p:sp>
        <p:nvSpPr>
          <p:cNvPr id="483" name="Google Shape;483;p48:notes">
            <a:extLst>
              <a:ext uri="{FF2B5EF4-FFF2-40B4-BE49-F238E27FC236}">
                <a16:creationId xmlns:a16="http://schemas.microsoft.com/office/drawing/2014/main" id="{0727F134-E335-ACDB-91EB-585E4DE212D3}"/>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484" name="Google Shape;484;p48:notes">
            <a:extLst>
              <a:ext uri="{FF2B5EF4-FFF2-40B4-BE49-F238E27FC236}">
                <a16:creationId xmlns:a16="http://schemas.microsoft.com/office/drawing/2014/main" id="{3C5F4BF4-C6D7-ACEC-1DF8-0CAAA894EF15}"/>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485" name="Google Shape;485;p48:notes">
            <a:extLst>
              <a:ext uri="{FF2B5EF4-FFF2-40B4-BE49-F238E27FC236}">
                <a16:creationId xmlns:a16="http://schemas.microsoft.com/office/drawing/2014/main" id="{A5D365E2-F348-6255-02B6-0DA2C596C7B3}"/>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98</a:t>
            </a:fld>
            <a:endParaRPr sz="1200" b="0" i="0" u="none" strike="noStrike" cap="none">
              <a:solidFill>
                <a:schemeClr val="dk1"/>
              </a:solidFill>
            </a:endParaRPr>
          </a:p>
        </p:txBody>
      </p:sp>
    </p:spTree>
    <p:extLst>
      <p:ext uri="{BB962C8B-B14F-4D97-AF65-F5344CB8AC3E}">
        <p14:creationId xmlns:p14="http://schemas.microsoft.com/office/powerpoint/2010/main" val="86605116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B7E773CB-DC52-1781-8DCA-29097DF7A410}"/>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4146D2C2-DBC8-DEA7-05A7-F36A504622C5}"/>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CE8D9A09-77C8-B337-BEF7-5AD2D584557D}"/>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EE4755F6-F0C5-41C0-C5C7-F9D5FC70EFE3}"/>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99</a:t>
            </a:fld>
            <a:endParaRPr sz="1200" b="0" i="0" u="none" strike="noStrike" cap="none">
              <a:solidFill>
                <a:schemeClr val="dk1"/>
              </a:solidFill>
            </a:endParaRPr>
          </a:p>
        </p:txBody>
      </p:sp>
    </p:spTree>
    <p:extLst>
      <p:ext uri="{BB962C8B-B14F-4D97-AF65-F5344CB8AC3E}">
        <p14:creationId xmlns:p14="http://schemas.microsoft.com/office/powerpoint/2010/main" val="286432680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5918EDDD-5CFA-1172-9B5E-00C45BD957BD}"/>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C603C543-032A-449B-A9E9-A0FAE49C67BA}"/>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6A0D6BBB-B658-4EEE-A3CA-14312E7E872F}"/>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2092D482-844C-4B06-15C0-3977C3F0B137}"/>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100</a:t>
            </a:fld>
            <a:endParaRPr sz="1200" b="0" i="0" u="none" strike="noStrike" cap="none">
              <a:solidFill>
                <a:schemeClr val="dk1"/>
              </a:solidFill>
            </a:endParaRPr>
          </a:p>
        </p:txBody>
      </p:sp>
    </p:spTree>
    <p:extLst>
      <p:ext uri="{BB962C8B-B14F-4D97-AF65-F5344CB8AC3E}">
        <p14:creationId xmlns:p14="http://schemas.microsoft.com/office/powerpoint/2010/main" val="1820413058"/>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017B5BC7-D456-EE57-B8AD-61808C5244F3}"/>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91BB6466-A434-1E54-F401-A61F7DE46919}"/>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BD962137-443B-769B-9C14-090534D40CD9}"/>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88581FBE-CD5F-05BE-513D-93EFE108B422}"/>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101</a:t>
            </a:fld>
            <a:endParaRPr sz="1200" b="0" i="0" u="none" strike="noStrike" cap="none">
              <a:solidFill>
                <a:schemeClr val="dk1"/>
              </a:solidFill>
            </a:endParaRPr>
          </a:p>
        </p:txBody>
      </p:sp>
    </p:spTree>
    <p:extLst>
      <p:ext uri="{BB962C8B-B14F-4D97-AF65-F5344CB8AC3E}">
        <p14:creationId xmlns:p14="http://schemas.microsoft.com/office/powerpoint/2010/main" val="419326612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E3FC1F68-9C61-758B-D898-B168B5D3DEC4}"/>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9BED7DC3-42D6-C3F0-BC77-BF6FA6475A59}"/>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5CE326B6-BF7F-5B24-09B3-A50A307653B9}"/>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329B647F-EF61-2CF8-40F4-16D71814F80F}"/>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102</a:t>
            </a:fld>
            <a:endParaRPr sz="1200" b="0" i="0" u="none" strike="noStrike" cap="none">
              <a:solidFill>
                <a:schemeClr val="dk1"/>
              </a:solidFill>
            </a:endParaRPr>
          </a:p>
        </p:txBody>
      </p:sp>
    </p:spTree>
    <p:extLst>
      <p:ext uri="{BB962C8B-B14F-4D97-AF65-F5344CB8AC3E}">
        <p14:creationId xmlns:p14="http://schemas.microsoft.com/office/powerpoint/2010/main" val="66242230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52636CF4-FF28-6B48-CA7D-BD08DEC687B1}"/>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AADDD0B3-C74B-C4F4-7A07-352ECCE2F7C4}"/>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6321CF3F-EC36-B0D8-E80B-FB4CEDE283D7}"/>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E2E5E00C-7E2C-3801-BC8F-CD69A3CAA031}"/>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103</a:t>
            </a:fld>
            <a:endParaRPr sz="1200" b="0" i="0" u="none" strike="noStrike" cap="none">
              <a:solidFill>
                <a:schemeClr val="dk1"/>
              </a:solidFill>
            </a:endParaRPr>
          </a:p>
        </p:txBody>
      </p:sp>
    </p:spTree>
    <p:extLst>
      <p:ext uri="{BB962C8B-B14F-4D97-AF65-F5344CB8AC3E}">
        <p14:creationId xmlns:p14="http://schemas.microsoft.com/office/powerpoint/2010/main" val="896920922"/>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A6F8207E-EE24-FC41-5A0B-69526435A3E0}"/>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008BF9E4-BD74-C70A-2691-6AB5A76941E4}"/>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F7A95831-149A-389A-B84D-8B5E2D7FDE72}"/>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33BF7B2B-9D33-6787-7C10-F0682D88AE70}"/>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104</a:t>
            </a:fld>
            <a:endParaRPr sz="1200" b="0" i="0" u="none" strike="noStrike" cap="none">
              <a:solidFill>
                <a:schemeClr val="dk1"/>
              </a:solidFill>
            </a:endParaRPr>
          </a:p>
        </p:txBody>
      </p:sp>
    </p:spTree>
    <p:extLst>
      <p:ext uri="{BB962C8B-B14F-4D97-AF65-F5344CB8AC3E}">
        <p14:creationId xmlns:p14="http://schemas.microsoft.com/office/powerpoint/2010/main" val="35468595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E7FF0114-517A-0527-897B-D7423F13C970}"/>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63DEB563-11E1-64F0-02F8-12317F517CE6}"/>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61D5A7F5-A942-A96F-D656-3D38996B6323}"/>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48A6C554-2148-4A9B-AC7C-5ADADC0F274B}"/>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105</a:t>
            </a:fld>
            <a:endParaRPr sz="1200" b="0" i="0" u="none" strike="noStrike" cap="none">
              <a:solidFill>
                <a:schemeClr val="dk1"/>
              </a:solidFill>
            </a:endParaRPr>
          </a:p>
        </p:txBody>
      </p:sp>
    </p:spTree>
    <p:extLst>
      <p:ext uri="{BB962C8B-B14F-4D97-AF65-F5344CB8AC3E}">
        <p14:creationId xmlns:p14="http://schemas.microsoft.com/office/powerpoint/2010/main" val="351042090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03DBF3C1-AB1E-6F68-9123-D11E7EC8834D}"/>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8761C4A3-3DFC-2B47-1EB7-0436D77C91D4}"/>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A7E4AFE9-5B0E-0FBE-A7A9-D6CA0D9D95BC}"/>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184B3DC1-6246-165D-983D-5B945C0FAC5A}"/>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106</a:t>
            </a:fld>
            <a:endParaRPr sz="1200" b="0" i="0" u="none" strike="noStrike" cap="none">
              <a:solidFill>
                <a:schemeClr val="dk1"/>
              </a:solidFill>
            </a:endParaRPr>
          </a:p>
        </p:txBody>
      </p:sp>
    </p:spTree>
    <p:extLst>
      <p:ext uri="{BB962C8B-B14F-4D97-AF65-F5344CB8AC3E}">
        <p14:creationId xmlns:p14="http://schemas.microsoft.com/office/powerpoint/2010/main" val="1924176532"/>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04A508C4-56D7-B4F8-AE64-0236E7A41F04}"/>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56ADC53F-C102-166D-09BB-F32744801FD5}"/>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7A8B1768-615B-9BBF-FF5D-4B8E26F88E67}"/>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C62588E7-B2BE-104E-BF9F-80CF4DA83C9D}"/>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107</a:t>
            </a:fld>
            <a:endParaRPr sz="1200" b="0" i="0" u="none" strike="noStrike" cap="none">
              <a:solidFill>
                <a:schemeClr val="dk1"/>
              </a:solidFill>
            </a:endParaRPr>
          </a:p>
        </p:txBody>
      </p:sp>
    </p:spTree>
    <p:extLst>
      <p:ext uri="{BB962C8B-B14F-4D97-AF65-F5344CB8AC3E}">
        <p14:creationId xmlns:p14="http://schemas.microsoft.com/office/powerpoint/2010/main" val="99161570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2">
          <a:extLst>
            <a:ext uri="{FF2B5EF4-FFF2-40B4-BE49-F238E27FC236}">
              <a16:creationId xmlns:a16="http://schemas.microsoft.com/office/drawing/2014/main" id="{1283B7E9-36CA-4CC6-0898-DA86EA8E427B}"/>
            </a:ext>
          </a:extLst>
        </p:cNvPr>
        <p:cNvGrpSpPr/>
        <p:nvPr/>
      </p:nvGrpSpPr>
      <p:grpSpPr>
        <a:xfrm>
          <a:off x="0" y="0"/>
          <a:ext cx="0" cy="0"/>
          <a:chOff x="0" y="0"/>
          <a:chExt cx="0" cy="0"/>
        </a:xfrm>
      </p:grpSpPr>
      <p:sp>
        <p:nvSpPr>
          <p:cNvPr id="973" name="Google Shape;973;p67:notes">
            <a:extLst>
              <a:ext uri="{FF2B5EF4-FFF2-40B4-BE49-F238E27FC236}">
                <a16:creationId xmlns:a16="http://schemas.microsoft.com/office/drawing/2014/main" id="{4607E8DC-0C11-674E-B75C-5956D5004FC0}"/>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974" name="Google Shape;974;p67:notes">
            <a:extLst>
              <a:ext uri="{FF2B5EF4-FFF2-40B4-BE49-F238E27FC236}">
                <a16:creationId xmlns:a16="http://schemas.microsoft.com/office/drawing/2014/main" id="{26429C73-9A79-454F-6715-11B6B98E0025}"/>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975" name="Google Shape;975;p67:notes">
            <a:extLst>
              <a:ext uri="{FF2B5EF4-FFF2-40B4-BE49-F238E27FC236}">
                <a16:creationId xmlns:a16="http://schemas.microsoft.com/office/drawing/2014/main" id="{769612D8-7730-9D51-FCBE-66E413B5971D}"/>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108</a:t>
            </a:fld>
            <a:endParaRPr sz="1200" b="0" i="0" u="none" strike="noStrike" cap="none">
              <a:solidFill>
                <a:schemeClr val="dk1"/>
              </a:solidFill>
            </a:endParaRPr>
          </a:p>
        </p:txBody>
      </p:sp>
    </p:spTree>
    <p:extLst>
      <p:ext uri="{BB962C8B-B14F-4D97-AF65-F5344CB8AC3E}">
        <p14:creationId xmlns:p14="http://schemas.microsoft.com/office/powerpoint/2010/main" val="1649620676"/>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
          <a:extLst>
            <a:ext uri="{FF2B5EF4-FFF2-40B4-BE49-F238E27FC236}">
              <a16:creationId xmlns:a16="http://schemas.microsoft.com/office/drawing/2014/main" id="{E24A2225-388E-D9F7-6A87-CF39915A3B4D}"/>
            </a:ext>
          </a:extLst>
        </p:cNvPr>
        <p:cNvGrpSpPr/>
        <p:nvPr/>
      </p:nvGrpSpPr>
      <p:grpSpPr>
        <a:xfrm>
          <a:off x="0" y="0"/>
          <a:ext cx="0" cy="0"/>
          <a:chOff x="0" y="0"/>
          <a:chExt cx="0" cy="0"/>
        </a:xfrm>
      </p:grpSpPr>
      <p:sp>
        <p:nvSpPr>
          <p:cNvPr id="483" name="Google Shape;483;p48:notes">
            <a:extLst>
              <a:ext uri="{FF2B5EF4-FFF2-40B4-BE49-F238E27FC236}">
                <a16:creationId xmlns:a16="http://schemas.microsoft.com/office/drawing/2014/main" id="{3DA8F4B2-6658-CC36-16BA-02260C523025}"/>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484" name="Google Shape;484;p48:notes">
            <a:extLst>
              <a:ext uri="{FF2B5EF4-FFF2-40B4-BE49-F238E27FC236}">
                <a16:creationId xmlns:a16="http://schemas.microsoft.com/office/drawing/2014/main" id="{E2754AEF-6C22-2822-12BA-E707AFCA7468}"/>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485" name="Google Shape;485;p48:notes">
            <a:extLst>
              <a:ext uri="{FF2B5EF4-FFF2-40B4-BE49-F238E27FC236}">
                <a16:creationId xmlns:a16="http://schemas.microsoft.com/office/drawing/2014/main" id="{BE7959EF-0C64-176D-17B0-C0771DB239C5}"/>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109</a:t>
            </a:fld>
            <a:endParaRPr sz="1200" b="0" i="0" u="none" strike="noStrike" cap="none">
              <a:solidFill>
                <a:schemeClr val="dk1"/>
              </a:solidFill>
            </a:endParaRPr>
          </a:p>
        </p:txBody>
      </p:sp>
    </p:spTree>
    <p:extLst>
      <p:ext uri="{BB962C8B-B14F-4D97-AF65-F5344CB8AC3E}">
        <p14:creationId xmlns:p14="http://schemas.microsoft.com/office/powerpoint/2010/main" val="1955714170"/>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
          <a:extLst>
            <a:ext uri="{FF2B5EF4-FFF2-40B4-BE49-F238E27FC236}">
              <a16:creationId xmlns:a16="http://schemas.microsoft.com/office/drawing/2014/main" id="{B37046AC-8199-5CAC-9FC0-3470A8EFD85E}"/>
            </a:ext>
          </a:extLst>
        </p:cNvPr>
        <p:cNvGrpSpPr/>
        <p:nvPr/>
      </p:nvGrpSpPr>
      <p:grpSpPr>
        <a:xfrm>
          <a:off x="0" y="0"/>
          <a:ext cx="0" cy="0"/>
          <a:chOff x="0" y="0"/>
          <a:chExt cx="0" cy="0"/>
        </a:xfrm>
      </p:grpSpPr>
      <p:sp>
        <p:nvSpPr>
          <p:cNvPr id="483" name="Google Shape;483;p48:notes">
            <a:extLst>
              <a:ext uri="{FF2B5EF4-FFF2-40B4-BE49-F238E27FC236}">
                <a16:creationId xmlns:a16="http://schemas.microsoft.com/office/drawing/2014/main" id="{2FB34123-2638-9E05-1227-53C14F332A52}"/>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484" name="Google Shape;484;p48:notes">
            <a:extLst>
              <a:ext uri="{FF2B5EF4-FFF2-40B4-BE49-F238E27FC236}">
                <a16:creationId xmlns:a16="http://schemas.microsoft.com/office/drawing/2014/main" id="{36AA6EEA-A92C-65F3-F899-036627E46576}"/>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485" name="Google Shape;485;p48:notes">
            <a:extLst>
              <a:ext uri="{FF2B5EF4-FFF2-40B4-BE49-F238E27FC236}">
                <a16:creationId xmlns:a16="http://schemas.microsoft.com/office/drawing/2014/main" id="{DE26EF29-CC82-8C56-2110-F8D95D4EFFE7}"/>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110</a:t>
            </a:fld>
            <a:endParaRPr sz="1200" b="0" i="0" u="none" strike="noStrike" cap="none">
              <a:solidFill>
                <a:schemeClr val="dk1"/>
              </a:solidFill>
            </a:endParaRPr>
          </a:p>
        </p:txBody>
      </p:sp>
    </p:spTree>
    <p:extLst>
      <p:ext uri="{BB962C8B-B14F-4D97-AF65-F5344CB8AC3E}">
        <p14:creationId xmlns:p14="http://schemas.microsoft.com/office/powerpoint/2010/main" val="2707422836"/>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
          <a:extLst>
            <a:ext uri="{FF2B5EF4-FFF2-40B4-BE49-F238E27FC236}">
              <a16:creationId xmlns:a16="http://schemas.microsoft.com/office/drawing/2014/main" id="{F6886E15-9C8E-CC97-6643-F9140C58BA6C}"/>
            </a:ext>
          </a:extLst>
        </p:cNvPr>
        <p:cNvGrpSpPr/>
        <p:nvPr/>
      </p:nvGrpSpPr>
      <p:grpSpPr>
        <a:xfrm>
          <a:off x="0" y="0"/>
          <a:ext cx="0" cy="0"/>
          <a:chOff x="0" y="0"/>
          <a:chExt cx="0" cy="0"/>
        </a:xfrm>
      </p:grpSpPr>
      <p:sp>
        <p:nvSpPr>
          <p:cNvPr id="483" name="Google Shape;483;p48:notes">
            <a:extLst>
              <a:ext uri="{FF2B5EF4-FFF2-40B4-BE49-F238E27FC236}">
                <a16:creationId xmlns:a16="http://schemas.microsoft.com/office/drawing/2014/main" id="{55AF101F-B570-AE1F-820C-27238A5B4F39}"/>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484" name="Google Shape;484;p48:notes">
            <a:extLst>
              <a:ext uri="{FF2B5EF4-FFF2-40B4-BE49-F238E27FC236}">
                <a16:creationId xmlns:a16="http://schemas.microsoft.com/office/drawing/2014/main" id="{EC2001B4-0CD4-A2C8-D0E3-D6881A4DF482}"/>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485" name="Google Shape;485;p48:notes">
            <a:extLst>
              <a:ext uri="{FF2B5EF4-FFF2-40B4-BE49-F238E27FC236}">
                <a16:creationId xmlns:a16="http://schemas.microsoft.com/office/drawing/2014/main" id="{3FFA406A-D196-D4AF-F91A-FE16DC5E0ADA}"/>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111</a:t>
            </a:fld>
            <a:endParaRPr sz="1200" b="0" i="0" u="none" strike="noStrike" cap="none">
              <a:solidFill>
                <a:schemeClr val="dk1"/>
              </a:solidFill>
            </a:endParaRPr>
          </a:p>
        </p:txBody>
      </p:sp>
    </p:spTree>
    <p:extLst>
      <p:ext uri="{BB962C8B-B14F-4D97-AF65-F5344CB8AC3E}">
        <p14:creationId xmlns:p14="http://schemas.microsoft.com/office/powerpoint/2010/main" val="381209212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
          <a:extLst>
            <a:ext uri="{FF2B5EF4-FFF2-40B4-BE49-F238E27FC236}">
              <a16:creationId xmlns:a16="http://schemas.microsoft.com/office/drawing/2014/main" id="{CB698DCD-E07A-1095-ECC4-D861836B0793}"/>
            </a:ext>
          </a:extLst>
        </p:cNvPr>
        <p:cNvGrpSpPr/>
        <p:nvPr/>
      </p:nvGrpSpPr>
      <p:grpSpPr>
        <a:xfrm>
          <a:off x="0" y="0"/>
          <a:ext cx="0" cy="0"/>
          <a:chOff x="0" y="0"/>
          <a:chExt cx="0" cy="0"/>
        </a:xfrm>
      </p:grpSpPr>
      <p:sp>
        <p:nvSpPr>
          <p:cNvPr id="483" name="Google Shape;483;p48:notes">
            <a:extLst>
              <a:ext uri="{FF2B5EF4-FFF2-40B4-BE49-F238E27FC236}">
                <a16:creationId xmlns:a16="http://schemas.microsoft.com/office/drawing/2014/main" id="{6B2939B2-0BF1-6718-93AF-9B43FBFABB64}"/>
              </a:ext>
            </a:extLst>
          </p:cNvPr>
          <p:cNvSpPr>
            <a:spLocks noGrp="1" noRot="1" noChangeAspect="1"/>
          </p:cNvSpPr>
          <p:nvPr>
            <p:ph type="sldImg" idx="2"/>
          </p:nvPr>
        </p:nvSpPr>
        <p:spPr>
          <a:xfrm>
            <a:off x="777875" y="1200150"/>
            <a:ext cx="5759450" cy="3240088"/>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pt-US"/>
          </a:p>
        </p:txBody>
      </p:sp>
      <p:sp>
        <p:nvSpPr>
          <p:cNvPr id="484" name="Google Shape;484;p48:notes">
            <a:extLst>
              <a:ext uri="{FF2B5EF4-FFF2-40B4-BE49-F238E27FC236}">
                <a16:creationId xmlns:a16="http://schemas.microsoft.com/office/drawing/2014/main" id="{83B6B586-B457-91E2-92A4-64B11C488BBF}"/>
              </a:ext>
            </a:extLst>
          </p:cNvPr>
          <p:cNvSpPr txBox="1">
            <a:spLocks noGrp="1"/>
          </p:cNvSpPr>
          <p:nvPr>
            <p:ph type="body" idx="1"/>
          </p:nvPr>
        </p:nvSpPr>
        <p:spPr>
          <a:xfrm>
            <a:off x="731520" y="4620577"/>
            <a:ext cx="5852160" cy="3780473"/>
          </a:xfrm>
          <a:prstGeom prst="rect">
            <a:avLst/>
          </a:prstGeom>
          <a:noFill/>
          <a:ln>
            <a:noFill/>
          </a:ln>
        </p:spPr>
        <p:txBody>
          <a:bodyPr spcFirstLastPara="1" wrap="square" lIns="96650" tIns="48325" rIns="96650" bIns="48325" anchor="t" anchorCtr="0">
            <a:noAutofit/>
          </a:bodyPr>
          <a:lstStyle/>
          <a:p>
            <a:pPr marL="457200" marR="0" lvl="0" indent="-228600" algn="l" rtl="0">
              <a:lnSpc>
                <a:spcPct val="100000"/>
              </a:lnSpc>
              <a:spcBef>
                <a:spcPts val="0"/>
              </a:spcBef>
              <a:spcAft>
                <a:spcPts val="0"/>
              </a:spcAft>
              <a:buClr>
                <a:srgbClr val="000000"/>
              </a:buClr>
              <a:buSzPts val="1400"/>
              <a:buFont typeface="Arial"/>
              <a:buNone/>
            </a:pPr>
            <a:endParaRPr dirty="0">
              <a:latin typeface="IBM Plex Sans"/>
              <a:ea typeface="IBM Plex Sans"/>
              <a:cs typeface="IBM Plex Sans"/>
              <a:sym typeface="IBM Plex Sans"/>
            </a:endParaRPr>
          </a:p>
        </p:txBody>
      </p:sp>
      <p:sp>
        <p:nvSpPr>
          <p:cNvPr id="485" name="Google Shape;485;p48:notes">
            <a:extLst>
              <a:ext uri="{FF2B5EF4-FFF2-40B4-BE49-F238E27FC236}">
                <a16:creationId xmlns:a16="http://schemas.microsoft.com/office/drawing/2014/main" id="{2EA9ED48-1523-4485-75F9-9FDE60BBCE79}"/>
              </a:ext>
            </a:extLst>
          </p:cNvPr>
          <p:cNvSpPr txBox="1">
            <a:spLocks noGrp="1"/>
          </p:cNvSpPr>
          <p:nvPr>
            <p:ph type="sldNum" idx="12"/>
          </p:nvPr>
        </p:nvSpPr>
        <p:spPr>
          <a:xfrm>
            <a:off x="4143587" y="9119475"/>
            <a:ext cx="3169920" cy="481726"/>
          </a:xfrm>
          <a:prstGeom prst="rect">
            <a:avLst/>
          </a:prstGeom>
          <a:noFill/>
          <a:ln>
            <a:noFill/>
          </a:ln>
        </p:spPr>
        <p:txBody>
          <a:bodyPr spcFirstLastPara="1" wrap="square" lIns="96650" tIns="48325" rIns="96650" bIns="48325"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rPr>
              <a:t>112</a:t>
            </a:fld>
            <a:endParaRPr sz="1200" b="0" i="0" u="none" strike="noStrike" cap="none">
              <a:solidFill>
                <a:schemeClr val="dk1"/>
              </a:solidFill>
            </a:endParaRPr>
          </a:p>
        </p:txBody>
      </p:sp>
    </p:spTree>
    <p:extLst>
      <p:ext uri="{BB962C8B-B14F-4D97-AF65-F5344CB8AC3E}">
        <p14:creationId xmlns:p14="http://schemas.microsoft.com/office/powerpoint/2010/main" val="953717209"/>
      </p:ext>
    </p:extLst>
  </p:cSld>
  <p:clrMapOvr>
    <a:masterClrMapping/>
  </p:clrMapOvr>
</p:notes>
</file>

<file path=ppt/slideLayouts/_rels/slideLayout1.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8.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6.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18"/>
        <p:cNvGrpSpPr/>
        <p:nvPr/>
      </p:nvGrpSpPr>
      <p:grpSpPr>
        <a:xfrm>
          <a:off x="0" y="0"/>
          <a:ext cx="0" cy="0"/>
          <a:chOff x="0" y="0"/>
          <a:chExt cx="0" cy="0"/>
        </a:xfrm>
      </p:grpSpPr>
      <p:sp>
        <p:nvSpPr>
          <p:cNvPr id="19" name="Google Shape;19;p29"/>
          <p:cNvSpPr txBox="1">
            <a:spLocks noGrp="1"/>
          </p:cNvSpPr>
          <p:nvPr>
            <p:ph type="ctrTitle"/>
          </p:nvPr>
        </p:nvSpPr>
        <p:spPr>
          <a:xfrm>
            <a:off x="914400" y="1122363"/>
            <a:ext cx="10363200" cy="2387600"/>
          </a:xfrm>
          <a:prstGeom prst="rect">
            <a:avLst/>
          </a:prstGeom>
          <a:noFill/>
          <a:ln>
            <a:noFill/>
          </a:ln>
        </p:spPr>
        <p:txBody>
          <a:bodyPr spcFirstLastPara="1" wrap="square" lIns="91425" tIns="45700" rIns="91425" bIns="45700" anchor="b" anchorCtr="0">
            <a:normAutofit/>
          </a:bodyPr>
          <a:lstStyle>
            <a:lvl1pPr lvl="0" algn="ctr">
              <a:lnSpc>
                <a:spcPct val="90000"/>
              </a:lnSpc>
              <a:spcBef>
                <a:spcPts val="0"/>
              </a:spcBef>
              <a:spcAft>
                <a:spcPts val="0"/>
              </a:spcAft>
              <a:buClr>
                <a:schemeClr val="dk1"/>
              </a:buClr>
              <a:buSzPts val="6000"/>
              <a:buFont typeface="IBM Plex Sans"/>
              <a:buNone/>
              <a:defRPr sz="60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 name="Google Shape;20;p29"/>
          <p:cNvSpPr txBox="1">
            <a:spLocks noGrp="1"/>
          </p:cNvSpPr>
          <p:nvPr>
            <p:ph type="subTitle" idx="1"/>
          </p:nvPr>
        </p:nvSpPr>
        <p:spPr>
          <a:xfrm>
            <a:off x="1524000" y="3602038"/>
            <a:ext cx="9144000" cy="1655762"/>
          </a:xfrm>
          <a:prstGeom prst="rect">
            <a:avLst/>
          </a:prstGeom>
          <a:noFill/>
          <a:ln>
            <a:noFill/>
          </a:ln>
        </p:spPr>
        <p:txBody>
          <a:bodyPr spcFirstLastPara="1" wrap="square" lIns="91425" tIns="45700" rIns="91425" bIns="45700" anchor="t" anchorCtr="0">
            <a:normAutofit/>
          </a:bodyPr>
          <a:lstStyle>
            <a:lvl1pPr lvl="0" algn="ctr">
              <a:lnSpc>
                <a:spcPct val="90000"/>
              </a:lnSpc>
              <a:spcBef>
                <a:spcPts val="1000"/>
              </a:spcBef>
              <a:spcAft>
                <a:spcPts val="0"/>
              </a:spcAft>
              <a:buClr>
                <a:schemeClr val="dk1"/>
              </a:buClr>
              <a:buSzPts val="2400"/>
              <a:buNone/>
              <a:defRPr sz="2400">
                <a:latin typeface="IBM Plex Sans"/>
                <a:ea typeface="IBM Plex Sans"/>
                <a:cs typeface="IBM Plex Sans"/>
                <a:sym typeface="IBM Plex Sans"/>
              </a:defRPr>
            </a:lvl1pPr>
            <a:lvl2pPr lvl="1" algn="ctr">
              <a:lnSpc>
                <a:spcPct val="90000"/>
              </a:lnSpc>
              <a:spcBef>
                <a:spcPts val="500"/>
              </a:spcBef>
              <a:spcAft>
                <a:spcPts val="0"/>
              </a:spcAft>
              <a:buClr>
                <a:schemeClr val="dk1"/>
              </a:buClr>
              <a:buSzPts val="2000"/>
              <a:buNone/>
              <a:defRPr sz="2000"/>
            </a:lvl2pPr>
            <a:lvl3pPr lvl="2" algn="ctr">
              <a:lnSpc>
                <a:spcPct val="90000"/>
              </a:lnSpc>
              <a:spcBef>
                <a:spcPts val="500"/>
              </a:spcBef>
              <a:spcAft>
                <a:spcPts val="0"/>
              </a:spcAft>
              <a:buClr>
                <a:schemeClr val="dk1"/>
              </a:buClr>
              <a:buSzPts val="1800"/>
              <a:buNone/>
              <a:defRPr sz="1800"/>
            </a:lvl3pPr>
            <a:lvl4pPr lvl="3" algn="ctr">
              <a:lnSpc>
                <a:spcPct val="90000"/>
              </a:lnSpc>
              <a:spcBef>
                <a:spcPts val="500"/>
              </a:spcBef>
              <a:spcAft>
                <a:spcPts val="0"/>
              </a:spcAft>
              <a:buClr>
                <a:schemeClr val="dk1"/>
              </a:buClr>
              <a:buSzPts val="1600"/>
              <a:buNone/>
              <a:defRPr sz="1600"/>
            </a:lvl4pPr>
            <a:lvl5pPr lvl="4" algn="ctr">
              <a:lnSpc>
                <a:spcPct val="90000"/>
              </a:lnSpc>
              <a:spcBef>
                <a:spcPts val="500"/>
              </a:spcBef>
              <a:spcAft>
                <a:spcPts val="0"/>
              </a:spcAft>
              <a:buClr>
                <a:schemeClr val="dk1"/>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1" name="Google Shape;21;p29"/>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 name="Google Shape;22;p29"/>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 name="Google Shape;23;p29"/>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2_Title and Content">
  <p:cSld name="2_Title and Content">
    <p:spTree>
      <p:nvGrpSpPr>
        <p:cNvPr id="1" name="Shape 24"/>
        <p:cNvGrpSpPr/>
        <p:nvPr/>
      </p:nvGrpSpPr>
      <p:grpSpPr>
        <a:xfrm>
          <a:off x="0" y="0"/>
          <a:ext cx="0" cy="0"/>
          <a:chOff x="0" y="0"/>
          <a:chExt cx="0" cy="0"/>
        </a:xfrm>
      </p:grpSpPr>
      <p:sp>
        <p:nvSpPr>
          <p:cNvPr id="25" name="Google Shape;25;p132"/>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26" name="Google Shape;26;p132"/>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lvl1pPr lvl="0" algn="l">
              <a:lnSpc>
                <a:spcPct val="90000"/>
              </a:lnSpc>
              <a:spcBef>
                <a:spcPts val="0"/>
              </a:spcBef>
              <a:spcAft>
                <a:spcPts val="0"/>
              </a:spcAft>
              <a:buClr>
                <a:schemeClr val="dk1"/>
              </a:buClr>
              <a:buSzPts val="2800"/>
              <a:buFont typeface="IBM Plex Sans"/>
              <a:buNone/>
              <a:defRPr sz="28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 name="Google Shape;27;p132"/>
          <p:cNvSpPr txBox="1">
            <a:spLocks noGrp="1"/>
          </p:cNvSpPr>
          <p:nvPr>
            <p:ph type="body" idx="1"/>
          </p:nvPr>
        </p:nvSpPr>
        <p:spPr>
          <a:xfrm>
            <a:off x="420595" y="955299"/>
            <a:ext cx="11350811" cy="276999"/>
          </a:xfrm>
          <a:prstGeom prst="rect">
            <a:avLst/>
          </a:prstGeom>
          <a:noFill/>
          <a:ln>
            <a:noFill/>
          </a:ln>
        </p:spPr>
        <p:txBody>
          <a:bodyPr spcFirstLastPara="1" wrap="square" lIns="0" tIns="0" rIns="0" bIns="0" anchor="t" anchorCtr="0">
            <a:spAutoFit/>
          </a:bodyPr>
          <a:lstStyle>
            <a:lvl1pPr marL="457200" lvl="0" indent="-228600" algn="l">
              <a:lnSpc>
                <a:spcPct val="90000"/>
              </a:lnSpc>
              <a:spcBef>
                <a:spcPts val="0"/>
              </a:spcBef>
              <a:spcAft>
                <a:spcPts val="0"/>
              </a:spcAft>
              <a:buSzPts val="2800"/>
              <a:buNone/>
              <a:defRPr sz="1800">
                <a:latin typeface="IBM Plex Sans"/>
                <a:ea typeface="IBM Plex Sans"/>
                <a:cs typeface="IBM Plex Sans"/>
                <a:sym typeface="IBM Plex Sans"/>
              </a:defRPr>
            </a:lvl1pPr>
            <a:lvl2pPr marL="914400" lvl="1" indent="-381000" algn="l">
              <a:lnSpc>
                <a:spcPct val="90000"/>
              </a:lnSpc>
              <a:spcBef>
                <a:spcPts val="500"/>
              </a:spcBef>
              <a:spcAft>
                <a:spcPts val="0"/>
              </a:spcAft>
              <a:buSzPts val="2400"/>
              <a:buChar char="•"/>
              <a:defRPr/>
            </a:lvl2pPr>
            <a:lvl3pPr marL="1371600" lvl="2" indent="-355600" algn="l">
              <a:lnSpc>
                <a:spcPct val="90000"/>
              </a:lnSpc>
              <a:spcBef>
                <a:spcPts val="500"/>
              </a:spcBef>
              <a:spcAft>
                <a:spcPts val="0"/>
              </a:spcAft>
              <a:buSzPts val="2000"/>
              <a:buChar char="•"/>
              <a:defRPr/>
            </a:lvl3pPr>
            <a:lvl4pPr marL="1828800" lvl="3" indent="-342900" algn="l">
              <a:lnSpc>
                <a:spcPct val="90000"/>
              </a:lnSpc>
              <a:spcBef>
                <a:spcPts val="500"/>
              </a:spcBef>
              <a:spcAft>
                <a:spcPts val="0"/>
              </a:spcAft>
              <a:buSzPts val="1800"/>
              <a:buChar char="•"/>
              <a:defRPr/>
            </a:lvl4pPr>
            <a:lvl5pPr marL="2286000" lvl="4" indent="-342900" algn="l">
              <a:lnSpc>
                <a:spcPct val="90000"/>
              </a:lnSpc>
              <a:spcBef>
                <a:spcPts val="500"/>
              </a:spcBef>
              <a:spcAft>
                <a:spcPts val="0"/>
              </a:spcAft>
              <a:buSzPts val="1800"/>
              <a:buChar char="•"/>
              <a:defRPr/>
            </a:lvl5pPr>
            <a:lvl6pPr marL="2743200" lvl="5" indent="-342900" algn="l">
              <a:lnSpc>
                <a:spcPct val="90000"/>
              </a:lnSpc>
              <a:spcBef>
                <a:spcPts val="500"/>
              </a:spcBef>
              <a:spcAft>
                <a:spcPts val="0"/>
              </a:spcAft>
              <a:buSzPts val="1800"/>
              <a:buChar char="•"/>
              <a:defRPr/>
            </a:lvl6pPr>
            <a:lvl7pPr marL="3200400" lvl="6" indent="-342900" algn="l">
              <a:lnSpc>
                <a:spcPct val="90000"/>
              </a:lnSpc>
              <a:spcBef>
                <a:spcPts val="500"/>
              </a:spcBef>
              <a:spcAft>
                <a:spcPts val="0"/>
              </a:spcAft>
              <a:buSzPts val="1800"/>
              <a:buChar char="•"/>
              <a:defRPr/>
            </a:lvl7pPr>
            <a:lvl8pPr marL="3657600" lvl="7" indent="-342900" algn="l">
              <a:lnSpc>
                <a:spcPct val="90000"/>
              </a:lnSpc>
              <a:spcBef>
                <a:spcPts val="500"/>
              </a:spcBef>
              <a:spcAft>
                <a:spcPts val="0"/>
              </a:spcAft>
              <a:buSzPts val="1800"/>
              <a:buChar char="•"/>
              <a:defRPr/>
            </a:lvl8pPr>
            <a:lvl9pPr marL="4114800" lvl="8" indent="-342900" algn="l">
              <a:lnSpc>
                <a:spcPct val="90000"/>
              </a:lnSpc>
              <a:spcBef>
                <a:spcPts val="500"/>
              </a:spcBef>
              <a:spcAft>
                <a:spcPts val="0"/>
              </a:spcAft>
              <a:buSzPts val="1800"/>
              <a:buChar char="•"/>
              <a:defRPr/>
            </a:lvl9pPr>
          </a:lstStyle>
          <a:p>
            <a:endParaRPr/>
          </a:p>
        </p:txBody>
      </p:sp>
    </p:spTree>
  </p:cSld>
  <p:clrMapOvr>
    <a:masterClrMapping/>
  </p:clrMapOvr>
  <p:extLst>
    <p:ext uri="{DCECCB84-F9BA-43D5-87BE-67443E8EF086}">
      <p15:sldGuideLst xmlns:p15="http://schemas.microsoft.com/office/powerpoint/2012/main">
        <p15:guide id="1" orient="horz" pos="890">
          <p15:clr>
            <a:srgbClr val="FBAE40"/>
          </p15:clr>
        </p15:guide>
        <p15:guide id="2" pos="257">
          <p15:clr>
            <a:srgbClr val="FBAE40"/>
          </p15:clr>
        </p15:guide>
        <p15:guide id="3" orient="horz" pos="3861">
          <p15:clr>
            <a:srgbClr val="FBAE40"/>
          </p15:clr>
        </p15:guide>
        <p15:guide id="4" pos="7423">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3_Title and Content">
  <p:cSld name="3_Title and Content">
    <p:spTree>
      <p:nvGrpSpPr>
        <p:cNvPr id="1" name="Shape 28"/>
        <p:cNvGrpSpPr/>
        <p:nvPr/>
      </p:nvGrpSpPr>
      <p:grpSpPr>
        <a:xfrm>
          <a:off x="0" y="0"/>
          <a:ext cx="0" cy="0"/>
          <a:chOff x="0" y="0"/>
          <a:chExt cx="0" cy="0"/>
        </a:xfrm>
      </p:grpSpPr>
      <p:sp>
        <p:nvSpPr>
          <p:cNvPr id="29" name="Google Shape;29;p30"/>
          <p:cNvSpPr txBox="1">
            <a:spLocks noGrp="1"/>
          </p:cNvSpPr>
          <p:nvPr>
            <p:ph type="body" idx="1"/>
          </p:nvPr>
        </p:nvSpPr>
        <p:spPr>
          <a:xfrm>
            <a:off x="2796988" y="1304828"/>
            <a:ext cx="8876931" cy="4818066"/>
          </a:xfrm>
          <a:prstGeom prst="rect">
            <a:avLst/>
          </a:prstGeom>
          <a:noFill/>
          <a:ln>
            <a:noFill/>
          </a:ln>
        </p:spPr>
        <p:txBody>
          <a:bodyPr spcFirstLastPara="1" wrap="square" lIns="91425" tIns="45700" rIns="91425" bIns="45700" anchor="t" anchorCtr="0">
            <a:normAutofit/>
          </a:bodyPr>
          <a:lstStyle>
            <a:lvl1pPr marL="457200" lvl="0" indent="-298450" algn="l">
              <a:lnSpc>
                <a:spcPct val="90000"/>
              </a:lnSpc>
              <a:spcBef>
                <a:spcPts val="1000"/>
              </a:spcBef>
              <a:spcAft>
                <a:spcPts val="0"/>
              </a:spcAft>
              <a:buClr>
                <a:schemeClr val="dk1"/>
              </a:buClr>
              <a:buSzPts val="1100"/>
              <a:buChar char="•"/>
              <a:defRPr sz="1100">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0" name="Google Shape;30;p30"/>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31" name="Google Shape;31;p30"/>
          <p:cNvSpPr txBox="1">
            <a:spLocks noGrp="1"/>
          </p:cNvSpPr>
          <p:nvPr>
            <p:ph type="title"/>
          </p:nvPr>
        </p:nvSpPr>
        <p:spPr>
          <a:xfrm>
            <a:off x="420595" y="432838"/>
            <a:ext cx="11350811" cy="531345"/>
          </a:xfrm>
          <a:prstGeom prst="rect">
            <a:avLst/>
          </a:prstGeom>
          <a:noFill/>
          <a:ln>
            <a:noFill/>
          </a:ln>
        </p:spPr>
        <p:txBody>
          <a:bodyPr spcFirstLastPara="1" wrap="square" lIns="0" tIns="0" rIns="0" bIns="0" anchor="ctr" anchorCtr="0">
            <a:noAutofit/>
          </a:bodyPr>
          <a:lstStyle>
            <a:lvl1pPr lvl="0" algn="l">
              <a:lnSpc>
                <a:spcPct val="90000"/>
              </a:lnSpc>
              <a:spcBef>
                <a:spcPts val="0"/>
              </a:spcBef>
              <a:spcAft>
                <a:spcPts val="0"/>
              </a:spcAft>
              <a:buClr>
                <a:schemeClr val="dk1"/>
              </a:buClr>
              <a:buSzPts val="2800"/>
              <a:buFont typeface="IBM Plex Sans"/>
              <a:buNone/>
              <a:defRPr sz="28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 name="Google Shape;32;p30"/>
          <p:cNvSpPr txBox="1">
            <a:spLocks noGrp="1"/>
          </p:cNvSpPr>
          <p:nvPr>
            <p:ph type="body" idx="2"/>
          </p:nvPr>
        </p:nvSpPr>
        <p:spPr>
          <a:xfrm>
            <a:off x="420595" y="1027869"/>
            <a:ext cx="11350811" cy="241949"/>
          </a:xfrm>
          <a:prstGeom prst="rect">
            <a:avLst/>
          </a:prstGeom>
          <a:noFill/>
          <a:ln>
            <a:noFill/>
          </a:ln>
        </p:spPr>
        <p:txBody>
          <a:bodyPr spcFirstLastPara="1" wrap="square" lIns="0" tIns="0" rIns="0" bIns="0" anchor="t" anchorCtr="0">
            <a:noAutofit/>
          </a:bodyPr>
          <a:lstStyle>
            <a:lvl1pPr marL="457200" lvl="0" indent="-228600" algn="l">
              <a:lnSpc>
                <a:spcPct val="90000"/>
              </a:lnSpc>
              <a:spcBef>
                <a:spcPts val="1000"/>
              </a:spcBef>
              <a:spcAft>
                <a:spcPts val="0"/>
              </a:spcAft>
              <a:buClr>
                <a:schemeClr val="dk1"/>
              </a:buClr>
              <a:buSzPts val="1800"/>
              <a:buNone/>
              <a:defRPr sz="1800">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sz="1800"/>
            </a:lvl2pPr>
            <a:lvl3pPr marL="1371600" lvl="2" indent="-342900" algn="l">
              <a:lnSpc>
                <a:spcPct val="90000"/>
              </a:lnSpc>
              <a:spcBef>
                <a:spcPts val="500"/>
              </a:spcBef>
              <a:spcAft>
                <a:spcPts val="0"/>
              </a:spcAft>
              <a:buClr>
                <a:schemeClr val="dk1"/>
              </a:buClr>
              <a:buSzPts val="1800"/>
              <a:buChar char="•"/>
              <a:defRPr sz="1800"/>
            </a:lvl3pPr>
            <a:lvl4pPr marL="1828800" lvl="3" indent="-342900" algn="l">
              <a:lnSpc>
                <a:spcPct val="90000"/>
              </a:lnSpc>
              <a:spcBef>
                <a:spcPts val="500"/>
              </a:spcBef>
              <a:spcAft>
                <a:spcPts val="0"/>
              </a:spcAft>
              <a:buClr>
                <a:schemeClr val="dk1"/>
              </a:buClr>
              <a:buSzPts val="1800"/>
              <a:buChar char="•"/>
              <a:defRPr sz="1800"/>
            </a:lvl4pPr>
            <a:lvl5pPr marL="2286000" lvl="4" indent="-342900" algn="l">
              <a:lnSpc>
                <a:spcPct val="90000"/>
              </a:lnSpc>
              <a:spcBef>
                <a:spcPts val="500"/>
              </a:spcBef>
              <a:spcAft>
                <a:spcPts val="0"/>
              </a:spcAft>
              <a:buClr>
                <a:schemeClr val="dk1"/>
              </a:buClr>
              <a:buSzPts val="1800"/>
              <a:buChar char="•"/>
              <a:defRPr sz="1800"/>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4_Title and Content">
  <p:cSld name="4_Title and Content">
    <p:spTree>
      <p:nvGrpSpPr>
        <p:cNvPr id="1" name="Shape 33"/>
        <p:cNvGrpSpPr/>
        <p:nvPr/>
      </p:nvGrpSpPr>
      <p:grpSpPr>
        <a:xfrm>
          <a:off x="0" y="0"/>
          <a:ext cx="0" cy="0"/>
          <a:chOff x="0" y="0"/>
          <a:chExt cx="0" cy="0"/>
        </a:xfrm>
      </p:grpSpPr>
      <p:sp>
        <p:nvSpPr>
          <p:cNvPr id="34" name="Google Shape;34;p31"/>
          <p:cNvSpPr txBox="1">
            <a:spLocks noGrp="1"/>
          </p:cNvSpPr>
          <p:nvPr>
            <p:ph type="body" idx="1"/>
          </p:nvPr>
        </p:nvSpPr>
        <p:spPr>
          <a:xfrm>
            <a:off x="2796988" y="1461247"/>
            <a:ext cx="8876931" cy="4661647"/>
          </a:xfrm>
          <a:prstGeom prst="rect">
            <a:avLst/>
          </a:prstGeom>
          <a:noFill/>
          <a:ln>
            <a:noFill/>
          </a:ln>
        </p:spPr>
        <p:txBody>
          <a:bodyPr spcFirstLastPara="1" wrap="square" lIns="91425" tIns="45700" rIns="91425" bIns="45700" anchor="t" anchorCtr="0">
            <a:normAutofit/>
          </a:bodyPr>
          <a:lstStyle>
            <a:lvl1pPr marL="457200" lvl="0" indent="-298450" algn="l">
              <a:lnSpc>
                <a:spcPct val="90000"/>
              </a:lnSpc>
              <a:spcBef>
                <a:spcPts val="1000"/>
              </a:spcBef>
              <a:spcAft>
                <a:spcPts val="0"/>
              </a:spcAft>
              <a:buClr>
                <a:schemeClr val="dk1"/>
              </a:buClr>
              <a:buSzPts val="1100"/>
              <a:buChar char="•"/>
              <a:defRPr sz="1100">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5" name="Google Shape;35;p31"/>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36" name="Google Shape;36;p31"/>
          <p:cNvSpPr txBox="1">
            <a:spLocks noGrp="1"/>
          </p:cNvSpPr>
          <p:nvPr>
            <p:ph type="title"/>
          </p:nvPr>
        </p:nvSpPr>
        <p:spPr>
          <a:xfrm>
            <a:off x="656933" y="432838"/>
            <a:ext cx="11016985" cy="531345"/>
          </a:xfrm>
          <a:prstGeom prst="rect">
            <a:avLst/>
          </a:prstGeom>
          <a:noFill/>
          <a:ln>
            <a:noFill/>
          </a:ln>
        </p:spPr>
        <p:txBody>
          <a:bodyPr spcFirstLastPara="1" wrap="square" lIns="91425" tIns="45700" rIns="91425" bIns="45700" anchor="ctr" anchorCtr="0">
            <a:noAutofit/>
          </a:bodyPr>
          <a:lstStyle>
            <a:lvl1pPr lvl="0" algn="l">
              <a:lnSpc>
                <a:spcPct val="90000"/>
              </a:lnSpc>
              <a:spcBef>
                <a:spcPts val="0"/>
              </a:spcBef>
              <a:spcAft>
                <a:spcPts val="0"/>
              </a:spcAft>
              <a:buClr>
                <a:schemeClr val="dk1"/>
              </a:buClr>
              <a:buSzPts val="2800"/>
              <a:buFont typeface="IBM Plex Sans"/>
              <a:buNone/>
              <a:defRPr sz="28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 name="Google Shape;37;p31"/>
          <p:cNvSpPr txBox="1">
            <a:spLocks noGrp="1"/>
          </p:cNvSpPr>
          <p:nvPr>
            <p:ph type="body" idx="2"/>
          </p:nvPr>
        </p:nvSpPr>
        <p:spPr>
          <a:xfrm>
            <a:off x="656932" y="955299"/>
            <a:ext cx="11016985" cy="241949"/>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chemeClr val="dk1"/>
              </a:buClr>
              <a:buSzPts val="1800"/>
              <a:buNone/>
              <a:defRPr sz="1800">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sz="1800"/>
            </a:lvl2pPr>
            <a:lvl3pPr marL="1371600" lvl="2" indent="-342900" algn="l">
              <a:lnSpc>
                <a:spcPct val="90000"/>
              </a:lnSpc>
              <a:spcBef>
                <a:spcPts val="500"/>
              </a:spcBef>
              <a:spcAft>
                <a:spcPts val="0"/>
              </a:spcAft>
              <a:buClr>
                <a:schemeClr val="dk1"/>
              </a:buClr>
              <a:buSzPts val="1800"/>
              <a:buChar char="•"/>
              <a:defRPr sz="1800"/>
            </a:lvl3pPr>
            <a:lvl4pPr marL="1828800" lvl="3" indent="-342900" algn="l">
              <a:lnSpc>
                <a:spcPct val="90000"/>
              </a:lnSpc>
              <a:spcBef>
                <a:spcPts val="500"/>
              </a:spcBef>
              <a:spcAft>
                <a:spcPts val="0"/>
              </a:spcAft>
              <a:buClr>
                <a:schemeClr val="dk1"/>
              </a:buClr>
              <a:buSzPts val="1800"/>
              <a:buChar char="•"/>
              <a:defRPr sz="1800"/>
            </a:lvl4pPr>
            <a:lvl5pPr marL="2286000" lvl="4" indent="-342900" algn="l">
              <a:lnSpc>
                <a:spcPct val="90000"/>
              </a:lnSpc>
              <a:spcBef>
                <a:spcPts val="500"/>
              </a:spcBef>
              <a:spcAft>
                <a:spcPts val="0"/>
              </a:spcAft>
              <a:buClr>
                <a:schemeClr val="dk1"/>
              </a:buClr>
              <a:buSzPts val="1800"/>
              <a:buChar char="•"/>
              <a:defRPr sz="1800"/>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Blank">
  <p:cSld name="Blank">
    <p:spTree>
      <p:nvGrpSpPr>
        <p:cNvPr id="1" name="Shape 38"/>
        <p:cNvGrpSpPr/>
        <p:nvPr/>
      </p:nvGrpSpPr>
      <p:grpSpPr>
        <a:xfrm>
          <a:off x="0" y="0"/>
          <a:ext cx="0" cy="0"/>
          <a:chOff x="0" y="0"/>
          <a:chExt cx="0" cy="0"/>
        </a:xfrm>
      </p:grpSpPr>
      <p:sp>
        <p:nvSpPr>
          <p:cNvPr id="39" name="Google Shape;39;p32"/>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 name="Google Shape;40;p32"/>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 name="Google Shape;41;p32"/>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42" name="Google Shape;42;p32"/>
          <p:cNvSpPr txBox="1">
            <a:spLocks noGrp="1"/>
          </p:cNvSpPr>
          <p:nvPr>
            <p:ph type="body" idx="1"/>
          </p:nvPr>
        </p:nvSpPr>
        <p:spPr>
          <a:xfrm>
            <a:off x="656932" y="955299"/>
            <a:ext cx="11016985" cy="241949"/>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chemeClr val="dk1"/>
              </a:buClr>
              <a:buSzPts val="1800"/>
              <a:buNone/>
              <a:defRPr sz="1800">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sz="1800"/>
            </a:lvl2pPr>
            <a:lvl3pPr marL="1371600" lvl="2" indent="-342900" algn="l">
              <a:lnSpc>
                <a:spcPct val="90000"/>
              </a:lnSpc>
              <a:spcBef>
                <a:spcPts val="500"/>
              </a:spcBef>
              <a:spcAft>
                <a:spcPts val="0"/>
              </a:spcAft>
              <a:buClr>
                <a:schemeClr val="dk1"/>
              </a:buClr>
              <a:buSzPts val="1800"/>
              <a:buChar char="•"/>
              <a:defRPr sz="1800"/>
            </a:lvl3pPr>
            <a:lvl4pPr marL="1828800" lvl="3" indent="-342900" algn="l">
              <a:lnSpc>
                <a:spcPct val="90000"/>
              </a:lnSpc>
              <a:spcBef>
                <a:spcPts val="500"/>
              </a:spcBef>
              <a:spcAft>
                <a:spcPts val="0"/>
              </a:spcAft>
              <a:buClr>
                <a:schemeClr val="dk1"/>
              </a:buClr>
              <a:buSzPts val="1800"/>
              <a:buChar char="•"/>
              <a:defRPr sz="1800"/>
            </a:lvl4pPr>
            <a:lvl5pPr marL="2286000" lvl="4" indent="-342900" algn="l">
              <a:lnSpc>
                <a:spcPct val="90000"/>
              </a:lnSpc>
              <a:spcBef>
                <a:spcPts val="500"/>
              </a:spcBef>
              <a:spcAft>
                <a:spcPts val="0"/>
              </a:spcAft>
              <a:buClr>
                <a:schemeClr val="dk1"/>
              </a:buClr>
              <a:buSzPts val="1800"/>
              <a:buChar char="•"/>
              <a:defRPr sz="1800"/>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2_Blank">
  <p:cSld name="2_Blank">
    <p:spTree>
      <p:nvGrpSpPr>
        <p:cNvPr id="1" name="Shape 43"/>
        <p:cNvGrpSpPr/>
        <p:nvPr/>
      </p:nvGrpSpPr>
      <p:grpSpPr>
        <a:xfrm>
          <a:off x="0" y="0"/>
          <a:ext cx="0" cy="0"/>
          <a:chOff x="0" y="0"/>
          <a:chExt cx="0" cy="0"/>
        </a:xfrm>
      </p:grpSpPr>
      <p:sp>
        <p:nvSpPr>
          <p:cNvPr id="44" name="Google Shape;44;p33"/>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 name="Google Shape;45;p33"/>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 name="Google Shape;46;p33"/>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47" name="Google Shape;47;p33"/>
          <p:cNvSpPr txBox="1">
            <a:spLocks noGrp="1"/>
          </p:cNvSpPr>
          <p:nvPr>
            <p:ph type="title"/>
          </p:nvPr>
        </p:nvSpPr>
        <p:spPr>
          <a:xfrm>
            <a:off x="599637" y="3111065"/>
            <a:ext cx="9973200" cy="2928300"/>
          </a:xfrm>
          <a:prstGeom prst="rect">
            <a:avLst/>
          </a:prstGeom>
          <a:noFill/>
          <a:ln>
            <a:noFill/>
          </a:ln>
        </p:spPr>
        <p:txBody>
          <a:bodyPr spcFirstLastPara="1" wrap="square" lIns="0" tIns="0" rIns="0" bIns="0" anchor="b" anchorCtr="0">
            <a:noAutofit/>
          </a:bodyPr>
          <a:lstStyle>
            <a:lvl1pPr lvl="0" algn="l">
              <a:lnSpc>
                <a:spcPct val="71000"/>
              </a:lnSpc>
              <a:spcBef>
                <a:spcPts val="0"/>
              </a:spcBef>
              <a:spcAft>
                <a:spcPts val="0"/>
              </a:spcAft>
              <a:buClr>
                <a:schemeClr val="dk1"/>
              </a:buClr>
              <a:buSzPts val="8000"/>
              <a:buFont typeface="IBM Plex Sans"/>
              <a:buNone/>
              <a:defRPr sz="8000">
                <a:latin typeface="IBM Plex Sans"/>
                <a:ea typeface="IBM Plex Sans"/>
                <a:cs typeface="IBM Plex Sans"/>
                <a:sym typeface="IBM Plex Sans"/>
              </a:defRPr>
            </a:lvl1pPr>
            <a:lvl2pPr lvl="1" algn="ctr">
              <a:lnSpc>
                <a:spcPct val="71000"/>
              </a:lnSpc>
              <a:spcBef>
                <a:spcPts val="0"/>
              </a:spcBef>
              <a:spcAft>
                <a:spcPts val="0"/>
              </a:spcAft>
              <a:buClr>
                <a:schemeClr val="dk1"/>
              </a:buClr>
              <a:buSzPts val="12000"/>
              <a:buNone/>
              <a:defRPr sz="12000">
                <a:solidFill>
                  <a:schemeClr val="dk1"/>
                </a:solidFill>
              </a:defRPr>
            </a:lvl2pPr>
            <a:lvl3pPr lvl="2" algn="ctr">
              <a:lnSpc>
                <a:spcPct val="71000"/>
              </a:lnSpc>
              <a:spcBef>
                <a:spcPts val="0"/>
              </a:spcBef>
              <a:spcAft>
                <a:spcPts val="0"/>
              </a:spcAft>
              <a:buClr>
                <a:schemeClr val="dk1"/>
              </a:buClr>
              <a:buSzPts val="12000"/>
              <a:buNone/>
              <a:defRPr sz="12000">
                <a:solidFill>
                  <a:schemeClr val="dk1"/>
                </a:solidFill>
              </a:defRPr>
            </a:lvl3pPr>
            <a:lvl4pPr lvl="3" algn="ctr">
              <a:lnSpc>
                <a:spcPct val="71000"/>
              </a:lnSpc>
              <a:spcBef>
                <a:spcPts val="0"/>
              </a:spcBef>
              <a:spcAft>
                <a:spcPts val="0"/>
              </a:spcAft>
              <a:buClr>
                <a:schemeClr val="dk1"/>
              </a:buClr>
              <a:buSzPts val="12000"/>
              <a:buNone/>
              <a:defRPr sz="12000">
                <a:solidFill>
                  <a:schemeClr val="dk1"/>
                </a:solidFill>
              </a:defRPr>
            </a:lvl4pPr>
            <a:lvl5pPr lvl="4" algn="ctr">
              <a:lnSpc>
                <a:spcPct val="71000"/>
              </a:lnSpc>
              <a:spcBef>
                <a:spcPts val="0"/>
              </a:spcBef>
              <a:spcAft>
                <a:spcPts val="0"/>
              </a:spcAft>
              <a:buClr>
                <a:schemeClr val="dk1"/>
              </a:buClr>
              <a:buSzPts val="12000"/>
              <a:buNone/>
              <a:defRPr sz="12000">
                <a:solidFill>
                  <a:schemeClr val="dk1"/>
                </a:solidFill>
              </a:defRPr>
            </a:lvl5pPr>
            <a:lvl6pPr lvl="5" algn="ctr">
              <a:lnSpc>
                <a:spcPct val="71000"/>
              </a:lnSpc>
              <a:spcBef>
                <a:spcPts val="0"/>
              </a:spcBef>
              <a:spcAft>
                <a:spcPts val="0"/>
              </a:spcAft>
              <a:buClr>
                <a:schemeClr val="dk1"/>
              </a:buClr>
              <a:buSzPts val="12000"/>
              <a:buNone/>
              <a:defRPr sz="12000">
                <a:solidFill>
                  <a:schemeClr val="dk1"/>
                </a:solidFill>
              </a:defRPr>
            </a:lvl6pPr>
            <a:lvl7pPr lvl="6" algn="ctr">
              <a:lnSpc>
                <a:spcPct val="71000"/>
              </a:lnSpc>
              <a:spcBef>
                <a:spcPts val="0"/>
              </a:spcBef>
              <a:spcAft>
                <a:spcPts val="0"/>
              </a:spcAft>
              <a:buClr>
                <a:schemeClr val="dk1"/>
              </a:buClr>
              <a:buSzPts val="12000"/>
              <a:buNone/>
              <a:defRPr sz="12000">
                <a:solidFill>
                  <a:schemeClr val="dk1"/>
                </a:solidFill>
              </a:defRPr>
            </a:lvl7pPr>
            <a:lvl8pPr lvl="7" algn="ctr">
              <a:lnSpc>
                <a:spcPct val="71000"/>
              </a:lnSpc>
              <a:spcBef>
                <a:spcPts val="0"/>
              </a:spcBef>
              <a:spcAft>
                <a:spcPts val="0"/>
              </a:spcAft>
              <a:buClr>
                <a:schemeClr val="dk1"/>
              </a:buClr>
              <a:buSzPts val="12000"/>
              <a:buNone/>
              <a:defRPr sz="12000">
                <a:solidFill>
                  <a:schemeClr val="dk1"/>
                </a:solidFill>
              </a:defRPr>
            </a:lvl8pPr>
            <a:lvl9pPr lvl="8" algn="ctr">
              <a:lnSpc>
                <a:spcPct val="71000"/>
              </a:lnSpc>
              <a:spcBef>
                <a:spcPts val="0"/>
              </a:spcBef>
              <a:spcAft>
                <a:spcPts val="0"/>
              </a:spcAft>
              <a:buClr>
                <a:schemeClr val="dk1"/>
              </a:buClr>
              <a:buSzPts val="12000"/>
              <a:buNone/>
              <a:defRPr sz="12000">
                <a:solidFill>
                  <a:schemeClr val="dk1"/>
                </a:solidFill>
              </a:defRPr>
            </a:lvl9pPr>
          </a:lstStyle>
          <a:p>
            <a:endParaRPr/>
          </a:p>
        </p:txBody>
      </p:sp>
      <p:pic>
        <p:nvPicPr>
          <p:cNvPr id="48" name="Google Shape;48;p33"/>
          <p:cNvPicPr preferRelativeResize="0"/>
          <p:nvPr/>
        </p:nvPicPr>
        <p:blipFill rotWithShape="1">
          <a:blip r:embed="rId2">
            <a:alphaModFix/>
          </a:blip>
          <a:srcRect/>
          <a:stretch/>
        </p:blipFill>
        <p:spPr>
          <a:xfrm>
            <a:off x="3048000" y="0"/>
            <a:ext cx="9144000" cy="5143500"/>
          </a:xfrm>
          <a:prstGeom prst="rect">
            <a:avLst/>
          </a:prstGeom>
          <a:noFill/>
          <a:ln>
            <a:noFill/>
          </a:ln>
        </p:spPr>
      </p:pic>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3_Blank">
  <p:cSld name="3_Blank">
    <p:spTree>
      <p:nvGrpSpPr>
        <p:cNvPr id="1" name="Shape 49"/>
        <p:cNvGrpSpPr/>
        <p:nvPr/>
      </p:nvGrpSpPr>
      <p:grpSpPr>
        <a:xfrm>
          <a:off x="0" y="0"/>
          <a:ext cx="0" cy="0"/>
          <a:chOff x="0" y="0"/>
          <a:chExt cx="0" cy="0"/>
        </a:xfrm>
      </p:grpSpPr>
      <p:sp>
        <p:nvSpPr>
          <p:cNvPr id="50" name="Google Shape;50;p34"/>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 name="Google Shape;51;p34"/>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 name="Google Shape;52;p34"/>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53" name="Google Shape;53;p34"/>
          <p:cNvSpPr txBox="1">
            <a:spLocks noGrp="1"/>
          </p:cNvSpPr>
          <p:nvPr>
            <p:ph type="title"/>
          </p:nvPr>
        </p:nvSpPr>
        <p:spPr>
          <a:xfrm>
            <a:off x="599637" y="3111065"/>
            <a:ext cx="9973200" cy="2928300"/>
          </a:xfrm>
          <a:prstGeom prst="rect">
            <a:avLst/>
          </a:prstGeom>
          <a:noFill/>
          <a:ln>
            <a:noFill/>
          </a:ln>
        </p:spPr>
        <p:txBody>
          <a:bodyPr spcFirstLastPara="1" wrap="square" lIns="0" tIns="0" rIns="0" bIns="0" anchor="b" anchorCtr="0">
            <a:noAutofit/>
          </a:bodyPr>
          <a:lstStyle>
            <a:lvl1pPr lvl="0" algn="l">
              <a:lnSpc>
                <a:spcPct val="71000"/>
              </a:lnSpc>
              <a:spcBef>
                <a:spcPts val="0"/>
              </a:spcBef>
              <a:spcAft>
                <a:spcPts val="0"/>
              </a:spcAft>
              <a:buClr>
                <a:schemeClr val="dk1"/>
              </a:buClr>
              <a:buSzPts val="8000"/>
              <a:buFont typeface="IBM Plex Sans"/>
              <a:buNone/>
              <a:defRPr sz="8000">
                <a:latin typeface="IBM Plex Sans"/>
                <a:ea typeface="IBM Plex Sans"/>
                <a:cs typeface="IBM Plex Sans"/>
                <a:sym typeface="IBM Plex Sans"/>
              </a:defRPr>
            </a:lvl1pPr>
            <a:lvl2pPr lvl="1" algn="ctr">
              <a:lnSpc>
                <a:spcPct val="71000"/>
              </a:lnSpc>
              <a:spcBef>
                <a:spcPts val="0"/>
              </a:spcBef>
              <a:spcAft>
                <a:spcPts val="0"/>
              </a:spcAft>
              <a:buClr>
                <a:schemeClr val="dk1"/>
              </a:buClr>
              <a:buSzPts val="12000"/>
              <a:buNone/>
              <a:defRPr sz="12000">
                <a:solidFill>
                  <a:schemeClr val="dk1"/>
                </a:solidFill>
              </a:defRPr>
            </a:lvl2pPr>
            <a:lvl3pPr lvl="2" algn="ctr">
              <a:lnSpc>
                <a:spcPct val="71000"/>
              </a:lnSpc>
              <a:spcBef>
                <a:spcPts val="0"/>
              </a:spcBef>
              <a:spcAft>
                <a:spcPts val="0"/>
              </a:spcAft>
              <a:buClr>
                <a:schemeClr val="dk1"/>
              </a:buClr>
              <a:buSzPts val="12000"/>
              <a:buNone/>
              <a:defRPr sz="12000">
                <a:solidFill>
                  <a:schemeClr val="dk1"/>
                </a:solidFill>
              </a:defRPr>
            </a:lvl3pPr>
            <a:lvl4pPr lvl="3" algn="ctr">
              <a:lnSpc>
                <a:spcPct val="71000"/>
              </a:lnSpc>
              <a:spcBef>
                <a:spcPts val="0"/>
              </a:spcBef>
              <a:spcAft>
                <a:spcPts val="0"/>
              </a:spcAft>
              <a:buClr>
                <a:schemeClr val="dk1"/>
              </a:buClr>
              <a:buSzPts val="12000"/>
              <a:buNone/>
              <a:defRPr sz="12000">
                <a:solidFill>
                  <a:schemeClr val="dk1"/>
                </a:solidFill>
              </a:defRPr>
            </a:lvl4pPr>
            <a:lvl5pPr lvl="4" algn="ctr">
              <a:lnSpc>
                <a:spcPct val="71000"/>
              </a:lnSpc>
              <a:spcBef>
                <a:spcPts val="0"/>
              </a:spcBef>
              <a:spcAft>
                <a:spcPts val="0"/>
              </a:spcAft>
              <a:buClr>
                <a:schemeClr val="dk1"/>
              </a:buClr>
              <a:buSzPts val="12000"/>
              <a:buNone/>
              <a:defRPr sz="12000">
                <a:solidFill>
                  <a:schemeClr val="dk1"/>
                </a:solidFill>
              </a:defRPr>
            </a:lvl5pPr>
            <a:lvl6pPr lvl="5" algn="ctr">
              <a:lnSpc>
                <a:spcPct val="71000"/>
              </a:lnSpc>
              <a:spcBef>
                <a:spcPts val="0"/>
              </a:spcBef>
              <a:spcAft>
                <a:spcPts val="0"/>
              </a:spcAft>
              <a:buClr>
                <a:schemeClr val="dk1"/>
              </a:buClr>
              <a:buSzPts val="12000"/>
              <a:buNone/>
              <a:defRPr sz="12000">
                <a:solidFill>
                  <a:schemeClr val="dk1"/>
                </a:solidFill>
              </a:defRPr>
            </a:lvl6pPr>
            <a:lvl7pPr lvl="6" algn="ctr">
              <a:lnSpc>
                <a:spcPct val="71000"/>
              </a:lnSpc>
              <a:spcBef>
                <a:spcPts val="0"/>
              </a:spcBef>
              <a:spcAft>
                <a:spcPts val="0"/>
              </a:spcAft>
              <a:buClr>
                <a:schemeClr val="dk1"/>
              </a:buClr>
              <a:buSzPts val="12000"/>
              <a:buNone/>
              <a:defRPr sz="12000">
                <a:solidFill>
                  <a:schemeClr val="dk1"/>
                </a:solidFill>
              </a:defRPr>
            </a:lvl7pPr>
            <a:lvl8pPr lvl="7" algn="ctr">
              <a:lnSpc>
                <a:spcPct val="71000"/>
              </a:lnSpc>
              <a:spcBef>
                <a:spcPts val="0"/>
              </a:spcBef>
              <a:spcAft>
                <a:spcPts val="0"/>
              </a:spcAft>
              <a:buClr>
                <a:schemeClr val="dk1"/>
              </a:buClr>
              <a:buSzPts val="12000"/>
              <a:buNone/>
              <a:defRPr sz="12000">
                <a:solidFill>
                  <a:schemeClr val="dk1"/>
                </a:solidFill>
              </a:defRPr>
            </a:lvl8pPr>
            <a:lvl9pPr lvl="8" algn="ctr">
              <a:lnSpc>
                <a:spcPct val="71000"/>
              </a:lnSpc>
              <a:spcBef>
                <a:spcPts val="0"/>
              </a:spcBef>
              <a:spcAft>
                <a:spcPts val="0"/>
              </a:spcAft>
              <a:buClr>
                <a:schemeClr val="dk1"/>
              </a:buClr>
              <a:buSzPts val="12000"/>
              <a:buNone/>
              <a:defRPr sz="12000">
                <a:solidFill>
                  <a:schemeClr val="dk1"/>
                </a:solidFill>
              </a:defRPr>
            </a:lvl9pPr>
          </a:lstStyle>
          <a:p>
            <a:endParaRPr/>
          </a:p>
        </p:txBody>
      </p:sp>
      <p:pic>
        <p:nvPicPr>
          <p:cNvPr id="54" name="Google Shape;54;p34"/>
          <p:cNvPicPr preferRelativeResize="0"/>
          <p:nvPr/>
        </p:nvPicPr>
        <p:blipFill rotWithShape="1">
          <a:blip r:embed="rId2">
            <a:alphaModFix/>
          </a:blip>
          <a:srcRect/>
          <a:stretch/>
        </p:blipFill>
        <p:spPr>
          <a:xfrm>
            <a:off x="3048000" y="0"/>
            <a:ext cx="9144000" cy="5143500"/>
          </a:xfrm>
          <a:prstGeom prst="rect">
            <a:avLst/>
          </a:prstGeom>
          <a:noFill/>
          <a:ln>
            <a:noFill/>
          </a:ln>
        </p:spPr>
      </p:pic>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1_Title and Content" type="obj">
  <p:cSld name="OBJECT">
    <p:spTree>
      <p:nvGrpSpPr>
        <p:cNvPr id="1" name="Shape 55"/>
        <p:cNvGrpSpPr/>
        <p:nvPr/>
      </p:nvGrpSpPr>
      <p:grpSpPr>
        <a:xfrm>
          <a:off x="0" y="0"/>
          <a:ext cx="0" cy="0"/>
          <a:chOff x="0" y="0"/>
          <a:chExt cx="0" cy="0"/>
        </a:xfrm>
      </p:grpSpPr>
      <p:sp>
        <p:nvSpPr>
          <p:cNvPr id="56" name="Google Shape;56;p35"/>
          <p:cNvSpPr txBox="1">
            <a:spLocks noGrp="1"/>
          </p:cNvSpPr>
          <p:nvPr>
            <p:ph type="title"/>
          </p:nvPr>
        </p:nvSpPr>
        <p:spPr>
          <a:xfrm>
            <a:off x="838200" y="365127"/>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 name="Google Shape;57;p35"/>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 name="Google Shape;58;p35"/>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59"/>
        <p:cNvGrpSpPr/>
        <p:nvPr/>
      </p:nvGrpSpPr>
      <p:grpSpPr>
        <a:xfrm>
          <a:off x="0" y="0"/>
          <a:ext cx="0" cy="0"/>
          <a:chOff x="0" y="0"/>
          <a:chExt cx="0" cy="0"/>
        </a:xfrm>
      </p:grpSpPr>
      <p:sp>
        <p:nvSpPr>
          <p:cNvPr id="60" name="Google Shape;60;p36"/>
          <p:cNvSpPr txBox="1">
            <a:spLocks noGrp="1"/>
          </p:cNvSpPr>
          <p:nvPr>
            <p:ph type="title"/>
          </p:nvPr>
        </p:nvSpPr>
        <p:spPr>
          <a:xfrm>
            <a:off x="838200" y="365127"/>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 name="Google Shape;61;p36"/>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2" name="Google Shape;62;p36"/>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 name="Google Shape;63;p36"/>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 name="Google Shape;64;p36"/>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65"/>
        <p:cNvGrpSpPr/>
        <p:nvPr/>
      </p:nvGrpSpPr>
      <p:grpSpPr>
        <a:xfrm>
          <a:off x="0" y="0"/>
          <a:ext cx="0" cy="0"/>
          <a:chOff x="0" y="0"/>
          <a:chExt cx="0" cy="0"/>
        </a:xfrm>
      </p:grpSpPr>
      <p:sp>
        <p:nvSpPr>
          <p:cNvPr id="66" name="Google Shape;66;p37"/>
          <p:cNvSpPr txBox="1">
            <a:spLocks noGrp="1"/>
          </p:cNvSpPr>
          <p:nvPr>
            <p:ph type="title"/>
          </p:nvPr>
        </p:nvSpPr>
        <p:spPr>
          <a:xfrm>
            <a:off x="831851" y="1709740"/>
            <a:ext cx="10515600" cy="2852737"/>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6000"/>
              <a:buFont typeface="IBM Plex Sans"/>
              <a:buNone/>
              <a:defRPr sz="60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 name="Google Shape;67;p37"/>
          <p:cNvSpPr txBox="1">
            <a:spLocks noGrp="1"/>
          </p:cNvSpPr>
          <p:nvPr>
            <p:ph type="body" idx="1"/>
          </p:nvPr>
        </p:nvSpPr>
        <p:spPr>
          <a:xfrm>
            <a:off x="831851" y="4589465"/>
            <a:ext cx="10515600" cy="150018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2400"/>
              <a:buNone/>
              <a:defRPr sz="2400">
                <a:solidFill>
                  <a:schemeClr val="dk1"/>
                </a:solidFill>
                <a:latin typeface="IBM Plex Sans"/>
                <a:ea typeface="IBM Plex Sans"/>
                <a:cs typeface="IBM Plex Sans"/>
                <a:sym typeface="IBM Plex Sans"/>
              </a:defRPr>
            </a:lvl1pPr>
            <a:lvl2pPr marL="914400" lvl="1" indent="-228600" algn="l">
              <a:lnSpc>
                <a:spcPct val="90000"/>
              </a:lnSpc>
              <a:spcBef>
                <a:spcPts val="500"/>
              </a:spcBef>
              <a:spcAft>
                <a:spcPts val="0"/>
              </a:spcAft>
              <a:buClr>
                <a:srgbClr val="888888"/>
              </a:buClr>
              <a:buSzPts val="2000"/>
              <a:buNone/>
              <a:defRPr sz="2000">
                <a:solidFill>
                  <a:srgbClr val="888888"/>
                </a:solidFill>
              </a:defRPr>
            </a:lvl2pPr>
            <a:lvl3pPr marL="1371600" lvl="2" indent="-228600" algn="l">
              <a:lnSpc>
                <a:spcPct val="90000"/>
              </a:lnSpc>
              <a:spcBef>
                <a:spcPts val="500"/>
              </a:spcBef>
              <a:spcAft>
                <a:spcPts val="0"/>
              </a:spcAft>
              <a:buClr>
                <a:srgbClr val="888888"/>
              </a:buClr>
              <a:buSzPts val="1800"/>
              <a:buNone/>
              <a:defRPr sz="1800">
                <a:solidFill>
                  <a:srgbClr val="888888"/>
                </a:solidFill>
              </a:defRPr>
            </a:lvl3pPr>
            <a:lvl4pPr marL="1828800" lvl="3" indent="-228600" algn="l">
              <a:lnSpc>
                <a:spcPct val="90000"/>
              </a:lnSpc>
              <a:spcBef>
                <a:spcPts val="500"/>
              </a:spcBef>
              <a:spcAft>
                <a:spcPts val="0"/>
              </a:spcAft>
              <a:buClr>
                <a:srgbClr val="888888"/>
              </a:buClr>
              <a:buSzPts val="1600"/>
              <a:buNone/>
              <a:defRPr sz="1600">
                <a:solidFill>
                  <a:srgbClr val="888888"/>
                </a:solidFill>
              </a:defRPr>
            </a:lvl4pPr>
            <a:lvl5pPr marL="2286000" lvl="4" indent="-228600" algn="l">
              <a:lnSpc>
                <a:spcPct val="90000"/>
              </a:lnSpc>
              <a:spcBef>
                <a:spcPts val="500"/>
              </a:spcBef>
              <a:spcAft>
                <a:spcPts val="0"/>
              </a:spcAft>
              <a:buClr>
                <a:srgbClr val="888888"/>
              </a:buClr>
              <a:buSzPts val="1600"/>
              <a:buNone/>
              <a:defRPr sz="1600">
                <a:solidFill>
                  <a:srgbClr val="888888"/>
                </a:solidFill>
              </a:defRPr>
            </a:lvl5pPr>
            <a:lvl6pPr marL="2743200" lvl="5" indent="-228600" algn="l">
              <a:lnSpc>
                <a:spcPct val="90000"/>
              </a:lnSpc>
              <a:spcBef>
                <a:spcPts val="500"/>
              </a:spcBef>
              <a:spcAft>
                <a:spcPts val="0"/>
              </a:spcAft>
              <a:buClr>
                <a:srgbClr val="888888"/>
              </a:buClr>
              <a:buSzPts val="1600"/>
              <a:buNone/>
              <a:defRPr sz="1600">
                <a:solidFill>
                  <a:srgbClr val="888888"/>
                </a:solidFill>
              </a:defRPr>
            </a:lvl6pPr>
            <a:lvl7pPr marL="3200400" lvl="6" indent="-228600" algn="l">
              <a:lnSpc>
                <a:spcPct val="90000"/>
              </a:lnSpc>
              <a:spcBef>
                <a:spcPts val="500"/>
              </a:spcBef>
              <a:spcAft>
                <a:spcPts val="0"/>
              </a:spcAft>
              <a:buClr>
                <a:srgbClr val="888888"/>
              </a:buClr>
              <a:buSzPts val="1600"/>
              <a:buNone/>
              <a:defRPr sz="1600">
                <a:solidFill>
                  <a:srgbClr val="888888"/>
                </a:solidFill>
              </a:defRPr>
            </a:lvl7pPr>
            <a:lvl8pPr marL="3657600" lvl="7" indent="-228600" algn="l">
              <a:lnSpc>
                <a:spcPct val="90000"/>
              </a:lnSpc>
              <a:spcBef>
                <a:spcPts val="500"/>
              </a:spcBef>
              <a:spcAft>
                <a:spcPts val="0"/>
              </a:spcAft>
              <a:buClr>
                <a:srgbClr val="888888"/>
              </a:buClr>
              <a:buSzPts val="1600"/>
              <a:buNone/>
              <a:defRPr sz="1600">
                <a:solidFill>
                  <a:srgbClr val="888888"/>
                </a:solidFill>
              </a:defRPr>
            </a:lvl8pPr>
            <a:lvl9pPr marL="4114800" lvl="8" indent="-228600" algn="l">
              <a:lnSpc>
                <a:spcPct val="90000"/>
              </a:lnSpc>
              <a:spcBef>
                <a:spcPts val="500"/>
              </a:spcBef>
              <a:spcAft>
                <a:spcPts val="0"/>
              </a:spcAft>
              <a:buClr>
                <a:srgbClr val="888888"/>
              </a:buClr>
              <a:buSzPts val="1600"/>
              <a:buNone/>
              <a:defRPr sz="1600">
                <a:solidFill>
                  <a:srgbClr val="888888"/>
                </a:solidFill>
              </a:defRPr>
            </a:lvl9pPr>
          </a:lstStyle>
          <a:p>
            <a:endParaRPr/>
          </a:p>
        </p:txBody>
      </p:sp>
      <p:sp>
        <p:nvSpPr>
          <p:cNvPr id="68" name="Google Shape;68;p37"/>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9" name="Google Shape;69;p37"/>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0" name="Google Shape;70;p37"/>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wo Content" type="twoObj">
  <p:cSld name="TWO_OBJECTS">
    <p:spTree>
      <p:nvGrpSpPr>
        <p:cNvPr id="1" name="Shape 71"/>
        <p:cNvGrpSpPr/>
        <p:nvPr/>
      </p:nvGrpSpPr>
      <p:grpSpPr>
        <a:xfrm>
          <a:off x="0" y="0"/>
          <a:ext cx="0" cy="0"/>
          <a:chOff x="0" y="0"/>
          <a:chExt cx="0" cy="0"/>
        </a:xfrm>
      </p:grpSpPr>
      <p:sp>
        <p:nvSpPr>
          <p:cNvPr id="72" name="Google Shape;72;p38"/>
          <p:cNvSpPr txBox="1">
            <a:spLocks noGrp="1"/>
          </p:cNvSpPr>
          <p:nvPr>
            <p:ph type="title"/>
          </p:nvPr>
        </p:nvSpPr>
        <p:spPr>
          <a:xfrm>
            <a:off x="838200" y="365127"/>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 name="Google Shape;73;p38"/>
          <p:cNvSpPr txBox="1">
            <a:spLocks noGrp="1"/>
          </p:cNvSpPr>
          <p:nvPr>
            <p:ph type="body" idx="1"/>
          </p:nvPr>
        </p:nvSpPr>
        <p:spPr>
          <a:xfrm>
            <a:off x="838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 name="Google Shape;74;p38"/>
          <p:cNvSpPr txBox="1">
            <a:spLocks noGrp="1"/>
          </p:cNvSpPr>
          <p:nvPr>
            <p:ph type="body" idx="2"/>
          </p:nvPr>
        </p:nvSpPr>
        <p:spPr>
          <a:xfrm>
            <a:off x="6172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 name="Google Shape;75;p38"/>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 name="Google Shape;76;p38"/>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 name="Google Shape;77;p38"/>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Comparison" type="twoTxTwoObj">
  <p:cSld name="TWO_OBJECTS_WITH_TEXT">
    <p:spTree>
      <p:nvGrpSpPr>
        <p:cNvPr id="1" name="Shape 78"/>
        <p:cNvGrpSpPr/>
        <p:nvPr/>
      </p:nvGrpSpPr>
      <p:grpSpPr>
        <a:xfrm>
          <a:off x="0" y="0"/>
          <a:ext cx="0" cy="0"/>
          <a:chOff x="0" y="0"/>
          <a:chExt cx="0" cy="0"/>
        </a:xfrm>
      </p:grpSpPr>
      <p:sp>
        <p:nvSpPr>
          <p:cNvPr id="79" name="Google Shape;79;p39"/>
          <p:cNvSpPr txBox="1">
            <a:spLocks noGrp="1"/>
          </p:cNvSpPr>
          <p:nvPr>
            <p:ph type="title"/>
          </p:nvPr>
        </p:nvSpPr>
        <p:spPr>
          <a:xfrm>
            <a:off x="839788" y="365127"/>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0" name="Google Shape;80;p39"/>
          <p:cNvSpPr txBox="1">
            <a:spLocks noGrp="1"/>
          </p:cNvSpPr>
          <p:nvPr>
            <p:ph type="body" idx="1"/>
          </p:nvPr>
        </p:nvSpPr>
        <p:spPr>
          <a:xfrm>
            <a:off x="839789" y="1681163"/>
            <a:ext cx="5157787"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atin typeface="IBM Plex Sans"/>
                <a:ea typeface="IBM Plex Sans"/>
                <a:cs typeface="IBM Plex Sans"/>
                <a:sym typeface="IBM Plex Sans"/>
              </a:defRPr>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1" name="Google Shape;81;p39"/>
          <p:cNvSpPr txBox="1">
            <a:spLocks noGrp="1"/>
          </p:cNvSpPr>
          <p:nvPr>
            <p:ph type="body" idx="2"/>
          </p:nvPr>
        </p:nvSpPr>
        <p:spPr>
          <a:xfrm>
            <a:off x="839789" y="2505075"/>
            <a:ext cx="5157787"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2" name="Google Shape;82;p39"/>
          <p:cNvSpPr txBox="1">
            <a:spLocks noGrp="1"/>
          </p:cNvSpPr>
          <p:nvPr>
            <p:ph type="body" idx="3"/>
          </p:nvPr>
        </p:nvSpPr>
        <p:spPr>
          <a:xfrm>
            <a:off x="6172201" y="1681163"/>
            <a:ext cx="5183188"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atin typeface="IBM Plex Sans"/>
                <a:ea typeface="IBM Plex Sans"/>
                <a:cs typeface="IBM Plex Sans"/>
                <a:sym typeface="IBM Plex Sans"/>
              </a:defRPr>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3" name="Google Shape;83;p39"/>
          <p:cNvSpPr txBox="1">
            <a:spLocks noGrp="1"/>
          </p:cNvSpPr>
          <p:nvPr>
            <p:ph type="body" idx="4"/>
          </p:nvPr>
        </p:nvSpPr>
        <p:spPr>
          <a:xfrm>
            <a:off x="6172201" y="2505075"/>
            <a:ext cx="5183188"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4" name="Google Shape;84;p39"/>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5" name="Google Shape;85;p39"/>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 name="Google Shape;86;p39"/>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7"/>
        <p:cNvGrpSpPr/>
        <p:nvPr/>
      </p:nvGrpSpPr>
      <p:grpSpPr>
        <a:xfrm>
          <a:off x="0" y="0"/>
          <a:ext cx="0" cy="0"/>
          <a:chOff x="0" y="0"/>
          <a:chExt cx="0" cy="0"/>
        </a:xfrm>
      </p:grpSpPr>
      <p:sp>
        <p:nvSpPr>
          <p:cNvPr id="88" name="Google Shape;88;p40"/>
          <p:cNvSpPr txBox="1">
            <a:spLocks noGrp="1"/>
          </p:cNvSpPr>
          <p:nvPr>
            <p:ph type="title"/>
          </p:nvPr>
        </p:nvSpPr>
        <p:spPr>
          <a:xfrm>
            <a:off x="838200" y="365127"/>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9" name="Google Shape;89;p40"/>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0" name="Google Shape;90;p40"/>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1" name="Google Shape;91;p40"/>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Content with Caption" type="objTx">
  <p:cSld name="OBJECT_WITH_CAPTION_TEXT">
    <p:spTree>
      <p:nvGrpSpPr>
        <p:cNvPr id="1" name="Shape 92"/>
        <p:cNvGrpSpPr/>
        <p:nvPr/>
      </p:nvGrpSpPr>
      <p:grpSpPr>
        <a:xfrm>
          <a:off x="0" y="0"/>
          <a:ext cx="0" cy="0"/>
          <a:chOff x="0" y="0"/>
          <a:chExt cx="0" cy="0"/>
        </a:xfrm>
      </p:grpSpPr>
      <p:sp>
        <p:nvSpPr>
          <p:cNvPr id="93" name="Google Shape;93;p41"/>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IBM Plex Sans"/>
              <a:buNone/>
              <a:defRPr sz="32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4" name="Google Shape;94;p41"/>
          <p:cNvSpPr txBox="1">
            <a:spLocks noGrp="1"/>
          </p:cNvSpPr>
          <p:nvPr>
            <p:ph type="body" idx="1"/>
          </p:nvPr>
        </p:nvSpPr>
        <p:spPr>
          <a:xfrm>
            <a:off x="5183188" y="987427"/>
            <a:ext cx="6172200" cy="4873625"/>
          </a:xfrm>
          <a:prstGeom prst="rect">
            <a:avLst/>
          </a:prstGeom>
          <a:noFill/>
          <a:ln>
            <a:noFill/>
          </a:ln>
        </p:spPr>
        <p:txBody>
          <a:bodyPr spcFirstLastPara="1" wrap="square" lIns="91425" tIns="45700" rIns="91425" bIns="45700" anchor="t" anchorCtr="0">
            <a:normAutofit/>
          </a:bodyPr>
          <a:lstStyle>
            <a:lvl1pPr marL="457200" lvl="0" indent="-431800" algn="l">
              <a:lnSpc>
                <a:spcPct val="90000"/>
              </a:lnSpc>
              <a:spcBef>
                <a:spcPts val="1000"/>
              </a:spcBef>
              <a:spcAft>
                <a:spcPts val="0"/>
              </a:spcAft>
              <a:buClr>
                <a:schemeClr val="dk1"/>
              </a:buClr>
              <a:buSzPts val="3200"/>
              <a:buChar char="•"/>
              <a:defRPr sz="3200">
                <a:latin typeface="IBM Plex Sans"/>
                <a:ea typeface="IBM Plex Sans"/>
                <a:cs typeface="IBM Plex Sans"/>
                <a:sym typeface="IBM Plex Sans"/>
              </a:defRPr>
            </a:lvl1pPr>
            <a:lvl2pPr marL="914400" lvl="1" indent="-406400" algn="l">
              <a:lnSpc>
                <a:spcPct val="90000"/>
              </a:lnSpc>
              <a:spcBef>
                <a:spcPts val="500"/>
              </a:spcBef>
              <a:spcAft>
                <a:spcPts val="0"/>
              </a:spcAft>
              <a:buClr>
                <a:schemeClr val="dk1"/>
              </a:buClr>
              <a:buSzPts val="2800"/>
              <a:buChar char="•"/>
              <a:defRPr sz="2800"/>
            </a:lvl2pPr>
            <a:lvl3pPr marL="1371600" lvl="2" indent="-381000" algn="l">
              <a:lnSpc>
                <a:spcPct val="90000"/>
              </a:lnSpc>
              <a:spcBef>
                <a:spcPts val="500"/>
              </a:spcBef>
              <a:spcAft>
                <a:spcPts val="0"/>
              </a:spcAft>
              <a:buClr>
                <a:schemeClr val="dk1"/>
              </a:buClr>
              <a:buSzPts val="2400"/>
              <a:buChar char="•"/>
              <a:defRPr sz="2400"/>
            </a:lvl3pPr>
            <a:lvl4pPr marL="1828800" lvl="3" indent="-355600" algn="l">
              <a:lnSpc>
                <a:spcPct val="90000"/>
              </a:lnSpc>
              <a:spcBef>
                <a:spcPts val="500"/>
              </a:spcBef>
              <a:spcAft>
                <a:spcPts val="0"/>
              </a:spcAft>
              <a:buClr>
                <a:schemeClr val="dk1"/>
              </a:buClr>
              <a:buSzPts val="2000"/>
              <a:buChar char="•"/>
              <a:defRPr sz="2000"/>
            </a:lvl4pPr>
            <a:lvl5pPr marL="2286000" lvl="4" indent="-355600" algn="l">
              <a:lnSpc>
                <a:spcPct val="90000"/>
              </a:lnSpc>
              <a:spcBef>
                <a:spcPts val="500"/>
              </a:spcBef>
              <a:spcAft>
                <a:spcPts val="0"/>
              </a:spcAft>
              <a:buClr>
                <a:schemeClr val="dk1"/>
              </a:buClr>
              <a:buSzPts val="2000"/>
              <a:buChar char="•"/>
              <a:defRPr sz="2000"/>
            </a:lvl5pPr>
            <a:lvl6pPr marL="2743200" lvl="5" indent="-355600" algn="l">
              <a:lnSpc>
                <a:spcPct val="90000"/>
              </a:lnSpc>
              <a:spcBef>
                <a:spcPts val="5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95" name="Google Shape;95;p41"/>
          <p:cNvSpPr txBox="1">
            <a:spLocks noGrp="1"/>
          </p:cNvSpPr>
          <p:nvPr>
            <p:ph type="body" idx="2"/>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atin typeface="IBM Plex Sans"/>
                <a:ea typeface="IBM Plex Sans"/>
                <a:cs typeface="IBM Plex Sans"/>
                <a:sym typeface="IBM Plex Sans"/>
              </a:defRPr>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96" name="Google Shape;96;p41"/>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7" name="Google Shape;97;p41"/>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8" name="Google Shape;98;p41"/>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Picture with Caption" type="picTx">
  <p:cSld name="PICTURE_WITH_CAPTION_TEXT">
    <p:spTree>
      <p:nvGrpSpPr>
        <p:cNvPr id="1" name="Shape 99"/>
        <p:cNvGrpSpPr/>
        <p:nvPr/>
      </p:nvGrpSpPr>
      <p:grpSpPr>
        <a:xfrm>
          <a:off x="0" y="0"/>
          <a:ext cx="0" cy="0"/>
          <a:chOff x="0" y="0"/>
          <a:chExt cx="0" cy="0"/>
        </a:xfrm>
      </p:grpSpPr>
      <p:sp>
        <p:nvSpPr>
          <p:cNvPr id="100" name="Google Shape;100;p42"/>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IBM Plex Sans"/>
              <a:buNone/>
              <a:defRPr sz="32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 name="Google Shape;101;p42"/>
          <p:cNvSpPr>
            <a:spLocks noGrp="1"/>
          </p:cNvSpPr>
          <p:nvPr>
            <p:ph type="pic" idx="2"/>
          </p:nvPr>
        </p:nvSpPr>
        <p:spPr>
          <a:xfrm>
            <a:off x="5183188" y="987427"/>
            <a:ext cx="6172200" cy="4873625"/>
          </a:xfrm>
          <a:prstGeom prst="rect">
            <a:avLst/>
          </a:prstGeom>
          <a:noFill/>
          <a:ln>
            <a:noFill/>
          </a:ln>
        </p:spPr>
      </p:sp>
      <p:sp>
        <p:nvSpPr>
          <p:cNvPr id="102" name="Google Shape;102;p42"/>
          <p:cNvSpPr txBox="1">
            <a:spLocks noGrp="1"/>
          </p:cNvSpPr>
          <p:nvPr>
            <p:ph type="body" idx="1"/>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atin typeface="IBM Plex Sans"/>
                <a:ea typeface="IBM Plex Sans"/>
                <a:cs typeface="IBM Plex Sans"/>
                <a:sym typeface="IBM Plex Sans"/>
              </a:defRPr>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103" name="Google Shape;103;p42"/>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4" name="Google Shape;104;p42"/>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5" name="Google Shape;105;p42"/>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Vertical Text" type="vertTx">
  <p:cSld name="VERTICAL_TEXT">
    <p:spTree>
      <p:nvGrpSpPr>
        <p:cNvPr id="1" name="Shape 106"/>
        <p:cNvGrpSpPr/>
        <p:nvPr/>
      </p:nvGrpSpPr>
      <p:grpSpPr>
        <a:xfrm>
          <a:off x="0" y="0"/>
          <a:ext cx="0" cy="0"/>
          <a:chOff x="0" y="0"/>
          <a:chExt cx="0" cy="0"/>
        </a:xfrm>
      </p:grpSpPr>
      <p:sp>
        <p:nvSpPr>
          <p:cNvPr id="107" name="Google Shape;107;p43"/>
          <p:cNvSpPr txBox="1">
            <a:spLocks noGrp="1"/>
          </p:cNvSpPr>
          <p:nvPr>
            <p:ph type="title"/>
          </p:nvPr>
        </p:nvSpPr>
        <p:spPr>
          <a:xfrm>
            <a:off x="838200" y="365127"/>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 name="Google Shape;108;p43"/>
          <p:cNvSpPr txBox="1">
            <a:spLocks noGrp="1"/>
          </p:cNvSpPr>
          <p:nvPr>
            <p:ph type="body" idx="1"/>
          </p:nvPr>
        </p:nvSpPr>
        <p:spPr>
          <a:xfrm rot="5400000">
            <a:off x="3920331" y="-1256506"/>
            <a:ext cx="4351338" cy="105156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9" name="Google Shape;109;p43"/>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0" name="Google Shape;110;p43"/>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1" name="Google Shape;111;p43"/>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_TITLE_AND_VERTICAL_TEXT">
    <p:spTree>
      <p:nvGrpSpPr>
        <p:cNvPr id="1" name="Shape 112"/>
        <p:cNvGrpSpPr/>
        <p:nvPr/>
      </p:nvGrpSpPr>
      <p:grpSpPr>
        <a:xfrm>
          <a:off x="0" y="0"/>
          <a:ext cx="0" cy="0"/>
          <a:chOff x="0" y="0"/>
          <a:chExt cx="0" cy="0"/>
        </a:xfrm>
      </p:grpSpPr>
      <p:sp>
        <p:nvSpPr>
          <p:cNvPr id="113" name="Google Shape;113;p44"/>
          <p:cNvSpPr txBox="1">
            <a:spLocks noGrp="1"/>
          </p:cNvSpPr>
          <p:nvPr>
            <p:ph type="title"/>
          </p:nvPr>
        </p:nvSpPr>
        <p:spPr>
          <a:xfrm rot="5400000">
            <a:off x="7133432" y="1956594"/>
            <a:ext cx="5811838" cy="26289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4" name="Google Shape;114;p44"/>
          <p:cNvSpPr txBox="1">
            <a:spLocks noGrp="1"/>
          </p:cNvSpPr>
          <p:nvPr>
            <p:ph type="body" idx="1"/>
          </p:nvPr>
        </p:nvSpPr>
        <p:spPr>
          <a:xfrm rot="5400000">
            <a:off x="1799432" y="-596106"/>
            <a:ext cx="5811838" cy="77343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5" name="Google Shape;115;p44"/>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6" name="Google Shape;116;p44"/>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7" name="Google Shape;117;p44"/>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49_Custom Layout">
  <p:cSld name="49_Custom Layout">
    <p:spTree>
      <p:nvGrpSpPr>
        <p:cNvPr id="1" name="Shape 18"/>
        <p:cNvGrpSpPr/>
        <p:nvPr/>
      </p:nvGrpSpPr>
      <p:grpSpPr>
        <a:xfrm>
          <a:off x="0" y="0"/>
          <a:ext cx="0" cy="0"/>
          <a:chOff x="0" y="0"/>
          <a:chExt cx="0" cy="0"/>
        </a:xfrm>
      </p:grpSpPr>
      <p:sp>
        <p:nvSpPr>
          <p:cNvPr id="19" name="Google Shape;19;p45"/>
          <p:cNvSpPr txBox="1">
            <a:spLocks noGrp="1"/>
          </p:cNvSpPr>
          <p:nvPr>
            <p:ph type="body" idx="1"/>
          </p:nvPr>
        </p:nvSpPr>
        <p:spPr>
          <a:xfrm>
            <a:off x="491067" y="495300"/>
            <a:ext cx="11192933" cy="387798"/>
          </a:xfrm>
          <a:prstGeom prst="rect">
            <a:avLst/>
          </a:prstGeom>
          <a:noFill/>
          <a:ln>
            <a:noFill/>
          </a:ln>
        </p:spPr>
        <p:txBody>
          <a:bodyPr spcFirstLastPara="1" wrap="square" lIns="0" tIns="0" rIns="0" bIns="0" anchor="t" anchorCtr="0">
            <a:spAutoFit/>
          </a:bodyPr>
          <a:lstStyle>
            <a:lvl1pPr>
              <a:defRPr b="1" dirty="0">
                <a:solidFill>
                  <a:schemeClr val="accent5">
                    <a:lumMod val="50000"/>
                  </a:schemeClr>
                </a:solidFill>
                <a:latin typeface="Calibri" panose="020F0502020204030204" pitchFamily="34" charset="0"/>
                <a:cs typeface="Calibri" panose="020F0502020204030204" pitchFamily="34" charset="0"/>
              </a:defRPr>
            </a:lvl1pPr>
          </a:lstStyle>
          <a:p>
            <a:pPr marL="0" lvl="0" indent="0">
              <a:spcBef>
                <a:spcPts val="0"/>
              </a:spcBef>
              <a:buSzPts val="1800"/>
              <a:buNone/>
              <a:tabLst/>
            </a:pPr>
            <a:endParaRPr/>
          </a:p>
        </p:txBody>
      </p:sp>
    </p:spTree>
    <p:extLst>
      <p:ext uri="{BB962C8B-B14F-4D97-AF65-F5344CB8AC3E}">
        <p14:creationId xmlns:p14="http://schemas.microsoft.com/office/powerpoint/2010/main" val="97497331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2_Title and Content">
  <p:cSld name="2_Title and Content">
    <p:spTree>
      <p:nvGrpSpPr>
        <p:cNvPr id="1" name="Shape 248"/>
        <p:cNvGrpSpPr/>
        <p:nvPr/>
      </p:nvGrpSpPr>
      <p:grpSpPr>
        <a:xfrm>
          <a:off x="0" y="0"/>
          <a:ext cx="0" cy="0"/>
          <a:chOff x="0" y="0"/>
          <a:chExt cx="0" cy="0"/>
        </a:xfrm>
      </p:grpSpPr>
      <p:sp>
        <p:nvSpPr>
          <p:cNvPr id="249" name="Google Shape;249;g3b23322d595_2_9"/>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250" name="Google Shape;250;g3b23322d595_2_9"/>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lvl1pPr lvl="0" algn="l">
              <a:lnSpc>
                <a:spcPct val="90000"/>
              </a:lnSpc>
              <a:spcBef>
                <a:spcPts val="0"/>
              </a:spcBef>
              <a:spcAft>
                <a:spcPts val="0"/>
              </a:spcAft>
              <a:buClr>
                <a:schemeClr val="dk1"/>
              </a:buClr>
              <a:buSzPts val="2800"/>
              <a:buFont typeface="IBM Plex Sans"/>
              <a:buNone/>
              <a:defRPr sz="28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1" name="Google Shape;251;g3b23322d595_2_9"/>
          <p:cNvSpPr txBox="1">
            <a:spLocks noGrp="1"/>
          </p:cNvSpPr>
          <p:nvPr>
            <p:ph type="body" idx="1"/>
          </p:nvPr>
        </p:nvSpPr>
        <p:spPr>
          <a:xfrm>
            <a:off x="420595" y="955299"/>
            <a:ext cx="11350811" cy="276999"/>
          </a:xfrm>
          <a:prstGeom prst="rect">
            <a:avLst/>
          </a:prstGeom>
          <a:noFill/>
          <a:ln>
            <a:noFill/>
          </a:ln>
        </p:spPr>
        <p:txBody>
          <a:bodyPr spcFirstLastPara="1" wrap="square" lIns="0" tIns="0" rIns="0" bIns="0" anchor="t" anchorCtr="0">
            <a:spAutoFit/>
          </a:bodyPr>
          <a:lstStyle>
            <a:lvl1pPr marL="457200" lvl="0" indent="-228600" algn="l">
              <a:lnSpc>
                <a:spcPct val="90000"/>
              </a:lnSpc>
              <a:spcBef>
                <a:spcPts val="0"/>
              </a:spcBef>
              <a:spcAft>
                <a:spcPts val="0"/>
              </a:spcAft>
              <a:buSzPts val="2800"/>
              <a:buNone/>
              <a:defRPr sz="1800">
                <a:latin typeface="IBM Plex Sans"/>
                <a:ea typeface="IBM Plex Sans"/>
                <a:cs typeface="IBM Plex Sans"/>
                <a:sym typeface="IBM Plex Sans"/>
              </a:defRPr>
            </a:lvl1pPr>
            <a:lvl2pPr marL="914400" lvl="1" indent="-381000" algn="l">
              <a:lnSpc>
                <a:spcPct val="90000"/>
              </a:lnSpc>
              <a:spcBef>
                <a:spcPts val="500"/>
              </a:spcBef>
              <a:spcAft>
                <a:spcPts val="0"/>
              </a:spcAft>
              <a:buSzPts val="2400"/>
              <a:buChar char="•"/>
              <a:defRPr/>
            </a:lvl2pPr>
            <a:lvl3pPr marL="1371600" lvl="2" indent="-355600" algn="l">
              <a:lnSpc>
                <a:spcPct val="90000"/>
              </a:lnSpc>
              <a:spcBef>
                <a:spcPts val="500"/>
              </a:spcBef>
              <a:spcAft>
                <a:spcPts val="0"/>
              </a:spcAft>
              <a:buSzPts val="2000"/>
              <a:buChar char="•"/>
              <a:defRPr/>
            </a:lvl3pPr>
            <a:lvl4pPr marL="1828800" lvl="3" indent="-342900" algn="l">
              <a:lnSpc>
                <a:spcPct val="90000"/>
              </a:lnSpc>
              <a:spcBef>
                <a:spcPts val="500"/>
              </a:spcBef>
              <a:spcAft>
                <a:spcPts val="0"/>
              </a:spcAft>
              <a:buSzPts val="1800"/>
              <a:buChar char="•"/>
              <a:defRPr/>
            </a:lvl4pPr>
            <a:lvl5pPr marL="2286000" lvl="4" indent="-342900" algn="l">
              <a:lnSpc>
                <a:spcPct val="90000"/>
              </a:lnSpc>
              <a:spcBef>
                <a:spcPts val="500"/>
              </a:spcBef>
              <a:spcAft>
                <a:spcPts val="0"/>
              </a:spcAft>
              <a:buSzPts val="1800"/>
              <a:buChar char="•"/>
              <a:defRPr/>
            </a:lvl5pPr>
            <a:lvl6pPr marL="2743200" lvl="5" indent="-342900" algn="l">
              <a:lnSpc>
                <a:spcPct val="90000"/>
              </a:lnSpc>
              <a:spcBef>
                <a:spcPts val="500"/>
              </a:spcBef>
              <a:spcAft>
                <a:spcPts val="0"/>
              </a:spcAft>
              <a:buSzPts val="1800"/>
              <a:buChar char="•"/>
              <a:defRPr/>
            </a:lvl6pPr>
            <a:lvl7pPr marL="3200400" lvl="6" indent="-342900" algn="l">
              <a:lnSpc>
                <a:spcPct val="90000"/>
              </a:lnSpc>
              <a:spcBef>
                <a:spcPts val="500"/>
              </a:spcBef>
              <a:spcAft>
                <a:spcPts val="0"/>
              </a:spcAft>
              <a:buSzPts val="1800"/>
              <a:buChar char="•"/>
              <a:defRPr/>
            </a:lvl7pPr>
            <a:lvl8pPr marL="3657600" lvl="7" indent="-342900" algn="l">
              <a:lnSpc>
                <a:spcPct val="90000"/>
              </a:lnSpc>
              <a:spcBef>
                <a:spcPts val="500"/>
              </a:spcBef>
              <a:spcAft>
                <a:spcPts val="0"/>
              </a:spcAft>
              <a:buSzPts val="1800"/>
              <a:buChar char="•"/>
              <a:defRPr/>
            </a:lvl8pPr>
            <a:lvl9pPr marL="4114800" lvl="8" indent="-342900" algn="l">
              <a:lnSpc>
                <a:spcPct val="90000"/>
              </a:lnSpc>
              <a:spcBef>
                <a:spcPts val="500"/>
              </a:spcBef>
              <a:spcAft>
                <a:spcPts val="0"/>
              </a:spcAft>
              <a:buSzPts val="1800"/>
              <a:buChar char="•"/>
              <a:defRPr/>
            </a:lvl9pPr>
          </a:lstStyle>
          <a:p>
            <a:endParaRPr/>
          </a:p>
        </p:txBody>
      </p:sp>
    </p:spTree>
  </p:cSld>
  <p:clrMapOvr>
    <a:masterClrMapping/>
  </p:clrMapOvr>
  <p:extLst>
    <p:ext uri="{DCECCB84-F9BA-43D5-87BE-67443E8EF086}">
      <p15:sldGuideLst xmlns:p15="http://schemas.microsoft.com/office/powerpoint/2012/main">
        <p15:guide id="1" orient="horz" pos="890">
          <p15:clr>
            <a:srgbClr val="FBAE40"/>
          </p15:clr>
        </p15:guide>
        <p15:guide id="2" pos="257">
          <p15:clr>
            <a:srgbClr val="FBAE40"/>
          </p15:clr>
        </p15:guide>
        <p15:guide id="3" orient="horz" pos="3861">
          <p15:clr>
            <a:srgbClr val="FBAE40"/>
          </p15:clr>
        </p15:guide>
        <p15:guide id="4" pos="7423">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49_Custom Layout">
  <p:cSld name="49_Custom Layout">
    <p:spTree>
      <p:nvGrpSpPr>
        <p:cNvPr id="1" name="Shape 258"/>
        <p:cNvGrpSpPr/>
        <p:nvPr/>
      </p:nvGrpSpPr>
      <p:grpSpPr>
        <a:xfrm>
          <a:off x="0" y="0"/>
          <a:ext cx="0" cy="0"/>
          <a:chOff x="0" y="0"/>
          <a:chExt cx="0" cy="0"/>
        </a:xfrm>
      </p:grpSpPr>
      <p:sp>
        <p:nvSpPr>
          <p:cNvPr id="259" name="Google Shape;259;g3b23322d595_2_19"/>
          <p:cNvSpPr txBox="1">
            <a:spLocks noGrp="1"/>
          </p:cNvSpPr>
          <p:nvPr>
            <p:ph type="body" idx="1"/>
          </p:nvPr>
        </p:nvSpPr>
        <p:spPr>
          <a:xfrm>
            <a:off x="491067" y="495300"/>
            <a:ext cx="11192933" cy="387798"/>
          </a:xfrm>
          <a:prstGeom prst="rect">
            <a:avLst/>
          </a:prstGeom>
          <a:noFill/>
          <a:ln>
            <a:noFill/>
          </a:ln>
        </p:spPr>
        <p:txBody>
          <a:bodyPr spcFirstLastPara="1" wrap="square" lIns="0" tIns="0" rIns="0" bIns="0" anchor="t" anchorCtr="0">
            <a:spAutoFit/>
          </a:bodyPr>
          <a:lstStyle>
            <a:lvl1pPr marL="457200" lvl="0" indent="-406400" algn="l">
              <a:lnSpc>
                <a:spcPct val="90000"/>
              </a:lnSpc>
              <a:spcBef>
                <a:spcPts val="1000"/>
              </a:spcBef>
              <a:spcAft>
                <a:spcPts val="0"/>
              </a:spcAft>
              <a:buClr>
                <a:srgbClr val="1E4E79"/>
              </a:buClr>
              <a:buSzPts val="2800"/>
              <a:buChar char="•"/>
              <a:defRPr b="1">
                <a:solidFill>
                  <a:srgbClr val="1E4E79"/>
                </a:solidFill>
                <a:latin typeface="Calibri"/>
                <a:ea typeface="Calibri"/>
                <a:cs typeface="Calibri"/>
                <a:sym typeface="Calibri"/>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3_Title and Content">
  <p:cSld name="3_Title and Content">
    <p:spTree>
      <p:nvGrpSpPr>
        <p:cNvPr id="1" name="Shape 260"/>
        <p:cNvGrpSpPr/>
        <p:nvPr/>
      </p:nvGrpSpPr>
      <p:grpSpPr>
        <a:xfrm>
          <a:off x="0" y="0"/>
          <a:ext cx="0" cy="0"/>
          <a:chOff x="0" y="0"/>
          <a:chExt cx="0" cy="0"/>
        </a:xfrm>
      </p:grpSpPr>
      <p:sp>
        <p:nvSpPr>
          <p:cNvPr id="261" name="Google Shape;261;g3b23322d595_2_21"/>
          <p:cNvSpPr txBox="1">
            <a:spLocks noGrp="1"/>
          </p:cNvSpPr>
          <p:nvPr>
            <p:ph type="body" idx="1"/>
          </p:nvPr>
        </p:nvSpPr>
        <p:spPr>
          <a:xfrm>
            <a:off x="2796988" y="1304828"/>
            <a:ext cx="8876931" cy="4818066"/>
          </a:xfrm>
          <a:prstGeom prst="rect">
            <a:avLst/>
          </a:prstGeom>
          <a:noFill/>
          <a:ln>
            <a:noFill/>
          </a:ln>
        </p:spPr>
        <p:txBody>
          <a:bodyPr spcFirstLastPara="1" wrap="square" lIns="91425" tIns="45700" rIns="91425" bIns="45700" anchor="t" anchorCtr="0">
            <a:normAutofit/>
          </a:bodyPr>
          <a:lstStyle>
            <a:lvl1pPr marL="457200" lvl="0" indent="-298450" algn="l">
              <a:lnSpc>
                <a:spcPct val="90000"/>
              </a:lnSpc>
              <a:spcBef>
                <a:spcPts val="1000"/>
              </a:spcBef>
              <a:spcAft>
                <a:spcPts val="0"/>
              </a:spcAft>
              <a:buClr>
                <a:schemeClr val="dk1"/>
              </a:buClr>
              <a:buSzPts val="1100"/>
              <a:buChar char="•"/>
              <a:defRPr sz="1100">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2" name="Google Shape;262;g3b23322d595_2_21"/>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263" name="Google Shape;263;g3b23322d595_2_21"/>
          <p:cNvSpPr txBox="1">
            <a:spLocks noGrp="1"/>
          </p:cNvSpPr>
          <p:nvPr>
            <p:ph type="title"/>
          </p:nvPr>
        </p:nvSpPr>
        <p:spPr>
          <a:xfrm>
            <a:off x="420595" y="432838"/>
            <a:ext cx="11350811" cy="531345"/>
          </a:xfrm>
          <a:prstGeom prst="rect">
            <a:avLst/>
          </a:prstGeom>
          <a:noFill/>
          <a:ln>
            <a:noFill/>
          </a:ln>
        </p:spPr>
        <p:txBody>
          <a:bodyPr spcFirstLastPara="1" wrap="square" lIns="0" tIns="0" rIns="0" bIns="0" anchor="ctr" anchorCtr="0">
            <a:noAutofit/>
          </a:bodyPr>
          <a:lstStyle>
            <a:lvl1pPr lvl="0" algn="l">
              <a:lnSpc>
                <a:spcPct val="90000"/>
              </a:lnSpc>
              <a:spcBef>
                <a:spcPts val="0"/>
              </a:spcBef>
              <a:spcAft>
                <a:spcPts val="0"/>
              </a:spcAft>
              <a:buClr>
                <a:schemeClr val="dk1"/>
              </a:buClr>
              <a:buSzPts val="2800"/>
              <a:buFont typeface="IBM Plex Sans"/>
              <a:buNone/>
              <a:defRPr sz="28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4" name="Google Shape;264;g3b23322d595_2_21"/>
          <p:cNvSpPr txBox="1">
            <a:spLocks noGrp="1"/>
          </p:cNvSpPr>
          <p:nvPr>
            <p:ph type="body" idx="2"/>
          </p:nvPr>
        </p:nvSpPr>
        <p:spPr>
          <a:xfrm>
            <a:off x="420595" y="1027869"/>
            <a:ext cx="11350811" cy="241949"/>
          </a:xfrm>
          <a:prstGeom prst="rect">
            <a:avLst/>
          </a:prstGeom>
          <a:noFill/>
          <a:ln>
            <a:noFill/>
          </a:ln>
        </p:spPr>
        <p:txBody>
          <a:bodyPr spcFirstLastPara="1" wrap="square" lIns="0" tIns="0" rIns="0" bIns="0" anchor="t" anchorCtr="0">
            <a:noAutofit/>
          </a:bodyPr>
          <a:lstStyle>
            <a:lvl1pPr marL="457200" lvl="0" indent="-228600" algn="l">
              <a:lnSpc>
                <a:spcPct val="90000"/>
              </a:lnSpc>
              <a:spcBef>
                <a:spcPts val="1000"/>
              </a:spcBef>
              <a:spcAft>
                <a:spcPts val="0"/>
              </a:spcAft>
              <a:buClr>
                <a:schemeClr val="dk1"/>
              </a:buClr>
              <a:buSzPts val="1800"/>
              <a:buNone/>
              <a:defRPr sz="1800">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sz="1800"/>
            </a:lvl2pPr>
            <a:lvl3pPr marL="1371600" lvl="2" indent="-342900" algn="l">
              <a:lnSpc>
                <a:spcPct val="90000"/>
              </a:lnSpc>
              <a:spcBef>
                <a:spcPts val="500"/>
              </a:spcBef>
              <a:spcAft>
                <a:spcPts val="0"/>
              </a:spcAft>
              <a:buClr>
                <a:schemeClr val="dk1"/>
              </a:buClr>
              <a:buSzPts val="1800"/>
              <a:buChar char="•"/>
              <a:defRPr sz="1800"/>
            </a:lvl3pPr>
            <a:lvl4pPr marL="1828800" lvl="3" indent="-342900" algn="l">
              <a:lnSpc>
                <a:spcPct val="90000"/>
              </a:lnSpc>
              <a:spcBef>
                <a:spcPts val="500"/>
              </a:spcBef>
              <a:spcAft>
                <a:spcPts val="0"/>
              </a:spcAft>
              <a:buClr>
                <a:schemeClr val="dk1"/>
              </a:buClr>
              <a:buSzPts val="1800"/>
              <a:buChar char="•"/>
              <a:defRPr sz="1800"/>
            </a:lvl4pPr>
            <a:lvl5pPr marL="2286000" lvl="4" indent="-342900" algn="l">
              <a:lnSpc>
                <a:spcPct val="90000"/>
              </a:lnSpc>
              <a:spcBef>
                <a:spcPts val="500"/>
              </a:spcBef>
              <a:spcAft>
                <a:spcPts val="0"/>
              </a:spcAft>
              <a:buClr>
                <a:schemeClr val="dk1"/>
              </a:buClr>
              <a:buSzPts val="1800"/>
              <a:buChar char="•"/>
              <a:defRPr sz="1800"/>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4_Title and Content">
  <p:cSld name="4_Title and Content">
    <p:spTree>
      <p:nvGrpSpPr>
        <p:cNvPr id="1" name="Shape 265"/>
        <p:cNvGrpSpPr/>
        <p:nvPr/>
      </p:nvGrpSpPr>
      <p:grpSpPr>
        <a:xfrm>
          <a:off x="0" y="0"/>
          <a:ext cx="0" cy="0"/>
          <a:chOff x="0" y="0"/>
          <a:chExt cx="0" cy="0"/>
        </a:xfrm>
      </p:grpSpPr>
      <p:sp>
        <p:nvSpPr>
          <p:cNvPr id="266" name="Google Shape;266;g3b23322d595_2_26"/>
          <p:cNvSpPr txBox="1">
            <a:spLocks noGrp="1"/>
          </p:cNvSpPr>
          <p:nvPr>
            <p:ph type="body" idx="1"/>
          </p:nvPr>
        </p:nvSpPr>
        <p:spPr>
          <a:xfrm>
            <a:off x="2796988" y="1461247"/>
            <a:ext cx="8876931" cy="4661647"/>
          </a:xfrm>
          <a:prstGeom prst="rect">
            <a:avLst/>
          </a:prstGeom>
          <a:noFill/>
          <a:ln>
            <a:noFill/>
          </a:ln>
        </p:spPr>
        <p:txBody>
          <a:bodyPr spcFirstLastPara="1" wrap="square" lIns="91425" tIns="45700" rIns="91425" bIns="45700" anchor="t" anchorCtr="0">
            <a:normAutofit/>
          </a:bodyPr>
          <a:lstStyle>
            <a:lvl1pPr marL="457200" lvl="0" indent="-298450" algn="l">
              <a:lnSpc>
                <a:spcPct val="90000"/>
              </a:lnSpc>
              <a:spcBef>
                <a:spcPts val="1000"/>
              </a:spcBef>
              <a:spcAft>
                <a:spcPts val="0"/>
              </a:spcAft>
              <a:buClr>
                <a:schemeClr val="dk1"/>
              </a:buClr>
              <a:buSzPts val="1100"/>
              <a:buChar char="•"/>
              <a:defRPr sz="1100">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7" name="Google Shape;267;g3b23322d595_2_26"/>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268" name="Google Shape;268;g3b23322d595_2_26"/>
          <p:cNvSpPr txBox="1">
            <a:spLocks noGrp="1"/>
          </p:cNvSpPr>
          <p:nvPr>
            <p:ph type="title"/>
          </p:nvPr>
        </p:nvSpPr>
        <p:spPr>
          <a:xfrm>
            <a:off x="656933" y="432838"/>
            <a:ext cx="11016985" cy="531345"/>
          </a:xfrm>
          <a:prstGeom prst="rect">
            <a:avLst/>
          </a:prstGeom>
          <a:noFill/>
          <a:ln>
            <a:noFill/>
          </a:ln>
        </p:spPr>
        <p:txBody>
          <a:bodyPr spcFirstLastPara="1" wrap="square" lIns="91425" tIns="45700" rIns="91425" bIns="45700" anchor="ctr" anchorCtr="0">
            <a:noAutofit/>
          </a:bodyPr>
          <a:lstStyle>
            <a:lvl1pPr lvl="0" algn="l">
              <a:lnSpc>
                <a:spcPct val="90000"/>
              </a:lnSpc>
              <a:spcBef>
                <a:spcPts val="0"/>
              </a:spcBef>
              <a:spcAft>
                <a:spcPts val="0"/>
              </a:spcAft>
              <a:buClr>
                <a:schemeClr val="dk1"/>
              </a:buClr>
              <a:buSzPts val="2800"/>
              <a:buFont typeface="IBM Plex Sans"/>
              <a:buNone/>
              <a:defRPr sz="28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9" name="Google Shape;269;g3b23322d595_2_26"/>
          <p:cNvSpPr txBox="1">
            <a:spLocks noGrp="1"/>
          </p:cNvSpPr>
          <p:nvPr>
            <p:ph type="body" idx="2"/>
          </p:nvPr>
        </p:nvSpPr>
        <p:spPr>
          <a:xfrm>
            <a:off x="656932" y="955299"/>
            <a:ext cx="11016985" cy="241949"/>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chemeClr val="dk1"/>
              </a:buClr>
              <a:buSzPts val="1800"/>
              <a:buNone/>
              <a:defRPr sz="1800">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sz="1800"/>
            </a:lvl2pPr>
            <a:lvl3pPr marL="1371600" lvl="2" indent="-342900" algn="l">
              <a:lnSpc>
                <a:spcPct val="90000"/>
              </a:lnSpc>
              <a:spcBef>
                <a:spcPts val="500"/>
              </a:spcBef>
              <a:spcAft>
                <a:spcPts val="0"/>
              </a:spcAft>
              <a:buClr>
                <a:schemeClr val="dk1"/>
              </a:buClr>
              <a:buSzPts val="1800"/>
              <a:buChar char="•"/>
              <a:defRPr sz="1800"/>
            </a:lvl3pPr>
            <a:lvl4pPr marL="1828800" lvl="3" indent="-342900" algn="l">
              <a:lnSpc>
                <a:spcPct val="90000"/>
              </a:lnSpc>
              <a:spcBef>
                <a:spcPts val="500"/>
              </a:spcBef>
              <a:spcAft>
                <a:spcPts val="0"/>
              </a:spcAft>
              <a:buClr>
                <a:schemeClr val="dk1"/>
              </a:buClr>
              <a:buSzPts val="1800"/>
              <a:buChar char="•"/>
              <a:defRPr sz="1800"/>
            </a:lvl4pPr>
            <a:lvl5pPr marL="2286000" lvl="4" indent="-342900" algn="l">
              <a:lnSpc>
                <a:spcPct val="90000"/>
              </a:lnSpc>
              <a:spcBef>
                <a:spcPts val="500"/>
              </a:spcBef>
              <a:spcAft>
                <a:spcPts val="0"/>
              </a:spcAft>
              <a:buClr>
                <a:schemeClr val="dk1"/>
              </a:buClr>
              <a:buSzPts val="1800"/>
              <a:buChar char="•"/>
              <a:defRPr sz="1800"/>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p:cSld name="Blank">
    <p:spTree>
      <p:nvGrpSpPr>
        <p:cNvPr id="1" name="Shape 270"/>
        <p:cNvGrpSpPr/>
        <p:nvPr/>
      </p:nvGrpSpPr>
      <p:grpSpPr>
        <a:xfrm>
          <a:off x="0" y="0"/>
          <a:ext cx="0" cy="0"/>
          <a:chOff x="0" y="0"/>
          <a:chExt cx="0" cy="0"/>
        </a:xfrm>
      </p:grpSpPr>
      <p:sp>
        <p:nvSpPr>
          <p:cNvPr id="271" name="Google Shape;271;g3b23322d595_2_31"/>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2" name="Google Shape;272;g3b23322d595_2_31"/>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3" name="Google Shape;273;g3b23322d595_2_31"/>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274" name="Google Shape;274;g3b23322d595_2_31"/>
          <p:cNvSpPr txBox="1">
            <a:spLocks noGrp="1"/>
          </p:cNvSpPr>
          <p:nvPr>
            <p:ph type="body" idx="1"/>
          </p:nvPr>
        </p:nvSpPr>
        <p:spPr>
          <a:xfrm>
            <a:off x="656932" y="955299"/>
            <a:ext cx="11016985" cy="241949"/>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chemeClr val="dk1"/>
              </a:buClr>
              <a:buSzPts val="1800"/>
              <a:buNone/>
              <a:defRPr sz="1800">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sz="1800"/>
            </a:lvl2pPr>
            <a:lvl3pPr marL="1371600" lvl="2" indent="-342900" algn="l">
              <a:lnSpc>
                <a:spcPct val="90000"/>
              </a:lnSpc>
              <a:spcBef>
                <a:spcPts val="500"/>
              </a:spcBef>
              <a:spcAft>
                <a:spcPts val="0"/>
              </a:spcAft>
              <a:buClr>
                <a:schemeClr val="dk1"/>
              </a:buClr>
              <a:buSzPts val="1800"/>
              <a:buChar char="•"/>
              <a:defRPr sz="1800"/>
            </a:lvl3pPr>
            <a:lvl4pPr marL="1828800" lvl="3" indent="-342900" algn="l">
              <a:lnSpc>
                <a:spcPct val="90000"/>
              </a:lnSpc>
              <a:spcBef>
                <a:spcPts val="500"/>
              </a:spcBef>
              <a:spcAft>
                <a:spcPts val="0"/>
              </a:spcAft>
              <a:buClr>
                <a:schemeClr val="dk1"/>
              </a:buClr>
              <a:buSzPts val="1800"/>
              <a:buChar char="•"/>
              <a:defRPr sz="1800"/>
            </a:lvl4pPr>
            <a:lvl5pPr marL="2286000" lvl="4" indent="-342900" algn="l">
              <a:lnSpc>
                <a:spcPct val="90000"/>
              </a:lnSpc>
              <a:spcBef>
                <a:spcPts val="500"/>
              </a:spcBef>
              <a:spcAft>
                <a:spcPts val="0"/>
              </a:spcAft>
              <a:buClr>
                <a:schemeClr val="dk1"/>
              </a:buClr>
              <a:buSzPts val="1800"/>
              <a:buChar char="•"/>
              <a:defRPr sz="1800"/>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2_Blank">
  <p:cSld name="2_Blank">
    <p:spTree>
      <p:nvGrpSpPr>
        <p:cNvPr id="1" name="Shape 275"/>
        <p:cNvGrpSpPr/>
        <p:nvPr/>
      </p:nvGrpSpPr>
      <p:grpSpPr>
        <a:xfrm>
          <a:off x="0" y="0"/>
          <a:ext cx="0" cy="0"/>
          <a:chOff x="0" y="0"/>
          <a:chExt cx="0" cy="0"/>
        </a:xfrm>
      </p:grpSpPr>
      <p:sp>
        <p:nvSpPr>
          <p:cNvPr id="276" name="Google Shape;276;g3b23322d595_2_36"/>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7" name="Google Shape;277;g3b23322d595_2_36"/>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8" name="Google Shape;278;g3b23322d595_2_36"/>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279" name="Google Shape;279;g3b23322d595_2_36"/>
          <p:cNvSpPr txBox="1">
            <a:spLocks noGrp="1"/>
          </p:cNvSpPr>
          <p:nvPr>
            <p:ph type="title"/>
          </p:nvPr>
        </p:nvSpPr>
        <p:spPr>
          <a:xfrm>
            <a:off x="599637" y="3111065"/>
            <a:ext cx="9973200" cy="2928300"/>
          </a:xfrm>
          <a:prstGeom prst="rect">
            <a:avLst/>
          </a:prstGeom>
          <a:noFill/>
          <a:ln>
            <a:noFill/>
          </a:ln>
        </p:spPr>
        <p:txBody>
          <a:bodyPr spcFirstLastPara="1" wrap="square" lIns="0" tIns="0" rIns="0" bIns="0" anchor="b" anchorCtr="0">
            <a:noAutofit/>
          </a:bodyPr>
          <a:lstStyle>
            <a:lvl1pPr lvl="0" algn="l">
              <a:lnSpc>
                <a:spcPct val="71000"/>
              </a:lnSpc>
              <a:spcBef>
                <a:spcPts val="0"/>
              </a:spcBef>
              <a:spcAft>
                <a:spcPts val="0"/>
              </a:spcAft>
              <a:buClr>
                <a:schemeClr val="dk1"/>
              </a:buClr>
              <a:buSzPts val="8000"/>
              <a:buFont typeface="IBM Plex Sans"/>
              <a:buNone/>
              <a:defRPr sz="8000">
                <a:latin typeface="IBM Plex Sans"/>
                <a:ea typeface="IBM Plex Sans"/>
                <a:cs typeface="IBM Plex Sans"/>
                <a:sym typeface="IBM Plex Sans"/>
              </a:defRPr>
            </a:lvl1pPr>
            <a:lvl2pPr lvl="1" algn="ctr">
              <a:lnSpc>
                <a:spcPct val="71000"/>
              </a:lnSpc>
              <a:spcBef>
                <a:spcPts val="0"/>
              </a:spcBef>
              <a:spcAft>
                <a:spcPts val="0"/>
              </a:spcAft>
              <a:buClr>
                <a:schemeClr val="dk1"/>
              </a:buClr>
              <a:buSzPts val="12000"/>
              <a:buNone/>
              <a:defRPr sz="12000">
                <a:solidFill>
                  <a:schemeClr val="dk1"/>
                </a:solidFill>
              </a:defRPr>
            </a:lvl2pPr>
            <a:lvl3pPr lvl="2" algn="ctr">
              <a:lnSpc>
                <a:spcPct val="71000"/>
              </a:lnSpc>
              <a:spcBef>
                <a:spcPts val="0"/>
              </a:spcBef>
              <a:spcAft>
                <a:spcPts val="0"/>
              </a:spcAft>
              <a:buClr>
                <a:schemeClr val="dk1"/>
              </a:buClr>
              <a:buSzPts val="12000"/>
              <a:buNone/>
              <a:defRPr sz="12000">
                <a:solidFill>
                  <a:schemeClr val="dk1"/>
                </a:solidFill>
              </a:defRPr>
            </a:lvl3pPr>
            <a:lvl4pPr lvl="3" algn="ctr">
              <a:lnSpc>
                <a:spcPct val="71000"/>
              </a:lnSpc>
              <a:spcBef>
                <a:spcPts val="0"/>
              </a:spcBef>
              <a:spcAft>
                <a:spcPts val="0"/>
              </a:spcAft>
              <a:buClr>
                <a:schemeClr val="dk1"/>
              </a:buClr>
              <a:buSzPts val="12000"/>
              <a:buNone/>
              <a:defRPr sz="12000">
                <a:solidFill>
                  <a:schemeClr val="dk1"/>
                </a:solidFill>
              </a:defRPr>
            </a:lvl4pPr>
            <a:lvl5pPr lvl="4" algn="ctr">
              <a:lnSpc>
                <a:spcPct val="71000"/>
              </a:lnSpc>
              <a:spcBef>
                <a:spcPts val="0"/>
              </a:spcBef>
              <a:spcAft>
                <a:spcPts val="0"/>
              </a:spcAft>
              <a:buClr>
                <a:schemeClr val="dk1"/>
              </a:buClr>
              <a:buSzPts val="12000"/>
              <a:buNone/>
              <a:defRPr sz="12000">
                <a:solidFill>
                  <a:schemeClr val="dk1"/>
                </a:solidFill>
              </a:defRPr>
            </a:lvl5pPr>
            <a:lvl6pPr lvl="5" algn="ctr">
              <a:lnSpc>
                <a:spcPct val="71000"/>
              </a:lnSpc>
              <a:spcBef>
                <a:spcPts val="0"/>
              </a:spcBef>
              <a:spcAft>
                <a:spcPts val="0"/>
              </a:spcAft>
              <a:buClr>
                <a:schemeClr val="dk1"/>
              </a:buClr>
              <a:buSzPts val="12000"/>
              <a:buNone/>
              <a:defRPr sz="12000">
                <a:solidFill>
                  <a:schemeClr val="dk1"/>
                </a:solidFill>
              </a:defRPr>
            </a:lvl6pPr>
            <a:lvl7pPr lvl="6" algn="ctr">
              <a:lnSpc>
                <a:spcPct val="71000"/>
              </a:lnSpc>
              <a:spcBef>
                <a:spcPts val="0"/>
              </a:spcBef>
              <a:spcAft>
                <a:spcPts val="0"/>
              </a:spcAft>
              <a:buClr>
                <a:schemeClr val="dk1"/>
              </a:buClr>
              <a:buSzPts val="12000"/>
              <a:buNone/>
              <a:defRPr sz="12000">
                <a:solidFill>
                  <a:schemeClr val="dk1"/>
                </a:solidFill>
              </a:defRPr>
            </a:lvl7pPr>
            <a:lvl8pPr lvl="7" algn="ctr">
              <a:lnSpc>
                <a:spcPct val="71000"/>
              </a:lnSpc>
              <a:spcBef>
                <a:spcPts val="0"/>
              </a:spcBef>
              <a:spcAft>
                <a:spcPts val="0"/>
              </a:spcAft>
              <a:buClr>
                <a:schemeClr val="dk1"/>
              </a:buClr>
              <a:buSzPts val="12000"/>
              <a:buNone/>
              <a:defRPr sz="12000">
                <a:solidFill>
                  <a:schemeClr val="dk1"/>
                </a:solidFill>
              </a:defRPr>
            </a:lvl8pPr>
            <a:lvl9pPr lvl="8" algn="ctr">
              <a:lnSpc>
                <a:spcPct val="71000"/>
              </a:lnSpc>
              <a:spcBef>
                <a:spcPts val="0"/>
              </a:spcBef>
              <a:spcAft>
                <a:spcPts val="0"/>
              </a:spcAft>
              <a:buClr>
                <a:schemeClr val="dk1"/>
              </a:buClr>
              <a:buSzPts val="12000"/>
              <a:buNone/>
              <a:defRPr sz="12000">
                <a:solidFill>
                  <a:schemeClr val="dk1"/>
                </a:solidFill>
              </a:defRPr>
            </a:lvl9pPr>
          </a:lstStyle>
          <a:p>
            <a:endParaRPr/>
          </a:p>
        </p:txBody>
      </p:sp>
      <p:pic>
        <p:nvPicPr>
          <p:cNvPr id="280" name="Google Shape;280;g3b23322d595_2_36"/>
          <p:cNvPicPr preferRelativeResize="0"/>
          <p:nvPr/>
        </p:nvPicPr>
        <p:blipFill rotWithShape="1">
          <a:blip r:embed="rId2">
            <a:alphaModFix/>
          </a:blip>
          <a:srcRect/>
          <a:stretch/>
        </p:blipFill>
        <p:spPr>
          <a:xfrm>
            <a:off x="3048000" y="0"/>
            <a:ext cx="9144000" cy="5143500"/>
          </a:xfrm>
          <a:prstGeom prst="rect">
            <a:avLst/>
          </a:prstGeom>
          <a:noFill/>
          <a:ln>
            <a:noFill/>
          </a:ln>
        </p:spPr>
      </p:pic>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3_Blank">
  <p:cSld name="3_Blank">
    <p:spTree>
      <p:nvGrpSpPr>
        <p:cNvPr id="1" name="Shape 281"/>
        <p:cNvGrpSpPr/>
        <p:nvPr/>
      </p:nvGrpSpPr>
      <p:grpSpPr>
        <a:xfrm>
          <a:off x="0" y="0"/>
          <a:ext cx="0" cy="0"/>
          <a:chOff x="0" y="0"/>
          <a:chExt cx="0" cy="0"/>
        </a:xfrm>
      </p:grpSpPr>
      <p:sp>
        <p:nvSpPr>
          <p:cNvPr id="282" name="Google Shape;282;g3b23322d595_2_42"/>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3" name="Google Shape;283;g3b23322d595_2_42"/>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4" name="Google Shape;284;g3b23322d595_2_42"/>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285" name="Google Shape;285;g3b23322d595_2_42"/>
          <p:cNvSpPr txBox="1">
            <a:spLocks noGrp="1"/>
          </p:cNvSpPr>
          <p:nvPr>
            <p:ph type="title"/>
          </p:nvPr>
        </p:nvSpPr>
        <p:spPr>
          <a:xfrm>
            <a:off x="599637" y="3111065"/>
            <a:ext cx="9973200" cy="2928300"/>
          </a:xfrm>
          <a:prstGeom prst="rect">
            <a:avLst/>
          </a:prstGeom>
          <a:noFill/>
          <a:ln>
            <a:noFill/>
          </a:ln>
        </p:spPr>
        <p:txBody>
          <a:bodyPr spcFirstLastPara="1" wrap="square" lIns="0" tIns="0" rIns="0" bIns="0" anchor="b" anchorCtr="0">
            <a:noAutofit/>
          </a:bodyPr>
          <a:lstStyle>
            <a:lvl1pPr lvl="0" algn="l">
              <a:lnSpc>
                <a:spcPct val="71000"/>
              </a:lnSpc>
              <a:spcBef>
                <a:spcPts val="0"/>
              </a:spcBef>
              <a:spcAft>
                <a:spcPts val="0"/>
              </a:spcAft>
              <a:buClr>
                <a:schemeClr val="dk1"/>
              </a:buClr>
              <a:buSzPts val="8000"/>
              <a:buFont typeface="IBM Plex Sans"/>
              <a:buNone/>
              <a:defRPr sz="8000">
                <a:latin typeface="IBM Plex Sans"/>
                <a:ea typeface="IBM Plex Sans"/>
                <a:cs typeface="IBM Plex Sans"/>
                <a:sym typeface="IBM Plex Sans"/>
              </a:defRPr>
            </a:lvl1pPr>
            <a:lvl2pPr lvl="1" algn="ctr">
              <a:lnSpc>
                <a:spcPct val="71000"/>
              </a:lnSpc>
              <a:spcBef>
                <a:spcPts val="0"/>
              </a:spcBef>
              <a:spcAft>
                <a:spcPts val="0"/>
              </a:spcAft>
              <a:buClr>
                <a:schemeClr val="dk1"/>
              </a:buClr>
              <a:buSzPts val="12000"/>
              <a:buNone/>
              <a:defRPr sz="12000">
                <a:solidFill>
                  <a:schemeClr val="dk1"/>
                </a:solidFill>
              </a:defRPr>
            </a:lvl2pPr>
            <a:lvl3pPr lvl="2" algn="ctr">
              <a:lnSpc>
                <a:spcPct val="71000"/>
              </a:lnSpc>
              <a:spcBef>
                <a:spcPts val="0"/>
              </a:spcBef>
              <a:spcAft>
                <a:spcPts val="0"/>
              </a:spcAft>
              <a:buClr>
                <a:schemeClr val="dk1"/>
              </a:buClr>
              <a:buSzPts val="12000"/>
              <a:buNone/>
              <a:defRPr sz="12000">
                <a:solidFill>
                  <a:schemeClr val="dk1"/>
                </a:solidFill>
              </a:defRPr>
            </a:lvl3pPr>
            <a:lvl4pPr lvl="3" algn="ctr">
              <a:lnSpc>
                <a:spcPct val="71000"/>
              </a:lnSpc>
              <a:spcBef>
                <a:spcPts val="0"/>
              </a:spcBef>
              <a:spcAft>
                <a:spcPts val="0"/>
              </a:spcAft>
              <a:buClr>
                <a:schemeClr val="dk1"/>
              </a:buClr>
              <a:buSzPts val="12000"/>
              <a:buNone/>
              <a:defRPr sz="12000">
                <a:solidFill>
                  <a:schemeClr val="dk1"/>
                </a:solidFill>
              </a:defRPr>
            </a:lvl4pPr>
            <a:lvl5pPr lvl="4" algn="ctr">
              <a:lnSpc>
                <a:spcPct val="71000"/>
              </a:lnSpc>
              <a:spcBef>
                <a:spcPts val="0"/>
              </a:spcBef>
              <a:spcAft>
                <a:spcPts val="0"/>
              </a:spcAft>
              <a:buClr>
                <a:schemeClr val="dk1"/>
              </a:buClr>
              <a:buSzPts val="12000"/>
              <a:buNone/>
              <a:defRPr sz="12000">
                <a:solidFill>
                  <a:schemeClr val="dk1"/>
                </a:solidFill>
              </a:defRPr>
            </a:lvl5pPr>
            <a:lvl6pPr lvl="5" algn="ctr">
              <a:lnSpc>
                <a:spcPct val="71000"/>
              </a:lnSpc>
              <a:spcBef>
                <a:spcPts val="0"/>
              </a:spcBef>
              <a:spcAft>
                <a:spcPts val="0"/>
              </a:spcAft>
              <a:buClr>
                <a:schemeClr val="dk1"/>
              </a:buClr>
              <a:buSzPts val="12000"/>
              <a:buNone/>
              <a:defRPr sz="12000">
                <a:solidFill>
                  <a:schemeClr val="dk1"/>
                </a:solidFill>
              </a:defRPr>
            </a:lvl6pPr>
            <a:lvl7pPr lvl="6" algn="ctr">
              <a:lnSpc>
                <a:spcPct val="71000"/>
              </a:lnSpc>
              <a:spcBef>
                <a:spcPts val="0"/>
              </a:spcBef>
              <a:spcAft>
                <a:spcPts val="0"/>
              </a:spcAft>
              <a:buClr>
                <a:schemeClr val="dk1"/>
              </a:buClr>
              <a:buSzPts val="12000"/>
              <a:buNone/>
              <a:defRPr sz="12000">
                <a:solidFill>
                  <a:schemeClr val="dk1"/>
                </a:solidFill>
              </a:defRPr>
            </a:lvl7pPr>
            <a:lvl8pPr lvl="7" algn="ctr">
              <a:lnSpc>
                <a:spcPct val="71000"/>
              </a:lnSpc>
              <a:spcBef>
                <a:spcPts val="0"/>
              </a:spcBef>
              <a:spcAft>
                <a:spcPts val="0"/>
              </a:spcAft>
              <a:buClr>
                <a:schemeClr val="dk1"/>
              </a:buClr>
              <a:buSzPts val="12000"/>
              <a:buNone/>
              <a:defRPr sz="12000">
                <a:solidFill>
                  <a:schemeClr val="dk1"/>
                </a:solidFill>
              </a:defRPr>
            </a:lvl8pPr>
            <a:lvl9pPr lvl="8" algn="ctr">
              <a:lnSpc>
                <a:spcPct val="71000"/>
              </a:lnSpc>
              <a:spcBef>
                <a:spcPts val="0"/>
              </a:spcBef>
              <a:spcAft>
                <a:spcPts val="0"/>
              </a:spcAft>
              <a:buClr>
                <a:schemeClr val="dk1"/>
              </a:buClr>
              <a:buSzPts val="12000"/>
              <a:buNone/>
              <a:defRPr sz="12000">
                <a:solidFill>
                  <a:schemeClr val="dk1"/>
                </a:solidFill>
              </a:defRPr>
            </a:lvl9pPr>
          </a:lstStyle>
          <a:p>
            <a:endParaRPr/>
          </a:p>
        </p:txBody>
      </p:sp>
      <p:pic>
        <p:nvPicPr>
          <p:cNvPr id="286" name="Google Shape;286;g3b23322d595_2_42"/>
          <p:cNvPicPr preferRelativeResize="0"/>
          <p:nvPr/>
        </p:nvPicPr>
        <p:blipFill rotWithShape="1">
          <a:blip r:embed="rId2">
            <a:alphaModFix/>
          </a:blip>
          <a:srcRect/>
          <a:stretch/>
        </p:blipFill>
        <p:spPr>
          <a:xfrm>
            <a:off x="3048000" y="0"/>
            <a:ext cx="9144000" cy="5143500"/>
          </a:xfrm>
          <a:prstGeom prst="rect">
            <a:avLst/>
          </a:prstGeom>
          <a:noFill/>
          <a:ln>
            <a:noFill/>
          </a:ln>
        </p:spPr>
      </p:pic>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1_Title and Content" type="obj">
  <p:cSld name="OBJECT">
    <p:spTree>
      <p:nvGrpSpPr>
        <p:cNvPr id="1" name="Shape 287"/>
        <p:cNvGrpSpPr/>
        <p:nvPr/>
      </p:nvGrpSpPr>
      <p:grpSpPr>
        <a:xfrm>
          <a:off x="0" y="0"/>
          <a:ext cx="0" cy="0"/>
          <a:chOff x="0" y="0"/>
          <a:chExt cx="0" cy="0"/>
        </a:xfrm>
      </p:grpSpPr>
      <p:sp>
        <p:nvSpPr>
          <p:cNvPr id="288" name="Google Shape;288;g3b23322d595_2_48"/>
          <p:cNvSpPr txBox="1">
            <a:spLocks noGrp="1"/>
          </p:cNvSpPr>
          <p:nvPr>
            <p:ph type="title"/>
          </p:nvPr>
        </p:nvSpPr>
        <p:spPr>
          <a:xfrm>
            <a:off x="838200" y="365127"/>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9" name="Google Shape;289;g3b23322d595_2_48"/>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0" name="Google Shape;290;g3b23322d595_2_48"/>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291"/>
        <p:cNvGrpSpPr/>
        <p:nvPr/>
      </p:nvGrpSpPr>
      <p:grpSpPr>
        <a:xfrm>
          <a:off x="0" y="0"/>
          <a:ext cx="0" cy="0"/>
          <a:chOff x="0" y="0"/>
          <a:chExt cx="0" cy="0"/>
        </a:xfrm>
      </p:grpSpPr>
      <p:sp>
        <p:nvSpPr>
          <p:cNvPr id="292" name="Google Shape;292;g3b23322d595_2_52"/>
          <p:cNvSpPr txBox="1">
            <a:spLocks noGrp="1"/>
          </p:cNvSpPr>
          <p:nvPr>
            <p:ph type="title"/>
          </p:nvPr>
        </p:nvSpPr>
        <p:spPr>
          <a:xfrm>
            <a:off x="838200" y="365127"/>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3" name="Google Shape;293;g3b23322d595_2_52"/>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4" name="Google Shape;294;g3b23322d595_2_52"/>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5" name="Google Shape;295;g3b23322d595_2_52"/>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6" name="Google Shape;296;g3b23322d595_2_52"/>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97"/>
        <p:cNvGrpSpPr/>
        <p:nvPr/>
      </p:nvGrpSpPr>
      <p:grpSpPr>
        <a:xfrm>
          <a:off x="0" y="0"/>
          <a:ext cx="0" cy="0"/>
          <a:chOff x="0" y="0"/>
          <a:chExt cx="0" cy="0"/>
        </a:xfrm>
      </p:grpSpPr>
      <p:sp>
        <p:nvSpPr>
          <p:cNvPr id="298" name="Google Shape;298;g3b23322d595_2_58"/>
          <p:cNvSpPr txBox="1">
            <a:spLocks noGrp="1"/>
          </p:cNvSpPr>
          <p:nvPr>
            <p:ph type="title"/>
          </p:nvPr>
        </p:nvSpPr>
        <p:spPr>
          <a:xfrm>
            <a:off x="831851" y="1709740"/>
            <a:ext cx="10515600" cy="2852737"/>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6000"/>
              <a:buFont typeface="IBM Plex Sans"/>
              <a:buNone/>
              <a:defRPr sz="60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9" name="Google Shape;299;g3b23322d595_2_58"/>
          <p:cNvSpPr txBox="1">
            <a:spLocks noGrp="1"/>
          </p:cNvSpPr>
          <p:nvPr>
            <p:ph type="body" idx="1"/>
          </p:nvPr>
        </p:nvSpPr>
        <p:spPr>
          <a:xfrm>
            <a:off x="831851" y="4589465"/>
            <a:ext cx="10515600" cy="150018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2400"/>
              <a:buNone/>
              <a:defRPr sz="2400">
                <a:solidFill>
                  <a:schemeClr val="dk1"/>
                </a:solidFill>
                <a:latin typeface="IBM Plex Sans"/>
                <a:ea typeface="IBM Plex Sans"/>
                <a:cs typeface="IBM Plex Sans"/>
                <a:sym typeface="IBM Plex Sans"/>
              </a:defRPr>
            </a:lvl1pPr>
            <a:lvl2pPr marL="914400" lvl="1" indent="-228600" algn="l">
              <a:lnSpc>
                <a:spcPct val="90000"/>
              </a:lnSpc>
              <a:spcBef>
                <a:spcPts val="500"/>
              </a:spcBef>
              <a:spcAft>
                <a:spcPts val="0"/>
              </a:spcAft>
              <a:buClr>
                <a:srgbClr val="888888"/>
              </a:buClr>
              <a:buSzPts val="2000"/>
              <a:buNone/>
              <a:defRPr sz="2000">
                <a:solidFill>
                  <a:srgbClr val="888888"/>
                </a:solidFill>
              </a:defRPr>
            </a:lvl2pPr>
            <a:lvl3pPr marL="1371600" lvl="2" indent="-228600" algn="l">
              <a:lnSpc>
                <a:spcPct val="90000"/>
              </a:lnSpc>
              <a:spcBef>
                <a:spcPts val="500"/>
              </a:spcBef>
              <a:spcAft>
                <a:spcPts val="0"/>
              </a:spcAft>
              <a:buClr>
                <a:srgbClr val="888888"/>
              </a:buClr>
              <a:buSzPts val="1800"/>
              <a:buNone/>
              <a:defRPr sz="1800">
                <a:solidFill>
                  <a:srgbClr val="888888"/>
                </a:solidFill>
              </a:defRPr>
            </a:lvl3pPr>
            <a:lvl4pPr marL="1828800" lvl="3" indent="-228600" algn="l">
              <a:lnSpc>
                <a:spcPct val="90000"/>
              </a:lnSpc>
              <a:spcBef>
                <a:spcPts val="500"/>
              </a:spcBef>
              <a:spcAft>
                <a:spcPts val="0"/>
              </a:spcAft>
              <a:buClr>
                <a:srgbClr val="888888"/>
              </a:buClr>
              <a:buSzPts val="1600"/>
              <a:buNone/>
              <a:defRPr sz="1600">
                <a:solidFill>
                  <a:srgbClr val="888888"/>
                </a:solidFill>
              </a:defRPr>
            </a:lvl4pPr>
            <a:lvl5pPr marL="2286000" lvl="4" indent="-228600" algn="l">
              <a:lnSpc>
                <a:spcPct val="90000"/>
              </a:lnSpc>
              <a:spcBef>
                <a:spcPts val="500"/>
              </a:spcBef>
              <a:spcAft>
                <a:spcPts val="0"/>
              </a:spcAft>
              <a:buClr>
                <a:srgbClr val="888888"/>
              </a:buClr>
              <a:buSzPts val="1600"/>
              <a:buNone/>
              <a:defRPr sz="1600">
                <a:solidFill>
                  <a:srgbClr val="888888"/>
                </a:solidFill>
              </a:defRPr>
            </a:lvl5pPr>
            <a:lvl6pPr marL="2743200" lvl="5" indent="-228600" algn="l">
              <a:lnSpc>
                <a:spcPct val="90000"/>
              </a:lnSpc>
              <a:spcBef>
                <a:spcPts val="500"/>
              </a:spcBef>
              <a:spcAft>
                <a:spcPts val="0"/>
              </a:spcAft>
              <a:buClr>
                <a:srgbClr val="888888"/>
              </a:buClr>
              <a:buSzPts val="1600"/>
              <a:buNone/>
              <a:defRPr sz="1600">
                <a:solidFill>
                  <a:srgbClr val="888888"/>
                </a:solidFill>
              </a:defRPr>
            </a:lvl6pPr>
            <a:lvl7pPr marL="3200400" lvl="6" indent="-228600" algn="l">
              <a:lnSpc>
                <a:spcPct val="90000"/>
              </a:lnSpc>
              <a:spcBef>
                <a:spcPts val="500"/>
              </a:spcBef>
              <a:spcAft>
                <a:spcPts val="0"/>
              </a:spcAft>
              <a:buClr>
                <a:srgbClr val="888888"/>
              </a:buClr>
              <a:buSzPts val="1600"/>
              <a:buNone/>
              <a:defRPr sz="1600">
                <a:solidFill>
                  <a:srgbClr val="888888"/>
                </a:solidFill>
              </a:defRPr>
            </a:lvl7pPr>
            <a:lvl8pPr marL="3657600" lvl="7" indent="-228600" algn="l">
              <a:lnSpc>
                <a:spcPct val="90000"/>
              </a:lnSpc>
              <a:spcBef>
                <a:spcPts val="500"/>
              </a:spcBef>
              <a:spcAft>
                <a:spcPts val="0"/>
              </a:spcAft>
              <a:buClr>
                <a:srgbClr val="888888"/>
              </a:buClr>
              <a:buSzPts val="1600"/>
              <a:buNone/>
              <a:defRPr sz="1600">
                <a:solidFill>
                  <a:srgbClr val="888888"/>
                </a:solidFill>
              </a:defRPr>
            </a:lvl8pPr>
            <a:lvl9pPr marL="4114800" lvl="8" indent="-228600" algn="l">
              <a:lnSpc>
                <a:spcPct val="90000"/>
              </a:lnSpc>
              <a:spcBef>
                <a:spcPts val="500"/>
              </a:spcBef>
              <a:spcAft>
                <a:spcPts val="0"/>
              </a:spcAft>
              <a:buClr>
                <a:srgbClr val="888888"/>
              </a:buClr>
              <a:buSzPts val="1600"/>
              <a:buNone/>
              <a:defRPr sz="1600">
                <a:solidFill>
                  <a:srgbClr val="888888"/>
                </a:solidFill>
              </a:defRPr>
            </a:lvl9pPr>
          </a:lstStyle>
          <a:p>
            <a:endParaRPr/>
          </a:p>
        </p:txBody>
      </p:sp>
      <p:sp>
        <p:nvSpPr>
          <p:cNvPr id="300" name="Google Shape;300;g3b23322d595_2_58"/>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1" name="Google Shape;301;g3b23322d595_2_58"/>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2" name="Google Shape;302;g3b23322d595_2_58"/>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wo Content" type="twoObj">
  <p:cSld name="TWO_OBJECTS">
    <p:spTree>
      <p:nvGrpSpPr>
        <p:cNvPr id="1" name="Shape 303"/>
        <p:cNvGrpSpPr/>
        <p:nvPr/>
      </p:nvGrpSpPr>
      <p:grpSpPr>
        <a:xfrm>
          <a:off x="0" y="0"/>
          <a:ext cx="0" cy="0"/>
          <a:chOff x="0" y="0"/>
          <a:chExt cx="0" cy="0"/>
        </a:xfrm>
      </p:grpSpPr>
      <p:sp>
        <p:nvSpPr>
          <p:cNvPr id="304" name="Google Shape;304;g3b23322d595_2_64"/>
          <p:cNvSpPr txBox="1">
            <a:spLocks noGrp="1"/>
          </p:cNvSpPr>
          <p:nvPr>
            <p:ph type="title"/>
          </p:nvPr>
        </p:nvSpPr>
        <p:spPr>
          <a:xfrm>
            <a:off x="838200" y="365127"/>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5" name="Google Shape;305;g3b23322d595_2_64"/>
          <p:cNvSpPr txBox="1">
            <a:spLocks noGrp="1"/>
          </p:cNvSpPr>
          <p:nvPr>
            <p:ph type="body" idx="1"/>
          </p:nvPr>
        </p:nvSpPr>
        <p:spPr>
          <a:xfrm>
            <a:off x="838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06" name="Google Shape;306;g3b23322d595_2_64"/>
          <p:cNvSpPr txBox="1">
            <a:spLocks noGrp="1"/>
          </p:cNvSpPr>
          <p:nvPr>
            <p:ph type="body" idx="2"/>
          </p:nvPr>
        </p:nvSpPr>
        <p:spPr>
          <a:xfrm>
            <a:off x="6172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07" name="Google Shape;307;g3b23322d595_2_64"/>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8" name="Google Shape;308;g3b23322d595_2_64"/>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9" name="Google Shape;309;g3b23322d595_2_64"/>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Comparison" type="twoTxTwoObj">
  <p:cSld name="TWO_OBJECTS_WITH_TEXT">
    <p:spTree>
      <p:nvGrpSpPr>
        <p:cNvPr id="1" name="Shape 310"/>
        <p:cNvGrpSpPr/>
        <p:nvPr/>
      </p:nvGrpSpPr>
      <p:grpSpPr>
        <a:xfrm>
          <a:off x="0" y="0"/>
          <a:ext cx="0" cy="0"/>
          <a:chOff x="0" y="0"/>
          <a:chExt cx="0" cy="0"/>
        </a:xfrm>
      </p:grpSpPr>
      <p:sp>
        <p:nvSpPr>
          <p:cNvPr id="311" name="Google Shape;311;g3b23322d595_2_71"/>
          <p:cNvSpPr txBox="1">
            <a:spLocks noGrp="1"/>
          </p:cNvSpPr>
          <p:nvPr>
            <p:ph type="title"/>
          </p:nvPr>
        </p:nvSpPr>
        <p:spPr>
          <a:xfrm>
            <a:off x="839788" y="365127"/>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2" name="Google Shape;312;g3b23322d595_2_71"/>
          <p:cNvSpPr txBox="1">
            <a:spLocks noGrp="1"/>
          </p:cNvSpPr>
          <p:nvPr>
            <p:ph type="body" idx="1"/>
          </p:nvPr>
        </p:nvSpPr>
        <p:spPr>
          <a:xfrm>
            <a:off x="839789" y="1681163"/>
            <a:ext cx="5157787"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atin typeface="IBM Plex Sans"/>
                <a:ea typeface="IBM Plex Sans"/>
                <a:cs typeface="IBM Plex Sans"/>
                <a:sym typeface="IBM Plex Sans"/>
              </a:defRPr>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13" name="Google Shape;313;g3b23322d595_2_71"/>
          <p:cNvSpPr txBox="1">
            <a:spLocks noGrp="1"/>
          </p:cNvSpPr>
          <p:nvPr>
            <p:ph type="body" idx="2"/>
          </p:nvPr>
        </p:nvSpPr>
        <p:spPr>
          <a:xfrm>
            <a:off x="839789" y="2505075"/>
            <a:ext cx="5157787"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4" name="Google Shape;314;g3b23322d595_2_71"/>
          <p:cNvSpPr txBox="1">
            <a:spLocks noGrp="1"/>
          </p:cNvSpPr>
          <p:nvPr>
            <p:ph type="body" idx="3"/>
          </p:nvPr>
        </p:nvSpPr>
        <p:spPr>
          <a:xfrm>
            <a:off x="6172201" y="1681163"/>
            <a:ext cx="5183188"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atin typeface="IBM Plex Sans"/>
                <a:ea typeface="IBM Plex Sans"/>
                <a:cs typeface="IBM Plex Sans"/>
                <a:sym typeface="IBM Plex Sans"/>
              </a:defRPr>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15" name="Google Shape;315;g3b23322d595_2_71"/>
          <p:cNvSpPr txBox="1">
            <a:spLocks noGrp="1"/>
          </p:cNvSpPr>
          <p:nvPr>
            <p:ph type="body" idx="4"/>
          </p:nvPr>
        </p:nvSpPr>
        <p:spPr>
          <a:xfrm>
            <a:off x="6172201" y="2505075"/>
            <a:ext cx="5183188"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6" name="Google Shape;316;g3b23322d595_2_71"/>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7" name="Google Shape;317;g3b23322d595_2_71"/>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8" name="Google Shape;318;g3b23322d595_2_71"/>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19"/>
        <p:cNvGrpSpPr/>
        <p:nvPr/>
      </p:nvGrpSpPr>
      <p:grpSpPr>
        <a:xfrm>
          <a:off x="0" y="0"/>
          <a:ext cx="0" cy="0"/>
          <a:chOff x="0" y="0"/>
          <a:chExt cx="0" cy="0"/>
        </a:xfrm>
      </p:grpSpPr>
      <p:sp>
        <p:nvSpPr>
          <p:cNvPr id="320" name="Google Shape;320;g3b23322d595_2_80"/>
          <p:cNvSpPr txBox="1">
            <a:spLocks noGrp="1"/>
          </p:cNvSpPr>
          <p:nvPr>
            <p:ph type="title"/>
          </p:nvPr>
        </p:nvSpPr>
        <p:spPr>
          <a:xfrm>
            <a:off x="838200" y="365127"/>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1" name="Google Shape;321;g3b23322d595_2_80"/>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2" name="Google Shape;322;g3b23322d595_2_80"/>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3" name="Google Shape;323;g3b23322d595_2_80"/>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Content with Caption" type="objTx">
  <p:cSld name="OBJECT_WITH_CAPTION_TEXT">
    <p:spTree>
      <p:nvGrpSpPr>
        <p:cNvPr id="1" name="Shape 324"/>
        <p:cNvGrpSpPr/>
        <p:nvPr/>
      </p:nvGrpSpPr>
      <p:grpSpPr>
        <a:xfrm>
          <a:off x="0" y="0"/>
          <a:ext cx="0" cy="0"/>
          <a:chOff x="0" y="0"/>
          <a:chExt cx="0" cy="0"/>
        </a:xfrm>
      </p:grpSpPr>
      <p:sp>
        <p:nvSpPr>
          <p:cNvPr id="325" name="Google Shape;325;g3b23322d595_2_85"/>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IBM Plex Sans"/>
              <a:buNone/>
              <a:defRPr sz="32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6" name="Google Shape;326;g3b23322d595_2_85"/>
          <p:cNvSpPr txBox="1">
            <a:spLocks noGrp="1"/>
          </p:cNvSpPr>
          <p:nvPr>
            <p:ph type="body" idx="1"/>
          </p:nvPr>
        </p:nvSpPr>
        <p:spPr>
          <a:xfrm>
            <a:off x="5183188" y="987427"/>
            <a:ext cx="6172200" cy="4873625"/>
          </a:xfrm>
          <a:prstGeom prst="rect">
            <a:avLst/>
          </a:prstGeom>
          <a:noFill/>
          <a:ln>
            <a:noFill/>
          </a:ln>
        </p:spPr>
        <p:txBody>
          <a:bodyPr spcFirstLastPara="1" wrap="square" lIns="91425" tIns="45700" rIns="91425" bIns="45700" anchor="t" anchorCtr="0">
            <a:normAutofit/>
          </a:bodyPr>
          <a:lstStyle>
            <a:lvl1pPr marL="457200" lvl="0" indent="-431800" algn="l">
              <a:lnSpc>
                <a:spcPct val="90000"/>
              </a:lnSpc>
              <a:spcBef>
                <a:spcPts val="1000"/>
              </a:spcBef>
              <a:spcAft>
                <a:spcPts val="0"/>
              </a:spcAft>
              <a:buClr>
                <a:schemeClr val="dk1"/>
              </a:buClr>
              <a:buSzPts val="3200"/>
              <a:buChar char="•"/>
              <a:defRPr sz="3200">
                <a:latin typeface="IBM Plex Sans"/>
                <a:ea typeface="IBM Plex Sans"/>
                <a:cs typeface="IBM Plex Sans"/>
                <a:sym typeface="IBM Plex Sans"/>
              </a:defRPr>
            </a:lvl1pPr>
            <a:lvl2pPr marL="914400" lvl="1" indent="-406400" algn="l">
              <a:lnSpc>
                <a:spcPct val="90000"/>
              </a:lnSpc>
              <a:spcBef>
                <a:spcPts val="500"/>
              </a:spcBef>
              <a:spcAft>
                <a:spcPts val="0"/>
              </a:spcAft>
              <a:buClr>
                <a:schemeClr val="dk1"/>
              </a:buClr>
              <a:buSzPts val="2800"/>
              <a:buChar char="•"/>
              <a:defRPr sz="2800"/>
            </a:lvl2pPr>
            <a:lvl3pPr marL="1371600" lvl="2" indent="-381000" algn="l">
              <a:lnSpc>
                <a:spcPct val="90000"/>
              </a:lnSpc>
              <a:spcBef>
                <a:spcPts val="500"/>
              </a:spcBef>
              <a:spcAft>
                <a:spcPts val="0"/>
              </a:spcAft>
              <a:buClr>
                <a:schemeClr val="dk1"/>
              </a:buClr>
              <a:buSzPts val="2400"/>
              <a:buChar char="•"/>
              <a:defRPr sz="2400"/>
            </a:lvl3pPr>
            <a:lvl4pPr marL="1828800" lvl="3" indent="-355600" algn="l">
              <a:lnSpc>
                <a:spcPct val="90000"/>
              </a:lnSpc>
              <a:spcBef>
                <a:spcPts val="500"/>
              </a:spcBef>
              <a:spcAft>
                <a:spcPts val="0"/>
              </a:spcAft>
              <a:buClr>
                <a:schemeClr val="dk1"/>
              </a:buClr>
              <a:buSzPts val="2000"/>
              <a:buChar char="•"/>
              <a:defRPr sz="2000"/>
            </a:lvl4pPr>
            <a:lvl5pPr marL="2286000" lvl="4" indent="-355600" algn="l">
              <a:lnSpc>
                <a:spcPct val="90000"/>
              </a:lnSpc>
              <a:spcBef>
                <a:spcPts val="500"/>
              </a:spcBef>
              <a:spcAft>
                <a:spcPts val="0"/>
              </a:spcAft>
              <a:buClr>
                <a:schemeClr val="dk1"/>
              </a:buClr>
              <a:buSzPts val="2000"/>
              <a:buChar char="•"/>
              <a:defRPr sz="2000"/>
            </a:lvl5pPr>
            <a:lvl6pPr marL="2743200" lvl="5" indent="-355600" algn="l">
              <a:lnSpc>
                <a:spcPct val="90000"/>
              </a:lnSpc>
              <a:spcBef>
                <a:spcPts val="5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327" name="Google Shape;327;g3b23322d595_2_85"/>
          <p:cNvSpPr txBox="1">
            <a:spLocks noGrp="1"/>
          </p:cNvSpPr>
          <p:nvPr>
            <p:ph type="body" idx="2"/>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atin typeface="IBM Plex Sans"/>
                <a:ea typeface="IBM Plex Sans"/>
                <a:cs typeface="IBM Plex Sans"/>
                <a:sym typeface="IBM Plex Sans"/>
              </a:defRPr>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328" name="Google Shape;328;g3b23322d595_2_85"/>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9" name="Google Shape;329;g3b23322d595_2_85"/>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0" name="Google Shape;330;g3b23322d595_2_85"/>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Picture with Caption" type="picTx">
  <p:cSld name="PICTURE_WITH_CAPTION_TEXT">
    <p:spTree>
      <p:nvGrpSpPr>
        <p:cNvPr id="1" name="Shape 331"/>
        <p:cNvGrpSpPr/>
        <p:nvPr/>
      </p:nvGrpSpPr>
      <p:grpSpPr>
        <a:xfrm>
          <a:off x="0" y="0"/>
          <a:ext cx="0" cy="0"/>
          <a:chOff x="0" y="0"/>
          <a:chExt cx="0" cy="0"/>
        </a:xfrm>
      </p:grpSpPr>
      <p:sp>
        <p:nvSpPr>
          <p:cNvPr id="332" name="Google Shape;332;g3b23322d595_2_92"/>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IBM Plex Sans"/>
              <a:buNone/>
              <a:defRPr sz="3200">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3" name="Google Shape;333;g3b23322d595_2_92"/>
          <p:cNvSpPr>
            <a:spLocks noGrp="1"/>
          </p:cNvSpPr>
          <p:nvPr>
            <p:ph type="pic" idx="2"/>
          </p:nvPr>
        </p:nvSpPr>
        <p:spPr>
          <a:xfrm>
            <a:off x="5183188" y="987427"/>
            <a:ext cx="6172200" cy="4873625"/>
          </a:xfrm>
          <a:prstGeom prst="rect">
            <a:avLst/>
          </a:prstGeom>
          <a:noFill/>
          <a:ln>
            <a:noFill/>
          </a:ln>
        </p:spPr>
      </p:sp>
      <p:sp>
        <p:nvSpPr>
          <p:cNvPr id="334" name="Google Shape;334;g3b23322d595_2_92"/>
          <p:cNvSpPr txBox="1">
            <a:spLocks noGrp="1"/>
          </p:cNvSpPr>
          <p:nvPr>
            <p:ph type="body" idx="1"/>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atin typeface="IBM Plex Sans"/>
                <a:ea typeface="IBM Plex Sans"/>
                <a:cs typeface="IBM Plex Sans"/>
                <a:sym typeface="IBM Plex Sans"/>
              </a:defRPr>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335" name="Google Shape;335;g3b23322d595_2_92"/>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6" name="Google Shape;336;g3b23322d595_2_92"/>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7" name="Google Shape;337;g3b23322d595_2_92"/>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Vertical Text" type="vertTx">
  <p:cSld name="VERTICAL_TEXT">
    <p:spTree>
      <p:nvGrpSpPr>
        <p:cNvPr id="1" name="Shape 338"/>
        <p:cNvGrpSpPr/>
        <p:nvPr/>
      </p:nvGrpSpPr>
      <p:grpSpPr>
        <a:xfrm>
          <a:off x="0" y="0"/>
          <a:ext cx="0" cy="0"/>
          <a:chOff x="0" y="0"/>
          <a:chExt cx="0" cy="0"/>
        </a:xfrm>
      </p:grpSpPr>
      <p:sp>
        <p:nvSpPr>
          <p:cNvPr id="339" name="Google Shape;339;g3b23322d595_2_99"/>
          <p:cNvSpPr txBox="1">
            <a:spLocks noGrp="1"/>
          </p:cNvSpPr>
          <p:nvPr>
            <p:ph type="title"/>
          </p:nvPr>
        </p:nvSpPr>
        <p:spPr>
          <a:xfrm>
            <a:off x="838200" y="365127"/>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0" name="Google Shape;340;g3b23322d595_2_99"/>
          <p:cNvSpPr txBox="1">
            <a:spLocks noGrp="1"/>
          </p:cNvSpPr>
          <p:nvPr>
            <p:ph type="body" idx="1"/>
          </p:nvPr>
        </p:nvSpPr>
        <p:spPr>
          <a:xfrm rot="5400000">
            <a:off x="3920331" y="-1256506"/>
            <a:ext cx="4351338" cy="105156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41" name="Google Shape;341;g3b23322d595_2_99"/>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2" name="Google Shape;342;g3b23322d595_2_99"/>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3" name="Google Shape;343;g3b23322d595_2_99"/>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_TITLE_AND_VERTICAL_TEXT">
    <p:spTree>
      <p:nvGrpSpPr>
        <p:cNvPr id="1" name="Shape 344"/>
        <p:cNvGrpSpPr/>
        <p:nvPr/>
      </p:nvGrpSpPr>
      <p:grpSpPr>
        <a:xfrm>
          <a:off x="0" y="0"/>
          <a:ext cx="0" cy="0"/>
          <a:chOff x="0" y="0"/>
          <a:chExt cx="0" cy="0"/>
        </a:xfrm>
      </p:grpSpPr>
      <p:sp>
        <p:nvSpPr>
          <p:cNvPr id="345" name="Google Shape;345;g3b23322d595_2_105"/>
          <p:cNvSpPr txBox="1">
            <a:spLocks noGrp="1"/>
          </p:cNvSpPr>
          <p:nvPr>
            <p:ph type="title"/>
          </p:nvPr>
        </p:nvSpPr>
        <p:spPr>
          <a:xfrm rot="5400000">
            <a:off x="7133432" y="1956594"/>
            <a:ext cx="5811838" cy="26289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6" name="Google Shape;346;g3b23322d595_2_105"/>
          <p:cNvSpPr txBox="1">
            <a:spLocks noGrp="1"/>
          </p:cNvSpPr>
          <p:nvPr>
            <p:ph type="body" idx="1"/>
          </p:nvPr>
        </p:nvSpPr>
        <p:spPr>
          <a:xfrm rot="5400000">
            <a:off x="1799432" y="-596106"/>
            <a:ext cx="5811838" cy="77343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atin typeface="IBM Plex Sans"/>
                <a:ea typeface="IBM Plex Sans"/>
                <a:cs typeface="IBM Plex Sans"/>
                <a:sym typeface="IBM Plex Sans"/>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47" name="Google Shape;347;g3b23322d595_2_105"/>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8" name="Google Shape;348;g3b23322d595_2_105"/>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atin typeface="IBM Plex Sans"/>
                <a:ea typeface="IBM Plex Sans"/>
                <a:cs typeface="IBM Plex Sans"/>
                <a:sym typeface="IBM Plex Sans"/>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9" name="Google Shape;349;g3b23322d595_2_105"/>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Masters/_rels/slideMaster1.xml.rels><?xml version="1.0" encoding="UTF-8"?><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Relationships xmlns="http://schemas.openxmlformats.org/package/2006/relationships"><Relationship Id="rId8" Type="http://schemas.openxmlformats.org/officeDocument/2006/relationships/slideLayout" Target="../slideLayouts/slideLayout26.xml"/><Relationship Id="rId13" Type="http://schemas.openxmlformats.org/officeDocument/2006/relationships/slideLayout" Target="../slideLayouts/slideLayout31.xml"/><Relationship Id="rId18" Type="http://schemas.openxmlformats.org/officeDocument/2006/relationships/theme" Target="../theme/theme2.xml"/><Relationship Id="rId3" Type="http://schemas.openxmlformats.org/officeDocument/2006/relationships/slideLayout" Target="../slideLayouts/slideLayout21.xml"/><Relationship Id="rId7" Type="http://schemas.openxmlformats.org/officeDocument/2006/relationships/slideLayout" Target="../slideLayouts/slideLayout25.xml"/><Relationship Id="rId12" Type="http://schemas.openxmlformats.org/officeDocument/2006/relationships/slideLayout" Target="../slideLayouts/slideLayout30.xml"/><Relationship Id="rId17" Type="http://schemas.openxmlformats.org/officeDocument/2006/relationships/slideLayout" Target="../slideLayouts/slideLayout35.xml"/><Relationship Id="rId2" Type="http://schemas.openxmlformats.org/officeDocument/2006/relationships/slideLayout" Target="../slideLayouts/slideLayout20.xml"/><Relationship Id="rId16" Type="http://schemas.openxmlformats.org/officeDocument/2006/relationships/slideLayout" Target="../slideLayouts/slideLayout34.xml"/><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slideLayout" Target="../slideLayouts/slideLayout29.xml"/><Relationship Id="rId5" Type="http://schemas.openxmlformats.org/officeDocument/2006/relationships/slideLayout" Target="../slideLayouts/slideLayout23.xml"/><Relationship Id="rId15" Type="http://schemas.openxmlformats.org/officeDocument/2006/relationships/slideLayout" Target="../slideLayouts/slideLayout33.xml"/><Relationship Id="rId10" Type="http://schemas.openxmlformats.org/officeDocument/2006/relationships/slideLayout" Target="../slideLayouts/slideLayout28.xml"/><Relationship Id="rId19" Type="http://schemas.openxmlformats.org/officeDocument/2006/relationships/image" Target="../media/image1.png"/><Relationship Id="rId4" Type="http://schemas.openxmlformats.org/officeDocument/2006/relationships/slideLayout" Target="../slideLayouts/slideLayout22.xml"/><Relationship Id="rId9" Type="http://schemas.openxmlformats.org/officeDocument/2006/relationships/slideLayout" Target="../slideLayouts/slideLayout27.xml"/><Relationship Id="rId14" Type="http://schemas.openxmlformats.org/officeDocument/2006/relationships/slideLayout" Target="../slideLayouts/slideLayout3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25"/>
          <p:cNvSpPr txBox="1">
            <a:spLocks noGrp="1"/>
          </p:cNvSpPr>
          <p:nvPr>
            <p:ph type="title"/>
          </p:nvPr>
        </p:nvSpPr>
        <p:spPr>
          <a:xfrm>
            <a:off x="838200" y="365127"/>
            <a:ext cx="10515600" cy="1325563"/>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IBM Plex Sans"/>
              <a:buNone/>
              <a:defRPr sz="4400" b="0" i="0" u="none" strike="noStrike" cap="none">
                <a:solidFill>
                  <a:schemeClr val="dk1"/>
                </a:solidFill>
                <a:latin typeface="IBM Plex Sans"/>
                <a:ea typeface="IBM Plex Sans"/>
                <a:cs typeface="IBM Plex Sans"/>
                <a:sym typeface="IBM Plex Sans"/>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1" name="Google Shape;11;p25"/>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IBM Plex Sans"/>
                <a:ea typeface="IBM Plex Sans"/>
                <a:cs typeface="IBM Plex Sans"/>
                <a:sym typeface="IBM Plex Sans"/>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IBM Plex Sans"/>
                <a:ea typeface="IBM Plex Sans"/>
                <a:cs typeface="IBM Plex Sans"/>
                <a:sym typeface="IBM Plex Sans"/>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IBM Plex Sans"/>
                <a:ea typeface="IBM Plex Sans"/>
                <a:cs typeface="IBM Plex Sans"/>
                <a:sym typeface="IBM Plex Sans"/>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IBM Plex Sans"/>
                <a:ea typeface="IBM Plex Sans"/>
                <a:cs typeface="IBM Plex Sans"/>
                <a:sym typeface="IBM Plex Sans"/>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IBM Plex Sans"/>
                <a:ea typeface="IBM Plex Sans"/>
                <a:cs typeface="IBM Plex Sans"/>
                <a:sym typeface="IBM Plex Sans"/>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12" name="Google Shape;12;p25"/>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000000"/>
              </a:buClr>
              <a:buSzPts val="1400"/>
              <a:buFont typeface="Arial"/>
              <a:buNone/>
              <a:defRPr sz="1200" b="0" i="0" u="none" strike="noStrike" cap="none">
                <a:solidFill>
                  <a:srgbClr val="888888"/>
                </a:solidFill>
                <a:latin typeface="IBM Plex Sans"/>
                <a:ea typeface="IBM Plex Sans"/>
                <a:cs typeface="IBM Plex Sans"/>
                <a:sym typeface="IBM Plex Sans"/>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3" name="Google Shape;13;p25"/>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marR="0" lvl="0" algn="ctr" rtl="0">
              <a:lnSpc>
                <a:spcPct val="100000"/>
              </a:lnSpc>
              <a:spcBef>
                <a:spcPts val="0"/>
              </a:spcBef>
              <a:spcAft>
                <a:spcPts val="0"/>
              </a:spcAft>
              <a:buClr>
                <a:srgbClr val="000000"/>
              </a:buClr>
              <a:buSzPts val="1400"/>
              <a:buFont typeface="Arial"/>
              <a:buNone/>
              <a:defRPr sz="1200" b="0" i="0" u="none" strike="noStrike" cap="none">
                <a:solidFill>
                  <a:srgbClr val="888888"/>
                </a:solidFill>
                <a:latin typeface="IBM Plex Sans"/>
                <a:ea typeface="IBM Plex Sans"/>
                <a:cs typeface="IBM Plex Sans"/>
                <a:sym typeface="IBM Plex Sans"/>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4" name="Google Shape;14;p25"/>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15" name="Google Shape;15;p25"/>
          <p:cNvSpPr/>
          <p:nvPr/>
        </p:nvSpPr>
        <p:spPr>
          <a:xfrm>
            <a:off x="275106" y="292382"/>
            <a:ext cx="11641789" cy="6273236"/>
          </a:xfrm>
          <a:prstGeom prst="rect">
            <a:avLst/>
          </a:prstGeom>
          <a:noFill/>
          <a:ln w="12700" cap="flat" cmpd="sng">
            <a:solidFill>
              <a:schemeClr val="dk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62"/>
              <a:buFont typeface="Arial"/>
              <a:buNone/>
            </a:pPr>
            <a:endParaRPr sz="1662" b="0" i="0" u="none" strike="noStrike" cap="none">
              <a:solidFill>
                <a:schemeClr val="lt1"/>
              </a:solidFill>
              <a:latin typeface="IBM Plex Sans"/>
              <a:ea typeface="IBM Plex Sans"/>
              <a:cs typeface="IBM Plex Sans"/>
              <a:sym typeface="IBM Plex Sans"/>
            </a:endParaRPr>
          </a:p>
        </p:txBody>
      </p:sp>
      <p:sp>
        <p:nvSpPr>
          <p:cNvPr id="16" name="Google Shape;16;p25"/>
          <p:cNvSpPr txBox="1"/>
          <p:nvPr/>
        </p:nvSpPr>
        <p:spPr>
          <a:xfrm>
            <a:off x="8153400" y="6583101"/>
            <a:ext cx="3353279" cy="200055"/>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700"/>
              <a:buFont typeface="Arial"/>
              <a:buNone/>
            </a:pPr>
            <a:r>
              <a:rPr lang="en-US" sz="700" b="0" i="0" u="none" strike="noStrike" cap="none">
                <a:solidFill>
                  <a:schemeClr val="dk1"/>
                </a:solidFill>
                <a:latin typeface="IBM Plex Sans"/>
                <a:ea typeface="IBM Plex Sans"/>
                <a:cs typeface="IBM Plex Sans"/>
                <a:sym typeface="IBM Plex Sans"/>
              </a:rPr>
              <a:t/>
            </a:r>
            <a:endParaRPr sz="1400" b="0" i="0" u="none" strike="noStrike" cap="none">
              <a:solidFill>
                <a:srgbClr val="000000"/>
              </a:solidFill>
              <a:latin typeface="IBM Plex Sans"/>
              <a:ea typeface="IBM Plex Sans"/>
              <a:cs typeface="IBM Plex Sans"/>
              <a:sym typeface="IBM Plex Sans"/>
            </a:endParaRPr>
          </a:p>
        </p:txBody>
      </p:sp>
      <p:pic>
        <p:nvPicPr>
          <p:cNvPr id="17" name="Google Shape;17;p25"/>
          <p:cNvPicPr preferRelativeResize="0"/>
          <p:nvPr/>
        </p:nvPicPr>
        <p:blipFill rotWithShape="1">
          <a:blip r:embed="rId20">
            <a:alphaModFix/>
          </a:blip>
          <a:srcRect/>
          <a:stretch/>
        </p:blipFill>
        <p:spPr>
          <a:xfrm>
            <a:off x="11046697" y="6288819"/>
            <a:ext cx="759575" cy="181729"/>
          </a:xfrm>
          <a:prstGeom prst="rect">
            <a:avLst/>
          </a:prstGeom>
          <a:noFill/>
          <a:ln>
            <a:noFill/>
          </a:ln>
        </p:spPr>
      </p:pic>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708"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39"/>
        <p:cNvGrpSpPr/>
        <p:nvPr/>
      </p:nvGrpSpPr>
      <p:grpSpPr>
        <a:xfrm>
          <a:off x="0" y="0"/>
          <a:ext cx="0" cy="0"/>
          <a:chOff x="0" y="0"/>
          <a:chExt cx="0" cy="0"/>
        </a:xfrm>
      </p:grpSpPr>
      <p:sp>
        <p:nvSpPr>
          <p:cNvPr id="240" name="Google Shape;240;g3b23322d595_2_0"/>
          <p:cNvSpPr txBox="1">
            <a:spLocks noGrp="1"/>
          </p:cNvSpPr>
          <p:nvPr>
            <p:ph type="title"/>
          </p:nvPr>
        </p:nvSpPr>
        <p:spPr>
          <a:xfrm>
            <a:off x="838200" y="365127"/>
            <a:ext cx="10515600" cy="1325563"/>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IBM Plex Sans"/>
              <a:buNone/>
              <a:defRPr sz="4400" b="0" i="0" u="none" strike="noStrike" cap="none">
                <a:solidFill>
                  <a:schemeClr val="dk1"/>
                </a:solidFill>
                <a:latin typeface="IBM Plex Sans"/>
                <a:ea typeface="IBM Plex Sans"/>
                <a:cs typeface="IBM Plex Sans"/>
                <a:sym typeface="IBM Plex Sans"/>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241" name="Google Shape;241;g3b23322d595_2_0"/>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IBM Plex Sans"/>
                <a:ea typeface="IBM Plex Sans"/>
                <a:cs typeface="IBM Plex Sans"/>
                <a:sym typeface="IBM Plex Sans"/>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IBM Plex Sans"/>
                <a:ea typeface="IBM Plex Sans"/>
                <a:cs typeface="IBM Plex Sans"/>
                <a:sym typeface="IBM Plex Sans"/>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IBM Plex Sans"/>
                <a:ea typeface="IBM Plex Sans"/>
                <a:cs typeface="IBM Plex Sans"/>
                <a:sym typeface="IBM Plex Sans"/>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IBM Plex Sans"/>
                <a:ea typeface="IBM Plex Sans"/>
                <a:cs typeface="IBM Plex Sans"/>
                <a:sym typeface="IBM Plex Sans"/>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IBM Plex Sans"/>
                <a:ea typeface="IBM Plex Sans"/>
                <a:cs typeface="IBM Plex Sans"/>
                <a:sym typeface="IBM Plex Sans"/>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242" name="Google Shape;242;g3b23322d595_2_0"/>
          <p:cNvSpPr txBox="1">
            <a:spLocks noGrp="1"/>
          </p:cNvSpPr>
          <p:nvPr>
            <p:ph type="dt" idx="10"/>
          </p:nvPr>
        </p:nvSpPr>
        <p:spPr>
          <a:xfrm>
            <a:off x="838200" y="6356352"/>
            <a:ext cx="2743200" cy="365125"/>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000000"/>
              </a:buClr>
              <a:buSzPts val="1400"/>
              <a:buFont typeface="Arial"/>
              <a:buNone/>
              <a:defRPr sz="1200" b="0" i="0" u="none" strike="noStrike" cap="none">
                <a:solidFill>
                  <a:srgbClr val="888888"/>
                </a:solidFill>
                <a:latin typeface="IBM Plex Sans"/>
                <a:ea typeface="IBM Plex Sans"/>
                <a:cs typeface="IBM Plex Sans"/>
                <a:sym typeface="IBM Plex Sans"/>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243" name="Google Shape;243;g3b23322d595_2_0"/>
          <p:cNvSpPr txBox="1">
            <a:spLocks noGrp="1"/>
          </p:cNvSpPr>
          <p:nvPr>
            <p:ph type="ftr" idx="11"/>
          </p:nvPr>
        </p:nvSpPr>
        <p:spPr>
          <a:xfrm>
            <a:off x="4038600" y="6356352"/>
            <a:ext cx="4114800" cy="365125"/>
          </a:xfrm>
          <a:prstGeom prst="rect">
            <a:avLst/>
          </a:prstGeom>
          <a:noFill/>
          <a:ln>
            <a:noFill/>
          </a:ln>
        </p:spPr>
        <p:txBody>
          <a:bodyPr spcFirstLastPara="1" wrap="square" lIns="91425" tIns="45700" rIns="91425" bIns="45700" anchor="ctr" anchorCtr="0">
            <a:noAutofit/>
          </a:bodyPr>
          <a:lstStyle>
            <a:lvl1pPr marR="0" lvl="0" algn="ctr" rtl="0">
              <a:lnSpc>
                <a:spcPct val="100000"/>
              </a:lnSpc>
              <a:spcBef>
                <a:spcPts val="0"/>
              </a:spcBef>
              <a:spcAft>
                <a:spcPts val="0"/>
              </a:spcAft>
              <a:buClr>
                <a:srgbClr val="000000"/>
              </a:buClr>
              <a:buSzPts val="1400"/>
              <a:buFont typeface="Arial"/>
              <a:buNone/>
              <a:defRPr sz="1200" b="0" i="0" u="none" strike="noStrike" cap="none">
                <a:solidFill>
                  <a:srgbClr val="888888"/>
                </a:solidFill>
                <a:latin typeface="IBM Plex Sans"/>
                <a:ea typeface="IBM Plex Sans"/>
                <a:cs typeface="IBM Plex Sans"/>
                <a:sym typeface="IBM Plex Sans"/>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244" name="Google Shape;244;g3b23322d595_2_0"/>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lvl1pPr marL="0" marR="0" lvl="0"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1pPr>
            <a:lvl2pPr marL="0" marR="0" lvl="1"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2pPr>
            <a:lvl3pPr marL="0" marR="0" lvl="2"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3pPr>
            <a:lvl4pPr marL="0" marR="0" lvl="3"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4pPr>
            <a:lvl5pPr marL="0" marR="0" lvl="4"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5pPr>
            <a:lvl6pPr marL="0" marR="0" lvl="5"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6pPr>
            <a:lvl7pPr marL="0" marR="0" lvl="6"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7pPr>
            <a:lvl8pPr marL="0" marR="0" lvl="7"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8pPr>
            <a:lvl9pPr marL="0" marR="0" lvl="8" indent="0" algn="r" rtl="0">
              <a:lnSpc>
                <a:spcPct val="100000"/>
              </a:lnSpc>
              <a:spcBef>
                <a:spcPts val="0"/>
              </a:spcBef>
              <a:spcAft>
                <a:spcPts val="0"/>
              </a:spcAft>
              <a:buClr>
                <a:srgbClr val="000000"/>
              </a:buClr>
              <a:buSzPts val="700"/>
              <a:buFont typeface="Arial"/>
              <a:buNone/>
              <a:defRPr sz="700" b="0" i="0" u="none" strike="noStrike" cap="none">
                <a:solidFill>
                  <a:srgbClr val="888888"/>
                </a:solidFill>
                <a:latin typeface="IBM Plex Sans"/>
                <a:ea typeface="IBM Plex Sans"/>
                <a:cs typeface="IBM Plex Sans"/>
                <a:sym typeface="IBM Plex Sans"/>
              </a:defRPr>
            </a:lvl9pPr>
          </a:lstStyle>
          <a:p>
            <a:pPr marL="0" lvl="0" indent="0" algn="r" rtl="0">
              <a:spcBef>
                <a:spcPts val="0"/>
              </a:spcBef>
              <a:spcAft>
                <a:spcPts val="0"/>
              </a:spcAft>
              <a:buNone/>
            </a:pPr>
            <a:fld id="{00000000-1234-1234-1234-123412341234}" type="slidenum">
              <a:rPr lang="en-US"/>
              <a:t>‹#›</a:t>
            </a:fld>
            <a:endParaRPr/>
          </a:p>
        </p:txBody>
      </p:sp>
      <p:sp>
        <p:nvSpPr>
          <p:cNvPr id="245" name="Google Shape;245;g3b23322d595_2_0"/>
          <p:cNvSpPr/>
          <p:nvPr/>
        </p:nvSpPr>
        <p:spPr>
          <a:xfrm>
            <a:off x="275106" y="292382"/>
            <a:ext cx="11641789" cy="6273236"/>
          </a:xfrm>
          <a:prstGeom prst="rect">
            <a:avLst/>
          </a:prstGeom>
          <a:noFill/>
          <a:ln w="12700" cap="flat" cmpd="sng">
            <a:solidFill>
              <a:schemeClr val="dk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62"/>
              <a:buFont typeface="Arial"/>
              <a:buNone/>
            </a:pPr>
            <a:endParaRPr sz="1662" b="0" i="0" u="none" strike="noStrike" cap="none">
              <a:solidFill>
                <a:schemeClr val="lt1"/>
              </a:solidFill>
              <a:latin typeface="IBM Plex Sans"/>
              <a:ea typeface="IBM Plex Sans"/>
              <a:cs typeface="IBM Plex Sans"/>
              <a:sym typeface="IBM Plex Sans"/>
            </a:endParaRPr>
          </a:p>
        </p:txBody>
      </p:sp>
      <p:sp>
        <p:nvSpPr>
          <p:cNvPr id="246" name="Google Shape;246;g3b23322d595_2_0"/>
          <p:cNvSpPr txBox="1"/>
          <p:nvPr/>
        </p:nvSpPr>
        <p:spPr>
          <a:xfrm>
            <a:off x="8153400" y="6583101"/>
            <a:ext cx="3353279" cy="200055"/>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700"/>
              <a:buFont typeface="Arial"/>
              <a:buNone/>
            </a:pPr>
            <a:r>
              <a:rPr lang="en-US" sz="700" b="0" i="0" u="none" strike="noStrike" cap="none">
                <a:solidFill>
                  <a:schemeClr val="dk1"/>
                </a:solidFill>
                <a:latin typeface="IBM Plex Sans"/>
                <a:ea typeface="IBM Plex Sans"/>
                <a:cs typeface="IBM Plex Sans"/>
                <a:sym typeface="IBM Plex Sans"/>
              </a:rPr>
              <a:t/>
            </a:r>
            <a:endParaRPr sz="1400" b="0" i="0" u="none" strike="noStrike" cap="none">
              <a:solidFill>
                <a:srgbClr val="000000"/>
              </a:solidFill>
              <a:latin typeface="IBM Plex Sans"/>
              <a:ea typeface="IBM Plex Sans"/>
              <a:cs typeface="IBM Plex Sans"/>
              <a:sym typeface="IBM Plex Sans"/>
            </a:endParaRPr>
          </a:p>
        </p:txBody>
      </p:sp>
      <p:pic>
        <p:nvPicPr>
          <p:cNvPr id="247" name="Google Shape;247;g3b23322d595_2_0"/>
          <p:cNvPicPr preferRelativeResize="0"/>
          <p:nvPr/>
        </p:nvPicPr>
        <p:blipFill rotWithShape="1">
          <a:blip r:embed="rId19">
            <a:alphaModFix/>
          </a:blip>
          <a:srcRect/>
          <a:stretch/>
        </p:blipFill>
        <p:spPr>
          <a:xfrm>
            <a:off x="11046697" y="6288819"/>
            <a:ext cx="759575" cy="181729"/>
          </a:xfrm>
          <a:prstGeom prst="rect">
            <a:avLst/>
          </a:prstGeom>
          <a:noFill/>
          <a:ln>
            <a:noFill/>
          </a:ln>
        </p:spPr>
      </p:pic>
    </p:spTree>
  </p:cSld>
  <p:clrMap bg1="lt1" tx1="dk1" bg2="dk2" tx2="lt2" accent1="accent1" accent2="accent2" accent3="accent3" accent4="accent4" accent5="accent5" accent6="accent6" hlink="hlink" folHlink="folHlink"/>
  <p:sldLayoutIdLst>
    <p:sldLayoutId id="2147483688" r:id="rId1"/>
    <p:sldLayoutId id="2147483690" r:id="rId2"/>
    <p:sldLayoutId id="2147483691" r:id="rId3"/>
    <p:sldLayoutId id="2147483692" r:id="rId4"/>
    <p:sldLayoutId id="2147483693" r:id="rId5"/>
    <p:sldLayoutId id="2147483694" r:id="rId6"/>
    <p:sldLayoutId id="2147483695" r:id="rId7"/>
    <p:sldLayoutId id="2147483696" r:id="rId8"/>
    <p:sldLayoutId id="2147483697" r:id="rId9"/>
    <p:sldLayoutId id="2147483698" r:id="rId10"/>
    <p:sldLayoutId id="2147483699" r:id="rId11"/>
    <p:sldLayoutId id="2147483700" r:id="rId12"/>
    <p:sldLayoutId id="2147483701" r:id="rId13"/>
    <p:sldLayoutId id="2147483702" r:id="rId14"/>
    <p:sldLayoutId id="2147483703" r:id="rId15"/>
    <p:sldLayoutId id="2147483704" r:id="rId16"/>
    <p:sldLayoutId id="2147483705"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Relationships xmlns="http://schemas.openxmlformats.org/package/2006/relationships"><Relationship Id="rId8" Type="http://schemas.openxmlformats.org/officeDocument/2006/relationships/hyperlink" Target="https://blog.google/products/ads-commerce/ai-personalization-and-the-future-of-shopping/#:~:text=On%20Search%2C%20rich%20and%20multimodal,opportunities%20for%20you%20to%20connect" TargetMode="External"/><Relationship Id="rId13" Type="http://schemas.openxmlformats.org/officeDocument/2006/relationships/hyperlink" Target="https://www.mckinsey.com/capabilities/growth-marketing-and-sales/our-insights/new-front-door-to-the-internet-winning-in-the-age-of-ai-search" TargetMode="External"/><Relationship Id="rId18" Type="http://schemas.openxmlformats.org/officeDocument/2006/relationships/hyperlink" Target="https://www.wordstream.com/blog/2024-google-ads-benchmarks" TargetMode="External"/><Relationship Id="rId3" Type="http://schemas.openxmlformats.org/officeDocument/2006/relationships/hyperlink" Target="https://www.semrush.com/blog/google-usage-after-chatgpt-adoption/?utm_campaign=seo-vs-ai-search-why-its-not-either-or&amp;utm_source=martech.org&amp;utm_medium=referral" TargetMode="External"/><Relationship Id="rId21" Type="http://schemas.openxmlformats.org/officeDocument/2006/relationships/hyperlink" Target="https://www.wordstream.com/blog/ws/2016/02/29/google-adwords-industry-benchmarks" TargetMode="External"/><Relationship Id="rId7" Type="http://schemas.openxmlformats.org/officeDocument/2006/relationships/hyperlink" Target="https://www.demandsage.com/google-search-statistics/" TargetMode="External"/><Relationship Id="rId12" Type="http://schemas.openxmlformats.org/officeDocument/2006/relationships/hyperlink" Target="https://www.marketreportanalytics.com/reports/search-engine-market-87813" TargetMode="External"/><Relationship Id="rId17" Type="http://schemas.openxmlformats.org/officeDocument/2006/relationships/hyperlink" Target="https://www.wordstream.com/blog/2025-google-ads-benchmarks" TargetMode="External"/><Relationship Id="rId2" Type="http://schemas.openxmlformats.org/officeDocument/2006/relationships/notesSlide" Target="../notesSlides/notesSlide2.xml"/><Relationship Id="rId16" Type="http://schemas.openxmlformats.org/officeDocument/2006/relationships/hyperlink" Target="https://ppc.land/google-quietly-expands-ai-overview-ads-to-11-countries-without-fanfare/#google_vignette" TargetMode="External"/><Relationship Id="rId20" Type="http://schemas.openxmlformats.org/officeDocument/2006/relationships/hyperlink" Target="https://www.wordstream.com/blog/ws/2018/08/13/google-ads-mobile-benchmarks" TargetMode="External"/><Relationship Id="rId1" Type="http://schemas.openxmlformats.org/officeDocument/2006/relationships/slideLayout" Target="../slideLayouts/slideLayout2.xml"/><Relationship Id="rId6" Type="http://schemas.openxmlformats.org/officeDocument/2006/relationships/hyperlink" Target="https://unece.org/sites/default/files/2025-11/DissComm2025_S2_7_Spain_Bilbao_D.pdf" TargetMode="External"/><Relationship Id="rId11" Type="http://schemas.openxmlformats.org/officeDocument/2006/relationships/hyperlink" Target="https://www.businessresearchinsights.com/market-reports/search-engine-market-101546" TargetMode="External"/><Relationship Id="rId5" Type="http://schemas.openxmlformats.org/officeDocument/2006/relationships/hyperlink" Target="https://ttms.com/llm-powered-search-vs-traditional-search-2025-2030-forecast/" TargetMode="External"/><Relationship Id="rId15" Type="http://schemas.openxmlformats.org/officeDocument/2006/relationships/hyperlink" Target="https://www.bain.com/insights/goodbye-clicks-hello-ai-zero-click-search-redefines-marketing" TargetMode="External"/><Relationship Id="rId10" Type="http://schemas.openxmlformats.org/officeDocument/2006/relationships/hyperlink" Target="https://www.mordorintelligence.com/industry-reports/search-engine-market" TargetMode="External"/><Relationship Id="rId19" Type="http://schemas.openxmlformats.org/officeDocument/2006/relationships/hyperlink" Target="https://www.wordstream.com/blog/ws/2021/10/13/search-advertising-benchmarks" TargetMode="External"/><Relationship Id="rId4" Type="http://schemas.openxmlformats.org/officeDocument/2006/relationships/hyperlink" Target="https://sqmagazine.co.uk/google-search-statistics/" TargetMode="External"/><Relationship Id="rId9" Type="http://schemas.openxmlformats.org/officeDocument/2006/relationships/hyperlink" Target="https://searchengineland.com/google-5-trillion-searches-per-year-452928" TargetMode="External"/><Relationship Id="rId14" Type="http://schemas.openxmlformats.org/officeDocument/2006/relationships/hyperlink" Target="https://www.gartner.com/en/newsroom/press-releases/2024-02-19-gartner-predicts-search-engine-volume-will-drop-25-percent-by-2026-due-to-ai-chatbots-and-other-virtual-agents" TargetMode="External"/><Relationship Id="rId22" Type="http://schemas.openxmlformats.org/officeDocument/2006/relationships/hyperlink" Target="https://datos.live/blog/predicted-25-drop-in-search-volume-remains-unclear/" TargetMode="External"/></Relationships>
</file>

<file path=ppt/slides/_rels/slide3.xml.rels><?xml version="1.0" encoding="UTF-8"?><Relationships xmlns="http://schemas.openxmlformats.org/package/2006/relationships"><Relationship Id="rId3" Type="http://schemas.openxmlformats.org/officeDocument/2006/relationships/hyperlink" Target="https://www.marketingcharts.com/industries/retail-and-e-commerce-113138" TargetMode="External"/><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chart" Target="../charts/chart1.xml"/><Relationship Id="rId5" Type="http://schemas.openxmlformats.org/officeDocument/2006/relationships/hyperlink" Target="https://www.junglescout.com/resources/reports/consumer-trends-2025-pdf/" TargetMode="External"/><Relationship Id="rId4" Type="http://schemas.openxmlformats.org/officeDocument/2006/relationships/hyperlink" Target="https://www.emarketer.com/chart/266242/where-us-consumers-start-their-search-online-shopping-feb-2024-of-respondents" TargetMode="External"/></Relationships>
</file>

<file path=ppt/slides/_rels/slide4.xml.rels><?xml version="1.0" encoding="UTF-8"?><Relationships xmlns="http://schemas.openxmlformats.org/package/2006/relationships"><Relationship Id="rId8" Type="http://schemas.openxmlformats.org/officeDocument/2006/relationships/hyperlink" Target="https://www.theverge.com/2024/10/28/24281860/google-ai-search-summaries-expand-more-countries" TargetMode="External"/><Relationship Id="rId13" Type="http://schemas.openxmlformats.org/officeDocument/2006/relationships/hyperlink" Target="https://www.junglescout.com/resources/reports/consumer-trends-2025-pdf/" TargetMode="External"/><Relationship Id="rId3" Type="http://schemas.openxmlformats.org/officeDocument/2006/relationships/hyperlink" Target="https://prerender.io/blog/traditional-search-vs-ai-powered-search-explained/" TargetMode="External"/><Relationship Id="rId7" Type="http://schemas.openxmlformats.org/officeDocument/2006/relationships/hyperlink" Target="https://www.statista.com/outlook/tmo/artificial-intelligence/generative-ai/worldwide" TargetMode="External"/><Relationship Id="rId12" Type="http://schemas.openxmlformats.org/officeDocument/2006/relationships/hyperlink" Target="https://sqmagazine.co.uk/google-search-statistics/" TargetMode="External"/><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hyperlink" Target="https://www.statista.com/outlook/tmo/artificial-intelligence/worldwide?srsltid=AfmBOooQbnpu_c6PvarBrzl5KrFTvg82mEslYfHNBgFJA4y8bJ2pzkOG" TargetMode="External"/><Relationship Id="rId11" Type="http://schemas.openxmlformats.org/officeDocument/2006/relationships/hyperlink" Target="https://ttms.com/llm-powered-search-vs-traditional-search-2025-2030-forecast/" TargetMode="External"/><Relationship Id="rId5" Type="http://schemas.openxmlformats.org/officeDocument/2006/relationships/hyperlink" Target="https://www.statista.com/outlook/dmo/digital-advertising/search-advertising/worldwide" TargetMode="External"/><Relationship Id="rId15" Type="http://schemas.openxmlformats.org/officeDocument/2006/relationships/hyperlink" Target="https://www.dataslayer.ai/blog/google-ai-overviews-the-end-of-traditional-ctr-and-how-to-adapt-in-2025" TargetMode="External"/><Relationship Id="rId10" Type="http://schemas.openxmlformats.org/officeDocument/2006/relationships/hyperlink" Target="https://www.businessresearchinsights.com/market-reports/social-search-engine-market-116999" TargetMode="External"/><Relationship Id="rId4" Type="http://schemas.openxmlformats.org/officeDocument/2006/relationships/hyperlink" Target="https://blog.google/products/search/ai-overviews-update-may-2024/" TargetMode="External"/><Relationship Id="rId9" Type="http://schemas.openxmlformats.org/officeDocument/2006/relationships/hyperlink" Target="https://www.mckinsey.com/capabilities/growth-marketing-and-sales/our-insights/new-front-door-to-the-internet-winning-in-the-age-of-ai-search" TargetMode="External"/><Relationship Id="rId14" Type="http://schemas.openxmlformats.org/officeDocument/2006/relationships/hyperlink" Target="https://www.bain.com/about/media-center/press-releases/20252/consumer-reliance-on-ai-search-results-signals-new-era-of-marketing--bain--company-about-80-of-search-users-rely-on-ai-summaries-at-least-40-of-the-time-on-traditional-search-engines-about-60-of-searches-now-end-without-the-user-progressing-to-a/" TargetMode="External"/></Relationships>
</file>

<file path=ppt/slides/_rels/slide5.xml.rels><?xml version="1.0" encoding="UTF-8"?><Relationships xmlns="http://schemas.openxmlformats.org/package/2006/relationships"><Relationship Id="rId8" Type="http://schemas.openxmlformats.org/officeDocument/2006/relationships/hyperlink" Target="https://abc.xyz/investor/earnings" TargetMode="External"/><Relationship Id="rId3" Type="http://schemas.openxmlformats.org/officeDocument/2006/relationships/hyperlink" Target="https://www.internetlivestats.com/google-search-statistics/" TargetMode="External"/><Relationship Id="rId7" Type="http://schemas.openxmlformats.org/officeDocument/2006/relationships/hyperlink" Target="https://unece.org/sites/default/files/2025-11/DissComm2025_S2_7_Spain_Bilbao_D.pdf" TargetMode="External"/><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hyperlink" Target="https://ttms.com/llm-powered-search-vs-traditional-search-2025-2030-forecast/" TargetMode="External"/><Relationship Id="rId5" Type="http://schemas.openxmlformats.org/officeDocument/2006/relationships/hyperlink" Target="https://sqmagazine.co.uk/google-search-statistics/" TargetMode="External"/><Relationship Id="rId10" Type="http://schemas.openxmlformats.org/officeDocument/2006/relationships/chart" Target="../charts/chart3.xml"/><Relationship Id="rId4" Type="http://schemas.openxmlformats.org/officeDocument/2006/relationships/hyperlink" Target="https://www.demandsage.com/google-search-statistics/" TargetMode="External"/><Relationship Id="rId9" Type="http://schemas.openxmlformats.org/officeDocument/2006/relationships/chart" Target="../charts/chart2.xml"/></Relationships>
</file>

<file path=ppt/slides/_rels/slide6.xml.rels><?xml version="1.0" encoding="UTF-8"?><Relationships xmlns="http://schemas.openxmlformats.org/package/2006/relationships"><Relationship Id="rId8" Type="http://schemas.openxmlformats.org/officeDocument/2006/relationships/hyperlink" Target="https://ttms.com/llm-powered-search-vs-traditional-search-2025-2030-forecast/" TargetMode="External"/><Relationship Id="rId13" Type="http://schemas.openxmlformats.org/officeDocument/2006/relationships/hyperlink" Target="https://www.adthena.com/resources/blog/ai-search-predictions-2026-from-search-results-to-life-outcomes/" TargetMode="External"/><Relationship Id="rId3" Type="http://schemas.openxmlformats.org/officeDocument/2006/relationships/hyperlink" Target="https://www.mordorintelligence.com/industry-reports/search-engine-market" TargetMode="External"/><Relationship Id="rId7" Type="http://schemas.openxmlformats.org/officeDocument/2006/relationships/hyperlink" Target="https://www.gartner.com/en/newsroom/press-releases/2024-02-19-gartner-predicts-search-engine-volume-will-drop-25-percent-by-2026-due-to-ai-chatbots-and-other-virtual-agents" TargetMode="External"/><Relationship Id="rId12" Type="http://schemas.openxmlformats.org/officeDocument/2006/relationships/hyperlink" Target="https://www.aicerts.ai/news/seven-2025-ar-trends-collision-reshaping-global-xr/" TargetMode="External"/><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hyperlink" Target="https://www.mckinsey.com/capabilities/growth-marketing-and-sales/our-insights/new-front-door-to-the-internet-winning-in-the-age-of-ai-search" TargetMode="External"/><Relationship Id="rId11" Type="http://schemas.openxmlformats.org/officeDocument/2006/relationships/hyperlink" Target="https://www.evergreen.media/en/guide/seo-this-year" TargetMode="External"/><Relationship Id="rId5" Type="http://schemas.openxmlformats.org/officeDocument/2006/relationships/hyperlink" Target="https://www.marketreportanalytics.com/reports/search-engine-market-87813" TargetMode="External"/><Relationship Id="rId10" Type="http://schemas.openxmlformats.org/officeDocument/2006/relationships/hyperlink" Target="https://searchengineland.com/ai-search-visibility-seo-predictions-2026-468042" TargetMode="External"/><Relationship Id="rId4" Type="http://schemas.openxmlformats.org/officeDocument/2006/relationships/hyperlink" Target="https://www.businessresearchinsights.com/market-reports/search-engine-market-101546" TargetMode="External"/><Relationship Id="rId9" Type="http://schemas.openxmlformats.org/officeDocument/2006/relationships/hyperlink" Target="https://www.forbes.com/sites/catherineerdly/2026/02/22/a-2026-guide-to-getting-agentic-ai-to-recommend-your-e-commerce-site" TargetMode="External"/><Relationship Id="rId14" Type="http://schemas.openxmlformats.org/officeDocument/2006/relationships/hyperlink" Target="https://www.forbes.com/sites/ronschmelzer/2026/01/08/ces-2026-makes-one-thing-clear-ais-next-interface-is-you/?utm_source=chatgpt.com" TargetMode="External"/></Relationships>
</file>

<file path=ppt/slides/_rels/slide7.xml.rels><?xml version="1.0" encoding="UTF-8"?><Relationships xmlns="http://schemas.openxmlformats.org/package/2006/relationships"><Relationship Id="rId8" Type="http://schemas.openxmlformats.org/officeDocument/2006/relationships/hyperlink" Target="https://www.census.gov/retail/ecommerce.html" TargetMode="External"/><Relationship Id="rId13" Type="http://schemas.openxmlformats.org/officeDocument/2006/relationships/chart" Target="../charts/chart5.xml"/><Relationship Id="rId3" Type="http://schemas.openxmlformats.org/officeDocument/2006/relationships/chart" Target="../charts/chart4.xml"/><Relationship Id="rId7" Type="http://schemas.openxmlformats.org/officeDocument/2006/relationships/hyperlink" Target="https://www.fletcher.io/p/why-isnt-googles-search-volume-dropping" TargetMode="External"/><Relationship Id="rId12" Type="http://schemas.openxmlformats.org/officeDocument/2006/relationships/hyperlink" Target="https://www.the-numbers.com/market/" TargetMode="Externa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hyperlink" Target="https://fastercapital.com/content/Understanding-Technology-Adoption-Curves-in-Disruption.html" TargetMode="External"/><Relationship Id="rId11" Type="http://schemas.openxmlformats.org/officeDocument/2006/relationships/hyperlink" Target="https://www.motionpictures.org/research-docs/2019-theme-report/" TargetMode="External"/><Relationship Id="rId5" Type="http://schemas.openxmlformats.org/officeDocument/2006/relationships/hyperlink" Target="https://online.hbs.edu/blog/post/4-keys-to-understanding-clayton-christensens-theory-of-disruptive-innovation" TargetMode="External"/><Relationship Id="rId10" Type="http://schemas.openxmlformats.org/officeDocument/2006/relationships/hyperlink" Target="https://www.boxofficemojo.com/year/world/" TargetMode="External"/><Relationship Id="rId4" Type="http://schemas.openxmlformats.org/officeDocument/2006/relationships/hyperlink" Target="https://www.christenseninstitute.org/theory/disruptive-innovation/" TargetMode="External"/><Relationship Id="rId9" Type="http://schemas.openxmlformats.org/officeDocument/2006/relationships/hyperlink" Target="https://ir.netflix.net/financials/quarterly-earnings/default.aspx" TargetMode="External"/><Relationship Id="rId14" Type="http://schemas.openxmlformats.org/officeDocument/2006/relationships/chart" Target="../charts/chart6.xml"/></Relationships>
</file>

<file path=ppt/slides/_rels/slide8.xml.rels><?xml version="1.0" encoding="UTF-8"?><Relationships xmlns="http://schemas.openxmlformats.org/package/2006/relationships"><Relationship Id="rId8" Type="http://schemas.openxmlformats.org/officeDocument/2006/relationships/chart" Target="../charts/chart11.xml"/><Relationship Id="rId3" Type="http://schemas.openxmlformats.org/officeDocument/2006/relationships/hyperlink" Target="https://datos.live/blog/predicted-25-drop-in-search-volume-remains-unclear/" TargetMode="External"/><Relationship Id="rId7" Type="http://schemas.openxmlformats.org/officeDocument/2006/relationships/chart" Target="../charts/chart10.xml"/><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chart" Target="../charts/chart9.xml"/><Relationship Id="rId5" Type="http://schemas.openxmlformats.org/officeDocument/2006/relationships/chart" Target="../charts/chart8.xml"/><Relationship Id="rId4" Type="http://schemas.openxmlformats.org/officeDocument/2006/relationships/chart" Target="../charts/chart7.xml"/><Relationship Id="rId9" Type="http://schemas.openxmlformats.org/officeDocument/2006/relationships/chart" Target="../charts/chart12.xml"/></Relationships>
</file>

<file path=ppt/slides/_rels/slide9.xml.rels><?xml version="1.0" encoding="UTF-8"?><Relationships xmlns="http://schemas.openxmlformats.org/package/2006/relationships"><Relationship Id="rId8" Type="http://schemas.openxmlformats.org/officeDocument/2006/relationships/hyperlink" Target="https://click-vision.com/zero-click-search-statistics" TargetMode="External"/><Relationship Id="rId3" Type="http://schemas.openxmlformats.org/officeDocument/2006/relationships/chart" Target="../charts/chart13.xml"/><Relationship Id="rId7" Type="http://schemas.openxmlformats.org/officeDocument/2006/relationships/hyperlink" Target="https://www.bcg.com/x/the-multiplier/the-future-of-discoverability" TargetMode="External"/><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hyperlink" Target="https://www.omnius.so/blog/ai-search-industry-report" TargetMode="External"/><Relationship Id="rId5" Type="http://schemas.openxmlformats.org/officeDocument/2006/relationships/hyperlink" Target="https://www.bain.com/insights/goodbye-clicks-hello-ai-zero-click-search-redefines-marketing" TargetMode="External"/><Relationship Id="rId10" Type="http://schemas.openxmlformats.org/officeDocument/2006/relationships/hyperlink" Target="https://searchengineland.com/google-ai-overviews-surge-pullback-data-466314" TargetMode="External"/><Relationship Id="rId4" Type="http://schemas.openxmlformats.org/officeDocument/2006/relationships/hyperlink" Target="https://www.wsj.com/articles/ai-has-upended-the-search-game-marketers-are-scrambling-to-catch-up-84264b34?mod=Searchresults&amp;pos=10&amp;page=1" TargetMode="External"/><Relationship Id="rId9" Type="http://schemas.openxmlformats.org/officeDocument/2006/relationships/hyperlink" Target="https://datos.live/report/state-of-search-q3-2025/" TargetMode="External"/></Relationships>
</file>

<file path=ppt/slides/_rels/slide10.xml.rels><?xml version="1.0" encoding="UTF-8"?><Relationships xmlns="http://schemas.openxmlformats.org/package/2006/relationships"><Relationship Id="rId8" Type="http://schemas.openxmlformats.org/officeDocument/2006/relationships/hyperlink" Target="https://support.google.com/google-ads/answer/16297775?hl=en" TargetMode="External"/><Relationship Id="rId13" Type="http://schemas.openxmlformats.org/officeDocument/2006/relationships/image" Target="../media/image8.png"/><Relationship Id="rId3" Type="http://schemas.openxmlformats.org/officeDocument/2006/relationships/hyperlink" Target="https://searchengineland.com/google-ads-ai-overviews-ai-mode-desktop-455733" TargetMode="External"/><Relationship Id="rId7" Type="http://schemas.openxmlformats.org/officeDocument/2006/relationships/hyperlink" Target="https://www.localfalcon.com/blog/do-ai-overviews-impact-google-ctr-heres-what-you-need-to-know" TargetMode="External"/><Relationship Id="rId12" Type="http://schemas.openxmlformats.org/officeDocument/2006/relationships/image" Target="../media/image7.png"/><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hyperlink" Target="https://www.dataslayer.ai/blog/google-ai-overviews-the-end-of-traditional-ctr-and-how-to-adapt-in-2025" TargetMode="External"/><Relationship Id="rId11" Type="http://schemas.openxmlformats.org/officeDocument/2006/relationships/image" Target="../media/image6.png"/><Relationship Id="rId5" Type="http://schemas.openxmlformats.org/officeDocument/2006/relationships/hyperlink" Target="https://www.mediaperformance.co.uk/googles-ai-overviews-have-changed-search-heres-what-marketers-should-do-next/" TargetMode="External"/><Relationship Id="rId10" Type="http://schemas.openxmlformats.org/officeDocument/2006/relationships/image" Target="../media/image5.png"/><Relationship Id="rId4" Type="http://schemas.openxmlformats.org/officeDocument/2006/relationships/hyperlink" Target="https://www.grandviewresearch.com/industry-analysis/online-advertising-market-report" TargetMode="External"/><Relationship Id="rId9" Type="http://schemas.openxmlformats.org/officeDocument/2006/relationships/hyperlink" Target="https://www.pewresearch.org/short-reads/2025/10/01/americans-have-mixed-feelings-about-ai-summaries-in-search-results/" TargetMode="External"/><Relationship Id="rId14" Type="http://schemas.openxmlformats.org/officeDocument/2006/relationships/image" Target="../media/image9.png"/></Relationships>
</file>

<file path=ppt/slides/_rels/slide11.xml.rels><?xml version="1.0" encoding="UTF-8"?><Relationships xmlns="http://schemas.openxmlformats.org/package/2006/relationships"><Relationship Id="rId8" Type="http://schemas.openxmlformats.org/officeDocument/2006/relationships/hyperlink" Target="https://abc.xyz/investor/events/event-details/2025/2025-Q3-Earnings-Call-2025-4OI4Bac_Q9/default.aspx" TargetMode="External"/><Relationship Id="rId3" Type="http://schemas.openxmlformats.org/officeDocument/2006/relationships/hyperlink" Target="https://www.seerinteractive.com/insights/aio-impact-on-google-ctr-september-2025-update" TargetMode="External"/><Relationship Id="rId7" Type="http://schemas.openxmlformats.org/officeDocument/2006/relationships/hyperlink" Target="https://www.mediapost.com/publications/article/402771/advertisers-pay-more-for-google-clicks-as-they-ada.html" TargetMode="External"/><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hyperlink" Target="https://www.ft.com/content/9cc6cc0b-759f-4b8e-9ed1-9e32ad0fe22f" TargetMode="External"/><Relationship Id="rId5" Type="http://schemas.openxmlformats.org/officeDocument/2006/relationships/hyperlink" Target="https://www.semrush.com/blog/ai-search-seo-traffic-study/" TargetMode="External"/><Relationship Id="rId10" Type="http://schemas.openxmlformats.org/officeDocument/2006/relationships/chart" Target="../charts/chart15.xml"/><Relationship Id="rId4" Type="http://schemas.openxmlformats.org/officeDocument/2006/relationships/hyperlink" Target="https://xponent21.com/insights/googles-ai-mode-just-changed-everything-heres-what-businesses-need-to-know/" TargetMode="External"/><Relationship Id="rId9" Type="http://schemas.openxmlformats.org/officeDocument/2006/relationships/chart" Target="../charts/chart14.xml"/></Relationships>
</file>

<file path=ppt/slides/_rels/slide12.xml.rels><?xml version="1.0" encoding="UTF-8"?><Relationships xmlns="http://schemas.openxmlformats.org/package/2006/relationships"><Relationship Id="rId8" Type="http://schemas.openxmlformats.org/officeDocument/2006/relationships/hyperlink" Target="https://xponent21.com/insights/google-ai-overviews-surpass-60-percent" TargetMode="External"/><Relationship Id="rId13" Type="http://schemas.openxmlformats.org/officeDocument/2006/relationships/hyperlink" Target="https://exposureninja.com/blog/ai-search-statistics/" TargetMode="External"/><Relationship Id="rId18" Type="http://schemas.openxmlformats.org/officeDocument/2006/relationships/image" Target="../media/image12.png"/><Relationship Id="rId3" Type="http://schemas.openxmlformats.org/officeDocument/2006/relationships/notesSlide" Target="../notesSlides/notesSlide12.xml"/><Relationship Id="rId7" Type="http://schemas.openxmlformats.org/officeDocument/2006/relationships/chart" Target="../charts/chart17.xml"/><Relationship Id="rId12" Type="http://schemas.openxmlformats.org/officeDocument/2006/relationships/hyperlink" Target="https://www.pewresearch.org/short-reads/2025/10/01/americans-have-mixed-feelings-about-ai-summaries-in-search-results/" TargetMode="External"/><Relationship Id="rId17" Type="http://schemas.openxmlformats.org/officeDocument/2006/relationships/image" Target="../media/image11.png"/><Relationship Id="rId2" Type="http://schemas.openxmlformats.org/officeDocument/2006/relationships/slideLayout" Target="../slideLayouts/slideLayout2.xml"/><Relationship Id="rId16" Type="http://schemas.openxmlformats.org/officeDocument/2006/relationships/hyperlink" Target="https://www.collectivemeasures.com/insights/ai-overviews-launch-in-google-search" TargetMode="External"/><Relationship Id="rId1" Type="http://schemas.openxmlformats.org/officeDocument/2006/relationships/tags" Target="../tags/tag1.xml"/><Relationship Id="rId6" Type="http://schemas.openxmlformats.org/officeDocument/2006/relationships/chart" Target="../charts/chart16.xml"/><Relationship Id="rId11" Type="http://schemas.openxmlformats.org/officeDocument/2006/relationships/hyperlink" Target="https://www.statista.com/statistics/1614042/usa-ai-summaries-usage-online-search-generation/?srsltid=AfmBOorWRznGqWbl63ETlFJJ4TjxldXF-652CgZ__SjUr0mbCGR2i76u" TargetMode="External"/><Relationship Id="rId5" Type="http://schemas.openxmlformats.org/officeDocument/2006/relationships/image" Target="../media/image10.emf"/><Relationship Id="rId15" Type="http://schemas.openxmlformats.org/officeDocument/2006/relationships/hyperlink" Target="https://searchengineland.com/google-ai-overviews-surge-pullback-data-466314" TargetMode="External"/><Relationship Id="rId10" Type="http://schemas.openxmlformats.org/officeDocument/2006/relationships/hyperlink" Target="https://www.allaboutai.com/resources/ai-statistics/ai-visibility/" TargetMode="External"/><Relationship Id="rId4" Type="http://schemas.openxmlformats.org/officeDocument/2006/relationships/oleObject" Target="../embeddings/oleObject1.bin"/><Relationship Id="rId9" Type="http://schemas.openxmlformats.org/officeDocument/2006/relationships/hyperlink" Target="https://www.demandsage.com/ai-overviews-statistics/" TargetMode="External"/><Relationship Id="rId14" Type="http://schemas.openxmlformats.org/officeDocument/2006/relationships/hyperlink" Target="https://seosandwitch.com/ai-overviews-statistics/" TargetMode="External"/></Relationships>
</file>

<file path=ppt/slides/_rels/slide13.xml.rels><?xml version="1.0" encoding="UTF-8"?><Relationships xmlns="http://schemas.openxmlformats.org/package/2006/relationships"><Relationship Id="rId8" Type="http://schemas.openxmlformats.org/officeDocument/2006/relationships/hyperlink" Target="https://www.wordstream.com/blog/2025-google-ads-benchmarks" TargetMode="External"/><Relationship Id="rId13" Type="http://schemas.openxmlformats.org/officeDocument/2006/relationships/hyperlink" Target="https://www.dentsu.com/nl/en/dentsu-ad-spend-forecasts-june-2025" TargetMode="External"/><Relationship Id="rId3" Type="http://schemas.openxmlformats.org/officeDocument/2006/relationships/notesSlide" Target="../notesSlides/notesSlide13.xml"/><Relationship Id="rId7" Type="http://schemas.openxmlformats.org/officeDocument/2006/relationships/image" Target="../media/image14.png"/><Relationship Id="rId12" Type="http://schemas.openxmlformats.org/officeDocument/2006/relationships/hyperlink" Target="https://focus-digital.co/average-google-ads-click-through-rate/" TargetMode="External"/><Relationship Id="rId17" Type="http://schemas.openxmlformats.org/officeDocument/2006/relationships/hyperlink" Target="https://sqmagazine.co.uk/mobile-advertising-statistics/" TargetMode="External"/><Relationship Id="rId2" Type="http://schemas.openxmlformats.org/officeDocument/2006/relationships/slideLayout" Target="../slideLayouts/slideLayout2.xml"/><Relationship Id="rId16" Type="http://schemas.openxmlformats.org/officeDocument/2006/relationships/hyperlink" Target="https://www.semrush.com/blog/zero-click-searches/" TargetMode="External"/><Relationship Id="rId1" Type="http://schemas.openxmlformats.org/officeDocument/2006/relationships/tags" Target="../tags/tag2.xml"/><Relationship Id="rId6" Type="http://schemas.microsoft.com/office/2014/relationships/chartEx" Target="../charts/chartEx1.xml"/><Relationship Id="rId11" Type="http://schemas.openxmlformats.org/officeDocument/2006/relationships/hyperlink" Target="https://www.advancedwebranking.com/blog/ctr-google-2025-q3" TargetMode="External"/><Relationship Id="rId5" Type="http://schemas.openxmlformats.org/officeDocument/2006/relationships/image" Target="../media/image10.emf"/><Relationship Id="rId15" Type="http://schemas.openxmlformats.org/officeDocument/2006/relationships/hyperlink" Target="https://www.mordorintelligence.com/industry-reports/online-advertising-market" TargetMode="External"/><Relationship Id="rId10" Type="http://schemas.openxmlformats.org/officeDocument/2006/relationships/hyperlink" Target="https://www.seerinteractive.com/insights/aio-impact-on-google-ctr-september-2025-update" TargetMode="External"/><Relationship Id="rId4" Type="http://schemas.openxmlformats.org/officeDocument/2006/relationships/oleObject" Target="../embeddings/oleObject1.bin"/><Relationship Id="rId9" Type="http://schemas.openxmlformats.org/officeDocument/2006/relationships/hyperlink" Target="https://www.360om.agency/news-insights/google-ads-benchmarks-2025-ctr-cpc-cvr-cpl-key-ppc-metrics-by-industry" TargetMode="External"/><Relationship Id="rId14" Type="http://schemas.openxmlformats.org/officeDocument/2006/relationships/hyperlink" Target="https://www.karooya.com/blog/digital-ads-benchmark-report-by-tinuiti-q3-2025-key-highlights/" TargetMode="External"/></Relationships>
</file>

<file path=ppt/slides/_rels/slide14.xml.rels><?xml version="1.0" encoding="UTF-8"?><Relationships xmlns="http://schemas.openxmlformats.org/package/2006/relationships"><Relationship Id="rId8" Type="http://schemas.openxmlformats.org/officeDocument/2006/relationships/hyperlink" Target="https://www.wordstream.com/blog/2025-google-ads-benchmarks" TargetMode="External"/><Relationship Id="rId13" Type="http://schemas.openxmlformats.org/officeDocument/2006/relationships/hyperlink" Target="https://www.dentsu.com/nl/en/dentsu-ad-spend-forecasts-june-2025" TargetMode="External"/><Relationship Id="rId18" Type="http://schemas.openxmlformats.org/officeDocument/2006/relationships/hyperlink" Target="https://blog.google/products-and-platforms/products/search/generative-ai-search/" TargetMode="External"/><Relationship Id="rId3" Type="http://schemas.openxmlformats.org/officeDocument/2006/relationships/notesSlide" Target="../notesSlides/notesSlide14.xml"/><Relationship Id="rId21" Type="http://schemas.openxmlformats.org/officeDocument/2006/relationships/image" Target="../media/image11.png"/><Relationship Id="rId7" Type="http://schemas.openxmlformats.org/officeDocument/2006/relationships/chart" Target="../charts/chart19.xml"/><Relationship Id="rId12" Type="http://schemas.openxmlformats.org/officeDocument/2006/relationships/hyperlink" Target="https://focus-digital.co/average-google-ads-click-through-rate/" TargetMode="External"/><Relationship Id="rId17" Type="http://schemas.openxmlformats.org/officeDocument/2006/relationships/hyperlink" Target="https://sqmagazine.co.uk/mobile-advertising-statistics/" TargetMode="External"/><Relationship Id="rId2" Type="http://schemas.openxmlformats.org/officeDocument/2006/relationships/slideLayout" Target="../slideLayouts/slideLayout2.xml"/><Relationship Id="rId16" Type="http://schemas.openxmlformats.org/officeDocument/2006/relationships/hyperlink" Target="https://www.semrush.com/blog/zero-click-searches/" TargetMode="External"/><Relationship Id="rId20" Type="http://schemas.openxmlformats.org/officeDocument/2006/relationships/hyperlink" Target="https://www.getpassionfruit.com/blog/how-desktop-and-mobile-influence-ai-search-traffic-referrals" TargetMode="External"/><Relationship Id="rId1" Type="http://schemas.openxmlformats.org/officeDocument/2006/relationships/tags" Target="../tags/tag3.xml"/><Relationship Id="rId6" Type="http://schemas.openxmlformats.org/officeDocument/2006/relationships/chart" Target="../charts/chart18.xml"/><Relationship Id="rId11" Type="http://schemas.openxmlformats.org/officeDocument/2006/relationships/hyperlink" Target="https://www.advancedwebranking.com/blog/ctr-google-2025-q3" TargetMode="External"/><Relationship Id="rId5" Type="http://schemas.openxmlformats.org/officeDocument/2006/relationships/image" Target="../media/image10.emf"/><Relationship Id="rId15" Type="http://schemas.openxmlformats.org/officeDocument/2006/relationships/hyperlink" Target="https://www.mordorintelligence.com/industry-reports/online-advertising-market" TargetMode="External"/><Relationship Id="rId10" Type="http://schemas.openxmlformats.org/officeDocument/2006/relationships/hyperlink" Target="https://www.seerinteractive.com/insights/aio-impact-on-google-ctr-september-2025-update" TargetMode="External"/><Relationship Id="rId19" Type="http://schemas.openxmlformats.org/officeDocument/2006/relationships/hyperlink" Target="https://blog.google/products-and-platforms/products/search/generative-ai-google-search-may-2024/" TargetMode="External"/><Relationship Id="rId4" Type="http://schemas.openxmlformats.org/officeDocument/2006/relationships/oleObject" Target="../embeddings/oleObject1.bin"/><Relationship Id="rId9" Type="http://schemas.openxmlformats.org/officeDocument/2006/relationships/hyperlink" Target="https://www.360om.agency/news-insights/google-ads-benchmarks-2025-ctr-cpc-cvr-cpl-key-ppc-metrics-by-industry" TargetMode="External"/><Relationship Id="rId14" Type="http://schemas.openxmlformats.org/officeDocument/2006/relationships/hyperlink" Target="https://www.karooya.com/blog/digital-ads-benchmark-report-by-tinuiti-q3-2025-key-highlights/" TargetMode="External"/><Relationship Id="rId22" Type="http://schemas.openxmlformats.org/officeDocument/2006/relationships/image" Target="../media/image12.png"/></Relationships>
</file>

<file path=ppt/slides/_rels/slide15.xml.rels><?xml version="1.0" encoding="UTF-8"?><Relationships xmlns="http://schemas.openxmlformats.org/package/2006/relationships"><Relationship Id="rId8" Type="http://schemas.openxmlformats.org/officeDocument/2006/relationships/hyperlink" Target="https://www.dentsu.com/news-releases/global-ad-spend-forecasts-2025" TargetMode="External"/><Relationship Id="rId13" Type="http://schemas.openxmlformats.org/officeDocument/2006/relationships/hyperlink" Target="https://www.karooya.com/blog/digital-ads-benchmark-report-by-tinuiti-q4-2024/" TargetMode="External"/><Relationship Id="rId18" Type="http://schemas.openxmlformats.org/officeDocument/2006/relationships/hyperlink" Target="https://www.wordstream.com/blog/ws/2018/08/13/google-ads-mobile-benchmarks" TargetMode="External"/><Relationship Id="rId3" Type="http://schemas.openxmlformats.org/officeDocument/2006/relationships/chart" Target="../charts/chart20.xml"/><Relationship Id="rId21" Type="http://schemas.openxmlformats.org/officeDocument/2006/relationships/hyperlink" Target="https://adexpert.io/how-googles-ai-overview-is-driving-up-google-ads-costs-in-2025/#:~:text=Traditional%20search%20ads%2C%20which%20used,their%20usual%20ads%20performance%20benchmarks." TargetMode="External"/><Relationship Id="rId7" Type="http://schemas.openxmlformats.org/officeDocument/2006/relationships/hyperlink" Target="https://view.ceros.com/wppmedia/tyny-2025-global-midyear-forecast" TargetMode="External"/><Relationship Id="rId12" Type="http://schemas.openxmlformats.org/officeDocument/2006/relationships/hyperlink" Target="https://sqmagazine.co.uk/mobile-advertising-statistics/" TargetMode="External"/><Relationship Id="rId17" Type="http://schemas.openxmlformats.org/officeDocument/2006/relationships/hyperlink" Target="https://www.wordstream.com/blog/ws/2021/10/13/search-advertising-benchmarks" TargetMode="External"/><Relationship Id="rId2" Type="http://schemas.openxmlformats.org/officeDocument/2006/relationships/notesSlide" Target="../notesSlides/notesSlide15.xml"/><Relationship Id="rId16" Type="http://schemas.openxmlformats.org/officeDocument/2006/relationships/hyperlink" Target="https://www.wordstream.com/blog/2024-google-ads-benchmarks" TargetMode="External"/><Relationship Id="rId20" Type="http://schemas.openxmlformats.org/officeDocument/2006/relationships/hyperlink" Target="https://www.orangeseo.net/blog/2025/10/9/why-google-ads-costperclick-is-rising-in-2025-and-what-you-can-do-about-it" TargetMode="External"/><Relationship Id="rId1" Type="http://schemas.openxmlformats.org/officeDocument/2006/relationships/slideLayout" Target="../slideLayouts/slideLayout2.xml"/><Relationship Id="rId6" Type="http://schemas.openxmlformats.org/officeDocument/2006/relationships/hyperlink" Target="https://www.isba.org.uk/knowledge/wfaisba-media-inflation-forecasts-2025-2027" TargetMode="External"/><Relationship Id="rId11" Type="http://schemas.openxmlformats.org/officeDocument/2006/relationships/hyperlink" Target="https://skai.io/reports-and-whitepapers/q4-2024-quarterly-digital-trends-report/" TargetMode="External"/><Relationship Id="rId24" Type="http://schemas.openxmlformats.org/officeDocument/2006/relationships/image" Target="../media/image12.png"/><Relationship Id="rId5" Type="http://schemas.openxmlformats.org/officeDocument/2006/relationships/hyperlink" Target="https://magnaglobal.com/advertising-proves-resilient-amidst-economic-uncertainty/" TargetMode="External"/><Relationship Id="rId15" Type="http://schemas.openxmlformats.org/officeDocument/2006/relationships/hyperlink" Target="https://www.wordstream.com/blog/2025-google-ads-benchmarks" TargetMode="External"/><Relationship Id="rId23" Type="http://schemas.openxmlformats.org/officeDocument/2006/relationships/image" Target="../media/image11.png"/><Relationship Id="rId10" Type="http://schemas.openxmlformats.org/officeDocument/2006/relationships/hyperlink" Target="https://www.dentsu.com/nl/en/dentsu-ad-spend-forecasts-june-2025" TargetMode="External"/><Relationship Id="rId19" Type="http://schemas.openxmlformats.org/officeDocument/2006/relationships/hyperlink" Target="https://www.wordstream.com/blog/ws/2016/02/29/google-adwords-industry-benchmarks" TargetMode="External"/><Relationship Id="rId4" Type="http://schemas.openxmlformats.org/officeDocument/2006/relationships/chart" Target="../charts/chart21.xml"/><Relationship Id="rId9" Type="http://schemas.openxmlformats.org/officeDocument/2006/relationships/hyperlink" Target="https://www.karooya.com/blog/google-ads-benchmark-report-by-tinuiti/" TargetMode="External"/><Relationship Id="rId14" Type="http://schemas.openxmlformats.org/officeDocument/2006/relationships/hyperlink" Target="https://www.dentsu.com/news-releases/ad-spend-forecast-to-grow-by-four-point-nine-percent-in-2025-despite-a-reduced-economic-outlook" TargetMode="External"/><Relationship Id="rId22" Type="http://schemas.openxmlformats.org/officeDocument/2006/relationships/hyperlink" Target="https://hamak.ca/en/the-impact-of-ai-overview-on-paid-search/" TargetMode="External"/></Relationships>
</file>

<file path=ppt/slides/_rels/slide16.xml.rels><?xml version="1.0" encoding="UTF-8"?><Relationships xmlns="http://schemas.openxmlformats.org/package/2006/relationships"><Relationship Id="rId8" Type="http://schemas.openxmlformats.org/officeDocument/2006/relationships/hyperlink" Target="https://www.semrush.com/blog/semrush-ai-overviews-study/" TargetMode="External"/><Relationship Id="rId13" Type="http://schemas.openxmlformats.org/officeDocument/2006/relationships/hyperlink" Target="https://searchatlas.com/blog/seo-statistics/" TargetMode="External"/><Relationship Id="rId3" Type="http://schemas.openxmlformats.org/officeDocument/2006/relationships/hyperlink" Target="https://www.lyftyfy.com/search-intents-about-transactional-informational-and-navigational-traffic/" TargetMode="External"/><Relationship Id="rId7" Type="http://schemas.openxmlformats.org/officeDocument/2006/relationships/hyperlink" Target="https://www.gtechme.com/insights/navigational-vs-transactional-vs-informational-search-intent-understanding-the-differences/" TargetMode="External"/><Relationship Id="rId12" Type="http://schemas.openxmlformats.org/officeDocument/2006/relationships/hyperlink" Target="https://bind.media/insights/google-shopping-ads-statistics-in-2024" TargetMode="External"/><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hyperlink" Target="https://searchengineland.com/how-google-ai-overviews-are-changing-the-ppc-game-457499" TargetMode="External"/><Relationship Id="rId11" Type="http://schemas.openxmlformats.org/officeDocument/2006/relationships/hyperlink" Target="https://www.pewresearch.org/short-reads/2025/07/22/google-users-are-less-likely-to-click-on-links-when-an-ai-summary-appears-in-the-results/" TargetMode="External"/><Relationship Id="rId5" Type="http://schemas.openxmlformats.org/officeDocument/2006/relationships/hyperlink" Target="https://ahrefs.com/blog/ai-overview-triggers/" TargetMode="External"/><Relationship Id="rId10" Type="http://schemas.openxmlformats.org/officeDocument/2006/relationships/hyperlink" Target="https://www.theguardian.com/technology/2025/jul/24/ai-summaries-causing-devastating-drop-in-online-news-audiences-study-finds" TargetMode="External"/><Relationship Id="rId4" Type="http://schemas.openxmlformats.org/officeDocument/2006/relationships/hyperlink" Target="https://sparktoro.com/blog/new-research-we-analyzed-332-million-queries-over-21-months-to-uncover-never-before-published-data-on-how-people-use-google/" TargetMode="External"/><Relationship Id="rId9" Type="http://schemas.openxmlformats.org/officeDocument/2006/relationships/hyperlink" Target="https://www.clearvoice.com/resources/commercial-informational-navigational-and-transactional-keywords/" TargetMode="External"/></Relationships>
</file>

<file path=ppt/slides/_rels/slide17.xml.rels><?xml version="1.0" encoding="UTF-8"?><Relationships xmlns="http://schemas.openxmlformats.org/package/2006/relationships"><Relationship Id="rId8" Type="http://schemas.openxmlformats.org/officeDocument/2006/relationships/hyperlink" Target="https://www.semrush.com/blog/google-search-statistics/" TargetMode="External"/><Relationship Id="rId3" Type="http://schemas.openxmlformats.org/officeDocument/2006/relationships/notesSlide" Target="../notesSlides/notesSlide17.xml"/><Relationship Id="rId7" Type="http://schemas.openxmlformats.org/officeDocument/2006/relationships/hyperlink" Target="https://searchengineland.com/google-5-trillion-searches-per-year-452928" TargetMode="External"/><Relationship Id="rId12" Type="http://schemas.openxmlformats.org/officeDocument/2006/relationships/chart" Target="../charts/chart23.xml"/><Relationship Id="rId2" Type="http://schemas.openxmlformats.org/officeDocument/2006/relationships/slideLayout" Target="../slideLayouts/slideLayout2.xml"/><Relationship Id="rId1" Type="http://schemas.openxmlformats.org/officeDocument/2006/relationships/tags" Target="../tags/tag4.xml"/><Relationship Id="rId6" Type="http://schemas.openxmlformats.org/officeDocument/2006/relationships/hyperlink" Target="https://datos.live/blog/predicted-25-drop-in-search-volume-remains-unclear/" TargetMode="External"/><Relationship Id="rId11" Type="http://schemas.openxmlformats.org/officeDocument/2006/relationships/chart" Target="../charts/chart22.xml"/><Relationship Id="rId5" Type="http://schemas.openxmlformats.org/officeDocument/2006/relationships/image" Target="../media/image10.emf"/><Relationship Id="rId10" Type="http://schemas.openxmlformats.org/officeDocument/2006/relationships/hyperlink" Target="https://www.businessresearchinsights.com/market-reports/search-engine-market-101546" TargetMode="External"/><Relationship Id="rId4" Type="http://schemas.openxmlformats.org/officeDocument/2006/relationships/oleObject" Target="../embeddings/oleObject2.bin"/><Relationship Id="rId9" Type="http://schemas.openxmlformats.org/officeDocument/2006/relationships/hyperlink" Target="https://www.mordorintelligence.com/industry-reports/search-engine-market" TargetMode="External"/></Relationships>
</file>

<file path=ppt/slides/_rels/slide18.xml.rels><?xml version="1.0" encoding="UTF-8"?><Relationships xmlns="http://schemas.openxmlformats.org/package/2006/relationships"><Relationship Id="rId3" Type="http://schemas.openxmlformats.org/officeDocument/2006/relationships/chart" Target="../charts/chart24.xml"/><Relationship Id="rId7" Type="http://schemas.openxmlformats.org/officeDocument/2006/relationships/hyperlink" Target="https://www.akronlegalnews.com/editorial/37582" TargetMode="External"/><Relationship Id="rId2" Type="http://schemas.openxmlformats.org/officeDocument/2006/relationships/notesSlide" Target="../notesSlides/notesSlide18.xml"/><Relationship Id="rId1" Type="http://schemas.openxmlformats.org/officeDocument/2006/relationships/slideLayout" Target="../slideLayouts/slideLayout2.xml"/><Relationship Id="rId6" Type="http://schemas.openxmlformats.org/officeDocument/2006/relationships/hyperlink" Target="https://www.semrush.com/blog/google-search-statistics/" TargetMode="External"/><Relationship Id="rId5" Type="http://schemas.openxmlformats.org/officeDocument/2006/relationships/hyperlink" Target="https://searchengineland.com/google-5-trillion-searches-per-year-452928" TargetMode="External"/><Relationship Id="rId4" Type="http://schemas.openxmlformats.org/officeDocument/2006/relationships/hyperlink" Target="https://datos.live/blog/predicted-25-drop-in-search-volume-remains-unclear/" TargetMode="External"/></Relationships>
</file>

<file path=ppt/slides/_rels/slide19.xml.rels><?xml version="1.0" encoding="UTF-8"?><Relationships xmlns="http://schemas.openxmlformats.org/package/2006/relationships"><Relationship Id="rId3" Type="http://schemas.openxmlformats.org/officeDocument/2006/relationships/hyperlink" Target="https://datos.live/blog/predicted-25-drop-in-search-volume-remains-unclear/" TargetMode="External"/><Relationship Id="rId2" Type="http://schemas.openxmlformats.org/officeDocument/2006/relationships/notesSlide" Target="../notesSlides/notesSlide19.xml"/><Relationship Id="rId1" Type="http://schemas.openxmlformats.org/officeDocument/2006/relationships/slideLayout" Target="../slideLayouts/slideLayout2.xml"/><Relationship Id="rId6" Type="http://schemas.openxmlformats.org/officeDocument/2006/relationships/chart" Target="../charts/chart25.xml"/><Relationship Id="rId5" Type="http://schemas.openxmlformats.org/officeDocument/2006/relationships/hyperlink" Target="https://gs.statcounter.com/search-engine-market-share" TargetMode="External"/><Relationship Id="rId4" Type="http://schemas.openxmlformats.org/officeDocument/2006/relationships/hyperlink" Target="https://www.oberlo.com/statistics/google-ad-revenue" TargetMode="External"/></Relationships>
</file>

<file path=ppt/slides/_rels/slide20.xml.rels><?xml version="1.0" encoding="UTF-8"?><Relationships xmlns="http://schemas.openxmlformats.org/package/2006/relationships"><Relationship Id="rId3" Type="http://schemas.openxmlformats.org/officeDocument/2006/relationships/slide" Target="slide41.xml"/><Relationship Id="rId2" Type="http://schemas.openxmlformats.org/officeDocument/2006/relationships/notesSlide" Target="../notesSlides/notesSlide20.xml"/><Relationship Id="rId1" Type="http://schemas.openxmlformats.org/officeDocument/2006/relationships/slideLayout" Target="../slideLayouts/slideLayout2.xml"/><Relationship Id="rId4" Type="http://schemas.openxmlformats.org/officeDocument/2006/relationships/slide" Target="slide49.xml"/></Relationships>
</file>

<file path=ppt/slides/_rels/slide21.xml.rels><?xml version="1.0" encoding="UTF-8"?><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support.mozilla.org/en-US/kb/ai-chatbot?" TargetMode="External"/><Relationship Id="rId7" Type="http://schemas.openxmlformats.org/officeDocument/2006/relationships/image" Target="../media/image15.png"/><Relationship Id="rId2" Type="http://schemas.openxmlformats.org/officeDocument/2006/relationships/notesSlide" Target="../notesSlides/notesSlide21.xml"/><Relationship Id="rId1" Type="http://schemas.openxmlformats.org/officeDocument/2006/relationships/slideLayout" Target="../slideLayouts/slideLayout2.xml"/><Relationship Id="rId6" Type="http://schemas.openxmlformats.org/officeDocument/2006/relationships/image" Target="../media/image13.png"/><Relationship Id="rId5" Type="http://schemas.openxmlformats.org/officeDocument/2006/relationships/hyperlink" Target="https://blog.mozilla.org/en/firefox/shake-to-summarize/" TargetMode="External"/><Relationship Id="rId4" Type="http://schemas.openxmlformats.org/officeDocument/2006/relationships/hyperlink" Target="https://blog.mozilla.org/en/firefox/ai-window/" TargetMode="External"/><Relationship Id="rId9" Type="http://schemas.openxmlformats.org/officeDocument/2006/relationships/image" Target="../media/image17.png"/></Relationships>
</file>

<file path=ppt/slides/_rels/slide22.xml.rels><?xml version="1.0" encoding="UTF-8"?><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Relationships xmlns="http://schemas.openxmlformats.org/package/2006/relationships"><Relationship Id="rId8" Type="http://schemas.openxmlformats.org/officeDocument/2006/relationships/hyperlink" Target="https://www.sec.gov/Archives/edgar/data/1652044/000165204425000087/googexhibit991q32025.htm" TargetMode="External"/><Relationship Id="rId3" Type="http://schemas.openxmlformats.org/officeDocument/2006/relationships/hyperlink" Target="https://www.mckinsey.com/capabilities/growth-marketing-and-sales/our-insights/new-front-door-to-the-internet-winning-in-the-age-of-ai-search" TargetMode="External"/><Relationship Id="rId7" Type="http://schemas.openxmlformats.org/officeDocument/2006/relationships/hyperlink" Target="https://www.seerinteractive.com/insights/how-ai-overviews-are-impacting-paid-performance" TargetMode="External"/><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hyperlink" Target="https://www.mavlers.com/blog/googles-ai-overview/" TargetMode="External"/><Relationship Id="rId5" Type="http://schemas.openxmlformats.org/officeDocument/2006/relationships/hyperlink" Target="https://ttms.com/llm-powered-search-vs-traditional-search-2025-2030-forecast/" TargetMode="External"/><Relationship Id="rId4" Type="http://schemas.openxmlformats.org/officeDocument/2006/relationships/hyperlink" Target="https://sqmagazine.co.uk/google-search-statistics/" TargetMode="External"/><Relationship Id="rId9" Type="http://schemas.openxmlformats.org/officeDocument/2006/relationships/hyperlink" Target="https://www.demandsage.com/chatgpt-statistics/?utm_source=chatgpt.com" TargetMode="External"/></Relationships>
</file>

<file path=ppt/slides/_rels/slide25.xml.rels><?xml version="1.0" encoding="UTF-8"?><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8.xml"/></Relationships>
</file>

<file path=ppt/slides/_rels/slide26.xml.rels><?xml version="1.0" encoding="UTF-8"?><Relationships xmlns="http://schemas.openxmlformats.org/package/2006/relationships"><Relationship Id="rId8" Type="http://schemas.openxmlformats.org/officeDocument/2006/relationships/hyperlink" Target="https://martech.org/seo-vs-ai-search-why-its-not-either-or/" TargetMode="External"/><Relationship Id="rId13" Type="http://schemas.openxmlformats.org/officeDocument/2006/relationships/hyperlink" Target="https://www.searchenginejournal.com/google-claims-ai-overviews-monetize-at-same-rate-as-traditional-search/547838/" TargetMode="External"/><Relationship Id="rId3" Type="http://schemas.openxmlformats.org/officeDocument/2006/relationships/hyperlink" Target="https://www.bain.com/insights/goodbye-clicks-hello-ai-zero-click-search-redefines-marketing" TargetMode="External"/><Relationship Id="rId7" Type="http://schemas.openxmlformats.org/officeDocument/2006/relationships/hyperlink" Target="https://www.wsj.com/articles/ai-search-is-growing-more-quickly-than-expected-f75aa1ca" TargetMode="External"/><Relationship Id="rId12" Type="http://schemas.openxmlformats.org/officeDocument/2006/relationships/hyperlink" Target="https://www.engagecoders.com/google-claims-ai-overviews-monetize-at-same-rate-as-traditional-search/" TargetMode="External"/><Relationship Id="rId2" Type="http://schemas.openxmlformats.org/officeDocument/2006/relationships/notesSlide" Target="../notesSlides/notesSlide26.xml"/><Relationship Id="rId16" Type="http://schemas.openxmlformats.org/officeDocument/2006/relationships/image" Target="../media/image20.png"/><Relationship Id="rId1" Type="http://schemas.openxmlformats.org/officeDocument/2006/relationships/slideLayout" Target="../slideLayouts/slideLayout2.xml"/><Relationship Id="rId6" Type="http://schemas.openxmlformats.org/officeDocument/2006/relationships/hyperlink" Target="https://abc.xyz/investor/events/event-details/2025/2025-Q3-Earnings-Call-2025-4OI4Bac_Q9/default.aspx" TargetMode="External"/><Relationship Id="rId11" Type="http://schemas.openxmlformats.org/officeDocument/2006/relationships/hyperlink" Target="https://digitalmarketinginstitute.com/blog/google-ai-overviews-what-do-they-mean-for-search" TargetMode="External"/><Relationship Id="rId5" Type="http://schemas.openxmlformats.org/officeDocument/2006/relationships/hyperlink" Target="https://www.seerinteractive.com/insights/aio-impact-on-google-ctr-september-2025-update" TargetMode="External"/><Relationship Id="rId15" Type="http://schemas.openxmlformats.org/officeDocument/2006/relationships/image" Target="../media/image19.png"/><Relationship Id="rId10" Type="http://schemas.openxmlformats.org/officeDocument/2006/relationships/hyperlink" Target="https://searchengineland.com/google-ads-ai-overviews-spotted-455889" TargetMode="External"/><Relationship Id="rId4" Type="http://schemas.openxmlformats.org/officeDocument/2006/relationships/hyperlink" Target="https://www.seerinteractive.com/insights/how-ai-overviews-are-impacting-paid-performance" TargetMode="External"/><Relationship Id="rId9" Type="http://schemas.openxmlformats.org/officeDocument/2006/relationships/hyperlink" Target="https://www.orbitmedia.com/blog/traditional-search-vs-ai-search/" TargetMode="External"/><Relationship Id="rId14" Type="http://schemas.openxmlformats.org/officeDocument/2006/relationships/image" Target="../media/image18.png"/></Relationships>
</file>

<file path=ppt/slides/_rels/slide27.xml.rels><?xml version="1.0" encoding="UTF-8"?><Relationships xmlns="http://schemas.openxmlformats.org/package/2006/relationships"><Relationship Id="rId3" Type="http://schemas.openxmlformats.org/officeDocument/2006/relationships/hyperlink" Target="https://www.statista.com/outlook/dmo/digital-advertising/search-advertising/worldwide" TargetMode="External"/><Relationship Id="rId7" Type="http://schemas.openxmlformats.org/officeDocument/2006/relationships/hyperlink" Target="https://www.semrush.com/blog/google-search-statistics/" TargetMode="External"/><Relationship Id="rId2" Type="http://schemas.openxmlformats.org/officeDocument/2006/relationships/notesSlide" Target="../notesSlides/notesSlide27.xml"/><Relationship Id="rId1" Type="http://schemas.openxmlformats.org/officeDocument/2006/relationships/slideLayout" Target="../slideLayouts/slideLayout2.xml"/><Relationship Id="rId6" Type="http://schemas.openxmlformats.org/officeDocument/2006/relationships/hyperlink" Target="https://www.statista.com/outlook/tmo/artificial-intelligence/worldwide?srsltid=AfmBOooQbnpu_c6PvarBrzl5KrFTvg82mEslYfHNBgFJA4y8bJ2pzkOG" TargetMode="External"/><Relationship Id="rId5" Type="http://schemas.openxmlformats.org/officeDocument/2006/relationships/hyperlink" Target="https://www.bloomberg.com/company/press/generative-ai-to-become-a-1-3-trillion-market-by-2032-research-finds/" TargetMode="External"/><Relationship Id="rId4" Type="http://schemas.openxmlformats.org/officeDocument/2006/relationships/hyperlink" Target="https://www.businessresearchinsights.com/market-reports/social-search-engine-market-116999" TargetMode="External"/></Relationships>
</file>

<file path=ppt/slides/_rels/slide28.xml.rels><?xml version="1.0" encoding="UTF-8"?><Relationships xmlns="http://schemas.openxmlformats.org/package/2006/relationships"><Relationship Id="rId8" Type="http://schemas.openxmlformats.org/officeDocument/2006/relationships/image" Target="../media/image22.png"/><Relationship Id="rId3" Type="http://schemas.openxmlformats.org/officeDocument/2006/relationships/notesSlide" Target="../notesSlides/notesSlide28.xml"/><Relationship Id="rId7" Type="http://schemas.openxmlformats.org/officeDocument/2006/relationships/hyperlink" Target="https://www.junglescout.com/resources/reports/consumer-trends-2025-pdf/" TargetMode="External"/><Relationship Id="rId2" Type="http://schemas.openxmlformats.org/officeDocument/2006/relationships/slideLayout" Target="../slideLayouts/slideLayout2.xml"/><Relationship Id="rId1" Type="http://schemas.openxmlformats.org/officeDocument/2006/relationships/tags" Target="../tags/tag5.xml"/><Relationship Id="rId6" Type="http://schemas.openxmlformats.org/officeDocument/2006/relationships/hyperlink" Target="https://www.businessresearchinsights.com/market-reports/social-search-engine-market-116999" TargetMode="External"/><Relationship Id="rId5" Type="http://schemas.openxmlformats.org/officeDocument/2006/relationships/image" Target="../media/image21.emf"/><Relationship Id="rId4" Type="http://schemas.openxmlformats.org/officeDocument/2006/relationships/oleObject" Target="../embeddings/oleObject3.bin"/></Relationships>
</file>

<file path=ppt/slides/_rels/slide29.xml.rels><?xml version="1.0" encoding="UTF-8"?><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Relationships xmlns="http://schemas.openxmlformats.org/package/2006/relationships"><Relationship Id="rId8" Type="http://schemas.openxmlformats.org/officeDocument/2006/relationships/hyperlink" Target="https://www.semrush.com/blog/google-usage-after-chatgpt-adoption/?utm_campaign=seo-vs-ai-search-why-its-not-either-or&amp;utm_source=martech.org&amp;utm_medium=referral" TargetMode="External"/><Relationship Id="rId13" Type="http://schemas.openxmlformats.org/officeDocument/2006/relationships/hyperlink" Target="https://www.wordstream.com/blog/2024-google-ads-benchmarks" TargetMode="External"/><Relationship Id="rId3" Type="http://schemas.openxmlformats.org/officeDocument/2006/relationships/hyperlink" Target="https://sqmagazine.co.uk/google-search-statistics/" TargetMode="External"/><Relationship Id="rId7" Type="http://schemas.openxmlformats.org/officeDocument/2006/relationships/hyperlink" Target="https://martech.org/seo-vs-ai-search-why-its-not-either-or/" TargetMode="External"/><Relationship Id="rId12" Type="http://schemas.openxmlformats.org/officeDocument/2006/relationships/hyperlink" Target="https://www.wordstream.com/blog/2025-google-ads-benchmarks" TargetMode="External"/><Relationship Id="rId2" Type="http://schemas.openxmlformats.org/officeDocument/2006/relationships/notesSlide" Target="../notesSlides/notesSlide30.xml"/><Relationship Id="rId16" Type="http://schemas.openxmlformats.org/officeDocument/2006/relationships/hyperlink" Target="https://www.wordstream.com/blog/ws/2016/02/29/google-adwords-industry-benchmarks" TargetMode="External"/><Relationship Id="rId1" Type="http://schemas.openxmlformats.org/officeDocument/2006/relationships/slideLayout" Target="../slideLayouts/slideLayout2.xml"/><Relationship Id="rId6" Type="http://schemas.openxmlformats.org/officeDocument/2006/relationships/hyperlink" Target="https://www.demandsage.com/google-search-statistics/" TargetMode="External"/><Relationship Id="rId11" Type="http://schemas.openxmlformats.org/officeDocument/2006/relationships/hyperlink" Target="https://datos.live/blog/predicted-25-drop-in-search-volume-remains-unclear/" TargetMode="External"/><Relationship Id="rId5" Type="http://schemas.openxmlformats.org/officeDocument/2006/relationships/hyperlink" Target="https://unece.org/sites/default/files/2025-11/DissComm2025_S2_7_Spain_Bilbao_D.pdf" TargetMode="External"/><Relationship Id="rId15" Type="http://schemas.openxmlformats.org/officeDocument/2006/relationships/hyperlink" Target="https://www.wordstream.com/blog/ws/2018/08/13/google-ads-mobile-benchmarks" TargetMode="External"/><Relationship Id="rId10" Type="http://schemas.openxmlformats.org/officeDocument/2006/relationships/hyperlink" Target="https://www.semrush.com/blog/google-search-statistics/" TargetMode="External"/><Relationship Id="rId4" Type="http://schemas.openxmlformats.org/officeDocument/2006/relationships/hyperlink" Target="https://ttms.com/llm-powered-search-vs-traditional-search-2025-2030-forecast/" TargetMode="External"/><Relationship Id="rId9" Type="http://schemas.openxmlformats.org/officeDocument/2006/relationships/hyperlink" Target="https://searchengineland.com/google-5-trillion-searches-per-year-452928" TargetMode="External"/><Relationship Id="rId14" Type="http://schemas.openxmlformats.org/officeDocument/2006/relationships/hyperlink" Target="https://www.wordstream.com/blog/ws/2021/10/13/search-advertising-benchmarks" TargetMode="External"/></Relationships>
</file>

<file path=ppt/slides/_rels/slide31.xml.rels><?xml version="1.0" encoding="UTF-8"?><Relationships xmlns="http://schemas.openxmlformats.org/package/2006/relationships"><Relationship Id="rId8" Type="http://schemas.openxmlformats.org/officeDocument/2006/relationships/hyperlink" Target="https://www.mckinsey.com/capabilities/growth-marketing-and-sales/our-insights/new-front-door-to-the-internet-winning-in-the-age-of-ai-search" TargetMode="External"/><Relationship Id="rId13" Type="http://schemas.openxmlformats.org/officeDocument/2006/relationships/hyperlink" Target="https://www.marketreportanalytics.com/reports/search-engine-market-87813" TargetMode="External"/><Relationship Id="rId3" Type="http://schemas.openxmlformats.org/officeDocument/2006/relationships/hyperlink" Target="https://www.mordorintelligence.com/industry-reports/search-engine-market" TargetMode="External"/><Relationship Id="rId7" Type="http://schemas.openxmlformats.org/officeDocument/2006/relationships/hyperlink" Target="https://www.semrush.com/blog/google-usage-after-chatgpt-adoption/?utm_campaign=seo-vs-ai-search-why-its-not-either-or&amp;utm_source=martech.org&amp;utm_medium=referral" TargetMode="External"/><Relationship Id="rId12" Type="http://schemas.openxmlformats.org/officeDocument/2006/relationships/hyperlink" Target="https://searchengineland.com/google-5-trillion-searches-per-year-452928" TargetMode="External"/><Relationship Id="rId2" Type="http://schemas.openxmlformats.org/officeDocument/2006/relationships/notesSlide" Target="../notesSlides/notesSlide31.xml"/><Relationship Id="rId1" Type="http://schemas.openxmlformats.org/officeDocument/2006/relationships/slideLayout" Target="../slideLayouts/slideLayout2.xml"/><Relationship Id="rId6" Type="http://schemas.openxmlformats.org/officeDocument/2006/relationships/hyperlink" Target="https://martech.org/seo-vs-ai-search-why-its-not-either-or/" TargetMode="External"/><Relationship Id="rId11" Type="http://schemas.openxmlformats.org/officeDocument/2006/relationships/hyperlink" Target="https://searchengineland.com/google-now-handles-2-999-trillion-searches-per-year-250247" TargetMode="External"/><Relationship Id="rId5" Type="http://schemas.openxmlformats.org/officeDocument/2006/relationships/hyperlink" Target="https://www.seroundtable.com/financial-times-elizabeth-reid-google-39234.html" TargetMode="External"/><Relationship Id="rId10" Type="http://schemas.openxmlformats.org/officeDocument/2006/relationships/hyperlink" Target="https://ttms.com/llm-powered-search-vs-traditional-search-2025-2030-forecast/" TargetMode="External"/><Relationship Id="rId4" Type="http://schemas.openxmlformats.org/officeDocument/2006/relationships/hyperlink" Target="https://www.businessresearchinsights.com/market-reports/search-engine-market-101546" TargetMode="External"/><Relationship Id="rId9" Type="http://schemas.openxmlformats.org/officeDocument/2006/relationships/hyperlink" Target="https://www.gartner.com/en/newsroom/press-releases/2024-02-19-gartner-predicts-search-engine-volume-will-drop-25-percent-by-2026-due-to-ai-chatbots-and-other-virtual-agents" TargetMode="External"/><Relationship Id="rId14" Type="http://schemas.openxmlformats.org/officeDocument/2006/relationships/chart" Target="../charts/chart26.xml"/></Relationships>
</file>

<file path=ppt/slides/_rels/slide32.xml.rels><?xml version="1.0" encoding="UTF-8"?><Relationships xmlns="http://schemas.openxmlformats.org/package/2006/relationships"><Relationship Id="rId3" Type="http://schemas.openxmlformats.org/officeDocument/2006/relationships/chart" Target="../charts/chart27.xml"/><Relationship Id="rId7" Type="http://schemas.openxmlformats.org/officeDocument/2006/relationships/slide" Target="slide8.xml"/><Relationship Id="rId2" Type="http://schemas.openxmlformats.org/officeDocument/2006/relationships/notesSlide" Target="../notesSlides/notesSlide32.xml"/><Relationship Id="rId1" Type="http://schemas.openxmlformats.org/officeDocument/2006/relationships/slideLayout" Target="../slideLayouts/slideLayout2.xml"/><Relationship Id="rId6" Type="http://schemas.openxmlformats.org/officeDocument/2006/relationships/chart" Target="../charts/chart30.xml"/><Relationship Id="rId5" Type="http://schemas.openxmlformats.org/officeDocument/2006/relationships/chart" Target="../charts/chart29.xml"/><Relationship Id="rId4" Type="http://schemas.openxmlformats.org/officeDocument/2006/relationships/chart" Target="../charts/chart28.xml"/></Relationships>
</file>

<file path=ppt/slides/_rels/slide33.xml.rels><?xml version="1.0" encoding="UTF-8"?><Relationships xmlns="http://schemas.openxmlformats.org/package/2006/relationships"><Relationship Id="rId3" Type="http://schemas.openxmlformats.org/officeDocument/2006/relationships/chart" Target="../charts/chart31.xml"/><Relationship Id="rId7" Type="http://schemas.openxmlformats.org/officeDocument/2006/relationships/slide" Target="slide8.xml"/><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chart" Target="../charts/chart34.xml"/><Relationship Id="rId5" Type="http://schemas.openxmlformats.org/officeDocument/2006/relationships/chart" Target="../charts/chart33.xml"/><Relationship Id="rId4" Type="http://schemas.openxmlformats.org/officeDocument/2006/relationships/chart" Target="../charts/chart32.xml"/></Relationships>
</file>

<file path=ppt/slides/_rels/slide34.xml.rels><?xml version="1.0" encoding="UTF-8"?><Relationships xmlns="http://schemas.openxmlformats.org/package/2006/relationships"><Relationship Id="rId3" Type="http://schemas.openxmlformats.org/officeDocument/2006/relationships/chart" Target="../charts/chart35.xml"/><Relationship Id="rId7" Type="http://schemas.openxmlformats.org/officeDocument/2006/relationships/slide" Target="slide8.xml"/><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chart" Target="../charts/chart38.xml"/><Relationship Id="rId5" Type="http://schemas.openxmlformats.org/officeDocument/2006/relationships/chart" Target="../charts/chart37.xml"/><Relationship Id="rId4" Type="http://schemas.openxmlformats.org/officeDocument/2006/relationships/chart" Target="../charts/chart36.xml"/></Relationships>
</file>

<file path=ppt/slides/_rels/slide35.xml.rels><?xml version="1.0" encoding="UTF-8"?><Relationships xmlns="http://schemas.openxmlformats.org/package/2006/relationships"><Relationship Id="rId3" Type="http://schemas.openxmlformats.org/officeDocument/2006/relationships/hyperlink" Target="https://searchengineland.com/google-5-trillion-searches-per-year-452928" TargetMode="External"/><Relationship Id="rId2" Type="http://schemas.openxmlformats.org/officeDocument/2006/relationships/notesSlide" Target="../notesSlides/notesSlide35.xml"/><Relationship Id="rId1" Type="http://schemas.openxmlformats.org/officeDocument/2006/relationships/slideLayout" Target="../slideLayouts/slideLayout2.xml"/><Relationship Id="rId6" Type="http://schemas.openxmlformats.org/officeDocument/2006/relationships/hyperlink" Target="https://www.akronlegalnews.com/editorial/37582" TargetMode="External"/><Relationship Id="rId5" Type="http://schemas.openxmlformats.org/officeDocument/2006/relationships/hyperlink" Target="https://datos.live/blog/predicted-25-drop-in-search-volume-remains-unclear/" TargetMode="External"/><Relationship Id="rId4" Type="http://schemas.openxmlformats.org/officeDocument/2006/relationships/hyperlink" Target="https://www.semrush.com/blog/google-search-statistics/" TargetMode="External"/></Relationships>
</file>

<file path=ppt/slides/_rels/slide36.xml.rels><?xml version="1.0" encoding="UTF-8"?><Relationships xmlns="http://schemas.openxmlformats.org/package/2006/relationships"><Relationship Id="rId8" Type="http://schemas.openxmlformats.org/officeDocument/2006/relationships/hyperlink" Target="https://www.semrush.com/blog/google-search-statistics/" TargetMode="External"/><Relationship Id="rId13" Type="http://schemas.openxmlformats.org/officeDocument/2006/relationships/hyperlink" Target="https://population.un.org/wpp/downloads?folder=Standard%20Projections&amp;group=Most%20used" TargetMode="External"/><Relationship Id="rId3" Type="http://schemas.openxmlformats.org/officeDocument/2006/relationships/hyperlink" Target="https://sqmagazine.co.uk/mobile-vs-desktop-statistics/" TargetMode="External"/><Relationship Id="rId7" Type="http://schemas.openxmlformats.org/officeDocument/2006/relationships/hyperlink" Target="https://gs.statcounter.com/platform-market-share/desktop-mobile-tablet" TargetMode="External"/><Relationship Id="rId12" Type="http://schemas.openxmlformats.org/officeDocument/2006/relationships/hyperlink" Target="https://gs.statcounter.com/platform-market-share/desktop-mobile-tablet/worldwide/#monthly-200901-202507" TargetMode="External"/><Relationship Id="rId2" Type="http://schemas.openxmlformats.org/officeDocument/2006/relationships/notesSlide" Target="../notesSlides/notesSlide36.xml"/><Relationship Id="rId16" Type="http://schemas.openxmlformats.org/officeDocument/2006/relationships/hyperlink" Target="https://www.pewresearch.org/internet/fact-sheet/internet-broadband/" TargetMode="External"/><Relationship Id="rId1" Type="http://schemas.openxmlformats.org/officeDocument/2006/relationships/slideLayout" Target="../slideLayouts/slideLayout2.xml"/><Relationship Id="rId6" Type="http://schemas.openxmlformats.org/officeDocument/2006/relationships/hyperlink" Target="https://www.tekrevol.com/blogs/mobile-device-website-traffic-statistics/" TargetMode="External"/><Relationship Id="rId11" Type="http://schemas.openxmlformats.org/officeDocument/2006/relationships/hyperlink" Target="https://www.visualcapitalist.com/desktop-vs-mobile-global-web-traffic/" TargetMode="External"/><Relationship Id="rId5" Type="http://schemas.openxmlformats.org/officeDocument/2006/relationships/hyperlink" Target="https://www.digitalsilk.com/digital-trends/mobile-vs-desktop-traffic-share/" TargetMode="External"/><Relationship Id="rId15" Type="http://schemas.openxmlformats.org/officeDocument/2006/relationships/hyperlink" Target="https://voxdev.org/topic/understanding-mobile-phone-and-internet-use-across-world?" TargetMode="External"/><Relationship Id="rId10" Type="http://schemas.openxmlformats.org/officeDocument/2006/relationships/hyperlink" Target="https://worldpopulationreview.com/country-rankings/google-users-by-country" TargetMode="External"/><Relationship Id="rId4" Type="http://schemas.openxmlformats.org/officeDocument/2006/relationships/hyperlink" Target="https://coalitiontechnologies.com/blog/game-changing-google-search-statistics-for-2026" TargetMode="External"/><Relationship Id="rId9" Type="http://schemas.openxmlformats.org/officeDocument/2006/relationships/hyperlink" Target="https://explodingtopics.com/blog/google-searches-per-day" TargetMode="External"/><Relationship Id="rId14" Type="http://schemas.openxmlformats.org/officeDocument/2006/relationships/hyperlink" Target="https://www.goldmansachs.com/insights/articles/what-is-the-us-economys-potential-growth-rate" TargetMode="External"/></Relationships>
</file>

<file path=ppt/slides/_rels/slide37.xml.rels><?xml version="1.0" encoding="UTF-8"?><Relationships xmlns="http://schemas.openxmlformats.org/package/2006/relationships"><Relationship Id="rId3" Type="http://schemas.openxmlformats.org/officeDocument/2006/relationships/chart" Target="../charts/chart39.xml"/><Relationship Id="rId7" Type="http://schemas.openxmlformats.org/officeDocument/2006/relationships/hyperlink" Target="https://gs.statcounter.com/search-engine-market-share" TargetMode="External"/><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hyperlink" Target="https://www.oberlo.com/statistics/google-ad-revenue" TargetMode="External"/><Relationship Id="rId5" Type="http://schemas.openxmlformats.org/officeDocument/2006/relationships/slide" Target="slide49.xml"/><Relationship Id="rId4" Type="http://schemas.openxmlformats.org/officeDocument/2006/relationships/hyperlink" Target="https://datos.live/blog/predicted-25-drop-in-search-volume-remains-unclear/" TargetMode="External"/></Relationships>
</file>

<file path=ppt/slides/_rels/slide38.xml.rels><?xml version="1.0" encoding="UTF-8"?><Relationships xmlns="http://schemas.openxmlformats.org/package/2006/relationships"><Relationship Id="rId3" Type="http://schemas.openxmlformats.org/officeDocument/2006/relationships/chart" Target="../charts/chart40.xml"/><Relationship Id="rId7" Type="http://schemas.openxmlformats.org/officeDocument/2006/relationships/hyperlink" Target="https://gs.statcounter.com/search-engine-market-share" TargetMode="External"/><Relationship Id="rId2" Type="http://schemas.openxmlformats.org/officeDocument/2006/relationships/notesSlide" Target="../notesSlides/notesSlide38.xml"/><Relationship Id="rId1" Type="http://schemas.openxmlformats.org/officeDocument/2006/relationships/slideLayout" Target="../slideLayouts/slideLayout2.xml"/><Relationship Id="rId6" Type="http://schemas.openxmlformats.org/officeDocument/2006/relationships/hyperlink" Target="https://www.oberlo.com/statistics/google-ad-revenue" TargetMode="External"/><Relationship Id="rId5" Type="http://schemas.openxmlformats.org/officeDocument/2006/relationships/slide" Target="slide49.xml"/><Relationship Id="rId4" Type="http://schemas.openxmlformats.org/officeDocument/2006/relationships/hyperlink" Target="https://datos.live/blog/predicted-25-drop-in-search-volume-remains-unclear/" TargetMode="External"/></Relationships>
</file>

<file path=ppt/slides/_rels/slide39.xml.rels><?xml version="1.0" encoding="UTF-8"?><Relationships xmlns="http://schemas.openxmlformats.org/package/2006/relationships"><Relationship Id="rId8" Type="http://schemas.openxmlformats.org/officeDocument/2006/relationships/chart" Target="../charts/chart42.xml"/><Relationship Id="rId3" Type="http://schemas.openxmlformats.org/officeDocument/2006/relationships/hyperlink" Target="https://datos.live/blog/predicted-25-drop-in-search-volume-remains-unclear/" TargetMode="External"/><Relationship Id="rId7" Type="http://schemas.openxmlformats.org/officeDocument/2006/relationships/chart" Target="../charts/chart41.xml"/><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hyperlink" Target="https://www.akronlegalnews.com/editorial/37582" TargetMode="External"/><Relationship Id="rId5" Type="http://schemas.openxmlformats.org/officeDocument/2006/relationships/hyperlink" Target="https://www.semrush.com/blog/google-search-statistics/" TargetMode="External"/><Relationship Id="rId4" Type="http://schemas.openxmlformats.org/officeDocument/2006/relationships/hyperlink" Target="https://searchengineland.com/google-5-trillion-searches-per-year-452928" TargetMode="External"/></Relationships>
</file>

<file path=ppt/slides/_rels/slide40.xml.rels><?xml version="1.0" encoding="UTF-8"?><Relationships xmlns="http://schemas.openxmlformats.org/package/2006/relationships"><Relationship Id="rId8" Type="http://schemas.openxmlformats.org/officeDocument/2006/relationships/chart" Target="../charts/chart43.xml"/><Relationship Id="rId3" Type="http://schemas.openxmlformats.org/officeDocument/2006/relationships/hyperlink" Target="https://datos.live/blog/predicted-25-drop-in-search-volume-remains-unclear/" TargetMode="External"/><Relationship Id="rId7" Type="http://schemas.openxmlformats.org/officeDocument/2006/relationships/hyperlink" Target="https://channellife.news/story/forrester-forecasts-30-cut-in-display-ad-spend-by-2026" TargetMode="External"/><Relationship Id="rId2" Type="http://schemas.openxmlformats.org/officeDocument/2006/relationships/notesSlide" Target="../notesSlides/notesSlide40.xml"/><Relationship Id="rId1" Type="http://schemas.openxmlformats.org/officeDocument/2006/relationships/slideLayout" Target="../slideLayouts/slideLayout2.xml"/><Relationship Id="rId6" Type="http://schemas.openxmlformats.org/officeDocument/2006/relationships/hyperlink" Target="https://www.akronlegalnews.com/editorial/37582" TargetMode="External"/><Relationship Id="rId5" Type="http://schemas.openxmlformats.org/officeDocument/2006/relationships/hyperlink" Target="https://www.semrush.com/blog/google-search-statistics/" TargetMode="External"/><Relationship Id="rId4" Type="http://schemas.openxmlformats.org/officeDocument/2006/relationships/hyperlink" Target="https://searchengineland.com/google-5-trillion-searches-per-year-452928" TargetMode="External"/><Relationship Id="rId9" Type="http://schemas.openxmlformats.org/officeDocument/2006/relationships/chart" Target="../charts/chart44.xml"/></Relationships>
</file>

<file path=ppt/slides/_rels/slide41.xml.rels><?xml version="1.0" encoding="UTF-8"?><Relationships xmlns="http://schemas.openxmlformats.org/package/2006/relationships"><Relationship Id="rId8" Type="http://schemas.openxmlformats.org/officeDocument/2006/relationships/hyperlink" Target="https://www.searchenginejournal.com/why-prediction-of-25-search-volume-drop-due-to-chatbots-fails-scrutiny/511270/" TargetMode="External"/><Relationship Id="rId3" Type="http://schemas.openxmlformats.org/officeDocument/2006/relationships/hyperlink" Target="https://sqmagazine.co.uk/google-search-statistics/" TargetMode="External"/><Relationship Id="rId7" Type="http://schemas.openxmlformats.org/officeDocument/2006/relationships/hyperlink" Target="https://www.yahoo.com/entertainment/search-engine-traffic-really-drop-203000814.html" TargetMode="External"/><Relationship Id="rId2" Type="http://schemas.openxmlformats.org/officeDocument/2006/relationships/notesSlide" Target="../notesSlides/notesSlide41.xml"/><Relationship Id="rId1" Type="http://schemas.openxmlformats.org/officeDocument/2006/relationships/slideLayout" Target="../slideLayouts/slideLayout2.xml"/><Relationship Id="rId6" Type="http://schemas.openxmlformats.org/officeDocument/2006/relationships/hyperlink" Target="https://datos.live/predicted-25-drop-in-search-volume-remains-unclear/" TargetMode="External"/><Relationship Id="rId11" Type="http://schemas.openxmlformats.org/officeDocument/2006/relationships/chart" Target="../charts/chart45.xml"/><Relationship Id="rId5" Type="http://schemas.openxmlformats.org/officeDocument/2006/relationships/hyperlink" Target="https://unece.org/sites/default/files/2025-11/DissComm2025_S2_7_Spain_Bilbao_D.pdf" TargetMode="External"/><Relationship Id="rId10" Type="http://schemas.openxmlformats.org/officeDocument/2006/relationships/hyperlink" Target="https://www.demandsage.com/google-search-statistics/" TargetMode="External"/><Relationship Id="rId4" Type="http://schemas.openxmlformats.org/officeDocument/2006/relationships/hyperlink" Target="https://ttms.com/llm-powered-search-vs-traditional-search-2025-2030-forecast/" TargetMode="External"/><Relationship Id="rId9" Type="http://schemas.openxmlformats.org/officeDocument/2006/relationships/hyperlink" Target="https://searchengineland.com/no-chatgpt-isnt-stealing-googles-search-market-share-434465" TargetMode="External"/></Relationships>
</file>

<file path=ppt/slides/_rels/slide42.xml.rels><?xml version="1.0" encoding="UTF-8"?><Relationships xmlns="http://schemas.openxmlformats.org/package/2006/relationships"><Relationship Id="rId8" Type="http://schemas.openxmlformats.org/officeDocument/2006/relationships/hyperlink" Target="https://www.demandsage.com/google-search-statistics/" TargetMode="External"/><Relationship Id="rId13" Type="http://schemas.openxmlformats.org/officeDocument/2006/relationships/hyperlink" Target="https://www.businessresearchinsights.com/market-reports/search-engine-market-101546" TargetMode="External"/><Relationship Id="rId3" Type="http://schemas.openxmlformats.org/officeDocument/2006/relationships/hyperlink" Target="https://searchengineland.com/google-5-trillion-searches-per-year-452928" TargetMode="External"/><Relationship Id="rId7" Type="http://schemas.openxmlformats.org/officeDocument/2006/relationships/hyperlink" Target="https://unece.org/sites/default/files/2025-11/DissComm2025_S2_7_Spain_Bilbao_D.pdf" TargetMode="External"/><Relationship Id="rId12" Type="http://schemas.openxmlformats.org/officeDocument/2006/relationships/hyperlink" Target="https://www.mordorintelligence.com/industry-reports/search-engine-market" TargetMode="External"/><Relationship Id="rId17" Type="http://schemas.openxmlformats.org/officeDocument/2006/relationships/hyperlink" Target="https://www.mckinsey.com/capabilities/growth-marketing-and-sales/our-insights/new-front-door-to-the-internet-winning-in-the-age-of-ai-search" TargetMode="External"/><Relationship Id="rId2" Type="http://schemas.openxmlformats.org/officeDocument/2006/relationships/notesSlide" Target="../notesSlides/notesSlide42.xml"/><Relationship Id="rId16" Type="http://schemas.openxmlformats.org/officeDocument/2006/relationships/hyperlink" Target="https://www.oberlo.com/blog/google-search-statistics" TargetMode="External"/><Relationship Id="rId1" Type="http://schemas.openxmlformats.org/officeDocument/2006/relationships/slideLayout" Target="../slideLayouts/slideLayout2.xml"/><Relationship Id="rId6" Type="http://schemas.openxmlformats.org/officeDocument/2006/relationships/hyperlink" Target="https://ttms.com/llm-powered-search-vs-traditional-search-2025-2030-forecast/" TargetMode="External"/><Relationship Id="rId11" Type="http://schemas.openxmlformats.org/officeDocument/2006/relationships/hyperlink" Target="https://www.mckinsey.com/capabilities/growth-marketing-and-sales/our-insights/new-front-door-to-the-internet-winning-in-the-age-of-ai-search?utm_source=chatgpt.com" TargetMode="External"/><Relationship Id="rId5" Type="http://schemas.openxmlformats.org/officeDocument/2006/relationships/hyperlink" Target="https://sqmagazine.co.uk/google-search-statistics/" TargetMode="External"/><Relationship Id="rId15" Type="http://schemas.openxmlformats.org/officeDocument/2006/relationships/hyperlink" Target="https://www.morganstanley.com/insights/articles/agentic-commerce-market-impact-outlook" TargetMode="External"/><Relationship Id="rId10" Type="http://schemas.openxmlformats.org/officeDocument/2006/relationships/hyperlink" Target="https://thedigitalbloom.com/learn/2025-organic-traffic-crisis-analysis-report/" TargetMode="External"/><Relationship Id="rId4" Type="http://schemas.openxmlformats.org/officeDocument/2006/relationships/hyperlink" Target="https://www.gartner.com/en/newsroom/press-releases/2024-02-19-gartner-predicts-search-engine-volume-will-drop-25-percent-by-2026-due-to-ai-chatbots-and-other-virtual-agents" TargetMode="External"/><Relationship Id="rId9" Type="http://schemas.openxmlformats.org/officeDocument/2006/relationships/hyperlink" Target="https://explodingtopics.com/blog/google-searches-per-day" TargetMode="External"/><Relationship Id="rId14" Type="http://schemas.openxmlformats.org/officeDocument/2006/relationships/hyperlink" Target="https://www.marketreportanalytics.com/reports/search-engine-market-87813" TargetMode="External"/></Relationships>
</file>

<file path=ppt/slides/_rels/slide43.xml.rels><?xml version="1.0" encoding="UTF-8"?><Relationships xmlns="http://schemas.openxmlformats.org/package/2006/relationships"><Relationship Id="rId8" Type="http://schemas.openxmlformats.org/officeDocument/2006/relationships/chart" Target="../charts/chart46.xml"/><Relationship Id="rId3" Type="http://schemas.openxmlformats.org/officeDocument/2006/relationships/hyperlink" Target="https://www.wsj.com/articles/ai-search-is-growing-more-quickly-than-expected-f75aa1ca" TargetMode="External"/><Relationship Id="rId7" Type="http://schemas.openxmlformats.org/officeDocument/2006/relationships/hyperlink" Target="https://sizariatechnologies.com/chatgpt-users-still-rely-on-google/" TargetMode="External"/><Relationship Id="rId2" Type="http://schemas.openxmlformats.org/officeDocument/2006/relationships/notesSlide" Target="../notesSlides/notesSlide43.xml"/><Relationship Id="rId1" Type="http://schemas.openxmlformats.org/officeDocument/2006/relationships/slideLayout" Target="../slideLayouts/slideLayout2.xml"/><Relationship Id="rId6" Type="http://schemas.openxmlformats.org/officeDocument/2006/relationships/hyperlink" Target="https://searchengineland.com/ai-tool-adoption-surges-search-stays-strong-461235" TargetMode="External"/><Relationship Id="rId5" Type="http://schemas.openxmlformats.org/officeDocument/2006/relationships/hyperlink" Target="https://gs.statcounter.com/search-engine-market-share/all-worldwide/worldwide/2024" TargetMode="External"/><Relationship Id="rId4" Type="http://schemas.openxmlformats.org/officeDocument/2006/relationships/hyperlink" Target="https://www.semrush.com/blog/google-search-statistics/" TargetMode="External"/></Relationships>
</file>

<file path=ppt/slides/_rels/slide44.xml.rels><?xml version="1.0" encoding="UTF-8"?><Relationships xmlns="http://schemas.openxmlformats.org/package/2006/relationships"><Relationship Id="rId8" Type="http://schemas.openxmlformats.org/officeDocument/2006/relationships/hyperlink" Target="https://xponent21.com/insights/google-ai-overviews-surpass-60-percent" TargetMode="External"/><Relationship Id="rId13" Type="http://schemas.openxmlformats.org/officeDocument/2006/relationships/hyperlink" Target="https://exposureninja.com/blog/ai-search-statistics/" TargetMode="External"/><Relationship Id="rId3" Type="http://schemas.openxmlformats.org/officeDocument/2006/relationships/notesSlide" Target="../notesSlides/notesSlide44.xml"/><Relationship Id="rId7" Type="http://schemas.openxmlformats.org/officeDocument/2006/relationships/chart" Target="../charts/chart48.xml"/><Relationship Id="rId12" Type="http://schemas.openxmlformats.org/officeDocument/2006/relationships/hyperlink" Target="https://www.pewresearch.org/short-reads/2025/10/01/americans-have-mixed-feelings-about-ai-summaries-in-search-results/" TargetMode="External"/><Relationship Id="rId2" Type="http://schemas.openxmlformats.org/officeDocument/2006/relationships/slideLayout" Target="../slideLayouts/slideLayout2.xml"/><Relationship Id="rId1" Type="http://schemas.openxmlformats.org/officeDocument/2006/relationships/tags" Target="../tags/tag6.xml"/><Relationship Id="rId6" Type="http://schemas.openxmlformats.org/officeDocument/2006/relationships/chart" Target="../charts/chart47.xml"/><Relationship Id="rId11" Type="http://schemas.openxmlformats.org/officeDocument/2006/relationships/hyperlink" Target="https://www.statista.com/statistics/1614042/usa-ai-summaries-usage-online-search-generation/?srsltid=AfmBOorWRznGqWbl63ETlFJJ4TjxldXF-652CgZ__SjUr0mbCGR2i76u" TargetMode="External"/><Relationship Id="rId5" Type="http://schemas.openxmlformats.org/officeDocument/2006/relationships/image" Target="../media/image10.emf"/><Relationship Id="rId15" Type="http://schemas.openxmlformats.org/officeDocument/2006/relationships/hyperlink" Target="https://seosandwitch.com/ai-overviews-statistics/" TargetMode="External"/><Relationship Id="rId10" Type="http://schemas.openxmlformats.org/officeDocument/2006/relationships/hyperlink" Target="https://www.allaboutai.com/resources/ai-statistics/ai-visibility/" TargetMode="External"/><Relationship Id="rId4" Type="http://schemas.openxmlformats.org/officeDocument/2006/relationships/oleObject" Target="../embeddings/oleObject1.bin"/><Relationship Id="rId9" Type="http://schemas.openxmlformats.org/officeDocument/2006/relationships/hyperlink" Target="https://www.demandsage.com/ai-overviews-statistics/" TargetMode="External"/><Relationship Id="rId14" Type="http://schemas.openxmlformats.org/officeDocument/2006/relationships/hyperlink" Target="https://searchengineland.com/google-ai-overviews-surge-pullback-data-466314" TargetMode="External"/></Relationships>
</file>

<file path=ppt/slides/_rels/slide45.xml.rels><?xml version="1.0" encoding="UTF-8"?><Relationships xmlns="http://schemas.openxmlformats.org/package/2006/relationships"><Relationship Id="rId8" Type="http://schemas.openxmlformats.org/officeDocument/2006/relationships/hyperlink" Target="https://www.statista.com/statistics/1240608/google-search-ctr-worldwide/" TargetMode="External"/><Relationship Id="rId3" Type="http://schemas.openxmlformats.org/officeDocument/2006/relationships/hyperlink" Target="https://click-vision.com/zero-click-search-statistics" TargetMode="External"/><Relationship Id="rId7" Type="http://schemas.openxmlformats.org/officeDocument/2006/relationships/hyperlink" Target="https://www.similarweb.com/blog/marketing/seo/zero-click-searches/" TargetMode="External"/><Relationship Id="rId2" Type="http://schemas.openxmlformats.org/officeDocument/2006/relationships/notesSlide" Target="../notesSlides/notesSlide45.xml"/><Relationship Id="rId1" Type="http://schemas.openxmlformats.org/officeDocument/2006/relationships/slideLayout" Target="../slideLayouts/slideLayout2.xml"/><Relationship Id="rId6" Type="http://schemas.openxmlformats.org/officeDocument/2006/relationships/hyperlink" Target="https://sparktoro.com/blog/2024-zero-click-search-study-for-every-1000-us-google-searches-only-374-clicks-go-to-the-open-web-in-the-eu-its-360/" TargetMode="External"/><Relationship Id="rId5" Type="http://schemas.openxmlformats.org/officeDocument/2006/relationships/hyperlink" Target="https://www.semrush.com/blog/zero-clicks-study/" TargetMode="External"/><Relationship Id="rId4" Type="http://schemas.openxmlformats.org/officeDocument/2006/relationships/hyperlink" Target="https://sparktoro.com/blog/in-2020-two-thirds-of-google-searches-ended-without-a-click/" TargetMode="External"/><Relationship Id="rId9" Type="http://schemas.openxmlformats.org/officeDocument/2006/relationships/hyperlink" Target="https://yougov.com/articles/34846-zero-click-searches-dominated-google-2020" TargetMode="External"/></Relationships>
</file>

<file path=ppt/slides/_rels/slide46.xml.rels><?xml version="1.0" encoding="UTF-8"?><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8.png"/><Relationship Id="rId3" Type="http://schemas.openxmlformats.org/officeDocument/2006/relationships/hyperlink" Target="https://www.mavlers.com/blog/googles-ai-overview/" TargetMode="External"/><Relationship Id="rId7" Type="http://schemas.openxmlformats.org/officeDocument/2006/relationships/hyperlink" Target="https://searchengineland.com/google-ads-ai-overviews-spotted-455889" TargetMode="External"/><Relationship Id="rId12" Type="http://schemas.openxmlformats.org/officeDocument/2006/relationships/image" Target="../media/image27.png"/><Relationship Id="rId2" Type="http://schemas.openxmlformats.org/officeDocument/2006/relationships/notesSlide" Target="../notesSlides/notesSlide46.xml"/><Relationship Id="rId16" Type="http://schemas.openxmlformats.org/officeDocument/2006/relationships/image" Target="../media/image31.png"/><Relationship Id="rId1" Type="http://schemas.openxmlformats.org/officeDocument/2006/relationships/slideLayout" Target="../slideLayouts/slideLayout2.xml"/><Relationship Id="rId6" Type="http://schemas.openxmlformats.org/officeDocument/2006/relationships/hyperlink" Target="https://themewinter.com/fix-traffic-drop-google-ai-overview/" TargetMode="External"/><Relationship Id="rId11" Type="http://schemas.openxmlformats.org/officeDocument/2006/relationships/image" Target="../media/image26.png"/><Relationship Id="rId5" Type="http://schemas.openxmlformats.org/officeDocument/2006/relationships/hyperlink" Target="https://two99.org/why-did-google-ai-overviews-cause-a-61-drop-in-organic-ctr-and-68-in-paid-ads/" TargetMode="External"/><Relationship Id="rId15" Type="http://schemas.openxmlformats.org/officeDocument/2006/relationships/image" Target="../media/image30.png"/><Relationship Id="rId10" Type="http://schemas.openxmlformats.org/officeDocument/2006/relationships/image" Target="../media/image25.png"/><Relationship Id="rId4" Type="http://schemas.openxmlformats.org/officeDocument/2006/relationships/hyperlink" Target="https://www.seerinteractive.com/insights/how-ai-overviews-are-impacting-paid-performance" TargetMode="External"/><Relationship Id="rId9" Type="http://schemas.openxmlformats.org/officeDocument/2006/relationships/image" Target="../media/image24.png"/><Relationship Id="rId14" Type="http://schemas.openxmlformats.org/officeDocument/2006/relationships/image" Target="../media/image29.png"/></Relationships>
</file>

<file path=ppt/slides/_rels/slide47.xml.rels><?xml version="1.0" encoding="UTF-8"?><Relationships xmlns="http://schemas.openxmlformats.org/package/2006/relationships"><Relationship Id="rId3" Type="http://schemas.openxmlformats.org/officeDocument/2006/relationships/hyperlink" Target="https://www.semrush.com/blog/semrush-ai-overviews-study/" TargetMode="External"/><Relationship Id="rId7" Type="http://schemas.openxmlformats.org/officeDocument/2006/relationships/image" Target="../media/image9.png"/><Relationship Id="rId2" Type="http://schemas.openxmlformats.org/officeDocument/2006/relationships/notesSlide" Target="../notesSlides/notesSlide47.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hyperlink" Target="https://searchengineland.com/google-expand-ads-ai-overviews-463273?utm_source=chatgpt.com" TargetMode="External"/><Relationship Id="rId4" Type="http://schemas.openxmlformats.org/officeDocument/2006/relationships/hyperlink" Target="https://support.google.com/google-ads/answer/16297775?hl=en" TargetMode="External"/></Relationships>
</file>

<file path=ppt/slides/_rels/slide48.xml.rels><?xml version="1.0" encoding="UTF-8"?><Relationships xmlns="http://schemas.openxmlformats.org/package/2006/relationships"><Relationship Id="rId8" Type="http://schemas.openxmlformats.org/officeDocument/2006/relationships/hyperlink" Target="https://www.wordstream.com/blog/2025-google-ads-benchmarks" TargetMode="External"/><Relationship Id="rId13" Type="http://schemas.openxmlformats.org/officeDocument/2006/relationships/hyperlink" Target="https://www.dentsu.com/nl/en/dentsu-ad-spend-forecasts-june-2025" TargetMode="External"/><Relationship Id="rId3" Type="http://schemas.openxmlformats.org/officeDocument/2006/relationships/notesSlide" Target="../notesSlides/notesSlide48.xml"/><Relationship Id="rId7" Type="http://schemas.openxmlformats.org/officeDocument/2006/relationships/chart" Target="../charts/chart50.xml"/><Relationship Id="rId12" Type="http://schemas.openxmlformats.org/officeDocument/2006/relationships/hyperlink" Target="https://focus-digital.co/average-google-ads-click-through-rate/" TargetMode="External"/><Relationship Id="rId17" Type="http://schemas.openxmlformats.org/officeDocument/2006/relationships/hyperlink" Target="https://sqmagazine.co.uk/mobile-advertising-statistics/" TargetMode="External"/><Relationship Id="rId2" Type="http://schemas.openxmlformats.org/officeDocument/2006/relationships/slideLayout" Target="../slideLayouts/slideLayout2.xml"/><Relationship Id="rId16" Type="http://schemas.openxmlformats.org/officeDocument/2006/relationships/hyperlink" Target="https://www.semrush.com/blog/zero-click-searches/" TargetMode="External"/><Relationship Id="rId1" Type="http://schemas.openxmlformats.org/officeDocument/2006/relationships/tags" Target="../tags/tag7.xml"/><Relationship Id="rId6" Type="http://schemas.openxmlformats.org/officeDocument/2006/relationships/chart" Target="../charts/chart49.xml"/><Relationship Id="rId11" Type="http://schemas.openxmlformats.org/officeDocument/2006/relationships/hyperlink" Target="https://www.advancedwebranking.com/blog/ctr-google-2025-q3" TargetMode="External"/><Relationship Id="rId5" Type="http://schemas.openxmlformats.org/officeDocument/2006/relationships/image" Target="../media/image10.emf"/><Relationship Id="rId15" Type="http://schemas.openxmlformats.org/officeDocument/2006/relationships/hyperlink" Target="https://www.mordorintelligence.com/industry-reports/online-advertising-market" TargetMode="External"/><Relationship Id="rId10" Type="http://schemas.openxmlformats.org/officeDocument/2006/relationships/hyperlink" Target="https://www.seerinteractive.com/insights/aio-impact-on-google-ctr-september-2025-update" TargetMode="External"/><Relationship Id="rId4" Type="http://schemas.openxmlformats.org/officeDocument/2006/relationships/oleObject" Target="../embeddings/oleObject1.bin"/><Relationship Id="rId9" Type="http://schemas.openxmlformats.org/officeDocument/2006/relationships/hyperlink" Target="https://www.360om.agency/news-insights/google-ads-benchmarks-2025-ctr-cpc-cvr-cpl-key-ppc-metrics-by-industry" TargetMode="External"/><Relationship Id="rId14" Type="http://schemas.openxmlformats.org/officeDocument/2006/relationships/hyperlink" Target="https://www.karooya.com/blog/digital-ads-benchmark-report-by-tinuiti-q3-2025-key-highlights/" TargetMode="External"/></Relationships>
</file>

<file path=ppt/slides/_rels/slide49.xml.rels><?xml version="1.0" encoding="UTF-8"?><Relationships xmlns="http://schemas.openxmlformats.org/package/2006/relationships"><Relationship Id="rId8" Type="http://schemas.openxmlformats.org/officeDocument/2006/relationships/hyperlink" Target="https://www.seoclarity.net/mobile-desktop-ctr-study-11302/" TargetMode="External"/><Relationship Id="rId3" Type="http://schemas.openxmlformats.org/officeDocument/2006/relationships/hyperlink" Target="https://www.wordstream.com/blog/2025-google-ads-benchmarks" TargetMode="External"/><Relationship Id="rId7" Type="http://schemas.openxmlformats.org/officeDocument/2006/relationships/hyperlink" Target="https://rankfuse.com/blog/paid-and-organic-ctr-trends-12-month-analysis-2024-2025/" TargetMode="External"/><Relationship Id="rId2" Type="http://schemas.openxmlformats.org/officeDocument/2006/relationships/notesSlide" Target="../notesSlides/notesSlide49.xml"/><Relationship Id="rId1" Type="http://schemas.openxmlformats.org/officeDocument/2006/relationships/slideLayout" Target="../slideLayouts/slideLayout2.xml"/><Relationship Id="rId6" Type="http://schemas.openxmlformats.org/officeDocument/2006/relationships/hyperlink" Target="https://www.semrush.com/blog/zero-click-searches/" TargetMode="External"/><Relationship Id="rId5" Type="http://schemas.openxmlformats.org/officeDocument/2006/relationships/hyperlink" Target="https://www.wordstream.com/blog/google-ai-overviews" TargetMode="External"/><Relationship Id="rId4" Type="http://schemas.openxmlformats.org/officeDocument/2006/relationships/hyperlink" Target="https://focus-digital.co/average-google-ads-click-through-rate/" TargetMode="External"/><Relationship Id="rId9" Type="http://schemas.openxmlformats.org/officeDocument/2006/relationships/hyperlink" Target="https://www.advancedwebranking.com/blog/ctr-google-2025-q3" TargetMode="External"/></Relationships>
</file>

<file path=ppt/slides/_rels/slide50.xml.rels><?xml version="1.0" encoding="UTF-8"?><Relationships xmlns="http://schemas.openxmlformats.org/package/2006/relationships"><Relationship Id="rId8" Type="http://schemas.openxmlformats.org/officeDocument/2006/relationships/hyperlink" Target="https://searchengineland.com/cpc-inflation-google-ads-costs-rising-fast-454291" TargetMode="External"/><Relationship Id="rId13" Type="http://schemas.openxmlformats.org/officeDocument/2006/relationships/hyperlink" Target="https://searchengineland.com/google-ad-spend-continues-outpace-traffic-volume-454452" TargetMode="External"/><Relationship Id="rId18" Type="http://schemas.openxmlformats.org/officeDocument/2006/relationships/hyperlink" Target="https://www.wordstream.com/blog/ws/2016/02/29/google-adwords-industry-benchmarks" TargetMode="External"/><Relationship Id="rId26" Type="http://schemas.openxmlformats.org/officeDocument/2006/relationships/image" Target="../media/image39.png"/><Relationship Id="rId3" Type="http://schemas.openxmlformats.org/officeDocument/2006/relationships/hyperlink" Target="https://hamak.ca/en/the-impact-of-ai-overview-on-paid-search/?utm_source=chatgpt.com" TargetMode="External"/><Relationship Id="rId21" Type="http://schemas.openxmlformats.org/officeDocument/2006/relationships/image" Target="../media/image34.png"/><Relationship Id="rId7" Type="http://schemas.openxmlformats.org/officeDocument/2006/relationships/hyperlink" Target="https://theusim.com/news/how-ai-impacts-paid-search" TargetMode="External"/><Relationship Id="rId12" Type="http://schemas.openxmlformats.org/officeDocument/2006/relationships/hyperlink" Target="https://growth-onomics.com/cpc-trends-in-2025-what-to-expect/" TargetMode="External"/><Relationship Id="rId17" Type="http://schemas.openxmlformats.org/officeDocument/2006/relationships/hyperlink" Target="https://www.wordstream.com/blog/ws/2018/08/13/google-ads-mobile-benchmarks" TargetMode="External"/><Relationship Id="rId25" Type="http://schemas.openxmlformats.org/officeDocument/2006/relationships/image" Target="../media/image38.png"/><Relationship Id="rId2" Type="http://schemas.openxmlformats.org/officeDocument/2006/relationships/notesSlide" Target="../notesSlides/notesSlide50.xml"/><Relationship Id="rId16" Type="http://schemas.openxmlformats.org/officeDocument/2006/relationships/hyperlink" Target="https://www.wordstream.com/blog/ws/2021/10/13/search-advertising-benchmarks" TargetMode="External"/><Relationship Id="rId20" Type="http://schemas.openxmlformats.org/officeDocument/2006/relationships/image" Target="../media/image33.png"/><Relationship Id="rId1" Type="http://schemas.openxmlformats.org/officeDocument/2006/relationships/slideLayout" Target="../slideLayouts/slideLayout2.xml"/><Relationship Id="rId6" Type="http://schemas.openxmlformats.org/officeDocument/2006/relationships/hyperlink" Target="https://adexpert.io/how-googles-ai-overview-is-driving-up-google-ads-costs-in-2025/#:~:text=Traditional%20search%20ads%2C%20which%20used,their%20usual%20ads%20performance%20benchmarks." TargetMode="External"/><Relationship Id="rId11" Type="http://schemas.openxmlformats.org/officeDocument/2006/relationships/hyperlink" Target="https://quimbydigital.com/what-businesses-really-pay-cpc-monthly-budgets-roi/" TargetMode="External"/><Relationship Id="rId24" Type="http://schemas.openxmlformats.org/officeDocument/2006/relationships/image" Target="../media/image37.png"/><Relationship Id="rId5" Type="http://schemas.openxmlformats.org/officeDocument/2006/relationships/hyperlink" Target="https://www.orangeseo.net/blog/2025/10/9/why-google-ads-costperclick-is-rising-in-2025-and-what-you-can-do-about-it" TargetMode="External"/><Relationship Id="rId15" Type="http://schemas.openxmlformats.org/officeDocument/2006/relationships/hyperlink" Target="https://www.wordstream.com/blog/2025-google-ads-benchmarks" TargetMode="External"/><Relationship Id="rId23" Type="http://schemas.openxmlformats.org/officeDocument/2006/relationships/image" Target="../media/image36.png"/><Relationship Id="rId28" Type="http://schemas.openxmlformats.org/officeDocument/2006/relationships/chart" Target="../charts/chart52.xml"/><Relationship Id="rId10" Type="http://schemas.openxmlformats.org/officeDocument/2006/relationships/hyperlink" Target="https://www.wordstream.com/blog/2024-google-ads-benchmarks" TargetMode="External"/><Relationship Id="rId19" Type="http://schemas.openxmlformats.org/officeDocument/2006/relationships/image" Target="../media/image32.png"/><Relationship Id="rId4" Type="http://schemas.openxmlformats.org/officeDocument/2006/relationships/hyperlink" Target="https://hamak.ca/en/the-impact-of-ai-overview-on-paid-search/" TargetMode="External"/><Relationship Id="rId9" Type="http://schemas.openxmlformats.org/officeDocument/2006/relationships/hyperlink" Target="https://dreamdata.io/blog/benchmark-google-search-non-branded-ads" TargetMode="External"/><Relationship Id="rId14" Type="http://schemas.openxmlformats.org/officeDocument/2006/relationships/hyperlink" Target="https://www.chiefmarketer.com/tinuiti-report-q2-ad-spend-uncovers-opportunities-for-brands-in-digital-marketplaces/" TargetMode="External"/><Relationship Id="rId22" Type="http://schemas.openxmlformats.org/officeDocument/2006/relationships/image" Target="../media/image35.png"/><Relationship Id="rId27" Type="http://schemas.openxmlformats.org/officeDocument/2006/relationships/chart" Target="../charts/chart51.xml"/></Relationships>
</file>

<file path=ppt/slides/_rels/slide51.xml.rels><?xml version="1.0" encoding="UTF-8"?><Relationships xmlns="http://schemas.openxmlformats.org/package/2006/relationships"><Relationship Id="rId8" Type="http://schemas.openxmlformats.org/officeDocument/2006/relationships/hyperlink" Target="https://magnaglobal.com/advertising-proves-resilient-amidst-economic-uncertainty/" TargetMode="External"/><Relationship Id="rId13" Type="http://schemas.openxmlformats.org/officeDocument/2006/relationships/hyperlink" Target="https://www.dentsu.com/nl/en/dentsu-ad-spend-forecasts-june-2025" TargetMode="External"/><Relationship Id="rId18" Type="http://schemas.openxmlformats.org/officeDocument/2006/relationships/hyperlink" Target="https://www.wordstream.com/blog/2025-google-ads-benchmarks" TargetMode="External"/><Relationship Id="rId3" Type="http://schemas.openxmlformats.org/officeDocument/2006/relationships/notesSlide" Target="../notesSlides/notesSlide51.xml"/><Relationship Id="rId21" Type="http://schemas.openxmlformats.org/officeDocument/2006/relationships/hyperlink" Target="https://www.wordstream.com/blog/ws/2018/08/13/google-ads-mobile-benchmarks" TargetMode="External"/><Relationship Id="rId7" Type="http://schemas.openxmlformats.org/officeDocument/2006/relationships/chart" Target="../charts/chart54.xml"/><Relationship Id="rId12" Type="http://schemas.openxmlformats.org/officeDocument/2006/relationships/hyperlink" Target="https://www.karooya.com/blog/google-ads-benchmark-report-by-tinuiti/" TargetMode="External"/><Relationship Id="rId17" Type="http://schemas.openxmlformats.org/officeDocument/2006/relationships/hyperlink" Target="https://www.dentsu.com/news-releases/ad-spend-forecast-to-grow-by-four-point-nine-percent-in-2025-despite-a-reduced-economic-outlook" TargetMode="External"/><Relationship Id="rId2" Type="http://schemas.openxmlformats.org/officeDocument/2006/relationships/slideLayout" Target="../slideLayouts/slideLayout2.xml"/><Relationship Id="rId16" Type="http://schemas.openxmlformats.org/officeDocument/2006/relationships/hyperlink" Target="https://www.karooya.com/blog/digital-ads-benchmark-report-by-tinuiti-q4-2024/" TargetMode="External"/><Relationship Id="rId20" Type="http://schemas.openxmlformats.org/officeDocument/2006/relationships/hyperlink" Target="https://www.wordstream.com/blog/ws/2021/10/13/search-advertising-benchmarks" TargetMode="External"/><Relationship Id="rId1" Type="http://schemas.openxmlformats.org/officeDocument/2006/relationships/tags" Target="../tags/tag8.xml"/><Relationship Id="rId6" Type="http://schemas.openxmlformats.org/officeDocument/2006/relationships/chart" Target="../charts/chart53.xml"/><Relationship Id="rId11" Type="http://schemas.openxmlformats.org/officeDocument/2006/relationships/hyperlink" Target="https://www.dentsu.com/news-releases/global-ad-spend-forecasts-2025" TargetMode="External"/><Relationship Id="rId24" Type="http://schemas.openxmlformats.org/officeDocument/2006/relationships/hyperlink" Target="https://adexpert.io/how-googles-ai-overview-is-driving-up-google-ads-costs-in-2025/#:~:text=Traditional%20search%20ads%2C%20which%20used,their%20usual%20ads%20performance%20benchmarks." TargetMode="External"/><Relationship Id="rId5" Type="http://schemas.openxmlformats.org/officeDocument/2006/relationships/image" Target="../media/image10.emf"/><Relationship Id="rId15" Type="http://schemas.openxmlformats.org/officeDocument/2006/relationships/hyperlink" Target="https://sqmagazine.co.uk/mobile-advertising-statistics/" TargetMode="External"/><Relationship Id="rId23" Type="http://schemas.openxmlformats.org/officeDocument/2006/relationships/hyperlink" Target="https://www.orangeseo.net/blog/2025/10/9/why-google-ads-costperclick-is-rising-in-2025-and-what-you-can-do-about-it" TargetMode="External"/><Relationship Id="rId10" Type="http://schemas.openxmlformats.org/officeDocument/2006/relationships/hyperlink" Target="https://view.ceros.com/wppmedia/tyny-2025-global-midyear-forecast" TargetMode="External"/><Relationship Id="rId19" Type="http://schemas.openxmlformats.org/officeDocument/2006/relationships/hyperlink" Target="https://www.wordstream.com/blog/2024-google-ads-benchmarks" TargetMode="External"/><Relationship Id="rId4" Type="http://schemas.openxmlformats.org/officeDocument/2006/relationships/oleObject" Target="../embeddings/oleObject4.bin"/><Relationship Id="rId9" Type="http://schemas.openxmlformats.org/officeDocument/2006/relationships/hyperlink" Target="https://www.isba.org.uk/knowledge/wfaisba-media-inflation-forecasts-2025-2027" TargetMode="External"/><Relationship Id="rId14" Type="http://schemas.openxmlformats.org/officeDocument/2006/relationships/hyperlink" Target="https://skai.io/reports-and-whitepapers/q4-2024-quarterly-digital-trends-report/" TargetMode="External"/><Relationship Id="rId22" Type="http://schemas.openxmlformats.org/officeDocument/2006/relationships/hyperlink" Target="https://www.wordstream.com/blog/ws/2016/02/29/google-adwords-industry-benchmarks" TargetMode="External"/></Relationships>
</file>

<file path=ppt/slides/_rels/slide52.xml.rels><?xml version="1.0" encoding="UTF-8"?><Relationships xmlns="http://schemas.openxmlformats.org/package/2006/relationships"><Relationship Id="rId8" Type="http://schemas.openxmlformats.org/officeDocument/2006/relationships/hyperlink" Target="https://skai.io/reports-and-whitepapers/q4-2024-quarterly-digital-trends-report/" TargetMode="External"/><Relationship Id="rId13" Type="http://schemas.openxmlformats.org/officeDocument/2006/relationships/hyperlink" Target="https://sqmagazine.co.uk/mobile-advertising-statistics/" TargetMode="External"/><Relationship Id="rId18" Type="http://schemas.openxmlformats.org/officeDocument/2006/relationships/hyperlink" Target="https://www.wordstream.com/blog/ws/2018/08/13/google-ads-mobile-benchmarks" TargetMode="External"/><Relationship Id="rId3" Type="http://schemas.openxmlformats.org/officeDocument/2006/relationships/hyperlink" Target="https://magnaglobal.com/advertising-proves-resilient-amidst-economic-uncertainty/" TargetMode="External"/><Relationship Id="rId21" Type="http://schemas.openxmlformats.org/officeDocument/2006/relationships/hyperlink" Target="https://adexpert.io/how-googles-ai-overview-is-driving-up-google-ads-costs-in-2025/#:~:text=Traditional%20search%20ads%2C%20which%20used,their%20usual%20ads%20performance%20benchmarks." TargetMode="External"/><Relationship Id="rId7" Type="http://schemas.openxmlformats.org/officeDocument/2006/relationships/hyperlink" Target="https://www.karooya.com/blog/digital-ads-benchmark-report-by-tinuiti-q4-2024/" TargetMode="External"/><Relationship Id="rId12" Type="http://schemas.openxmlformats.org/officeDocument/2006/relationships/hyperlink" Target="https://www.dentsu.com/nl/en/dentsu-ad-spend-forecasts-june-2025" TargetMode="External"/><Relationship Id="rId17" Type="http://schemas.openxmlformats.org/officeDocument/2006/relationships/hyperlink" Target="https://www.wordstream.com/blog/ws/2021/10/13/search-advertising-benchmarks" TargetMode="External"/><Relationship Id="rId2" Type="http://schemas.openxmlformats.org/officeDocument/2006/relationships/notesSlide" Target="../notesSlides/notesSlide52.xml"/><Relationship Id="rId16" Type="http://schemas.openxmlformats.org/officeDocument/2006/relationships/hyperlink" Target="https://www.wordstream.com/blog/2024-google-ads-benchmarks" TargetMode="External"/><Relationship Id="rId20" Type="http://schemas.openxmlformats.org/officeDocument/2006/relationships/hyperlink" Target="https://www.orangeseo.net/blog/2025/10/9/why-google-ads-costperclick-is-rising-in-2025-and-what-you-can-do-about-it" TargetMode="External"/><Relationship Id="rId1" Type="http://schemas.openxmlformats.org/officeDocument/2006/relationships/slideLayout" Target="../slideLayouts/slideLayout2.xml"/><Relationship Id="rId6" Type="http://schemas.openxmlformats.org/officeDocument/2006/relationships/hyperlink" Target="https://www.dentsu.com/news-releases/global-ad-spend-forecasts-2025" TargetMode="External"/><Relationship Id="rId11" Type="http://schemas.openxmlformats.org/officeDocument/2006/relationships/hyperlink" Target="https://www.karooya.com/blog/google-ads-benchmark-report-by-tinuiti/" TargetMode="External"/><Relationship Id="rId5" Type="http://schemas.openxmlformats.org/officeDocument/2006/relationships/hyperlink" Target="https://view.ceros.com/wppmedia/tyny-2025-global-midyear-forecast/p/1" TargetMode="External"/><Relationship Id="rId15" Type="http://schemas.openxmlformats.org/officeDocument/2006/relationships/hyperlink" Target="https://www.wordstream.com/blog/2025-google-ads-benchmarks" TargetMode="External"/><Relationship Id="rId10" Type="http://schemas.openxmlformats.org/officeDocument/2006/relationships/hyperlink" Target="https://view.ceros.com/wppmedia/tyny-2025-global-midyear-forecast" TargetMode="External"/><Relationship Id="rId19" Type="http://schemas.openxmlformats.org/officeDocument/2006/relationships/hyperlink" Target="https://www.wordstream.com/blog/ws/2016/02/29/google-adwords-industry-benchmarks" TargetMode="External"/><Relationship Id="rId4" Type="http://schemas.openxmlformats.org/officeDocument/2006/relationships/hyperlink" Target="https://www.isba.org.uk/knowledge/wfaisba-media-inflation-forecasts-2025-2027" TargetMode="External"/><Relationship Id="rId9" Type="http://schemas.openxmlformats.org/officeDocument/2006/relationships/hyperlink" Target="https://www.wordstream.com/blog/average-cost-per-click" TargetMode="External"/><Relationship Id="rId14" Type="http://schemas.openxmlformats.org/officeDocument/2006/relationships/hyperlink" Target="https://www.dentsu.com/news-releases/ad-spend-forecast-to-grow-by-four-point-nine-percent-in-2025-despite-a-reduced-economic-outlook" TargetMode="External"/></Relationships>
</file>

<file path=ppt/slides/_rels/slide53.xml.rels><?xml version="1.0" encoding="UTF-8"?><Relationships xmlns="http://schemas.openxmlformats.org/package/2006/relationships"><Relationship Id="rId8" Type="http://schemas.openxmlformats.org/officeDocument/2006/relationships/hyperlink" Target="https://www.grandviewresearch.com/horizon/statistics/digital-advertising-market-outlook/type/search-advertising/global" TargetMode="External"/><Relationship Id="rId3" Type="http://schemas.openxmlformats.org/officeDocument/2006/relationships/hyperlink" Target="https://www.grandviewresearch.com/horizon/outlook/digital-advertising-market/united-states" TargetMode="External"/><Relationship Id="rId7" Type="http://schemas.openxmlformats.org/officeDocument/2006/relationships/hyperlink" Target="https://www.mordorintelligence.com/industry-reports/online-advertising-market" TargetMode="External"/><Relationship Id="rId12" Type="http://schemas.openxmlformats.org/officeDocument/2006/relationships/hyperlink" Target="https://www.mordorintelligence.com/industry-reports/location-targeted-mobile-advertising-market" TargetMode="External"/><Relationship Id="rId2" Type="http://schemas.openxmlformats.org/officeDocument/2006/relationships/notesSlide" Target="../notesSlides/notesSlide53.xml"/><Relationship Id="rId1" Type="http://schemas.openxmlformats.org/officeDocument/2006/relationships/slideLayout" Target="../slideLayouts/slideLayout2.xml"/><Relationship Id="rId6" Type="http://schemas.openxmlformats.org/officeDocument/2006/relationships/hyperlink" Target="https://www.dentsu.com/nl/en/dentsu-ad-spend-forecasts-june-2025" TargetMode="External"/><Relationship Id="rId11" Type="http://schemas.openxmlformats.org/officeDocument/2006/relationships/hyperlink" Target="https://www.mordorintelligence.com/industry-reports/mobile-marketing-market" TargetMode="External"/><Relationship Id="rId5" Type="http://schemas.openxmlformats.org/officeDocument/2006/relationships/hyperlink" Target="https://magnaglobal.com/advertising-proves-resilient-amidst-economic-uncertainty/" TargetMode="External"/><Relationship Id="rId10" Type="http://schemas.openxmlformats.org/officeDocument/2006/relationships/hyperlink" Target="https://www.grandviewresearch.com/press-release/global-digital-advertising-market" TargetMode="External"/><Relationship Id="rId4" Type="http://schemas.openxmlformats.org/officeDocument/2006/relationships/hyperlink" Target="https://www.isba.org.uk/knowledge/wfaisba-media-inflation-forecasts-2025-2027" TargetMode="External"/><Relationship Id="rId9" Type="http://schemas.openxmlformats.org/officeDocument/2006/relationships/hyperlink" Target="https://www.mordorintelligence.com/industry-reports/cross-platform-and-mobile-advertising-market" TargetMode="External"/></Relationships>
</file>

<file path=ppt/slides/_rels/slide54.xml.rels><?xml version="1.0" encoding="UTF-8"?><Relationships xmlns="http://schemas.openxmlformats.org/package/2006/relationships"><Relationship Id="rId8" Type="http://schemas.openxmlformats.org/officeDocument/2006/relationships/hyperlink" Target="https://blog.google/products/google-one/google-one-gemini-ai-gmail-docs-sheets/" TargetMode="External"/><Relationship Id="rId13" Type="http://schemas.openxmlformats.org/officeDocument/2006/relationships/hyperlink" Target="https://learn.microsoft.com/en-us/microsoft-edge/extensions/developer-guide/api-support" TargetMode="External"/><Relationship Id="rId18" Type="http://schemas.openxmlformats.org/officeDocument/2006/relationships/hyperlink" Target="https://comet-help.perplexity.ai/en/articles/11583798-what-is-comet-s-browser-engine?" TargetMode="External"/><Relationship Id="rId26" Type="http://schemas.openxmlformats.org/officeDocument/2006/relationships/image" Target="../media/image44.png"/><Relationship Id="rId3" Type="http://schemas.openxmlformats.org/officeDocument/2006/relationships/hyperlink" Target="https://brave.com/leo/" TargetMode="External"/><Relationship Id="rId21" Type="http://schemas.openxmlformats.org/officeDocument/2006/relationships/hyperlink" Target="https://support.mozilla.org/en-US/kb/ai-chatbot" TargetMode="External"/><Relationship Id="rId7" Type="http://schemas.openxmlformats.org/officeDocument/2006/relationships/hyperlink" Target="https://support.brave.com/hc/en-us/articles/20958609786637-How-do-I-use-Brave-Leo" TargetMode="External"/><Relationship Id="rId12" Type="http://schemas.openxmlformats.org/officeDocument/2006/relationships/hyperlink" Target="https://www.microsoft.com/en-us/edge/copilot-mode?form=MG0AWI&amp;cs=2199494592" TargetMode="External"/><Relationship Id="rId17" Type="http://schemas.openxmlformats.org/officeDocument/2006/relationships/hyperlink" Target="https://perplexitycometbrowser.com/help/getting-started?" TargetMode="External"/><Relationship Id="rId25" Type="http://schemas.openxmlformats.org/officeDocument/2006/relationships/image" Target="../media/image43.png"/><Relationship Id="rId2" Type="http://schemas.openxmlformats.org/officeDocument/2006/relationships/notesSlide" Target="../notesSlides/notesSlide54.xml"/><Relationship Id="rId16" Type="http://schemas.openxmlformats.org/officeDocument/2006/relationships/hyperlink" Target="https://www.perplexity.ai/help-center/en/articles/12781449-comet-for-enterprise?" TargetMode="External"/><Relationship Id="rId20" Type="http://schemas.openxmlformats.org/officeDocument/2006/relationships/hyperlink" Target="https://blog.mozilla.org/en/firefox/firefox-2025-updates/" TargetMode="External"/><Relationship Id="rId1" Type="http://schemas.openxmlformats.org/officeDocument/2006/relationships/slideLayout" Target="../slideLayouts/slideLayout19.xml"/><Relationship Id="rId6" Type="http://schemas.openxmlformats.org/officeDocument/2006/relationships/hyperlink" Target="https://press.opera.com/2023/07/28/opera-announces-native-browser-ai-surpasses-1-million-users/" TargetMode="External"/><Relationship Id="rId11" Type="http://schemas.openxmlformats.org/officeDocument/2006/relationships/hyperlink" Target="https://www.microsoft.com/en-us/edge/features?form=MT0160" TargetMode="External"/><Relationship Id="rId24" Type="http://schemas.openxmlformats.org/officeDocument/2006/relationships/image" Target="../media/image42.png"/><Relationship Id="rId5" Type="http://schemas.openxmlformats.org/officeDocument/2006/relationships/hyperlink" Target="https://gemini.google.com/" TargetMode="External"/><Relationship Id="rId15" Type="http://schemas.openxmlformats.org/officeDocument/2006/relationships/hyperlink" Target="https://newsletter.genai.works/p/openai-launches-chatgpt-atlas-its-first-ai-browser?" TargetMode="External"/><Relationship Id="rId23" Type="http://schemas.openxmlformats.org/officeDocument/2006/relationships/image" Target="../media/image41.png"/><Relationship Id="rId28" Type="http://schemas.openxmlformats.org/officeDocument/2006/relationships/image" Target="../media/image46.png"/><Relationship Id="rId10" Type="http://schemas.openxmlformats.org/officeDocument/2006/relationships/hyperlink" Target="https://seekingalpha.com/article/4700834-opera-ai-monetization-promise-growth-dividend-prospects-opra-stock" TargetMode="External"/><Relationship Id="rId19" Type="http://schemas.openxmlformats.org/officeDocument/2006/relationships/hyperlink" Target="https://cometbrowserai.com/help/ai-assistant-guide?" TargetMode="External"/><Relationship Id="rId4" Type="http://schemas.openxmlformats.org/officeDocument/2006/relationships/hyperlink" Target="https://support.brave.com/hc/en-us" TargetMode="External"/><Relationship Id="rId9" Type="http://schemas.openxmlformats.org/officeDocument/2006/relationships/hyperlink" Target="https://searchengineland.com/google-ai-overviews-ads-mobile-us-launch-447247" TargetMode="External"/><Relationship Id="rId14" Type="http://schemas.openxmlformats.org/officeDocument/2006/relationships/hyperlink" Target="https://openai.com/index/introducing-chatgpt-atlas/" TargetMode="External"/><Relationship Id="rId22" Type="http://schemas.openxmlformats.org/officeDocument/2006/relationships/image" Target="../media/image40.jpeg"/><Relationship Id="rId27" Type="http://schemas.openxmlformats.org/officeDocument/2006/relationships/image" Target="../media/image45.png"/></Relationships>
</file>

<file path=ppt/slides/_rels/slide55.xml.rels><?xml version="1.0" encoding="UTF-8"?><Relationships xmlns="http://schemas.openxmlformats.org/package/2006/relationships"><Relationship Id="rId8" Type="http://schemas.openxmlformats.org/officeDocument/2006/relationships/hyperlink" Target="https://blog.google/products-and-platforms/products/chrome/chrome-reimagined-with-ai/" TargetMode="External"/><Relationship Id="rId13" Type="http://schemas.openxmlformats.org/officeDocument/2006/relationships/hyperlink" Target="https://intuitionlabs.ai/articles/chatgpt-atlas-openai-browser" TargetMode="External"/><Relationship Id="rId18" Type="http://schemas.openxmlformats.org/officeDocument/2006/relationships/hyperlink" Target="https://scribd.com/document/897089988/Browser-Comparison-2025-Performance-Features" TargetMode="External"/><Relationship Id="rId3" Type="http://schemas.openxmlformats.org/officeDocument/2006/relationships/hyperlink" Target="https://blog.mozilla.org/wp-content/blogs.dir/278/files/2025/11/Mozilla-Summary-Portfolio-Strategy.pdf" TargetMode="External"/><Relationship Id="rId21" Type="http://schemas.openxmlformats.org/officeDocument/2006/relationships/image" Target="../media/image42.png"/><Relationship Id="rId7" Type="http://schemas.openxmlformats.org/officeDocument/2006/relationships/hyperlink" Target="https://www.google.com/chrome/ai-innovations/" TargetMode="External"/><Relationship Id="rId12" Type="http://schemas.openxmlformats.org/officeDocument/2006/relationships/hyperlink" Target="https://freedom24.com/ideas/details/18812" TargetMode="External"/><Relationship Id="rId17" Type="http://schemas.openxmlformats.org/officeDocument/2006/relationships/hyperlink" Target="https://smartexe.com/blog/ai-browsers-vs-ai-assistants-what-to-expect-in-future" TargetMode="External"/><Relationship Id="rId25" Type="http://schemas.openxmlformats.org/officeDocument/2006/relationships/image" Target="../media/image46.png"/><Relationship Id="rId2" Type="http://schemas.openxmlformats.org/officeDocument/2006/relationships/notesSlide" Target="../notesSlides/notesSlide55.xml"/><Relationship Id="rId16" Type="http://schemas.openxmlformats.org/officeDocument/2006/relationships/hyperlink" Target="https://www.searchenginejournal.com/perplexity-launches-comet-plus-shares-revenue-with-publishers/554596/" TargetMode="External"/><Relationship Id="rId20" Type="http://schemas.openxmlformats.org/officeDocument/2006/relationships/image" Target="../media/image41.png"/><Relationship Id="rId1" Type="http://schemas.openxmlformats.org/officeDocument/2006/relationships/slideLayout" Target="../slideLayouts/slideLayout19.xml"/><Relationship Id="rId6" Type="http://schemas.openxmlformats.org/officeDocument/2006/relationships/hyperlink" Target="https://brave.com/brave-rewards/" TargetMode="External"/><Relationship Id="rId11" Type="http://schemas.openxmlformats.org/officeDocument/2006/relationships/hyperlink" Target="https://investor.opera.com/news-releases/news-release-details/operas-flagship-and-gx-browsers-receive-upgraded-free-native/" TargetMode="External"/><Relationship Id="rId24" Type="http://schemas.openxmlformats.org/officeDocument/2006/relationships/image" Target="../media/image45.png"/><Relationship Id="rId5" Type="http://schemas.openxmlformats.org/officeDocument/2006/relationships/hyperlink" Target="https://brave.com/blog/browser-ai-tee/" TargetMode="External"/><Relationship Id="rId15" Type="http://schemas.openxmlformats.org/officeDocument/2006/relationships/hyperlink" Target="https://www.perplexity.ai/pt/comet/gettingstarted" TargetMode="External"/><Relationship Id="rId23" Type="http://schemas.openxmlformats.org/officeDocument/2006/relationships/image" Target="../media/image44.png"/><Relationship Id="rId10" Type="http://schemas.openxmlformats.org/officeDocument/2006/relationships/hyperlink" Target="https://adoption.microsoft.com/en-us/edge-for-business/" TargetMode="External"/><Relationship Id="rId19" Type="http://schemas.openxmlformats.org/officeDocument/2006/relationships/image" Target="../media/image40.jpeg"/><Relationship Id="rId4" Type="http://schemas.openxmlformats.org/officeDocument/2006/relationships/hyperlink" Target="https://techwireasia.com/2025/05/remember-firefox-it-might-not-survive-without-google-money/" TargetMode="External"/><Relationship Id="rId9" Type="http://schemas.openxmlformats.org/officeDocument/2006/relationships/hyperlink" Target="https://www.microsoft.com/en-us/microsoft-365/blog/2025/12/04/advancing-microsoft-365-new-capabilities-and-pricing-update/" TargetMode="External"/><Relationship Id="rId14" Type="http://schemas.openxmlformats.org/officeDocument/2006/relationships/hyperlink" Target="https://openai.com/pt-BR/index/building-chatgpt-atlas/" TargetMode="External"/><Relationship Id="rId22" Type="http://schemas.openxmlformats.org/officeDocument/2006/relationships/image" Target="../media/image43.png"/></Relationships>
</file>

<file path=ppt/slides/_rels/slide56.xml.rels><?xml version="1.0" encoding="UTF-8"?><Relationships xmlns="http://schemas.openxmlformats.org/package/2006/relationships"><Relationship Id="rId13" Type="http://schemas.openxmlformats.org/officeDocument/2006/relationships/hyperlink" Target="https://kahana.co/blog/edge-search-challenges-2025" TargetMode="External"/><Relationship Id="rId18" Type="http://schemas.openxmlformats.org/officeDocument/2006/relationships/hyperlink" Target="https://cometbrowserai.com/help/ai-assistant-guide?" TargetMode="External"/><Relationship Id="rId26" Type="http://schemas.openxmlformats.org/officeDocument/2006/relationships/hyperlink" Target="https://www.ey.com/en_ie/insights/assurance/why-responsible-ai-is-critical-for-trust" TargetMode="External"/><Relationship Id="rId21" Type="http://schemas.openxmlformats.org/officeDocument/2006/relationships/hyperlink" Target="https://www.techradar.com/pro/security/firefoxs-new-anti-fingerprinting-protections-cut-user-tracking-by-70-percent" TargetMode="External"/><Relationship Id="rId34" Type="http://schemas.openxmlformats.org/officeDocument/2006/relationships/image" Target="../media/image43.png"/><Relationship Id="rId7" Type="http://schemas.openxmlformats.org/officeDocument/2006/relationships/hyperlink" Target="https://www.dealfront.com/blog/google-privacy-sandbox-update/" TargetMode="External"/><Relationship Id="rId12" Type="http://schemas.openxmlformats.org/officeDocument/2006/relationships/hyperlink" Target="https://seekingalpha.com/article/4700834-opera-ai-monetization-promise-growth-dividend-prospects-opra-stock" TargetMode="External"/><Relationship Id="rId17" Type="http://schemas.openxmlformats.org/officeDocument/2006/relationships/hyperlink" Target="https://comet-help.perplexity.ai/en/articles/11583798-what-is-comet-s-browser-engine?" TargetMode="External"/><Relationship Id="rId25" Type="http://schemas.openxmlformats.org/officeDocument/2006/relationships/hyperlink" Target="https://www.mckinsey.com/capabilities/tech-and-ai/our-insights/tech-forward/insights-on-responsible-ai-from-the-global-ai-trust-maturity-survey" TargetMode="External"/><Relationship Id="rId33" Type="http://schemas.openxmlformats.org/officeDocument/2006/relationships/image" Target="../media/image42.png"/><Relationship Id="rId38" Type="http://schemas.openxmlformats.org/officeDocument/2006/relationships/image" Target="../media/image49.png"/><Relationship Id="rId2" Type="http://schemas.openxmlformats.org/officeDocument/2006/relationships/notesSlide" Target="../notesSlides/notesSlide56.xml"/><Relationship Id="rId16" Type="http://schemas.openxmlformats.org/officeDocument/2006/relationships/hyperlink" Target="https://perplexitycometbrowser.com/help/getting-started?" TargetMode="External"/><Relationship Id="rId20" Type="http://schemas.openxmlformats.org/officeDocument/2006/relationships/hyperlink" Target="https://cyberinsider.com/firefox-privacy/" TargetMode="External"/><Relationship Id="rId29" Type="http://schemas.openxmlformats.org/officeDocument/2006/relationships/hyperlink" Target="https://www.freshfields.com/en/our-thinking/campaigns/2026-data-law-trends" TargetMode="External"/><Relationship Id="rId1" Type="http://schemas.openxmlformats.org/officeDocument/2006/relationships/slideLayout" Target="../slideLayouts/slideLayout19.xml"/><Relationship Id="rId6" Type="http://schemas.openxmlformats.org/officeDocument/2006/relationships/hyperlink" Target="https://proton.me/blog/privacy-sandbox-dead" TargetMode="External"/><Relationship Id="rId11" Type="http://schemas.openxmlformats.org/officeDocument/2006/relationships/hyperlink" Target="https://press.opera.com/2023/07/28/opera-announces-native-browser-ai-surpasses-1-million-users/" TargetMode="External"/><Relationship Id="rId24" Type="http://schemas.openxmlformats.org/officeDocument/2006/relationships/hyperlink" Target="https://tuta.com/blog/dont-install-atlas-ai-browser-heres-why" TargetMode="External"/><Relationship Id="rId32" Type="http://schemas.openxmlformats.org/officeDocument/2006/relationships/image" Target="../media/image41.png"/><Relationship Id="rId37" Type="http://schemas.openxmlformats.org/officeDocument/2006/relationships/image" Target="../media/image48.png"/><Relationship Id="rId5" Type="http://schemas.openxmlformats.org/officeDocument/2006/relationships/hyperlink" Target="https://support.brave.com/hc/en-us/articles/20958609786637-How-do-I-use-Brave-Leo" TargetMode="External"/><Relationship Id="rId15" Type="http://schemas.openxmlformats.org/officeDocument/2006/relationships/hyperlink" Target="https://www.perplexity.ai/help-center/en/articles/12781449-comet-for-enterprise?" TargetMode="External"/><Relationship Id="rId23" Type="http://schemas.openxmlformats.org/officeDocument/2006/relationships/hyperlink" Target="https://qz.com/ai-web-browsers-privacy-security" TargetMode="External"/><Relationship Id="rId28" Type="http://schemas.openxmlformats.org/officeDocument/2006/relationships/hyperlink" Target="https://itlawco.com/ai-browsers-privacy-and-the-end-of-security-as-we-knew-it/" TargetMode="External"/><Relationship Id="rId36" Type="http://schemas.openxmlformats.org/officeDocument/2006/relationships/image" Target="../media/image47.png"/><Relationship Id="rId10" Type="http://schemas.openxmlformats.org/officeDocument/2006/relationships/hyperlink" Target="https://searchengineland.com/google-ai-overviews-ads-mobile-us-launch-447247" TargetMode="External"/><Relationship Id="rId19" Type="http://schemas.openxmlformats.org/officeDocument/2006/relationships/hyperlink" Target="https://blog.mozilla.org/en/mozilla/internet-policy/amicus_brief/" TargetMode="External"/><Relationship Id="rId31" Type="http://schemas.openxmlformats.org/officeDocument/2006/relationships/hyperlink" Target="https://guptadeepak.com/browser-security-landscape-transformed-in-2025/" TargetMode="External"/><Relationship Id="rId4" Type="http://schemas.openxmlformats.org/officeDocument/2006/relationships/hyperlink" Target="https://support.brave.com/hc/en-us" TargetMode="External"/><Relationship Id="rId9" Type="http://schemas.openxmlformats.org/officeDocument/2006/relationships/hyperlink" Target="https://support.google.com/chrome/answer/13844634" TargetMode="External"/><Relationship Id="rId14" Type="http://schemas.openxmlformats.org/officeDocument/2006/relationships/hyperlink" Target="https://www.microsoft.com/en-us/privacy/updates" TargetMode="External"/><Relationship Id="rId22" Type="http://schemas.openxmlformats.org/officeDocument/2006/relationships/hyperlink" Target="https://proton.me/blog/is-chatgpt-atlas-safe" TargetMode="External"/><Relationship Id="rId27" Type="http://schemas.openxmlformats.org/officeDocument/2006/relationships/hyperlink" Target="https://securitybrief.co.uk/story/ai-browsers-like-chatgpt-atlas-raise-new-privacy-security-fears" TargetMode="External"/><Relationship Id="rId30" Type="http://schemas.openxmlformats.org/officeDocument/2006/relationships/hyperlink" Target="https://leadadvisors.com/blog/brave-browser-review/" TargetMode="External"/><Relationship Id="rId35" Type="http://schemas.openxmlformats.org/officeDocument/2006/relationships/image" Target="../media/image44.png"/><Relationship Id="rId8" Type="http://schemas.openxmlformats.org/officeDocument/2006/relationships/hyperlink" Target="https://safety.google/products/chrome/" TargetMode="External"/><Relationship Id="rId3" Type="http://schemas.openxmlformats.org/officeDocument/2006/relationships/hyperlink" Target="https://brave.com/leo/" TargetMode="External"/></Relationships>
</file>

<file path=ppt/slides/_rels/slide57.xml.rels><?xml version="1.0" encoding="UTF-8"?><Relationships xmlns="http://schemas.openxmlformats.org/package/2006/relationships"><Relationship Id="rId8" Type="http://schemas.openxmlformats.org/officeDocument/2006/relationships/image" Target="../media/image45.png"/><Relationship Id="rId3" Type="http://schemas.openxmlformats.org/officeDocument/2006/relationships/hyperlink" Target="https://www.gartner.com/en/chief-information-officer/research/ai-maturity-model-toolkit" TargetMode="External"/><Relationship Id="rId7" Type="http://schemas.openxmlformats.org/officeDocument/2006/relationships/image" Target="../media/image43.png"/><Relationship Id="rId2" Type="http://schemas.openxmlformats.org/officeDocument/2006/relationships/notesSlide" Target="../notesSlides/notesSlide57.xml"/><Relationship Id="rId1" Type="http://schemas.openxmlformats.org/officeDocument/2006/relationships/slideLayout" Target="../slideLayouts/slideLayout19.xml"/><Relationship Id="rId6" Type="http://schemas.openxmlformats.org/officeDocument/2006/relationships/image" Target="../media/image42.png"/><Relationship Id="rId5" Type="http://schemas.openxmlformats.org/officeDocument/2006/relationships/image" Target="../media/image40.jpeg"/><Relationship Id="rId10" Type="http://schemas.openxmlformats.org/officeDocument/2006/relationships/image" Target="../media/image50.png"/><Relationship Id="rId4" Type="http://schemas.openxmlformats.org/officeDocument/2006/relationships/image" Target="../media/image41.png"/><Relationship Id="rId9" Type="http://schemas.openxmlformats.org/officeDocument/2006/relationships/image" Target="../media/image44.png"/></Relationships>
</file>

<file path=ppt/slides/_rels/slide58.xml.rels><?xml version="1.0" encoding="UTF-8"?><Relationships xmlns="http://schemas.openxmlformats.org/package/2006/relationships"><Relationship Id="rId8" Type="http://schemas.openxmlformats.org/officeDocument/2006/relationships/hyperlink" Target="https://financesonline.com/google-search-statistics/" TargetMode="External"/><Relationship Id="rId13" Type="http://schemas.openxmlformats.org/officeDocument/2006/relationships/hyperlink" Target="https://www.statista.com/statistics/267606/quarterly-revenue-of-google/" TargetMode="External"/><Relationship Id="rId3" Type="http://schemas.openxmlformats.org/officeDocument/2006/relationships/hyperlink" Target="https://www.demandsage.com/youtube-stats/" TargetMode="External"/><Relationship Id="rId7" Type="http://schemas.openxmlformats.org/officeDocument/2006/relationships/hyperlink" Target="https://sqmagazine.co.uk/tiktok-usage-statistics/" TargetMode="External"/><Relationship Id="rId12" Type="http://schemas.openxmlformats.org/officeDocument/2006/relationships/hyperlink" Target="https://www.statista.com/statistics/266249/advertising-revenue-of-google/" TargetMode="External"/><Relationship Id="rId2" Type="http://schemas.openxmlformats.org/officeDocument/2006/relationships/notesSlide" Target="../notesSlides/notesSlide58.xml"/><Relationship Id="rId16" Type="http://schemas.openxmlformats.org/officeDocument/2006/relationships/chart" Target="../charts/chart55.xml"/><Relationship Id="rId1" Type="http://schemas.openxmlformats.org/officeDocument/2006/relationships/slideLayout" Target="../slideLayouts/slideLayout19.xml"/><Relationship Id="rId6" Type="http://schemas.openxmlformats.org/officeDocument/2006/relationships/hyperlink" Target="https://www.demandsage.com/facebook-statistics/" TargetMode="External"/><Relationship Id="rId11" Type="http://schemas.openxmlformats.org/officeDocument/2006/relationships/hyperlink" Target="https://sqmagazine.co.uk/google-search-statistics/" TargetMode="External"/><Relationship Id="rId5" Type="http://schemas.openxmlformats.org/officeDocument/2006/relationships/hyperlink" Target="https://seo.ai/blog/how-many-users-on-tiktok" TargetMode="External"/><Relationship Id="rId15" Type="http://schemas.openxmlformats.org/officeDocument/2006/relationships/hyperlink" Target="https://www.investing.com/academy/statistics/amazon-facts/" TargetMode="External"/><Relationship Id="rId10" Type="http://schemas.openxmlformats.org/officeDocument/2006/relationships/hyperlink" Target="https://www.oberlo.com/blog/google-search-statistics" TargetMode="External"/><Relationship Id="rId4" Type="http://schemas.openxmlformats.org/officeDocument/2006/relationships/hyperlink" Target="https://docs.google.com/spreadsheets/d/16TX3Uhn4zkWAPO3m1xLxFuQsKWcv0ufeqrO7aW0MkTs/edit?gid=2090645210#gid=2090645210" TargetMode="External"/><Relationship Id="rId9" Type="http://schemas.openxmlformats.org/officeDocument/2006/relationships/hyperlink" Target="https://explodingtopics.com/blog/google-searches-per-day" TargetMode="External"/><Relationship Id="rId14" Type="http://schemas.openxmlformats.org/officeDocument/2006/relationships/hyperlink" Target="https://www.demandsage.com/google-ads-statistics/" TargetMode="External"/></Relationships>
</file>

<file path=ppt/slides/_rels/slide59.xml.rels><?xml version="1.0" encoding="UTF-8"?><Relationships xmlns="http://schemas.openxmlformats.org/package/2006/relationships"><Relationship Id="rId8" Type="http://schemas.openxmlformats.org/officeDocument/2006/relationships/hyperlink" Target="https://digitalmarketinginstitute.com/blog/google-ai-overviews-what-do-they-mean-for-search" TargetMode="External"/><Relationship Id="rId13" Type="http://schemas.openxmlformats.org/officeDocument/2006/relationships/hyperlink" Target="https://siliconangle.com/2025/07/30/google-rolls-new-ways-use-ai-mode-search-pdfs-images-live-video/?utm_source=chatgpt.com" TargetMode="External"/><Relationship Id="rId3" Type="http://schemas.openxmlformats.org/officeDocument/2006/relationships/hyperlink" Target="https://www.cmswire.com/digital-experience/google-io-2024-ai-to-redefine-the-future-of-search/" TargetMode="External"/><Relationship Id="rId7" Type="http://schemas.openxmlformats.org/officeDocument/2006/relationships/hyperlink" Target="https://www.matthewedgar.net/generative-ai-vs-traditional-search-technical-differences/" TargetMode="External"/><Relationship Id="rId12" Type="http://schemas.openxmlformats.org/officeDocument/2006/relationships/hyperlink" Target="https://kpmg.com/xx/en/our-insights/ai-and-technology/trust-attitudes-and-use-of-ai.html" TargetMode="External"/><Relationship Id="rId2" Type="http://schemas.openxmlformats.org/officeDocument/2006/relationships/notesSlide" Target="../notesSlides/notesSlide59.xml"/><Relationship Id="rId16" Type="http://schemas.openxmlformats.org/officeDocument/2006/relationships/hyperlink" Target="https://entail.ai/resources/seo/chatgpt-search-vs-google" TargetMode="External"/><Relationship Id="rId1" Type="http://schemas.openxmlformats.org/officeDocument/2006/relationships/slideLayout" Target="../slideLayouts/slideLayout19.xml"/><Relationship Id="rId6" Type="http://schemas.openxmlformats.org/officeDocument/2006/relationships/hyperlink" Target="https://prerender.io/blog/traditional-search-vs-ai-powered-search-explained/" TargetMode="External"/><Relationship Id="rId11" Type="http://schemas.openxmlformats.org/officeDocument/2006/relationships/hyperlink" Target="https://cdn.openai.com/pdf/d04913be-3f6f-4d2b-b283-ff432ef4aaa5/why-language-models-hallucinate.pdf" TargetMode="External"/><Relationship Id="rId5" Type="http://schemas.openxmlformats.org/officeDocument/2006/relationships/hyperlink" Target="https://www.perplesity.ai/ai-web-search-vs-traditional-web-search-advantages-and-disadvantages-of-ai-web-search" TargetMode="External"/><Relationship Id="rId15" Type="http://schemas.openxmlformats.org/officeDocument/2006/relationships/hyperlink" Target="https://www.omnius.so/blog/ai-search-industry-report" TargetMode="External"/><Relationship Id="rId10" Type="http://schemas.openxmlformats.org/officeDocument/2006/relationships/hyperlink" Target="https://nogood.io/blog/multimodal-search-optimization/" TargetMode="External"/><Relationship Id="rId4" Type="http://schemas.openxmlformats.org/officeDocument/2006/relationships/hyperlink" Target="https://medium.com/@gregoryporter417/ai-technologies-that-are-changing-the-seo-landscape-6bd93a5e29ed" TargetMode="External"/><Relationship Id="rId9" Type="http://schemas.openxmlformats.org/officeDocument/2006/relationships/hyperlink" Target="https://www.researchgate.net/publication/393534475_The_Evolution_of_Search_Engines_From_Keyword_Matching_to_AI-Powered_Understanding" TargetMode="External"/><Relationship Id="rId14" Type="http://schemas.openxmlformats.org/officeDocument/2006/relationships/hyperlink" Target="https://www.linkedin.com/posts/cgnorthcutt_today-one-of-the-worlds-most-advanced-ai-activity-7331081156349648896-sUkj" TargetMode="External"/></Relationships>
</file>

<file path=ppt/slides/_rels/slide60.xml.rels><?xml version="1.0" encoding="UTF-8"?><Relationships xmlns="http://schemas.openxmlformats.org/package/2006/relationships"><Relationship Id="rId8" Type="http://schemas.openxmlformats.org/officeDocument/2006/relationships/hyperlink" Target="https://about.ads.microsoft.com/en/blog/post/october-2024/transforming-audience-engagement-with-generative-ai" TargetMode="External"/><Relationship Id="rId13" Type="http://schemas.openxmlformats.org/officeDocument/2006/relationships/hyperlink" Target="https://brave.com/brave-ads/search/" TargetMode="External"/><Relationship Id="rId18" Type="http://schemas.openxmlformats.org/officeDocument/2006/relationships/hyperlink" Target="https://www.perplexity.ai/enterprise/pricing" TargetMode="External"/><Relationship Id="rId3" Type="http://schemas.openxmlformats.org/officeDocument/2006/relationships/hyperlink" Target="https://support.google.com/google-ads/answer/16297775?hl=en" TargetMode="External"/><Relationship Id="rId21" Type="http://schemas.microsoft.com/office/2007/relationships/hdphoto" Target="../media/hdphoto1.wdp"/><Relationship Id="rId7" Type="http://schemas.openxmlformats.org/officeDocument/2006/relationships/hyperlink" Target="https://searchengineland.com/google-expand-ads-ai-overviews-463273" TargetMode="External"/><Relationship Id="rId12" Type="http://schemas.openxmlformats.org/officeDocument/2006/relationships/hyperlink" Target="https://brave.com/blog/answer-with-ai/" TargetMode="External"/><Relationship Id="rId17" Type="http://schemas.openxmlformats.org/officeDocument/2006/relationships/hyperlink" Target="https://www.perplexity.ai/hub/blog/introducing-the-perplexity-publishers-program" TargetMode="External"/><Relationship Id="rId2" Type="http://schemas.openxmlformats.org/officeDocument/2006/relationships/notesSlide" Target="../notesSlides/notesSlide60.xml"/><Relationship Id="rId16" Type="http://schemas.openxmlformats.org/officeDocument/2006/relationships/hyperlink" Target="https://vizologi.com/business-strategy-canvas/duckduckgo-business-model-canvas/" TargetMode="External"/><Relationship Id="rId20" Type="http://schemas.openxmlformats.org/officeDocument/2006/relationships/image" Target="../media/image51.png"/><Relationship Id="rId1" Type="http://schemas.openxmlformats.org/officeDocument/2006/relationships/slideLayout" Target="../slideLayouts/slideLayout19.xml"/><Relationship Id="rId6" Type="http://schemas.openxmlformats.org/officeDocument/2006/relationships/hyperlink" Target="https://searchengineland.com/ai-max-for-search-everything-you-need-to-know-462923" TargetMode="External"/><Relationship Id="rId11" Type="http://schemas.openxmlformats.org/officeDocument/2006/relationships/hyperlink" Target="https://brave.com/ai/" TargetMode="External"/><Relationship Id="rId24" Type="http://schemas.openxmlformats.org/officeDocument/2006/relationships/image" Target="../media/image54.png"/><Relationship Id="rId5" Type="http://schemas.openxmlformats.org/officeDocument/2006/relationships/hyperlink" Target="https://groas.ai/post/google-ai-overviews-ads-complete-guide-to-the-new-ad-placements-in-2025" TargetMode="External"/><Relationship Id="rId15" Type="http://schemas.openxmlformats.org/officeDocument/2006/relationships/hyperlink" Target="https://duckduckgo.com/duckduckgo-help-pages/company/how-duckduckgo-makes-money" TargetMode="External"/><Relationship Id="rId23" Type="http://schemas.openxmlformats.org/officeDocument/2006/relationships/image" Target="../media/image53.jpeg"/><Relationship Id="rId10" Type="http://schemas.openxmlformats.org/officeDocument/2006/relationships/hyperlink" Target="https://blogs.bing.com/webmaster/November-2025/How-AI-Search-Is-Changing%E2%80%AFthe%E2%80%AFWay%E2%80%AFConversions%E2%80%AFare-Measured" TargetMode="External"/><Relationship Id="rId19" Type="http://schemas.openxmlformats.org/officeDocument/2006/relationships/hyperlink" Target="https://www.reuters.com/business/media-telecom/perplexity-paypal-partner-provide-easy-payment-checkouts-users-2025-05-14/" TargetMode="External"/><Relationship Id="rId4" Type="http://schemas.openxmlformats.org/officeDocument/2006/relationships/hyperlink" Target="https://www.seo.com/blog/google-ads-ai-overviews/" TargetMode="External"/><Relationship Id="rId9" Type="http://schemas.openxmlformats.org/officeDocument/2006/relationships/hyperlink" Target="https://www.adweek.com/media/microsoft-advertising-product-bing-copilot-ai-assistant/" TargetMode="External"/><Relationship Id="rId14" Type="http://schemas.openxmlformats.org/officeDocument/2006/relationships/hyperlink" Target="https://support.brave.app/hc/en-us/articles/11003740415501-Brave-Search-Ads-FAQ" TargetMode="External"/><Relationship Id="rId22" Type="http://schemas.openxmlformats.org/officeDocument/2006/relationships/image" Target="../media/image52.png"/></Relationships>
</file>

<file path=ppt/slides/_rels/slide61.xml.rels><?xml version="1.0" encoding="UTF-8"?><Relationships xmlns="http://schemas.openxmlformats.org/package/2006/relationships"><Relationship Id="rId8" Type="http://schemas.openxmlformats.org/officeDocument/2006/relationships/hyperlink" Target="https://about.ads.microsoft.com/en/blog/post/october-2024/transforming-audience-engagement-with-generative-ai" TargetMode="External"/><Relationship Id="rId13" Type="http://schemas.openxmlformats.org/officeDocument/2006/relationships/hyperlink" Target="https://brave.com/brave-ads/search/" TargetMode="External"/><Relationship Id="rId18" Type="http://schemas.openxmlformats.org/officeDocument/2006/relationships/hyperlink" Target="https://www.perplexity.ai/enterprise/pricing" TargetMode="External"/><Relationship Id="rId26" Type="http://schemas.openxmlformats.org/officeDocument/2006/relationships/image" Target="../media/image60.png"/><Relationship Id="rId3" Type="http://schemas.openxmlformats.org/officeDocument/2006/relationships/hyperlink" Target="https://support.google.com/google-ads/answer/16297775?hl=en" TargetMode="External"/><Relationship Id="rId21" Type="http://schemas.openxmlformats.org/officeDocument/2006/relationships/image" Target="../media/image55.png"/><Relationship Id="rId7" Type="http://schemas.openxmlformats.org/officeDocument/2006/relationships/hyperlink" Target="https://searchengineland.com/google-expand-ads-ai-overviews-463273" TargetMode="External"/><Relationship Id="rId12" Type="http://schemas.openxmlformats.org/officeDocument/2006/relationships/hyperlink" Target="https://brave.com/blog/answer-with-ai/" TargetMode="External"/><Relationship Id="rId17" Type="http://schemas.openxmlformats.org/officeDocument/2006/relationships/hyperlink" Target="https://www.perplexity.ai/hub/blog/introducing-the-perplexity-publishers-program" TargetMode="External"/><Relationship Id="rId25" Type="http://schemas.openxmlformats.org/officeDocument/2006/relationships/image" Target="../media/image59.jpeg"/><Relationship Id="rId2" Type="http://schemas.openxmlformats.org/officeDocument/2006/relationships/notesSlide" Target="../notesSlides/notesSlide61.xml"/><Relationship Id="rId16" Type="http://schemas.openxmlformats.org/officeDocument/2006/relationships/hyperlink" Target="https://vizologi.com/business-strategy-canvas/duckduckgo-business-model-canvas/" TargetMode="External"/><Relationship Id="rId20" Type="http://schemas.openxmlformats.org/officeDocument/2006/relationships/image" Target="../media/image41.png"/><Relationship Id="rId1" Type="http://schemas.openxmlformats.org/officeDocument/2006/relationships/slideLayout" Target="../slideLayouts/slideLayout19.xml"/><Relationship Id="rId6" Type="http://schemas.openxmlformats.org/officeDocument/2006/relationships/hyperlink" Target="https://searchengineland.com/ai-max-for-search-everything-you-need-to-know-462923" TargetMode="External"/><Relationship Id="rId11" Type="http://schemas.openxmlformats.org/officeDocument/2006/relationships/hyperlink" Target="https://brave.com/ai/" TargetMode="External"/><Relationship Id="rId24" Type="http://schemas.openxmlformats.org/officeDocument/2006/relationships/image" Target="../media/image58.jpeg"/><Relationship Id="rId5" Type="http://schemas.openxmlformats.org/officeDocument/2006/relationships/hyperlink" Target="https://groas.ai/post/google-ai-overviews-ads-complete-guide-to-the-new-ad-placements-in-2025" TargetMode="External"/><Relationship Id="rId15" Type="http://schemas.openxmlformats.org/officeDocument/2006/relationships/hyperlink" Target="https://duckduckgo.com/duckduckgo-help-pages/company/how-duckduckgo-makes-money" TargetMode="External"/><Relationship Id="rId23" Type="http://schemas.openxmlformats.org/officeDocument/2006/relationships/image" Target="../media/image57.png"/><Relationship Id="rId10" Type="http://schemas.openxmlformats.org/officeDocument/2006/relationships/hyperlink" Target="https://blogs.bing.com/webmaster/November-2025/How-AI-Search-Is-Changing%E2%80%AFthe%E2%80%AFWay%E2%80%AFConversions%E2%80%AFare-Measured" TargetMode="External"/><Relationship Id="rId19" Type="http://schemas.openxmlformats.org/officeDocument/2006/relationships/hyperlink" Target="https://www.reuters.com/business/media-telecom/perplexity-paypal-partner-provide-easy-payment-checkouts-users-2025-05-14/" TargetMode="External"/><Relationship Id="rId4" Type="http://schemas.openxmlformats.org/officeDocument/2006/relationships/hyperlink" Target="https://www.seo.com/blog/google-ads-ai-overviews/" TargetMode="External"/><Relationship Id="rId9" Type="http://schemas.openxmlformats.org/officeDocument/2006/relationships/hyperlink" Target="https://www.adweek.com/media/microsoft-advertising-product-bing-copilot-ai-assistant/" TargetMode="External"/><Relationship Id="rId14" Type="http://schemas.openxmlformats.org/officeDocument/2006/relationships/hyperlink" Target="https://support.brave.app/hc/en-us/articles/11003740415501-Brave-Search-Ads-FAQ" TargetMode="External"/><Relationship Id="rId22" Type="http://schemas.openxmlformats.org/officeDocument/2006/relationships/image" Target="../media/image56.png"/></Relationships>
</file>

<file path=ppt/slides/_rels/slide62.xml.rels><?xml version="1.0" encoding="UTF-8"?><Relationships xmlns="http://schemas.openxmlformats.org/package/2006/relationships"><Relationship Id="rId8" Type="http://schemas.openxmlformats.org/officeDocument/2006/relationships/hyperlink" Target="https://yandex.cloud/en/docs/ai-studio/operations/assistant/create-with-websearch" TargetMode="External"/><Relationship Id="rId13" Type="http://schemas.openxmlformats.org/officeDocument/2006/relationships/image" Target="../media/image61.png"/><Relationship Id="rId18" Type="http://schemas.openxmlformats.org/officeDocument/2006/relationships/image" Target="../media/image66.png"/><Relationship Id="rId3" Type="http://schemas.openxmlformats.org/officeDocument/2006/relationships/hyperlink" Target="https://blog.google/products/search/ai-mode-search/" TargetMode="External"/><Relationship Id="rId21" Type="http://schemas.openxmlformats.org/officeDocument/2006/relationships/image" Target="../media/image69.png"/><Relationship Id="rId7" Type="http://schemas.openxmlformats.org/officeDocument/2006/relationships/hyperlink" Target="https://yandex.com/company/news/16-04-2024" TargetMode="External"/><Relationship Id="rId12" Type="http://schemas.openxmlformats.org/officeDocument/2006/relationships/hyperlink" Target="https://openai.com/index/introducing-chatgpt-atlas/" TargetMode="External"/><Relationship Id="rId17" Type="http://schemas.openxmlformats.org/officeDocument/2006/relationships/image" Target="../media/image65.png"/><Relationship Id="rId2" Type="http://schemas.openxmlformats.org/officeDocument/2006/relationships/notesSlide" Target="../notesSlides/notesSlide62.xml"/><Relationship Id="rId16" Type="http://schemas.openxmlformats.org/officeDocument/2006/relationships/image" Target="../media/image64.png"/><Relationship Id="rId20" Type="http://schemas.openxmlformats.org/officeDocument/2006/relationships/image" Target="../media/image68.png"/><Relationship Id="rId1" Type="http://schemas.openxmlformats.org/officeDocument/2006/relationships/slideLayout" Target="../slideLayouts/slideLayout19.xml"/><Relationship Id="rId6" Type="http://schemas.openxmlformats.org/officeDocument/2006/relationships/hyperlink" Target="https://blogs.bing.com/search/july-2023/Bing-Chat-Enterprise-announced%2C-multimodal-Visual-Search-rolling-out-to-Bing-Chat?" TargetMode="External"/><Relationship Id="rId11" Type="http://schemas.openxmlformats.org/officeDocument/2006/relationships/hyperlink" Target="https://techcrunch.com/2025/08/26/anthropic-launches-a-claude-ai-agent-that-lives-in-chrome/" TargetMode="External"/><Relationship Id="rId5" Type="http://schemas.openxmlformats.org/officeDocument/2006/relationships/hyperlink" Target="https://blogs.bing.com/search/july-2023/Bing-Preview-Release-Notes-Multimodal-Visual-Search-in-Chat-and-Bing-Chat-Enterprise?" TargetMode="External"/><Relationship Id="rId15" Type="http://schemas.openxmlformats.org/officeDocument/2006/relationships/image" Target="../media/image63.png"/><Relationship Id="rId10" Type="http://schemas.openxmlformats.org/officeDocument/2006/relationships/hyperlink" Target="https://beebom.com/anthropic-launches-claude-ai-agent-for-chrome/" TargetMode="External"/><Relationship Id="rId19" Type="http://schemas.openxmlformats.org/officeDocument/2006/relationships/image" Target="../media/image67.png"/><Relationship Id="rId4" Type="http://schemas.openxmlformats.org/officeDocument/2006/relationships/hyperlink" Target="https://blog.google/products/search/gemini-3-search-ai-mode/" TargetMode="External"/><Relationship Id="rId9" Type="http://schemas.openxmlformats.org/officeDocument/2006/relationships/hyperlink" Target="https://techcrunch.com/2025/07/09/perplexity-launches-comet-an-ai-powered-web-browser/" TargetMode="External"/><Relationship Id="rId14" Type="http://schemas.openxmlformats.org/officeDocument/2006/relationships/image" Target="../media/image62.png"/></Relationships>
</file>

<file path=ppt/slides/_rels/slide63.xml.rels><?xml version="1.0" encoding="UTF-8"?><Relationships xmlns="http://schemas.openxmlformats.org/package/2006/relationships"><Relationship Id="rId8" Type="http://schemas.openxmlformats.org/officeDocument/2006/relationships/image" Target="../media/image75.png"/><Relationship Id="rId13" Type="http://schemas.openxmlformats.org/officeDocument/2006/relationships/hyperlink" Target="https://efficient.app/apps/atlas" TargetMode="External"/><Relationship Id="rId3" Type="http://schemas.openxmlformats.org/officeDocument/2006/relationships/image" Target="../media/image70.png"/><Relationship Id="rId7" Type="http://schemas.openxmlformats.org/officeDocument/2006/relationships/image" Target="../media/image74.png"/><Relationship Id="rId12" Type="http://schemas.openxmlformats.org/officeDocument/2006/relationships/hyperlink" Target="https://openai.com/pt-BR/index/introducing-chatgpt-atlas/" TargetMode="External"/><Relationship Id="rId2" Type="http://schemas.openxmlformats.org/officeDocument/2006/relationships/notesSlide" Target="../notesSlides/notesSlide63.xml"/><Relationship Id="rId1" Type="http://schemas.openxmlformats.org/officeDocument/2006/relationships/slideLayout" Target="../slideLayouts/slideLayout19.xml"/><Relationship Id="rId6" Type="http://schemas.openxmlformats.org/officeDocument/2006/relationships/image" Target="../media/image73.svg"/><Relationship Id="rId11" Type="http://schemas.openxmlformats.org/officeDocument/2006/relationships/hyperlink" Target="https://openai.com/pt-BR/index/building-chatgpt-atlas/" TargetMode="External"/><Relationship Id="rId5" Type="http://schemas.openxmlformats.org/officeDocument/2006/relationships/image" Target="../media/image72.png"/><Relationship Id="rId15" Type="http://schemas.openxmlformats.org/officeDocument/2006/relationships/hyperlink" Target="https://apnews.com/article/openai-atlas-web-browser-chatgpt-google-ai-f59edaa239aebe26fc5a4a27291d717a" TargetMode="External"/><Relationship Id="rId10" Type="http://schemas.openxmlformats.org/officeDocument/2006/relationships/image" Target="../media/image77.png"/><Relationship Id="rId4" Type="http://schemas.openxmlformats.org/officeDocument/2006/relationships/image" Target="../media/image71.png"/><Relationship Id="rId9" Type="http://schemas.openxmlformats.org/officeDocument/2006/relationships/image" Target="../media/image76.png"/><Relationship Id="rId14" Type="http://schemas.openxmlformats.org/officeDocument/2006/relationships/hyperlink" Target="https://www.theguardian.com/technology/2025/oct/21/openai-chatgpt-web-browser-atlas" TargetMode="External"/></Relationships>
</file>

<file path=ppt/slides/_rels/slide64.xml.rels><?xml version="1.0" encoding="UTF-8"?><Relationships xmlns="http://schemas.openxmlformats.org/package/2006/relationships"><Relationship Id="rId8" Type="http://schemas.openxmlformats.org/officeDocument/2006/relationships/image" Target="../media/image43.png"/><Relationship Id="rId3" Type="http://schemas.openxmlformats.org/officeDocument/2006/relationships/hyperlink" Target="https://openai.com/pt-BR/index/building-chatgpt-atlas/" TargetMode="External"/><Relationship Id="rId7" Type="http://schemas.openxmlformats.org/officeDocument/2006/relationships/hyperlink" Target="https://apnews.com/article/openai-atlas-web-browser-chatgpt-google-ai-f59edaa239aebe26fc5a4a27291d717a" TargetMode="External"/><Relationship Id="rId2" Type="http://schemas.openxmlformats.org/officeDocument/2006/relationships/notesSlide" Target="../notesSlides/notesSlide64.xml"/><Relationship Id="rId1" Type="http://schemas.openxmlformats.org/officeDocument/2006/relationships/slideLayout" Target="../slideLayouts/slideLayout19.xml"/><Relationship Id="rId6" Type="http://schemas.openxmlformats.org/officeDocument/2006/relationships/hyperlink" Target="https://www.theguardian.com/technology/2025/oct/21/openai-chatgpt-web-browser-atlas" TargetMode="External"/><Relationship Id="rId5" Type="http://schemas.openxmlformats.org/officeDocument/2006/relationships/hyperlink" Target="https://efficient.app/apps/atlas" TargetMode="External"/><Relationship Id="rId4" Type="http://schemas.openxmlformats.org/officeDocument/2006/relationships/hyperlink" Target="https://openai.com/pt-BR/index/introducing-chatgpt-atlas/" TargetMode="External"/><Relationship Id="rId9" Type="http://schemas.openxmlformats.org/officeDocument/2006/relationships/image" Target="../media/image78.png"/></Relationships>
</file>

<file path=ppt/slides/_rels/slide65.xml.rels><?xml version="1.0" encoding="UTF-8"?><Relationships xmlns="http://schemas.openxmlformats.org/package/2006/relationships"><Relationship Id="rId8" Type="http://schemas.openxmlformats.org/officeDocument/2006/relationships/hyperlink" Target="https://www.reuters.com/technology/artificial-intelligence/openais-weekly-active-users-surpass-400-million-2025-02-20/" TargetMode="External"/><Relationship Id="rId13" Type="http://schemas.openxmlformats.org/officeDocument/2006/relationships/hyperlink" Target="https://openai.com/index/introducing-gpts/" TargetMode="External"/><Relationship Id="rId3" Type="http://schemas.openxmlformats.org/officeDocument/2006/relationships/chart" Target="../charts/chart56.xml"/><Relationship Id="rId7" Type="http://schemas.openxmlformats.org/officeDocument/2006/relationships/hyperlink" Target="https://www.theverge.com/2024/12/4/24313097/chatgpt-300-million-weekly-users" TargetMode="External"/><Relationship Id="rId12" Type="http://schemas.openxmlformats.org/officeDocument/2006/relationships/hyperlink" Target="https://www.nytimes.com/2025/12/11/technology/openai-google-ai-technology-gap.html" TargetMode="External"/><Relationship Id="rId2" Type="http://schemas.openxmlformats.org/officeDocument/2006/relationships/notesSlide" Target="../notesSlides/notesSlide65.xml"/><Relationship Id="rId1" Type="http://schemas.openxmlformats.org/officeDocument/2006/relationships/slideLayout" Target="../slideLayouts/slideLayout20.xml"/><Relationship Id="rId6" Type="http://schemas.openxmlformats.org/officeDocument/2006/relationships/hyperlink" Target="https://www.reuters.com/technology/artificial-intelligence/openai-says-chatgpts-weekly-users-have-grown-200-million-2024-08-29/" TargetMode="External"/><Relationship Id="rId11" Type="http://schemas.openxmlformats.org/officeDocument/2006/relationships/hyperlink" Target="https://openai.com/index/our-approach-to-advertising-and-expanding-access/" TargetMode="External"/><Relationship Id="rId5" Type="http://schemas.openxmlformats.org/officeDocument/2006/relationships/hyperlink" Target="https://www.reuters.com/technology/openai-enables-customized-gpt-bots-offers-cheaper-more-powerful-models-2023-11-06/" TargetMode="External"/><Relationship Id="rId15" Type="http://schemas.openxmlformats.org/officeDocument/2006/relationships/hyperlink" Target="https://openai.com/index/introducing-chatgpt-search/" TargetMode="External"/><Relationship Id="rId10" Type="http://schemas.openxmlformats.org/officeDocument/2006/relationships/hyperlink" Target="https://www.businessinsider.com/chatgpt-users-openai-sam-altman-devday-llm-artificial-intelligence-2025-10" TargetMode="External"/><Relationship Id="rId4" Type="http://schemas.openxmlformats.org/officeDocument/2006/relationships/hyperlink" Target="https://openai.com/index/chatgpt/" TargetMode="External"/><Relationship Id="rId9" Type="http://schemas.openxmlformats.org/officeDocument/2006/relationships/hyperlink" Target="https://cdn.openai.com/pdf/a253471f-8260-40c6-a2cc-aa93fe9f142e/economic-research-chatgpt-usage-paper.pdf" TargetMode="External"/><Relationship Id="rId14" Type="http://schemas.openxmlformats.org/officeDocument/2006/relationships/hyperlink" Target="https://openai.com/index/searchgpt-prototype/" TargetMode="External"/></Relationships>
</file>

<file path=ppt/slides/_rels/slide66.xml.rels><?xml version="1.0" encoding="UTF-8"?><Relationships xmlns="http://schemas.openxmlformats.org/package/2006/relationships"><Relationship Id="rId8" Type="http://schemas.openxmlformats.org/officeDocument/2006/relationships/hyperlink" Target="https://openai.com/index/our-approach-to-advertising-and-expanding-access/" TargetMode="External"/><Relationship Id="rId3" Type="http://schemas.openxmlformats.org/officeDocument/2006/relationships/hyperlink" Target="https://www.adthena.com/aio-impact/" TargetMode="External"/><Relationship Id="rId7" Type="http://schemas.openxmlformats.org/officeDocument/2006/relationships/hyperlink" Target="https://designmusketeer.com/ai/chatgpt-ads-2026/" TargetMode="External"/><Relationship Id="rId2" Type="http://schemas.openxmlformats.org/officeDocument/2006/relationships/notesSlide" Target="../notesSlides/notesSlide66.xml"/><Relationship Id="rId1" Type="http://schemas.openxmlformats.org/officeDocument/2006/relationships/slideLayout" Target="../slideLayouts/slideLayout20.xml"/><Relationship Id="rId6" Type="http://schemas.openxmlformats.org/officeDocument/2006/relationships/hyperlink" Target="https://almcorp.com/blog/openai-chatgpt-advertising-strategy-2026/" TargetMode="External"/><Relationship Id="rId5" Type="http://schemas.openxmlformats.org/officeDocument/2006/relationships/hyperlink" Target="https://searchengineland.com/chatgpt-with-ads-coming-454590" TargetMode="External"/><Relationship Id="rId10" Type="http://schemas.openxmlformats.org/officeDocument/2006/relationships/image" Target="../media/image79.png"/><Relationship Id="rId4" Type="http://schemas.openxmlformats.org/officeDocument/2006/relationships/hyperlink" Target="https://mashable.com/article/openai-chatgpt-ads-testing" TargetMode="External"/><Relationship Id="rId9" Type="http://schemas.openxmlformats.org/officeDocument/2006/relationships/hyperlink" Target="https://openai.com/index/introducing-chatgpt-go/" TargetMode="External"/></Relationships>
</file>

<file path=ppt/slides/_rels/slide67.xml.rels><?xml version="1.0" encoding="UTF-8"?><Relationships xmlns="http://schemas.openxmlformats.org/package/2006/relationships"><Relationship Id="rId8" Type="http://schemas.openxmlformats.org/officeDocument/2006/relationships/hyperlink" Target="https://www.washingtonpost.com/technology/2025/12/05/chatgpt-ai-gemini-competition/" TargetMode="External"/><Relationship Id="rId3" Type="http://schemas.openxmlformats.org/officeDocument/2006/relationships/hyperlink" Target="https://www.demandsage.com/chatgpt-statistics/" TargetMode="External"/><Relationship Id="rId7" Type="http://schemas.openxmlformats.org/officeDocument/2006/relationships/hyperlink" Target="https://www.google.com/search?q=https://www.theinformation.com/articles/openai-made-more-revenue-in-first-half-of-2024-than-all-of-last-year" TargetMode="External"/><Relationship Id="rId2" Type="http://schemas.openxmlformats.org/officeDocument/2006/relationships/notesSlide" Target="../notesSlides/notesSlide67.xml"/><Relationship Id="rId1" Type="http://schemas.openxmlformats.org/officeDocument/2006/relationships/slideLayout" Target="../slideLayouts/slideLayout19.xml"/><Relationship Id="rId6" Type="http://schemas.openxmlformats.org/officeDocument/2006/relationships/hyperlink" Target="https://chatgpt.com/pricing/" TargetMode="External"/><Relationship Id="rId5" Type="http://schemas.openxmlformats.org/officeDocument/2006/relationships/hyperlink" Target="https://backlinko.com/chatgpt-stats" TargetMode="External"/><Relationship Id="rId4" Type="http://schemas.openxmlformats.org/officeDocument/2006/relationships/hyperlink" Target="https://nerdynav.com/chatgpt-statistics/" TargetMode="External"/><Relationship Id="rId9" Type="http://schemas.openxmlformats.org/officeDocument/2006/relationships/hyperlink" Target="https://www.semianalysis.com/" TargetMode="External"/></Relationships>
</file>

<file path=ppt/slides/_rels/slide68.xml.rels><?xml version="1.0" encoding="UTF-8"?><Relationships xmlns="http://schemas.openxmlformats.org/package/2006/relationships"><Relationship Id="rId3" Type="http://schemas.openxmlformats.org/officeDocument/2006/relationships/hyperlink" Target="https://arxiv.org/abs/2511.23455" TargetMode="External"/><Relationship Id="rId7" Type="http://schemas.openxmlformats.org/officeDocument/2006/relationships/hyperlink" Target="https://www.businessinsider.com/sam-altman-cost-using-ai-drop-10-times-every-year-2025-2" TargetMode="External"/><Relationship Id="rId2" Type="http://schemas.openxmlformats.org/officeDocument/2006/relationships/notesSlide" Target="../notesSlides/notesSlide68.xml"/><Relationship Id="rId1" Type="http://schemas.openxmlformats.org/officeDocument/2006/relationships/slideLayout" Target="../slideLayouts/slideLayout19.xml"/><Relationship Id="rId6" Type="http://schemas.openxmlformats.org/officeDocument/2006/relationships/hyperlink" Target="https://assets.arkinvest.com/media-8e522a83-1b23-4d58-a202-792712f8d2d3/8cea086f-21b4-47bf-8ac6-666b96a84a04/ARK-Invest_Big-Ideas-2024.pdf" TargetMode="External"/><Relationship Id="rId5" Type="http://schemas.openxmlformats.org/officeDocument/2006/relationships/hyperlink" Target="https://epoch.ai/blog/algorithmic-progress-in-language-models" TargetMode="External"/><Relationship Id="rId4" Type="http://schemas.openxmlformats.org/officeDocument/2006/relationships/hyperlink" Target="https://www.ark-invest.com/big-ideas-2024" TargetMode="External"/></Relationships>
</file>

<file path=ppt/slides/_rels/slide69.xml.rels><?xml version="1.0" encoding="UTF-8"?><Relationships xmlns="http://schemas.openxmlformats.org/package/2006/relationships"><Relationship Id="rId8" Type="http://schemas.openxmlformats.org/officeDocument/2006/relationships/hyperlink" Target="https://chatgpt.com/pricing/" TargetMode="External"/><Relationship Id="rId3" Type="http://schemas.openxmlformats.org/officeDocument/2006/relationships/slide" Target="slide69.xml"/><Relationship Id="rId7" Type="http://schemas.openxmlformats.org/officeDocument/2006/relationships/hyperlink" Target="https://backlinko.com/chatgpt-stats" TargetMode="External"/><Relationship Id="rId2" Type="http://schemas.openxmlformats.org/officeDocument/2006/relationships/notesSlide" Target="../notesSlides/notesSlide69.xml"/><Relationship Id="rId1" Type="http://schemas.openxmlformats.org/officeDocument/2006/relationships/slideLayout" Target="../slideLayouts/slideLayout19.xml"/><Relationship Id="rId6" Type="http://schemas.openxmlformats.org/officeDocument/2006/relationships/hyperlink" Target="https://nerdynav.com/chatgpt-statistics/" TargetMode="External"/><Relationship Id="rId5" Type="http://schemas.openxmlformats.org/officeDocument/2006/relationships/hyperlink" Target="https://www.demandsage.com/chatgpt-statistics/" TargetMode="External"/><Relationship Id="rId4" Type="http://schemas.openxmlformats.org/officeDocument/2006/relationships/hyperlink" Target="https://arxiv.org/abs/2511.23455" TargetMode="External"/><Relationship Id="rId9" Type="http://schemas.openxmlformats.org/officeDocument/2006/relationships/chart" Target="../charts/chart57.xml"/></Relationships>
</file>

<file path=ppt/slides/_rels/slide70.xml.rels><?xml version="1.0" encoding="UTF-8"?><Relationships xmlns="http://schemas.openxmlformats.org/package/2006/relationships"><Relationship Id="rId3" Type="http://schemas.openxmlformats.org/officeDocument/2006/relationships/hyperlink" Target="https://www.demandsage.com/chrome-statistics" TargetMode="External"/><Relationship Id="rId7" Type="http://schemas.openxmlformats.org/officeDocument/2006/relationships/chart" Target="../charts/chart59.xml"/><Relationship Id="rId2" Type="http://schemas.openxmlformats.org/officeDocument/2006/relationships/notesSlide" Target="../notesSlides/notesSlide70.xml"/><Relationship Id="rId1" Type="http://schemas.openxmlformats.org/officeDocument/2006/relationships/slideLayout" Target="../slideLayouts/slideLayout19.xml"/><Relationship Id="rId6" Type="http://schemas.openxmlformats.org/officeDocument/2006/relationships/chart" Target="../charts/chart58.xml"/><Relationship Id="rId5" Type="http://schemas.openxmlformats.org/officeDocument/2006/relationships/hyperlink" Target="https://clevertap.com/blog/dau-vs-mau-app-stickiness-metrics/" TargetMode="External"/><Relationship Id="rId4" Type="http://schemas.openxmlformats.org/officeDocument/2006/relationships/hyperlink" Target="https://backlinko.com/chrome-users" TargetMode="External"/></Relationships>
</file>

<file path=ppt/slides/_rels/slide71.xml.rels><?xml version="1.0" encoding="UTF-8"?><Relationships xmlns="http://schemas.openxmlformats.org/package/2006/relationships"><Relationship Id="rId3" Type="http://schemas.openxmlformats.org/officeDocument/2006/relationships/hyperlink" Target="https://venuelabs.com/google-chrome-statistics" TargetMode="External"/><Relationship Id="rId7" Type="http://schemas.openxmlformats.org/officeDocument/2006/relationships/hyperlink" Target="https://www.demandsage.com/chrome-statistics/" TargetMode="External"/><Relationship Id="rId2" Type="http://schemas.openxmlformats.org/officeDocument/2006/relationships/notesSlide" Target="../notesSlides/notesSlide71.xml"/><Relationship Id="rId1" Type="http://schemas.openxmlformats.org/officeDocument/2006/relationships/slideLayout" Target="../slideLayouts/slideLayout19.xml"/><Relationship Id="rId6" Type="http://schemas.openxmlformats.org/officeDocument/2006/relationships/hyperlink" Target="https://all-in-one-ai.co/chrome-statistics" TargetMode="External"/><Relationship Id="rId5" Type="http://schemas.openxmlformats.org/officeDocument/2006/relationships/hyperlink" Target="https://www.sci-tech-today.com/stats/website-statistics-updated" TargetMode="External"/><Relationship Id="rId4" Type="http://schemas.openxmlformats.org/officeDocument/2006/relationships/hyperlink" Target="https://cropink.com/chrome-statistics" TargetMode="External"/></Relationships>
</file>

<file path=ppt/slides/_rels/slide72.xml.rels><?xml version="1.0" encoding="UTF-8"?><Relationships xmlns="http://schemas.openxmlformats.org/package/2006/relationships"><Relationship Id="rId8" Type="http://schemas.openxmlformats.org/officeDocument/2006/relationships/hyperlink" Target="https://cmotech.ca/story/google-ads-rolls-out-ai-max-new-generative-tools-globally" TargetMode="External"/><Relationship Id="rId3" Type="http://schemas.openxmlformats.org/officeDocument/2006/relationships/image" Target="../media/image80.jpeg"/><Relationship Id="rId7" Type="http://schemas.openxmlformats.org/officeDocument/2006/relationships/hyperlink" Target="https://nairametrics.com/2025/05/07/google-rolls-out-ai-max-globally-targets-african-businesses/" TargetMode="External"/><Relationship Id="rId2" Type="http://schemas.openxmlformats.org/officeDocument/2006/relationships/notesSlide" Target="../notesSlides/notesSlide72.xml"/><Relationship Id="rId1" Type="http://schemas.openxmlformats.org/officeDocument/2006/relationships/slideLayout" Target="../slideLayouts/slideLayout19.xml"/><Relationship Id="rId6" Type="http://schemas.openxmlformats.org/officeDocument/2006/relationships/hyperlink" Target="https://ppcjuice.com/news/google-unleashes-ai-max-global-search-campaigns-transform-q3/" TargetMode="External"/><Relationship Id="rId5" Type="http://schemas.openxmlformats.org/officeDocument/2006/relationships/hyperlink" Target="https://blog.google/products/ads-commerce/google-ai-max-for-search-campaigns/" TargetMode="External"/><Relationship Id="rId4" Type="http://schemas.openxmlformats.org/officeDocument/2006/relationships/hyperlink" Target="https://searchengineland.com/google-expands-ai-max-beta-globally-461840?" TargetMode="External"/></Relationships>
</file>

<file path=ppt/slides/_rels/slide73.xml.rels><?xml version="1.0" encoding="UTF-8"?><Relationships xmlns="http://schemas.openxmlformats.org/package/2006/relationships"><Relationship Id="rId3" Type="http://schemas.openxmlformats.org/officeDocument/2006/relationships/hyperlink" Target="https://support.google.com/google-ads/answer/6167110?hl=en&amp;sjid=17957681745345534224-SA" TargetMode="External"/><Relationship Id="rId2" Type="http://schemas.openxmlformats.org/officeDocument/2006/relationships/notesSlide" Target="../notesSlides/notesSlide73.xml"/><Relationship Id="rId1" Type="http://schemas.openxmlformats.org/officeDocument/2006/relationships/slideLayout" Target="../slideLayouts/slideLayout19.xml"/><Relationship Id="rId5" Type="http://schemas.openxmlformats.org/officeDocument/2006/relationships/hyperlink" Target="https://abc.xyz/investor/events/event-details/2024/2024-q3-earnings-call/" TargetMode="External"/><Relationship Id="rId4" Type="http://schemas.openxmlformats.org/officeDocument/2006/relationships/hyperlink" Target="https://support.google.com/google-ads/answer/14835145?sjid=17957681745345534224-SA#pmax" TargetMode="External"/></Relationships>
</file>

<file path=ppt/slides/_rels/slide74.xml.rels><?xml version="1.0" encoding="UTF-8"?><Relationships xmlns="http://schemas.openxmlformats.org/package/2006/relationships"><Relationship Id="rId8" Type="http://schemas.openxmlformats.org/officeDocument/2006/relationships/hyperlink" Target="https://www.investing.com/academy/statistics/google-facts/" TargetMode="External"/><Relationship Id="rId13" Type="http://schemas.openxmlformats.org/officeDocument/2006/relationships/image" Target="../media/image82.png"/><Relationship Id="rId3" Type="http://schemas.openxmlformats.org/officeDocument/2006/relationships/hyperlink" Target="https://abc.xyz/investor/events/event-details/2025/2025-Q3-Earnings-Call-2025-4OI4Bac_Q9/default.aspx" TargetMode="External"/><Relationship Id="rId7" Type="http://schemas.openxmlformats.org/officeDocument/2006/relationships/hyperlink" Target="https://techcrunch.com/2025/05/21/google-is-bringing-ads-to-ai-mode/" TargetMode="External"/><Relationship Id="rId12" Type="http://schemas.openxmlformats.org/officeDocument/2006/relationships/chart" Target="../charts/chart60.xml"/><Relationship Id="rId2" Type="http://schemas.openxmlformats.org/officeDocument/2006/relationships/notesSlide" Target="../notesSlides/notesSlide74.xml"/><Relationship Id="rId1" Type="http://schemas.openxmlformats.org/officeDocument/2006/relationships/slideLayout" Target="../slideLayouts/slideLayout19.xml"/><Relationship Id="rId6" Type="http://schemas.openxmlformats.org/officeDocument/2006/relationships/hyperlink" Target="https://support.google.com/google-ads/answer/15910366?hl=en" TargetMode="External"/><Relationship Id="rId11" Type="http://schemas.openxmlformats.org/officeDocument/2006/relationships/image" Target="../media/image81.gif"/><Relationship Id="rId5" Type="http://schemas.openxmlformats.org/officeDocument/2006/relationships/hyperlink" Target="https://companiesmarketcap.com/alphabet-google/revenue/" TargetMode="External"/><Relationship Id="rId10" Type="http://schemas.openxmlformats.org/officeDocument/2006/relationships/hyperlink" Target="https://searchengineland.com/google-ads-inside-ai-mode-tests-expand-464979" TargetMode="External"/><Relationship Id="rId4" Type="http://schemas.openxmlformats.org/officeDocument/2006/relationships/hyperlink" Target="https://searchengineland.com/google-ads-ai-overviews-spotted-455889" TargetMode="External"/><Relationship Id="rId9" Type="http://schemas.openxmlformats.org/officeDocument/2006/relationships/hyperlink" Target="http://about:blank" TargetMode="External"/></Relationships>
</file>

<file path=ppt/slides/_rels/slide75.xml.rels><?xml version="1.0" encoding="UTF-8"?><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87.png"/><Relationship Id="rId3" Type="http://schemas.openxmlformats.org/officeDocument/2006/relationships/image" Target="../media/image45.png"/><Relationship Id="rId7" Type="http://schemas.openxmlformats.org/officeDocument/2006/relationships/hyperlink" Target="https://www.forbes.com/sites/kolawolesamueladebayo/2025/10/29/the-rise-of-the-ai-inference-economy/" TargetMode="External"/><Relationship Id="rId12" Type="http://schemas.openxmlformats.org/officeDocument/2006/relationships/image" Target="../media/image86.png"/><Relationship Id="rId2" Type="http://schemas.openxmlformats.org/officeDocument/2006/relationships/notesSlide" Target="../notesSlides/notesSlide75.xml"/><Relationship Id="rId16" Type="http://schemas.openxmlformats.org/officeDocument/2006/relationships/image" Target="../media/image90.png"/><Relationship Id="rId1" Type="http://schemas.openxmlformats.org/officeDocument/2006/relationships/slideLayout" Target="../slideLayouts/slideLayout19.xml"/><Relationship Id="rId6" Type="http://schemas.openxmlformats.org/officeDocument/2006/relationships/hyperlink" Target="https://www.wsj.com/tech/ai/openais-altman-declares-code-red-to-improve-chatgpt-as-google-threatens-ai-lead-7faf5ea6" TargetMode="External"/><Relationship Id="rId11" Type="http://schemas.openxmlformats.org/officeDocument/2006/relationships/image" Target="../media/image85.png"/><Relationship Id="rId5" Type="http://schemas.openxmlformats.org/officeDocument/2006/relationships/hyperlink" Target="https://www.wired.com/story/google-gemini-ai-chrome-browser/" TargetMode="External"/><Relationship Id="rId15" Type="http://schemas.openxmlformats.org/officeDocument/2006/relationships/image" Target="../media/image89.png"/><Relationship Id="rId10" Type="http://schemas.openxmlformats.org/officeDocument/2006/relationships/image" Target="../media/image84.png"/><Relationship Id="rId4" Type="http://schemas.openxmlformats.org/officeDocument/2006/relationships/hyperlink" Target="https://www.tomsguide.com/ai/i-dont-need-an-ai-browser-like-chatgpt-atlas-gemini-3-in-chrome-already-does-more" TargetMode="External"/><Relationship Id="rId9" Type="http://schemas.openxmlformats.org/officeDocument/2006/relationships/image" Target="../media/image83.png"/><Relationship Id="rId14" Type="http://schemas.openxmlformats.org/officeDocument/2006/relationships/image" Target="../media/image88.png"/></Relationships>
</file>

<file path=ppt/slides/_rels/slide76.xml.rels><?xml version="1.0" encoding="UTF-8"?><Relationships xmlns="http://schemas.openxmlformats.org/package/2006/relationships"><Relationship Id="rId8" Type="http://schemas.openxmlformats.org/officeDocument/2006/relationships/image" Target="../media/image91.png"/><Relationship Id="rId3" Type="http://schemas.openxmlformats.org/officeDocument/2006/relationships/hyperlink" Target="https://blog.google/products/search/google-search-ai-mode-update/#ai-mode-search" TargetMode="External"/><Relationship Id="rId7" Type="http://schemas.openxmlformats.org/officeDocument/2006/relationships/hyperlink" Target="https://blog.google/products-and-platforms/products/search/google-search-ai-mode-update/" TargetMode="External"/><Relationship Id="rId2" Type="http://schemas.openxmlformats.org/officeDocument/2006/relationships/notesSlide" Target="../notesSlides/notesSlide76.xml"/><Relationship Id="rId1" Type="http://schemas.openxmlformats.org/officeDocument/2006/relationships/slideLayout" Target="../slideLayouts/slideLayout20.xml"/><Relationship Id="rId6" Type="http://schemas.openxmlformats.org/officeDocument/2006/relationships/hyperlink" Target="https://blog.google/innovation-and-ai/technology/ai/io-2025-keynote/#google-beam" TargetMode="External"/><Relationship Id="rId11" Type="http://schemas.openxmlformats.org/officeDocument/2006/relationships/image" Target="../media/image94.png"/><Relationship Id="rId5" Type="http://schemas.openxmlformats.org/officeDocument/2006/relationships/hyperlink" Target="https://deepmind.google/models/project-mariner/" TargetMode="External"/><Relationship Id="rId10" Type="http://schemas.openxmlformats.org/officeDocument/2006/relationships/image" Target="../media/image93.png"/><Relationship Id="rId4" Type="http://schemas.openxmlformats.org/officeDocument/2006/relationships/hyperlink" Target="https://deepmind.google/models/project-astra/" TargetMode="External"/><Relationship Id="rId9" Type="http://schemas.openxmlformats.org/officeDocument/2006/relationships/image" Target="../media/image92.png"/></Relationships>
</file>

<file path=ppt/slides/_rels/slide77.xml.rels><?xml version="1.0" encoding="UTF-8"?><Relationships xmlns="http://schemas.openxmlformats.org/package/2006/relationships"><Relationship Id="rId8" Type="http://schemas.openxmlformats.org/officeDocument/2006/relationships/hyperlink" Target="https://www.statista.com/statistics/266206/googles-annual-global-revenue/" TargetMode="External"/><Relationship Id="rId13" Type="http://schemas.openxmlformats.org/officeDocument/2006/relationships/hyperlink" Target="https://searchengineland.com/google-ai-mode-ads-internal-document-459931" TargetMode="External"/><Relationship Id="rId3" Type="http://schemas.openxmlformats.org/officeDocument/2006/relationships/image" Target="../media/image95.png"/><Relationship Id="rId7" Type="http://schemas.openxmlformats.org/officeDocument/2006/relationships/hyperlink" Target="https://www.uproas.io/blog/google-ads-statistics" TargetMode="External"/><Relationship Id="rId12" Type="http://schemas.openxmlformats.org/officeDocument/2006/relationships/hyperlink" Target="https://www.sec.gov/Archives/edgar/data/1652044/000165204425000010/googexhibit991q42024.htm" TargetMode="External"/><Relationship Id="rId2" Type="http://schemas.openxmlformats.org/officeDocument/2006/relationships/notesSlide" Target="../notesSlides/notesSlide77.xml"/><Relationship Id="rId1" Type="http://schemas.openxmlformats.org/officeDocument/2006/relationships/slideLayout" Target="../slideLayouts/slideLayout20.xml"/><Relationship Id="rId6" Type="http://schemas.openxmlformats.org/officeDocument/2006/relationships/image" Target="../media/image98.png"/><Relationship Id="rId11" Type="http://schemas.openxmlformats.org/officeDocument/2006/relationships/hyperlink" Target="https://www.theverge.com/news/840547/google-zero-eu-antitrust-investigation-ai-content" TargetMode="External"/><Relationship Id="rId5" Type="http://schemas.openxmlformats.org/officeDocument/2006/relationships/image" Target="../media/image97.png"/><Relationship Id="rId10" Type="http://schemas.openxmlformats.org/officeDocument/2006/relationships/hyperlink" Target="https://www.searchenginejournal.com/google-disputes-report-claiming-ads-are-coming-to-gemini-in-2026/562831" TargetMode="External"/><Relationship Id="rId4" Type="http://schemas.openxmlformats.org/officeDocument/2006/relationships/image" Target="../media/image96.png"/><Relationship Id="rId9" Type="http://schemas.openxmlformats.org/officeDocument/2006/relationships/hyperlink" Target="https://ppc.land/google-denies-gemini-ads-despite-advertiser-briefings-on-2026-rollout/" TargetMode="External"/><Relationship Id="rId14" Type="http://schemas.openxmlformats.org/officeDocument/2006/relationships/hyperlink" Target="https://searchengineland.com/google-corrects-report-claiming-ads-are-coming-to-gemini-in-2026-465856" TargetMode="External"/></Relationships>
</file>

<file path=ppt/slides/_rels/slide78.xml.rels><?xml version="1.0" encoding="UTF-8"?><Relationships xmlns="http://schemas.openxmlformats.org/package/2006/relationships"><Relationship Id="rId8" Type="http://schemas.openxmlformats.org/officeDocument/2006/relationships/hyperlink" Target="https://www.adthena.com/aio-impact/" TargetMode="External"/><Relationship Id="rId13" Type="http://schemas.openxmlformats.org/officeDocument/2006/relationships/hyperlink" Target="https://www.adthena.com/resources/blog/googles-ai-overviews-are-changing-ppc-and-google-ads/" TargetMode="External"/><Relationship Id="rId3" Type="http://schemas.openxmlformats.org/officeDocument/2006/relationships/image" Target="../media/image99.png"/><Relationship Id="rId7" Type="http://schemas.openxmlformats.org/officeDocument/2006/relationships/image" Target="../media/image103.png"/><Relationship Id="rId12" Type="http://schemas.openxmlformats.org/officeDocument/2006/relationships/hyperlink" Target="https://www.theverge.com/news/840547/google-zero-eu-antitrust-investigation-ai-content" TargetMode="External"/><Relationship Id="rId2" Type="http://schemas.openxmlformats.org/officeDocument/2006/relationships/notesSlide" Target="../notesSlides/notesSlide78.xml"/><Relationship Id="rId1" Type="http://schemas.openxmlformats.org/officeDocument/2006/relationships/slideLayout" Target="../slideLayouts/slideLayout20.xml"/><Relationship Id="rId6" Type="http://schemas.openxmlformats.org/officeDocument/2006/relationships/image" Target="../media/image102.png"/><Relationship Id="rId11" Type="http://schemas.openxmlformats.org/officeDocument/2006/relationships/hyperlink" Target="https://www.searchenginejournal.com/google-disputes-report-claiming-ads-are-coming-to-gemini-in-2026/562831" TargetMode="External"/><Relationship Id="rId5" Type="http://schemas.openxmlformats.org/officeDocument/2006/relationships/image" Target="../media/image101.png"/><Relationship Id="rId10" Type="http://schemas.openxmlformats.org/officeDocument/2006/relationships/hyperlink" Target="https://ppc.land/google-denies-gemini-ads-despite-advertiser-briefings-on-2026-rollout/" TargetMode="External"/><Relationship Id="rId4" Type="http://schemas.openxmlformats.org/officeDocument/2006/relationships/image" Target="../media/image100.png"/><Relationship Id="rId9" Type="http://schemas.openxmlformats.org/officeDocument/2006/relationships/hyperlink" Target="https://support.google.com/google-ads/answer/16756291" TargetMode="External"/></Relationships>
</file>

<file path=ppt/slides/_rels/slide79.xml.rels><?xml version="1.0" encoding="UTF-8"?><Relationships xmlns="http://schemas.openxmlformats.org/package/2006/relationships"><Relationship Id="rId3" Type="http://schemas.openxmlformats.org/officeDocument/2006/relationships/hyperlink" Target="https://www.brightedge.com/news/press-releases/one-year-google-ai-overviews-brightedge-data-reveals-google-search-usage" TargetMode="External"/><Relationship Id="rId7" Type="http://schemas.openxmlformats.org/officeDocument/2006/relationships/hyperlink" Target="https://blog.google/company-news/inside-google/message-ceo/alphabet-earnings-q2-2025/" TargetMode="External"/><Relationship Id="rId2" Type="http://schemas.openxmlformats.org/officeDocument/2006/relationships/notesSlide" Target="../notesSlides/notesSlide79.xml"/><Relationship Id="rId1" Type="http://schemas.openxmlformats.org/officeDocument/2006/relationships/slideLayout" Target="../slideLayouts/slideLayout20.xml"/><Relationship Id="rId6" Type="http://schemas.openxmlformats.org/officeDocument/2006/relationships/hyperlink" Target="https://www.pewresearch.org/short-reads/2025/07/22/google-users-are-less-likely-to-click-on-links-when-an-ai-summary-appears-in-the-results/" TargetMode="External"/><Relationship Id="rId5" Type="http://schemas.openxmlformats.org/officeDocument/2006/relationships/hyperlink" Target="https://www.searchenginejournal.com/google-ai-overviews-drive-10-more-queries-per-q2-earnings/551927/" TargetMode="External"/><Relationship Id="rId4" Type="http://schemas.openxmlformats.org/officeDocument/2006/relationships/hyperlink" Target="https://gettheclicks.com/seo/how-google-search-has-shifted-from-10-blue-links-to-ai-overviews/" TargetMode="External"/></Relationships>
</file>

<file path=ppt/slides/_rels/slide80.xml.rels><?xml version="1.0" encoding="UTF-8"?><Relationships xmlns="http://schemas.openxmlformats.org/package/2006/relationships"><Relationship Id="rId8" Type="http://schemas.openxmlformats.org/officeDocument/2006/relationships/hyperlink" Target="https://www.adthena.com/resources/blog/googles-ai-overviews-are-changing-ppc-and-google-ads/" TargetMode="External"/><Relationship Id="rId3" Type="http://schemas.openxmlformats.org/officeDocument/2006/relationships/hyperlink" Target="https://www.adthena.com/aio-impact/" TargetMode="External"/><Relationship Id="rId7" Type="http://schemas.openxmlformats.org/officeDocument/2006/relationships/hyperlink" Target="https://www.theverge.com/news/840547/google-zero-eu-antitrust-investigation-ai-content" TargetMode="External"/><Relationship Id="rId2" Type="http://schemas.openxmlformats.org/officeDocument/2006/relationships/notesSlide" Target="../notesSlides/notesSlide80.xml"/><Relationship Id="rId1" Type="http://schemas.openxmlformats.org/officeDocument/2006/relationships/slideLayout" Target="../slideLayouts/slideLayout20.xml"/><Relationship Id="rId6" Type="http://schemas.openxmlformats.org/officeDocument/2006/relationships/hyperlink" Target="https://www.searchenginejournal.com/google-disputes-report-claiming-ads-are-coming-to-gemini-in-2026/562831" TargetMode="External"/><Relationship Id="rId5" Type="http://schemas.openxmlformats.org/officeDocument/2006/relationships/hyperlink" Target="https://ppc.land/google-denies-gemini-ads-despite-advertiser-briefings-on-2026-rollout/" TargetMode="External"/><Relationship Id="rId4" Type="http://schemas.openxmlformats.org/officeDocument/2006/relationships/hyperlink" Target="https://support.google.com/google-ads/answer/16756291" TargetMode="External"/></Relationships>
</file>

<file path=ppt/slides/_rels/slide81.xml.rels><?xml version="1.0" encoding="UTF-8"?><Relationships xmlns="http://schemas.openxmlformats.org/package/2006/relationships"><Relationship Id="rId3" Type="http://schemas.openxmlformats.org/officeDocument/2006/relationships/hyperlink" Target="https://theoutpost.ai/news-story/google-cloud-s-ai-driven-growth-ceo-reveals-billion-dollar-monetization-strategies-20103/" TargetMode="External"/><Relationship Id="rId2" Type="http://schemas.openxmlformats.org/officeDocument/2006/relationships/notesSlide" Target="../notesSlides/notesSlide81.xml"/><Relationship Id="rId1" Type="http://schemas.openxmlformats.org/officeDocument/2006/relationships/slideLayout" Target="../slideLayouts/slideLayout20.xml"/><Relationship Id="rId5" Type="http://schemas.openxmlformats.org/officeDocument/2006/relationships/hyperlink" Target="https://www.webpronews.com/google-clouds-ai-monetization-drives-10-3b-q2-revenue-106b-backlog/" TargetMode="External"/><Relationship Id="rId4" Type="http://schemas.openxmlformats.org/officeDocument/2006/relationships/hyperlink" Target="https://www.cnbc.com/2025/09/09/google-cloud-chief-details-how-tech-company-is-monetizing-ai.html" TargetMode="External"/></Relationships>
</file>

<file path=ppt/slides/_rels/slide82.xml.rels><?xml version="1.0" encoding="UTF-8"?><Relationships xmlns="http://schemas.openxmlformats.org/package/2006/relationships"><Relationship Id="rId8" Type="http://schemas.openxmlformats.org/officeDocument/2006/relationships/hyperlink" Target="https://www.businessinsider.com/big-tech-ai-capex-infrastructure-data-center-wars-2025-10" TargetMode="External"/><Relationship Id="rId13" Type="http://schemas.openxmlformats.org/officeDocument/2006/relationships/hyperlink" Target="http://about:blank" TargetMode="External"/><Relationship Id="rId3" Type="http://schemas.openxmlformats.org/officeDocument/2006/relationships/hyperlink" Target="https://economictimes.indiatimes.com/news/international/us/tech-giants-to-spend-320-billion-on-ai-in-2025-meta-amazon-alphabet-microsoft-lead-the-race-what-about-apple-tesla-and-nvidia/articleshow/118068850.cms?" TargetMode="External"/><Relationship Id="rId7" Type="http://schemas.openxmlformats.org/officeDocument/2006/relationships/hyperlink" Target="https://investorplace.com/hypergrowthinvesting/2025/11/the-ai-boom-that-wont-quit-big-techs-500-billion-spending-spree/" TargetMode="External"/><Relationship Id="rId12" Type="http://schemas.openxmlformats.org/officeDocument/2006/relationships/hyperlink" Target="https://openai.com/index/announcing-the-stargate-project/" TargetMode="External"/><Relationship Id="rId2" Type="http://schemas.openxmlformats.org/officeDocument/2006/relationships/notesSlide" Target="../notesSlides/notesSlide82.xml"/><Relationship Id="rId16" Type="http://schemas.openxmlformats.org/officeDocument/2006/relationships/image" Target="../media/image104.png"/><Relationship Id="rId1" Type="http://schemas.openxmlformats.org/officeDocument/2006/relationships/slideLayout" Target="../slideLayouts/slideLayout19.xml"/><Relationship Id="rId6" Type="http://schemas.openxmlformats.org/officeDocument/2006/relationships/hyperlink" Target="https://www.reuters.com/markets/big-tech-big-spend-big-returns-2025-11-03/" TargetMode="External"/><Relationship Id="rId11" Type="http://schemas.openxmlformats.org/officeDocument/2006/relationships/hyperlink" Target="https://www.wsj.com/finance/investing/wall-street-ai-spending-bubble-810d270e" TargetMode="External"/><Relationship Id="rId5" Type="http://schemas.openxmlformats.org/officeDocument/2006/relationships/hyperlink" Target="https://www.cnbc.com/2025/09/22/nvidia-openai-data-center.html?" TargetMode="External"/><Relationship Id="rId15" Type="http://schemas.openxmlformats.org/officeDocument/2006/relationships/hyperlink" Target="https://spyglass.org/big-tech-ai-investments/" TargetMode="External"/><Relationship Id="rId10" Type="http://schemas.openxmlformats.org/officeDocument/2006/relationships/hyperlink" Target="https://www.wsj.com/tech/ai/openai-anthropic-profitability-e9f5bcd6" TargetMode="External"/><Relationship Id="rId4" Type="http://schemas.openxmlformats.org/officeDocument/2006/relationships/hyperlink" Target="https://www.statista.com/statistics/988048/nvidia-research-and-development-expenses/?" TargetMode="External"/><Relationship Id="rId9" Type="http://schemas.openxmlformats.org/officeDocument/2006/relationships/hyperlink" Target="https://www.theguardian.com/technology/2025/nov/10/sam-altman-can-openai-profits-keep-pace" TargetMode="External"/><Relationship Id="rId14" Type="http://schemas.openxmlformats.org/officeDocument/2006/relationships/hyperlink" Target="https://dig.watch/updates/oracle-commits-billions-to-expand-ai-infrastructure-in-europe?" TargetMode="External"/></Relationships>
</file>

<file path=ppt/slides/_rels/slide83.xml.rels><?xml version="1.0" encoding="UTF-8"?><Relationships xmlns="http://schemas.openxmlformats.org/package/2006/relationships"><Relationship Id="rId3" Type="http://schemas.openxmlformats.org/officeDocument/2006/relationships/hyperlink" Target="https://sequoiacap.com/article/ais-600b-question/" TargetMode="External"/><Relationship Id="rId2" Type="http://schemas.openxmlformats.org/officeDocument/2006/relationships/notesSlide" Target="../notesSlides/notesSlide83.xml"/><Relationship Id="rId1" Type="http://schemas.openxmlformats.org/officeDocument/2006/relationships/slideLayout" Target="../slideLayouts/slideLayout19.xml"/><Relationship Id="rId4" Type="http://schemas.openxmlformats.org/officeDocument/2006/relationships/hyperlink" Target="https://www.gartner.com/doc/reprints?id=1-2M2CM9RQ&amp;ct=251008&amp;st=sb" TargetMode="External"/></Relationships>
</file>

<file path=ppt/slides/_rels/slide84.xml.rels><?xml version="1.0" encoding="UTF-8"?><Relationships xmlns="http://schemas.openxmlformats.org/package/2006/relationships"><Relationship Id="rId3" Type="http://schemas.openxmlformats.org/officeDocument/2006/relationships/hyperlink" Target="https://sequoiacap.com/article/ais-600b-question/" TargetMode="External"/><Relationship Id="rId2" Type="http://schemas.openxmlformats.org/officeDocument/2006/relationships/notesSlide" Target="../notesSlides/notesSlide84.xml"/><Relationship Id="rId1" Type="http://schemas.openxmlformats.org/officeDocument/2006/relationships/slideLayout" Target="../slideLayouts/slideLayout19.xml"/><Relationship Id="rId4" Type="http://schemas.openxmlformats.org/officeDocument/2006/relationships/hyperlink" Target="https://www.gartner.com/doc/reprints?id=1-2M2CM9RQ&amp;ct=251008&amp;st=sb" TargetMode="External"/></Relationships>
</file>

<file path=ppt/slides/_rels/slide85.xml.rels><?xml version="1.0" encoding="UTF-8"?><Relationships xmlns="http://schemas.openxmlformats.org/package/2006/relationships"><Relationship Id="rId3" Type="http://schemas.openxmlformats.org/officeDocument/2006/relationships/hyperlink" Target="https://www.wsj.com/tech/ai/openai-anthropic-profitability-e9f5bcd6" TargetMode="External"/><Relationship Id="rId2" Type="http://schemas.openxmlformats.org/officeDocument/2006/relationships/notesSlide" Target="../notesSlides/notesSlide85.xml"/><Relationship Id="rId1" Type="http://schemas.openxmlformats.org/officeDocument/2006/relationships/slideLayout" Target="../slideLayouts/slideLayout19.xml"/><Relationship Id="rId6" Type="http://schemas.openxmlformats.org/officeDocument/2006/relationships/chart" Target="../charts/chart61.xml"/><Relationship Id="rId5" Type="http://schemas.openxmlformats.org/officeDocument/2006/relationships/hyperlink" Target="https://www.emarketer.com/content/openai-forecast-143-billion-loss-raises-stakes-ai-monetization" TargetMode="External"/><Relationship Id="rId4" Type="http://schemas.openxmlformats.org/officeDocument/2006/relationships/hyperlink" Target="https://techcrunch.com/2025/11/04/anthropic-expects-b2b-demand-to-boost-revenue-to-70b-in-2028-report/" TargetMode="External"/></Relationships>
</file>

<file path=ppt/slides/_rels/slide86.xml.rels><?xml version="1.0" encoding="UTF-8"?><Relationships xmlns="http://schemas.openxmlformats.org/package/2006/relationships"><Relationship Id="rId3" Type="http://schemas.openxmlformats.org/officeDocument/2006/relationships/hyperlink" Target="https://www.hyland.com/en/resources/analyst-reports/gartner-hype-cycle-ai" TargetMode="External"/><Relationship Id="rId2" Type="http://schemas.openxmlformats.org/officeDocument/2006/relationships/notesSlide" Target="../notesSlides/notesSlide86.xml"/><Relationship Id="rId1" Type="http://schemas.openxmlformats.org/officeDocument/2006/relationships/slideLayout" Target="../slideLayouts/slideLayout19.xml"/><Relationship Id="rId6" Type="http://schemas.openxmlformats.org/officeDocument/2006/relationships/image" Target="../media/image107.png"/><Relationship Id="rId5" Type="http://schemas.openxmlformats.org/officeDocument/2006/relationships/image" Target="../media/image106.png"/><Relationship Id="rId4" Type="http://schemas.openxmlformats.org/officeDocument/2006/relationships/image" Target="../media/image105.png"/></Relationships>
</file>

<file path=ppt/slides/_rels/slide87.xml.rels><?xml version="1.0" encoding="UTF-8"?><Relationships xmlns="http://schemas.openxmlformats.org/package/2006/relationships"><Relationship Id="rId3" Type="http://schemas.openxmlformats.org/officeDocument/2006/relationships/hyperlink" Target="https://www.forbes.com/sites/kolawolesamueladebayo/2025/10/29/the-rise-of-the-ai-inference-economy/" TargetMode="External"/><Relationship Id="rId2" Type="http://schemas.openxmlformats.org/officeDocument/2006/relationships/notesSlide" Target="../notesSlides/notesSlide87.xml"/><Relationship Id="rId1" Type="http://schemas.openxmlformats.org/officeDocument/2006/relationships/slideLayout" Target="../slideLayouts/slideLayout19.xml"/></Relationships>
</file>

<file path=ppt/slides/_rels/slide88.xml.rels><?xml version="1.0" encoding="UTF-8"?><Relationships xmlns="http://schemas.openxmlformats.org/package/2006/relationships"><Relationship Id="rId8" Type="http://schemas.openxmlformats.org/officeDocument/2006/relationships/image" Target="../media/image113.png"/><Relationship Id="rId3" Type="http://schemas.openxmlformats.org/officeDocument/2006/relationships/image" Target="../media/image108.png"/><Relationship Id="rId7" Type="http://schemas.openxmlformats.org/officeDocument/2006/relationships/image" Target="../media/image112.png"/><Relationship Id="rId2" Type="http://schemas.openxmlformats.org/officeDocument/2006/relationships/notesSlide" Target="../notesSlides/notesSlide88.xml"/><Relationship Id="rId1" Type="http://schemas.openxmlformats.org/officeDocument/2006/relationships/slideLayout" Target="../slideLayouts/slideLayout19.xml"/><Relationship Id="rId6" Type="http://schemas.openxmlformats.org/officeDocument/2006/relationships/image" Target="../media/image111.png"/><Relationship Id="rId5" Type="http://schemas.openxmlformats.org/officeDocument/2006/relationships/image" Target="../media/image110.png"/><Relationship Id="rId4" Type="http://schemas.openxmlformats.org/officeDocument/2006/relationships/image" Target="../media/image109.png"/><Relationship Id="rId9" Type="http://schemas.openxmlformats.org/officeDocument/2006/relationships/hyperlink" Target="https://www.forbes.com/sites/kolawolesamueladebayo/2025/10/29/the-rise-of-the-ai-inference-economy/" TargetMode="External"/></Relationships>
</file>

<file path=ppt/slides/_rels/slide89.xml.rels><?xml version="1.0" encoding="UTF-8"?><Relationships xmlns="http://schemas.openxmlformats.org/package/2006/relationships"><Relationship Id="rId8" Type="http://schemas.openxmlformats.org/officeDocument/2006/relationships/image" Target="../media/image118.png"/><Relationship Id="rId3" Type="http://schemas.openxmlformats.org/officeDocument/2006/relationships/hyperlink" Target="https://www.ft.com/content/decc6853-4fff-448c-b1c3-be8824ab511f" TargetMode="External"/><Relationship Id="rId7" Type="http://schemas.openxmlformats.org/officeDocument/2006/relationships/image" Target="../media/image117.png"/><Relationship Id="rId2" Type="http://schemas.openxmlformats.org/officeDocument/2006/relationships/notesSlide" Target="../notesSlides/notesSlide89.xml"/><Relationship Id="rId1" Type="http://schemas.openxmlformats.org/officeDocument/2006/relationships/slideLayout" Target="../slideLayouts/slideLayout20.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114.png"/><Relationship Id="rId9" Type="http://schemas.openxmlformats.org/officeDocument/2006/relationships/image" Target="../media/image119.png"/></Relationships>
</file>

<file path=ppt/slides/_rels/slide90.xml.rels><?xml version="1.0" encoding="UTF-8"?><Relationships xmlns="http://schemas.openxmlformats.org/package/2006/relationships"><Relationship Id="rId3" Type="http://schemas.openxmlformats.org/officeDocument/2006/relationships/hyperlink" Target="https://www.mckinsey.com/capabilities/growth-marketing-and-sales/our-insights/new-front-door-to-the-internet-winning-in-the-age-of-ai-search" TargetMode="External"/><Relationship Id="rId2" Type="http://schemas.openxmlformats.org/officeDocument/2006/relationships/notesSlide" Target="../notesSlides/notesSlide90.xml"/><Relationship Id="rId1" Type="http://schemas.openxmlformats.org/officeDocument/2006/relationships/slideLayout" Target="../slideLayouts/slideLayout19.xml"/></Relationships>
</file>

<file path=ppt/slides/_rels/slide91.xml.rels><?xml version="1.0" encoding="UTF-8"?><Relationships xmlns="http://schemas.openxmlformats.org/package/2006/relationships"><Relationship Id="rId3" Type="http://schemas.openxmlformats.org/officeDocument/2006/relationships/hyperlink" Target="https://www.mckinsey.com/capabilities/growth-marketing-and-sales/our-insights/new-front-door-to-the-internet-winning-in-the-age-of-ai-search" TargetMode="External"/><Relationship Id="rId2" Type="http://schemas.openxmlformats.org/officeDocument/2006/relationships/notesSlide" Target="../notesSlides/notesSlide91.xml"/><Relationship Id="rId1" Type="http://schemas.openxmlformats.org/officeDocument/2006/relationships/slideLayout" Target="../slideLayouts/slideLayout19.xml"/><Relationship Id="rId5" Type="http://schemas.openxmlformats.org/officeDocument/2006/relationships/chart" Target="../charts/chart62.xml"/><Relationship Id="rId4" Type="http://schemas.openxmlformats.org/officeDocument/2006/relationships/hyperlink" Target="https://searchengineland.com/guide/seo-vs-geo-is-wrong" TargetMode="External"/></Relationships>
</file>

<file path=ppt/slides/_rels/slide92.xml.rels><?xml version="1.0" encoding="UTF-8"?><Relationships xmlns="http://schemas.openxmlformats.org/package/2006/relationships"><Relationship Id="rId8" Type="http://schemas.openxmlformats.org/officeDocument/2006/relationships/hyperlink" Target="https://www.nngroup.com/articles/ai-changing-search-behaviors/" TargetMode="External"/><Relationship Id="rId3" Type="http://schemas.openxmlformats.org/officeDocument/2006/relationships/hyperlink" Target="https://answerenginejournal.com/guide/foundations/introduction-to-aeo" TargetMode="External"/><Relationship Id="rId7" Type="http://schemas.openxmlformats.org/officeDocument/2006/relationships/hyperlink" Target="https://exposureninja.com/blog/ai-search-optimisation-vs-seo/" TargetMode="External"/><Relationship Id="rId12" Type="http://schemas.openxmlformats.org/officeDocument/2006/relationships/hyperlink" Target="https://econsultancy.com/geo-aeo-seo-terminology-ai-search-strategy-changing/" TargetMode="External"/><Relationship Id="rId2" Type="http://schemas.openxmlformats.org/officeDocument/2006/relationships/notesSlide" Target="../notesSlides/notesSlide92.xml"/><Relationship Id="rId1" Type="http://schemas.openxmlformats.org/officeDocument/2006/relationships/slideLayout" Target="../slideLayouts/slideLayout19.xml"/><Relationship Id="rId6" Type="http://schemas.openxmlformats.org/officeDocument/2006/relationships/hyperlink" Target="https://builtin.com/articles/generative-engine-optimization-new-seo" TargetMode="External"/><Relationship Id="rId11" Type="http://schemas.openxmlformats.org/officeDocument/2006/relationships/hyperlink" Target="https://www.wsj.com/podcasts/google-news-update/ai-changes-the-seo-game-for-marketers/26b18ecc-d4d0-44e6-9beb-58e3ff9b3ef2" TargetMode="External"/><Relationship Id="rId5" Type="http://schemas.openxmlformats.org/officeDocument/2006/relationships/hyperlink" Target="https://www.greenbook.org/insights/consumer-behavior/geo-from-search-to-answers-the-shifting-landscape-of-digital-consumer-journeys" TargetMode="External"/><Relationship Id="rId10" Type="http://schemas.openxmlformats.org/officeDocument/2006/relationships/hyperlink" Target="https://www.bcg.com/x/the-multiplier/the-future-of-discoverability" TargetMode="External"/><Relationship Id="rId4" Type="http://schemas.openxmlformats.org/officeDocument/2006/relationships/hyperlink" Target="https://owdt.com/article/what-is-answer-engine-optimization" TargetMode="External"/><Relationship Id="rId9" Type="http://schemas.openxmlformats.org/officeDocument/2006/relationships/hyperlink" Target="https://www.semrush.com/blog/ai-search-optimization/" TargetMode="External"/></Relationships>
</file>

<file path=ppt/slides/_rels/slide93.xml.rels><?xml version="1.0" encoding="UTF-8"?><Relationships xmlns="http://schemas.openxmlformats.org/package/2006/relationships"><Relationship Id="rId8" Type="http://schemas.openxmlformats.org/officeDocument/2006/relationships/hyperlink" Target="https://www.sciencedirect.com/science/article/abs/pii/S1094996819300970?utm_source=chatgpt.com" TargetMode="External"/><Relationship Id="rId13" Type="http://schemas.openxmlformats.org/officeDocument/2006/relationships/hyperlink" Target="https://www.forbes.com/sites/kolawolesamueladebayo/2025/10/29/the-rise-of-the-ai-inference-economy/" TargetMode="External"/><Relationship Id="rId18" Type="http://schemas.openxmlformats.org/officeDocument/2006/relationships/hyperlink" Target="https://www.washingtonpost.com/technology/2025/12/05/chatgpt-ai-gemini-competition/" TargetMode="External"/><Relationship Id="rId3" Type="http://schemas.openxmlformats.org/officeDocument/2006/relationships/hyperlink" Target="https://reutersinstitute.politics.ox.ac.uk/news/newspaper-paywalls-slowly-increasing-online-news-still-mostly-free" TargetMode="External"/><Relationship Id="rId7" Type="http://schemas.openxmlformats.org/officeDocument/2006/relationships/hyperlink" Target="https://papers.ssrn.com/sol3/papers.cfm?abstract_id=2916820" TargetMode="External"/><Relationship Id="rId12" Type="http://schemas.openxmlformats.org/officeDocument/2006/relationships/hyperlink" Target="https://musosoup.com/blog/how-much-do-artists-make-on-spotify" TargetMode="External"/><Relationship Id="rId17" Type="http://schemas.openxmlformats.org/officeDocument/2006/relationships/hyperlink" Target="https://www.musicbusinessworldwide.com/spotify-posts-680m-operating-profit-for-q3-as-subscriber-base-grows-by-5m-to-281m-paying-users/" TargetMode="External"/><Relationship Id="rId2" Type="http://schemas.openxmlformats.org/officeDocument/2006/relationships/notesSlide" Target="../notesSlides/notesSlide93.xml"/><Relationship Id="rId16" Type="http://schemas.openxmlformats.org/officeDocument/2006/relationships/hyperlink" Target="https://www.investing.com/news/company-news/new-york-times-q3-2025-slides-digital-growth-drives-26-profit-increase-93CH-4334007" TargetMode="External"/><Relationship Id="rId1" Type="http://schemas.openxmlformats.org/officeDocument/2006/relationships/slideLayout" Target="../slideLayouts/slideLayout19.xml"/><Relationship Id="rId6" Type="http://schemas.openxmlformats.org/officeDocument/2006/relationships/hyperlink" Target="https://nerdynav.com/chatgpt-statistics/" TargetMode="External"/><Relationship Id="rId11" Type="http://schemas.openxmlformats.org/officeDocument/2006/relationships/hyperlink" Target="https://artists.spotify.com/royalties-guide" TargetMode="External"/><Relationship Id="rId5" Type="http://schemas.openxmlformats.org/officeDocument/2006/relationships/hyperlink" Target="https://www.demandsage.com/chatgpt-statistics/" TargetMode="External"/><Relationship Id="rId15" Type="http://schemas.openxmlformats.org/officeDocument/2006/relationships/hyperlink" Target="https://arxiv.org/html/2510.26136v1" TargetMode="External"/><Relationship Id="rId10" Type="http://schemas.openxmlformats.org/officeDocument/2006/relationships/hyperlink" Target="https://www.kosignmusic.com/blog/how-much-do-artists-make-on-spotify-a-deep-dive-into-streaming-royalties" TargetMode="External"/><Relationship Id="rId19" Type="http://schemas.openxmlformats.org/officeDocument/2006/relationships/hyperlink" Target="https://www.theregister.com/2025/10/15/openais_chatgpt_popular_few_pay/" TargetMode="External"/><Relationship Id="rId4" Type="http://schemas.openxmlformats.org/officeDocument/2006/relationships/hyperlink" Target="https://explodingtopics.com/blog/music-streaming-stats" TargetMode="External"/><Relationship Id="rId9" Type="http://schemas.openxmlformats.org/officeDocument/2006/relationships/hyperlink" Target="https://yougov.com/en-us/articles/50070-expectations-for-spotifys-second-price-increase-in-two-years" TargetMode="External"/><Relationship Id="rId14" Type="http://schemas.openxmlformats.org/officeDocument/2006/relationships/hyperlink" Target="https://developer.nvidia.com/blog/llm-inference-benchmarking-how-much-does-your-llm-inference-cost/" TargetMode="External"/></Relationships>
</file>

<file path=ppt/slides/_rels/slide94.xml.rels><?xml version="1.0" encoding="UTF-8"?><Relationships xmlns="http://schemas.openxmlformats.org/package/2006/relationships"><Relationship Id="rId8" Type="http://schemas.openxmlformats.org/officeDocument/2006/relationships/hyperlink" Target="https://nscreenmedia.com/netflixs-3b-ad-boom-a-success-or-half-the-story/" TargetMode="External"/><Relationship Id="rId13" Type="http://schemas.openxmlformats.org/officeDocument/2006/relationships/image" Target="../media/image124.png"/><Relationship Id="rId18" Type="http://schemas.openxmlformats.org/officeDocument/2006/relationships/image" Target="../media/image129.png"/><Relationship Id="rId3" Type="http://schemas.openxmlformats.org/officeDocument/2006/relationships/hyperlink" Target="https://www.businessinsider.com/netflix-chart-win-back-canceled-subscribers-2025-2" TargetMode="External"/><Relationship Id="rId7" Type="http://schemas.openxmlformats.org/officeDocument/2006/relationships/hyperlink" Target="https://www.reuters.com/business/media-telecom/netflixs-ad-supported-tier-hits-70-million-users-2024-11-12/" TargetMode="External"/><Relationship Id="rId12" Type="http://schemas.openxmlformats.org/officeDocument/2006/relationships/image" Target="../media/image123.png"/><Relationship Id="rId17" Type="http://schemas.openxmlformats.org/officeDocument/2006/relationships/image" Target="../media/image128.png"/><Relationship Id="rId2" Type="http://schemas.openxmlformats.org/officeDocument/2006/relationships/notesSlide" Target="../notesSlides/notesSlide94.xml"/><Relationship Id="rId16" Type="http://schemas.openxmlformats.org/officeDocument/2006/relationships/image" Target="../media/image127.png"/><Relationship Id="rId1" Type="http://schemas.openxmlformats.org/officeDocument/2006/relationships/slideLayout" Target="../slideLayouts/slideLayout19.xml"/><Relationship Id="rId6" Type="http://schemas.openxmlformats.org/officeDocument/2006/relationships/hyperlink" Target="https://www.demandsage.com/netflix-subscribers/" TargetMode="External"/><Relationship Id="rId11" Type="http://schemas.openxmlformats.org/officeDocument/2006/relationships/image" Target="../media/image122.png"/><Relationship Id="rId5" Type="http://schemas.openxmlformats.org/officeDocument/2006/relationships/hyperlink" Target="https://www.euronews.com/business/2025/04/18/netflix-profit-jumps-as-price-hikes-and-subscription-growth-beat-expectations" TargetMode="External"/><Relationship Id="rId15" Type="http://schemas.openxmlformats.org/officeDocument/2006/relationships/image" Target="../media/image126.png"/><Relationship Id="rId10" Type="http://schemas.openxmlformats.org/officeDocument/2006/relationships/image" Target="../media/image121.png"/><Relationship Id="rId4" Type="http://schemas.openxmlformats.org/officeDocument/2006/relationships/hyperlink" Target="https://www.latimes.com/entertainment-arts/business/story/2025-01-21/netflix-releases-fourth-quarter-earnings-results" TargetMode="External"/><Relationship Id="rId9" Type="http://schemas.openxmlformats.org/officeDocument/2006/relationships/image" Target="../media/image120.png"/><Relationship Id="rId14" Type="http://schemas.openxmlformats.org/officeDocument/2006/relationships/image" Target="../media/image125.png"/></Relationships>
</file>

<file path=ppt/slides/_rels/slide95.xml.rels><?xml version="1.0" encoding="UTF-8"?><Relationships xmlns="http://schemas.openxmlformats.org/package/2006/relationships"><Relationship Id="rId8" Type="http://schemas.openxmlformats.org/officeDocument/2006/relationships/hyperlink" Target="https://www.emarketer.com/content/amazon-prime-videos-2024-ad-launch-turned-streaming-on-its-head" TargetMode="External"/><Relationship Id="rId3" Type="http://schemas.openxmlformats.org/officeDocument/2006/relationships/hyperlink" Target="https://www.advanced-television.com/2025/04/17/report-88-of-prime-video-subs-on-ad-supported-plans/" TargetMode="External"/><Relationship Id="rId7" Type="http://schemas.openxmlformats.org/officeDocument/2006/relationships/hyperlink" Target="https://www.subscriptioninsider.com/article-type/news/prime-video-claims-315-million-monthly-ad-supported-viewers-surpassing-netflix-in-global-ad-reach" TargetMode="External"/><Relationship Id="rId2" Type="http://schemas.openxmlformats.org/officeDocument/2006/relationships/notesSlide" Target="../notesSlides/notesSlide95.xml"/><Relationship Id="rId1" Type="http://schemas.openxmlformats.org/officeDocument/2006/relationships/slideLayout" Target="../slideLayouts/slideLayout19.xml"/><Relationship Id="rId6" Type="http://schemas.openxmlformats.org/officeDocument/2006/relationships/hyperlink" Target="https://www.media-marketing.com/en/news/amazon-doubles-prime-video-ads-to-6-minutes-per-hour/" TargetMode="External"/><Relationship Id="rId5" Type="http://schemas.openxmlformats.org/officeDocument/2006/relationships/hyperlink" Target="https://www.tvtechnology.com/news/forecast-amazon-prime-video-advertising-to-hit-usd806-million-in-2025" TargetMode="External"/><Relationship Id="rId4" Type="http://schemas.openxmlformats.org/officeDocument/2006/relationships/hyperlink" Target="https://www.advertonclick.com/news/view/forecast-amazon-prime-video-advertising-to-hit-806-million-in-2025" TargetMode="External"/></Relationships>
</file>

<file path=ppt/slides/_rels/slide96.xml.rels><?xml version="1.0" encoding="UTF-8"?><Relationships xmlns="http://schemas.openxmlformats.org/package/2006/relationships"><Relationship Id="rId8" Type="http://schemas.openxmlformats.org/officeDocument/2006/relationships/hyperlink" Target="https://www.evergreen.media/en/guide/seo-this-year" TargetMode="External"/><Relationship Id="rId13" Type="http://schemas.openxmlformats.org/officeDocument/2006/relationships/hyperlink" Target="https://pressgazette.co.uk/media-audience-and-business-data/google-traffic-down-2025-trends-report-2026/" TargetMode="External"/><Relationship Id="rId3" Type="http://schemas.openxmlformats.org/officeDocument/2006/relationships/hyperlink" Target="https://s206.q4cdn.com/479360582/files/doc_events/2026/Feb/04/2025_Q4_Earnings_Transcript.pdf" TargetMode="External"/><Relationship Id="rId7" Type="http://schemas.openxmlformats.org/officeDocument/2006/relationships/hyperlink" Target="https://searchengineland.com/ai-search-visibility-seo-predictions-2026-468042" TargetMode="External"/><Relationship Id="rId12" Type="http://schemas.openxmlformats.org/officeDocument/2006/relationships/hyperlink" Target="https://www.getpassionfruit.com/blog/how-desktop-and-mobile-influence-ai-search-traffic-referrals" TargetMode="External"/><Relationship Id="rId2" Type="http://schemas.openxmlformats.org/officeDocument/2006/relationships/notesSlide" Target="../notesSlides/notesSlide96.xml"/><Relationship Id="rId16" Type="http://schemas.openxmlformats.org/officeDocument/2006/relationships/hyperlink" Target="https://www.barrons.com/news/ai-search-pushing-an-already-weakened-media-ecosystem-to-the-brink-fc37e293" TargetMode="External"/><Relationship Id="rId1" Type="http://schemas.openxmlformats.org/officeDocument/2006/relationships/slideLayout" Target="../slideLayouts/slideLayout19.xml"/><Relationship Id="rId6" Type="http://schemas.openxmlformats.org/officeDocument/2006/relationships/hyperlink" Target="https://www.forbes.com/sites/catherineerdly/2026/02/22/a-2026-guide-to-getting-agentic-ai-to-recommend-your-e-commerce-site" TargetMode="External"/><Relationship Id="rId11" Type="http://schemas.openxmlformats.org/officeDocument/2006/relationships/hyperlink" Target="https://www.forbes.com/sites/ronschmelzer/2026/01/08/ces-2026-makes-one-thing-clear-ais-next-interface-is-you/?utm_source=chatgpt.com" TargetMode="External"/><Relationship Id="rId5" Type="http://schemas.openxmlformats.org/officeDocument/2006/relationships/hyperlink" Target="https://www.gartner.com/en/newsroom/press-releases/2024-02-19-gartner-predicts-search-engine-volume-will-drop-25-percent-by-2026-due-to-ai-chatbots-and-other-virtual-agents" TargetMode="External"/><Relationship Id="rId15" Type="http://schemas.openxmlformats.org/officeDocument/2006/relationships/hyperlink" Target="https://uk.themedialeader.com/death-of-the-website-publishers-wrestle-with-the-need-to-reinvent-in-ai-era/" TargetMode="External"/><Relationship Id="rId10" Type="http://schemas.openxmlformats.org/officeDocument/2006/relationships/hyperlink" Target="https://www.adthena.com/resources/blog/ai-search-predictions-2026-from-search-results-to-life-outcomes/" TargetMode="External"/><Relationship Id="rId4" Type="http://schemas.openxmlformats.org/officeDocument/2006/relationships/hyperlink" Target="https://www.mckinsey.com/capabilities/growth-marketing-and-sales/our-insights/new-front-door-to-the-internet-winning-in-the-age-of-ai-search" TargetMode="External"/><Relationship Id="rId9" Type="http://schemas.openxmlformats.org/officeDocument/2006/relationships/hyperlink" Target="https://www.aicerts.ai/news/seven-2025-ar-trends-collision-reshaping-global-xr/" TargetMode="External"/><Relationship Id="rId14" Type="http://schemas.openxmlformats.org/officeDocument/2006/relationships/hyperlink" Target="https://www.theguardian.com/media/2025/sep/06/existential-crisis-google-use-ai-search-upended-web-publishers-models" TargetMode="External"/></Relationships>
</file>

<file path=ppt/slides/_rels/slide97.xml.rels><?xml version="1.0" encoding="UTF-8"?><Relationships xmlns="http://schemas.openxmlformats.org/package/2006/relationships"><Relationship Id="rId3" Type="http://schemas.openxmlformats.org/officeDocument/2006/relationships/hyperlink" Target="https://www.forbes.com/sites/catherineerdly/2026/02/22/a-2026-guide-to-getting-agentic-ai-to-recommend-your-e-commerce-site" TargetMode="External"/><Relationship Id="rId2" Type="http://schemas.openxmlformats.org/officeDocument/2006/relationships/notesSlide" Target="../notesSlides/notesSlide97.xml"/><Relationship Id="rId1" Type="http://schemas.openxmlformats.org/officeDocument/2006/relationships/slideLayout" Target="../slideLayouts/slideLayout19.xml"/><Relationship Id="rId5" Type="http://schemas.openxmlformats.org/officeDocument/2006/relationships/hyperlink" Target="https://www.evergreen.media/en/guide/seo-this-year" TargetMode="External"/><Relationship Id="rId4" Type="http://schemas.openxmlformats.org/officeDocument/2006/relationships/hyperlink" Target="https://searchengineland.com/ai-search-visibility-seo-predictions-2026-468042" TargetMode="External"/></Relationships>
</file>

<file path=ppt/slides/_rels/slide98.xml.rels><?xml version="1.0" encoding="UTF-8"?><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19.xml"/></Relationships>
</file>

<file path=ppt/slides/_rels/slide99.xml.rels><?xml version="1.0" encoding="UTF-8"?><Relationships xmlns="http://schemas.openxmlformats.org/package/2006/relationships"><Relationship Id="rId8" Type="http://schemas.openxmlformats.org/officeDocument/2006/relationships/hyperlink" Target="https://www.forbes.com/sites/ronschmelzer/2026/01/08/ces-2026-makes-one-thing-clear-ais-next-interface-is-you/" TargetMode="External"/><Relationship Id="rId13" Type="http://schemas.openxmlformats.org/officeDocument/2006/relationships/chart" Target="../charts/chart63.xml"/><Relationship Id="rId3" Type="http://schemas.openxmlformats.org/officeDocument/2006/relationships/hyperlink" Target="https://www.adthena.com/resources/blog/ai-search-predictions-2026-from-search-results-to-life-outcomes/" TargetMode="External"/><Relationship Id="rId7" Type="http://schemas.openxmlformats.org/officeDocument/2006/relationships/hyperlink" Target="https://www.aicerts.ai/news/seven-2025-ar-trends-collision-reshaping-global-xr/" TargetMode="External"/><Relationship Id="rId12" Type="http://schemas.openxmlformats.org/officeDocument/2006/relationships/image" Target="../media/image133.png"/><Relationship Id="rId17" Type="http://schemas.openxmlformats.org/officeDocument/2006/relationships/image" Target="../media/image137.png"/><Relationship Id="rId2" Type="http://schemas.openxmlformats.org/officeDocument/2006/relationships/notesSlide" Target="../notesSlides/notesSlide99.xml"/><Relationship Id="rId16" Type="http://schemas.openxmlformats.org/officeDocument/2006/relationships/image" Target="../media/image136.png"/><Relationship Id="rId1" Type="http://schemas.openxmlformats.org/officeDocument/2006/relationships/slideLayout" Target="../slideLayouts/slideLayout19.xml"/><Relationship Id="rId6" Type="http://schemas.openxmlformats.org/officeDocument/2006/relationships/hyperlink" Target="https://counterpointresearch.com/en/insights/post-insight-research-briefs-blogs-global-smart-glasses-shipments-soared-110-yoy-in-h1-2025-with-meta-capturing-over-70-share" TargetMode="External"/><Relationship Id="rId11" Type="http://schemas.openxmlformats.org/officeDocument/2006/relationships/image" Target="../media/image132.png"/><Relationship Id="rId5" Type="http://schemas.openxmlformats.org/officeDocument/2006/relationships/hyperlink" Target="https://www.meticulousresearch.com/product/wearable-ai-devices-market-4981#:~:text=Asia%2DPacific%20is%20projected%20to,period%20from%202026%20to%202036." TargetMode="External"/><Relationship Id="rId15" Type="http://schemas.openxmlformats.org/officeDocument/2006/relationships/image" Target="../media/image135.png"/><Relationship Id="rId10" Type="http://schemas.openxmlformats.org/officeDocument/2006/relationships/image" Target="../media/image131.png"/><Relationship Id="rId4" Type="http://schemas.openxmlformats.org/officeDocument/2006/relationships/hyperlink" Target="https://www.cnbc.com/2025/07/28/ray-ban-meta-revenue-tripled-essilorluxottica.html" TargetMode="External"/><Relationship Id="rId9" Type="http://schemas.openxmlformats.org/officeDocument/2006/relationships/image" Target="../media/image130.png"/><Relationship Id="rId14" Type="http://schemas.openxmlformats.org/officeDocument/2006/relationships/image" Target="../media/image134.png"/></Relationships>
</file>

<file path=ppt/slides/_rels/slide100.xml.rels><?xml version="1.0" encoding="UTF-8"?><Relationships xmlns="http://schemas.openxmlformats.org/package/2006/relationships"><Relationship Id="rId8" Type="http://schemas.openxmlformats.org/officeDocument/2006/relationships/hyperlink" Target="https://developers.google.com/search/docs/crawling-indexing/mobile/mobile-sites-mobile-first-indexing?hl=pt-br" TargetMode="External"/><Relationship Id="rId13" Type="http://schemas.openxmlformats.org/officeDocument/2006/relationships/image" Target="../media/image139.png"/><Relationship Id="rId18" Type="http://schemas.openxmlformats.org/officeDocument/2006/relationships/image" Target="../media/image144.png"/><Relationship Id="rId3" Type="http://schemas.openxmlformats.org/officeDocument/2006/relationships/hyperlink" Target="https://support.google.com/websearch/thread/354275509/why-are-search-results-different-on-mobile-vs-desktop?hl=en" TargetMode="External"/><Relationship Id="rId7" Type="http://schemas.openxmlformats.org/officeDocument/2006/relationships/hyperlink" Target="https://policies.google.com/technologies/location-data" TargetMode="External"/><Relationship Id="rId12" Type="http://schemas.openxmlformats.org/officeDocument/2006/relationships/image" Target="../media/image138.png"/><Relationship Id="rId17" Type="http://schemas.openxmlformats.org/officeDocument/2006/relationships/image" Target="../media/image143.png"/><Relationship Id="rId2" Type="http://schemas.openxmlformats.org/officeDocument/2006/relationships/notesSlide" Target="../notesSlides/notesSlide100.xml"/><Relationship Id="rId16" Type="http://schemas.openxmlformats.org/officeDocument/2006/relationships/image" Target="../media/image142.png"/><Relationship Id="rId1" Type="http://schemas.openxmlformats.org/officeDocument/2006/relationships/slideLayout" Target="../slideLayouts/slideLayout19.xml"/><Relationship Id="rId6" Type="http://schemas.openxmlformats.org/officeDocument/2006/relationships/hyperlink" Target="https://myaccount.google.com/yourdata/search" TargetMode="External"/><Relationship Id="rId11" Type="http://schemas.openxmlformats.org/officeDocument/2006/relationships/hyperlink" Target="https://gofishdigital.com/blog/location-based-search-results/" TargetMode="External"/><Relationship Id="rId5" Type="http://schemas.openxmlformats.org/officeDocument/2006/relationships/hyperlink" Target="https://support.google.com/websearch/answer/12410098" TargetMode="External"/><Relationship Id="rId15" Type="http://schemas.openxmlformats.org/officeDocument/2006/relationships/image" Target="../media/image141.png"/><Relationship Id="rId10" Type="http://schemas.openxmlformats.org/officeDocument/2006/relationships/hyperlink" Target="https://www.matrixinternet.ie/google-differ-mobile-and-desktop/" TargetMode="External"/><Relationship Id="rId19" Type="http://schemas.openxmlformats.org/officeDocument/2006/relationships/image" Target="../media/image145.png"/><Relationship Id="rId4" Type="http://schemas.openxmlformats.org/officeDocument/2006/relationships/hyperlink" Target="https://serpapi.com/blog/how-location-affects-serp-results/" TargetMode="External"/><Relationship Id="rId9" Type="http://schemas.openxmlformats.org/officeDocument/2006/relationships/hyperlink" Target="https://support.google.com/websearch/answer/12412910" TargetMode="External"/><Relationship Id="rId14" Type="http://schemas.openxmlformats.org/officeDocument/2006/relationships/image" Target="../media/image140.png"/></Relationships>
</file>

<file path=ppt/slides/_rels/slide101.xml.rels><?xml version="1.0" encoding="UTF-8"?><Relationships xmlns="http://schemas.openxmlformats.org/package/2006/relationships"><Relationship Id="rId3" Type="http://schemas.openxmlformats.org/officeDocument/2006/relationships/hyperlink" Target="https://abc.xyz/investor/" TargetMode="External"/><Relationship Id="rId2" Type="http://schemas.openxmlformats.org/officeDocument/2006/relationships/notesSlide" Target="../notesSlides/notesSlide101.xml"/><Relationship Id="rId1" Type="http://schemas.openxmlformats.org/officeDocument/2006/relationships/slideLayout" Target="../slideLayouts/slideLayout19.xml"/><Relationship Id="rId5" Type="http://schemas.openxmlformats.org/officeDocument/2006/relationships/chart" Target="../charts/chart64.xml"/><Relationship Id="rId4" Type="http://schemas.openxmlformats.org/officeDocument/2006/relationships/hyperlink" Target="https://s206.q4cdn.com/479360582/files/doc_events/2026/Feb/04/2025_Q4_Earnings_Transcript.pdf" TargetMode="External"/></Relationships>
</file>

<file path=ppt/slides/_rels/slide102.xml.rels><?xml version="1.0" encoding="UTF-8"?><Relationships xmlns="http://schemas.openxmlformats.org/package/2006/relationships"><Relationship Id="rId8" Type="http://schemas.openxmlformats.org/officeDocument/2006/relationships/hyperlink" Target="https://www.semrush.com/blog/google-search-statistics/" TargetMode="External"/><Relationship Id="rId3" Type="http://schemas.openxmlformats.org/officeDocument/2006/relationships/hyperlink" Target="https://www.statista.com/statistics/266249/advertising-revenue-of-google/" TargetMode="External"/><Relationship Id="rId7" Type="http://schemas.openxmlformats.org/officeDocument/2006/relationships/hyperlink" Target="https://s206.q4cdn.com/479360582/files/doc_financials/2024/q4/goog-10-k-2024.pdf" TargetMode="External"/><Relationship Id="rId2" Type="http://schemas.openxmlformats.org/officeDocument/2006/relationships/notesSlide" Target="../notesSlides/notesSlide102.xml"/><Relationship Id="rId1" Type="http://schemas.openxmlformats.org/officeDocument/2006/relationships/slideLayout" Target="../slideLayouts/slideLayout19.xml"/><Relationship Id="rId6" Type="http://schemas.openxmlformats.org/officeDocument/2006/relationships/hyperlink" Target="https://www.oberlo.com/statistics/google-ad-revenue" TargetMode="External"/><Relationship Id="rId5" Type="http://schemas.openxmlformats.org/officeDocument/2006/relationships/hyperlink" Target="https://www.demandsage.com/google-ads-statistics/" TargetMode="External"/><Relationship Id="rId4" Type="http://schemas.openxmlformats.org/officeDocument/2006/relationships/hyperlink" Target="https://www.statista.com/statistics/267606/quarterly-revenue-of-google/" TargetMode="External"/><Relationship Id="rId9" Type="http://schemas.openxmlformats.org/officeDocument/2006/relationships/hyperlink" Target="https://s206.q4cdn.com/479360582/files/doc_financials/2025/q4/GOOG-10-K-2025.pdf" TargetMode="External"/></Relationships>
</file>

<file path=ppt/slides/_rels/slide103.xml.rels><?xml version="1.0" encoding="UTF-8"?><Relationships xmlns="http://schemas.openxmlformats.org/package/2006/relationships"><Relationship Id="rId8" Type="http://schemas.openxmlformats.org/officeDocument/2006/relationships/image" Target="../media/image146.png"/><Relationship Id="rId13" Type="http://schemas.openxmlformats.org/officeDocument/2006/relationships/image" Target="../media/image151.png"/><Relationship Id="rId3" Type="http://schemas.openxmlformats.org/officeDocument/2006/relationships/hyperlink" Target="https://pressgazette.co.uk/media-audience-and-business-data/google-traffic-down-2025-trends-report-2026/" TargetMode="External"/><Relationship Id="rId7" Type="http://schemas.openxmlformats.org/officeDocument/2006/relationships/chart" Target="../charts/chart65.xml"/><Relationship Id="rId12" Type="http://schemas.openxmlformats.org/officeDocument/2006/relationships/image" Target="../media/image150.png"/><Relationship Id="rId2" Type="http://schemas.openxmlformats.org/officeDocument/2006/relationships/notesSlide" Target="../notesSlides/notesSlide103.xml"/><Relationship Id="rId1" Type="http://schemas.openxmlformats.org/officeDocument/2006/relationships/slideLayout" Target="../slideLayouts/slideLayout19.xml"/><Relationship Id="rId6" Type="http://schemas.openxmlformats.org/officeDocument/2006/relationships/hyperlink" Target="https://www.barrons.com/news/ai-search-pushing-an-already-weakened-media-ecosystem-to-the-brink-fc37e293" TargetMode="External"/><Relationship Id="rId11" Type="http://schemas.openxmlformats.org/officeDocument/2006/relationships/image" Target="../media/image149.png"/><Relationship Id="rId5" Type="http://schemas.openxmlformats.org/officeDocument/2006/relationships/hyperlink" Target="https://uk.themedialeader.com/death-of-the-website-publishers-wrestle-with-the-need-to-reinvent-in-ai-era/" TargetMode="External"/><Relationship Id="rId10" Type="http://schemas.openxmlformats.org/officeDocument/2006/relationships/image" Target="../media/image148.png"/><Relationship Id="rId4" Type="http://schemas.openxmlformats.org/officeDocument/2006/relationships/hyperlink" Target="https://www.theguardian.com/media/2025/sep/06/existential-crisis-google-use-ai-search-upended-web-publishers-models" TargetMode="External"/><Relationship Id="rId9" Type="http://schemas.openxmlformats.org/officeDocument/2006/relationships/image" Target="../media/image147.png"/></Relationships>
</file>

<file path=ppt/slides/_rels/slide104.xml.rels><?xml version="1.0" encoding="UTF-8"?><Relationships xmlns="http://schemas.openxmlformats.org/package/2006/relationships"><Relationship Id="rId3" Type="http://schemas.openxmlformats.org/officeDocument/2006/relationships/hyperlink" Target="https://s206.q4cdn.com/479360582/files/doc_financials/2025/q4/2025q4-alphabet-earnings-release.pdf" TargetMode="External"/><Relationship Id="rId2" Type="http://schemas.openxmlformats.org/officeDocument/2006/relationships/notesSlide" Target="../notesSlides/notesSlide104.xml"/><Relationship Id="rId1" Type="http://schemas.openxmlformats.org/officeDocument/2006/relationships/slideLayout" Target="../slideLayouts/slideLayout19.xml"/><Relationship Id="rId4" Type="http://schemas.openxmlformats.org/officeDocument/2006/relationships/hyperlink" Target="https://s206.q4cdn.com/479360582/files/doc_financials/2025/q4/GOOG-10-K-2025.pdf" TargetMode="External"/></Relationships>
</file>

<file path=ppt/slides/_rels/slide105.xml.rels><?xml version="1.0" encoding="UTF-8"?><Relationships xmlns="http://schemas.openxmlformats.org/package/2006/relationships"><Relationship Id="rId8" Type="http://schemas.openxmlformats.org/officeDocument/2006/relationships/hyperlink" Target="https://www.conductor.com/academy/state-of-aeo-geo-report/#on-aeo-geo-investments-and-budgeting" TargetMode="External"/><Relationship Id="rId3" Type="http://schemas.openxmlformats.org/officeDocument/2006/relationships/hyperlink" Target="https://www.bcg.com/x/the-multiplier/how-ai-is-reshaping-modern-advertising" TargetMode="External"/><Relationship Id="rId7" Type="http://schemas.openxmlformats.org/officeDocument/2006/relationships/hyperlink" Target="https://martech.org/the-competition-for-brand-visibility-has-moved-to-ai-search/" TargetMode="External"/><Relationship Id="rId2" Type="http://schemas.openxmlformats.org/officeDocument/2006/relationships/notesSlide" Target="../notesSlides/notesSlide105.xml"/><Relationship Id="rId1" Type="http://schemas.openxmlformats.org/officeDocument/2006/relationships/slideLayout" Target="../slideLayouts/slideLayout19.xml"/><Relationship Id="rId6" Type="http://schemas.openxmlformats.org/officeDocument/2006/relationships/hyperlink" Target="https://www.demandgenreport.com/industry-news/feature/is-your-brand-ready-for-answer-engines-conductors-patrick-reinhart-on-the-shift-to-aeo-geo/51526/#:~:text=In%202026%2C%20competitive%20organizations%20are,compound%20gains%20in%20AI%20visibility." TargetMode="External"/><Relationship Id="rId5" Type="http://schemas.openxmlformats.org/officeDocument/2006/relationships/hyperlink" Target="https://marketingagent.blog/2025/11/24/google-ai-overviews-global-expansion-how-the-search-revolution-impacts-your-marketing-strategy-in-2026/" TargetMode="External"/><Relationship Id="rId4" Type="http://schemas.openxmlformats.org/officeDocument/2006/relationships/hyperlink" Target="https://www.iab.com/news/outlook-study-forecasts-9-5-growth-in-u-s-ad-spend/" TargetMode="External"/></Relationships>
</file>

<file path=ppt/slides/_rels/slide106.xml.rels><?xml version="1.0" encoding="UTF-8"?><Relationships xmlns="http://schemas.openxmlformats.org/package/2006/relationships"><Relationship Id="rId8" Type="http://schemas.openxmlformats.org/officeDocument/2006/relationships/hyperlink" Target="https://www.grandviewresearch.com/horizon/outlook/digital-advertising-market/brazil" TargetMode="External"/><Relationship Id="rId13" Type="http://schemas.openxmlformats.org/officeDocument/2006/relationships/hyperlink" Target="https://www.grandviewresearch.com/horizon/outlook/digital-advertising-market/europe" TargetMode="External"/><Relationship Id="rId3" Type="http://schemas.openxmlformats.org/officeDocument/2006/relationships/hyperlink" Target="https://www.isba.org.uk/knowledge/wfaisba-media-inflation-forecasts-2025-2027" TargetMode="External"/><Relationship Id="rId7" Type="http://schemas.openxmlformats.org/officeDocument/2006/relationships/hyperlink" Target="https://www.grandviewresearch.com/horizon/outlook/digital-advertising-market/japan" TargetMode="External"/><Relationship Id="rId12" Type="http://schemas.openxmlformats.org/officeDocument/2006/relationships/hyperlink" Target="https://www.grandviewresearch.com/horizon/outlook/digital-advertising-market/canada" TargetMode="External"/><Relationship Id="rId17" Type="http://schemas.openxmlformats.org/officeDocument/2006/relationships/image" Target="../media/image153.png"/><Relationship Id="rId2" Type="http://schemas.openxmlformats.org/officeDocument/2006/relationships/notesSlide" Target="../notesSlides/notesSlide106.xml"/><Relationship Id="rId16" Type="http://schemas.openxmlformats.org/officeDocument/2006/relationships/image" Target="../media/image152.png"/><Relationship Id="rId1" Type="http://schemas.openxmlformats.org/officeDocument/2006/relationships/slideLayout" Target="../slideLayouts/slideLayout19.xml"/><Relationship Id="rId6" Type="http://schemas.openxmlformats.org/officeDocument/2006/relationships/hyperlink" Target="https://www.grandviewresearch.com/horizon/outlook/digital-advertising-market/australia" TargetMode="External"/><Relationship Id="rId11" Type="http://schemas.openxmlformats.org/officeDocument/2006/relationships/hyperlink" Target="https://www.grandviewresearch.com/horizon/outlook/digital-advertising-market/germany" TargetMode="External"/><Relationship Id="rId5" Type="http://schemas.openxmlformats.org/officeDocument/2006/relationships/hyperlink" Target="https://www.grandviewresearch.com/horizon/outlook/digital-advertising-market-size/global" TargetMode="External"/><Relationship Id="rId15" Type="http://schemas.openxmlformats.org/officeDocument/2006/relationships/hyperlink" Target="https://www.grandviewresearch.com/horizon/outlook/digital-advertising-market/france" TargetMode="External"/><Relationship Id="rId10" Type="http://schemas.openxmlformats.org/officeDocument/2006/relationships/hyperlink" Target="https://www.grandviewresearch.com/horizon/outlook/digital-advertising-market/india" TargetMode="External"/><Relationship Id="rId4" Type="http://schemas.openxmlformats.org/officeDocument/2006/relationships/hyperlink" Target="https://magnaglobal.com/advertising-proves-resilient-amidst-economic-uncertainty/" TargetMode="External"/><Relationship Id="rId9" Type="http://schemas.openxmlformats.org/officeDocument/2006/relationships/hyperlink" Target="https://www.grandviewresearch.com/horizon/outlook/digital-advertising-market/uk" TargetMode="External"/><Relationship Id="rId14" Type="http://schemas.openxmlformats.org/officeDocument/2006/relationships/hyperlink" Target="https://www.grandviewresearch.com/horizon/outlook/digital-advertising-market/united-states" TargetMode="External"/></Relationships>
</file>

<file path=ppt/slides/_rels/slide107.xml.rels><?xml version="1.0" encoding="UTF-8"?><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19.xml"/></Relationships>
</file>

<file path=ppt/slides/_rels/slide108.xml.rels><?xml version="1.0" encoding="UTF-8"?><Relationships xmlns="http://schemas.openxmlformats.org/package/2006/relationships"><Relationship Id="rId8" Type="http://schemas.openxmlformats.org/officeDocument/2006/relationships/hyperlink" Target="https://www.apollo.com/insights-news/pressreleases/2021/09/apollo-funds-complete-acquisition-of-yahoo-161530593" TargetMode="External"/><Relationship Id="rId3" Type="http://schemas.openxmlformats.org/officeDocument/2006/relationships/hyperlink" Target="https://searchendurance.com/search-engine-market-share/" TargetMode="External"/><Relationship Id="rId7" Type="http://schemas.openxmlformats.org/officeDocument/2006/relationships/hyperlink" Target="https://bloggerspassion.com/top-search-engines/#:~:text=In%20the%20U.S.%2C%20its%20market,a%20highly%20personalized%20home%20page." TargetMode="External"/><Relationship Id="rId2" Type="http://schemas.openxmlformats.org/officeDocument/2006/relationships/notesSlide" Target="../notesSlides/notesSlide108.xml"/><Relationship Id="rId1" Type="http://schemas.openxmlformats.org/officeDocument/2006/relationships/slideLayout" Target="../slideLayouts/slideLayout19.xml"/><Relationship Id="rId6" Type="http://schemas.openxmlformats.org/officeDocument/2006/relationships/hyperlink" Target="https://searchendurance.com/search-engine-market-share/#:~:text=Meanwhile%2C%20Bing's%20market%20share%20is,search%20engine%20of%20Microsoft%20Edge." TargetMode="External"/><Relationship Id="rId5" Type="http://schemas.openxmlformats.org/officeDocument/2006/relationships/hyperlink" Target="https://sqmagazine.co.uk/bing-vs-google-statistics/#:~:text=The%20Ads%20performance%20section%20updated,searches%20from%20Windows%2FXbox%20UI." TargetMode="External"/><Relationship Id="rId10" Type="http://schemas.openxmlformats.org/officeDocument/2006/relationships/image" Target="../media/image65.png"/><Relationship Id="rId4" Type="http://schemas.openxmlformats.org/officeDocument/2006/relationships/hyperlink" Target="https://learn.g2.com/top-10-search-engines" TargetMode="External"/><Relationship Id="rId9" Type="http://schemas.openxmlformats.org/officeDocument/2006/relationships/image" Target="../media/image67.png"/></Relationships>
</file>

<file path=ppt/slides/_rels/slide109.xml.rels><?xml version="1.0" encoding="UTF-8"?><Relationships xmlns="http://schemas.openxmlformats.org/package/2006/relationships"><Relationship Id="rId8" Type="http://schemas.openxmlformats.org/officeDocument/2006/relationships/hyperlink" Target="https://sqmagazine.co.uk/facebook-ad-statistics/#:~:text=Facebook%20leads%20in%20ad%20automation%20efficiency%2C%20with%2082%25%20of%20campaigns%20using%20Advantage%2B%20or%20automated%20placements%2C%20compared%20to%2063%25%20on%20Google%20Ads." TargetMode="External"/><Relationship Id="rId3" Type="http://schemas.openxmlformats.org/officeDocument/2006/relationships/notesSlide" Target="../notesSlides/notesSlide109.xml"/><Relationship Id="rId7" Type="http://schemas.openxmlformats.org/officeDocument/2006/relationships/hyperlink" Target="https://www.fluency.inc/blog/2026-trends-and-performance-benchmarks-google-ads-meta-ads#:~:text=Surveyed%20advertisers%20using%20Google%20Performance%20Max%20(PMax)" TargetMode="External"/><Relationship Id="rId2" Type="http://schemas.openxmlformats.org/officeDocument/2006/relationships/slideLayout" Target="../slideLayouts/slideLayout19.xml"/><Relationship Id="rId1" Type="http://schemas.openxmlformats.org/officeDocument/2006/relationships/tags" Target="../tags/tag9.xml"/><Relationship Id="rId6" Type="http://schemas.openxmlformats.org/officeDocument/2006/relationships/hyperlink" Target="https://market.us/report/ai-in-advertising-market/#:~:text=The%20global%20AI%20in%20advertising%20market%20was%20valued%20at%20USD%208.6%20billion%20in%202023%20and%20is%20expected%20to%20reach%20about%20USD%2081.6%20billion%20by%202033." TargetMode="External"/><Relationship Id="rId11" Type="http://schemas.openxmlformats.org/officeDocument/2006/relationships/chart" Target="../charts/chart66.xml"/><Relationship Id="rId5" Type="http://schemas.openxmlformats.org/officeDocument/2006/relationships/image" Target="../media/image21.emf"/><Relationship Id="rId10" Type="http://schemas.openxmlformats.org/officeDocument/2006/relationships/hyperlink" Target="https://datareportal.com/reports/digital-2025-sub-section-global-advertising-trends#:~:text=ADVERTISEMENT-,Programmatic%20ads,-On%20the%20supply" TargetMode="External"/><Relationship Id="rId4" Type="http://schemas.openxmlformats.org/officeDocument/2006/relationships/oleObject" Target="../embeddings/oleObject5.bin"/><Relationship Id="rId9" Type="http://schemas.openxmlformats.org/officeDocument/2006/relationships/hyperlink" Target="https://www.stackadapt.com/resources/blog/ai-programmatic-advertising-bidding#:~:text=and%20higher%20confidence.-,How%20AI%20Transforms%20Programmatic%20Advertising%20Real%2DTime%20Bidding%20Outcomes,-In%20programmatic%20auctions" TargetMode="External"/></Relationships>
</file>

<file path=ppt/slides/_rels/slide110.xml.rels><?xml version="1.0" encoding="UTF-8"?><Relationships xmlns="http://schemas.openxmlformats.org/package/2006/relationships"><Relationship Id="rId26" Type="http://schemas.openxmlformats.org/officeDocument/2006/relationships/image" Target="../media/image173.png"/><Relationship Id="rId21" Type="http://schemas.openxmlformats.org/officeDocument/2006/relationships/image" Target="../media/image168.png"/><Relationship Id="rId42" Type="http://schemas.openxmlformats.org/officeDocument/2006/relationships/image" Target="../media/image189.png"/><Relationship Id="rId47" Type="http://schemas.openxmlformats.org/officeDocument/2006/relationships/image" Target="../media/image194.png"/><Relationship Id="rId63" Type="http://schemas.openxmlformats.org/officeDocument/2006/relationships/image" Target="../media/image210.png"/><Relationship Id="rId68" Type="http://schemas.openxmlformats.org/officeDocument/2006/relationships/image" Target="../media/image215.png"/><Relationship Id="rId16" Type="http://schemas.openxmlformats.org/officeDocument/2006/relationships/image" Target="../media/image163.png"/><Relationship Id="rId11" Type="http://schemas.openxmlformats.org/officeDocument/2006/relationships/image" Target="../media/image158.png"/><Relationship Id="rId32" Type="http://schemas.openxmlformats.org/officeDocument/2006/relationships/image" Target="../media/image179.png"/><Relationship Id="rId37" Type="http://schemas.openxmlformats.org/officeDocument/2006/relationships/image" Target="../media/image184.png"/><Relationship Id="rId53" Type="http://schemas.openxmlformats.org/officeDocument/2006/relationships/image" Target="../media/image200.png"/><Relationship Id="rId58" Type="http://schemas.openxmlformats.org/officeDocument/2006/relationships/image" Target="../media/image205.png"/><Relationship Id="rId74" Type="http://schemas.openxmlformats.org/officeDocument/2006/relationships/image" Target="../media/image221.png"/><Relationship Id="rId79" Type="http://schemas.openxmlformats.org/officeDocument/2006/relationships/hyperlink" Target="https://a16z.com/100-gen-ai-apps-6/" TargetMode="External"/><Relationship Id="rId5" Type="http://schemas.openxmlformats.org/officeDocument/2006/relationships/image" Target="../media/image21.emf"/><Relationship Id="rId61" Type="http://schemas.openxmlformats.org/officeDocument/2006/relationships/image" Target="../media/image208.png"/><Relationship Id="rId82" Type="http://schemas.openxmlformats.org/officeDocument/2006/relationships/image" Target="../media/image225.jpeg"/><Relationship Id="rId19" Type="http://schemas.openxmlformats.org/officeDocument/2006/relationships/image" Target="../media/image166.png"/><Relationship Id="rId14" Type="http://schemas.openxmlformats.org/officeDocument/2006/relationships/image" Target="../media/image161.png"/><Relationship Id="rId22" Type="http://schemas.openxmlformats.org/officeDocument/2006/relationships/image" Target="../media/image169.png"/><Relationship Id="rId27" Type="http://schemas.openxmlformats.org/officeDocument/2006/relationships/image" Target="../media/image174.png"/><Relationship Id="rId30" Type="http://schemas.openxmlformats.org/officeDocument/2006/relationships/image" Target="../media/image177.png"/><Relationship Id="rId35" Type="http://schemas.openxmlformats.org/officeDocument/2006/relationships/image" Target="../media/image182.png"/><Relationship Id="rId43" Type="http://schemas.openxmlformats.org/officeDocument/2006/relationships/image" Target="../media/image190.png"/><Relationship Id="rId48" Type="http://schemas.openxmlformats.org/officeDocument/2006/relationships/image" Target="../media/image195.png"/><Relationship Id="rId56" Type="http://schemas.openxmlformats.org/officeDocument/2006/relationships/image" Target="../media/image203.png"/><Relationship Id="rId64" Type="http://schemas.openxmlformats.org/officeDocument/2006/relationships/image" Target="../media/image211.png"/><Relationship Id="rId69" Type="http://schemas.openxmlformats.org/officeDocument/2006/relationships/image" Target="../media/image216.png"/><Relationship Id="rId77" Type="http://schemas.openxmlformats.org/officeDocument/2006/relationships/hyperlink" Target="https://a16z.com/100-gen-ai-apps-4/" TargetMode="External"/><Relationship Id="rId8" Type="http://schemas.openxmlformats.org/officeDocument/2006/relationships/image" Target="../media/image155.png"/><Relationship Id="rId51" Type="http://schemas.openxmlformats.org/officeDocument/2006/relationships/image" Target="../media/image198.png"/><Relationship Id="rId72" Type="http://schemas.openxmlformats.org/officeDocument/2006/relationships/image" Target="../media/image219.png"/><Relationship Id="rId80" Type="http://schemas.openxmlformats.org/officeDocument/2006/relationships/image" Target="../media/image223.png"/><Relationship Id="rId3" Type="http://schemas.openxmlformats.org/officeDocument/2006/relationships/notesSlide" Target="../notesSlides/notesSlide110.xml"/><Relationship Id="rId12" Type="http://schemas.openxmlformats.org/officeDocument/2006/relationships/image" Target="../media/image159.png"/><Relationship Id="rId17" Type="http://schemas.openxmlformats.org/officeDocument/2006/relationships/image" Target="../media/image164.png"/><Relationship Id="rId25" Type="http://schemas.openxmlformats.org/officeDocument/2006/relationships/image" Target="../media/image172.png"/><Relationship Id="rId33" Type="http://schemas.openxmlformats.org/officeDocument/2006/relationships/image" Target="../media/image180.png"/><Relationship Id="rId38" Type="http://schemas.openxmlformats.org/officeDocument/2006/relationships/image" Target="../media/image185.png"/><Relationship Id="rId46" Type="http://schemas.openxmlformats.org/officeDocument/2006/relationships/image" Target="../media/image193.png"/><Relationship Id="rId59" Type="http://schemas.openxmlformats.org/officeDocument/2006/relationships/image" Target="../media/image206.png"/><Relationship Id="rId67" Type="http://schemas.openxmlformats.org/officeDocument/2006/relationships/image" Target="../media/image214.png"/><Relationship Id="rId20" Type="http://schemas.openxmlformats.org/officeDocument/2006/relationships/image" Target="../media/image167.png"/><Relationship Id="rId41" Type="http://schemas.openxmlformats.org/officeDocument/2006/relationships/image" Target="../media/image188.png"/><Relationship Id="rId54" Type="http://schemas.openxmlformats.org/officeDocument/2006/relationships/image" Target="../media/image201.png"/><Relationship Id="rId62" Type="http://schemas.openxmlformats.org/officeDocument/2006/relationships/image" Target="../media/image209.png"/><Relationship Id="rId70" Type="http://schemas.openxmlformats.org/officeDocument/2006/relationships/image" Target="../media/image217.png"/><Relationship Id="rId75" Type="http://schemas.openxmlformats.org/officeDocument/2006/relationships/image" Target="../media/image222.png"/><Relationship Id="rId1" Type="http://schemas.openxmlformats.org/officeDocument/2006/relationships/tags" Target="../tags/tag10.xml"/><Relationship Id="rId6" Type="http://schemas.openxmlformats.org/officeDocument/2006/relationships/chart" Target="../charts/chart67.xml"/><Relationship Id="rId15" Type="http://schemas.openxmlformats.org/officeDocument/2006/relationships/image" Target="../media/image162.png"/><Relationship Id="rId23" Type="http://schemas.openxmlformats.org/officeDocument/2006/relationships/image" Target="../media/image170.png"/><Relationship Id="rId28" Type="http://schemas.openxmlformats.org/officeDocument/2006/relationships/image" Target="../media/image175.png"/><Relationship Id="rId36" Type="http://schemas.openxmlformats.org/officeDocument/2006/relationships/image" Target="../media/image183.png"/><Relationship Id="rId49" Type="http://schemas.openxmlformats.org/officeDocument/2006/relationships/image" Target="../media/image196.png"/><Relationship Id="rId57" Type="http://schemas.openxmlformats.org/officeDocument/2006/relationships/image" Target="../media/image204.png"/><Relationship Id="rId10" Type="http://schemas.openxmlformats.org/officeDocument/2006/relationships/image" Target="../media/image157.png"/><Relationship Id="rId31" Type="http://schemas.openxmlformats.org/officeDocument/2006/relationships/image" Target="../media/image178.png"/><Relationship Id="rId44" Type="http://schemas.openxmlformats.org/officeDocument/2006/relationships/image" Target="../media/image191.png"/><Relationship Id="rId52" Type="http://schemas.openxmlformats.org/officeDocument/2006/relationships/image" Target="../media/image199.png"/><Relationship Id="rId60" Type="http://schemas.openxmlformats.org/officeDocument/2006/relationships/image" Target="../media/image207.png"/><Relationship Id="rId65" Type="http://schemas.openxmlformats.org/officeDocument/2006/relationships/image" Target="../media/image212.png"/><Relationship Id="rId73" Type="http://schemas.openxmlformats.org/officeDocument/2006/relationships/image" Target="../media/image220.png"/><Relationship Id="rId78" Type="http://schemas.openxmlformats.org/officeDocument/2006/relationships/hyperlink" Target="https://a16z.com/100-gen-ai-apps-5/" TargetMode="External"/><Relationship Id="rId81" Type="http://schemas.openxmlformats.org/officeDocument/2006/relationships/image" Target="../media/image224.png"/><Relationship Id="rId4" Type="http://schemas.openxmlformats.org/officeDocument/2006/relationships/oleObject" Target="../embeddings/oleObject6.bin"/><Relationship Id="rId9" Type="http://schemas.openxmlformats.org/officeDocument/2006/relationships/image" Target="../media/image156.png"/><Relationship Id="rId13" Type="http://schemas.openxmlformats.org/officeDocument/2006/relationships/image" Target="../media/image160.png"/><Relationship Id="rId18" Type="http://schemas.openxmlformats.org/officeDocument/2006/relationships/image" Target="../media/image165.png"/><Relationship Id="rId39" Type="http://schemas.openxmlformats.org/officeDocument/2006/relationships/image" Target="../media/image186.png"/><Relationship Id="rId34" Type="http://schemas.openxmlformats.org/officeDocument/2006/relationships/image" Target="../media/image181.png"/><Relationship Id="rId50" Type="http://schemas.openxmlformats.org/officeDocument/2006/relationships/image" Target="../media/image197.png"/><Relationship Id="rId55" Type="http://schemas.openxmlformats.org/officeDocument/2006/relationships/image" Target="../media/image202.png"/><Relationship Id="rId76" Type="http://schemas.openxmlformats.org/officeDocument/2006/relationships/hyperlink" Target="https://a16z.com/100-gen-ai-apps-3/" TargetMode="External"/><Relationship Id="rId7" Type="http://schemas.openxmlformats.org/officeDocument/2006/relationships/image" Target="../media/image154.png"/><Relationship Id="rId71" Type="http://schemas.openxmlformats.org/officeDocument/2006/relationships/image" Target="../media/image218.png"/><Relationship Id="rId2" Type="http://schemas.openxmlformats.org/officeDocument/2006/relationships/slideLayout" Target="../slideLayouts/slideLayout19.xml"/><Relationship Id="rId29" Type="http://schemas.openxmlformats.org/officeDocument/2006/relationships/image" Target="../media/image176.png"/><Relationship Id="rId24" Type="http://schemas.openxmlformats.org/officeDocument/2006/relationships/image" Target="../media/image171.png"/><Relationship Id="rId40" Type="http://schemas.openxmlformats.org/officeDocument/2006/relationships/image" Target="../media/image187.png"/><Relationship Id="rId45" Type="http://schemas.openxmlformats.org/officeDocument/2006/relationships/image" Target="../media/image192.png"/><Relationship Id="rId66" Type="http://schemas.openxmlformats.org/officeDocument/2006/relationships/image" Target="../media/image213.png"/></Relationships>
</file>

<file path=ppt/slides/_rels/slide111.xml.rels><?xml version="1.0" encoding="UTF-8"?><Relationships xmlns="http://schemas.openxmlformats.org/package/2006/relationships"><Relationship Id="rId8" Type="http://schemas.openxmlformats.org/officeDocument/2006/relationships/hyperlink" Target="https://brave.com/blog/search-anniversary/" TargetMode="External"/><Relationship Id="rId13" Type="http://schemas.openxmlformats.org/officeDocument/2006/relationships/image" Target="../media/image227.png"/><Relationship Id="rId3" Type="http://schemas.openxmlformats.org/officeDocument/2006/relationships/notesSlide" Target="../notesSlides/notesSlide111.xml"/><Relationship Id="rId7" Type="http://schemas.openxmlformats.org/officeDocument/2006/relationships/hyperlink" Target="https://taptwicedigital.com/blog/brave-usage" TargetMode="External"/><Relationship Id="rId12" Type="http://schemas.openxmlformats.org/officeDocument/2006/relationships/image" Target="../media/image226.png"/><Relationship Id="rId2" Type="http://schemas.openxmlformats.org/officeDocument/2006/relationships/slideLayout" Target="../slideLayouts/slideLayout19.xml"/><Relationship Id="rId16" Type="http://schemas.openxmlformats.org/officeDocument/2006/relationships/chart" Target="../charts/chart70.xml"/><Relationship Id="rId1" Type="http://schemas.openxmlformats.org/officeDocument/2006/relationships/tags" Target="../tags/tag11.xml"/><Relationship Id="rId6" Type="http://schemas.openxmlformats.org/officeDocument/2006/relationships/chart" Target="../charts/chart68.xml"/><Relationship Id="rId11" Type="http://schemas.openxmlformats.org/officeDocument/2006/relationships/hyperlink" Target="https://resourcera.com/data/search/search-engine-market-share/#:~:text=As%20of%202026%2C%20Google%20dominates%20the%20global%20search%20engine%20industry%20with%2090.04%25" TargetMode="External"/><Relationship Id="rId5" Type="http://schemas.openxmlformats.org/officeDocument/2006/relationships/image" Target="../media/image21.emf"/><Relationship Id="rId15" Type="http://schemas.openxmlformats.org/officeDocument/2006/relationships/chart" Target="../charts/chart69.xml"/><Relationship Id="rId10" Type="http://schemas.openxmlformats.org/officeDocument/2006/relationships/hyperlink" Target="https://bravebat.info/" TargetMode="External"/><Relationship Id="rId4" Type="http://schemas.openxmlformats.org/officeDocument/2006/relationships/oleObject" Target="../embeddings/oleObject7.bin"/><Relationship Id="rId9" Type="http://schemas.openxmlformats.org/officeDocument/2006/relationships/hyperlink" Target="https://x.com/BrendanEich" TargetMode="External"/><Relationship Id="rId14" Type="http://schemas.openxmlformats.org/officeDocument/2006/relationships/image" Target="../media/image228.png"/></Relationships>
</file>

<file path=ppt/slides/_rels/slide112.xml.rels><?xml version="1.0" encoding="UTF-8"?><Relationships xmlns="http://schemas.openxmlformats.org/package/2006/relationships"><Relationship Id="rId8" Type="http://schemas.openxmlformats.org/officeDocument/2006/relationships/hyperlink" Target="https://support.google.com/websearch/answer/14508957?hl=en" TargetMode="External"/><Relationship Id="rId3" Type="http://schemas.openxmlformats.org/officeDocument/2006/relationships/notesSlide" Target="../notesSlides/notesSlide112.xml"/><Relationship Id="rId7" Type="http://schemas.openxmlformats.org/officeDocument/2006/relationships/hyperlink" Target="https://arinsider.co/2022/05/16/google-lens-reaches-8-billion-monthly-searches/#:~:text=Google%20Lens%20is%20now%20used%20for%208%20billion%20visual%20searches%20per%20month.%20That%E2%80%99s%202.5x%20the%20volume%20it%20achieved%20last%20year." TargetMode="External"/><Relationship Id="rId2" Type="http://schemas.openxmlformats.org/officeDocument/2006/relationships/slideLayout" Target="../slideLayouts/slideLayout19.xml"/><Relationship Id="rId1" Type="http://schemas.openxmlformats.org/officeDocument/2006/relationships/tags" Target="../tags/tag12.xml"/><Relationship Id="rId6" Type="http://schemas.openxmlformats.org/officeDocument/2006/relationships/chart" Target="../charts/chart71.xml"/><Relationship Id="rId5" Type="http://schemas.openxmlformats.org/officeDocument/2006/relationships/image" Target="../media/image21.emf"/><Relationship Id="rId10" Type="http://schemas.openxmlformats.org/officeDocument/2006/relationships/hyperlink" Target="https://blog.google/products-and-platforms/products/search/multisearch/" TargetMode="External"/><Relationship Id="rId4" Type="http://schemas.openxmlformats.org/officeDocument/2006/relationships/oleObject" Target="../embeddings/oleObject8.bin"/><Relationship Id="rId9" Type="http://schemas.openxmlformats.org/officeDocument/2006/relationships/hyperlink" Target="https://www.yaguara.co/voice-search-statistics/#:~:text=The%20table%20below%20highlights%20the%20global%20percentage%20of%20internet%20users%20using%20voice%20search%20by%20quarter%3A"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57"/>
        <p:cNvGrpSpPr/>
        <p:nvPr/>
      </p:nvGrpSpPr>
      <p:grpSpPr>
        <a:xfrm>
          <a:off x="0" y="0"/>
          <a:ext cx="0" cy="0"/>
          <a:chOff x="0" y="0"/>
          <a:chExt cx="0" cy="0"/>
        </a:xfrm>
      </p:grpSpPr>
      <p:sp>
        <p:nvSpPr>
          <p:cNvPr id="458" name="Google Shape;458;p2"/>
          <p:cNvSpPr txBox="1">
            <a:spLocks noGrp="1"/>
          </p:cNvSpPr>
          <p:nvPr>
            <p:ph type="ctrTitle"/>
          </p:nvPr>
        </p:nvSpPr>
        <p:spPr>
          <a:xfrm>
            <a:off x="587343" y="1122363"/>
            <a:ext cx="10690257" cy="2387600"/>
          </a:xfrm>
          <a:prstGeom prst="rect">
            <a:avLst/>
          </a:prstGeom>
          <a:noFill/>
          <a:ln>
            <a:noFill/>
          </a:ln>
        </p:spPr>
        <p:txBody>
          <a:bodyPr spcFirstLastPara="1" wrap="square" lIns="91425" tIns="45700" rIns="91425" bIns="45700" anchor="b" anchorCtr="0">
            <a:normAutofit/>
          </a:bodyPr>
          <a:lstStyle/>
          <a:p>
            <a:pPr marL="0" lvl="0" indent="0" algn="l" rtl="0">
              <a:lnSpc>
                <a:spcPct val="90000"/>
              </a:lnSpc>
              <a:spcBef>
                <a:spcPts val="0"/>
              </a:spcBef>
              <a:spcAft>
                <a:spcPts val="0"/>
              </a:spcAft>
              <a:buSzPts val="6000"/>
              <a:buNone/>
            </a:pPr>
            <a:r>
              <a:rPr lang="en-US" noProof="0"/>
              <a:t>AI Impact on Search </a:t>
            </a:r>
          </a:p>
        </p:txBody>
      </p:sp>
      <p:sp>
        <p:nvSpPr>
          <p:cNvPr id="459" name="Google Shape;459;p2"/>
          <p:cNvSpPr txBox="1">
            <a:spLocks noGrp="1"/>
          </p:cNvSpPr>
          <p:nvPr>
            <p:ph type="subTitle" idx="1"/>
          </p:nvPr>
        </p:nvSpPr>
        <p:spPr>
          <a:xfrm>
            <a:off x="606582" y="3602038"/>
            <a:ext cx="10061418" cy="1655762"/>
          </a:xfrm>
          <a:prstGeom prst="rect">
            <a:avLst/>
          </a:prstGeom>
          <a:noFill/>
          <a:ln>
            <a:noFill/>
          </a:ln>
        </p:spPr>
        <p:txBody>
          <a:bodyPr spcFirstLastPara="1" wrap="square" lIns="91425" tIns="45700" rIns="91425" bIns="45700" anchor="t" anchorCtr="0">
            <a:normAutofit/>
          </a:bodyPr>
          <a:lstStyle/>
          <a:p>
            <a:pPr marL="457200" lvl="0" indent="-406400" algn="l" rtl="0">
              <a:lnSpc>
                <a:spcPct val="90000"/>
              </a:lnSpc>
              <a:spcBef>
                <a:spcPts val="1000"/>
              </a:spcBef>
              <a:spcAft>
                <a:spcPts val="0"/>
              </a:spcAft>
              <a:buSzPts val="2400"/>
              <a:buNone/>
            </a:pPr>
            <a:r>
              <a:rPr lang="en-US" noProof="0" dirty="0"/>
              <a:t>Implications for the Market and [Client]</a:t>
            </a:r>
          </a:p>
          <a:p>
            <a:pPr marL="457200" lvl="0" indent="-406400" algn="l" rtl="0">
              <a:lnSpc>
                <a:spcPct val="90000"/>
              </a:lnSpc>
              <a:spcBef>
                <a:spcPts val="1000"/>
              </a:spcBef>
              <a:spcAft>
                <a:spcPts val="0"/>
              </a:spcAft>
              <a:buSzPts val="2400"/>
              <a:buNone/>
            </a:pPr>
            <a:endParaRPr lang="en-US" noProof="0" dirty="0"/>
          </a:p>
          <a:p>
            <a:pPr marL="457200" lvl="0" indent="-406400" algn="l" rtl="0">
              <a:lnSpc>
                <a:spcPct val="90000"/>
              </a:lnSpc>
              <a:spcBef>
                <a:spcPts val="1000"/>
              </a:spcBef>
              <a:spcAft>
                <a:spcPts val="0"/>
              </a:spcAft>
              <a:buSzPts val="2400"/>
              <a:buNone/>
            </a:pPr>
            <a:r>
              <a:rPr lang="en-001" sz="1600" noProof="0"/>
              <a:t>April</a:t>
            </a:r>
            <a:r>
              <a:rPr lang="en-US" sz="1600" noProof="0"/>
              <a:t> </a:t>
            </a:r>
            <a:r>
              <a:rPr lang="en-US" sz="1600" noProof="0" dirty="0"/>
              <a:t>2026</a:t>
            </a:r>
            <a:endParaRPr lang="en-US" noProof="0" dirty="0"/>
          </a:p>
        </p:txBody>
      </p:sp>
      <p:pic>
        <p:nvPicPr>
          <p:cNvPr id="460" name="Google Shape;460;p2"/>
          <p:cNvPicPr preferRelativeResize="0"/>
          <p:nvPr/>
        </p:nvPicPr>
        <p:blipFill rotWithShape="1">
          <a:blip r:embed="rId3">
            <a:alphaModFix/>
          </a:blip>
          <a:srcRect/>
          <a:stretch/>
        </p:blipFill>
        <p:spPr>
          <a:xfrm>
            <a:off x="8989645" y="1543868"/>
            <a:ext cx="3202355" cy="4511041"/>
          </a:xfrm>
          <a:prstGeom prst="rect">
            <a:avLst/>
          </a:prstGeom>
          <a:noFill/>
          <a:ln>
            <a:noFill/>
          </a:ln>
        </p:spPr>
      </p:pic>
      <p:sp>
        <p:nvSpPr>
          <p:cNvPr id="2" name="CaixaDeTexto 2">
            <a:extLst>
              <a:ext uri="{FF2B5EF4-FFF2-40B4-BE49-F238E27FC236}">
                <a16:creationId xmlns:a16="http://schemas.microsoft.com/office/drawing/2014/main" id="{149290A5-D0D4-668A-DB6E-F16EE48B64AB}"/>
              </a:ext>
            </a:extLst>
          </p:cNvPr>
          <p:cNvSpPr txBox="1"/>
          <p:nvPr/>
        </p:nvSpPr>
        <p:spPr>
          <a:xfrm>
            <a:off x="386662" y="367311"/>
            <a:ext cx="8602983" cy="2123658"/>
          </a:xfrm>
          <a:prstGeom prst="rect">
            <a:avLst/>
          </a:prstGeom>
          <a:noFill/>
        </p:spPr>
        <p:txBody>
          <a:bodyPr wrap="square" rtlCol="0">
            <a:spAutoFit/>
          </a:bodyPr>
          <a:lstStyle/>
          <a:p>
            <a:pPr>
              <a:spcBef>
                <a:spcPts val="600"/>
              </a:spcBef>
              <a:spcAft>
                <a:spcPts val="600"/>
              </a:spcAft>
            </a:pPr>
            <a:r>
              <a:rPr lang="en-US" b="1" noProof="1">
                <a:latin typeface="IBM Plex Sans" panose="020B0503050203000203" pitchFamily="34" charset="0"/>
              </a:rPr>
              <a:t/>
            </a:r>
            <a:endParaRPr lang="en-US" noProof="1">
              <a:latin typeface="IBM Plex Sans" panose="020B0503050203000203" pitchFamily="34" charset="0"/>
            </a:endParaRPr>
          </a:p>
          <a:p>
            <a:pPr>
              <a:spcBef>
                <a:spcPts val="600"/>
              </a:spcBef>
              <a:spcAft>
                <a:spcPts val="600"/>
              </a:spcAft>
            </a:pPr>
            <a:r>
              <a:rPr lang="en-US" b="1" noProof="1">
                <a:latin typeface="IBM Plex Sans" panose="020B0503050203000203" pitchFamily="34" charset="0"/>
              </a:rPr>
              <a:t/>
            </a:r>
            <a:r>
              <a:rPr lang="en-US" noProof="1">
                <a:latin typeface="IBM Plex Sans" panose="020B0503050203000203" pitchFamily="34" charset="0"/>
              </a:rPr>
              <a:t/>
            </a:r>
          </a:p>
          <a:p>
            <a:pPr>
              <a:spcBef>
                <a:spcPts val="600"/>
              </a:spcBef>
              <a:spcAft>
                <a:spcPts val="600"/>
              </a:spcAft>
            </a:pPr>
            <a:r>
              <a:rPr lang="en-US" b="1" noProof="1">
                <a:latin typeface="IBM Plex Sans" panose="020B0503050203000203" pitchFamily="34" charset="0"/>
              </a:rPr>
              <a:t/>
            </a:r>
            <a:r>
              <a:rPr lang="en-US" noProof="1">
                <a:latin typeface="IBM Plex Sans" panose="020B0503050203000203" pitchFamily="34" charset="0"/>
              </a:rPr>
              <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86"/>
        <p:cNvGrpSpPr/>
        <p:nvPr/>
      </p:nvGrpSpPr>
      <p:grpSpPr>
        <a:xfrm>
          <a:off x="0" y="0"/>
          <a:ext cx="0" cy="0"/>
          <a:chOff x="0" y="0"/>
          <a:chExt cx="0" cy="0"/>
        </a:xfrm>
      </p:grpSpPr>
      <p:sp>
        <p:nvSpPr>
          <p:cNvPr id="487" name="Google Shape;487;p48"/>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2</a:t>
            </a:fld>
            <a:endParaRPr lang="en-US" noProof="0"/>
          </a:p>
        </p:txBody>
      </p:sp>
      <p:sp>
        <p:nvSpPr>
          <p:cNvPr id="488" name="Google Shape;488;p48"/>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Executive summary</a:t>
            </a:r>
            <a:br>
              <a:rPr lang="en-US" noProof="0"/>
            </a:br>
            <a:endParaRPr lang="en-US" noProof="0"/>
          </a:p>
        </p:txBody>
      </p:sp>
      <p:sp>
        <p:nvSpPr>
          <p:cNvPr id="491" name="Google Shape;491;p48"/>
          <p:cNvSpPr txBox="1"/>
          <p:nvPr/>
        </p:nvSpPr>
        <p:spPr>
          <a:xfrm>
            <a:off x="420595" y="952536"/>
            <a:ext cx="11350625" cy="5134699"/>
          </a:xfrm>
          <a:prstGeom prst="rect">
            <a:avLst/>
          </a:prstGeom>
          <a:noFill/>
          <a:ln>
            <a:noFill/>
          </a:ln>
        </p:spPr>
        <p:txBody>
          <a:bodyPr spcFirstLastPara="1" wrap="square" lIns="0" tIns="45700" rIns="0" bIns="45700" anchor="t" anchorCtr="0">
            <a:spAutoFit/>
          </a:bodyPr>
          <a:lstStyle/>
          <a:p>
            <a:pPr marL="179705" lvl="0" indent="-179705">
              <a:spcAft>
                <a:spcPts val="600"/>
              </a:spcAft>
              <a:buClr>
                <a:schemeClr val="dk1"/>
              </a:buClr>
              <a:buSzPts val="1032"/>
              <a:buFont typeface="Arial"/>
              <a:buChar char="•"/>
            </a:pPr>
            <a:r>
              <a:rPr lang="en-US" noProof="0" dirty="0">
                <a:solidFill>
                  <a:schemeClr val="dk1"/>
                </a:solidFill>
                <a:latin typeface="IBM Plex Sans"/>
                <a:ea typeface="IBM Plex Sans"/>
                <a:cs typeface="IBM Plex Sans"/>
                <a:sym typeface="IBM Plex Sans"/>
              </a:rPr>
              <a:t>Three</a:t>
            </a:r>
            <a:r>
              <a:rPr lang="en-US" b="0" i="0" u="none" strike="noStrike" cap="none" noProof="0" dirty="0">
                <a:solidFill>
                  <a:schemeClr val="dk1"/>
                </a:solidFill>
                <a:latin typeface="IBM Plex Sans"/>
                <a:ea typeface="IBM Plex Sans"/>
                <a:cs typeface="IBM Plex Sans"/>
                <a:sym typeface="IBM Plex Sans"/>
              </a:rPr>
              <a:t> </a:t>
            </a:r>
            <a:r>
              <a:rPr lang="en-US" b="1" i="0" u="none" strike="noStrike" cap="none" noProof="0" dirty="0">
                <a:solidFill>
                  <a:schemeClr val="dk1"/>
                </a:solidFill>
                <a:latin typeface="IBM Plex Sans"/>
                <a:ea typeface="IBM Plex Sans"/>
                <a:cs typeface="IBM Plex Sans"/>
                <a:sym typeface="IBM Plex Sans"/>
              </a:rPr>
              <a:t>key AI trends </a:t>
            </a:r>
            <a:r>
              <a:rPr lang="en-US" b="0" i="0" u="none" strike="noStrike" cap="none" noProof="0" dirty="0">
                <a:solidFill>
                  <a:schemeClr val="dk1"/>
                </a:solidFill>
                <a:latin typeface="IBM Plex Sans"/>
                <a:ea typeface="IBM Plex Sans"/>
                <a:cs typeface="IBM Plex Sans"/>
                <a:sym typeface="IBM Plex Sans"/>
              </a:rPr>
              <a:t>are affecting </a:t>
            </a:r>
            <a:r>
              <a:rPr lang="en-US" noProof="0" dirty="0">
                <a:solidFill>
                  <a:schemeClr val="dk1"/>
                </a:solidFill>
                <a:latin typeface="IBM Plex Sans"/>
                <a:ea typeface="IBM Plex Sans"/>
                <a:cs typeface="IBM Plex Sans"/>
                <a:sym typeface="IBM Plex Sans"/>
              </a:rPr>
              <a:t>Search </a:t>
            </a:r>
            <a:r>
              <a:rPr lang="en-US" b="0" i="0" u="none" strike="noStrike" cap="none" noProof="0" dirty="0">
                <a:solidFill>
                  <a:schemeClr val="dk1"/>
                </a:solidFill>
                <a:latin typeface="IBM Plex Sans"/>
                <a:ea typeface="IBM Plex Sans"/>
                <a:cs typeface="IBM Plex Sans"/>
                <a:sym typeface="IBM Plex Sans"/>
              </a:rPr>
              <a:t>in 2025 </a:t>
            </a:r>
            <a:endParaRPr lang="en-US" noProof="0" dirty="0">
              <a:solidFill>
                <a:schemeClr val="dk1"/>
              </a:solidFill>
              <a:latin typeface="IBM Plex Sans"/>
            </a:endParaRPr>
          </a:p>
          <a:p>
            <a:pPr marL="431800" lvl="1" indent="-251460">
              <a:spcBef>
                <a:spcPts val="800"/>
              </a:spcBef>
              <a:spcAft>
                <a:spcPts val="600"/>
              </a:spcAft>
              <a:buClr>
                <a:schemeClr val="dk1"/>
              </a:buClr>
              <a:buSzPts val="1032"/>
              <a:buFont typeface="Calibri"/>
              <a:buAutoNum type="romanLcPeriod"/>
            </a:pPr>
            <a:r>
              <a:rPr lang="en-US" sz="1200" b="1" noProof="0" dirty="0">
                <a:solidFill>
                  <a:schemeClr val="dk1"/>
                </a:solidFill>
                <a:latin typeface="IBM Plex Sans"/>
                <a:ea typeface="IBM Plex Sans"/>
                <a:cs typeface="IBM Plex Sans"/>
                <a:sym typeface="IBM Plex Sans"/>
              </a:rPr>
              <a:t>AI search is additive, not substitutive</a:t>
            </a:r>
            <a:r>
              <a:rPr lang="en-US" sz="1200" b="1" baseline="30000" noProof="0" dirty="0">
                <a:solidFill>
                  <a:schemeClr val="dk1"/>
                </a:solidFill>
                <a:latin typeface="IBM Plex Sans"/>
                <a:ea typeface="IBM Plex Sans"/>
                <a:cs typeface="IBM Plex Sans"/>
                <a:sym typeface="IBM Plex Sans"/>
              </a:rPr>
              <a:t>1</a:t>
            </a:r>
            <a:r>
              <a:rPr lang="en-US" sz="1200" noProof="0" dirty="0">
                <a:solidFill>
                  <a:schemeClr val="dk1"/>
                </a:solidFill>
                <a:latin typeface="IBM Plex Sans"/>
                <a:ea typeface="IBM Plex Sans"/>
                <a:cs typeface="IBM Plex Sans"/>
                <a:sym typeface="IBM Plex Sans"/>
              </a:rPr>
              <a:t>, with Google queries up ~12% vs 2024, reaching over 5 trillion in 2025</a:t>
            </a:r>
            <a:r>
              <a:rPr lang="en-US" sz="1200" baseline="30000" noProof="0" dirty="0">
                <a:solidFill>
                  <a:schemeClr val="dk1"/>
                </a:solidFill>
                <a:latin typeface="IBM Plex Sans"/>
                <a:ea typeface="IBM Plex Sans"/>
                <a:cs typeface="IBM Plex Sans"/>
                <a:sym typeface="IBM Plex Sans"/>
              </a:rPr>
              <a:t>2</a:t>
            </a:r>
            <a:endParaRPr lang="en-US" sz="1200" baseline="30000" noProof="0" dirty="0">
              <a:solidFill>
                <a:schemeClr val="dk1"/>
              </a:solidFill>
              <a:latin typeface="IBM Plex Sans"/>
              <a:ea typeface="IBM Plex Sans"/>
              <a:cs typeface="IBM Plex Sans"/>
            </a:endParaRPr>
          </a:p>
          <a:p>
            <a:pPr marL="767715" lvl="5" indent="-228600">
              <a:spcBef>
                <a:spcPts val="800"/>
              </a:spcBef>
              <a:spcAft>
                <a:spcPts val="600"/>
              </a:spcAft>
              <a:buClr>
                <a:schemeClr val="dk1"/>
              </a:buClr>
              <a:buSzPts val="1032"/>
              <a:buFont typeface="+mj-lt"/>
              <a:buAutoNum type="alphaLcPeriod"/>
            </a:pPr>
            <a:r>
              <a:rPr lang="en-US" sz="1200" noProof="0" dirty="0">
                <a:solidFill>
                  <a:schemeClr val="dk1"/>
                </a:solidFill>
                <a:latin typeface="IBM Plex Sans"/>
                <a:sym typeface="IBM Plex Sans"/>
              </a:rPr>
              <a:t>We expect global traditional </a:t>
            </a:r>
            <a:r>
              <a:rPr lang="en-US" sz="1200" b="1" noProof="0" dirty="0">
                <a:solidFill>
                  <a:schemeClr val="dk1"/>
                </a:solidFill>
                <a:latin typeface="IBM Plex Sans"/>
                <a:sym typeface="IBM Plex Sans"/>
              </a:rPr>
              <a:t>search volume to continue growing, but at a slower pace </a:t>
            </a:r>
            <a:r>
              <a:rPr lang="en-US" sz="1200" noProof="0" dirty="0">
                <a:solidFill>
                  <a:schemeClr val="dk1"/>
                </a:solidFill>
                <a:latin typeface="IBM Plex Sans"/>
                <a:sym typeface="IBM Plex Sans"/>
              </a:rPr>
              <a:t>(Scenario 1 - Neutral), increasing </a:t>
            </a:r>
            <a:r>
              <a:rPr lang="en-US" sz="1200" b="1" noProof="0" dirty="0">
                <a:solidFill>
                  <a:schemeClr val="dk1"/>
                </a:solidFill>
                <a:latin typeface="IBM Plex Sans"/>
                <a:sym typeface="IBM Plex Sans"/>
              </a:rPr>
              <a:t>from ~5.6T to ~7.1T </a:t>
            </a:r>
            <a:r>
              <a:rPr lang="en-US" sz="1200" noProof="0" dirty="0">
                <a:solidFill>
                  <a:schemeClr val="dk1"/>
                </a:solidFill>
                <a:latin typeface="IBM Plex Sans"/>
                <a:sym typeface="IBM Plex Sans"/>
              </a:rPr>
              <a:t>by 2030 (~5% CAGR)³</a:t>
            </a:r>
            <a:endParaRPr lang="en-US" sz="1200" baseline="30000" noProof="0" dirty="0">
              <a:solidFill>
                <a:schemeClr val="dk1"/>
              </a:solidFill>
              <a:latin typeface="IBM Plex Sans"/>
            </a:endParaRPr>
          </a:p>
          <a:p>
            <a:pPr marL="767715" lvl="5" indent="-228600">
              <a:spcBef>
                <a:spcPts val="800"/>
              </a:spcBef>
              <a:spcAft>
                <a:spcPts val="600"/>
              </a:spcAft>
              <a:buClr>
                <a:schemeClr val="dk1"/>
              </a:buClr>
              <a:buSzPts val="1032"/>
              <a:buFont typeface="+mj-lt"/>
              <a:buAutoNum type="alphaLcPeriod"/>
            </a:pPr>
            <a:r>
              <a:rPr lang="en-US" sz="1200" b="1" noProof="0" dirty="0">
                <a:solidFill>
                  <a:schemeClr val="dk1"/>
                </a:solidFill>
                <a:latin typeface="IBM Plex Sans"/>
              </a:rPr>
              <a:t>Two alternative scenarios </a:t>
            </a:r>
            <a:r>
              <a:rPr lang="en-US" sz="1200" noProof="0" dirty="0">
                <a:solidFill>
                  <a:schemeClr val="dk1"/>
                </a:solidFill>
                <a:latin typeface="IBM Plex Sans"/>
              </a:rPr>
              <a:t>remain possible: </a:t>
            </a:r>
            <a:r>
              <a:rPr lang="en-US" sz="1200" b="1" noProof="0" dirty="0">
                <a:solidFill>
                  <a:schemeClr val="dk1"/>
                </a:solidFill>
                <a:latin typeface="IBM Plex Sans"/>
              </a:rPr>
              <a:t>(2) Revitalization </a:t>
            </a:r>
            <a:r>
              <a:rPr lang="en-US" sz="1200" noProof="0" dirty="0">
                <a:solidFill>
                  <a:schemeClr val="dk1"/>
                </a:solidFill>
                <a:latin typeface="IBM Plex Sans"/>
              </a:rPr>
              <a:t>- AI increases search frequency and unlocks use cases</a:t>
            </a:r>
            <a:r>
              <a:rPr lang="en-US" sz="1200" baseline="30000" noProof="0" dirty="0">
                <a:solidFill>
                  <a:schemeClr val="dk1"/>
                </a:solidFill>
                <a:latin typeface="IBM Plex Sans"/>
              </a:rPr>
              <a:t>4</a:t>
            </a:r>
            <a:r>
              <a:rPr lang="en-US" sz="1200" noProof="0" dirty="0">
                <a:solidFill>
                  <a:schemeClr val="dk1"/>
                </a:solidFill>
                <a:latin typeface="IBM Plex Sans"/>
              </a:rPr>
              <a:t>, and </a:t>
            </a:r>
            <a:r>
              <a:rPr lang="en-US" sz="1200" b="1" noProof="0" dirty="0">
                <a:solidFill>
                  <a:schemeClr val="dk1"/>
                </a:solidFill>
                <a:latin typeface="IBM Plex Sans"/>
              </a:rPr>
              <a:t>(3) Delayed impact - </a:t>
            </a:r>
            <a:r>
              <a:rPr lang="en-US" sz="1200" noProof="0" dirty="0">
                <a:solidFill>
                  <a:schemeClr val="dk1"/>
                </a:solidFill>
                <a:latin typeface="IBM Plex Sans"/>
              </a:rPr>
              <a:t>material volume declines emerge later as AI substitutes complex behaviors, autonomous agents scale, and search interfaces shift (e.g., toward wearables)</a:t>
            </a:r>
            <a:r>
              <a:rPr lang="en-US" sz="1200" baseline="30000" noProof="0" dirty="0">
                <a:solidFill>
                  <a:schemeClr val="dk1"/>
                </a:solidFill>
                <a:latin typeface="IBM Plex Sans"/>
              </a:rPr>
              <a:t>5</a:t>
            </a:r>
            <a:endParaRPr lang="en-US" sz="1200" b="0" i="0" u="none" strike="noStrike" cap="none" baseline="30000" noProof="0" dirty="0">
              <a:solidFill>
                <a:schemeClr val="dk1"/>
              </a:solidFill>
              <a:latin typeface="IBM Plex Sans"/>
              <a:ea typeface="IBM Plex Sans"/>
              <a:cs typeface="IBM Plex Sans"/>
            </a:endParaRPr>
          </a:p>
          <a:p>
            <a:pPr marL="431800" lvl="1" indent="-251460">
              <a:spcBef>
                <a:spcPts val="800"/>
              </a:spcBef>
              <a:spcAft>
                <a:spcPts val="600"/>
              </a:spcAft>
              <a:buClr>
                <a:schemeClr val="dk1"/>
              </a:buClr>
              <a:buSzPts val="1032"/>
              <a:buFont typeface="Calibri"/>
              <a:buAutoNum type="romanLcPeriod"/>
            </a:pPr>
            <a:r>
              <a:rPr lang="en-US" sz="1200" b="1" noProof="0" dirty="0">
                <a:solidFill>
                  <a:schemeClr val="dk1"/>
                </a:solidFill>
                <a:latin typeface="IBM Plex Sans"/>
                <a:sym typeface="IBM Plex Sans"/>
              </a:rPr>
              <a:t>AI Overviews have increased zero click, </a:t>
            </a:r>
            <a:r>
              <a:rPr lang="en-US" sz="1200" noProof="0" dirty="0">
                <a:solidFill>
                  <a:schemeClr val="dk1"/>
                </a:solidFill>
                <a:latin typeface="IBM Plex Sans"/>
                <a:sym typeface="IBM Plex Sans"/>
              </a:rPr>
              <a:t>causing</a:t>
            </a:r>
            <a:r>
              <a:rPr lang="en-US" sz="1200" b="1" noProof="0" dirty="0">
                <a:solidFill>
                  <a:schemeClr val="dk1"/>
                </a:solidFill>
                <a:latin typeface="IBM Plex Sans"/>
                <a:sym typeface="IBM Plex Sans"/>
              </a:rPr>
              <a:t> a decline in CTR </a:t>
            </a:r>
            <a:r>
              <a:rPr lang="en-US" sz="1200" noProof="0" dirty="0">
                <a:solidFill>
                  <a:schemeClr val="dk1"/>
                </a:solidFill>
                <a:latin typeface="IBM Plex Sans"/>
                <a:sym typeface="IBM Plex Sans"/>
              </a:rPr>
              <a:t>in the short term – we believe this will stabilize in 2026</a:t>
            </a:r>
            <a:endParaRPr lang="en-US" sz="1200" noProof="0" dirty="0">
              <a:solidFill>
                <a:schemeClr val="dk1"/>
              </a:solidFill>
              <a:latin typeface="IBM Plex Sans"/>
            </a:endParaRPr>
          </a:p>
          <a:p>
            <a:pPr marL="767715" lvl="5" indent="-228600">
              <a:spcBef>
                <a:spcPts val="800"/>
              </a:spcBef>
              <a:spcAft>
                <a:spcPts val="600"/>
              </a:spcAft>
              <a:buClr>
                <a:schemeClr val="dk1"/>
              </a:buClr>
              <a:buSzPts val="1032"/>
              <a:buFont typeface="+mj-lt"/>
              <a:buAutoNum type="alphaLcPeriod"/>
            </a:pPr>
            <a:r>
              <a:rPr lang="en-US" sz="1200" noProof="0" dirty="0">
                <a:solidFill>
                  <a:schemeClr val="dk1"/>
                </a:solidFill>
                <a:latin typeface="IBM Plex Sans"/>
                <a:sym typeface="IBM Plex Sans"/>
              </a:rPr>
              <a:t>~</a:t>
            </a:r>
            <a:r>
              <a:rPr lang="en-US" sz="1200" dirty="0">
                <a:solidFill>
                  <a:schemeClr val="dk1"/>
                </a:solidFill>
                <a:latin typeface="IBM Plex Sans"/>
                <a:sym typeface="IBM Plex Sans"/>
              </a:rPr>
              <a:t>60% to 80</a:t>
            </a:r>
            <a:r>
              <a:rPr lang="en-US" sz="1200" noProof="0" dirty="0">
                <a:solidFill>
                  <a:schemeClr val="dk1"/>
                </a:solidFill>
                <a:latin typeface="IBM Plex Sans"/>
                <a:sym typeface="IBM Plex Sans"/>
              </a:rPr>
              <a:t>% </a:t>
            </a:r>
            <a:r>
              <a:rPr lang="en-US" sz="1200" b="1" i="0" u="none" strike="noStrike" cap="none" noProof="0" dirty="0">
                <a:solidFill>
                  <a:schemeClr val="dk1"/>
                </a:solidFill>
                <a:latin typeface="IBM Plex Sans"/>
                <a:ea typeface="IBM Plex Sans"/>
                <a:cs typeface="IBM Plex Sans"/>
                <a:sym typeface="IBM Plex Sans"/>
              </a:rPr>
              <a:t>of Google searches </a:t>
            </a:r>
            <a:r>
              <a:rPr lang="en-US" sz="1200" b="0" i="0" u="none" strike="noStrike" cap="none" noProof="0" dirty="0">
                <a:solidFill>
                  <a:schemeClr val="dk1"/>
                </a:solidFill>
                <a:latin typeface="IBM Plex Sans"/>
                <a:ea typeface="IBM Plex Sans"/>
                <a:cs typeface="IBM Plex Sans"/>
                <a:sym typeface="IBM Plex Sans"/>
              </a:rPr>
              <a:t>already </a:t>
            </a:r>
            <a:r>
              <a:rPr lang="en-US" sz="1200" b="1" i="0" u="none" strike="noStrike" cap="none" noProof="0" dirty="0">
                <a:solidFill>
                  <a:schemeClr val="dk1"/>
                </a:solidFill>
                <a:latin typeface="IBM Plex Sans"/>
                <a:ea typeface="IBM Plex Sans"/>
                <a:cs typeface="IBM Plex Sans"/>
                <a:sym typeface="IBM Plex Sans"/>
              </a:rPr>
              <a:t>end without a click</a:t>
            </a:r>
            <a:r>
              <a:rPr lang="en-US" sz="1200" b="0" i="0" u="none" strike="noStrike" cap="none" baseline="30000" noProof="0" dirty="0">
                <a:solidFill>
                  <a:schemeClr val="dk1"/>
                </a:solidFill>
                <a:latin typeface="IBM Plex Sans"/>
                <a:ea typeface="IBM Plex Sans"/>
                <a:cs typeface="IBM Plex Sans"/>
                <a:sym typeface="IBM Plex Sans"/>
              </a:rPr>
              <a:t>6</a:t>
            </a:r>
            <a:r>
              <a:rPr lang="en-US" sz="1200" b="0" i="0" u="none" strike="noStrike" cap="none" noProof="0" dirty="0">
                <a:solidFill>
                  <a:schemeClr val="dk1"/>
                </a:solidFill>
                <a:latin typeface="IBM Plex Sans"/>
                <a:ea typeface="IBM Plex Sans"/>
                <a:cs typeface="IBM Plex Sans"/>
                <a:sym typeface="IBM Plex Sans"/>
              </a:rPr>
              <a:t>, with visible declines in CTR in some </a:t>
            </a:r>
            <a:r>
              <a:rPr lang="en-US" sz="1200" noProof="0" dirty="0">
                <a:solidFill>
                  <a:schemeClr val="dk1"/>
                </a:solidFill>
                <a:latin typeface="IBM Plex Sans"/>
                <a:ea typeface="IBM Plex Sans"/>
                <a:cs typeface="IBM Plex Sans"/>
                <a:sym typeface="IBM Plex Sans"/>
              </a:rPr>
              <a:t>regions/device </a:t>
            </a:r>
            <a:r>
              <a:rPr lang="en-US" sz="1200" b="0" i="0" u="none" strike="noStrike" cap="none" noProof="0" dirty="0">
                <a:solidFill>
                  <a:schemeClr val="dk1"/>
                </a:solidFill>
                <a:latin typeface="IBM Plex Sans"/>
                <a:ea typeface="IBM Plex Sans"/>
                <a:cs typeface="IBM Plex Sans"/>
                <a:sym typeface="IBM Plex Sans"/>
              </a:rPr>
              <a:t>types</a:t>
            </a:r>
            <a:endParaRPr lang="en-US" sz="1200" baseline="30000" noProof="0" dirty="0">
              <a:solidFill>
                <a:schemeClr val="dk1"/>
              </a:solidFill>
              <a:latin typeface="IBM Plex Sans"/>
              <a:ea typeface="IBM Plex Sans"/>
            </a:endParaRPr>
          </a:p>
          <a:p>
            <a:pPr marL="767715" lvl="5" indent="-228600">
              <a:spcBef>
                <a:spcPts val="800"/>
              </a:spcBef>
              <a:spcAft>
                <a:spcPts val="600"/>
              </a:spcAft>
              <a:buClr>
                <a:schemeClr val="dk1"/>
              </a:buClr>
              <a:buSzPts val="1032"/>
              <a:buFont typeface="+mj-lt"/>
              <a:buAutoNum type="alphaLcPeriod"/>
            </a:pPr>
            <a:r>
              <a:rPr lang="en-US" sz="1200" b="0" i="0" u="none" strike="noStrike" cap="none" noProof="0" dirty="0">
                <a:solidFill>
                  <a:schemeClr val="dk1"/>
                </a:solidFill>
                <a:latin typeface="IBM Plex Sans"/>
                <a:ea typeface="IBM Plex Sans"/>
                <a:cs typeface="IBM Plex Sans"/>
                <a:sym typeface="IBM Plex Sans"/>
              </a:rPr>
              <a:t>However, as Google </a:t>
            </a:r>
            <a:r>
              <a:rPr lang="en-US" sz="1200" noProof="0" dirty="0">
                <a:solidFill>
                  <a:schemeClr val="dk1"/>
                </a:solidFill>
                <a:latin typeface="IBM Plex Sans"/>
                <a:ea typeface="IBM Plex Sans"/>
                <a:cs typeface="IBM Plex Sans"/>
                <a:sym typeface="IBM Plex Sans"/>
              </a:rPr>
              <a:t>introduces</a:t>
            </a:r>
            <a:r>
              <a:rPr lang="en-US" sz="1200" b="0" i="0" u="none" strike="noStrike" cap="none" noProof="0" dirty="0">
                <a:solidFill>
                  <a:schemeClr val="dk1"/>
                </a:solidFill>
                <a:latin typeface="IBM Plex Sans"/>
                <a:ea typeface="IBM Plex Sans"/>
                <a:cs typeface="IBM Plex Sans"/>
                <a:sym typeface="IBM Plex Sans"/>
              </a:rPr>
              <a:t> links and ads within AI Overviews</a:t>
            </a:r>
            <a:r>
              <a:rPr lang="en-US" sz="1200" b="0" i="0" u="none" strike="noStrike" cap="none" baseline="30000" noProof="0" dirty="0">
                <a:solidFill>
                  <a:schemeClr val="dk1"/>
                </a:solidFill>
                <a:latin typeface="IBM Plex Sans"/>
                <a:ea typeface="IBM Plex Sans"/>
                <a:cs typeface="IBM Plex Sans"/>
                <a:sym typeface="IBM Plex Sans"/>
              </a:rPr>
              <a:t>7</a:t>
            </a:r>
            <a:r>
              <a:rPr lang="en-US" sz="1200" b="0" i="0" u="none" strike="noStrike" cap="none" noProof="0" dirty="0">
                <a:solidFill>
                  <a:schemeClr val="dk1"/>
                </a:solidFill>
                <a:latin typeface="IBM Plex Sans"/>
                <a:ea typeface="IBM Plex Sans"/>
                <a:cs typeface="IBM Plex Sans"/>
                <a:sym typeface="IBM Plex Sans"/>
              </a:rPr>
              <a:t>, </a:t>
            </a:r>
            <a:r>
              <a:rPr lang="en-US" sz="1200" b="1" i="0" u="none" strike="noStrike" cap="none" noProof="0" dirty="0">
                <a:solidFill>
                  <a:schemeClr val="dk1"/>
                </a:solidFill>
                <a:latin typeface="IBM Plex Sans"/>
                <a:ea typeface="IBM Plex Sans"/>
                <a:cs typeface="IBM Plex Sans"/>
                <a:sym typeface="IBM Plex Sans"/>
              </a:rPr>
              <a:t>behavior is expected to revert toward historical levels</a:t>
            </a:r>
            <a:endParaRPr lang="en-US" sz="1200" b="1" noProof="0" dirty="0">
              <a:solidFill>
                <a:schemeClr val="dk1"/>
              </a:solidFill>
              <a:latin typeface="IBM Plex Sans"/>
            </a:endParaRPr>
          </a:p>
          <a:p>
            <a:pPr marL="431800" lvl="1" indent="-251460">
              <a:spcBef>
                <a:spcPts val="800"/>
              </a:spcBef>
              <a:spcAft>
                <a:spcPts val="600"/>
              </a:spcAft>
              <a:buClr>
                <a:schemeClr val="dk1"/>
              </a:buClr>
              <a:buSzPts val="1032"/>
              <a:buFont typeface="Calibri"/>
              <a:buAutoNum type="romanLcPeriod"/>
            </a:pPr>
            <a:r>
              <a:rPr lang="en-US" sz="1200" b="1" i="0" u="none" strike="noStrike" cap="none" noProof="0" dirty="0">
                <a:solidFill>
                  <a:schemeClr val="dk1"/>
                </a:solidFill>
                <a:latin typeface="IBM Plex Sans"/>
                <a:ea typeface="IBM Plex Sans"/>
                <a:cs typeface="IBM Plex Sans"/>
                <a:sym typeface="IBM Plex Sans"/>
              </a:rPr>
              <a:t>Search engines </a:t>
            </a:r>
            <a:r>
              <a:rPr lang="en-US" sz="1200" b="1" noProof="0" dirty="0">
                <a:solidFill>
                  <a:schemeClr val="dk1"/>
                </a:solidFill>
                <a:latin typeface="IBM Plex Sans"/>
                <a:ea typeface="IBM Plex Sans"/>
                <a:cs typeface="IBM Plex Sans"/>
                <a:sym typeface="IBM Plex Sans"/>
              </a:rPr>
              <a:t>are </a:t>
            </a:r>
            <a:r>
              <a:rPr lang="en-US" sz="1200" b="1" i="0" u="none" strike="noStrike" cap="none" noProof="0" dirty="0">
                <a:solidFill>
                  <a:schemeClr val="dk1"/>
                </a:solidFill>
                <a:latin typeface="IBM Plex Sans"/>
                <a:ea typeface="IBM Plex Sans"/>
                <a:cs typeface="IBM Plex Sans"/>
                <a:sym typeface="IBM Plex Sans"/>
              </a:rPr>
              <a:t>adapting to protect revenue</a:t>
            </a:r>
            <a:r>
              <a:rPr lang="en-US" sz="1200" b="0" i="0" u="none" strike="noStrike" cap="none" noProof="0" dirty="0">
                <a:solidFill>
                  <a:schemeClr val="dk1"/>
                </a:solidFill>
                <a:latin typeface="IBM Plex Sans"/>
                <a:ea typeface="IBM Plex Sans"/>
                <a:cs typeface="IBM Plex Sans"/>
                <a:sym typeface="IBM Plex Sans"/>
              </a:rPr>
              <a:t>, </a:t>
            </a:r>
            <a:r>
              <a:rPr lang="en-US" sz="1200" noProof="0" dirty="0">
                <a:latin typeface="IBM Plex Sans"/>
              </a:rPr>
              <a:t>reintroducing links and ads to AI Overviews and charging higher CPCs due to reduced ad inventory and auction competition</a:t>
            </a:r>
            <a:r>
              <a:rPr lang="en-US" sz="1200" baseline="30000" noProof="0" dirty="0">
                <a:latin typeface="IBM Plex Sans"/>
              </a:rPr>
              <a:t>7</a:t>
            </a:r>
            <a:br>
              <a:rPr lang="en-US" sz="1200" noProof="0" dirty="0">
                <a:latin typeface="IBM Plex Sans" panose="020B0503050203000203" pitchFamily="34" charset="0"/>
              </a:rPr>
            </a:br>
            <a:endParaRPr lang="en-US" sz="1200" noProof="0" dirty="0">
              <a:latin typeface="IBM Plex Sans" panose="020B0503050203000203" pitchFamily="34" charset="0"/>
            </a:endParaRPr>
          </a:p>
          <a:p>
            <a:pPr marL="171450" lvl="0" indent="-171450">
              <a:spcBef>
                <a:spcPts val="1200"/>
              </a:spcBef>
              <a:spcAft>
                <a:spcPts val="600"/>
              </a:spcAft>
              <a:buClr>
                <a:schemeClr val="dk1"/>
              </a:buClr>
              <a:buSzPts val="1200"/>
              <a:buFont typeface="Arial"/>
              <a:buChar char="•"/>
            </a:pPr>
            <a:r>
              <a:rPr lang="en-US" b="1" noProof="0" dirty="0">
                <a:solidFill>
                  <a:schemeClr val="dk1"/>
                </a:solidFill>
                <a:latin typeface="IBM Plex Sans"/>
                <a:ea typeface="IBM Plex Sans"/>
                <a:cs typeface="IBM Plex Sans"/>
                <a:sym typeface="IBM Plex Sans"/>
              </a:rPr>
              <a:t>Search revenue will</a:t>
            </a:r>
            <a:r>
              <a:rPr lang="en-US" noProof="0" dirty="0">
                <a:solidFill>
                  <a:schemeClr val="dk1"/>
                </a:solidFill>
                <a:latin typeface="IBM Plex Sans"/>
                <a:ea typeface="IBM Plex Sans"/>
                <a:cs typeface="IBM Plex Sans"/>
                <a:sym typeface="IBM Plex Sans"/>
              </a:rPr>
              <a:t> grow at </a:t>
            </a:r>
            <a:r>
              <a:rPr lang="en-US" b="1" noProof="0" dirty="0">
                <a:solidFill>
                  <a:schemeClr val="dk1"/>
                </a:solidFill>
                <a:latin typeface="IBM Plex Sans"/>
                <a:ea typeface="IBM Plex Sans"/>
                <a:cs typeface="IBM Plex Sans"/>
                <a:sym typeface="IBM Plex Sans"/>
              </a:rPr>
              <a:t>~</a:t>
            </a:r>
            <a:r>
              <a:rPr lang="en-US" b="1" dirty="0">
                <a:solidFill>
                  <a:schemeClr val="dk1"/>
                </a:solidFill>
                <a:latin typeface="IBM Plex Sans"/>
                <a:ea typeface="IBM Plex Sans"/>
                <a:cs typeface="IBM Plex Sans"/>
                <a:sym typeface="IBM Plex Sans"/>
              </a:rPr>
              <a:t>15.6</a:t>
            </a:r>
            <a:r>
              <a:rPr lang="en-US" b="1" noProof="0" dirty="0">
                <a:solidFill>
                  <a:schemeClr val="dk1"/>
                </a:solidFill>
                <a:latin typeface="IBM Plex Sans"/>
                <a:ea typeface="IBM Plex Sans"/>
                <a:cs typeface="IBM Plex Sans"/>
                <a:sym typeface="IBM Plex Sans"/>
              </a:rPr>
              <a:t>% CAGR through 2030 (US = 14.0%, </a:t>
            </a:r>
            <a:r>
              <a:rPr lang="en-US" b="1" noProof="0" dirty="0" err="1">
                <a:solidFill>
                  <a:schemeClr val="dk1"/>
                </a:solidFill>
                <a:latin typeface="IBM Plex Sans"/>
                <a:ea typeface="IBM Plex Sans"/>
                <a:cs typeface="IBM Plex Sans"/>
                <a:sym typeface="IBM Plex Sans"/>
              </a:rPr>
              <a:t>RoW</a:t>
            </a:r>
            <a:r>
              <a:rPr lang="en-US" b="1" noProof="0" dirty="0">
                <a:solidFill>
                  <a:schemeClr val="dk1"/>
                </a:solidFill>
                <a:latin typeface="IBM Plex Sans"/>
                <a:ea typeface="IBM Plex Sans"/>
                <a:cs typeface="IBM Plex Sans"/>
                <a:sym typeface="IBM Plex Sans"/>
              </a:rPr>
              <a:t> = 16.2%) </a:t>
            </a:r>
            <a:r>
              <a:rPr lang="en-US" noProof="0" dirty="0">
                <a:solidFill>
                  <a:schemeClr val="dk1"/>
                </a:solidFill>
                <a:latin typeface="IBM Plex Sans"/>
                <a:ea typeface="IBM Plex Sans"/>
                <a:cs typeface="IBM Plex Sans"/>
                <a:sym typeface="IBM Plex Sans"/>
              </a:rPr>
              <a:t>, driven by:</a:t>
            </a:r>
            <a:endParaRPr lang="en-US" noProof="0" dirty="0">
              <a:solidFill>
                <a:schemeClr val="dk1"/>
              </a:solidFill>
              <a:latin typeface="IBM Plex Sans"/>
            </a:endParaRPr>
          </a:p>
          <a:p>
            <a:pPr marL="537210" lvl="4" indent="-171450">
              <a:spcBef>
                <a:spcPts val="600"/>
              </a:spcBef>
              <a:spcAft>
                <a:spcPts val="600"/>
              </a:spcAft>
              <a:buClr>
                <a:schemeClr val="dk1"/>
              </a:buClr>
              <a:buSzPts val="1200"/>
              <a:buFont typeface="Courier New"/>
              <a:buChar char="o"/>
            </a:pPr>
            <a:r>
              <a:rPr lang="en-US" sz="1200" b="1" noProof="0" dirty="0">
                <a:solidFill>
                  <a:schemeClr val="dk1"/>
                </a:solidFill>
                <a:latin typeface="IBM Plex Sans"/>
                <a:ea typeface="IBM Plex Sans"/>
                <a:cs typeface="IBM Plex Sans"/>
                <a:sym typeface="IBM Plex Sans"/>
              </a:rPr>
              <a:t>CPC growth normalizing </a:t>
            </a:r>
            <a:r>
              <a:rPr lang="en-US" sz="1200" noProof="0" dirty="0">
                <a:solidFill>
                  <a:schemeClr val="dk1"/>
                </a:solidFill>
                <a:latin typeface="IBM Plex Sans"/>
                <a:ea typeface="IBM Plex Sans"/>
                <a:cs typeface="IBM Plex Sans"/>
                <a:sym typeface="IBM Plex Sans"/>
              </a:rPr>
              <a:t>toward historical levels (~9% increase per year)⁸</a:t>
            </a:r>
            <a:endParaRPr lang="en-US" sz="1200" baseline="30000" noProof="0" dirty="0">
              <a:solidFill>
                <a:schemeClr val="dk1"/>
              </a:solidFill>
              <a:latin typeface="IBM Plex Sans"/>
            </a:endParaRPr>
          </a:p>
          <a:p>
            <a:pPr marL="537210" lvl="4" indent="-171450">
              <a:spcBef>
                <a:spcPts val="600"/>
              </a:spcBef>
              <a:spcAft>
                <a:spcPts val="600"/>
              </a:spcAft>
              <a:buClr>
                <a:schemeClr val="dk1"/>
              </a:buClr>
              <a:buSzPts val="1200"/>
              <a:buFont typeface="Courier New"/>
              <a:buChar char="o"/>
            </a:pPr>
            <a:r>
              <a:rPr lang="en-US" sz="1200" b="1" noProof="0" dirty="0">
                <a:solidFill>
                  <a:schemeClr val="dk1"/>
                </a:solidFill>
                <a:latin typeface="IBM Plex Sans"/>
                <a:ea typeface="IBM Plex Sans"/>
                <a:cs typeface="IBM Plex Sans"/>
                <a:sym typeface="IBM Plex Sans"/>
              </a:rPr>
              <a:t>CTR recovery </a:t>
            </a:r>
            <a:r>
              <a:rPr lang="en-US" sz="1200" noProof="0" dirty="0">
                <a:solidFill>
                  <a:schemeClr val="dk1"/>
                </a:solidFill>
                <a:latin typeface="IBM Plex Sans"/>
                <a:ea typeface="IBM Plex Sans"/>
                <a:cs typeface="IBM Plex Sans"/>
                <a:sym typeface="IBM Plex Sans"/>
              </a:rPr>
              <a:t>as links return to AI Overviews (stabilizes at ~4.6%, on average)</a:t>
            </a:r>
            <a:r>
              <a:rPr lang="en-US" sz="1200" baseline="30000" noProof="0" dirty="0">
                <a:solidFill>
                  <a:schemeClr val="dk1"/>
                </a:solidFill>
                <a:latin typeface="IBM Plex Sans"/>
                <a:ea typeface="IBM Plex Sans"/>
                <a:cs typeface="IBM Plex Sans"/>
                <a:sym typeface="IBM Plex Sans"/>
              </a:rPr>
              <a:t>9</a:t>
            </a:r>
            <a:r>
              <a:rPr lang="en-US" sz="1200" noProof="0" dirty="0">
                <a:solidFill>
                  <a:schemeClr val="dk1"/>
                </a:solidFill>
                <a:latin typeface="IBM Plex Sans"/>
                <a:sym typeface="IBM Plex Sans"/>
              </a:rPr>
              <a:t> </a:t>
            </a:r>
            <a:endParaRPr lang="en-US" sz="1200" noProof="0" dirty="0">
              <a:solidFill>
                <a:schemeClr val="dk1"/>
              </a:solidFill>
              <a:latin typeface="IBM Plex Sans"/>
            </a:endParaRPr>
          </a:p>
          <a:p>
            <a:pPr marL="537210" lvl="4" indent="-171450">
              <a:spcBef>
                <a:spcPts val="600"/>
              </a:spcBef>
              <a:spcAft>
                <a:spcPts val="600"/>
              </a:spcAft>
              <a:buClr>
                <a:schemeClr val="dk1"/>
              </a:buClr>
              <a:buSzPts val="1200"/>
              <a:buFont typeface="Courier New"/>
              <a:buChar char="o"/>
            </a:pPr>
            <a:r>
              <a:rPr lang="en-US" sz="1200" b="1" noProof="0" dirty="0">
                <a:solidFill>
                  <a:schemeClr val="dk1"/>
                </a:solidFill>
                <a:latin typeface="IBM Plex Sans"/>
                <a:ea typeface="IBM Plex Sans"/>
                <a:cs typeface="IBM Plex Sans"/>
                <a:sym typeface="IBM Plex Sans"/>
              </a:rPr>
              <a:t>Revenue-generating searches (monetized volume) </a:t>
            </a:r>
            <a:r>
              <a:rPr lang="en-US" sz="1200" noProof="0" dirty="0">
                <a:solidFill>
                  <a:schemeClr val="dk1"/>
                </a:solidFill>
                <a:latin typeface="IBM Plex Sans"/>
                <a:ea typeface="IBM Plex Sans"/>
                <a:cs typeface="IBM Plex Sans"/>
                <a:sym typeface="IBM Plex Sans"/>
              </a:rPr>
              <a:t>(~20% of volume)</a:t>
            </a:r>
            <a:r>
              <a:rPr lang="en-US" sz="1200" baseline="30000" noProof="0" dirty="0">
                <a:solidFill>
                  <a:schemeClr val="dk1"/>
                </a:solidFill>
                <a:latin typeface="IBM Plex Sans"/>
                <a:ea typeface="IBM Plex Sans"/>
                <a:cs typeface="IBM Plex Sans"/>
                <a:sym typeface="IBM Plex Sans"/>
              </a:rPr>
              <a:t>10</a:t>
            </a:r>
            <a:r>
              <a:rPr lang="en-US" sz="1200" noProof="0" dirty="0">
                <a:solidFill>
                  <a:schemeClr val="dk1"/>
                </a:solidFill>
                <a:latin typeface="IBM Plex Sans"/>
                <a:ea typeface="IBM Plex Sans"/>
                <a:cs typeface="IBM Plex Sans"/>
                <a:sym typeface="IBM Plex Sans"/>
              </a:rPr>
              <a:t> remain resilient</a:t>
            </a:r>
            <a:r>
              <a:rPr lang="en-US" sz="1200" b="1" noProof="0" dirty="0">
                <a:solidFill>
                  <a:schemeClr val="dk1"/>
                </a:solidFill>
                <a:latin typeface="IBM Plex Sans"/>
                <a:ea typeface="IBM Plex Sans"/>
                <a:cs typeface="IBM Plex Sans"/>
                <a:sym typeface="IBM Plex Sans"/>
              </a:rPr>
              <a:t>, growing ~6.0% annually (vs. 4.8% for non-revenue generating)</a:t>
            </a:r>
            <a:endParaRPr lang="en-US" sz="1200" noProof="0" dirty="0">
              <a:solidFill>
                <a:schemeClr val="dk1"/>
              </a:solidFill>
              <a:latin typeface="IBM Plex Sans"/>
              <a:ea typeface="IBM Plex Sans"/>
              <a:cs typeface="IBM Plex Sans"/>
              <a:sym typeface="IBM Plex Sans"/>
            </a:endParaRPr>
          </a:p>
        </p:txBody>
      </p:sp>
      <p:sp>
        <p:nvSpPr>
          <p:cNvPr id="2" name="Google Shape;490;p48">
            <a:extLst>
              <a:ext uri="{FF2B5EF4-FFF2-40B4-BE49-F238E27FC236}">
                <a16:creationId xmlns:a16="http://schemas.microsoft.com/office/drawing/2014/main" id="{BBEF97EA-D53E-5B7B-A0AF-E283188EFEA2}"/>
              </a:ext>
            </a:extLst>
          </p:cNvPr>
          <p:cNvSpPr txBox="1"/>
          <p:nvPr/>
        </p:nvSpPr>
        <p:spPr>
          <a:xfrm>
            <a:off x="409962" y="6308585"/>
            <a:ext cx="10467145" cy="215444"/>
          </a:xfrm>
          <a:prstGeom prst="rect">
            <a:avLst/>
          </a:prstGeom>
          <a:noFill/>
          <a:ln>
            <a:noFill/>
          </a:ln>
        </p:spPr>
        <p:txBody>
          <a:bodyPr spcFirstLastPara="1" wrap="square" lIns="0" tIns="0" rIns="0" bIns="0" anchor="b" anchorCtr="0">
            <a:spAutoFit/>
          </a:bodyPr>
          <a:lstStyle/>
          <a:p>
            <a:r>
              <a:rPr lang="en-US" sz="700" b="0" i="0" u="none" strike="noStrike" cap="none" noProof="0">
                <a:solidFill>
                  <a:schemeClr val="bg1">
                    <a:lumMod val="50000"/>
                  </a:schemeClr>
                </a:solidFill>
                <a:latin typeface="IBM Plex Sans"/>
                <a:ea typeface="IBM Plex Sans"/>
                <a:cs typeface="IBM Plex Sans"/>
                <a:sym typeface="IBM Plex Sans"/>
              </a:rPr>
              <a:t>Sources: (1)</a:t>
            </a:r>
            <a:r>
              <a:rPr lang="en-US" sz="700" noProof="0">
                <a:solidFill>
                  <a:schemeClr val="bg1">
                    <a:lumMod val="50000"/>
                  </a:schemeClr>
                </a:solidFill>
                <a:latin typeface="IBM Plex Sans"/>
                <a:ea typeface="IBM Plex Sans"/>
                <a:cs typeface="IBM Plex Sans"/>
                <a:sym typeface="IBM Plex Sans"/>
              </a:rPr>
              <a:t> </a:t>
            </a:r>
            <a:r>
              <a:rPr lang="en-US" sz="700" u="sng" noProof="0" err="1">
                <a:solidFill>
                  <a:schemeClr val="bg1">
                    <a:lumMod val="50000"/>
                  </a:schemeClr>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Semrush</a:t>
            </a:r>
            <a:r>
              <a:rPr lang="en-US" sz="700" b="0" i="0" u="none" strike="noStrike" cap="none" noProof="0">
                <a:solidFill>
                  <a:schemeClr val="bg1">
                    <a:lumMod val="50000"/>
                  </a:schemeClr>
                </a:solidFill>
                <a:latin typeface="IBM Plex Sans"/>
                <a:ea typeface="IBM Plex Sans"/>
                <a:cs typeface="IBM Plex Sans"/>
                <a:sym typeface="IBM Plex Sans"/>
              </a:rPr>
              <a:t>, (2)</a:t>
            </a:r>
            <a:r>
              <a:rPr lang="en-US" sz="700" noProof="0">
                <a:solidFill>
                  <a:schemeClr val="bg1">
                    <a:lumMod val="50000"/>
                  </a:schemeClr>
                </a:solidFill>
                <a:latin typeface="IBM Plex Sans"/>
                <a:ea typeface="IBM Plex Sans"/>
                <a:cs typeface="IBM Plex Sans"/>
                <a:sym typeface="IBM Plex Sans"/>
              </a:rPr>
              <a:t> ~12%: average of: </a:t>
            </a:r>
            <a:r>
              <a:rPr lang="en-US" sz="700" noProof="0">
                <a:solidFill>
                  <a:schemeClr val="bg1">
                    <a:lumMod val="50000"/>
                  </a:schemeClr>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SQM</a:t>
            </a:r>
            <a:r>
              <a:rPr lang="en-US" sz="700" noProof="0">
                <a:solidFill>
                  <a:schemeClr val="bg1">
                    <a:lumMod val="50000"/>
                  </a:schemeClr>
                </a:solidFill>
                <a:latin typeface="IBM Plex Sans"/>
                <a:ea typeface="IBM Plex Sans"/>
                <a:cs typeface="IBM Plex Sans"/>
                <a:sym typeface="IBM Plex Sans"/>
              </a:rPr>
              <a:t>, </a:t>
            </a:r>
            <a:r>
              <a:rPr lang="en-US" sz="700" noProof="0">
                <a:solidFill>
                  <a:schemeClr val="bg1">
                    <a:lumMod val="50000"/>
                  </a:schemeClr>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TTMS</a:t>
            </a:r>
            <a:r>
              <a:rPr lang="en-US" sz="700" noProof="0">
                <a:solidFill>
                  <a:schemeClr val="bg1">
                    <a:lumMod val="50000"/>
                  </a:schemeClr>
                </a:solidFill>
                <a:latin typeface="IBM Plex Sans"/>
                <a:ea typeface="IBM Plex Sans"/>
                <a:cs typeface="IBM Plex Sans"/>
                <a:sym typeface="IBM Plex Sans"/>
              </a:rPr>
              <a:t>, </a:t>
            </a:r>
            <a:r>
              <a:rPr lang="en-US" sz="700" noProof="0" err="1">
                <a:solidFill>
                  <a:schemeClr val="bg1">
                    <a:lumMod val="50000"/>
                  </a:schemeClr>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Unece</a:t>
            </a:r>
            <a:r>
              <a:rPr lang="en-US" sz="700" noProof="0">
                <a:solidFill>
                  <a:schemeClr val="bg1">
                    <a:lumMod val="50000"/>
                  </a:schemeClr>
                </a:solidFill>
                <a:latin typeface="IBM Plex Sans"/>
                <a:ea typeface="IBM Plex Sans"/>
                <a:cs typeface="IBM Plex Sans"/>
                <a:sym typeface="IBM Plex Sans"/>
              </a:rPr>
              <a:t> and </a:t>
            </a:r>
            <a:r>
              <a:rPr lang="en-US" sz="700" noProof="0" err="1">
                <a:solidFill>
                  <a:schemeClr val="bg1">
                    <a:lumMod val="50000"/>
                  </a:schemeClr>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DemandSage</a:t>
            </a:r>
            <a:r>
              <a:rPr lang="en-US" sz="700" noProof="0">
                <a:solidFill>
                  <a:schemeClr val="bg1">
                    <a:lumMod val="50000"/>
                  </a:schemeClr>
                </a:solidFill>
                <a:latin typeface="IBM Plex Sans"/>
                <a:ea typeface="IBM Plex Sans"/>
                <a:cs typeface="IBM Plex Sans"/>
                <a:sym typeface="IBM Plex Sans"/>
              </a:rPr>
              <a:t> ; 5T searches: </a:t>
            </a:r>
            <a:r>
              <a:rPr lang="en-US" sz="700" u="sng" noProof="0">
                <a:solidFill>
                  <a:schemeClr val="bg1">
                    <a:lumMod val="50000"/>
                  </a:schemeClr>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TTMS</a:t>
            </a:r>
            <a:r>
              <a:rPr lang="en-US" sz="700" noProof="0">
                <a:solidFill>
                  <a:schemeClr val="bg1">
                    <a:lumMod val="50000"/>
                  </a:schemeClr>
                </a:solidFill>
                <a:latin typeface="IBM Plex Sans"/>
                <a:ea typeface="IBM Plex Sans"/>
                <a:cs typeface="IBM Plex Sans"/>
                <a:sym typeface="IBM Plex Sans"/>
              </a:rPr>
              <a:t>, </a:t>
            </a:r>
            <a:r>
              <a:rPr lang="en-US" sz="700" noProof="0">
                <a:solidFill>
                  <a:schemeClr val="bg1">
                    <a:lumMod val="50000"/>
                  </a:schemeClr>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Google</a:t>
            </a:r>
            <a:r>
              <a:rPr lang="en-US" sz="700" noProof="0">
                <a:solidFill>
                  <a:schemeClr val="bg1">
                    <a:lumMod val="50000"/>
                  </a:schemeClr>
                </a:solidFill>
                <a:latin typeface="IBM Plex Sans"/>
                <a:ea typeface="IBM Plex Sans"/>
                <a:cs typeface="IBM Plex Sans"/>
                <a:sym typeface="IBM Plex Sans"/>
              </a:rPr>
              <a:t> and </a:t>
            </a:r>
            <a:r>
              <a:rPr lang="en-US" sz="700" noProof="0">
                <a:solidFill>
                  <a:schemeClr val="bg1">
                    <a:lumMod val="50000"/>
                  </a:schemeClr>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Search Engine Land</a:t>
            </a:r>
            <a:r>
              <a:rPr lang="en-US" sz="700" noProof="0">
                <a:solidFill>
                  <a:schemeClr val="bg1">
                    <a:lumMod val="50000"/>
                  </a:schemeClr>
                </a:solidFill>
                <a:latin typeface="IBM Plex Sans"/>
                <a:ea typeface="IBM Plex Sans"/>
                <a:cs typeface="IBM Plex Sans"/>
                <a:sym typeface="IBM Plex Sans"/>
              </a:rPr>
              <a:t>, (3) Average of </a:t>
            </a:r>
            <a:r>
              <a:rPr lang="en-US" sz="700" u="sng" noProof="0">
                <a:solidFill>
                  <a:schemeClr val="bg1">
                    <a:lumMod val="50000"/>
                  </a:schemeClr>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Mordor</a:t>
            </a:r>
            <a:r>
              <a:rPr lang="en-US" sz="700" noProof="0">
                <a:solidFill>
                  <a:schemeClr val="bg1">
                    <a:lumMod val="50000"/>
                  </a:schemeClr>
                </a:solidFill>
                <a:latin typeface="IBM Plex Sans"/>
                <a:ea typeface="IBM Plex Sans"/>
                <a:cs typeface="IBM Plex Sans"/>
                <a:sym typeface="IBM Plex Sans"/>
              </a:rPr>
              <a:t> and  </a:t>
            </a:r>
            <a:r>
              <a:rPr lang="en-US" sz="700" u="sng" noProof="0">
                <a:solidFill>
                  <a:schemeClr val="bg1">
                    <a:lumMod val="50000"/>
                  </a:schemeClr>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BRI</a:t>
            </a:r>
            <a:r>
              <a:rPr lang="en-US" sz="700" noProof="0">
                <a:solidFill>
                  <a:schemeClr val="bg1">
                    <a:lumMod val="50000"/>
                  </a:schemeClr>
                </a:solidFill>
                <a:latin typeface="IBM Plex Sans"/>
                <a:ea typeface="IBM Plex Sans"/>
                <a:cs typeface="IBM Plex Sans"/>
                <a:sym typeface="IBM Plex Sans"/>
              </a:rPr>
              <a:t>, adjusted to volume, (4) Average of Google’s  </a:t>
            </a:r>
            <a:r>
              <a:rPr lang="en-US" sz="700" noProof="0">
                <a:solidFill>
                  <a:schemeClr val="bg1">
                    <a:lumMod val="50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historical growth</a:t>
            </a:r>
            <a:r>
              <a:rPr lang="en-US" sz="700" noProof="0">
                <a:solidFill>
                  <a:schemeClr val="bg1">
                    <a:lumMod val="50000"/>
                  </a:schemeClr>
                </a:solidFill>
                <a:latin typeface="IBM Plex Sans"/>
                <a:ea typeface="IBM Plex Sans"/>
                <a:cs typeface="IBM Plex Sans"/>
                <a:sym typeface="IBM Plex Sans"/>
              </a:rPr>
              <a:t> and </a:t>
            </a:r>
            <a:r>
              <a:rPr lang="en-US" sz="700" u="sng" noProof="0">
                <a:solidFill>
                  <a:schemeClr val="bg1">
                    <a:lumMod val="50000"/>
                  </a:schemeClr>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MRA</a:t>
            </a:r>
            <a:r>
              <a:rPr lang="en-US" sz="700" noProof="0">
                <a:solidFill>
                  <a:schemeClr val="bg1">
                    <a:lumMod val="50000"/>
                  </a:schemeClr>
                </a:solidFill>
                <a:latin typeface="IBM Plex Sans"/>
                <a:ea typeface="IBM Plex Sans"/>
                <a:cs typeface="IBM Plex Sans"/>
                <a:sym typeface="IBM Plex Sans"/>
              </a:rPr>
              <a:t> adjusted to volume (5) Average of </a:t>
            </a:r>
            <a:r>
              <a:rPr lang="en-US" sz="700" u="sng" noProof="0">
                <a:solidFill>
                  <a:schemeClr val="bg1">
                    <a:lumMod val="50000"/>
                  </a:schemeClr>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McKinsey</a:t>
            </a:r>
            <a:r>
              <a:rPr lang="en-US" sz="700" u="sng" noProof="0">
                <a:solidFill>
                  <a:schemeClr val="bg1">
                    <a:lumMod val="50000"/>
                  </a:schemeClr>
                </a:solidFill>
                <a:latin typeface="IBM Plex Sans"/>
                <a:ea typeface="IBM Plex Sans"/>
                <a:cs typeface="IBM Plex Sans"/>
                <a:sym typeface="IBM Plex Sans"/>
              </a:rPr>
              <a:t>,</a:t>
            </a:r>
            <a:r>
              <a:rPr lang="en-US" sz="700" noProof="0">
                <a:solidFill>
                  <a:schemeClr val="bg1">
                    <a:lumMod val="50000"/>
                  </a:schemeClr>
                </a:solidFill>
                <a:latin typeface="IBM Plex Sans"/>
                <a:ea typeface="IBM Plex Sans"/>
                <a:cs typeface="IBM Plex Sans"/>
                <a:sym typeface="IBM Plex Sans"/>
              </a:rPr>
              <a:t> </a:t>
            </a:r>
            <a:r>
              <a:rPr lang="en-US" sz="700" u="sng" noProof="0">
                <a:solidFill>
                  <a:schemeClr val="bg1">
                    <a:lumMod val="50000"/>
                  </a:schemeClr>
                </a:solidFill>
                <a:latin typeface="IBM Plex Sans"/>
                <a:ea typeface="IBM Plex Sans"/>
                <a:cs typeface="IBM Plex Sans"/>
                <a:sym typeface="IBM Plex Sans"/>
                <a:hlinkClick r:id="rId14">
                  <a:extLst>
                    <a:ext uri="{A12FA001-AC4F-418D-AE19-62706E023703}">
                      <ahyp:hlinkClr xmlns:ahyp="http://schemas.microsoft.com/office/drawing/2018/hyperlinkcolor" val="tx"/>
                    </a:ext>
                  </a:extLst>
                </a:hlinkClick>
              </a:rPr>
              <a:t>Gartner</a:t>
            </a:r>
            <a:r>
              <a:rPr lang="en-US" sz="700" u="sng" noProof="0">
                <a:solidFill>
                  <a:schemeClr val="bg1">
                    <a:lumMod val="50000"/>
                  </a:schemeClr>
                </a:solidFill>
                <a:latin typeface="IBM Plex Sans"/>
                <a:ea typeface="IBM Plex Sans"/>
                <a:cs typeface="IBM Plex Sans"/>
                <a:sym typeface="IBM Plex Sans"/>
              </a:rPr>
              <a:t> </a:t>
            </a:r>
            <a:r>
              <a:rPr lang="en-US" sz="700" noProof="0">
                <a:solidFill>
                  <a:schemeClr val="bg1">
                    <a:lumMod val="50000"/>
                  </a:schemeClr>
                </a:solidFill>
                <a:latin typeface="IBM Plex Sans"/>
                <a:ea typeface="IBM Plex Sans"/>
                <a:cs typeface="IBM Plex Sans"/>
                <a:sym typeface="IBM Plex Sans"/>
              </a:rPr>
              <a:t>and </a:t>
            </a:r>
            <a:r>
              <a:rPr lang="en-US" sz="700" u="sng" noProof="0">
                <a:solidFill>
                  <a:schemeClr val="bg1">
                    <a:lumMod val="50000"/>
                  </a:schemeClr>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TTMS</a:t>
            </a:r>
            <a:r>
              <a:rPr lang="en-US" sz="700" noProof="0">
                <a:solidFill>
                  <a:schemeClr val="bg1">
                    <a:lumMod val="50000"/>
                  </a:schemeClr>
                </a:solidFill>
                <a:latin typeface="IBM Plex Sans"/>
                <a:ea typeface="IBM Plex Sans"/>
                <a:cs typeface="IBM Plex Sans"/>
                <a:sym typeface="IBM Plex Sans"/>
              </a:rPr>
              <a:t>, (6) </a:t>
            </a:r>
            <a:r>
              <a:rPr lang="en-US" sz="700" u="sng" noProof="0">
                <a:solidFill>
                  <a:schemeClr val="bg1">
                    <a:lumMod val="50000"/>
                  </a:schemeClr>
                </a:solidFill>
                <a:latin typeface="IBM Plex Sans"/>
                <a:ea typeface="IBM Plex Sans"/>
                <a:cs typeface="IBM Plex Sans"/>
                <a:sym typeface="IBM Plex Sans"/>
                <a:hlinkClick r:id="rId15">
                  <a:extLst>
                    <a:ext uri="{A12FA001-AC4F-418D-AE19-62706E023703}">
                      <ahyp:hlinkClr xmlns:ahyp="http://schemas.microsoft.com/office/drawing/2018/hyperlinkcolor" val="tx"/>
                    </a:ext>
                  </a:extLst>
                </a:hlinkClick>
              </a:rPr>
              <a:t>Bain</a:t>
            </a:r>
            <a:r>
              <a:rPr lang="en-US" sz="700" noProof="0">
                <a:solidFill>
                  <a:schemeClr val="bg1">
                    <a:lumMod val="50000"/>
                  </a:schemeClr>
                </a:solidFill>
                <a:latin typeface="IBM Plex Sans"/>
                <a:ea typeface="IBM Plex Sans"/>
                <a:cs typeface="IBM Plex Sans"/>
                <a:sym typeface="IBM Plex Sans"/>
              </a:rPr>
              <a:t>, (7) </a:t>
            </a:r>
            <a:r>
              <a:rPr lang="en-US" sz="700" noProof="0">
                <a:solidFill>
                  <a:schemeClr val="bg1">
                    <a:lumMod val="50000"/>
                  </a:schemeClr>
                </a:solidFill>
                <a:latin typeface="IBM Plex Sans"/>
                <a:ea typeface="IBM Plex Sans"/>
                <a:cs typeface="IBM Plex Sans"/>
                <a:sym typeface="IBM Plex Sans"/>
                <a:hlinkClick r:id="rId16">
                  <a:extLst>
                    <a:ext uri="{A12FA001-AC4F-418D-AE19-62706E023703}">
                      <ahyp:hlinkClr xmlns:ahyp="http://schemas.microsoft.com/office/drawing/2018/hyperlinkcolor" val="tx"/>
                    </a:ext>
                  </a:extLst>
                </a:hlinkClick>
              </a:rPr>
              <a:t>PPC Land</a:t>
            </a:r>
            <a:r>
              <a:rPr lang="en-US" sz="700" noProof="0">
                <a:solidFill>
                  <a:schemeClr val="bg1">
                    <a:lumMod val="50000"/>
                  </a:schemeClr>
                </a:solidFill>
                <a:latin typeface="IBM Plex Sans"/>
                <a:ea typeface="IBM Plex Sans"/>
                <a:cs typeface="IBM Plex Sans"/>
                <a:sym typeface="IBM Plex Sans"/>
              </a:rPr>
              <a:t>, (8) </a:t>
            </a:r>
            <a:r>
              <a:rPr lang="en-US" sz="700" noProof="0" err="1">
                <a:solidFill>
                  <a:schemeClr val="bg1">
                    <a:lumMod val="50000"/>
                  </a:schemeClr>
                </a:solidFill>
                <a:latin typeface="IBM Plex Sans"/>
                <a:ea typeface="IBM Plex Sans"/>
                <a:cs typeface="IBM Plex Sans"/>
                <a:sym typeface="IBM Plex Sans"/>
              </a:rPr>
              <a:t>Wordstream</a:t>
            </a:r>
            <a:r>
              <a:rPr lang="en-US" sz="700" noProof="0">
                <a:solidFill>
                  <a:schemeClr val="bg1">
                    <a:lumMod val="50000"/>
                  </a:schemeClr>
                </a:solidFill>
                <a:latin typeface="IBM Plex Sans"/>
                <a:ea typeface="IBM Plex Sans"/>
                <a:cs typeface="IBM Plex Sans"/>
                <a:sym typeface="IBM Plex Sans"/>
              </a:rPr>
              <a:t> data from: </a:t>
            </a:r>
            <a:r>
              <a:rPr lang="en-US" sz="700" u="sng" noProof="0">
                <a:solidFill>
                  <a:schemeClr val="bg1">
                    <a:lumMod val="50000"/>
                  </a:schemeClr>
                </a:solidFill>
                <a:latin typeface="IBM Plex Sans"/>
                <a:ea typeface="IBM Plex Sans"/>
                <a:cs typeface="IBM Plex Sans"/>
                <a:sym typeface="IBM Plex Sans"/>
                <a:hlinkClick r:id="rId17">
                  <a:extLst>
                    <a:ext uri="{A12FA001-AC4F-418D-AE19-62706E023703}">
                      <ahyp:hlinkClr xmlns:ahyp="http://schemas.microsoft.com/office/drawing/2018/hyperlinkcolor" val="tx"/>
                    </a:ext>
                  </a:extLst>
                </a:hlinkClick>
              </a:rPr>
              <a:t>2025</a:t>
            </a:r>
            <a:r>
              <a:rPr lang="en-US" sz="700" noProof="0">
                <a:solidFill>
                  <a:schemeClr val="bg1">
                    <a:lumMod val="50000"/>
                  </a:schemeClr>
                </a:solidFill>
                <a:latin typeface="IBM Plex Sans"/>
                <a:ea typeface="IBM Plex Sans"/>
                <a:cs typeface="IBM Plex Sans"/>
                <a:sym typeface="IBM Plex Sans"/>
              </a:rPr>
              <a:t>, </a:t>
            </a:r>
            <a:r>
              <a:rPr lang="en-US" sz="700" u="sng" noProof="0">
                <a:solidFill>
                  <a:schemeClr val="bg1">
                    <a:lumMod val="50000"/>
                  </a:schemeClr>
                </a:solidFill>
                <a:latin typeface="IBM Plex Sans"/>
                <a:ea typeface="IBM Plex Sans"/>
                <a:cs typeface="IBM Plex Sans"/>
                <a:sym typeface="IBM Plex Sans"/>
                <a:hlinkClick r:id="rId18">
                  <a:extLst>
                    <a:ext uri="{A12FA001-AC4F-418D-AE19-62706E023703}">
                      <ahyp:hlinkClr xmlns:ahyp="http://schemas.microsoft.com/office/drawing/2018/hyperlinkcolor" val="tx"/>
                    </a:ext>
                  </a:extLst>
                </a:hlinkClick>
              </a:rPr>
              <a:t>2024</a:t>
            </a:r>
            <a:r>
              <a:rPr lang="en-US" sz="700" noProof="0">
                <a:solidFill>
                  <a:schemeClr val="bg1">
                    <a:lumMod val="50000"/>
                  </a:schemeClr>
                </a:solidFill>
                <a:latin typeface="IBM Plex Sans"/>
                <a:ea typeface="IBM Plex Sans"/>
                <a:cs typeface="IBM Plex Sans"/>
                <a:sym typeface="IBM Plex Sans"/>
              </a:rPr>
              <a:t>, </a:t>
            </a:r>
            <a:r>
              <a:rPr lang="en-US" sz="700" u="sng" noProof="0">
                <a:solidFill>
                  <a:schemeClr val="bg1">
                    <a:lumMod val="50000"/>
                  </a:schemeClr>
                </a:solidFill>
                <a:latin typeface="IBM Plex Sans"/>
                <a:ea typeface="IBM Plex Sans"/>
                <a:cs typeface="IBM Plex Sans"/>
                <a:sym typeface="IBM Plex Sans"/>
                <a:hlinkClick r:id="rId19">
                  <a:extLst>
                    <a:ext uri="{A12FA001-AC4F-418D-AE19-62706E023703}">
                      <ahyp:hlinkClr xmlns:ahyp="http://schemas.microsoft.com/office/drawing/2018/hyperlinkcolor" val="tx"/>
                    </a:ext>
                  </a:extLst>
                </a:hlinkClick>
              </a:rPr>
              <a:t>2021</a:t>
            </a:r>
            <a:r>
              <a:rPr lang="en-US" sz="700" noProof="0">
                <a:solidFill>
                  <a:schemeClr val="bg1">
                    <a:lumMod val="50000"/>
                  </a:schemeClr>
                </a:solidFill>
                <a:latin typeface="IBM Plex Sans"/>
                <a:ea typeface="IBM Plex Sans"/>
                <a:cs typeface="IBM Plex Sans"/>
                <a:sym typeface="IBM Plex Sans"/>
              </a:rPr>
              <a:t>, </a:t>
            </a:r>
            <a:r>
              <a:rPr lang="en-US" sz="700" u="sng" noProof="0">
                <a:solidFill>
                  <a:schemeClr val="bg1">
                    <a:lumMod val="50000"/>
                  </a:schemeClr>
                </a:solidFill>
                <a:latin typeface="IBM Plex Sans"/>
                <a:ea typeface="IBM Plex Sans"/>
                <a:cs typeface="IBM Plex Sans"/>
                <a:sym typeface="IBM Plex Sans"/>
                <a:hlinkClick r:id="rId20">
                  <a:extLst>
                    <a:ext uri="{A12FA001-AC4F-418D-AE19-62706E023703}">
                      <ahyp:hlinkClr xmlns:ahyp="http://schemas.microsoft.com/office/drawing/2018/hyperlinkcolor" val="tx"/>
                    </a:ext>
                  </a:extLst>
                </a:hlinkClick>
              </a:rPr>
              <a:t>2018</a:t>
            </a:r>
            <a:r>
              <a:rPr lang="en-US" sz="700" noProof="0">
                <a:solidFill>
                  <a:schemeClr val="bg1">
                    <a:lumMod val="50000"/>
                  </a:schemeClr>
                </a:solidFill>
                <a:latin typeface="IBM Plex Sans"/>
                <a:ea typeface="IBM Plex Sans"/>
                <a:cs typeface="IBM Plex Sans"/>
                <a:sym typeface="IBM Plex Sans"/>
              </a:rPr>
              <a:t>, </a:t>
            </a:r>
            <a:r>
              <a:rPr lang="en-US" sz="700" u="sng" noProof="0">
                <a:solidFill>
                  <a:schemeClr val="bg1">
                    <a:lumMod val="50000"/>
                  </a:schemeClr>
                </a:solidFill>
                <a:latin typeface="IBM Plex Sans"/>
                <a:ea typeface="IBM Plex Sans"/>
                <a:cs typeface="IBM Plex Sans"/>
                <a:sym typeface="IBM Plex Sans"/>
                <a:hlinkClick r:id="rId21">
                  <a:extLst>
                    <a:ext uri="{A12FA001-AC4F-418D-AE19-62706E023703}">
                      <ahyp:hlinkClr xmlns:ahyp="http://schemas.microsoft.com/office/drawing/2018/hyperlinkcolor" val="tx"/>
                    </a:ext>
                  </a:extLst>
                </a:hlinkClick>
              </a:rPr>
              <a:t>2016</a:t>
            </a:r>
            <a:r>
              <a:rPr lang="en-US" sz="700" noProof="0">
                <a:solidFill>
                  <a:schemeClr val="bg1">
                    <a:lumMod val="50000"/>
                  </a:schemeClr>
                </a:solidFill>
                <a:latin typeface="IBM Plex Sans"/>
                <a:ea typeface="IBM Plex Sans"/>
                <a:cs typeface="IBM Plex Sans"/>
                <a:sym typeface="IBM Plex Sans"/>
              </a:rPr>
              <a:t>, (9) Details in</a:t>
            </a:r>
            <a:r>
              <a:rPr lang="en-US" sz="700" noProof="0">
                <a:solidFill>
                  <a:schemeClr val="bg1">
                    <a:lumMod val="49000"/>
                  </a:schemeClr>
                </a:solidFill>
                <a:latin typeface="IBM Plex Sans"/>
                <a:ea typeface="IBM Plex Sans"/>
                <a:cs typeface="IBM Plex Sans"/>
                <a:sym typeface="IBM Plex Sans"/>
              </a:rPr>
              <a:t> </a:t>
            </a:r>
            <a:r>
              <a:rPr lang="en-US" sz="700" noProof="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assumptions slide</a:t>
            </a:r>
            <a:r>
              <a:rPr lang="en-US" sz="700" noProof="0">
                <a:solidFill>
                  <a:schemeClr val="bg1">
                    <a:lumMod val="50000"/>
                  </a:schemeClr>
                </a:solidFill>
                <a:latin typeface="IBM Plex Sans"/>
                <a:ea typeface="IBM Plex Sans"/>
                <a:cs typeface="IBM Plex Sans"/>
                <a:sym typeface="IBM Plex Sans"/>
              </a:rPr>
              <a:t>, (10) </a:t>
            </a:r>
            <a:r>
              <a:rPr lang="en-US" sz="700" u="sng" noProof="0">
                <a:solidFill>
                  <a:schemeClr val="bg1">
                    <a:lumMod val="50000"/>
                  </a:schemeClr>
                </a:solidFill>
                <a:latin typeface="IBM Plex Sans"/>
                <a:ea typeface="IBM Plex Sans"/>
                <a:cs typeface="IBM Plex Sans"/>
                <a:sym typeface="IBM Plex Sans"/>
                <a:hlinkClick r:id="rId22">
                  <a:extLst>
                    <a:ext uri="{A12FA001-AC4F-418D-AE19-62706E023703}">
                      <ahyp:hlinkClr xmlns:ahyp="http://schemas.microsoft.com/office/drawing/2018/hyperlinkcolor" val="tx"/>
                    </a:ext>
                  </a:extLst>
                </a:hlinkClick>
              </a:rPr>
              <a:t>Datos</a:t>
            </a:r>
            <a:r>
              <a:rPr lang="en-US" sz="700" noProof="0">
                <a:solidFill>
                  <a:schemeClr val="bg1">
                    <a:lumMod val="50000"/>
                  </a:schemeClr>
                </a:solidFill>
                <a:latin typeface="IBM Plex Sans"/>
                <a:ea typeface="IBM Plex Sans"/>
                <a:cs typeface="IBM Plex Sans"/>
                <a:sym typeface="IBM Plex Sans"/>
              </a:rPr>
              <a:t>  </a:t>
            </a:r>
            <a:endParaRPr lang="en-US" sz="700" noProof="0">
              <a:solidFill>
                <a:schemeClr val="bg1">
                  <a:lumMod val="50000"/>
                </a:schemeClr>
              </a:solidFill>
              <a:latin typeface="IBM Plex Sans"/>
            </a:endParaRPr>
          </a:p>
        </p:txBody>
      </p:sp>
    </p:spTree>
    <p:extLst>
      <p:ext uri="{BB962C8B-B14F-4D97-AF65-F5344CB8AC3E}">
        <p14:creationId xmlns:p14="http://schemas.microsoft.com/office/powerpoint/2010/main" val="248112502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96"/>
        <p:cNvGrpSpPr/>
        <p:nvPr/>
      </p:nvGrpSpPr>
      <p:grpSpPr>
        <a:xfrm>
          <a:off x="0" y="0"/>
          <a:ext cx="0" cy="0"/>
          <a:chOff x="0" y="0"/>
          <a:chExt cx="0" cy="0"/>
        </a:xfrm>
      </p:grpSpPr>
      <p:sp>
        <p:nvSpPr>
          <p:cNvPr id="1497" name="Google Shape;1497;g3b23322d595_2_554"/>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3</a:t>
            </a:fld>
            <a:endParaRPr lang="en-US" noProof="0"/>
          </a:p>
        </p:txBody>
      </p:sp>
      <p:sp>
        <p:nvSpPr>
          <p:cNvPr id="1498" name="Google Shape;1498;g3b23322d595_2_554"/>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Traditional search engines are still relevant, even as users discover complementary platforms</a:t>
            </a:r>
          </a:p>
        </p:txBody>
      </p:sp>
      <p:sp>
        <p:nvSpPr>
          <p:cNvPr id="1499" name="Google Shape;1499;g3b23322d595_2_554"/>
          <p:cNvSpPr txBox="1"/>
          <p:nvPr/>
        </p:nvSpPr>
        <p:spPr>
          <a:xfrm>
            <a:off x="420595" y="6253904"/>
            <a:ext cx="10171205" cy="215444"/>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u="none" strike="noStrike" cap="none" noProof="0">
                <a:solidFill>
                  <a:srgbClr val="7F7F7F"/>
                </a:solidFill>
                <a:latin typeface="IBM Plex Sans"/>
                <a:ea typeface="Quattrocento Sans"/>
                <a:cs typeface="Quattrocento Sans"/>
                <a:sym typeface="Quattrocento Sans"/>
              </a:rPr>
              <a:t>Sources</a:t>
            </a:r>
            <a:r>
              <a:rPr lang="en-US" sz="700" b="1" u="none" strike="noStrike" cap="none" noProof="0">
                <a:solidFill>
                  <a:srgbClr val="7F7F7F"/>
                </a:solidFill>
                <a:latin typeface="IBM Plex Sans"/>
                <a:ea typeface="Quattrocento Sans"/>
                <a:cs typeface="Quattrocento Sans"/>
                <a:sym typeface="Quattrocento Sans"/>
              </a:rPr>
              <a:t>: </a:t>
            </a:r>
            <a:r>
              <a:rPr lang="en-US" sz="700" u="none" strike="noStrike" cap="none" noProof="0">
                <a:solidFill>
                  <a:srgbClr val="7F7F7F"/>
                </a:solidFill>
                <a:latin typeface="IBM Plex Sans"/>
                <a:ea typeface="Quattrocento Sans"/>
                <a:cs typeface="Quattrocento Sans"/>
                <a:sym typeface="Quattrocento Sans"/>
              </a:rPr>
              <a:t>(</a:t>
            </a:r>
            <a:r>
              <a:rPr lang="en-US" sz="700" b="0" u="none" strike="noStrike" cap="none" noProof="0">
                <a:solidFill>
                  <a:srgbClr val="7F7F7F"/>
                </a:solidFill>
                <a:latin typeface="IBM Plex Sans"/>
                <a:ea typeface="Quattrocento Sans"/>
                <a:cs typeface="Quattrocento Sans"/>
                <a:sym typeface="Quattrocento Sans"/>
              </a:rPr>
              <a:t>1) </a:t>
            </a:r>
            <a:r>
              <a:rPr lang="en-US" sz="700" b="0" u="sng" strike="noStrike" cap="none" noProof="0" err="1">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Marketingcharts</a:t>
            </a:r>
            <a:r>
              <a:rPr lang="en-US" sz="700" b="0" u="none" strike="noStrike" cap="none" noProof="0">
                <a:solidFill>
                  <a:srgbClr val="7F7F7F"/>
                </a:solidFill>
                <a:latin typeface="IBM Plex Sans"/>
                <a:ea typeface="Quattrocento Sans"/>
                <a:cs typeface="Quattrocento Sans"/>
                <a:sym typeface="Quattrocento Sans"/>
              </a:rPr>
              <a:t> ; (2) </a:t>
            </a:r>
            <a:r>
              <a:rPr lang="en-US" sz="700" b="0" u="sng" strike="noStrike" cap="none" noProof="0" err="1">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Emarketer</a:t>
            </a:r>
            <a:r>
              <a:rPr lang="en-US" sz="700" b="0" u="none" strike="noStrike" cap="none" noProof="0">
                <a:solidFill>
                  <a:srgbClr val="7F7F7F"/>
                </a:solidFill>
                <a:latin typeface="IBM Plex Sans"/>
                <a:ea typeface="Quattrocento Sans"/>
                <a:cs typeface="Quattrocento Sans"/>
                <a:sym typeface="Quattrocento Sans"/>
              </a:rPr>
              <a:t>; (3) </a:t>
            </a:r>
            <a:r>
              <a:rPr lang="en-US" sz="700" b="0" u="sng" strike="noStrike" cap="none"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Jungle Scout</a:t>
            </a:r>
            <a:r>
              <a:rPr lang="en-US" sz="700" noProof="0">
                <a:solidFill>
                  <a:srgbClr val="7F7F7F"/>
                </a:solidFill>
                <a:latin typeface="IBM Plex Sans"/>
                <a:ea typeface="Quattrocento Sans"/>
                <a:cs typeface="Quattrocento Sans"/>
                <a:sym typeface="Quattrocento Sans"/>
              </a:rPr>
              <a:t>, (4) ChatGPT was the only LLM mentioned</a:t>
            </a:r>
            <a:endParaRPr lang="en-US" sz="700" b="0" u="none" strike="noStrike" cap="none" noProof="0">
              <a:solidFill>
                <a:srgbClr val="7F7F7F"/>
              </a:solidFill>
              <a:latin typeface="IBM Plex Sans"/>
              <a:ea typeface="Quattrocento Sans"/>
              <a:cs typeface="Quattrocento Sans"/>
            </a:endParaRPr>
          </a:p>
          <a:p>
            <a:pPr marL="0" marR="0" lvl="0" indent="0" algn="l" rtl="0">
              <a:lnSpc>
                <a:spcPct val="100000"/>
              </a:lnSpc>
              <a:spcBef>
                <a:spcPts val="0"/>
              </a:spcBef>
              <a:spcAft>
                <a:spcPts val="0"/>
              </a:spcAft>
              <a:buClr>
                <a:srgbClr val="000000"/>
              </a:buClr>
              <a:buSzPts val="600"/>
              <a:buFont typeface="Arial"/>
              <a:buNone/>
            </a:pPr>
            <a:r>
              <a:rPr lang="en-US" sz="700" b="0" u="none" strike="noStrike" cap="none" noProof="0">
                <a:solidFill>
                  <a:srgbClr val="7F7F7F"/>
                </a:solidFill>
                <a:latin typeface="IBM Plex Sans" panose="020B0503050203000203" pitchFamily="34" charset="0"/>
                <a:ea typeface="Quattrocento Sans"/>
                <a:cs typeface="Quattrocento Sans"/>
                <a:sym typeface="Quattrocento Sans"/>
              </a:rPr>
              <a:t>Note: Totals do not equal 100%, as respondents could select more than one option. </a:t>
            </a:r>
            <a:endParaRPr lang="en-US" sz="700" b="0" u="none" strike="noStrike" cap="none" noProof="0">
              <a:solidFill>
                <a:srgbClr val="7F7F7F"/>
              </a:solidFill>
              <a:latin typeface="IBM Plex Sans" panose="020B0503050203000203" pitchFamily="34" charset="0"/>
            </a:endParaRPr>
          </a:p>
        </p:txBody>
      </p:sp>
      <p:sp>
        <p:nvSpPr>
          <p:cNvPr id="1500" name="Google Shape;1500;g3b23322d595_2_554"/>
          <p:cNvSpPr txBox="1"/>
          <p:nvPr/>
        </p:nvSpPr>
        <p:spPr>
          <a:xfrm>
            <a:off x="450092" y="5721874"/>
            <a:ext cx="11350810" cy="471660"/>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b="1" noProof="0">
                <a:solidFill>
                  <a:schemeClr val="dk1"/>
                </a:solidFill>
                <a:latin typeface="IBM Plex Sans"/>
                <a:ea typeface="IBM Plex Sans"/>
                <a:cs typeface="IBM Plex Sans"/>
                <a:sym typeface="IBM Plex Sans"/>
              </a:rPr>
              <a:t>U</a:t>
            </a:r>
            <a:r>
              <a:rPr lang="en-US" b="1" i="0" u="none" strike="noStrike" cap="none" noProof="0">
                <a:solidFill>
                  <a:schemeClr val="dk1"/>
                </a:solidFill>
                <a:latin typeface="IBM Plex Sans"/>
                <a:ea typeface="IBM Plex Sans"/>
                <a:cs typeface="IBM Plex Sans"/>
                <a:sym typeface="IBM Plex Sans"/>
              </a:rPr>
              <a:t>sers use complementary platforms rather than switching entirely, with early signs of AI tool adoption</a:t>
            </a:r>
            <a:endParaRPr lang="en-US" sz="1200" b="0" i="0" u="none" strike="noStrike" cap="none" noProof="0">
              <a:solidFill>
                <a:schemeClr val="dk1"/>
              </a:solidFill>
              <a:latin typeface="Arial"/>
              <a:ea typeface="Arial"/>
              <a:cs typeface="Arial"/>
              <a:sym typeface="Arial"/>
            </a:endParaRPr>
          </a:p>
        </p:txBody>
      </p:sp>
      <p:sp>
        <p:nvSpPr>
          <p:cNvPr id="1501" name="Google Shape;1501;g3b23322d595_2_554"/>
          <p:cNvSpPr/>
          <p:nvPr/>
        </p:nvSpPr>
        <p:spPr>
          <a:xfrm>
            <a:off x="450091" y="1421127"/>
            <a:ext cx="6237552" cy="47166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400" b="1" i="0" u="none" strike="noStrike" cap="none" noProof="0">
                <a:solidFill>
                  <a:schemeClr val="lt1"/>
                </a:solidFill>
                <a:latin typeface="IBM Plex Sans"/>
                <a:ea typeface="IBM Plex Sans"/>
                <a:cs typeface="IBM Plex Sans"/>
                <a:sym typeface="IBM Plex Sans"/>
              </a:rPr>
              <a:t>Where Users Start When Online Shopping</a:t>
            </a:r>
            <a:endParaRPr lang="en-US" sz="1800" noProof="0">
              <a:solidFill>
                <a:schemeClr val="lt1"/>
              </a:solidFill>
              <a:ea typeface="IBM Plex Sans"/>
            </a:endParaRPr>
          </a:p>
          <a:p>
            <a:pPr marL="0" marR="0" lvl="1" indent="0" algn="ctr">
              <a:lnSpc>
                <a:spcPct val="100000"/>
              </a:lnSpc>
              <a:spcBef>
                <a:spcPts val="0"/>
              </a:spcBef>
              <a:spcAft>
                <a:spcPts val="0"/>
              </a:spcAft>
              <a:buSzPts val="1600"/>
              <a:buFont typeface="Arial"/>
              <a:buNone/>
            </a:pPr>
            <a:r>
              <a:rPr lang="en-US" sz="1400" b="1" i="0" u="none" strike="noStrike" cap="none" noProof="0">
                <a:solidFill>
                  <a:schemeClr val="lt1"/>
                </a:solidFill>
                <a:latin typeface="IBM Plex Sans"/>
                <a:ea typeface="IBM Plex Sans"/>
                <a:cs typeface="IBM Plex Sans"/>
                <a:sym typeface="IBM Plex Sans"/>
              </a:rPr>
              <a:t>(%</a:t>
            </a:r>
            <a:r>
              <a:rPr lang="en-US" b="1" noProof="0">
                <a:solidFill>
                  <a:schemeClr val="lt1"/>
                </a:solidFill>
                <a:latin typeface="IBM Plex Sans"/>
                <a:ea typeface="IBM Plex Sans"/>
                <a:cs typeface="IBM Plex Sans"/>
                <a:sym typeface="IBM Plex Sans"/>
              </a:rPr>
              <a:t> of respondents </a:t>
            </a:r>
            <a:r>
              <a:rPr lang="en-US" sz="1400" b="1" i="0" u="none" strike="noStrike" cap="none" noProof="0">
                <a:solidFill>
                  <a:schemeClr val="lt1"/>
                </a:solidFill>
                <a:latin typeface="IBM Plex Sans"/>
                <a:ea typeface="IBM Plex Sans"/>
                <a:cs typeface="IBM Plex Sans"/>
                <a:sym typeface="IBM Plex Sans"/>
              </a:rPr>
              <a:t>- 2020, 2024, and 2025)</a:t>
            </a:r>
            <a:r>
              <a:rPr lang="en-US" sz="1400" b="1" i="0" u="none" strike="noStrike" cap="none" baseline="30000" noProof="0">
                <a:solidFill>
                  <a:schemeClr val="lt1"/>
                </a:solidFill>
                <a:latin typeface="IBM Plex Sans"/>
                <a:ea typeface="IBM Plex Sans"/>
                <a:cs typeface="IBM Plex Sans"/>
                <a:sym typeface="IBM Plex Sans"/>
              </a:rPr>
              <a:t>1,2,3</a:t>
            </a:r>
            <a:endParaRPr lang="en-US" sz="1800" b="0" i="0" u="none" strike="noStrike" cap="none" noProof="0">
              <a:solidFill>
                <a:schemeClr val="lt1"/>
              </a:solidFill>
              <a:latin typeface="Arial"/>
              <a:ea typeface="Arial"/>
              <a:cs typeface="Arial"/>
            </a:endParaRPr>
          </a:p>
        </p:txBody>
      </p:sp>
      <p:sp>
        <p:nvSpPr>
          <p:cNvPr id="1502" name="Google Shape;1502;g3b23322d595_2_554"/>
          <p:cNvSpPr txBox="1"/>
          <p:nvPr/>
        </p:nvSpPr>
        <p:spPr>
          <a:xfrm>
            <a:off x="7097953" y="1865286"/>
            <a:ext cx="4643956" cy="3672258"/>
          </a:xfrm>
          <a:prstGeom prst="rect">
            <a:avLst/>
          </a:prstGeom>
          <a:solidFill>
            <a:srgbClr val="F2F2F2"/>
          </a:solidFill>
          <a:ln>
            <a:noFill/>
          </a:ln>
        </p:spPr>
        <p:txBody>
          <a:bodyPr spcFirstLastPara="1" wrap="square" lIns="91425" tIns="90000" rIns="91425" bIns="45700" anchor="t" anchorCtr="0">
            <a:noAutofit/>
          </a:bodyPr>
          <a:lstStyle/>
          <a:p>
            <a:pPr marL="177800" marR="0" lvl="0" indent="-177800" algn="l" rtl="0">
              <a:lnSpc>
                <a:spcPct val="100000"/>
              </a:lnSpc>
              <a:spcBef>
                <a:spcPts val="0"/>
              </a:spcBef>
              <a:spcAft>
                <a:spcPts val="0"/>
              </a:spcAft>
              <a:buClr>
                <a:schemeClr val="dk1"/>
              </a:buClr>
              <a:buSzPts val="1400"/>
              <a:buFont typeface="Arial"/>
              <a:buChar char="•"/>
            </a:pPr>
            <a:r>
              <a:rPr lang="en-US" sz="1400" b="1" i="0" u="none" strike="noStrike" cap="none" noProof="0">
                <a:solidFill>
                  <a:schemeClr val="dk1"/>
                </a:solidFill>
                <a:latin typeface="IBM Plex Sans"/>
                <a:ea typeface="IBM Plex Sans"/>
                <a:cs typeface="IBM Plex Sans"/>
                <a:sym typeface="IBM Plex Sans"/>
              </a:rPr>
              <a:t>Multi-platform search behavior continues</a:t>
            </a:r>
            <a:r>
              <a:rPr lang="en-US" sz="1400" b="0" i="0" u="none" strike="noStrike" cap="none" noProof="0">
                <a:solidFill>
                  <a:schemeClr val="dk1"/>
                </a:solidFill>
                <a:latin typeface="IBM Plex Sans"/>
                <a:ea typeface="IBM Plex Sans"/>
                <a:cs typeface="IBM Plex Sans"/>
                <a:sym typeface="IBM Plex Sans"/>
              </a:rPr>
              <a:t>, with users leveraging both specialized and traditional search channels</a:t>
            </a:r>
            <a:endParaRPr lang="en-US" sz="1800" b="0" i="0" u="none" strike="noStrike" cap="none" noProof="0">
              <a:solidFill>
                <a:schemeClr val="dk1"/>
              </a:solidFill>
              <a:latin typeface="Arial"/>
              <a:ea typeface="Arial"/>
              <a:cs typeface="Arial"/>
              <a:sym typeface="Arial"/>
            </a:endParaRPr>
          </a:p>
          <a:p>
            <a:pPr marL="177800" marR="0" lvl="0" indent="-177800" algn="l" rtl="0">
              <a:lnSpc>
                <a:spcPct val="100000"/>
              </a:lnSpc>
              <a:spcBef>
                <a:spcPts val="600"/>
              </a:spcBef>
              <a:spcAft>
                <a:spcPts val="0"/>
              </a:spcAft>
              <a:buClr>
                <a:schemeClr val="dk1"/>
              </a:buClr>
              <a:buSzPts val="1400"/>
              <a:buFont typeface="Arial"/>
              <a:buChar char="•"/>
            </a:pPr>
            <a:r>
              <a:rPr lang="en-US" sz="1400" b="1" i="0" u="none" strike="noStrike" cap="none" noProof="0">
                <a:solidFill>
                  <a:schemeClr val="dk1"/>
                </a:solidFill>
                <a:latin typeface="IBM Plex Sans"/>
                <a:ea typeface="IBM Plex Sans"/>
                <a:cs typeface="IBM Plex Sans"/>
                <a:sym typeface="IBM Plex Sans"/>
              </a:rPr>
              <a:t>Traditional search includes </a:t>
            </a:r>
            <a:r>
              <a:rPr lang="en-US" sz="1400" b="0" i="0" u="none" strike="noStrike" cap="none" noProof="0">
                <a:solidFill>
                  <a:schemeClr val="dk1"/>
                </a:solidFill>
                <a:latin typeface="IBM Plex Sans"/>
                <a:ea typeface="IBM Plex Sans"/>
                <a:cs typeface="IBM Plex Sans"/>
                <a:sym typeface="IBM Plex Sans"/>
              </a:rPr>
              <a:t>Google (51%), Bing and Yahoo (7%), DuckDuckGo (6%) and Other(AOL, Brave, ASK – 5%)</a:t>
            </a:r>
            <a:r>
              <a:rPr lang="en-US" sz="1400" b="0" i="0" u="none" strike="noStrike" cap="none" baseline="30000" noProof="0">
                <a:solidFill>
                  <a:schemeClr val="dk1"/>
                </a:solidFill>
                <a:latin typeface="IBM Plex Sans"/>
                <a:ea typeface="IBM Plex Sans"/>
                <a:cs typeface="IBM Plex Sans"/>
                <a:sym typeface="IBM Plex Sans"/>
              </a:rPr>
              <a:t>3</a:t>
            </a:r>
            <a:endParaRPr lang="en-US" sz="1800" b="0" i="0" u="none" strike="noStrike" cap="none" baseline="30000" noProof="0">
              <a:solidFill>
                <a:schemeClr val="dk1"/>
              </a:solidFill>
              <a:latin typeface="Arial"/>
              <a:ea typeface="Arial"/>
              <a:cs typeface="Arial"/>
              <a:sym typeface="Arial"/>
            </a:endParaRPr>
          </a:p>
          <a:p>
            <a:pPr marL="177800" marR="0" lvl="0" indent="-177800" algn="l" rtl="0">
              <a:lnSpc>
                <a:spcPct val="100000"/>
              </a:lnSpc>
              <a:spcBef>
                <a:spcPts val="600"/>
              </a:spcBef>
              <a:spcAft>
                <a:spcPts val="0"/>
              </a:spcAft>
              <a:buClr>
                <a:schemeClr val="dk1"/>
              </a:buClr>
              <a:buSzPts val="1400"/>
              <a:buFont typeface="Arial"/>
              <a:buChar char="•"/>
            </a:pPr>
            <a:r>
              <a:rPr lang="en-US" sz="1400" b="1" i="0" u="none" strike="noStrike" cap="none" noProof="0">
                <a:solidFill>
                  <a:schemeClr val="dk1"/>
                </a:solidFill>
                <a:latin typeface="IBM Plex Sans"/>
                <a:ea typeface="IBM Plex Sans"/>
                <a:cs typeface="IBM Plex Sans"/>
                <a:sym typeface="IBM Plex Sans"/>
              </a:rPr>
              <a:t>Social media keeps rising as a significant search channel </a:t>
            </a:r>
            <a:r>
              <a:rPr lang="en-US" sz="1400" b="0" i="0" u="none" strike="noStrike" cap="none" noProof="0">
                <a:solidFill>
                  <a:schemeClr val="dk1"/>
                </a:solidFill>
                <a:latin typeface="IBM Plex Sans"/>
                <a:ea typeface="IBM Plex Sans"/>
                <a:cs typeface="IBM Plex Sans"/>
                <a:sym typeface="IBM Plex Sans"/>
              </a:rPr>
              <a:t>(75% combined share)</a:t>
            </a:r>
            <a:r>
              <a:rPr lang="en-US" sz="1400" b="0" i="0" u="none" strike="noStrike" cap="none" baseline="30000" noProof="0">
                <a:solidFill>
                  <a:schemeClr val="dk1"/>
                </a:solidFill>
                <a:latin typeface="IBM Plex Sans"/>
                <a:ea typeface="IBM Plex Sans"/>
                <a:cs typeface="IBM Plex Sans"/>
                <a:sym typeface="IBM Plex Sans"/>
              </a:rPr>
              <a:t>3</a:t>
            </a:r>
            <a:endParaRPr lang="en-US" sz="1800" b="0" i="0" u="none" strike="noStrike" cap="none" baseline="30000" noProof="0">
              <a:solidFill>
                <a:schemeClr val="dk1"/>
              </a:solidFill>
              <a:latin typeface="Arial"/>
              <a:ea typeface="Arial"/>
              <a:cs typeface="Arial"/>
              <a:sym typeface="Arial"/>
            </a:endParaRPr>
          </a:p>
          <a:p>
            <a:pPr marL="177800" marR="0" lvl="0" indent="-177800" algn="l" rtl="0">
              <a:lnSpc>
                <a:spcPct val="100000"/>
              </a:lnSpc>
              <a:spcBef>
                <a:spcPts val="600"/>
              </a:spcBef>
              <a:spcAft>
                <a:spcPts val="0"/>
              </a:spcAft>
              <a:buClr>
                <a:schemeClr val="dk1"/>
              </a:buClr>
              <a:buSzPts val="1400"/>
              <a:buFont typeface="Arial"/>
              <a:buChar char="•"/>
            </a:pPr>
            <a:r>
              <a:rPr lang="en-US" sz="1400" b="0" i="0" u="none" strike="noStrike" cap="none" noProof="0">
                <a:solidFill>
                  <a:schemeClr val="dk1"/>
                </a:solidFill>
                <a:latin typeface="IBM Plex Sans"/>
                <a:ea typeface="IBM Plex Sans"/>
                <a:cs typeface="IBM Plex Sans"/>
                <a:sym typeface="IBM Plex Sans"/>
              </a:rPr>
              <a:t>A </a:t>
            </a:r>
            <a:r>
              <a:rPr lang="en-US" sz="1400" b="1" i="0" u="none" strike="noStrike" cap="none" noProof="0">
                <a:solidFill>
                  <a:schemeClr val="dk1"/>
                </a:solidFill>
                <a:latin typeface="IBM Plex Sans"/>
                <a:ea typeface="IBM Plex Sans"/>
                <a:cs typeface="IBM Plex Sans"/>
                <a:sym typeface="IBM Plex Sans"/>
              </a:rPr>
              <a:t>notable new entrant </a:t>
            </a:r>
            <a:r>
              <a:rPr lang="en-US" sz="1400" b="0" i="0" u="none" strike="noStrike" cap="none" noProof="0">
                <a:solidFill>
                  <a:schemeClr val="dk1"/>
                </a:solidFill>
                <a:latin typeface="IBM Plex Sans"/>
                <a:ea typeface="IBM Plex Sans"/>
                <a:cs typeface="IBM Plex Sans"/>
                <a:sym typeface="IBM Plex Sans"/>
              </a:rPr>
              <a:t>in product searches is OpenAI’s </a:t>
            </a:r>
            <a:r>
              <a:rPr lang="en-US" sz="1400" b="1" i="0" u="none" strike="noStrike" cap="none" noProof="0">
                <a:solidFill>
                  <a:schemeClr val="dk1"/>
                </a:solidFill>
                <a:latin typeface="IBM Plex Sans"/>
                <a:ea typeface="IBM Plex Sans"/>
                <a:cs typeface="IBM Plex Sans"/>
                <a:sym typeface="IBM Plex Sans"/>
              </a:rPr>
              <a:t>ChatGPT</a:t>
            </a:r>
            <a:r>
              <a:rPr lang="en-US" sz="1400" b="0" i="0" u="none" strike="noStrike" cap="none" noProof="0">
                <a:solidFill>
                  <a:schemeClr val="dk1"/>
                </a:solidFill>
                <a:latin typeface="IBM Plex Sans"/>
                <a:ea typeface="IBM Plex Sans"/>
                <a:cs typeface="IBM Plex Sans"/>
                <a:sym typeface="IBM Plex Sans"/>
              </a:rPr>
              <a:t>, with </a:t>
            </a:r>
            <a:r>
              <a:rPr lang="en-US" sz="1400" b="1" i="0" u="none" strike="noStrike" cap="none" noProof="0">
                <a:solidFill>
                  <a:schemeClr val="dk1"/>
                </a:solidFill>
                <a:latin typeface="IBM Plex Sans"/>
                <a:ea typeface="IBM Plex Sans"/>
                <a:cs typeface="IBM Plex Sans"/>
                <a:sym typeface="IBM Plex Sans"/>
              </a:rPr>
              <a:t>5%</a:t>
            </a:r>
            <a:r>
              <a:rPr lang="en-US" sz="1400" b="1" i="0" u="none" strike="noStrike" cap="none" baseline="30000" noProof="0">
                <a:solidFill>
                  <a:schemeClr val="dk1"/>
                </a:solidFill>
                <a:latin typeface="IBM Plex Sans"/>
                <a:ea typeface="IBM Plex Sans"/>
                <a:cs typeface="IBM Plex Sans"/>
                <a:sym typeface="IBM Plex Sans"/>
              </a:rPr>
              <a:t>3</a:t>
            </a:r>
            <a:r>
              <a:rPr lang="en-US" sz="1400" b="1" i="0" u="none" strike="noStrike" cap="none" noProof="0">
                <a:solidFill>
                  <a:schemeClr val="dk1"/>
                </a:solidFill>
                <a:latin typeface="IBM Plex Sans"/>
                <a:ea typeface="IBM Plex Sans"/>
                <a:cs typeface="IBM Plex Sans"/>
                <a:sym typeface="IBM Plex Sans"/>
              </a:rPr>
              <a:t>. Other AI tools were not cited</a:t>
            </a:r>
            <a:endParaRPr lang="en-US" sz="1800" b="0" i="0" u="none" strike="noStrike" cap="none" baseline="30000" noProof="0">
              <a:solidFill>
                <a:schemeClr val="dk1"/>
              </a:solidFill>
              <a:latin typeface="Arial"/>
              <a:ea typeface="Arial"/>
              <a:cs typeface="Arial"/>
              <a:sym typeface="Arial"/>
            </a:endParaRPr>
          </a:p>
          <a:p>
            <a:pPr marL="177800" marR="0" lvl="0" indent="-177800" algn="l" rtl="0">
              <a:lnSpc>
                <a:spcPct val="100000"/>
              </a:lnSpc>
              <a:spcBef>
                <a:spcPts val="600"/>
              </a:spcBef>
              <a:spcAft>
                <a:spcPts val="600"/>
              </a:spcAft>
              <a:buClr>
                <a:schemeClr val="dk1"/>
              </a:buClr>
              <a:buSzPts val="1400"/>
              <a:buFont typeface="Arial"/>
              <a:buChar char="•"/>
            </a:pPr>
            <a:r>
              <a:rPr lang="en-US" sz="1400" b="1" i="0" u="none" strike="noStrike" cap="none" noProof="0">
                <a:solidFill>
                  <a:schemeClr val="dk1"/>
                </a:solidFill>
                <a:latin typeface="IBM Plex Sans"/>
                <a:ea typeface="IBM Plex Sans"/>
                <a:cs typeface="IBM Plex Sans"/>
                <a:sym typeface="IBM Plex Sans"/>
              </a:rPr>
              <a:t>Individual social platforms have gained meaningful share</a:t>
            </a:r>
            <a:r>
              <a:rPr lang="en-US" sz="1400" b="0" i="0" u="none" strike="noStrike" cap="none" noProof="0">
                <a:solidFill>
                  <a:schemeClr val="dk1"/>
                </a:solidFill>
                <a:latin typeface="IBM Plex Sans"/>
                <a:ea typeface="IBM Plex Sans"/>
                <a:cs typeface="IBM Plex Sans"/>
                <a:sym typeface="IBM Plex Sans"/>
              </a:rPr>
              <a:t> - YouTube (20%), Facebook (19%), TikTok (15%), Instagram (14%) and Pinterest (7%)</a:t>
            </a:r>
            <a:r>
              <a:rPr lang="en-US" sz="1400" b="0" i="0" u="none" strike="noStrike" cap="none" baseline="30000" noProof="0">
                <a:solidFill>
                  <a:schemeClr val="dk1"/>
                </a:solidFill>
                <a:latin typeface="IBM Plex Sans"/>
                <a:ea typeface="IBM Plex Sans"/>
                <a:cs typeface="IBM Plex Sans"/>
                <a:sym typeface="IBM Plex Sans"/>
              </a:rPr>
              <a:t>3</a:t>
            </a:r>
            <a:endParaRPr lang="en-US" sz="1800" b="0" i="0" u="none" strike="noStrike" cap="none" baseline="30000" noProof="0">
              <a:solidFill>
                <a:schemeClr val="dk1"/>
              </a:solidFill>
              <a:latin typeface="Arial"/>
              <a:ea typeface="Arial"/>
              <a:cs typeface="Arial"/>
              <a:sym typeface="Arial"/>
            </a:endParaRPr>
          </a:p>
        </p:txBody>
      </p:sp>
      <p:sp>
        <p:nvSpPr>
          <p:cNvPr id="4" name="Google Shape;368;p24">
            <a:extLst>
              <a:ext uri="{FF2B5EF4-FFF2-40B4-BE49-F238E27FC236}">
                <a16:creationId xmlns:a16="http://schemas.microsoft.com/office/drawing/2014/main" id="{3BC2E92F-6629-B067-54D4-031CA58A8E50}"/>
              </a:ext>
            </a:extLst>
          </p:cNvPr>
          <p:cNvSpPr/>
          <p:nvPr/>
        </p:nvSpPr>
        <p:spPr>
          <a:xfrm>
            <a:off x="7073323" y="1405983"/>
            <a:ext cx="4698082" cy="47166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lt1"/>
                </a:solidFill>
                <a:latin typeface="IBM Plex Sans" panose="020B0503050203000203" pitchFamily="34" charset="0"/>
                <a:ea typeface="IBM Plex Sans"/>
                <a:cs typeface="IBM Plex Sans"/>
                <a:sym typeface="IBM Plex Sans" panose="020B0503050203000203" pitchFamily="34" charset="0"/>
              </a:rPr>
              <a:t>Insights from research</a:t>
            </a:r>
          </a:p>
        </p:txBody>
      </p:sp>
      <p:sp>
        <p:nvSpPr>
          <p:cNvPr id="17" name="Rectangle 16">
            <a:extLst>
              <a:ext uri="{FF2B5EF4-FFF2-40B4-BE49-F238E27FC236}">
                <a16:creationId xmlns:a16="http://schemas.microsoft.com/office/drawing/2014/main" id="{CF1A3942-2EF9-DFFF-8BC4-012FD1FE8424}"/>
              </a:ext>
            </a:extLst>
          </p:cNvPr>
          <p:cNvSpPr/>
          <p:nvPr/>
        </p:nvSpPr>
        <p:spPr>
          <a:xfrm>
            <a:off x="9089572" y="1"/>
            <a:ext cx="3130042" cy="264922"/>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1 (AI Search is additive)</a:t>
            </a:r>
            <a:endParaRPr lang="en-US" b="1" noProof="0">
              <a:solidFill>
                <a:schemeClr val="tx1"/>
              </a:solidFill>
            </a:endParaRPr>
          </a:p>
        </p:txBody>
      </p:sp>
      <p:graphicFrame>
        <p:nvGraphicFramePr>
          <p:cNvPr id="5" name="Google Shape;1404;p20">
            <a:extLst>
              <a:ext uri="{FF2B5EF4-FFF2-40B4-BE49-F238E27FC236}">
                <a16:creationId xmlns:a16="http://schemas.microsoft.com/office/drawing/2014/main" id="{02C2DEBF-8B5D-011E-876F-AE925A335259}"/>
              </a:ext>
            </a:extLst>
          </p:cNvPr>
          <p:cNvGraphicFramePr/>
          <p:nvPr>
            <p:extLst>
              <p:ext uri="{D42A27DB-BD31-4B8C-83A1-F6EECF244321}">
                <p14:modId xmlns:p14="http://schemas.microsoft.com/office/powerpoint/2010/main" val="1154495614"/>
              </p:ext>
            </p:extLst>
          </p:nvPr>
        </p:nvGraphicFramePr>
        <p:xfrm>
          <a:off x="416558" y="2033706"/>
          <a:ext cx="6237552" cy="3595570"/>
        </p:xfrm>
        <a:graphic>
          <a:graphicData uri="http://schemas.openxmlformats.org/drawingml/2006/chart">
            <c:chart xmlns:c="http://schemas.openxmlformats.org/drawingml/2006/chart" xmlns:r="http://schemas.openxmlformats.org/officeDocument/2006/relationships" r:id="rId6"/>
          </a:graphicData>
        </a:graphic>
      </p:graphicFrame>
      <p:sp>
        <p:nvSpPr>
          <p:cNvPr id="6" name="Rectangle 7">
            <a:extLst>
              <a:ext uri="{FF2B5EF4-FFF2-40B4-BE49-F238E27FC236}">
                <a16:creationId xmlns:a16="http://schemas.microsoft.com/office/drawing/2014/main" id="{AAC4F9E0-6B06-19EF-89DC-1D1F9AFB657B}"/>
              </a:ext>
            </a:extLst>
          </p:cNvPr>
          <p:cNvSpPr/>
          <p:nvPr/>
        </p:nvSpPr>
        <p:spPr>
          <a:xfrm>
            <a:off x="5611778" y="1962523"/>
            <a:ext cx="1097280" cy="3696929"/>
          </a:xfrm>
          <a:prstGeom prst="rect">
            <a:avLst/>
          </a:prstGeom>
          <a:noFill/>
          <a:ln w="28575">
            <a:solidFill>
              <a:srgbClr val="7FD8A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7" name="TextBox 8">
            <a:extLst>
              <a:ext uri="{FF2B5EF4-FFF2-40B4-BE49-F238E27FC236}">
                <a16:creationId xmlns:a16="http://schemas.microsoft.com/office/drawing/2014/main" id="{E358B0D0-1366-24FD-E7AC-E7D139AF3BD1}"/>
              </a:ext>
            </a:extLst>
          </p:cNvPr>
          <p:cNvSpPr txBox="1"/>
          <p:nvPr/>
        </p:nvSpPr>
        <p:spPr>
          <a:xfrm>
            <a:off x="5565479" y="5232513"/>
            <a:ext cx="1203189" cy="461665"/>
          </a:xfrm>
          <a:prstGeom prst="rect">
            <a:avLst/>
          </a:prstGeom>
          <a:noFill/>
        </p:spPr>
        <p:txBody>
          <a:bodyPr wrap="square" rtlCol="0">
            <a:spAutoFit/>
          </a:bodyPr>
          <a:lstStyle/>
          <a:p>
            <a:pPr algn="ctr"/>
            <a:r>
              <a:rPr lang="en-US" sz="1200" b="1" noProof="0">
                <a:solidFill>
                  <a:srgbClr val="7FD8A6"/>
                </a:solidFill>
                <a:latin typeface="IBM Plex Sans" panose="020B0503050203000203" pitchFamily="34" charset="0"/>
              </a:rPr>
              <a:t>Retained key relevance</a:t>
            </a:r>
          </a:p>
        </p:txBody>
      </p:sp>
      <p:sp>
        <p:nvSpPr>
          <p:cNvPr id="2" name="TextBox 1">
            <a:extLst>
              <a:ext uri="{FF2B5EF4-FFF2-40B4-BE49-F238E27FC236}">
                <a16:creationId xmlns:a16="http://schemas.microsoft.com/office/drawing/2014/main" id="{1F9B2A7E-4F6D-6BB0-CC43-193B2A660690}"/>
              </a:ext>
            </a:extLst>
          </p:cNvPr>
          <p:cNvSpPr txBox="1"/>
          <p:nvPr/>
        </p:nvSpPr>
        <p:spPr>
          <a:xfrm>
            <a:off x="4309569" y="4792033"/>
            <a:ext cx="172720" cy="200055"/>
          </a:xfrm>
          <a:prstGeom prst="rect">
            <a:avLst/>
          </a:prstGeom>
          <a:noFill/>
        </p:spPr>
        <p:txBody>
          <a:bodyPr wrap="square" rtlCol="0">
            <a:spAutoFit/>
          </a:bodyPr>
          <a:lstStyle/>
          <a:p>
            <a:r>
              <a:rPr lang="en-US" sz="700" noProof="0">
                <a:latin typeface="IBM Plex Sans" panose="020B0503050203000203" pitchFamily="34" charset="0"/>
              </a:rPr>
              <a:t>4</a:t>
            </a:r>
          </a:p>
        </p:txBody>
      </p:sp>
    </p:spTree>
    <p:extLst>
      <p:ext uri="{BB962C8B-B14F-4D97-AF65-F5344CB8AC3E}">
        <p14:creationId xmlns:p14="http://schemas.microsoft.com/office/powerpoint/2010/main" val="138984033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203"/>
        <p:cNvGrpSpPr/>
        <p:nvPr/>
      </p:nvGrpSpPr>
      <p:grpSpPr>
        <a:xfrm>
          <a:off x="0" y="0"/>
          <a:ext cx="0" cy="0"/>
          <a:chOff x="0" y="0"/>
          <a:chExt cx="0" cy="0"/>
        </a:xfrm>
      </p:grpSpPr>
      <p:sp>
        <p:nvSpPr>
          <p:cNvPr id="1204" name="Google Shape;1204;g3b23322d595_2_269"/>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4</a:t>
            </a:fld>
            <a:endParaRPr lang="en-US" noProof="0"/>
          </a:p>
        </p:txBody>
      </p:sp>
      <p:sp>
        <p:nvSpPr>
          <p:cNvPr id="1205" name="Google Shape;1205;g3b23322d595_2_269"/>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lvl="0"/>
            <a:r>
              <a:rPr lang="en-US" noProof="0"/>
              <a:t>AI is reshaping the search ecosystem, expanding beyond traditional search surfaces</a:t>
            </a:r>
          </a:p>
        </p:txBody>
      </p:sp>
      <p:sp>
        <p:nvSpPr>
          <p:cNvPr id="1206" name="Google Shape;1206;g3b23322d595_2_269"/>
          <p:cNvSpPr txBox="1"/>
          <p:nvPr/>
        </p:nvSpPr>
        <p:spPr>
          <a:xfrm>
            <a:off x="420595" y="6262975"/>
            <a:ext cx="10171205" cy="215444"/>
          </a:xfrm>
          <a:prstGeom prst="rect">
            <a:avLst/>
          </a:prstGeom>
          <a:noFill/>
          <a:ln>
            <a:noFill/>
          </a:ln>
        </p:spPr>
        <p:txBody>
          <a:bodyPr spcFirstLastPara="1" wrap="square" lIns="0" tIns="0" rIns="0" bIns="0" anchor="b" anchorCtr="0">
            <a:spAutoFit/>
          </a:bodyPr>
          <a:lstStyle/>
          <a:p>
            <a:pPr>
              <a:buSzPts val="600"/>
            </a:pPr>
            <a:r>
              <a:rPr lang="en-US" sz="700" b="0" strike="noStrike" cap="none" noProof="0" dirty="0">
                <a:solidFill>
                  <a:srgbClr val="7F7F7F"/>
                </a:solidFill>
                <a:latin typeface="IBM Plex Sans"/>
                <a:ea typeface="Quattrocento Sans"/>
                <a:cs typeface="Quattrocento Sans"/>
                <a:sym typeface="Quattrocento Sans"/>
              </a:rPr>
              <a:t>Sources:</a:t>
            </a:r>
            <a:r>
              <a:rPr lang="en-US" sz="700" b="1" strike="noStrike" cap="none" noProof="0" dirty="0">
                <a:solidFill>
                  <a:srgbClr val="7F7F7F"/>
                </a:solidFill>
                <a:latin typeface="IBM Plex Sans"/>
                <a:ea typeface="Quattrocento Sans"/>
                <a:cs typeface="Quattrocento Sans"/>
                <a:sym typeface="Quattrocento Sans"/>
              </a:rPr>
              <a:t> </a:t>
            </a:r>
            <a:r>
              <a:rPr lang="en-US" sz="700" b="1"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1</a:t>
            </a:r>
            <a:r>
              <a:rPr lang="en-US" sz="700"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 </a:t>
            </a:r>
            <a:r>
              <a:rPr lang="en-US" sz="700" b="0" strike="noStrike" cap="none" noProof="0" dirty="0" err="1">
                <a:solidFill>
                  <a:srgbClr val="7F7F7F"/>
                </a:solidFill>
                <a:latin typeface="IBM Plex Sans"/>
                <a:ea typeface="Quattrocento Sans"/>
                <a:cs typeface="Quattrocento Sans"/>
                <a:sym typeface="Quattrocento Sans"/>
              </a:rPr>
              <a:t>Infidigit</a:t>
            </a:r>
            <a:r>
              <a:rPr lang="en-US" sz="700"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 </a:t>
            </a:r>
            <a:r>
              <a:rPr lang="en-US" sz="700"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2) </a:t>
            </a:r>
            <a:r>
              <a:rPr lang="en-US" sz="700" b="0" strike="noStrike" cap="none" noProof="0" dirty="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Prerender.io</a:t>
            </a:r>
            <a:r>
              <a:rPr lang="en-US" sz="700"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 </a:t>
            </a:r>
            <a:r>
              <a:rPr lang="en-US" sz="700"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3) </a:t>
            </a:r>
            <a:r>
              <a:rPr lang="en-US" sz="700" b="0" strike="noStrike" cap="none" noProof="0" dirty="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Google</a:t>
            </a:r>
            <a:r>
              <a:rPr lang="en-US" sz="700"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 </a:t>
            </a:r>
            <a:r>
              <a:rPr lang="en-US" sz="700"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4) </a:t>
            </a:r>
            <a:r>
              <a:rPr lang="en-US" sz="700" b="0" strike="noStrike" cap="none" noProof="0" dirty="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Statista</a:t>
            </a:r>
            <a:r>
              <a:rPr lang="en-US" sz="700" b="0" strike="noStrike" cap="none" noProof="0" dirty="0">
                <a:solidFill>
                  <a:srgbClr val="7F7F7F"/>
                </a:solidFill>
                <a:latin typeface="IBM Plex Sans"/>
                <a:ea typeface="Quattrocento Sans"/>
                <a:cs typeface="Quattrocento Sans"/>
                <a:sym typeface="Quattrocento Sans"/>
              </a:rPr>
              <a:t>, $355B reflects a search advertising market report that includes search ad spend across multiple platforms (e.g., Google, Amazon, Alibaba, Baidu), not limited to Google Search,</a:t>
            </a:r>
            <a:r>
              <a:rPr lang="en-US" sz="700" noProof="0" dirty="0">
                <a:solidFill>
                  <a:srgbClr val="7F7F7F"/>
                </a:solidFill>
                <a:latin typeface="IBM Plex Sans"/>
                <a:ea typeface="Quattrocento Sans"/>
                <a:cs typeface="Quattrocento Sans"/>
                <a:sym typeface="Quattrocento Sans"/>
              </a:rPr>
              <a:t>  </a:t>
            </a:r>
            <a:r>
              <a:rPr lang="en-US" sz="700" b="0" strike="noStrike" cap="none" noProof="0" dirty="0">
                <a:solidFill>
                  <a:srgbClr val="7F7F7F"/>
                </a:solidFill>
                <a:latin typeface="IBM Plex Sans"/>
                <a:ea typeface="Quattrocento Sans"/>
                <a:cs typeface="Quattrocento Sans"/>
                <a:sym typeface="Quattrocento Sans"/>
              </a:rPr>
              <a:t>(5) </a:t>
            </a:r>
            <a:r>
              <a:rPr lang="en-US" sz="700" b="0" strike="noStrike" cap="none" noProof="0" dirty="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Statista</a:t>
            </a:r>
            <a:r>
              <a:rPr lang="en-US" sz="700"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 (6) </a:t>
            </a:r>
            <a:r>
              <a:rPr lang="en-US" sz="700" b="0" strike="noStrike" cap="none" noProof="0" dirty="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Statista</a:t>
            </a:r>
            <a:r>
              <a:rPr lang="en-US" sz="700"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 (7) </a:t>
            </a:r>
            <a:r>
              <a:rPr lang="en-US" sz="700" b="0" strike="noStrike" cap="none" noProof="0" dirty="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Verge</a:t>
            </a:r>
            <a:r>
              <a:rPr lang="en-US" sz="700"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 (8) </a:t>
            </a:r>
            <a:r>
              <a:rPr lang="en-US" sz="700" b="0" strike="noStrike" cap="none" noProof="0" dirty="0">
                <a:solidFill>
                  <a:srgbClr val="7F7F7F"/>
                </a:solidFill>
                <a:latin typeface="IBM Plex Sans"/>
                <a:ea typeface="Quattrocento Sans"/>
                <a:cs typeface="Quattrocento Sans"/>
                <a:sym typeface="Quattrocento Sans"/>
                <a:hlinkClick r:id="rId9">
                  <a:extLst>
                    <a:ext uri="{A12FA001-AC4F-418D-AE19-62706E023703}">
                      <ahyp:hlinkClr xmlns:ahyp="http://schemas.microsoft.com/office/drawing/2018/hyperlinkcolor" val="tx"/>
                    </a:ext>
                  </a:extLst>
                </a:hlinkClick>
              </a:rPr>
              <a:t>McKinsey</a:t>
            </a:r>
            <a:r>
              <a:rPr lang="en-US" sz="700"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 (9) </a:t>
            </a:r>
            <a:r>
              <a:rPr lang="en-US" sz="700" b="0" strike="noStrike" cap="none" noProof="0" dirty="0">
                <a:solidFill>
                  <a:srgbClr val="7F7F7F"/>
                </a:solidFill>
                <a:latin typeface="IBM Plex Sans"/>
                <a:ea typeface="Quattrocento Sans"/>
                <a:cs typeface="Quattrocento Sans"/>
                <a:sym typeface="Quattrocento Sans"/>
                <a:hlinkClick r:id="rId10">
                  <a:extLst>
                    <a:ext uri="{A12FA001-AC4F-418D-AE19-62706E023703}">
                      <ahyp:hlinkClr xmlns:ahyp="http://schemas.microsoft.com/office/drawing/2018/hyperlinkcolor" val="tx"/>
                    </a:ext>
                  </a:extLst>
                </a:hlinkClick>
              </a:rPr>
              <a:t>Business Research</a:t>
            </a:r>
            <a:r>
              <a:rPr lang="en-US" sz="700" noProof="0" dirty="0">
                <a:solidFill>
                  <a:srgbClr val="7F7F7F"/>
                </a:solidFill>
                <a:latin typeface="IBM Plex Sans"/>
                <a:ea typeface="Quattrocento Sans"/>
                <a:cs typeface="Quattrocento Sans"/>
                <a:sym typeface="Quattrocento Sans"/>
              </a:rPr>
              <a:t>,</a:t>
            </a:r>
            <a:r>
              <a:rPr lang="en-US" sz="700" b="0" strike="noStrike" cap="none" noProof="0" dirty="0">
                <a:solidFill>
                  <a:srgbClr val="7F7F7F"/>
                </a:solidFill>
                <a:latin typeface="IBM Plex Sans"/>
                <a:ea typeface="Quattrocento Sans"/>
                <a:cs typeface="Quattrocento Sans"/>
                <a:sym typeface="Quattrocento Sans"/>
              </a:rPr>
              <a:t> (10) </a:t>
            </a:r>
            <a:r>
              <a:rPr lang="en-US" sz="700" b="0" strike="noStrike" cap="none" noProof="0" dirty="0">
                <a:solidFill>
                  <a:srgbClr val="7F7F7F"/>
                </a:solidFill>
                <a:latin typeface="IBM Plex Sans"/>
                <a:ea typeface="Quattrocento Sans"/>
                <a:cs typeface="Quattrocento Sans"/>
                <a:sym typeface="Quattrocento Sans"/>
                <a:hlinkClick r:id="rId11">
                  <a:extLst>
                    <a:ext uri="{A12FA001-AC4F-418D-AE19-62706E023703}">
                      <ahyp:hlinkClr xmlns:ahyp="http://schemas.microsoft.com/office/drawing/2018/hyperlinkcolor" val="tx"/>
                    </a:ext>
                  </a:extLst>
                </a:hlinkClick>
              </a:rPr>
              <a:t>TTMS</a:t>
            </a:r>
            <a:r>
              <a:rPr lang="en-US" sz="700" b="0" strike="noStrike" cap="none" noProof="0" dirty="0">
                <a:solidFill>
                  <a:srgbClr val="7F7F7F"/>
                </a:solidFill>
                <a:latin typeface="IBM Plex Sans"/>
                <a:ea typeface="Quattrocento Sans"/>
                <a:cs typeface="Quattrocento Sans"/>
                <a:sym typeface="Quattrocento Sans"/>
              </a:rPr>
              <a:t>, </a:t>
            </a:r>
            <a:r>
              <a:rPr lang="en-US" sz="700" b="0" strike="noStrike" cap="none" noProof="0" dirty="0">
                <a:solidFill>
                  <a:srgbClr val="7F7F7F"/>
                </a:solidFill>
                <a:latin typeface="IBM Plex Sans"/>
                <a:ea typeface="Quattrocento Sans"/>
                <a:cs typeface="Quattrocento Sans"/>
                <a:sym typeface="Quattrocento Sans"/>
                <a:hlinkClick r:id="rId12">
                  <a:extLst>
                    <a:ext uri="{A12FA001-AC4F-418D-AE19-62706E023703}">
                      <ahyp:hlinkClr xmlns:ahyp="http://schemas.microsoft.com/office/drawing/2018/hyperlinkcolor" val="tx"/>
                    </a:ext>
                  </a:extLst>
                </a:hlinkClick>
              </a:rPr>
              <a:t>SQMagazine</a:t>
            </a:r>
            <a:r>
              <a:rPr lang="en-US" sz="700" b="0" strike="noStrike" cap="none" noProof="0" dirty="0">
                <a:solidFill>
                  <a:srgbClr val="7F7F7F"/>
                </a:solidFill>
                <a:latin typeface="IBM Plex Sans"/>
                <a:ea typeface="Quattrocento Sans"/>
                <a:cs typeface="Quattrocento Sans"/>
                <a:sym typeface="Quattrocento Sans"/>
              </a:rPr>
              <a:t>, (11) </a:t>
            </a:r>
            <a:r>
              <a:rPr lang="en-US" sz="700" b="0" strike="noStrike" cap="none" noProof="0" dirty="0">
                <a:solidFill>
                  <a:srgbClr val="7F7F7F"/>
                </a:solidFill>
                <a:latin typeface="IBM Plex Sans"/>
                <a:ea typeface="Quattrocento Sans"/>
                <a:cs typeface="Quattrocento Sans"/>
                <a:sym typeface="Quattrocento Sans"/>
                <a:hlinkClick r:id="rId13">
                  <a:extLst>
                    <a:ext uri="{A12FA001-AC4F-418D-AE19-62706E023703}">
                      <ahyp:hlinkClr xmlns:ahyp="http://schemas.microsoft.com/office/drawing/2018/hyperlinkcolor" val="tx"/>
                    </a:ext>
                  </a:extLst>
                </a:hlinkClick>
              </a:rPr>
              <a:t>Jungle Scout</a:t>
            </a:r>
            <a:r>
              <a:rPr lang="en-US" sz="700" b="0" strike="noStrike" cap="none" noProof="0" dirty="0">
                <a:solidFill>
                  <a:srgbClr val="7F7F7F"/>
                </a:solidFill>
                <a:latin typeface="IBM Plex Sans"/>
                <a:ea typeface="Quattrocento Sans"/>
                <a:cs typeface="Quattrocento Sans"/>
                <a:sym typeface="Quattrocento Sans"/>
              </a:rPr>
              <a:t>, (12) </a:t>
            </a:r>
            <a:r>
              <a:rPr lang="en-US" sz="700" b="0" strike="noStrike" cap="none" noProof="0" dirty="0">
                <a:solidFill>
                  <a:srgbClr val="7F7F7F"/>
                </a:solidFill>
                <a:latin typeface="IBM Plex Sans"/>
                <a:ea typeface="Quattrocento Sans"/>
                <a:cs typeface="Quattrocento Sans"/>
                <a:sym typeface="Quattrocento Sans"/>
                <a:hlinkClick r:id="rId14">
                  <a:extLst>
                    <a:ext uri="{A12FA001-AC4F-418D-AE19-62706E023703}">
                      <ahyp:hlinkClr xmlns:ahyp="http://schemas.microsoft.com/office/drawing/2018/hyperlinkcolor" val="tx"/>
                    </a:ext>
                  </a:extLst>
                </a:hlinkClick>
              </a:rPr>
              <a:t>Bain</a:t>
            </a:r>
            <a:r>
              <a:rPr lang="en-US" sz="700" b="0" strike="noStrike" cap="none" noProof="0" dirty="0">
                <a:solidFill>
                  <a:srgbClr val="7F7F7F"/>
                </a:solidFill>
                <a:latin typeface="IBM Plex Sans"/>
                <a:ea typeface="Quattrocento Sans"/>
                <a:cs typeface="Quattrocento Sans"/>
                <a:sym typeface="Quattrocento Sans"/>
              </a:rPr>
              <a:t>, (13) </a:t>
            </a:r>
            <a:r>
              <a:rPr lang="en-US" sz="700" b="0" strike="noStrike" cap="none" noProof="0" dirty="0">
                <a:solidFill>
                  <a:srgbClr val="7F7F7F"/>
                </a:solidFill>
                <a:latin typeface="IBM Plex Sans"/>
                <a:ea typeface="Quattrocento Sans"/>
                <a:cs typeface="Quattrocento Sans"/>
                <a:sym typeface="Quattrocento Sans"/>
                <a:hlinkClick r:id="rId15">
                  <a:extLst>
                    <a:ext uri="{A12FA001-AC4F-418D-AE19-62706E023703}">
                      <ahyp:hlinkClr xmlns:ahyp="http://schemas.microsoft.com/office/drawing/2018/hyperlinkcolor" val="tx"/>
                    </a:ext>
                  </a:extLst>
                </a:hlinkClick>
              </a:rPr>
              <a:t>Data Slayer</a:t>
            </a:r>
            <a:endParaRPr lang="en-US" sz="700" b="0" strike="noStrike" cap="none" noProof="0" dirty="0">
              <a:solidFill>
                <a:srgbClr val="7F7F7F"/>
              </a:solidFill>
              <a:latin typeface="IBM Plex Sans"/>
              <a:ea typeface="Quattrocento Sans"/>
              <a:cs typeface="Quattrocento Sans"/>
            </a:endParaRPr>
          </a:p>
        </p:txBody>
      </p:sp>
      <p:graphicFrame>
        <p:nvGraphicFramePr>
          <p:cNvPr id="1207" name="Google Shape;1207;g3b23322d595_2_269"/>
          <p:cNvGraphicFramePr/>
          <p:nvPr/>
        </p:nvGraphicFramePr>
        <p:xfrm>
          <a:off x="450090" y="1421128"/>
          <a:ext cx="11350800" cy="3988079"/>
        </p:xfrm>
        <a:graphic>
          <a:graphicData uri="http://schemas.openxmlformats.org/drawingml/2006/table">
            <a:tbl>
              <a:tblPr>
                <a:noFill/>
                <a:tableStyleId>{16461213-F4DB-495F-93F5-F8E8B3FAFA39}</a:tableStyleId>
              </a:tblPr>
              <a:tblGrid>
                <a:gridCol w="1417725">
                  <a:extLst>
                    <a:ext uri="{9D8B030D-6E8A-4147-A177-3AD203B41FA5}">
                      <a16:colId xmlns:a16="http://schemas.microsoft.com/office/drawing/2014/main" val="20000"/>
                    </a:ext>
                  </a:extLst>
                </a:gridCol>
                <a:gridCol w="1676400">
                  <a:extLst>
                    <a:ext uri="{9D8B030D-6E8A-4147-A177-3AD203B41FA5}">
                      <a16:colId xmlns:a16="http://schemas.microsoft.com/office/drawing/2014/main" val="20001"/>
                    </a:ext>
                  </a:extLst>
                </a:gridCol>
                <a:gridCol w="1447800">
                  <a:extLst>
                    <a:ext uri="{9D8B030D-6E8A-4147-A177-3AD203B41FA5}">
                      <a16:colId xmlns:a16="http://schemas.microsoft.com/office/drawing/2014/main" val="20002"/>
                    </a:ext>
                  </a:extLst>
                </a:gridCol>
                <a:gridCol w="1267271">
                  <a:extLst>
                    <a:ext uri="{9D8B030D-6E8A-4147-A177-3AD203B41FA5}">
                      <a16:colId xmlns:a16="http://schemas.microsoft.com/office/drawing/2014/main" val="20003"/>
                    </a:ext>
                  </a:extLst>
                </a:gridCol>
                <a:gridCol w="3981004">
                  <a:extLst>
                    <a:ext uri="{9D8B030D-6E8A-4147-A177-3AD203B41FA5}">
                      <a16:colId xmlns:a16="http://schemas.microsoft.com/office/drawing/2014/main" val="20004"/>
                    </a:ext>
                  </a:extLst>
                </a:gridCol>
                <a:gridCol w="1560600">
                  <a:extLst>
                    <a:ext uri="{9D8B030D-6E8A-4147-A177-3AD203B41FA5}">
                      <a16:colId xmlns:a16="http://schemas.microsoft.com/office/drawing/2014/main" val="20005"/>
                    </a:ext>
                  </a:extLst>
                </a:gridCol>
              </a:tblGrid>
              <a:tr h="353309">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Key Search Segment</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Key Features</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Market </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Expected Growth</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Rationale</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Business Models</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1594534">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Traditional Search</a:t>
                      </a:r>
                    </a:p>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sym typeface="IBM Plex Sans"/>
                        </a:rPr>
                        <a:t>(with AI Overviews)</a:t>
                      </a:r>
                      <a:endParaRPr lang="en-US" sz="14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Uses indexing and algorithms </a:t>
                      </a:r>
                      <a:r>
                        <a:rPr lang="en-US" sz="1000" b="0" i="0" u="none" strike="noStrike" cap="none" noProof="0">
                          <a:solidFill>
                            <a:schemeClr val="dk1"/>
                          </a:solidFill>
                          <a:latin typeface="IBM Plex Sans"/>
                          <a:ea typeface="IBM Plex Sans"/>
                          <a:cs typeface="IBM Plex Sans"/>
                          <a:sym typeface="IBM Plex Sans"/>
                        </a:rPr>
                        <a:t>to rank results </a:t>
                      </a:r>
                      <a:r>
                        <a:rPr lang="en-US" sz="1000" b="0" i="0" u="none" strike="noStrike" cap="none" baseline="30000" noProof="0">
                          <a:solidFill>
                            <a:schemeClr val="dk1"/>
                          </a:solidFill>
                          <a:latin typeface="IBM Plex Sans"/>
                          <a:ea typeface="IBM Plex Sans"/>
                          <a:cs typeface="IBM Plex Sans"/>
                          <a:sym typeface="IBM Plex Sans"/>
                        </a:rPr>
                        <a:t>1</a:t>
                      </a:r>
                    </a:p>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000" b="1" i="0" u="none" strike="noStrike" cap="none" noProof="0">
                        <a:solidFill>
                          <a:schemeClr val="dk1"/>
                        </a:solidFill>
                        <a:latin typeface="IBM Plex Sans"/>
                        <a:ea typeface="IBM Plex Sans"/>
                        <a:cs typeface="IBM Plex Sans"/>
                        <a:sym typeface="IBM Plex Sans"/>
                      </a:endParaRPr>
                    </a:p>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000" b="1" i="0" u="none" strike="noStrike" cap="none" noProof="0">
                          <a:solidFill>
                            <a:schemeClr val="dk1"/>
                          </a:solidFill>
                          <a:latin typeface="IBM Plex Sans"/>
                          <a:ea typeface="IBM Plex Sans"/>
                          <a:cs typeface="IBM Plex Sans"/>
                          <a:sym typeface="IBM Plex Sans"/>
                        </a:rPr>
                        <a:t>Combines LLMs </a:t>
                      </a:r>
                      <a:r>
                        <a:rPr lang="en-US" sz="1000" b="0" i="0" u="none" strike="noStrike" cap="none" noProof="0">
                          <a:solidFill>
                            <a:schemeClr val="dk1"/>
                          </a:solidFill>
                          <a:latin typeface="IBM Plex Sans"/>
                          <a:ea typeface="IBM Plex Sans"/>
                          <a:cs typeface="IBM Plex Sans"/>
                          <a:sym typeface="IBM Plex Sans"/>
                        </a:rPr>
                        <a:t>with traditional ranking to </a:t>
                      </a:r>
                      <a:r>
                        <a:rPr lang="en-US" sz="1000" b="1" i="0" u="none" strike="noStrike" cap="none" noProof="0">
                          <a:solidFill>
                            <a:schemeClr val="dk1"/>
                          </a:solidFill>
                          <a:latin typeface="IBM Plex Sans"/>
                          <a:ea typeface="IBM Plex Sans"/>
                          <a:cs typeface="IBM Plex Sans"/>
                          <a:sym typeface="IBM Plex Sans"/>
                        </a:rPr>
                        <a:t>summarize results</a:t>
                      </a:r>
                      <a:r>
                        <a:rPr lang="en-US" sz="1000" b="0" i="0" u="none" strike="noStrike" cap="none" baseline="30000" noProof="0">
                          <a:solidFill>
                            <a:schemeClr val="dk1"/>
                          </a:solidFill>
                          <a:latin typeface="IBM Plex Sans"/>
                          <a:ea typeface="IBM Plex Sans"/>
                          <a:cs typeface="IBM Plex Sans"/>
                          <a:sym typeface="IBM Plex Sans"/>
                        </a:rPr>
                        <a:t>3</a:t>
                      </a:r>
                      <a:endParaRPr lang="en-US" sz="10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TAM</a:t>
                      </a:r>
                      <a:r>
                        <a:rPr lang="en-US" sz="1000" b="0" i="0" u="none" strike="noStrike" cap="none" noProof="0">
                          <a:solidFill>
                            <a:schemeClr val="dk1"/>
                          </a:solidFill>
                          <a:latin typeface="IBM Plex Sans"/>
                          <a:ea typeface="IBM Plex Sans"/>
                          <a:cs typeface="IBM Plex Sans"/>
                          <a:sym typeface="IBM Plex Sans"/>
                        </a:rPr>
                        <a:t>: $355B</a:t>
                      </a:r>
                      <a:r>
                        <a:rPr lang="en-US" sz="1000" b="0" i="0" u="none" strike="noStrike" cap="none" baseline="30000" noProof="0">
                          <a:solidFill>
                            <a:schemeClr val="dk1"/>
                          </a:solidFill>
                          <a:latin typeface="IBM Plex Sans"/>
                          <a:ea typeface="IBM Plex Sans"/>
                          <a:cs typeface="IBM Plex Sans"/>
                          <a:sym typeface="IBM Plex Sans"/>
                        </a:rPr>
                        <a:t>4</a:t>
                      </a:r>
                      <a:r>
                        <a:rPr lang="en-US" sz="1000" b="0" i="0" u="none" strike="noStrike" cap="none" noProof="0">
                          <a:solidFill>
                            <a:schemeClr val="dk1"/>
                          </a:solidFill>
                          <a:latin typeface="IBM Plex Sans"/>
                          <a:ea typeface="IBM Plex Sans"/>
                          <a:cs typeface="IBM Plex Sans"/>
                          <a:sym typeface="IBM Plex Sans"/>
                        </a:rPr>
                        <a:t> (2025)</a:t>
                      </a:r>
                      <a:endParaRPr lang="en-US" sz="1400" u="none" strike="noStrike" cap="none" noProof="0">
                        <a:latin typeface="IBM Plex Sans"/>
                      </a:endParaRPr>
                    </a:p>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CAGR</a:t>
                      </a:r>
                      <a:r>
                        <a:rPr lang="en-US" sz="1000" b="0" i="0" u="none" strike="noStrike" cap="none" noProof="0">
                          <a:solidFill>
                            <a:schemeClr val="dk1"/>
                          </a:solidFill>
                          <a:latin typeface="IBM Plex Sans"/>
                          <a:ea typeface="IBM Plex Sans"/>
                          <a:cs typeface="IBM Plex Sans"/>
                          <a:sym typeface="IBM Plex Sans"/>
                        </a:rPr>
                        <a:t>: 12.7%</a:t>
                      </a:r>
                      <a:r>
                        <a:rPr lang="en-US" sz="1000" b="0" i="0" u="none" strike="noStrike" cap="none" baseline="30000" noProof="0">
                          <a:solidFill>
                            <a:schemeClr val="dk1"/>
                          </a:solidFill>
                          <a:latin typeface="IBM Plex Sans"/>
                          <a:ea typeface="IBM Plex Sans"/>
                          <a:cs typeface="IBM Plex Sans"/>
                          <a:sym typeface="IBM Plex Sans"/>
                        </a:rPr>
                        <a:t>4</a:t>
                      </a:r>
                      <a:r>
                        <a:rPr lang="en-US" sz="1000" b="0" i="0" u="none" strike="noStrike" cap="none" noProof="0">
                          <a:solidFill>
                            <a:schemeClr val="dk1"/>
                          </a:solidFill>
                          <a:latin typeface="IBM Plex Sans"/>
                          <a:ea typeface="IBM Plex Sans"/>
                          <a:cs typeface="IBM Plex Sans"/>
                          <a:sym typeface="IBM Plex Sans"/>
                        </a:rPr>
                        <a:t> (2024-2025)</a:t>
                      </a:r>
                      <a:endParaRPr lang="en-US" sz="1000" b="1" i="0" u="none" strike="noStrike" cap="none" noProof="0">
                        <a:solidFill>
                          <a:schemeClr val="dk1"/>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 of searches with AI Overviews</a:t>
                      </a:r>
                      <a:r>
                        <a:rPr lang="en-US" sz="1000" b="0" i="0" u="none" strike="noStrike" cap="none" noProof="0">
                          <a:solidFill>
                            <a:schemeClr val="dk1"/>
                          </a:solidFill>
                          <a:latin typeface="IBM Plex Sans"/>
                          <a:ea typeface="IBM Plex Sans"/>
                          <a:cs typeface="IBM Plex Sans"/>
                          <a:sym typeface="IBM Plex Sans"/>
                        </a:rPr>
                        <a:t>: 50%</a:t>
                      </a:r>
                      <a:r>
                        <a:rPr lang="en-US" sz="1000" b="0" i="0" u="none" strike="noStrike" cap="none" baseline="30000" noProof="0">
                          <a:solidFill>
                            <a:schemeClr val="dk1"/>
                          </a:solidFill>
                          <a:latin typeface="IBM Plex Sans"/>
                          <a:ea typeface="IBM Plex Sans"/>
                          <a:cs typeface="IBM Plex Sans"/>
                          <a:sym typeface="IBM Plex Sans"/>
                        </a:rPr>
                        <a:t>8</a:t>
                      </a:r>
                      <a:r>
                        <a:rPr lang="en-US" sz="1000" b="0" i="0" u="none" strike="noStrike" cap="none" noProof="0">
                          <a:solidFill>
                            <a:schemeClr val="dk1"/>
                          </a:solidFill>
                          <a:latin typeface="IBM Plex Sans"/>
                          <a:ea typeface="IBM Plex Sans"/>
                          <a:cs typeface="IBM Plex Sans"/>
                          <a:sym typeface="IBM Plex Sans"/>
                        </a:rPr>
                        <a:t> (Oct 2025)</a:t>
                      </a:r>
                      <a:endParaRPr lang="en-US" sz="10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endParaRPr lang="en-US" sz="1000" b="0" i="0" u="none" strike="noStrike" cap="none" noProof="0">
                        <a:solidFill>
                          <a:schemeClr val="dk1"/>
                        </a:solidFill>
                        <a:latin typeface="IBM Plex Sans"/>
                        <a:ea typeface="IBM Plex Sans"/>
                        <a:cs typeface="IBM Plex Sans"/>
                        <a:sym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Traditional search remains a core discovery surface, driven by habit, breadth of queries, and high-intent use cases, enabling </a:t>
                      </a:r>
                      <a:r>
                        <a:rPr lang="en-US" sz="1000" b="1" i="0" u="none" strike="noStrike" cap="none" noProof="0">
                          <a:solidFill>
                            <a:schemeClr val="dk1"/>
                          </a:solidFill>
                          <a:latin typeface="IBM Plex Sans"/>
                          <a:ea typeface="IBM Plex Sans"/>
                          <a:cs typeface="IBM Plex Sans"/>
                          <a:sym typeface="IBM Plex Sans"/>
                        </a:rPr>
                        <a:t>continued moderate expansion</a:t>
                      </a:r>
                      <a:r>
                        <a:rPr lang="en-US" sz="1000" b="0" i="0" u="none" strike="noStrike" cap="none" noProof="0">
                          <a:solidFill>
                            <a:schemeClr val="dk1"/>
                          </a:solidFill>
                          <a:latin typeface="IBM Plex Sans"/>
                          <a:ea typeface="IBM Plex Sans"/>
                          <a:cs typeface="IBM Plex Sans"/>
                          <a:sym typeface="IBM Plex Sans"/>
                        </a:rPr>
                        <a:t>. Google search volumes are up +12% YoY vs 2024</a:t>
                      </a:r>
                      <a:r>
                        <a:rPr lang="en-US" sz="1000" b="0" i="0" u="none" strike="noStrike" cap="none" baseline="30000" noProof="0">
                          <a:solidFill>
                            <a:schemeClr val="dk1"/>
                          </a:solidFill>
                          <a:latin typeface="IBM Plex Sans"/>
                          <a:ea typeface="IBM Plex Sans"/>
                          <a:cs typeface="IBM Plex Sans"/>
                          <a:sym typeface="IBM Plex Sans"/>
                        </a:rPr>
                        <a:t>10</a:t>
                      </a:r>
                    </a:p>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000" b="0" i="0" u="none" strike="noStrike" cap="none" noProof="0">
                        <a:solidFill>
                          <a:srgbClr val="000000"/>
                        </a:solidFill>
                        <a:latin typeface="IBM Plex Sans"/>
                        <a:ea typeface="IBM Plex Sans"/>
                        <a:cs typeface="IBM Plex Sans"/>
                        <a:sym typeface="IBM Plex Sans"/>
                      </a:endParaRPr>
                    </a:p>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000" b="0" i="0" u="none" strike="noStrike" cap="none" noProof="0">
                          <a:solidFill>
                            <a:srgbClr val="000000"/>
                          </a:solidFill>
                          <a:latin typeface="IBM Plex Sans"/>
                          <a:ea typeface="IBM Plex Sans"/>
                          <a:cs typeface="IBM Plex Sans"/>
                          <a:sym typeface="IBM Plex Sans"/>
                        </a:rPr>
                        <a:t>Driven by increased use of AI-generated summaries. </a:t>
                      </a:r>
                      <a:r>
                        <a:rPr lang="en-US" sz="1000" b="1" i="0" u="none" strike="noStrike" cap="none" noProof="0">
                          <a:solidFill>
                            <a:srgbClr val="000000"/>
                          </a:solidFill>
                          <a:latin typeface="IBM Plex Sans"/>
                          <a:ea typeface="IBM Plex Sans"/>
                          <a:cs typeface="IBM Plex Sans"/>
                          <a:sym typeface="IBM Plex Sans"/>
                        </a:rPr>
                        <a:t>Google continues to expand AI Overviews</a:t>
                      </a:r>
                      <a:r>
                        <a:rPr lang="en-US" sz="1000" b="0" i="0" u="none" strike="noStrike" cap="none" noProof="0">
                          <a:solidFill>
                            <a:srgbClr val="000000"/>
                          </a:solidFill>
                          <a:latin typeface="IBM Plex Sans"/>
                          <a:ea typeface="IBM Plex Sans"/>
                          <a:cs typeface="IBM Plex Sans"/>
                          <a:sym typeface="IBM Plex Sans"/>
                        </a:rPr>
                        <a:t>, now launched in 100+ countries</a:t>
                      </a:r>
                      <a:r>
                        <a:rPr lang="en-US" sz="1000" b="0" i="0" u="none" strike="noStrike" cap="none" baseline="30000" noProof="0">
                          <a:solidFill>
                            <a:srgbClr val="000000"/>
                          </a:solidFill>
                          <a:latin typeface="IBM Plex Sans"/>
                          <a:ea typeface="IBM Plex Sans"/>
                          <a:cs typeface="IBM Plex Sans"/>
                          <a:sym typeface="IBM Plex Sans"/>
                        </a:rPr>
                        <a:t>7</a:t>
                      </a:r>
                      <a:endParaRPr lang="en-US" sz="1000" u="none" strike="noStrike" cap="none" noProof="0">
                        <a:latin typeface="IBM Plex Sans"/>
                      </a:endParaRPr>
                    </a:p>
                    <a:p>
                      <a:pPr marL="0" marR="0" lvl="0" indent="0" algn="l" rtl="0">
                        <a:lnSpc>
                          <a:spcPct val="100000"/>
                        </a:lnSpc>
                        <a:spcBef>
                          <a:spcPts val="0"/>
                        </a:spcBef>
                        <a:spcAft>
                          <a:spcPts val="0"/>
                        </a:spcAft>
                        <a:buClr>
                          <a:srgbClr val="000000"/>
                        </a:buClr>
                        <a:buSzPts val="1200"/>
                        <a:buFont typeface="Arial"/>
                        <a:buNone/>
                      </a:pPr>
                      <a:endParaRPr lang="en-US" sz="1000" u="none" strike="noStrike" cap="none" noProof="0">
                        <a:latin typeface="IBM Plex Sans"/>
                      </a:endParaRPr>
                    </a:p>
                  </a:txBody>
                  <a:tcPr marL="91450" marR="36575"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Performance advertising (CPC/CPA) and shopping ads at the intent layer</a:t>
                      </a:r>
                    </a:p>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000" b="0" i="0" u="none" strike="noStrike" cap="none" noProof="0">
                        <a:solidFill>
                          <a:srgbClr val="000000"/>
                        </a:solidFill>
                        <a:latin typeface="IBM Plex Sans"/>
                        <a:ea typeface="IBM Plex Sans"/>
                        <a:cs typeface="IBM Plex Sans"/>
                        <a:sym typeface="IBM Plex Sans"/>
                      </a:endParaRPr>
                    </a:p>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000" b="0" i="0" u="none" strike="noStrike" cap="none" noProof="0">
                          <a:solidFill>
                            <a:srgbClr val="000000"/>
                          </a:solidFill>
                          <a:latin typeface="IBM Plex Sans"/>
                          <a:ea typeface="IBM Plex Sans"/>
                          <a:cs typeface="IBM Plex Sans"/>
                          <a:sym typeface="IBM Plex Sans"/>
                        </a:rPr>
                        <a:t>Early tests of sponsored links embedded in Overviews</a:t>
                      </a:r>
                      <a:r>
                        <a:rPr lang="en-US" sz="1000" b="0" i="0" u="none" strike="noStrike" cap="none" baseline="30000" noProof="0">
                          <a:solidFill>
                            <a:srgbClr val="000000"/>
                          </a:solidFill>
                          <a:latin typeface="IBM Plex Sans"/>
                          <a:ea typeface="IBM Plex Sans"/>
                          <a:cs typeface="IBM Plex Sans"/>
                          <a:sym typeface="IBM Plex Sans"/>
                        </a:rPr>
                        <a:t>13</a:t>
                      </a:r>
                      <a:endParaRPr lang="en-US" sz="1000" u="none" strike="noStrike" cap="none" noProof="0">
                        <a:latin typeface="IBM Plex Sans"/>
                      </a:endParaRPr>
                    </a:p>
                    <a:p>
                      <a:pPr marL="0" marR="0" lvl="0" indent="0" algn="l" rtl="0">
                        <a:lnSpc>
                          <a:spcPct val="100000"/>
                        </a:lnSpc>
                        <a:spcBef>
                          <a:spcPts val="0"/>
                        </a:spcBef>
                        <a:spcAft>
                          <a:spcPts val="0"/>
                        </a:spcAft>
                        <a:buClr>
                          <a:srgbClr val="000000"/>
                        </a:buClr>
                        <a:buSzPts val="1200"/>
                        <a:buFont typeface="Arial"/>
                        <a:buNone/>
                      </a:pPr>
                      <a:endParaRPr lang="en-US" sz="1000" u="none" strike="noStrike" cap="none" noProof="0">
                        <a:latin typeface="IBM Plex Sans"/>
                      </a:endParaRPr>
                    </a:p>
                  </a:txBody>
                  <a:tcPr marL="91450" marR="36575"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10001"/>
                  </a:ext>
                </a:extLst>
              </a:tr>
              <a:tr h="1020118">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Social Search</a:t>
                      </a:r>
                      <a:endParaRPr lang="en-US" sz="14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Platform-specific search </a:t>
                      </a:r>
                      <a:r>
                        <a:rPr lang="en-US" sz="1000" b="0" i="0" u="none" strike="noStrike" cap="none" noProof="0">
                          <a:solidFill>
                            <a:schemeClr val="dk1"/>
                          </a:solidFill>
                          <a:latin typeface="IBM Plex Sans"/>
                          <a:ea typeface="IBM Plex Sans"/>
                          <a:cs typeface="IBM Plex Sans"/>
                          <a:sym typeface="IBM Plex Sans"/>
                        </a:rPr>
                        <a:t>focused on content discovery, products, and recommendations</a:t>
                      </a:r>
                      <a:endParaRPr lang="en-US" sz="1400" u="none" strike="noStrike" cap="none" noProof="0">
                        <a:latin typeface="IBM Plex Sans"/>
                      </a:endParaRPr>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TAM</a:t>
                      </a:r>
                      <a:r>
                        <a:rPr lang="en-US" sz="1000" b="0" i="0" u="none" strike="noStrike" cap="none" noProof="0">
                          <a:solidFill>
                            <a:schemeClr val="dk1"/>
                          </a:solidFill>
                          <a:latin typeface="IBM Plex Sans"/>
                          <a:ea typeface="IBM Plex Sans"/>
                          <a:cs typeface="IBM Plex Sans"/>
                          <a:sym typeface="IBM Plex Sans"/>
                        </a:rPr>
                        <a:t>: $243B</a:t>
                      </a:r>
                      <a:r>
                        <a:rPr lang="en-US" sz="1000" b="0" i="0" u="none" strike="noStrike" cap="none" baseline="30000" noProof="0">
                          <a:solidFill>
                            <a:schemeClr val="dk1"/>
                          </a:solidFill>
                          <a:latin typeface="IBM Plex Sans"/>
                          <a:ea typeface="IBM Plex Sans"/>
                          <a:cs typeface="IBM Plex Sans"/>
                          <a:sym typeface="IBM Plex Sans"/>
                        </a:rPr>
                        <a:t>9</a:t>
                      </a:r>
                      <a:r>
                        <a:rPr lang="en-US" sz="1000" b="0" i="0" u="none" strike="noStrike" cap="none" noProof="0">
                          <a:solidFill>
                            <a:schemeClr val="dk1"/>
                          </a:solidFill>
                          <a:latin typeface="IBM Plex Sans"/>
                          <a:ea typeface="IBM Plex Sans"/>
                          <a:cs typeface="IBM Plex Sans"/>
                          <a:sym typeface="IBM Plex Sans"/>
                        </a:rPr>
                        <a:t> (2025)</a:t>
                      </a:r>
                      <a:endParaRPr lang="en-US" sz="1400" u="none" strike="noStrike" cap="none" noProof="0">
                        <a:latin typeface="IBM Plex Sans"/>
                      </a:endParaRPr>
                    </a:p>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CAGR</a:t>
                      </a:r>
                      <a:r>
                        <a:rPr lang="en-US" sz="1000" b="0" i="0" u="none" strike="noStrike" cap="none" noProof="0">
                          <a:solidFill>
                            <a:schemeClr val="dk1"/>
                          </a:solidFill>
                          <a:latin typeface="IBM Plex Sans"/>
                          <a:ea typeface="IBM Plex Sans"/>
                          <a:cs typeface="IBM Plex Sans"/>
                          <a:sym typeface="IBM Plex Sans"/>
                        </a:rPr>
                        <a:t>: 7.5%</a:t>
                      </a:r>
                      <a:r>
                        <a:rPr lang="en-US" sz="1000" b="0" i="0" u="none" strike="noStrike" cap="none" baseline="30000" noProof="0">
                          <a:solidFill>
                            <a:schemeClr val="dk1"/>
                          </a:solidFill>
                          <a:latin typeface="IBM Plex Sans"/>
                          <a:ea typeface="IBM Plex Sans"/>
                          <a:cs typeface="IBM Plex Sans"/>
                          <a:sym typeface="IBM Plex Sans"/>
                        </a:rPr>
                        <a:t>9</a:t>
                      </a:r>
                      <a:r>
                        <a:rPr lang="en-US" sz="1000" b="0" i="0" u="none" strike="noStrike" cap="none" noProof="0">
                          <a:solidFill>
                            <a:schemeClr val="dk1"/>
                          </a:solidFill>
                          <a:latin typeface="IBM Plex Sans"/>
                          <a:ea typeface="IBM Plex Sans"/>
                          <a:cs typeface="IBM Plex Sans"/>
                          <a:sym typeface="IBM Plex Sans"/>
                        </a:rPr>
                        <a:t> (2025-2033)</a:t>
                      </a:r>
                      <a:endParaRPr lang="en-US" sz="1400" u="none" strike="noStrike" cap="none" noProof="0">
                        <a:latin typeface="IBM Plex Sans"/>
                      </a:endParaRPr>
                    </a:p>
                    <a:p>
                      <a:pPr marL="0" marR="0" lvl="0" indent="0" algn="l" rtl="0">
                        <a:lnSpc>
                          <a:spcPct val="100000"/>
                        </a:lnSpc>
                        <a:spcBef>
                          <a:spcPts val="0"/>
                        </a:spcBef>
                        <a:spcAft>
                          <a:spcPts val="0"/>
                        </a:spcAft>
                        <a:buClr>
                          <a:srgbClr val="000000"/>
                        </a:buClr>
                        <a:buSzPts val="1200"/>
                        <a:buFont typeface="Arial"/>
                        <a:buNone/>
                      </a:pPr>
                      <a:endParaRPr lang="en-US" sz="1000" b="0" i="0" u="none" strike="noStrike" cap="none" noProof="0">
                        <a:solidFill>
                          <a:schemeClr val="dk1"/>
                        </a:solidFill>
                        <a:latin typeface="IBM Plex Sans"/>
                        <a:ea typeface="IBM Plex Sans"/>
                        <a:cs typeface="IBM Plex Sans"/>
                        <a:sym typeface="IBM Plex Sans"/>
                      </a:endParaRPr>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endParaRPr lang="en-US" sz="1000" b="0" i="0" u="none" strike="noStrike" cap="none" noProof="0">
                        <a:solidFill>
                          <a:schemeClr val="dk1"/>
                        </a:solidFill>
                        <a:latin typeface="IBM Plex Sans"/>
                        <a:ea typeface="IBM Plex Sans"/>
                        <a:cs typeface="IBM Plex Sans"/>
                        <a:sym typeface="IBM Plex Sans"/>
                      </a:endParaRPr>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Continued growth </a:t>
                      </a:r>
                      <a:r>
                        <a:rPr lang="en-US" sz="1000" b="0" i="0" u="none" strike="noStrike" cap="none" noProof="0">
                          <a:solidFill>
                            <a:schemeClr val="dk1"/>
                          </a:solidFill>
                          <a:latin typeface="IBM Plex Sans"/>
                          <a:ea typeface="IBM Plex Sans"/>
                          <a:cs typeface="IBM Plex Sans"/>
                          <a:sym typeface="IBM Plex Sans"/>
                        </a:rPr>
                        <a:t>as users increasingly start shopping journeys within social platforms</a:t>
                      </a:r>
                      <a:endParaRPr lang="en-US" sz="1400" b="0" u="none" strike="noStrike" cap="none" noProof="0">
                        <a:latin typeface="IBM Plex Sans"/>
                      </a:endParaRPr>
                    </a:p>
                  </a:txBody>
                  <a:tcPr marL="91450" marR="36575" marT="45725" marB="457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Native ads and commerce integrations through discovery-led conversion</a:t>
                      </a:r>
                      <a:r>
                        <a:rPr lang="en-US" sz="1000" b="0" i="0" u="none" strike="noStrike" cap="none" baseline="30000" noProof="0">
                          <a:solidFill>
                            <a:schemeClr val="dk1"/>
                          </a:solidFill>
                          <a:latin typeface="IBM Plex Sans"/>
                          <a:ea typeface="IBM Plex Sans"/>
                          <a:cs typeface="IBM Plex Sans"/>
                          <a:sym typeface="IBM Plex Sans"/>
                        </a:rPr>
                        <a:t>11</a:t>
                      </a:r>
                      <a:endParaRPr lang="en-US" sz="1400" u="none" strike="noStrike" cap="none" noProof="0">
                        <a:latin typeface="IBM Plex Sans"/>
                      </a:endParaRPr>
                    </a:p>
                  </a:txBody>
                  <a:tcPr marL="91450" marR="36575" marT="45725" marB="457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2"/>
                  </a:ext>
                </a:extLst>
              </a:tr>
              <a:tr h="1020118">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AI Tools</a:t>
                      </a:r>
                      <a:endParaRPr lang="en-US" sz="14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LLMs</a:t>
                      </a:r>
                      <a:r>
                        <a:rPr lang="en-US" sz="1000" b="0" i="0" u="none" strike="noStrike" cap="none" noProof="0">
                          <a:solidFill>
                            <a:schemeClr val="dk1"/>
                          </a:solidFill>
                          <a:latin typeface="IBM Plex Sans"/>
                          <a:ea typeface="IBM Plex Sans"/>
                          <a:cs typeface="IBM Plex Sans"/>
                          <a:sym typeface="IBM Plex Sans"/>
                        </a:rPr>
                        <a:t> answer queries, summarize content, or generate responses</a:t>
                      </a:r>
                      <a:r>
                        <a:rPr lang="en-US" sz="1000" b="0" i="0" u="none" strike="noStrike" cap="none" baseline="30000" noProof="0">
                          <a:solidFill>
                            <a:schemeClr val="dk1"/>
                          </a:solidFill>
                          <a:latin typeface="IBM Plex Sans"/>
                          <a:ea typeface="IBM Plex Sans"/>
                          <a:cs typeface="IBM Plex Sans"/>
                          <a:sym typeface="IBM Plex Sans"/>
                        </a:rPr>
                        <a:t>2</a:t>
                      </a:r>
                      <a:endParaRPr lang="en-US" sz="14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TAM</a:t>
                      </a:r>
                      <a:r>
                        <a:rPr lang="en-US" sz="1000" b="0" i="0" u="none" strike="noStrike" cap="none" noProof="0">
                          <a:solidFill>
                            <a:schemeClr val="dk1"/>
                          </a:solidFill>
                          <a:latin typeface="IBM Plex Sans"/>
                          <a:ea typeface="IBM Plex Sans"/>
                          <a:cs typeface="IBM Plex Sans"/>
                          <a:sym typeface="IBM Plex Sans"/>
                        </a:rPr>
                        <a:t>: $254B</a:t>
                      </a:r>
                      <a:r>
                        <a:rPr lang="en-US" sz="1000" b="0" i="0" u="none" strike="noStrike" cap="none" baseline="30000" noProof="0">
                          <a:solidFill>
                            <a:schemeClr val="dk1"/>
                          </a:solidFill>
                          <a:latin typeface="IBM Plex Sans"/>
                          <a:ea typeface="IBM Plex Sans"/>
                          <a:cs typeface="IBM Plex Sans"/>
                          <a:sym typeface="IBM Plex Sans"/>
                        </a:rPr>
                        <a:t>5</a:t>
                      </a:r>
                      <a:r>
                        <a:rPr lang="en-US" sz="1000" b="0" i="0" u="none" strike="noStrike" cap="none" noProof="0">
                          <a:solidFill>
                            <a:schemeClr val="dk1"/>
                          </a:solidFill>
                          <a:latin typeface="IBM Plex Sans"/>
                          <a:ea typeface="IBM Plex Sans"/>
                          <a:cs typeface="IBM Plex Sans"/>
                          <a:sym typeface="IBM Plex Sans"/>
                        </a:rPr>
                        <a:t> (2025)</a:t>
                      </a:r>
                      <a:endParaRPr lang="en-US" sz="1400" u="none" strike="noStrike" cap="none" noProof="0">
                        <a:latin typeface="IBM Plex Sans"/>
                      </a:endParaRPr>
                    </a:p>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CAGR</a:t>
                      </a:r>
                      <a:r>
                        <a:rPr lang="en-US" sz="1000" b="0" i="0" u="none" strike="noStrike" cap="none" noProof="0">
                          <a:solidFill>
                            <a:schemeClr val="dk1"/>
                          </a:solidFill>
                          <a:latin typeface="IBM Plex Sans"/>
                          <a:ea typeface="IBM Plex Sans"/>
                          <a:cs typeface="IBM Plex Sans"/>
                          <a:sym typeface="IBM Plex Sans"/>
                        </a:rPr>
                        <a:t>: </a:t>
                      </a:r>
                    </a:p>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85.4% (2024-2025)</a:t>
                      </a:r>
                    </a:p>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36.7%</a:t>
                      </a:r>
                      <a:r>
                        <a:rPr lang="en-US" sz="1000" b="0" i="0" u="none" strike="noStrike" cap="none" baseline="30000" noProof="0">
                          <a:solidFill>
                            <a:schemeClr val="dk1"/>
                          </a:solidFill>
                          <a:latin typeface="IBM Plex Sans"/>
                          <a:ea typeface="IBM Plex Sans"/>
                          <a:cs typeface="IBM Plex Sans"/>
                          <a:sym typeface="IBM Plex Sans"/>
                        </a:rPr>
                        <a:t>5</a:t>
                      </a:r>
                      <a:r>
                        <a:rPr lang="en-US" sz="1000" b="0" i="0" u="none" strike="noStrike" cap="none" noProof="0">
                          <a:solidFill>
                            <a:schemeClr val="dk1"/>
                          </a:solidFill>
                          <a:latin typeface="IBM Plex Sans"/>
                          <a:ea typeface="IBM Plex Sans"/>
                          <a:cs typeface="IBM Plex Sans"/>
                          <a:sym typeface="IBM Plex Sans"/>
                        </a:rPr>
                        <a:t> (2025-2031)</a:t>
                      </a:r>
                      <a:endParaRPr lang="en-US" sz="14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endParaRPr lang="en-US" sz="1000" b="0" i="0" u="none" strike="noStrike" cap="none" noProof="0">
                        <a:solidFill>
                          <a:schemeClr val="dk1"/>
                        </a:solidFill>
                        <a:latin typeface="IBM Plex Sans"/>
                        <a:ea typeface="IBM Plex Sans"/>
                        <a:cs typeface="IBM Plex Sans"/>
                        <a:sym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rgbClr val="000000"/>
                          </a:solidFill>
                          <a:latin typeface="IBM Plex Sans"/>
                          <a:ea typeface="IBM Plex Sans"/>
                          <a:cs typeface="IBM Plex Sans"/>
                          <a:sym typeface="IBM Plex Sans"/>
                        </a:rPr>
                        <a:t>Very strong growth observed in 2025 </a:t>
                      </a:r>
                      <a:r>
                        <a:rPr lang="en-US" sz="1000" b="0" i="0" u="none" strike="noStrike" cap="none" noProof="0">
                          <a:solidFill>
                            <a:srgbClr val="000000"/>
                          </a:solidFill>
                          <a:latin typeface="IBM Plex Sans"/>
                          <a:ea typeface="IBM Plex Sans"/>
                          <a:cs typeface="IBM Plex Sans"/>
                          <a:sym typeface="IBM Plex Sans"/>
                        </a:rPr>
                        <a:t>is expected to continue as users integrate AI-based tools, e.g., ChatGPT into their workflows</a:t>
                      </a:r>
                      <a:endParaRPr lang="en-US" sz="1400" u="none" strike="noStrike" cap="none" noProof="0">
                        <a:latin typeface="IBM Plex Sans"/>
                      </a:endParaRPr>
                    </a:p>
                  </a:txBody>
                  <a:tcPr marL="91450" marR="36575"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rgbClr val="000000"/>
                          </a:solidFill>
                          <a:latin typeface="IBM Plex Sans"/>
                          <a:ea typeface="IBM Plex Sans"/>
                          <a:cs typeface="IBM Plex Sans"/>
                          <a:sym typeface="IBM Plex Sans"/>
                        </a:rPr>
                        <a:t>Subscriptions and usage-based pricing; emerging sponsored and commerce placements</a:t>
                      </a:r>
                      <a:r>
                        <a:rPr lang="en-US" sz="1000" b="0" i="0" u="none" strike="noStrike" cap="none" baseline="30000" noProof="0">
                          <a:solidFill>
                            <a:srgbClr val="000000"/>
                          </a:solidFill>
                          <a:latin typeface="IBM Plex Sans"/>
                          <a:ea typeface="IBM Plex Sans"/>
                          <a:cs typeface="IBM Plex Sans"/>
                          <a:sym typeface="IBM Plex Sans"/>
                        </a:rPr>
                        <a:t>12</a:t>
                      </a:r>
                      <a:endParaRPr lang="en-US" sz="1400" u="none" strike="noStrike" cap="none" noProof="0">
                        <a:latin typeface="IBM Plex Sans"/>
                      </a:endParaRPr>
                    </a:p>
                  </a:txBody>
                  <a:tcPr marL="91450" marR="36575"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
        <p:nvSpPr>
          <p:cNvPr id="1209" name="Google Shape;1209;g3b23322d595_2_269"/>
          <p:cNvSpPr/>
          <p:nvPr/>
        </p:nvSpPr>
        <p:spPr>
          <a:xfrm>
            <a:off x="5381489" y="3703095"/>
            <a:ext cx="344898" cy="344898"/>
          </a:xfrm>
          <a:custGeom>
            <a:avLst/>
            <a:gdLst/>
            <a:ahLst/>
            <a:cxnLst/>
            <a:rect l="l" t="t" r="r" b="b"/>
            <a:pathLst>
              <a:path w="114966" h="114966" extrusionOk="0">
                <a:moveTo>
                  <a:pt x="85721" y="29287"/>
                </a:moveTo>
                <a:lnTo>
                  <a:pt x="85721" y="68937"/>
                </a:lnTo>
                <a:lnTo>
                  <a:pt x="75441" y="68937"/>
                </a:lnTo>
                <a:lnTo>
                  <a:pt x="75441" y="46825"/>
                </a:lnTo>
                <a:lnTo>
                  <a:pt x="36546" y="85721"/>
                </a:lnTo>
                <a:lnTo>
                  <a:pt x="29287" y="78462"/>
                </a:lnTo>
                <a:lnTo>
                  <a:pt x="68182" y="39567"/>
                </a:lnTo>
                <a:lnTo>
                  <a:pt x="46070" y="39567"/>
                </a:lnTo>
                <a:lnTo>
                  <a:pt x="46070" y="29287"/>
                </a:lnTo>
                <a:close/>
                <a:moveTo>
                  <a:pt x="57483" y="10322"/>
                </a:moveTo>
                <a:cubicBezTo>
                  <a:pt x="31469" y="10322"/>
                  <a:pt x="10322" y="31469"/>
                  <a:pt x="10322" y="57483"/>
                </a:cubicBezTo>
                <a:cubicBezTo>
                  <a:pt x="10322" y="83539"/>
                  <a:pt x="31469" y="104686"/>
                  <a:pt x="57483" y="104686"/>
                </a:cubicBezTo>
                <a:cubicBezTo>
                  <a:pt x="83539" y="104686"/>
                  <a:pt x="104686" y="83539"/>
                  <a:pt x="104686" y="57483"/>
                </a:cubicBezTo>
                <a:cubicBezTo>
                  <a:pt x="104686" y="31469"/>
                  <a:pt x="83539" y="10322"/>
                  <a:pt x="57483" y="10322"/>
                </a:cubicBezTo>
                <a:close/>
                <a:moveTo>
                  <a:pt x="57483" y="0"/>
                </a:moveTo>
                <a:cubicBezTo>
                  <a:pt x="89245" y="0"/>
                  <a:pt x="114965" y="25762"/>
                  <a:pt x="114965" y="57483"/>
                </a:cubicBezTo>
                <a:cubicBezTo>
                  <a:pt x="114965" y="89245"/>
                  <a:pt x="89245" y="114965"/>
                  <a:pt x="57483" y="114965"/>
                </a:cubicBezTo>
                <a:cubicBezTo>
                  <a:pt x="25762" y="114965"/>
                  <a:pt x="0" y="89245"/>
                  <a:pt x="0" y="57483"/>
                </a:cubicBezTo>
                <a:cubicBezTo>
                  <a:pt x="0" y="25762"/>
                  <a:pt x="25762" y="0"/>
                  <a:pt x="57483" y="0"/>
                </a:cubicBezTo>
                <a:close/>
              </a:path>
            </a:pathLst>
          </a:custGeom>
          <a:solidFill>
            <a:srgbClr val="7FD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chemeClr val="dk1"/>
              </a:solidFill>
              <a:latin typeface="Calibri"/>
              <a:ea typeface="Calibri"/>
              <a:cs typeface="Calibri"/>
              <a:sym typeface="Calibri"/>
            </a:endParaRPr>
          </a:p>
        </p:txBody>
      </p:sp>
      <p:sp>
        <p:nvSpPr>
          <p:cNvPr id="1210" name="Google Shape;1210;g3b23322d595_2_269"/>
          <p:cNvSpPr/>
          <p:nvPr/>
        </p:nvSpPr>
        <p:spPr>
          <a:xfrm>
            <a:off x="5381489" y="4708434"/>
            <a:ext cx="344898" cy="344898"/>
          </a:xfrm>
          <a:custGeom>
            <a:avLst/>
            <a:gdLst/>
            <a:ahLst/>
            <a:cxnLst/>
            <a:rect l="l" t="t" r="r" b="b"/>
            <a:pathLst>
              <a:path w="114966" h="114966" extrusionOk="0">
                <a:moveTo>
                  <a:pt x="85721" y="29287"/>
                </a:moveTo>
                <a:lnTo>
                  <a:pt x="85721" y="68937"/>
                </a:lnTo>
                <a:lnTo>
                  <a:pt x="75441" y="68937"/>
                </a:lnTo>
                <a:lnTo>
                  <a:pt x="75441" y="46825"/>
                </a:lnTo>
                <a:lnTo>
                  <a:pt x="36546" y="85721"/>
                </a:lnTo>
                <a:lnTo>
                  <a:pt x="29287" y="78462"/>
                </a:lnTo>
                <a:lnTo>
                  <a:pt x="68182" y="39567"/>
                </a:lnTo>
                <a:lnTo>
                  <a:pt x="46070" y="39567"/>
                </a:lnTo>
                <a:lnTo>
                  <a:pt x="46070" y="29287"/>
                </a:lnTo>
                <a:close/>
                <a:moveTo>
                  <a:pt x="57483" y="10322"/>
                </a:moveTo>
                <a:cubicBezTo>
                  <a:pt x="31469" y="10322"/>
                  <a:pt x="10322" y="31469"/>
                  <a:pt x="10322" y="57483"/>
                </a:cubicBezTo>
                <a:cubicBezTo>
                  <a:pt x="10322" y="83539"/>
                  <a:pt x="31469" y="104686"/>
                  <a:pt x="57483" y="104686"/>
                </a:cubicBezTo>
                <a:cubicBezTo>
                  <a:pt x="83539" y="104686"/>
                  <a:pt x="104686" y="83539"/>
                  <a:pt x="104686" y="57483"/>
                </a:cubicBezTo>
                <a:cubicBezTo>
                  <a:pt x="104686" y="31469"/>
                  <a:pt x="83539" y="10322"/>
                  <a:pt x="57483" y="10322"/>
                </a:cubicBezTo>
                <a:close/>
                <a:moveTo>
                  <a:pt x="57483" y="0"/>
                </a:moveTo>
                <a:cubicBezTo>
                  <a:pt x="89245" y="0"/>
                  <a:pt x="114965" y="25762"/>
                  <a:pt x="114965" y="57483"/>
                </a:cubicBezTo>
                <a:cubicBezTo>
                  <a:pt x="114965" y="89245"/>
                  <a:pt x="89245" y="114965"/>
                  <a:pt x="57483" y="114965"/>
                </a:cubicBezTo>
                <a:cubicBezTo>
                  <a:pt x="25762" y="114965"/>
                  <a:pt x="0" y="89245"/>
                  <a:pt x="0" y="57483"/>
                </a:cubicBezTo>
                <a:cubicBezTo>
                  <a:pt x="0" y="25762"/>
                  <a:pt x="25762" y="0"/>
                  <a:pt x="57483" y="0"/>
                </a:cubicBezTo>
                <a:close/>
              </a:path>
            </a:pathLst>
          </a:custGeom>
          <a:solidFill>
            <a:srgbClr val="7FD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chemeClr val="dk1"/>
              </a:solidFill>
              <a:latin typeface="Calibri"/>
              <a:ea typeface="Calibri"/>
              <a:cs typeface="Calibri"/>
              <a:sym typeface="Calibri"/>
            </a:endParaRPr>
          </a:p>
        </p:txBody>
      </p:sp>
      <p:sp>
        <p:nvSpPr>
          <p:cNvPr id="1211" name="Google Shape;1211;g3b23322d595_2_269"/>
          <p:cNvSpPr/>
          <p:nvPr/>
        </p:nvSpPr>
        <p:spPr>
          <a:xfrm rot="1194907">
            <a:off x="5390162" y="2433205"/>
            <a:ext cx="344898" cy="344898"/>
          </a:xfrm>
          <a:custGeom>
            <a:avLst/>
            <a:gdLst/>
            <a:ahLst/>
            <a:cxnLst/>
            <a:rect l="l" t="t" r="r" b="b"/>
            <a:pathLst>
              <a:path w="114966" h="114966" extrusionOk="0">
                <a:moveTo>
                  <a:pt x="85721" y="29287"/>
                </a:moveTo>
                <a:lnTo>
                  <a:pt x="85721" y="68937"/>
                </a:lnTo>
                <a:lnTo>
                  <a:pt x="75441" y="68937"/>
                </a:lnTo>
                <a:lnTo>
                  <a:pt x="75441" y="46825"/>
                </a:lnTo>
                <a:lnTo>
                  <a:pt x="36546" y="85721"/>
                </a:lnTo>
                <a:lnTo>
                  <a:pt x="29287" y="78462"/>
                </a:lnTo>
                <a:lnTo>
                  <a:pt x="68182" y="39567"/>
                </a:lnTo>
                <a:lnTo>
                  <a:pt x="46070" y="39567"/>
                </a:lnTo>
                <a:lnTo>
                  <a:pt x="46070" y="29287"/>
                </a:lnTo>
                <a:close/>
                <a:moveTo>
                  <a:pt x="57483" y="10322"/>
                </a:moveTo>
                <a:cubicBezTo>
                  <a:pt x="31469" y="10322"/>
                  <a:pt x="10322" y="31469"/>
                  <a:pt x="10322" y="57483"/>
                </a:cubicBezTo>
                <a:cubicBezTo>
                  <a:pt x="10322" y="83539"/>
                  <a:pt x="31469" y="104686"/>
                  <a:pt x="57483" y="104686"/>
                </a:cubicBezTo>
                <a:cubicBezTo>
                  <a:pt x="83539" y="104686"/>
                  <a:pt x="104686" y="83539"/>
                  <a:pt x="104686" y="57483"/>
                </a:cubicBezTo>
                <a:cubicBezTo>
                  <a:pt x="104686" y="31469"/>
                  <a:pt x="83539" y="10322"/>
                  <a:pt x="57483" y="10322"/>
                </a:cubicBezTo>
                <a:close/>
                <a:moveTo>
                  <a:pt x="57483" y="0"/>
                </a:moveTo>
                <a:cubicBezTo>
                  <a:pt x="89245" y="0"/>
                  <a:pt x="114965" y="25762"/>
                  <a:pt x="114965" y="57483"/>
                </a:cubicBezTo>
                <a:cubicBezTo>
                  <a:pt x="114965" y="89245"/>
                  <a:pt x="89245" y="114965"/>
                  <a:pt x="57483" y="114965"/>
                </a:cubicBezTo>
                <a:cubicBezTo>
                  <a:pt x="25762" y="114965"/>
                  <a:pt x="0" y="89245"/>
                  <a:pt x="0" y="57483"/>
                </a:cubicBezTo>
                <a:cubicBezTo>
                  <a:pt x="0" y="25762"/>
                  <a:pt x="25762" y="0"/>
                  <a:pt x="57483" y="0"/>
                </a:cubicBezTo>
                <a:close/>
              </a:path>
            </a:pathLst>
          </a:custGeom>
          <a:solidFill>
            <a:srgbClr val="7FD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chemeClr val="dk1"/>
              </a:solidFill>
              <a:latin typeface="Calibri"/>
              <a:ea typeface="Calibri"/>
              <a:cs typeface="Calibri"/>
              <a:sym typeface="Calibri"/>
            </a:endParaRPr>
          </a:p>
        </p:txBody>
      </p:sp>
      <p:sp>
        <p:nvSpPr>
          <p:cNvPr id="1212" name="Google Shape;1212;g3b23322d595_2_269"/>
          <p:cNvSpPr txBox="1"/>
          <p:nvPr/>
        </p:nvSpPr>
        <p:spPr>
          <a:xfrm>
            <a:off x="450091" y="5637320"/>
            <a:ext cx="11350811" cy="496193"/>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dk1"/>
                </a:solidFill>
                <a:latin typeface="IBM Plex Sans"/>
                <a:ea typeface="IBM Plex Sans"/>
                <a:cs typeface="IBM Plex Sans"/>
                <a:sym typeface="IBM Plex Sans"/>
              </a:rPr>
              <a:t>Search activity fragments across surfaces, with early monetization emerging in AI-driven experiences</a:t>
            </a:r>
            <a:endParaRPr lang="en-US" sz="2000" b="0" i="0" u="none" strike="noStrike" cap="none" noProof="0">
              <a:solidFill>
                <a:schemeClr val="dk1"/>
              </a:solidFill>
              <a:latin typeface="Arial"/>
              <a:ea typeface="Arial"/>
              <a:cs typeface="Arial"/>
              <a:sym typeface="Arial"/>
            </a:endParaRPr>
          </a:p>
        </p:txBody>
      </p:sp>
      <p:sp>
        <p:nvSpPr>
          <p:cNvPr id="2" name="Rectangle 1">
            <a:extLst>
              <a:ext uri="{FF2B5EF4-FFF2-40B4-BE49-F238E27FC236}">
                <a16:creationId xmlns:a16="http://schemas.microsoft.com/office/drawing/2014/main" id="{3EDE5FCF-DB9B-8680-F868-D7A431F57E64}"/>
              </a:ext>
            </a:extLst>
          </p:cNvPr>
          <p:cNvSpPr/>
          <p:nvPr/>
        </p:nvSpPr>
        <p:spPr>
          <a:xfrm>
            <a:off x="9089572" y="1"/>
            <a:ext cx="3130042" cy="264922"/>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1 (AI Search is additive)</a:t>
            </a:r>
            <a:endParaRPr lang="en-US" b="1" noProof="0">
              <a:solidFill>
                <a:schemeClr val="tx1"/>
              </a:solidFill>
            </a:endParaRPr>
          </a:p>
        </p:txBody>
      </p:sp>
    </p:spTree>
    <p:extLst>
      <p:ext uri="{BB962C8B-B14F-4D97-AF65-F5344CB8AC3E}">
        <p14:creationId xmlns:p14="http://schemas.microsoft.com/office/powerpoint/2010/main" val="406845602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915">
          <a:extLst>
            <a:ext uri="{FF2B5EF4-FFF2-40B4-BE49-F238E27FC236}">
              <a16:creationId xmlns:a16="http://schemas.microsoft.com/office/drawing/2014/main" id="{0F4B27CF-D249-D44C-F2A9-83EF5E1EAD56}"/>
            </a:ext>
          </a:extLst>
        </p:cNvPr>
        <p:cNvGrpSpPr/>
        <p:nvPr/>
      </p:nvGrpSpPr>
      <p:grpSpPr>
        <a:xfrm>
          <a:off x="0" y="0"/>
          <a:ext cx="0" cy="0"/>
          <a:chOff x="0" y="0"/>
          <a:chExt cx="0" cy="0"/>
        </a:xfrm>
      </p:grpSpPr>
      <p:sp>
        <p:nvSpPr>
          <p:cNvPr id="916" name="Google Shape;916;p64">
            <a:extLst>
              <a:ext uri="{FF2B5EF4-FFF2-40B4-BE49-F238E27FC236}">
                <a16:creationId xmlns:a16="http://schemas.microsoft.com/office/drawing/2014/main" id="{1F5960B4-E3EB-D186-7747-04A49F1106B5}"/>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Google has experienced strong growth in search volume and revenue over the last 10 years</a:t>
            </a:r>
            <a:endParaRPr lang="en-US" sz="2000" noProof="0"/>
          </a:p>
        </p:txBody>
      </p:sp>
      <p:sp>
        <p:nvSpPr>
          <p:cNvPr id="918" name="Google Shape;918;p64">
            <a:extLst>
              <a:ext uri="{FF2B5EF4-FFF2-40B4-BE49-F238E27FC236}">
                <a16:creationId xmlns:a16="http://schemas.microsoft.com/office/drawing/2014/main" id="{AE621180-4212-2C43-7254-2E1B013269E7}"/>
              </a:ext>
            </a:extLst>
          </p:cNvPr>
          <p:cNvSpPr/>
          <p:nvPr/>
        </p:nvSpPr>
        <p:spPr>
          <a:xfrm>
            <a:off x="420594" y="6298578"/>
            <a:ext cx="9858843" cy="215444"/>
          </a:xfrm>
          <a:prstGeom prst="roundRect">
            <a:avLst>
              <a:gd name="adj" fmla="val 0"/>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a:t>
            </a:r>
            <a:r>
              <a:rPr lang="en-US" sz="700" noProof="0" dirty="0">
                <a:solidFill>
                  <a:srgbClr val="7F7F7F"/>
                </a:solidFill>
                <a:latin typeface="IBM Plex Sans"/>
                <a:sym typeface="IBM Plex Sans"/>
              </a:rPr>
              <a:t>) </a:t>
            </a:r>
            <a:r>
              <a:rPr lang="en-US" sz="700" noProof="0" dirty="0">
                <a:solidFill>
                  <a:srgbClr val="7F7F7F"/>
                </a:solidFill>
                <a:latin typeface="IBM Plex Sans"/>
                <a:sym typeface="IBM Plex Sans"/>
                <a:hlinkClick r:id="rId3">
                  <a:extLst>
                    <a:ext uri="{A12FA001-AC4F-418D-AE19-62706E023703}">
                      <ahyp:hlinkClr xmlns:ahyp="http://schemas.microsoft.com/office/drawing/2018/hyperlinkcolor" val="tx"/>
                    </a:ext>
                  </a:extLst>
                </a:hlinkClick>
              </a:rPr>
              <a:t>InternetLiveStats</a:t>
            </a:r>
            <a:r>
              <a:rPr lang="en-US" sz="700" noProof="0" dirty="0">
                <a:solidFill>
                  <a:srgbClr val="7F7F7F"/>
                </a:solidFill>
                <a:latin typeface="IBM Plex Sans"/>
                <a:sym typeface="IBM Plex Sans"/>
              </a:rPr>
              <a:t>, (2) </a:t>
            </a:r>
            <a:r>
              <a:rPr lang="en-US" sz="700" noProof="0" dirty="0">
                <a:solidFill>
                  <a:srgbClr val="7F7F7F"/>
                </a:solidFill>
                <a:latin typeface="IBM Plex Sans"/>
                <a:sym typeface="IBM Plex Sans"/>
                <a:hlinkClick r:id="rId4">
                  <a:extLst>
                    <a:ext uri="{A12FA001-AC4F-418D-AE19-62706E023703}">
                      <ahyp:hlinkClr xmlns:ahyp="http://schemas.microsoft.com/office/drawing/2018/hyperlinkcolor" val="tx"/>
                    </a:ext>
                  </a:extLst>
                </a:hlinkClick>
              </a:rPr>
              <a:t>DemandSage</a:t>
            </a:r>
            <a:r>
              <a:rPr lang="en-US" sz="700" noProof="0" dirty="0">
                <a:solidFill>
                  <a:srgbClr val="7F7F7F"/>
                </a:solidFill>
                <a:latin typeface="IBM Plex Sans"/>
                <a:sym typeface="IBM Plex Sans"/>
              </a:rPr>
              <a:t>, </a:t>
            </a:r>
            <a:r>
              <a:rPr lang="en-US" sz="700" dirty="0">
                <a:solidFill>
                  <a:schemeClr val="bg1">
                    <a:lumMod val="50000"/>
                  </a:schemeClr>
                </a:solidFill>
                <a:latin typeface="IBM Plex Sans"/>
                <a:ea typeface="IBM Plex Sans"/>
                <a:cs typeface="IBM Plex Sans"/>
                <a:sym typeface="IBM Plex Sans"/>
              </a:rPr>
              <a:t>~12% growth of 2025 over 2024: average of: </a:t>
            </a:r>
            <a:r>
              <a:rPr lang="en-US" sz="700" dirty="0">
                <a:solidFill>
                  <a:schemeClr val="bg1">
                    <a:lumMod val="50000"/>
                  </a:schemeClr>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SQM</a:t>
            </a:r>
            <a:r>
              <a:rPr lang="en-US" sz="700" dirty="0">
                <a:solidFill>
                  <a:schemeClr val="bg1">
                    <a:lumMod val="50000"/>
                  </a:schemeClr>
                </a:solidFill>
                <a:latin typeface="IBM Plex Sans"/>
                <a:ea typeface="IBM Plex Sans"/>
                <a:cs typeface="IBM Plex Sans"/>
                <a:sym typeface="IBM Plex Sans"/>
              </a:rPr>
              <a:t>, </a:t>
            </a:r>
            <a:r>
              <a:rPr lang="en-US" sz="700" dirty="0">
                <a:solidFill>
                  <a:schemeClr val="bg1">
                    <a:lumMod val="50000"/>
                  </a:schemeClr>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TTMS</a:t>
            </a:r>
            <a:r>
              <a:rPr lang="en-US" sz="700" dirty="0">
                <a:solidFill>
                  <a:schemeClr val="bg1">
                    <a:lumMod val="50000"/>
                  </a:schemeClr>
                </a:solidFill>
                <a:latin typeface="IBM Plex Sans"/>
                <a:ea typeface="IBM Plex Sans"/>
                <a:cs typeface="IBM Plex Sans"/>
                <a:sym typeface="IBM Plex Sans"/>
              </a:rPr>
              <a:t>, </a:t>
            </a:r>
            <a:r>
              <a:rPr lang="en-US" sz="700" dirty="0">
                <a:solidFill>
                  <a:schemeClr val="bg1">
                    <a:lumMod val="50000"/>
                  </a:schemeClr>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Unece</a:t>
            </a:r>
            <a:r>
              <a:rPr lang="en-US" sz="700" dirty="0">
                <a:solidFill>
                  <a:schemeClr val="bg1">
                    <a:lumMod val="50000"/>
                  </a:schemeClr>
                </a:solidFill>
                <a:latin typeface="IBM Plex Sans"/>
                <a:ea typeface="IBM Plex Sans"/>
                <a:cs typeface="IBM Plex Sans"/>
                <a:sym typeface="IBM Plex Sans"/>
              </a:rPr>
              <a:t> and </a:t>
            </a:r>
            <a:r>
              <a:rPr lang="en-US" sz="700" dirty="0">
                <a:solidFill>
                  <a:schemeClr val="bg1">
                    <a:lumMod val="50000"/>
                  </a:schemeClr>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DemandSage</a:t>
            </a:r>
            <a:r>
              <a:rPr lang="en-US" sz="700" dirty="0">
                <a:solidFill>
                  <a:schemeClr val="bg1">
                    <a:lumMod val="50000"/>
                  </a:schemeClr>
                </a:solidFill>
                <a:latin typeface="IBM Plex Sans"/>
                <a:ea typeface="IBM Plex Sans"/>
                <a:cs typeface="IBM Plex Sans"/>
                <a:sym typeface="IBM Plex Sans"/>
              </a:rPr>
              <a:t> </a:t>
            </a:r>
            <a:r>
              <a:rPr lang="en-US" sz="700" noProof="0" dirty="0">
                <a:solidFill>
                  <a:srgbClr val="7F7F7F"/>
                </a:solidFill>
                <a:latin typeface="IBM Plex Sans"/>
                <a:sym typeface="IBM Plex Sans"/>
              </a:rPr>
              <a:t>(3) </a:t>
            </a:r>
            <a:r>
              <a:rPr lang="en-US" sz="700" noProof="0" dirty="0">
                <a:solidFill>
                  <a:srgbClr val="7F7F7F"/>
                </a:solidFill>
                <a:latin typeface="IBM Plex Sans"/>
                <a:sym typeface="IBM Plex Sans"/>
                <a:hlinkClick r:id="rId8">
                  <a:extLst>
                    <a:ext uri="{A12FA001-AC4F-418D-AE19-62706E023703}">
                      <ahyp:hlinkClr xmlns:ahyp="http://schemas.microsoft.com/office/drawing/2018/hyperlinkcolor" val="tx"/>
                    </a:ext>
                  </a:extLst>
                </a:hlinkClick>
              </a:rPr>
              <a:t>Company Reports</a:t>
            </a:r>
            <a:r>
              <a:rPr lang="en-US" sz="700" dirty="0">
                <a:solidFill>
                  <a:srgbClr val="7F7F7F"/>
                </a:solidFill>
                <a:latin typeface="IBM Plex Sans"/>
                <a:sym typeface="IBM Plex Sans"/>
              </a:rPr>
              <a:t>, Google total ad revenue including Search, YouTube, and Network ads, search accounts for </a:t>
            </a:r>
            <a:r>
              <a:rPr lang="en-US" sz="700">
                <a:solidFill>
                  <a:srgbClr val="7F7F7F"/>
                </a:solidFill>
                <a:latin typeface="IBM Plex Sans"/>
                <a:sym typeface="IBM Plex Sans"/>
              </a:rPr>
              <a:t>~75% of total ad revenue</a:t>
            </a:r>
            <a:endParaRPr lang="en-US" sz="700" noProof="0">
              <a:solidFill>
                <a:srgbClr val="7F7F7F"/>
              </a:solidFill>
              <a:latin typeface="IBM Plex Sans"/>
            </a:endParaRPr>
          </a:p>
        </p:txBody>
      </p:sp>
      <p:sp>
        <p:nvSpPr>
          <p:cNvPr id="920" name="Google Shape;920;p64">
            <a:extLst>
              <a:ext uri="{FF2B5EF4-FFF2-40B4-BE49-F238E27FC236}">
                <a16:creationId xmlns:a16="http://schemas.microsoft.com/office/drawing/2014/main" id="{5D2BEE0E-A16E-5B66-831F-1ED4636346B7}"/>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5</a:t>
            </a:fld>
            <a:endParaRPr lang="en-US" noProof="0"/>
          </a:p>
        </p:txBody>
      </p:sp>
      <p:sp>
        <p:nvSpPr>
          <p:cNvPr id="901" name="Google Shape;625;g3b23322d595_2_111">
            <a:extLst>
              <a:ext uri="{FF2B5EF4-FFF2-40B4-BE49-F238E27FC236}">
                <a16:creationId xmlns:a16="http://schemas.microsoft.com/office/drawing/2014/main" id="{B01ED2DF-DD6D-A236-D0E8-F8D4CF3511A5}"/>
              </a:ext>
            </a:extLst>
          </p:cNvPr>
          <p:cNvSpPr txBox="1"/>
          <p:nvPr/>
        </p:nvSpPr>
        <p:spPr>
          <a:xfrm>
            <a:off x="420595" y="5784903"/>
            <a:ext cx="11350810" cy="471660"/>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0"/>
              </a:spcBef>
              <a:spcAft>
                <a:spcPts val="0"/>
              </a:spcAft>
              <a:buClr>
                <a:srgbClr val="000000"/>
              </a:buClr>
              <a:buSzPts val="1200"/>
              <a:buFont typeface="Arial"/>
              <a:buNone/>
            </a:pPr>
            <a:r>
              <a:rPr lang="en-US" b="1" i="0" u="none" strike="noStrike" cap="none" noProof="0">
                <a:solidFill>
                  <a:srgbClr val="000000"/>
                </a:solidFill>
                <a:latin typeface="IBM Plex Sans"/>
                <a:sym typeface="Arial"/>
              </a:rPr>
              <a:t>Google has sustained growth while steadily improving monetization, suggesting it can adapt its monetization strategy as AI reshapes search</a:t>
            </a:r>
            <a:endParaRPr lang="en-US" b="1" i="0" u="none" strike="noStrike" cap="none" noProof="0">
              <a:solidFill>
                <a:srgbClr val="000000"/>
              </a:solidFill>
              <a:latin typeface="IBM Plex Sans"/>
              <a:ea typeface="IBM Plex Sans"/>
              <a:cs typeface="IBM Plex Sans"/>
            </a:endParaRPr>
          </a:p>
        </p:txBody>
      </p:sp>
      <p:sp>
        <p:nvSpPr>
          <p:cNvPr id="908" name="Google Shape;868;p62">
            <a:extLst>
              <a:ext uri="{FF2B5EF4-FFF2-40B4-BE49-F238E27FC236}">
                <a16:creationId xmlns:a16="http://schemas.microsoft.com/office/drawing/2014/main" id="{BBCAFEA7-D2DE-248F-D073-A11A7AA7A313}"/>
              </a:ext>
            </a:extLst>
          </p:cNvPr>
          <p:cNvSpPr/>
          <p:nvPr/>
        </p:nvSpPr>
        <p:spPr>
          <a:xfrm>
            <a:off x="420593" y="1421128"/>
            <a:ext cx="5389897" cy="318351"/>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Google Searc</a:t>
            </a:r>
            <a:r>
              <a:rPr lang="en-US" b="1" noProof="0">
                <a:solidFill>
                  <a:schemeClr val="lt1"/>
                </a:solidFill>
                <a:latin typeface="IBM Plex Sans"/>
                <a:ea typeface="IBM Plex Sans"/>
                <a:cs typeface="IBM Plex Sans"/>
                <a:sym typeface="IBM Plex Sans"/>
              </a:rPr>
              <a:t>h Volume (Trillions)</a:t>
            </a:r>
            <a:r>
              <a:rPr lang="en-US" b="1" baseline="30000" noProof="0">
                <a:solidFill>
                  <a:schemeClr val="lt1"/>
                </a:solidFill>
                <a:latin typeface="IBM Plex Sans"/>
                <a:ea typeface="IBM Plex Sans"/>
                <a:cs typeface="IBM Plex Sans"/>
                <a:sym typeface="IBM Plex Sans"/>
              </a:rPr>
              <a:t>1,2</a:t>
            </a:r>
            <a:endParaRPr lang="en-US" baseline="30000" noProof="0"/>
          </a:p>
        </p:txBody>
      </p:sp>
      <p:sp>
        <p:nvSpPr>
          <p:cNvPr id="909" name="Google Shape;869;p62">
            <a:extLst>
              <a:ext uri="{FF2B5EF4-FFF2-40B4-BE49-F238E27FC236}">
                <a16:creationId xmlns:a16="http://schemas.microsoft.com/office/drawing/2014/main" id="{4B91EA45-E29E-4754-1AA6-03E0C51AC6E2}"/>
              </a:ext>
            </a:extLst>
          </p:cNvPr>
          <p:cNvSpPr txBox="1"/>
          <p:nvPr/>
        </p:nvSpPr>
        <p:spPr>
          <a:xfrm>
            <a:off x="420593" y="4334722"/>
            <a:ext cx="5389896" cy="1308030"/>
          </a:xfrm>
          <a:prstGeom prst="rect">
            <a:avLst/>
          </a:prstGeom>
          <a:solidFill>
            <a:srgbClr val="F2F2F2"/>
          </a:solidFill>
          <a:ln>
            <a:noFill/>
          </a:ln>
        </p:spPr>
        <p:txBody>
          <a:bodyPr spcFirstLastPara="1" wrap="square" lIns="36000" tIns="0" rIns="91425" bIns="45700" anchor="t" anchorCtr="0">
            <a:spAutoFit/>
          </a:bodyPr>
          <a:lstStyle/>
          <a:p>
            <a:pPr marL="228600" marR="0" lvl="0" indent="-171450" algn="l" rtl="0">
              <a:lnSpc>
                <a:spcPct val="100000"/>
              </a:lnSpc>
              <a:spcBef>
                <a:spcPts val="400"/>
              </a:spcBef>
              <a:spcAft>
                <a:spcPts val="0"/>
              </a:spcAft>
              <a:buClr>
                <a:schemeClr val="dk1"/>
              </a:buClr>
              <a:buSzPts val="1200"/>
              <a:buFont typeface="Arial"/>
              <a:buChar char="•"/>
            </a:pPr>
            <a:r>
              <a:rPr lang="en-US" sz="1200" b="0" i="0" u="none" strike="noStrike" cap="none" noProof="0">
                <a:solidFill>
                  <a:srgbClr val="000000"/>
                </a:solidFill>
                <a:latin typeface="IBM Plex Sans"/>
                <a:ea typeface="IBM Plex Sans"/>
                <a:cs typeface="IBM Plex Sans"/>
                <a:sym typeface="IBM Plex Sans"/>
              </a:rPr>
              <a:t>Since 2016, </a:t>
            </a:r>
            <a:r>
              <a:rPr lang="en-US" sz="1200" b="1" i="0" u="none" strike="noStrike" cap="none" noProof="0">
                <a:solidFill>
                  <a:srgbClr val="000000"/>
                </a:solidFill>
                <a:latin typeface="IBM Plex Sans"/>
                <a:ea typeface="IBM Plex Sans"/>
                <a:cs typeface="IBM Plex Sans"/>
                <a:sym typeface="IBM Plex Sans"/>
              </a:rPr>
              <a:t>Google does not publish annual search volume </a:t>
            </a:r>
            <a:r>
              <a:rPr lang="en-US" sz="1200" b="0" i="0" u="none" strike="noStrike" cap="none" noProof="0">
                <a:solidFill>
                  <a:srgbClr val="000000"/>
                </a:solidFill>
                <a:latin typeface="IBM Plex Sans"/>
                <a:ea typeface="IBM Plex Sans"/>
                <a:cs typeface="IBM Plex Sans"/>
                <a:sym typeface="IBM Plex Sans"/>
              </a:rPr>
              <a:t>figures</a:t>
            </a:r>
            <a:r>
              <a:rPr lang="en-US" sz="1200" b="0" i="0" u="none" strike="noStrike" cap="none" baseline="30000" noProof="0">
                <a:solidFill>
                  <a:srgbClr val="000000"/>
                </a:solidFill>
                <a:latin typeface="IBM Plex Sans"/>
                <a:ea typeface="IBM Plex Sans"/>
                <a:cs typeface="IBM Plex Sans"/>
                <a:sym typeface="IBM Plex Sans"/>
              </a:rPr>
              <a:t>3</a:t>
            </a:r>
            <a:r>
              <a:rPr lang="en-US" sz="1200" b="0" i="0" u="none" strike="noStrike" cap="none" noProof="0">
                <a:solidFill>
                  <a:srgbClr val="000000"/>
                </a:solidFill>
                <a:latin typeface="IBM Plex Sans"/>
                <a:ea typeface="IBM Plex Sans"/>
                <a:cs typeface="IBM Plex Sans"/>
                <a:sym typeface="IBM Plex Sans"/>
              </a:rPr>
              <a:t> </a:t>
            </a:r>
          </a:p>
          <a:p>
            <a:pPr marL="228600" marR="0" lvl="0" indent="-171450" algn="l" rtl="0">
              <a:lnSpc>
                <a:spcPct val="100000"/>
              </a:lnSpc>
              <a:spcBef>
                <a:spcPts val="400"/>
              </a:spcBef>
              <a:spcAft>
                <a:spcPts val="0"/>
              </a:spcAft>
              <a:buClr>
                <a:schemeClr val="dk1"/>
              </a:buClr>
              <a:buSzPts val="1200"/>
              <a:buFont typeface="Arial"/>
              <a:buChar char="•"/>
            </a:pPr>
            <a:r>
              <a:rPr lang="en-US" sz="1200" noProof="0">
                <a:latin typeface="IBM Plex Sans"/>
                <a:ea typeface="IBM Plex Sans"/>
                <a:cs typeface="IBM Plex Sans"/>
                <a:sym typeface="IBM Plex Sans"/>
              </a:rPr>
              <a:t>All</a:t>
            </a:r>
            <a:r>
              <a:rPr lang="en-US" sz="1200" b="0" i="0" u="none" strike="noStrike" cap="none" noProof="0">
                <a:solidFill>
                  <a:srgbClr val="000000"/>
                </a:solidFill>
                <a:latin typeface="IBM Plex Sans"/>
                <a:ea typeface="IBM Plex Sans"/>
                <a:cs typeface="IBM Plex Sans"/>
                <a:sym typeface="IBM Plex Sans"/>
              </a:rPr>
              <a:t> </a:t>
            </a:r>
            <a:r>
              <a:rPr lang="en-US" sz="1200" b="1" i="0" u="none" strike="noStrike" cap="none" noProof="0">
                <a:solidFill>
                  <a:srgbClr val="000000"/>
                </a:solidFill>
                <a:latin typeface="IBM Plex Sans"/>
                <a:ea typeface="IBM Plex Sans"/>
                <a:cs typeface="IBM Plex Sans"/>
                <a:sym typeface="IBM Plex Sans"/>
              </a:rPr>
              <a:t>post‑2016 numbers are industry estimates </a:t>
            </a:r>
            <a:r>
              <a:rPr lang="en-US" sz="1200" b="0" i="0" u="none" strike="noStrike" cap="none" noProof="0">
                <a:solidFill>
                  <a:srgbClr val="000000"/>
                </a:solidFill>
                <a:latin typeface="IBM Plex Sans"/>
                <a:ea typeface="IBM Plex Sans"/>
                <a:cs typeface="IBM Plex Sans"/>
                <a:sym typeface="IBM Plex Sans"/>
              </a:rPr>
              <a:t>built from the last confirmed Google numbers, global internet growth, and independent datasets</a:t>
            </a:r>
            <a:r>
              <a:rPr lang="en-US" sz="1200" b="0" i="0" u="none" strike="noStrike" cap="none" baseline="30000" noProof="0">
                <a:solidFill>
                  <a:srgbClr val="000000"/>
                </a:solidFill>
                <a:latin typeface="IBM Plex Sans"/>
                <a:ea typeface="IBM Plex Sans"/>
                <a:cs typeface="IBM Plex Sans"/>
                <a:sym typeface="IBM Plex Sans"/>
              </a:rPr>
              <a:t>1,2</a:t>
            </a:r>
          </a:p>
          <a:p>
            <a:pPr marL="228600" marR="0" lvl="0" indent="-171450" algn="l" rtl="0">
              <a:lnSpc>
                <a:spcPct val="100000"/>
              </a:lnSpc>
              <a:spcBef>
                <a:spcPts val="400"/>
              </a:spcBef>
              <a:spcAft>
                <a:spcPts val="0"/>
              </a:spcAft>
              <a:buClr>
                <a:schemeClr val="dk1"/>
              </a:buClr>
              <a:buSzPts val="1200"/>
              <a:buFont typeface="Arial"/>
              <a:buChar char="•"/>
            </a:pPr>
            <a:r>
              <a:rPr lang="en-US" sz="1200" b="1" i="0" u="none" strike="noStrike" cap="none" noProof="0">
                <a:solidFill>
                  <a:srgbClr val="000000"/>
                </a:solidFill>
                <a:latin typeface="IBM Plex Sans"/>
                <a:ea typeface="IBM Plex Sans"/>
                <a:cs typeface="IBM Plex Sans"/>
                <a:sym typeface="IBM Plex Sans"/>
              </a:rPr>
              <a:t>Increasing search volume is in line with Google press statements </a:t>
            </a:r>
            <a:r>
              <a:rPr lang="en-US" sz="1200" b="0" i="0" u="none" strike="noStrike" cap="none" noProof="0">
                <a:solidFill>
                  <a:srgbClr val="000000"/>
                </a:solidFill>
                <a:latin typeface="IBM Plex Sans"/>
                <a:ea typeface="IBM Plex Sans"/>
                <a:cs typeface="IBM Plex Sans"/>
                <a:sym typeface="IBM Plex Sans"/>
              </a:rPr>
              <a:t>and showing steady global demand and rising query complexity</a:t>
            </a:r>
            <a:r>
              <a:rPr lang="en-US" sz="1200" b="0" i="0" u="none" strike="noStrike" cap="none" baseline="30000" noProof="0">
                <a:solidFill>
                  <a:srgbClr val="000000"/>
                </a:solidFill>
                <a:latin typeface="IBM Plex Sans"/>
                <a:ea typeface="IBM Plex Sans"/>
                <a:cs typeface="IBM Plex Sans"/>
                <a:sym typeface="IBM Plex Sans"/>
              </a:rPr>
              <a:t>3</a:t>
            </a:r>
            <a:r>
              <a:rPr lang="en-US" sz="1200" b="0" i="0" u="none" strike="noStrike" cap="none" noProof="0">
                <a:solidFill>
                  <a:srgbClr val="000000"/>
                </a:solidFill>
                <a:latin typeface="IBM Plex Sans"/>
                <a:ea typeface="IBM Plex Sans"/>
                <a:cs typeface="IBM Plex Sans"/>
                <a:sym typeface="IBM Plex Sans"/>
              </a:rPr>
              <a:t> </a:t>
            </a:r>
          </a:p>
        </p:txBody>
      </p:sp>
      <p:sp>
        <p:nvSpPr>
          <p:cNvPr id="911" name="Google Shape;871;p62">
            <a:extLst>
              <a:ext uri="{FF2B5EF4-FFF2-40B4-BE49-F238E27FC236}">
                <a16:creationId xmlns:a16="http://schemas.microsoft.com/office/drawing/2014/main" id="{51B1D930-C012-4C76-73CB-8F9DFB887B30}"/>
              </a:ext>
            </a:extLst>
          </p:cNvPr>
          <p:cNvSpPr/>
          <p:nvPr/>
        </p:nvSpPr>
        <p:spPr>
          <a:xfrm>
            <a:off x="6438610" y="1421128"/>
            <a:ext cx="5389897" cy="318351"/>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400" b="1" i="0" u="none" strike="noStrike" cap="none" noProof="0">
                <a:solidFill>
                  <a:schemeClr val="lt1"/>
                </a:solidFill>
                <a:latin typeface="IBM Plex Sans"/>
                <a:ea typeface="IBM Plex Sans"/>
                <a:cs typeface="IBM Plex Sans"/>
                <a:sym typeface="IBM Plex Sans"/>
              </a:rPr>
              <a:t>Google Ad Revenue (</a:t>
            </a:r>
            <a:r>
              <a:rPr lang="en-US" b="1" noProof="0">
                <a:solidFill>
                  <a:schemeClr val="lt1"/>
                </a:solidFill>
                <a:latin typeface="IBM Plex Sans"/>
                <a:ea typeface="IBM Plex Sans"/>
                <a:cs typeface="IBM Plex Sans"/>
                <a:sym typeface="IBM Plex Sans"/>
              </a:rPr>
              <a:t>USD Billions)</a:t>
            </a:r>
            <a:r>
              <a:rPr lang="en-US" b="1" baseline="30000" noProof="0">
                <a:solidFill>
                  <a:schemeClr val="lt1"/>
                </a:solidFill>
                <a:latin typeface="IBM Plex Sans"/>
                <a:ea typeface="IBM Plex Sans"/>
                <a:cs typeface="IBM Plex Sans"/>
                <a:sym typeface="IBM Plex Sans"/>
              </a:rPr>
              <a:t>3</a:t>
            </a:r>
            <a:endParaRPr lang="en-US" b="1" baseline="30000" noProof="0"/>
          </a:p>
        </p:txBody>
      </p:sp>
      <p:graphicFrame>
        <p:nvGraphicFramePr>
          <p:cNvPr id="913" name="Google Shape;1005;p68">
            <a:extLst>
              <a:ext uri="{FF2B5EF4-FFF2-40B4-BE49-F238E27FC236}">
                <a16:creationId xmlns:a16="http://schemas.microsoft.com/office/drawing/2014/main" id="{0DFD3F92-DF13-D554-8E63-8FA7F967502A}"/>
              </a:ext>
            </a:extLst>
          </p:cNvPr>
          <p:cNvGraphicFramePr/>
          <p:nvPr/>
        </p:nvGraphicFramePr>
        <p:xfrm>
          <a:off x="6438612" y="1739478"/>
          <a:ext cx="5389895" cy="2570869"/>
        </p:xfrm>
        <a:graphic>
          <a:graphicData uri="http://schemas.openxmlformats.org/drawingml/2006/chart">
            <c:chart xmlns:c="http://schemas.openxmlformats.org/drawingml/2006/chart" xmlns:r="http://schemas.openxmlformats.org/officeDocument/2006/relationships" r:id="rId9"/>
          </a:graphicData>
        </a:graphic>
      </p:graphicFrame>
      <p:cxnSp>
        <p:nvCxnSpPr>
          <p:cNvPr id="915" name="Straight Arrow Connector 914">
            <a:extLst>
              <a:ext uri="{FF2B5EF4-FFF2-40B4-BE49-F238E27FC236}">
                <a16:creationId xmlns:a16="http://schemas.microsoft.com/office/drawing/2014/main" id="{017009C4-F994-860F-FCFC-3E771BB5057D}"/>
              </a:ext>
            </a:extLst>
          </p:cNvPr>
          <p:cNvCxnSpPr>
            <a:cxnSpLocks/>
          </p:cNvCxnSpPr>
          <p:nvPr/>
        </p:nvCxnSpPr>
        <p:spPr>
          <a:xfrm flipV="1">
            <a:off x="7880279" y="1757823"/>
            <a:ext cx="3644940" cy="1083806"/>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923" name="Oval 922">
            <a:extLst>
              <a:ext uri="{FF2B5EF4-FFF2-40B4-BE49-F238E27FC236}">
                <a16:creationId xmlns:a16="http://schemas.microsoft.com/office/drawing/2014/main" id="{82B7F943-F46D-2C47-853B-A4D42C488BEC}"/>
              </a:ext>
            </a:extLst>
          </p:cNvPr>
          <p:cNvSpPr/>
          <p:nvPr/>
        </p:nvSpPr>
        <p:spPr>
          <a:xfrm>
            <a:off x="9055087" y="2203290"/>
            <a:ext cx="989859"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b="1" noProof="0" dirty="0">
                <a:solidFill>
                  <a:schemeClr val="tx1"/>
                </a:solidFill>
                <a:latin typeface="IBM Plex Sans" panose="020B0503050203000203" pitchFamily="34" charset="0"/>
              </a:rPr>
              <a:t>~+16% p.a.</a:t>
            </a:r>
          </a:p>
        </p:txBody>
      </p:sp>
      <p:graphicFrame>
        <p:nvGraphicFramePr>
          <p:cNvPr id="924" name="Google Shape;1005;p68">
            <a:extLst>
              <a:ext uri="{FF2B5EF4-FFF2-40B4-BE49-F238E27FC236}">
                <a16:creationId xmlns:a16="http://schemas.microsoft.com/office/drawing/2014/main" id="{54A6E335-8731-B582-BE51-4948BE3490EC}"/>
              </a:ext>
            </a:extLst>
          </p:cNvPr>
          <p:cNvGraphicFramePr/>
          <p:nvPr/>
        </p:nvGraphicFramePr>
        <p:xfrm>
          <a:off x="423681" y="1730239"/>
          <a:ext cx="5389895" cy="2462332"/>
        </p:xfrm>
        <a:graphic>
          <a:graphicData uri="http://schemas.openxmlformats.org/drawingml/2006/chart">
            <c:chart xmlns:c="http://schemas.openxmlformats.org/drawingml/2006/chart" xmlns:r="http://schemas.openxmlformats.org/officeDocument/2006/relationships" r:id="rId10"/>
          </a:graphicData>
        </a:graphic>
      </p:graphicFrame>
      <p:cxnSp>
        <p:nvCxnSpPr>
          <p:cNvPr id="925" name="Straight Arrow Connector 924">
            <a:extLst>
              <a:ext uri="{FF2B5EF4-FFF2-40B4-BE49-F238E27FC236}">
                <a16:creationId xmlns:a16="http://schemas.microsoft.com/office/drawing/2014/main" id="{8020AD0D-6B6B-4AA9-8BF3-97547AB83920}"/>
              </a:ext>
            </a:extLst>
          </p:cNvPr>
          <p:cNvCxnSpPr>
            <a:cxnSpLocks/>
          </p:cNvCxnSpPr>
          <p:nvPr/>
        </p:nvCxnSpPr>
        <p:spPr>
          <a:xfrm flipV="1">
            <a:off x="1797978" y="1819912"/>
            <a:ext cx="3667874" cy="1021717"/>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926" name="Oval 925">
            <a:extLst>
              <a:ext uri="{FF2B5EF4-FFF2-40B4-BE49-F238E27FC236}">
                <a16:creationId xmlns:a16="http://schemas.microsoft.com/office/drawing/2014/main" id="{EACBBF75-C37C-8EB4-07A1-0B6160FD3640}"/>
              </a:ext>
            </a:extLst>
          </p:cNvPr>
          <p:cNvSpPr/>
          <p:nvPr/>
        </p:nvSpPr>
        <p:spPr>
          <a:xfrm>
            <a:off x="3335002" y="2177394"/>
            <a:ext cx="898457" cy="215610"/>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tx1"/>
                </a:solidFill>
                <a:latin typeface="IBM Plex Sans" panose="020B0503050203000203" pitchFamily="34" charset="0"/>
              </a:rPr>
              <a:t>~+</a:t>
            </a:r>
            <a:r>
              <a:rPr lang="en-US" sz="900" b="1" noProof="0">
                <a:solidFill>
                  <a:schemeClr val="tx1"/>
                </a:solidFill>
                <a:latin typeface="IBM Plex Sans" panose="020B0503050203000203" pitchFamily="34" charset="0"/>
              </a:rPr>
              <a:t>11% p.a.</a:t>
            </a:r>
          </a:p>
        </p:txBody>
      </p:sp>
      <p:sp>
        <p:nvSpPr>
          <p:cNvPr id="928" name="Google Shape;869;p62">
            <a:extLst>
              <a:ext uri="{FF2B5EF4-FFF2-40B4-BE49-F238E27FC236}">
                <a16:creationId xmlns:a16="http://schemas.microsoft.com/office/drawing/2014/main" id="{3ABB0921-D69B-2731-1FC7-F694DA1A2724}"/>
              </a:ext>
            </a:extLst>
          </p:cNvPr>
          <p:cNvSpPr txBox="1"/>
          <p:nvPr/>
        </p:nvSpPr>
        <p:spPr>
          <a:xfrm>
            <a:off x="6438610" y="4334722"/>
            <a:ext cx="5389896" cy="1256734"/>
          </a:xfrm>
          <a:prstGeom prst="rect">
            <a:avLst/>
          </a:prstGeom>
          <a:solidFill>
            <a:srgbClr val="F2F2F2"/>
          </a:solidFill>
          <a:ln>
            <a:noFill/>
          </a:ln>
        </p:spPr>
        <p:txBody>
          <a:bodyPr spcFirstLastPara="1" wrap="square" lIns="36000" tIns="0" rIns="91425" bIns="45700" anchor="t" anchorCtr="0">
            <a:spAutoFit/>
          </a:bodyPr>
          <a:lstStyle/>
          <a:p>
            <a:pPr marL="228600" lvl="0" indent="-171450">
              <a:spcBef>
                <a:spcPts val="400"/>
              </a:spcBef>
              <a:buClr>
                <a:schemeClr val="dk1"/>
              </a:buClr>
              <a:buSzPts val="1200"/>
              <a:buFont typeface="Arial"/>
              <a:buChar char="•"/>
            </a:pPr>
            <a:r>
              <a:rPr lang="en-US" sz="1200" noProof="0">
                <a:latin typeface="IBM Plex Sans" panose="020B0503050203000203" pitchFamily="34" charset="0"/>
              </a:rPr>
              <a:t>Google ad revenue has </a:t>
            </a:r>
            <a:r>
              <a:rPr lang="en-US" sz="1200" b="1" noProof="0">
                <a:latin typeface="IBM Plex Sans" panose="020B0503050203000203" pitchFamily="34" charset="0"/>
              </a:rPr>
              <a:t>grown steadily over the past decade</a:t>
            </a:r>
            <a:r>
              <a:rPr lang="en-US" sz="1200" noProof="0">
                <a:latin typeface="IBM Plex Sans" panose="020B0503050203000203" pitchFamily="34" charset="0"/>
              </a:rPr>
              <a:t>, indicating resilient advertiser demand and monetization</a:t>
            </a:r>
          </a:p>
          <a:p>
            <a:pPr marL="228600" lvl="0" indent="-171450">
              <a:spcBef>
                <a:spcPts val="400"/>
              </a:spcBef>
              <a:buClr>
                <a:schemeClr val="dk1"/>
              </a:buClr>
              <a:buSzPts val="1200"/>
              <a:buFont typeface="Arial"/>
              <a:buChar char="•"/>
            </a:pPr>
            <a:r>
              <a:rPr lang="en-US" sz="1200" b="1" i="0" u="none" strike="noStrike" cap="none" noProof="0">
                <a:solidFill>
                  <a:srgbClr val="000000"/>
                </a:solidFill>
                <a:latin typeface="IBM Plex Sans" panose="020B0503050203000203" pitchFamily="34" charset="0"/>
                <a:ea typeface="IBM Plex Sans"/>
                <a:cs typeface="IBM Plex Sans"/>
                <a:sym typeface="IBM Plex Sans"/>
              </a:rPr>
              <a:t>Revenue per search has increased faster than search volume</a:t>
            </a:r>
            <a:r>
              <a:rPr lang="en-US" sz="1200" b="0" i="0" u="none" strike="noStrike" cap="none" noProof="0">
                <a:solidFill>
                  <a:srgbClr val="000000"/>
                </a:solidFill>
                <a:latin typeface="IBM Plex Sans" panose="020B0503050203000203" pitchFamily="34" charset="0"/>
                <a:ea typeface="IBM Plex Sans"/>
                <a:cs typeface="IBM Plex Sans"/>
                <a:sym typeface="IBM Plex Sans"/>
              </a:rPr>
              <a:t>, implying better ad formats and higher advertiser competition</a:t>
            </a:r>
            <a:br>
              <a:rPr lang="en-US" sz="1200" b="0" i="0" u="none" strike="noStrike" cap="none" noProof="0">
                <a:solidFill>
                  <a:srgbClr val="000000"/>
                </a:solidFill>
                <a:latin typeface="IBM Plex Sans" panose="020B0503050203000203" pitchFamily="34" charset="0"/>
                <a:ea typeface="IBM Plex Sans"/>
                <a:cs typeface="IBM Plex Sans"/>
                <a:sym typeface="IBM Plex Sans"/>
              </a:rPr>
            </a:br>
            <a:br>
              <a:rPr lang="en-US" sz="1200" b="0" i="0" u="none" strike="noStrike" cap="none" noProof="0">
                <a:solidFill>
                  <a:srgbClr val="000000"/>
                </a:solidFill>
                <a:latin typeface="IBM Plex Sans" panose="020B0503050203000203" pitchFamily="34" charset="0"/>
                <a:ea typeface="IBM Plex Sans"/>
                <a:cs typeface="IBM Plex Sans"/>
                <a:sym typeface="IBM Plex Sans"/>
              </a:rPr>
            </a:br>
            <a:endParaRPr lang="en-US" sz="1200" b="0" i="0" u="none" strike="noStrike" cap="none" noProof="0">
              <a:solidFill>
                <a:srgbClr val="000000"/>
              </a:solidFill>
              <a:latin typeface="IBM Plex Sans" panose="020B0503050203000203" pitchFamily="34" charset="0"/>
              <a:ea typeface="IBM Plex Sans"/>
              <a:cs typeface="IBM Plex Sans"/>
              <a:sym typeface="IBM Plex Sans"/>
            </a:endParaRPr>
          </a:p>
        </p:txBody>
      </p:sp>
      <p:sp>
        <p:nvSpPr>
          <p:cNvPr id="15" name="Rectangle 14">
            <a:extLst>
              <a:ext uri="{FF2B5EF4-FFF2-40B4-BE49-F238E27FC236}">
                <a16:creationId xmlns:a16="http://schemas.microsoft.com/office/drawing/2014/main" id="{AF0D5E09-DC3C-8492-8EE7-1756C821F016}"/>
              </a:ext>
            </a:extLst>
          </p:cNvPr>
          <p:cNvSpPr/>
          <p:nvPr/>
        </p:nvSpPr>
        <p:spPr>
          <a:xfrm>
            <a:off x="10044946" y="1088700"/>
            <a:ext cx="128752" cy="128449"/>
          </a:xfrm>
          <a:prstGeom prst="rect">
            <a:avLst/>
          </a:prstGeom>
          <a:solidFill>
            <a:srgbClr val="7FD8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16" name="Rectangle 15">
            <a:extLst>
              <a:ext uri="{FF2B5EF4-FFF2-40B4-BE49-F238E27FC236}">
                <a16:creationId xmlns:a16="http://schemas.microsoft.com/office/drawing/2014/main" id="{D70DC0DC-8AFA-DE83-2EE6-E1466C9F7760}"/>
              </a:ext>
            </a:extLst>
          </p:cNvPr>
          <p:cNvSpPr/>
          <p:nvPr/>
        </p:nvSpPr>
        <p:spPr>
          <a:xfrm>
            <a:off x="10910037" y="1088700"/>
            <a:ext cx="128752" cy="128449"/>
          </a:xfrm>
          <a:prstGeom prst="rect">
            <a:avLst/>
          </a:prstGeom>
          <a:solidFill>
            <a:srgbClr val="C197E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17" name="TextBox 16">
            <a:extLst>
              <a:ext uri="{FF2B5EF4-FFF2-40B4-BE49-F238E27FC236}">
                <a16:creationId xmlns:a16="http://schemas.microsoft.com/office/drawing/2014/main" id="{882C1901-AAE1-98D0-1FAF-57ADB5B8049A}"/>
              </a:ext>
            </a:extLst>
          </p:cNvPr>
          <p:cNvSpPr txBox="1"/>
          <p:nvPr/>
        </p:nvSpPr>
        <p:spPr>
          <a:xfrm>
            <a:off x="10173698" y="1037508"/>
            <a:ext cx="514885" cy="230832"/>
          </a:xfrm>
          <a:prstGeom prst="rect">
            <a:avLst/>
          </a:prstGeom>
          <a:noFill/>
        </p:spPr>
        <p:txBody>
          <a:bodyPr wrap="none" rtlCol="0">
            <a:spAutoFit/>
          </a:bodyPr>
          <a:lstStyle/>
          <a:p>
            <a:r>
              <a:rPr lang="en-US" sz="900" noProof="0">
                <a:latin typeface="IBM Plex Sans" panose="020B0503050203000203" pitchFamily="34" charset="0"/>
              </a:rPr>
              <a:t>Actual</a:t>
            </a:r>
          </a:p>
        </p:txBody>
      </p:sp>
      <p:sp>
        <p:nvSpPr>
          <p:cNvPr id="18" name="TextBox 17">
            <a:extLst>
              <a:ext uri="{FF2B5EF4-FFF2-40B4-BE49-F238E27FC236}">
                <a16:creationId xmlns:a16="http://schemas.microsoft.com/office/drawing/2014/main" id="{9F6707D2-453A-61B6-157A-2BA5FC03FA00}"/>
              </a:ext>
            </a:extLst>
          </p:cNvPr>
          <p:cNvSpPr txBox="1"/>
          <p:nvPr/>
        </p:nvSpPr>
        <p:spPr>
          <a:xfrm>
            <a:off x="11038789" y="1037508"/>
            <a:ext cx="737702" cy="230832"/>
          </a:xfrm>
          <a:prstGeom prst="rect">
            <a:avLst/>
          </a:prstGeom>
          <a:noFill/>
        </p:spPr>
        <p:txBody>
          <a:bodyPr wrap="none" rtlCol="0">
            <a:spAutoFit/>
          </a:bodyPr>
          <a:lstStyle/>
          <a:p>
            <a:r>
              <a:rPr lang="en-US" sz="900" noProof="0">
                <a:latin typeface="IBM Plex Sans" panose="020B0503050203000203" pitchFamily="34" charset="0"/>
              </a:rPr>
              <a:t>Calculated</a:t>
            </a:r>
          </a:p>
        </p:txBody>
      </p:sp>
      <p:sp>
        <p:nvSpPr>
          <p:cNvPr id="19" name="TextBox 18">
            <a:extLst>
              <a:ext uri="{FF2B5EF4-FFF2-40B4-BE49-F238E27FC236}">
                <a16:creationId xmlns:a16="http://schemas.microsoft.com/office/drawing/2014/main" id="{91EAA9CF-E41D-357A-D305-EF87E5F6225B}"/>
              </a:ext>
            </a:extLst>
          </p:cNvPr>
          <p:cNvSpPr txBox="1"/>
          <p:nvPr/>
        </p:nvSpPr>
        <p:spPr>
          <a:xfrm>
            <a:off x="9326395" y="1035320"/>
            <a:ext cx="615874" cy="230832"/>
          </a:xfrm>
          <a:prstGeom prst="rect">
            <a:avLst/>
          </a:prstGeom>
          <a:noFill/>
        </p:spPr>
        <p:txBody>
          <a:bodyPr wrap="none" rtlCol="0">
            <a:spAutoFit/>
          </a:bodyPr>
          <a:lstStyle/>
          <a:p>
            <a:r>
              <a:rPr lang="en-US" sz="900" b="1" u="sng" noProof="0">
                <a:latin typeface="IBM Plex Sans" panose="020B0503050203000203" pitchFamily="34" charset="0"/>
              </a:rPr>
              <a:t>Legend:</a:t>
            </a:r>
          </a:p>
        </p:txBody>
      </p:sp>
      <p:cxnSp>
        <p:nvCxnSpPr>
          <p:cNvPr id="23" name="Straight Arrow Connector 22">
            <a:extLst>
              <a:ext uri="{FF2B5EF4-FFF2-40B4-BE49-F238E27FC236}">
                <a16:creationId xmlns:a16="http://schemas.microsoft.com/office/drawing/2014/main" id="{2211F422-DF43-9068-9ABE-8EA759CCC3E9}"/>
              </a:ext>
            </a:extLst>
          </p:cNvPr>
          <p:cNvCxnSpPr>
            <a:cxnSpLocks/>
          </p:cNvCxnSpPr>
          <p:nvPr/>
        </p:nvCxnSpPr>
        <p:spPr>
          <a:xfrm flipV="1">
            <a:off x="5142325" y="1871499"/>
            <a:ext cx="426082" cy="294879"/>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DC598E15-1D53-FE62-1BB2-26006DDF71FE}"/>
              </a:ext>
            </a:extLst>
          </p:cNvPr>
          <p:cNvSpPr/>
          <p:nvPr/>
        </p:nvSpPr>
        <p:spPr>
          <a:xfrm>
            <a:off x="4991200" y="1964432"/>
            <a:ext cx="577207" cy="154114"/>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chemeClr val="tx1"/>
                </a:solidFill>
                <a:latin typeface="IBM Plex Sans" panose="020B0503050203000203" pitchFamily="34" charset="0"/>
              </a:rPr>
              <a:t>~+</a:t>
            </a:r>
            <a:r>
              <a:rPr lang="en-US" sz="900" b="1" noProof="0" dirty="0">
                <a:solidFill>
                  <a:schemeClr val="tx1"/>
                </a:solidFill>
                <a:latin typeface="IBM Plex Sans" panose="020B0503050203000203" pitchFamily="34" charset="0"/>
              </a:rPr>
              <a:t>12%</a:t>
            </a:r>
          </a:p>
        </p:txBody>
      </p:sp>
      <p:cxnSp>
        <p:nvCxnSpPr>
          <p:cNvPr id="28" name="Straight Arrow Connector 27">
            <a:extLst>
              <a:ext uri="{FF2B5EF4-FFF2-40B4-BE49-F238E27FC236}">
                <a16:creationId xmlns:a16="http://schemas.microsoft.com/office/drawing/2014/main" id="{DE0F6658-ED74-A14C-598D-644E3C715500}"/>
              </a:ext>
            </a:extLst>
          </p:cNvPr>
          <p:cNvCxnSpPr>
            <a:cxnSpLocks/>
          </p:cNvCxnSpPr>
          <p:nvPr/>
        </p:nvCxnSpPr>
        <p:spPr>
          <a:xfrm flipV="1">
            <a:off x="11147461" y="1813105"/>
            <a:ext cx="455358" cy="353273"/>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6381884-D87F-CE20-B762-317FF95BF354}"/>
              </a:ext>
            </a:extLst>
          </p:cNvPr>
          <p:cNvSpPr/>
          <p:nvPr/>
        </p:nvSpPr>
        <p:spPr>
          <a:xfrm>
            <a:off x="11059730" y="1921294"/>
            <a:ext cx="708589" cy="197251"/>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chemeClr val="tx1"/>
                </a:solidFill>
                <a:latin typeface="IBM Plex Sans" panose="020B0503050203000203" pitchFamily="34" charset="0"/>
              </a:rPr>
              <a:t>~+</a:t>
            </a:r>
            <a:r>
              <a:rPr lang="en-US" sz="900" b="1" noProof="0" dirty="0">
                <a:solidFill>
                  <a:schemeClr val="tx1"/>
                </a:solidFill>
                <a:latin typeface="IBM Plex Sans" panose="020B0503050203000203" pitchFamily="34" charset="0"/>
              </a:rPr>
              <a:t>13%</a:t>
            </a:r>
          </a:p>
        </p:txBody>
      </p:sp>
      <p:sp>
        <p:nvSpPr>
          <p:cNvPr id="3" name="Rectangle 2">
            <a:extLst>
              <a:ext uri="{FF2B5EF4-FFF2-40B4-BE49-F238E27FC236}">
                <a16:creationId xmlns:a16="http://schemas.microsoft.com/office/drawing/2014/main" id="{EE0BB868-727B-A067-5D3E-DAA845CF9625}"/>
              </a:ext>
            </a:extLst>
          </p:cNvPr>
          <p:cNvSpPr/>
          <p:nvPr/>
        </p:nvSpPr>
        <p:spPr>
          <a:xfrm>
            <a:off x="9089572" y="1"/>
            <a:ext cx="3130042" cy="264922"/>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1 (AI Search is additive)</a:t>
            </a:r>
            <a:endParaRPr lang="en-US" b="1" noProof="0">
              <a:solidFill>
                <a:schemeClr val="tx1"/>
              </a:solidFill>
            </a:endParaRPr>
          </a:p>
        </p:txBody>
      </p:sp>
    </p:spTree>
    <p:extLst>
      <p:ext uri="{BB962C8B-B14F-4D97-AF65-F5344CB8AC3E}">
        <p14:creationId xmlns:p14="http://schemas.microsoft.com/office/powerpoint/2010/main" val="274005489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788">
          <a:extLst>
            <a:ext uri="{FF2B5EF4-FFF2-40B4-BE49-F238E27FC236}">
              <a16:creationId xmlns:a16="http://schemas.microsoft.com/office/drawing/2014/main" id="{E4F0F94D-ECDE-15C5-87AA-98282FF1D5DB}"/>
            </a:ext>
          </a:extLst>
        </p:cNvPr>
        <p:cNvGrpSpPr/>
        <p:nvPr/>
      </p:nvGrpSpPr>
      <p:grpSpPr>
        <a:xfrm>
          <a:off x="0" y="0"/>
          <a:ext cx="0" cy="0"/>
          <a:chOff x="0" y="0"/>
          <a:chExt cx="0" cy="0"/>
        </a:xfrm>
      </p:grpSpPr>
      <p:sp>
        <p:nvSpPr>
          <p:cNvPr id="789" name="Google Shape;789;g3b2fcd73e63_0_171">
            <a:extLst>
              <a:ext uri="{FF2B5EF4-FFF2-40B4-BE49-F238E27FC236}">
                <a16:creationId xmlns:a16="http://schemas.microsoft.com/office/drawing/2014/main" id="{EC5A07F8-CD94-42CF-D747-AC17F756155B}"/>
              </a:ext>
            </a:extLst>
          </p:cNvPr>
          <p:cNvSpPr txBox="1">
            <a:spLocks noGrp="1"/>
          </p:cNvSpPr>
          <p:nvPr>
            <p:ph type="title"/>
          </p:nvPr>
        </p:nvSpPr>
        <p:spPr>
          <a:xfrm>
            <a:off x="420595" y="504611"/>
            <a:ext cx="11350800" cy="775597"/>
          </a:xfrm>
          <a:prstGeom prst="rect">
            <a:avLst/>
          </a:prstGeom>
          <a:noFill/>
          <a:ln>
            <a:noFill/>
          </a:ln>
        </p:spPr>
        <p:txBody>
          <a:bodyPr spcFirstLastPara="1" wrap="square" lIns="0" tIns="0" rIns="0" bIns="0" anchor="t" anchorCtr="0">
            <a:spAutoFit/>
          </a:bodyPr>
          <a:lstStyle/>
          <a:p>
            <a:pPr lvl="0"/>
            <a:r>
              <a:rPr lang="en-US" noProof="0" dirty="0"/>
              <a:t>We predict AI will lead to reduced growth, not collapse. However, two other scenarios could emerge </a:t>
            </a:r>
            <a:endParaRPr lang="en-US" sz="2000" noProof="0" dirty="0"/>
          </a:p>
        </p:txBody>
      </p:sp>
      <p:sp>
        <p:nvSpPr>
          <p:cNvPr id="791" name="Google Shape;791;g3b2fcd73e63_0_171">
            <a:extLst>
              <a:ext uri="{FF2B5EF4-FFF2-40B4-BE49-F238E27FC236}">
                <a16:creationId xmlns:a16="http://schemas.microsoft.com/office/drawing/2014/main" id="{687DE972-7161-D395-6492-4D8EB2B5A376}"/>
              </a:ext>
            </a:extLst>
          </p:cNvPr>
          <p:cNvSpPr/>
          <p:nvPr/>
        </p:nvSpPr>
        <p:spPr>
          <a:xfrm>
            <a:off x="292309" y="6576798"/>
            <a:ext cx="8947108" cy="207471"/>
          </a:xfrm>
          <a:prstGeom prst="roundRect">
            <a:avLst>
              <a:gd name="adj" fmla="val 0"/>
            </a:avLst>
          </a:prstGeom>
          <a:noFill/>
          <a:ln>
            <a:noFill/>
          </a:ln>
        </p:spPr>
        <p:txBody>
          <a:bodyPr spcFirstLastPara="1" wrap="square" lIns="0" tIns="0" rIns="0" bIns="0" anchor="b" anchorCtr="0">
            <a:noAutofit/>
          </a:bodyPr>
          <a:lstStyle/>
          <a:p>
            <a:pPr lvl="0"/>
            <a:r>
              <a:rPr lang="en-US" sz="600" b="0" i="0" u="none" strike="noStrike" cap="none" noProof="0" dirty="0">
                <a:solidFill>
                  <a:srgbClr val="7F7F7F"/>
                </a:solidFill>
                <a:latin typeface="IBM Plex Sans"/>
                <a:ea typeface="IBM Plex Sans"/>
                <a:cs typeface="IBM Plex Sans"/>
                <a:sym typeface="IBM Plex Sans"/>
              </a:rPr>
              <a:t>Sources: (1) Average </a:t>
            </a:r>
            <a:r>
              <a:rPr lang="en-US" sz="600" noProof="0" dirty="0">
                <a:solidFill>
                  <a:srgbClr val="7F7F7F"/>
                </a:solidFill>
                <a:latin typeface="IBM Plex Sans"/>
                <a:ea typeface="IBM Plex Sans"/>
                <a:cs typeface="IBM Plex Sans"/>
                <a:sym typeface="IBM Plex Sans"/>
              </a:rPr>
              <a:t>of: </a:t>
            </a:r>
            <a:r>
              <a:rPr lang="en-US" sz="600" b="0" i="0" u="sng" strike="noStrike" cap="none" noProof="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Mordor</a:t>
            </a:r>
            <a:r>
              <a:rPr lang="en-US" sz="600" noProof="0" dirty="0">
                <a:solidFill>
                  <a:srgbClr val="7F7F7F"/>
                </a:solidFill>
                <a:latin typeface="IBM Plex Sans"/>
                <a:ea typeface="IBM Plex Sans"/>
                <a:cs typeface="IBM Plex Sans"/>
                <a:sym typeface="IBM Plex Sans"/>
              </a:rPr>
              <a:t> (</a:t>
            </a:r>
            <a:r>
              <a:rPr lang="en-US" sz="600" b="0" i="0" u="none" strike="noStrike" cap="none" noProof="0" dirty="0">
                <a:solidFill>
                  <a:srgbClr val="7F7F7F"/>
                </a:solidFill>
                <a:latin typeface="IBM Plex Sans"/>
                <a:ea typeface="IBM Plex Sans"/>
                <a:cs typeface="IBM Plex Sans"/>
                <a:sym typeface="IBM Plex Sans"/>
              </a:rPr>
              <a:t>11.8% Revenue CAGR (‘30 vs’25) adjusted to remove revenue increase impact, and  </a:t>
            </a:r>
            <a:r>
              <a:rPr lang="en-US" sz="600" b="0" i="0" u="sng" strike="noStrike" cap="none" noProof="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BRI</a:t>
            </a:r>
            <a:r>
              <a:rPr lang="en-US" sz="600" b="0" i="0" u="none" strike="noStrike" cap="none" noProof="0" dirty="0">
                <a:solidFill>
                  <a:srgbClr val="7F7F7F"/>
                </a:solidFill>
                <a:latin typeface="IBM Plex Sans"/>
                <a:ea typeface="IBM Plex Sans"/>
                <a:cs typeface="IBM Plex Sans"/>
                <a:sym typeface="IBM Plex Sans"/>
              </a:rPr>
              <a:t>, (11.0% Revenue CAGR (‘30 vs’25) adjusted to remove revenue increase impact, (2) Average of 30% and 50% of </a:t>
            </a:r>
            <a:r>
              <a:rPr lang="en-US" sz="600" b="0" i="0" u="none" strike="noStrike" cap="none" noProof="0" dirty="0">
                <a:solidFill>
                  <a:srgbClr val="7F7F7F"/>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historical growth (11%)</a:t>
            </a:r>
            <a:r>
              <a:rPr lang="en-US" sz="600" b="0" i="0" u="none" strike="noStrike" cap="none" noProof="0" dirty="0">
                <a:solidFill>
                  <a:srgbClr val="7F7F7F"/>
                </a:solidFill>
                <a:latin typeface="IBM Plex Sans"/>
                <a:ea typeface="IBM Plex Sans"/>
                <a:cs typeface="IBM Plex Sans"/>
                <a:sym typeface="IBM Plex Sans"/>
              </a:rPr>
              <a:t>, and </a:t>
            </a:r>
            <a:r>
              <a:rPr lang="en-US" sz="600" u="sng" noProof="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MRA</a:t>
            </a:r>
            <a:r>
              <a:rPr lang="en-US" sz="600" u="sng" noProof="0" dirty="0">
                <a:solidFill>
                  <a:srgbClr val="7F7F7F"/>
                </a:solidFill>
                <a:latin typeface="IBM Plex Sans"/>
                <a:ea typeface="IBM Plex Sans"/>
                <a:cs typeface="IBM Plex Sans"/>
                <a:sym typeface="IBM Plex Sans"/>
              </a:rPr>
              <a:t>, </a:t>
            </a:r>
            <a:r>
              <a:rPr lang="en-US" sz="600" noProof="0" dirty="0">
                <a:solidFill>
                  <a:srgbClr val="7F7F7F"/>
                </a:solidFill>
                <a:latin typeface="IBM Plex Sans"/>
                <a:ea typeface="IBM Plex Sans"/>
                <a:cs typeface="IBM Plex Sans"/>
                <a:sym typeface="IBM Plex Sans"/>
              </a:rPr>
              <a:t>14.82% Revenue CAGR (‘33 vs’25) adjusted to remove revenue increase impact; (3) Average of </a:t>
            </a:r>
            <a:r>
              <a:rPr lang="en-US" sz="600" b="0" i="0" u="sng" strike="noStrike" cap="none" noProof="0" dirty="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McKinsey</a:t>
            </a:r>
            <a:r>
              <a:rPr lang="en-US" sz="600" b="0" i="0" u="none" strike="noStrike" cap="none" noProof="0" dirty="0">
                <a:solidFill>
                  <a:srgbClr val="7F7F7F"/>
                </a:solidFill>
                <a:latin typeface="IBM Plex Sans"/>
                <a:ea typeface="IBM Plex Sans"/>
                <a:cs typeface="IBM Plex Sans"/>
                <a:sym typeface="IBM Plex Sans"/>
              </a:rPr>
              <a:t> - annualized, </a:t>
            </a:r>
            <a:r>
              <a:rPr lang="en-US" sz="600" b="0" i="0" u="sng" strike="noStrike" cap="none" noProof="0" dirty="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Gartner</a:t>
            </a:r>
            <a:r>
              <a:rPr lang="en-US" sz="600" b="0" i="0" u="none" strike="noStrike" cap="none" noProof="0" dirty="0">
                <a:solidFill>
                  <a:srgbClr val="7F7F7F"/>
                </a:solidFill>
                <a:latin typeface="IBM Plex Sans"/>
                <a:ea typeface="IBM Plex Sans"/>
                <a:cs typeface="IBM Plex Sans"/>
                <a:sym typeface="IBM Plex Sans"/>
              </a:rPr>
              <a:t>, </a:t>
            </a:r>
            <a:r>
              <a:rPr lang="en-US" sz="600" b="0" i="0" u="sng" strike="noStrike" cap="none" noProof="0" dirty="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TTMS</a:t>
            </a:r>
            <a:r>
              <a:rPr lang="en-US" sz="600" dirty="0">
                <a:solidFill>
                  <a:srgbClr val="7F7F7F"/>
                </a:solidFill>
                <a:latin typeface="IBM Plex Sans"/>
                <a:ea typeface="IBM Plex Sans"/>
                <a:cs typeface="IBM Plex Sans"/>
                <a:sym typeface="IBM Plex Sans"/>
              </a:rPr>
              <a:t>; additional articles on agentic search: </a:t>
            </a:r>
            <a:r>
              <a:rPr lang="en-US" sz="600" dirty="0">
                <a:solidFill>
                  <a:schemeClr val="bg1">
                    <a:lumMod val="50000"/>
                  </a:schemeClr>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Forbes</a:t>
            </a:r>
            <a:r>
              <a:rPr lang="en-US" sz="600" dirty="0">
                <a:solidFill>
                  <a:schemeClr val="bg1">
                    <a:lumMod val="50000"/>
                  </a:schemeClr>
                </a:solidFill>
                <a:latin typeface="IBM Plex Sans"/>
                <a:ea typeface="IBM Plex Sans"/>
                <a:cs typeface="IBM Plex Sans"/>
                <a:sym typeface="IBM Plex Sans"/>
              </a:rPr>
              <a:t>, </a:t>
            </a:r>
            <a:r>
              <a:rPr lang="en-US" sz="600" dirty="0">
                <a:solidFill>
                  <a:schemeClr val="bg1">
                    <a:lumMod val="50000"/>
                  </a:schemeClr>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Search Engine Land</a:t>
            </a:r>
            <a:r>
              <a:rPr lang="en-US" sz="600" dirty="0">
                <a:solidFill>
                  <a:schemeClr val="bg1">
                    <a:lumMod val="50000"/>
                  </a:schemeClr>
                </a:solidFill>
                <a:latin typeface="IBM Plex Sans"/>
                <a:ea typeface="IBM Plex Sans"/>
                <a:cs typeface="IBM Plex Sans"/>
                <a:sym typeface="IBM Plex Sans"/>
              </a:rPr>
              <a:t>, </a:t>
            </a:r>
            <a:r>
              <a:rPr lang="en-US" sz="600" dirty="0">
                <a:solidFill>
                  <a:schemeClr val="bg1">
                    <a:lumMod val="50000"/>
                  </a:schemeClr>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Evergreen Media</a:t>
            </a:r>
            <a:r>
              <a:rPr lang="en-US" sz="600" dirty="0">
                <a:solidFill>
                  <a:srgbClr val="7F7F7F"/>
                </a:solidFill>
                <a:latin typeface="IBM Plex Sans"/>
                <a:ea typeface="IBM Plex Sans"/>
                <a:cs typeface="IBM Plex Sans"/>
                <a:sym typeface="IBM Plex Sans"/>
              </a:rPr>
              <a:t> (4) </a:t>
            </a:r>
            <a:r>
              <a:rPr lang="en-US" sz="600" dirty="0">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AI Certs</a:t>
            </a:r>
            <a:r>
              <a:rPr lang="en-US" sz="600" dirty="0">
                <a:solidFill>
                  <a:srgbClr val="7F7F7F"/>
                </a:solidFill>
                <a:latin typeface="IBM Plex Sans"/>
                <a:ea typeface="IBM Plex Sans"/>
                <a:cs typeface="IBM Plex Sans"/>
                <a:sym typeface="IBM Plex Sans"/>
              </a:rPr>
              <a:t>, </a:t>
            </a:r>
            <a:r>
              <a:rPr lang="en-US" sz="600" dirty="0">
                <a:solidFill>
                  <a:srgbClr val="7F7F7F"/>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Adthena</a:t>
            </a:r>
            <a:r>
              <a:rPr lang="en-US" sz="600" dirty="0">
                <a:solidFill>
                  <a:srgbClr val="7F7F7F"/>
                </a:solidFill>
                <a:latin typeface="IBM Plex Sans"/>
                <a:ea typeface="IBM Plex Sans"/>
                <a:cs typeface="IBM Plex Sans"/>
                <a:sym typeface="IBM Plex Sans"/>
              </a:rPr>
              <a:t> and </a:t>
            </a:r>
            <a:r>
              <a:rPr lang="en-US" sz="600" dirty="0">
                <a:solidFill>
                  <a:srgbClr val="7F7F7F"/>
                </a:solidFill>
                <a:latin typeface="IBM Plex Sans"/>
                <a:ea typeface="IBM Plex Sans"/>
                <a:cs typeface="IBM Plex Sans"/>
                <a:sym typeface="IBM Plex Sans"/>
                <a:hlinkClick r:id="rId14">
                  <a:extLst>
                    <a:ext uri="{A12FA001-AC4F-418D-AE19-62706E023703}">
                      <ahyp:hlinkClr xmlns:ahyp="http://schemas.microsoft.com/office/drawing/2018/hyperlinkcolor" val="tx"/>
                    </a:ext>
                  </a:extLst>
                </a:hlinkClick>
              </a:rPr>
              <a:t>Forbes</a:t>
            </a:r>
            <a:endParaRPr lang="en-US" sz="600" b="0" i="0" u="none" strike="noStrike" cap="none" noProof="0" dirty="0">
              <a:solidFill>
                <a:srgbClr val="7F7F7F"/>
              </a:solidFill>
              <a:latin typeface="IBM Plex Sans"/>
              <a:ea typeface="IBM Plex Sans"/>
              <a:cs typeface="IBM Plex Sans"/>
            </a:endParaRPr>
          </a:p>
        </p:txBody>
      </p:sp>
      <p:sp>
        <p:nvSpPr>
          <p:cNvPr id="793" name="Google Shape;793;g3b2fcd73e63_0_171">
            <a:extLst>
              <a:ext uri="{FF2B5EF4-FFF2-40B4-BE49-F238E27FC236}">
                <a16:creationId xmlns:a16="http://schemas.microsoft.com/office/drawing/2014/main" id="{D4CA4BE0-E5BC-5DE6-657C-B047ECA0ABBB}"/>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6</a:t>
            </a:fld>
            <a:endParaRPr lang="en-US" noProof="0"/>
          </a:p>
        </p:txBody>
      </p:sp>
      <p:sp>
        <p:nvSpPr>
          <p:cNvPr id="795" name="Google Shape;795;g3b2fcd73e63_0_171">
            <a:extLst>
              <a:ext uri="{FF2B5EF4-FFF2-40B4-BE49-F238E27FC236}">
                <a16:creationId xmlns:a16="http://schemas.microsoft.com/office/drawing/2014/main" id="{1ADCF2E7-7E09-1C5D-251F-D8090280FE30}"/>
              </a:ext>
            </a:extLst>
          </p:cNvPr>
          <p:cNvSpPr/>
          <p:nvPr/>
        </p:nvSpPr>
        <p:spPr>
          <a:xfrm>
            <a:off x="2742622" y="1421128"/>
            <a:ext cx="2926080" cy="484278"/>
          </a:xfrm>
          <a:prstGeom prst="rect">
            <a:avLst/>
          </a:prstGeom>
          <a:solidFill>
            <a:srgbClr val="7030A0"/>
          </a:solidFill>
          <a:ln>
            <a:noFill/>
          </a:ln>
        </p:spPr>
        <p:txBody>
          <a:bodyPr spcFirstLastPara="1" wrap="square" lIns="0" tIns="45700" rIns="0" bIns="45700" anchor="ctr" anchorCtr="0">
            <a:noAutofit/>
          </a:bodyPr>
          <a:lstStyle/>
          <a:p>
            <a:pPr marL="0" marR="0" lvl="1" indent="0" algn="ctr" rtl="0">
              <a:lnSpc>
                <a:spcPct val="100000"/>
              </a:lnSpc>
              <a:spcBef>
                <a:spcPts val="0"/>
              </a:spcBef>
              <a:spcAft>
                <a:spcPts val="0"/>
              </a:spcAft>
              <a:buNone/>
            </a:pPr>
            <a:r>
              <a:rPr lang="en-US" sz="1400" b="1" i="0" u="none" strike="noStrike" cap="none" noProof="0" dirty="0">
                <a:solidFill>
                  <a:schemeClr val="lt1"/>
                </a:solidFill>
                <a:latin typeface="IBM Plex Sans"/>
                <a:ea typeface="IBM Plex Sans"/>
                <a:cs typeface="IBM Plex Sans"/>
                <a:sym typeface="IBM Plex Sans"/>
              </a:rPr>
              <a:t>Scenario 1: Neutral</a:t>
            </a:r>
            <a:r>
              <a:rPr lang="en-US" b="1" noProof="0" dirty="0">
                <a:solidFill>
                  <a:schemeClr val="lt1"/>
                </a:solidFill>
                <a:latin typeface="IBM Plex Sans"/>
                <a:ea typeface="IBM Plex Sans"/>
                <a:cs typeface="IBM Plex Sans"/>
                <a:sym typeface="IBM Plex Sans"/>
              </a:rPr>
              <a:t> (G</a:t>
            </a:r>
            <a:r>
              <a:rPr lang="en-US" sz="1400" b="1" i="0" u="none" strike="noStrike" cap="none" noProof="0" dirty="0">
                <a:solidFill>
                  <a:schemeClr val="lt1"/>
                </a:solidFill>
                <a:latin typeface="IBM Plex Sans"/>
                <a:ea typeface="IBM Plex Sans"/>
                <a:cs typeface="IBM Plex Sans"/>
                <a:sym typeface="IBM Plex Sans"/>
              </a:rPr>
              <a:t>rowth slowdown)</a:t>
            </a:r>
            <a:endParaRPr lang="en-US" noProof="0" dirty="0"/>
          </a:p>
        </p:txBody>
      </p:sp>
      <p:sp>
        <p:nvSpPr>
          <p:cNvPr id="797" name="Google Shape;797;g3b2fcd73e63_0_171">
            <a:extLst>
              <a:ext uri="{FF2B5EF4-FFF2-40B4-BE49-F238E27FC236}">
                <a16:creationId xmlns:a16="http://schemas.microsoft.com/office/drawing/2014/main" id="{B049C4E3-F0AD-F409-E827-32B0C38B3D9C}"/>
              </a:ext>
            </a:extLst>
          </p:cNvPr>
          <p:cNvSpPr/>
          <p:nvPr/>
        </p:nvSpPr>
        <p:spPr>
          <a:xfrm>
            <a:off x="2742622" y="1936847"/>
            <a:ext cx="2926080" cy="3772366"/>
          </a:xfrm>
          <a:prstGeom prst="rect">
            <a:avLst/>
          </a:prstGeom>
          <a:solidFill>
            <a:srgbClr val="F2F2F2"/>
          </a:solidFill>
          <a:ln>
            <a:noFill/>
          </a:ln>
        </p:spPr>
        <p:txBody>
          <a:bodyPr spcFirstLastPara="1" wrap="square" lIns="91425" tIns="45700" rIns="91425" bIns="45700" anchor="t" anchorCtr="0">
            <a:noAutofit/>
          </a:bodyPr>
          <a:lstStyle/>
          <a:p>
            <a:pPr marL="179999" lvl="0" indent="-179999">
              <a:spcBef>
                <a:spcPts val="400"/>
              </a:spcBef>
              <a:spcAft>
                <a:spcPts val="600"/>
              </a:spcAft>
              <a:buClr>
                <a:schemeClr val="dk1"/>
              </a:buClr>
              <a:buSzPts val="1200"/>
              <a:buFont typeface="Arial"/>
              <a:buChar char="•"/>
            </a:pPr>
            <a:r>
              <a:rPr lang="en-US" sz="1200" b="1" noProof="0" dirty="0">
                <a:solidFill>
                  <a:schemeClr val="dk1"/>
                </a:solidFill>
                <a:latin typeface="IBM Plex Sans" panose="020B0503050203000203" pitchFamily="34" charset="0"/>
                <a:ea typeface="IBM Plex Sans"/>
                <a:cs typeface="IBM Plex Sans"/>
                <a:sym typeface="IBM Plex Sans"/>
              </a:rPr>
              <a:t>Decline generated </a:t>
            </a:r>
            <a:r>
              <a:rPr lang="en-US" sz="1200" noProof="0" dirty="0">
                <a:solidFill>
                  <a:schemeClr val="dk1"/>
                </a:solidFill>
                <a:latin typeface="IBM Plex Sans" panose="020B0503050203000203" pitchFamily="34" charset="0"/>
                <a:ea typeface="IBM Plex Sans"/>
                <a:cs typeface="IBM Plex Sans"/>
                <a:sym typeface="IBM Plex Sans"/>
              </a:rPr>
              <a:t>by AI is </a:t>
            </a:r>
            <a:r>
              <a:rPr lang="en-US" sz="1200" b="1" noProof="0" dirty="0">
                <a:solidFill>
                  <a:schemeClr val="dk1"/>
                </a:solidFill>
                <a:latin typeface="IBM Plex Sans" panose="020B0503050203000203" pitchFamily="34" charset="0"/>
                <a:ea typeface="IBM Plex Sans"/>
                <a:cs typeface="IBM Plex Sans"/>
                <a:sym typeface="IBM Plex Sans"/>
              </a:rPr>
              <a:t>outweighed by growth</a:t>
            </a:r>
          </a:p>
          <a:p>
            <a:pPr marL="179999" indent="-179999">
              <a:spcBef>
                <a:spcPts val="400"/>
              </a:spcBef>
              <a:spcAft>
                <a:spcPts val="600"/>
              </a:spcAft>
              <a:buClr>
                <a:schemeClr val="dk1"/>
              </a:buClr>
              <a:buSzPts val="1200"/>
              <a:buFont typeface="Arial"/>
              <a:buChar char="•"/>
            </a:pPr>
            <a:r>
              <a:rPr lang="en-US" sz="1200" noProof="0" dirty="0">
                <a:solidFill>
                  <a:schemeClr val="dk1"/>
                </a:solidFill>
                <a:latin typeface="IBM Plex Sans" panose="020B0503050203000203" pitchFamily="34" charset="0"/>
              </a:rPr>
              <a:t>Overall </a:t>
            </a:r>
            <a:r>
              <a:rPr lang="en-US" sz="1200" b="1" noProof="0" dirty="0">
                <a:solidFill>
                  <a:schemeClr val="dk1"/>
                </a:solidFill>
                <a:latin typeface="IBM Plex Sans" panose="020B0503050203000203" pitchFamily="34" charset="0"/>
              </a:rPr>
              <a:t>trajectory continues</a:t>
            </a:r>
            <a:r>
              <a:rPr lang="en-US" sz="1200" noProof="0" dirty="0">
                <a:solidFill>
                  <a:schemeClr val="dk1"/>
                </a:solidFill>
                <a:latin typeface="IBM Plex Sans" panose="020B0503050203000203" pitchFamily="34" charset="0"/>
              </a:rPr>
              <a:t>, with </a:t>
            </a:r>
            <a:r>
              <a:rPr lang="en-US" sz="1200" b="1" noProof="0" dirty="0">
                <a:solidFill>
                  <a:schemeClr val="dk1"/>
                </a:solidFill>
                <a:latin typeface="IBM Plex Sans" panose="020B0503050203000203" pitchFamily="34" charset="0"/>
              </a:rPr>
              <a:t>lower growth rates</a:t>
            </a:r>
            <a:endParaRPr lang="en-US" sz="1200" b="1" noProof="0" dirty="0">
              <a:solidFill>
                <a:schemeClr val="dk1"/>
              </a:solidFill>
              <a:latin typeface="IBM Plex Sans" panose="020B0503050203000203" pitchFamily="34" charset="0"/>
              <a:sym typeface="IBM Plex Sans"/>
            </a:endParaRPr>
          </a:p>
        </p:txBody>
      </p:sp>
      <p:sp>
        <p:nvSpPr>
          <p:cNvPr id="798" name="Google Shape;798;g3b2fcd73e63_0_171">
            <a:extLst>
              <a:ext uri="{FF2B5EF4-FFF2-40B4-BE49-F238E27FC236}">
                <a16:creationId xmlns:a16="http://schemas.microsoft.com/office/drawing/2014/main" id="{89777BAC-752B-1BC8-436C-89534D52901C}"/>
              </a:ext>
            </a:extLst>
          </p:cNvPr>
          <p:cNvSpPr/>
          <p:nvPr/>
        </p:nvSpPr>
        <p:spPr>
          <a:xfrm>
            <a:off x="8832578" y="1421128"/>
            <a:ext cx="2926080" cy="484278"/>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Scenario 3: Delayed Impact</a:t>
            </a:r>
            <a:endParaRPr lang="en-US" noProof="0"/>
          </a:p>
        </p:txBody>
      </p:sp>
      <p:sp>
        <p:nvSpPr>
          <p:cNvPr id="800" name="Google Shape;800;g3b2fcd73e63_0_171">
            <a:extLst>
              <a:ext uri="{FF2B5EF4-FFF2-40B4-BE49-F238E27FC236}">
                <a16:creationId xmlns:a16="http://schemas.microsoft.com/office/drawing/2014/main" id="{E78F0B59-4DE6-71EF-A4A2-F6129C9128C2}"/>
              </a:ext>
            </a:extLst>
          </p:cNvPr>
          <p:cNvSpPr/>
          <p:nvPr/>
        </p:nvSpPr>
        <p:spPr>
          <a:xfrm>
            <a:off x="8832578" y="1936847"/>
            <a:ext cx="2926080" cy="3772366"/>
          </a:xfrm>
          <a:prstGeom prst="rect">
            <a:avLst/>
          </a:prstGeom>
          <a:solidFill>
            <a:srgbClr val="F2F2F2"/>
          </a:solidFill>
          <a:ln>
            <a:noFill/>
          </a:ln>
        </p:spPr>
        <p:txBody>
          <a:bodyPr spcFirstLastPara="1" wrap="square" lIns="91440" tIns="45700" rIns="91425" bIns="45700" anchor="t" anchorCtr="0">
            <a:noAutofit/>
          </a:bodyPr>
          <a:lstStyle/>
          <a:p>
            <a:pPr marL="179999" marR="0" lvl="0" indent="-179999" algn="l" rtl="0">
              <a:lnSpc>
                <a:spcPct val="100000"/>
              </a:lnSpc>
              <a:spcBef>
                <a:spcPts val="400"/>
              </a:spcBef>
              <a:spcAft>
                <a:spcPts val="600"/>
              </a:spcAft>
              <a:buClr>
                <a:schemeClr val="dk1"/>
              </a:buClr>
              <a:buSzPts val="1200"/>
              <a:buFont typeface="Arial"/>
              <a:buChar char="•"/>
            </a:pPr>
            <a:r>
              <a:rPr lang="en-US" sz="1200" noProof="0" dirty="0">
                <a:solidFill>
                  <a:schemeClr val="dk1"/>
                </a:solidFill>
                <a:latin typeface="IBM Plex Sans" panose="020B0503050203000203" pitchFamily="34" charset="0"/>
                <a:ea typeface="IBM Plex Sans"/>
                <a:cs typeface="IBM Plex Sans"/>
                <a:sym typeface="IBM Plex Sans"/>
              </a:rPr>
              <a:t>Incumbents benefit early, then lose share as challengers scale</a:t>
            </a:r>
          </a:p>
          <a:p>
            <a:pPr marL="179999" lvl="0" indent="-179999">
              <a:spcBef>
                <a:spcPts val="400"/>
              </a:spcBef>
              <a:spcAft>
                <a:spcPts val="600"/>
              </a:spcAft>
              <a:buClr>
                <a:schemeClr val="dk1"/>
              </a:buClr>
              <a:buSzPts val="1200"/>
              <a:buFont typeface="Arial"/>
              <a:buChar char="•"/>
            </a:pPr>
            <a:r>
              <a:rPr lang="en-US" sz="1200" noProof="0" dirty="0">
                <a:latin typeface="IBM Plex Sans" panose="020B0503050203000203" pitchFamily="34" charset="0"/>
              </a:rPr>
              <a:t>Overall impact is a </a:t>
            </a:r>
            <a:r>
              <a:rPr lang="en-US" sz="1200" b="1" noProof="0" dirty="0">
                <a:latin typeface="IBM Plex Sans" panose="020B0503050203000203" pitchFamily="34" charset="0"/>
              </a:rPr>
              <a:t>sharp redistribution of volume</a:t>
            </a:r>
            <a:r>
              <a:rPr lang="en-US" sz="1200" noProof="0" dirty="0">
                <a:latin typeface="IBM Plex Sans" panose="020B0503050203000203" pitchFamily="34" charset="0"/>
              </a:rPr>
              <a:t> as </a:t>
            </a:r>
            <a:r>
              <a:rPr lang="en-US" sz="1200" b="1" noProof="0" dirty="0">
                <a:latin typeface="IBM Plex Sans" panose="020B0503050203000203" pitchFamily="34" charset="0"/>
              </a:rPr>
              <a:t>new entrants</a:t>
            </a:r>
            <a:r>
              <a:rPr lang="en-US" sz="1200" noProof="0" dirty="0">
                <a:latin typeface="IBM Plex Sans" panose="020B0503050203000203" pitchFamily="34" charset="0"/>
              </a:rPr>
              <a:t>, </a:t>
            </a:r>
            <a:r>
              <a:rPr lang="en-US" sz="1200" b="1" dirty="0">
                <a:latin typeface="IBM Plex Sans" panose="020B0503050203000203" pitchFamily="34" charset="0"/>
              </a:rPr>
              <a:t>search interface</a:t>
            </a:r>
            <a:r>
              <a:rPr lang="en-US" sz="1200" dirty="0">
                <a:latin typeface="IBM Plex Sans" panose="020B0503050203000203" pitchFamily="34" charset="0"/>
              </a:rPr>
              <a:t> </a:t>
            </a:r>
            <a:r>
              <a:rPr lang="en-US" sz="1200" b="1" dirty="0">
                <a:latin typeface="IBM Plex Sans" panose="020B0503050203000203" pitchFamily="34" charset="0"/>
              </a:rPr>
              <a:t>shifts</a:t>
            </a:r>
            <a:r>
              <a:rPr lang="en-US" sz="1200" dirty="0">
                <a:latin typeface="IBM Plex Sans" panose="020B0503050203000203" pitchFamily="34" charset="0"/>
              </a:rPr>
              <a:t> (e.g., </a:t>
            </a:r>
            <a:r>
              <a:rPr lang="en-US" sz="1200" b="1" dirty="0">
                <a:latin typeface="IBM Plex Sans" panose="020B0503050203000203" pitchFamily="34" charset="0"/>
              </a:rPr>
              <a:t>AI wearables)</a:t>
            </a:r>
            <a:r>
              <a:rPr lang="en-US" sz="1200" b="1" baseline="30000" dirty="0">
                <a:latin typeface="IBM Plex Sans" panose="020B0503050203000203" pitchFamily="34" charset="0"/>
              </a:rPr>
              <a:t>4</a:t>
            </a:r>
            <a:r>
              <a:rPr lang="en-US" sz="1200" b="1" dirty="0">
                <a:latin typeface="IBM Plex Sans" panose="020B0503050203000203" pitchFamily="34" charset="0"/>
              </a:rPr>
              <a:t>,</a:t>
            </a:r>
            <a:r>
              <a:rPr lang="en-US" sz="1200" noProof="0" dirty="0">
                <a:latin typeface="IBM Plex Sans" panose="020B0503050203000203" pitchFamily="34" charset="0"/>
              </a:rPr>
              <a:t> and </a:t>
            </a:r>
            <a:r>
              <a:rPr lang="en-US" sz="1200" b="1" noProof="0" dirty="0">
                <a:latin typeface="IBM Plex Sans" panose="020B0503050203000203" pitchFamily="34" charset="0"/>
              </a:rPr>
              <a:t>AI</a:t>
            </a:r>
            <a:r>
              <a:rPr lang="en-US" sz="1200" noProof="0" dirty="0">
                <a:latin typeface="IBM Plex Sans" panose="020B0503050203000203" pitchFamily="34" charset="0"/>
              </a:rPr>
              <a:t> </a:t>
            </a:r>
            <a:r>
              <a:rPr lang="en-US" sz="1200" b="1" noProof="0" dirty="0">
                <a:latin typeface="IBM Plex Sans" panose="020B0503050203000203" pitchFamily="34" charset="0"/>
              </a:rPr>
              <a:t>agents</a:t>
            </a:r>
            <a:r>
              <a:rPr lang="en-US" sz="1200" b="1" baseline="30000" noProof="0" dirty="0">
                <a:latin typeface="IBM Plex Sans" panose="020B0503050203000203" pitchFamily="34" charset="0"/>
              </a:rPr>
              <a:t>3</a:t>
            </a:r>
            <a:r>
              <a:rPr lang="en-US" sz="1200" noProof="0" dirty="0">
                <a:latin typeface="IBM Plex Sans" panose="020B0503050203000203" pitchFamily="34" charset="0"/>
              </a:rPr>
              <a:t> rapidly dominate</a:t>
            </a:r>
            <a:r>
              <a:rPr lang="en-001" sz="1200" noProof="0" dirty="0">
                <a:latin typeface="IBM Plex Sans" panose="020B0503050203000203" pitchFamily="34" charset="0"/>
              </a:rPr>
              <a:t> search</a:t>
            </a:r>
            <a:endParaRPr lang="en-US" sz="1200" b="1" noProof="0" dirty="0">
              <a:latin typeface="IBM Plex Sans" panose="020B0503050203000203" pitchFamily="34" charset="0"/>
            </a:endParaRPr>
          </a:p>
        </p:txBody>
      </p:sp>
      <p:sp>
        <p:nvSpPr>
          <p:cNvPr id="796" name="Google Shape;796;g3b2fcd73e63_0_171">
            <a:extLst>
              <a:ext uri="{FF2B5EF4-FFF2-40B4-BE49-F238E27FC236}">
                <a16:creationId xmlns:a16="http://schemas.microsoft.com/office/drawing/2014/main" id="{7013B714-226C-92DA-7636-E203A5E2A0E0}"/>
              </a:ext>
            </a:extLst>
          </p:cNvPr>
          <p:cNvSpPr/>
          <p:nvPr/>
        </p:nvSpPr>
        <p:spPr>
          <a:xfrm>
            <a:off x="5787600" y="1421128"/>
            <a:ext cx="2926080" cy="484278"/>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Scenario 2: Revitalization</a:t>
            </a:r>
            <a:endParaRPr lang="en-US" noProof="0"/>
          </a:p>
        </p:txBody>
      </p:sp>
      <p:sp>
        <p:nvSpPr>
          <p:cNvPr id="801" name="Google Shape;801;g3b2fcd73e63_0_171">
            <a:extLst>
              <a:ext uri="{FF2B5EF4-FFF2-40B4-BE49-F238E27FC236}">
                <a16:creationId xmlns:a16="http://schemas.microsoft.com/office/drawing/2014/main" id="{7B5E8AD5-8838-EA53-308F-700CF64B640A}"/>
              </a:ext>
            </a:extLst>
          </p:cNvPr>
          <p:cNvSpPr/>
          <p:nvPr/>
        </p:nvSpPr>
        <p:spPr>
          <a:xfrm>
            <a:off x="5787600" y="1936847"/>
            <a:ext cx="2926080" cy="3772366"/>
          </a:xfrm>
          <a:prstGeom prst="rect">
            <a:avLst/>
          </a:prstGeom>
          <a:solidFill>
            <a:srgbClr val="F2F2F2"/>
          </a:solidFill>
          <a:ln>
            <a:noFill/>
          </a:ln>
        </p:spPr>
        <p:txBody>
          <a:bodyPr spcFirstLastPara="1" wrap="square" lIns="91425" tIns="45700" rIns="91425" bIns="45700" anchor="t" anchorCtr="0">
            <a:noAutofit/>
          </a:bodyPr>
          <a:lstStyle/>
          <a:p>
            <a:pPr marL="179999" indent="-179999">
              <a:spcBef>
                <a:spcPts val="400"/>
              </a:spcBef>
              <a:buClr>
                <a:schemeClr val="dk1"/>
              </a:buClr>
              <a:buSzPts val="1200"/>
              <a:buFont typeface="Arial"/>
              <a:buChar char="•"/>
            </a:pPr>
            <a:r>
              <a:rPr lang="en-US" sz="1200" noProof="0" dirty="0">
                <a:solidFill>
                  <a:schemeClr val="dk1"/>
                </a:solidFill>
                <a:latin typeface="IBM Plex Sans" panose="020B0503050203000203" pitchFamily="34" charset="0"/>
              </a:rPr>
              <a:t>Re-acceleration </a:t>
            </a:r>
            <a:r>
              <a:rPr lang="en-US" sz="1200" b="1" noProof="0" dirty="0">
                <a:solidFill>
                  <a:schemeClr val="dk1"/>
                </a:solidFill>
                <a:latin typeface="IBM Plex Sans" panose="020B0503050203000203" pitchFamily="34" charset="0"/>
              </a:rPr>
              <a:t>toward historical growth </a:t>
            </a:r>
            <a:r>
              <a:rPr lang="en-US" sz="1200" noProof="0" dirty="0">
                <a:solidFill>
                  <a:schemeClr val="dk1"/>
                </a:solidFill>
                <a:latin typeface="IBM Plex Sans" panose="020B0503050203000203" pitchFamily="34" charset="0"/>
              </a:rPr>
              <a:t>levels, </a:t>
            </a:r>
            <a:r>
              <a:rPr lang="en-US" sz="1200" b="1" noProof="0" dirty="0">
                <a:solidFill>
                  <a:schemeClr val="dk1"/>
                </a:solidFill>
                <a:latin typeface="IBM Plex Sans" panose="020B0503050203000203" pitchFamily="34" charset="0"/>
              </a:rPr>
              <a:t>reversing expected deceleration</a:t>
            </a:r>
          </a:p>
          <a:p>
            <a:pPr marL="179999" indent="-179999">
              <a:spcBef>
                <a:spcPts val="400"/>
              </a:spcBef>
              <a:buClr>
                <a:schemeClr val="dk1"/>
              </a:buClr>
              <a:buSzPts val="1200"/>
              <a:buFont typeface="Arial"/>
              <a:buChar char="•"/>
            </a:pPr>
            <a:r>
              <a:rPr lang="en-US" sz="1200" b="1" noProof="0" dirty="0">
                <a:solidFill>
                  <a:schemeClr val="dk1"/>
                </a:solidFill>
                <a:latin typeface="IBM Plex Sans" panose="020B0503050203000203" pitchFamily="34" charset="0"/>
              </a:rPr>
              <a:t>AI unlocks new use cases, expanding total activity</a:t>
            </a:r>
          </a:p>
          <a:p>
            <a:pPr marL="179999" indent="-179999">
              <a:spcBef>
                <a:spcPts val="400"/>
              </a:spcBef>
              <a:buClr>
                <a:schemeClr val="dk1"/>
              </a:buClr>
              <a:buSzPts val="1200"/>
              <a:buFont typeface="Arial"/>
              <a:buChar char="•"/>
            </a:pPr>
            <a:r>
              <a:rPr lang="en-US" sz="1200" b="1" noProof="0" dirty="0">
                <a:latin typeface="IBM Plex Sans" panose="020B0503050203000203" pitchFamily="34" charset="0"/>
              </a:rPr>
              <a:t>Incumbents and challengers both grow </a:t>
            </a:r>
            <a:r>
              <a:rPr lang="en-US" sz="1200" noProof="0" dirty="0">
                <a:latin typeface="IBM Plex Sans" panose="020B0503050203000203" pitchFamily="34" charset="0"/>
              </a:rPr>
              <a:t>in a larger market</a:t>
            </a:r>
          </a:p>
        </p:txBody>
      </p:sp>
      <p:sp>
        <p:nvSpPr>
          <p:cNvPr id="8" name="Rectangle 7">
            <a:extLst>
              <a:ext uri="{FF2B5EF4-FFF2-40B4-BE49-F238E27FC236}">
                <a16:creationId xmlns:a16="http://schemas.microsoft.com/office/drawing/2014/main" id="{FE950E7A-846B-58C3-5DDA-6893D32A393A}"/>
              </a:ext>
            </a:extLst>
          </p:cNvPr>
          <p:cNvSpPr/>
          <p:nvPr/>
        </p:nvSpPr>
        <p:spPr>
          <a:xfrm>
            <a:off x="2697313" y="1384619"/>
            <a:ext cx="3017520" cy="4610512"/>
          </a:xfrm>
          <a:prstGeom prst="rect">
            <a:avLst/>
          </a:prstGeom>
          <a:noFill/>
          <a:ln w="28575">
            <a:solidFill>
              <a:srgbClr val="7FD8A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9" name="TextBox 8">
            <a:extLst>
              <a:ext uri="{FF2B5EF4-FFF2-40B4-BE49-F238E27FC236}">
                <a16:creationId xmlns:a16="http://schemas.microsoft.com/office/drawing/2014/main" id="{029B1B67-B457-2FE9-EE4C-0AE2C2F7587F}"/>
              </a:ext>
            </a:extLst>
          </p:cNvPr>
          <p:cNvSpPr txBox="1"/>
          <p:nvPr/>
        </p:nvSpPr>
        <p:spPr>
          <a:xfrm>
            <a:off x="3325278" y="5699926"/>
            <a:ext cx="1761590" cy="307777"/>
          </a:xfrm>
          <a:prstGeom prst="rect">
            <a:avLst/>
          </a:prstGeom>
          <a:noFill/>
        </p:spPr>
        <p:txBody>
          <a:bodyPr wrap="square" rtlCol="0">
            <a:spAutoFit/>
          </a:bodyPr>
          <a:lstStyle/>
          <a:p>
            <a:r>
              <a:rPr lang="en-US" b="1" noProof="0" dirty="0">
                <a:solidFill>
                  <a:srgbClr val="7FD8A6"/>
                </a:solidFill>
              </a:rPr>
              <a:t>Our prediction</a:t>
            </a:r>
          </a:p>
        </p:txBody>
      </p:sp>
      <p:sp>
        <p:nvSpPr>
          <p:cNvPr id="19" name="Google Shape;565;g3b23322d595_2_111">
            <a:extLst>
              <a:ext uri="{FF2B5EF4-FFF2-40B4-BE49-F238E27FC236}">
                <a16:creationId xmlns:a16="http://schemas.microsoft.com/office/drawing/2014/main" id="{72C7DE61-8705-8BDE-51D0-D5FD9DADC8C2}"/>
              </a:ext>
            </a:extLst>
          </p:cNvPr>
          <p:cNvSpPr txBox="1"/>
          <p:nvPr/>
        </p:nvSpPr>
        <p:spPr>
          <a:xfrm>
            <a:off x="3601373" y="4402849"/>
            <a:ext cx="1208578" cy="524588"/>
          </a:xfrm>
          <a:prstGeom prst="rect">
            <a:avLst/>
          </a:prstGeom>
          <a:noFill/>
          <a:ln>
            <a:noFill/>
          </a:ln>
        </p:spPr>
        <p:txBody>
          <a:bodyPr spcFirstLastPara="1" wrap="square" lIns="91425" tIns="91425" rIns="91425" bIns="91425" anchor="t" anchorCtr="0">
            <a:noAutofit/>
          </a:bodyPr>
          <a:lstStyle/>
          <a:p>
            <a:pPr lvl="0" algn="ctr">
              <a:buSzPts val="1400"/>
            </a:pPr>
            <a:r>
              <a:rPr lang="en-US" sz="2400" b="1" i="0" u="none" strike="noStrike" cap="none" noProof="0">
                <a:solidFill>
                  <a:srgbClr val="C198E1"/>
                </a:solidFill>
                <a:latin typeface="IBM Plex Sans"/>
                <a:ea typeface="IBM Plex Sans"/>
                <a:cs typeface="IBM Plex Sans"/>
                <a:sym typeface="IBM Plex Sans"/>
              </a:rPr>
              <a:t>4.8% </a:t>
            </a:r>
            <a:r>
              <a:rPr lang="en-US" sz="2400" b="1" i="0" u="none" strike="noStrike" cap="none" baseline="30000" noProof="0">
                <a:solidFill>
                  <a:srgbClr val="C198E1"/>
                </a:solidFill>
                <a:latin typeface="IBM Plex Sans"/>
                <a:ea typeface="IBM Plex Sans"/>
                <a:cs typeface="IBM Plex Sans"/>
                <a:sym typeface="IBM Plex Sans"/>
              </a:rPr>
              <a:t>1</a:t>
            </a:r>
            <a:endParaRPr lang="en-US" sz="1100" baseline="30000" noProof="0">
              <a:solidFill>
                <a:srgbClr val="C198E1"/>
              </a:solidFill>
            </a:endParaRPr>
          </a:p>
        </p:txBody>
      </p:sp>
      <p:sp>
        <p:nvSpPr>
          <p:cNvPr id="20" name="Google Shape;795;g3b2fcd73e63_0_171">
            <a:extLst>
              <a:ext uri="{FF2B5EF4-FFF2-40B4-BE49-F238E27FC236}">
                <a16:creationId xmlns:a16="http://schemas.microsoft.com/office/drawing/2014/main" id="{7080C19E-EC00-C823-76CE-34542EAD9795}"/>
              </a:ext>
            </a:extLst>
          </p:cNvPr>
          <p:cNvSpPr/>
          <p:nvPr/>
        </p:nvSpPr>
        <p:spPr>
          <a:xfrm>
            <a:off x="424500" y="3624205"/>
            <a:ext cx="1051560" cy="2085009"/>
          </a:xfrm>
          <a:prstGeom prst="rect">
            <a:avLst/>
          </a:prstGeom>
          <a:solidFill>
            <a:srgbClr val="7030A0"/>
          </a:solidFill>
          <a:ln>
            <a:noFill/>
          </a:ln>
        </p:spPr>
        <p:txBody>
          <a:bodyPr spcFirstLastPara="1" wrap="square" lIns="0" tIns="45700" rIns="0" bIns="45700" anchor="ctr" anchorCtr="0">
            <a:noAutofit/>
          </a:bodyPr>
          <a:lstStyle/>
          <a:p>
            <a:pPr marL="0" marR="0" lvl="1" indent="0" algn="ctr" rtl="0">
              <a:lnSpc>
                <a:spcPct val="100000"/>
              </a:lnSpc>
              <a:spcBef>
                <a:spcPts val="0"/>
              </a:spcBef>
              <a:spcAft>
                <a:spcPts val="0"/>
              </a:spcAft>
              <a:buNone/>
            </a:pPr>
            <a:r>
              <a:rPr lang="en-US" sz="1400" b="1" i="0" u="none" strike="noStrike" cap="none" noProof="0">
                <a:solidFill>
                  <a:schemeClr val="lt1"/>
                </a:solidFill>
                <a:latin typeface="IBM Plex Sans"/>
                <a:ea typeface="IBM Plex Sans"/>
                <a:cs typeface="IBM Plex Sans"/>
                <a:sym typeface="IBM Plex Sans"/>
              </a:rPr>
              <a:t>Projected Search Volume </a:t>
            </a:r>
          </a:p>
          <a:p>
            <a:pPr marL="0" marR="0" lvl="1" indent="0" algn="ctr" rtl="0">
              <a:lnSpc>
                <a:spcPct val="100000"/>
              </a:lnSpc>
              <a:spcBef>
                <a:spcPts val="0"/>
              </a:spcBef>
              <a:spcAft>
                <a:spcPts val="0"/>
              </a:spcAft>
              <a:buNone/>
            </a:pPr>
            <a:r>
              <a:rPr lang="en-US" sz="1400" b="1" i="0" u="none" strike="noStrike" cap="none" noProof="0">
                <a:solidFill>
                  <a:schemeClr val="lt1"/>
                </a:solidFill>
                <a:latin typeface="IBM Plex Sans"/>
                <a:ea typeface="IBM Plex Sans"/>
                <a:cs typeface="IBM Plex Sans"/>
                <a:sym typeface="IBM Plex Sans"/>
              </a:rPr>
              <a:t>2025-2030 </a:t>
            </a:r>
          </a:p>
          <a:p>
            <a:pPr marL="0" marR="0" lvl="1" indent="0" algn="ctr" rtl="0">
              <a:lnSpc>
                <a:spcPct val="100000"/>
              </a:lnSpc>
              <a:spcBef>
                <a:spcPts val="0"/>
              </a:spcBef>
              <a:spcAft>
                <a:spcPts val="0"/>
              </a:spcAft>
              <a:buNone/>
            </a:pPr>
            <a:r>
              <a:rPr lang="en-US" sz="1400" b="1" i="0" u="none" strike="noStrike" cap="none" noProof="0">
                <a:solidFill>
                  <a:schemeClr val="lt1"/>
                </a:solidFill>
                <a:latin typeface="IBM Plex Sans"/>
                <a:ea typeface="IBM Plex Sans"/>
                <a:cs typeface="IBM Plex Sans"/>
                <a:sym typeface="IBM Plex Sans"/>
              </a:rPr>
              <a:t>CAGR</a:t>
            </a:r>
            <a:endParaRPr lang="en-US" noProof="0"/>
          </a:p>
        </p:txBody>
      </p:sp>
      <p:sp>
        <p:nvSpPr>
          <p:cNvPr id="21" name="Google Shape;795;g3b2fcd73e63_0_171">
            <a:extLst>
              <a:ext uri="{FF2B5EF4-FFF2-40B4-BE49-F238E27FC236}">
                <a16:creationId xmlns:a16="http://schemas.microsoft.com/office/drawing/2014/main" id="{E5B50D81-B600-9F84-92EE-894A3EBEB86C}"/>
              </a:ext>
            </a:extLst>
          </p:cNvPr>
          <p:cNvSpPr/>
          <p:nvPr/>
        </p:nvSpPr>
        <p:spPr>
          <a:xfrm>
            <a:off x="1567315" y="3624206"/>
            <a:ext cx="1054785" cy="677433"/>
          </a:xfrm>
          <a:prstGeom prst="rect">
            <a:avLst/>
          </a:prstGeom>
          <a:solidFill>
            <a:srgbClr val="9BD9AB"/>
          </a:solidFill>
          <a:ln>
            <a:noFill/>
          </a:ln>
        </p:spPr>
        <p:txBody>
          <a:bodyPr spcFirstLastPara="1" wrap="square" lIns="0" tIns="45700" rIns="0" bIns="45700" anchor="ctr" anchorCtr="0">
            <a:noAutofit/>
          </a:bodyPr>
          <a:lstStyle/>
          <a:p>
            <a:pPr marL="0" marR="0" lvl="1" indent="0" algn="ctr" rtl="0">
              <a:lnSpc>
                <a:spcPct val="100000"/>
              </a:lnSpc>
              <a:spcBef>
                <a:spcPts val="0"/>
              </a:spcBef>
              <a:spcAft>
                <a:spcPts val="0"/>
              </a:spcAft>
              <a:buNone/>
            </a:pPr>
            <a:r>
              <a:rPr lang="en-US" sz="1400" b="1" i="0" u="none" strike="noStrike" cap="none" noProof="0">
                <a:solidFill>
                  <a:schemeClr val="lt1"/>
                </a:solidFill>
                <a:latin typeface="IBM Plex Sans"/>
                <a:ea typeface="IBM Plex Sans"/>
                <a:cs typeface="IBM Plex Sans"/>
                <a:sym typeface="IBM Plex Sans"/>
              </a:rPr>
              <a:t>Revenue Generating</a:t>
            </a:r>
            <a:endParaRPr lang="en-US" noProof="0"/>
          </a:p>
        </p:txBody>
      </p:sp>
      <p:sp>
        <p:nvSpPr>
          <p:cNvPr id="26" name="Google Shape;795;g3b2fcd73e63_0_171">
            <a:extLst>
              <a:ext uri="{FF2B5EF4-FFF2-40B4-BE49-F238E27FC236}">
                <a16:creationId xmlns:a16="http://schemas.microsoft.com/office/drawing/2014/main" id="{CCB3424F-42BD-8811-5749-43383770FED8}"/>
              </a:ext>
            </a:extLst>
          </p:cNvPr>
          <p:cNvSpPr/>
          <p:nvPr/>
        </p:nvSpPr>
        <p:spPr>
          <a:xfrm>
            <a:off x="1567315" y="4326427"/>
            <a:ext cx="1054785" cy="677433"/>
          </a:xfrm>
          <a:prstGeom prst="rect">
            <a:avLst/>
          </a:prstGeom>
          <a:solidFill>
            <a:srgbClr val="C198E1"/>
          </a:solidFill>
          <a:ln>
            <a:noFill/>
          </a:ln>
        </p:spPr>
        <p:txBody>
          <a:bodyPr spcFirstLastPara="1" wrap="square" lIns="0" tIns="45700" rIns="0" bIns="45700" anchor="ctr" anchorCtr="0">
            <a:noAutofit/>
          </a:bodyPr>
          <a:lstStyle/>
          <a:p>
            <a:pPr lvl="1" algn="ctr"/>
            <a:r>
              <a:rPr lang="en-US" b="1" noProof="0">
                <a:solidFill>
                  <a:schemeClr val="lt1"/>
                </a:solidFill>
                <a:latin typeface="IBM Plex Sans"/>
                <a:sym typeface="IBM Plex Sans"/>
              </a:rPr>
              <a:t>Non-Revenue Generating</a:t>
            </a:r>
            <a:endParaRPr lang="en-US" b="1" noProof="0">
              <a:solidFill>
                <a:schemeClr val="lt1"/>
              </a:solidFill>
              <a:latin typeface="IBM Plex Sans"/>
            </a:endParaRPr>
          </a:p>
        </p:txBody>
      </p:sp>
      <p:sp>
        <p:nvSpPr>
          <p:cNvPr id="35" name="Google Shape;565;g3b23322d595_2_111">
            <a:extLst>
              <a:ext uri="{FF2B5EF4-FFF2-40B4-BE49-F238E27FC236}">
                <a16:creationId xmlns:a16="http://schemas.microsoft.com/office/drawing/2014/main" id="{47071993-05D3-6C91-F2CC-2534A0E8C25B}"/>
              </a:ext>
            </a:extLst>
          </p:cNvPr>
          <p:cNvSpPr txBox="1"/>
          <p:nvPr/>
        </p:nvSpPr>
        <p:spPr>
          <a:xfrm>
            <a:off x="3601373" y="3700628"/>
            <a:ext cx="1208578" cy="524588"/>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2400" b="1" i="0" u="none" strike="noStrike" cap="none" noProof="0">
                <a:solidFill>
                  <a:srgbClr val="9BD9AB"/>
                </a:solidFill>
                <a:latin typeface="IBM Plex Sans"/>
                <a:ea typeface="IBM Plex Sans"/>
                <a:cs typeface="IBM Plex Sans"/>
                <a:sym typeface="IBM Plex Sans"/>
              </a:rPr>
              <a:t>6.0% </a:t>
            </a:r>
            <a:r>
              <a:rPr lang="en-US" sz="2400" b="1" i="0" u="none" strike="noStrike" cap="none" baseline="30000" noProof="0">
                <a:solidFill>
                  <a:srgbClr val="9BD9AB"/>
                </a:solidFill>
                <a:latin typeface="IBM Plex Sans"/>
                <a:ea typeface="IBM Plex Sans"/>
                <a:cs typeface="IBM Plex Sans"/>
                <a:sym typeface="IBM Plex Sans"/>
              </a:rPr>
              <a:t>1</a:t>
            </a:r>
            <a:endParaRPr lang="en-US" sz="1100" baseline="30000" noProof="0">
              <a:solidFill>
                <a:srgbClr val="9BD9AB"/>
              </a:solidFill>
            </a:endParaRPr>
          </a:p>
        </p:txBody>
      </p:sp>
      <p:sp>
        <p:nvSpPr>
          <p:cNvPr id="39" name="Google Shape;565;g3b23322d595_2_111">
            <a:extLst>
              <a:ext uri="{FF2B5EF4-FFF2-40B4-BE49-F238E27FC236}">
                <a16:creationId xmlns:a16="http://schemas.microsoft.com/office/drawing/2014/main" id="{68DE78B4-1AA8-7D4B-F69E-7C5567EB969A}"/>
              </a:ext>
            </a:extLst>
          </p:cNvPr>
          <p:cNvSpPr txBox="1"/>
          <p:nvPr/>
        </p:nvSpPr>
        <p:spPr>
          <a:xfrm>
            <a:off x="6639554" y="4402849"/>
            <a:ext cx="1208578" cy="524588"/>
          </a:xfrm>
          <a:prstGeom prst="rect">
            <a:avLst/>
          </a:prstGeom>
          <a:noFill/>
          <a:ln>
            <a:noFill/>
          </a:ln>
        </p:spPr>
        <p:txBody>
          <a:bodyPr spcFirstLastPara="1" wrap="square" lIns="91425" tIns="91425" rIns="91425" bIns="91425" anchor="t" anchorCtr="0">
            <a:noAutofit/>
          </a:bodyPr>
          <a:lstStyle/>
          <a:p>
            <a:pPr lvl="0" algn="ctr">
              <a:buSzPts val="1400"/>
            </a:pPr>
            <a:r>
              <a:rPr lang="en-US" sz="2400" b="1" noProof="0">
                <a:solidFill>
                  <a:srgbClr val="C198E1"/>
                </a:solidFill>
                <a:latin typeface="IBM Plex Sans"/>
                <a:ea typeface="IBM Plex Sans"/>
                <a:cs typeface="IBM Plex Sans"/>
                <a:sym typeface="IBM Plex Sans"/>
              </a:rPr>
              <a:t>8</a:t>
            </a:r>
            <a:r>
              <a:rPr lang="en-US" sz="2400" b="1" i="0" u="none" strike="noStrike" cap="none" noProof="0">
                <a:solidFill>
                  <a:srgbClr val="C198E1"/>
                </a:solidFill>
                <a:latin typeface="IBM Plex Sans"/>
                <a:ea typeface="IBM Plex Sans"/>
                <a:cs typeface="IBM Plex Sans"/>
                <a:sym typeface="IBM Plex Sans"/>
              </a:rPr>
              <a:t>.0% </a:t>
            </a:r>
            <a:r>
              <a:rPr lang="en-US" sz="2400" b="1" i="0" u="none" strike="noStrike" cap="none" baseline="30000" noProof="0">
                <a:solidFill>
                  <a:srgbClr val="C198E1"/>
                </a:solidFill>
                <a:latin typeface="IBM Plex Sans"/>
                <a:ea typeface="IBM Plex Sans"/>
                <a:cs typeface="IBM Plex Sans"/>
                <a:sym typeface="IBM Plex Sans"/>
              </a:rPr>
              <a:t>2</a:t>
            </a:r>
            <a:endParaRPr lang="en-US" sz="1100" baseline="30000" noProof="0">
              <a:solidFill>
                <a:srgbClr val="C198E1"/>
              </a:solidFill>
            </a:endParaRPr>
          </a:p>
        </p:txBody>
      </p:sp>
      <p:sp>
        <p:nvSpPr>
          <p:cNvPr id="40" name="Google Shape;565;g3b23322d595_2_111">
            <a:extLst>
              <a:ext uri="{FF2B5EF4-FFF2-40B4-BE49-F238E27FC236}">
                <a16:creationId xmlns:a16="http://schemas.microsoft.com/office/drawing/2014/main" id="{CA06FDDB-0556-0581-364D-05BF515891F7}"/>
              </a:ext>
            </a:extLst>
          </p:cNvPr>
          <p:cNvSpPr txBox="1"/>
          <p:nvPr/>
        </p:nvSpPr>
        <p:spPr>
          <a:xfrm>
            <a:off x="6579125" y="3700628"/>
            <a:ext cx="1329436" cy="524588"/>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2400" b="1" noProof="0">
                <a:solidFill>
                  <a:srgbClr val="9BD9AB"/>
                </a:solidFill>
                <a:latin typeface="IBM Plex Sans"/>
                <a:ea typeface="IBM Plex Sans"/>
                <a:cs typeface="IBM Plex Sans"/>
                <a:sym typeface="IBM Plex Sans"/>
              </a:rPr>
              <a:t>10</a:t>
            </a:r>
            <a:r>
              <a:rPr lang="en-US" sz="2400" b="1" i="0" u="none" strike="noStrike" cap="none" noProof="0">
                <a:solidFill>
                  <a:srgbClr val="9BD9AB"/>
                </a:solidFill>
                <a:latin typeface="IBM Plex Sans"/>
                <a:ea typeface="IBM Plex Sans"/>
                <a:cs typeface="IBM Plex Sans"/>
                <a:sym typeface="IBM Plex Sans"/>
              </a:rPr>
              <a:t>.0% </a:t>
            </a:r>
            <a:r>
              <a:rPr lang="en-US" sz="2400" b="1" i="0" u="none" strike="noStrike" cap="none" baseline="30000" noProof="0">
                <a:solidFill>
                  <a:srgbClr val="9BD9AB"/>
                </a:solidFill>
                <a:latin typeface="IBM Plex Sans"/>
                <a:ea typeface="IBM Plex Sans"/>
                <a:cs typeface="IBM Plex Sans"/>
                <a:sym typeface="IBM Plex Sans"/>
              </a:rPr>
              <a:t>2</a:t>
            </a:r>
            <a:endParaRPr lang="en-US" sz="1100" baseline="30000" noProof="0">
              <a:solidFill>
                <a:srgbClr val="9BD9AB"/>
              </a:solidFill>
            </a:endParaRPr>
          </a:p>
        </p:txBody>
      </p:sp>
      <p:sp>
        <p:nvSpPr>
          <p:cNvPr id="41" name="Google Shape;565;g3b23322d595_2_111">
            <a:extLst>
              <a:ext uri="{FF2B5EF4-FFF2-40B4-BE49-F238E27FC236}">
                <a16:creationId xmlns:a16="http://schemas.microsoft.com/office/drawing/2014/main" id="{1068A586-1E8D-3FAD-3BCF-FED7E9D87A67}"/>
              </a:ext>
            </a:extLst>
          </p:cNvPr>
          <p:cNvSpPr txBox="1"/>
          <p:nvPr/>
        </p:nvSpPr>
        <p:spPr>
          <a:xfrm>
            <a:off x="9675559" y="4402849"/>
            <a:ext cx="1462380" cy="524588"/>
          </a:xfrm>
          <a:prstGeom prst="rect">
            <a:avLst/>
          </a:prstGeom>
          <a:noFill/>
          <a:ln>
            <a:noFill/>
          </a:ln>
        </p:spPr>
        <p:txBody>
          <a:bodyPr spcFirstLastPara="1" wrap="square" lIns="91425" tIns="91425" rIns="91425" bIns="91425" anchor="t" anchorCtr="0">
            <a:noAutofit/>
          </a:bodyPr>
          <a:lstStyle/>
          <a:p>
            <a:pPr lvl="0" algn="ctr">
              <a:buSzPts val="1400"/>
            </a:pPr>
            <a:r>
              <a:rPr lang="en-US" sz="2400" b="1" i="0" u="none" strike="noStrike" cap="none" noProof="0">
                <a:solidFill>
                  <a:srgbClr val="C198E1"/>
                </a:solidFill>
                <a:latin typeface="IBM Plex Sans"/>
                <a:ea typeface="IBM Plex Sans"/>
                <a:cs typeface="IBM Plex Sans"/>
                <a:sym typeface="IBM Plex Sans"/>
              </a:rPr>
              <a:t>-15.0% </a:t>
            </a:r>
            <a:r>
              <a:rPr lang="en-US" sz="2400" b="1" i="0" u="none" strike="noStrike" cap="none" baseline="30000" noProof="0">
                <a:solidFill>
                  <a:srgbClr val="C198E1"/>
                </a:solidFill>
                <a:latin typeface="IBM Plex Sans"/>
                <a:ea typeface="IBM Plex Sans"/>
                <a:cs typeface="IBM Plex Sans"/>
                <a:sym typeface="IBM Plex Sans"/>
              </a:rPr>
              <a:t>3</a:t>
            </a:r>
            <a:endParaRPr lang="en-US" sz="1100" baseline="30000" noProof="0">
              <a:solidFill>
                <a:srgbClr val="C198E1"/>
              </a:solidFill>
            </a:endParaRPr>
          </a:p>
        </p:txBody>
      </p:sp>
      <p:sp>
        <p:nvSpPr>
          <p:cNvPr id="42" name="Google Shape;565;g3b23322d595_2_111">
            <a:extLst>
              <a:ext uri="{FF2B5EF4-FFF2-40B4-BE49-F238E27FC236}">
                <a16:creationId xmlns:a16="http://schemas.microsoft.com/office/drawing/2014/main" id="{53ACA48F-A07D-7918-92C0-D585666AE185}"/>
              </a:ext>
            </a:extLst>
          </p:cNvPr>
          <p:cNvSpPr txBox="1"/>
          <p:nvPr/>
        </p:nvSpPr>
        <p:spPr>
          <a:xfrm>
            <a:off x="9675559" y="3700628"/>
            <a:ext cx="1462380" cy="524588"/>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2400" b="1" i="0" u="none" strike="noStrike" cap="none" noProof="0">
                <a:solidFill>
                  <a:srgbClr val="9BD9AB"/>
                </a:solidFill>
                <a:latin typeface="IBM Plex Sans"/>
                <a:ea typeface="IBM Plex Sans"/>
                <a:cs typeface="IBM Plex Sans"/>
                <a:sym typeface="IBM Plex Sans"/>
              </a:rPr>
              <a:t>-12.0% </a:t>
            </a:r>
            <a:r>
              <a:rPr lang="en-US" sz="2400" b="1" i="0" u="none" strike="noStrike" cap="none" baseline="30000" noProof="0">
                <a:solidFill>
                  <a:srgbClr val="9BD9AB"/>
                </a:solidFill>
                <a:latin typeface="IBM Plex Sans"/>
                <a:ea typeface="IBM Plex Sans"/>
                <a:cs typeface="IBM Plex Sans"/>
                <a:sym typeface="IBM Plex Sans"/>
              </a:rPr>
              <a:t>3</a:t>
            </a:r>
            <a:endParaRPr lang="en-US" sz="1100" baseline="30000" noProof="0">
              <a:solidFill>
                <a:srgbClr val="9BD9AB"/>
              </a:solidFill>
            </a:endParaRPr>
          </a:p>
        </p:txBody>
      </p:sp>
      <p:cxnSp>
        <p:nvCxnSpPr>
          <p:cNvPr id="3" name="Straight Connector 2">
            <a:extLst>
              <a:ext uri="{FF2B5EF4-FFF2-40B4-BE49-F238E27FC236}">
                <a16:creationId xmlns:a16="http://schemas.microsoft.com/office/drawing/2014/main" id="{F484A216-CCC6-5908-EEEC-865DD2146EBE}"/>
              </a:ext>
            </a:extLst>
          </p:cNvPr>
          <p:cNvCxnSpPr>
            <a:cxnSpLocks/>
          </p:cNvCxnSpPr>
          <p:nvPr/>
        </p:nvCxnSpPr>
        <p:spPr>
          <a:xfrm>
            <a:off x="2963537" y="3625356"/>
            <a:ext cx="2456762"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39DEFFAF-8018-B3DA-A2BF-5C2D060F5A79}"/>
              </a:ext>
            </a:extLst>
          </p:cNvPr>
          <p:cNvCxnSpPr>
            <a:cxnSpLocks/>
          </p:cNvCxnSpPr>
          <p:nvPr/>
        </p:nvCxnSpPr>
        <p:spPr>
          <a:xfrm>
            <a:off x="6029898" y="3625356"/>
            <a:ext cx="2456762"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0CAE536-3277-1057-FFE6-8570603A514A}"/>
              </a:ext>
            </a:extLst>
          </p:cNvPr>
          <p:cNvCxnSpPr>
            <a:cxnSpLocks/>
          </p:cNvCxnSpPr>
          <p:nvPr/>
        </p:nvCxnSpPr>
        <p:spPr>
          <a:xfrm>
            <a:off x="9081597" y="3625356"/>
            <a:ext cx="2456762"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5CD6A353-61B8-CDA3-646E-04DEE4B65BCF}"/>
              </a:ext>
            </a:extLst>
          </p:cNvPr>
          <p:cNvSpPr/>
          <p:nvPr/>
        </p:nvSpPr>
        <p:spPr>
          <a:xfrm>
            <a:off x="9089572" y="1"/>
            <a:ext cx="3130042" cy="264922"/>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1 (AI Search is additive)</a:t>
            </a:r>
            <a:endParaRPr lang="en-US" b="1" noProof="0">
              <a:solidFill>
                <a:schemeClr val="tx1"/>
              </a:solidFill>
            </a:endParaRPr>
          </a:p>
        </p:txBody>
      </p:sp>
      <p:sp>
        <p:nvSpPr>
          <p:cNvPr id="5" name="Google Shape;795;g3b2fcd73e63_0_171">
            <a:extLst>
              <a:ext uri="{FF2B5EF4-FFF2-40B4-BE49-F238E27FC236}">
                <a16:creationId xmlns:a16="http://schemas.microsoft.com/office/drawing/2014/main" id="{8427918A-1382-4388-33CB-D464EAB8D5EC}"/>
              </a:ext>
            </a:extLst>
          </p:cNvPr>
          <p:cNvSpPr/>
          <p:nvPr/>
        </p:nvSpPr>
        <p:spPr>
          <a:xfrm>
            <a:off x="1567315" y="5031782"/>
            <a:ext cx="1054785" cy="677433"/>
          </a:xfrm>
          <a:prstGeom prst="rect">
            <a:avLst/>
          </a:prstGeom>
          <a:solidFill>
            <a:srgbClr val="7030A0"/>
          </a:solidFill>
          <a:ln>
            <a:noFill/>
          </a:ln>
        </p:spPr>
        <p:txBody>
          <a:bodyPr spcFirstLastPara="1" wrap="square" lIns="0" tIns="45700" rIns="0" bIns="45700" anchor="ctr" anchorCtr="0">
            <a:noAutofit/>
          </a:bodyPr>
          <a:lstStyle/>
          <a:p>
            <a:pPr lvl="1" algn="ctr"/>
            <a:r>
              <a:rPr lang="en-US" b="1">
                <a:solidFill>
                  <a:schemeClr val="lt1"/>
                </a:solidFill>
                <a:latin typeface="IBM Plex Sans"/>
                <a:sym typeface="IBM Plex Sans"/>
              </a:rPr>
              <a:t>Total</a:t>
            </a:r>
            <a:endParaRPr lang="en-US" b="1">
              <a:solidFill>
                <a:schemeClr val="lt1"/>
              </a:solidFill>
              <a:latin typeface="IBM Plex Sans"/>
            </a:endParaRPr>
          </a:p>
        </p:txBody>
      </p:sp>
      <p:sp>
        <p:nvSpPr>
          <p:cNvPr id="10" name="Google Shape;565;g3b23322d595_2_111">
            <a:extLst>
              <a:ext uri="{FF2B5EF4-FFF2-40B4-BE49-F238E27FC236}">
                <a16:creationId xmlns:a16="http://schemas.microsoft.com/office/drawing/2014/main" id="{8E9AB85F-B2FF-A48A-814F-99D2AB31E2D5}"/>
              </a:ext>
            </a:extLst>
          </p:cNvPr>
          <p:cNvSpPr txBox="1"/>
          <p:nvPr/>
        </p:nvSpPr>
        <p:spPr>
          <a:xfrm>
            <a:off x="3601373" y="5108204"/>
            <a:ext cx="1208578" cy="524588"/>
          </a:xfrm>
          <a:prstGeom prst="rect">
            <a:avLst/>
          </a:prstGeom>
          <a:noFill/>
          <a:ln>
            <a:noFill/>
          </a:ln>
        </p:spPr>
        <p:txBody>
          <a:bodyPr spcFirstLastPara="1" wrap="square" lIns="91425" tIns="91425" rIns="91425" bIns="91425" anchor="t" anchorCtr="0">
            <a:noAutofit/>
          </a:bodyPr>
          <a:lstStyle/>
          <a:p>
            <a:pPr lvl="0" algn="ctr">
              <a:buSzPts val="1400"/>
            </a:pPr>
            <a:r>
              <a:rPr lang="en-US" sz="2400" b="1">
                <a:solidFill>
                  <a:srgbClr val="7030A0"/>
                </a:solidFill>
                <a:latin typeface="IBM Plex Sans"/>
                <a:ea typeface="IBM Plex Sans"/>
                <a:cs typeface="IBM Plex Sans"/>
                <a:sym typeface="IBM Plex Sans"/>
              </a:rPr>
              <a:t>5.0</a:t>
            </a:r>
            <a:r>
              <a:rPr lang="en-US" sz="2400" b="1" i="0" u="none" strike="noStrike" cap="none" noProof="0">
                <a:solidFill>
                  <a:srgbClr val="7030A0"/>
                </a:solidFill>
                <a:latin typeface="IBM Plex Sans"/>
                <a:ea typeface="IBM Plex Sans"/>
                <a:cs typeface="IBM Plex Sans"/>
                <a:sym typeface="IBM Plex Sans"/>
              </a:rPr>
              <a:t>% </a:t>
            </a:r>
            <a:r>
              <a:rPr lang="en-US" sz="2400" b="1" i="0" u="none" strike="noStrike" cap="none" baseline="30000" noProof="0">
                <a:solidFill>
                  <a:srgbClr val="7030A0"/>
                </a:solidFill>
                <a:latin typeface="IBM Plex Sans"/>
                <a:ea typeface="IBM Plex Sans"/>
                <a:cs typeface="IBM Plex Sans"/>
                <a:sym typeface="IBM Plex Sans"/>
              </a:rPr>
              <a:t>1</a:t>
            </a:r>
            <a:endParaRPr lang="en-US" sz="1100" baseline="30000" noProof="0">
              <a:solidFill>
                <a:srgbClr val="7030A0"/>
              </a:solidFill>
            </a:endParaRPr>
          </a:p>
        </p:txBody>
      </p:sp>
      <p:sp>
        <p:nvSpPr>
          <p:cNvPr id="12" name="Google Shape;565;g3b23322d595_2_111">
            <a:extLst>
              <a:ext uri="{FF2B5EF4-FFF2-40B4-BE49-F238E27FC236}">
                <a16:creationId xmlns:a16="http://schemas.microsoft.com/office/drawing/2014/main" id="{A0E3CB5C-C796-6943-186F-E5CD58FFBCA5}"/>
              </a:ext>
            </a:extLst>
          </p:cNvPr>
          <p:cNvSpPr txBox="1"/>
          <p:nvPr/>
        </p:nvSpPr>
        <p:spPr>
          <a:xfrm>
            <a:off x="6639554" y="5108204"/>
            <a:ext cx="1208578" cy="524588"/>
          </a:xfrm>
          <a:prstGeom prst="rect">
            <a:avLst/>
          </a:prstGeom>
          <a:noFill/>
          <a:ln>
            <a:noFill/>
          </a:ln>
        </p:spPr>
        <p:txBody>
          <a:bodyPr spcFirstLastPara="1" wrap="square" lIns="91425" tIns="91425" rIns="91425" bIns="91425" anchor="t" anchorCtr="0">
            <a:noAutofit/>
          </a:bodyPr>
          <a:lstStyle/>
          <a:p>
            <a:pPr lvl="0" algn="ctr">
              <a:buSzPts val="1400"/>
            </a:pPr>
            <a:r>
              <a:rPr lang="en-US" sz="2400" b="1" noProof="0">
                <a:solidFill>
                  <a:srgbClr val="7030A0"/>
                </a:solidFill>
                <a:latin typeface="IBM Plex Sans"/>
                <a:ea typeface="IBM Plex Sans"/>
                <a:cs typeface="IBM Plex Sans"/>
                <a:sym typeface="IBM Plex Sans"/>
              </a:rPr>
              <a:t>8</a:t>
            </a:r>
            <a:r>
              <a:rPr lang="en-US" sz="2400" b="1" i="0" u="none" strike="noStrike" cap="none" noProof="0">
                <a:solidFill>
                  <a:srgbClr val="7030A0"/>
                </a:solidFill>
                <a:latin typeface="IBM Plex Sans"/>
                <a:ea typeface="IBM Plex Sans"/>
                <a:cs typeface="IBM Plex Sans"/>
                <a:sym typeface="IBM Plex Sans"/>
              </a:rPr>
              <a:t>.4% </a:t>
            </a:r>
            <a:r>
              <a:rPr lang="en-US" sz="2400" b="1" i="0" u="none" strike="noStrike" cap="none" baseline="30000" noProof="0">
                <a:solidFill>
                  <a:srgbClr val="7030A0"/>
                </a:solidFill>
                <a:latin typeface="IBM Plex Sans"/>
                <a:ea typeface="IBM Plex Sans"/>
                <a:cs typeface="IBM Plex Sans"/>
                <a:sym typeface="IBM Plex Sans"/>
              </a:rPr>
              <a:t>2</a:t>
            </a:r>
            <a:endParaRPr lang="en-US" sz="1100" baseline="30000" noProof="0">
              <a:solidFill>
                <a:srgbClr val="7030A0"/>
              </a:solidFill>
            </a:endParaRPr>
          </a:p>
        </p:txBody>
      </p:sp>
      <p:sp>
        <p:nvSpPr>
          <p:cNvPr id="13" name="Google Shape;565;g3b23322d595_2_111">
            <a:extLst>
              <a:ext uri="{FF2B5EF4-FFF2-40B4-BE49-F238E27FC236}">
                <a16:creationId xmlns:a16="http://schemas.microsoft.com/office/drawing/2014/main" id="{48B4D9F5-7BD0-6462-EFBB-5D45FA6447CF}"/>
              </a:ext>
            </a:extLst>
          </p:cNvPr>
          <p:cNvSpPr txBox="1"/>
          <p:nvPr/>
        </p:nvSpPr>
        <p:spPr>
          <a:xfrm>
            <a:off x="9675559" y="5108204"/>
            <a:ext cx="1462380" cy="524588"/>
          </a:xfrm>
          <a:prstGeom prst="rect">
            <a:avLst/>
          </a:prstGeom>
          <a:noFill/>
          <a:ln>
            <a:noFill/>
          </a:ln>
        </p:spPr>
        <p:txBody>
          <a:bodyPr spcFirstLastPara="1" wrap="square" lIns="91425" tIns="91425" rIns="91425" bIns="91425" anchor="t" anchorCtr="0">
            <a:noAutofit/>
          </a:bodyPr>
          <a:lstStyle/>
          <a:p>
            <a:pPr lvl="0" algn="ctr">
              <a:buSzPts val="1400"/>
            </a:pPr>
            <a:r>
              <a:rPr lang="en-US" sz="2400" b="1" i="0" u="none" strike="noStrike" cap="none" noProof="0">
                <a:solidFill>
                  <a:srgbClr val="7030A0"/>
                </a:solidFill>
                <a:latin typeface="IBM Plex Sans"/>
                <a:ea typeface="IBM Plex Sans"/>
                <a:cs typeface="IBM Plex Sans"/>
                <a:sym typeface="IBM Plex Sans"/>
              </a:rPr>
              <a:t>-14.4% </a:t>
            </a:r>
            <a:r>
              <a:rPr lang="en-US" sz="2400" b="1" i="0" u="none" strike="noStrike" cap="none" baseline="30000" noProof="0">
                <a:solidFill>
                  <a:srgbClr val="7030A0"/>
                </a:solidFill>
                <a:latin typeface="IBM Plex Sans"/>
                <a:ea typeface="IBM Plex Sans"/>
                <a:cs typeface="IBM Plex Sans"/>
                <a:sym typeface="IBM Plex Sans"/>
              </a:rPr>
              <a:t>3</a:t>
            </a:r>
            <a:endParaRPr lang="en-US" sz="1100" baseline="30000" noProof="0">
              <a:solidFill>
                <a:srgbClr val="7030A0"/>
              </a:solidFill>
            </a:endParaRPr>
          </a:p>
        </p:txBody>
      </p:sp>
      <p:sp>
        <p:nvSpPr>
          <p:cNvPr id="14" name="Google Shape;539;g3b30dcd6380_2_21">
            <a:extLst>
              <a:ext uri="{FF2B5EF4-FFF2-40B4-BE49-F238E27FC236}">
                <a16:creationId xmlns:a16="http://schemas.microsoft.com/office/drawing/2014/main" id="{734D87DB-451F-BD54-F477-AEE529DB9041}"/>
              </a:ext>
            </a:extLst>
          </p:cNvPr>
          <p:cNvSpPr txBox="1"/>
          <p:nvPr/>
        </p:nvSpPr>
        <p:spPr>
          <a:xfrm>
            <a:off x="420595" y="6052889"/>
            <a:ext cx="11350810" cy="471660"/>
          </a:xfrm>
          <a:prstGeom prst="rect">
            <a:avLst/>
          </a:prstGeom>
          <a:solidFill>
            <a:srgbClr val="00B050">
              <a:alpha val="49019"/>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L="0" indent="0" algn="ctr">
              <a:buSzPts val="1600"/>
              <a:buNone/>
              <a:defRPr b="1">
                <a:solidFill>
                  <a:schemeClr val="tx1"/>
                </a:solidFill>
                <a:latin typeface="IBM Plex Sans" panose="020B0503050203000203" pitchFamily="34" charset="0"/>
                <a:ea typeface="IBM Plex Sans"/>
                <a:cs typeface="IBM Plex Sans"/>
              </a:defRPr>
            </a:lvl1pPr>
          </a:lstStyle>
          <a:p>
            <a:r>
              <a:rPr lang="en-US">
                <a:solidFill>
                  <a:schemeClr val="dk1"/>
                </a:solidFill>
                <a:latin typeface="IBM Plex Sans"/>
                <a:sym typeface="IBM Plex Sans"/>
              </a:rPr>
              <a:t>Scenario 1 is the most likely outcome, as there is no evidence of volume decline or accelerated growth to support alternative scenarios</a:t>
            </a:r>
            <a:endParaRPr lang="en-US">
              <a:solidFill>
                <a:schemeClr val="dk1"/>
              </a:solidFill>
              <a:latin typeface="IBM Plex Sans"/>
            </a:endParaRPr>
          </a:p>
        </p:txBody>
      </p:sp>
    </p:spTree>
    <p:extLst>
      <p:ext uri="{BB962C8B-B14F-4D97-AF65-F5344CB8AC3E}">
        <p14:creationId xmlns:p14="http://schemas.microsoft.com/office/powerpoint/2010/main" val="374233878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862">
          <a:extLst>
            <a:ext uri="{FF2B5EF4-FFF2-40B4-BE49-F238E27FC236}">
              <a16:creationId xmlns:a16="http://schemas.microsoft.com/office/drawing/2014/main" id="{238A7A1E-CE42-23CA-EF04-BD264391801D}"/>
            </a:ext>
          </a:extLst>
        </p:cNvPr>
        <p:cNvGrpSpPr/>
        <p:nvPr/>
      </p:nvGrpSpPr>
      <p:grpSpPr>
        <a:xfrm>
          <a:off x="0" y="0"/>
          <a:ext cx="0" cy="0"/>
          <a:chOff x="0" y="0"/>
          <a:chExt cx="0" cy="0"/>
        </a:xfrm>
      </p:grpSpPr>
      <p:sp>
        <p:nvSpPr>
          <p:cNvPr id="21" name="Google Shape;889;p62">
            <a:extLst>
              <a:ext uri="{FF2B5EF4-FFF2-40B4-BE49-F238E27FC236}">
                <a16:creationId xmlns:a16="http://schemas.microsoft.com/office/drawing/2014/main" id="{AF44030F-4E18-3A9D-DB39-2A92CD5A027F}"/>
              </a:ext>
            </a:extLst>
          </p:cNvPr>
          <p:cNvSpPr/>
          <p:nvPr/>
        </p:nvSpPr>
        <p:spPr>
          <a:xfrm>
            <a:off x="779383" y="3123516"/>
            <a:ext cx="2035576" cy="2022036"/>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lang="en-US" sz="1400" b="0" i="0" u="none" strike="noStrike" cap="none" noProof="0">
              <a:solidFill>
                <a:schemeClr val="lt1"/>
              </a:solidFill>
              <a:latin typeface="IBM Plex Sans"/>
              <a:ea typeface="IBM Plex Sans"/>
              <a:cs typeface="IBM Plex Sans"/>
              <a:sym typeface="IBM Plex Sans"/>
            </a:endParaRPr>
          </a:p>
        </p:txBody>
      </p:sp>
      <p:sp>
        <p:nvSpPr>
          <p:cNvPr id="17" name="Google Shape;895;p62">
            <a:extLst>
              <a:ext uri="{FF2B5EF4-FFF2-40B4-BE49-F238E27FC236}">
                <a16:creationId xmlns:a16="http://schemas.microsoft.com/office/drawing/2014/main" id="{05720657-9768-95BC-2866-5115C6B18B59}"/>
              </a:ext>
            </a:extLst>
          </p:cNvPr>
          <p:cNvSpPr/>
          <p:nvPr/>
        </p:nvSpPr>
        <p:spPr>
          <a:xfrm>
            <a:off x="2815206" y="3123516"/>
            <a:ext cx="738668" cy="2022036"/>
          </a:xfrm>
          <a:prstGeom prst="rect">
            <a:avLst/>
          </a:prstGeom>
          <a:solidFill>
            <a:srgbClr val="E1EFD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lang="en-US" sz="1400" b="0" i="0" u="none" strike="noStrike" cap="none" noProof="0">
              <a:solidFill>
                <a:schemeClr val="lt1"/>
              </a:solidFill>
              <a:latin typeface="IBM Plex Sans"/>
              <a:ea typeface="IBM Plex Sans"/>
              <a:cs typeface="IBM Plex Sans"/>
              <a:sym typeface="IBM Plex Sans"/>
            </a:endParaRPr>
          </a:p>
        </p:txBody>
      </p:sp>
      <p:sp>
        <p:nvSpPr>
          <p:cNvPr id="18" name="Google Shape;896;p62">
            <a:extLst>
              <a:ext uri="{FF2B5EF4-FFF2-40B4-BE49-F238E27FC236}">
                <a16:creationId xmlns:a16="http://schemas.microsoft.com/office/drawing/2014/main" id="{345F2ADD-9FAF-A167-582D-C6CED79E3525}"/>
              </a:ext>
            </a:extLst>
          </p:cNvPr>
          <p:cNvSpPr txBox="1"/>
          <p:nvPr/>
        </p:nvSpPr>
        <p:spPr>
          <a:xfrm>
            <a:off x="2818927" y="3083258"/>
            <a:ext cx="766276" cy="369291"/>
          </a:xfrm>
          <a:prstGeom prst="rect">
            <a:avLst/>
          </a:prstGeom>
          <a:noFill/>
          <a:ln>
            <a:noFill/>
          </a:ln>
        </p:spPr>
        <p:txBody>
          <a:bodyPr spcFirstLastPara="1" wrap="square" lIns="0" tIns="45700" rIns="0" bIns="45700" anchor="t" anchorCtr="0">
            <a:spAutoFit/>
          </a:bodyPr>
          <a:lstStyle/>
          <a:p>
            <a:pPr marL="0" marR="0" lvl="0" indent="0" algn="ctr" rtl="0">
              <a:lnSpc>
                <a:spcPct val="100000"/>
              </a:lnSpc>
              <a:spcBef>
                <a:spcPts val="0"/>
              </a:spcBef>
              <a:spcAft>
                <a:spcPts val="0"/>
              </a:spcAft>
              <a:buNone/>
            </a:pPr>
            <a:r>
              <a:rPr lang="en-US" sz="900" b="1" i="0" u="none" strike="noStrike" cap="none" noProof="0">
                <a:solidFill>
                  <a:srgbClr val="000000"/>
                </a:solidFill>
                <a:latin typeface="IBM Plex Sans"/>
                <a:ea typeface="IBM Plex Sans"/>
                <a:cs typeface="IBM Plex Sans"/>
                <a:sym typeface="IBM Plex Sans"/>
              </a:rPr>
              <a:t>Phase </a:t>
            </a:r>
            <a:r>
              <a:rPr lang="en-US" sz="900" b="1" noProof="0">
                <a:latin typeface="IBM Plex Sans"/>
                <a:ea typeface="IBM Plex Sans"/>
                <a:cs typeface="IBM Plex Sans"/>
                <a:sym typeface="IBM Plex Sans"/>
              </a:rPr>
              <a:t>2</a:t>
            </a:r>
            <a:r>
              <a:rPr lang="en-US" sz="900" b="1" i="0" u="none" strike="noStrike" cap="none" noProof="0">
                <a:solidFill>
                  <a:srgbClr val="000000"/>
                </a:solidFill>
                <a:latin typeface="IBM Plex Sans"/>
                <a:ea typeface="IBM Plex Sans"/>
                <a:cs typeface="IBM Plex Sans"/>
                <a:sym typeface="IBM Plex Sans"/>
              </a:rPr>
              <a:t>: Slowdown</a:t>
            </a:r>
            <a:endParaRPr lang="en-US" noProof="0"/>
          </a:p>
        </p:txBody>
      </p:sp>
      <p:grpSp>
        <p:nvGrpSpPr>
          <p:cNvPr id="887" name="Google Shape;887;p62">
            <a:extLst>
              <a:ext uri="{FF2B5EF4-FFF2-40B4-BE49-F238E27FC236}">
                <a16:creationId xmlns:a16="http://schemas.microsoft.com/office/drawing/2014/main" id="{F2174EB6-8F00-3DF3-B664-B7804170ECD6}"/>
              </a:ext>
            </a:extLst>
          </p:cNvPr>
          <p:cNvGrpSpPr/>
          <p:nvPr/>
        </p:nvGrpSpPr>
        <p:grpSpPr>
          <a:xfrm>
            <a:off x="4639648" y="3116783"/>
            <a:ext cx="2800489" cy="2022036"/>
            <a:chOff x="2269584" y="1907413"/>
            <a:chExt cx="3848480" cy="2639877"/>
          </a:xfrm>
        </p:grpSpPr>
        <p:grpSp>
          <p:nvGrpSpPr>
            <p:cNvPr id="888" name="Google Shape;888;p62">
              <a:extLst>
                <a:ext uri="{FF2B5EF4-FFF2-40B4-BE49-F238E27FC236}">
                  <a16:creationId xmlns:a16="http://schemas.microsoft.com/office/drawing/2014/main" id="{2563BF45-8DAE-92DB-9D44-F85D9B8E0EC9}"/>
                </a:ext>
              </a:extLst>
            </p:cNvPr>
            <p:cNvGrpSpPr/>
            <p:nvPr/>
          </p:nvGrpSpPr>
          <p:grpSpPr>
            <a:xfrm>
              <a:off x="2269584" y="1907413"/>
              <a:ext cx="1088531" cy="2639877"/>
              <a:chOff x="2726786" y="1363712"/>
              <a:chExt cx="2122502" cy="2639877"/>
            </a:xfrm>
          </p:grpSpPr>
          <p:sp>
            <p:nvSpPr>
              <p:cNvPr id="889" name="Google Shape;889;p62">
                <a:extLst>
                  <a:ext uri="{FF2B5EF4-FFF2-40B4-BE49-F238E27FC236}">
                    <a16:creationId xmlns:a16="http://schemas.microsoft.com/office/drawing/2014/main" id="{760922B2-3ADB-2946-FAE6-C15CC2282EB7}"/>
                  </a:ext>
                </a:extLst>
              </p:cNvPr>
              <p:cNvSpPr/>
              <p:nvPr/>
            </p:nvSpPr>
            <p:spPr>
              <a:xfrm>
                <a:off x="2726786" y="1363712"/>
                <a:ext cx="2122502" cy="2639877"/>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lang="en-US" sz="1400" b="0" i="0" u="none" strike="noStrike" cap="none" noProof="0">
                  <a:solidFill>
                    <a:schemeClr val="lt1"/>
                  </a:solidFill>
                  <a:latin typeface="IBM Plex Sans"/>
                  <a:ea typeface="IBM Plex Sans"/>
                  <a:cs typeface="IBM Plex Sans"/>
                  <a:sym typeface="IBM Plex Sans"/>
                </a:endParaRPr>
              </a:p>
            </p:txBody>
          </p:sp>
          <p:sp>
            <p:nvSpPr>
              <p:cNvPr id="890" name="Google Shape;890;p62">
                <a:extLst>
                  <a:ext uri="{FF2B5EF4-FFF2-40B4-BE49-F238E27FC236}">
                    <a16:creationId xmlns:a16="http://schemas.microsoft.com/office/drawing/2014/main" id="{6123F6F4-F412-A5EA-3574-B4D353B58F1D}"/>
                  </a:ext>
                </a:extLst>
              </p:cNvPr>
              <p:cNvSpPr txBox="1"/>
              <p:nvPr/>
            </p:nvSpPr>
            <p:spPr>
              <a:xfrm>
                <a:off x="2730361" y="1371598"/>
                <a:ext cx="1853097" cy="662949"/>
              </a:xfrm>
              <a:prstGeom prst="rect">
                <a:avLst/>
              </a:prstGeom>
              <a:noFill/>
              <a:ln>
                <a:noFill/>
              </a:ln>
            </p:spPr>
            <p:txBody>
              <a:bodyPr spcFirstLastPara="1" wrap="square" lIns="0" tIns="45700" rIns="0" bIns="45700" anchor="t" anchorCtr="0">
                <a:spAutoFit/>
              </a:bodyPr>
              <a:lstStyle/>
              <a:p>
                <a:pPr algn="ctr"/>
                <a:r>
                  <a:rPr lang="en-US" sz="900" b="1" i="0" u="none" strike="noStrike" cap="none" noProof="0">
                    <a:solidFill>
                      <a:srgbClr val="000000"/>
                    </a:solidFill>
                    <a:latin typeface="IBM Plex Sans"/>
                    <a:ea typeface="IBM Plex Sans"/>
                    <a:cs typeface="IBM Plex Sans"/>
                    <a:sym typeface="IBM Plex Sans"/>
                  </a:rPr>
                  <a:t>Phase 1: Capability expansion</a:t>
                </a:r>
                <a:endParaRPr lang="en-US" noProof="0"/>
              </a:p>
            </p:txBody>
          </p:sp>
        </p:grpSp>
        <p:grpSp>
          <p:nvGrpSpPr>
            <p:cNvPr id="891" name="Google Shape;891;p62">
              <a:extLst>
                <a:ext uri="{FF2B5EF4-FFF2-40B4-BE49-F238E27FC236}">
                  <a16:creationId xmlns:a16="http://schemas.microsoft.com/office/drawing/2014/main" id="{5D0E4EDC-FD63-771E-702D-EB8C6FB1AC10}"/>
                </a:ext>
              </a:extLst>
            </p:cNvPr>
            <p:cNvGrpSpPr/>
            <p:nvPr/>
          </p:nvGrpSpPr>
          <p:grpSpPr>
            <a:xfrm>
              <a:off x="3222123" y="1907413"/>
              <a:ext cx="2009737" cy="2639877"/>
              <a:chOff x="4809126" y="1363712"/>
              <a:chExt cx="3715391" cy="2639877"/>
            </a:xfrm>
          </p:grpSpPr>
          <p:sp>
            <p:nvSpPr>
              <p:cNvPr id="892" name="Google Shape;892;p62">
                <a:extLst>
                  <a:ext uri="{FF2B5EF4-FFF2-40B4-BE49-F238E27FC236}">
                    <a16:creationId xmlns:a16="http://schemas.microsoft.com/office/drawing/2014/main" id="{F4D57FE7-AA29-1568-17BB-0AF58F046D61}"/>
                  </a:ext>
                </a:extLst>
              </p:cNvPr>
              <p:cNvSpPr/>
              <p:nvPr/>
            </p:nvSpPr>
            <p:spPr>
              <a:xfrm>
                <a:off x="4849284" y="1363712"/>
                <a:ext cx="3635074" cy="2639877"/>
              </a:xfrm>
              <a:prstGeom prst="rect">
                <a:avLst/>
              </a:prstGeom>
              <a:solidFill>
                <a:srgbClr val="D8E2F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lang="en-US" sz="1400" b="0" i="0" u="none" strike="noStrike" cap="none" noProof="0">
                  <a:solidFill>
                    <a:schemeClr val="lt1"/>
                  </a:solidFill>
                  <a:latin typeface="IBM Plex Sans"/>
                  <a:ea typeface="IBM Plex Sans"/>
                  <a:cs typeface="IBM Plex Sans"/>
                  <a:sym typeface="IBM Plex Sans"/>
                </a:endParaRPr>
              </a:p>
            </p:txBody>
          </p:sp>
          <p:sp>
            <p:nvSpPr>
              <p:cNvPr id="893" name="Google Shape;893;p62">
                <a:extLst>
                  <a:ext uri="{FF2B5EF4-FFF2-40B4-BE49-F238E27FC236}">
                    <a16:creationId xmlns:a16="http://schemas.microsoft.com/office/drawing/2014/main" id="{D9F772CB-E1F9-4AEF-F3D7-9E3E58A38DA1}"/>
                  </a:ext>
                </a:extLst>
              </p:cNvPr>
              <p:cNvSpPr txBox="1"/>
              <p:nvPr/>
            </p:nvSpPr>
            <p:spPr>
              <a:xfrm>
                <a:off x="4809126" y="1371598"/>
                <a:ext cx="3715391" cy="482129"/>
              </a:xfrm>
              <a:prstGeom prst="rect">
                <a:avLst/>
              </a:prstGeom>
              <a:noFill/>
              <a:ln>
                <a:noFill/>
              </a:ln>
            </p:spPr>
            <p:txBody>
              <a:bodyPr spcFirstLastPara="1" wrap="square" lIns="0" tIns="45700" rIns="0" bIns="45700" anchor="t" anchorCtr="0">
                <a:spAutoFit/>
              </a:bodyPr>
              <a:lstStyle/>
              <a:p>
                <a:pPr algn="ctr"/>
                <a:r>
                  <a:rPr lang="en-US" sz="900" b="1" i="0" u="none" strike="noStrike" cap="none" noProof="0">
                    <a:solidFill>
                      <a:srgbClr val="000000"/>
                    </a:solidFill>
                    <a:latin typeface="IBM Plex Sans"/>
                    <a:ea typeface="IBM Plex Sans"/>
                    <a:cs typeface="IBM Plex Sans"/>
                    <a:sym typeface="IBM Plex Sans"/>
                  </a:rPr>
                  <a:t>Phase 2: Demand amplification</a:t>
                </a:r>
                <a:endParaRPr lang="en-US" noProof="0"/>
              </a:p>
            </p:txBody>
          </p:sp>
        </p:grpSp>
        <p:grpSp>
          <p:nvGrpSpPr>
            <p:cNvPr id="894" name="Google Shape;894;p62">
              <a:extLst>
                <a:ext uri="{FF2B5EF4-FFF2-40B4-BE49-F238E27FC236}">
                  <a16:creationId xmlns:a16="http://schemas.microsoft.com/office/drawing/2014/main" id="{66DE1EFD-EA52-58AA-4478-57CF48AB2391}"/>
                </a:ext>
              </a:extLst>
            </p:cNvPr>
            <p:cNvGrpSpPr/>
            <p:nvPr/>
          </p:nvGrpSpPr>
          <p:grpSpPr>
            <a:xfrm>
              <a:off x="5086506" y="1907413"/>
              <a:ext cx="1031558" cy="2639877"/>
              <a:chOff x="8069343" y="1363712"/>
              <a:chExt cx="1728437" cy="2639877"/>
            </a:xfrm>
          </p:grpSpPr>
          <p:sp>
            <p:nvSpPr>
              <p:cNvPr id="895" name="Google Shape;895;p62">
                <a:extLst>
                  <a:ext uri="{FF2B5EF4-FFF2-40B4-BE49-F238E27FC236}">
                    <a16:creationId xmlns:a16="http://schemas.microsoft.com/office/drawing/2014/main" id="{F66363EF-7003-A8BB-CC78-76AFCB7F3641}"/>
                  </a:ext>
                </a:extLst>
              </p:cNvPr>
              <p:cNvSpPr/>
              <p:nvPr/>
            </p:nvSpPr>
            <p:spPr>
              <a:xfrm>
                <a:off x="8069343" y="1363712"/>
                <a:ext cx="1691471" cy="2639877"/>
              </a:xfrm>
              <a:prstGeom prst="rect">
                <a:avLst/>
              </a:prstGeom>
              <a:solidFill>
                <a:srgbClr val="E1EFD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lang="en-US" sz="1400" b="0" i="0" u="none" strike="noStrike" cap="none" noProof="0">
                  <a:solidFill>
                    <a:schemeClr val="lt1"/>
                  </a:solidFill>
                  <a:latin typeface="IBM Plex Sans"/>
                  <a:ea typeface="IBM Plex Sans"/>
                  <a:cs typeface="IBM Plex Sans"/>
                  <a:sym typeface="IBM Plex Sans"/>
                </a:endParaRPr>
              </a:p>
            </p:txBody>
          </p:sp>
          <p:sp>
            <p:nvSpPr>
              <p:cNvPr id="896" name="Google Shape;896;p62">
                <a:extLst>
                  <a:ext uri="{FF2B5EF4-FFF2-40B4-BE49-F238E27FC236}">
                    <a16:creationId xmlns:a16="http://schemas.microsoft.com/office/drawing/2014/main" id="{238073A7-8F3C-B990-C88F-1A52F586358F}"/>
                  </a:ext>
                </a:extLst>
              </p:cNvPr>
              <p:cNvSpPr txBox="1"/>
              <p:nvPr/>
            </p:nvSpPr>
            <p:spPr>
              <a:xfrm>
                <a:off x="8069343" y="1371598"/>
                <a:ext cx="1728437" cy="662949"/>
              </a:xfrm>
              <a:prstGeom prst="rect">
                <a:avLst/>
              </a:prstGeom>
              <a:noFill/>
              <a:ln>
                <a:noFill/>
              </a:ln>
            </p:spPr>
            <p:txBody>
              <a:bodyPr spcFirstLastPara="1" wrap="square" lIns="0" tIns="45700" rIns="0" bIns="45700" anchor="t" anchorCtr="0">
                <a:spAutoFit/>
              </a:bodyPr>
              <a:lstStyle/>
              <a:p>
                <a:pPr algn="ctr"/>
                <a:r>
                  <a:rPr lang="en-US" sz="900" b="1" i="0" u="none" strike="noStrike" cap="none" noProof="0">
                    <a:solidFill>
                      <a:srgbClr val="000000"/>
                    </a:solidFill>
                    <a:latin typeface="IBM Plex Sans"/>
                    <a:ea typeface="IBM Plex Sans"/>
                    <a:cs typeface="IBM Plex Sans"/>
                    <a:sym typeface="IBM Plex Sans"/>
                  </a:rPr>
                  <a:t>Phase 3: Ecosystem expansion</a:t>
                </a:r>
                <a:endParaRPr lang="en-US" noProof="0"/>
              </a:p>
            </p:txBody>
          </p:sp>
        </p:grpSp>
      </p:grpSp>
      <p:graphicFrame>
        <p:nvGraphicFramePr>
          <p:cNvPr id="897" name="Google Shape;897;p62">
            <a:extLst>
              <a:ext uri="{FF2B5EF4-FFF2-40B4-BE49-F238E27FC236}">
                <a16:creationId xmlns:a16="http://schemas.microsoft.com/office/drawing/2014/main" id="{14036388-702D-8966-C876-AC9F2DEA6BB7}"/>
              </a:ext>
            </a:extLst>
          </p:cNvPr>
          <p:cNvGraphicFramePr/>
          <p:nvPr>
            <p:extLst>
              <p:ext uri="{D42A27DB-BD31-4B8C-83A1-F6EECF244321}">
                <p14:modId xmlns:p14="http://schemas.microsoft.com/office/powerpoint/2010/main" val="3508445205"/>
              </p:ext>
            </p:extLst>
          </p:nvPr>
        </p:nvGraphicFramePr>
        <p:xfrm>
          <a:off x="4260006" y="3098164"/>
          <a:ext cx="3710762" cy="2532455"/>
        </p:xfrm>
        <a:graphic>
          <a:graphicData uri="http://schemas.openxmlformats.org/drawingml/2006/chart">
            <c:chart xmlns:c="http://schemas.openxmlformats.org/drawingml/2006/chart" xmlns:r="http://schemas.openxmlformats.org/officeDocument/2006/relationships" r:id="rId3"/>
          </a:graphicData>
        </a:graphic>
      </p:graphicFrame>
      <p:sp>
        <p:nvSpPr>
          <p:cNvPr id="863" name="Google Shape;863;p62">
            <a:extLst>
              <a:ext uri="{FF2B5EF4-FFF2-40B4-BE49-F238E27FC236}">
                <a16:creationId xmlns:a16="http://schemas.microsoft.com/office/drawing/2014/main" id="{5BB21A30-247F-89F5-2840-D79E59E102C8}"/>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7</a:t>
            </a:fld>
            <a:endParaRPr lang="en-US" noProof="0"/>
          </a:p>
        </p:txBody>
      </p:sp>
      <p:sp>
        <p:nvSpPr>
          <p:cNvPr id="864" name="Google Shape;864;p62">
            <a:extLst>
              <a:ext uri="{FF2B5EF4-FFF2-40B4-BE49-F238E27FC236}">
                <a16:creationId xmlns:a16="http://schemas.microsoft.com/office/drawing/2014/main" id="{2F86D57B-7291-7A18-0A6A-47D7FDC8C3D5}"/>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pPr lvl="0"/>
            <a:r>
              <a:rPr lang="en-US" noProof="0"/>
              <a:t>Disruption can slow traditional players, expand markets, or trigger collapse, depending on adoption dynamics</a:t>
            </a:r>
          </a:p>
        </p:txBody>
      </p:sp>
      <p:sp>
        <p:nvSpPr>
          <p:cNvPr id="866" name="Google Shape;866;p62">
            <a:extLst>
              <a:ext uri="{FF2B5EF4-FFF2-40B4-BE49-F238E27FC236}">
                <a16:creationId xmlns:a16="http://schemas.microsoft.com/office/drawing/2014/main" id="{8618D59D-A003-5543-133F-55F9271B4078}"/>
              </a:ext>
            </a:extLst>
          </p:cNvPr>
          <p:cNvSpPr txBox="1"/>
          <p:nvPr/>
        </p:nvSpPr>
        <p:spPr>
          <a:xfrm>
            <a:off x="420595" y="5797895"/>
            <a:ext cx="11350625" cy="390595"/>
          </a:xfrm>
          <a:prstGeom prst="rect">
            <a:avLst/>
          </a:prstGeom>
          <a:solidFill>
            <a:srgbClr val="00B050">
              <a:alpha val="48627"/>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dk1"/>
                </a:solidFill>
                <a:latin typeface="IBM Plex Sans"/>
                <a:ea typeface="IBM Plex Sans"/>
                <a:cs typeface="IBM Plex Sans"/>
                <a:sym typeface="IBM Plex Sans"/>
              </a:rPr>
              <a:t>The neutral scenario is used as the modeling baseline, reflecting moderated growth rather than displacement</a:t>
            </a:r>
            <a:endParaRPr lang="en-US" sz="1200" noProof="0"/>
          </a:p>
        </p:txBody>
      </p:sp>
      <p:sp>
        <p:nvSpPr>
          <p:cNvPr id="867" name="Google Shape;867;p62">
            <a:extLst>
              <a:ext uri="{FF2B5EF4-FFF2-40B4-BE49-F238E27FC236}">
                <a16:creationId xmlns:a16="http://schemas.microsoft.com/office/drawing/2014/main" id="{C98800F4-EA2C-0DE8-29CA-712939E84088}"/>
              </a:ext>
            </a:extLst>
          </p:cNvPr>
          <p:cNvSpPr/>
          <p:nvPr/>
        </p:nvSpPr>
        <p:spPr>
          <a:xfrm>
            <a:off x="420595" y="6410007"/>
            <a:ext cx="10591500" cy="138600"/>
          </a:xfrm>
          <a:prstGeom prst="roundRect">
            <a:avLst>
              <a:gd name="adj" fmla="val 0"/>
            </a:avLst>
          </a:prstGeom>
          <a:no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Clr>
                <a:srgbClr val="000000"/>
              </a:buClr>
              <a:buSzPts val="900"/>
              <a:buFont typeface="Arial"/>
              <a:buNone/>
            </a:pPr>
            <a:r>
              <a:rPr lang="en-US" sz="700" noProof="0">
                <a:solidFill>
                  <a:srgbClr val="7F7F7F"/>
                </a:solidFill>
                <a:latin typeface="IBM Plex Sans"/>
                <a:ea typeface="Calibri"/>
                <a:cs typeface="Calibri"/>
                <a:sym typeface="Calibri"/>
              </a:rPr>
              <a:t>Sources</a:t>
            </a:r>
            <a:r>
              <a:rPr lang="en-US" sz="700" b="0" i="0" strike="noStrike" cap="none" noProof="0">
                <a:solidFill>
                  <a:srgbClr val="7F7F7F"/>
                </a:solidFill>
                <a:latin typeface="IBM Plex Sans"/>
                <a:ea typeface="Calibri"/>
                <a:cs typeface="Calibri"/>
                <a:sym typeface="Calibri"/>
              </a:rPr>
              <a:t>: (1) </a:t>
            </a:r>
            <a:r>
              <a:rPr lang="en-US" sz="700" b="0" i="0" strike="noStrike" cap="none" noProof="0">
                <a:solidFill>
                  <a:srgbClr val="7F7F7F"/>
                </a:solidFill>
                <a:latin typeface="IBM Plex Sans"/>
                <a:ea typeface="Calibri"/>
                <a:cs typeface="Calibri"/>
                <a:sym typeface="Calibri"/>
                <a:hlinkClick r:id="rId4">
                  <a:extLst>
                    <a:ext uri="{A12FA001-AC4F-418D-AE19-62706E023703}">
                      <ahyp:hlinkClr xmlns:ahyp="http://schemas.microsoft.com/office/drawing/2018/hyperlinkcolor" val="tx"/>
                    </a:ext>
                  </a:extLst>
                </a:hlinkClick>
              </a:rPr>
              <a:t>Christensen Institute</a:t>
            </a:r>
            <a:r>
              <a:rPr lang="en-US" sz="700" b="0" i="0" strike="noStrike" cap="none" noProof="0">
                <a:solidFill>
                  <a:srgbClr val="7F7F7F"/>
                </a:solidFill>
                <a:latin typeface="IBM Plex Sans"/>
                <a:ea typeface="Calibri"/>
                <a:cs typeface="Calibri"/>
                <a:sym typeface="Calibri"/>
              </a:rPr>
              <a:t>, (2) </a:t>
            </a:r>
            <a:r>
              <a:rPr lang="en-US" sz="700" b="0" i="0" strike="noStrike" cap="none" noProof="0">
                <a:solidFill>
                  <a:srgbClr val="7F7F7F"/>
                </a:solidFill>
                <a:latin typeface="IBM Plex Sans"/>
                <a:ea typeface="Calibri"/>
                <a:cs typeface="Calibri"/>
                <a:sym typeface="Calibri"/>
                <a:hlinkClick r:id="rId5">
                  <a:extLst>
                    <a:ext uri="{A12FA001-AC4F-418D-AE19-62706E023703}">
                      <ahyp:hlinkClr xmlns:ahyp="http://schemas.microsoft.com/office/drawing/2018/hyperlinkcolor" val="tx"/>
                    </a:ext>
                  </a:extLst>
                </a:hlinkClick>
              </a:rPr>
              <a:t>HBS</a:t>
            </a:r>
            <a:r>
              <a:rPr lang="en-US" sz="700" b="0" i="0" strike="noStrike" cap="none" noProof="0">
                <a:solidFill>
                  <a:srgbClr val="7F7F7F"/>
                </a:solidFill>
                <a:latin typeface="IBM Plex Sans"/>
                <a:ea typeface="Calibri"/>
                <a:cs typeface="Calibri"/>
                <a:sym typeface="Calibri"/>
              </a:rPr>
              <a:t>, (3) </a:t>
            </a:r>
            <a:r>
              <a:rPr lang="en-US" sz="700" b="0" i="0" strike="noStrike" cap="none" noProof="0">
                <a:solidFill>
                  <a:srgbClr val="7F7F7F"/>
                </a:solidFill>
                <a:latin typeface="IBM Plex Sans"/>
                <a:ea typeface="Calibri"/>
                <a:cs typeface="Calibri"/>
                <a:sym typeface="Calibri"/>
                <a:hlinkClick r:id="rId6">
                  <a:extLst>
                    <a:ext uri="{A12FA001-AC4F-418D-AE19-62706E023703}">
                      <ahyp:hlinkClr xmlns:ahyp="http://schemas.microsoft.com/office/drawing/2018/hyperlinkcolor" val="tx"/>
                    </a:ext>
                  </a:extLst>
                </a:hlinkClick>
              </a:rPr>
              <a:t>Faster Capital</a:t>
            </a:r>
            <a:r>
              <a:rPr lang="en-US" sz="700" b="0" i="0" strike="noStrike" cap="none" noProof="0">
                <a:solidFill>
                  <a:srgbClr val="7F7F7F"/>
                </a:solidFill>
                <a:latin typeface="IBM Plex Sans"/>
                <a:ea typeface="Calibri"/>
                <a:cs typeface="Calibri"/>
                <a:sym typeface="Calibri"/>
              </a:rPr>
              <a:t>, (4) </a:t>
            </a:r>
            <a:r>
              <a:rPr lang="en-US" sz="700" b="0" i="0" strike="noStrike" cap="none" noProof="0">
                <a:solidFill>
                  <a:srgbClr val="7F7F7F"/>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Fletcher.io</a:t>
            </a:r>
            <a:r>
              <a:rPr lang="en-US" sz="700" b="0" i="0" strike="noStrike" cap="none" noProof="0">
                <a:solidFill>
                  <a:srgbClr val="7F7F7F"/>
                </a:solidFill>
                <a:latin typeface="IBM Plex Sans"/>
                <a:ea typeface="Calibri"/>
                <a:cs typeface="Calibri"/>
                <a:sym typeface="Calibri"/>
              </a:rPr>
              <a:t>, (5) </a:t>
            </a:r>
            <a:r>
              <a:rPr lang="en-US" sz="700" b="0" i="0" strike="noStrike" cap="none" noProof="0">
                <a:solidFill>
                  <a:srgbClr val="7F7F7F"/>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US Census Burea</a:t>
            </a:r>
            <a:r>
              <a:rPr lang="en-US" sz="700" b="0" i="0" strike="noStrike" cap="none" noProof="0">
                <a:solidFill>
                  <a:srgbClr val="7F7F7F"/>
                </a:solidFill>
                <a:latin typeface="IBM Plex Sans"/>
                <a:ea typeface="Calibri"/>
                <a:cs typeface="Calibri"/>
                <a:sym typeface="Calibri"/>
              </a:rPr>
              <a:t>u, (6) </a:t>
            </a:r>
            <a:r>
              <a:rPr lang="en-US" sz="700" b="0" i="0" strike="noStrike" cap="none" noProof="0">
                <a:solidFill>
                  <a:srgbClr val="7F7F7F"/>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Netflix</a:t>
            </a:r>
            <a:r>
              <a:rPr lang="en-US" sz="700" b="0" i="0" strike="noStrike" cap="none" noProof="0">
                <a:solidFill>
                  <a:srgbClr val="7F7F7F"/>
                </a:solidFill>
                <a:latin typeface="IBM Plex Sans"/>
                <a:ea typeface="Calibri"/>
                <a:cs typeface="Calibri"/>
                <a:sym typeface="Calibri"/>
              </a:rPr>
              <a:t>, (7) </a:t>
            </a:r>
            <a:r>
              <a:rPr lang="en-US" sz="700" b="0" i="0" strike="noStrike" cap="none" noProof="0">
                <a:solidFill>
                  <a:srgbClr val="7F7F7F"/>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Box Office Mojo</a:t>
            </a:r>
            <a:r>
              <a:rPr lang="en-US" sz="700" b="0" i="0" strike="noStrike" cap="none" noProof="0">
                <a:solidFill>
                  <a:srgbClr val="7F7F7F"/>
                </a:solidFill>
                <a:latin typeface="IBM Plex Sans"/>
                <a:ea typeface="Calibri"/>
                <a:cs typeface="Calibri"/>
                <a:sym typeface="Calibri"/>
              </a:rPr>
              <a:t>, (8) </a:t>
            </a:r>
            <a:r>
              <a:rPr lang="en-US" sz="700" b="0" i="0" strike="noStrike" cap="none" noProof="0">
                <a:solidFill>
                  <a:srgbClr val="7F7F7F"/>
                </a:solidFill>
                <a:latin typeface="IBM Plex Sans"/>
                <a:ea typeface="Calibri"/>
                <a:cs typeface="Calibri"/>
                <a:sym typeface="Calibri"/>
                <a:hlinkClick r:id="rId11">
                  <a:extLst>
                    <a:ext uri="{A12FA001-AC4F-418D-AE19-62706E023703}">
                      <ahyp:hlinkClr xmlns:ahyp="http://schemas.microsoft.com/office/drawing/2018/hyperlinkcolor" val="tx"/>
                    </a:ext>
                  </a:extLst>
                </a:hlinkClick>
              </a:rPr>
              <a:t>MPA</a:t>
            </a:r>
            <a:r>
              <a:rPr lang="en-US" sz="700" b="0" i="0" strike="noStrike" cap="none" noProof="0">
                <a:solidFill>
                  <a:srgbClr val="7F7F7F"/>
                </a:solidFill>
                <a:latin typeface="IBM Plex Sans"/>
                <a:ea typeface="Calibri"/>
                <a:cs typeface="Calibri"/>
                <a:sym typeface="Calibri"/>
              </a:rPr>
              <a:t>, </a:t>
            </a:r>
            <a:r>
              <a:rPr lang="en-US" sz="700" b="0" i="0" strike="noStrike" cap="none" noProof="0">
                <a:solidFill>
                  <a:srgbClr val="7F7F7F"/>
                </a:solidFill>
                <a:latin typeface="IBM Plex Sans"/>
                <a:ea typeface="Calibri"/>
                <a:cs typeface="Calibri"/>
                <a:sym typeface="Calibri"/>
                <a:hlinkClick r:id="rId12">
                  <a:extLst>
                    <a:ext uri="{A12FA001-AC4F-418D-AE19-62706E023703}">
                      <ahyp:hlinkClr xmlns:ahyp="http://schemas.microsoft.com/office/drawing/2018/hyperlinkcolor" val="tx"/>
                    </a:ext>
                  </a:extLst>
                </a:hlinkClick>
              </a:rPr>
              <a:t>The Numbers</a:t>
            </a:r>
            <a:r>
              <a:rPr lang="en-US" sz="700" b="0" i="0" strike="noStrike" cap="none" noProof="0">
                <a:solidFill>
                  <a:srgbClr val="7F7F7F"/>
                </a:solidFill>
                <a:latin typeface="IBM Plex Sans"/>
                <a:ea typeface="Calibri"/>
                <a:cs typeface="Calibri"/>
                <a:sym typeface="Calibri"/>
              </a:rPr>
              <a:t>  </a:t>
            </a:r>
          </a:p>
        </p:txBody>
      </p:sp>
      <p:sp>
        <p:nvSpPr>
          <p:cNvPr id="871" name="Google Shape;871;p62">
            <a:extLst>
              <a:ext uri="{FF2B5EF4-FFF2-40B4-BE49-F238E27FC236}">
                <a16:creationId xmlns:a16="http://schemas.microsoft.com/office/drawing/2014/main" id="{EF937070-3884-FB6D-4873-41FAFC613650}"/>
              </a:ext>
            </a:extLst>
          </p:cNvPr>
          <p:cNvSpPr/>
          <p:nvPr/>
        </p:nvSpPr>
        <p:spPr>
          <a:xfrm>
            <a:off x="8097544" y="1391586"/>
            <a:ext cx="3738991"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400" b="1" i="0" u="none" strike="noStrike" cap="none" noProof="0" dirty="0">
                <a:solidFill>
                  <a:schemeClr val="lt1"/>
                </a:solidFill>
                <a:latin typeface="IBM Plex Sans"/>
                <a:ea typeface="IBM Plex Sans"/>
                <a:cs typeface="IBM Plex Sans"/>
                <a:sym typeface="IBM Plex Sans"/>
              </a:rPr>
              <a:t>Scenario 3: </a:t>
            </a:r>
            <a:r>
              <a:rPr lang="en-US" b="1" dirty="0">
                <a:solidFill>
                  <a:schemeClr val="lt1"/>
                </a:solidFill>
                <a:latin typeface="IBM Plex Sans"/>
                <a:ea typeface="IBM Plex Sans"/>
                <a:cs typeface="IBM Plex Sans"/>
                <a:sym typeface="IBM Plex Sans"/>
              </a:rPr>
              <a:t>Delayed Impact</a:t>
            </a:r>
            <a:endParaRPr lang="en-US" noProof="0" dirty="0">
              <a:solidFill>
                <a:schemeClr val="lt1"/>
              </a:solidFill>
            </a:endParaRPr>
          </a:p>
        </p:txBody>
      </p:sp>
      <p:sp>
        <p:nvSpPr>
          <p:cNvPr id="873" name="Google Shape;873;p62">
            <a:extLst>
              <a:ext uri="{FF2B5EF4-FFF2-40B4-BE49-F238E27FC236}">
                <a16:creationId xmlns:a16="http://schemas.microsoft.com/office/drawing/2014/main" id="{709E5D63-EFAD-FA05-70B5-8CBBB896F432}"/>
              </a:ext>
            </a:extLst>
          </p:cNvPr>
          <p:cNvSpPr/>
          <p:nvPr/>
        </p:nvSpPr>
        <p:spPr>
          <a:xfrm>
            <a:off x="8083429" y="1704351"/>
            <a:ext cx="3738991" cy="1263021"/>
          </a:xfrm>
          <a:prstGeom prst="rect">
            <a:avLst/>
          </a:prstGeom>
          <a:solidFill>
            <a:srgbClr val="F2F2F2"/>
          </a:solidFill>
          <a:ln>
            <a:noFill/>
          </a:ln>
        </p:spPr>
        <p:txBody>
          <a:bodyPr spcFirstLastPara="1" wrap="square" lIns="91425" tIns="45700" rIns="91425" bIns="45700" anchor="ctr" anchorCtr="0">
            <a:noAutofit/>
          </a:bodyPr>
          <a:lstStyle/>
          <a:p>
            <a:pPr marL="0" marR="0" lvl="0" indent="0" rtl="0">
              <a:lnSpc>
                <a:spcPct val="100000"/>
              </a:lnSpc>
              <a:spcBef>
                <a:spcPts val="300"/>
              </a:spcBef>
              <a:spcAft>
                <a:spcPts val="600"/>
              </a:spcAft>
              <a:buNone/>
            </a:pPr>
            <a:r>
              <a:rPr lang="en-US" sz="1100" b="1" i="0" u="none" strike="noStrike" cap="none" noProof="0">
                <a:solidFill>
                  <a:srgbClr val="000000"/>
                </a:solidFill>
                <a:latin typeface="IBM Plex Sans" panose="020B0503050203000203" pitchFamily="34" charset="0"/>
                <a:ea typeface="IBM Plex Sans"/>
                <a:cs typeface="IBM Plex Sans"/>
                <a:sym typeface="IBM Plex Sans"/>
              </a:rPr>
              <a:t>Case Study: Netflix vs Blockbuster</a:t>
            </a:r>
          </a:p>
          <a:p>
            <a:pPr marL="330200" marR="0" lvl="0" indent="-171450" algn="l" rtl="0">
              <a:lnSpc>
                <a:spcPct val="115000"/>
              </a:lnSpc>
              <a:spcBef>
                <a:spcPts val="300"/>
              </a:spcBef>
              <a:spcAft>
                <a:spcPts val="0"/>
              </a:spcAft>
              <a:buClr>
                <a:schemeClr val="dk1"/>
              </a:buClr>
              <a:buSzPts val="1100"/>
              <a:buFont typeface="Arial"/>
              <a:buChar char="•"/>
            </a:pPr>
            <a:r>
              <a:rPr lang="en-US" sz="1100" b="1" i="0" u="none" strike="noStrike" cap="none" noProof="0">
                <a:solidFill>
                  <a:srgbClr val="000000"/>
                </a:solidFill>
                <a:latin typeface="IBM Plex Sans" panose="020B0503050203000203" pitchFamily="34" charset="0"/>
                <a:ea typeface="IBM Plex Sans"/>
                <a:cs typeface="IBM Plex Sans"/>
                <a:sym typeface="IBM Plex Sans"/>
              </a:rPr>
              <a:t>Netflix launched in 1997</a:t>
            </a:r>
            <a:r>
              <a:rPr lang="en-US" sz="1100" noProof="0">
                <a:latin typeface="IBM Plex Sans" panose="020B0503050203000203" pitchFamily="34" charset="0"/>
                <a:ea typeface="IBM Plex Sans"/>
                <a:cs typeface="IBM Plex Sans"/>
                <a:sym typeface="IBM Plex Sans"/>
              </a:rPr>
              <a:t>;</a:t>
            </a:r>
            <a:r>
              <a:rPr lang="en-US" sz="1100" b="0" i="0" u="none" strike="noStrike" cap="none" noProof="0">
                <a:solidFill>
                  <a:srgbClr val="000000"/>
                </a:solidFill>
                <a:latin typeface="IBM Plex Sans" panose="020B0503050203000203" pitchFamily="34" charset="0"/>
                <a:ea typeface="IBM Plex Sans"/>
                <a:cs typeface="IBM Plex Sans"/>
                <a:sym typeface="IBM Plex Sans"/>
              </a:rPr>
              <a:t> </a:t>
            </a:r>
            <a:r>
              <a:rPr lang="en-US" sz="1100" b="1" i="0" u="none" strike="noStrike" cap="none" noProof="0">
                <a:solidFill>
                  <a:srgbClr val="000000"/>
                </a:solidFill>
                <a:latin typeface="IBM Plex Sans" panose="020B0503050203000203" pitchFamily="34" charset="0"/>
                <a:ea typeface="IBM Plex Sans"/>
                <a:cs typeface="IBM Plex Sans"/>
                <a:sym typeface="IBM Plex Sans"/>
              </a:rPr>
              <a:t>Blockbuster peaked revenue in 2004</a:t>
            </a:r>
          </a:p>
          <a:p>
            <a:pPr marL="330200" lvl="0" indent="-171450">
              <a:lnSpc>
                <a:spcPct val="115000"/>
              </a:lnSpc>
              <a:spcBef>
                <a:spcPts val="300"/>
              </a:spcBef>
              <a:buClr>
                <a:schemeClr val="dk1"/>
              </a:buClr>
              <a:buSzPts val="1100"/>
              <a:buFont typeface="Arial"/>
              <a:buChar char="•"/>
            </a:pPr>
            <a:r>
              <a:rPr lang="en-US" sz="1100" b="1" noProof="0">
                <a:latin typeface="IBM Plex Sans" panose="020B0503050203000203" pitchFamily="34" charset="0"/>
              </a:rPr>
              <a:t>Once streaming scaled</a:t>
            </a:r>
            <a:r>
              <a:rPr lang="en-US" sz="1100" noProof="0">
                <a:latin typeface="IBM Plex Sans" panose="020B0503050203000203" pitchFamily="34" charset="0"/>
              </a:rPr>
              <a:t>, collapse was rapid</a:t>
            </a:r>
            <a:r>
              <a:rPr lang="en-US" sz="1100" noProof="0">
                <a:latin typeface="IBM Plex Sans" panose="020B0503050203000203" pitchFamily="34" charset="0"/>
                <a:sym typeface="IBM Plex Sans"/>
              </a:rPr>
              <a:t>;</a:t>
            </a:r>
            <a:r>
              <a:rPr lang="en-US" sz="1100" b="0" i="0" u="none" strike="noStrike" cap="none" noProof="0">
                <a:solidFill>
                  <a:srgbClr val="000000"/>
                </a:solidFill>
                <a:latin typeface="IBM Plex Sans" panose="020B0503050203000203" pitchFamily="34" charset="0"/>
                <a:ea typeface="IBM Plex Sans"/>
                <a:cs typeface="IBM Plex Sans"/>
                <a:sym typeface="IBM Plex Sans"/>
              </a:rPr>
              <a:t> </a:t>
            </a:r>
            <a:r>
              <a:rPr lang="en-US" sz="1100" b="1" i="0" u="none" strike="noStrike" cap="none" noProof="0">
                <a:solidFill>
                  <a:srgbClr val="000000"/>
                </a:solidFill>
                <a:latin typeface="IBM Plex Sans" panose="020B0503050203000203" pitchFamily="34" charset="0"/>
                <a:ea typeface="IBM Plex Sans"/>
                <a:cs typeface="IBM Plex Sans"/>
                <a:sym typeface="IBM Plex Sans"/>
              </a:rPr>
              <a:t>Blockbuster</a:t>
            </a:r>
            <a:r>
              <a:rPr lang="en-US" sz="1100" b="0" i="0" u="none" strike="noStrike" cap="none" noProof="0">
                <a:solidFill>
                  <a:srgbClr val="000000"/>
                </a:solidFill>
                <a:latin typeface="IBM Plex Sans" panose="020B0503050203000203" pitchFamily="34" charset="0"/>
                <a:ea typeface="IBM Plex Sans"/>
                <a:cs typeface="IBM Plex Sans"/>
                <a:sym typeface="IBM Plex Sans"/>
              </a:rPr>
              <a:t> went </a:t>
            </a:r>
            <a:r>
              <a:rPr lang="en-US" sz="1100" b="1" i="0" u="none" strike="noStrike" cap="none" noProof="0">
                <a:solidFill>
                  <a:srgbClr val="000000"/>
                </a:solidFill>
                <a:latin typeface="IBM Plex Sans" panose="020B0503050203000203" pitchFamily="34" charset="0"/>
                <a:ea typeface="IBM Plex Sans"/>
                <a:cs typeface="IBM Plex Sans"/>
                <a:sym typeface="IBM Plex Sans"/>
              </a:rPr>
              <a:t>bankrupt</a:t>
            </a:r>
            <a:r>
              <a:rPr lang="en-US" sz="1100" b="0" i="0" u="none" strike="noStrike" cap="none" noProof="0">
                <a:solidFill>
                  <a:srgbClr val="000000"/>
                </a:solidFill>
                <a:latin typeface="IBM Plex Sans" panose="020B0503050203000203" pitchFamily="34" charset="0"/>
                <a:ea typeface="IBM Plex Sans"/>
                <a:cs typeface="IBM Plex Sans"/>
                <a:sym typeface="IBM Plex Sans"/>
              </a:rPr>
              <a:t> in </a:t>
            </a:r>
            <a:r>
              <a:rPr lang="en-US" sz="1100" b="1" i="0" u="none" strike="noStrike" cap="none" noProof="0">
                <a:solidFill>
                  <a:srgbClr val="000000"/>
                </a:solidFill>
                <a:latin typeface="IBM Plex Sans" panose="020B0503050203000203" pitchFamily="34" charset="0"/>
                <a:ea typeface="IBM Plex Sans"/>
                <a:cs typeface="IBM Plex Sans"/>
                <a:sym typeface="IBM Plex Sans"/>
              </a:rPr>
              <a:t>2010</a:t>
            </a:r>
          </a:p>
        </p:txBody>
      </p:sp>
      <p:grpSp>
        <p:nvGrpSpPr>
          <p:cNvPr id="7" name="Agrupar 6">
            <a:extLst>
              <a:ext uri="{FF2B5EF4-FFF2-40B4-BE49-F238E27FC236}">
                <a16:creationId xmlns:a16="http://schemas.microsoft.com/office/drawing/2014/main" id="{829157E3-F68D-2806-AAB9-026BC9E8794E}"/>
              </a:ext>
            </a:extLst>
          </p:cNvPr>
          <p:cNvGrpSpPr/>
          <p:nvPr/>
        </p:nvGrpSpPr>
        <p:grpSpPr>
          <a:xfrm>
            <a:off x="8561397" y="3102555"/>
            <a:ext cx="2709397" cy="2022036"/>
            <a:chOff x="8561397" y="3333909"/>
            <a:chExt cx="2709397" cy="2022036"/>
          </a:xfrm>
        </p:grpSpPr>
        <p:grpSp>
          <p:nvGrpSpPr>
            <p:cNvPr id="876" name="Google Shape;876;p62">
              <a:extLst>
                <a:ext uri="{FF2B5EF4-FFF2-40B4-BE49-F238E27FC236}">
                  <a16:creationId xmlns:a16="http://schemas.microsoft.com/office/drawing/2014/main" id="{4FCA51DF-26EC-A114-035E-9ACF598827B7}"/>
                </a:ext>
              </a:extLst>
            </p:cNvPr>
            <p:cNvGrpSpPr/>
            <p:nvPr/>
          </p:nvGrpSpPr>
          <p:grpSpPr>
            <a:xfrm>
              <a:off x="8561397" y="3333909"/>
              <a:ext cx="634778" cy="2022036"/>
              <a:chOff x="2726786" y="1363712"/>
              <a:chExt cx="2122502" cy="2639877"/>
            </a:xfrm>
          </p:grpSpPr>
          <p:sp>
            <p:nvSpPr>
              <p:cNvPr id="877" name="Google Shape;877;p62">
                <a:extLst>
                  <a:ext uri="{FF2B5EF4-FFF2-40B4-BE49-F238E27FC236}">
                    <a16:creationId xmlns:a16="http://schemas.microsoft.com/office/drawing/2014/main" id="{3129EA94-4541-DBB2-2D89-D63AC51E2DDF}"/>
                  </a:ext>
                </a:extLst>
              </p:cNvPr>
              <p:cNvSpPr/>
              <p:nvPr/>
            </p:nvSpPr>
            <p:spPr>
              <a:xfrm>
                <a:off x="2726786" y="1363712"/>
                <a:ext cx="2122502" cy="2639877"/>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lang="en-US" sz="900" b="0" i="0" u="none" strike="noStrike" cap="none" noProof="0">
                  <a:solidFill>
                    <a:schemeClr val="lt1"/>
                  </a:solidFill>
                  <a:latin typeface="IBM Plex Sans"/>
                  <a:ea typeface="IBM Plex Sans"/>
                  <a:cs typeface="IBM Plex Sans"/>
                  <a:sym typeface="IBM Plex Sans"/>
                </a:endParaRPr>
              </a:p>
            </p:txBody>
          </p:sp>
          <p:sp>
            <p:nvSpPr>
              <p:cNvPr id="878" name="Google Shape;878;p62">
                <a:extLst>
                  <a:ext uri="{FF2B5EF4-FFF2-40B4-BE49-F238E27FC236}">
                    <a16:creationId xmlns:a16="http://schemas.microsoft.com/office/drawing/2014/main" id="{A37E3CF3-D68B-1734-3DF7-1D05C0085848}"/>
                  </a:ext>
                </a:extLst>
              </p:cNvPr>
              <p:cNvSpPr txBox="1"/>
              <p:nvPr/>
            </p:nvSpPr>
            <p:spPr>
              <a:xfrm>
                <a:off x="2730361" y="1371598"/>
                <a:ext cx="2118927" cy="482183"/>
              </a:xfrm>
              <a:prstGeom prst="rect">
                <a:avLst/>
              </a:prstGeom>
              <a:noFill/>
              <a:ln>
                <a:noFill/>
              </a:ln>
            </p:spPr>
            <p:txBody>
              <a:bodyPr spcFirstLastPara="1" wrap="square" lIns="0" tIns="45700" rIns="0" bIns="45700" anchor="t" anchorCtr="0">
                <a:spAutoFit/>
              </a:bodyPr>
              <a:lstStyle/>
              <a:p>
                <a:pPr marL="0" marR="0" lvl="0" indent="0" algn="ctr" rtl="0">
                  <a:lnSpc>
                    <a:spcPct val="100000"/>
                  </a:lnSpc>
                  <a:spcBef>
                    <a:spcPts val="0"/>
                  </a:spcBef>
                  <a:spcAft>
                    <a:spcPts val="0"/>
                  </a:spcAft>
                  <a:buNone/>
                </a:pPr>
                <a:r>
                  <a:rPr lang="en-US" sz="900" b="1" i="0" u="none" strike="noStrike" cap="none" noProof="0">
                    <a:solidFill>
                      <a:srgbClr val="000000"/>
                    </a:solidFill>
                    <a:latin typeface="IBM Plex Sans"/>
                    <a:ea typeface="IBM Plex Sans"/>
                    <a:cs typeface="IBM Plex Sans"/>
                    <a:sym typeface="IBM Plex Sans"/>
                  </a:rPr>
                  <a:t>Phase 1: Deceptive</a:t>
                </a:r>
                <a:endParaRPr lang="en-US" noProof="0"/>
              </a:p>
            </p:txBody>
          </p:sp>
        </p:grpSp>
        <p:grpSp>
          <p:nvGrpSpPr>
            <p:cNvPr id="879" name="Google Shape;879;p62">
              <a:extLst>
                <a:ext uri="{FF2B5EF4-FFF2-40B4-BE49-F238E27FC236}">
                  <a16:creationId xmlns:a16="http://schemas.microsoft.com/office/drawing/2014/main" id="{ED7DBF30-C238-54CD-28B1-23A814868C97}"/>
                </a:ext>
              </a:extLst>
            </p:cNvPr>
            <p:cNvGrpSpPr/>
            <p:nvPr/>
          </p:nvGrpSpPr>
          <p:grpSpPr>
            <a:xfrm>
              <a:off x="9163704" y="3333909"/>
              <a:ext cx="620437" cy="2022036"/>
              <a:chOff x="4768969" y="1363712"/>
              <a:chExt cx="1576225" cy="2639877"/>
            </a:xfrm>
          </p:grpSpPr>
          <p:sp>
            <p:nvSpPr>
              <p:cNvPr id="880" name="Google Shape;880;p62">
                <a:extLst>
                  <a:ext uri="{FF2B5EF4-FFF2-40B4-BE49-F238E27FC236}">
                    <a16:creationId xmlns:a16="http://schemas.microsoft.com/office/drawing/2014/main" id="{3765570A-C4B8-02C6-3C61-9C9928887EA0}"/>
                  </a:ext>
                </a:extLst>
              </p:cNvPr>
              <p:cNvSpPr/>
              <p:nvPr/>
            </p:nvSpPr>
            <p:spPr>
              <a:xfrm>
                <a:off x="4849288" y="1363712"/>
                <a:ext cx="1415588" cy="2639877"/>
              </a:xfrm>
              <a:prstGeom prst="rect">
                <a:avLst/>
              </a:prstGeom>
              <a:solidFill>
                <a:srgbClr val="D8E2F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lang="en-US" sz="900" b="0" i="0" u="none" strike="noStrike" cap="none" noProof="0">
                  <a:solidFill>
                    <a:schemeClr val="lt1"/>
                  </a:solidFill>
                  <a:latin typeface="IBM Plex Sans"/>
                  <a:ea typeface="IBM Plex Sans"/>
                  <a:cs typeface="IBM Plex Sans"/>
                  <a:sym typeface="IBM Plex Sans"/>
                </a:endParaRPr>
              </a:p>
            </p:txBody>
          </p:sp>
          <p:sp>
            <p:nvSpPr>
              <p:cNvPr id="881" name="Google Shape;881;p62">
                <a:extLst>
                  <a:ext uri="{FF2B5EF4-FFF2-40B4-BE49-F238E27FC236}">
                    <a16:creationId xmlns:a16="http://schemas.microsoft.com/office/drawing/2014/main" id="{C5EDA856-BEC5-FE25-724E-34E9F3137C5F}"/>
                  </a:ext>
                </a:extLst>
              </p:cNvPr>
              <p:cNvSpPr txBox="1"/>
              <p:nvPr/>
            </p:nvSpPr>
            <p:spPr>
              <a:xfrm>
                <a:off x="4768969" y="1371598"/>
                <a:ext cx="1576225" cy="482183"/>
              </a:xfrm>
              <a:prstGeom prst="rect">
                <a:avLst/>
              </a:prstGeom>
              <a:noFill/>
              <a:ln>
                <a:noFill/>
              </a:ln>
            </p:spPr>
            <p:txBody>
              <a:bodyPr spcFirstLastPara="1" wrap="square" lIns="0" tIns="45700" rIns="0" bIns="45700" anchor="t" anchorCtr="0">
                <a:spAutoFit/>
              </a:bodyPr>
              <a:lstStyle/>
              <a:p>
                <a:pPr marL="0" marR="0" lvl="0" indent="0" algn="ctr" rtl="0">
                  <a:lnSpc>
                    <a:spcPct val="100000"/>
                  </a:lnSpc>
                  <a:spcBef>
                    <a:spcPts val="0"/>
                  </a:spcBef>
                  <a:spcAft>
                    <a:spcPts val="0"/>
                  </a:spcAft>
                  <a:buNone/>
                </a:pPr>
                <a:r>
                  <a:rPr lang="en-US" sz="900" b="1" i="0" u="none" strike="noStrike" cap="none" noProof="0">
                    <a:solidFill>
                      <a:srgbClr val="000000"/>
                    </a:solidFill>
                    <a:latin typeface="IBM Plex Sans"/>
                    <a:ea typeface="IBM Plex Sans"/>
                    <a:cs typeface="IBM Plex Sans"/>
                    <a:sym typeface="IBM Plex Sans"/>
                  </a:rPr>
                  <a:t>Phase 2: Inflection</a:t>
                </a:r>
                <a:endParaRPr lang="en-US" noProof="0"/>
              </a:p>
            </p:txBody>
          </p:sp>
        </p:grpSp>
        <p:grpSp>
          <p:nvGrpSpPr>
            <p:cNvPr id="882" name="Google Shape;882;p62">
              <a:extLst>
                <a:ext uri="{FF2B5EF4-FFF2-40B4-BE49-F238E27FC236}">
                  <a16:creationId xmlns:a16="http://schemas.microsoft.com/office/drawing/2014/main" id="{18E35E3A-DD40-0963-CCA1-209B67B4ED1E}"/>
                </a:ext>
              </a:extLst>
            </p:cNvPr>
            <p:cNvGrpSpPr/>
            <p:nvPr/>
          </p:nvGrpSpPr>
          <p:grpSpPr>
            <a:xfrm>
              <a:off x="9752526" y="3333909"/>
              <a:ext cx="1518268" cy="2022036"/>
              <a:chOff x="6264876" y="1363712"/>
              <a:chExt cx="3495940" cy="2639877"/>
            </a:xfrm>
          </p:grpSpPr>
          <p:sp>
            <p:nvSpPr>
              <p:cNvPr id="883" name="Google Shape;883;p62">
                <a:extLst>
                  <a:ext uri="{FF2B5EF4-FFF2-40B4-BE49-F238E27FC236}">
                    <a16:creationId xmlns:a16="http://schemas.microsoft.com/office/drawing/2014/main" id="{2929D81E-AC09-7A29-C16B-E6EEB660DD59}"/>
                  </a:ext>
                </a:extLst>
              </p:cNvPr>
              <p:cNvSpPr/>
              <p:nvPr/>
            </p:nvSpPr>
            <p:spPr>
              <a:xfrm>
                <a:off x="6264876" y="1363712"/>
                <a:ext cx="3495940" cy="2639877"/>
              </a:xfrm>
              <a:prstGeom prst="rect">
                <a:avLst/>
              </a:prstGeom>
              <a:solidFill>
                <a:srgbClr val="E1EFD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lang="en-US" sz="900" b="0" i="0" u="none" strike="noStrike" cap="none" noProof="0">
                  <a:solidFill>
                    <a:schemeClr val="lt1"/>
                  </a:solidFill>
                  <a:latin typeface="IBM Plex Sans"/>
                  <a:ea typeface="IBM Plex Sans"/>
                  <a:cs typeface="IBM Plex Sans"/>
                  <a:sym typeface="IBM Plex Sans"/>
                </a:endParaRPr>
              </a:p>
            </p:txBody>
          </p:sp>
          <p:sp>
            <p:nvSpPr>
              <p:cNvPr id="884" name="Google Shape;884;p62">
                <a:extLst>
                  <a:ext uri="{FF2B5EF4-FFF2-40B4-BE49-F238E27FC236}">
                    <a16:creationId xmlns:a16="http://schemas.microsoft.com/office/drawing/2014/main" id="{1A3493A7-0196-ABEB-376F-F6987EC0D06A}"/>
                  </a:ext>
                </a:extLst>
              </p:cNvPr>
              <p:cNvSpPr txBox="1"/>
              <p:nvPr/>
            </p:nvSpPr>
            <p:spPr>
              <a:xfrm>
                <a:off x="6854055" y="1371598"/>
                <a:ext cx="2317581" cy="482183"/>
              </a:xfrm>
              <a:prstGeom prst="rect">
                <a:avLst/>
              </a:prstGeom>
              <a:noFill/>
              <a:ln>
                <a:noFill/>
              </a:ln>
            </p:spPr>
            <p:txBody>
              <a:bodyPr spcFirstLastPara="1" wrap="square" lIns="0" tIns="45700" rIns="0" bIns="45700" anchor="t" anchorCtr="0">
                <a:spAutoFit/>
              </a:bodyPr>
              <a:lstStyle/>
              <a:p>
                <a:pPr marL="0" marR="0" lvl="0" indent="0" algn="ctr" rtl="0">
                  <a:lnSpc>
                    <a:spcPct val="100000"/>
                  </a:lnSpc>
                  <a:spcBef>
                    <a:spcPts val="0"/>
                  </a:spcBef>
                  <a:spcAft>
                    <a:spcPts val="0"/>
                  </a:spcAft>
                  <a:buNone/>
                </a:pPr>
                <a:r>
                  <a:rPr lang="en-US" sz="900" b="1" i="0" u="none" strike="noStrike" cap="none" noProof="0">
                    <a:solidFill>
                      <a:srgbClr val="000000"/>
                    </a:solidFill>
                    <a:latin typeface="IBM Plex Sans"/>
                    <a:ea typeface="IBM Plex Sans"/>
                    <a:cs typeface="IBM Plex Sans"/>
                    <a:sym typeface="IBM Plex Sans"/>
                  </a:rPr>
                  <a:t>Phase 3: Rapid Displacement</a:t>
                </a:r>
                <a:endParaRPr lang="en-US" noProof="0"/>
              </a:p>
            </p:txBody>
          </p:sp>
        </p:grpSp>
      </p:grpSp>
      <p:graphicFrame>
        <p:nvGraphicFramePr>
          <p:cNvPr id="885" name="Google Shape;885;p62">
            <a:extLst>
              <a:ext uri="{FF2B5EF4-FFF2-40B4-BE49-F238E27FC236}">
                <a16:creationId xmlns:a16="http://schemas.microsoft.com/office/drawing/2014/main" id="{9A1B3563-1E62-8CAA-F0A5-A9B3228D9F3F}"/>
              </a:ext>
            </a:extLst>
          </p:cNvPr>
          <p:cNvGraphicFramePr/>
          <p:nvPr>
            <p:extLst>
              <p:ext uri="{D42A27DB-BD31-4B8C-83A1-F6EECF244321}">
                <p14:modId xmlns:p14="http://schemas.microsoft.com/office/powerpoint/2010/main" val="3513964325"/>
              </p:ext>
            </p:extLst>
          </p:nvPr>
        </p:nvGraphicFramePr>
        <p:xfrm>
          <a:off x="8111658" y="3098762"/>
          <a:ext cx="3710762" cy="2532455"/>
        </p:xfrm>
        <a:graphic>
          <a:graphicData uri="http://schemas.openxmlformats.org/drawingml/2006/chart">
            <c:chart xmlns:c="http://schemas.openxmlformats.org/drawingml/2006/chart" xmlns:r="http://schemas.openxmlformats.org/officeDocument/2006/relationships" r:id="rId13"/>
          </a:graphicData>
        </a:graphic>
      </p:graphicFrame>
      <p:sp>
        <p:nvSpPr>
          <p:cNvPr id="868" name="Google Shape;868;p62">
            <a:extLst>
              <a:ext uri="{FF2B5EF4-FFF2-40B4-BE49-F238E27FC236}">
                <a16:creationId xmlns:a16="http://schemas.microsoft.com/office/drawing/2014/main" id="{23C25519-CBA0-A5AC-9E76-591F7E8C18A1}"/>
              </a:ext>
            </a:extLst>
          </p:cNvPr>
          <p:cNvSpPr/>
          <p:nvPr/>
        </p:nvSpPr>
        <p:spPr>
          <a:xfrm>
            <a:off x="4245892" y="1390988"/>
            <a:ext cx="3738991"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Scenario 2: Revitalization</a:t>
            </a:r>
            <a:endParaRPr lang="en-US" noProof="0"/>
          </a:p>
        </p:txBody>
      </p:sp>
      <p:sp>
        <p:nvSpPr>
          <p:cNvPr id="872" name="Google Shape;872;p62">
            <a:extLst>
              <a:ext uri="{FF2B5EF4-FFF2-40B4-BE49-F238E27FC236}">
                <a16:creationId xmlns:a16="http://schemas.microsoft.com/office/drawing/2014/main" id="{AF63B1C9-D795-A489-A1C9-4B62CF1997AD}"/>
              </a:ext>
            </a:extLst>
          </p:cNvPr>
          <p:cNvSpPr/>
          <p:nvPr/>
        </p:nvSpPr>
        <p:spPr>
          <a:xfrm>
            <a:off x="4231777" y="1703753"/>
            <a:ext cx="3738991" cy="1263021"/>
          </a:xfrm>
          <a:prstGeom prst="rect">
            <a:avLst/>
          </a:prstGeom>
          <a:solidFill>
            <a:srgbClr val="F2F2F2"/>
          </a:solidFill>
          <a:ln>
            <a:noFill/>
          </a:ln>
        </p:spPr>
        <p:txBody>
          <a:bodyPr spcFirstLastPara="1" wrap="square" lIns="91425" tIns="45700" rIns="91425" bIns="45700" anchor="ctr" anchorCtr="0">
            <a:noAutofit/>
          </a:bodyPr>
          <a:lstStyle/>
          <a:p>
            <a:pPr marL="0" marR="0" lvl="0" indent="0" rtl="0">
              <a:lnSpc>
                <a:spcPct val="100000"/>
              </a:lnSpc>
              <a:spcBef>
                <a:spcPts val="300"/>
              </a:spcBef>
              <a:spcAft>
                <a:spcPts val="600"/>
              </a:spcAft>
              <a:buNone/>
            </a:pPr>
            <a:r>
              <a:rPr lang="en-US" sz="1100" b="1" i="0" u="none" strike="noStrike" cap="none" noProof="0">
                <a:solidFill>
                  <a:srgbClr val="000000"/>
                </a:solidFill>
                <a:latin typeface="IBM Plex Sans" panose="020B0503050203000203" pitchFamily="34" charset="0"/>
                <a:ea typeface="IBM Plex Sans"/>
                <a:cs typeface="IBM Plex Sans"/>
                <a:sym typeface="IBM Plex Sans"/>
              </a:rPr>
              <a:t>Case Study: Retail vs E-commerce</a:t>
            </a:r>
            <a:endParaRPr lang="en-US" sz="1600" noProof="0">
              <a:latin typeface="IBM Plex Sans" panose="020B0503050203000203" pitchFamily="34" charset="0"/>
            </a:endParaRPr>
          </a:p>
          <a:p>
            <a:pPr marL="330200" marR="0" lvl="0" indent="-171450" algn="l" rtl="0">
              <a:lnSpc>
                <a:spcPct val="115000"/>
              </a:lnSpc>
              <a:spcBef>
                <a:spcPts val="300"/>
              </a:spcBef>
              <a:spcAft>
                <a:spcPts val="0"/>
              </a:spcAft>
              <a:buClr>
                <a:schemeClr val="dk1"/>
              </a:buClr>
              <a:buSzPts val="1100"/>
              <a:buFont typeface="Arial"/>
              <a:buChar char="•"/>
            </a:pPr>
            <a:r>
              <a:rPr lang="en-US" sz="1100" b="1" i="0" u="none" strike="noStrike" cap="none" noProof="0">
                <a:solidFill>
                  <a:srgbClr val="000000"/>
                </a:solidFill>
                <a:latin typeface="IBM Plex Sans" panose="020B0503050203000203" pitchFamily="34" charset="0"/>
                <a:ea typeface="IBM Plex Sans"/>
                <a:cs typeface="IBM Plex Sans"/>
                <a:sym typeface="IBM Plex Sans"/>
              </a:rPr>
              <a:t>Amazon launched in 1994</a:t>
            </a:r>
            <a:r>
              <a:rPr lang="en-US" sz="1100" b="0" i="0" u="none" strike="noStrike" cap="none" noProof="0">
                <a:solidFill>
                  <a:srgbClr val="000000"/>
                </a:solidFill>
                <a:latin typeface="IBM Plex Sans" panose="020B0503050203000203" pitchFamily="34" charset="0"/>
                <a:ea typeface="IBM Plex Sans"/>
                <a:cs typeface="IBM Plex Sans"/>
                <a:sym typeface="IBM Plex Sans"/>
              </a:rPr>
              <a:t>, but </a:t>
            </a:r>
            <a:r>
              <a:rPr lang="en-US" sz="1100" b="1" i="0" u="none" strike="noStrike" cap="none" noProof="0">
                <a:solidFill>
                  <a:srgbClr val="000000"/>
                </a:solidFill>
                <a:latin typeface="IBM Plex Sans" panose="020B0503050203000203" pitchFamily="34" charset="0"/>
                <a:ea typeface="IBM Plex Sans"/>
                <a:cs typeface="IBM Plex Sans"/>
                <a:sym typeface="IBM Plex Sans"/>
              </a:rPr>
              <a:t>physical retail expanded </a:t>
            </a:r>
            <a:r>
              <a:rPr lang="en-US" sz="1100" b="0" i="0" u="none" strike="noStrike" cap="none" noProof="0">
                <a:solidFill>
                  <a:srgbClr val="000000"/>
                </a:solidFill>
                <a:latin typeface="IBM Plex Sans" panose="020B0503050203000203" pitchFamily="34" charset="0"/>
                <a:ea typeface="IBM Plex Sans"/>
                <a:cs typeface="IBM Plex Sans"/>
                <a:sym typeface="IBM Plex Sans"/>
              </a:rPr>
              <a:t>for nearly two decades</a:t>
            </a:r>
            <a:endParaRPr lang="en-US" sz="1600" noProof="0">
              <a:latin typeface="IBM Plex Sans" panose="020B0503050203000203" pitchFamily="34" charset="0"/>
            </a:endParaRPr>
          </a:p>
          <a:p>
            <a:pPr marL="330200" lvl="0" indent="-171450">
              <a:lnSpc>
                <a:spcPct val="115000"/>
              </a:lnSpc>
              <a:spcBef>
                <a:spcPts val="300"/>
              </a:spcBef>
              <a:buClr>
                <a:schemeClr val="dk1"/>
              </a:buClr>
              <a:buSzPts val="1100"/>
              <a:buFont typeface="Arial"/>
              <a:buChar char="•"/>
            </a:pPr>
            <a:r>
              <a:rPr lang="en-US" sz="1100" b="1" noProof="0">
                <a:latin typeface="IBM Plex Sans" panose="020B0503050203000203" pitchFamily="34" charset="0"/>
              </a:rPr>
              <a:t>Demand persisted</a:t>
            </a:r>
            <a:r>
              <a:rPr lang="en-US" sz="1100" noProof="0">
                <a:latin typeface="IBM Plex Sans" panose="020B0503050203000203" pitchFamily="34" charset="0"/>
              </a:rPr>
              <a:t>; disruption hit incumbents and formats, not the total market size</a:t>
            </a:r>
            <a:r>
              <a:rPr lang="en-US" sz="1100" b="0" i="0" u="none" strike="noStrike" cap="none" baseline="30000" noProof="0">
                <a:solidFill>
                  <a:srgbClr val="000000"/>
                </a:solidFill>
                <a:latin typeface="IBM Plex Sans" panose="020B0503050203000203" pitchFamily="34" charset="0"/>
                <a:ea typeface="IBM Plex Sans"/>
                <a:cs typeface="IBM Plex Sans"/>
                <a:sym typeface="IBM Plex Sans"/>
              </a:rPr>
              <a:t>5</a:t>
            </a:r>
            <a:endParaRPr lang="en-US" sz="1600" noProof="0">
              <a:latin typeface="IBM Plex Sans" panose="020B0503050203000203" pitchFamily="34" charset="0"/>
            </a:endParaRPr>
          </a:p>
        </p:txBody>
      </p:sp>
      <p:sp>
        <p:nvSpPr>
          <p:cNvPr id="9" name="Google Shape;868;p62">
            <a:extLst>
              <a:ext uri="{FF2B5EF4-FFF2-40B4-BE49-F238E27FC236}">
                <a16:creationId xmlns:a16="http://schemas.microsoft.com/office/drawing/2014/main" id="{6B41205B-862B-F8B6-DDC4-1940FFC655A4}"/>
              </a:ext>
            </a:extLst>
          </p:cNvPr>
          <p:cNvSpPr/>
          <p:nvPr/>
        </p:nvSpPr>
        <p:spPr>
          <a:xfrm>
            <a:off x="390566" y="1392183"/>
            <a:ext cx="3738991"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Scenario 1: Neutral</a:t>
            </a:r>
            <a:endParaRPr lang="en-US" noProof="0"/>
          </a:p>
        </p:txBody>
      </p:sp>
      <p:sp>
        <p:nvSpPr>
          <p:cNvPr id="10" name="Google Shape;872;p62">
            <a:extLst>
              <a:ext uri="{FF2B5EF4-FFF2-40B4-BE49-F238E27FC236}">
                <a16:creationId xmlns:a16="http://schemas.microsoft.com/office/drawing/2014/main" id="{07E1D94B-6020-2472-9378-50615E5E576E}"/>
              </a:ext>
            </a:extLst>
          </p:cNvPr>
          <p:cNvSpPr/>
          <p:nvPr/>
        </p:nvSpPr>
        <p:spPr>
          <a:xfrm>
            <a:off x="376451" y="1704948"/>
            <a:ext cx="3738991" cy="1263021"/>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300"/>
              </a:spcBef>
              <a:spcAft>
                <a:spcPts val="600"/>
              </a:spcAft>
              <a:buNone/>
            </a:pPr>
            <a:r>
              <a:rPr lang="en-US" sz="1100" b="1" i="0" u="none" strike="noStrike" cap="none" noProof="0">
                <a:solidFill>
                  <a:srgbClr val="000000"/>
                </a:solidFill>
                <a:latin typeface="IBM Plex Sans"/>
                <a:ea typeface="IBM Plex Sans"/>
                <a:cs typeface="IBM Plex Sans"/>
                <a:sym typeface="IBM Plex Sans"/>
              </a:rPr>
              <a:t>Case Study: Movie Theater vs Streaming (Pre-COVID)</a:t>
            </a:r>
            <a:endParaRPr lang="en-US" sz="1600" b="1" noProof="0">
              <a:latin typeface="IBM Plex Sans"/>
            </a:endParaRPr>
          </a:p>
          <a:p>
            <a:pPr marL="330200" lvl="0" indent="-171450">
              <a:lnSpc>
                <a:spcPct val="115000"/>
              </a:lnSpc>
              <a:spcBef>
                <a:spcPts val="300"/>
              </a:spcBef>
              <a:buClr>
                <a:schemeClr val="dk1"/>
              </a:buClr>
              <a:buSzPts val="1100"/>
              <a:buFont typeface="Arial"/>
              <a:buChar char="•"/>
            </a:pPr>
            <a:r>
              <a:rPr lang="en-US" sz="1100" b="1" noProof="0">
                <a:latin typeface="IBM Plex Sans"/>
              </a:rPr>
              <a:t>Streaming scaled rapidly</a:t>
            </a:r>
            <a:r>
              <a:rPr lang="en-US" sz="1100" noProof="0">
                <a:latin typeface="IBM Plex Sans"/>
              </a:rPr>
              <a:t>, shifting viewing behavior and unlocking incremental demand</a:t>
            </a:r>
            <a:endParaRPr lang="en-US" sz="1100" i="0" u="none" strike="noStrike" cap="none" noProof="0">
              <a:solidFill>
                <a:srgbClr val="000000"/>
              </a:solidFill>
              <a:latin typeface="IBM Plex Sans"/>
              <a:ea typeface="IBM Plex Sans"/>
              <a:cs typeface="IBM Plex Sans"/>
              <a:sym typeface="IBM Plex Sans"/>
            </a:endParaRPr>
          </a:p>
          <a:p>
            <a:pPr marL="330200" lvl="0" indent="-171450">
              <a:lnSpc>
                <a:spcPct val="115000"/>
              </a:lnSpc>
              <a:spcBef>
                <a:spcPts val="300"/>
              </a:spcBef>
              <a:buClr>
                <a:schemeClr val="dk1"/>
              </a:buClr>
              <a:buSzPts val="1100"/>
              <a:buFont typeface="Arial"/>
              <a:buChar char="•"/>
            </a:pPr>
            <a:r>
              <a:rPr lang="en-US" sz="1100" b="1" noProof="0">
                <a:latin typeface="IBM Plex Sans"/>
              </a:rPr>
              <a:t>The box office kept growing </a:t>
            </a:r>
            <a:r>
              <a:rPr lang="en-US" sz="1100" noProof="0">
                <a:latin typeface="IBM Plex Sans"/>
              </a:rPr>
              <a:t>in absolute terms, but </a:t>
            </a:r>
            <a:r>
              <a:rPr lang="en-US" sz="1100" b="1" noProof="0">
                <a:latin typeface="IBM Plex Sans"/>
              </a:rPr>
              <a:t>at a slower pace</a:t>
            </a:r>
            <a:endParaRPr lang="en-US" sz="1600" b="1" noProof="0">
              <a:latin typeface="IBM Plex Sans"/>
            </a:endParaRPr>
          </a:p>
        </p:txBody>
      </p:sp>
      <p:graphicFrame>
        <p:nvGraphicFramePr>
          <p:cNvPr id="8" name="Google Shape;897;p62">
            <a:extLst>
              <a:ext uri="{FF2B5EF4-FFF2-40B4-BE49-F238E27FC236}">
                <a16:creationId xmlns:a16="http://schemas.microsoft.com/office/drawing/2014/main" id="{3EEFE604-729B-475D-E5A7-9A4DF2DB517B}"/>
              </a:ext>
            </a:extLst>
          </p:cNvPr>
          <p:cNvGraphicFramePr/>
          <p:nvPr>
            <p:extLst>
              <p:ext uri="{D42A27DB-BD31-4B8C-83A1-F6EECF244321}">
                <p14:modId xmlns:p14="http://schemas.microsoft.com/office/powerpoint/2010/main" val="2683097644"/>
              </p:ext>
            </p:extLst>
          </p:nvPr>
        </p:nvGraphicFramePr>
        <p:xfrm>
          <a:off x="383168" y="3121210"/>
          <a:ext cx="3710762" cy="2532455"/>
        </p:xfrm>
        <a:graphic>
          <a:graphicData uri="http://schemas.openxmlformats.org/drawingml/2006/chart">
            <c:chart xmlns:c="http://schemas.openxmlformats.org/drawingml/2006/chart" xmlns:r="http://schemas.openxmlformats.org/officeDocument/2006/relationships" r:id="rId14"/>
          </a:graphicData>
        </a:graphic>
      </p:graphicFrame>
      <p:sp>
        <p:nvSpPr>
          <p:cNvPr id="22" name="Google Shape;890;p62">
            <a:extLst>
              <a:ext uri="{FF2B5EF4-FFF2-40B4-BE49-F238E27FC236}">
                <a16:creationId xmlns:a16="http://schemas.microsoft.com/office/drawing/2014/main" id="{41A64CD8-270C-18FA-D374-9F0017BFAEBA}"/>
              </a:ext>
            </a:extLst>
          </p:cNvPr>
          <p:cNvSpPr txBox="1"/>
          <p:nvPr/>
        </p:nvSpPr>
        <p:spPr>
          <a:xfrm>
            <a:off x="781875" y="3141132"/>
            <a:ext cx="2001716" cy="230792"/>
          </a:xfrm>
          <a:prstGeom prst="rect">
            <a:avLst/>
          </a:prstGeom>
          <a:noFill/>
          <a:ln>
            <a:noFill/>
          </a:ln>
        </p:spPr>
        <p:txBody>
          <a:bodyPr spcFirstLastPara="1" wrap="square" lIns="0" tIns="45700" rIns="0" bIns="45700" anchor="t" anchorCtr="0">
            <a:spAutoFit/>
          </a:bodyPr>
          <a:lstStyle/>
          <a:p>
            <a:pPr marL="0" marR="0" lvl="0" indent="0" algn="ctr" rtl="0">
              <a:lnSpc>
                <a:spcPct val="100000"/>
              </a:lnSpc>
              <a:spcBef>
                <a:spcPts val="0"/>
              </a:spcBef>
              <a:spcAft>
                <a:spcPts val="0"/>
              </a:spcAft>
              <a:buNone/>
            </a:pPr>
            <a:r>
              <a:rPr lang="en-US" sz="900" b="1" i="0" u="none" strike="noStrike" cap="none" noProof="0">
                <a:solidFill>
                  <a:srgbClr val="000000"/>
                </a:solidFill>
                <a:latin typeface="IBM Plex Sans"/>
                <a:ea typeface="IBM Plex Sans"/>
                <a:cs typeface="IBM Plex Sans"/>
                <a:sym typeface="IBM Plex Sans"/>
              </a:rPr>
              <a:t>Phase 1: </a:t>
            </a:r>
            <a:r>
              <a:rPr lang="en-US" sz="900" b="1" noProof="0">
                <a:latin typeface="IBM Plex Sans"/>
                <a:ea typeface="IBM Plex Sans"/>
                <a:cs typeface="IBM Plex Sans"/>
                <a:sym typeface="IBM Plex Sans"/>
              </a:rPr>
              <a:t>Non-disrupted growth</a:t>
            </a:r>
            <a:endParaRPr lang="en-US" noProof="0"/>
          </a:p>
        </p:txBody>
      </p:sp>
      <p:sp>
        <p:nvSpPr>
          <p:cNvPr id="2" name="Rectangle 1">
            <a:extLst>
              <a:ext uri="{FF2B5EF4-FFF2-40B4-BE49-F238E27FC236}">
                <a16:creationId xmlns:a16="http://schemas.microsoft.com/office/drawing/2014/main" id="{3FE47EB1-3413-31FB-ACF7-955F33612E1A}"/>
              </a:ext>
            </a:extLst>
          </p:cNvPr>
          <p:cNvSpPr/>
          <p:nvPr/>
        </p:nvSpPr>
        <p:spPr>
          <a:xfrm>
            <a:off x="9089572" y="1"/>
            <a:ext cx="3130042" cy="264922"/>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1 (AI Search is additive)</a:t>
            </a:r>
            <a:endParaRPr lang="en-US" b="1" noProof="0">
              <a:solidFill>
                <a:schemeClr val="tx1"/>
              </a:solidFill>
            </a:endParaRPr>
          </a:p>
        </p:txBody>
      </p:sp>
    </p:spTree>
    <p:extLst>
      <p:ext uri="{BB962C8B-B14F-4D97-AF65-F5344CB8AC3E}">
        <p14:creationId xmlns:p14="http://schemas.microsoft.com/office/powerpoint/2010/main" val="423553291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828"/>
        <p:cNvGrpSpPr/>
        <p:nvPr/>
      </p:nvGrpSpPr>
      <p:grpSpPr>
        <a:xfrm>
          <a:off x="0" y="0"/>
          <a:ext cx="0" cy="0"/>
          <a:chOff x="0" y="0"/>
          <a:chExt cx="0" cy="0"/>
        </a:xfrm>
      </p:grpSpPr>
      <p:sp>
        <p:nvSpPr>
          <p:cNvPr id="829" name="Google Shape;829;p60"/>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pPr lvl="0"/>
            <a:r>
              <a:rPr lang="en-US" noProof="0"/>
              <a:t>Scenarios 1 and 2 predict a growing revenue over the next 5 years, while Scenario 3 projects a decline</a:t>
            </a:r>
          </a:p>
        </p:txBody>
      </p:sp>
      <p:sp>
        <p:nvSpPr>
          <p:cNvPr id="831" name="Google Shape;831;p60"/>
          <p:cNvSpPr/>
          <p:nvPr/>
        </p:nvSpPr>
        <p:spPr>
          <a:xfrm>
            <a:off x="420594" y="6303886"/>
            <a:ext cx="9858843" cy="215444"/>
          </a:xfrm>
          <a:prstGeom prst="roundRect">
            <a:avLst>
              <a:gd name="adj" fmla="val 0"/>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Note: The revenue (e.g., $249B in 2025, Scenario 1) represents the global Search Engine advertising market only, excluding non-search formats such as video ads (e.g., YouTube) and retail marketplace advertising (e.g., Amazon)</a:t>
            </a:r>
          </a:p>
          <a:p>
            <a:r>
              <a:rPr lang="en-US" sz="700" b="0" i="0" u="none" strike="noStrike" cap="none" noProof="0" dirty="0">
                <a:solidFill>
                  <a:srgbClr val="7F7F7F"/>
                </a:solidFill>
                <a:latin typeface="IBM Plex Sans"/>
                <a:ea typeface="IBM Plex Sans"/>
                <a:cs typeface="IBM Plex Sans"/>
                <a:sym typeface="IBM Plex Sans"/>
              </a:rPr>
              <a:t>Sources: (1) </a:t>
            </a:r>
            <a:r>
              <a:rPr lang="en-US" sz="700" u="sng" noProof="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Datos</a:t>
            </a:r>
            <a:r>
              <a:rPr lang="en-US" sz="700" u="sng" noProof="0" dirty="0">
                <a:solidFill>
                  <a:srgbClr val="7F7F7F"/>
                </a:solidFill>
                <a:latin typeface="IBM Plex Sans"/>
                <a:ea typeface="IBM Plex Sans"/>
                <a:cs typeface="IBM Plex Sans"/>
                <a:sym typeface="IBM Plex Sans"/>
              </a:rPr>
              <a:t>,</a:t>
            </a:r>
            <a:r>
              <a:rPr lang="en-US" sz="700" noProof="0" dirty="0">
                <a:solidFill>
                  <a:srgbClr val="7F7F7F"/>
                </a:solidFill>
                <a:latin typeface="IBM Plex Sans"/>
                <a:ea typeface="IBM Plex Sans"/>
                <a:cs typeface="IBM Plex Sans"/>
                <a:sym typeface="IBM Plex Sans"/>
              </a:rPr>
              <a:t> (2) Search volume multiplied by % of revenue-generating searches (</a:t>
            </a:r>
            <a:r>
              <a:rPr lang="en-US" sz="700" u="sng" noProof="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Datos</a:t>
            </a:r>
            <a:r>
              <a:rPr lang="en-US" sz="700" noProof="0" dirty="0">
                <a:solidFill>
                  <a:srgbClr val="7F7F7F"/>
                </a:solidFill>
                <a:latin typeface="IBM Plex Sans"/>
                <a:ea typeface="IBM Plex Sans"/>
                <a:cs typeface="IBM Plex Sans"/>
                <a:sym typeface="IBM Plex Sans"/>
              </a:rPr>
              <a:t>), (3) CTR multiplied by CPC</a:t>
            </a:r>
            <a:endParaRPr lang="en-US" sz="700" b="0" i="0" u="none" strike="noStrike" cap="none" noProof="0" dirty="0">
              <a:solidFill>
                <a:srgbClr val="7F7F7F"/>
              </a:solidFill>
              <a:latin typeface="IBM Plex Sans"/>
              <a:ea typeface="IBM Plex Sans"/>
              <a:cs typeface="IBM Plex Sans"/>
              <a:sym typeface="IBM Plex Sans"/>
            </a:endParaRPr>
          </a:p>
        </p:txBody>
      </p:sp>
      <p:sp>
        <p:nvSpPr>
          <p:cNvPr id="832" name="Google Shape;832;p60"/>
          <p:cNvSpPr txBox="1"/>
          <p:nvPr/>
        </p:nvSpPr>
        <p:spPr>
          <a:xfrm>
            <a:off x="420594" y="5873495"/>
            <a:ext cx="11350810" cy="385219"/>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400"/>
              </a:spcBef>
              <a:spcAft>
                <a:spcPts val="400"/>
              </a:spcAft>
              <a:buNone/>
            </a:pPr>
            <a:r>
              <a:rPr lang="en-US" b="1" i="0" u="none" strike="noStrike" cap="none" noProof="0">
                <a:solidFill>
                  <a:schemeClr val="dk1"/>
                </a:solidFill>
                <a:latin typeface="IBM Plex Sans"/>
                <a:ea typeface="IBM Plex Sans"/>
                <a:cs typeface="IBM Plex Sans"/>
                <a:sym typeface="IBM Plex Sans"/>
              </a:rPr>
              <a:t>Scenario 1 shows slower volume growth, with monetization gains sustaining revenue growth near historical levels</a:t>
            </a:r>
          </a:p>
        </p:txBody>
      </p:sp>
      <p:sp>
        <p:nvSpPr>
          <p:cNvPr id="833" name="Google Shape;833;p60"/>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8</a:t>
            </a:fld>
            <a:endParaRPr lang="en-US" noProof="0"/>
          </a:p>
        </p:txBody>
      </p:sp>
      <p:sp>
        <p:nvSpPr>
          <p:cNvPr id="835" name="Google Shape;835;p60"/>
          <p:cNvSpPr/>
          <p:nvPr/>
        </p:nvSpPr>
        <p:spPr>
          <a:xfrm>
            <a:off x="804910" y="1586228"/>
            <a:ext cx="3566160"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None/>
            </a:pPr>
            <a:r>
              <a:rPr lang="en-US" sz="1400" b="1" i="0" u="none" strike="noStrike" cap="none" noProof="0">
                <a:solidFill>
                  <a:schemeClr val="lt1"/>
                </a:solidFill>
                <a:latin typeface="IBM Plex Sans"/>
                <a:ea typeface="IBM Plex Sans"/>
                <a:cs typeface="IBM Plex Sans"/>
                <a:sym typeface="IBM Plex Sans"/>
              </a:rPr>
              <a:t>Scenario 1: Neutral</a:t>
            </a:r>
            <a:r>
              <a:rPr lang="en-US" b="1" noProof="0">
                <a:solidFill>
                  <a:schemeClr val="lt1"/>
                </a:solidFill>
                <a:latin typeface="IBM Plex Sans"/>
                <a:ea typeface="IBM Plex Sans"/>
                <a:cs typeface="IBM Plex Sans"/>
                <a:sym typeface="IBM Plex Sans"/>
              </a:rPr>
              <a:t> (</a:t>
            </a:r>
            <a:r>
              <a:rPr lang="en-US" sz="1400" b="1" i="0" u="none" strike="noStrike" cap="none" noProof="0">
                <a:solidFill>
                  <a:schemeClr val="lt1"/>
                </a:solidFill>
                <a:latin typeface="IBM Plex Sans"/>
                <a:ea typeface="IBM Plex Sans"/>
                <a:cs typeface="IBM Plex Sans"/>
                <a:sym typeface="IBM Plex Sans"/>
              </a:rPr>
              <a:t>Growth Slowdown)</a:t>
            </a:r>
            <a:endParaRPr lang="en-US" noProof="0"/>
          </a:p>
        </p:txBody>
      </p:sp>
      <p:sp>
        <p:nvSpPr>
          <p:cNvPr id="836" name="Google Shape;836;p60"/>
          <p:cNvSpPr/>
          <p:nvPr/>
        </p:nvSpPr>
        <p:spPr>
          <a:xfrm>
            <a:off x="4505078" y="1586228"/>
            <a:ext cx="3566160"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Scenario 2: Revitalization</a:t>
            </a:r>
            <a:endParaRPr lang="en-US" noProof="0"/>
          </a:p>
        </p:txBody>
      </p:sp>
      <p:sp>
        <p:nvSpPr>
          <p:cNvPr id="837" name="Google Shape;837;p60"/>
          <p:cNvSpPr/>
          <p:nvPr/>
        </p:nvSpPr>
        <p:spPr>
          <a:xfrm>
            <a:off x="8205245" y="1586228"/>
            <a:ext cx="3566160"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Scenario 3: Delayed Impact</a:t>
            </a:r>
            <a:endParaRPr lang="en-US" noProof="0"/>
          </a:p>
        </p:txBody>
      </p:sp>
      <p:grpSp>
        <p:nvGrpSpPr>
          <p:cNvPr id="58" name="Group 57">
            <a:extLst>
              <a:ext uri="{FF2B5EF4-FFF2-40B4-BE49-F238E27FC236}">
                <a16:creationId xmlns:a16="http://schemas.microsoft.com/office/drawing/2014/main" id="{A69CFA4E-1241-A535-80F3-17154B8B8E35}"/>
              </a:ext>
            </a:extLst>
          </p:cNvPr>
          <p:cNvGrpSpPr/>
          <p:nvPr/>
        </p:nvGrpSpPr>
        <p:grpSpPr>
          <a:xfrm>
            <a:off x="420595" y="1910230"/>
            <a:ext cx="11161456" cy="1622653"/>
            <a:chOff x="420595" y="1581325"/>
            <a:chExt cx="11161456" cy="1943078"/>
          </a:xfrm>
        </p:grpSpPr>
        <p:sp>
          <p:nvSpPr>
            <p:cNvPr id="3" name="Google Shape;715;p54">
              <a:extLst>
                <a:ext uri="{FF2B5EF4-FFF2-40B4-BE49-F238E27FC236}">
                  <a16:creationId xmlns:a16="http://schemas.microsoft.com/office/drawing/2014/main" id="{CF8FC000-0140-33CD-2F90-8BF640EF65C8}"/>
                </a:ext>
              </a:extLst>
            </p:cNvPr>
            <p:cNvSpPr/>
            <p:nvPr/>
          </p:nvSpPr>
          <p:spPr>
            <a:xfrm rot="16200000">
              <a:off x="-319486" y="2321406"/>
              <a:ext cx="1821261"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dk1"/>
                  </a:solidFill>
                  <a:latin typeface="IBM Plex Sans"/>
                  <a:ea typeface="IBM Plex Sans"/>
                  <a:cs typeface="IBM Plex Sans"/>
                  <a:sym typeface="IBM Plex Sans"/>
                </a:rPr>
                <a:t>Search Vol (Tr)</a:t>
              </a:r>
            </a:p>
          </p:txBody>
        </p:sp>
        <p:grpSp>
          <p:nvGrpSpPr>
            <p:cNvPr id="17" name="Group 16">
              <a:extLst>
                <a:ext uri="{FF2B5EF4-FFF2-40B4-BE49-F238E27FC236}">
                  <a16:creationId xmlns:a16="http://schemas.microsoft.com/office/drawing/2014/main" id="{5AE76355-6BF1-792C-E9A1-1452F87D5BEB}"/>
                </a:ext>
              </a:extLst>
            </p:cNvPr>
            <p:cNvGrpSpPr/>
            <p:nvPr/>
          </p:nvGrpSpPr>
          <p:grpSpPr>
            <a:xfrm>
              <a:off x="994263" y="1804509"/>
              <a:ext cx="3187453" cy="1719894"/>
              <a:chOff x="994263" y="1804509"/>
              <a:chExt cx="3187453" cy="1719894"/>
            </a:xfrm>
          </p:grpSpPr>
          <p:graphicFrame>
            <p:nvGraphicFramePr>
              <p:cNvPr id="4" name="Google Shape;710;p54">
                <a:extLst>
                  <a:ext uri="{FF2B5EF4-FFF2-40B4-BE49-F238E27FC236}">
                    <a16:creationId xmlns:a16="http://schemas.microsoft.com/office/drawing/2014/main" id="{48203761-6809-F4D0-470D-C2884B5D78E2}"/>
                  </a:ext>
                </a:extLst>
              </p:cNvPr>
              <p:cNvGraphicFramePr/>
              <p:nvPr/>
            </p:nvGraphicFramePr>
            <p:xfrm>
              <a:off x="994263" y="1804509"/>
              <a:ext cx="3187453" cy="1719894"/>
            </p:xfrm>
            <a:graphic>
              <a:graphicData uri="http://schemas.openxmlformats.org/drawingml/2006/chart">
                <c:chart xmlns:c="http://schemas.openxmlformats.org/drawingml/2006/chart" xmlns:r="http://schemas.openxmlformats.org/officeDocument/2006/relationships" r:id="rId4"/>
              </a:graphicData>
            </a:graphic>
          </p:graphicFrame>
          <p:sp>
            <p:nvSpPr>
              <p:cNvPr id="15" name="TextBox 14">
                <a:extLst>
                  <a:ext uri="{FF2B5EF4-FFF2-40B4-BE49-F238E27FC236}">
                    <a16:creationId xmlns:a16="http://schemas.microsoft.com/office/drawing/2014/main" id="{DE792214-6CE3-18CB-F88A-29ABB5209B33}"/>
                  </a:ext>
                </a:extLst>
              </p:cNvPr>
              <p:cNvSpPr txBox="1"/>
              <p:nvPr/>
            </p:nvSpPr>
            <p:spPr>
              <a:xfrm>
                <a:off x="1605951" y="2194651"/>
                <a:ext cx="451336" cy="294842"/>
              </a:xfrm>
              <a:prstGeom prst="rect">
                <a:avLst/>
              </a:prstGeom>
              <a:noFill/>
            </p:spPr>
            <p:txBody>
              <a:bodyPr wrap="square" rtlCol="0">
                <a:spAutoFit/>
              </a:bodyPr>
              <a:lstStyle/>
              <a:p>
                <a:r>
                  <a:rPr lang="en-US" sz="1000" b="1" noProof="0">
                    <a:latin typeface="IBM Plex Sans" panose="020B0503050203000203" pitchFamily="34" charset="0"/>
                  </a:rPr>
                  <a:t>5.6</a:t>
                </a:r>
              </a:p>
            </p:txBody>
          </p:sp>
          <p:sp>
            <p:nvSpPr>
              <p:cNvPr id="16" name="TextBox 15">
                <a:extLst>
                  <a:ext uri="{FF2B5EF4-FFF2-40B4-BE49-F238E27FC236}">
                    <a16:creationId xmlns:a16="http://schemas.microsoft.com/office/drawing/2014/main" id="{CBF7F2AE-6B18-8896-A4B6-93EBF82B3098}"/>
                  </a:ext>
                </a:extLst>
              </p:cNvPr>
              <p:cNvSpPr txBox="1"/>
              <p:nvPr/>
            </p:nvSpPr>
            <p:spPr>
              <a:xfrm>
                <a:off x="3179677" y="2009603"/>
                <a:ext cx="463826" cy="294842"/>
              </a:xfrm>
              <a:prstGeom prst="rect">
                <a:avLst/>
              </a:prstGeom>
              <a:noFill/>
            </p:spPr>
            <p:txBody>
              <a:bodyPr wrap="square" rtlCol="0">
                <a:spAutoFit/>
              </a:bodyPr>
              <a:lstStyle/>
              <a:p>
                <a:r>
                  <a:rPr lang="en-US" sz="1000" b="1" noProof="0">
                    <a:latin typeface="IBM Plex Sans" panose="020B0503050203000203" pitchFamily="34" charset="0"/>
                  </a:rPr>
                  <a:t>7.1</a:t>
                </a:r>
              </a:p>
            </p:txBody>
          </p:sp>
        </p:grpSp>
        <p:grpSp>
          <p:nvGrpSpPr>
            <p:cNvPr id="26" name="Group 25">
              <a:extLst>
                <a:ext uri="{FF2B5EF4-FFF2-40B4-BE49-F238E27FC236}">
                  <a16:creationId xmlns:a16="http://schemas.microsoft.com/office/drawing/2014/main" id="{77845706-3909-B3CB-DF85-E05909B92D0B}"/>
                </a:ext>
              </a:extLst>
            </p:cNvPr>
            <p:cNvGrpSpPr/>
            <p:nvPr/>
          </p:nvGrpSpPr>
          <p:grpSpPr>
            <a:xfrm>
              <a:off x="4505078" y="1804509"/>
              <a:ext cx="3187453" cy="1719894"/>
              <a:chOff x="994263" y="1804509"/>
              <a:chExt cx="3187453" cy="1719894"/>
            </a:xfrm>
          </p:grpSpPr>
          <p:graphicFrame>
            <p:nvGraphicFramePr>
              <p:cNvPr id="27" name="Google Shape;710;p54">
                <a:extLst>
                  <a:ext uri="{FF2B5EF4-FFF2-40B4-BE49-F238E27FC236}">
                    <a16:creationId xmlns:a16="http://schemas.microsoft.com/office/drawing/2014/main" id="{FF429F37-9069-8671-2902-F16E75CECC9D}"/>
                  </a:ext>
                </a:extLst>
              </p:cNvPr>
              <p:cNvGraphicFramePr/>
              <p:nvPr/>
            </p:nvGraphicFramePr>
            <p:xfrm>
              <a:off x="994263" y="1804509"/>
              <a:ext cx="3187453" cy="1719894"/>
            </p:xfrm>
            <a:graphic>
              <a:graphicData uri="http://schemas.openxmlformats.org/drawingml/2006/chart">
                <c:chart xmlns:c="http://schemas.openxmlformats.org/drawingml/2006/chart" xmlns:r="http://schemas.openxmlformats.org/officeDocument/2006/relationships" r:id="rId5"/>
              </a:graphicData>
            </a:graphic>
          </p:graphicFrame>
          <p:sp>
            <p:nvSpPr>
              <p:cNvPr id="28" name="TextBox 27">
                <a:extLst>
                  <a:ext uri="{FF2B5EF4-FFF2-40B4-BE49-F238E27FC236}">
                    <a16:creationId xmlns:a16="http://schemas.microsoft.com/office/drawing/2014/main" id="{4C090FBF-98C5-5D13-A4C1-CF4E6DDBF496}"/>
                  </a:ext>
                </a:extLst>
              </p:cNvPr>
              <p:cNvSpPr txBox="1"/>
              <p:nvPr/>
            </p:nvSpPr>
            <p:spPr>
              <a:xfrm>
                <a:off x="1603688" y="2198750"/>
                <a:ext cx="463826" cy="294842"/>
              </a:xfrm>
              <a:prstGeom prst="rect">
                <a:avLst/>
              </a:prstGeom>
              <a:noFill/>
            </p:spPr>
            <p:txBody>
              <a:bodyPr wrap="square" rtlCol="0">
                <a:spAutoFit/>
              </a:bodyPr>
              <a:lstStyle/>
              <a:p>
                <a:r>
                  <a:rPr lang="en-US" sz="1000" b="1" noProof="0">
                    <a:latin typeface="IBM Plex Sans" panose="020B0503050203000203" pitchFamily="34" charset="0"/>
                  </a:rPr>
                  <a:t>5.6</a:t>
                </a:r>
              </a:p>
            </p:txBody>
          </p:sp>
          <p:sp>
            <p:nvSpPr>
              <p:cNvPr id="29" name="TextBox 28">
                <a:extLst>
                  <a:ext uri="{FF2B5EF4-FFF2-40B4-BE49-F238E27FC236}">
                    <a16:creationId xmlns:a16="http://schemas.microsoft.com/office/drawing/2014/main" id="{6155414F-B312-C5BC-09AD-BF9A6D7053ED}"/>
                  </a:ext>
                </a:extLst>
              </p:cNvPr>
              <p:cNvSpPr txBox="1"/>
              <p:nvPr/>
            </p:nvSpPr>
            <p:spPr>
              <a:xfrm>
                <a:off x="3169949" y="1871795"/>
                <a:ext cx="463826" cy="294842"/>
              </a:xfrm>
              <a:prstGeom prst="rect">
                <a:avLst/>
              </a:prstGeom>
              <a:noFill/>
            </p:spPr>
            <p:txBody>
              <a:bodyPr wrap="square" rtlCol="0">
                <a:spAutoFit/>
              </a:bodyPr>
              <a:lstStyle/>
              <a:p>
                <a:r>
                  <a:rPr lang="en-US" sz="1000" b="1" noProof="0">
                    <a:latin typeface="IBM Plex Sans" panose="020B0503050203000203" pitchFamily="34" charset="0"/>
                  </a:rPr>
                  <a:t>8.3</a:t>
                </a:r>
              </a:p>
            </p:txBody>
          </p:sp>
        </p:grpSp>
        <p:grpSp>
          <p:nvGrpSpPr>
            <p:cNvPr id="22" name="Group 21">
              <a:extLst>
                <a:ext uri="{FF2B5EF4-FFF2-40B4-BE49-F238E27FC236}">
                  <a16:creationId xmlns:a16="http://schemas.microsoft.com/office/drawing/2014/main" id="{90A910FC-B4E2-A15F-186E-FF442A55E2F9}"/>
                </a:ext>
              </a:extLst>
            </p:cNvPr>
            <p:cNvGrpSpPr/>
            <p:nvPr/>
          </p:nvGrpSpPr>
          <p:grpSpPr>
            <a:xfrm>
              <a:off x="8394598" y="1804509"/>
              <a:ext cx="3187453" cy="1719894"/>
              <a:chOff x="994263" y="1804509"/>
              <a:chExt cx="3187453" cy="1719894"/>
            </a:xfrm>
          </p:grpSpPr>
          <p:graphicFrame>
            <p:nvGraphicFramePr>
              <p:cNvPr id="23" name="Google Shape;710;p54">
                <a:extLst>
                  <a:ext uri="{FF2B5EF4-FFF2-40B4-BE49-F238E27FC236}">
                    <a16:creationId xmlns:a16="http://schemas.microsoft.com/office/drawing/2014/main" id="{A2E2D74B-CF88-FDB3-4486-1B955ED5E4CB}"/>
                  </a:ext>
                </a:extLst>
              </p:cNvPr>
              <p:cNvGraphicFramePr/>
              <p:nvPr/>
            </p:nvGraphicFramePr>
            <p:xfrm>
              <a:off x="994263" y="1804509"/>
              <a:ext cx="3187453" cy="1719894"/>
            </p:xfrm>
            <a:graphic>
              <a:graphicData uri="http://schemas.openxmlformats.org/drawingml/2006/chart">
                <c:chart xmlns:c="http://schemas.openxmlformats.org/drawingml/2006/chart" xmlns:r="http://schemas.openxmlformats.org/officeDocument/2006/relationships" r:id="rId6"/>
              </a:graphicData>
            </a:graphic>
          </p:graphicFrame>
          <p:sp>
            <p:nvSpPr>
              <p:cNvPr id="24" name="TextBox 23">
                <a:extLst>
                  <a:ext uri="{FF2B5EF4-FFF2-40B4-BE49-F238E27FC236}">
                    <a16:creationId xmlns:a16="http://schemas.microsoft.com/office/drawing/2014/main" id="{430587D1-E481-2548-2D05-D7E706BB3F58}"/>
                  </a:ext>
                </a:extLst>
              </p:cNvPr>
              <p:cNvSpPr txBox="1"/>
              <p:nvPr/>
            </p:nvSpPr>
            <p:spPr>
              <a:xfrm>
                <a:off x="1583212" y="1954198"/>
                <a:ext cx="463826" cy="294842"/>
              </a:xfrm>
              <a:prstGeom prst="rect">
                <a:avLst/>
              </a:prstGeom>
              <a:noFill/>
            </p:spPr>
            <p:txBody>
              <a:bodyPr wrap="square" rtlCol="0">
                <a:spAutoFit/>
              </a:bodyPr>
              <a:lstStyle/>
              <a:p>
                <a:r>
                  <a:rPr lang="en-US" sz="1000" b="1" noProof="0">
                    <a:latin typeface="IBM Plex Sans" panose="020B0503050203000203" pitchFamily="34" charset="0"/>
                  </a:rPr>
                  <a:t>5.6</a:t>
                </a:r>
              </a:p>
            </p:txBody>
          </p:sp>
          <p:sp>
            <p:nvSpPr>
              <p:cNvPr id="25" name="TextBox 24">
                <a:extLst>
                  <a:ext uri="{FF2B5EF4-FFF2-40B4-BE49-F238E27FC236}">
                    <a16:creationId xmlns:a16="http://schemas.microsoft.com/office/drawing/2014/main" id="{1B89E58D-9C9E-F77F-8779-8A7E2A4B4CF4}"/>
                  </a:ext>
                </a:extLst>
              </p:cNvPr>
              <p:cNvSpPr txBox="1"/>
              <p:nvPr/>
            </p:nvSpPr>
            <p:spPr>
              <a:xfrm>
                <a:off x="3160221" y="2517652"/>
                <a:ext cx="463826" cy="294842"/>
              </a:xfrm>
              <a:prstGeom prst="rect">
                <a:avLst/>
              </a:prstGeom>
              <a:noFill/>
            </p:spPr>
            <p:txBody>
              <a:bodyPr wrap="square" rtlCol="0">
                <a:spAutoFit/>
              </a:bodyPr>
              <a:lstStyle/>
              <a:p>
                <a:r>
                  <a:rPr lang="en-US" sz="1000" b="1" noProof="0">
                    <a:latin typeface="IBM Plex Sans" panose="020B0503050203000203" pitchFamily="34" charset="0"/>
                  </a:rPr>
                  <a:t>2.6</a:t>
                </a:r>
              </a:p>
            </p:txBody>
          </p:sp>
        </p:grpSp>
      </p:grpSp>
      <p:sp>
        <p:nvSpPr>
          <p:cNvPr id="5" name="Google Shape;716;p54">
            <a:extLst>
              <a:ext uri="{FF2B5EF4-FFF2-40B4-BE49-F238E27FC236}">
                <a16:creationId xmlns:a16="http://schemas.microsoft.com/office/drawing/2014/main" id="{0E8FB137-3E19-9640-99DF-7244D377FF7C}"/>
              </a:ext>
            </a:extLst>
          </p:cNvPr>
          <p:cNvSpPr/>
          <p:nvPr/>
        </p:nvSpPr>
        <p:spPr>
          <a:xfrm rot="16200000">
            <a:off x="-143733" y="4067790"/>
            <a:ext cx="1486284"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dk1"/>
                </a:solidFill>
                <a:latin typeface="IBM Plex Sans"/>
                <a:ea typeface="IBM Plex Sans"/>
                <a:cs typeface="IBM Plex Sans"/>
                <a:sym typeface="IBM Plex Sans"/>
              </a:rPr>
              <a:t>Revenue ($ Bn)</a:t>
            </a:r>
          </a:p>
        </p:txBody>
      </p:sp>
      <p:graphicFrame>
        <p:nvGraphicFramePr>
          <p:cNvPr id="38" name="Google Shape;710;p54">
            <a:extLst>
              <a:ext uri="{FF2B5EF4-FFF2-40B4-BE49-F238E27FC236}">
                <a16:creationId xmlns:a16="http://schemas.microsoft.com/office/drawing/2014/main" id="{0203191F-8999-C3F4-133D-955023E08AB4}"/>
              </a:ext>
            </a:extLst>
          </p:cNvPr>
          <p:cNvGraphicFramePr/>
          <p:nvPr/>
        </p:nvGraphicFramePr>
        <p:xfrm>
          <a:off x="994263" y="3646245"/>
          <a:ext cx="2994641" cy="1457648"/>
        </p:xfrm>
        <a:graphic>
          <a:graphicData uri="http://schemas.openxmlformats.org/drawingml/2006/chart">
            <c:chart xmlns:c="http://schemas.openxmlformats.org/drawingml/2006/chart" xmlns:r="http://schemas.openxmlformats.org/officeDocument/2006/relationships" r:id="rId7"/>
          </a:graphicData>
        </a:graphic>
      </p:graphicFrame>
      <p:cxnSp>
        <p:nvCxnSpPr>
          <p:cNvPr id="41" name="Straight Arrow Connector 40">
            <a:extLst>
              <a:ext uri="{FF2B5EF4-FFF2-40B4-BE49-F238E27FC236}">
                <a16:creationId xmlns:a16="http://schemas.microsoft.com/office/drawing/2014/main" id="{E2C54417-28A2-E7E2-529D-14D8EC08F736}"/>
              </a:ext>
            </a:extLst>
          </p:cNvPr>
          <p:cNvCxnSpPr>
            <a:cxnSpLocks/>
          </p:cNvCxnSpPr>
          <p:nvPr/>
        </p:nvCxnSpPr>
        <p:spPr>
          <a:xfrm flipV="1">
            <a:off x="1792707" y="3843374"/>
            <a:ext cx="1561688" cy="333115"/>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42" name="Oval 41">
            <a:extLst>
              <a:ext uri="{FF2B5EF4-FFF2-40B4-BE49-F238E27FC236}">
                <a16:creationId xmlns:a16="http://schemas.microsoft.com/office/drawing/2014/main" id="{ABCFBF85-93CF-7000-B0F3-1ED17B9F085F}"/>
              </a:ext>
            </a:extLst>
          </p:cNvPr>
          <p:cNvSpPr/>
          <p:nvPr/>
        </p:nvSpPr>
        <p:spPr>
          <a:xfrm>
            <a:off x="1933510" y="3872521"/>
            <a:ext cx="1063187" cy="218337"/>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00" b="1" noProof="0" dirty="0">
                <a:solidFill>
                  <a:schemeClr val="tx1"/>
                </a:solidFill>
                <a:latin typeface="IBM Plex Sans" panose="020B0503050203000203" pitchFamily="34" charset="0"/>
              </a:rPr>
              <a:t>+15.6% p.a.</a:t>
            </a:r>
          </a:p>
        </p:txBody>
      </p:sp>
      <p:graphicFrame>
        <p:nvGraphicFramePr>
          <p:cNvPr id="49" name="Google Shape;710;p54">
            <a:extLst>
              <a:ext uri="{FF2B5EF4-FFF2-40B4-BE49-F238E27FC236}">
                <a16:creationId xmlns:a16="http://schemas.microsoft.com/office/drawing/2014/main" id="{34DF4B3C-A1E8-EC17-D547-2EEEE1A3C1A8}"/>
              </a:ext>
            </a:extLst>
          </p:cNvPr>
          <p:cNvGraphicFramePr/>
          <p:nvPr/>
        </p:nvGraphicFramePr>
        <p:xfrm>
          <a:off x="4556045" y="3646245"/>
          <a:ext cx="2994641" cy="1457648"/>
        </p:xfrm>
        <a:graphic>
          <a:graphicData uri="http://schemas.openxmlformats.org/drawingml/2006/chart">
            <c:chart xmlns:c="http://schemas.openxmlformats.org/drawingml/2006/chart" xmlns:r="http://schemas.openxmlformats.org/officeDocument/2006/relationships" r:id="rId8"/>
          </a:graphicData>
        </a:graphic>
      </p:graphicFrame>
      <p:cxnSp>
        <p:nvCxnSpPr>
          <p:cNvPr id="51" name="Straight Arrow Connector 50">
            <a:extLst>
              <a:ext uri="{FF2B5EF4-FFF2-40B4-BE49-F238E27FC236}">
                <a16:creationId xmlns:a16="http://schemas.microsoft.com/office/drawing/2014/main" id="{7CD91C33-E53E-40A6-2E74-3565CCA38724}"/>
              </a:ext>
            </a:extLst>
          </p:cNvPr>
          <p:cNvCxnSpPr>
            <a:cxnSpLocks/>
          </p:cNvCxnSpPr>
          <p:nvPr/>
        </p:nvCxnSpPr>
        <p:spPr>
          <a:xfrm flipV="1">
            <a:off x="5306484" y="3755794"/>
            <a:ext cx="1480547" cy="420695"/>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52" name="Oval 51">
            <a:extLst>
              <a:ext uri="{FF2B5EF4-FFF2-40B4-BE49-F238E27FC236}">
                <a16:creationId xmlns:a16="http://schemas.microsoft.com/office/drawing/2014/main" id="{A5870B71-921A-1954-BE1F-E42036922DA2}"/>
              </a:ext>
            </a:extLst>
          </p:cNvPr>
          <p:cNvSpPr/>
          <p:nvPr/>
        </p:nvSpPr>
        <p:spPr>
          <a:xfrm>
            <a:off x="5446050" y="3867465"/>
            <a:ext cx="1031218" cy="218337"/>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00" b="1" noProof="0" dirty="0">
                <a:solidFill>
                  <a:schemeClr val="tx1"/>
                </a:solidFill>
                <a:latin typeface="IBM Plex Sans" panose="020B0503050203000203" pitchFamily="34" charset="0"/>
              </a:rPr>
              <a:t>+</a:t>
            </a:r>
            <a:r>
              <a:rPr lang="en-US" sz="1000" b="1" dirty="0">
                <a:solidFill>
                  <a:schemeClr val="tx1"/>
                </a:solidFill>
                <a:latin typeface="IBM Plex Sans" panose="020B0503050203000203" pitchFamily="34" charset="0"/>
              </a:rPr>
              <a:t>20.0</a:t>
            </a:r>
            <a:r>
              <a:rPr lang="en-US" sz="1000" b="1" noProof="0" dirty="0">
                <a:solidFill>
                  <a:schemeClr val="tx1"/>
                </a:solidFill>
                <a:latin typeface="IBM Plex Sans" panose="020B0503050203000203" pitchFamily="34" charset="0"/>
              </a:rPr>
              <a:t>% p.a.</a:t>
            </a:r>
          </a:p>
        </p:txBody>
      </p:sp>
      <p:graphicFrame>
        <p:nvGraphicFramePr>
          <p:cNvPr id="54" name="Google Shape;710;p54">
            <a:extLst>
              <a:ext uri="{FF2B5EF4-FFF2-40B4-BE49-F238E27FC236}">
                <a16:creationId xmlns:a16="http://schemas.microsoft.com/office/drawing/2014/main" id="{05B7AD68-2F33-13D0-E907-AF62D8386C17}"/>
              </a:ext>
            </a:extLst>
          </p:cNvPr>
          <p:cNvGraphicFramePr/>
          <p:nvPr/>
        </p:nvGraphicFramePr>
        <p:xfrm>
          <a:off x="8390607" y="3633470"/>
          <a:ext cx="2994641" cy="1457648"/>
        </p:xfrm>
        <a:graphic>
          <a:graphicData uri="http://schemas.openxmlformats.org/drawingml/2006/chart">
            <c:chart xmlns:c="http://schemas.openxmlformats.org/drawingml/2006/chart" xmlns:r="http://schemas.openxmlformats.org/officeDocument/2006/relationships" r:id="rId9"/>
          </a:graphicData>
        </a:graphic>
      </p:graphicFrame>
      <p:cxnSp>
        <p:nvCxnSpPr>
          <p:cNvPr id="56" name="Straight Arrow Connector 55">
            <a:extLst>
              <a:ext uri="{FF2B5EF4-FFF2-40B4-BE49-F238E27FC236}">
                <a16:creationId xmlns:a16="http://schemas.microsoft.com/office/drawing/2014/main" id="{A5415771-DC18-9DFD-BF83-242DF2E5F035}"/>
              </a:ext>
            </a:extLst>
          </p:cNvPr>
          <p:cNvCxnSpPr>
            <a:cxnSpLocks/>
          </p:cNvCxnSpPr>
          <p:nvPr/>
        </p:nvCxnSpPr>
        <p:spPr>
          <a:xfrm>
            <a:off x="9104243" y="3883269"/>
            <a:ext cx="1436857" cy="152076"/>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57" name="Oval 56">
            <a:extLst>
              <a:ext uri="{FF2B5EF4-FFF2-40B4-BE49-F238E27FC236}">
                <a16:creationId xmlns:a16="http://schemas.microsoft.com/office/drawing/2014/main" id="{DF510FAE-79DE-12BB-8318-606D6DFFB8FB}"/>
              </a:ext>
            </a:extLst>
          </p:cNvPr>
          <p:cNvSpPr/>
          <p:nvPr/>
        </p:nvSpPr>
        <p:spPr>
          <a:xfrm>
            <a:off x="9296714" y="3852397"/>
            <a:ext cx="1051913" cy="218337"/>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00" b="1" noProof="0">
                <a:solidFill>
                  <a:schemeClr val="tx1"/>
                </a:solidFill>
                <a:latin typeface="IBM Plex Sans" panose="020B0503050203000203" pitchFamily="34" charset="0"/>
              </a:rPr>
              <a:t>-6.2% p.a.</a:t>
            </a:r>
          </a:p>
        </p:txBody>
      </p:sp>
      <p:sp>
        <p:nvSpPr>
          <p:cNvPr id="60" name="Google Shape;733;p54">
            <a:extLst>
              <a:ext uri="{FF2B5EF4-FFF2-40B4-BE49-F238E27FC236}">
                <a16:creationId xmlns:a16="http://schemas.microsoft.com/office/drawing/2014/main" id="{C3420F3C-3830-1CF4-C8F6-A6EA4C2E2006}"/>
              </a:ext>
            </a:extLst>
          </p:cNvPr>
          <p:cNvSpPr txBox="1"/>
          <p:nvPr/>
        </p:nvSpPr>
        <p:spPr>
          <a:xfrm>
            <a:off x="420594" y="5118255"/>
            <a:ext cx="11350810" cy="707866"/>
          </a:xfrm>
          <a:prstGeom prst="rect">
            <a:avLst/>
          </a:prstGeom>
          <a:solidFill>
            <a:srgbClr val="F2F2F2"/>
          </a:solidFill>
          <a:ln>
            <a:noFill/>
          </a:ln>
        </p:spPr>
        <p:txBody>
          <a:bodyPr spcFirstLastPara="1" wrap="square" lIns="36000" tIns="0" rIns="91425" bIns="45700" anchor="t" anchorCtr="0">
            <a:spAutoFit/>
          </a:bodyPr>
          <a:lstStyle/>
          <a:p>
            <a:pPr marL="57150" marR="0" lvl="0" algn="l" rtl="0">
              <a:lnSpc>
                <a:spcPct val="100000"/>
              </a:lnSpc>
              <a:spcBef>
                <a:spcPts val="400"/>
              </a:spcBef>
              <a:spcAft>
                <a:spcPts val="0"/>
              </a:spcAft>
              <a:buClr>
                <a:schemeClr val="dk1"/>
              </a:buClr>
              <a:buSzPts val="1200"/>
            </a:pPr>
            <a:r>
              <a:rPr lang="en-US" sz="1100" b="1" i="0" u="none" strike="noStrike" cap="none" noProof="0">
                <a:solidFill>
                  <a:srgbClr val="000000"/>
                </a:solidFill>
                <a:latin typeface="IBM Plex Sans"/>
                <a:ea typeface="IBM Plex Sans"/>
                <a:cs typeface="IBM Plex Sans"/>
                <a:sym typeface="IBM Plex Sans"/>
              </a:rPr>
              <a:t>Assumptions &amp; Methodology</a:t>
            </a:r>
          </a:p>
          <a:p>
            <a:pPr marL="228600" lvl="0" indent="-171450">
              <a:spcBef>
                <a:spcPts val="400"/>
              </a:spcBef>
              <a:buClr>
                <a:schemeClr val="dk1"/>
              </a:buClr>
              <a:buSzPts val="1200"/>
              <a:buFont typeface="Arial" panose="020B0604020202020204" pitchFamily="34" charset="0"/>
              <a:buChar char="•"/>
            </a:pPr>
            <a:r>
              <a:rPr lang="en-US" sz="1100" noProof="0">
                <a:latin typeface="IBM Plex Sans"/>
                <a:ea typeface="IBM Plex Sans"/>
                <a:cs typeface="IBM Plex Sans"/>
                <a:sym typeface="IBM Plex Sans"/>
              </a:rPr>
              <a:t>Revenue-generating increases more than non-revenue-generating due to its competition with AI tools, going from 20% of volume in 2025</a:t>
            </a:r>
            <a:r>
              <a:rPr lang="en-US" sz="1100" baseline="30000" noProof="0">
                <a:latin typeface="IBM Plex Sans"/>
                <a:ea typeface="IBM Plex Sans"/>
                <a:cs typeface="IBM Plex Sans"/>
                <a:sym typeface="IBM Plex Sans"/>
              </a:rPr>
              <a:t>1</a:t>
            </a:r>
            <a:r>
              <a:rPr lang="en-US" sz="1100" noProof="0">
                <a:latin typeface="IBM Plex Sans"/>
                <a:ea typeface="IBM Plex Sans"/>
                <a:cs typeface="IBM Plex Sans"/>
                <a:sym typeface="IBM Plex Sans"/>
              </a:rPr>
              <a:t> to 20.7% in 2030 in Scenario 1</a:t>
            </a:r>
            <a:endParaRPr lang="en-US" sz="1100" baseline="30000" noProof="0">
              <a:latin typeface="IBM Plex Sans"/>
              <a:ea typeface="IBM Plex Sans"/>
              <a:cs typeface="IBM Plex Sans"/>
              <a:sym typeface="IBM Plex Sans"/>
            </a:endParaRPr>
          </a:p>
          <a:p>
            <a:pPr marL="228600" marR="0" lvl="0" indent="-171450" algn="l" rtl="0">
              <a:lnSpc>
                <a:spcPct val="100000"/>
              </a:lnSpc>
              <a:spcBef>
                <a:spcPts val="400"/>
              </a:spcBef>
              <a:spcAft>
                <a:spcPts val="0"/>
              </a:spcAft>
              <a:buClr>
                <a:schemeClr val="dk1"/>
              </a:buClr>
              <a:buSzPts val="1200"/>
              <a:buFont typeface="Arial" panose="020B0604020202020204" pitchFamily="34" charset="0"/>
              <a:buChar char="•"/>
            </a:pPr>
            <a:r>
              <a:rPr lang="en-US" sz="1100" i="0" u="none" strike="noStrike" cap="none" noProof="0">
                <a:solidFill>
                  <a:srgbClr val="000000"/>
                </a:solidFill>
                <a:latin typeface="IBM Plex Sans"/>
                <a:ea typeface="IBM Plex Sans"/>
                <a:cs typeface="IBM Plex Sans"/>
                <a:sym typeface="IBM Plex Sans"/>
              </a:rPr>
              <a:t>Revenue: Total revenue-generating sources</a:t>
            </a:r>
            <a:r>
              <a:rPr lang="en-US" sz="1100" i="0" u="none" strike="noStrike" cap="none" baseline="30000" noProof="0">
                <a:solidFill>
                  <a:srgbClr val="000000"/>
                </a:solidFill>
                <a:latin typeface="IBM Plex Sans"/>
                <a:ea typeface="IBM Plex Sans"/>
                <a:cs typeface="IBM Plex Sans"/>
                <a:sym typeface="IBM Plex Sans"/>
              </a:rPr>
              <a:t>2</a:t>
            </a:r>
            <a:r>
              <a:rPr lang="en-US" sz="1100" i="0" u="none" strike="noStrike" cap="none" noProof="0">
                <a:solidFill>
                  <a:srgbClr val="000000"/>
                </a:solidFill>
                <a:latin typeface="IBM Plex Sans"/>
                <a:ea typeface="IBM Plex Sans"/>
                <a:cs typeface="IBM Plex Sans"/>
                <a:sym typeface="IBM Plex Sans"/>
              </a:rPr>
              <a:t> x revenue per search</a:t>
            </a:r>
            <a:r>
              <a:rPr lang="en-US" sz="1100" i="0" u="none" strike="noStrike" cap="none" baseline="30000" noProof="0">
                <a:solidFill>
                  <a:srgbClr val="000000"/>
                </a:solidFill>
                <a:latin typeface="IBM Plex Sans"/>
                <a:ea typeface="IBM Plex Sans"/>
                <a:cs typeface="IBM Plex Sans"/>
                <a:sym typeface="IBM Plex Sans"/>
              </a:rPr>
              <a:t>3</a:t>
            </a:r>
            <a:r>
              <a:rPr lang="en-US" sz="1100" i="0" u="none" strike="noStrike" cap="none" noProof="0">
                <a:solidFill>
                  <a:srgbClr val="000000"/>
                </a:solidFill>
                <a:latin typeface="IBM Plex Sans"/>
                <a:ea typeface="IBM Plex Sans"/>
                <a:cs typeface="IBM Plex Sans"/>
                <a:sym typeface="IBM Plex Sans"/>
              </a:rPr>
              <a:t> (2025: $0.23/search, 2030: 0$0.35/search)</a:t>
            </a:r>
            <a:endParaRPr lang="en-US" sz="1100" noProof="0">
              <a:latin typeface="IBM Plex Sans"/>
              <a:ea typeface="IBM Plex Sans"/>
              <a:cs typeface="IBM Plex Sans"/>
              <a:sym typeface="IBM Plex Sans"/>
            </a:endParaRPr>
          </a:p>
        </p:txBody>
      </p:sp>
      <p:sp>
        <p:nvSpPr>
          <p:cNvPr id="768" name="Rectangle 767">
            <a:extLst>
              <a:ext uri="{FF2B5EF4-FFF2-40B4-BE49-F238E27FC236}">
                <a16:creationId xmlns:a16="http://schemas.microsoft.com/office/drawing/2014/main" id="{70E5C528-2D07-22D7-5751-7C88583AEB2E}"/>
              </a:ext>
            </a:extLst>
          </p:cNvPr>
          <p:cNvSpPr/>
          <p:nvPr/>
        </p:nvSpPr>
        <p:spPr>
          <a:xfrm>
            <a:off x="7904921" y="1351774"/>
            <a:ext cx="270665" cy="170007"/>
          </a:xfrm>
          <a:prstGeom prst="rect">
            <a:avLst/>
          </a:prstGeom>
          <a:solidFill>
            <a:srgbClr val="7FD7A7"/>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Non-revenue-generating</a:t>
            </a:r>
          </a:p>
        </p:txBody>
      </p:sp>
      <p:sp>
        <p:nvSpPr>
          <p:cNvPr id="769" name="Rectangle 768">
            <a:extLst>
              <a:ext uri="{FF2B5EF4-FFF2-40B4-BE49-F238E27FC236}">
                <a16:creationId xmlns:a16="http://schemas.microsoft.com/office/drawing/2014/main" id="{446CB275-805F-A0C2-6FB2-897E830967C1}"/>
              </a:ext>
            </a:extLst>
          </p:cNvPr>
          <p:cNvSpPr/>
          <p:nvPr/>
        </p:nvSpPr>
        <p:spPr>
          <a:xfrm>
            <a:off x="10108196" y="1351774"/>
            <a:ext cx="270665" cy="170007"/>
          </a:xfrm>
          <a:prstGeom prst="rect">
            <a:avLst/>
          </a:prstGeom>
          <a:solidFill>
            <a:srgbClr val="C197E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Revenue generating</a:t>
            </a:r>
          </a:p>
        </p:txBody>
      </p:sp>
      <p:cxnSp>
        <p:nvCxnSpPr>
          <p:cNvPr id="6" name="Straight Arrow Connector 40">
            <a:extLst>
              <a:ext uri="{FF2B5EF4-FFF2-40B4-BE49-F238E27FC236}">
                <a16:creationId xmlns:a16="http://schemas.microsoft.com/office/drawing/2014/main" id="{F2184C22-0F5C-FDF6-F6A8-B2FD7FFF1CBD}"/>
              </a:ext>
            </a:extLst>
          </p:cNvPr>
          <p:cNvCxnSpPr>
            <a:cxnSpLocks/>
          </p:cNvCxnSpPr>
          <p:nvPr/>
        </p:nvCxnSpPr>
        <p:spPr>
          <a:xfrm flipV="1">
            <a:off x="1792707" y="2107357"/>
            <a:ext cx="1579971" cy="160526"/>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11" name="Oval 10">
            <a:extLst>
              <a:ext uri="{FF2B5EF4-FFF2-40B4-BE49-F238E27FC236}">
                <a16:creationId xmlns:a16="http://schemas.microsoft.com/office/drawing/2014/main" id="{6B7532E9-3D75-BB36-FDFF-D4A75E2AF0E9}"/>
              </a:ext>
            </a:extLst>
          </p:cNvPr>
          <p:cNvSpPr/>
          <p:nvPr/>
        </p:nvSpPr>
        <p:spPr>
          <a:xfrm>
            <a:off x="2015092" y="2084402"/>
            <a:ext cx="936292" cy="218337"/>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00" b="1" noProof="0">
                <a:solidFill>
                  <a:schemeClr val="tx1"/>
                </a:solidFill>
                <a:latin typeface="IBM Plex Sans" panose="020B0503050203000203" pitchFamily="34" charset="0"/>
              </a:rPr>
              <a:t>+5.0% p.a.</a:t>
            </a:r>
          </a:p>
        </p:txBody>
      </p:sp>
      <p:cxnSp>
        <p:nvCxnSpPr>
          <p:cNvPr id="19" name="Straight Arrow Connector 40">
            <a:extLst>
              <a:ext uri="{FF2B5EF4-FFF2-40B4-BE49-F238E27FC236}">
                <a16:creationId xmlns:a16="http://schemas.microsoft.com/office/drawing/2014/main" id="{8861A2FB-5CDB-1950-9DEE-802410BF78DA}"/>
              </a:ext>
            </a:extLst>
          </p:cNvPr>
          <p:cNvCxnSpPr>
            <a:cxnSpLocks/>
          </p:cNvCxnSpPr>
          <p:nvPr/>
        </p:nvCxnSpPr>
        <p:spPr>
          <a:xfrm flipV="1">
            <a:off x="5291201" y="2034747"/>
            <a:ext cx="1592292" cy="160819"/>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20" name="Oval 19">
            <a:extLst>
              <a:ext uri="{FF2B5EF4-FFF2-40B4-BE49-F238E27FC236}">
                <a16:creationId xmlns:a16="http://schemas.microsoft.com/office/drawing/2014/main" id="{BDA36B6A-4C9C-BCEF-670E-55BC73C45930}"/>
              </a:ext>
            </a:extLst>
          </p:cNvPr>
          <p:cNvSpPr/>
          <p:nvPr/>
        </p:nvSpPr>
        <p:spPr>
          <a:xfrm>
            <a:off x="5673724" y="2011473"/>
            <a:ext cx="974158" cy="218337"/>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00" b="1" noProof="0">
                <a:solidFill>
                  <a:schemeClr val="tx1"/>
                </a:solidFill>
                <a:latin typeface="IBM Plex Sans" panose="020B0503050203000203" pitchFamily="34" charset="0"/>
              </a:rPr>
              <a:t>+8.4% p.a.</a:t>
            </a:r>
          </a:p>
        </p:txBody>
      </p:sp>
      <p:cxnSp>
        <p:nvCxnSpPr>
          <p:cNvPr id="35" name="Straight Arrow Connector 40">
            <a:extLst>
              <a:ext uri="{FF2B5EF4-FFF2-40B4-BE49-F238E27FC236}">
                <a16:creationId xmlns:a16="http://schemas.microsoft.com/office/drawing/2014/main" id="{711857AF-F389-75F9-9EC7-4B016B179D87}"/>
              </a:ext>
            </a:extLst>
          </p:cNvPr>
          <p:cNvCxnSpPr>
            <a:cxnSpLocks/>
          </p:cNvCxnSpPr>
          <p:nvPr/>
        </p:nvCxnSpPr>
        <p:spPr>
          <a:xfrm>
            <a:off x="9223310" y="2069257"/>
            <a:ext cx="1549703" cy="473188"/>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36" name="Oval 35">
            <a:extLst>
              <a:ext uri="{FF2B5EF4-FFF2-40B4-BE49-F238E27FC236}">
                <a16:creationId xmlns:a16="http://schemas.microsoft.com/office/drawing/2014/main" id="{0CFCCCBD-045F-878B-C720-697A1BBE7A52}"/>
              </a:ext>
            </a:extLst>
          </p:cNvPr>
          <p:cNvSpPr/>
          <p:nvPr/>
        </p:nvSpPr>
        <p:spPr>
          <a:xfrm>
            <a:off x="9614494" y="2200697"/>
            <a:ext cx="1013749" cy="218337"/>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00" b="1" noProof="0">
                <a:solidFill>
                  <a:schemeClr val="tx1"/>
                </a:solidFill>
                <a:latin typeface="IBM Plex Sans" panose="020B0503050203000203" pitchFamily="34" charset="0"/>
              </a:rPr>
              <a:t>-14.4% p.a.</a:t>
            </a:r>
          </a:p>
        </p:txBody>
      </p:sp>
      <p:sp>
        <p:nvSpPr>
          <p:cNvPr id="13" name="Oval 12">
            <a:extLst>
              <a:ext uri="{FF2B5EF4-FFF2-40B4-BE49-F238E27FC236}">
                <a16:creationId xmlns:a16="http://schemas.microsoft.com/office/drawing/2014/main" id="{DEAA8B41-7616-4EA2-B174-76D5C88253BF}"/>
              </a:ext>
            </a:extLst>
          </p:cNvPr>
          <p:cNvSpPr/>
          <p:nvPr/>
        </p:nvSpPr>
        <p:spPr>
          <a:xfrm>
            <a:off x="6017482" y="1423950"/>
            <a:ext cx="405084" cy="101855"/>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sz="1200" b="1" noProof="0">
              <a:solidFill>
                <a:schemeClr val="tx1"/>
              </a:solidFill>
              <a:latin typeface="IBM Plex Sans" panose="020B0503050203000203" pitchFamily="34" charset="0"/>
            </a:endParaRPr>
          </a:p>
        </p:txBody>
      </p:sp>
      <p:sp>
        <p:nvSpPr>
          <p:cNvPr id="32" name="CaixaDeTexto 31">
            <a:extLst>
              <a:ext uri="{FF2B5EF4-FFF2-40B4-BE49-F238E27FC236}">
                <a16:creationId xmlns:a16="http://schemas.microsoft.com/office/drawing/2014/main" id="{B797D5D3-A688-EE6B-A190-62CF06BA7A61}"/>
              </a:ext>
            </a:extLst>
          </p:cNvPr>
          <p:cNvSpPr txBox="1"/>
          <p:nvPr/>
        </p:nvSpPr>
        <p:spPr>
          <a:xfrm>
            <a:off x="6430102" y="1310976"/>
            <a:ext cx="1568630" cy="276999"/>
          </a:xfrm>
          <a:prstGeom prst="rect">
            <a:avLst/>
          </a:prstGeom>
          <a:noFill/>
        </p:spPr>
        <p:txBody>
          <a:bodyPr wrap="square">
            <a:spAutoFit/>
          </a:bodyPr>
          <a:lstStyle/>
          <a:p>
            <a:r>
              <a:rPr lang="en-US" sz="1200" noProof="0">
                <a:solidFill>
                  <a:schemeClr val="tx1"/>
                </a:solidFill>
                <a:latin typeface="IBM Plex Sans" panose="020B0503050203000203" pitchFamily="34" charset="0"/>
              </a:rPr>
              <a:t>2025-2030 CAGR</a:t>
            </a:r>
            <a:endParaRPr lang="en-US" sz="1200" noProof="0">
              <a:latin typeface="IBM Plex Sans" panose="020B0503050203000203" pitchFamily="34" charset="0"/>
            </a:endParaRPr>
          </a:p>
        </p:txBody>
      </p:sp>
      <p:sp>
        <p:nvSpPr>
          <p:cNvPr id="2" name="Rectangle 1">
            <a:extLst>
              <a:ext uri="{FF2B5EF4-FFF2-40B4-BE49-F238E27FC236}">
                <a16:creationId xmlns:a16="http://schemas.microsoft.com/office/drawing/2014/main" id="{BBE63AC9-EB0F-F3D0-AF37-D930AFE6A84A}"/>
              </a:ext>
            </a:extLst>
          </p:cNvPr>
          <p:cNvSpPr/>
          <p:nvPr/>
        </p:nvSpPr>
        <p:spPr>
          <a:xfrm>
            <a:off x="9089572" y="1"/>
            <a:ext cx="3130042" cy="264922"/>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1 (AI Search is additive)</a:t>
            </a:r>
            <a:endParaRPr lang="en-US" b="1" noProof="0">
              <a:solidFill>
                <a:schemeClr val="tx1"/>
              </a:solidFill>
            </a:endParaRPr>
          </a:p>
        </p:txBody>
      </p:sp>
    </p:spTree>
    <p:extLst>
      <p:ext uri="{BB962C8B-B14F-4D97-AF65-F5344CB8AC3E}">
        <p14:creationId xmlns:p14="http://schemas.microsoft.com/office/powerpoint/2010/main" val="2856696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97">
          <a:extLst>
            <a:ext uri="{FF2B5EF4-FFF2-40B4-BE49-F238E27FC236}">
              <a16:creationId xmlns:a16="http://schemas.microsoft.com/office/drawing/2014/main" id="{186ECEA8-F411-731D-187E-5BE82692322E}"/>
            </a:ext>
          </a:extLst>
        </p:cNvPr>
        <p:cNvGrpSpPr/>
        <p:nvPr/>
      </p:nvGrpSpPr>
      <p:grpSpPr>
        <a:xfrm>
          <a:off x="0" y="0"/>
          <a:ext cx="0" cy="0"/>
          <a:chOff x="0" y="0"/>
          <a:chExt cx="0" cy="0"/>
        </a:xfrm>
      </p:grpSpPr>
      <p:graphicFrame>
        <p:nvGraphicFramePr>
          <p:cNvPr id="2" name="Google Shape;510;p49">
            <a:extLst>
              <a:ext uri="{FF2B5EF4-FFF2-40B4-BE49-F238E27FC236}">
                <a16:creationId xmlns:a16="http://schemas.microsoft.com/office/drawing/2014/main" id="{98831F2F-35E1-94BE-4EB2-FCDE775B0C52}"/>
              </a:ext>
            </a:extLst>
          </p:cNvPr>
          <p:cNvGraphicFramePr/>
          <p:nvPr/>
        </p:nvGraphicFramePr>
        <p:xfrm>
          <a:off x="776563" y="1977830"/>
          <a:ext cx="7314143" cy="3366477"/>
        </p:xfrm>
        <a:graphic>
          <a:graphicData uri="http://schemas.openxmlformats.org/drawingml/2006/chart">
            <c:chart xmlns:c="http://schemas.openxmlformats.org/drawingml/2006/chart" xmlns:r="http://schemas.openxmlformats.org/officeDocument/2006/relationships" r:id="rId3"/>
          </a:graphicData>
        </a:graphic>
      </p:graphicFrame>
      <p:sp>
        <p:nvSpPr>
          <p:cNvPr id="498" name="Google Shape;498;g3b30dcd6380_2_0">
            <a:extLst>
              <a:ext uri="{FF2B5EF4-FFF2-40B4-BE49-F238E27FC236}">
                <a16:creationId xmlns:a16="http://schemas.microsoft.com/office/drawing/2014/main" id="{511640D3-17CB-5A76-023A-B2A5B4A768A0}"/>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9</a:t>
            </a:fld>
            <a:endParaRPr lang="en-US" noProof="0"/>
          </a:p>
        </p:txBody>
      </p:sp>
      <p:sp>
        <p:nvSpPr>
          <p:cNvPr id="499" name="Google Shape;499;g3b30dcd6380_2_0">
            <a:extLst>
              <a:ext uri="{FF2B5EF4-FFF2-40B4-BE49-F238E27FC236}">
                <a16:creationId xmlns:a16="http://schemas.microsoft.com/office/drawing/2014/main" id="{37102E17-98DF-C231-BD5B-E1EBC8208922}"/>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pPr lvl="0"/>
            <a:r>
              <a:rPr lang="en-US" noProof="0"/>
              <a:t>Google’s launch of AI Overviews in 2024 has increased zero-click searches... (1/2)</a:t>
            </a:r>
          </a:p>
        </p:txBody>
      </p:sp>
      <p:sp>
        <p:nvSpPr>
          <p:cNvPr id="501" name="Google Shape;501;g3b30dcd6380_2_0">
            <a:extLst>
              <a:ext uri="{FF2B5EF4-FFF2-40B4-BE49-F238E27FC236}">
                <a16:creationId xmlns:a16="http://schemas.microsoft.com/office/drawing/2014/main" id="{171A28B0-DF2E-5003-712F-55AC4F3F7687}"/>
              </a:ext>
            </a:extLst>
          </p:cNvPr>
          <p:cNvSpPr/>
          <p:nvPr/>
        </p:nvSpPr>
        <p:spPr>
          <a:xfrm>
            <a:off x="420594" y="1510028"/>
            <a:ext cx="7670112"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200" b="1" i="0" u="none" strike="noStrike" cap="none" noProof="0">
                <a:solidFill>
                  <a:schemeClr val="lt1"/>
                </a:solidFill>
                <a:latin typeface="IBM Plex Sans"/>
                <a:ea typeface="IBM Plex Sans"/>
                <a:cs typeface="IBM Plex Sans"/>
                <a:sym typeface="IBM Plex Sans"/>
              </a:rPr>
              <a:t>Global Zero-Click Rates (2020–2025</a:t>
            </a:r>
            <a:r>
              <a:rPr lang="en-US" sz="1200" b="1" i="0" u="none" strike="noStrike" cap="none" baseline="30000" noProof="0">
                <a:solidFill>
                  <a:schemeClr val="lt1"/>
                </a:solidFill>
                <a:latin typeface="IBM Plex Sans"/>
                <a:ea typeface="IBM Plex Sans"/>
                <a:cs typeface="IBM Plex Sans"/>
                <a:sym typeface="IBM Plex Sans"/>
              </a:rPr>
              <a:t>6</a:t>
            </a:r>
            <a:r>
              <a:rPr lang="en-US" sz="1200" b="1" i="0" u="none" strike="noStrike" cap="none" noProof="0">
                <a:solidFill>
                  <a:schemeClr val="lt1"/>
                </a:solidFill>
                <a:latin typeface="IBM Plex Sans"/>
                <a:ea typeface="IBM Plex Sans"/>
                <a:cs typeface="IBM Plex Sans"/>
                <a:sym typeface="IBM Plex Sans"/>
              </a:rPr>
              <a:t>) and Primary Drivers</a:t>
            </a:r>
            <a:r>
              <a:rPr lang="en-US" sz="1200" b="1" noProof="0">
                <a:solidFill>
                  <a:schemeClr val="lt1"/>
                </a:solidFill>
                <a:latin typeface="IBM Plex Sans"/>
                <a:ea typeface="IBM Plex Sans"/>
                <a:cs typeface="IBM Plex Sans"/>
                <a:sym typeface="IBM Plex Sans"/>
              </a:rPr>
              <a:t> for Google</a:t>
            </a:r>
            <a:endParaRPr lang="en-US" sz="1400" b="0" i="0" u="none" strike="noStrike" cap="none" noProof="0">
              <a:solidFill>
                <a:srgbClr val="000000"/>
              </a:solidFill>
              <a:latin typeface="Arial"/>
              <a:ea typeface="Arial"/>
              <a:cs typeface="Arial"/>
              <a:sym typeface="Arial"/>
            </a:endParaRPr>
          </a:p>
        </p:txBody>
      </p:sp>
      <p:sp>
        <p:nvSpPr>
          <p:cNvPr id="503" name="Google Shape;503;g3b30dcd6380_2_0">
            <a:extLst>
              <a:ext uri="{FF2B5EF4-FFF2-40B4-BE49-F238E27FC236}">
                <a16:creationId xmlns:a16="http://schemas.microsoft.com/office/drawing/2014/main" id="{37AF0863-B83E-69B1-2A67-8314144D3816}"/>
              </a:ext>
            </a:extLst>
          </p:cNvPr>
          <p:cNvSpPr/>
          <p:nvPr/>
        </p:nvSpPr>
        <p:spPr>
          <a:xfrm>
            <a:off x="8524875" y="1510028"/>
            <a:ext cx="324652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i="0" u="none" strike="noStrike" cap="none" noProof="0">
                <a:solidFill>
                  <a:schemeClr val="lt1"/>
                </a:solidFill>
                <a:latin typeface="IBM Plex Sans"/>
                <a:ea typeface="IBM Plex Sans"/>
                <a:cs typeface="IBM Plex Sans"/>
                <a:sym typeface="IBM Plex Sans"/>
              </a:rPr>
              <a:t>Insights from research</a:t>
            </a:r>
            <a:endParaRPr lang="en-US" sz="1400" b="0" i="0" u="none" strike="noStrike" cap="none" noProof="0">
              <a:solidFill>
                <a:srgbClr val="000000"/>
              </a:solidFill>
              <a:latin typeface="Arial"/>
              <a:ea typeface="Arial"/>
              <a:cs typeface="Arial"/>
              <a:sym typeface="Arial"/>
            </a:endParaRPr>
          </a:p>
        </p:txBody>
      </p:sp>
      <p:sp>
        <p:nvSpPr>
          <p:cNvPr id="505" name="Google Shape;505;g3b30dcd6380_2_0">
            <a:extLst>
              <a:ext uri="{FF2B5EF4-FFF2-40B4-BE49-F238E27FC236}">
                <a16:creationId xmlns:a16="http://schemas.microsoft.com/office/drawing/2014/main" id="{00313B15-0391-8577-0B55-F0F071542D03}"/>
              </a:ext>
            </a:extLst>
          </p:cNvPr>
          <p:cNvSpPr txBox="1"/>
          <p:nvPr/>
        </p:nvSpPr>
        <p:spPr>
          <a:xfrm>
            <a:off x="420595" y="6253904"/>
            <a:ext cx="10171205" cy="215444"/>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700"/>
              <a:buFont typeface="Arial"/>
              <a:buNone/>
            </a:pPr>
            <a:r>
              <a:rPr lang="en-US" sz="700" noProof="0">
                <a:solidFill>
                  <a:srgbClr val="7F7F7F"/>
                </a:solidFill>
                <a:latin typeface="IBM Plex Sans"/>
                <a:ea typeface="IBM Plex Sans"/>
                <a:cs typeface="IBM Plex Sans"/>
                <a:sym typeface="IBM Plex Sans"/>
              </a:rPr>
              <a:t>Sources</a:t>
            </a:r>
            <a:r>
              <a:rPr lang="en-US" sz="700" b="0" i="0" strike="noStrike" cap="none" noProof="0">
                <a:solidFill>
                  <a:srgbClr val="7F7F7F"/>
                </a:solidFill>
                <a:latin typeface="IBM Plex Sans"/>
                <a:ea typeface="IBM Plex Sans"/>
                <a:cs typeface="IBM Plex Sans"/>
                <a:sym typeface="IBM Plex Sans"/>
              </a:rPr>
              <a:t>: (1) </a:t>
            </a:r>
            <a:r>
              <a:rPr lang="en-US" sz="700" b="0" i="0"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Wall Street Journal</a:t>
            </a:r>
            <a:r>
              <a:rPr lang="en-US" sz="700" b="0" i="0" strike="noStrike" cap="none" noProof="0">
                <a:solidFill>
                  <a:srgbClr val="7F7F7F"/>
                </a:solidFill>
                <a:latin typeface="IBM Plex Sans"/>
                <a:ea typeface="IBM Plex Sans"/>
                <a:cs typeface="IBM Plex Sans"/>
                <a:sym typeface="IBM Plex Sans"/>
              </a:rPr>
              <a:t>, (2) </a:t>
            </a:r>
            <a:r>
              <a:rPr lang="en-US" sz="700" b="0" i="0" strike="noStrike" cap="none"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Bain</a:t>
            </a:r>
            <a:r>
              <a:rPr lang="en-US" sz="700" b="0" i="0" strike="noStrike" cap="none" noProof="0">
                <a:solidFill>
                  <a:srgbClr val="7F7F7F"/>
                </a:solidFill>
                <a:latin typeface="IBM Plex Sans"/>
                <a:ea typeface="IBM Plex Sans"/>
                <a:cs typeface="IBM Plex Sans"/>
                <a:sym typeface="IBM Plex Sans"/>
              </a:rPr>
              <a:t>, (3) </a:t>
            </a:r>
            <a:r>
              <a:rPr lang="en-US" sz="700" b="0" i="0" strike="noStrike" cap="none" noProof="0" err="1">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Omnius</a:t>
            </a:r>
            <a:r>
              <a:rPr lang="en-US" sz="700" b="0" i="0" strike="noStrike" cap="none" noProof="0">
                <a:solidFill>
                  <a:srgbClr val="7F7F7F"/>
                </a:solidFill>
                <a:latin typeface="IBM Plex Sans"/>
                <a:ea typeface="IBM Plex Sans"/>
                <a:cs typeface="IBM Plex Sans"/>
                <a:sym typeface="IBM Plex Sans"/>
              </a:rPr>
              <a:t>, (4) </a:t>
            </a:r>
            <a:r>
              <a:rPr lang="en-US" sz="700" b="0" i="0" strike="noStrike" cap="none" noProof="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BCG</a:t>
            </a:r>
            <a:r>
              <a:rPr lang="en-US" sz="700" b="0" i="0" strike="noStrike" cap="none" noProof="0">
                <a:solidFill>
                  <a:srgbClr val="7F7F7F"/>
                </a:solidFill>
                <a:latin typeface="IBM Plex Sans"/>
                <a:ea typeface="IBM Plex Sans"/>
                <a:cs typeface="IBM Plex Sans"/>
                <a:sym typeface="IBM Plex Sans"/>
              </a:rPr>
              <a:t>, (5)  </a:t>
            </a:r>
            <a:r>
              <a:rPr lang="en-US" sz="700" b="0" i="0" strike="noStrike" cap="none"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Click-Vision</a:t>
            </a:r>
            <a:r>
              <a:rPr lang="en-US" sz="700" b="0" i="0" strike="noStrike" cap="none" noProof="0">
                <a:solidFill>
                  <a:srgbClr val="7F7F7F"/>
                </a:solidFill>
                <a:latin typeface="IBM Plex Sans"/>
                <a:ea typeface="IBM Plex Sans"/>
                <a:cs typeface="IBM Plex Sans"/>
                <a:sym typeface="IBM Plex Sans"/>
              </a:rPr>
              <a:t>, (6) </a:t>
            </a:r>
            <a:r>
              <a:rPr lang="en-US" sz="700" b="0" i="0" strike="noStrike" cap="none"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Click-Vision</a:t>
            </a:r>
            <a:r>
              <a:rPr lang="en-US" sz="700" b="0" i="0" strike="noStrike" cap="none" noProof="0">
                <a:solidFill>
                  <a:srgbClr val="7F7F7F"/>
                </a:solidFill>
                <a:latin typeface="IBM Plex Sans"/>
                <a:ea typeface="IBM Plex Sans"/>
                <a:cs typeface="IBM Plex Sans"/>
                <a:sym typeface="IBM Plex Sans"/>
              </a:rPr>
              <a:t> (based on: </a:t>
            </a:r>
            <a:r>
              <a:rPr lang="en-US" sz="700" b="0" i="0" strike="noStrike" cap="none" noProof="0" err="1">
                <a:solidFill>
                  <a:srgbClr val="7F7F7F"/>
                </a:solidFill>
                <a:latin typeface="IBM Plex Sans"/>
                <a:ea typeface="IBM Plex Sans"/>
                <a:cs typeface="IBM Plex Sans"/>
                <a:sym typeface="IBM Plex Sans"/>
              </a:rPr>
              <a:t>SparkToro</a:t>
            </a:r>
            <a:r>
              <a:rPr lang="en-US" sz="700" b="0" i="0" strike="noStrike" cap="none" noProof="0">
                <a:solidFill>
                  <a:srgbClr val="7F7F7F"/>
                </a:solidFill>
                <a:latin typeface="IBM Plex Sans"/>
                <a:ea typeface="IBM Plex Sans"/>
                <a:cs typeface="IBM Plex Sans"/>
                <a:sym typeface="IBM Plex Sans"/>
              </a:rPr>
              <a:t> 2020, 2021, </a:t>
            </a:r>
            <a:r>
              <a:rPr lang="en-US" sz="700" b="0" i="0" strike="noStrike" cap="none" noProof="0" err="1">
                <a:solidFill>
                  <a:srgbClr val="7F7F7F"/>
                </a:solidFill>
                <a:latin typeface="IBM Plex Sans"/>
                <a:ea typeface="IBM Plex Sans"/>
                <a:cs typeface="IBM Plex Sans"/>
                <a:sym typeface="IBM Plex Sans"/>
              </a:rPr>
              <a:t>SimilarWeb</a:t>
            </a:r>
            <a:r>
              <a:rPr lang="en-US" sz="700" b="0" i="0" strike="noStrike" cap="none" noProof="0">
                <a:solidFill>
                  <a:srgbClr val="7F7F7F"/>
                </a:solidFill>
                <a:latin typeface="IBM Plex Sans"/>
                <a:ea typeface="IBM Plex Sans"/>
                <a:cs typeface="IBM Plex Sans"/>
                <a:sym typeface="IBM Plex Sans"/>
              </a:rPr>
              <a:t> 2025, Inner Spark Web Report 2022, BrightEdge + </a:t>
            </a:r>
            <a:r>
              <a:rPr lang="en-US" sz="700" b="0" i="0" strike="noStrike" cap="none" noProof="0" err="1">
                <a:solidFill>
                  <a:srgbClr val="7F7F7F"/>
                </a:solidFill>
                <a:latin typeface="IBM Plex Sans"/>
                <a:ea typeface="IBM Plex Sans"/>
                <a:cs typeface="IBM Plex Sans"/>
                <a:sym typeface="IBM Plex Sans"/>
              </a:rPr>
              <a:t>Semrush</a:t>
            </a:r>
            <a:r>
              <a:rPr lang="en-US" sz="700" b="0" i="0" strike="noStrike" cap="none" noProof="0">
                <a:solidFill>
                  <a:srgbClr val="7F7F7F"/>
                </a:solidFill>
                <a:latin typeface="IBM Plex Sans"/>
                <a:ea typeface="IBM Plex Sans"/>
                <a:cs typeface="IBM Plex Sans"/>
                <a:sym typeface="IBM Plex Sans"/>
              </a:rPr>
              <a:t> 2023, Ars Technica + Search Engine Land 2024, </a:t>
            </a:r>
            <a:r>
              <a:rPr lang="en-US" sz="700" b="0" i="0" strike="noStrike" cap="none" noProof="0" err="1">
                <a:solidFill>
                  <a:srgbClr val="7F7F7F"/>
                </a:solidFill>
                <a:latin typeface="IBM Plex Sans"/>
                <a:ea typeface="IBM Plex Sans"/>
                <a:cs typeface="IBM Plex Sans"/>
                <a:sym typeface="IBM Plex Sans"/>
              </a:rPr>
              <a:t>MarTech</a:t>
            </a:r>
            <a:r>
              <a:rPr lang="en-US" sz="700" b="0" i="0" strike="noStrike" cap="none" noProof="0">
                <a:solidFill>
                  <a:srgbClr val="7F7F7F"/>
                </a:solidFill>
                <a:latin typeface="IBM Plex Sans"/>
                <a:ea typeface="IBM Plex Sans"/>
                <a:cs typeface="IBM Plex Sans"/>
                <a:sym typeface="IBM Plex Sans"/>
              </a:rPr>
              <a:t> + Single Grain 2025), (7) </a:t>
            </a:r>
            <a:r>
              <a:rPr lang="en-US" sz="700" b="0" i="0" strike="noStrike" cap="none" noProof="0" err="1">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Datos|SparkToro</a:t>
            </a:r>
            <a:r>
              <a:rPr lang="en-US" sz="700" b="0" i="0" strike="noStrike" cap="none"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 - State of Search Q3 2025 Report</a:t>
            </a:r>
            <a:r>
              <a:rPr lang="en-US" sz="700" b="0" i="0" strike="noStrike" cap="none" noProof="0">
                <a:solidFill>
                  <a:srgbClr val="7F7F7F"/>
                </a:solidFill>
                <a:latin typeface="IBM Plex Sans"/>
                <a:ea typeface="IBM Plex Sans"/>
                <a:cs typeface="IBM Plex Sans"/>
                <a:sym typeface="IBM Plex Sans"/>
              </a:rPr>
              <a:t>, (8) </a:t>
            </a:r>
            <a:r>
              <a:rPr lang="en-US" sz="700" b="0" i="0" strike="noStrike" cap="none" noProof="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Search Engine Land</a:t>
            </a:r>
          </a:p>
        </p:txBody>
      </p:sp>
      <p:sp>
        <p:nvSpPr>
          <p:cNvPr id="506" name="Google Shape;506;g3b30dcd6380_2_0">
            <a:extLst>
              <a:ext uri="{FF2B5EF4-FFF2-40B4-BE49-F238E27FC236}">
                <a16:creationId xmlns:a16="http://schemas.microsoft.com/office/drawing/2014/main" id="{18530C9E-047A-74D3-E216-23B29AE10881}"/>
              </a:ext>
            </a:extLst>
          </p:cNvPr>
          <p:cNvSpPr/>
          <p:nvPr/>
        </p:nvSpPr>
        <p:spPr>
          <a:xfrm>
            <a:off x="8524874" y="1868391"/>
            <a:ext cx="3246530" cy="3551344"/>
          </a:xfrm>
          <a:prstGeom prst="rect">
            <a:avLst/>
          </a:prstGeom>
          <a:solidFill>
            <a:srgbClr val="F2F2F2"/>
          </a:solidFill>
          <a:ln>
            <a:noFill/>
          </a:ln>
        </p:spPr>
        <p:txBody>
          <a:bodyPr spcFirstLastPara="1" wrap="square" lIns="91425" tIns="91425" rIns="0" bIns="0" anchor="t" anchorCtr="0">
            <a:noAutofit/>
          </a:bodyPr>
          <a:lstStyle/>
          <a:p>
            <a:pPr marL="179705" indent="-179705">
              <a:spcAft>
                <a:spcPts val="60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AI Overviews </a:t>
            </a:r>
            <a:r>
              <a:rPr lang="en-US" sz="1200" b="1" i="0" u="none" strike="noStrike" cap="none" noProof="0">
                <a:solidFill>
                  <a:schemeClr val="dk1"/>
                </a:solidFill>
                <a:latin typeface="IBM Plex Sans"/>
                <a:ea typeface="IBM Plex Sans"/>
                <a:cs typeface="IBM Plex Sans"/>
                <a:sym typeface="IBM Plex Sans"/>
              </a:rPr>
              <a:t>launched first in the US</a:t>
            </a:r>
            <a:r>
              <a:rPr lang="en-US" sz="1200" b="0" i="0" u="none" strike="noStrike" cap="none" noProof="0">
                <a:solidFill>
                  <a:schemeClr val="dk1"/>
                </a:solidFill>
                <a:latin typeface="IBM Plex Sans"/>
                <a:ea typeface="IBM Plex Sans"/>
                <a:cs typeface="IBM Plex Sans"/>
                <a:sym typeface="IBM Plex Sans"/>
              </a:rPr>
              <a:t> (May 2024) and expanded globally by late 2024</a:t>
            </a:r>
          </a:p>
          <a:p>
            <a:pPr marL="179705" indent="-179705">
              <a:spcAft>
                <a:spcPts val="600"/>
              </a:spcAft>
              <a:buClr>
                <a:schemeClr val="dk1"/>
              </a:buClr>
              <a:buSzPts val="1200"/>
              <a:buFont typeface="Arial"/>
              <a:buChar char="•"/>
            </a:pPr>
            <a:r>
              <a:rPr lang="en-US" sz="1200" b="1" i="0" u="none" strike="noStrike" cap="none" noProof="0">
                <a:solidFill>
                  <a:schemeClr val="dk1"/>
                </a:solidFill>
                <a:latin typeface="IBM Plex Sans"/>
                <a:ea typeface="IBM Plex Sans"/>
                <a:cs typeface="IBM Plex Sans"/>
                <a:sym typeface="IBM Plex Sans"/>
              </a:rPr>
              <a:t>~80% of users rely on AI Overviews </a:t>
            </a:r>
            <a:r>
              <a:rPr lang="en-US" sz="1200" b="0" i="0" u="none" strike="noStrike" cap="none" noProof="0">
                <a:solidFill>
                  <a:schemeClr val="dk1"/>
                </a:solidFill>
                <a:latin typeface="IBM Plex Sans"/>
                <a:ea typeface="IBM Plex Sans"/>
                <a:cs typeface="IBM Plex Sans"/>
                <a:sym typeface="IBM Plex Sans"/>
              </a:rPr>
              <a:t>at least 40% of the time</a:t>
            </a:r>
            <a:r>
              <a:rPr lang="en-US" sz="1200" b="1" i="0" u="none" strike="noStrike" cap="none" baseline="30000" noProof="0">
                <a:solidFill>
                  <a:schemeClr val="dk1"/>
                </a:solidFill>
                <a:latin typeface="IBM Plex Sans"/>
                <a:ea typeface="IBM Plex Sans"/>
                <a:cs typeface="IBM Plex Sans"/>
                <a:sym typeface="IBM Plex Sans"/>
              </a:rPr>
              <a:t>2</a:t>
            </a:r>
          </a:p>
          <a:p>
            <a:pPr marL="179705" marR="0" lvl="0" indent="-179705" algn="l" rtl="0">
              <a:lnSpc>
                <a:spcPct val="100000"/>
              </a:lnSpc>
              <a:spcBef>
                <a:spcPts val="600"/>
              </a:spcBef>
              <a:spcAft>
                <a:spcPts val="60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Search </a:t>
            </a:r>
            <a:r>
              <a:rPr lang="en-US" sz="1200" b="1" i="0" u="none" strike="noStrike" cap="none" noProof="0">
                <a:solidFill>
                  <a:schemeClr val="dk1"/>
                </a:solidFill>
                <a:latin typeface="IBM Plex Sans"/>
                <a:ea typeface="IBM Plex Sans"/>
                <a:cs typeface="IBM Plex Sans"/>
                <a:sym typeface="IBM Plex Sans"/>
              </a:rPr>
              <a:t>impressions</a:t>
            </a:r>
            <a:r>
              <a:rPr lang="en-US" sz="1200" b="0" i="0" u="none" strike="noStrike" cap="none" noProof="0">
                <a:solidFill>
                  <a:schemeClr val="dk1"/>
                </a:solidFill>
                <a:latin typeface="IBM Plex Sans"/>
                <a:ea typeface="IBM Plex Sans"/>
                <a:cs typeface="IBM Plex Sans"/>
                <a:sym typeface="IBM Plex Sans"/>
              </a:rPr>
              <a:t> </a:t>
            </a:r>
            <a:r>
              <a:rPr lang="en-US" sz="1200" b="1" i="0" u="none" strike="noStrike" cap="none" noProof="0">
                <a:solidFill>
                  <a:schemeClr val="dk1"/>
                </a:solidFill>
                <a:latin typeface="IBM Plex Sans"/>
                <a:ea typeface="IBM Plex Sans"/>
                <a:cs typeface="IBM Plex Sans"/>
                <a:sym typeface="IBM Plex Sans"/>
              </a:rPr>
              <a:t>grew</a:t>
            </a:r>
            <a:r>
              <a:rPr lang="en-US" sz="1200" b="0" i="0" u="none" strike="noStrike" cap="none" noProof="0">
                <a:solidFill>
                  <a:schemeClr val="dk1"/>
                </a:solidFill>
                <a:latin typeface="IBM Plex Sans"/>
                <a:ea typeface="IBM Plex Sans"/>
                <a:cs typeface="IBM Plex Sans"/>
                <a:sym typeface="IBM Plex Sans"/>
              </a:rPr>
              <a:t> </a:t>
            </a:r>
            <a:r>
              <a:rPr lang="en-US" sz="1200" b="1" i="0" u="none" strike="noStrike" cap="none" noProof="0">
                <a:solidFill>
                  <a:schemeClr val="dk1"/>
                </a:solidFill>
                <a:latin typeface="IBM Plex Sans"/>
                <a:ea typeface="IBM Plex Sans"/>
                <a:cs typeface="IBM Plex Sans"/>
                <a:sym typeface="IBM Plex Sans"/>
              </a:rPr>
              <a:t>49%</a:t>
            </a:r>
            <a:r>
              <a:rPr lang="en-US" sz="1200" b="0" i="0" u="none" strike="noStrike" cap="none" noProof="0">
                <a:solidFill>
                  <a:schemeClr val="dk1"/>
                </a:solidFill>
                <a:latin typeface="IBM Plex Sans"/>
                <a:ea typeface="IBM Plex Sans"/>
                <a:cs typeface="IBM Plex Sans"/>
                <a:sym typeface="IBM Plex Sans"/>
              </a:rPr>
              <a:t> while </a:t>
            </a:r>
            <a:r>
              <a:rPr lang="en-US" sz="1200" b="1" i="0" u="none" strike="noStrike" cap="none" noProof="0">
                <a:solidFill>
                  <a:schemeClr val="dk1"/>
                </a:solidFill>
                <a:latin typeface="IBM Plex Sans"/>
                <a:ea typeface="IBM Plex Sans"/>
                <a:cs typeface="IBM Plex Sans"/>
                <a:sym typeface="IBM Plex Sans"/>
              </a:rPr>
              <a:t>CTRs dropped 30% (</a:t>
            </a:r>
            <a:r>
              <a:rPr lang="en-US" sz="1200" b="1" noProof="0">
                <a:solidFill>
                  <a:schemeClr val="dk1"/>
                </a:solidFill>
                <a:latin typeface="IBM Plex Sans"/>
                <a:ea typeface="IBM Plex Sans"/>
                <a:cs typeface="IBM Plex Sans"/>
                <a:sym typeface="IBM Plex Sans"/>
              </a:rPr>
              <a:t>incl. informational searches)</a:t>
            </a:r>
            <a:r>
              <a:rPr lang="en-US" sz="1200" b="0" i="0" u="none" strike="noStrike" cap="none" baseline="30000" noProof="0">
                <a:solidFill>
                  <a:schemeClr val="dk1"/>
                </a:solidFill>
                <a:latin typeface="IBM Plex Sans"/>
                <a:ea typeface="IBM Plex Sans"/>
                <a:cs typeface="IBM Plex Sans"/>
                <a:sym typeface="IBM Plex Sans"/>
              </a:rPr>
              <a:t>3</a:t>
            </a:r>
            <a:endParaRPr lang="en-US" sz="1200" b="0" i="0" u="none" strike="noStrike" cap="none" noProof="0">
              <a:solidFill>
                <a:schemeClr val="dk1"/>
              </a:solidFill>
              <a:latin typeface="IBM Plex Sans"/>
              <a:ea typeface="IBM Plex Sans"/>
              <a:cs typeface="IBM Plex Sans"/>
            </a:endParaRPr>
          </a:p>
          <a:p>
            <a:pPr marL="179705" lvl="0" indent="-179705">
              <a:spcBef>
                <a:spcPts val="600"/>
              </a:spcBef>
              <a:spcAft>
                <a:spcPts val="600"/>
              </a:spcAft>
              <a:buClr>
                <a:schemeClr val="dk1"/>
              </a:buClr>
              <a:buSzPts val="1200"/>
              <a:buFont typeface="Arial"/>
              <a:buChar char="•"/>
            </a:pPr>
            <a:r>
              <a:rPr lang="en-US" sz="1200" i="0" u="none" strike="noStrike" cap="none" noProof="0">
                <a:solidFill>
                  <a:schemeClr val="dk1"/>
                </a:solidFill>
                <a:latin typeface="IBM Plex Sans"/>
                <a:ea typeface="IBM Plex Sans"/>
                <a:cs typeface="IBM Plex Sans"/>
                <a:sym typeface="IBM Plex Sans"/>
              </a:rPr>
              <a:t>Users are increasingly </a:t>
            </a:r>
            <a:r>
              <a:rPr lang="en-US" sz="1200" b="1" i="0" u="none" strike="noStrike" cap="none" noProof="0">
                <a:solidFill>
                  <a:schemeClr val="dk1"/>
                </a:solidFill>
                <a:latin typeface="IBM Plex Sans"/>
                <a:ea typeface="IBM Plex Sans"/>
                <a:cs typeface="IBM Plex Sans"/>
                <a:sym typeface="IBM Plex Sans"/>
              </a:rPr>
              <a:t>satisfying intent directly on the results </a:t>
            </a:r>
            <a:r>
              <a:rPr lang="en-US" sz="1200" b="1" noProof="0">
                <a:solidFill>
                  <a:schemeClr val="dk1"/>
                </a:solidFill>
                <a:latin typeface="IBM Plex Sans"/>
                <a:ea typeface="IBM Plex Sans"/>
                <a:cs typeface="IBM Plex Sans"/>
                <a:sym typeface="IBM Plex Sans"/>
              </a:rPr>
              <a:t>page</a:t>
            </a:r>
            <a:r>
              <a:rPr lang="en-US" sz="1200" b="1" baseline="30000" noProof="0">
                <a:solidFill>
                  <a:schemeClr val="dk1"/>
                </a:solidFill>
                <a:latin typeface="IBM Plex Sans"/>
                <a:ea typeface="IBM Plex Sans"/>
                <a:cs typeface="IBM Plex Sans"/>
                <a:sym typeface="IBM Plex Sans"/>
              </a:rPr>
              <a:t>4,5</a:t>
            </a:r>
            <a:endParaRPr lang="en-US" sz="1200" b="1" baseline="30000" noProof="0">
              <a:solidFill>
                <a:schemeClr val="dk1"/>
              </a:solidFill>
              <a:latin typeface="IBM Plex Sans"/>
              <a:ea typeface="IBM Plex Sans"/>
              <a:cs typeface="IBM Plex Sans"/>
            </a:endParaRPr>
          </a:p>
          <a:p>
            <a:pPr marL="179705" lvl="0" indent="-179705">
              <a:spcBef>
                <a:spcPts val="600"/>
              </a:spcBef>
              <a:spcAft>
                <a:spcPts val="600"/>
              </a:spcAft>
              <a:buClr>
                <a:schemeClr val="dk1"/>
              </a:buClr>
              <a:buSzPts val="1200"/>
              <a:buFont typeface="Arial"/>
              <a:buChar char="•"/>
            </a:pPr>
            <a:r>
              <a:rPr lang="en-US" sz="1200" b="1" noProof="0">
                <a:solidFill>
                  <a:schemeClr val="dk1"/>
                </a:solidFill>
                <a:latin typeface="IBM Plex Sans"/>
              </a:rPr>
              <a:t>AI Overviews </a:t>
            </a:r>
            <a:r>
              <a:rPr lang="en-US" sz="1200" noProof="0">
                <a:solidFill>
                  <a:schemeClr val="dk1"/>
                </a:solidFill>
                <a:latin typeface="IBM Plex Sans"/>
              </a:rPr>
              <a:t>have </a:t>
            </a:r>
            <a:r>
              <a:rPr lang="en-US" sz="1200" b="1" noProof="0">
                <a:solidFill>
                  <a:schemeClr val="dk1"/>
                </a:solidFill>
                <a:latin typeface="IBM Plex Sans"/>
              </a:rPr>
              <a:t>declined</a:t>
            </a:r>
            <a:r>
              <a:rPr lang="en-US" sz="1200" noProof="0">
                <a:solidFill>
                  <a:schemeClr val="dk1"/>
                </a:solidFill>
                <a:latin typeface="IBM Plex Sans"/>
              </a:rPr>
              <a:t> </a:t>
            </a:r>
            <a:r>
              <a:rPr lang="en-US" sz="1200" b="1" noProof="0">
                <a:solidFill>
                  <a:schemeClr val="dk1"/>
                </a:solidFill>
                <a:latin typeface="IBM Plex Sans"/>
              </a:rPr>
              <a:t>since</a:t>
            </a:r>
            <a:r>
              <a:rPr lang="en-US" sz="1200" noProof="0">
                <a:solidFill>
                  <a:schemeClr val="dk1"/>
                </a:solidFill>
                <a:latin typeface="IBM Plex Sans"/>
              </a:rPr>
              <a:t> their </a:t>
            </a:r>
            <a:r>
              <a:rPr lang="en-US" sz="1200" b="1" noProof="0">
                <a:solidFill>
                  <a:schemeClr val="dk1"/>
                </a:solidFill>
                <a:latin typeface="IBM Plex Sans"/>
              </a:rPr>
              <a:t>mid-2025 peak</a:t>
            </a:r>
            <a:r>
              <a:rPr lang="en-US" sz="1200" noProof="0">
                <a:solidFill>
                  <a:schemeClr val="dk1"/>
                </a:solidFill>
                <a:latin typeface="IBM Plex Sans"/>
              </a:rPr>
              <a:t>, </a:t>
            </a:r>
            <a:r>
              <a:rPr lang="en-US" sz="1200" b="1" noProof="0">
                <a:solidFill>
                  <a:schemeClr val="dk1"/>
                </a:solidFill>
                <a:latin typeface="IBM Plex Sans"/>
              </a:rPr>
              <a:t>suggesting</a:t>
            </a:r>
            <a:r>
              <a:rPr lang="en-US" sz="1200" noProof="0">
                <a:solidFill>
                  <a:schemeClr val="dk1"/>
                </a:solidFill>
                <a:latin typeface="IBM Plex Sans"/>
              </a:rPr>
              <a:t> search engines are approaching a </a:t>
            </a:r>
            <a:r>
              <a:rPr lang="en-US" sz="1200" b="1" noProof="0">
                <a:solidFill>
                  <a:schemeClr val="dk1"/>
                </a:solidFill>
                <a:latin typeface="IBM Plex Sans"/>
              </a:rPr>
              <a:t>natural ceiling </a:t>
            </a:r>
            <a:r>
              <a:rPr lang="en-US" sz="1200" noProof="0">
                <a:solidFill>
                  <a:schemeClr val="dk1"/>
                </a:solidFill>
                <a:latin typeface="IBM Plex Sans"/>
              </a:rPr>
              <a:t>for zero-click outcomes</a:t>
            </a:r>
            <a:r>
              <a:rPr lang="en-US" sz="1200" baseline="30000" noProof="0">
                <a:solidFill>
                  <a:schemeClr val="dk1"/>
                </a:solidFill>
                <a:latin typeface="IBM Plex Sans"/>
              </a:rPr>
              <a:t>8</a:t>
            </a:r>
          </a:p>
        </p:txBody>
      </p:sp>
      <p:grpSp>
        <p:nvGrpSpPr>
          <p:cNvPr id="6" name="Group 5">
            <a:extLst>
              <a:ext uri="{FF2B5EF4-FFF2-40B4-BE49-F238E27FC236}">
                <a16:creationId xmlns:a16="http://schemas.microsoft.com/office/drawing/2014/main" id="{DB8BC4F5-5DBE-40B8-C4F3-156F64D2620F}"/>
              </a:ext>
            </a:extLst>
          </p:cNvPr>
          <p:cNvGrpSpPr/>
          <p:nvPr/>
        </p:nvGrpSpPr>
        <p:grpSpPr>
          <a:xfrm>
            <a:off x="1219200" y="2348763"/>
            <a:ext cx="6130724" cy="324000"/>
            <a:chOff x="712996" y="1871684"/>
            <a:chExt cx="3148427" cy="331766"/>
          </a:xfrm>
        </p:grpSpPr>
        <p:sp>
          <p:nvSpPr>
            <p:cNvPr id="4" name="Google Shape;509;p49">
              <a:extLst>
                <a:ext uri="{FF2B5EF4-FFF2-40B4-BE49-F238E27FC236}">
                  <a16:creationId xmlns:a16="http://schemas.microsoft.com/office/drawing/2014/main" id="{AEA33C83-6043-7467-D23E-044E4FB195A8}"/>
                </a:ext>
              </a:extLst>
            </p:cNvPr>
            <p:cNvSpPr/>
            <p:nvPr/>
          </p:nvSpPr>
          <p:spPr>
            <a:xfrm>
              <a:off x="712996" y="1987550"/>
              <a:ext cx="3148427" cy="215900"/>
            </a:xfrm>
            <a:custGeom>
              <a:avLst/>
              <a:gdLst/>
              <a:ahLst/>
              <a:cxnLst/>
              <a:rect l="l" t="t" r="r" b="b"/>
              <a:pathLst>
                <a:path w="3060700" h="215900" extrusionOk="0">
                  <a:moveTo>
                    <a:pt x="0" y="215900"/>
                  </a:moveTo>
                  <a:lnTo>
                    <a:pt x="0" y="0"/>
                  </a:lnTo>
                  <a:lnTo>
                    <a:pt x="3060700" y="0"/>
                  </a:lnTo>
                  <a:lnTo>
                    <a:pt x="3060700" y="114300"/>
                  </a:lnTo>
                </a:path>
              </a:pathLst>
            </a:custGeom>
            <a:noFill/>
            <a:ln w="9525" cap="flat" cmpd="sng">
              <a:solidFill>
                <a:schemeClr val="dk1"/>
              </a:solidFill>
              <a:prstDash val="solid"/>
              <a:round/>
              <a:headEnd type="none" w="sm" len="sm"/>
              <a:tailEnd type="triangle" w="med" len="med"/>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lang="en-US" sz="1400" b="0" i="0" u="none" strike="noStrike" cap="none" noProof="0">
                <a:solidFill>
                  <a:schemeClr val="lt1"/>
                </a:solidFill>
                <a:latin typeface="IBM Plex Sans"/>
                <a:ea typeface="IBM Plex Sans"/>
                <a:cs typeface="IBM Plex Sans"/>
                <a:sym typeface="IBM Plex Sans"/>
              </a:endParaRPr>
            </a:p>
          </p:txBody>
        </p:sp>
        <p:sp>
          <p:nvSpPr>
            <p:cNvPr id="5" name="Google Shape;511;p49">
              <a:extLst>
                <a:ext uri="{FF2B5EF4-FFF2-40B4-BE49-F238E27FC236}">
                  <a16:creationId xmlns:a16="http://schemas.microsoft.com/office/drawing/2014/main" id="{09D03E02-17CF-FF93-6701-5CEE5141686D}"/>
                </a:ext>
              </a:extLst>
            </p:cNvPr>
            <p:cNvSpPr/>
            <p:nvPr/>
          </p:nvSpPr>
          <p:spPr>
            <a:xfrm>
              <a:off x="1724875" y="1871684"/>
              <a:ext cx="1142148" cy="237402"/>
            </a:xfrm>
            <a:prstGeom prst="rect">
              <a:avLst/>
            </a:prstGeom>
            <a:solidFill>
              <a:schemeClr val="lt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0" i="0" u="none" strike="noStrike" cap="none" noProof="0">
                  <a:solidFill>
                    <a:schemeClr val="dk1"/>
                  </a:solidFill>
                  <a:latin typeface="IBM Plex Sans"/>
                  <a:ea typeface="IBM Plex Sans"/>
                  <a:cs typeface="IBM Plex Sans"/>
                  <a:sym typeface="IBM Plex Sans"/>
                </a:rPr>
                <a:t>+18 percentage points</a:t>
              </a:r>
              <a:endParaRPr lang="en-US" noProof="0"/>
            </a:p>
          </p:txBody>
        </p:sp>
      </p:grpSp>
      <p:sp>
        <p:nvSpPr>
          <p:cNvPr id="10" name="Google Shape;506;g3b30dcd6380_2_0">
            <a:extLst>
              <a:ext uri="{FF2B5EF4-FFF2-40B4-BE49-F238E27FC236}">
                <a16:creationId xmlns:a16="http://schemas.microsoft.com/office/drawing/2014/main" id="{4B6925E1-CEFD-74EA-A3E9-5A343D250122}"/>
              </a:ext>
            </a:extLst>
          </p:cNvPr>
          <p:cNvSpPr/>
          <p:nvPr/>
        </p:nvSpPr>
        <p:spPr>
          <a:xfrm>
            <a:off x="730684" y="4414971"/>
            <a:ext cx="1041832" cy="1226499"/>
          </a:xfrm>
          <a:prstGeom prst="rect">
            <a:avLst/>
          </a:prstGeom>
          <a:noFill/>
          <a:ln>
            <a:noFill/>
          </a:ln>
        </p:spPr>
        <p:txBody>
          <a:bodyPr spcFirstLastPara="1" wrap="square" lIns="91425" tIns="91425" rIns="0" bIns="0" anchor="t" anchorCtr="0">
            <a:noAutofit/>
          </a:bodyPr>
          <a:lstStyle/>
          <a:p>
            <a:pPr marL="180000" marR="0" lvl="0" indent="-180000" algn="l" rtl="0">
              <a:lnSpc>
                <a:spcPct val="100000"/>
              </a:lnSpc>
              <a:spcBef>
                <a:spcPts val="600"/>
              </a:spcBef>
              <a:spcAft>
                <a:spcPts val="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Featured Snippets</a:t>
            </a:r>
          </a:p>
          <a:p>
            <a:pPr marL="180000" marR="0" lvl="0" indent="-180000" algn="l" rtl="0">
              <a:lnSpc>
                <a:spcPct val="100000"/>
              </a:lnSpc>
              <a:spcBef>
                <a:spcPts val="600"/>
              </a:spcBef>
              <a:spcAft>
                <a:spcPts val="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Knowledge Panels</a:t>
            </a:r>
          </a:p>
        </p:txBody>
      </p:sp>
      <p:sp>
        <p:nvSpPr>
          <p:cNvPr id="15" name="Google Shape;506;g3b30dcd6380_2_0">
            <a:extLst>
              <a:ext uri="{FF2B5EF4-FFF2-40B4-BE49-F238E27FC236}">
                <a16:creationId xmlns:a16="http://schemas.microsoft.com/office/drawing/2014/main" id="{35EA2FE3-AE25-FA2B-4A4A-207BE8290387}"/>
              </a:ext>
            </a:extLst>
          </p:cNvPr>
          <p:cNvSpPr/>
          <p:nvPr/>
        </p:nvSpPr>
        <p:spPr>
          <a:xfrm>
            <a:off x="2011997" y="4414971"/>
            <a:ext cx="1041832" cy="1226499"/>
          </a:xfrm>
          <a:prstGeom prst="rect">
            <a:avLst/>
          </a:prstGeom>
          <a:noFill/>
          <a:ln>
            <a:noFill/>
          </a:ln>
        </p:spPr>
        <p:txBody>
          <a:bodyPr spcFirstLastPara="1" wrap="square" lIns="91425" tIns="91425" rIns="0" bIns="0" anchor="t" anchorCtr="0">
            <a:noAutofit/>
          </a:bodyPr>
          <a:lstStyle/>
          <a:p>
            <a:pPr marL="180000" marR="0" lvl="0" indent="-180000" algn="l" rtl="0">
              <a:lnSpc>
                <a:spcPct val="100000"/>
              </a:lnSpc>
              <a:spcBef>
                <a:spcPts val="600"/>
              </a:spcBef>
              <a:spcAft>
                <a:spcPts val="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Rich Snippets</a:t>
            </a:r>
          </a:p>
          <a:p>
            <a:pPr marL="180000" marR="0" lvl="0" indent="-180000" algn="l" rtl="0">
              <a:lnSpc>
                <a:spcPct val="100000"/>
              </a:lnSpc>
              <a:spcBef>
                <a:spcPts val="600"/>
              </a:spcBef>
              <a:spcAft>
                <a:spcPts val="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Instant Answers</a:t>
            </a:r>
          </a:p>
        </p:txBody>
      </p:sp>
      <p:sp>
        <p:nvSpPr>
          <p:cNvPr id="16" name="Google Shape;506;g3b30dcd6380_2_0">
            <a:extLst>
              <a:ext uri="{FF2B5EF4-FFF2-40B4-BE49-F238E27FC236}">
                <a16:creationId xmlns:a16="http://schemas.microsoft.com/office/drawing/2014/main" id="{A658FD46-9018-3A0E-1598-E49FD7EF2AC0}"/>
              </a:ext>
            </a:extLst>
          </p:cNvPr>
          <p:cNvSpPr/>
          <p:nvPr/>
        </p:nvSpPr>
        <p:spPr>
          <a:xfrm>
            <a:off x="3293310" y="4414971"/>
            <a:ext cx="1067917" cy="1226499"/>
          </a:xfrm>
          <a:prstGeom prst="rect">
            <a:avLst/>
          </a:prstGeom>
          <a:noFill/>
          <a:ln>
            <a:noFill/>
          </a:ln>
        </p:spPr>
        <p:txBody>
          <a:bodyPr spcFirstLastPara="1" wrap="square" lIns="91425" tIns="91425" rIns="0" bIns="0" anchor="t" anchorCtr="0">
            <a:noAutofit/>
          </a:bodyPr>
          <a:lstStyle/>
          <a:p>
            <a:pPr marL="180000" marR="0" lvl="0" indent="-180000" algn="l" rtl="0">
              <a:lnSpc>
                <a:spcPct val="100000"/>
              </a:lnSpc>
              <a:spcBef>
                <a:spcPts val="600"/>
              </a:spcBef>
              <a:spcAft>
                <a:spcPts val="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Local Packs</a:t>
            </a:r>
          </a:p>
          <a:p>
            <a:pPr marL="180000" marR="0" lvl="0" indent="-180000" algn="l" rtl="0">
              <a:lnSpc>
                <a:spcPct val="100000"/>
              </a:lnSpc>
              <a:spcBef>
                <a:spcPts val="600"/>
              </a:spcBef>
              <a:spcAft>
                <a:spcPts val="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Mobile SERPs</a:t>
            </a:r>
          </a:p>
        </p:txBody>
      </p:sp>
      <p:sp>
        <p:nvSpPr>
          <p:cNvPr id="17" name="Google Shape;506;g3b30dcd6380_2_0">
            <a:extLst>
              <a:ext uri="{FF2B5EF4-FFF2-40B4-BE49-F238E27FC236}">
                <a16:creationId xmlns:a16="http://schemas.microsoft.com/office/drawing/2014/main" id="{D727F075-5FBF-95B4-DF77-26A4264B22F9}"/>
              </a:ext>
            </a:extLst>
          </p:cNvPr>
          <p:cNvSpPr/>
          <p:nvPr/>
        </p:nvSpPr>
        <p:spPr>
          <a:xfrm>
            <a:off x="4574623" y="4414971"/>
            <a:ext cx="1041832" cy="1226499"/>
          </a:xfrm>
          <a:prstGeom prst="rect">
            <a:avLst/>
          </a:prstGeom>
          <a:noFill/>
          <a:ln>
            <a:noFill/>
          </a:ln>
        </p:spPr>
        <p:txBody>
          <a:bodyPr spcFirstLastPara="1" wrap="square" lIns="91425" tIns="91425" rIns="0" bIns="0" anchor="t" anchorCtr="0">
            <a:noAutofit/>
          </a:bodyPr>
          <a:lstStyle/>
          <a:p>
            <a:pPr marL="180000" marR="0" lvl="0" indent="-180000" algn="l" rtl="0">
              <a:lnSpc>
                <a:spcPct val="100000"/>
              </a:lnSpc>
              <a:spcBef>
                <a:spcPts val="600"/>
              </a:spcBef>
              <a:spcAft>
                <a:spcPts val="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Voice Search</a:t>
            </a:r>
          </a:p>
          <a:p>
            <a:pPr marL="180000" marR="0" lvl="0" indent="-180000" algn="l" rtl="0">
              <a:lnSpc>
                <a:spcPct val="100000"/>
              </a:lnSpc>
              <a:spcBef>
                <a:spcPts val="600"/>
              </a:spcBef>
              <a:spcAft>
                <a:spcPts val="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Knowledge Graph Expansion</a:t>
            </a:r>
          </a:p>
        </p:txBody>
      </p:sp>
      <p:sp>
        <p:nvSpPr>
          <p:cNvPr id="18" name="Google Shape;506;g3b30dcd6380_2_0">
            <a:extLst>
              <a:ext uri="{FF2B5EF4-FFF2-40B4-BE49-F238E27FC236}">
                <a16:creationId xmlns:a16="http://schemas.microsoft.com/office/drawing/2014/main" id="{4B36B10F-E57E-A1C4-55AA-611AA754CCBD}"/>
              </a:ext>
            </a:extLst>
          </p:cNvPr>
          <p:cNvSpPr/>
          <p:nvPr/>
        </p:nvSpPr>
        <p:spPr>
          <a:xfrm>
            <a:off x="5782784" y="4414971"/>
            <a:ext cx="1015303" cy="1226499"/>
          </a:xfrm>
          <a:prstGeom prst="rect">
            <a:avLst/>
          </a:prstGeom>
          <a:noFill/>
          <a:ln>
            <a:noFill/>
          </a:ln>
        </p:spPr>
        <p:txBody>
          <a:bodyPr spcFirstLastPara="1" wrap="square" lIns="91425" tIns="91425" rIns="0" bIns="0" anchor="t" anchorCtr="0">
            <a:noAutofit/>
          </a:bodyPr>
          <a:lstStyle/>
          <a:p>
            <a:pPr marL="180000" marR="0" lvl="0" indent="-180000" algn="l" rtl="0">
              <a:lnSpc>
                <a:spcPct val="100000"/>
              </a:lnSpc>
              <a:spcBef>
                <a:spcPts val="600"/>
              </a:spcBef>
              <a:spcAft>
                <a:spcPts val="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Launch of AI Overviews (AIO)</a:t>
            </a:r>
          </a:p>
        </p:txBody>
      </p:sp>
      <p:sp>
        <p:nvSpPr>
          <p:cNvPr id="19" name="Google Shape;506;g3b30dcd6380_2_0">
            <a:extLst>
              <a:ext uri="{FF2B5EF4-FFF2-40B4-BE49-F238E27FC236}">
                <a16:creationId xmlns:a16="http://schemas.microsoft.com/office/drawing/2014/main" id="{61F07C9A-A269-3DFE-36AD-33D0A05A0E7D}"/>
              </a:ext>
            </a:extLst>
          </p:cNvPr>
          <p:cNvSpPr/>
          <p:nvPr/>
        </p:nvSpPr>
        <p:spPr>
          <a:xfrm>
            <a:off x="6942177" y="4414971"/>
            <a:ext cx="1166011" cy="1226499"/>
          </a:xfrm>
          <a:prstGeom prst="rect">
            <a:avLst/>
          </a:prstGeom>
          <a:noFill/>
          <a:ln>
            <a:noFill/>
          </a:ln>
        </p:spPr>
        <p:txBody>
          <a:bodyPr spcFirstLastPara="1" wrap="square" lIns="91425" tIns="91425" rIns="0" bIns="0" anchor="t" anchorCtr="0">
            <a:noAutofit/>
          </a:bodyPr>
          <a:lstStyle/>
          <a:p>
            <a:pPr marL="180000" marR="0" lvl="0" indent="-180000" algn="l" rtl="0">
              <a:lnSpc>
                <a:spcPct val="100000"/>
              </a:lnSpc>
              <a:spcBef>
                <a:spcPts val="600"/>
              </a:spcBef>
              <a:spcAft>
                <a:spcPts val="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AIO, Gemini, ChatGPT Search, Perplexity AI</a:t>
            </a:r>
          </a:p>
        </p:txBody>
      </p:sp>
      <p:sp>
        <p:nvSpPr>
          <p:cNvPr id="14" name="Google Shape;784;g3b0a07b424d_1_872">
            <a:extLst>
              <a:ext uri="{FF2B5EF4-FFF2-40B4-BE49-F238E27FC236}">
                <a16:creationId xmlns:a16="http://schemas.microsoft.com/office/drawing/2014/main" id="{0761C63A-3F43-DBDF-7668-BBA36F4878A0}"/>
              </a:ext>
            </a:extLst>
          </p:cNvPr>
          <p:cNvSpPr>
            <a:spLocks/>
          </p:cNvSpPr>
          <p:nvPr/>
        </p:nvSpPr>
        <p:spPr>
          <a:xfrm rot="16200000">
            <a:off x="-60158" y="4701728"/>
            <a:ext cx="1250387" cy="423055"/>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noProof="0">
                <a:solidFill>
                  <a:schemeClr val="dk1"/>
                </a:solidFill>
                <a:latin typeface="IBM Plex Sans" panose="020B0503050203000203" pitchFamily="34" charset="0"/>
                <a:sym typeface="IBM Plex Sans" panose="020B0503050203000203" pitchFamily="34" charset="0"/>
              </a:rPr>
              <a:t>Primary Drivers</a:t>
            </a:r>
          </a:p>
        </p:txBody>
      </p:sp>
      <p:sp>
        <p:nvSpPr>
          <p:cNvPr id="21" name="Google Shape;509;p49">
            <a:extLst>
              <a:ext uri="{FF2B5EF4-FFF2-40B4-BE49-F238E27FC236}">
                <a16:creationId xmlns:a16="http://schemas.microsoft.com/office/drawing/2014/main" id="{124105A0-196D-6664-7302-139CC33BE2D8}"/>
              </a:ext>
            </a:extLst>
          </p:cNvPr>
          <p:cNvSpPr/>
          <p:nvPr/>
        </p:nvSpPr>
        <p:spPr>
          <a:xfrm>
            <a:off x="6096000" y="2217075"/>
            <a:ext cx="1371315" cy="455688"/>
          </a:xfrm>
          <a:custGeom>
            <a:avLst/>
            <a:gdLst/>
            <a:ahLst/>
            <a:cxnLst/>
            <a:rect l="l" t="t" r="r" b="b"/>
            <a:pathLst>
              <a:path w="3060700" h="215900" extrusionOk="0">
                <a:moveTo>
                  <a:pt x="0" y="215900"/>
                </a:moveTo>
                <a:lnTo>
                  <a:pt x="0" y="0"/>
                </a:lnTo>
                <a:lnTo>
                  <a:pt x="3060700" y="0"/>
                </a:lnTo>
                <a:lnTo>
                  <a:pt x="3060700" y="114300"/>
                </a:lnTo>
              </a:path>
            </a:pathLst>
          </a:custGeom>
          <a:noFill/>
          <a:ln w="9525" cap="flat" cmpd="sng">
            <a:solidFill>
              <a:schemeClr val="dk1"/>
            </a:solidFill>
            <a:prstDash val="solid"/>
            <a:round/>
            <a:headEnd type="none" w="sm" len="sm"/>
            <a:tailEnd type="triangle" w="med" len="med"/>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lang="en-US" sz="1400" b="0" i="0" u="none" strike="noStrike" cap="none" noProof="0">
              <a:solidFill>
                <a:schemeClr val="lt1"/>
              </a:solidFill>
              <a:latin typeface="IBM Plex Sans"/>
              <a:ea typeface="IBM Plex Sans"/>
              <a:cs typeface="IBM Plex Sans"/>
              <a:sym typeface="IBM Plex Sans"/>
            </a:endParaRPr>
          </a:p>
        </p:txBody>
      </p:sp>
      <p:sp>
        <p:nvSpPr>
          <p:cNvPr id="22" name="Google Shape;511;p49">
            <a:extLst>
              <a:ext uri="{FF2B5EF4-FFF2-40B4-BE49-F238E27FC236}">
                <a16:creationId xmlns:a16="http://schemas.microsoft.com/office/drawing/2014/main" id="{8E5B62AC-07FB-0B4D-0BBF-0FA339617438}"/>
              </a:ext>
            </a:extLst>
          </p:cNvPr>
          <p:cNvSpPr/>
          <p:nvPr/>
        </p:nvSpPr>
        <p:spPr>
          <a:xfrm flipH="1">
            <a:off x="6176929" y="1901317"/>
            <a:ext cx="1145431" cy="526873"/>
          </a:xfrm>
          <a:prstGeom prst="rect">
            <a:avLst/>
          </a:prstGeom>
          <a:solidFill>
            <a:schemeClr val="lt1"/>
          </a:solidFill>
          <a:ln>
            <a:noFill/>
          </a:ln>
        </p:spPr>
        <p:txBody>
          <a:bodyPr spcFirstLastPara="1" wrap="square" lIns="91425" tIns="45700" rIns="91425" bIns="45700" anchor="ctr" anchorCtr="0">
            <a:noAutofit/>
          </a:bodyPr>
          <a:lstStyle/>
          <a:p>
            <a:pPr lvl="1" algn="ctr">
              <a:buSzPts val="1600"/>
            </a:pPr>
            <a:r>
              <a:rPr lang="en-US" sz="1200" b="0" i="0" u="none" strike="noStrike" cap="none" noProof="0">
                <a:solidFill>
                  <a:schemeClr val="dk1"/>
                </a:solidFill>
                <a:latin typeface="IBM Plex Sans"/>
                <a:ea typeface="IBM Plex Sans"/>
                <a:cs typeface="IBM Plex Sans"/>
                <a:sym typeface="IBM Plex Sans"/>
              </a:rPr>
              <a:t>US: +14.5%</a:t>
            </a:r>
            <a:r>
              <a:rPr lang="en-US" sz="1200" baseline="30000" noProof="0">
                <a:solidFill>
                  <a:schemeClr val="dk1"/>
                </a:solidFill>
                <a:latin typeface="IBM Plex Sans"/>
                <a:sym typeface="IBM Plex Sans"/>
              </a:rPr>
              <a:t>7</a:t>
            </a:r>
            <a:endParaRPr lang="en-US" sz="1200" b="0" i="0" u="none" strike="noStrike" cap="none" noProof="0">
              <a:solidFill>
                <a:schemeClr val="dk1"/>
              </a:solidFill>
              <a:latin typeface="IBM Plex Sans"/>
              <a:ea typeface="IBM Plex Sans"/>
              <a:cs typeface="IBM Plex Sans"/>
              <a:sym typeface="IBM Plex Sans"/>
            </a:endParaRPr>
          </a:p>
          <a:p>
            <a:pPr marL="0" marR="0" lvl="1" indent="0" algn="ctr" rtl="0">
              <a:lnSpc>
                <a:spcPct val="100000"/>
              </a:lnSpc>
              <a:spcBef>
                <a:spcPts val="0"/>
              </a:spcBef>
              <a:spcAft>
                <a:spcPts val="0"/>
              </a:spcAft>
              <a:buClr>
                <a:srgbClr val="000000"/>
              </a:buClr>
              <a:buSzPts val="1600"/>
              <a:buFont typeface="Arial"/>
              <a:buNone/>
            </a:pPr>
            <a:r>
              <a:rPr lang="en-US" sz="1200" noProof="0" err="1">
                <a:solidFill>
                  <a:schemeClr val="dk1"/>
                </a:solidFill>
                <a:latin typeface="IBM Plex Sans"/>
                <a:sym typeface="IBM Plex Sans"/>
              </a:rPr>
              <a:t>RoW</a:t>
            </a:r>
            <a:r>
              <a:rPr lang="en-US" sz="1200" noProof="0">
                <a:solidFill>
                  <a:schemeClr val="dk1"/>
                </a:solidFill>
                <a:latin typeface="IBM Plex Sans"/>
                <a:sym typeface="IBM Plex Sans"/>
              </a:rPr>
              <a:t>: +5.6%</a:t>
            </a:r>
            <a:r>
              <a:rPr lang="en-US" sz="1200" baseline="30000" noProof="0">
                <a:solidFill>
                  <a:schemeClr val="dk1"/>
                </a:solidFill>
                <a:latin typeface="IBM Plex Sans"/>
                <a:sym typeface="IBM Plex Sans"/>
              </a:rPr>
              <a:t>7</a:t>
            </a:r>
            <a:endParaRPr lang="en-US" baseline="30000" noProof="0"/>
          </a:p>
        </p:txBody>
      </p:sp>
      <p:sp>
        <p:nvSpPr>
          <p:cNvPr id="3" name="Rectangle 2">
            <a:extLst>
              <a:ext uri="{FF2B5EF4-FFF2-40B4-BE49-F238E27FC236}">
                <a16:creationId xmlns:a16="http://schemas.microsoft.com/office/drawing/2014/main" id="{756DEFD4-5599-CE5C-F498-7B3E5A59F270}"/>
              </a:ext>
            </a:extLst>
          </p:cNvPr>
          <p:cNvSpPr/>
          <p:nvPr/>
        </p:nvSpPr>
        <p:spPr>
          <a:xfrm>
            <a:off x="9407951" y="0"/>
            <a:ext cx="2811663"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2 (AI Overviews)</a:t>
            </a:r>
            <a:endParaRPr lang="en-US" b="1" noProof="0">
              <a:solidFill>
                <a:schemeClr val="tx1"/>
              </a:solidFill>
            </a:endParaRPr>
          </a:p>
        </p:txBody>
      </p:sp>
      <p:sp>
        <p:nvSpPr>
          <p:cNvPr id="7" name="Google Shape;832;p60">
            <a:extLst>
              <a:ext uri="{FF2B5EF4-FFF2-40B4-BE49-F238E27FC236}">
                <a16:creationId xmlns:a16="http://schemas.microsoft.com/office/drawing/2014/main" id="{8E3CA90C-1591-0226-23FD-94BB32D68A9E}"/>
              </a:ext>
            </a:extLst>
          </p:cNvPr>
          <p:cNvSpPr txBox="1"/>
          <p:nvPr/>
        </p:nvSpPr>
        <p:spPr>
          <a:xfrm>
            <a:off x="420594" y="5674430"/>
            <a:ext cx="11350810" cy="440957"/>
          </a:xfrm>
          <a:prstGeom prst="rect">
            <a:avLst/>
          </a:prstGeom>
          <a:solidFill>
            <a:srgbClr val="7FD7A7"/>
          </a:solidFill>
          <a:ln>
            <a:noFill/>
          </a:ln>
        </p:spPr>
        <p:txBody>
          <a:bodyPr spcFirstLastPara="1" wrap="square" lIns="68550" tIns="68550" rIns="68550" bIns="68550" anchor="ctr" anchorCtr="0">
            <a:noAutofit/>
          </a:bodyPr>
          <a:lstStyle/>
          <a:p>
            <a:pPr algn="ctr"/>
            <a:r>
              <a:rPr lang="en-US" b="1" noProof="0">
                <a:solidFill>
                  <a:schemeClr val="dk1"/>
                </a:solidFill>
                <a:latin typeface="IBM Plex Sans"/>
              </a:rPr>
              <a:t>However, the introduction of links and ads in the AI Overviews should change this pattern and restore clicks</a:t>
            </a:r>
          </a:p>
        </p:txBody>
      </p:sp>
    </p:spTree>
    <p:extLst>
      <p:ext uri="{BB962C8B-B14F-4D97-AF65-F5344CB8AC3E}">
        <p14:creationId xmlns:p14="http://schemas.microsoft.com/office/powerpoint/2010/main" val="40211505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18"/>
        <p:cNvGrpSpPr/>
        <p:nvPr/>
      </p:nvGrpSpPr>
      <p:grpSpPr>
        <a:xfrm>
          <a:off x="0" y="0"/>
          <a:ext cx="0" cy="0"/>
          <a:chOff x="0" y="0"/>
          <a:chExt cx="0" cy="0"/>
        </a:xfrm>
      </p:grpSpPr>
      <p:sp>
        <p:nvSpPr>
          <p:cNvPr id="545" name="Google Shape;545;g3b30dcd6380_2_21"/>
          <p:cNvSpPr txBox="1">
            <a:spLocks noGrp="1"/>
          </p:cNvSpPr>
          <p:nvPr>
            <p:ph type="sldNum" idx="12"/>
          </p:nvPr>
        </p:nvSpPr>
        <p:spPr>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10</a:t>
            </a:fld>
            <a:endParaRPr lang="en-US" noProof="0"/>
          </a:p>
        </p:txBody>
      </p:sp>
      <p:sp>
        <p:nvSpPr>
          <p:cNvPr id="519" name="Google Shape;519;g3b30dcd6380_2_21"/>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0"/>
              <a:t>…however, Google has already begun testing links and monetization in AI Overviews; we expect CTRs to normalize (2/2)</a:t>
            </a:r>
          </a:p>
        </p:txBody>
      </p:sp>
      <p:sp>
        <p:nvSpPr>
          <p:cNvPr id="521" name="Google Shape;521;g3b30dcd6380_2_21"/>
          <p:cNvSpPr txBox="1"/>
          <p:nvPr/>
        </p:nvSpPr>
        <p:spPr>
          <a:xfrm>
            <a:off x="420595" y="1583356"/>
            <a:ext cx="4837205" cy="324000"/>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lt1"/>
                </a:solidFill>
                <a:latin typeface="IBM Plex Sans"/>
                <a:ea typeface="IBM Plex Sans"/>
                <a:cs typeface="IBM Plex Sans"/>
                <a:sym typeface="IBM Plex Sans"/>
              </a:rPr>
              <a:t>Google strategy to increase clicks and monetize AI Overviews</a:t>
            </a:r>
            <a:endParaRPr lang="en-US" sz="1400" b="0" i="0" u="none" strike="noStrike" cap="none" noProof="0">
              <a:solidFill>
                <a:srgbClr val="000000"/>
              </a:solidFill>
              <a:latin typeface="Arial"/>
              <a:ea typeface="Arial"/>
              <a:cs typeface="Arial"/>
              <a:sym typeface="Arial"/>
            </a:endParaRPr>
          </a:p>
        </p:txBody>
      </p:sp>
      <p:sp>
        <p:nvSpPr>
          <p:cNvPr id="522" name="Google Shape;522;g3b30dcd6380_2_21"/>
          <p:cNvSpPr/>
          <p:nvPr/>
        </p:nvSpPr>
        <p:spPr>
          <a:xfrm>
            <a:off x="420594" y="6369878"/>
            <a:ext cx="9858843" cy="107722"/>
          </a:xfrm>
          <a:prstGeom prst="roundRect">
            <a:avLst>
              <a:gd name="adj" fmla="val 0"/>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700"/>
              <a:buFont typeface="Arial"/>
              <a:buNone/>
            </a:pPr>
            <a:r>
              <a:rPr lang="en-US" sz="700" noProof="0">
                <a:solidFill>
                  <a:srgbClr val="7F7F7F"/>
                </a:solidFill>
                <a:latin typeface="IBM Plex Sans"/>
                <a:ea typeface="IBM Plex Sans"/>
                <a:cs typeface="IBM Plex Sans"/>
                <a:sym typeface="IBM Plex Sans"/>
              </a:rPr>
              <a:t>Sources</a:t>
            </a:r>
            <a:r>
              <a:rPr lang="en-US" sz="700" b="0" i="0" u="none" strike="noStrike" cap="none" noProof="0">
                <a:solidFill>
                  <a:srgbClr val="7F7F7F"/>
                </a:solidFill>
                <a:latin typeface="IBM Plex Sans"/>
                <a:ea typeface="IBM Plex Sans"/>
                <a:cs typeface="IBM Plex Sans"/>
                <a:sym typeface="IBM Plex Sans"/>
              </a:rPr>
              <a:t>: (1) </a:t>
            </a:r>
            <a:r>
              <a:rPr lang="en-US" sz="700" b="0" i="0" u="sng" strike="noStrike" cap="none"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Search Engine Land</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Grand View Research</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Media Performance</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err="1">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DataSlayer</a:t>
            </a:r>
            <a:r>
              <a:rPr lang="en-US" sz="700" b="0" i="0" u="none" strike="noStrike" cap="none" noProof="0">
                <a:solidFill>
                  <a:srgbClr val="7F7F7F"/>
                </a:solidFill>
                <a:latin typeface="IBM Plex Sans"/>
                <a:ea typeface="IBM Plex Sans"/>
                <a:cs typeface="IBM Plex Sans"/>
                <a:sym typeface="IBM Plex Sans"/>
              </a:rPr>
              <a:t>, (5) </a:t>
            </a:r>
            <a:r>
              <a:rPr lang="en-US" sz="700" b="0" i="0" u="sng" strike="noStrike" cap="none" noProof="0" err="1">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LocalFalcon</a:t>
            </a:r>
            <a:r>
              <a:rPr lang="en-US" sz="700" b="0" i="0" u="none" strike="noStrike" cap="none" noProof="0">
                <a:solidFill>
                  <a:srgbClr val="7F7F7F"/>
                </a:solidFill>
                <a:latin typeface="IBM Plex Sans"/>
                <a:ea typeface="IBM Plex Sans"/>
                <a:cs typeface="IBM Plex Sans"/>
                <a:sym typeface="IBM Plex Sans"/>
              </a:rPr>
              <a:t>, (6) </a:t>
            </a:r>
            <a:r>
              <a:rPr lang="en-US" sz="700" b="0" i="0" u="sng" strike="noStrike" cap="none"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Google Ads Help, (7) </a:t>
            </a:r>
            <a:r>
              <a:rPr lang="en-US" sz="700" b="0" i="0" u="sng" strike="noStrike" cap="none" noProof="0" err="1">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DemandSage</a:t>
            </a:r>
            <a:r>
              <a:rPr lang="en-US" sz="700" b="0" i="0" u="none" strike="noStrike" cap="none" noProof="0">
                <a:solidFill>
                  <a:srgbClr val="7F7F7F"/>
                </a:solidFill>
                <a:latin typeface="IBM Plex Sans"/>
                <a:ea typeface="IBM Plex Sans"/>
                <a:cs typeface="IBM Plex Sans"/>
                <a:sym typeface="IBM Plex Sans"/>
              </a:rPr>
              <a:t>, Based on historical SERP feature rollouts </a:t>
            </a:r>
            <a:r>
              <a:rPr lang="en-US" sz="700" b="0" i="0" u="sng" strike="noStrike" cap="none"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(8) Pew Research Center</a:t>
            </a:r>
            <a:r>
              <a:rPr lang="en-US" sz="700" b="0" i="0" u="none" strike="noStrike" cap="none" noProof="0">
                <a:solidFill>
                  <a:srgbClr val="7F7F7F"/>
                </a:solidFill>
                <a:latin typeface="IBM Plex Sans"/>
                <a:ea typeface="IBM Plex Sans"/>
                <a:cs typeface="IBM Plex Sans"/>
                <a:sym typeface="IBM Plex Sans"/>
              </a:rPr>
              <a:t> </a:t>
            </a:r>
          </a:p>
        </p:txBody>
      </p:sp>
      <p:grpSp>
        <p:nvGrpSpPr>
          <p:cNvPr id="523" name="Google Shape;523;g3b30dcd6380_2_21"/>
          <p:cNvGrpSpPr/>
          <p:nvPr/>
        </p:nvGrpSpPr>
        <p:grpSpPr>
          <a:xfrm>
            <a:off x="597965" y="2181418"/>
            <a:ext cx="1559333" cy="707350"/>
            <a:chOff x="485906" y="2201532"/>
            <a:chExt cx="1391245" cy="539263"/>
          </a:xfrm>
        </p:grpSpPr>
        <p:pic>
          <p:nvPicPr>
            <p:cNvPr id="524" name="Google Shape;524;g3b30dcd6380_2_21" descr="Uma imagem contendo Texto  O conteúdo gerado por IA pode estar incorreto."/>
            <p:cNvPicPr preferRelativeResize="0"/>
            <p:nvPr/>
          </p:nvPicPr>
          <p:blipFill rotWithShape="1">
            <a:blip r:embed="rId10">
              <a:alphaModFix/>
            </a:blip>
            <a:srcRect/>
            <a:stretch/>
          </p:blipFill>
          <p:spPr>
            <a:xfrm>
              <a:off x="826862" y="2530081"/>
              <a:ext cx="1050289" cy="210714"/>
            </a:xfrm>
            <a:prstGeom prst="rect">
              <a:avLst/>
            </a:prstGeom>
            <a:noFill/>
            <a:ln>
              <a:noFill/>
            </a:ln>
          </p:spPr>
        </p:pic>
        <p:pic>
          <p:nvPicPr>
            <p:cNvPr id="525" name="Google Shape;525;g3b30dcd6380_2_21" descr="Uma imagem contendo Texto  O conteúdo gerado por IA pode estar incorreto."/>
            <p:cNvPicPr preferRelativeResize="0"/>
            <p:nvPr/>
          </p:nvPicPr>
          <p:blipFill rotWithShape="1">
            <a:blip r:embed="rId11">
              <a:alphaModFix/>
            </a:blip>
            <a:srcRect/>
            <a:stretch/>
          </p:blipFill>
          <p:spPr>
            <a:xfrm>
              <a:off x="485906" y="2201532"/>
              <a:ext cx="1157997" cy="328549"/>
            </a:xfrm>
            <a:prstGeom prst="rect">
              <a:avLst/>
            </a:prstGeom>
            <a:noFill/>
            <a:ln>
              <a:noFill/>
            </a:ln>
          </p:spPr>
        </p:pic>
      </p:grpSp>
      <p:sp>
        <p:nvSpPr>
          <p:cNvPr id="535" name="Google Shape;535;g3b30dcd6380_2_21"/>
          <p:cNvSpPr txBox="1"/>
          <p:nvPr/>
        </p:nvSpPr>
        <p:spPr>
          <a:xfrm>
            <a:off x="2424396" y="2024504"/>
            <a:ext cx="1937968" cy="1077218"/>
          </a:xfrm>
          <a:prstGeom prst="rect">
            <a:avLst/>
          </a:prstGeom>
          <a:noFill/>
          <a:ln>
            <a:noFill/>
          </a:ln>
        </p:spPr>
        <p:txBody>
          <a:bodyPr spcFirstLastPara="1" wrap="square" lIns="91425"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b="1" i="1" u="none" strike="noStrike" cap="none" noProof="0">
                <a:solidFill>
                  <a:schemeClr val="dk1"/>
                </a:solidFill>
                <a:latin typeface="IBM Plex Sans"/>
                <a:ea typeface="IBM Plex Sans"/>
                <a:cs typeface="IBM Plex Sans"/>
                <a:sym typeface="IBM Plex Sans"/>
              </a:rPr>
              <a:t>"Google has expanded ads inside AI Overviews and is testing placements in AI Mode…” </a:t>
            </a:r>
            <a:r>
              <a:rPr lang="en-US" b="1" i="1" u="none" strike="noStrike" cap="none" baseline="30000" noProof="0">
                <a:solidFill>
                  <a:schemeClr val="dk1"/>
                </a:solidFill>
                <a:latin typeface="IBM Plex Sans"/>
                <a:ea typeface="IBM Plex Sans"/>
                <a:cs typeface="IBM Plex Sans"/>
                <a:sym typeface="IBM Plex Sans"/>
              </a:rPr>
              <a:t>3</a:t>
            </a:r>
          </a:p>
        </p:txBody>
      </p:sp>
      <p:sp>
        <p:nvSpPr>
          <p:cNvPr id="539" name="Google Shape;539;g3b30dcd6380_2_21"/>
          <p:cNvSpPr txBox="1"/>
          <p:nvPr/>
        </p:nvSpPr>
        <p:spPr>
          <a:xfrm>
            <a:off x="420595" y="5722689"/>
            <a:ext cx="11350810" cy="471660"/>
          </a:xfrm>
          <a:prstGeom prst="rect">
            <a:avLst/>
          </a:prstGeom>
          <a:solidFill>
            <a:srgbClr val="00B050">
              <a:alpha val="49019"/>
            </a:srgb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L="0" indent="0" algn="ctr">
              <a:buSzPts val="1600"/>
              <a:buNone/>
              <a:defRPr b="1">
                <a:solidFill>
                  <a:schemeClr val="tx1"/>
                </a:solidFill>
                <a:latin typeface="IBM Plex Sans" panose="020B0503050203000203" pitchFamily="34" charset="0"/>
                <a:ea typeface="IBM Plex Sans"/>
                <a:cs typeface="IBM Plex Sans"/>
              </a:defRPr>
            </a:lvl1pPr>
          </a:lstStyle>
          <a:p>
            <a:r>
              <a:rPr lang="en-US" noProof="0"/>
              <a:t>Our model reflects early CTR pressure from AI Overviews, followed by partial normalization</a:t>
            </a:r>
          </a:p>
        </p:txBody>
      </p:sp>
      <p:cxnSp>
        <p:nvCxnSpPr>
          <p:cNvPr id="541" name="Google Shape;541;g3b30dcd6380_2_21"/>
          <p:cNvCxnSpPr>
            <a:cxnSpLocks/>
          </p:cNvCxnSpPr>
          <p:nvPr/>
        </p:nvCxnSpPr>
        <p:spPr>
          <a:xfrm>
            <a:off x="420593" y="3234365"/>
            <a:ext cx="4532407" cy="0"/>
          </a:xfrm>
          <a:prstGeom prst="straightConnector1">
            <a:avLst/>
          </a:prstGeom>
          <a:noFill/>
          <a:ln w="9525" cap="flat" cmpd="sng">
            <a:solidFill>
              <a:srgbClr val="BFBFBF"/>
            </a:solidFill>
            <a:prstDash val="solid"/>
            <a:round/>
            <a:headEnd type="none" w="sm" len="sm"/>
            <a:tailEnd type="none" w="sm" len="sm"/>
          </a:ln>
        </p:spPr>
      </p:cxnSp>
      <p:sp>
        <p:nvSpPr>
          <p:cNvPr id="543" name="Google Shape;543;g3b30dcd6380_2_21"/>
          <p:cNvSpPr/>
          <p:nvPr/>
        </p:nvSpPr>
        <p:spPr>
          <a:xfrm>
            <a:off x="9016409" y="1907356"/>
            <a:ext cx="2754996" cy="3629482"/>
          </a:xfrm>
          <a:prstGeom prst="rect">
            <a:avLst/>
          </a:prstGeom>
          <a:solidFill>
            <a:srgbClr val="F2F2F2"/>
          </a:solidFill>
          <a:ln>
            <a:noFill/>
          </a:ln>
        </p:spPr>
        <p:txBody>
          <a:bodyPr spcFirstLastPara="1" wrap="square" lIns="91425" tIns="45700" rIns="91425" bIns="45700" anchor="t" anchorCtr="0">
            <a:noAutofit/>
          </a:bodyPr>
          <a:lstStyle/>
          <a:p>
            <a:pPr marL="179705" indent="-179705">
              <a:spcBef>
                <a:spcPts val="400"/>
              </a:spcBef>
              <a:spcAft>
                <a:spcPts val="600"/>
              </a:spcAft>
              <a:buClr>
                <a:schemeClr val="dk1"/>
              </a:buClr>
              <a:buSzPts val="1200"/>
              <a:buFont typeface="Arial"/>
              <a:buChar char="•"/>
            </a:pPr>
            <a:r>
              <a:rPr lang="en-US" sz="1200" noProof="0">
                <a:solidFill>
                  <a:schemeClr val="dk1"/>
                </a:solidFill>
                <a:latin typeface="IBM Plex Sans"/>
                <a:ea typeface="IBM Plex Sans"/>
                <a:cs typeface="IBM Plex Sans"/>
                <a:sym typeface="IBM Plex Sans"/>
              </a:rPr>
              <a:t>Our hypothesis is that </a:t>
            </a:r>
            <a:r>
              <a:rPr lang="en-US" sz="1200" b="1" noProof="0">
                <a:solidFill>
                  <a:schemeClr val="dk1"/>
                </a:solidFill>
                <a:latin typeface="IBM Plex Sans"/>
                <a:ea typeface="IBM Plex Sans"/>
                <a:cs typeface="IBM Plex Sans"/>
                <a:sym typeface="IBM Plex Sans"/>
              </a:rPr>
              <a:t>zero-click rates will decline to </a:t>
            </a:r>
            <a:r>
              <a:rPr lang="en-US" sz="1200" noProof="0">
                <a:solidFill>
                  <a:schemeClr val="dk1"/>
                </a:solidFill>
                <a:latin typeface="IBM Plex Sans"/>
                <a:ea typeface="IBM Plex Sans"/>
                <a:cs typeface="IBM Plex Sans"/>
                <a:sym typeface="IBM Plex Sans"/>
              </a:rPr>
              <a:t>previous levels (~60% to 70%), with the introduction of links and ad placements</a:t>
            </a:r>
            <a:endParaRPr lang="en-US" sz="1200" noProof="0">
              <a:solidFill>
                <a:schemeClr val="dk1"/>
              </a:solidFill>
              <a:ea typeface="IBM Plex Sans"/>
              <a:sym typeface="IBM Plex Sans"/>
            </a:endParaRPr>
          </a:p>
          <a:p>
            <a:pPr marL="179705" marR="0" lvl="0" indent="-179705" algn="l" rtl="0">
              <a:lnSpc>
                <a:spcPct val="100000"/>
              </a:lnSpc>
              <a:spcBef>
                <a:spcPts val="400"/>
              </a:spcBef>
              <a:spcAft>
                <a:spcPts val="600"/>
              </a:spcAft>
              <a:buClr>
                <a:schemeClr val="dk1"/>
              </a:buClr>
              <a:buSzPts val="1200"/>
              <a:buFont typeface="Arial"/>
              <a:buChar char="•"/>
            </a:pPr>
            <a:r>
              <a:rPr lang="en-US" sz="1200" b="1" i="0" u="none" strike="noStrike" cap="none" noProof="0">
                <a:solidFill>
                  <a:schemeClr val="dk1"/>
                </a:solidFill>
                <a:latin typeface="IBM Plex Sans"/>
                <a:ea typeface="IBM Plex Sans"/>
                <a:cs typeface="IBM Plex Sans"/>
                <a:sym typeface="IBM Plex Sans"/>
              </a:rPr>
              <a:t>Google is now re‑injecting clicks </a:t>
            </a:r>
            <a:r>
              <a:rPr lang="en-US" sz="1200" b="0" i="0" u="none" strike="noStrike" cap="none" noProof="0">
                <a:solidFill>
                  <a:schemeClr val="dk1"/>
                </a:solidFill>
                <a:latin typeface="IBM Plex Sans"/>
                <a:ea typeface="IBM Plex Sans"/>
                <a:cs typeface="IBM Plex Sans"/>
                <a:sym typeface="IBM Plex Sans"/>
              </a:rPr>
              <a:t>via sponsored links, shopping ads, and lead actions</a:t>
            </a:r>
            <a:endParaRPr lang="en-US" sz="1200" noProof="0"/>
          </a:p>
          <a:p>
            <a:pPr marL="179705" marR="0" lvl="0" indent="-179705" algn="l" rtl="0">
              <a:lnSpc>
                <a:spcPct val="100000"/>
              </a:lnSpc>
              <a:spcBef>
                <a:spcPts val="400"/>
              </a:spcBef>
              <a:spcAft>
                <a:spcPts val="60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Historical SERP rollouts show that </a:t>
            </a:r>
            <a:r>
              <a:rPr lang="en-US" sz="1200" b="1" i="0" u="none" strike="noStrike" cap="none" noProof="0">
                <a:solidFill>
                  <a:schemeClr val="dk1"/>
                </a:solidFill>
                <a:latin typeface="IBM Plex Sans"/>
                <a:ea typeface="IBM Plex Sans"/>
                <a:cs typeface="IBM Plex Sans"/>
                <a:sym typeface="IBM Plex Sans"/>
              </a:rPr>
              <a:t>clicks partially rebound once monetized</a:t>
            </a:r>
            <a:endParaRPr lang="en-US" sz="1200" noProof="0"/>
          </a:p>
        </p:txBody>
      </p:sp>
      <p:sp>
        <p:nvSpPr>
          <p:cNvPr id="544" name="Google Shape;544;g3b30dcd6380_2_21"/>
          <p:cNvSpPr/>
          <p:nvPr/>
        </p:nvSpPr>
        <p:spPr>
          <a:xfrm>
            <a:off x="9016409" y="1583356"/>
            <a:ext cx="2754995"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i="0" u="none" strike="noStrike" cap="none" noProof="0">
                <a:solidFill>
                  <a:schemeClr val="lt1"/>
                </a:solidFill>
                <a:latin typeface="IBM Plex Sans"/>
                <a:ea typeface="IBM Plex Sans"/>
                <a:cs typeface="IBM Plex Sans"/>
                <a:sym typeface="IBM Plex Sans"/>
              </a:rPr>
              <a:t>Insights from research</a:t>
            </a:r>
            <a:endParaRPr lang="en-US" sz="1400" b="0" i="0" u="none" strike="noStrike" cap="none" noProof="0">
              <a:solidFill>
                <a:srgbClr val="000000"/>
              </a:solidFill>
              <a:latin typeface="Arial"/>
              <a:ea typeface="Arial"/>
              <a:cs typeface="Arial"/>
              <a:sym typeface="Arial"/>
            </a:endParaRPr>
          </a:p>
        </p:txBody>
      </p:sp>
      <p:sp>
        <p:nvSpPr>
          <p:cNvPr id="546" name="Google Shape;546;g3b30dcd6380_2_21"/>
          <p:cNvSpPr txBox="1"/>
          <p:nvPr/>
        </p:nvSpPr>
        <p:spPr>
          <a:xfrm>
            <a:off x="566104" y="4788406"/>
            <a:ext cx="4691696" cy="309532"/>
          </a:xfrm>
          <a:prstGeom prst="rect">
            <a:avLst/>
          </a:prstGeom>
          <a:solidFill>
            <a:srgbClr val="7FD7A7"/>
          </a:solidFill>
          <a:ln>
            <a:noFill/>
          </a:ln>
        </p:spPr>
        <p:txBody>
          <a:bodyPr spcFirstLastPara="1" wrap="square" lIns="0" tIns="91425" rIns="0"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600" b="1" i="0" u="none" strike="noStrike" cap="none" noProof="0">
                <a:solidFill>
                  <a:schemeClr val="dk1"/>
                </a:solidFill>
                <a:latin typeface="IBM Plex Sans"/>
                <a:ea typeface="IBM Plex Sans"/>
                <a:cs typeface="IBM Plex Sans"/>
                <a:sym typeface="IBM Plex Sans"/>
              </a:rPr>
              <a:t>7–14</a:t>
            </a:r>
            <a:r>
              <a:rPr lang="en-US" sz="1600" b="1" noProof="0">
                <a:solidFill>
                  <a:schemeClr val="dk1"/>
                </a:solidFill>
                <a:latin typeface="IBM Plex Sans"/>
                <a:ea typeface="IBM Plex Sans"/>
                <a:cs typeface="IBM Plex Sans"/>
                <a:sym typeface="IBM Plex Sans"/>
              </a:rPr>
              <a:t>%</a:t>
            </a:r>
            <a:r>
              <a:rPr lang="en-US" sz="1600" b="1" i="0" u="none" strike="noStrike" cap="none" noProof="0">
                <a:solidFill>
                  <a:schemeClr val="dk1"/>
                </a:solidFill>
                <a:latin typeface="IBM Plex Sans"/>
                <a:ea typeface="IBM Plex Sans"/>
                <a:cs typeface="IBM Plex Sans"/>
                <a:sym typeface="IBM Plex Sans"/>
              </a:rPr>
              <a:t> reduction</a:t>
            </a:r>
            <a:r>
              <a:rPr lang="en-US" sz="1600" b="1" noProof="0">
                <a:solidFill>
                  <a:schemeClr val="dk1"/>
                </a:solidFill>
                <a:latin typeface="IBM Plex Sans"/>
                <a:ea typeface="IBM Plex Sans"/>
                <a:cs typeface="IBM Plex Sans"/>
                <a:sym typeface="IBM Plex Sans"/>
              </a:rPr>
              <a:t> </a:t>
            </a:r>
            <a:r>
              <a:rPr lang="en-US" sz="1600" b="0" i="0" u="none" strike="noStrike" cap="none" noProof="0">
                <a:solidFill>
                  <a:schemeClr val="dk1"/>
                </a:solidFill>
                <a:latin typeface="IBM Plex Sans"/>
                <a:ea typeface="IBM Plex Sans"/>
                <a:cs typeface="IBM Plex Sans"/>
                <a:sym typeface="IBM Plex Sans"/>
              </a:rPr>
              <a:t>in zero-click rates</a:t>
            </a:r>
            <a:r>
              <a:rPr lang="en-US" sz="1600" b="0" i="0" u="none" strike="noStrike" cap="none" baseline="30000" noProof="0">
                <a:solidFill>
                  <a:schemeClr val="dk1"/>
                </a:solidFill>
                <a:latin typeface="IBM Plex Sans"/>
                <a:ea typeface="IBM Plex Sans"/>
                <a:cs typeface="IBM Plex Sans"/>
                <a:sym typeface="IBM Plex Sans"/>
              </a:rPr>
              <a:t>7</a:t>
            </a:r>
            <a:endParaRPr lang="en-US" noProof="0"/>
          </a:p>
        </p:txBody>
      </p:sp>
      <p:sp>
        <p:nvSpPr>
          <p:cNvPr id="547" name="Google Shape;547;g3b30dcd6380_2_21"/>
          <p:cNvSpPr/>
          <p:nvPr/>
        </p:nvSpPr>
        <p:spPr>
          <a:xfrm rot="10800000">
            <a:off x="1170596" y="4551054"/>
            <a:ext cx="3032400" cy="138600"/>
          </a:xfrm>
          <a:prstGeom prst="triangle">
            <a:avLst>
              <a:gd name="adj" fmla="val 50000"/>
            </a:avLst>
          </a:prstGeom>
          <a:solidFill>
            <a:srgbClr val="7030A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000000"/>
              </a:solidFill>
              <a:latin typeface="IBM Plex Sans"/>
              <a:ea typeface="IBM Plex Sans"/>
              <a:cs typeface="IBM Plex Sans"/>
              <a:sym typeface="IBM Plex Sans"/>
            </a:endParaRPr>
          </a:p>
        </p:txBody>
      </p:sp>
      <p:sp>
        <p:nvSpPr>
          <p:cNvPr id="549" name="Google Shape;549;g3b30dcd6380_2_21"/>
          <p:cNvSpPr txBox="1"/>
          <p:nvPr/>
        </p:nvSpPr>
        <p:spPr>
          <a:xfrm>
            <a:off x="566104" y="5122859"/>
            <a:ext cx="4691696" cy="461624"/>
          </a:xfrm>
          <a:prstGeom prst="rect">
            <a:avLst/>
          </a:prstGeom>
          <a:noFill/>
          <a:ln>
            <a:noFill/>
          </a:ln>
        </p:spPr>
        <p:txBody>
          <a:bodyPr spcFirstLastPara="1" wrap="square" lIns="91425" tIns="45700" rIns="91425" bIns="45700" anchor="t" anchorCtr="0">
            <a:spAutoFit/>
          </a:bodyPr>
          <a:lstStyle/>
          <a:p>
            <a:pPr algn="ctr"/>
            <a:r>
              <a:rPr lang="en-US" sz="1200" noProof="0">
                <a:latin typeface="IBM Plex Sans"/>
                <a:ea typeface="IBM Plex Sans"/>
                <a:cs typeface="IBM Plex Sans"/>
                <a:sym typeface="IBM Plex Sans"/>
              </a:rPr>
              <a:t>As Google adds links back into AI Overviews, zero</a:t>
            </a:r>
            <a:r>
              <a:rPr lang="en-US" sz="1200" i="0" u="none" strike="noStrike" cap="none" noProof="0">
                <a:solidFill>
                  <a:srgbClr val="000000"/>
                </a:solidFill>
                <a:latin typeface="IBM Plex Sans"/>
                <a:ea typeface="IBM Plex Sans"/>
                <a:cs typeface="IBM Plex Sans"/>
                <a:sym typeface="IBM Plex Sans"/>
              </a:rPr>
              <a:t>‑click rates </a:t>
            </a:r>
            <a:r>
              <a:rPr lang="en-US" sz="1200" noProof="0">
                <a:latin typeface="IBM Plex Sans"/>
                <a:ea typeface="IBM Plex Sans"/>
                <a:cs typeface="IBM Plex Sans"/>
                <a:sym typeface="IBM Plex Sans"/>
              </a:rPr>
              <a:t>should start </a:t>
            </a:r>
            <a:r>
              <a:rPr lang="en-US" sz="1200" i="0" u="none" strike="noStrike" cap="none" noProof="0">
                <a:solidFill>
                  <a:srgbClr val="000000"/>
                </a:solidFill>
                <a:latin typeface="IBM Plex Sans"/>
                <a:ea typeface="IBM Plex Sans"/>
                <a:cs typeface="IBM Plex Sans"/>
                <a:sym typeface="IBM Plex Sans"/>
              </a:rPr>
              <a:t>to </a:t>
            </a:r>
            <a:r>
              <a:rPr lang="en-US" sz="1200" noProof="0">
                <a:latin typeface="IBM Plex Sans"/>
                <a:ea typeface="IBM Plex Sans"/>
                <a:cs typeface="IBM Plex Sans"/>
                <a:sym typeface="IBM Plex Sans"/>
              </a:rPr>
              <a:t>recover</a:t>
            </a:r>
            <a:endParaRPr lang="en-US" noProof="0"/>
          </a:p>
        </p:txBody>
      </p:sp>
      <p:grpSp>
        <p:nvGrpSpPr>
          <p:cNvPr id="23" name="Google Shape;526;g3b30dcd6380_2_21">
            <a:extLst>
              <a:ext uri="{FF2B5EF4-FFF2-40B4-BE49-F238E27FC236}">
                <a16:creationId xmlns:a16="http://schemas.microsoft.com/office/drawing/2014/main" id="{BFBFE809-4C0E-031E-2D4B-66ACAF6ACC2A}"/>
              </a:ext>
            </a:extLst>
          </p:cNvPr>
          <p:cNvGrpSpPr/>
          <p:nvPr/>
        </p:nvGrpSpPr>
        <p:grpSpPr>
          <a:xfrm>
            <a:off x="659572" y="3605809"/>
            <a:ext cx="1685898" cy="595658"/>
            <a:chOff x="459943" y="3018349"/>
            <a:chExt cx="1685898" cy="595658"/>
          </a:xfrm>
        </p:grpSpPr>
        <p:pic>
          <p:nvPicPr>
            <p:cNvPr id="24" name="Google Shape;527;g3b30dcd6380_2_21">
              <a:extLst>
                <a:ext uri="{FF2B5EF4-FFF2-40B4-BE49-F238E27FC236}">
                  <a16:creationId xmlns:a16="http://schemas.microsoft.com/office/drawing/2014/main" id="{58E68636-364E-0CB2-6D35-58D3284E1F11}"/>
                </a:ext>
              </a:extLst>
            </p:cNvPr>
            <p:cNvPicPr preferRelativeResize="0"/>
            <p:nvPr/>
          </p:nvPicPr>
          <p:blipFill rotWithShape="1">
            <a:blip r:embed="rId12">
              <a:alphaModFix/>
            </a:blip>
            <a:srcRect/>
            <a:stretch/>
          </p:blipFill>
          <p:spPr>
            <a:xfrm>
              <a:off x="459943" y="3018349"/>
              <a:ext cx="1183960" cy="200362"/>
            </a:xfrm>
            <a:prstGeom prst="rect">
              <a:avLst/>
            </a:prstGeom>
            <a:noFill/>
            <a:ln>
              <a:noFill/>
            </a:ln>
          </p:spPr>
        </p:pic>
        <p:sp>
          <p:nvSpPr>
            <p:cNvPr id="25" name="Google Shape;528;g3b30dcd6380_2_21">
              <a:extLst>
                <a:ext uri="{FF2B5EF4-FFF2-40B4-BE49-F238E27FC236}">
                  <a16:creationId xmlns:a16="http://schemas.microsoft.com/office/drawing/2014/main" id="{6659258B-9690-C2CB-46C9-D35B8EAEC035}"/>
                </a:ext>
              </a:extLst>
            </p:cNvPr>
            <p:cNvSpPr txBox="1"/>
            <p:nvPr/>
          </p:nvSpPr>
          <p:spPr>
            <a:xfrm>
              <a:off x="793141" y="3244707"/>
              <a:ext cx="1352700" cy="3693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US" sz="600" b="1" i="0" u="none" strike="noStrike" cap="none" noProof="0">
                  <a:solidFill>
                    <a:srgbClr val="000000"/>
                  </a:solidFill>
                  <a:latin typeface="IBM Plex Sans"/>
                  <a:ea typeface="IBM Plex Sans"/>
                  <a:cs typeface="IBM Plex Sans"/>
                  <a:sym typeface="IBM Plex Sans"/>
                </a:rPr>
                <a:t>Google AI Overviews: The End of Traditional CTR and How to Adapt in 2025</a:t>
              </a:r>
              <a:endParaRPr lang="en-US" sz="1400" b="0" i="0" u="none" strike="noStrike" cap="none" noProof="0">
                <a:solidFill>
                  <a:srgbClr val="000000"/>
                </a:solidFill>
                <a:latin typeface="IBM Plex Sans"/>
                <a:ea typeface="IBM Plex Sans"/>
                <a:cs typeface="IBM Plex Sans"/>
                <a:sym typeface="IBM Plex Sans"/>
              </a:endParaRPr>
            </a:p>
          </p:txBody>
        </p:sp>
      </p:grpSp>
      <p:sp>
        <p:nvSpPr>
          <p:cNvPr id="26" name="Google Shape;536;g3b30dcd6380_2_21">
            <a:extLst>
              <a:ext uri="{FF2B5EF4-FFF2-40B4-BE49-F238E27FC236}">
                <a16:creationId xmlns:a16="http://schemas.microsoft.com/office/drawing/2014/main" id="{592D9282-C77C-5339-72FD-E23484BC5CB9}"/>
              </a:ext>
            </a:extLst>
          </p:cNvPr>
          <p:cNvSpPr txBox="1"/>
          <p:nvPr/>
        </p:nvSpPr>
        <p:spPr>
          <a:xfrm>
            <a:off x="2373944" y="3252211"/>
            <a:ext cx="2337996" cy="1169511"/>
          </a:xfrm>
          <a:prstGeom prst="rect">
            <a:avLst/>
          </a:prstGeom>
          <a:noFill/>
          <a:ln>
            <a:noFill/>
          </a:ln>
        </p:spPr>
        <p:txBody>
          <a:bodyPr spcFirstLastPara="1" wrap="square" lIns="91425" tIns="45700" rIns="0" bIns="4570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b="1" i="1" u="none" strike="noStrike" cap="none" noProof="0">
                <a:solidFill>
                  <a:schemeClr val="dk1"/>
                </a:solidFill>
                <a:latin typeface="IBM Plex Sans"/>
                <a:ea typeface="IBM Plex Sans"/>
                <a:cs typeface="IBM Plex Sans"/>
                <a:sym typeface="IBM Plex Sans"/>
              </a:rPr>
              <a:t>“Google has tested AI-powered shopping ads and sponsored content within AI responses...new paid opportunities…” </a:t>
            </a:r>
            <a:r>
              <a:rPr lang="en-US" b="1" i="1" u="none" strike="noStrike" cap="none" baseline="30000" noProof="0">
                <a:solidFill>
                  <a:schemeClr val="dk1"/>
                </a:solidFill>
                <a:latin typeface="IBM Plex Sans"/>
                <a:ea typeface="IBM Plex Sans"/>
                <a:cs typeface="IBM Plex Sans"/>
                <a:sym typeface="IBM Plex Sans"/>
              </a:rPr>
              <a:t>4</a:t>
            </a:r>
            <a:endParaRPr lang="en-US" b="1" i="1" u="none" strike="noStrike" cap="none" noProof="0">
              <a:solidFill>
                <a:srgbClr val="000000"/>
              </a:solidFill>
              <a:latin typeface="IBM Plex Sans"/>
              <a:ea typeface="IBM Plex Sans"/>
              <a:cs typeface="IBM Plex Sans"/>
              <a:sym typeface="IBM Plex Sans"/>
            </a:endParaRPr>
          </a:p>
        </p:txBody>
      </p:sp>
      <p:sp>
        <p:nvSpPr>
          <p:cNvPr id="12" name="Google Shape;544;g3b30dcd6380_2_21">
            <a:extLst>
              <a:ext uri="{FF2B5EF4-FFF2-40B4-BE49-F238E27FC236}">
                <a16:creationId xmlns:a16="http://schemas.microsoft.com/office/drawing/2014/main" id="{E965A816-0D70-FD3B-89C4-135ED8FDB5AD}"/>
              </a:ext>
            </a:extLst>
          </p:cNvPr>
          <p:cNvSpPr/>
          <p:nvPr/>
        </p:nvSpPr>
        <p:spPr>
          <a:xfrm>
            <a:off x="5720795" y="1583356"/>
            <a:ext cx="2902505"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i="0" u="none" strike="noStrike" cap="none" noProof="0">
                <a:solidFill>
                  <a:schemeClr val="lt1"/>
                </a:solidFill>
                <a:latin typeface="IBM Plex Sans"/>
                <a:ea typeface="IBM Plex Sans"/>
                <a:cs typeface="IBM Plex Sans"/>
                <a:sym typeface="IBM Plex Sans"/>
              </a:rPr>
              <a:t>Example</a:t>
            </a:r>
            <a:endParaRPr lang="en-US" sz="1400" b="0" i="0" u="none" strike="noStrike" cap="none" noProof="0">
              <a:solidFill>
                <a:srgbClr val="000000"/>
              </a:solidFill>
              <a:latin typeface="Arial"/>
              <a:ea typeface="Arial"/>
              <a:cs typeface="Arial"/>
              <a:sym typeface="Arial"/>
            </a:endParaRPr>
          </a:p>
        </p:txBody>
      </p:sp>
      <p:grpSp>
        <p:nvGrpSpPr>
          <p:cNvPr id="13" name="Google Shape;1157;p14">
            <a:extLst>
              <a:ext uri="{FF2B5EF4-FFF2-40B4-BE49-F238E27FC236}">
                <a16:creationId xmlns:a16="http://schemas.microsoft.com/office/drawing/2014/main" id="{DD8BE786-AB6F-9A0E-4EB9-FF6092DC139F}"/>
              </a:ext>
            </a:extLst>
          </p:cNvPr>
          <p:cNvGrpSpPr/>
          <p:nvPr/>
        </p:nvGrpSpPr>
        <p:grpSpPr>
          <a:xfrm>
            <a:off x="5989527" y="2024504"/>
            <a:ext cx="2310937" cy="3629482"/>
            <a:chOff x="3825402" y="1809732"/>
            <a:chExt cx="2314658" cy="3635326"/>
          </a:xfrm>
        </p:grpSpPr>
        <p:pic>
          <p:nvPicPr>
            <p:cNvPr id="14" name="Google Shape;1158;p14" descr="A cell phone with a white screen  AI-generated content may be incorrect.">
              <a:extLst>
                <a:ext uri="{FF2B5EF4-FFF2-40B4-BE49-F238E27FC236}">
                  <a16:creationId xmlns:a16="http://schemas.microsoft.com/office/drawing/2014/main" id="{11B1AEF9-5A61-7D2A-588D-8B402C04B039}"/>
                </a:ext>
              </a:extLst>
            </p:cNvPr>
            <p:cNvPicPr preferRelativeResize="0"/>
            <p:nvPr/>
          </p:nvPicPr>
          <p:blipFill rotWithShape="1">
            <a:blip r:embed="rId13">
              <a:alphaModFix amt="85000"/>
            </a:blip>
            <a:srcRect l="19600" t="5839" r="22184" b="2731"/>
            <a:stretch/>
          </p:blipFill>
          <p:spPr>
            <a:xfrm>
              <a:off x="3825402" y="1809732"/>
              <a:ext cx="2314658" cy="3635326"/>
            </a:xfrm>
            <a:prstGeom prst="rect">
              <a:avLst/>
            </a:prstGeom>
            <a:noFill/>
            <a:ln>
              <a:noFill/>
            </a:ln>
          </p:spPr>
        </p:pic>
        <p:pic>
          <p:nvPicPr>
            <p:cNvPr id="15" name="Google Shape;1159;p14">
              <a:extLst>
                <a:ext uri="{FF2B5EF4-FFF2-40B4-BE49-F238E27FC236}">
                  <a16:creationId xmlns:a16="http://schemas.microsoft.com/office/drawing/2014/main" id="{049CC2C0-9885-5EDD-02A6-97619FDA3C35}"/>
                </a:ext>
              </a:extLst>
            </p:cNvPr>
            <p:cNvPicPr preferRelativeResize="0"/>
            <p:nvPr/>
          </p:nvPicPr>
          <p:blipFill rotWithShape="1">
            <a:blip r:embed="rId14">
              <a:alphaModFix/>
            </a:blip>
            <a:srcRect/>
            <a:stretch/>
          </p:blipFill>
          <p:spPr>
            <a:xfrm>
              <a:off x="4316171" y="2218320"/>
              <a:ext cx="1442760" cy="2603380"/>
            </a:xfrm>
            <a:prstGeom prst="rect">
              <a:avLst/>
            </a:prstGeom>
            <a:noFill/>
            <a:ln>
              <a:noFill/>
            </a:ln>
          </p:spPr>
        </p:pic>
      </p:grpSp>
      <p:sp>
        <p:nvSpPr>
          <p:cNvPr id="2" name="Rectangle 1">
            <a:extLst>
              <a:ext uri="{FF2B5EF4-FFF2-40B4-BE49-F238E27FC236}">
                <a16:creationId xmlns:a16="http://schemas.microsoft.com/office/drawing/2014/main" id="{5A6FAF45-C1A1-1E65-AED4-5AEA358A1F3D}"/>
              </a:ext>
            </a:extLst>
          </p:cNvPr>
          <p:cNvSpPr/>
          <p:nvPr/>
        </p:nvSpPr>
        <p:spPr>
          <a:xfrm>
            <a:off x="9407951" y="0"/>
            <a:ext cx="2811663"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2 (AI Overviews)</a:t>
            </a:r>
            <a:endParaRPr lang="en-US" b="1" noProof="0">
              <a:solidFill>
                <a:schemeClr val="tx1"/>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307"/>
        <p:cNvGrpSpPr/>
        <p:nvPr/>
      </p:nvGrpSpPr>
      <p:grpSpPr>
        <a:xfrm>
          <a:off x="0" y="0"/>
          <a:ext cx="0" cy="0"/>
          <a:chOff x="0" y="0"/>
          <a:chExt cx="0" cy="0"/>
        </a:xfrm>
      </p:grpSpPr>
      <p:sp>
        <p:nvSpPr>
          <p:cNvPr id="1309" name="Google Shape;1309;g3b23322d595_2_369"/>
          <p:cNvSpPr/>
          <p:nvPr/>
        </p:nvSpPr>
        <p:spPr>
          <a:xfrm>
            <a:off x="445959" y="3657268"/>
            <a:ext cx="875789" cy="1567875"/>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Paid CTR</a:t>
            </a:r>
            <a:r>
              <a:rPr lang="en-US" sz="1400" b="1" i="0" u="none" strike="noStrike" cap="none" baseline="30000" noProof="0">
                <a:solidFill>
                  <a:schemeClr val="lt1"/>
                </a:solidFill>
                <a:latin typeface="IBM Plex Sans"/>
                <a:ea typeface="IBM Plex Sans"/>
                <a:cs typeface="IBM Plex Sans"/>
                <a:sym typeface="IBM Plex Sans"/>
              </a:rPr>
              <a:t>1</a:t>
            </a:r>
            <a:endParaRPr lang="en-US" sz="1800" b="0" i="0" u="none" strike="noStrike" cap="none" noProof="0">
              <a:solidFill>
                <a:schemeClr val="dk1"/>
              </a:solidFill>
              <a:latin typeface="Arial"/>
              <a:ea typeface="Arial"/>
              <a:cs typeface="Arial"/>
              <a:sym typeface="Arial"/>
            </a:endParaRPr>
          </a:p>
        </p:txBody>
      </p:sp>
      <p:sp>
        <p:nvSpPr>
          <p:cNvPr id="1312" name="Google Shape;1312;g3b23322d595_2_369"/>
          <p:cNvSpPr/>
          <p:nvPr/>
        </p:nvSpPr>
        <p:spPr>
          <a:xfrm>
            <a:off x="445959" y="1844696"/>
            <a:ext cx="875789" cy="1410839"/>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Organic CTR</a:t>
            </a:r>
            <a:r>
              <a:rPr lang="en-US" sz="1400" b="1" i="0" u="none" strike="noStrike" cap="none" baseline="30000" noProof="0">
                <a:solidFill>
                  <a:schemeClr val="lt1"/>
                </a:solidFill>
                <a:latin typeface="IBM Plex Sans"/>
                <a:ea typeface="IBM Plex Sans"/>
                <a:cs typeface="IBM Plex Sans"/>
                <a:sym typeface="IBM Plex Sans"/>
              </a:rPr>
              <a:t>1</a:t>
            </a:r>
            <a:endParaRPr lang="en-US" sz="1800" b="0" i="0" u="none" strike="noStrike" cap="none" noProof="0">
              <a:solidFill>
                <a:schemeClr val="dk1"/>
              </a:solidFill>
              <a:latin typeface="Arial"/>
              <a:ea typeface="Arial"/>
              <a:cs typeface="Arial"/>
              <a:sym typeface="Arial"/>
            </a:endParaRPr>
          </a:p>
        </p:txBody>
      </p:sp>
      <p:sp>
        <p:nvSpPr>
          <p:cNvPr id="1314" name="Google Shape;1314;g3b23322d595_2_369"/>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11</a:t>
            </a:fld>
            <a:endParaRPr lang="en-US" noProof="0"/>
          </a:p>
        </p:txBody>
      </p:sp>
      <p:sp>
        <p:nvSpPr>
          <p:cNvPr id="1315" name="Google Shape;1315;g3b23322d595_2_369"/>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lvl="0">
              <a:buSzPts val="1800"/>
            </a:pPr>
            <a:r>
              <a:rPr lang="en-US" noProof="0"/>
              <a:t>Brands cited in AI Overviews experience materially higher organic and paid CTRs</a:t>
            </a:r>
          </a:p>
        </p:txBody>
      </p:sp>
      <p:sp>
        <p:nvSpPr>
          <p:cNvPr id="1316" name="Google Shape;1316;g3b23322d595_2_369"/>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7F7F7F"/>
              </a:buClr>
              <a:buSzPts val="700"/>
              <a:buFont typeface="Quattrocento Sans"/>
              <a:buNone/>
            </a:pPr>
            <a:r>
              <a:rPr lang="en-US" sz="700" b="0" i="0" u="none" strike="noStrike" cap="none" noProof="0">
                <a:solidFill>
                  <a:srgbClr val="7F7F7F"/>
                </a:solidFill>
                <a:latin typeface="IBM Plex Sans"/>
                <a:ea typeface="Quattrocento Sans"/>
                <a:cs typeface="Quattrocento Sans"/>
                <a:sym typeface="Quattrocento Sans"/>
              </a:rPr>
              <a:t>Sources: (1)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Seer Interactive</a:t>
            </a:r>
            <a:r>
              <a:rPr lang="en-US" sz="700" b="0" i="0" u="none" strike="noStrike" cap="none" noProof="0">
                <a:solidFill>
                  <a:srgbClr val="7F7F7F"/>
                </a:solidFill>
                <a:latin typeface="IBM Plex Sans"/>
                <a:ea typeface="Quattrocento Sans"/>
                <a:cs typeface="Quattrocento Sans"/>
                <a:sym typeface="Quattrocento Sans"/>
              </a:rPr>
              <a:t>, (2) </a:t>
            </a:r>
            <a:r>
              <a:rPr lang="en-US" sz="700" b="0" i="0" u="sng" strike="noStrike" cap="none" noProof="0" err="1">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Xponent</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 21</a:t>
            </a:r>
            <a:r>
              <a:rPr lang="en-US" sz="700" b="0" i="0" u="none" strike="noStrike" cap="none" noProof="0">
                <a:solidFill>
                  <a:srgbClr val="7F7F7F"/>
                </a:solidFill>
                <a:latin typeface="IBM Plex Sans"/>
                <a:ea typeface="Quattrocento Sans"/>
                <a:cs typeface="Quattrocento Sans"/>
                <a:sym typeface="Quattrocento Sans"/>
              </a:rPr>
              <a:t>, (3) </a:t>
            </a:r>
            <a:r>
              <a:rPr lang="en-US" sz="700" b="0" i="0" u="sng" strike="noStrike" cap="none" noProof="0" err="1">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Semrush</a:t>
            </a:r>
            <a:r>
              <a:rPr lang="en-US" sz="700" b="0" i="0" u="none" strike="noStrike" cap="none" noProof="0">
                <a:solidFill>
                  <a:srgbClr val="7F7F7F"/>
                </a:solidFill>
                <a:latin typeface="IBM Plex Sans"/>
                <a:ea typeface="Quattrocento Sans"/>
                <a:cs typeface="Quattrocento Sans"/>
                <a:sym typeface="Quattrocento Sans"/>
              </a:rPr>
              <a:t>, (4) </a:t>
            </a:r>
            <a:r>
              <a:rPr lang="en-US" sz="700" b="0" i="0" u="sng" strike="noStrike" cap="none"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Financial Times</a:t>
            </a:r>
            <a:r>
              <a:rPr lang="en-US" sz="700" b="0" i="0" u="none" strike="noStrike" cap="none" noProof="0">
                <a:solidFill>
                  <a:srgbClr val="7F7F7F"/>
                </a:solidFill>
                <a:latin typeface="IBM Plex Sans"/>
                <a:ea typeface="Quattrocento Sans"/>
                <a:cs typeface="Quattrocento Sans"/>
                <a:sym typeface="Quattrocento Sans"/>
              </a:rPr>
              <a:t>, (5) </a:t>
            </a:r>
            <a:r>
              <a:rPr lang="en-US" sz="700" b="0" i="0" u="sng" strike="noStrike" cap="none" noProof="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Media Post</a:t>
            </a:r>
            <a:r>
              <a:rPr lang="en-US" sz="700" b="0" i="0" u="none" strike="noStrike" cap="none" noProof="0">
                <a:solidFill>
                  <a:srgbClr val="7F7F7F"/>
                </a:solidFill>
                <a:latin typeface="IBM Plex Sans"/>
                <a:ea typeface="Quattrocento Sans"/>
                <a:cs typeface="Quattrocento Sans"/>
                <a:sym typeface="Quattrocento Sans"/>
              </a:rPr>
              <a:t>, (6) </a:t>
            </a:r>
            <a:r>
              <a:rPr lang="en-US" sz="700" b="0" i="0" u="sng" strike="noStrike" cap="none"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Alphabet IR</a:t>
            </a:r>
            <a:r>
              <a:rPr lang="en-US" sz="700" b="0" i="0" u="none" strike="noStrike" cap="none" noProof="0">
                <a:solidFill>
                  <a:srgbClr val="7F7F7F"/>
                </a:solidFill>
                <a:uFill>
                  <a:noFill/>
                </a:u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 </a:t>
            </a:r>
            <a:endParaRPr lang="en-US" sz="700" b="0" i="0" u="none" strike="noStrike" cap="none"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endParaRPr>
          </a:p>
        </p:txBody>
      </p:sp>
      <p:sp>
        <p:nvSpPr>
          <p:cNvPr id="1317" name="Google Shape;1317;g3b23322d595_2_369"/>
          <p:cNvSpPr txBox="1"/>
          <p:nvPr/>
        </p:nvSpPr>
        <p:spPr>
          <a:xfrm>
            <a:off x="450092" y="5326743"/>
            <a:ext cx="11350810" cy="774192"/>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b="1" i="0" u="none" strike="noStrike" cap="none" noProof="0">
                <a:solidFill>
                  <a:schemeClr val="dk1"/>
                </a:solidFill>
                <a:latin typeface="IBM Plex Sans"/>
                <a:ea typeface="IBM Plex Sans"/>
                <a:cs typeface="IBM Plex Sans"/>
                <a:sym typeface="IBM Plex Sans"/>
              </a:rPr>
              <a:t>Higher CTRs and conversion value in AI-enabled placements increase advertiser ROI, supporting higher CPCs and incremental spend over time</a:t>
            </a:r>
            <a:endParaRPr lang="en-US" sz="2000" b="0" i="0" u="none" strike="noStrike" cap="none" noProof="0">
              <a:solidFill>
                <a:schemeClr val="dk1"/>
              </a:solidFill>
              <a:latin typeface="Arial"/>
              <a:ea typeface="Arial"/>
              <a:cs typeface="Arial"/>
              <a:sym typeface="Arial"/>
            </a:endParaRPr>
          </a:p>
        </p:txBody>
      </p:sp>
      <p:sp>
        <p:nvSpPr>
          <p:cNvPr id="1318" name="Google Shape;1318;g3b23322d595_2_369"/>
          <p:cNvSpPr/>
          <p:nvPr/>
        </p:nvSpPr>
        <p:spPr>
          <a:xfrm>
            <a:off x="7518881" y="1421128"/>
            <a:ext cx="4282021"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Insights from research</a:t>
            </a:r>
            <a:endParaRPr lang="en-US" sz="1800" b="0" i="0" u="none" strike="noStrike" cap="none" noProof="0">
              <a:solidFill>
                <a:schemeClr val="dk1"/>
              </a:solidFill>
              <a:latin typeface="Arial"/>
              <a:ea typeface="Arial"/>
              <a:cs typeface="Arial"/>
              <a:sym typeface="Arial"/>
            </a:endParaRPr>
          </a:p>
        </p:txBody>
      </p:sp>
      <p:sp>
        <p:nvSpPr>
          <p:cNvPr id="1319" name="Google Shape;1319;g3b23322d595_2_369"/>
          <p:cNvSpPr txBox="1"/>
          <p:nvPr/>
        </p:nvSpPr>
        <p:spPr>
          <a:xfrm>
            <a:off x="7518883" y="1745128"/>
            <a:ext cx="4282019" cy="3480015"/>
          </a:xfrm>
          <a:prstGeom prst="rect">
            <a:avLst/>
          </a:prstGeom>
          <a:solidFill>
            <a:srgbClr val="F2F2F2"/>
          </a:solidFill>
          <a:ln>
            <a:noFill/>
          </a:ln>
        </p:spPr>
        <p:txBody>
          <a:bodyPr spcFirstLastPara="1" wrap="square" lIns="91425" tIns="90000" rIns="91425" bIns="45700" anchor="t" anchorCtr="0">
            <a:noAutofit/>
          </a:bodyPr>
          <a:lstStyle/>
          <a:p>
            <a:pPr marL="177800" indent="-177800">
              <a:spcAft>
                <a:spcPts val="600"/>
              </a:spcAft>
              <a:buClr>
                <a:schemeClr val="dk1"/>
              </a:buClr>
              <a:buSzPts val="1400"/>
              <a:buFont typeface="Arial"/>
              <a:buChar char="•"/>
            </a:pPr>
            <a:r>
              <a:rPr lang="en-US" sz="1200" noProof="0">
                <a:solidFill>
                  <a:schemeClr val="dk1"/>
                </a:solidFill>
                <a:latin typeface="IBM Plex Sans" panose="020B0503050203000203" pitchFamily="34" charset="0"/>
                <a:ea typeface="IBM Plex Sans"/>
                <a:cs typeface="IBM Plex Sans"/>
                <a:sym typeface="IBM Plex Sans"/>
              </a:rPr>
              <a:t>“AI </a:t>
            </a:r>
            <a:r>
              <a:rPr lang="en-US" sz="1200" b="1" noProof="0">
                <a:solidFill>
                  <a:schemeClr val="dk1"/>
                </a:solidFill>
                <a:latin typeface="IBM Plex Sans" panose="020B0503050203000203" pitchFamily="34" charset="0"/>
                <a:ea typeface="IBM Plex Sans"/>
                <a:cs typeface="IBM Plex Sans"/>
                <a:sym typeface="IBM Plex Sans"/>
              </a:rPr>
              <a:t>summaries [AI Overviews]</a:t>
            </a:r>
            <a:r>
              <a:rPr lang="en-US" sz="1200" noProof="0">
                <a:solidFill>
                  <a:schemeClr val="dk1"/>
                </a:solidFill>
                <a:latin typeface="IBM Plex Sans" panose="020B0503050203000203" pitchFamily="34" charset="0"/>
                <a:ea typeface="IBM Plex Sans"/>
                <a:cs typeface="IBM Plex Sans"/>
                <a:sym typeface="IBM Plex Sans"/>
              </a:rPr>
              <a:t> are the </a:t>
            </a:r>
            <a:r>
              <a:rPr lang="en-US" sz="1200" b="1" noProof="0">
                <a:solidFill>
                  <a:schemeClr val="dk1"/>
                </a:solidFill>
                <a:latin typeface="IBM Plex Sans" panose="020B0503050203000203" pitchFamily="34" charset="0"/>
                <a:ea typeface="IBM Plex Sans"/>
                <a:cs typeface="IBM Plex Sans"/>
                <a:sym typeface="IBM Plex Sans"/>
              </a:rPr>
              <a:t>new trust standard”</a:t>
            </a:r>
            <a:r>
              <a:rPr lang="en-US" sz="1200" noProof="0">
                <a:solidFill>
                  <a:schemeClr val="dk1"/>
                </a:solidFill>
                <a:latin typeface="IBM Plex Sans" panose="020B0503050203000203" pitchFamily="34" charset="0"/>
                <a:ea typeface="IBM Plex Sans"/>
                <a:cs typeface="IBM Plex Sans"/>
                <a:sym typeface="IBM Plex Sans"/>
              </a:rPr>
              <a:t> </a:t>
            </a:r>
            <a:br>
              <a:rPr lang="en-US" sz="1200" noProof="0">
                <a:solidFill>
                  <a:schemeClr val="dk1"/>
                </a:solidFill>
                <a:latin typeface="IBM Plex Sans" panose="020B0503050203000203" pitchFamily="34" charset="0"/>
                <a:ea typeface="IBM Plex Sans"/>
                <a:cs typeface="IBM Plex Sans"/>
                <a:sym typeface="IBM Plex Sans"/>
              </a:rPr>
            </a:br>
            <a:r>
              <a:rPr lang="en-US" sz="1200" noProof="0">
                <a:solidFill>
                  <a:schemeClr val="dk1"/>
                </a:solidFill>
                <a:latin typeface="IBM Plex Sans" panose="020B0503050203000203" pitchFamily="34" charset="0"/>
                <a:ea typeface="IBM Plex Sans"/>
                <a:cs typeface="IBM Plex Sans"/>
                <a:sym typeface="IBM Plex Sans"/>
              </a:rPr>
              <a:t>“If you’re not featured in these AI-generated answers, you’re not part of the decision journey” </a:t>
            </a:r>
            <a:r>
              <a:rPr lang="en-US" sz="1200" baseline="30000" noProof="0">
                <a:solidFill>
                  <a:schemeClr val="dk1"/>
                </a:solidFill>
                <a:latin typeface="IBM Plex Sans" panose="020B0503050203000203" pitchFamily="34" charset="0"/>
                <a:ea typeface="IBM Plex Sans"/>
                <a:cs typeface="IBM Plex Sans"/>
                <a:sym typeface="IBM Plex Sans"/>
              </a:rPr>
              <a:t>2</a:t>
            </a:r>
            <a:endParaRPr lang="en-US" sz="1200" b="1" i="0" u="none" strike="noStrike" cap="none" noProof="0">
              <a:solidFill>
                <a:schemeClr val="dk1"/>
              </a:solidFill>
              <a:latin typeface="IBM Plex Sans" panose="020B0503050203000203" pitchFamily="34" charset="0"/>
              <a:ea typeface="IBM Plex Sans"/>
              <a:cs typeface="IBM Plex Sans"/>
              <a:sym typeface="IBM Plex Sans"/>
            </a:endParaRPr>
          </a:p>
          <a:p>
            <a:pPr marL="177800" lvl="0" indent="-177800">
              <a:spcAft>
                <a:spcPts val="600"/>
              </a:spcAft>
              <a:buClr>
                <a:schemeClr val="dk1"/>
              </a:buClr>
              <a:buSzPts val="1400"/>
              <a:buFont typeface="Arial"/>
              <a:buChar char="•"/>
            </a:pPr>
            <a:r>
              <a:rPr lang="en-US" sz="1200" i="0" u="none" strike="noStrike" cap="none" noProof="0">
                <a:solidFill>
                  <a:schemeClr val="dk1"/>
                </a:solidFill>
                <a:latin typeface="IBM Plex Sans" panose="020B0503050203000203" pitchFamily="34" charset="0"/>
                <a:ea typeface="IBM Plex Sans"/>
                <a:cs typeface="IBM Plex Sans"/>
                <a:sym typeface="IBM Plex Sans"/>
              </a:rPr>
              <a:t>Advertisers are </a:t>
            </a:r>
            <a:r>
              <a:rPr lang="en-US" sz="1200" b="1" i="0" u="none" strike="noStrike" cap="none" noProof="0">
                <a:solidFill>
                  <a:schemeClr val="dk1"/>
                </a:solidFill>
                <a:latin typeface="IBM Plex Sans" panose="020B0503050203000203" pitchFamily="34" charset="0"/>
                <a:ea typeface="IBM Plex Sans"/>
                <a:cs typeface="IBM Plex Sans"/>
                <a:sym typeface="IBM Plex Sans"/>
              </a:rPr>
              <a:t>increasing spend as AI-powered formats </a:t>
            </a:r>
            <a:r>
              <a:rPr lang="en-US" sz="1200" i="0" u="none" strike="noStrike" cap="none" noProof="0">
                <a:solidFill>
                  <a:schemeClr val="dk1"/>
                </a:solidFill>
                <a:latin typeface="IBM Plex Sans" panose="020B0503050203000203" pitchFamily="34" charset="0"/>
                <a:ea typeface="IBM Plex Sans"/>
                <a:cs typeface="IBM Plex Sans"/>
                <a:sym typeface="IBM Plex Sans"/>
              </a:rPr>
              <a:t>(for </a:t>
            </a:r>
            <a:r>
              <a:rPr lang="en-US" sz="1200" noProof="0">
                <a:solidFill>
                  <a:schemeClr val="dk1"/>
                </a:solidFill>
                <a:latin typeface="IBM Plex Sans" panose="020B0503050203000203" pitchFamily="34" charset="0"/>
                <a:ea typeface="IBM Plex Sans"/>
                <a:cs typeface="IBM Plex Sans"/>
                <a:sym typeface="IBM Plex Sans"/>
              </a:rPr>
              <a:t>example, </a:t>
            </a:r>
            <a:r>
              <a:rPr lang="en-US" sz="1200" i="0" u="none" strike="noStrike" cap="none" noProof="0">
                <a:solidFill>
                  <a:schemeClr val="dk1"/>
                </a:solidFill>
                <a:latin typeface="IBM Plex Sans" panose="020B0503050203000203" pitchFamily="34" charset="0"/>
                <a:ea typeface="IBM Plex Sans"/>
                <a:cs typeface="IBM Plex Sans"/>
                <a:sym typeface="IBM Plex Sans"/>
              </a:rPr>
              <a:t>AI Max) deliver higher conversions</a:t>
            </a:r>
            <a:r>
              <a:rPr lang="en-US" sz="1200" i="0" u="none" strike="noStrike" cap="none" baseline="30000" noProof="0">
                <a:solidFill>
                  <a:schemeClr val="dk1"/>
                </a:solidFill>
                <a:latin typeface="IBM Plex Sans" panose="020B0503050203000203" pitchFamily="34" charset="0"/>
                <a:ea typeface="IBM Plex Sans"/>
                <a:cs typeface="IBM Plex Sans"/>
                <a:sym typeface="IBM Plex Sans"/>
              </a:rPr>
              <a:t>4,5</a:t>
            </a:r>
          </a:p>
          <a:p>
            <a:pPr marL="177800" lvl="0" indent="-177800">
              <a:spcAft>
                <a:spcPts val="600"/>
              </a:spcAft>
              <a:buClr>
                <a:schemeClr val="dk1"/>
              </a:buClr>
              <a:buSzPts val="1400"/>
              <a:buFont typeface="Arial"/>
              <a:buChar char="•"/>
            </a:pPr>
            <a:r>
              <a:rPr lang="en-US" sz="1200" b="1" noProof="0">
                <a:solidFill>
                  <a:schemeClr val="dk1"/>
                </a:solidFill>
                <a:latin typeface="IBM Plex Sans" panose="020B0503050203000203" pitchFamily="34" charset="0"/>
                <a:ea typeface="IBM Plex Sans"/>
                <a:cs typeface="IBM Plex Sans"/>
                <a:sym typeface="IBM Plex Sans"/>
              </a:rPr>
              <a:t>AI-driven traffic converts at a higher rate</a:t>
            </a:r>
            <a:r>
              <a:rPr lang="en-US" sz="1200" noProof="0">
                <a:solidFill>
                  <a:schemeClr val="dk1"/>
                </a:solidFill>
                <a:latin typeface="IBM Plex Sans" panose="020B0503050203000203" pitchFamily="34" charset="0"/>
                <a:ea typeface="IBM Plex Sans"/>
                <a:cs typeface="IBM Plex Sans"/>
                <a:sym typeface="IBM Plex Sans"/>
              </a:rPr>
              <a:t>, and visitors are 4.4x more valuable than organic visitors</a:t>
            </a:r>
            <a:r>
              <a:rPr lang="en-US" sz="1200" baseline="30000" noProof="0">
                <a:solidFill>
                  <a:schemeClr val="dk1"/>
                </a:solidFill>
                <a:latin typeface="IBM Plex Sans" panose="020B0503050203000203" pitchFamily="34" charset="0"/>
                <a:ea typeface="IBM Plex Sans"/>
                <a:cs typeface="IBM Plex Sans"/>
                <a:sym typeface="IBM Plex Sans"/>
              </a:rPr>
              <a:t>3</a:t>
            </a:r>
            <a:endParaRPr lang="en-US" sz="1200" noProof="0">
              <a:solidFill>
                <a:schemeClr val="dk1"/>
              </a:solidFill>
              <a:latin typeface="IBM Plex Sans" panose="020B0503050203000203" pitchFamily="34" charset="0"/>
            </a:endParaRPr>
          </a:p>
          <a:p>
            <a:pPr marL="177800" lvl="0" indent="-177800">
              <a:spcAft>
                <a:spcPts val="600"/>
              </a:spcAft>
              <a:buClr>
                <a:schemeClr val="dk1"/>
              </a:buClr>
              <a:buSzPts val="1400"/>
              <a:buFont typeface="Arial"/>
              <a:buChar char="•"/>
            </a:pPr>
            <a:r>
              <a:rPr lang="en-US" sz="1200" b="1" noProof="0">
                <a:solidFill>
                  <a:schemeClr val="dk1"/>
                </a:solidFill>
                <a:latin typeface="IBM Plex Sans" panose="020B0503050203000203" pitchFamily="34" charset="0"/>
                <a:ea typeface="IBM Plex Sans"/>
                <a:cs typeface="IBM Plex Sans"/>
                <a:sym typeface="IBM Plex Sans"/>
              </a:rPr>
              <a:t>New tools are emerging to track AI visibility</a:t>
            </a:r>
            <a:r>
              <a:rPr lang="en-US" sz="1200" noProof="0">
                <a:solidFill>
                  <a:schemeClr val="dk1"/>
                </a:solidFill>
                <a:latin typeface="IBM Plex Sans" panose="020B0503050203000203" pitchFamily="34" charset="0"/>
                <a:ea typeface="IBM Plex Sans"/>
                <a:cs typeface="IBM Plex Sans"/>
                <a:sym typeface="IBM Plex Sans"/>
              </a:rPr>
              <a:t>, as vendors monitor brand exposure across ChatGPT, Claude, and Google AI Overviews</a:t>
            </a:r>
            <a:r>
              <a:rPr lang="en-US" sz="1200" baseline="30000" noProof="0">
                <a:solidFill>
                  <a:schemeClr val="dk1"/>
                </a:solidFill>
                <a:latin typeface="IBM Plex Sans" panose="020B0503050203000203" pitchFamily="34" charset="0"/>
                <a:ea typeface="IBM Plex Sans"/>
                <a:cs typeface="IBM Plex Sans"/>
                <a:sym typeface="IBM Plex Sans"/>
              </a:rPr>
              <a:t>4</a:t>
            </a:r>
            <a:endParaRPr lang="en-US" sz="1200" noProof="0">
              <a:solidFill>
                <a:schemeClr val="dk1"/>
              </a:solidFill>
              <a:latin typeface="IBM Plex Sans" panose="020B0503050203000203" pitchFamily="34" charset="0"/>
            </a:endParaRPr>
          </a:p>
          <a:p>
            <a:pPr marL="177800" marR="0" lvl="0" indent="-177800" algn="l" rtl="0">
              <a:lnSpc>
                <a:spcPct val="100000"/>
              </a:lnSpc>
              <a:spcBef>
                <a:spcPts val="0"/>
              </a:spcBef>
              <a:spcAft>
                <a:spcPts val="0"/>
              </a:spcAft>
              <a:buClr>
                <a:schemeClr val="dk1"/>
              </a:buClr>
              <a:buSzPts val="1400"/>
              <a:buFont typeface="Arial"/>
              <a:buChar char="•"/>
            </a:pPr>
            <a:endParaRPr lang="en-US" sz="1200" b="0" i="0" u="none" strike="noStrike" cap="none" noProof="0">
              <a:solidFill>
                <a:schemeClr val="dk1"/>
              </a:solidFill>
              <a:latin typeface="IBM Plex Sans" panose="020B0503050203000203" pitchFamily="34" charset="0"/>
              <a:sym typeface="Arial"/>
            </a:endParaRPr>
          </a:p>
          <a:p>
            <a:pPr marL="177800" marR="0" lvl="0" indent="-177800" algn="l" rtl="0">
              <a:lnSpc>
                <a:spcPct val="100000"/>
              </a:lnSpc>
              <a:spcBef>
                <a:spcPts val="600"/>
              </a:spcBef>
              <a:spcAft>
                <a:spcPts val="600"/>
              </a:spcAft>
              <a:buClr>
                <a:schemeClr val="dk1"/>
              </a:buClr>
              <a:buSzPts val="1400"/>
              <a:buFont typeface="Arial"/>
              <a:buChar char="•"/>
            </a:pPr>
            <a:endParaRPr lang="en-US" sz="1200" b="0" i="0" u="none" strike="noStrike" cap="none" noProof="0">
              <a:solidFill>
                <a:schemeClr val="dk1"/>
              </a:solidFill>
              <a:latin typeface="IBM Plex Sans" panose="020B0503050203000203" pitchFamily="34" charset="0"/>
              <a:sym typeface="Arial"/>
            </a:endParaRPr>
          </a:p>
        </p:txBody>
      </p:sp>
      <p:graphicFrame>
        <p:nvGraphicFramePr>
          <p:cNvPr id="4" name="Google Shape;710;p54">
            <a:extLst>
              <a:ext uri="{FF2B5EF4-FFF2-40B4-BE49-F238E27FC236}">
                <a16:creationId xmlns:a16="http://schemas.microsoft.com/office/drawing/2014/main" id="{9FA0CE46-A548-C160-F0CD-A79FB53282D6}"/>
              </a:ext>
            </a:extLst>
          </p:cNvPr>
          <p:cNvGraphicFramePr/>
          <p:nvPr>
            <p:extLst>
              <p:ext uri="{D42A27DB-BD31-4B8C-83A1-F6EECF244321}">
                <p14:modId xmlns:p14="http://schemas.microsoft.com/office/powerpoint/2010/main" val="1531864393"/>
              </p:ext>
            </p:extLst>
          </p:nvPr>
        </p:nvGraphicFramePr>
        <p:xfrm>
          <a:off x="1530169" y="1402722"/>
          <a:ext cx="5780293" cy="1779647"/>
        </p:xfrm>
        <a:graphic>
          <a:graphicData uri="http://schemas.openxmlformats.org/drawingml/2006/chart">
            <c:chart xmlns:c="http://schemas.openxmlformats.org/drawingml/2006/chart" xmlns:r="http://schemas.openxmlformats.org/officeDocument/2006/relationships" r:id="rId9"/>
          </a:graphicData>
        </a:graphic>
      </p:graphicFrame>
      <p:sp>
        <p:nvSpPr>
          <p:cNvPr id="13" name="Google Shape;368;p24">
            <a:extLst>
              <a:ext uri="{FF2B5EF4-FFF2-40B4-BE49-F238E27FC236}">
                <a16:creationId xmlns:a16="http://schemas.microsoft.com/office/drawing/2014/main" id="{E48CEB2E-0307-AF79-2511-5467A651627F}"/>
              </a:ext>
            </a:extLst>
          </p:cNvPr>
          <p:cNvSpPr/>
          <p:nvPr/>
        </p:nvSpPr>
        <p:spPr>
          <a:xfrm>
            <a:off x="420595" y="1412198"/>
            <a:ext cx="6889867" cy="330899"/>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b="1" i="0" u="none" strike="noStrike" cap="none" noProof="0">
                <a:solidFill>
                  <a:schemeClr val="lt1"/>
                </a:solidFill>
                <a:latin typeface="IBM Plex Sans" panose="020B0503050203000203" pitchFamily="34" charset="0"/>
                <a:ea typeface="IBM Plex Sans"/>
                <a:cs typeface="IBM Plex Sans"/>
                <a:sym typeface="IBM Plex Sans" panose="020B0503050203000203" pitchFamily="34" charset="0"/>
              </a:rPr>
              <a:t>Average </a:t>
            </a:r>
            <a:r>
              <a:rPr lang="en-US" b="1" noProof="0">
                <a:solidFill>
                  <a:schemeClr val="lt1"/>
                </a:solidFill>
                <a:latin typeface="IBM Plex Sans" panose="020B0503050203000203" pitchFamily="34" charset="0"/>
                <a:ea typeface="IBM Plex Sans"/>
                <a:cs typeface="IBM Plex Sans"/>
                <a:sym typeface="IBM Plex Sans" panose="020B0503050203000203" pitchFamily="34" charset="0"/>
              </a:rPr>
              <a:t>Click-Through </a:t>
            </a:r>
            <a:r>
              <a:rPr lang="en-US" b="1" i="0" u="none" strike="noStrike" cap="none" noProof="0">
                <a:solidFill>
                  <a:schemeClr val="lt1"/>
                </a:solidFill>
                <a:latin typeface="IBM Plex Sans" panose="020B0503050203000203" pitchFamily="34" charset="0"/>
                <a:ea typeface="IBM Plex Sans"/>
                <a:cs typeface="IBM Plex Sans"/>
                <a:sym typeface="IBM Plex Sans" panose="020B0503050203000203" pitchFamily="34" charset="0"/>
              </a:rPr>
              <a:t>Rates </a:t>
            </a:r>
            <a:r>
              <a:rPr lang="en-US" b="1" noProof="0">
                <a:solidFill>
                  <a:schemeClr val="lt1"/>
                </a:solidFill>
                <a:latin typeface="IBM Plex Sans" panose="020B0503050203000203" pitchFamily="34" charset="0"/>
                <a:ea typeface="IBM Plex Sans"/>
                <a:cs typeface="IBM Plex Sans"/>
                <a:sym typeface="IBM Plex Sans" panose="020B0503050203000203" pitchFamily="34" charset="0"/>
              </a:rPr>
              <a:t>(</a:t>
            </a:r>
            <a:r>
              <a:rPr lang="en-US" b="1" i="0" u="none" strike="noStrike" cap="none" noProof="0">
                <a:solidFill>
                  <a:schemeClr val="lt1"/>
                </a:solidFill>
                <a:latin typeface="IBM Plex Sans" panose="020B0503050203000203" pitchFamily="34" charset="0"/>
                <a:ea typeface="IBM Plex Sans"/>
                <a:cs typeface="IBM Plex Sans"/>
                <a:sym typeface="IBM Plex Sans" panose="020B0503050203000203" pitchFamily="34" charset="0"/>
              </a:rPr>
              <a:t>CTR, incl. informational searches) (Q3 2025)</a:t>
            </a:r>
          </a:p>
        </p:txBody>
      </p:sp>
      <p:graphicFrame>
        <p:nvGraphicFramePr>
          <p:cNvPr id="14" name="Google Shape;710;p54">
            <a:extLst>
              <a:ext uri="{FF2B5EF4-FFF2-40B4-BE49-F238E27FC236}">
                <a16:creationId xmlns:a16="http://schemas.microsoft.com/office/drawing/2014/main" id="{2DBB0206-8489-A53C-B605-DDF12F220C06}"/>
              </a:ext>
            </a:extLst>
          </p:cNvPr>
          <p:cNvGraphicFramePr/>
          <p:nvPr>
            <p:extLst>
              <p:ext uri="{D42A27DB-BD31-4B8C-83A1-F6EECF244321}">
                <p14:modId xmlns:p14="http://schemas.microsoft.com/office/powerpoint/2010/main" val="1927849479"/>
              </p:ext>
            </p:extLst>
          </p:nvPr>
        </p:nvGraphicFramePr>
        <p:xfrm>
          <a:off x="1618106" y="3372563"/>
          <a:ext cx="5780293" cy="1779647"/>
        </p:xfrm>
        <a:graphic>
          <a:graphicData uri="http://schemas.openxmlformats.org/drawingml/2006/chart">
            <c:chart xmlns:c="http://schemas.openxmlformats.org/drawingml/2006/chart" xmlns:r="http://schemas.openxmlformats.org/officeDocument/2006/relationships" r:id="rId10"/>
          </a:graphicData>
        </a:graphic>
      </p:graphicFrame>
      <p:cxnSp>
        <p:nvCxnSpPr>
          <p:cNvPr id="15" name="Straight Arrow Connector 14">
            <a:extLst>
              <a:ext uri="{FF2B5EF4-FFF2-40B4-BE49-F238E27FC236}">
                <a16:creationId xmlns:a16="http://schemas.microsoft.com/office/drawing/2014/main" id="{8D925F74-35B4-391D-9DB5-B7322DF27704}"/>
              </a:ext>
            </a:extLst>
          </p:cNvPr>
          <p:cNvCxnSpPr>
            <a:cxnSpLocks/>
          </p:cNvCxnSpPr>
          <p:nvPr/>
        </p:nvCxnSpPr>
        <p:spPr>
          <a:xfrm flipV="1">
            <a:off x="2624388" y="2237486"/>
            <a:ext cx="3039433" cy="231662"/>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EFD94243-8AB3-91DC-6F29-7B1E17CE70EF}"/>
              </a:ext>
            </a:extLst>
          </p:cNvPr>
          <p:cNvSpPr/>
          <p:nvPr/>
        </p:nvSpPr>
        <p:spPr>
          <a:xfrm>
            <a:off x="4087183" y="2259902"/>
            <a:ext cx="577207" cy="154114"/>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b="1" noProof="0">
                <a:solidFill>
                  <a:schemeClr val="tx1"/>
                </a:solidFill>
                <a:latin typeface="IBM Plex Sans" panose="020B0503050203000203" pitchFamily="34" charset="0"/>
              </a:rPr>
              <a:t>+35%</a:t>
            </a:r>
          </a:p>
        </p:txBody>
      </p:sp>
      <p:cxnSp>
        <p:nvCxnSpPr>
          <p:cNvPr id="18" name="Straight Arrow Connector 17">
            <a:extLst>
              <a:ext uri="{FF2B5EF4-FFF2-40B4-BE49-F238E27FC236}">
                <a16:creationId xmlns:a16="http://schemas.microsoft.com/office/drawing/2014/main" id="{37E8DDDB-B637-FA9E-F256-A00F6B83C27A}"/>
              </a:ext>
            </a:extLst>
          </p:cNvPr>
          <p:cNvCxnSpPr>
            <a:cxnSpLocks/>
          </p:cNvCxnSpPr>
          <p:nvPr/>
        </p:nvCxnSpPr>
        <p:spPr>
          <a:xfrm flipV="1">
            <a:off x="2910335" y="3731817"/>
            <a:ext cx="2930907" cy="369214"/>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D47CE994-1BA3-1B27-8A01-EC40175F6441}"/>
              </a:ext>
            </a:extLst>
          </p:cNvPr>
          <p:cNvSpPr/>
          <p:nvPr/>
        </p:nvSpPr>
        <p:spPr>
          <a:xfrm>
            <a:off x="4087184" y="3814305"/>
            <a:ext cx="577207" cy="154114"/>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b="1" noProof="0">
                <a:solidFill>
                  <a:schemeClr val="tx1"/>
                </a:solidFill>
                <a:latin typeface="IBM Plex Sans" panose="020B0503050203000203" pitchFamily="34" charset="0"/>
              </a:rPr>
              <a:t>+91%</a:t>
            </a:r>
          </a:p>
        </p:txBody>
      </p:sp>
      <p:sp>
        <p:nvSpPr>
          <p:cNvPr id="2" name="Rectangle 1">
            <a:extLst>
              <a:ext uri="{FF2B5EF4-FFF2-40B4-BE49-F238E27FC236}">
                <a16:creationId xmlns:a16="http://schemas.microsoft.com/office/drawing/2014/main" id="{2F9C5BDB-B4D6-C21A-60C0-28B182D085D8}"/>
              </a:ext>
            </a:extLst>
          </p:cNvPr>
          <p:cNvSpPr/>
          <p:nvPr/>
        </p:nvSpPr>
        <p:spPr>
          <a:xfrm>
            <a:off x="9407951" y="0"/>
            <a:ext cx="2811663"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2 (AI Overviews)</a:t>
            </a:r>
            <a:endParaRPr lang="en-US" b="1" noProof="0">
              <a:solidFill>
                <a:schemeClr val="tx1"/>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53379C-E840-F7A6-8C70-C82DAF190AD5}"/>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E0A9170D-FF5D-4358-A0A9-ED962B85D1C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47" imgH="348" progId="TCLayout.ActiveDocument.1">
                  <p:embed/>
                </p:oleObj>
              </mc:Choice>
              <mc:Fallback>
                <p:oleObj name="think-cell Slide" r:id="rId4" imgW="347" imgH="348" progId="TCLayout.ActiveDocument.1">
                  <p:embed/>
                  <p:pic>
                    <p:nvPicPr>
                      <p:cNvPr id="7" name="think-cell data - do not delete" hidden="1">
                        <a:extLst>
                          <a:ext uri="{FF2B5EF4-FFF2-40B4-BE49-F238E27FC236}">
                            <a16:creationId xmlns:a16="http://schemas.microsoft.com/office/drawing/2014/main" id="{E0A9170D-FF5D-4358-A0A9-ED962B85D1CA}"/>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Slide Number Placeholder 3">
            <a:extLst>
              <a:ext uri="{FF2B5EF4-FFF2-40B4-BE49-F238E27FC236}">
                <a16:creationId xmlns:a16="http://schemas.microsoft.com/office/drawing/2014/main" id="{C60B4B81-DC4E-4C81-DA2B-D344D8FD71DF}"/>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US" noProof="0" smtClean="0"/>
              <a:t>12</a:t>
            </a:fld>
            <a:endParaRPr lang="en-US" noProof="0"/>
          </a:p>
        </p:txBody>
      </p:sp>
      <p:sp>
        <p:nvSpPr>
          <p:cNvPr id="5" name="Title 4">
            <a:extLst>
              <a:ext uri="{FF2B5EF4-FFF2-40B4-BE49-F238E27FC236}">
                <a16:creationId xmlns:a16="http://schemas.microsoft.com/office/drawing/2014/main" id="{77B73F62-EF27-5DDF-8BF6-885E1C8CF155}"/>
              </a:ext>
            </a:extLst>
          </p:cNvPr>
          <p:cNvSpPr>
            <a:spLocks noGrp="1"/>
          </p:cNvSpPr>
          <p:nvPr>
            <p:ph type="title"/>
          </p:nvPr>
        </p:nvSpPr>
        <p:spPr>
          <a:xfrm>
            <a:off x="420595" y="504611"/>
            <a:ext cx="11350811" cy="775597"/>
          </a:xfrm>
        </p:spPr>
        <p:txBody>
          <a:bodyPr vert="horz"/>
          <a:lstStyle/>
          <a:p>
            <a:r>
              <a:rPr lang="en-US" noProof="0"/>
              <a:t>AI Overviews disproportionately impact the US due to earlier deployment and broader exposure</a:t>
            </a:r>
          </a:p>
        </p:txBody>
      </p:sp>
      <p:sp>
        <p:nvSpPr>
          <p:cNvPr id="15" name="Google Shape;371;p24">
            <a:extLst>
              <a:ext uri="{FF2B5EF4-FFF2-40B4-BE49-F238E27FC236}">
                <a16:creationId xmlns:a16="http://schemas.microsoft.com/office/drawing/2014/main" id="{AFD66AEB-B750-1F7B-590D-E8D655C7D9BC}"/>
              </a:ext>
            </a:extLst>
          </p:cNvPr>
          <p:cNvSpPr txBox="1"/>
          <p:nvPr/>
        </p:nvSpPr>
        <p:spPr>
          <a:xfrm>
            <a:off x="9191625" y="1729983"/>
            <a:ext cx="2592386" cy="3879383"/>
          </a:xfrm>
          <a:prstGeom prst="rect">
            <a:avLst/>
          </a:prstGeom>
          <a:solidFill>
            <a:schemeClr val="bg1">
              <a:lumMod val="95000"/>
            </a:schemeClr>
          </a:solidFill>
          <a:ln>
            <a:noFill/>
          </a:ln>
        </p:spPr>
        <p:txBody>
          <a:bodyPr spcFirstLastPara="1" wrap="square" lIns="91425" tIns="90000" rIns="91425" bIns="45700" anchor="t" anchorCtr="0">
            <a:noAutofit/>
          </a:bodyPr>
          <a:lstStyle/>
          <a:p>
            <a:pPr marL="177800" indent="-177800">
              <a:spcAft>
                <a:spcPts val="800"/>
              </a:spcAft>
              <a:buClr>
                <a:schemeClr val="dk1"/>
              </a:buClr>
              <a:buSzPts val="1400"/>
              <a:buFont typeface="Arial"/>
              <a:buChar char="•"/>
            </a:pPr>
            <a:r>
              <a:rPr lang="en-US" sz="1200" noProof="0">
                <a:solidFill>
                  <a:schemeClr val="tx1"/>
                </a:solidFill>
                <a:latin typeface="IBM Plex Sans"/>
                <a:sym typeface="Calibri"/>
              </a:rPr>
              <a:t>The rollout of AI Overviews is </a:t>
            </a:r>
            <a:r>
              <a:rPr lang="en-US" sz="1200" b="1" noProof="0">
                <a:solidFill>
                  <a:schemeClr val="tx1"/>
                </a:solidFill>
                <a:latin typeface="IBM Plex Sans"/>
                <a:sym typeface="Calibri"/>
              </a:rPr>
              <a:t>more robust in the US (~50%) </a:t>
            </a:r>
            <a:r>
              <a:rPr lang="en-US" sz="1200" noProof="0">
                <a:solidFill>
                  <a:schemeClr val="tx1"/>
                </a:solidFill>
                <a:latin typeface="IBM Plex Sans"/>
                <a:sym typeface="Calibri"/>
              </a:rPr>
              <a:t>compared to the rest of the world (~30%)</a:t>
            </a:r>
          </a:p>
          <a:p>
            <a:pPr marL="177800" indent="-177800">
              <a:spcAft>
                <a:spcPts val="800"/>
              </a:spcAft>
              <a:buClr>
                <a:schemeClr val="dk1"/>
              </a:buClr>
              <a:buSzPts val="1400"/>
              <a:buFont typeface="Arial"/>
              <a:buChar char="•"/>
            </a:pPr>
            <a:r>
              <a:rPr lang="en-US" sz="1200" noProof="0">
                <a:solidFill>
                  <a:schemeClr val="tx1"/>
                </a:solidFill>
                <a:latin typeface="IBM Plex Sans"/>
                <a:sym typeface="Calibri"/>
              </a:rPr>
              <a:t>Lower </a:t>
            </a:r>
            <a:r>
              <a:rPr lang="en-US" sz="1200" noProof="0" err="1">
                <a:solidFill>
                  <a:schemeClr val="tx1"/>
                </a:solidFill>
                <a:latin typeface="IBM Plex Sans"/>
                <a:sym typeface="Calibri"/>
              </a:rPr>
              <a:t>RoW</a:t>
            </a:r>
            <a:r>
              <a:rPr lang="en-US" sz="1200" noProof="0">
                <a:solidFill>
                  <a:schemeClr val="tx1"/>
                </a:solidFill>
                <a:latin typeface="IBM Plex Sans"/>
                <a:sym typeface="Calibri"/>
              </a:rPr>
              <a:t> adoption </a:t>
            </a:r>
            <a:r>
              <a:rPr lang="en-US" sz="1200" b="1" noProof="0">
                <a:solidFill>
                  <a:schemeClr val="tx1"/>
                </a:solidFill>
                <a:latin typeface="IBM Plex Sans"/>
                <a:sym typeface="Calibri"/>
              </a:rPr>
              <a:t>reflects selective rollout </a:t>
            </a:r>
            <a:r>
              <a:rPr lang="en-US" sz="1200" noProof="0">
                <a:solidFill>
                  <a:schemeClr val="tx1"/>
                </a:solidFill>
                <a:latin typeface="IBM Plex Sans"/>
                <a:sym typeface="Calibri"/>
              </a:rPr>
              <a:t>rather than lower user demand</a:t>
            </a:r>
            <a:r>
              <a:rPr lang="en-US" sz="1200" baseline="30000" noProof="0">
                <a:solidFill>
                  <a:schemeClr val="tx1"/>
                </a:solidFill>
                <a:latin typeface="IBM Plex Sans"/>
                <a:sym typeface="Calibri"/>
              </a:rPr>
              <a:t>5</a:t>
            </a:r>
          </a:p>
          <a:p>
            <a:pPr marL="177800" indent="-177800">
              <a:spcAft>
                <a:spcPts val="800"/>
              </a:spcAft>
              <a:buClr>
                <a:schemeClr val="dk1"/>
              </a:buClr>
              <a:buSzPts val="1400"/>
              <a:buFont typeface="Arial"/>
              <a:buChar char="•"/>
            </a:pPr>
            <a:r>
              <a:rPr lang="en-US" sz="1200" noProof="0">
                <a:solidFill>
                  <a:schemeClr val="tx1"/>
                </a:solidFill>
                <a:latin typeface="IBM Plex Sans"/>
                <a:sym typeface="Calibri"/>
              </a:rPr>
              <a:t>The uneven deployment indicates </a:t>
            </a:r>
            <a:r>
              <a:rPr lang="en-US" sz="1200" b="1" noProof="0">
                <a:solidFill>
                  <a:schemeClr val="tx1"/>
                </a:solidFill>
                <a:latin typeface="IBM Plex Sans"/>
                <a:sym typeface="Calibri"/>
              </a:rPr>
              <a:t>Google is actively controlling exposure,</a:t>
            </a:r>
            <a:r>
              <a:rPr lang="en-US" sz="1200" noProof="0">
                <a:solidFill>
                  <a:schemeClr val="tx1"/>
                </a:solidFill>
                <a:latin typeface="IBM Plex Sans"/>
                <a:sym typeface="Calibri"/>
              </a:rPr>
              <a:t> indicating </a:t>
            </a:r>
            <a:r>
              <a:rPr lang="en-US" sz="1200" b="1" noProof="0">
                <a:solidFill>
                  <a:schemeClr val="tx1"/>
                </a:solidFill>
                <a:latin typeface="IBM Plex Sans"/>
                <a:sym typeface="Calibri"/>
              </a:rPr>
              <a:t>future changes will be incremental </a:t>
            </a:r>
            <a:r>
              <a:rPr lang="en-US" sz="1200" noProof="0">
                <a:solidFill>
                  <a:schemeClr val="tx1"/>
                </a:solidFill>
                <a:latin typeface="IBM Plex Sans"/>
                <a:sym typeface="Calibri"/>
              </a:rPr>
              <a:t>rather than abrupt</a:t>
            </a:r>
            <a:r>
              <a:rPr lang="en-US" sz="1200" baseline="30000" noProof="0">
                <a:solidFill>
                  <a:schemeClr val="tx1"/>
                </a:solidFill>
                <a:latin typeface="IBM Plex Sans"/>
                <a:sym typeface="Calibri"/>
              </a:rPr>
              <a:t>5</a:t>
            </a:r>
            <a:endParaRPr lang="en-US" sz="1200" noProof="0">
              <a:solidFill>
                <a:schemeClr val="tx1"/>
              </a:solidFill>
              <a:latin typeface="IBM Plex Sans"/>
              <a:sym typeface="Calibri"/>
            </a:endParaRPr>
          </a:p>
        </p:txBody>
      </p:sp>
      <p:sp>
        <p:nvSpPr>
          <p:cNvPr id="19" name="Google Shape;784;g3b0a07b424d_1_872">
            <a:extLst>
              <a:ext uri="{FF2B5EF4-FFF2-40B4-BE49-F238E27FC236}">
                <a16:creationId xmlns:a16="http://schemas.microsoft.com/office/drawing/2014/main" id="{A294ADF0-C66D-3024-7383-6C55F7F0AA06}"/>
              </a:ext>
            </a:extLst>
          </p:cNvPr>
          <p:cNvSpPr>
            <a:spLocks/>
          </p:cNvSpPr>
          <p:nvPr/>
        </p:nvSpPr>
        <p:spPr>
          <a:xfrm rot="16200000">
            <a:off x="-298745" y="2508705"/>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noProof="0">
                <a:solidFill>
                  <a:schemeClr val="dk1"/>
                </a:solidFill>
                <a:latin typeface="IBM Plex Sans" panose="020B0503050203000203" pitchFamily="34" charset="0"/>
                <a:sym typeface="IBM Plex Sans" panose="020B0503050203000203" pitchFamily="34" charset="0"/>
              </a:rPr>
              <a:t>United States</a:t>
            </a:r>
          </a:p>
        </p:txBody>
      </p:sp>
      <p:sp>
        <p:nvSpPr>
          <p:cNvPr id="20" name="Google Shape;785;g3b0a07b424d_1_872">
            <a:extLst>
              <a:ext uri="{FF2B5EF4-FFF2-40B4-BE49-F238E27FC236}">
                <a16:creationId xmlns:a16="http://schemas.microsoft.com/office/drawing/2014/main" id="{79543AD7-E53B-CEBB-538F-9DEFFBA8954E}"/>
              </a:ext>
            </a:extLst>
          </p:cNvPr>
          <p:cNvSpPr>
            <a:spLocks/>
          </p:cNvSpPr>
          <p:nvPr/>
        </p:nvSpPr>
        <p:spPr>
          <a:xfrm rot="16200000">
            <a:off x="-298745" y="4439392"/>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noProof="0" err="1">
                <a:solidFill>
                  <a:schemeClr val="dk1"/>
                </a:solidFill>
                <a:latin typeface="IBM Plex Sans" panose="020B0503050203000203" pitchFamily="34" charset="0"/>
                <a:sym typeface="IBM Plex Sans" panose="020B0503050203000203" pitchFamily="34" charset="0"/>
              </a:rPr>
              <a:t>RoW</a:t>
            </a:r>
            <a:endParaRPr lang="en-US" b="1" noProof="0">
              <a:solidFill>
                <a:schemeClr val="dk1"/>
              </a:solidFill>
              <a:latin typeface="IBM Plex Sans" panose="020B0503050203000203" pitchFamily="34" charset="0"/>
              <a:sym typeface="IBM Plex Sans" panose="020B0503050203000203" pitchFamily="34" charset="0"/>
            </a:endParaRPr>
          </a:p>
        </p:txBody>
      </p:sp>
      <p:sp>
        <p:nvSpPr>
          <p:cNvPr id="26" name="Google Shape;368;p24">
            <a:extLst>
              <a:ext uri="{FF2B5EF4-FFF2-40B4-BE49-F238E27FC236}">
                <a16:creationId xmlns:a16="http://schemas.microsoft.com/office/drawing/2014/main" id="{88D93E6D-810F-977F-A11D-C6A7F83668DC}"/>
              </a:ext>
            </a:extLst>
          </p:cNvPr>
          <p:cNvSpPr/>
          <p:nvPr/>
        </p:nvSpPr>
        <p:spPr>
          <a:xfrm>
            <a:off x="420594" y="1405984"/>
            <a:ext cx="8590055"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b="1" noProof="0">
                <a:solidFill>
                  <a:schemeClr val="lt1"/>
                </a:solidFill>
                <a:latin typeface="IBM Plex Sans" panose="020B0503050203000203" pitchFamily="34" charset="0"/>
                <a:sym typeface="Calibri"/>
              </a:rPr>
              <a:t>Google searches that contains AI Overviews in 2025</a:t>
            </a:r>
            <a:r>
              <a:rPr lang="en-US" b="1" baseline="30000" noProof="0">
                <a:solidFill>
                  <a:schemeClr val="lt1"/>
                </a:solidFill>
                <a:latin typeface="IBM Plex Sans" panose="020B0503050203000203" pitchFamily="34" charset="0"/>
                <a:sym typeface="Calibri"/>
              </a:rPr>
              <a:t>1,2,3,4,5,6</a:t>
            </a:r>
          </a:p>
        </p:txBody>
      </p:sp>
      <p:sp>
        <p:nvSpPr>
          <p:cNvPr id="27" name="Google Shape;372;p24">
            <a:extLst>
              <a:ext uri="{FF2B5EF4-FFF2-40B4-BE49-F238E27FC236}">
                <a16:creationId xmlns:a16="http://schemas.microsoft.com/office/drawing/2014/main" id="{70F406F5-8202-23A6-2A85-D5DCA5EF465D}"/>
              </a:ext>
            </a:extLst>
          </p:cNvPr>
          <p:cNvSpPr txBox="1"/>
          <p:nvPr/>
        </p:nvSpPr>
        <p:spPr>
          <a:xfrm>
            <a:off x="420595" y="5656744"/>
            <a:ext cx="11350811" cy="547227"/>
          </a:xfrm>
          <a:prstGeom prst="rect">
            <a:avLst/>
          </a:prstGeom>
          <a:solidFill>
            <a:srgbClr val="00B050">
              <a:alpha val="49019"/>
            </a:srgbClr>
          </a:solidFill>
          <a:ln>
            <a:noFill/>
          </a:ln>
        </p:spPr>
        <p:txBody>
          <a:bodyPr spcFirstLastPara="1" wrap="square" lIns="91425" tIns="45700" rIns="91425" bIns="45700" anchor="ctr" anchorCtr="0">
            <a:noAutofit/>
          </a:bodyPr>
          <a:lstStyle/>
          <a:p>
            <a:pPr algn="ctr">
              <a:buSzPts val="1600"/>
            </a:pPr>
            <a:r>
              <a:rPr lang="en-US" b="1" noProof="0">
                <a:latin typeface="IBM Plex Sans"/>
              </a:rPr>
              <a:t>Because AI Overviews are not uniformly deployed, we model their impact as gradual and region specific rather than immediate and global</a:t>
            </a:r>
            <a:endParaRPr lang="en-US" b="1" noProof="0">
              <a:solidFill>
                <a:schemeClr val="tx1"/>
              </a:solidFill>
              <a:latin typeface="IBM Plex Sans"/>
            </a:endParaRPr>
          </a:p>
        </p:txBody>
      </p:sp>
      <p:sp>
        <p:nvSpPr>
          <p:cNvPr id="34" name="Google Shape;368;p24">
            <a:extLst>
              <a:ext uri="{FF2B5EF4-FFF2-40B4-BE49-F238E27FC236}">
                <a16:creationId xmlns:a16="http://schemas.microsoft.com/office/drawing/2014/main" id="{5B4F1AA1-964B-4BDD-26E0-CAA9BE26990A}"/>
              </a:ext>
            </a:extLst>
          </p:cNvPr>
          <p:cNvSpPr/>
          <p:nvPr/>
        </p:nvSpPr>
        <p:spPr>
          <a:xfrm>
            <a:off x="9191625" y="1405984"/>
            <a:ext cx="257977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lt1"/>
                </a:solidFill>
                <a:latin typeface="IBM Plex Sans" panose="020B0503050203000203" pitchFamily="34" charset="0"/>
                <a:ea typeface="IBM Plex Sans"/>
                <a:cs typeface="IBM Plex Sans"/>
                <a:sym typeface="IBM Plex Sans" panose="020B0503050203000203" pitchFamily="34" charset="0"/>
              </a:rPr>
              <a:t>Insights from research</a:t>
            </a:r>
          </a:p>
        </p:txBody>
      </p:sp>
      <p:graphicFrame>
        <p:nvGraphicFramePr>
          <p:cNvPr id="29" name="Chart 28">
            <a:extLst>
              <a:ext uri="{FF2B5EF4-FFF2-40B4-BE49-F238E27FC236}">
                <a16:creationId xmlns:a16="http://schemas.microsoft.com/office/drawing/2014/main" id="{B42101EF-A8C6-BCEA-D7D8-9422DA93EC0D}"/>
              </a:ext>
            </a:extLst>
          </p:cNvPr>
          <p:cNvGraphicFramePr/>
          <p:nvPr>
            <p:extLst>
              <p:ext uri="{D42A27DB-BD31-4B8C-83A1-F6EECF244321}">
                <p14:modId xmlns:p14="http://schemas.microsoft.com/office/powerpoint/2010/main" val="3634593825"/>
              </p:ext>
            </p:extLst>
          </p:nvPr>
        </p:nvGraphicFramePr>
        <p:xfrm>
          <a:off x="861060" y="1846648"/>
          <a:ext cx="8149589" cy="1779647"/>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7" name="Chart 56">
            <a:extLst>
              <a:ext uri="{FF2B5EF4-FFF2-40B4-BE49-F238E27FC236}">
                <a16:creationId xmlns:a16="http://schemas.microsoft.com/office/drawing/2014/main" id="{92B3E9A0-E95D-1DE5-33A2-810ACE69AD2E}"/>
              </a:ext>
            </a:extLst>
          </p:cNvPr>
          <p:cNvGraphicFramePr/>
          <p:nvPr/>
        </p:nvGraphicFramePr>
        <p:xfrm>
          <a:off x="861060" y="3779234"/>
          <a:ext cx="8149589" cy="1779647"/>
        </p:xfrm>
        <a:graphic>
          <a:graphicData uri="http://schemas.openxmlformats.org/drawingml/2006/chart">
            <c:chart xmlns:c="http://schemas.openxmlformats.org/drawingml/2006/chart" xmlns:r="http://schemas.openxmlformats.org/officeDocument/2006/relationships" r:id="rId7"/>
          </a:graphicData>
        </a:graphic>
      </p:graphicFrame>
      <p:cxnSp>
        <p:nvCxnSpPr>
          <p:cNvPr id="8" name="Straight Connector 7">
            <a:extLst>
              <a:ext uri="{FF2B5EF4-FFF2-40B4-BE49-F238E27FC236}">
                <a16:creationId xmlns:a16="http://schemas.microsoft.com/office/drawing/2014/main" id="{4862DC97-BDFB-FC3E-6874-AD2C82967EFA}"/>
              </a:ext>
            </a:extLst>
          </p:cNvPr>
          <p:cNvCxnSpPr/>
          <p:nvPr/>
        </p:nvCxnSpPr>
        <p:spPr>
          <a:xfrm>
            <a:off x="420594" y="3644598"/>
            <a:ext cx="8590054"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 name="Google Shape;1088;g3b1123cb7bb_0_10">
            <a:extLst>
              <a:ext uri="{FF2B5EF4-FFF2-40B4-BE49-F238E27FC236}">
                <a16:creationId xmlns:a16="http://schemas.microsoft.com/office/drawing/2014/main" id="{65013275-0A57-F9F8-ED87-B8D5C8D1126D}"/>
              </a:ext>
            </a:extLst>
          </p:cNvPr>
          <p:cNvSpPr/>
          <p:nvPr/>
        </p:nvSpPr>
        <p:spPr>
          <a:xfrm>
            <a:off x="400930" y="6334705"/>
            <a:ext cx="10591500" cy="138600"/>
          </a:xfrm>
          <a:prstGeom prst="roundRect">
            <a:avLst>
              <a:gd name="adj" fmla="val 0"/>
            </a:avLst>
          </a:prstGeom>
          <a:noFill/>
          <a:ln>
            <a:noFill/>
          </a:ln>
        </p:spPr>
        <p:txBody>
          <a:bodyPr spcFirstLastPara="1" wrap="square" lIns="0" tIns="0" rIns="0" bIns="0" anchor="ctr" anchorCtr="0">
            <a:noAutofit/>
          </a:bodyPr>
          <a:lstStyle/>
          <a:p>
            <a:pPr lvl="0">
              <a:buSzPts val="900"/>
            </a:pPr>
            <a:r>
              <a:rPr lang="en-US" sz="700" noProof="0">
                <a:solidFill>
                  <a:srgbClr val="7F7F7F"/>
                </a:solidFill>
                <a:latin typeface="IBM Plex Sans"/>
                <a:ea typeface="Calibri"/>
                <a:cs typeface="Calibri"/>
                <a:sym typeface="Calibri"/>
              </a:rPr>
              <a:t>Sources</a:t>
            </a:r>
            <a:r>
              <a:rPr lang="en-US" sz="700" b="0" i="0" u="none" strike="noStrike" cap="none" noProof="0">
                <a:solidFill>
                  <a:srgbClr val="7F7F7F"/>
                </a:solidFill>
                <a:latin typeface="IBM Plex Sans"/>
                <a:ea typeface="Calibri"/>
                <a:cs typeface="Calibri"/>
                <a:sym typeface="Calibri"/>
              </a:rPr>
              <a:t>:</a:t>
            </a:r>
            <a:r>
              <a:rPr lang="en-US" sz="700" b="0" i="0" u="sng" strike="noStrike" cap="none" noProof="0">
                <a:solidFill>
                  <a:srgbClr val="7F7F7F"/>
                </a:solidFill>
                <a:latin typeface="IBM Plex Sans"/>
                <a:ea typeface="Calibri"/>
                <a:cs typeface="Calibri"/>
                <a:sym typeface="Calibri"/>
              </a:rPr>
              <a:t> </a:t>
            </a:r>
            <a:r>
              <a:rPr lang="en-US" sz="700" noProof="0">
                <a:solidFill>
                  <a:srgbClr val="7F7F7F"/>
                </a:solidFill>
                <a:latin typeface="IBM Plex Sans"/>
                <a:ea typeface="Calibri"/>
                <a:cs typeface="Calibri"/>
                <a:sym typeface="Calibri"/>
              </a:rPr>
              <a:t>(1) Averages of sources: </a:t>
            </a:r>
            <a:r>
              <a:rPr lang="en-US" sz="700" u="sng" noProof="0">
                <a:solidFill>
                  <a:srgbClr val="7F7F7F"/>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Advanced Web </a:t>
            </a:r>
            <a:r>
              <a:rPr lang="en-US" sz="700" b="0" i="0" u="sng" strike="noStrike" cap="none" noProof="0">
                <a:solidFill>
                  <a:srgbClr val="7F7F7F"/>
                </a:solidFill>
                <a:latin typeface="IBM Plex Sans"/>
                <a:ea typeface="Calibri"/>
                <a:cs typeface="Calibri"/>
                <a:sym typeface="Calibri"/>
              </a:rPr>
              <a:t>,</a:t>
            </a:r>
            <a:r>
              <a:rPr lang="en-US" sz="700" u="sng" noProof="0">
                <a:solidFill>
                  <a:srgbClr val="7F7F7F"/>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 </a:t>
            </a:r>
            <a:r>
              <a:rPr lang="en-US" sz="700" u="sng" noProof="0" err="1">
                <a:solidFill>
                  <a:srgbClr val="7F7F7F"/>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DemandSage</a:t>
            </a:r>
            <a:r>
              <a:rPr lang="en-US" sz="700" b="0" i="0" u="sng" strike="noStrike" cap="none" noProof="0">
                <a:solidFill>
                  <a:srgbClr val="7F7F7F"/>
                </a:solidFill>
                <a:latin typeface="IBM Plex Sans"/>
                <a:ea typeface="Calibri"/>
                <a:cs typeface="Calibri"/>
                <a:sym typeface="Calibri"/>
              </a:rPr>
              <a:t>, and</a:t>
            </a:r>
            <a:r>
              <a:rPr lang="en-US" sz="700" u="sng" noProof="0">
                <a:solidFill>
                  <a:srgbClr val="7F7F7F"/>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 </a:t>
            </a:r>
            <a:r>
              <a:rPr lang="en-US" sz="700" u="sng" noProof="0" err="1">
                <a:solidFill>
                  <a:srgbClr val="7F7F7F"/>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Semrush</a:t>
            </a:r>
            <a:r>
              <a:rPr lang="en-US" sz="700" u="sng" noProof="0">
                <a:solidFill>
                  <a:srgbClr val="7F7F7F"/>
                </a:solidFill>
                <a:latin typeface="IBM Plex Sans"/>
                <a:ea typeface="Calibri"/>
                <a:cs typeface="Calibri"/>
                <a:sym typeface="Calibri"/>
              </a:rPr>
              <a:t>, </a:t>
            </a:r>
            <a:r>
              <a:rPr lang="en-US" sz="700" noProof="0">
                <a:solidFill>
                  <a:srgbClr val="7F7F7F"/>
                </a:solidFill>
                <a:latin typeface="IBM Plex Sans"/>
                <a:ea typeface="Calibri"/>
                <a:cs typeface="Calibri"/>
                <a:sym typeface="Calibri"/>
              </a:rPr>
              <a:t>at 60.3%, 50%, and 13%, respectively; (2) Average of sources: </a:t>
            </a:r>
            <a:r>
              <a:rPr lang="en-US" sz="700" u="sng" noProof="0" err="1">
                <a:solidFill>
                  <a:srgbClr val="7F7F7F"/>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DemandSage</a:t>
            </a:r>
            <a:r>
              <a:rPr lang="en-US" sz="700" u="sng" noProof="0">
                <a:solidFill>
                  <a:srgbClr val="7F7F7F"/>
                </a:solidFill>
                <a:latin typeface="IBM Plex Sans"/>
                <a:ea typeface="Calibri"/>
                <a:cs typeface="Calibri"/>
                <a:sym typeface="Calibri"/>
              </a:rPr>
              <a:t>, </a:t>
            </a:r>
            <a:r>
              <a:rPr lang="en-US" sz="700" u="sng" noProof="0">
                <a:solidFill>
                  <a:srgbClr val="7F7F7F"/>
                </a:solidFill>
                <a:latin typeface="IBM Plex Sans"/>
                <a:ea typeface="Calibri"/>
                <a:cs typeface="Calibri"/>
                <a:sym typeface="Calibri"/>
                <a:hlinkClick r:id="rId11">
                  <a:extLst>
                    <a:ext uri="{A12FA001-AC4F-418D-AE19-62706E023703}">
                      <ahyp:hlinkClr xmlns:ahyp="http://schemas.microsoft.com/office/drawing/2018/hyperlinkcolor" val="tx"/>
                    </a:ext>
                  </a:extLst>
                </a:hlinkClick>
              </a:rPr>
              <a:t>Statista</a:t>
            </a:r>
            <a:r>
              <a:rPr lang="en-US" sz="700" b="0" i="0" u="sng" strike="noStrike" cap="none" noProof="0">
                <a:solidFill>
                  <a:srgbClr val="7F7F7F"/>
                </a:solidFill>
                <a:latin typeface="IBM Plex Sans"/>
                <a:ea typeface="Calibri"/>
                <a:cs typeface="Calibri"/>
                <a:sym typeface="Calibri"/>
              </a:rPr>
              <a:t>, and </a:t>
            </a:r>
            <a:r>
              <a:rPr lang="en-US" sz="700" u="sng" noProof="0">
                <a:solidFill>
                  <a:srgbClr val="7F7F7F"/>
                </a:solidFill>
                <a:latin typeface="IBM Plex Sans"/>
                <a:ea typeface="Calibri"/>
                <a:cs typeface="Calibri"/>
                <a:sym typeface="Calibri"/>
                <a:hlinkClick r:id="rId12">
                  <a:extLst>
                    <a:ext uri="{A12FA001-AC4F-418D-AE19-62706E023703}">
                      <ahyp:hlinkClr xmlns:ahyp="http://schemas.microsoft.com/office/drawing/2018/hyperlinkcolor" val="tx"/>
                    </a:ext>
                  </a:extLst>
                </a:hlinkClick>
              </a:rPr>
              <a:t>Pew Research Center</a:t>
            </a:r>
            <a:r>
              <a:rPr lang="en-US" sz="700" b="0" i="0" strike="noStrike" cap="none" noProof="0">
                <a:solidFill>
                  <a:srgbClr val="7F7F7F"/>
                </a:solidFill>
                <a:latin typeface="IBM Plex Sans"/>
                <a:ea typeface="Calibri"/>
                <a:cs typeface="Calibri"/>
                <a:sym typeface="Calibri"/>
              </a:rPr>
              <a:t>,</a:t>
            </a:r>
            <a:r>
              <a:rPr lang="en-US" sz="700" noProof="0">
                <a:solidFill>
                  <a:srgbClr val="7F7F7F"/>
                </a:solidFill>
                <a:latin typeface="IBM Plex Sans"/>
                <a:ea typeface="Calibri"/>
                <a:cs typeface="Calibri"/>
                <a:sym typeface="Calibri"/>
              </a:rPr>
              <a:t> at 50%, 84% and 65%, respectively;  (3) Average of sources: </a:t>
            </a:r>
            <a:r>
              <a:rPr lang="en-US" sz="700" u="sng" noProof="0">
                <a:solidFill>
                  <a:srgbClr val="7F7F7F"/>
                </a:solidFill>
                <a:latin typeface="IBM Plex Sans"/>
                <a:ea typeface="Calibri"/>
                <a:cs typeface="Calibri"/>
                <a:sym typeface="Calibri"/>
                <a:hlinkClick r:id="rId13">
                  <a:extLst>
                    <a:ext uri="{A12FA001-AC4F-418D-AE19-62706E023703}">
                      <ahyp:hlinkClr xmlns:ahyp="http://schemas.microsoft.com/office/drawing/2018/hyperlinkcolor" val="tx"/>
                    </a:ext>
                  </a:extLst>
                </a:hlinkClick>
              </a:rPr>
              <a:t>AI Search Statistics</a:t>
            </a:r>
            <a:r>
              <a:rPr lang="en-US" sz="700" noProof="0">
                <a:solidFill>
                  <a:srgbClr val="7F7F7F"/>
                </a:solidFill>
                <a:latin typeface="IBM Plex Sans"/>
                <a:ea typeface="Calibri"/>
                <a:cs typeface="Calibri"/>
                <a:sym typeface="Calibri"/>
              </a:rPr>
              <a:t>,</a:t>
            </a:r>
            <a:r>
              <a:rPr lang="en-US" sz="700" u="sng" noProof="0">
                <a:solidFill>
                  <a:srgbClr val="7F7F7F"/>
                </a:solidFill>
                <a:latin typeface="IBM Plex Sans"/>
                <a:ea typeface="Calibri"/>
                <a:cs typeface="Calibri"/>
                <a:sym typeface="Calibri"/>
              </a:rPr>
              <a:t> </a:t>
            </a:r>
            <a:r>
              <a:rPr lang="en-US" sz="700" u="sng" noProof="0" err="1">
                <a:solidFill>
                  <a:srgbClr val="7F7F7F"/>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Semrush</a:t>
            </a:r>
            <a:r>
              <a:rPr lang="en-US" sz="700" u="sng" noProof="0">
                <a:solidFill>
                  <a:srgbClr val="7F7F7F"/>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 </a:t>
            </a:r>
            <a:r>
              <a:rPr lang="en-US" sz="700" u="sng" noProof="0">
                <a:solidFill>
                  <a:srgbClr val="7F7F7F"/>
                </a:solidFill>
                <a:latin typeface="IBM Plex Sans"/>
                <a:ea typeface="Calibri"/>
                <a:cs typeface="Calibri"/>
                <a:sym typeface="Calibri"/>
              </a:rPr>
              <a:t> and </a:t>
            </a:r>
            <a:r>
              <a:rPr lang="en-US" sz="700" u="sng" noProof="0">
                <a:solidFill>
                  <a:srgbClr val="7F7F7F"/>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Similar Web</a:t>
            </a:r>
            <a:r>
              <a:rPr lang="en-US" sz="700" noProof="0">
                <a:solidFill>
                  <a:srgbClr val="7F7F7F"/>
                </a:solidFill>
                <a:latin typeface="IBM Plex Sans"/>
                <a:ea typeface="Calibri"/>
                <a:cs typeface="Calibri"/>
                <a:sym typeface="Calibri"/>
              </a:rPr>
              <a:t>,  at 18%, 60% and 16%, respectively; (4) Average of sources: </a:t>
            </a:r>
            <a:r>
              <a:rPr lang="en-US" sz="700" noProof="0" err="1">
                <a:solidFill>
                  <a:srgbClr val="7F7F7F"/>
                </a:solidFill>
                <a:latin typeface="IBM Plex Sans"/>
                <a:ea typeface="Calibri"/>
                <a:cs typeface="Calibri"/>
                <a:sym typeface="Calibri"/>
              </a:rPr>
              <a:t>SisTrix</a:t>
            </a:r>
            <a:r>
              <a:rPr lang="en-US" sz="700" noProof="0">
                <a:solidFill>
                  <a:srgbClr val="7F7F7F"/>
                </a:solidFill>
                <a:latin typeface="IBM Plex Sans"/>
                <a:ea typeface="Calibri"/>
                <a:cs typeface="Calibri"/>
                <a:sym typeface="Calibri"/>
              </a:rPr>
              <a:t>, Similar W</a:t>
            </a:r>
            <a:r>
              <a:rPr lang="en-US" sz="700" noProof="0">
                <a:solidFill>
                  <a:srgbClr val="7F7F7F"/>
                </a:solidFill>
                <a:latin typeface="IBM Plex Sans"/>
                <a:ea typeface="Calibri"/>
                <a:cs typeface="Calibri"/>
                <a:sym typeface="Calibri"/>
                <a:hlinkClick r:id="rId15">
                  <a:extLst>
                    <a:ext uri="{A12FA001-AC4F-418D-AE19-62706E023703}">
                      <ahyp:hlinkClr xmlns:ahyp="http://schemas.microsoft.com/office/drawing/2018/hyperlinkcolor" val="tx"/>
                    </a:ext>
                  </a:extLst>
                </a:hlinkClick>
              </a:rPr>
              <a:t>e</a:t>
            </a:r>
            <a:r>
              <a:rPr lang="en-US" sz="700" noProof="0">
                <a:solidFill>
                  <a:srgbClr val="7F7F7F"/>
                </a:solidFill>
                <a:latin typeface="IBM Plex Sans"/>
                <a:ea typeface="Calibri"/>
                <a:cs typeface="Calibri"/>
                <a:sym typeface="Calibri"/>
              </a:rPr>
              <a:t>b and All About AI, at 18%, 53% and 18%, respectively, (5) </a:t>
            </a:r>
            <a:r>
              <a:rPr lang="en-US" sz="700" noProof="0">
                <a:solidFill>
                  <a:srgbClr val="7F7F7F"/>
                </a:solidFill>
                <a:latin typeface="IBM Plex Sans"/>
                <a:ea typeface="Calibri"/>
                <a:cs typeface="Calibri"/>
                <a:sym typeface="Calibri"/>
                <a:hlinkClick r:id="rId16">
                  <a:extLst>
                    <a:ext uri="{A12FA001-AC4F-418D-AE19-62706E023703}">
                      <ahyp:hlinkClr xmlns:ahyp="http://schemas.microsoft.com/office/drawing/2018/hyperlinkcolor" val="tx"/>
                    </a:ext>
                  </a:extLst>
                </a:hlinkClick>
              </a:rPr>
              <a:t>Collective Measures</a:t>
            </a:r>
            <a:endParaRPr lang="en-US" sz="700" b="0" i="0" u="none" strike="noStrike" cap="none" noProof="0">
              <a:solidFill>
                <a:srgbClr val="7F7F7F"/>
              </a:solidFill>
              <a:latin typeface="IBM Plex Sans"/>
              <a:ea typeface="Calibri"/>
              <a:cs typeface="Calibri"/>
            </a:endParaRPr>
          </a:p>
        </p:txBody>
      </p:sp>
      <p:pic>
        <p:nvPicPr>
          <p:cNvPr id="9" name="Google Shape;672;g3b23322d595_2_189" descr="Computer outline">
            <a:extLst>
              <a:ext uri="{FF2B5EF4-FFF2-40B4-BE49-F238E27FC236}">
                <a16:creationId xmlns:a16="http://schemas.microsoft.com/office/drawing/2014/main" id="{31CD23D9-77CD-EFD8-EC21-4A054FC4E2A9}"/>
              </a:ext>
            </a:extLst>
          </p:cNvPr>
          <p:cNvPicPr preferRelativeResize="0"/>
          <p:nvPr/>
        </p:nvPicPr>
        <p:blipFill rotWithShape="1">
          <a:blip r:embed="rId17">
            <a:alphaModFix/>
          </a:blip>
          <a:srcRect/>
          <a:stretch/>
        </p:blipFill>
        <p:spPr>
          <a:xfrm>
            <a:off x="2102005" y="3144500"/>
            <a:ext cx="461624" cy="461624"/>
          </a:xfrm>
          <a:prstGeom prst="rect">
            <a:avLst/>
          </a:prstGeom>
          <a:noFill/>
          <a:ln>
            <a:noFill/>
          </a:ln>
        </p:spPr>
      </p:pic>
      <p:pic>
        <p:nvPicPr>
          <p:cNvPr id="11" name="Google Shape;673;g3b23322d595_2_189" descr="Smart Phone outline">
            <a:extLst>
              <a:ext uri="{FF2B5EF4-FFF2-40B4-BE49-F238E27FC236}">
                <a16:creationId xmlns:a16="http://schemas.microsoft.com/office/drawing/2014/main" id="{DAED7CEF-7172-2491-A91D-43E18E292986}"/>
              </a:ext>
            </a:extLst>
          </p:cNvPr>
          <p:cNvPicPr preferRelativeResize="0"/>
          <p:nvPr/>
        </p:nvPicPr>
        <p:blipFill rotWithShape="1">
          <a:blip r:embed="rId18">
            <a:alphaModFix/>
          </a:blip>
          <a:srcRect/>
          <a:stretch/>
        </p:blipFill>
        <p:spPr>
          <a:xfrm>
            <a:off x="6204622" y="3155930"/>
            <a:ext cx="461624" cy="461624"/>
          </a:xfrm>
          <a:prstGeom prst="rect">
            <a:avLst/>
          </a:prstGeom>
          <a:noFill/>
          <a:ln>
            <a:noFill/>
          </a:ln>
        </p:spPr>
      </p:pic>
      <p:pic>
        <p:nvPicPr>
          <p:cNvPr id="12" name="Google Shape;672;g3b23322d595_2_189" descr="Computer outline">
            <a:extLst>
              <a:ext uri="{FF2B5EF4-FFF2-40B4-BE49-F238E27FC236}">
                <a16:creationId xmlns:a16="http://schemas.microsoft.com/office/drawing/2014/main" id="{FC8888DD-8414-3DFC-67C9-45BA7BA17A27}"/>
              </a:ext>
            </a:extLst>
          </p:cNvPr>
          <p:cNvPicPr preferRelativeResize="0"/>
          <p:nvPr/>
        </p:nvPicPr>
        <p:blipFill rotWithShape="1">
          <a:blip r:embed="rId17">
            <a:alphaModFix/>
          </a:blip>
          <a:srcRect/>
          <a:stretch/>
        </p:blipFill>
        <p:spPr>
          <a:xfrm>
            <a:off x="2102005" y="5071467"/>
            <a:ext cx="461624" cy="461624"/>
          </a:xfrm>
          <a:prstGeom prst="rect">
            <a:avLst/>
          </a:prstGeom>
          <a:noFill/>
          <a:ln>
            <a:noFill/>
          </a:ln>
        </p:spPr>
      </p:pic>
      <p:pic>
        <p:nvPicPr>
          <p:cNvPr id="13" name="Google Shape;673;g3b23322d595_2_189" descr="Smart Phone outline">
            <a:extLst>
              <a:ext uri="{FF2B5EF4-FFF2-40B4-BE49-F238E27FC236}">
                <a16:creationId xmlns:a16="http://schemas.microsoft.com/office/drawing/2014/main" id="{AC5BB800-D91E-FB6D-B2D1-388204AC3D71}"/>
              </a:ext>
            </a:extLst>
          </p:cNvPr>
          <p:cNvPicPr preferRelativeResize="0"/>
          <p:nvPr/>
        </p:nvPicPr>
        <p:blipFill rotWithShape="1">
          <a:blip r:embed="rId18">
            <a:alphaModFix/>
          </a:blip>
          <a:srcRect/>
          <a:stretch/>
        </p:blipFill>
        <p:spPr>
          <a:xfrm>
            <a:off x="6204622" y="5082897"/>
            <a:ext cx="461624" cy="461624"/>
          </a:xfrm>
          <a:prstGeom prst="rect">
            <a:avLst/>
          </a:prstGeom>
          <a:noFill/>
          <a:ln>
            <a:noFill/>
          </a:ln>
        </p:spPr>
      </p:pic>
      <p:sp>
        <p:nvSpPr>
          <p:cNvPr id="25" name="TextBox 24">
            <a:extLst>
              <a:ext uri="{FF2B5EF4-FFF2-40B4-BE49-F238E27FC236}">
                <a16:creationId xmlns:a16="http://schemas.microsoft.com/office/drawing/2014/main" id="{D6668C24-B875-4663-E8F5-7578DD0295C4}"/>
              </a:ext>
            </a:extLst>
          </p:cNvPr>
          <p:cNvSpPr txBox="1"/>
          <p:nvPr/>
        </p:nvSpPr>
        <p:spPr>
          <a:xfrm>
            <a:off x="3042459" y="3142945"/>
            <a:ext cx="172720" cy="200055"/>
          </a:xfrm>
          <a:prstGeom prst="rect">
            <a:avLst/>
          </a:prstGeom>
          <a:noFill/>
        </p:spPr>
        <p:txBody>
          <a:bodyPr wrap="square" rtlCol="0">
            <a:spAutoFit/>
          </a:bodyPr>
          <a:lstStyle/>
          <a:p>
            <a:r>
              <a:rPr lang="en-US" sz="700" noProof="0">
                <a:latin typeface="IBM Plex Sans" panose="020B0503050203000203" pitchFamily="34" charset="0"/>
              </a:rPr>
              <a:t>1</a:t>
            </a:r>
          </a:p>
        </p:txBody>
      </p:sp>
      <p:sp>
        <p:nvSpPr>
          <p:cNvPr id="28" name="TextBox 27">
            <a:extLst>
              <a:ext uri="{FF2B5EF4-FFF2-40B4-BE49-F238E27FC236}">
                <a16:creationId xmlns:a16="http://schemas.microsoft.com/office/drawing/2014/main" id="{5A067676-E6CB-5504-888A-5BF819FF523D}"/>
              </a:ext>
            </a:extLst>
          </p:cNvPr>
          <p:cNvSpPr txBox="1"/>
          <p:nvPr/>
        </p:nvSpPr>
        <p:spPr>
          <a:xfrm>
            <a:off x="7033315" y="3142945"/>
            <a:ext cx="172720" cy="200055"/>
          </a:xfrm>
          <a:prstGeom prst="rect">
            <a:avLst/>
          </a:prstGeom>
          <a:noFill/>
        </p:spPr>
        <p:txBody>
          <a:bodyPr wrap="square" rtlCol="0">
            <a:spAutoFit/>
          </a:bodyPr>
          <a:lstStyle/>
          <a:p>
            <a:r>
              <a:rPr lang="en-US" sz="700" noProof="0">
                <a:latin typeface="IBM Plex Sans" panose="020B0503050203000203" pitchFamily="34" charset="0"/>
              </a:rPr>
              <a:t>2</a:t>
            </a:r>
          </a:p>
        </p:txBody>
      </p:sp>
      <p:sp>
        <p:nvSpPr>
          <p:cNvPr id="30" name="TextBox 29">
            <a:extLst>
              <a:ext uri="{FF2B5EF4-FFF2-40B4-BE49-F238E27FC236}">
                <a16:creationId xmlns:a16="http://schemas.microsoft.com/office/drawing/2014/main" id="{C30F89E0-9D81-F89C-C8C8-50E0BE0F5235}"/>
              </a:ext>
            </a:extLst>
          </p:cNvPr>
          <p:cNvSpPr txBox="1"/>
          <p:nvPr/>
        </p:nvSpPr>
        <p:spPr>
          <a:xfrm>
            <a:off x="3071948" y="5071467"/>
            <a:ext cx="172720" cy="200055"/>
          </a:xfrm>
          <a:prstGeom prst="rect">
            <a:avLst/>
          </a:prstGeom>
          <a:noFill/>
        </p:spPr>
        <p:txBody>
          <a:bodyPr wrap="square" rtlCol="0">
            <a:spAutoFit/>
          </a:bodyPr>
          <a:lstStyle/>
          <a:p>
            <a:r>
              <a:rPr lang="en-US" sz="700" noProof="0">
                <a:latin typeface="IBM Plex Sans" panose="020B0503050203000203" pitchFamily="34" charset="0"/>
              </a:rPr>
              <a:t>3</a:t>
            </a:r>
          </a:p>
        </p:txBody>
      </p:sp>
      <p:sp>
        <p:nvSpPr>
          <p:cNvPr id="31" name="TextBox 30">
            <a:extLst>
              <a:ext uri="{FF2B5EF4-FFF2-40B4-BE49-F238E27FC236}">
                <a16:creationId xmlns:a16="http://schemas.microsoft.com/office/drawing/2014/main" id="{CF921EDE-8C1A-3709-27D6-067F63F3B8F1}"/>
              </a:ext>
            </a:extLst>
          </p:cNvPr>
          <p:cNvSpPr txBox="1"/>
          <p:nvPr/>
        </p:nvSpPr>
        <p:spPr>
          <a:xfrm>
            <a:off x="7033315" y="5064408"/>
            <a:ext cx="172720" cy="200055"/>
          </a:xfrm>
          <a:prstGeom prst="rect">
            <a:avLst/>
          </a:prstGeom>
          <a:noFill/>
        </p:spPr>
        <p:txBody>
          <a:bodyPr wrap="square" rtlCol="0">
            <a:spAutoFit/>
          </a:bodyPr>
          <a:lstStyle/>
          <a:p>
            <a:r>
              <a:rPr lang="en-US" sz="700" noProof="0">
                <a:latin typeface="IBM Plex Sans" panose="020B0503050203000203" pitchFamily="34" charset="0"/>
              </a:rPr>
              <a:t>4</a:t>
            </a:r>
          </a:p>
        </p:txBody>
      </p:sp>
      <p:cxnSp>
        <p:nvCxnSpPr>
          <p:cNvPr id="35" name="Straight Connector 34">
            <a:extLst>
              <a:ext uri="{FF2B5EF4-FFF2-40B4-BE49-F238E27FC236}">
                <a16:creationId xmlns:a16="http://schemas.microsoft.com/office/drawing/2014/main" id="{D481C8D7-A8F3-7E0E-6F50-EED3F0354EE8}"/>
              </a:ext>
            </a:extLst>
          </p:cNvPr>
          <p:cNvCxnSpPr>
            <a:cxnSpLocks/>
          </p:cNvCxnSpPr>
          <p:nvPr/>
        </p:nvCxnSpPr>
        <p:spPr>
          <a:xfrm>
            <a:off x="950026" y="2455592"/>
            <a:ext cx="7897091"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D598EB1-F099-C2E2-6699-F8E542177836}"/>
              </a:ext>
            </a:extLst>
          </p:cNvPr>
          <p:cNvCxnSpPr>
            <a:cxnSpLocks/>
          </p:cNvCxnSpPr>
          <p:nvPr/>
        </p:nvCxnSpPr>
        <p:spPr>
          <a:xfrm>
            <a:off x="987308" y="4467225"/>
            <a:ext cx="7897091"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D509F6DD-8620-05FF-EE10-A7688DCB892D}"/>
              </a:ext>
            </a:extLst>
          </p:cNvPr>
          <p:cNvSpPr txBox="1"/>
          <p:nvPr/>
        </p:nvSpPr>
        <p:spPr>
          <a:xfrm>
            <a:off x="8061245" y="4205615"/>
            <a:ext cx="936475" cy="261610"/>
          </a:xfrm>
          <a:prstGeom prst="rect">
            <a:avLst/>
          </a:prstGeom>
          <a:noFill/>
        </p:spPr>
        <p:txBody>
          <a:bodyPr wrap="none" rtlCol="0">
            <a:spAutoFit/>
          </a:bodyPr>
          <a:lstStyle/>
          <a:p>
            <a:r>
              <a:rPr lang="en-US" sz="1100" b="1" noProof="0">
                <a:solidFill>
                  <a:schemeClr val="tx1"/>
                </a:solidFill>
              </a:rPr>
              <a:t>Avg: 30.5%</a:t>
            </a:r>
          </a:p>
        </p:txBody>
      </p:sp>
      <p:sp>
        <p:nvSpPr>
          <p:cNvPr id="3" name="Rectangle 2">
            <a:extLst>
              <a:ext uri="{FF2B5EF4-FFF2-40B4-BE49-F238E27FC236}">
                <a16:creationId xmlns:a16="http://schemas.microsoft.com/office/drawing/2014/main" id="{D8034252-72FC-5EA4-5118-86DE628A1C1E}"/>
              </a:ext>
            </a:extLst>
          </p:cNvPr>
          <p:cNvSpPr/>
          <p:nvPr/>
        </p:nvSpPr>
        <p:spPr>
          <a:xfrm>
            <a:off x="9407951" y="0"/>
            <a:ext cx="2811663"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2 (AI Overviews)</a:t>
            </a:r>
            <a:endParaRPr lang="en-US" b="1" noProof="0">
              <a:solidFill>
                <a:schemeClr val="tx1"/>
              </a:solidFill>
            </a:endParaRPr>
          </a:p>
        </p:txBody>
      </p:sp>
    </p:spTree>
    <p:extLst>
      <p:ext uri="{BB962C8B-B14F-4D97-AF65-F5344CB8AC3E}">
        <p14:creationId xmlns:p14="http://schemas.microsoft.com/office/powerpoint/2010/main" val="260902785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9F4D93-E150-C66B-81F0-388AE0EC48AF}"/>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BF914AB4-C932-4CE8-E777-5C8629B2C3DD}"/>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47" imgH="348" progId="TCLayout.ActiveDocument.1">
                  <p:embed/>
                </p:oleObj>
              </mc:Choice>
              <mc:Fallback>
                <p:oleObj name="think-cell Slide" r:id="rId4" imgW="347" imgH="348" progId="TCLayout.ActiveDocument.1">
                  <p:embed/>
                  <p:pic>
                    <p:nvPicPr>
                      <p:cNvPr id="7" name="think-cell data - do not delete" hidden="1">
                        <a:extLst>
                          <a:ext uri="{FF2B5EF4-FFF2-40B4-BE49-F238E27FC236}">
                            <a16:creationId xmlns:a16="http://schemas.microsoft.com/office/drawing/2014/main" id="{BF914AB4-C932-4CE8-E777-5C8629B2C3D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Slide Number Placeholder 3">
            <a:extLst>
              <a:ext uri="{FF2B5EF4-FFF2-40B4-BE49-F238E27FC236}">
                <a16:creationId xmlns:a16="http://schemas.microsoft.com/office/drawing/2014/main" id="{60DE8505-B5DE-CDD9-35CE-F6EC3C3A5F29}"/>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US" noProof="0" smtClean="0"/>
              <a:t>13</a:t>
            </a:fld>
            <a:endParaRPr lang="en-US" noProof="0"/>
          </a:p>
        </p:txBody>
      </p:sp>
      <p:sp>
        <p:nvSpPr>
          <p:cNvPr id="27" name="Google Shape;372;p24">
            <a:extLst>
              <a:ext uri="{FF2B5EF4-FFF2-40B4-BE49-F238E27FC236}">
                <a16:creationId xmlns:a16="http://schemas.microsoft.com/office/drawing/2014/main" id="{C980D8A3-3843-67B6-3255-E3D9BCE032DA}"/>
              </a:ext>
            </a:extLst>
          </p:cNvPr>
          <p:cNvSpPr txBox="1"/>
          <p:nvPr/>
        </p:nvSpPr>
        <p:spPr>
          <a:xfrm>
            <a:off x="420595" y="5714472"/>
            <a:ext cx="11350811" cy="461624"/>
          </a:xfrm>
          <a:prstGeom prst="rect">
            <a:avLst/>
          </a:prstGeom>
          <a:solidFill>
            <a:srgbClr val="00B050">
              <a:alpha val="49019"/>
            </a:srgbClr>
          </a:solidFill>
          <a:ln>
            <a:noFill/>
          </a:ln>
        </p:spPr>
        <p:txBody>
          <a:bodyPr spcFirstLastPara="1" wrap="square" lIns="91425" tIns="45700" rIns="91425" bIns="45700" anchor="ctr" anchorCtr="0">
            <a:noAutofit/>
          </a:bodyPr>
          <a:lstStyle/>
          <a:p>
            <a:pPr lvl="0" algn="ctr">
              <a:buSzPts val="1600"/>
            </a:pPr>
            <a:r>
              <a:rPr lang="en-US" b="1" noProof="0" dirty="0">
                <a:solidFill>
                  <a:schemeClr val="tx1"/>
                </a:solidFill>
                <a:latin typeface="IBM Plex Sans"/>
              </a:rPr>
              <a:t>CTR impact varies widely by region, reflecting differences in feature rollout, user behavior</a:t>
            </a:r>
            <a:endParaRPr lang="en-US" b="1" i="0" u="none" strike="noStrike" cap="none" noProof="0" dirty="0">
              <a:solidFill>
                <a:schemeClr val="tx1"/>
              </a:solidFill>
              <a:latin typeface="IBM Plex Sans"/>
              <a:ea typeface="IBM Plex Sans"/>
              <a:cs typeface="IBM Plex Sans"/>
            </a:endParaRPr>
          </a:p>
        </p:txBody>
      </p:sp>
      <p:sp>
        <p:nvSpPr>
          <p:cNvPr id="35" name="Google Shape;658;g3b23322d595_2_189">
            <a:extLst>
              <a:ext uri="{FF2B5EF4-FFF2-40B4-BE49-F238E27FC236}">
                <a16:creationId xmlns:a16="http://schemas.microsoft.com/office/drawing/2014/main" id="{287616EC-729A-7CCA-596A-48CA2ADB66B9}"/>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pPr lvl="0"/>
            <a:r>
              <a:rPr lang="en-US" noProof="0"/>
              <a:t>CTR impact is driven by rising zero-click behavior, with pressure from other factors</a:t>
            </a:r>
          </a:p>
        </p:txBody>
      </p:sp>
      <p:sp>
        <p:nvSpPr>
          <p:cNvPr id="18" name="Google Shape;368;p24">
            <a:extLst>
              <a:ext uri="{FF2B5EF4-FFF2-40B4-BE49-F238E27FC236}">
                <a16:creationId xmlns:a16="http://schemas.microsoft.com/office/drawing/2014/main" id="{C7DBA983-C11D-C177-A7C9-BD418C9885AA}"/>
              </a:ext>
            </a:extLst>
          </p:cNvPr>
          <p:cNvSpPr/>
          <p:nvPr/>
        </p:nvSpPr>
        <p:spPr>
          <a:xfrm>
            <a:off x="7899400" y="1420483"/>
            <a:ext cx="3872006" cy="364833"/>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600" b="1" noProof="0">
                <a:solidFill>
                  <a:schemeClr val="lt1"/>
                </a:solidFill>
                <a:latin typeface="IBM Plex Sans" panose="020B0503050203000203" pitchFamily="34" charset="0"/>
                <a:ea typeface="IBM Plex Sans"/>
                <a:cs typeface="IBM Plex Sans"/>
                <a:sym typeface="IBM Plex Sans" panose="020B0503050203000203" pitchFamily="34" charset="0"/>
              </a:rPr>
              <a:t>Insights from research</a:t>
            </a:r>
            <a:endParaRPr lang="en-US" sz="1600" b="1" i="0" u="none" strike="noStrike" cap="none" baseline="30000" noProof="0">
              <a:solidFill>
                <a:schemeClr val="lt1"/>
              </a:solidFill>
              <a:latin typeface="IBM Plex Sans" panose="020B0503050203000203" pitchFamily="34" charset="0"/>
              <a:ea typeface="IBM Plex Sans"/>
              <a:cs typeface="IBM Plex Sans"/>
              <a:sym typeface="IBM Plex Sans" panose="020B0503050203000203" pitchFamily="34" charset="0"/>
            </a:endParaRPr>
          </a:p>
        </p:txBody>
      </p:sp>
      <p:sp>
        <p:nvSpPr>
          <p:cNvPr id="10" name="Google Shape;868;p62">
            <a:extLst>
              <a:ext uri="{FF2B5EF4-FFF2-40B4-BE49-F238E27FC236}">
                <a16:creationId xmlns:a16="http://schemas.microsoft.com/office/drawing/2014/main" id="{FC155505-2083-76FB-5552-FC402DD37627}"/>
              </a:ext>
            </a:extLst>
          </p:cNvPr>
          <p:cNvSpPr/>
          <p:nvPr/>
        </p:nvSpPr>
        <p:spPr>
          <a:xfrm>
            <a:off x="390564" y="1424266"/>
            <a:ext cx="7242688" cy="351796"/>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400" b="1" i="0" u="none" strike="noStrike" cap="none" noProof="0">
                <a:solidFill>
                  <a:schemeClr val="lt1"/>
                </a:solidFill>
                <a:latin typeface="IBM Plex Sans"/>
                <a:ea typeface="IBM Plex Sans"/>
                <a:cs typeface="IBM Plex Sans"/>
                <a:sym typeface="IBM Plex Sans"/>
              </a:rPr>
              <a:t>CTR Decline (illustrative)</a:t>
            </a:r>
            <a:r>
              <a:rPr lang="en-US" b="1" baseline="30000">
                <a:solidFill>
                  <a:schemeClr val="lt1"/>
                </a:solidFill>
                <a:latin typeface="IBM Plex Sans"/>
                <a:ea typeface="IBM Plex Sans"/>
                <a:cs typeface="IBM Plex Sans"/>
                <a:sym typeface="IBM Plex Sans" panose="020B0503050203000203" pitchFamily="34" charset="0"/>
              </a:rPr>
              <a:t>1–10 </a:t>
            </a:r>
            <a:endParaRPr lang="en-US" b="1" baseline="30000" noProof="0">
              <a:solidFill>
                <a:schemeClr val="lt1"/>
              </a:solidFill>
              <a:latin typeface="IBM Plex Sans" panose="020B0503050203000203" pitchFamily="34" charset="0"/>
              <a:ea typeface="IBM Plex Sans"/>
              <a:cs typeface="IBM Plex Sans"/>
              <a:sym typeface="IBM Plex Sans" panose="020B0503050203000203" pitchFamily="34" charset="0"/>
            </a:endParaRPr>
          </a:p>
        </p:txBody>
      </p:sp>
      <p:sp>
        <p:nvSpPr>
          <p:cNvPr id="3" name="Rectangle 2">
            <a:extLst>
              <a:ext uri="{FF2B5EF4-FFF2-40B4-BE49-F238E27FC236}">
                <a16:creationId xmlns:a16="http://schemas.microsoft.com/office/drawing/2014/main" id="{CAC55DB0-089F-A3F5-1371-39DB876326FE}"/>
              </a:ext>
            </a:extLst>
          </p:cNvPr>
          <p:cNvSpPr/>
          <p:nvPr/>
        </p:nvSpPr>
        <p:spPr>
          <a:xfrm>
            <a:off x="9407951" y="0"/>
            <a:ext cx="2811663"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2 (AI Overviews)</a:t>
            </a:r>
            <a:endParaRPr lang="en-US" b="1" noProof="0">
              <a:solidFill>
                <a:schemeClr val="tx1"/>
              </a:solidFill>
            </a:endParaRPr>
          </a:p>
        </p:txBody>
      </p:sp>
      <mc:AlternateContent xmlns:mc="http://schemas.openxmlformats.org/markup-compatibility/2006" xmlns:cx1="http://schemas.microsoft.com/office/drawing/2015/9/8/chartex">
        <mc:Choice Requires="cx1">
          <p:graphicFrame>
            <p:nvGraphicFramePr>
              <p:cNvPr id="5" name="Google Shape;710;p54">
                <a:extLst>
                  <a:ext uri="{FF2B5EF4-FFF2-40B4-BE49-F238E27FC236}">
                    <a16:creationId xmlns:a16="http://schemas.microsoft.com/office/drawing/2014/main" id="{CC7080D4-D882-6555-7140-DB5E51B92761}"/>
                  </a:ext>
                </a:extLst>
              </p:cNvPr>
              <p:cNvGraphicFramePr/>
              <p:nvPr/>
            </p:nvGraphicFramePr>
            <p:xfrm>
              <a:off x="368300" y="1920120"/>
              <a:ext cx="7264952" cy="3578317"/>
            </p:xfrm>
            <a:graphic>
              <a:graphicData uri="http://schemas.microsoft.com/office/drawing/2014/chartex">
                <cx:chart xmlns:cx="http://schemas.microsoft.com/office/drawing/2014/chartex" xmlns:r="http://schemas.openxmlformats.org/officeDocument/2006/relationships" r:id="rId6"/>
              </a:graphicData>
            </a:graphic>
          </p:graphicFrame>
        </mc:Choice>
        <mc:Fallback xmlns="">
          <p:pic>
            <p:nvPicPr>
              <p:cNvPr id="5" name="Google Shape;710;p54">
                <a:extLst>
                  <a:ext uri="{FF2B5EF4-FFF2-40B4-BE49-F238E27FC236}">
                    <a16:creationId xmlns:a16="http://schemas.microsoft.com/office/drawing/2014/main" id="{CC7080D4-D882-6555-7140-DB5E51B92761}"/>
                  </a:ext>
                </a:extLst>
              </p:cNvPr>
              <p:cNvPicPr>
                <a:picLocks noGrp="1" noRot="1" noChangeAspect="1" noMove="1" noResize="1" noEditPoints="1" noAdjustHandles="1" noChangeArrowheads="1" noChangeShapeType="1"/>
              </p:cNvPicPr>
              <p:nvPr/>
            </p:nvPicPr>
            <p:blipFill>
              <a:blip r:embed="rId7"/>
              <a:stretch>
                <a:fillRect/>
              </a:stretch>
            </p:blipFill>
            <p:spPr>
              <a:xfrm>
                <a:off x="368300" y="1920120"/>
                <a:ext cx="7264952" cy="3578317"/>
              </a:xfrm>
              <a:prstGeom prst="rect">
                <a:avLst/>
              </a:prstGeom>
            </p:spPr>
          </p:pic>
        </mc:Fallback>
      </mc:AlternateContent>
      <p:sp>
        <p:nvSpPr>
          <p:cNvPr id="6" name="Google Shape;371;p24">
            <a:extLst>
              <a:ext uri="{FF2B5EF4-FFF2-40B4-BE49-F238E27FC236}">
                <a16:creationId xmlns:a16="http://schemas.microsoft.com/office/drawing/2014/main" id="{9AB2AEC2-E576-371F-6870-5F3A1F7E267D}"/>
              </a:ext>
            </a:extLst>
          </p:cNvPr>
          <p:cNvSpPr txBox="1"/>
          <p:nvPr/>
        </p:nvSpPr>
        <p:spPr>
          <a:xfrm>
            <a:off x="7912005" y="1785316"/>
            <a:ext cx="3872006" cy="3824050"/>
          </a:xfrm>
          <a:prstGeom prst="rect">
            <a:avLst/>
          </a:prstGeom>
          <a:solidFill>
            <a:schemeClr val="bg1">
              <a:lumMod val="95000"/>
            </a:schemeClr>
          </a:solidFill>
          <a:ln>
            <a:noFill/>
          </a:ln>
        </p:spPr>
        <p:txBody>
          <a:bodyPr spcFirstLastPara="1" wrap="square" lIns="91425" tIns="90000" rIns="91425" bIns="45700" anchor="t" anchorCtr="0">
            <a:noAutofit/>
          </a:bodyPr>
          <a:lstStyle/>
          <a:p>
            <a:pPr marL="177800" indent="-177800">
              <a:spcAft>
                <a:spcPts val="800"/>
              </a:spcAft>
              <a:buClr>
                <a:schemeClr val="dk1"/>
              </a:buClr>
              <a:buSzPts val="1400"/>
              <a:buFont typeface="Arial"/>
              <a:buChar char="•"/>
            </a:pPr>
            <a:r>
              <a:rPr lang="en-US" sz="1200" b="1" noProof="0">
                <a:solidFill>
                  <a:schemeClr val="tx1"/>
                </a:solidFill>
                <a:latin typeface="IBM Plex Sans"/>
                <a:sym typeface="Calibri"/>
              </a:rPr>
              <a:t>AI Overviews materially increased the share of searches</a:t>
            </a:r>
            <a:r>
              <a:rPr lang="en-US" sz="1200" noProof="0">
                <a:solidFill>
                  <a:schemeClr val="tx1"/>
                </a:solidFill>
                <a:latin typeface="IBM Plex Sans"/>
                <a:sym typeface="Calibri"/>
              </a:rPr>
              <a:t> that end without a click, particularly for informational queries</a:t>
            </a:r>
          </a:p>
          <a:p>
            <a:pPr marL="177800" indent="-177800">
              <a:spcAft>
                <a:spcPts val="800"/>
              </a:spcAft>
              <a:buClr>
                <a:schemeClr val="dk1"/>
              </a:buClr>
              <a:buSzPts val="1400"/>
              <a:buFont typeface="Arial"/>
              <a:buChar char="•"/>
            </a:pPr>
            <a:r>
              <a:rPr lang="en-US" sz="1200" b="1" noProof="0">
                <a:solidFill>
                  <a:schemeClr val="tx1"/>
                </a:solidFill>
                <a:latin typeface="IBM Plex Sans"/>
                <a:sym typeface="Calibri"/>
              </a:rPr>
              <a:t>Zero-click behavior mechanically reduces observed CTR b</a:t>
            </a:r>
            <a:r>
              <a:rPr lang="en-US" sz="1200" noProof="0">
                <a:solidFill>
                  <a:schemeClr val="tx1"/>
                </a:solidFill>
                <a:latin typeface="IBM Plex Sans"/>
                <a:sym typeface="Calibri"/>
              </a:rPr>
              <a:t>y lowering the number of searches that generate a click</a:t>
            </a:r>
          </a:p>
          <a:p>
            <a:pPr marL="177800" indent="-177800">
              <a:spcAft>
                <a:spcPts val="800"/>
              </a:spcAft>
              <a:buClr>
                <a:schemeClr val="dk1"/>
              </a:buClr>
              <a:buSzPts val="1400"/>
              <a:buFont typeface="Arial"/>
              <a:buChar char="•"/>
            </a:pPr>
            <a:r>
              <a:rPr lang="en-US" sz="1200" b="1" noProof="0">
                <a:solidFill>
                  <a:schemeClr val="tx1"/>
                </a:solidFill>
                <a:latin typeface="IBM Plex Sans"/>
                <a:sym typeface="Calibri"/>
              </a:rPr>
              <a:t>Other factors that impact CTR includes </a:t>
            </a:r>
            <a:r>
              <a:rPr lang="en-US" sz="1200" noProof="0">
                <a:solidFill>
                  <a:schemeClr val="tx1"/>
                </a:solidFill>
                <a:latin typeface="IBM Plex Sans"/>
                <a:sym typeface="Calibri"/>
              </a:rPr>
              <a:t>ad placement changes, new competitors, and query mix shifts</a:t>
            </a:r>
          </a:p>
        </p:txBody>
      </p:sp>
      <p:sp>
        <p:nvSpPr>
          <p:cNvPr id="12" name="Google Shape;1171;g3b0a07b424d_1_872">
            <a:extLst>
              <a:ext uri="{FF2B5EF4-FFF2-40B4-BE49-F238E27FC236}">
                <a16:creationId xmlns:a16="http://schemas.microsoft.com/office/drawing/2014/main" id="{6339DED9-A44D-4C63-9A41-D5D8D331511A}"/>
              </a:ext>
            </a:extLst>
          </p:cNvPr>
          <p:cNvSpPr txBox="1"/>
          <p:nvPr/>
        </p:nvSpPr>
        <p:spPr>
          <a:xfrm>
            <a:off x="368300" y="6392131"/>
            <a:ext cx="9585900"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Calibri"/>
                <a:cs typeface="Calibri"/>
                <a:sym typeface="Calibri"/>
              </a:rPr>
              <a:t>Sources</a:t>
            </a:r>
            <a:r>
              <a:rPr lang="en-US" sz="700" b="1" i="0" u="none" strike="noStrike" cap="none" noProof="0">
                <a:solidFill>
                  <a:srgbClr val="7F7F7F"/>
                </a:solidFill>
                <a:latin typeface="IBM Plex Sans"/>
                <a:ea typeface="Calibri"/>
                <a:cs typeface="Calibri"/>
                <a:sym typeface="Calibri"/>
              </a:rPr>
              <a:t>: </a:t>
            </a:r>
            <a:r>
              <a:rPr lang="en-US" sz="700" b="0" i="0" u="none" strike="noStrike" cap="none" noProof="0">
                <a:solidFill>
                  <a:srgbClr val="7F7F7F"/>
                </a:solidFill>
                <a:latin typeface="IBM Plex Sans"/>
                <a:ea typeface="Calibri"/>
                <a:cs typeface="Calibri"/>
                <a:sym typeface="Calibri"/>
              </a:rPr>
              <a:t>(1) </a:t>
            </a:r>
            <a:r>
              <a:rPr lang="en-US" sz="700" b="0" i="0" u="sng" strike="noStrike" cap="none" noProof="0" err="1">
                <a:solidFill>
                  <a:srgbClr val="7F7F7F"/>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WordStream</a:t>
            </a:r>
            <a:r>
              <a:rPr lang="en-US" sz="700" b="0" i="0" u="none" strike="noStrike" cap="none" noProof="0">
                <a:solidFill>
                  <a:srgbClr val="7F7F7F"/>
                </a:solidFill>
                <a:latin typeface="IBM Plex Sans"/>
                <a:ea typeface="Calibri"/>
                <a:cs typeface="Calibri"/>
                <a:sym typeface="Calibri"/>
              </a:rPr>
              <a:t>, (2) </a:t>
            </a:r>
            <a:r>
              <a:rPr lang="en-US" sz="700" b="0" i="0" u="sng" strike="noStrike" cap="none" noProof="0">
                <a:solidFill>
                  <a:srgbClr val="7F7F7F"/>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360OM</a:t>
            </a:r>
            <a:r>
              <a:rPr lang="en-US" sz="700" b="0" i="0" u="none" strike="noStrike" cap="none" noProof="0">
                <a:solidFill>
                  <a:srgbClr val="7F7F7F"/>
                </a:solidFill>
                <a:latin typeface="IBM Plex Sans"/>
                <a:ea typeface="Calibri"/>
                <a:cs typeface="Calibri"/>
                <a:sym typeface="Calibri"/>
              </a:rPr>
              <a:t>, (3) </a:t>
            </a:r>
            <a:r>
              <a:rPr lang="en-US" sz="700" b="0" i="0" u="sng" strike="noStrike" cap="none" noProof="0">
                <a:solidFill>
                  <a:srgbClr val="7F7F7F"/>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Seer Interactive</a:t>
            </a:r>
            <a:r>
              <a:rPr lang="en-US" sz="700" b="0" i="0" u="none" strike="noStrike" cap="none" noProof="0">
                <a:solidFill>
                  <a:srgbClr val="7F7F7F"/>
                </a:solidFill>
                <a:latin typeface="IBM Plex Sans"/>
                <a:ea typeface="Calibri"/>
                <a:cs typeface="Calibri"/>
                <a:sym typeface="Calibri"/>
              </a:rPr>
              <a:t>, (4) </a:t>
            </a:r>
            <a:r>
              <a:rPr lang="en-US" sz="700" b="0" i="0" u="sng" strike="noStrike" cap="none" noProof="0">
                <a:solidFill>
                  <a:srgbClr val="7F7F7F"/>
                </a:solidFill>
                <a:latin typeface="IBM Plex Sans"/>
                <a:ea typeface="Calibri"/>
                <a:cs typeface="Calibri"/>
                <a:sym typeface="Calibri"/>
                <a:hlinkClick r:id="rId11">
                  <a:extLst>
                    <a:ext uri="{A12FA001-AC4F-418D-AE19-62706E023703}">
                      <ahyp:hlinkClr xmlns:ahyp="http://schemas.microsoft.com/office/drawing/2018/hyperlinkcolor" val="tx"/>
                    </a:ext>
                  </a:extLst>
                </a:hlinkClick>
              </a:rPr>
              <a:t>Advanced Web Ranking</a:t>
            </a:r>
            <a:r>
              <a:rPr lang="en-US" sz="700" b="0" i="0" u="none" strike="noStrike" cap="none" noProof="0">
                <a:solidFill>
                  <a:srgbClr val="7F7F7F"/>
                </a:solidFill>
                <a:latin typeface="IBM Plex Sans"/>
                <a:ea typeface="Calibri"/>
                <a:cs typeface="Calibri"/>
                <a:sym typeface="Calibri"/>
              </a:rPr>
              <a:t>, (5) </a:t>
            </a:r>
            <a:r>
              <a:rPr lang="en-US" sz="700" b="0" i="0" u="sng" strike="noStrike" cap="none" noProof="0">
                <a:solidFill>
                  <a:srgbClr val="7F7F7F"/>
                </a:solidFill>
                <a:latin typeface="IBM Plex Sans"/>
                <a:ea typeface="Calibri"/>
                <a:cs typeface="Calibri"/>
                <a:sym typeface="Calibri"/>
                <a:hlinkClick r:id="rId12">
                  <a:extLst>
                    <a:ext uri="{A12FA001-AC4F-418D-AE19-62706E023703}">
                      <ahyp:hlinkClr xmlns:ahyp="http://schemas.microsoft.com/office/drawing/2018/hyperlinkcolor" val="tx"/>
                    </a:ext>
                  </a:extLst>
                </a:hlinkClick>
              </a:rPr>
              <a:t>Focus Digital</a:t>
            </a:r>
            <a:r>
              <a:rPr lang="en-US" sz="700" b="0" i="0" u="none" strike="noStrike" cap="none" noProof="0">
                <a:solidFill>
                  <a:srgbClr val="7F7F7F"/>
                </a:solidFill>
                <a:latin typeface="IBM Plex Sans"/>
                <a:ea typeface="Calibri"/>
                <a:cs typeface="Calibri"/>
                <a:sym typeface="Calibri"/>
              </a:rPr>
              <a:t>, (6) </a:t>
            </a:r>
            <a:r>
              <a:rPr lang="en-US" sz="700" b="0" i="0" u="sng" strike="noStrike" cap="none" noProof="0">
                <a:solidFill>
                  <a:srgbClr val="7F7F7F"/>
                </a:solidFill>
                <a:latin typeface="IBM Plex Sans"/>
                <a:ea typeface="Calibri"/>
                <a:cs typeface="Calibri"/>
                <a:sym typeface="Calibri"/>
                <a:hlinkClick r:id="rId13">
                  <a:extLst>
                    <a:ext uri="{A12FA001-AC4F-418D-AE19-62706E023703}">
                      <ahyp:hlinkClr xmlns:ahyp="http://schemas.microsoft.com/office/drawing/2018/hyperlinkcolor" val="tx"/>
                    </a:ext>
                  </a:extLst>
                </a:hlinkClick>
              </a:rPr>
              <a:t>Dentsu</a:t>
            </a:r>
            <a:r>
              <a:rPr lang="en-US" sz="700" b="0" i="0" u="none" strike="noStrike" cap="none" noProof="0">
                <a:solidFill>
                  <a:srgbClr val="7F7F7F"/>
                </a:solidFill>
                <a:latin typeface="IBM Plex Sans"/>
                <a:ea typeface="Calibri"/>
                <a:cs typeface="Calibri"/>
                <a:sym typeface="Calibri"/>
              </a:rPr>
              <a:t>, (7) </a:t>
            </a:r>
            <a:r>
              <a:rPr lang="en-US" sz="700" b="0" i="0" u="sng" strike="noStrike" cap="none" noProof="0" err="1">
                <a:solidFill>
                  <a:srgbClr val="7F7F7F"/>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Karooya</a:t>
            </a:r>
            <a:r>
              <a:rPr lang="en-US" sz="700" b="0" i="0" u="none" strike="noStrike" cap="none" noProof="0">
                <a:solidFill>
                  <a:srgbClr val="7F7F7F"/>
                </a:solidFill>
                <a:latin typeface="IBM Plex Sans"/>
                <a:ea typeface="Calibri"/>
                <a:cs typeface="Calibri"/>
                <a:sym typeface="Calibri"/>
              </a:rPr>
              <a:t>, (8) </a:t>
            </a:r>
            <a:r>
              <a:rPr lang="en-US" sz="700" b="0" i="0" u="sng" strike="noStrike" cap="none" noProof="0" err="1">
                <a:solidFill>
                  <a:srgbClr val="7F7F7F"/>
                </a:solidFill>
                <a:latin typeface="IBM Plex Sans"/>
                <a:ea typeface="Calibri"/>
                <a:cs typeface="Calibri"/>
                <a:sym typeface="Calibri"/>
                <a:hlinkClick r:id="rId15">
                  <a:extLst>
                    <a:ext uri="{A12FA001-AC4F-418D-AE19-62706E023703}">
                      <ahyp:hlinkClr xmlns:ahyp="http://schemas.microsoft.com/office/drawing/2018/hyperlinkcolor" val="tx"/>
                    </a:ext>
                  </a:extLst>
                </a:hlinkClick>
              </a:rPr>
              <a:t>Mordon</a:t>
            </a:r>
            <a:r>
              <a:rPr lang="en-US" sz="700" b="0" i="0" u="sng" strike="noStrike" cap="none" noProof="0">
                <a:solidFill>
                  <a:srgbClr val="7F7F7F"/>
                </a:solidFill>
                <a:latin typeface="IBM Plex Sans"/>
                <a:ea typeface="Calibri"/>
                <a:cs typeface="Calibri"/>
                <a:sym typeface="Calibri"/>
                <a:hlinkClick r:id="rId15">
                  <a:extLst>
                    <a:ext uri="{A12FA001-AC4F-418D-AE19-62706E023703}">
                      <ahyp:hlinkClr xmlns:ahyp="http://schemas.microsoft.com/office/drawing/2018/hyperlinkcolor" val="tx"/>
                    </a:ext>
                  </a:extLst>
                </a:hlinkClick>
              </a:rPr>
              <a:t> </a:t>
            </a:r>
            <a:r>
              <a:rPr lang="en-US" sz="700" b="0" i="0" u="sng" strike="noStrike" cap="none" noProof="0" err="1">
                <a:solidFill>
                  <a:srgbClr val="7F7F7F"/>
                </a:solidFill>
                <a:latin typeface="IBM Plex Sans"/>
                <a:ea typeface="Calibri"/>
                <a:cs typeface="Calibri"/>
                <a:sym typeface="Calibri"/>
                <a:hlinkClick r:id="rId15">
                  <a:extLst>
                    <a:ext uri="{A12FA001-AC4F-418D-AE19-62706E023703}">
                      <ahyp:hlinkClr xmlns:ahyp="http://schemas.microsoft.com/office/drawing/2018/hyperlinkcolor" val="tx"/>
                    </a:ext>
                  </a:extLst>
                </a:hlinkClick>
              </a:rPr>
              <a:t>Inteligence</a:t>
            </a:r>
            <a:r>
              <a:rPr lang="en-US" sz="700" b="0" i="0" u="none" strike="noStrike" cap="none" noProof="0">
                <a:solidFill>
                  <a:srgbClr val="7F7F7F"/>
                </a:solidFill>
                <a:latin typeface="IBM Plex Sans"/>
                <a:ea typeface="Calibri"/>
                <a:cs typeface="Calibri"/>
                <a:sym typeface="Calibri"/>
              </a:rPr>
              <a:t>, (9) </a:t>
            </a:r>
            <a:r>
              <a:rPr lang="en-US" sz="700" b="0" i="0" u="sng" strike="noStrike" cap="none" noProof="0">
                <a:solidFill>
                  <a:srgbClr val="7F7F7F"/>
                </a:solidFill>
                <a:latin typeface="IBM Plex Sans"/>
                <a:ea typeface="Calibri"/>
                <a:cs typeface="Calibri"/>
                <a:sym typeface="Calibri"/>
                <a:hlinkClick r:id="rId16">
                  <a:extLst>
                    <a:ext uri="{A12FA001-AC4F-418D-AE19-62706E023703}">
                      <ahyp:hlinkClr xmlns:ahyp="http://schemas.microsoft.com/office/drawing/2018/hyperlinkcolor" val="tx"/>
                    </a:ext>
                  </a:extLst>
                </a:hlinkClick>
              </a:rPr>
              <a:t>SEMrush</a:t>
            </a:r>
            <a:r>
              <a:rPr lang="en-US" sz="700" b="0" i="0" u="none" strike="noStrike" cap="none" noProof="0">
                <a:solidFill>
                  <a:srgbClr val="7F7F7F"/>
                </a:solidFill>
                <a:latin typeface="IBM Plex Sans"/>
                <a:ea typeface="Calibri"/>
                <a:cs typeface="Calibri"/>
                <a:sym typeface="Calibri"/>
              </a:rPr>
              <a:t>, (10) </a:t>
            </a:r>
            <a:r>
              <a:rPr lang="en-US" sz="700" b="0" i="0" u="sng" strike="noStrike" cap="none" noProof="0">
                <a:solidFill>
                  <a:srgbClr val="7F7F7F"/>
                </a:solidFill>
                <a:latin typeface="IBM Plex Sans"/>
                <a:ea typeface="Calibri"/>
                <a:cs typeface="Calibri"/>
                <a:sym typeface="Calibri"/>
                <a:hlinkClick r:id="rId17">
                  <a:extLst>
                    <a:ext uri="{A12FA001-AC4F-418D-AE19-62706E023703}">
                      <ahyp:hlinkClr xmlns:ahyp="http://schemas.microsoft.com/office/drawing/2018/hyperlinkcolor" val="tx"/>
                    </a:ext>
                  </a:extLst>
                </a:hlinkClick>
              </a:rPr>
              <a:t>SQ Magazine </a:t>
            </a:r>
            <a:endParaRPr lang="en-US" sz="700" b="0" i="0" u="none" strike="noStrike" cap="none" noProof="0">
              <a:solidFill>
                <a:srgbClr val="7F7F7F"/>
              </a:solidFill>
              <a:latin typeface="IBM Plex Sans"/>
              <a:ea typeface="Calibri"/>
              <a:cs typeface="Calibri"/>
              <a:sym typeface="Calibri"/>
            </a:endParaRPr>
          </a:p>
        </p:txBody>
      </p:sp>
    </p:spTree>
    <p:extLst>
      <p:ext uri="{BB962C8B-B14F-4D97-AF65-F5344CB8AC3E}">
        <p14:creationId xmlns:p14="http://schemas.microsoft.com/office/powerpoint/2010/main" val="2593001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9ABE41-E4A3-6E77-C897-A95F04C3F199}"/>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D19DB7E8-0153-D68F-ACC6-6C348FC6B280}"/>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47" imgH="348" progId="TCLayout.ActiveDocument.1">
                  <p:embed/>
                </p:oleObj>
              </mc:Choice>
              <mc:Fallback>
                <p:oleObj name="think-cell Slide" r:id="rId4" imgW="347" imgH="348" progId="TCLayout.ActiveDocument.1">
                  <p:embed/>
                  <p:pic>
                    <p:nvPicPr>
                      <p:cNvPr id="7" name="think-cell data - do not delete" hidden="1">
                        <a:extLst>
                          <a:ext uri="{FF2B5EF4-FFF2-40B4-BE49-F238E27FC236}">
                            <a16:creationId xmlns:a16="http://schemas.microsoft.com/office/drawing/2014/main" id="{D19DB7E8-0153-D68F-ACC6-6C348FC6B280}"/>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Slide Number Placeholder 3">
            <a:extLst>
              <a:ext uri="{FF2B5EF4-FFF2-40B4-BE49-F238E27FC236}">
                <a16:creationId xmlns:a16="http://schemas.microsoft.com/office/drawing/2014/main" id="{82348DB6-6F7D-0598-315A-E7054F21B822}"/>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US" noProof="0" smtClean="0"/>
              <a:t>14</a:t>
            </a:fld>
            <a:endParaRPr lang="en-US" noProof="0"/>
          </a:p>
        </p:txBody>
      </p:sp>
      <p:sp>
        <p:nvSpPr>
          <p:cNvPr id="15" name="Google Shape;371;p24">
            <a:extLst>
              <a:ext uri="{FF2B5EF4-FFF2-40B4-BE49-F238E27FC236}">
                <a16:creationId xmlns:a16="http://schemas.microsoft.com/office/drawing/2014/main" id="{765987D7-72AE-CB04-7D1F-ED04E948C6CE}"/>
              </a:ext>
            </a:extLst>
          </p:cNvPr>
          <p:cNvSpPr txBox="1"/>
          <p:nvPr/>
        </p:nvSpPr>
        <p:spPr>
          <a:xfrm>
            <a:off x="8293005" y="1777443"/>
            <a:ext cx="3491007" cy="3859378"/>
          </a:xfrm>
          <a:prstGeom prst="rect">
            <a:avLst/>
          </a:prstGeom>
          <a:solidFill>
            <a:schemeClr val="bg1">
              <a:lumMod val="95000"/>
            </a:schemeClr>
          </a:solidFill>
          <a:ln>
            <a:noFill/>
          </a:ln>
        </p:spPr>
        <p:txBody>
          <a:bodyPr spcFirstLastPara="1" wrap="square" lIns="91425" tIns="90000" rIns="91425" bIns="45700" anchor="t" anchorCtr="0">
            <a:noAutofit/>
          </a:bodyPr>
          <a:lstStyle/>
          <a:p>
            <a:pPr marL="177800" indent="-177800">
              <a:spcAft>
                <a:spcPts val="1400"/>
              </a:spcAft>
              <a:buClr>
                <a:schemeClr val="dk1"/>
              </a:buClr>
              <a:buSzPts val="1400"/>
              <a:buFont typeface="Arial"/>
              <a:buChar char="•"/>
            </a:pPr>
            <a:r>
              <a:rPr lang="en-US" sz="1200" b="1" i="0" u="none" strike="noStrike" cap="none" noProof="0" dirty="0">
                <a:solidFill>
                  <a:schemeClr val="tx1"/>
                </a:solidFill>
                <a:latin typeface="IBM Plex Sans" panose="020B0503050203000203" pitchFamily="34" charset="0"/>
                <a:ea typeface="IBM Plex Sans"/>
                <a:cs typeface="IBM Plex Sans"/>
                <a:sym typeface="IBM Plex Sans" panose="020B0503050203000203" pitchFamily="34" charset="0"/>
              </a:rPr>
              <a:t>Desktop </a:t>
            </a:r>
            <a:r>
              <a:rPr lang="en-US" sz="1200" b="1" noProof="0" dirty="0">
                <a:solidFill>
                  <a:schemeClr val="tx1"/>
                </a:solidFill>
                <a:latin typeface="IBM Plex Sans" panose="020B0503050203000203" pitchFamily="34" charset="0"/>
                <a:ea typeface="IBM Plex Sans"/>
                <a:cs typeface="IBM Plex Sans"/>
                <a:sym typeface="IBM Plex Sans" panose="020B0503050203000203" pitchFamily="34" charset="0"/>
              </a:rPr>
              <a:t>experiences</a:t>
            </a:r>
            <a:r>
              <a:rPr lang="en-US" sz="1200" b="1" i="0" u="none" strike="noStrike" cap="none" noProof="0" dirty="0">
                <a:solidFill>
                  <a:schemeClr val="tx1"/>
                </a:solidFill>
                <a:latin typeface="IBM Plex Sans" panose="020B0503050203000203" pitchFamily="34" charset="0"/>
                <a:ea typeface="IBM Plex Sans"/>
                <a:cs typeface="IBM Plex Sans"/>
                <a:sym typeface="IBM Plex Sans" panose="020B0503050203000203" pitchFamily="34" charset="0"/>
              </a:rPr>
              <a:t> the largest declines</a:t>
            </a:r>
            <a:r>
              <a:rPr lang="en-US" sz="1200" b="0" i="0" u="none" strike="noStrike" cap="none" noProof="0" dirty="0">
                <a:solidFill>
                  <a:schemeClr val="tx1"/>
                </a:solidFill>
                <a:latin typeface="IBM Plex Sans" panose="020B0503050203000203" pitchFamily="34" charset="0"/>
                <a:ea typeface="IBM Plex Sans"/>
                <a:cs typeface="IBM Plex Sans"/>
                <a:sym typeface="IBM Plex Sans" panose="020B0503050203000203" pitchFamily="34" charset="0"/>
              </a:rPr>
              <a:t>, since AIO replaces a larger portion of traditional </a:t>
            </a:r>
            <a:r>
              <a:rPr lang="en-US" sz="1200" b="1" i="0" u="none" strike="noStrike" cap="none" noProof="0" dirty="0">
                <a:solidFill>
                  <a:schemeClr val="tx1"/>
                </a:solidFill>
                <a:latin typeface="IBM Plex Sans" panose="020B0503050203000203" pitchFamily="34" charset="0"/>
                <a:ea typeface="IBM Plex Sans"/>
                <a:cs typeface="IBM Plex Sans"/>
                <a:sym typeface="IBM Plex Sans" panose="020B0503050203000203" pitchFamily="34" charset="0"/>
              </a:rPr>
              <a:t>link-heavy layouts;</a:t>
            </a:r>
            <a:r>
              <a:rPr lang="en-US" sz="1200" b="1" dirty="0">
                <a:solidFill>
                  <a:schemeClr val="tx1"/>
                </a:solidFill>
                <a:latin typeface="IBM Plex Sans" panose="020B0503050203000203" pitchFamily="34" charset="0"/>
                <a:ea typeface="IBM Plex Sans"/>
                <a:cs typeface="IBM Plex Sans"/>
                <a:sym typeface="IBM Plex Sans" panose="020B0503050203000203" pitchFamily="34" charset="0"/>
              </a:rPr>
              <a:t> AIOs </a:t>
            </a:r>
            <a:r>
              <a:rPr lang="en-US" sz="1200" dirty="0">
                <a:latin typeface="IBM Plex Sans" panose="020B0503050203000203" pitchFamily="34" charset="0"/>
              </a:rPr>
              <a:t>appear </a:t>
            </a:r>
            <a:r>
              <a:rPr lang="en-US" sz="1200" b="1" dirty="0">
                <a:latin typeface="IBM Plex Sans" panose="020B0503050203000203" pitchFamily="34" charset="0"/>
              </a:rPr>
              <a:t>more frequently</a:t>
            </a:r>
            <a:r>
              <a:rPr lang="en-US" sz="1200" dirty="0">
                <a:latin typeface="IBM Plex Sans" panose="020B0503050203000203" pitchFamily="34" charset="0"/>
              </a:rPr>
              <a:t> on </a:t>
            </a:r>
            <a:r>
              <a:rPr lang="en-US" sz="1200" b="1" dirty="0">
                <a:latin typeface="IBM Plex Sans" panose="020B0503050203000203" pitchFamily="34" charset="0"/>
              </a:rPr>
              <a:t>desktop</a:t>
            </a:r>
            <a:r>
              <a:rPr lang="en-US" sz="1200" dirty="0">
                <a:latin typeface="IBM Plex Sans" panose="020B0503050203000203" pitchFamily="34" charset="0"/>
              </a:rPr>
              <a:t> (</a:t>
            </a:r>
            <a:r>
              <a:rPr lang="en-US" sz="1200" b="1" dirty="0">
                <a:latin typeface="IBM Plex Sans" panose="020B0503050203000203" pitchFamily="34" charset="0"/>
              </a:rPr>
              <a:t>across identical keywords</a:t>
            </a:r>
            <a:r>
              <a:rPr lang="en-US" sz="1200" dirty="0">
                <a:latin typeface="IBM Plex Sans" panose="020B0503050203000203" pitchFamily="34" charset="0"/>
              </a:rPr>
              <a:t>)</a:t>
            </a:r>
            <a:r>
              <a:rPr lang="en-US" sz="1200" baseline="30000" dirty="0">
                <a:solidFill>
                  <a:schemeClr val="tx1"/>
                </a:solidFill>
                <a:latin typeface="IBM Plex Sans" panose="020B0503050203000203" pitchFamily="34" charset="0"/>
                <a:sym typeface="IBM Plex Sans" panose="020B0503050203000203" pitchFamily="34" charset="0"/>
              </a:rPr>
              <a:t>13</a:t>
            </a:r>
            <a:endParaRPr lang="en-US" sz="1200" i="0" u="none" strike="noStrike" cap="none" baseline="30000" noProof="0" dirty="0">
              <a:solidFill>
                <a:schemeClr val="tx1"/>
              </a:solidFill>
              <a:latin typeface="IBM Plex Sans" panose="020B0503050203000203" pitchFamily="34" charset="0"/>
              <a:ea typeface="IBM Plex Sans"/>
              <a:cs typeface="IBM Plex Sans"/>
              <a:sym typeface="IBM Plex Sans" panose="020B0503050203000203" pitchFamily="34" charset="0"/>
            </a:endParaRPr>
          </a:p>
          <a:p>
            <a:pPr marL="177800" indent="-177800">
              <a:spcAft>
                <a:spcPts val="1400"/>
              </a:spcAft>
              <a:buClr>
                <a:schemeClr val="dk1"/>
              </a:buClr>
              <a:buSzPts val="1400"/>
              <a:buFont typeface="Arial"/>
              <a:buChar char="•"/>
            </a:pPr>
            <a:r>
              <a:rPr lang="en-US" sz="1200" b="1" i="0" u="none" strike="noStrike" cap="none" noProof="0" dirty="0">
                <a:solidFill>
                  <a:schemeClr val="tx1"/>
                </a:solidFill>
                <a:latin typeface="IBM Plex Sans" panose="020B0503050203000203" pitchFamily="34" charset="0"/>
                <a:ea typeface="IBM Plex Sans"/>
                <a:cs typeface="IBM Plex Sans"/>
                <a:sym typeface="IBM Plex Sans" panose="020B0503050203000203" pitchFamily="34" charset="0"/>
              </a:rPr>
              <a:t>Mobile remains more resilient</a:t>
            </a:r>
            <a:r>
              <a:rPr lang="en-US" sz="1200" b="0" i="0" u="none" strike="noStrike" cap="none" noProof="0" dirty="0">
                <a:solidFill>
                  <a:schemeClr val="tx1"/>
                </a:solidFill>
                <a:latin typeface="IBM Plex Sans" panose="020B0503050203000203" pitchFamily="34" charset="0"/>
                <a:ea typeface="IBM Plex Sans"/>
                <a:cs typeface="IBM Plex Sans"/>
                <a:sym typeface="IBM Plex Sans" panose="020B0503050203000203" pitchFamily="34" charset="0"/>
              </a:rPr>
              <a:t>, with smaller declines or </a:t>
            </a:r>
            <a:r>
              <a:rPr lang="en-US" sz="1200" b="1" i="0" u="none" strike="noStrike" cap="none" noProof="0" dirty="0">
                <a:solidFill>
                  <a:schemeClr val="tx1"/>
                </a:solidFill>
                <a:latin typeface="IBM Plex Sans" panose="020B0503050203000203" pitchFamily="34" charset="0"/>
                <a:ea typeface="IBM Plex Sans"/>
                <a:cs typeface="IBM Plex Sans"/>
                <a:sym typeface="IBM Plex Sans" panose="020B0503050203000203" pitchFamily="34" charset="0"/>
              </a:rPr>
              <a:t>modest gains</a:t>
            </a:r>
            <a:r>
              <a:rPr lang="en-US" sz="1200" b="0" i="0" u="none" strike="noStrike" cap="none" noProof="0" dirty="0">
                <a:solidFill>
                  <a:schemeClr val="tx1"/>
                </a:solidFill>
                <a:latin typeface="IBM Plex Sans" panose="020B0503050203000203" pitchFamily="34" charset="0"/>
                <a:ea typeface="IBM Plex Sans"/>
                <a:cs typeface="IBM Plex Sans"/>
                <a:sym typeface="IBM Plex Sans" panose="020B0503050203000203" pitchFamily="34" charset="0"/>
              </a:rPr>
              <a:t>, as mobile already limits link </a:t>
            </a:r>
            <a:r>
              <a:rPr lang="en-US" sz="1200" dirty="0">
                <a:solidFill>
                  <a:schemeClr val="tx1"/>
                </a:solidFill>
                <a:latin typeface="IBM Plex Sans" panose="020B0503050203000203" pitchFamily="34" charset="0"/>
                <a:ea typeface="IBM Plex Sans"/>
                <a:cs typeface="IBM Plex Sans"/>
                <a:sym typeface="IBM Plex Sans" panose="020B0503050203000203" pitchFamily="34" charset="0"/>
              </a:rPr>
              <a:t>density</a:t>
            </a:r>
            <a:endParaRPr lang="en-US" sz="1200" i="0" u="none" strike="noStrike" cap="none" baseline="30000" noProof="0" dirty="0">
              <a:solidFill>
                <a:schemeClr val="tx1"/>
              </a:solidFill>
              <a:latin typeface="IBM Plex Sans" panose="020B0503050203000203" pitchFamily="34" charset="0"/>
              <a:ea typeface="IBM Plex Sans"/>
              <a:cs typeface="IBM Plex Sans"/>
              <a:sym typeface="IBM Plex Sans" panose="020B0503050203000203" pitchFamily="34" charset="0"/>
            </a:endParaRPr>
          </a:p>
          <a:p>
            <a:pPr marL="177800" marR="0" lvl="0" indent="-177800" algn="l" rtl="0">
              <a:lnSpc>
                <a:spcPct val="100000"/>
              </a:lnSpc>
              <a:spcBef>
                <a:spcPts val="0"/>
              </a:spcBef>
              <a:spcAft>
                <a:spcPts val="1400"/>
              </a:spcAft>
              <a:buClr>
                <a:schemeClr val="dk1"/>
              </a:buClr>
              <a:buSzPts val="1400"/>
              <a:buFont typeface="Arial"/>
              <a:buChar char="•"/>
            </a:pPr>
            <a:r>
              <a:rPr lang="en-US" sz="1200" b="1" i="0" u="none" strike="noStrike" cap="none" noProof="0" dirty="0">
                <a:solidFill>
                  <a:schemeClr val="tx1"/>
                </a:solidFill>
                <a:latin typeface="IBM Plex Sans" panose="020B0503050203000203" pitchFamily="34" charset="0"/>
                <a:ea typeface="IBM Plex Sans"/>
                <a:cs typeface="IBM Plex Sans"/>
                <a:sym typeface="IBM Plex Sans" panose="020B0503050203000203" pitchFamily="34" charset="0"/>
              </a:rPr>
              <a:t>The effect of the inclusion of links and ad placements in AI Overviews has not yet appeared</a:t>
            </a:r>
            <a:r>
              <a:rPr lang="en-US" sz="1200" b="0" i="0" u="none" strike="noStrike" cap="none" noProof="0" dirty="0">
                <a:solidFill>
                  <a:schemeClr val="tx1"/>
                </a:solidFill>
                <a:latin typeface="IBM Plex Sans" panose="020B0503050203000203" pitchFamily="34" charset="0"/>
                <a:ea typeface="IBM Plex Sans"/>
                <a:cs typeface="IBM Plex Sans"/>
                <a:sym typeface="IBM Plex Sans" panose="020B0503050203000203" pitchFamily="34" charset="0"/>
              </a:rPr>
              <a:t> in publicly available CTR measurements</a:t>
            </a:r>
          </a:p>
          <a:p>
            <a:pPr marL="177800" lvl="0" indent="-177800">
              <a:spcAft>
                <a:spcPts val="1400"/>
              </a:spcAft>
              <a:buClr>
                <a:schemeClr val="dk1"/>
              </a:buClr>
              <a:buSzPts val="1400"/>
              <a:buFont typeface="Arial"/>
              <a:buChar char="•"/>
            </a:pPr>
            <a:r>
              <a:rPr lang="en-US" sz="1200" b="1" noProof="1">
                <a:latin typeface="IBM Plex Sans" panose="020B0503050203000203" pitchFamily="34" charset="0"/>
              </a:rPr>
              <a:t>Earlier AI Overviews tests</a:t>
            </a:r>
            <a:r>
              <a:rPr lang="en-US" sz="1200" b="1" baseline="30000" noProof="1">
                <a:latin typeface="IBM Plex Sans" panose="020B0503050203000203" pitchFamily="34" charset="0"/>
              </a:rPr>
              <a:t>11</a:t>
            </a:r>
            <a:r>
              <a:rPr lang="en-US" sz="1200" b="1" noProof="1">
                <a:latin typeface="IBM Plex Sans" panose="020B0503050203000203" pitchFamily="34" charset="0"/>
              </a:rPr>
              <a:t> and rollout</a:t>
            </a:r>
            <a:r>
              <a:rPr lang="en-US" sz="1200" b="1" baseline="30000" noProof="1">
                <a:latin typeface="IBM Plex Sans" panose="020B0503050203000203" pitchFamily="34" charset="0"/>
              </a:rPr>
              <a:t>12</a:t>
            </a:r>
            <a:r>
              <a:rPr lang="en-US" sz="1200" b="1" noProof="1">
                <a:latin typeface="IBM Plex Sans" panose="020B0503050203000203" pitchFamily="34" charset="0"/>
              </a:rPr>
              <a:t> in the U.S.</a:t>
            </a:r>
            <a:r>
              <a:rPr lang="en-US" sz="1200" noProof="1">
                <a:latin typeface="IBM Plex Sans" panose="020B0503050203000203" pitchFamily="34" charset="0"/>
              </a:rPr>
              <a:t> likely led to </a:t>
            </a:r>
            <a:r>
              <a:rPr lang="en-US" sz="1200" b="1" noProof="1">
                <a:latin typeface="IBM Plex Sans" panose="020B0503050203000203" pitchFamily="34" charset="0"/>
              </a:rPr>
              <a:t>earlier CTR impact and partial stabilization by 2025</a:t>
            </a:r>
            <a:r>
              <a:rPr lang="en-US" sz="1200" noProof="1">
                <a:latin typeface="IBM Plex Sans" panose="020B0503050203000203" pitchFamily="34" charset="0"/>
              </a:rPr>
              <a:t>, while </a:t>
            </a:r>
            <a:r>
              <a:rPr lang="en-US" sz="1200" b="1" noProof="1">
                <a:latin typeface="IBM Plex Sans" panose="020B0503050203000203" pitchFamily="34" charset="0"/>
              </a:rPr>
              <a:t>later rollout</a:t>
            </a:r>
            <a:r>
              <a:rPr lang="en-US" sz="1200" noProof="1">
                <a:latin typeface="IBM Plex Sans" panose="020B0503050203000203" pitchFamily="34" charset="0"/>
              </a:rPr>
              <a:t> concentrated </a:t>
            </a:r>
            <a:r>
              <a:rPr lang="en-US" sz="1200" b="1" noProof="1">
                <a:latin typeface="IBM Plex Sans" panose="020B0503050203000203" pitchFamily="34" charset="0"/>
              </a:rPr>
              <a:t>declines in RoW</a:t>
            </a:r>
            <a:endParaRPr lang="en-US" sz="1200" noProof="1">
              <a:solidFill>
                <a:schemeClr val="tx1"/>
              </a:solidFill>
              <a:latin typeface="IBM Plex Sans" panose="020B0503050203000203" pitchFamily="34" charset="0"/>
              <a:sym typeface="IBM Plex Sans" panose="020B0503050203000203" pitchFamily="34" charset="0"/>
            </a:endParaRPr>
          </a:p>
        </p:txBody>
      </p:sp>
      <p:sp>
        <p:nvSpPr>
          <p:cNvPr id="26" name="Google Shape;368;p24">
            <a:extLst>
              <a:ext uri="{FF2B5EF4-FFF2-40B4-BE49-F238E27FC236}">
                <a16:creationId xmlns:a16="http://schemas.microsoft.com/office/drawing/2014/main" id="{A0067DFF-074A-B6A1-575D-6F476328CCC7}"/>
              </a:ext>
            </a:extLst>
          </p:cNvPr>
          <p:cNvSpPr/>
          <p:nvPr/>
        </p:nvSpPr>
        <p:spPr>
          <a:xfrm>
            <a:off x="420595" y="1351036"/>
            <a:ext cx="7772400" cy="426407"/>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b="1" i="0" u="none" strike="noStrike" cap="none" noProof="0">
                <a:solidFill>
                  <a:schemeClr val="lt1"/>
                </a:solidFill>
                <a:latin typeface="IBM Plex Sans"/>
                <a:ea typeface="IBM Plex Sans"/>
                <a:cs typeface="IBM Plex Sans"/>
                <a:sym typeface="IBM Plex Sans" panose="020B0503050203000203" pitchFamily="34" charset="0"/>
              </a:rPr>
              <a:t>Average Impact on Click-Through Rates 2025 vs 2024 </a:t>
            </a:r>
            <a:br>
              <a:rPr lang="en-US" b="1" i="0" u="none" strike="noStrike" cap="none" noProof="0">
                <a:latin typeface="IBM Plex Sans" panose="020B0503050203000203" pitchFamily="34" charset="0"/>
                <a:ea typeface="IBM Plex Sans"/>
                <a:cs typeface="IBM Plex Sans"/>
              </a:rPr>
            </a:br>
            <a:r>
              <a:rPr lang="en-US" b="1" i="0" u="none" strike="noStrike" cap="none" noProof="0">
                <a:solidFill>
                  <a:schemeClr val="lt1"/>
                </a:solidFill>
                <a:latin typeface="IBM Plex Sans"/>
                <a:ea typeface="IBM Plex Sans"/>
                <a:cs typeface="IBM Plex Sans"/>
                <a:sym typeface="IBM Plex Sans" panose="020B0503050203000203" pitchFamily="34" charset="0"/>
              </a:rPr>
              <a:t>(CTR, excl. informational searches)</a:t>
            </a:r>
            <a:r>
              <a:rPr lang="en-US" b="1" baseline="30000">
                <a:solidFill>
                  <a:schemeClr val="lt1"/>
                </a:solidFill>
                <a:latin typeface="IBM Plex Sans"/>
                <a:ea typeface="IBM Plex Sans"/>
                <a:cs typeface="IBM Plex Sans"/>
                <a:sym typeface="IBM Plex Sans" panose="020B0503050203000203" pitchFamily="34" charset="0"/>
              </a:rPr>
              <a:t>1–10</a:t>
            </a:r>
            <a:endParaRPr lang="en-US" b="1" i="0" u="none" strike="noStrike" cap="none" baseline="30000" noProof="0">
              <a:solidFill>
                <a:schemeClr val="lt1"/>
              </a:solidFill>
              <a:latin typeface="IBM Plex Sans" panose="020B0503050203000203" pitchFamily="34" charset="0"/>
              <a:ea typeface="IBM Plex Sans"/>
              <a:cs typeface="IBM Plex Sans"/>
              <a:sym typeface="IBM Plex Sans" panose="020B0503050203000203" pitchFamily="34" charset="0"/>
            </a:endParaRPr>
          </a:p>
        </p:txBody>
      </p:sp>
      <p:sp>
        <p:nvSpPr>
          <p:cNvPr id="27" name="Google Shape;372;p24">
            <a:extLst>
              <a:ext uri="{FF2B5EF4-FFF2-40B4-BE49-F238E27FC236}">
                <a16:creationId xmlns:a16="http://schemas.microsoft.com/office/drawing/2014/main" id="{3FB92FF6-E3ED-92CE-8CD4-EFE65B7B99A2}"/>
              </a:ext>
            </a:extLst>
          </p:cNvPr>
          <p:cNvSpPr txBox="1"/>
          <p:nvPr/>
        </p:nvSpPr>
        <p:spPr>
          <a:xfrm>
            <a:off x="420595" y="5755467"/>
            <a:ext cx="11350811" cy="461624"/>
          </a:xfrm>
          <a:prstGeom prst="rect">
            <a:avLst/>
          </a:prstGeom>
          <a:solidFill>
            <a:srgbClr val="00B050">
              <a:alpha val="49019"/>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rPr>
              <a:t>CTRs in the U.S. appear more resilient than in other regions, suggesting earlier stabilization as AI Overviews mature. We use this dynamic to estimate future revenue impacts</a:t>
            </a:r>
          </a:p>
        </p:txBody>
      </p:sp>
      <p:sp>
        <p:nvSpPr>
          <p:cNvPr id="34" name="Google Shape;368;p24">
            <a:extLst>
              <a:ext uri="{FF2B5EF4-FFF2-40B4-BE49-F238E27FC236}">
                <a16:creationId xmlns:a16="http://schemas.microsoft.com/office/drawing/2014/main" id="{EEE9CD10-4588-21F7-8F05-2CCAC26BFEE0}"/>
              </a:ext>
            </a:extLst>
          </p:cNvPr>
          <p:cNvSpPr/>
          <p:nvPr/>
        </p:nvSpPr>
        <p:spPr>
          <a:xfrm>
            <a:off x="8280398" y="1351036"/>
            <a:ext cx="3491007" cy="426407"/>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lt1"/>
                </a:solidFill>
                <a:latin typeface="IBM Plex Sans" panose="020B0503050203000203" pitchFamily="34" charset="0"/>
                <a:ea typeface="IBM Plex Sans"/>
                <a:cs typeface="IBM Plex Sans"/>
                <a:sym typeface="IBM Plex Sans" panose="020B0503050203000203" pitchFamily="34" charset="0"/>
              </a:rPr>
              <a:t>Insights from research</a:t>
            </a:r>
          </a:p>
        </p:txBody>
      </p:sp>
      <p:graphicFrame>
        <p:nvGraphicFramePr>
          <p:cNvPr id="29" name="Chart 28">
            <a:extLst>
              <a:ext uri="{FF2B5EF4-FFF2-40B4-BE49-F238E27FC236}">
                <a16:creationId xmlns:a16="http://schemas.microsoft.com/office/drawing/2014/main" id="{D9AF5F83-C2F0-6D89-5359-F7AA68766243}"/>
              </a:ext>
            </a:extLst>
          </p:cNvPr>
          <p:cNvGraphicFramePr/>
          <p:nvPr/>
        </p:nvGraphicFramePr>
        <p:xfrm>
          <a:off x="746758" y="1658139"/>
          <a:ext cx="7533640" cy="1779647"/>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7" name="Chart 56">
            <a:extLst>
              <a:ext uri="{FF2B5EF4-FFF2-40B4-BE49-F238E27FC236}">
                <a16:creationId xmlns:a16="http://schemas.microsoft.com/office/drawing/2014/main" id="{31BD1FA4-A2AB-7491-42B4-25FB26E39C72}"/>
              </a:ext>
            </a:extLst>
          </p:cNvPr>
          <p:cNvGraphicFramePr/>
          <p:nvPr/>
        </p:nvGraphicFramePr>
        <p:xfrm>
          <a:off x="746758" y="3582258"/>
          <a:ext cx="7533640" cy="1678794"/>
        </p:xfrm>
        <a:graphic>
          <a:graphicData uri="http://schemas.openxmlformats.org/drawingml/2006/chart">
            <c:chart xmlns:c="http://schemas.openxmlformats.org/drawingml/2006/chart" xmlns:r="http://schemas.openxmlformats.org/officeDocument/2006/relationships" r:id="rId7"/>
          </a:graphicData>
        </a:graphic>
      </p:graphicFrame>
      <p:cxnSp>
        <p:nvCxnSpPr>
          <p:cNvPr id="8" name="Straight Connector 7">
            <a:extLst>
              <a:ext uri="{FF2B5EF4-FFF2-40B4-BE49-F238E27FC236}">
                <a16:creationId xmlns:a16="http://schemas.microsoft.com/office/drawing/2014/main" id="{8A3FA28E-63DD-F219-0D66-0D4DBD2DF5A4}"/>
              </a:ext>
            </a:extLst>
          </p:cNvPr>
          <p:cNvCxnSpPr>
            <a:cxnSpLocks/>
          </p:cNvCxnSpPr>
          <p:nvPr/>
        </p:nvCxnSpPr>
        <p:spPr>
          <a:xfrm>
            <a:off x="453888" y="3531340"/>
            <a:ext cx="768096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Google Shape;1171;g3b0a07b424d_1_872">
            <a:extLst>
              <a:ext uri="{FF2B5EF4-FFF2-40B4-BE49-F238E27FC236}">
                <a16:creationId xmlns:a16="http://schemas.microsoft.com/office/drawing/2014/main" id="{92A6236C-3F79-33E3-3868-B95947B73A9E}"/>
              </a:ext>
            </a:extLst>
          </p:cNvPr>
          <p:cNvSpPr txBox="1"/>
          <p:nvPr/>
        </p:nvSpPr>
        <p:spPr>
          <a:xfrm>
            <a:off x="368300" y="6392131"/>
            <a:ext cx="10641076" cy="107722"/>
          </a:xfrm>
          <a:prstGeom prst="rect">
            <a:avLst/>
          </a:prstGeom>
          <a:noFill/>
          <a:ln>
            <a:noFill/>
          </a:ln>
        </p:spPr>
        <p:txBody>
          <a:bodyPr spcFirstLastPara="1" wrap="square" lIns="0" tIns="0" rIns="0" bIns="0" anchor="b" anchorCtr="0">
            <a:spAutoFit/>
          </a:bodyPr>
          <a:lstStyle/>
          <a:p>
            <a:pPr lvl="0">
              <a:buSzPts val="600"/>
            </a:pPr>
            <a:r>
              <a:rPr lang="en-US" sz="700" b="0" i="0" strike="noStrike" cap="none" noProof="0" dirty="0">
                <a:solidFill>
                  <a:srgbClr val="7F7F7F"/>
                </a:solidFill>
                <a:latin typeface="IBM Plex Sans"/>
                <a:ea typeface="Calibri"/>
                <a:cs typeface="Calibri"/>
                <a:sym typeface="Calibri"/>
              </a:rPr>
              <a:t>Source</a:t>
            </a:r>
            <a:r>
              <a:rPr lang="en-US" sz="700" b="0" i="0" strike="noStrike" cap="none" noProof="0" dirty="0">
                <a:solidFill>
                  <a:srgbClr val="7D7D7D"/>
                </a:solidFill>
                <a:latin typeface="IBM Plex Sans"/>
                <a:ea typeface="Calibri"/>
                <a:cs typeface="Calibri"/>
                <a:sym typeface="Calibri"/>
              </a:rPr>
              <a:t>s</a:t>
            </a:r>
            <a:r>
              <a:rPr lang="en-US" sz="700" b="1" i="0" strike="noStrike" cap="none" noProof="0" dirty="0">
                <a:solidFill>
                  <a:srgbClr val="7D7D7D"/>
                </a:solidFill>
                <a:latin typeface="IBM Plex Sans"/>
                <a:ea typeface="Calibri"/>
                <a:cs typeface="Calibri"/>
                <a:sym typeface="Calibri"/>
              </a:rPr>
              <a:t>: </a:t>
            </a:r>
            <a:r>
              <a:rPr lang="en-US" sz="700" b="0" i="0" strike="noStrike" cap="none" noProof="0" dirty="0">
                <a:solidFill>
                  <a:srgbClr val="7D7D7D"/>
                </a:solidFill>
                <a:latin typeface="IBM Plex Sans"/>
                <a:ea typeface="Calibri"/>
                <a:cs typeface="Calibri"/>
                <a:sym typeface="Calibri"/>
              </a:rPr>
              <a:t>(1) </a:t>
            </a:r>
            <a:r>
              <a:rPr lang="en-US" sz="700" b="0" i="0" strike="noStrike" cap="none" noProof="0" dirty="0">
                <a:solidFill>
                  <a:srgbClr val="7D7D7D"/>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WordStream</a:t>
            </a:r>
            <a:r>
              <a:rPr lang="en-US" sz="700" b="0" i="0" strike="noStrike" cap="none" noProof="0" dirty="0">
                <a:solidFill>
                  <a:srgbClr val="7D7D7D"/>
                </a:solidFill>
                <a:latin typeface="IBM Plex Sans"/>
                <a:ea typeface="Calibri"/>
                <a:cs typeface="Calibri"/>
                <a:sym typeface="Calibri"/>
              </a:rPr>
              <a:t>, (2) </a:t>
            </a:r>
            <a:r>
              <a:rPr lang="en-US" sz="700" b="0" i="0" strike="noStrike" cap="none" noProof="0" dirty="0">
                <a:solidFill>
                  <a:srgbClr val="7D7D7D"/>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360OM</a:t>
            </a:r>
            <a:r>
              <a:rPr lang="en-US" sz="700" b="0" i="0" strike="noStrike" cap="none" noProof="0" dirty="0">
                <a:solidFill>
                  <a:srgbClr val="7D7D7D"/>
                </a:solidFill>
                <a:latin typeface="IBM Plex Sans"/>
                <a:ea typeface="Calibri"/>
                <a:cs typeface="Calibri"/>
                <a:sym typeface="Calibri"/>
              </a:rPr>
              <a:t>, (3) </a:t>
            </a:r>
            <a:r>
              <a:rPr lang="en-US" sz="700" b="0" i="0" strike="noStrike" cap="none" noProof="0" dirty="0">
                <a:solidFill>
                  <a:srgbClr val="7D7D7D"/>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Seer Interactive</a:t>
            </a:r>
            <a:r>
              <a:rPr lang="en-US" sz="700" b="0" i="0" strike="noStrike" cap="none" noProof="0" dirty="0">
                <a:solidFill>
                  <a:srgbClr val="7D7D7D"/>
                </a:solidFill>
                <a:latin typeface="IBM Plex Sans"/>
                <a:ea typeface="Calibri"/>
                <a:cs typeface="Calibri"/>
                <a:sym typeface="Calibri"/>
              </a:rPr>
              <a:t>, (4) </a:t>
            </a:r>
            <a:r>
              <a:rPr lang="en-US" sz="700" b="0" i="0" strike="noStrike" cap="none" noProof="0" dirty="0">
                <a:solidFill>
                  <a:srgbClr val="7D7D7D"/>
                </a:solidFill>
                <a:latin typeface="IBM Plex Sans"/>
                <a:ea typeface="Calibri"/>
                <a:cs typeface="Calibri"/>
                <a:sym typeface="Calibri"/>
                <a:hlinkClick r:id="rId11">
                  <a:extLst>
                    <a:ext uri="{A12FA001-AC4F-418D-AE19-62706E023703}">
                      <ahyp:hlinkClr xmlns:ahyp="http://schemas.microsoft.com/office/drawing/2018/hyperlinkcolor" val="tx"/>
                    </a:ext>
                  </a:extLst>
                </a:hlinkClick>
              </a:rPr>
              <a:t>Advanced Web Ranking</a:t>
            </a:r>
            <a:r>
              <a:rPr lang="en-US" sz="700" b="0" i="0" strike="noStrike" cap="none" noProof="0" dirty="0">
                <a:solidFill>
                  <a:srgbClr val="7D7D7D"/>
                </a:solidFill>
                <a:latin typeface="IBM Plex Sans"/>
                <a:ea typeface="Calibri"/>
                <a:cs typeface="Calibri"/>
                <a:sym typeface="Calibri"/>
              </a:rPr>
              <a:t>, (5) </a:t>
            </a:r>
            <a:r>
              <a:rPr lang="en-US" sz="700" b="0" i="0" strike="noStrike" cap="none" noProof="0" dirty="0">
                <a:solidFill>
                  <a:srgbClr val="7D7D7D"/>
                </a:solidFill>
                <a:latin typeface="IBM Plex Sans"/>
                <a:ea typeface="Calibri"/>
                <a:cs typeface="Calibri"/>
                <a:sym typeface="Calibri"/>
                <a:hlinkClick r:id="rId12">
                  <a:extLst>
                    <a:ext uri="{A12FA001-AC4F-418D-AE19-62706E023703}">
                      <ahyp:hlinkClr xmlns:ahyp="http://schemas.microsoft.com/office/drawing/2018/hyperlinkcolor" val="tx"/>
                    </a:ext>
                  </a:extLst>
                </a:hlinkClick>
              </a:rPr>
              <a:t>Focus Digital</a:t>
            </a:r>
            <a:r>
              <a:rPr lang="en-US" sz="700" b="0" i="0" strike="noStrike" cap="none" noProof="0" dirty="0">
                <a:solidFill>
                  <a:srgbClr val="7D7D7D"/>
                </a:solidFill>
                <a:latin typeface="IBM Plex Sans"/>
                <a:ea typeface="Calibri"/>
                <a:cs typeface="Calibri"/>
                <a:sym typeface="Calibri"/>
              </a:rPr>
              <a:t>, (6) </a:t>
            </a:r>
            <a:r>
              <a:rPr lang="en-US" sz="700" b="0" i="0" strike="noStrike" cap="none" noProof="0" dirty="0">
                <a:solidFill>
                  <a:srgbClr val="7D7D7D"/>
                </a:solidFill>
                <a:latin typeface="IBM Plex Sans"/>
                <a:ea typeface="Calibri"/>
                <a:cs typeface="Calibri"/>
                <a:sym typeface="Calibri"/>
                <a:hlinkClick r:id="rId13">
                  <a:extLst>
                    <a:ext uri="{A12FA001-AC4F-418D-AE19-62706E023703}">
                      <ahyp:hlinkClr xmlns:ahyp="http://schemas.microsoft.com/office/drawing/2018/hyperlinkcolor" val="tx"/>
                    </a:ext>
                  </a:extLst>
                </a:hlinkClick>
              </a:rPr>
              <a:t>Dentsu</a:t>
            </a:r>
            <a:r>
              <a:rPr lang="en-US" sz="700" b="0" i="0" strike="noStrike" cap="none" noProof="0" dirty="0">
                <a:solidFill>
                  <a:srgbClr val="7D7D7D"/>
                </a:solidFill>
                <a:latin typeface="IBM Plex Sans"/>
                <a:ea typeface="Calibri"/>
                <a:cs typeface="Calibri"/>
                <a:sym typeface="Calibri"/>
              </a:rPr>
              <a:t>, (7) </a:t>
            </a:r>
            <a:r>
              <a:rPr lang="en-US" sz="700" b="0" i="0" strike="noStrike" cap="none" noProof="0" dirty="0">
                <a:solidFill>
                  <a:srgbClr val="7D7D7D"/>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Karooya</a:t>
            </a:r>
            <a:r>
              <a:rPr lang="en-US" sz="700" b="0" i="0" strike="noStrike" cap="none" noProof="0" dirty="0">
                <a:solidFill>
                  <a:srgbClr val="7D7D7D"/>
                </a:solidFill>
                <a:latin typeface="IBM Plex Sans"/>
                <a:ea typeface="Calibri"/>
                <a:cs typeface="Calibri"/>
                <a:sym typeface="Calibri"/>
              </a:rPr>
              <a:t>, (8) </a:t>
            </a:r>
            <a:r>
              <a:rPr lang="en-US" sz="700" b="0" i="0" strike="noStrike" cap="none" noProof="0" dirty="0">
                <a:solidFill>
                  <a:srgbClr val="7D7D7D"/>
                </a:solidFill>
                <a:latin typeface="IBM Plex Sans"/>
                <a:ea typeface="Calibri"/>
                <a:cs typeface="Calibri"/>
                <a:sym typeface="Calibri"/>
                <a:hlinkClick r:id="rId15">
                  <a:extLst>
                    <a:ext uri="{A12FA001-AC4F-418D-AE19-62706E023703}">
                      <ahyp:hlinkClr xmlns:ahyp="http://schemas.microsoft.com/office/drawing/2018/hyperlinkcolor" val="tx"/>
                    </a:ext>
                  </a:extLst>
                </a:hlinkClick>
              </a:rPr>
              <a:t>Mordon Inteligence</a:t>
            </a:r>
            <a:r>
              <a:rPr lang="en-US" sz="700" b="0" i="0" strike="noStrike" cap="none" noProof="0" dirty="0">
                <a:solidFill>
                  <a:srgbClr val="7D7D7D"/>
                </a:solidFill>
                <a:latin typeface="IBM Plex Sans"/>
                <a:ea typeface="Calibri"/>
                <a:cs typeface="Calibri"/>
                <a:sym typeface="Calibri"/>
              </a:rPr>
              <a:t>, (9) </a:t>
            </a:r>
            <a:r>
              <a:rPr lang="en-US" sz="700" b="0" i="0" strike="noStrike" cap="none" noProof="0" dirty="0">
                <a:solidFill>
                  <a:srgbClr val="7D7D7D"/>
                </a:solidFill>
                <a:latin typeface="IBM Plex Sans"/>
                <a:ea typeface="Calibri"/>
                <a:cs typeface="Calibri"/>
                <a:sym typeface="Calibri"/>
                <a:hlinkClick r:id="rId16">
                  <a:extLst>
                    <a:ext uri="{A12FA001-AC4F-418D-AE19-62706E023703}">
                      <ahyp:hlinkClr xmlns:ahyp="http://schemas.microsoft.com/office/drawing/2018/hyperlinkcolor" val="tx"/>
                    </a:ext>
                  </a:extLst>
                </a:hlinkClick>
              </a:rPr>
              <a:t>SEMrush</a:t>
            </a:r>
            <a:r>
              <a:rPr lang="en-US" sz="700" b="0" i="0" strike="noStrike" cap="none" noProof="0" dirty="0">
                <a:solidFill>
                  <a:srgbClr val="7D7D7D"/>
                </a:solidFill>
                <a:latin typeface="IBM Plex Sans"/>
                <a:ea typeface="Calibri"/>
                <a:cs typeface="Calibri"/>
                <a:sym typeface="Calibri"/>
              </a:rPr>
              <a:t>, (10) </a:t>
            </a:r>
            <a:r>
              <a:rPr lang="en-US" sz="700" b="0" i="0" strike="noStrike" cap="none" noProof="0" dirty="0">
                <a:solidFill>
                  <a:srgbClr val="7D7D7D"/>
                </a:solidFill>
                <a:latin typeface="IBM Plex Sans"/>
                <a:ea typeface="Calibri"/>
                <a:cs typeface="Calibri"/>
                <a:sym typeface="Calibri"/>
                <a:hlinkClick r:id="rId17">
                  <a:extLst>
                    <a:ext uri="{A12FA001-AC4F-418D-AE19-62706E023703}">
                      <ahyp:hlinkClr xmlns:ahyp="http://schemas.microsoft.com/office/drawing/2018/hyperlinkcolor" val="tx"/>
                    </a:ext>
                  </a:extLst>
                </a:hlinkClick>
              </a:rPr>
              <a:t>SQ Magazine</a:t>
            </a:r>
            <a:r>
              <a:rPr lang="en-US" sz="700" b="0" i="0" strike="noStrike" cap="none" noProof="0" dirty="0">
                <a:solidFill>
                  <a:srgbClr val="7D7D7D"/>
                </a:solidFill>
                <a:latin typeface="IBM Plex Sans"/>
                <a:ea typeface="Calibri"/>
                <a:cs typeface="Calibri"/>
                <a:sym typeface="Calibri"/>
              </a:rPr>
              <a:t>, (11) </a:t>
            </a:r>
            <a:r>
              <a:rPr lang="en-US" sz="700" b="0" i="0" strike="noStrike" cap="none" noProof="0" dirty="0">
                <a:solidFill>
                  <a:srgbClr val="7D7D7D"/>
                </a:solidFill>
                <a:latin typeface="IBM Plex Sans"/>
                <a:ea typeface="Calibri"/>
                <a:cs typeface="Calibri"/>
                <a:sym typeface="Calibri"/>
                <a:hlinkClick r:id="rId18">
                  <a:extLst>
                    <a:ext uri="{A12FA001-AC4F-418D-AE19-62706E023703}">
                      <ahyp:hlinkClr xmlns:ahyp="http://schemas.microsoft.com/office/drawing/2018/hyperlinkcolor" val="tx"/>
                    </a:ext>
                  </a:extLst>
                </a:hlinkClick>
              </a:rPr>
              <a:t>Google blog 2023</a:t>
            </a:r>
            <a:r>
              <a:rPr lang="en-US" sz="700" b="0" i="0" strike="noStrike" cap="none" noProof="0" dirty="0">
                <a:solidFill>
                  <a:srgbClr val="7D7D7D"/>
                </a:solidFill>
                <a:latin typeface="IBM Plex Sans"/>
                <a:ea typeface="Calibri"/>
                <a:cs typeface="Calibri"/>
                <a:sym typeface="Calibri"/>
              </a:rPr>
              <a:t>, (12) </a:t>
            </a:r>
            <a:r>
              <a:rPr lang="en-US" sz="700" b="0" i="0" strike="noStrike" cap="none" noProof="0" dirty="0">
                <a:solidFill>
                  <a:srgbClr val="7D7D7D"/>
                </a:solidFill>
                <a:latin typeface="IBM Plex Sans"/>
                <a:ea typeface="Calibri"/>
                <a:cs typeface="Calibri"/>
                <a:sym typeface="Calibri"/>
                <a:hlinkClick r:id="rId19">
                  <a:extLst>
                    <a:ext uri="{A12FA001-AC4F-418D-AE19-62706E023703}">
                      <ahyp:hlinkClr xmlns:ahyp="http://schemas.microsoft.com/office/drawing/2018/hyperlinkcolor" val="tx"/>
                    </a:ext>
                  </a:extLst>
                </a:hlinkClick>
              </a:rPr>
              <a:t>Google blog 2024</a:t>
            </a:r>
            <a:r>
              <a:rPr lang="en-US" sz="700" b="0" i="0" strike="noStrike" cap="none" noProof="0" dirty="0">
                <a:solidFill>
                  <a:srgbClr val="7D7D7D"/>
                </a:solidFill>
                <a:latin typeface="IBM Plex Sans"/>
                <a:ea typeface="Calibri"/>
                <a:cs typeface="Calibri"/>
                <a:sym typeface="Calibri"/>
              </a:rPr>
              <a:t>, (13) </a:t>
            </a:r>
            <a:r>
              <a:rPr lang="en-US" sz="700" dirty="0">
                <a:solidFill>
                  <a:srgbClr val="7D7D7D"/>
                </a:solidFill>
                <a:latin typeface="IBM Plex Sans"/>
                <a:ea typeface="Calibri"/>
                <a:cs typeface="Calibri"/>
                <a:sym typeface="Calibri"/>
                <a:hlinkClick r:id="rId20">
                  <a:extLst>
                    <a:ext uri="{A12FA001-AC4F-418D-AE19-62706E023703}">
                      <ahyp:hlinkClr xmlns:ahyp="http://schemas.microsoft.com/office/drawing/2018/hyperlinkcolor" val="tx"/>
                    </a:ext>
                  </a:extLst>
                </a:hlinkClick>
              </a:rPr>
              <a:t>Passionfruit</a:t>
            </a:r>
            <a:endParaRPr lang="en-US" sz="700" b="0" i="0" strike="noStrike" cap="none" noProof="0" dirty="0">
              <a:solidFill>
                <a:srgbClr val="7D7D7D"/>
              </a:solidFill>
              <a:latin typeface="IBM Plex Sans"/>
              <a:ea typeface="Calibri"/>
              <a:cs typeface="Calibri"/>
              <a:sym typeface="Calibri"/>
            </a:endParaRPr>
          </a:p>
        </p:txBody>
      </p:sp>
      <p:sp>
        <p:nvSpPr>
          <p:cNvPr id="35" name="Google Shape;658;g3b23322d595_2_189">
            <a:extLst>
              <a:ext uri="{FF2B5EF4-FFF2-40B4-BE49-F238E27FC236}">
                <a16:creationId xmlns:a16="http://schemas.microsoft.com/office/drawing/2014/main" id="{CAE4C33D-3048-1B13-5514-413D27F31D6B}"/>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pPr lvl="0"/>
            <a:r>
              <a:rPr lang="en-US" noProof="0" dirty="0"/>
              <a:t>CTR declines emerge in 2025, but impacts are uneven across regions and devices</a:t>
            </a:r>
          </a:p>
        </p:txBody>
      </p:sp>
      <p:sp>
        <p:nvSpPr>
          <p:cNvPr id="37" name="Google Shape;661;g3b23322d595_2_189">
            <a:extLst>
              <a:ext uri="{FF2B5EF4-FFF2-40B4-BE49-F238E27FC236}">
                <a16:creationId xmlns:a16="http://schemas.microsoft.com/office/drawing/2014/main" id="{0A3A1B1A-BA18-3C17-E3DA-FC8BD21B6C8A}"/>
              </a:ext>
            </a:extLst>
          </p:cNvPr>
          <p:cNvSpPr/>
          <p:nvPr/>
        </p:nvSpPr>
        <p:spPr>
          <a:xfrm rot="-5400000">
            <a:off x="-219486" y="2494640"/>
            <a:ext cx="1554480" cy="27432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dk1"/>
                </a:solidFill>
                <a:latin typeface="IBM Plex Sans"/>
                <a:ea typeface="IBM Plex Sans"/>
                <a:cs typeface="IBM Plex Sans"/>
                <a:sym typeface="IBM Plex Sans"/>
              </a:rPr>
              <a:t>United States</a:t>
            </a:r>
          </a:p>
        </p:txBody>
      </p:sp>
      <p:sp>
        <p:nvSpPr>
          <p:cNvPr id="39" name="Google Shape;662;g3b23322d595_2_189">
            <a:extLst>
              <a:ext uri="{FF2B5EF4-FFF2-40B4-BE49-F238E27FC236}">
                <a16:creationId xmlns:a16="http://schemas.microsoft.com/office/drawing/2014/main" id="{11BFD10B-CE9C-4CD5-FB01-6EC65B594240}"/>
              </a:ext>
            </a:extLst>
          </p:cNvPr>
          <p:cNvSpPr/>
          <p:nvPr/>
        </p:nvSpPr>
        <p:spPr>
          <a:xfrm rot="-5400000">
            <a:off x="-219486" y="4292595"/>
            <a:ext cx="1554480" cy="27432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err="1">
                <a:solidFill>
                  <a:schemeClr val="dk1"/>
                </a:solidFill>
                <a:latin typeface="IBM Plex Sans"/>
                <a:ea typeface="IBM Plex Sans"/>
                <a:cs typeface="IBM Plex Sans"/>
                <a:sym typeface="IBM Plex Sans"/>
              </a:rPr>
              <a:t>RoW</a:t>
            </a:r>
            <a:endParaRPr lang="en-US" sz="1400" b="1" i="0" u="none" strike="noStrike" cap="none" noProof="0">
              <a:solidFill>
                <a:schemeClr val="dk1"/>
              </a:solidFill>
              <a:latin typeface="IBM Plex Sans"/>
              <a:ea typeface="IBM Plex Sans"/>
              <a:cs typeface="IBM Plex Sans"/>
              <a:sym typeface="IBM Plex Sans"/>
            </a:endParaRPr>
          </a:p>
        </p:txBody>
      </p:sp>
      <p:pic>
        <p:nvPicPr>
          <p:cNvPr id="2" name="Google Shape;672;g3b23322d595_2_189" descr="Computer outline">
            <a:extLst>
              <a:ext uri="{FF2B5EF4-FFF2-40B4-BE49-F238E27FC236}">
                <a16:creationId xmlns:a16="http://schemas.microsoft.com/office/drawing/2014/main" id="{BC1334A6-F19D-7EE0-EF19-2AC224B3F014}"/>
              </a:ext>
            </a:extLst>
          </p:cNvPr>
          <p:cNvPicPr preferRelativeResize="0"/>
          <p:nvPr/>
        </p:nvPicPr>
        <p:blipFill rotWithShape="1">
          <a:blip r:embed="rId21">
            <a:alphaModFix/>
          </a:blip>
          <a:srcRect/>
          <a:stretch/>
        </p:blipFill>
        <p:spPr>
          <a:xfrm>
            <a:off x="1679091" y="2875460"/>
            <a:ext cx="461624" cy="461624"/>
          </a:xfrm>
          <a:prstGeom prst="rect">
            <a:avLst/>
          </a:prstGeom>
          <a:noFill/>
          <a:ln>
            <a:noFill/>
          </a:ln>
        </p:spPr>
      </p:pic>
      <p:pic>
        <p:nvPicPr>
          <p:cNvPr id="3" name="Google Shape;673;g3b23322d595_2_189" descr="Smart Phone outline">
            <a:extLst>
              <a:ext uri="{FF2B5EF4-FFF2-40B4-BE49-F238E27FC236}">
                <a16:creationId xmlns:a16="http://schemas.microsoft.com/office/drawing/2014/main" id="{C8CEAC16-E686-0F94-5B9F-D8955966DA84}"/>
              </a:ext>
            </a:extLst>
          </p:cNvPr>
          <p:cNvPicPr preferRelativeResize="0"/>
          <p:nvPr/>
        </p:nvPicPr>
        <p:blipFill rotWithShape="1">
          <a:blip r:embed="rId22">
            <a:alphaModFix/>
          </a:blip>
          <a:srcRect/>
          <a:stretch/>
        </p:blipFill>
        <p:spPr>
          <a:xfrm>
            <a:off x="5633118" y="2875460"/>
            <a:ext cx="461624" cy="461624"/>
          </a:xfrm>
          <a:prstGeom prst="rect">
            <a:avLst/>
          </a:prstGeom>
          <a:noFill/>
          <a:ln>
            <a:noFill/>
          </a:ln>
        </p:spPr>
      </p:pic>
      <p:pic>
        <p:nvPicPr>
          <p:cNvPr id="5" name="Google Shape;672;g3b23322d595_2_189" descr="Computer outline">
            <a:extLst>
              <a:ext uri="{FF2B5EF4-FFF2-40B4-BE49-F238E27FC236}">
                <a16:creationId xmlns:a16="http://schemas.microsoft.com/office/drawing/2014/main" id="{CAAE59AD-D486-9DBA-C4FA-7842A3B1373C}"/>
              </a:ext>
            </a:extLst>
          </p:cNvPr>
          <p:cNvPicPr preferRelativeResize="0"/>
          <p:nvPr/>
        </p:nvPicPr>
        <p:blipFill rotWithShape="1">
          <a:blip r:embed="rId21">
            <a:alphaModFix/>
          </a:blip>
          <a:srcRect/>
          <a:stretch/>
        </p:blipFill>
        <p:spPr>
          <a:xfrm>
            <a:off x="1679091" y="4802427"/>
            <a:ext cx="461624" cy="461624"/>
          </a:xfrm>
          <a:prstGeom prst="rect">
            <a:avLst/>
          </a:prstGeom>
          <a:noFill/>
          <a:ln>
            <a:noFill/>
          </a:ln>
        </p:spPr>
      </p:pic>
      <p:pic>
        <p:nvPicPr>
          <p:cNvPr id="6" name="Google Shape;673;g3b23322d595_2_189" descr="Smart Phone outline">
            <a:extLst>
              <a:ext uri="{FF2B5EF4-FFF2-40B4-BE49-F238E27FC236}">
                <a16:creationId xmlns:a16="http://schemas.microsoft.com/office/drawing/2014/main" id="{799CE802-62E7-6888-B3BA-74B5D3FC4D0C}"/>
              </a:ext>
            </a:extLst>
          </p:cNvPr>
          <p:cNvPicPr preferRelativeResize="0"/>
          <p:nvPr/>
        </p:nvPicPr>
        <p:blipFill rotWithShape="1">
          <a:blip r:embed="rId22">
            <a:alphaModFix/>
          </a:blip>
          <a:srcRect/>
          <a:stretch/>
        </p:blipFill>
        <p:spPr>
          <a:xfrm>
            <a:off x="5633118" y="4802427"/>
            <a:ext cx="461624" cy="461624"/>
          </a:xfrm>
          <a:prstGeom prst="rect">
            <a:avLst/>
          </a:prstGeom>
          <a:noFill/>
          <a:ln>
            <a:noFill/>
          </a:ln>
        </p:spPr>
      </p:pic>
      <p:sp>
        <p:nvSpPr>
          <p:cNvPr id="9" name="Rectangle 8">
            <a:extLst>
              <a:ext uri="{FF2B5EF4-FFF2-40B4-BE49-F238E27FC236}">
                <a16:creationId xmlns:a16="http://schemas.microsoft.com/office/drawing/2014/main" id="{902C8FFB-5ED1-6793-9066-A05E99EB1CF8}"/>
              </a:ext>
            </a:extLst>
          </p:cNvPr>
          <p:cNvSpPr/>
          <p:nvPr/>
        </p:nvSpPr>
        <p:spPr>
          <a:xfrm>
            <a:off x="9407951" y="0"/>
            <a:ext cx="2811663"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2 (AI Overviews)</a:t>
            </a:r>
            <a:endParaRPr lang="en-US" b="1" noProof="0">
              <a:solidFill>
                <a:schemeClr val="tx1"/>
              </a:solidFill>
            </a:endParaRPr>
          </a:p>
        </p:txBody>
      </p:sp>
    </p:spTree>
    <p:extLst>
      <p:ext uri="{BB962C8B-B14F-4D97-AF65-F5344CB8AC3E}">
        <p14:creationId xmlns:p14="http://schemas.microsoft.com/office/powerpoint/2010/main" val="406849148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709"/>
        <p:cNvGrpSpPr/>
        <p:nvPr/>
      </p:nvGrpSpPr>
      <p:grpSpPr>
        <a:xfrm>
          <a:off x="0" y="0"/>
          <a:ext cx="0" cy="0"/>
          <a:chOff x="0" y="0"/>
          <a:chExt cx="0" cy="0"/>
        </a:xfrm>
      </p:grpSpPr>
      <p:graphicFrame>
        <p:nvGraphicFramePr>
          <p:cNvPr id="710" name="Google Shape;710;p54"/>
          <p:cNvGraphicFramePr/>
          <p:nvPr/>
        </p:nvGraphicFramePr>
        <p:xfrm>
          <a:off x="861060" y="1804642"/>
          <a:ext cx="7997933" cy="177964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11" name="Google Shape;711;p54"/>
          <p:cNvGraphicFramePr/>
          <p:nvPr/>
        </p:nvGraphicFramePr>
        <p:xfrm>
          <a:off x="861060" y="3735329"/>
          <a:ext cx="7997933" cy="1779647"/>
        </p:xfrm>
        <a:graphic>
          <a:graphicData uri="http://schemas.openxmlformats.org/drawingml/2006/chart">
            <c:chart xmlns:c="http://schemas.openxmlformats.org/drawingml/2006/chart" xmlns:r="http://schemas.openxmlformats.org/officeDocument/2006/relationships" r:id="rId4"/>
          </a:graphicData>
        </a:graphic>
      </p:graphicFrame>
      <p:sp>
        <p:nvSpPr>
          <p:cNvPr id="712" name="Google Shape;712;p54"/>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15</a:t>
            </a:fld>
            <a:endParaRPr lang="en-US" noProof="0"/>
          </a:p>
        </p:txBody>
      </p:sp>
      <p:sp>
        <p:nvSpPr>
          <p:cNvPr id="713" name="Google Shape;713;p54"/>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pPr lvl="0"/>
            <a:r>
              <a:rPr lang="en-US" noProof="0"/>
              <a:t>CPC growth accelerated in 2025 as dynamics shifted, reflecting reduced ad space and Google’s efforts to maintain revenue</a:t>
            </a:r>
          </a:p>
        </p:txBody>
      </p:sp>
      <p:sp>
        <p:nvSpPr>
          <p:cNvPr id="715" name="Google Shape;715;p54"/>
          <p:cNvSpPr/>
          <p:nvPr/>
        </p:nvSpPr>
        <p:spPr>
          <a:xfrm rot="-5400000">
            <a:off x="-298745" y="2523849"/>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dk1"/>
                </a:solidFill>
                <a:latin typeface="IBM Plex Sans"/>
                <a:ea typeface="IBM Plex Sans"/>
                <a:cs typeface="IBM Plex Sans"/>
                <a:sym typeface="IBM Plex Sans"/>
              </a:rPr>
              <a:t>United States</a:t>
            </a:r>
          </a:p>
        </p:txBody>
      </p:sp>
      <p:sp>
        <p:nvSpPr>
          <p:cNvPr id="716" name="Google Shape;716;p54"/>
          <p:cNvSpPr/>
          <p:nvPr/>
        </p:nvSpPr>
        <p:spPr>
          <a:xfrm rot="-5400000">
            <a:off x="-298745" y="4454536"/>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err="1">
                <a:solidFill>
                  <a:schemeClr val="dk1"/>
                </a:solidFill>
                <a:latin typeface="IBM Plex Sans"/>
                <a:ea typeface="IBM Plex Sans"/>
                <a:cs typeface="IBM Plex Sans"/>
                <a:sym typeface="IBM Plex Sans"/>
              </a:rPr>
              <a:t>RoW</a:t>
            </a:r>
            <a:endParaRPr lang="en-US" sz="1400" b="1" i="0" u="none" strike="noStrike" cap="none" noProof="0">
              <a:solidFill>
                <a:schemeClr val="dk1"/>
              </a:solidFill>
              <a:latin typeface="IBM Plex Sans"/>
              <a:ea typeface="IBM Plex Sans"/>
              <a:cs typeface="IBM Plex Sans"/>
              <a:sym typeface="IBM Plex Sans"/>
            </a:endParaRPr>
          </a:p>
        </p:txBody>
      </p:sp>
      <p:sp>
        <p:nvSpPr>
          <p:cNvPr id="717" name="Google Shape;717;p54"/>
          <p:cNvSpPr/>
          <p:nvPr/>
        </p:nvSpPr>
        <p:spPr>
          <a:xfrm>
            <a:off x="420595" y="1421128"/>
            <a:ext cx="8438398"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400" b="1" i="0" u="none" strike="noStrike" cap="none" noProof="0">
                <a:solidFill>
                  <a:schemeClr val="lt1"/>
                </a:solidFill>
                <a:latin typeface="IBM Plex Sans"/>
                <a:ea typeface="IBM Plex Sans"/>
                <a:cs typeface="IBM Plex Sans"/>
                <a:sym typeface="IBM Plex Sans"/>
              </a:rPr>
              <a:t>Average Impact on Cost per Click 2025 vs 2024 (CPC)</a:t>
            </a:r>
            <a:r>
              <a:rPr lang="en-US" b="1" baseline="30000">
                <a:solidFill>
                  <a:schemeClr val="lt1"/>
                </a:solidFill>
                <a:latin typeface="IBM Plex Sans"/>
                <a:ea typeface="IBM Plex Sans"/>
                <a:cs typeface="IBM Plex Sans"/>
                <a:sym typeface="IBM Plex Sans"/>
              </a:rPr>
              <a:t>1–10</a:t>
            </a:r>
            <a:endParaRPr lang="en-US" noProof="0">
              <a:solidFill>
                <a:schemeClr val="lt1"/>
              </a:solidFill>
            </a:endParaRPr>
          </a:p>
        </p:txBody>
      </p:sp>
      <p:sp>
        <p:nvSpPr>
          <p:cNvPr id="732" name="Google Shape;732;p54"/>
          <p:cNvSpPr txBox="1"/>
          <p:nvPr/>
        </p:nvSpPr>
        <p:spPr>
          <a:xfrm>
            <a:off x="420595" y="5671889"/>
            <a:ext cx="11350811" cy="461624"/>
          </a:xfrm>
          <a:prstGeom prst="rect">
            <a:avLst/>
          </a:prstGeom>
          <a:solidFill>
            <a:srgbClr val="00B050">
              <a:alpha val="48627"/>
            </a:srgbClr>
          </a:solidFill>
          <a:ln>
            <a:noFill/>
          </a:ln>
        </p:spPr>
        <p:txBody>
          <a:bodyPr spcFirstLastPara="1" wrap="square" lIns="91425" tIns="45700" rIns="91425" bIns="45700" anchor="ctr" anchorCtr="0">
            <a:noAutofit/>
          </a:bodyPr>
          <a:lstStyle/>
          <a:p>
            <a:pPr lvl="0" algn="ctr"/>
            <a:r>
              <a:rPr lang="en-US" b="1" i="0" u="none" strike="noStrike" cap="none" noProof="0">
                <a:solidFill>
                  <a:srgbClr val="000000"/>
                </a:solidFill>
                <a:latin typeface="IBM Plex Sans"/>
                <a:ea typeface="Arial"/>
                <a:cs typeface="Arial"/>
                <a:sym typeface="Arial"/>
              </a:rPr>
              <a:t>Rising CPCs offset short-term CTR pressure, supporting </a:t>
            </a:r>
            <a:r>
              <a:rPr lang="en-US" b="1" noProof="0">
                <a:latin typeface="IBM Plex Sans"/>
              </a:rPr>
              <a:t>revenue resilience. </a:t>
            </a:r>
            <a:r>
              <a:rPr lang="en-US" b="1" i="0" u="none" strike="noStrike" cap="none" noProof="0">
                <a:solidFill>
                  <a:srgbClr val="000000"/>
                </a:solidFill>
                <a:latin typeface="IBM Plex Sans"/>
                <a:ea typeface="Arial"/>
                <a:cs typeface="Arial"/>
                <a:sym typeface="Arial"/>
              </a:rPr>
              <a:t>CPCs are expected to continue </a:t>
            </a:r>
            <a:r>
              <a:rPr lang="en-US" b="1" noProof="0">
                <a:latin typeface="IBM Plex Sans"/>
              </a:rPr>
              <a:t>growing </a:t>
            </a:r>
            <a:r>
              <a:rPr lang="en-US" b="1" i="0" u="none" strike="noStrike" cap="none" noProof="0">
                <a:solidFill>
                  <a:srgbClr val="000000"/>
                </a:solidFill>
                <a:latin typeface="IBM Plex Sans"/>
                <a:ea typeface="Arial"/>
                <a:cs typeface="Arial"/>
                <a:sym typeface="Arial"/>
              </a:rPr>
              <a:t>as </a:t>
            </a:r>
            <a:r>
              <a:rPr lang="en-US" b="1" noProof="0">
                <a:solidFill>
                  <a:schemeClr val="tx1"/>
                </a:solidFill>
                <a:latin typeface="IBM Plex Sans"/>
                <a:ea typeface="IBM Plex Sans"/>
                <a:cs typeface="IBM Plex Sans"/>
                <a:sym typeface="IBM Plex Sans" panose="020B0503050203000203" pitchFamily="34" charset="0"/>
              </a:rPr>
              <a:t>we estimate future revenue</a:t>
            </a:r>
            <a:endParaRPr lang="en-US" b="1" i="0" u="none" strike="noStrike" cap="none" noProof="0">
              <a:solidFill>
                <a:schemeClr val="tx1"/>
              </a:solidFill>
              <a:latin typeface="IBM Plex Sans"/>
              <a:ea typeface="IBM Plex Sans"/>
              <a:cs typeface="IBM Plex Sans"/>
            </a:endParaRPr>
          </a:p>
        </p:txBody>
      </p:sp>
      <p:sp>
        <p:nvSpPr>
          <p:cNvPr id="733" name="Google Shape;733;p54"/>
          <p:cNvSpPr txBox="1"/>
          <p:nvPr/>
        </p:nvSpPr>
        <p:spPr>
          <a:xfrm>
            <a:off x="8977871" y="1731681"/>
            <a:ext cx="2793534" cy="3729206"/>
          </a:xfrm>
          <a:prstGeom prst="rect">
            <a:avLst/>
          </a:prstGeom>
          <a:solidFill>
            <a:srgbClr val="F2F2F2"/>
          </a:solidFill>
          <a:ln>
            <a:noFill/>
          </a:ln>
        </p:spPr>
        <p:txBody>
          <a:bodyPr spcFirstLastPara="1" wrap="square" lIns="36000" tIns="0" rIns="91425" bIns="45700" anchor="t" anchorCtr="0">
            <a:spAutoFit/>
          </a:bodyPr>
          <a:lstStyle/>
          <a:p>
            <a:pPr marL="228600" indent="-171450">
              <a:spcBef>
                <a:spcPts val="600"/>
              </a:spcBef>
              <a:spcAft>
                <a:spcPts val="600"/>
              </a:spcAft>
              <a:buClr>
                <a:schemeClr val="dk1"/>
              </a:buClr>
              <a:buSzPts val="1200"/>
              <a:buFont typeface="Arial"/>
              <a:buChar char="•"/>
            </a:pPr>
            <a:r>
              <a:rPr lang="en-US" sz="1200" b="1" noProof="0" dirty="0">
                <a:latin typeface="IBM Plex Sans"/>
                <a:ea typeface="IBM Plex Sans"/>
                <a:cs typeface="IBM Plex Sans"/>
                <a:sym typeface="IBM Plex Sans"/>
              </a:rPr>
              <a:t>Reduced ad supply concentrates spend, </a:t>
            </a:r>
            <a:r>
              <a:rPr lang="en-US" sz="1200" noProof="0" dirty="0">
                <a:latin typeface="IBM Plex Sans"/>
                <a:ea typeface="IBM Plex Sans"/>
                <a:cs typeface="IBM Plex Sans"/>
                <a:sym typeface="IBM Plex Sans"/>
              </a:rPr>
              <a:t>increasing auction pressure even when click volumes soften</a:t>
            </a:r>
            <a:r>
              <a:rPr lang="en-US" sz="1200" baseline="30000" noProof="0" dirty="0">
                <a:latin typeface="IBM Plex Sans"/>
                <a:sym typeface="IBM Plex Sans"/>
              </a:rPr>
              <a:t>12</a:t>
            </a:r>
            <a:endParaRPr lang="en-US" sz="1200" b="1" noProof="0" dirty="0">
              <a:latin typeface="IBM Plex Sans"/>
              <a:ea typeface="IBM Plex Sans"/>
              <a:cs typeface="IBM Plex Sans"/>
              <a:sym typeface="IBM Plex Sans"/>
            </a:endParaRPr>
          </a:p>
          <a:p>
            <a:pPr marL="228600" lvl="0" indent="-171450">
              <a:spcAft>
                <a:spcPts val="600"/>
              </a:spcAft>
              <a:buClr>
                <a:schemeClr val="dk1"/>
              </a:buClr>
              <a:buSzPts val="1200"/>
              <a:buFont typeface="Arial"/>
              <a:buChar char="•"/>
            </a:pPr>
            <a:r>
              <a:rPr lang="en-US" sz="1200" b="1" noProof="0" dirty="0">
                <a:latin typeface="IBM Plex Sans"/>
                <a:ea typeface="IBM Plex Sans"/>
                <a:cs typeface="IBM Plex Sans"/>
                <a:sym typeface="IBM Plex Sans"/>
              </a:rPr>
              <a:t>Desktop growth is lower</a:t>
            </a:r>
            <a:r>
              <a:rPr lang="en-US" sz="1200" noProof="0" dirty="0">
                <a:latin typeface="IBM Plex Sans"/>
                <a:ea typeface="IBM Plex Sans"/>
                <a:cs typeface="IBM Plex Sans"/>
                <a:sym typeface="IBM Plex Sans"/>
              </a:rPr>
              <a:t>, driven by greater </a:t>
            </a:r>
            <a:r>
              <a:rPr lang="en-US" sz="1200" b="1" noProof="0" dirty="0">
                <a:latin typeface="IBM Plex Sans"/>
                <a:ea typeface="IBM Plex Sans"/>
                <a:cs typeface="IBM Plex Sans"/>
                <a:sym typeface="IBM Plex Sans"/>
              </a:rPr>
              <a:t>screen real estate </a:t>
            </a:r>
            <a:r>
              <a:rPr lang="en-US" sz="1200" noProof="0" dirty="0">
                <a:latin typeface="IBM Plex Sans"/>
                <a:ea typeface="IBM Plex Sans"/>
                <a:cs typeface="IBM Plex Sans"/>
                <a:sym typeface="IBM Plex Sans"/>
              </a:rPr>
              <a:t>and a shrinking user base relative to mobile</a:t>
            </a:r>
          </a:p>
          <a:p>
            <a:pPr marL="228600" lvl="0" indent="-171450">
              <a:spcAft>
                <a:spcPts val="600"/>
              </a:spcAft>
              <a:buClr>
                <a:schemeClr val="dk1"/>
              </a:buClr>
              <a:buSzPts val="1200"/>
              <a:buFont typeface="Arial"/>
              <a:buChar char="•"/>
            </a:pPr>
            <a:r>
              <a:rPr lang="en-US" sz="1200" b="1" noProof="0" dirty="0">
                <a:latin typeface="IBM Plex Sans"/>
                <a:ea typeface="IBM Plex Sans"/>
                <a:cs typeface="IBM Plex Sans"/>
                <a:sym typeface="IBM Plex Sans"/>
              </a:rPr>
              <a:t>Mobile CPC growth reflects structural scarcity</a:t>
            </a:r>
            <a:r>
              <a:rPr lang="en-US" sz="1200" noProof="0" dirty="0">
                <a:latin typeface="IBM Plex Sans"/>
                <a:ea typeface="IBM Plex Sans"/>
                <a:cs typeface="IBM Plex Sans"/>
                <a:sym typeface="IBM Plex Sans"/>
              </a:rPr>
              <a:t>, with fewer premium slots and higher advertiser density</a:t>
            </a:r>
            <a:r>
              <a:rPr lang="en-US" sz="1200" baseline="30000" noProof="0" dirty="0">
                <a:latin typeface="IBM Plex Sans"/>
                <a:sym typeface="IBM Plex Sans"/>
              </a:rPr>
              <a:t>13</a:t>
            </a:r>
          </a:p>
          <a:p>
            <a:pPr marL="228600" indent="-171450">
              <a:spcBef>
                <a:spcPts val="400"/>
              </a:spcBef>
              <a:buClr>
                <a:schemeClr val="dk1"/>
              </a:buClr>
              <a:buSzPts val="1200"/>
              <a:buFont typeface="Arial"/>
              <a:buChar char="•"/>
            </a:pPr>
            <a:r>
              <a:rPr lang="en-US" sz="1200" noProof="0" dirty="0">
                <a:latin typeface="IBM Plex Sans"/>
                <a:ea typeface="IBM Plex Sans"/>
                <a:cs typeface="IBM Plex Sans"/>
                <a:sym typeface="IBM Plex Sans"/>
              </a:rPr>
              <a:t>“The smaller ad space creates a bigger problem: since budgets usually stay fixed in the short to medium term, advertisers end up competing for fewer clicks with the same investment. </a:t>
            </a:r>
            <a:r>
              <a:rPr lang="en-US" sz="1200" b="1" noProof="0" dirty="0">
                <a:latin typeface="IBM Plex Sans"/>
                <a:ea typeface="IBM Plex Sans"/>
                <a:cs typeface="IBM Plex Sans"/>
                <a:sym typeface="IBM Plex Sans"/>
              </a:rPr>
              <a:t>This drives up cost-per-click (CPC).</a:t>
            </a:r>
            <a:r>
              <a:rPr lang="en-US" sz="1200" noProof="0" dirty="0">
                <a:latin typeface="IBM Plex Sans"/>
                <a:ea typeface="IBM Plex Sans"/>
                <a:cs typeface="IBM Plex Sans"/>
                <a:sym typeface="IBM Plex Sans"/>
              </a:rPr>
              <a:t>”</a:t>
            </a:r>
            <a:r>
              <a:rPr lang="en-US" sz="1200" baseline="30000" noProof="0" dirty="0">
                <a:latin typeface="IBM Plex Sans"/>
                <a:ea typeface="IBM Plex Sans"/>
                <a:cs typeface="IBM Plex Sans"/>
                <a:sym typeface="IBM Plex Sans"/>
              </a:rPr>
              <a:t>14</a:t>
            </a:r>
          </a:p>
        </p:txBody>
      </p:sp>
      <p:sp>
        <p:nvSpPr>
          <p:cNvPr id="734" name="Google Shape;734;p54"/>
          <p:cNvSpPr/>
          <p:nvPr/>
        </p:nvSpPr>
        <p:spPr>
          <a:xfrm>
            <a:off x="8965263" y="1421128"/>
            <a:ext cx="281874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Insights from research</a:t>
            </a:r>
            <a:endParaRPr lang="en-US" noProof="0"/>
          </a:p>
        </p:txBody>
      </p:sp>
      <p:sp>
        <p:nvSpPr>
          <p:cNvPr id="735" name="Google Shape;735;p54"/>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None/>
            </a:pPr>
            <a:r>
              <a:rPr lang="en-US" sz="700" b="0" i="0" u="none" strike="noStrike" cap="none" noProof="0" dirty="0">
                <a:solidFill>
                  <a:srgbClr val="7F7F7F"/>
                </a:solidFill>
                <a:latin typeface="IBM Plex Sans"/>
                <a:ea typeface="IBM Plex Sans"/>
                <a:cs typeface="IBM Plex Sans"/>
                <a:sym typeface="IBM Plex Sans"/>
              </a:rPr>
              <a:t>Sources: (1) </a:t>
            </a:r>
            <a:r>
              <a:rPr lang="en-US" sz="700" b="0" i="0" u="sng" strike="noStrike" cap="none" noProof="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Magna Global</a:t>
            </a:r>
            <a:r>
              <a:rPr lang="en-US" sz="700" b="0" i="0" u="none" strike="noStrike" cap="none" noProof="0" dirty="0">
                <a:solidFill>
                  <a:srgbClr val="7F7F7F"/>
                </a:solidFill>
                <a:latin typeface="IBM Plex Sans"/>
                <a:ea typeface="IBM Plex Sans"/>
                <a:cs typeface="IBM Plex Sans"/>
                <a:sym typeface="IBM Plex Sans"/>
              </a:rPr>
              <a:t>, (2) </a:t>
            </a:r>
            <a:r>
              <a:rPr lang="en-US" sz="700" b="0" i="0" u="sng" strike="noStrike" cap="none" noProof="0" dirty="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ISBA</a:t>
            </a:r>
            <a:r>
              <a:rPr lang="en-US" sz="700" b="0" i="0" u="none" strike="noStrike" cap="none" noProof="0" dirty="0">
                <a:solidFill>
                  <a:srgbClr val="7F7F7F"/>
                </a:solidFill>
                <a:latin typeface="IBM Plex Sans"/>
                <a:ea typeface="IBM Plex Sans"/>
                <a:cs typeface="IBM Plex Sans"/>
                <a:sym typeface="IBM Plex Sans"/>
              </a:rPr>
              <a:t>, (3) </a:t>
            </a:r>
            <a:r>
              <a:rPr lang="en-US" sz="700" b="0" i="0" u="sng" strike="noStrike" cap="none" noProof="0" dirty="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WPP Media</a:t>
            </a:r>
            <a:r>
              <a:rPr lang="en-US" sz="700" b="0" i="0" u="none" strike="noStrike" cap="none" noProof="0" dirty="0">
                <a:solidFill>
                  <a:srgbClr val="7F7F7F"/>
                </a:solidFill>
                <a:latin typeface="IBM Plex Sans"/>
                <a:ea typeface="IBM Plex Sans"/>
                <a:cs typeface="IBM Plex Sans"/>
                <a:sym typeface="IBM Plex Sans"/>
              </a:rPr>
              <a:t>, (4) </a:t>
            </a:r>
            <a:r>
              <a:rPr lang="en-US" sz="700" b="0" i="0" u="sng" strike="noStrike" cap="none" noProof="0" dirty="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Dentsu</a:t>
            </a:r>
            <a:r>
              <a:rPr lang="en-US" sz="700" b="0" i="0" u="none" strike="noStrike" cap="none" noProof="0" dirty="0">
                <a:solidFill>
                  <a:srgbClr val="7F7F7F"/>
                </a:solidFill>
                <a:latin typeface="IBM Plex Sans"/>
                <a:ea typeface="IBM Plex Sans"/>
                <a:cs typeface="IBM Plex Sans"/>
                <a:sym typeface="IBM Plex Sans"/>
              </a:rPr>
              <a:t>, (5) </a:t>
            </a:r>
            <a:r>
              <a:rPr lang="en-US" sz="700" b="0" i="0" u="sng" strike="noStrike" cap="none" noProof="0" dirty="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Karooya</a:t>
            </a:r>
            <a:r>
              <a:rPr lang="en-US" sz="700" b="0" i="0" u="none" strike="noStrike" cap="none" noProof="0" dirty="0">
                <a:solidFill>
                  <a:srgbClr val="7F7F7F"/>
                </a:solidFill>
                <a:latin typeface="IBM Plex Sans"/>
                <a:ea typeface="IBM Plex Sans"/>
                <a:cs typeface="IBM Plex Sans"/>
                <a:sym typeface="IBM Plex Sans"/>
              </a:rPr>
              <a:t>, (6) </a:t>
            </a:r>
            <a:r>
              <a:rPr lang="en-US" sz="700" b="0" i="0" u="sng" strike="noStrike" cap="none" noProof="0" dirty="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Dentsu</a:t>
            </a:r>
            <a:r>
              <a:rPr lang="en-US" sz="700" b="0" i="0" u="none" strike="noStrike" cap="none" noProof="0" dirty="0">
                <a:solidFill>
                  <a:srgbClr val="7F7F7F"/>
                </a:solidFill>
                <a:latin typeface="IBM Plex Sans"/>
                <a:ea typeface="IBM Plex Sans"/>
                <a:cs typeface="IBM Plex Sans"/>
                <a:sym typeface="IBM Plex Sans"/>
              </a:rPr>
              <a:t>, (7) </a:t>
            </a:r>
            <a:r>
              <a:rPr lang="en-US" sz="700" b="0" i="0" u="sng" strike="noStrike" cap="none" noProof="0" dirty="0">
                <a:solidFill>
                  <a:srgbClr val="7F7F7F"/>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Skai</a:t>
            </a:r>
            <a:r>
              <a:rPr lang="en-US" sz="700" b="0" i="0" u="none" strike="noStrike" cap="none" noProof="0" dirty="0">
                <a:solidFill>
                  <a:srgbClr val="7F7F7F"/>
                </a:solidFill>
                <a:latin typeface="IBM Plex Sans"/>
                <a:ea typeface="IBM Plex Sans"/>
                <a:cs typeface="IBM Plex Sans"/>
                <a:sym typeface="IBM Plex Sans"/>
              </a:rPr>
              <a:t>, (8) </a:t>
            </a:r>
            <a:r>
              <a:rPr lang="en-US" sz="700" b="0" i="0" u="sng" strike="noStrike" cap="none" noProof="0" dirty="0">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SQ Magazine</a:t>
            </a:r>
            <a:r>
              <a:rPr lang="en-US" sz="700" b="0" i="0" u="none" strike="noStrike" cap="none" noProof="0" dirty="0">
                <a:solidFill>
                  <a:srgbClr val="7F7F7F"/>
                </a:solidFill>
                <a:latin typeface="IBM Plex Sans"/>
                <a:ea typeface="IBM Plex Sans"/>
                <a:cs typeface="IBM Plex Sans"/>
                <a:sym typeface="IBM Plex Sans"/>
              </a:rPr>
              <a:t>, (9) </a:t>
            </a:r>
            <a:r>
              <a:rPr lang="en-US" sz="700" b="0" i="0" u="sng" strike="noStrike" cap="none" noProof="0" dirty="0">
                <a:solidFill>
                  <a:srgbClr val="7F7F7F"/>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Karooya</a:t>
            </a:r>
            <a:r>
              <a:rPr lang="en-US" sz="700" b="0" i="0" u="none" strike="noStrike" cap="none" noProof="0" dirty="0">
                <a:solidFill>
                  <a:srgbClr val="7F7F7F"/>
                </a:solidFill>
                <a:latin typeface="IBM Plex Sans"/>
                <a:ea typeface="IBM Plex Sans"/>
                <a:cs typeface="IBM Plex Sans"/>
                <a:sym typeface="IBM Plex Sans"/>
              </a:rPr>
              <a:t>, (10) </a:t>
            </a:r>
            <a:r>
              <a:rPr lang="en-US" sz="700" b="0" i="0" u="sng" strike="noStrike" cap="none" noProof="0" dirty="0">
                <a:solidFill>
                  <a:srgbClr val="7F7F7F"/>
                </a:solidFill>
                <a:latin typeface="IBM Plex Sans"/>
                <a:ea typeface="IBM Plex Sans"/>
                <a:cs typeface="IBM Plex Sans"/>
                <a:sym typeface="IBM Plex Sans"/>
                <a:hlinkClick r:id="rId14">
                  <a:extLst>
                    <a:ext uri="{A12FA001-AC4F-418D-AE19-62706E023703}">
                      <ahyp:hlinkClr xmlns:ahyp="http://schemas.microsoft.com/office/drawing/2018/hyperlinkcolor" val="tx"/>
                    </a:ext>
                  </a:extLst>
                </a:hlinkClick>
              </a:rPr>
              <a:t>Dentsu</a:t>
            </a:r>
            <a:r>
              <a:rPr lang="en-US" sz="700" b="0" i="0" u="none" strike="noStrike" cap="none" noProof="0" dirty="0">
                <a:solidFill>
                  <a:srgbClr val="7F7F7F"/>
                </a:solidFill>
                <a:latin typeface="IBM Plex Sans"/>
                <a:ea typeface="IBM Plex Sans"/>
                <a:cs typeface="IBM Plex Sans"/>
                <a:sym typeface="IBM Plex Sans"/>
              </a:rPr>
              <a:t>, (11) </a:t>
            </a:r>
            <a:r>
              <a:rPr lang="en-US" sz="700" b="0" i="0" u="none" strike="noStrike" cap="none" noProof="0" dirty="0" err="1">
                <a:solidFill>
                  <a:srgbClr val="7F7F7F"/>
                </a:solidFill>
                <a:latin typeface="IBM Plex Sans"/>
                <a:ea typeface="IBM Plex Sans"/>
                <a:cs typeface="IBM Plex Sans"/>
                <a:sym typeface="IBM Plex Sans"/>
              </a:rPr>
              <a:t>Wordstream</a:t>
            </a:r>
            <a:r>
              <a:rPr lang="en-US" sz="700" b="0" i="0" u="none" strike="noStrike" cap="none" noProof="0" dirty="0">
                <a:solidFill>
                  <a:srgbClr val="7F7F7F"/>
                </a:solidFill>
                <a:latin typeface="IBM Plex Sans"/>
                <a:ea typeface="IBM Plex Sans"/>
                <a:cs typeface="IBM Plex Sans"/>
                <a:sym typeface="IBM Plex Sans"/>
              </a:rPr>
              <a:t> data from: </a:t>
            </a:r>
            <a:r>
              <a:rPr lang="en-US" sz="700" b="0" i="0" u="sng" strike="noStrike" cap="none" noProof="0" dirty="0">
                <a:solidFill>
                  <a:srgbClr val="7F7F7F"/>
                </a:solidFill>
                <a:latin typeface="IBM Plex Sans"/>
                <a:ea typeface="IBM Plex Sans"/>
                <a:cs typeface="IBM Plex Sans"/>
                <a:sym typeface="IBM Plex Sans"/>
                <a:hlinkClick r:id="rId15">
                  <a:extLst>
                    <a:ext uri="{A12FA001-AC4F-418D-AE19-62706E023703}">
                      <ahyp:hlinkClr xmlns:ahyp="http://schemas.microsoft.com/office/drawing/2018/hyperlinkcolor" val="tx"/>
                    </a:ext>
                  </a:extLst>
                </a:hlinkClick>
              </a:rPr>
              <a:t>2025</a:t>
            </a:r>
            <a:r>
              <a:rPr lang="en-US" sz="700" b="0" i="0" u="none" strike="noStrike" cap="none" noProof="0" dirty="0">
                <a:solidFill>
                  <a:srgbClr val="7F7F7F"/>
                </a:solidFill>
                <a:latin typeface="IBM Plex Sans"/>
                <a:ea typeface="IBM Plex Sans"/>
                <a:cs typeface="IBM Plex Sans"/>
                <a:sym typeface="IBM Plex Sans"/>
              </a:rPr>
              <a:t>, </a:t>
            </a:r>
            <a:r>
              <a:rPr lang="en-US" sz="700" b="0" i="0" u="sng" strike="noStrike" cap="none" noProof="0" dirty="0">
                <a:solidFill>
                  <a:srgbClr val="7F7F7F"/>
                </a:solidFill>
                <a:latin typeface="IBM Plex Sans"/>
                <a:ea typeface="IBM Plex Sans"/>
                <a:cs typeface="IBM Plex Sans"/>
                <a:sym typeface="IBM Plex Sans"/>
                <a:hlinkClick r:id="rId16">
                  <a:extLst>
                    <a:ext uri="{A12FA001-AC4F-418D-AE19-62706E023703}">
                      <ahyp:hlinkClr xmlns:ahyp="http://schemas.microsoft.com/office/drawing/2018/hyperlinkcolor" val="tx"/>
                    </a:ext>
                  </a:extLst>
                </a:hlinkClick>
              </a:rPr>
              <a:t>2024</a:t>
            </a:r>
            <a:r>
              <a:rPr lang="en-US" sz="700" b="0" i="0" u="none" strike="noStrike" cap="none" noProof="0" dirty="0">
                <a:solidFill>
                  <a:srgbClr val="7F7F7F"/>
                </a:solidFill>
                <a:latin typeface="IBM Plex Sans"/>
                <a:ea typeface="IBM Plex Sans"/>
                <a:cs typeface="IBM Plex Sans"/>
                <a:sym typeface="IBM Plex Sans"/>
              </a:rPr>
              <a:t>, </a:t>
            </a:r>
            <a:r>
              <a:rPr lang="en-US" sz="700" b="0" i="0" u="sng" strike="noStrike" cap="none" noProof="0" dirty="0">
                <a:solidFill>
                  <a:srgbClr val="7F7F7F"/>
                </a:solidFill>
                <a:latin typeface="IBM Plex Sans"/>
                <a:ea typeface="IBM Plex Sans"/>
                <a:cs typeface="IBM Plex Sans"/>
                <a:sym typeface="IBM Plex Sans"/>
                <a:hlinkClick r:id="rId17">
                  <a:extLst>
                    <a:ext uri="{A12FA001-AC4F-418D-AE19-62706E023703}">
                      <ahyp:hlinkClr xmlns:ahyp="http://schemas.microsoft.com/office/drawing/2018/hyperlinkcolor" val="tx"/>
                    </a:ext>
                  </a:extLst>
                </a:hlinkClick>
              </a:rPr>
              <a:t>2021</a:t>
            </a:r>
            <a:r>
              <a:rPr lang="en-US" sz="700" b="0" i="0" u="none" strike="noStrike" cap="none" noProof="0" dirty="0">
                <a:solidFill>
                  <a:srgbClr val="7F7F7F"/>
                </a:solidFill>
                <a:latin typeface="IBM Plex Sans"/>
                <a:ea typeface="IBM Plex Sans"/>
                <a:cs typeface="IBM Plex Sans"/>
                <a:sym typeface="IBM Plex Sans"/>
              </a:rPr>
              <a:t>, </a:t>
            </a:r>
            <a:r>
              <a:rPr lang="en-US" sz="700" b="0" i="0" u="sng" strike="noStrike" cap="none" noProof="0" dirty="0">
                <a:solidFill>
                  <a:srgbClr val="7F7F7F"/>
                </a:solidFill>
                <a:latin typeface="IBM Plex Sans"/>
                <a:ea typeface="IBM Plex Sans"/>
                <a:cs typeface="IBM Plex Sans"/>
                <a:sym typeface="IBM Plex Sans"/>
                <a:hlinkClick r:id="rId18">
                  <a:extLst>
                    <a:ext uri="{A12FA001-AC4F-418D-AE19-62706E023703}">
                      <ahyp:hlinkClr xmlns:ahyp="http://schemas.microsoft.com/office/drawing/2018/hyperlinkcolor" val="tx"/>
                    </a:ext>
                  </a:extLst>
                </a:hlinkClick>
              </a:rPr>
              <a:t>2018</a:t>
            </a:r>
            <a:r>
              <a:rPr lang="en-US" sz="700" b="0" i="0" u="none" strike="noStrike" cap="none" noProof="0" dirty="0">
                <a:solidFill>
                  <a:srgbClr val="7F7F7F"/>
                </a:solidFill>
                <a:latin typeface="IBM Plex Sans"/>
                <a:ea typeface="IBM Plex Sans"/>
                <a:cs typeface="IBM Plex Sans"/>
                <a:sym typeface="IBM Plex Sans"/>
              </a:rPr>
              <a:t>, </a:t>
            </a:r>
            <a:r>
              <a:rPr lang="en-US" sz="700" b="0" i="0" u="sng" strike="noStrike" cap="none" noProof="0" dirty="0">
                <a:solidFill>
                  <a:srgbClr val="7F7F7F"/>
                </a:solidFill>
                <a:latin typeface="IBM Plex Sans"/>
                <a:ea typeface="IBM Plex Sans"/>
                <a:cs typeface="IBM Plex Sans"/>
                <a:sym typeface="IBM Plex Sans"/>
                <a:hlinkClick r:id="rId19">
                  <a:extLst>
                    <a:ext uri="{A12FA001-AC4F-418D-AE19-62706E023703}">
                      <ahyp:hlinkClr xmlns:ahyp="http://schemas.microsoft.com/office/drawing/2018/hyperlinkcolor" val="tx"/>
                    </a:ext>
                  </a:extLst>
                </a:hlinkClick>
              </a:rPr>
              <a:t>2016</a:t>
            </a:r>
            <a:r>
              <a:rPr lang="en-US" sz="700" b="0" i="0" u="none" strike="noStrike" cap="none" noProof="0" dirty="0">
                <a:solidFill>
                  <a:srgbClr val="7F7F7F"/>
                </a:solidFill>
                <a:latin typeface="IBM Plex Sans"/>
                <a:ea typeface="IBM Plex Sans"/>
                <a:cs typeface="IBM Plex Sans"/>
                <a:sym typeface="IBM Plex Sans"/>
              </a:rPr>
              <a:t>, (12) </a:t>
            </a:r>
            <a:r>
              <a:rPr lang="en-US" sz="700" b="0" i="0" u="sng" strike="noStrike" cap="none" noProof="0" dirty="0">
                <a:solidFill>
                  <a:srgbClr val="7F7F7F"/>
                </a:solidFill>
                <a:latin typeface="IBM Plex Sans"/>
                <a:ea typeface="IBM Plex Sans"/>
                <a:cs typeface="IBM Plex Sans"/>
                <a:sym typeface="IBM Plex Sans"/>
                <a:hlinkClick r:id="rId20">
                  <a:extLst>
                    <a:ext uri="{A12FA001-AC4F-418D-AE19-62706E023703}">
                      <ahyp:hlinkClr xmlns:ahyp="http://schemas.microsoft.com/office/drawing/2018/hyperlinkcolor" val="tx"/>
                    </a:ext>
                  </a:extLst>
                </a:hlinkClick>
              </a:rPr>
              <a:t>OrangeSEO.net</a:t>
            </a:r>
            <a:r>
              <a:rPr lang="en-US" sz="700" b="0" i="0" u="none" strike="noStrike" cap="none" noProof="0" dirty="0">
                <a:solidFill>
                  <a:srgbClr val="7F7F7F"/>
                </a:solidFill>
                <a:latin typeface="IBM Plex Sans"/>
                <a:ea typeface="IBM Plex Sans"/>
                <a:cs typeface="IBM Plex Sans"/>
                <a:sym typeface="IBM Plex Sans"/>
              </a:rPr>
              <a:t>, (13) </a:t>
            </a:r>
            <a:r>
              <a:rPr lang="en-US" sz="700" b="0" i="0" u="sng" strike="noStrike" cap="none" noProof="0" dirty="0">
                <a:solidFill>
                  <a:srgbClr val="7F7F7F"/>
                </a:solidFill>
                <a:latin typeface="IBM Plex Sans"/>
                <a:ea typeface="IBM Plex Sans"/>
                <a:cs typeface="IBM Plex Sans"/>
                <a:sym typeface="IBM Plex Sans"/>
                <a:hlinkClick r:id="rId21">
                  <a:extLst>
                    <a:ext uri="{A12FA001-AC4F-418D-AE19-62706E023703}">
                      <ahyp:hlinkClr xmlns:ahyp="http://schemas.microsoft.com/office/drawing/2018/hyperlinkcolor" val="tx"/>
                    </a:ext>
                  </a:extLst>
                </a:hlinkClick>
              </a:rPr>
              <a:t>AdExpert</a:t>
            </a:r>
            <a:r>
              <a:rPr lang="en-US" sz="700" b="0" i="0" u="sng" strike="noStrike" cap="none" noProof="0" dirty="0">
                <a:solidFill>
                  <a:srgbClr val="7F7F7F"/>
                </a:solidFill>
                <a:latin typeface="IBM Plex Sans"/>
                <a:ea typeface="IBM Plex Sans"/>
                <a:cs typeface="IBM Plex Sans"/>
                <a:sym typeface="IBM Plex Sans"/>
              </a:rPr>
              <a:t>, (14) </a:t>
            </a:r>
            <a:r>
              <a:rPr lang="en-US" sz="700" b="0" i="0" u="sng" strike="noStrike" cap="none" noProof="0" dirty="0">
                <a:solidFill>
                  <a:srgbClr val="7F7F7F"/>
                </a:solidFill>
                <a:latin typeface="IBM Plex Sans"/>
                <a:ea typeface="IBM Plex Sans"/>
                <a:cs typeface="IBM Plex Sans"/>
                <a:sym typeface="IBM Plex Sans"/>
                <a:hlinkClick r:id="rId22">
                  <a:extLst>
                    <a:ext uri="{A12FA001-AC4F-418D-AE19-62706E023703}">
                      <ahyp:hlinkClr xmlns:ahyp="http://schemas.microsoft.com/office/drawing/2018/hyperlinkcolor" val="tx"/>
                    </a:ext>
                  </a:extLst>
                </a:hlinkClick>
              </a:rPr>
              <a:t>Hamak</a:t>
            </a:r>
            <a:r>
              <a:rPr lang="en-US" sz="700" b="0" i="0" u="sng" strike="noStrike" cap="none" noProof="0" dirty="0">
                <a:solidFill>
                  <a:srgbClr val="7F7F7F"/>
                </a:solidFill>
                <a:latin typeface="IBM Plex Sans"/>
                <a:ea typeface="IBM Plex Sans"/>
                <a:cs typeface="IBM Plex Sans"/>
                <a:sym typeface="IBM Plex Sans"/>
              </a:rPr>
              <a:t> </a:t>
            </a:r>
            <a:r>
              <a:rPr lang="en-US" sz="700" b="0" i="0" u="none" strike="noStrike" cap="none" noProof="0" dirty="0">
                <a:solidFill>
                  <a:srgbClr val="7F7F7F"/>
                </a:solidFill>
                <a:latin typeface="IBM Plex Sans"/>
                <a:ea typeface="IBM Plex Sans"/>
                <a:cs typeface="IBM Plex Sans"/>
                <a:sym typeface="IBM Plex Sans"/>
              </a:rPr>
              <a:t>     </a:t>
            </a:r>
            <a:endParaRPr lang="en-US" noProof="0" dirty="0">
              <a:solidFill>
                <a:srgbClr val="7F7F7F"/>
              </a:solidFill>
              <a:latin typeface="IBM Plex Sans"/>
            </a:endParaRPr>
          </a:p>
        </p:txBody>
      </p:sp>
      <p:cxnSp>
        <p:nvCxnSpPr>
          <p:cNvPr id="736" name="Google Shape;736;p54"/>
          <p:cNvCxnSpPr/>
          <p:nvPr/>
        </p:nvCxnSpPr>
        <p:spPr>
          <a:xfrm>
            <a:off x="420594" y="3659742"/>
            <a:ext cx="8590054" cy="0"/>
          </a:xfrm>
          <a:prstGeom prst="straightConnector1">
            <a:avLst/>
          </a:prstGeom>
          <a:noFill/>
          <a:ln w="9525" cap="flat" cmpd="sng">
            <a:solidFill>
              <a:srgbClr val="BFBFBF"/>
            </a:solidFill>
            <a:prstDash val="solid"/>
            <a:round/>
            <a:headEnd type="none" w="sm" len="sm"/>
            <a:tailEnd type="none" w="sm" len="sm"/>
          </a:ln>
        </p:spPr>
      </p:cxnSp>
      <p:pic>
        <p:nvPicPr>
          <p:cNvPr id="3" name="Google Shape;672;g3b23322d595_2_189" descr="Computer outline">
            <a:extLst>
              <a:ext uri="{FF2B5EF4-FFF2-40B4-BE49-F238E27FC236}">
                <a16:creationId xmlns:a16="http://schemas.microsoft.com/office/drawing/2014/main" id="{2B85BBC3-113B-311C-21FA-341337DEE72E}"/>
              </a:ext>
            </a:extLst>
          </p:cNvPr>
          <p:cNvPicPr preferRelativeResize="0"/>
          <p:nvPr/>
        </p:nvPicPr>
        <p:blipFill rotWithShape="1">
          <a:blip r:embed="rId23">
            <a:alphaModFix/>
          </a:blip>
          <a:srcRect/>
          <a:stretch/>
        </p:blipFill>
        <p:spPr>
          <a:xfrm>
            <a:off x="2141526" y="3260987"/>
            <a:ext cx="380622" cy="380622"/>
          </a:xfrm>
          <a:prstGeom prst="rect">
            <a:avLst/>
          </a:prstGeom>
          <a:noFill/>
          <a:ln>
            <a:noFill/>
          </a:ln>
        </p:spPr>
      </p:pic>
      <p:pic>
        <p:nvPicPr>
          <p:cNvPr id="4" name="Google Shape;673;g3b23322d595_2_189" descr="Smart Phone outline">
            <a:extLst>
              <a:ext uri="{FF2B5EF4-FFF2-40B4-BE49-F238E27FC236}">
                <a16:creationId xmlns:a16="http://schemas.microsoft.com/office/drawing/2014/main" id="{8403908F-6642-B616-5B93-5F07911CA986}"/>
              </a:ext>
            </a:extLst>
          </p:cNvPr>
          <p:cNvPicPr preferRelativeResize="0"/>
          <p:nvPr/>
        </p:nvPicPr>
        <p:blipFill rotWithShape="1">
          <a:blip r:embed="rId24">
            <a:alphaModFix/>
          </a:blip>
          <a:srcRect/>
          <a:stretch/>
        </p:blipFill>
        <p:spPr>
          <a:xfrm>
            <a:off x="6244143" y="3272417"/>
            <a:ext cx="380622" cy="380622"/>
          </a:xfrm>
          <a:prstGeom prst="rect">
            <a:avLst/>
          </a:prstGeom>
          <a:noFill/>
          <a:ln>
            <a:noFill/>
          </a:ln>
        </p:spPr>
      </p:pic>
      <p:pic>
        <p:nvPicPr>
          <p:cNvPr id="5" name="Google Shape;672;g3b23322d595_2_189" descr="Computer outline">
            <a:extLst>
              <a:ext uri="{FF2B5EF4-FFF2-40B4-BE49-F238E27FC236}">
                <a16:creationId xmlns:a16="http://schemas.microsoft.com/office/drawing/2014/main" id="{76540FE1-0D81-D0B3-703D-E497C6B964CE}"/>
              </a:ext>
            </a:extLst>
          </p:cNvPr>
          <p:cNvPicPr preferRelativeResize="0"/>
          <p:nvPr/>
        </p:nvPicPr>
        <p:blipFill rotWithShape="1">
          <a:blip r:embed="rId23">
            <a:alphaModFix/>
          </a:blip>
          <a:srcRect/>
          <a:stretch/>
        </p:blipFill>
        <p:spPr>
          <a:xfrm>
            <a:off x="2141526" y="5233674"/>
            <a:ext cx="380622" cy="380622"/>
          </a:xfrm>
          <a:prstGeom prst="rect">
            <a:avLst/>
          </a:prstGeom>
          <a:noFill/>
          <a:ln>
            <a:noFill/>
          </a:ln>
        </p:spPr>
      </p:pic>
      <p:pic>
        <p:nvPicPr>
          <p:cNvPr id="6" name="Google Shape;673;g3b23322d595_2_189" descr="Smart Phone outline">
            <a:extLst>
              <a:ext uri="{FF2B5EF4-FFF2-40B4-BE49-F238E27FC236}">
                <a16:creationId xmlns:a16="http://schemas.microsoft.com/office/drawing/2014/main" id="{221D3A69-8110-79EF-40E7-1AF6C68F8FA2}"/>
              </a:ext>
            </a:extLst>
          </p:cNvPr>
          <p:cNvPicPr preferRelativeResize="0"/>
          <p:nvPr/>
        </p:nvPicPr>
        <p:blipFill rotWithShape="1">
          <a:blip r:embed="rId24">
            <a:alphaModFix/>
          </a:blip>
          <a:srcRect/>
          <a:stretch/>
        </p:blipFill>
        <p:spPr>
          <a:xfrm>
            <a:off x="6244143" y="5245104"/>
            <a:ext cx="380622" cy="380622"/>
          </a:xfrm>
          <a:prstGeom prst="rect">
            <a:avLst/>
          </a:prstGeom>
          <a:noFill/>
          <a:ln>
            <a:noFill/>
          </a:ln>
        </p:spPr>
      </p:pic>
      <p:sp>
        <p:nvSpPr>
          <p:cNvPr id="14" name="Rectangle 13">
            <a:extLst>
              <a:ext uri="{FF2B5EF4-FFF2-40B4-BE49-F238E27FC236}">
                <a16:creationId xmlns:a16="http://schemas.microsoft.com/office/drawing/2014/main" id="{359FE69D-1111-A47C-347A-0AAF2BBECD03}"/>
              </a:ext>
            </a:extLst>
          </p:cNvPr>
          <p:cNvSpPr/>
          <p:nvPr/>
        </p:nvSpPr>
        <p:spPr>
          <a:xfrm>
            <a:off x="9323294" y="0"/>
            <a:ext cx="2896320"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3 (Revenue)</a:t>
            </a:r>
            <a:endParaRPr lang="en-US" b="1" noProof="0">
              <a:solidFill>
                <a:schemeClr val="tx1"/>
              </a:solidFill>
            </a:endParaRPr>
          </a:p>
        </p:txBody>
      </p:sp>
    </p:spTree>
    <p:extLst>
      <p:ext uri="{BB962C8B-B14F-4D97-AF65-F5344CB8AC3E}">
        <p14:creationId xmlns:p14="http://schemas.microsoft.com/office/powerpoint/2010/main" val="322766199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745"/>
        <p:cNvGrpSpPr/>
        <p:nvPr/>
      </p:nvGrpSpPr>
      <p:grpSpPr>
        <a:xfrm>
          <a:off x="0" y="0"/>
          <a:ext cx="0" cy="0"/>
          <a:chOff x="0" y="0"/>
          <a:chExt cx="0" cy="0"/>
        </a:xfrm>
      </p:grpSpPr>
      <p:sp>
        <p:nvSpPr>
          <p:cNvPr id="746" name="Google Shape;746;p55"/>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16</a:t>
            </a:fld>
            <a:endParaRPr lang="en-US" noProof="0"/>
          </a:p>
        </p:txBody>
      </p:sp>
      <p:sp>
        <p:nvSpPr>
          <p:cNvPr id="747" name="Google Shape;747;p55"/>
          <p:cNvSpPr txBox="1">
            <a:spLocks noGrp="1"/>
          </p:cNvSpPr>
          <p:nvPr>
            <p:ph type="title"/>
          </p:nvPr>
        </p:nvSpPr>
        <p:spPr>
          <a:xfrm>
            <a:off x="420688" y="504825"/>
            <a:ext cx="11350625"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AI overviews disrupt informational search, while revenue-generating search is resilient</a:t>
            </a:r>
          </a:p>
        </p:txBody>
      </p:sp>
      <p:graphicFrame>
        <p:nvGraphicFramePr>
          <p:cNvPr id="749" name="Google Shape;749;p55"/>
          <p:cNvGraphicFramePr/>
          <p:nvPr/>
        </p:nvGraphicFramePr>
        <p:xfrm>
          <a:off x="420688" y="1427683"/>
          <a:ext cx="11350600" cy="4203994"/>
        </p:xfrm>
        <a:graphic>
          <a:graphicData uri="http://schemas.openxmlformats.org/drawingml/2006/table">
            <a:tbl>
              <a:tblPr>
                <a:noFill/>
                <a:tableStyleId>{16461213-F4DB-495F-93F5-F8E8B3FAFA39}</a:tableStyleId>
              </a:tblPr>
              <a:tblGrid>
                <a:gridCol w="933550">
                  <a:extLst>
                    <a:ext uri="{9D8B030D-6E8A-4147-A177-3AD203B41FA5}">
                      <a16:colId xmlns:a16="http://schemas.microsoft.com/office/drawing/2014/main" val="20000"/>
                    </a:ext>
                  </a:extLst>
                </a:gridCol>
                <a:gridCol w="983850">
                  <a:extLst>
                    <a:ext uri="{9D8B030D-6E8A-4147-A177-3AD203B41FA5}">
                      <a16:colId xmlns:a16="http://schemas.microsoft.com/office/drawing/2014/main" val="20001"/>
                    </a:ext>
                  </a:extLst>
                </a:gridCol>
                <a:gridCol w="1099600">
                  <a:extLst>
                    <a:ext uri="{9D8B030D-6E8A-4147-A177-3AD203B41FA5}">
                      <a16:colId xmlns:a16="http://schemas.microsoft.com/office/drawing/2014/main" val="20002"/>
                    </a:ext>
                  </a:extLst>
                </a:gridCol>
                <a:gridCol w="648175">
                  <a:extLst>
                    <a:ext uri="{9D8B030D-6E8A-4147-A177-3AD203B41FA5}">
                      <a16:colId xmlns:a16="http://schemas.microsoft.com/office/drawing/2014/main" val="20003"/>
                    </a:ext>
                  </a:extLst>
                </a:gridCol>
                <a:gridCol w="671325">
                  <a:extLst>
                    <a:ext uri="{9D8B030D-6E8A-4147-A177-3AD203B41FA5}">
                      <a16:colId xmlns:a16="http://schemas.microsoft.com/office/drawing/2014/main" val="20004"/>
                    </a:ext>
                  </a:extLst>
                </a:gridCol>
                <a:gridCol w="2326500">
                  <a:extLst>
                    <a:ext uri="{9D8B030D-6E8A-4147-A177-3AD203B41FA5}">
                      <a16:colId xmlns:a16="http://schemas.microsoft.com/office/drawing/2014/main" val="20005"/>
                    </a:ext>
                  </a:extLst>
                </a:gridCol>
                <a:gridCol w="3333500">
                  <a:extLst>
                    <a:ext uri="{9D8B030D-6E8A-4147-A177-3AD203B41FA5}">
                      <a16:colId xmlns:a16="http://schemas.microsoft.com/office/drawing/2014/main" val="20006"/>
                    </a:ext>
                  </a:extLst>
                </a:gridCol>
                <a:gridCol w="1354100">
                  <a:extLst>
                    <a:ext uri="{9D8B030D-6E8A-4147-A177-3AD203B41FA5}">
                      <a16:colId xmlns:a16="http://schemas.microsoft.com/office/drawing/2014/main" val="20007"/>
                    </a:ext>
                  </a:extLst>
                </a:gridCol>
              </a:tblGrid>
              <a:tr h="673519">
                <a:tc>
                  <a:txBody>
                    <a:bodyPr/>
                    <a:lstStyle/>
                    <a:p>
                      <a:pPr marL="0" marR="0" lvl="0" indent="0" algn="l" rtl="0">
                        <a:lnSpc>
                          <a:spcPct val="100000"/>
                        </a:lnSpc>
                        <a:spcBef>
                          <a:spcPts val="0"/>
                        </a:spcBef>
                        <a:spcAft>
                          <a:spcPts val="0"/>
                        </a:spcAft>
                        <a:buClr>
                          <a:srgbClr val="1F4E79"/>
                        </a:buClr>
                        <a:buSzPts val="1200"/>
                        <a:buFont typeface="Calibri"/>
                        <a:buNone/>
                      </a:pPr>
                      <a:r>
                        <a:rPr lang="en-US" sz="1000" b="1" u="none" strike="noStrike" cap="none" noProof="0">
                          <a:solidFill>
                            <a:schemeClr val="lt1"/>
                          </a:solidFill>
                          <a:latin typeface="IBM Plex Sans"/>
                          <a:ea typeface="IBM Plex Sans"/>
                          <a:cs typeface="IBM Plex Sans"/>
                          <a:sym typeface="IBM Plex Sans"/>
                        </a:rPr>
                        <a:t>Revenue / </a:t>
                      </a:r>
                      <a:br>
                        <a:rPr lang="en-US" sz="1000" b="1" u="none" strike="noStrike" cap="none" noProof="0">
                          <a:solidFill>
                            <a:schemeClr val="lt1"/>
                          </a:solidFill>
                          <a:latin typeface="IBM Plex Sans"/>
                          <a:ea typeface="IBM Plex Sans"/>
                          <a:cs typeface="IBM Plex Sans"/>
                          <a:sym typeface="IBM Plex Sans"/>
                        </a:rPr>
                      </a:br>
                      <a:r>
                        <a:rPr lang="en-US" sz="1000" b="1" u="none" strike="noStrike" cap="none" noProof="0">
                          <a:solidFill>
                            <a:schemeClr val="lt1"/>
                          </a:solidFill>
                          <a:latin typeface="IBM Plex Sans"/>
                          <a:ea typeface="IBM Plex Sans"/>
                          <a:cs typeface="IBM Plex Sans"/>
                          <a:sym typeface="IBM Plex Sans"/>
                        </a:rPr>
                        <a:t>Non-Revenue Generating</a:t>
                      </a:r>
                    </a:p>
                  </a:txBody>
                  <a:tcPr marL="45725" marR="45725" marT="91450" marB="914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u="none" strike="noStrike" cap="none" noProof="0">
                          <a:solidFill>
                            <a:schemeClr val="lt1"/>
                          </a:solidFill>
                          <a:latin typeface="IBM Plex Sans"/>
                          <a:ea typeface="IBM Plex Sans"/>
                          <a:cs typeface="IBM Plex Sans"/>
                          <a:sym typeface="IBM Plex Sans"/>
                        </a:rPr>
                        <a:t>Search Type</a:t>
                      </a:r>
                      <a:r>
                        <a:rPr lang="en-US" sz="1000" b="1" u="none" strike="noStrike" cap="none" baseline="30000" noProof="0">
                          <a:solidFill>
                            <a:schemeClr val="lt1"/>
                          </a:solidFill>
                          <a:latin typeface="IBM Plex Sans"/>
                          <a:ea typeface="IBM Plex Sans"/>
                          <a:cs typeface="IBM Plex Sans"/>
                          <a:sym typeface="IBM Plex Sans"/>
                        </a:rPr>
                        <a:t>1</a:t>
                      </a:r>
                    </a:p>
                  </a:txBody>
                  <a:tcPr marL="45725" marR="45725" marT="91450" marB="914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u="none" strike="noStrike" cap="none" noProof="0">
                          <a:solidFill>
                            <a:schemeClr val="lt1"/>
                          </a:solidFill>
                          <a:latin typeface="IBM Plex Sans"/>
                          <a:ea typeface="IBM Plex Sans"/>
                          <a:cs typeface="IBM Plex Sans"/>
                          <a:sym typeface="IBM Plex Sans"/>
                        </a:rPr>
                        <a:t>Use cases</a:t>
                      </a:r>
                    </a:p>
                  </a:txBody>
                  <a:tcPr marL="45725" marR="45725" marT="91450" marB="914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u="none" strike="noStrike" cap="none" noProof="0">
                          <a:solidFill>
                            <a:schemeClr val="lt1"/>
                          </a:solidFill>
                          <a:latin typeface="IBM Plex Sans"/>
                          <a:ea typeface="IBM Plex Sans"/>
                          <a:cs typeface="IBM Plex Sans"/>
                          <a:sym typeface="IBM Plex Sans"/>
                        </a:rPr>
                        <a:t>% of trad. Search</a:t>
                      </a:r>
                      <a:endParaRPr lang="en-US" sz="1000" b="1" u="none" strike="noStrike" cap="none" baseline="30000" noProof="0">
                        <a:solidFill>
                          <a:schemeClr val="lt1"/>
                        </a:solidFill>
                        <a:latin typeface="IBM Plex Sans"/>
                        <a:ea typeface="IBM Plex Sans"/>
                        <a:cs typeface="IBM Plex Sans"/>
                        <a:sym typeface="IBM Plex Sans"/>
                      </a:endParaRPr>
                    </a:p>
                  </a:txBody>
                  <a:tcPr marL="45725" marR="45725" marT="91450" marB="914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u="none" strike="noStrike" cap="none" noProof="0">
                          <a:solidFill>
                            <a:schemeClr val="lt1"/>
                          </a:solidFill>
                          <a:latin typeface="IBM Plex Sans"/>
                          <a:ea typeface="IBM Plex Sans"/>
                          <a:cs typeface="IBM Plex Sans"/>
                          <a:sym typeface="IBM Plex Sans"/>
                        </a:rPr>
                        <a:t>% of search revenue</a:t>
                      </a:r>
                    </a:p>
                  </a:txBody>
                  <a:tcPr marL="45725" marR="45725" marT="91450" marB="914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1F4E79"/>
                        </a:buClr>
                        <a:buSzPts val="1200"/>
                        <a:buFont typeface="Calibri"/>
                        <a:buNone/>
                      </a:pPr>
                      <a:r>
                        <a:rPr lang="en-US" sz="1000" b="1" u="none" strike="noStrike" cap="none" noProof="0">
                          <a:solidFill>
                            <a:schemeClr val="lt1"/>
                          </a:solidFill>
                          <a:latin typeface="IBM Plex Sans"/>
                          <a:ea typeface="IBM Plex Sans"/>
                          <a:cs typeface="IBM Plex Sans"/>
                          <a:sym typeface="IBM Plex Sans"/>
                        </a:rPr>
                        <a:t>Impact on search volume</a:t>
                      </a:r>
                    </a:p>
                  </a:txBody>
                  <a:tcPr marL="45725" marR="45725" marT="91450" marB="914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u="none" strike="noStrike" cap="none" noProof="0">
                          <a:solidFill>
                            <a:schemeClr val="lt1"/>
                          </a:solidFill>
                          <a:latin typeface="IBM Plex Sans"/>
                          <a:ea typeface="IBM Plex Sans"/>
                          <a:cs typeface="IBM Plex Sans"/>
                          <a:sym typeface="IBM Plex Sans"/>
                        </a:rPr>
                        <a:t>Impact on search revenue</a:t>
                      </a:r>
                    </a:p>
                  </a:txBody>
                  <a:tcPr marL="45725" marR="45725" marT="91450" marB="914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000" b="1" u="none" strike="noStrike" cap="none" noProof="0">
                          <a:solidFill>
                            <a:schemeClr val="lt1"/>
                          </a:solidFill>
                          <a:latin typeface="IBM Plex Sans"/>
                          <a:ea typeface="IBM Plex Sans"/>
                          <a:cs typeface="IBM Plex Sans"/>
                          <a:sym typeface="IBM Plex Sans"/>
                        </a:rPr>
                        <a:t>What changed?</a:t>
                      </a:r>
                    </a:p>
                    <a:p>
                      <a:pPr marL="0" marR="0" lvl="0" indent="0" algn="ctr" rtl="0">
                        <a:lnSpc>
                          <a:spcPct val="100000"/>
                        </a:lnSpc>
                        <a:spcBef>
                          <a:spcPts val="0"/>
                        </a:spcBef>
                        <a:spcAft>
                          <a:spcPts val="0"/>
                        </a:spcAft>
                        <a:buClr>
                          <a:srgbClr val="000000"/>
                        </a:buClr>
                        <a:buSzPts val="1100"/>
                        <a:buFont typeface="Arial"/>
                        <a:buNone/>
                      </a:pPr>
                      <a:r>
                        <a:rPr lang="en-US" sz="1000" b="1" u="none" strike="noStrike" cap="none" noProof="0">
                          <a:solidFill>
                            <a:schemeClr val="lt1"/>
                          </a:solidFill>
                          <a:latin typeface="IBM Plex Sans"/>
                          <a:ea typeface="IBM Plex Sans"/>
                          <a:cs typeface="IBM Plex Sans"/>
                          <a:sym typeface="IBM Plex Sans"/>
                        </a:rPr>
                        <a:t> (2024 vs. 2025)</a:t>
                      </a:r>
                      <a:endParaRPr lang="en-US" sz="1000" u="none" strike="noStrike" cap="none" noProof="0">
                        <a:solidFill>
                          <a:schemeClr val="lt1"/>
                        </a:solidFill>
                        <a:latin typeface="IBM Plex Sans"/>
                        <a:ea typeface="IBM Plex Sans"/>
                        <a:cs typeface="IBM Plex Sans"/>
                        <a:sym typeface="IBM Plex Sans"/>
                      </a:endParaRPr>
                    </a:p>
                  </a:txBody>
                  <a:tcPr marL="45725" marR="45725" marT="91450" marB="914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1280971">
                <a:tc>
                  <a:txBody>
                    <a:bodyPr/>
                    <a:lstStyle/>
                    <a:p>
                      <a:pPr marL="0" marR="0" lvl="0" indent="0" algn="l" rtl="0">
                        <a:lnSpc>
                          <a:spcPct val="100000"/>
                        </a:lnSpc>
                        <a:spcBef>
                          <a:spcPts val="0"/>
                        </a:spcBef>
                        <a:spcAft>
                          <a:spcPts val="0"/>
                        </a:spcAft>
                        <a:buClr>
                          <a:schemeClr val="lt1"/>
                        </a:buClr>
                        <a:buSzPts val="1200"/>
                        <a:buFont typeface="Calibri"/>
                        <a:buNone/>
                      </a:pPr>
                      <a:r>
                        <a:rPr lang="en-US" sz="1000" b="1" u="none" strike="noStrike" cap="none" noProof="0">
                          <a:solidFill>
                            <a:schemeClr val="dk1"/>
                          </a:solidFill>
                          <a:latin typeface="IBM Plex Sans"/>
                          <a:ea typeface="IBM Plex Sans"/>
                          <a:cs typeface="IBM Plex Sans"/>
                          <a:sym typeface="IBM Plex Sans"/>
                        </a:rPr>
                        <a:t>Non-Revenue Generating</a:t>
                      </a:r>
                    </a:p>
                  </a:txBody>
                  <a:tcPr marL="45725" marR="45725" marT="91450" marB="914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tx2"/>
                      </a:solidFill>
                      <a:prstDash val="solid"/>
                      <a:round/>
                      <a:headEnd type="none" w="med" len="med"/>
                      <a:tailEnd type="none" w="med" len="med"/>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u="none" strike="noStrike" cap="none" noProof="0">
                          <a:solidFill>
                            <a:schemeClr val="dk1"/>
                          </a:solidFill>
                          <a:latin typeface="IBM Plex Sans"/>
                          <a:ea typeface="IBM Plex Sans"/>
                          <a:cs typeface="IBM Plex Sans"/>
                          <a:sym typeface="IBM Plex Sans"/>
                        </a:rPr>
                        <a:t>Informational</a:t>
                      </a:r>
                    </a:p>
                  </a:txBody>
                  <a:tcPr marL="45725" marR="45725" marT="91450" marB="91450">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lgn="ctr">
                      <a:solidFill>
                        <a:schemeClr val="tx2"/>
                      </a:solidFill>
                      <a:prstDash val="solid"/>
                      <a:round/>
                      <a:headEnd type="none" w="med" len="med"/>
                      <a:tailEnd type="none" w="med" len="med"/>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u="none" strike="noStrike" cap="none" noProof="0">
                          <a:solidFill>
                            <a:schemeClr val="dk1"/>
                          </a:solidFill>
                          <a:latin typeface="IBM Plex Sans"/>
                          <a:ea typeface="IBM Plex Sans"/>
                          <a:cs typeface="IBM Plex Sans"/>
                          <a:sym typeface="IBM Plex Sans"/>
                        </a:rPr>
                        <a:t>Information retrieval, research and educational content</a:t>
                      </a:r>
                      <a:r>
                        <a:rPr lang="en-US" sz="1000" u="none" strike="noStrike" cap="none" baseline="30000" noProof="0">
                          <a:solidFill>
                            <a:schemeClr val="dk1"/>
                          </a:solidFill>
                          <a:latin typeface="IBM Plex Sans"/>
                          <a:ea typeface="IBM Plex Sans"/>
                          <a:cs typeface="IBM Plex Sans"/>
                          <a:sym typeface="IBM Plex Sans"/>
                        </a:rPr>
                        <a:t>6,7</a:t>
                      </a:r>
                      <a:endParaRPr lang="en-US" sz="1000" u="none" strike="noStrike" cap="none" noProof="0">
                        <a:solidFill>
                          <a:schemeClr val="dk1"/>
                        </a:solidFill>
                        <a:latin typeface="IBM Plex Sans"/>
                        <a:ea typeface="IBM Plex Sans"/>
                        <a:cs typeface="IBM Plex Sans"/>
                        <a:sym typeface="IBM Plex Sans"/>
                      </a:endParaRPr>
                    </a:p>
                  </a:txBody>
                  <a:tcPr marL="45725" marR="45725" marT="91450" marB="91450">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lgn="ctr">
                      <a:solidFill>
                        <a:schemeClr val="tx2"/>
                      </a:solidFill>
                      <a:prstDash val="solid"/>
                      <a:round/>
                      <a:headEnd type="none" w="med" len="med"/>
                      <a:tailEnd type="none" w="med" len="med"/>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u="none" strike="noStrike" cap="none" noProof="0">
                          <a:solidFill>
                            <a:schemeClr val="dk1"/>
                          </a:solidFill>
                          <a:latin typeface="IBM Plex Sans"/>
                          <a:ea typeface="IBM Plex Sans"/>
                          <a:cs typeface="IBM Plex Sans"/>
                          <a:sym typeface="IBM Plex Sans"/>
                        </a:rPr>
                        <a:t>53%</a:t>
                      </a:r>
                      <a:r>
                        <a:rPr lang="en-US" sz="1000" b="1" u="none" strike="noStrike" cap="none" baseline="30000" noProof="0">
                          <a:solidFill>
                            <a:schemeClr val="dk1"/>
                          </a:solidFill>
                          <a:latin typeface="IBM Plex Sans"/>
                          <a:ea typeface="IBM Plex Sans"/>
                          <a:cs typeface="IBM Plex Sans"/>
                          <a:sym typeface="IBM Plex Sans"/>
                        </a:rPr>
                        <a:t>2,10,12</a:t>
                      </a:r>
                    </a:p>
                  </a:txBody>
                  <a:tcPr marL="45725" marR="0" marT="91450" marB="91450">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lgn="ctr">
                      <a:solidFill>
                        <a:schemeClr val="tx2"/>
                      </a:solidFill>
                      <a:prstDash val="solid"/>
                      <a:round/>
                      <a:headEnd type="none" w="med" len="med"/>
                      <a:tailEnd type="none" w="med" len="med"/>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u="none" strike="noStrike" cap="none" noProof="0">
                          <a:solidFill>
                            <a:schemeClr val="dk1"/>
                          </a:solidFill>
                          <a:latin typeface="IBM Plex Sans"/>
                          <a:ea typeface="IBM Plex Sans"/>
                          <a:cs typeface="IBM Plex Sans"/>
                          <a:sym typeface="IBM Plex Sans"/>
                        </a:rPr>
                        <a:t>&lt;5%</a:t>
                      </a:r>
                      <a:endParaRPr lang="en-US" sz="1000" b="0" u="none" strike="noStrike" cap="none" baseline="30000" noProof="0">
                        <a:solidFill>
                          <a:schemeClr val="dk1"/>
                        </a:solidFill>
                        <a:latin typeface="IBM Plex Sans"/>
                        <a:ea typeface="IBM Plex Sans"/>
                        <a:cs typeface="IBM Plex Sans"/>
                        <a:sym typeface="IBM Plex Sans"/>
                      </a:endParaRPr>
                    </a:p>
                  </a:txBody>
                  <a:tcPr marL="45725" marR="45725" marT="91450" marB="91450">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lgn="ctr">
                      <a:solidFill>
                        <a:schemeClr val="tx2"/>
                      </a:solidFill>
                      <a:prstDash val="solid"/>
                      <a:round/>
                      <a:headEnd type="none" w="med" len="med"/>
                      <a:tailEnd type="none" w="med" len="med"/>
                    </a:lnB>
                  </a:tcPr>
                </a:tc>
                <a:tc>
                  <a:txBody>
                    <a:bodyPr/>
                    <a:lstStyle/>
                    <a:p>
                      <a:pPr marL="0" marR="0" lvl="0" indent="0" algn="l" rtl="0">
                        <a:lnSpc>
                          <a:spcPct val="100000"/>
                        </a:lnSpc>
                        <a:spcBef>
                          <a:spcPts val="0"/>
                        </a:spcBef>
                        <a:spcAft>
                          <a:spcPts val="0"/>
                        </a:spcAft>
                        <a:buClr>
                          <a:schemeClr val="dk1"/>
                        </a:buClr>
                        <a:buSzPts val="1200"/>
                        <a:buFont typeface="Calibri"/>
                        <a:buNone/>
                      </a:pPr>
                      <a:r>
                        <a:rPr lang="en-US" sz="1000" b="1" i="0" u="none" strike="noStrike" cap="none" noProof="0">
                          <a:solidFill>
                            <a:schemeClr val="dk1"/>
                          </a:solidFill>
                          <a:latin typeface="IBM Plex Sans"/>
                          <a:ea typeface="IBM Plex Sans"/>
                          <a:cs typeface="IBM Plex Sans"/>
                          <a:sym typeface="IBM Plex Sans"/>
                        </a:rPr>
                        <a:t>High impact </a:t>
                      </a:r>
                      <a:r>
                        <a:rPr lang="en-US" sz="1000" b="0" i="0" u="none" strike="noStrike" cap="none" noProof="0">
                          <a:solidFill>
                            <a:schemeClr val="dk1"/>
                          </a:solidFill>
                          <a:latin typeface="IBM Plex Sans"/>
                          <a:ea typeface="IBM Plex Sans"/>
                          <a:cs typeface="IBM Plex Sans"/>
                          <a:sym typeface="IBM Plex Sans"/>
                        </a:rPr>
                        <a:t>- AI Overviews increasingly answer queries on-SERP</a:t>
                      </a:r>
                    </a:p>
                  </a:txBody>
                  <a:tcPr marL="45725" marR="45725" marT="91450" marB="91450">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lgn="ctr">
                      <a:solidFill>
                        <a:schemeClr val="tx2"/>
                      </a:solidFill>
                      <a:prstDash val="solid"/>
                      <a:round/>
                      <a:headEnd type="none" w="med" len="med"/>
                      <a:tailEnd type="none" w="med" len="med"/>
                    </a:lnB>
                    <a:solidFill>
                      <a:srgbClr val="F2F2F2"/>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u="none" strike="noStrike" cap="none" noProof="0">
                          <a:solidFill>
                            <a:schemeClr val="dk1"/>
                          </a:solidFill>
                          <a:latin typeface="IBM Plex Sans"/>
                          <a:ea typeface="IBM Plex Sans"/>
                          <a:cs typeface="IBM Plex Sans"/>
                          <a:sym typeface="IBM Plex Sans"/>
                        </a:rPr>
                        <a:t>Low impact </a:t>
                      </a:r>
                      <a:r>
                        <a:rPr lang="en-US" sz="1000" u="none" strike="noStrike" cap="none" noProof="0">
                          <a:solidFill>
                            <a:schemeClr val="dk1"/>
                          </a:solidFill>
                          <a:latin typeface="IBM Plex Sans"/>
                          <a:ea typeface="IBM Plex Sans"/>
                          <a:cs typeface="IBM Plex Sans"/>
                          <a:sym typeface="IBM Plex Sans"/>
                        </a:rPr>
                        <a:t>- Informational queries generate minimal ad revenue</a:t>
                      </a:r>
                    </a:p>
                  </a:txBody>
                  <a:tcPr marL="45725" marR="45725" marT="91450" marB="91450">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lgn="ctr">
                      <a:solidFill>
                        <a:schemeClr val="tx2"/>
                      </a:solidFill>
                      <a:prstDash val="solid"/>
                      <a:round/>
                      <a:headEnd type="none" w="med" len="med"/>
                      <a:tailEnd type="none" w="med" len="med"/>
                    </a:lnB>
                    <a:solidFill>
                      <a:srgbClr val="F2F2F2"/>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u="none" strike="noStrike" cap="none" noProof="0">
                          <a:solidFill>
                            <a:schemeClr val="dk1"/>
                          </a:solidFill>
                          <a:latin typeface="IBM Plex Sans"/>
                          <a:ea typeface="IBM Plex Sans"/>
                          <a:cs typeface="IBM Plex Sans"/>
                          <a:sym typeface="IBM Plex Sans"/>
                        </a:rPr>
                        <a:t>Largest traffic and CTR declines as AI absorbed non-revenue queries</a:t>
                      </a:r>
                      <a:endParaRPr lang="en-US" sz="1000" b="0" u="none" strike="noStrike" cap="none" noProof="0">
                        <a:solidFill>
                          <a:schemeClr val="dk1"/>
                        </a:solidFill>
                        <a:latin typeface="IBM Plex Sans"/>
                        <a:ea typeface="IBM Plex Sans"/>
                        <a:cs typeface="IBM Plex Sans"/>
                        <a:sym typeface="IBM Plex Sans"/>
                      </a:endParaRPr>
                    </a:p>
                  </a:txBody>
                  <a:tcPr marL="45725" marR="45725" marT="91450" marB="91450">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lgn="ctr">
                      <a:solidFill>
                        <a:schemeClr val="tx2"/>
                      </a:solidFill>
                      <a:prstDash val="solid"/>
                      <a:round/>
                      <a:headEnd type="none" w="med" len="med"/>
                      <a:tailEnd type="none" w="med" len="med"/>
                    </a:lnB>
                    <a:solidFill>
                      <a:srgbClr val="F2F2F2"/>
                    </a:solidFill>
                  </a:tcPr>
                </a:tc>
                <a:extLst>
                  <a:ext uri="{0D108BD9-81ED-4DB2-BD59-A6C34878D82A}">
                    <a16:rowId xmlns:a16="http://schemas.microsoft.com/office/drawing/2014/main" val="3890222773"/>
                  </a:ext>
                </a:extLst>
              </a:tr>
              <a:tr h="1280971">
                <a:tc rowSpan="2">
                  <a:txBody>
                    <a:bodyPr/>
                    <a:lstStyle/>
                    <a:p>
                      <a:pPr marL="0" marR="0" lvl="0" indent="0" algn="l" rtl="0">
                        <a:lnSpc>
                          <a:spcPct val="100000"/>
                        </a:lnSpc>
                        <a:spcBef>
                          <a:spcPts val="0"/>
                        </a:spcBef>
                        <a:spcAft>
                          <a:spcPts val="0"/>
                        </a:spcAft>
                        <a:buClr>
                          <a:schemeClr val="lt1"/>
                        </a:buClr>
                        <a:buSzPts val="1200"/>
                        <a:buFont typeface="Calibri"/>
                        <a:buNone/>
                      </a:pPr>
                      <a:r>
                        <a:rPr lang="en-US" sz="1000" b="1" u="none" strike="noStrike" cap="none" noProof="0">
                          <a:solidFill>
                            <a:schemeClr val="dk1"/>
                          </a:solidFill>
                          <a:latin typeface="IBM Plex Sans"/>
                          <a:ea typeface="IBM Plex Sans"/>
                          <a:cs typeface="IBM Plex Sans"/>
                          <a:sym typeface="IBM Plex Sans"/>
                        </a:rPr>
                        <a:t>Revenue Generating</a:t>
                      </a:r>
                    </a:p>
                  </a:txBody>
                  <a:tcPr marL="45725" marR="45725" marT="91450" marB="914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u="none" strike="noStrike" cap="none" noProof="0">
                          <a:solidFill>
                            <a:schemeClr val="dk1"/>
                          </a:solidFill>
                          <a:latin typeface="IBM Plex Sans"/>
                          <a:ea typeface="IBM Plex Sans"/>
                          <a:cs typeface="IBM Plex Sans"/>
                          <a:sym typeface="IBM Plex Sans"/>
                        </a:rPr>
                        <a:t>Transactional</a:t>
                      </a:r>
                    </a:p>
                  </a:txBody>
                  <a:tcPr marL="45725" marR="45725"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tx2"/>
                      </a:solidFill>
                      <a:prstDash val="solid"/>
                      <a:round/>
                      <a:headEnd type="none" w="med" len="med"/>
                      <a:tailEnd type="none" w="med" len="med"/>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chemeClr val="dk1"/>
                        </a:buClr>
                        <a:buSzPts val="1100"/>
                        <a:buFont typeface="Arial"/>
                        <a:buNone/>
                      </a:pPr>
                      <a:r>
                        <a:rPr lang="en-US" sz="1000" u="none" strike="noStrike" cap="none" noProof="0">
                          <a:solidFill>
                            <a:schemeClr val="dk1"/>
                          </a:solidFill>
                          <a:latin typeface="IBM Plex Sans"/>
                          <a:ea typeface="IBM Plex Sans"/>
                          <a:cs typeface="IBM Plex Sans"/>
                          <a:sym typeface="IBM Plex Sans"/>
                        </a:rPr>
                        <a:t>Product/ service exploration, </a:t>
                      </a:r>
                      <a:br>
                        <a:rPr lang="en-US" sz="1000" u="none" strike="noStrike" cap="none" noProof="0">
                          <a:solidFill>
                            <a:schemeClr val="dk1"/>
                          </a:solidFill>
                          <a:latin typeface="IBM Plex Sans"/>
                          <a:ea typeface="IBM Plex Sans"/>
                          <a:cs typeface="IBM Plex Sans"/>
                          <a:sym typeface="IBM Plex Sans"/>
                        </a:rPr>
                      </a:br>
                      <a:r>
                        <a:rPr lang="en-US" sz="1000" u="none" strike="noStrike" cap="none" noProof="0">
                          <a:solidFill>
                            <a:schemeClr val="dk1"/>
                          </a:solidFill>
                          <a:latin typeface="IBM Plex Sans"/>
                          <a:ea typeface="IBM Plex Sans"/>
                          <a:cs typeface="IBM Plex Sans"/>
                          <a:sym typeface="IBM Plex Sans"/>
                        </a:rPr>
                        <a:t>e-commerce platforms, arts and entertainment</a:t>
                      </a:r>
                      <a:r>
                        <a:rPr lang="en-US" sz="1000" u="none" strike="noStrike" cap="none" baseline="30000" noProof="0">
                          <a:solidFill>
                            <a:schemeClr val="dk1"/>
                          </a:solidFill>
                          <a:latin typeface="IBM Plex Sans"/>
                          <a:ea typeface="IBM Plex Sans"/>
                          <a:cs typeface="IBM Plex Sans"/>
                          <a:sym typeface="IBM Plex Sans"/>
                        </a:rPr>
                        <a:t>2,3,4</a:t>
                      </a:r>
                    </a:p>
                  </a:txBody>
                  <a:tcPr marL="45725" marR="45725"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tx2"/>
                      </a:solidFill>
                      <a:prstDash val="solid"/>
                      <a:round/>
                      <a:headEnd type="none" w="med" len="med"/>
                      <a:tailEnd type="none" w="med" len="med"/>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chemeClr val="dk1"/>
                        </a:buClr>
                        <a:buSzPts val="1100"/>
                        <a:buFont typeface="Arial"/>
                        <a:buNone/>
                      </a:pPr>
                      <a:r>
                        <a:rPr lang="en-US" sz="1000" b="1" u="none" strike="noStrike" cap="none" noProof="0">
                          <a:solidFill>
                            <a:schemeClr val="dk1"/>
                          </a:solidFill>
                          <a:latin typeface="IBM Plex Sans"/>
                          <a:ea typeface="IBM Plex Sans"/>
                          <a:cs typeface="IBM Plex Sans"/>
                          <a:sym typeface="IBM Plex Sans"/>
                        </a:rPr>
                        <a:t>15%</a:t>
                      </a:r>
                      <a:r>
                        <a:rPr lang="en-US" sz="1000" b="1" u="none" strike="noStrike" cap="none" baseline="30000" noProof="0">
                          <a:solidFill>
                            <a:schemeClr val="dk1"/>
                          </a:solidFill>
                          <a:latin typeface="IBM Plex Sans"/>
                          <a:ea typeface="IBM Plex Sans"/>
                          <a:cs typeface="IBM Plex Sans"/>
                          <a:sym typeface="IBM Plex Sans"/>
                        </a:rPr>
                        <a:t>2,10,12</a:t>
                      </a:r>
                      <a:endParaRPr lang="en-US" sz="1000" b="0" u="none" strike="noStrike" cap="none" baseline="30000" noProof="0">
                        <a:solidFill>
                          <a:schemeClr val="dk1"/>
                        </a:solidFill>
                        <a:latin typeface="IBM Plex Sans"/>
                        <a:ea typeface="IBM Plex Sans"/>
                        <a:cs typeface="IBM Plex Sans"/>
                        <a:sym typeface="IBM Plex Sans"/>
                      </a:endParaRPr>
                    </a:p>
                  </a:txBody>
                  <a:tcPr marL="45725" marR="0"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tx2"/>
                      </a:solidFill>
                      <a:prstDash val="solid"/>
                      <a:round/>
                      <a:headEnd type="none" w="med" len="med"/>
                      <a:tailEnd type="none" w="med" len="med"/>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u="none" strike="noStrike" cap="none" noProof="0">
                          <a:solidFill>
                            <a:schemeClr val="dk1"/>
                          </a:solidFill>
                          <a:latin typeface="IBM Plex Sans"/>
                          <a:ea typeface="IBM Plex Sans"/>
                          <a:cs typeface="IBM Plex Sans"/>
                          <a:sym typeface="IBM Plex Sans"/>
                        </a:rPr>
                        <a:t>75%</a:t>
                      </a:r>
                      <a:endParaRPr lang="en-US" sz="1000" b="0" u="none" strike="noStrike" cap="none" baseline="30000" noProof="0">
                        <a:solidFill>
                          <a:schemeClr val="dk1"/>
                        </a:solidFill>
                        <a:latin typeface="IBM Plex Sans"/>
                        <a:ea typeface="IBM Plex Sans"/>
                        <a:cs typeface="IBM Plex Sans"/>
                        <a:sym typeface="IBM Plex Sans"/>
                      </a:endParaRPr>
                    </a:p>
                  </a:txBody>
                  <a:tcPr marL="45725" marR="45725"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tx2"/>
                      </a:solidFill>
                      <a:prstDash val="solid"/>
                      <a:round/>
                      <a:headEnd type="none" w="med" len="med"/>
                      <a:tailEnd type="none" w="med" len="med"/>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chemeClr val="dk1"/>
                        </a:buClr>
                        <a:buSzPts val="1200"/>
                        <a:buFont typeface="Calibri"/>
                        <a:buNone/>
                      </a:pPr>
                      <a:r>
                        <a:rPr lang="en-US" sz="1000" b="1" i="0" u="none" strike="noStrike" cap="none" noProof="0">
                          <a:solidFill>
                            <a:schemeClr val="dk1"/>
                          </a:solidFill>
                          <a:latin typeface="IBM Plex Sans"/>
                          <a:ea typeface="IBM Plex Sans"/>
                          <a:cs typeface="IBM Plex Sans"/>
                          <a:sym typeface="IBM Plex Sans"/>
                        </a:rPr>
                        <a:t>Low</a:t>
                      </a:r>
                      <a:r>
                        <a:rPr lang="en-US" sz="1000" b="0" i="0" u="none" strike="noStrike" cap="none" noProof="0">
                          <a:solidFill>
                            <a:schemeClr val="dk1"/>
                          </a:solidFill>
                          <a:latin typeface="IBM Plex Sans"/>
                          <a:ea typeface="IBM Plex Sans"/>
                          <a:cs typeface="IBM Plex Sans"/>
                          <a:sym typeface="IBM Plex Sans"/>
                        </a:rPr>
                        <a:t> </a:t>
                      </a:r>
                      <a:r>
                        <a:rPr lang="en-US" sz="1000" b="1" i="0" u="none" strike="noStrike" cap="none" noProof="0">
                          <a:solidFill>
                            <a:schemeClr val="dk1"/>
                          </a:solidFill>
                          <a:latin typeface="IBM Plex Sans"/>
                          <a:ea typeface="IBM Plex Sans"/>
                          <a:cs typeface="IBM Plex Sans"/>
                          <a:sym typeface="IBM Plex Sans"/>
                        </a:rPr>
                        <a:t>impact</a:t>
                      </a:r>
                      <a:r>
                        <a:rPr lang="en-US" sz="1000" b="0" i="0" u="none" strike="noStrike" cap="none" noProof="0">
                          <a:solidFill>
                            <a:schemeClr val="dk1"/>
                          </a:solidFill>
                          <a:latin typeface="IBM Plex Sans"/>
                          <a:ea typeface="IBM Plex Sans"/>
                          <a:cs typeface="IBM Plex Sans"/>
                          <a:sym typeface="IBM Plex Sans"/>
                        </a:rPr>
                        <a:t> - AI tools rarely complete purchases; users still rely on search for product discovery and conversion</a:t>
                      </a:r>
                    </a:p>
                  </a:txBody>
                  <a:tcPr marL="45725" marR="45725"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tx2"/>
                      </a:solidFill>
                      <a:prstDash val="solid"/>
                      <a:round/>
                      <a:headEnd type="none" w="med" len="med"/>
                      <a:tailEnd type="none" w="med" len="med"/>
                    </a:lnT>
                    <a:lnB w="9525" cap="flat" cmpd="sng">
                      <a:solidFill>
                        <a:srgbClr val="D8D8D8"/>
                      </a:solidFill>
                      <a:prstDash val="solid"/>
                      <a:round/>
                      <a:headEnd type="none" w="sm" len="sm"/>
                      <a:tailEnd type="none" w="sm" len="sm"/>
                    </a:lnB>
                    <a:solidFill>
                      <a:srgbClr val="F2F2F2"/>
                    </a:solidFill>
                  </a:tcPr>
                </a:tc>
                <a:tc>
                  <a:txBody>
                    <a:bodyPr/>
                    <a:lstStyle/>
                    <a:p>
                      <a:pPr marL="0" marR="0" lvl="0" indent="0" algn="l" defTabSz="914400" rtl="0" eaLnBrk="1" fontAlgn="auto" latinLnBrk="0" hangingPunct="1">
                        <a:lnSpc>
                          <a:spcPct val="100000"/>
                        </a:lnSpc>
                        <a:spcBef>
                          <a:spcPts val="0"/>
                        </a:spcBef>
                        <a:spcAft>
                          <a:spcPts val="0"/>
                        </a:spcAft>
                        <a:buClr>
                          <a:schemeClr val="dk1"/>
                        </a:buClr>
                        <a:buSzPts val="1100"/>
                        <a:buFont typeface="Arial"/>
                        <a:buNone/>
                        <a:tabLst/>
                        <a:defRPr/>
                      </a:pPr>
                      <a:r>
                        <a:rPr lang="en-US" sz="1000" b="1" u="none" strike="noStrike" cap="none" noProof="0" dirty="0">
                          <a:solidFill>
                            <a:schemeClr val="dk1"/>
                          </a:solidFill>
                          <a:latin typeface="IBM Plex Sans"/>
                          <a:ea typeface="IBM Plex Sans"/>
                          <a:cs typeface="IBM Plex Sans"/>
                          <a:sym typeface="IBM Plex Sans"/>
                        </a:rPr>
                        <a:t>Low-medium impact </a:t>
                      </a:r>
                      <a:r>
                        <a:rPr lang="en-US" sz="1000" b="0" u="none" strike="noStrike" cap="none" noProof="0" dirty="0">
                          <a:solidFill>
                            <a:schemeClr val="dk1"/>
                          </a:solidFill>
                          <a:latin typeface="IBM Plex Sans"/>
                          <a:ea typeface="IBM Plex Sans"/>
                          <a:cs typeface="IBM Plex Sans"/>
                          <a:sym typeface="IBM Plex Sans"/>
                        </a:rPr>
                        <a:t>- AI summaries may shift click mix, but links and monetization remain largely intact; AI Tools are not used to complete purchases. </a:t>
                      </a:r>
                      <a:r>
                        <a:rPr lang="en-US" sz="1000" b="1" u="none" strike="noStrike" cap="none" noProof="0" dirty="0">
                          <a:solidFill>
                            <a:schemeClr val="dk1"/>
                          </a:solidFill>
                          <a:latin typeface="IBM Plex Sans"/>
                          <a:ea typeface="IBM Plex Sans"/>
                          <a:cs typeface="IBM Plex Sans"/>
                          <a:sym typeface="IBM Plex Sans"/>
                        </a:rPr>
                        <a:t>Long-term risk:</a:t>
                      </a:r>
                      <a:r>
                        <a:rPr lang="en-US" sz="1000" b="0" u="none" strike="noStrike" cap="none" noProof="0" dirty="0">
                          <a:solidFill>
                            <a:schemeClr val="dk1"/>
                          </a:solidFill>
                          <a:latin typeface="IBM Plex Sans"/>
                          <a:ea typeface="IBM Plex Sans"/>
                          <a:cs typeface="IBM Plex Sans"/>
                          <a:sym typeface="IBM Plex Sans"/>
                        </a:rPr>
                        <a:t> if agentic AI enables direct transactions, the impact could increase</a:t>
                      </a:r>
                    </a:p>
                    <a:p>
                      <a:pPr marL="0" marR="0" lvl="0" indent="0" algn="l" defTabSz="914400" rtl="0" eaLnBrk="1" fontAlgn="auto" latinLnBrk="0" hangingPunct="1">
                        <a:lnSpc>
                          <a:spcPct val="100000"/>
                        </a:lnSpc>
                        <a:spcBef>
                          <a:spcPts val="0"/>
                        </a:spcBef>
                        <a:spcAft>
                          <a:spcPts val="0"/>
                        </a:spcAft>
                        <a:buClr>
                          <a:schemeClr val="dk1"/>
                        </a:buClr>
                        <a:buSzPts val="1100"/>
                        <a:buFont typeface="Arial"/>
                        <a:buNone/>
                        <a:tabLst/>
                        <a:defRPr/>
                      </a:pPr>
                      <a:endParaRPr lang="en-US" b="0" noProof="0" dirty="0"/>
                    </a:p>
                  </a:txBody>
                  <a:tcPr marL="45725" marR="45725"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tx2"/>
                      </a:solidFill>
                      <a:prstDash val="solid"/>
                      <a:round/>
                      <a:headEnd type="none" w="med" len="med"/>
                      <a:tailEnd type="none" w="med" len="med"/>
                    </a:lnT>
                    <a:lnB w="9525" cap="flat" cmpd="sng">
                      <a:solidFill>
                        <a:srgbClr val="D8D8D8"/>
                      </a:solidFill>
                      <a:prstDash val="solid"/>
                      <a:round/>
                      <a:headEnd type="none" w="sm" len="sm"/>
                      <a:tailEnd type="none" w="sm" len="sm"/>
                    </a:lnB>
                    <a:solidFill>
                      <a:srgbClr val="F2F2F2"/>
                    </a:solidFill>
                  </a:tcPr>
                </a:tc>
                <a:tc>
                  <a:txBody>
                    <a:bodyPr/>
                    <a:lstStyle/>
                    <a:p>
                      <a:pPr marL="0" marR="0" lvl="0" indent="0" algn="l" rtl="0">
                        <a:lnSpc>
                          <a:spcPct val="100000"/>
                        </a:lnSpc>
                        <a:spcBef>
                          <a:spcPts val="0"/>
                        </a:spcBef>
                        <a:spcAft>
                          <a:spcPts val="0"/>
                        </a:spcAft>
                        <a:buClr>
                          <a:schemeClr val="dk1"/>
                        </a:buClr>
                        <a:buSzPts val="1100"/>
                        <a:buFont typeface="Arial"/>
                        <a:buNone/>
                      </a:pPr>
                      <a:r>
                        <a:rPr lang="en-US" sz="1000" b="0" u="none" strike="noStrike" cap="none" noProof="0">
                          <a:solidFill>
                            <a:schemeClr val="dk1"/>
                          </a:solidFill>
                          <a:latin typeface="IBM Plex Sans"/>
                          <a:ea typeface="IBM Plex Sans"/>
                          <a:cs typeface="IBM Plex Sans"/>
                          <a:sym typeface="IBM Plex Sans"/>
                        </a:rPr>
                        <a:t>Remained resilient with limited revenue impact</a:t>
                      </a:r>
                    </a:p>
                  </a:txBody>
                  <a:tcPr marL="45725" marR="45725"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tx2"/>
                      </a:solidFill>
                      <a:prstDash val="solid"/>
                      <a:round/>
                      <a:headEnd type="none" w="med" len="med"/>
                      <a:tailEnd type="none" w="med" len="med"/>
                    </a:lnT>
                    <a:lnB w="9525" cap="flat" cmpd="sng">
                      <a:solidFill>
                        <a:srgbClr val="D8D8D8"/>
                      </a:solidFill>
                      <a:prstDash val="solid"/>
                      <a:round/>
                      <a:headEnd type="none" w="sm" len="sm"/>
                      <a:tailEnd type="none" w="sm" len="sm"/>
                    </a:lnB>
                    <a:solidFill>
                      <a:srgbClr val="F2F2F2"/>
                    </a:solidFill>
                  </a:tcPr>
                </a:tc>
                <a:extLst>
                  <a:ext uri="{0D108BD9-81ED-4DB2-BD59-A6C34878D82A}">
                    <a16:rowId xmlns:a16="http://schemas.microsoft.com/office/drawing/2014/main" val="10001"/>
                  </a:ext>
                </a:extLst>
              </a:tr>
              <a:tr h="968533">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u="none" strike="noStrike" cap="none" noProof="0">
                          <a:solidFill>
                            <a:schemeClr val="dk1"/>
                          </a:solidFill>
                          <a:latin typeface="IBM Plex Sans"/>
                          <a:ea typeface="IBM Plex Sans"/>
                          <a:cs typeface="IBM Plex Sans"/>
                          <a:sym typeface="IBM Plex Sans"/>
                        </a:rPr>
                        <a:t>Navigational</a:t>
                      </a:r>
                    </a:p>
                  </a:txBody>
                  <a:tcPr marL="45725" marR="45725"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u="none" strike="noStrike" cap="none" noProof="0">
                          <a:solidFill>
                            <a:schemeClr val="dk1"/>
                          </a:solidFill>
                          <a:latin typeface="IBM Plex Sans"/>
                          <a:ea typeface="IBM Plex Sans"/>
                          <a:cs typeface="IBM Plex Sans"/>
                          <a:sym typeface="IBM Plex Sans"/>
                        </a:rPr>
                        <a:t>Finding a particular website</a:t>
                      </a:r>
                      <a:r>
                        <a:rPr lang="en-US" sz="1000" u="none" strike="noStrike" cap="none" baseline="30000" noProof="0">
                          <a:solidFill>
                            <a:schemeClr val="dk1"/>
                          </a:solidFill>
                          <a:latin typeface="IBM Plex Sans"/>
                          <a:ea typeface="IBM Plex Sans"/>
                          <a:cs typeface="IBM Plex Sans"/>
                          <a:sym typeface="IBM Plex Sans"/>
                        </a:rPr>
                        <a:t>,2,5,6</a:t>
                      </a:r>
                      <a:endParaRPr lang="en-US" sz="1000" u="none" strike="noStrike" cap="none" noProof="0">
                        <a:solidFill>
                          <a:schemeClr val="dk1"/>
                        </a:solidFill>
                        <a:latin typeface="IBM Plex Sans"/>
                        <a:ea typeface="IBM Plex Sans"/>
                        <a:cs typeface="IBM Plex Sans"/>
                        <a:sym typeface="IBM Plex Sans"/>
                      </a:endParaRPr>
                    </a:p>
                  </a:txBody>
                  <a:tcPr marL="45725" marR="45725"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u="none" strike="noStrike" cap="none" noProof="0">
                          <a:solidFill>
                            <a:schemeClr val="dk1"/>
                          </a:solidFill>
                          <a:latin typeface="IBM Plex Sans"/>
                          <a:ea typeface="IBM Plex Sans"/>
                          <a:cs typeface="IBM Plex Sans"/>
                          <a:sym typeface="IBM Plex Sans"/>
                        </a:rPr>
                        <a:t>32%</a:t>
                      </a:r>
                      <a:r>
                        <a:rPr lang="en-US" sz="1000" b="1" u="none" strike="noStrike" cap="none" baseline="30000" noProof="0">
                          <a:solidFill>
                            <a:schemeClr val="dk1"/>
                          </a:solidFill>
                          <a:latin typeface="IBM Plex Sans"/>
                          <a:ea typeface="IBM Plex Sans"/>
                          <a:cs typeface="IBM Plex Sans"/>
                          <a:sym typeface="IBM Plex Sans"/>
                        </a:rPr>
                        <a:t>2,10,12</a:t>
                      </a:r>
                      <a:endParaRPr lang="en-US" sz="1000" b="0" u="none" strike="noStrike" cap="none" baseline="30000" noProof="0">
                        <a:solidFill>
                          <a:schemeClr val="dk1"/>
                        </a:solidFill>
                        <a:latin typeface="IBM Plex Sans"/>
                        <a:ea typeface="IBM Plex Sans"/>
                        <a:cs typeface="IBM Plex Sans"/>
                        <a:sym typeface="IBM Plex Sans"/>
                      </a:endParaRPr>
                    </a:p>
                  </a:txBody>
                  <a:tcPr marL="45725" marR="0"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u="none" strike="noStrike" cap="none" noProof="0">
                          <a:solidFill>
                            <a:schemeClr val="dk1"/>
                          </a:solidFill>
                          <a:latin typeface="IBM Plex Sans"/>
                          <a:ea typeface="IBM Plex Sans"/>
                          <a:cs typeface="IBM Plex Sans"/>
                          <a:sym typeface="IBM Plex Sans"/>
                        </a:rPr>
                        <a:t>15-20%</a:t>
                      </a:r>
                      <a:endParaRPr lang="en-US" sz="1000" b="0" u="none" strike="noStrike" cap="none" baseline="30000" noProof="0">
                        <a:solidFill>
                          <a:schemeClr val="dk1"/>
                        </a:solidFill>
                        <a:latin typeface="IBM Plex Sans"/>
                        <a:ea typeface="IBM Plex Sans"/>
                        <a:cs typeface="IBM Plex Sans"/>
                        <a:sym typeface="IBM Plex Sans"/>
                      </a:endParaRPr>
                    </a:p>
                  </a:txBody>
                  <a:tcPr marL="45725" marR="45725"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chemeClr val="dk1"/>
                        </a:buClr>
                        <a:buSzPts val="1200"/>
                        <a:buFont typeface="Calibri"/>
                        <a:buNone/>
                      </a:pPr>
                      <a:r>
                        <a:rPr lang="en-US" sz="1000" b="1" i="0" u="none" strike="noStrike" cap="none" noProof="0">
                          <a:solidFill>
                            <a:schemeClr val="dk1"/>
                          </a:solidFill>
                          <a:latin typeface="IBM Plex Sans"/>
                          <a:ea typeface="IBM Plex Sans"/>
                          <a:cs typeface="IBM Plex Sans"/>
                          <a:sym typeface="IBM Plex Sans"/>
                        </a:rPr>
                        <a:t>Low impact</a:t>
                      </a:r>
                      <a:r>
                        <a:rPr lang="en-US" sz="1000" b="0" i="0" u="none" strike="noStrike" cap="none" noProof="0">
                          <a:solidFill>
                            <a:schemeClr val="dk1"/>
                          </a:solidFill>
                          <a:latin typeface="IBM Plex Sans"/>
                          <a:ea typeface="IBM Plex Sans"/>
                          <a:cs typeface="IBM Plex Sans"/>
                          <a:sym typeface="IBM Plex Sans"/>
                        </a:rPr>
                        <a:t> - Users continue using search to reach specific brands or sites, with limited AI substitution</a:t>
                      </a:r>
                    </a:p>
                  </a:txBody>
                  <a:tcPr marL="45725" marR="45725"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u="none" strike="noStrike" cap="none" noProof="0">
                          <a:solidFill>
                            <a:schemeClr val="dk1"/>
                          </a:solidFill>
                          <a:latin typeface="IBM Plex Sans"/>
                          <a:ea typeface="IBM Plex Sans"/>
                          <a:cs typeface="IBM Plex Sans"/>
                          <a:sym typeface="IBM Plex Sans"/>
                        </a:rPr>
                        <a:t>Low-medium impact - </a:t>
                      </a:r>
                      <a:r>
                        <a:rPr lang="en-US" sz="1000" u="none" strike="noStrike" cap="none" noProof="0">
                          <a:solidFill>
                            <a:schemeClr val="dk1"/>
                          </a:solidFill>
                          <a:latin typeface="IBM Plex Sans"/>
                          <a:ea typeface="IBM Plex Sans"/>
                          <a:cs typeface="IBM Plex Sans"/>
                          <a:sym typeface="IBM Plex Sans"/>
                        </a:rPr>
                        <a:t>Direct site-seeking remains resilient, though some queries shift toward internal site navigation</a:t>
                      </a:r>
                      <a:endParaRPr lang="en-US" sz="1000" u="none" strike="noStrike" cap="none" baseline="30000" noProof="0">
                        <a:solidFill>
                          <a:schemeClr val="dk1"/>
                        </a:solidFill>
                        <a:latin typeface="IBM Plex Sans"/>
                        <a:ea typeface="IBM Plex Sans"/>
                        <a:cs typeface="IBM Plex Sans"/>
                        <a:sym typeface="IBM Plex Sans"/>
                      </a:endParaRPr>
                    </a:p>
                  </a:txBody>
                  <a:tcPr marL="45725" marR="45725"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tc>
                  <a:txBody>
                    <a:bodyPr/>
                    <a:lstStyle/>
                    <a:p>
                      <a:pPr marL="0" marR="0" lvl="0" indent="0" algn="l" rtl="0">
                        <a:lnSpc>
                          <a:spcPct val="100000"/>
                        </a:lnSpc>
                        <a:spcBef>
                          <a:spcPts val="0"/>
                        </a:spcBef>
                        <a:spcAft>
                          <a:spcPts val="0"/>
                        </a:spcAft>
                        <a:buClr>
                          <a:schemeClr val="dk1"/>
                        </a:buClr>
                        <a:buSzPts val="1100"/>
                        <a:buFont typeface="Arial"/>
                        <a:buNone/>
                      </a:pPr>
                      <a:r>
                        <a:rPr lang="en-US" sz="1000" b="0" u="none" strike="noStrike" cap="none" noProof="0" dirty="0">
                          <a:solidFill>
                            <a:schemeClr val="dk1"/>
                          </a:solidFill>
                          <a:latin typeface="IBM Plex Sans"/>
                          <a:ea typeface="IBM Plex Sans"/>
                          <a:cs typeface="IBM Plex Sans"/>
                          <a:sym typeface="IBM Plex Sans"/>
                        </a:rPr>
                        <a:t>Impact stayed low; AI rarely replaced direct site navigation</a:t>
                      </a:r>
                    </a:p>
                  </a:txBody>
                  <a:tcPr marL="45725" marR="45725" marT="91450" marB="91450">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extLst>
                  <a:ext uri="{0D108BD9-81ED-4DB2-BD59-A6C34878D82A}">
                    <a16:rowId xmlns:a16="http://schemas.microsoft.com/office/drawing/2014/main" val="10002"/>
                  </a:ext>
                </a:extLst>
              </a:tr>
            </a:tbl>
          </a:graphicData>
        </a:graphic>
      </p:graphicFrame>
      <p:sp>
        <p:nvSpPr>
          <p:cNvPr id="750" name="Google Shape;750;p55"/>
          <p:cNvSpPr txBox="1"/>
          <p:nvPr/>
        </p:nvSpPr>
        <p:spPr>
          <a:xfrm>
            <a:off x="420688" y="5719323"/>
            <a:ext cx="11350625" cy="361911"/>
          </a:xfrm>
          <a:prstGeom prst="rect">
            <a:avLst/>
          </a:prstGeom>
          <a:solidFill>
            <a:srgbClr val="00B050">
              <a:alpha val="48627"/>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dk1"/>
                </a:solidFill>
                <a:latin typeface="IBM Plex Sans"/>
                <a:ea typeface="IBM Plex Sans"/>
                <a:cs typeface="IBM Plex Sans"/>
                <a:sym typeface="IBM Plex Sans"/>
              </a:rPr>
              <a:t>AI </a:t>
            </a:r>
            <a:r>
              <a:rPr lang="en-US" b="1" noProof="0">
                <a:solidFill>
                  <a:schemeClr val="dk1"/>
                </a:solidFill>
                <a:latin typeface="IBM Plex Sans"/>
                <a:ea typeface="IBM Plex Sans"/>
                <a:cs typeface="IBM Plex Sans"/>
                <a:sym typeface="IBM Plex Sans"/>
              </a:rPr>
              <a:t>Overviews</a:t>
            </a:r>
            <a:r>
              <a:rPr lang="en-US" b="1" i="0" u="none" strike="noStrike" cap="none" noProof="0">
                <a:solidFill>
                  <a:schemeClr val="dk1"/>
                </a:solidFill>
                <a:latin typeface="IBM Plex Sans"/>
                <a:ea typeface="IBM Plex Sans"/>
                <a:cs typeface="IBM Plex Sans"/>
                <a:sym typeface="IBM Plex Sans"/>
              </a:rPr>
              <a:t> primarily displace informational, non-revenue traffic; revenue-generating remains resilient</a:t>
            </a:r>
            <a:endParaRPr lang="en-US" sz="1800" noProof="0"/>
          </a:p>
        </p:txBody>
      </p:sp>
      <p:sp>
        <p:nvSpPr>
          <p:cNvPr id="751" name="Google Shape;751;p55"/>
          <p:cNvSpPr/>
          <p:nvPr/>
        </p:nvSpPr>
        <p:spPr>
          <a:xfrm>
            <a:off x="10413211" y="1037072"/>
            <a:ext cx="123000" cy="123000"/>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7030A0"/>
              </a:solidFill>
              <a:latin typeface="IBM Plex Sans"/>
              <a:ea typeface="IBM Plex Sans"/>
              <a:cs typeface="IBM Plex Sans"/>
              <a:sym typeface="IBM Plex Sans"/>
            </a:endParaRPr>
          </a:p>
        </p:txBody>
      </p:sp>
      <p:sp>
        <p:nvSpPr>
          <p:cNvPr id="752" name="Google Shape;752;p55"/>
          <p:cNvSpPr txBox="1"/>
          <p:nvPr/>
        </p:nvSpPr>
        <p:spPr>
          <a:xfrm>
            <a:off x="10248396" y="1205714"/>
            <a:ext cx="452630" cy="924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000000"/>
              </a:buClr>
              <a:buSzPts val="600"/>
              <a:buFont typeface="Arial"/>
              <a:buNone/>
            </a:pPr>
            <a:r>
              <a:rPr lang="en-US" sz="700" b="0" i="0" u="none" strike="noStrike" cap="none" noProof="0">
                <a:solidFill>
                  <a:schemeClr val="dk1"/>
                </a:solidFill>
                <a:latin typeface="IBM Plex Sans"/>
                <a:ea typeface="IBM Plex Sans"/>
                <a:cs typeface="IBM Plex Sans"/>
                <a:sym typeface="IBM Plex Sans"/>
              </a:rPr>
              <a:t>Not impacted</a:t>
            </a:r>
          </a:p>
        </p:txBody>
      </p:sp>
      <p:sp>
        <p:nvSpPr>
          <p:cNvPr id="753" name="Google Shape;753;p55"/>
          <p:cNvSpPr/>
          <p:nvPr/>
        </p:nvSpPr>
        <p:spPr>
          <a:xfrm>
            <a:off x="11471823" y="1037072"/>
            <a:ext cx="123000" cy="123000"/>
          </a:xfrm>
          <a:prstGeom prst="flowChartConnector">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7030A0"/>
              </a:solidFill>
              <a:latin typeface="IBM Plex Sans"/>
              <a:ea typeface="IBM Plex Sans"/>
              <a:cs typeface="IBM Plex Sans"/>
              <a:sym typeface="IBM Plex Sans"/>
            </a:endParaRPr>
          </a:p>
        </p:txBody>
      </p:sp>
      <p:cxnSp>
        <p:nvCxnSpPr>
          <p:cNvPr id="754" name="Google Shape;754;p55"/>
          <p:cNvCxnSpPr/>
          <p:nvPr/>
        </p:nvCxnSpPr>
        <p:spPr>
          <a:xfrm rot="10800000" flipH="1">
            <a:off x="10639615" y="1097672"/>
            <a:ext cx="199500" cy="1800"/>
          </a:xfrm>
          <a:prstGeom prst="straightConnector1">
            <a:avLst/>
          </a:prstGeom>
          <a:noFill/>
          <a:ln w="9525" cap="flat" cmpd="sng">
            <a:solidFill>
              <a:srgbClr val="7030A0"/>
            </a:solidFill>
            <a:prstDash val="solid"/>
            <a:round/>
            <a:headEnd type="none" w="sm" len="sm"/>
            <a:tailEnd type="triangle" w="med" len="med"/>
          </a:ln>
        </p:spPr>
      </p:cxnSp>
      <p:grpSp>
        <p:nvGrpSpPr>
          <p:cNvPr id="755" name="Google Shape;755;p55"/>
          <p:cNvGrpSpPr/>
          <p:nvPr/>
        </p:nvGrpSpPr>
        <p:grpSpPr>
          <a:xfrm>
            <a:off x="10942519" y="1037072"/>
            <a:ext cx="122996" cy="123001"/>
            <a:chOff x="8123752" y="1553876"/>
            <a:chExt cx="131701" cy="123001"/>
          </a:xfrm>
        </p:grpSpPr>
        <p:sp>
          <p:nvSpPr>
            <p:cNvPr id="756" name="Google Shape;756;p55"/>
            <p:cNvSpPr/>
            <p:nvPr/>
          </p:nvSpPr>
          <p:spPr>
            <a:xfrm>
              <a:off x="8123753" y="1553876"/>
              <a:ext cx="131700" cy="123000"/>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7030A0"/>
                </a:solidFill>
                <a:latin typeface="IBM Plex Sans"/>
                <a:ea typeface="IBM Plex Sans"/>
                <a:cs typeface="IBM Plex Sans"/>
                <a:sym typeface="IBM Plex Sans"/>
              </a:endParaRPr>
            </a:p>
          </p:txBody>
        </p:sp>
        <p:sp>
          <p:nvSpPr>
            <p:cNvPr id="757" name="Google Shape;757;p55"/>
            <p:cNvSpPr/>
            <p:nvPr/>
          </p:nvSpPr>
          <p:spPr>
            <a:xfrm>
              <a:off x="8123752" y="1553877"/>
              <a:ext cx="131700" cy="123000"/>
            </a:xfrm>
            <a:prstGeom prst="pie">
              <a:avLst>
                <a:gd name="adj1" fmla="val 542198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7030A0"/>
                </a:solidFill>
                <a:latin typeface="IBM Plex Sans"/>
                <a:ea typeface="IBM Plex Sans"/>
                <a:cs typeface="IBM Plex Sans"/>
                <a:sym typeface="IBM Plex Sans"/>
              </a:endParaRPr>
            </a:p>
          </p:txBody>
        </p:sp>
      </p:grpSp>
      <p:cxnSp>
        <p:nvCxnSpPr>
          <p:cNvPr id="758" name="Google Shape;758;p55"/>
          <p:cNvCxnSpPr/>
          <p:nvPr/>
        </p:nvCxnSpPr>
        <p:spPr>
          <a:xfrm>
            <a:off x="11168919" y="1098572"/>
            <a:ext cx="199500" cy="1800"/>
          </a:xfrm>
          <a:prstGeom prst="straightConnector1">
            <a:avLst/>
          </a:prstGeom>
          <a:noFill/>
          <a:ln w="9525" cap="flat" cmpd="sng">
            <a:solidFill>
              <a:srgbClr val="7030A0"/>
            </a:solidFill>
            <a:prstDash val="solid"/>
            <a:round/>
            <a:headEnd type="none" w="sm" len="sm"/>
            <a:tailEnd type="triangle" w="med" len="med"/>
          </a:ln>
        </p:spPr>
      </p:cxnSp>
      <p:sp>
        <p:nvSpPr>
          <p:cNvPr id="759" name="Google Shape;759;p55"/>
          <p:cNvSpPr txBox="1"/>
          <p:nvPr/>
        </p:nvSpPr>
        <p:spPr>
          <a:xfrm>
            <a:off x="9992817" y="1029489"/>
            <a:ext cx="1124400" cy="107700"/>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700"/>
              <a:buFont typeface="Arial"/>
              <a:buNone/>
            </a:pPr>
            <a:r>
              <a:rPr lang="en-US" sz="700" b="1" i="0" u="none" strike="noStrike" cap="none" noProof="0">
                <a:solidFill>
                  <a:srgbClr val="7030A0"/>
                </a:solidFill>
                <a:latin typeface="IBM Plex Sans"/>
                <a:ea typeface="IBM Plex Sans"/>
                <a:cs typeface="IBM Plex Sans"/>
                <a:sym typeface="IBM Plex Sans"/>
              </a:rPr>
              <a:t>Impact:</a:t>
            </a:r>
          </a:p>
        </p:txBody>
      </p:sp>
      <p:sp>
        <p:nvSpPr>
          <p:cNvPr id="760" name="Google Shape;760;p55"/>
          <p:cNvSpPr txBox="1"/>
          <p:nvPr/>
        </p:nvSpPr>
        <p:spPr>
          <a:xfrm>
            <a:off x="11337266" y="1205714"/>
            <a:ext cx="392114" cy="215444"/>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000000"/>
              </a:buClr>
              <a:buSzPts val="600"/>
              <a:buFont typeface="Arial"/>
              <a:buNone/>
            </a:pPr>
            <a:r>
              <a:rPr lang="en-US" sz="700" b="0" i="0" u="none" strike="noStrike" cap="none" noProof="0">
                <a:solidFill>
                  <a:schemeClr val="dk1"/>
                </a:solidFill>
                <a:latin typeface="IBM Plex Sans"/>
                <a:ea typeface="IBM Plex Sans"/>
                <a:cs typeface="IBM Plex Sans"/>
                <a:sym typeface="IBM Plex Sans"/>
              </a:rPr>
              <a:t>Fully impacted</a:t>
            </a:r>
          </a:p>
        </p:txBody>
      </p:sp>
      <p:sp>
        <p:nvSpPr>
          <p:cNvPr id="761" name="Google Shape;761;p55"/>
          <p:cNvSpPr txBox="1"/>
          <p:nvPr/>
        </p:nvSpPr>
        <p:spPr>
          <a:xfrm>
            <a:off x="10748404" y="1205714"/>
            <a:ext cx="541485" cy="215444"/>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000000"/>
              </a:buClr>
              <a:buSzPts val="600"/>
              <a:buFont typeface="Arial"/>
              <a:buNone/>
            </a:pPr>
            <a:r>
              <a:rPr lang="en-US" sz="700" b="0" i="0" u="none" strike="noStrike" cap="none" noProof="0">
                <a:solidFill>
                  <a:schemeClr val="dk1"/>
                </a:solidFill>
                <a:latin typeface="IBM Plex Sans"/>
                <a:ea typeface="IBM Plex Sans"/>
                <a:cs typeface="IBM Plex Sans"/>
                <a:sym typeface="IBM Plex Sans"/>
              </a:rPr>
              <a:t>Partially impacted</a:t>
            </a:r>
          </a:p>
        </p:txBody>
      </p:sp>
      <p:sp>
        <p:nvSpPr>
          <p:cNvPr id="762" name="Google Shape;762;p55"/>
          <p:cNvSpPr txBox="1"/>
          <p:nvPr/>
        </p:nvSpPr>
        <p:spPr>
          <a:xfrm>
            <a:off x="420594" y="6196333"/>
            <a:ext cx="8595360" cy="323165"/>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None/>
            </a:pPr>
            <a:r>
              <a:rPr lang="en-US" sz="700" b="0" i="0" u="none" strike="noStrike" cap="none" noProof="0">
                <a:solidFill>
                  <a:srgbClr val="7F7F7F"/>
                </a:solidFill>
                <a:latin typeface="IBM Plex Sans"/>
                <a:ea typeface="IBM Plex Sans"/>
                <a:cs typeface="IBM Plex Sans"/>
                <a:sym typeface="IBM Plex Sans"/>
              </a:rPr>
              <a:t>Sources: (1) </a:t>
            </a:r>
            <a:r>
              <a:rPr lang="en-US" sz="700" b="0" i="0" u="sng" strike="noStrike" cap="none" noProof="0" err="1">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Lyftyfy</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err="1">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SparkToro</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Ahrefs</a:t>
            </a:r>
            <a:r>
              <a:rPr lang="en-US" sz="700" b="0" i="0" u="sng" strike="noStrike" cap="none"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 blogs</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Search Engine Land</a:t>
            </a:r>
            <a:r>
              <a:rPr lang="en-US" sz="700" b="0" i="0" u="none" strike="noStrike" cap="none" noProof="0">
                <a:solidFill>
                  <a:srgbClr val="7F7F7F"/>
                </a:solidFill>
                <a:latin typeface="IBM Plex Sans"/>
                <a:ea typeface="IBM Plex Sans"/>
                <a:cs typeface="IBM Plex Sans"/>
                <a:sym typeface="IBM Plex Sans"/>
              </a:rPr>
              <a:t>; (5) </a:t>
            </a:r>
            <a:r>
              <a:rPr lang="en-US" sz="700" b="0" i="0" u="sng" strike="noStrike" cap="none" noProof="0" err="1">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GTech</a:t>
            </a:r>
            <a:r>
              <a:rPr lang="en-US" sz="700" b="0" i="0" u="none" strike="noStrike" cap="none" noProof="0">
                <a:solidFill>
                  <a:srgbClr val="7F7F7F"/>
                </a:solidFill>
                <a:latin typeface="IBM Plex Sans"/>
                <a:ea typeface="IBM Plex Sans"/>
                <a:cs typeface="IBM Plex Sans"/>
                <a:sym typeface="IBM Plex Sans"/>
              </a:rPr>
              <a:t> (6) </a:t>
            </a:r>
            <a:r>
              <a:rPr lang="en-US" sz="700" b="0" i="0" u="sng" strike="noStrike" cap="none" noProof="0" err="1">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Semrush</a:t>
            </a:r>
            <a:r>
              <a:rPr lang="en-US" sz="700" b="0" i="0" u="sng" strike="noStrike" cap="none"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a:t>
            </a:r>
            <a:r>
              <a:rPr lang="en-US" sz="700" b="0" i="0" u="none" strike="noStrike" cap="none" noProof="0">
                <a:solidFill>
                  <a:srgbClr val="7F7F7F"/>
                </a:solidFill>
                <a:latin typeface="IBM Plex Sans"/>
                <a:ea typeface="IBM Plex Sans"/>
                <a:cs typeface="IBM Plex Sans"/>
                <a:sym typeface="IBM Plex Sans"/>
              </a:rPr>
              <a:t> (7)</a:t>
            </a:r>
            <a:r>
              <a:rPr lang="en-US" sz="700" b="0" i="0" u="sng" strike="noStrike" cap="none"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Clear voice</a:t>
            </a:r>
            <a:r>
              <a:rPr lang="en-US" sz="700" b="0" i="0" u="none" strike="noStrike" cap="none" noProof="0">
                <a:solidFill>
                  <a:srgbClr val="7F7F7F"/>
                </a:solidFill>
                <a:latin typeface="IBM Plex Sans"/>
                <a:ea typeface="IBM Plex Sans"/>
                <a:cs typeface="IBM Plex Sans"/>
                <a:sym typeface="IBM Plex Sans"/>
              </a:rPr>
              <a:t>, (8) </a:t>
            </a:r>
            <a:r>
              <a:rPr lang="en-US" sz="700" b="0" i="0" u="sng" strike="noStrike" cap="none" noProof="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The Guardian</a:t>
            </a:r>
            <a:r>
              <a:rPr lang="en-US" sz="700" b="0" i="0" u="none" strike="noStrike" cap="none" noProof="0">
                <a:solidFill>
                  <a:srgbClr val="7F7F7F"/>
                </a:solidFill>
                <a:latin typeface="IBM Plex Sans"/>
                <a:ea typeface="IBM Plex Sans"/>
                <a:cs typeface="IBM Plex Sans"/>
                <a:sym typeface="IBM Plex Sans"/>
              </a:rPr>
              <a:t>, (9) </a:t>
            </a:r>
            <a:r>
              <a:rPr lang="en-US" sz="700" b="0" i="0" u="sng" strike="noStrike" cap="none" noProof="0">
                <a:solidFill>
                  <a:srgbClr val="7F7F7F"/>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Pew Research</a:t>
            </a:r>
            <a:r>
              <a:rPr lang="en-US" sz="700" b="0" i="0" u="none" strike="noStrike" cap="none" noProof="0">
                <a:solidFill>
                  <a:srgbClr val="7F7F7F"/>
                </a:solidFill>
                <a:latin typeface="IBM Plex Sans"/>
                <a:ea typeface="IBM Plex Sans"/>
                <a:cs typeface="IBM Plex Sans"/>
                <a:sym typeface="IBM Plex Sans"/>
              </a:rPr>
              <a:t>, (10) </a:t>
            </a:r>
            <a:r>
              <a:rPr lang="en-US" sz="700" b="0" i="0" u="sng" strike="noStrike" cap="none" noProof="0">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Bind Media</a:t>
            </a:r>
            <a:r>
              <a:rPr lang="en-US" sz="700" b="0" i="0" u="none" strike="noStrike" cap="none" noProof="0">
                <a:solidFill>
                  <a:srgbClr val="7F7F7F"/>
                </a:solidFill>
                <a:latin typeface="IBM Plex Sans"/>
                <a:ea typeface="IBM Plex Sans"/>
                <a:cs typeface="IBM Plex Sans"/>
                <a:sym typeface="IBM Plex Sans"/>
              </a:rPr>
              <a:t>, (11) </a:t>
            </a:r>
            <a:r>
              <a:rPr lang="en-US" sz="700" b="0" i="0" u="sng" strike="noStrike" cap="none" noProof="0">
                <a:solidFill>
                  <a:srgbClr val="7F7F7F"/>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Search Atlas</a:t>
            </a:r>
            <a:endParaRPr lang="en-US" sz="700" b="0" i="0" u="none" strike="noStrike" cap="none" noProof="0">
              <a:solidFill>
                <a:srgbClr val="7F7F7F"/>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IBM Plex Sans"/>
                <a:cs typeface="IBM Plex Sans"/>
                <a:sym typeface="IBM Plex Sans"/>
              </a:rPr>
              <a:t>Notes: Based on our research, 80% of search results have no ads, and this corresponds roughly to the % of informational searches, which are least likely to have ads. In absence of more detailed data on % search revenue from transactional and navigational searches, we have assumed 75% of search revenue comes from transactional searches</a:t>
            </a:r>
            <a:endParaRPr lang="en-US" sz="1600" noProof="0">
              <a:solidFill>
                <a:srgbClr val="7F7F7F"/>
              </a:solidFill>
              <a:latin typeface="IBM Plex Sans"/>
            </a:endParaRPr>
          </a:p>
        </p:txBody>
      </p:sp>
      <p:grpSp>
        <p:nvGrpSpPr>
          <p:cNvPr id="763" name="Google Shape;763;p55"/>
          <p:cNvGrpSpPr/>
          <p:nvPr/>
        </p:nvGrpSpPr>
        <p:grpSpPr>
          <a:xfrm>
            <a:off x="8536377" y="4317384"/>
            <a:ext cx="296700" cy="296700"/>
            <a:chOff x="5081049" y="3582768"/>
            <a:chExt cx="296700" cy="296700"/>
          </a:xfrm>
        </p:grpSpPr>
        <p:sp>
          <p:nvSpPr>
            <p:cNvPr id="764" name="Google Shape;764;p55"/>
            <p:cNvSpPr/>
            <p:nvPr/>
          </p:nvSpPr>
          <p:spPr>
            <a:xfrm>
              <a:off x="5081049" y="3582768"/>
              <a:ext cx="296700" cy="296700"/>
            </a:xfrm>
            <a:prstGeom prst="flowChartConnector">
              <a:avLst/>
            </a:prstGeom>
            <a:solidFill>
              <a:schemeClr val="lt1"/>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800" b="0" i="0" u="none" strike="noStrike" cap="none" noProof="0">
                <a:solidFill>
                  <a:schemeClr val="lt1"/>
                </a:solidFill>
                <a:latin typeface="IBM Plex Sans"/>
                <a:ea typeface="IBM Plex Sans"/>
                <a:cs typeface="IBM Plex Sans"/>
                <a:sym typeface="IBM Plex Sans"/>
              </a:endParaRPr>
            </a:p>
          </p:txBody>
        </p:sp>
        <p:sp>
          <p:nvSpPr>
            <p:cNvPr id="765" name="Google Shape;765;p55"/>
            <p:cNvSpPr/>
            <p:nvPr/>
          </p:nvSpPr>
          <p:spPr>
            <a:xfrm>
              <a:off x="5081049" y="3582768"/>
              <a:ext cx="296700" cy="296700"/>
            </a:xfrm>
            <a:prstGeom prst="pie">
              <a:avLst>
                <a:gd name="adj1" fmla="val 12905991"/>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800" b="0" i="0" u="none" strike="noStrike" cap="none" noProof="0">
                <a:solidFill>
                  <a:schemeClr val="dk1"/>
                </a:solidFill>
                <a:latin typeface="IBM Plex Sans"/>
                <a:ea typeface="IBM Plex Sans"/>
                <a:cs typeface="IBM Plex Sans"/>
                <a:sym typeface="IBM Plex Sans"/>
              </a:endParaRPr>
            </a:p>
          </p:txBody>
        </p:sp>
      </p:grpSp>
      <p:grpSp>
        <p:nvGrpSpPr>
          <p:cNvPr id="766" name="Google Shape;766;p55"/>
          <p:cNvGrpSpPr/>
          <p:nvPr/>
        </p:nvGrpSpPr>
        <p:grpSpPr>
          <a:xfrm>
            <a:off x="8536377" y="2736786"/>
            <a:ext cx="296700" cy="296700"/>
            <a:chOff x="5081049" y="4580122"/>
            <a:chExt cx="296700" cy="296700"/>
          </a:xfrm>
        </p:grpSpPr>
        <p:sp>
          <p:nvSpPr>
            <p:cNvPr id="767" name="Google Shape;767;p55"/>
            <p:cNvSpPr/>
            <p:nvPr/>
          </p:nvSpPr>
          <p:spPr>
            <a:xfrm>
              <a:off x="5081049" y="4580122"/>
              <a:ext cx="296700" cy="296700"/>
            </a:xfrm>
            <a:prstGeom prst="flowChartConnector">
              <a:avLst/>
            </a:prstGeom>
            <a:solidFill>
              <a:schemeClr val="lt1"/>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800" b="0" i="0" u="none" strike="noStrike" cap="none" noProof="0">
                <a:solidFill>
                  <a:schemeClr val="lt1"/>
                </a:solidFill>
                <a:latin typeface="IBM Plex Sans"/>
                <a:ea typeface="IBM Plex Sans"/>
                <a:cs typeface="IBM Plex Sans"/>
                <a:sym typeface="IBM Plex Sans"/>
              </a:endParaRPr>
            </a:p>
          </p:txBody>
        </p:sp>
        <p:sp>
          <p:nvSpPr>
            <p:cNvPr id="768" name="Google Shape;768;p55"/>
            <p:cNvSpPr/>
            <p:nvPr/>
          </p:nvSpPr>
          <p:spPr>
            <a:xfrm>
              <a:off x="5081049" y="4580122"/>
              <a:ext cx="296700" cy="296700"/>
            </a:xfrm>
            <a:prstGeom prst="pie">
              <a:avLst>
                <a:gd name="adj1" fmla="val 14260293"/>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800" b="0" i="0" u="none" strike="noStrike" cap="none" noProof="0">
                <a:solidFill>
                  <a:schemeClr val="dk1"/>
                </a:solidFill>
                <a:latin typeface="IBM Plex Sans"/>
                <a:ea typeface="IBM Plex Sans"/>
                <a:cs typeface="IBM Plex Sans"/>
                <a:sym typeface="IBM Plex Sans"/>
              </a:endParaRPr>
            </a:p>
          </p:txBody>
        </p:sp>
      </p:grpSp>
      <p:grpSp>
        <p:nvGrpSpPr>
          <p:cNvPr id="769" name="Google Shape;769;p55"/>
          <p:cNvGrpSpPr/>
          <p:nvPr/>
        </p:nvGrpSpPr>
        <p:grpSpPr>
          <a:xfrm>
            <a:off x="8536377" y="5289114"/>
            <a:ext cx="296700" cy="296700"/>
            <a:chOff x="5081049" y="3582768"/>
            <a:chExt cx="296700" cy="296700"/>
          </a:xfrm>
        </p:grpSpPr>
        <p:sp>
          <p:nvSpPr>
            <p:cNvPr id="770" name="Google Shape;770;p55"/>
            <p:cNvSpPr/>
            <p:nvPr/>
          </p:nvSpPr>
          <p:spPr>
            <a:xfrm>
              <a:off x="5081049" y="3582768"/>
              <a:ext cx="296700" cy="296700"/>
            </a:xfrm>
            <a:prstGeom prst="flowChartConnector">
              <a:avLst/>
            </a:prstGeom>
            <a:solidFill>
              <a:schemeClr val="lt1"/>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800" b="0" i="0" u="none" strike="noStrike" cap="none" noProof="0">
                <a:solidFill>
                  <a:schemeClr val="lt1"/>
                </a:solidFill>
                <a:latin typeface="IBM Plex Sans"/>
                <a:ea typeface="IBM Plex Sans"/>
                <a:cs typeface="IBM Plex Sans"/>
                <a:sym typeface="IBM Plex Sans"/>
              </a:endParaRPr>
            </a:p>
          </p:txBody>
        </p:sp>
        <p:sp>
          <p:nvSpPr>
            <p:cNvPr id="771" name="Google Shape;771;p55"/>
            <p:cNvSpPr/>
            <p:nvPr/>
          </p:nvSpPr>
          <p:spPr>
            <a:xfrm>
              <a:off x="5081049" y="3582768"/>
              <a:ext cx="296700" cy="296700"/>
            </a:xfrm>
            <a:prstGeom prst="pie">
              <a:avLst>
                <a:gd name="adj1" fmla="val 12905991"/>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800" b="0" i="0" u="none" strike="noStrike" cap="none" noProof="0">
                <a:solidFill>
                  <a:schemeClr val="dk1"/>
                </a:solidFill>
                <a:latin typeface="IBM Plex Sans"/>
                <a:ea typeface="IBM Plex Sans"/>
                <a:cs typeface="IBM Plex Sans"/>
                <a:sym typeface="IBM Plex Sans"/>
              </a:endParaRPr>
            </a:p>
          </p:txBody>
        </p:sp>
      </p:grpSp>
      <p:grpSp>
        <p:nvGrpSpPr>
          <p:cNvPr id="772" name="Google Shape;772;p55"/>
          <p:cNvGrpSpPr/>
          <p:nvPr/>
        </p:nvGrpSpPr>
        <p:grpSpPr>
          <a:xfrm>
            <a:off x="5830527" y="5289114"/>
            <a:ext cx="296700" cy="296700"/>
            <a:chOff x="5081049" y="4580122"/>
            <a:chExt cx="296700" cy="296700"/>
          </a:xfrm>
        </p:grpSpPr>
        <p:sp>
          <p:nvSpPr>
            <p:cNvPr id="773" name="Google Shape;773;p55"/>
            <p:cNvSpPr/>
            <p:nvPr/>
          </p:nvSpPr>
          <p:spPr>
            <a:xfrm>
              <a:off x="5081049" y="4580122"/>
              <a:ext cx="296700" cy="296700"/>
            </a:xfrm>
            <a:prstGeom prst="flowChartConnector">
              <a:avLst/>
            </a:prstGeom>
            <a:solidFill>
              <a:schemeClr val="lt1"/>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800" b="0" i="0" u="none" strike="noStrike" cap="none" noProof="0">
                <a:solidFill>
                  <a:schemeClr val="lt1"/>
                </a:solidFill>
                <a:latin typeface="IBM Plex Sans"/>
                <a:ea typeface="IBM Plex Sans"/>
                <a:cs typeface="IBM Plex Sans"/>
                <a:sym typeface="IBM Plex Sans"/>
              </a:endParaRPr>
            </a:p>
          </p:txBody>
        </p:sp>
        <p:sp>
          <p:nvSpPr>
            <p:cNvPr id="774" name="Google Shape;774;p55"/>
            <p:cNvSpPr/>
            <p:nvPr/>
          </p:nvSpPr>
          <p:spPr>
            <a:xfrm>
              <a:off x="5081049" y="4580122"/>
              <a:ext cx="296700" cy="296700"/>
            </a:xfrm>
            <a:prstGeom prst="pie">
              <a:avLst>
                <a:gd name="adj1" fmla="val 14260293"/>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800" b="0" i="0" u="none" strike="noStrike" cap="none" noProof="0">
                <a:solidFill>
                  <a:schemeClr val="dk1"/>
                </a:solidFill>
                <a:latin typeface="IBM Plex Sans"/>
                <a:ea typeface="IBM Plex Sans"/>
                <a:cs typeface="IBM Plex Sans"/>
                <a:sym typeface="IBM Plex Sans"/>
              </a:endParaRPr>
            </a:p>
          </p:txBody>
        </p:sp>
      </p:grpSp>
      <p:grpSp>
        <p:nvGrpSpPr>
          <p:cNvPr id="775" name="Google Shape;775;p55"/>
          <p:cNvGrpSpPr/>
          <p:nvPr/>
        </p:nvGrpSpPr>
        <p:grpSpPr>
          <a:xfrm>
            <a:off x="5830527" y="4317384"/>
            <a:ext cx="296700" cy="296700"/>
            <a:chOff x="5081049" y="4580122"/>
            <a:chExt cx="296700" cy="296700"/>
          </a:xfrm>
        </p:grpSpPr>
        <p:sp>
          <p:nvSpPr>
            <p:cNvPr id="776" name="Google Shape;776;p55"/>
            <p:cNvSpPr/>
            <p:nvPr/>
          </p:nvSpPr>
          <p:spPr>
            <a:xfrm>
              <a:off x="5081049" y="4580122"/>
              <a:ext cx="296700" cy="296700"/>
            </a:xfrm>
            <a:prstGeom prst="flowChartConnector">
              <a:avLst/>
            </a:prstGeom>
            <a:solidFill>
              <a:schemeClr val="lt1"/>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800" b="0" i="0" u="none" strike="noStrike" cap="none" noProof="0">
                <a:solidFill>
                  <a:schemeClr val="lt1"/>
                </a:solidFill>
                <a:latin typeface="IBM Plex Sans"/>
                <a:ea typeface="IBM Plex Sans"/>
                <a:cs typeface="IBM Plex Sans"/>
                <a:sym typeface="IBM Plex Sans"/>
              </a:endParaRPr>
            </a:p>
          </p:txBody>
        </p:sp>
        <p:sp>
          <p:nvSpPr>
            <p:cNvPr id="777" name="Google Shape;777;p55"/>
            <p:cNvSpPr/>
            <p:nvPr/>
          </p:nvSpPr>
          <p:spPr>
            <a:xfrm>
              <a:off x="5081049" y="4580122"/>
              <a:ext cx="296700" cy="296700"/>
            </a:xfrm>
            <a:prstGeom prst="pie">
              <a:avLst>
                <a:gd name="adj1" fmla="val 14260293"/>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800" b="0" i="0" u="none" strike="noStrike" cap="none" noProof="0">
                <a:solidFill>
                  <a:schemeClr val="dk1"/>
                </a:solidFill>
                <a:latin typeface="IBM Plex Sans"/>
                <a:ea typeface="IBM Plex Sans"/>
                <a:cs typeface="IBM Plex Sans"/>
                <a:sym typeface="IBM Plex Sans"/>
              </a:endParaRPr>
            </a:p>
          </p:txBody>
        </p:sp>
      </p:grpSp>
      <p:grpSp>
        <p:nvGrpSpPr>
          <p:cNvPr id="778" name="Google Shape;778;p55"/>
          <p:cNvGrpSpPr/>
          <p:nvPr/>
        </p:nvGrpSpPr>
        <p:grpSpPr>
          <a:xfrm>
            <a:off x="5839377" y="2745636"/>
            <a:ext cx="279000" cy="279000"/>
            <a:chOff x="1958755" y="3353841"/>
            <a:chExt cx="279000" cy="279000"/>
          </a:xfrm>
        </p:grpSpPr>
        <p:sp>
          <p:nvSpPr>
            <p:cNvPr id="779" name="Google Shape;779;p55"/>
            <p:cNvSpPr/>
            <p:nvPr/>
          </p:nvSpPr>
          <p:spPr>
            <a:xfrm>
              <a:off x="1958755" y="3353841"/>
              <a:ext cx="279000" cy="279000"/>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IBM Plex Sans"/>
                <a:ea typeface="IBM Plex Sans"/>
                <a:cs typeface="IBM Plex Sans"/>
                <a:sym typeface="IBM Plex Sans"/>
              </a:endParaRPr>
            </a:p>
          </p:txBody>
        </p:sp>
        <p:sp>
          <p:nvSpPr>
            <p:cNvPr id="780" name="Google Shape;780;p55"/>
            <p:cNvSpPr/>
            <p:nvPr/>
          </p:nvSpPr>
          <p:spPr>
            <a:xfrm>
              <a:off x="1958755" y="3353841"/>
              <a:ext cx="279000" cy="279000"/>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IBM Plex Sans"/>
                <a:ea typeface="IBM Plex Sans"/>
                <a:cs typeface="IBM Plex Sans"/>
                <a:sym typeface="IBM Plex Sans"/>
              </a:endParaRPr>
            </a:p>
          </p:txBody>
        </p:sp>
      </p:grpSp>
      <p:sp>
        <p:nvSpPr>
          <p:cNvPr id="6" name="Rectangle 5">
            <a:extLst>
              <a:ext uri="{FF2B5EF4-FFF2-40B4-BE49-F238E27FC236}">
                <a16:creationId xmlns:a16="http://schemas.microsoft.com/office/drawing/2014/main" id="{4B252517-821E-CAEB-C7AC-3137EEACD022}"/>
              </a:ext>
            </a:extLst>
          </p:cNvPr>
          <p:cNvSpPr/>
          <p:nvPr/>
        </p:nvSpPr>
        <p:spPr>
          <a:xfrm>
            <a:off x="9907930" y="0"/>
            <a:ext cx="2311684"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2 (AI Overviews)</a:t>
            </a:r>
            <a:endParaRPr lang="en-US" b="1" noProof="0">
              <a:solidFill>
                <a:schemeClr val="tx1"/>
              </a:solidFill>
            </a:endParaRPr>
          </a:p>
        </p:txBody>
      </p:sp>
      <p:sp>
        <p:nvSpPr>
          <p:cNvPr id="7" name="Rectangle 6">
            <a:extLst>
              <a:ext uri="{FF2B5EF4-FFF2-40B4-BE49-F238E27FC236}">
                <a16:creationId xmlns:a16="http://schemas.microsoft.com/office/drawing/2014/main" id="{59E48969-7948-B7FF-F36C-8B20FACE12A0}"/>
              </a:ext>
            </a:extLst>
          </p:cNvPr>
          <p:cNvSpPr/>
          <p:nvPr/>
        </p:nvSpPr>
        <p:spPr>
          <a:xfrm>
            <a:off x="378755" y="2074127"/>
            <a:ext cx="11449752" cy="1354873"/>
          </a:xfrm>
          <a:prstGeom prst="rect">
            <a:avLst/>
          </a:prstGeom>
          <a:noFill/>
          <a:ln w="28575">
            <a:solidFill>
              <a:srgbClr val="C198E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4" name="Rectangle 3">
            <a:extLst>
              <a:ext uri="{FF2B5EF4-FFF2-40B4-BE49-F238E27FC236}">
                <a16:creationId xmlns:a16="http://schemas.microsoft.com/office/drawing/2014/main" id="{B939B7F7-96FF-D9AB-19DE-91B5D2DC2B79}"/>
              </a:ext>
            </a:extLst>
          </p:cNvPr>
          <p:cNvSpPr/>
          <p:nvPr/>
        </p:nvSpPr>
        <p:spPr>
          <a:xfrm>
            <a:off x="9323294" y="0"/>
            <a:ext cx="2896320"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cs typeface="Arial"/>
              </a:rPr>
              <a:t>Theme 3 (Revenue)</a:t>
            </a:r>
            <a:endParaRPr lang="en-US" b="1" noProof="0">
              <a:solidFill>
                <a:schemeClr val="tx1"/>
              </a:solidFill>
            </a:endParaRPr>
          </a:p>
        </p:txBody>
      </p:sp>
    </p:spTree>
    <p:extLst>
      <p:ext uri="{BB962C8B-B14F-4D97-AF65-F5344CB8AC3E}">
        <p14:creationId xmlns:p14="http://schemas.microsoft.com/office/powerpoint/2010/main" val="295071530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99B195-5E46-B9F8-E168-C655024FBE6B}"/>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C906C6DC-F994-C90D-15BD-CFD7494C09D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47" imgH="348" progId="TCLayout.ActiveDocument.1">
                  <p:embed/>
                </p:oleObj>
              </mc:Choice>
              <mc:Fallback>
                <p:oleObj name="think-cell Slide" r:id="rId4" imgW="347" imgH="348" progId="TCLayout.ActiveDocument.1">
                  <p:embed/>
                  <p:pic>
                    <p:nvPicPr>
                      <p:cNvPr id="7" name="think-cell data - do not delete" hidden="1">
                        <a:extLst>
                          <a:ext uri="{FF2B5EF4-FFF2-40B4-BE49-F238E27FC236}">
                            <a16:creationId xmlns:a16="http://schemas.microsoft.com/office/drawing/2014/main" id="{C906C6DC-F994-C90D-15BD-CFD7494C09D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Slide Number Placeholder 3">
            <a:extLst>
              <a:ext uri="{FF2B5EF4-FFF2-40B4-BE49-F238E27FC236}">
                <a16:creationId xmlns:a16="http://schemas.microsoft.com/office/drawing/2014/main" id="{2124B5CF-E0B6-0937-BFBE-97949AA84D2E}"/>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US" noProof="0" smtClean="0"/>
              <a:t>17</a:t>
            </a:fld>
            <a:endParaRPr lang="en-US" noProof="0"/>
          </a:p>
        </p:txBody>
      </p:sp>
      <p:sp>
        <p:nvSpPr>
          <p:cNvPr id="27" name="Google Shape;372;p24">
            <a:extLst>
              <a:ext uri="{FF2B5EF4-FFF2-40B4-BE49-F238E27FC236}">
                <a16:creationId xmlns:a16="http://schemas.microsoft.com/office/drawing/2014/main" id="{E41B4C6E-D2FC-41D0-B96E-DB5BF3AACF58}"/>
              </a:ext>
            </a:extLst>
          </p:cNvPr>
          <p:cNvSpPr txBox="1"/>
          <p:nvPr/>
        </p:nvSpPr>
        <p:spPr>
          <a:xfrm>
            <a:off x="420595" y="5898588"/>
            <a:ext cx="11350625" cy="322595"/>
          </a:xfrm>
          <a:prstGeom prst="rect">
            <a:avLst/>
          </a:prstGeom>
          <a:solidFill>
            <a:srgbClr val="00B050">
              <a:alpha val="49019"/>
            </a:srgbClr>
          </a:solidFill>
          <a:ln>
            <a:noFill/>
          </a:ln>
        </p:spPr>
        <p:txBody>
          <a:bodyPr spcFirstLastPara="1" wrap="square" lIns="91425" tIns="45700" rIns="91425" bIns="45700" anchor="ctr" anchorCtr="0">
            <a:noAutofit/>
          </a:bodyPr>
          <a:lstStyle/>
          <a:p>
            <a:pPr lvl="0" algn="ctr">
              <a:buSzPts val="1600"/>
            </a:pPr>
            <a:r>
              <a:rPr lang="en-US" b="1" noProof="0">
                <a:solidFill>
                  <a:schemeClr val="dk1"/>
                </a:solidFill>
                <a:latin typeface="IBM Plex Sans" panose="020B0503050203000203" pitchFamily="34" charset="0"/>
              </a:rPr>
              <a:t>By 2030, traditional search volume is projected to grow ~28% over 2025 levels</a:t>
            </a:r>
            <a:r>
              <a:rPr lang="en-US" b="1" noProof="0">
                <a:solidFill>
                  <a:schemeClr val="dk1"/>
                </a:solidFill>
                <a:latin typeface="IBM Plex Sans" panose="020B0503050203000203" pitchFamily="34" charset="0"/>
                <a:sym typeface="IBM Plex Sans" panose="020B0503050203000203" pitchFamily="34" charset="0"/>
              </a:rPr>
              <a:t> </a:t>
            </a:r>
          </a:p>
        </p:txBody>
      </p:sp>
      <p:sp>
        <p:nvSpPr>
          <p:cNvPr id="28" name="Google Shape;640;g3b02545ca76_0_381">
            <a:extLst>
              <a:ext uri="{FF2B5EF4-FFF2-40B4-BE49-F238E27FC236}">
                <a16:creationId xmlns:a16="http://schemas.microsoft.com/office/drawing/2014/main" id="{F33DFCF9-1A65-527E-71E5-03F0ADAF7CF1}"/>
              </a:ext>
            </a:extLst>
          </p:cNvPr>
          <p:cNvSpPr txBox="1"/>
          <p:nvPr/>
        </p:nvSpPr>
        <p:spPr>
          <a:xfrm>
            <a:off x="420595" y="6302890"/>
            <a:ext cx="10171205" cy="215444"/>
          </a:xfrm>
          <a:prstGeom prst="rect">
            <a:avLst/>
          </a:prstGeom>
          <a:noFill/>
          <a:ln>
            <a:noFill/>
          </a:ln>
        </p:spPr>
        <p:txBody>
          <a:bodyPr spcFirstLastPara="1" wrap="square" lIns="0" tIns="0" rIns="0" bIns="0" anchor="b" anchorCtr="0">
            <a:spAutoFit/>
          </a:bodyPr>
          <a:lstStyle/>
          <a:p>
            <a:pPr>
              <a:buSzPts val="1000"/>
            </a:pPr>
            <a:r>
              <a:rPr lang="en-US" sz="700" noProof="0">
                <a:solidFill>
                  <a:srgbClr val="7F7F7F"/>
                </a:solidFill>
                <a:latin typeface="IBM Plex Sans"/>
                <a:sym typeface="IBM Plex Sans" panose="020B0503050203000203" pitchFamily="34" charset="0"/>
              </a:rPr>
              <a:t>Sources: (1) </a:t>
            </a:r>
            <a:r>
              <a:rPr lang="en-US" sz="700" noProof="0">
                <a:solidFill>
                  <a:srgbClr val="7F7F7F"/>
                </a:solidFill>
                <a:latin typeface="IBM Plex Sans"/>
                <a:sym typeface="IBM Plex Sans" panose="020B0503050203000203" pitchFamily="34" charset="0"/>
                <a:hlinkClick r:id="rId6">
                  <a:extLst>
                    <a:ext uri="{A12FA001-AC4F-418D-AE19-62706E023703}">
                      <ahyp:hlinkClr xmlns:ahyp="http://schemas.microsoft.com/office/drawing/2018/hyperlinkcolor" val="tx"/>
                    </a:ext>
                  </a:extLst>
                </a:hlinkClick>
              </a:rPr>
              <a:t>Datos</a:t>
            </a:r>
            <a:r>
              <a:rPr lang="en-US" sz="700" noProof="0">
                <a:solidFill>
                  <a:srgbClr val="7F7F7F"/>
                </a:solidFill>
                <a:latin typeface="IBM Plex Sans"/>
                <a:sym typeface="IBM Plex Sans" panose="020B0503050203000203" pitchFamily="34" charset="0"/>
              </a:rPr>
              <a:t>, (2) </a:t>
            </a:r>
            <a:r>
              <a:rPr lang="en-US" sz="700" noProof="0">
                <a:solidFill>
                  <a:srgbClr val="7F7F7F"/>
                </a:solidFill>
                <a:latin typeface="IBM Plex Sans"/>
                <a:sym typeface="IBM Plex Sans" panose="020B0503050203000203" pitchFamily="34" charset="0"/>
                <a:hlinkClick r:id="rId7">
                  <a:extLst>
                    <a:ext uri="{A12FA001-AC4F-418D-AE19-62706E023703}">
                      <ahyp:hlinkClr xmlns:ahyp="http://schemas.microsoft.com/office/drawing/2018/hyperlinkcolor" val="tx"/>
                    </a:ext>
                  </a:extLst>
                </a:hlinkClick>
              </a:rPr>
              <a:t>Search Engine Land</a:t>
            </a:r>
            <a:r>
              <a:rPr lang="en-US" sz="700" noProof="0">
                <a:solidFill>
                  <a:srgbClr val="7F7F7F"/>
                </a:solidFill>
                <a:latin typeface="IBM Plex Sans"/>
                <a:sym typeface="IBM Plex Sans" panose="020B0503050203000203" pitchFamily="34" charset="0"/>
              </a:rPr>
              <a:t> and Google share of market from </a:t>
            </a:r>
            <a:r>
              <a:rPr lang="en-US" sz="700" noProof="0" err="1">
                <a:solidFill>
                  <a:srgbClr val="7F7F7F"/>
                </a:solidFill>
                <a:latin typeface="IBM Plex Sans"/>
                <a:sym typeface="IBM Plex Sans" panose="020B0503050203000203" pitchFamily="34" charset="0"/>
                <a:hlinkClick r:id="rId8">
                  <a:extLst>
                    <a:ext uri="{A12FA001-AC4F-418D-AE19-62706E023703}">
                      <ahyp:hlinkClr xmlns:ahyp="http://schemas.microsoft.com/office/drawing/2018/hyperlinkcolor" val="tx"/>
                    </a:ext>
                  </a:extLst>
                </a:hlinkClick>
              </a:rPr>
              <a:t>Semrush</a:t>
            </a:r>
            <a:r>
              <a:rPr lang="en-US" sz="700" noProof="0">
                <a:solidFill>
                  <a:srgbClr val="7F7F7F"/>
                </a:solidFill>
                <a:latin typeface="IBM Plex Sans"/>
                <a:sym typeface="IBM Plex Sans" panose="020B0503050203000203" pitchFamily="34" charset="0"/>
              </a:rPr>
              <a:t>, (3) Average </a:t>
            </a:r>
            <a:r>
              <a:rPr lang="en-US" sz="700" noProof="0">
                <a:solidFill>
                  <a:srgbClr val="7F7F7F"/>
                </a:solidFill>
                <a:latin typeface="IBM Plex Sans"/>
                <a:ea typeface="IBM Plex Sans"/>
                <a:cs typeface="IBM Plex Sans"/>
                <a:sym typeface="IBM Plex Sans"/>
              </a:rPr>
              <a:t>of  </a:t>
            </a:r>
            <a:r>
              <a:rPr lang="en-US" sz="700" u="sng"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Mordor</a:t>
            </a:r>
            <a:r>
              <a:rPr lang="en-US" sz="700" noProof="0">
                <a:solidFill>
                  <a:srgbClr val="7F7F7F"/>
                </a:solidFill>
                <a:latin typeface="IBM Plex Sans"/>
                <a:ea typeface="IBM Plex Sans"/>
                <a:cs typeface="IBM Plex Sans"/>
                <a:sym typeface="IBM Plex Sans"/>
              </a:rPr>
              <a:t>, 11.8% Revenue CAGR (‘30 vs’25) adjusted to remove revenue increase impact = 6.4% p.a.; </a:t>
            </a:r>
            <a:r>
              <a:rPr lang="en-US" sz="700" u="sng" noProof="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BRI</a:t>
            </a:r>
            <a:r>
              <a:rPr lang="en-US" sz="700" noProof="0">
                <a:solidFill>
                  <a:srgbClr val="7F7F7F"/>
                </a:solidFill>
                <a:latin typeface="IBM Plex Sans"/>
                <a:ea typeface="IBM Plex Sans"/>
                <a:cs typeface="IBM Plex Sans"/>
                <a:sym typeface="IBM Plex Sans"/>
              </a:rPr>
              <a:t>, 11.0% Revenue CAGR (‘30 vs’25) adjusted to remove revenue increase impact = 5.6%</a:t>
            </a:r>
            <a:endParaRPr lang="en-US" sz="700" noProof="0">
              <a:solidFill>
                <a:srgbClr val="7F7F7F"/>
              </a:solidFill>
              <a:latin typeface="IBM Plex Sans"/>
            </a:endParaRPr>
          </a:p>
        </p:txBody>
      </p:sp>
      <p:sp>
        <p:nvSpPr>
          <p:cNvPr id="2" name="Rectangle 1">
            <a:extLst>
              <a:ext uri="{FF2B5EF4-FFF2-40B4-BE49-F238E27FC236}">
                <a16:creationId xmlns:a16="http://schemas.microsoft.com/office/drawing/2014/main" id="{487A862C-60B4-AD8A-E512-B57F0315D53F}"/>
              </a:ext>
            </a:extLst>
          </p:cNvPr>
          <p:cNvSpPr/>
          <p:nvPr/>
        </p:nvSpPr>
        <p:spPr>
          <a:xfrm>
            <a:off x="9889412" y="-12835"/>
            <a:ext cx="2311684"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rPr>
              <a:t>Market Impact</a:t>
            </a:r>
          </a:p>
        </p:txBody>
      </p:sp>
      <p:sp>
        <p:nvSpPr>
          <p:cNvPr id="3" name="Google Shape;747;p55">
            <a:extLst>
              <a:ext uri="{FF2B5EF4-FFF2-40B4-BE49-F238E27FC236}">
                <a16:creationId xmlns:a16="http://schemas.microsoft.com/office/drawing/2014/main" id="{9EBBC830-612A-7DB5-3E89-39A9B43083C9}"/>
              </a:ext>
            </a:extLst>
          </p:cNvPr>
          <p:cNvSpPr txBox="1">
            <a:spLocks/>
          </p:cNvSpPr>
          <p:nvPr/>
        </p:nvSpPr>
        <p:spPr>
          <a:xfrm>
            <a:off x="420688" y="504825"/>
            <a:ext cx="11350625" cy="775597"/>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dk1"/>
              </a:buClr>
              <a:buSzPts val="2800"/>
              <a:buFont typeface="IBM Plex Sans"/>
              <a:buNone/>
              <a:defRPr sz="2800" b="0" i="0" u="none" strike="noStrike" cap="none">
                <a:solidFill>
                  <a:schemeClr val="dk1"/>
                </a:solidFill>
                <a:latin typeface="IBM Plex Sans"/>
                <a:ea typeface="IBM Plex Sans"/>
                <a:cs typeface="IBM Plex Sans"/>
                <a:sym typeface="IBM Plex Sans"/>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r>
              <a:rPr lang="en-US" noProof="0"/>
              <a:t>Updated market model for search growth: from 5.6T searches in 2025 to 7.1T in 2030</a:t>
            </a:r>
          </a:p>
        </p:txBody>
      </p:sp>
      <p:graphicFrame>
        <p:nvGraphicFramePr>
          <p:cNvPr id="19" name="Google Shape;933;g3b2110f3d24_0_616">
            <a:extLst>
              <a:ext uri="{FF2B5EF4-FFF2-40B4-BE49-F238E27FC236}">
                <a16:creationId xmlns:a16="http://schemas.microsoft.com/office/drawing/2014/main" id="{3DFCA623-83D7-8C88-40AD-88BEC64C0344}"/>
              </a:ext>
            </a:extLst>
          </p:cNvPr>
          <p:cNvGraphicFramePr/>
          <p:nvPr>
            <p:extLst>
              <p:ext uri="{D42A27DB-BD31-4B8C-83A1-F6EECF244321}">
                <p14:modId xmlns:p14="http://schemas.microsoft.com/office/powerpoint/2010/main" val="1238448863"/>
              </p:ext>
            </p:extLst>
          </p:nvPr>
        </p:nvGraphicFramePr>
        <p:xfrm>
          <a:off x="433387" y="1409993"/>
          <a:ext cx="9767056" cy="4333890"/>
        </p:xfrm>
        <a:graphic>
          <a:graphicData uri="http://schemas.openxmlformats.org/drawingml/2006/table">
            <a:tbl>
              <a:tblPr>
                <a:noFill/>
                <a:tableStyleId>{16461213-F4DB-495F-93F5-F8E8B3FAFA39}</a:tableStyleId>
              </a:tblPr>
              <a:tblGrid>
                <a:gridCol w="1210218">
                  <a:extLst>
                    <a:ext uri="{9D8B030D-6E8A-4147-A177-3AD203B41FA5}">
                      <a16:colId xmlns:a16="http://schemas.microsoft.com/office/drawing/2014/main" val="20000"/>
                    </a:ext>
                  </a:extLst>
                </a:gridCol>
                <a:gridCol w="2752928">
                  <a:extLst>
                    <a:ext uri="{9D8B030D-6E8A-4147-A177-3AD203B41FA5}">
                      <a16:colId xmlns:a16="http://schemas.microsoft.com/office/drawing/2014/main" val="467141683"/>
                    </a:ext>
                  </a:extLst>
                </a:gridCol>
                <a:gridCol w="2462494">
                  <a:extLst>
                    <a:ext uri="{9D8B030D-6E8A-4147-A177-3AD203B41FA5}">
                      <a16:colId xmlns:a16="http://schemas.microsoft.com/office/drawing/2014/main" val="20001"/>
                    </a:ext>
                  </a:extLst>
                </a:gridCol>
                <a:gridCol w="3341416">
                  <a:extLst>
                    <a:ext uri="{9D8B030D-6E8A-4147-A177-3AD203B41FA5}">
                      <a16:colId xmlns:a16="http://schemas.microsoft.com/office/drawing/2014/main" val="20002"/>
                    </a:ext>
                  </a:extLst>
                </a:gridCol>
              </a:tblGrid>
              <a:tr h="310190">
                <a:tc gridSpan="2">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400" b="1" u="none" strike="noStrike" cap="none" noProof="0">
                          <a:solidFill>
                            <a:schemeClr val="bg1"/>
                          </a:solidFill>
                          <a:latin typeface="IBM Plex Sans" panose="020B0503050203000203" pitchFamily="34" charset="0"/>
                          <a:ea typeface="Calibri"/>
                          <a:cs typeface="Calibri"/>
                          <a:sym typeface="IBM Plex Sans" panose="020B0503050203000203" pitchFamily="34" charset="0"/>
                        </a:rPr>
                        <a:t>Search type</a:t>
                      </a:r>
                    </a:p>
                  </a:txBody>
                  <a:tcPr marL="90000" marR="90000" marT="46800" marB="468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hMerge="1">
                  <a:txBody>
                    <a:bodyPr/>
                    <a:lstStyle/>
                    <a:p>
                      <a:pPr marL="0" marR="0" lvl="0" indent="0" algn="ctr" rtl="0">
                        <a:lnSpc>
                          <a:spcPct val="100000"/>
                        </a:lnSpc>
                        <a:spcBef>
                          <a:spcPts val="0"/>
                        </a:spcBef>
                        <a:spcAft>
                          <a:spcPts val="0"/>
                        </a:spcAft>
                        <a:buClr>
                          <a:srgbClr val="000000"/>
                        </a:buClr>
                        <a:buSzPts val="1200"/>
                        <a:buFont typeface="Arial"/>
                        <a:buNone/>
                      </a:pPr>
                      <a:endParaRPr sz="1400" b="1" i="0" u="none" strike="noStrike" cap="none">
                        <a:solidFill>
                          <a:schemeClr val="bg1"/>
                        </a:solidFill>
                        <a:latin typeface="IBM Plex Sans" panose="020B0503050203000203" pitchFamily="34" charset="0"/>
                        <a:ea typeface="IBM Plex Sans"/>
                        <a:cs typeface="Calibri"/>
                        <a:sym typeface="IBM Plex Sans"/>
                      </a:endParaRPr>
                    </a:p>
                  </a:txBody>
                  <a:tcPr marL="90000" marR="90000" marT="46800" marB="468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400" b="1" i="0" u="none" strike="noStrike" cap="none" noProof="0">
                          <a:solidFill>
                            <a:schemeClr val="bg1"/>
                          </a:solidFill>
                          <a:latin typeface="IBM Plex Sans" panose="020B0503050203000203" pitchFamily="34" charset="0"/>
                          <a:ea typeface="Calibri"/>
                          <a:cs typeface="Calibri"/>
                          <a:sym typeface="IBM Plex Sans" panose="020B0503050203000203" pitchFamily="34" charset="0"/>
                        </a:rPr>
                        <a:t>Volume (Trillions)</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no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1400" b="1" i="0" u="none" strike="noStrike" cap="none" noProof="0">
                        <a:solidFill>
                          <a:schemeClr val="bg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no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356203">
                <a:tc rowSpan="5">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400" b="1" i="0" u="none" strike="noStrike" cap="none" noProof="0">
                          <a:solidFill>
                            <a:schemeClr val="tx1"/>
                          </a:solidFill>
                          <a:latin typeface="IBM Plex Sans"/>
                          <a:ea typeface="Calibri"/>
                          <a:cs typeface="Calibri"/>
                          <a:sym typeface="IBM Plex Sans" panose="020B0503050203000203" pitchFamily="34" charset="0"/>
                        </a:rPr>
                        <a:t>Revenue </a:t>
                      </a:r>
                      <a:r>
                        <a:rPr lang="en-US" sz="1400" b="1" i="0" u="none" strike="noStrike" cap="none" noProof="0">
                          <a:solidFill>
                            <a:schemeClr val="tx1"/>
                          </a:solidFill>
                          <a:latin typeface="IBM Plex Sans"/>
                          <a:ea typeface="Calibri"/>
                          <a:cs typeface="Calibri"/>
                        </a:rPr>
                        <a:t>generating</a:t>
                      </a:r>
                      <a:r>
                        <a:rPr lang="en-US" sz="1400" b="1" i="0" u="none" strike="noStrike" cap="none" baseline="30000" noProof="0">
                          <a:solidFill>
                            <a:schemeClr val="tx1"/>
                          </a:solidFill>
                          <a:latin typeface="IBM Plex Sans"/>
                          <a:ea typeface="Calibri"/>
                          <a:cs typeface="Calibri"/>
                        </a:rPr>
                        <a:t>1</a:t>
                      </a:r>
                      <a:endParaRPr lang="en-US" sz="1400" b="1" i="0" u="none" strike="noStrike" cap="none" baseline="30000" noProof="0">
                        <a:solidFill>
                          <a:schemeClr val="tx1"/>
                        </a:solidFill>
                        <a:latin typeface="IBM Plex Sans" panose="020B0503050203000203" pitchFamily="34" charset="0"/>
                        <a:ea typeface="Calibri"/>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no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FD7A7"/>
                    </a:solidFill>
                  </a:tcPr>
                </a:tc>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lgn="ctr">
                      <a:noFill/>
                      <a:prstDash val="solid"/>
                      <a:round/>
                      <a:headEnd type="none" w="sm" len="sm"/>
                      <a:tailEnd type="none" w="sm" len="sm"/>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12700" cmpd="sng">
                      <a:noFill/>
                      <a:prstDash val="solid"/>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4197914529"/>
                  </a:ext>
                </a:extLst>
              </a:tr>
              <a:tr h="356203">
                <a:tc vMerge="1">
                  <a:txBody>
                    <a:bodyPr/>
                    <a:lstStyle/>
                    <a:p>
                      <a:pPr marL="0" marR="0" lvl="0" indent="0" algn="l" rtl="0">
                        <a:lnSpc>
                          <a:spcPct val="100000"/>
                        </a:lnSpc>
                        <a:spcBef>
                          <a:spcPts val="0"/>
                        </a:spcBef>
                        <a:spcAft>
                          <a:spcPts val="0"/>
                        </a:spcAft>
                        <a:buClr>
                          <a:srgbClr val="000000"/>
                        </a:buClr>
                        <a:buSzPts val="1200"/>
                        <a:buFont typeface="Arial"/>
                        <a:buNone/>
                      </a:pPr>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endPar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lgn="ctr">
                      <a:noFill/>
                      <a:prstDash val="solid"/>
                      <a:round/>
                      <a:headEnd type="none" w="sm" len="sm"/>
                      <a:tailEnd type="none" w="sm" len="sm"/>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12700" cmpd="sng">
                      <a:noFill/>
                      <a:prstDash val="solid"/>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3221163587"/>
                  </a:ext>
                </a:extLst>
              </a:tr>
              <a:tr h="356203">
                <a:tc vMerge="1">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400" b="1" i="0" u="none" strike="noStrike" cap="none" baseline="30000">
                        <a:solidFill>
                          <a:schemeClr val="tx1"/>
                        </a:solidFill>
                        <a:latin typeface="IBM Plex Sans" panose="020B0503050203000203" pitchFamily="34" charset="0"/>
                        <a:ea typeface="Calibri"/>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endPar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lgn="ctr">
                      <a:noFill/>
                      <a:prstDash val="solid"/>
                      <a:round/>
                      <a:headEnd type="none" w="sm" len="sm"/>
                      <a:tailEnd type="none" w="sm" len="sm"/>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12700" cmpd="sng">
                      <a:noFill/>
                      <a:prstDash val="solid"/>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3433416459"/>
                  </a:ext>
                </a:extLst>
              </a:tr>
              <a:tr h="356203">
                <a:tc vMerge="1">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400" b="1" i="0" u="none" strike="noStrike" cap="none" baseline="30000">
                        <a:solidFill>
                          <a:schemeClr val="tx1"/>
                        </a:solidFill>
                        <a:latin typeface="IBM Plex Sans" panose="020B0503050203000203" pitchFamily="34" charset="0"/>
                        <a:ea typeface="Calibri"/>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endPar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lgn="ctr">
                      <a:noFill/>
                      <a:prstDash val="solid"/>
                      <a:round/>
                      <a:headEnd type="none" w="sm" len="sm"/>
                      <a:tailEnd type="none" w="sm" len="sm"/>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12700" cmpd="sng">
                      <a:noFill/>
                      <a:prstDash val="solid"/>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4008408636"/>
                  </a:ext>
                </a:extLst>
              </a:tr>
              <a:tr h="356203">
                <a:tc vMerge="1">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400" b="1" i="0" u="none" strike="noStrike" cap="none" baseline="30000">
                        <a:solidFill>
                          <a:schemeClr val="tx1"/>
                        </a:solidFill>
                        <a:latin typeface="IBM Plex Sans" panose="020B0503050203000203" pitchFamily="34" charset="0"/>
                        <a:ea typeface="Calibri"/>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endPar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lgn="ctr">
                      <a:noFill/>
                      <a:prstDash val="solid"/>
                      <a:round/>
                      <a:headEnd type="none" w="sm" len="sm"/>
                      <a:tailEnd type="none" w="sm" len="sm"/>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tcPr>
                </a:tc>
                <a:tc>
                  <a:txBody>
                    <a:bodyPr/>
                    <a:lstStyle/>
                    <a:p>
                      <a:pPr algn="ctr" rtl="0" fontAlgn="b">
                        <a:buNone/>
                      </a:pPr>
                      <a:endParaRPr lang="en-US" b="1" noProof="0">
                        <a:solidFill>
                          <a:srgbClr val="1F1F1F"/>
                        </a:solidFill>
                        <a:effectLst/>
                        <a:latin typeface="IBM Plex Sans" panose="020B0503050203000203" pitchFamily="34" charset="0"/>
                      </a:endParaRPr>
                    </a:p>
                  </a:txBody>
                  <a:tcPr marL="28575" marR="28575" marT="19050" marB="19050" anchor="ctr">
                    <a:lnL w="12700" cmpd="sng">
                      <a:noFill/>
                      <a:prstDash val="solid"/>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algn="ctr" rtl="0" fontAlgn="b">
                        <a:buNone/>
                      </a:pPr>
                      <a:endParaRPr lang="en-US" b="1"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1815597165"/>
                  </a:ext>
                </a:extLst>
              </a:tr>
              <a:tr h="356203">
                <a:tc rowSpan="5">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400" b="1" i="0" u="none" strike="noStrike" cap="none" noProof="0">
                          <a:solidFill>
                            <a:schemeClr val="tx1"/>
                          </a:solidFill>
                          <a:latin typeface="IBM Plex Sans"/>
                          <a:ea typeface="Calibri"/>
                          <a:cs typeface="Calibri"/>
                          <a:sym typeface="IBM Plex Sans" panose="020B0503050203000203" pitchFamily="34" charset="0"/>
                        </a:rPr>
                        <a:t>Non-revenue </a:t>
                      </a:r>
                      <a:r>
                        <a:rPr lang="en-US" sz="1400" b="1" i="0" u="none" strike="noStrike" cap="none" noProof="0">
                          <a:solidFill>
                            <a:schemeClr val="tx1"/>
                          </a:solidFill>
                          <a:latin typeface="IBM Plex Sans"/>
                          <a:ea typeface="Calibri"/>
                          <a:cs typeface="Calibri"/>
                        </a:rPr>
                        <a:t>generating</a:t>
                      </a:r>
                      <a:r>
                        <a:rPr lang="en-US" sz="1400" b="1" i="0" u="none" strike="noStrike" cap="none" baseline="30000" noProof="0">
                          <a:solidFill>
                            <a:schemeClr val="tx1"/>
                          </a:solidFill>
                          <a:latin typeface="IBM Plex Sans"/>
                          <a:ea typeface="Calibri"/>
                          <a:cs typeface="Calibri"/>
                        </a:rPr>
                        <a:t>1</a:t>
                      </a:r>
                      <a:endParaRPr lang="en-US" sz="1400" b="1" i="0" u="none" strike="noStrike" cap="none" baseline="30000" noProof="0">
                        <a:solidFill>
                          <a:schemeClr val="tx1"/>
                        </a:solidFill>
                        <a:latin typeface="IBM Plex Sans" panose="020B0503050203000203" pitchFamily="34" charset="0"/>
                        <a:ea typeface="Calibri"/>
                        <a:cs typeface="Calibri"/>
                        <a:sym typeface="IBM Plex Sans" panose="020B0503050203000203" pitchFamily="34" charset="0"/>
                      </a:endParaRPr>
                    </a:p>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400" b="1" i="0" u="none" strike="noStrike" cap="none" baseline="30000" noProof="0">
                        <a:solidFill>
                          <a:schemeClr val="tx1"/>
                        </a:solidFill>
                        <a:latin typeface="IBM Plex Sans" panose="020B0503050203000203" pitchFamily="34" charset="0"/>
                        <a:ea typeface="Calibri"/>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no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noFill/>
                      <a:prstDash val="solid"/>
                      <a:round/>
                      <a:headEnd type="none" w="sm" len="sm"/>
                      <a:tailEnd type="none" w="sm" len="sm"/>
                    </a:lnB>
                    <a:solidFill>
                      <a:srgbClr val="7FD7A7"/>
                    </a:solidFill>
                  </a:tcPr>
                </a:tc>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2694837286"/>
                  </a:ext>
                </a:extLst>
              </a:tr>
              <a:tr h="356203">
                <a:tc vMerge="1">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400" b="1" i="0" u="none" strike="noStrike" cap="none">
                        <a:solidFill>
                          <a:schemeClr val="tx1"/>
                        </a:solidFill>
                        <a:latin typeface="IBM Plex Sans" panose="020B0503050203000203" pitchFamily="34" charset="0"/>
                        <a:ea typeface="Calibri"/>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endPar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2160148852"/>
                  </a:ext>
                </a:extLst>
              </a:tr>
              <a:tr h="356203">
                <a:tc vMerge="1">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400" b="1" i="0" u="none" strike="noStrike" cap="none">
                        <a:solidFill>
                          <a:schemeClr val="tx1"/>
                        </a:solidFill>
                        <a:latin typeface="IBM Plex Sans" panose="020B0503050203000203" pitchFamily="34" charset="0"/>
                        <a:ea typeface="Calibri"/>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endPar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3836293776"/>
                  </a:ext>
                </a:extLst>
              </a:tr>
              <a:tr h="356203">
                <a:tc vMerge="1">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400" b="1" i="0" u="none" strike="noStrike" cap="none">
                        <a:solidFill>
                          <a:schemeClr val="tx1"/>
                        </a:solidFill>
                        <a:latin typeface="IBM Plex Sans" panose="020B0503050203000203" pitchFamily="34" charset="0"/>
                        <a:ea typeface="Calibri"/>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endPar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algn="ctr" rtl="0" fontAlgn="b">
                        <a:buNone/>
                      </a:pPr>
                      <a:endParaRPr lang="en-US" b="0"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1721184889"/>
                  </a:ext>
                </a:extLst>
              </a:tr>
              <a:tr h="356203">
                <a:tc vMerge="1">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400" b="1" i="0" u="none" strike="noStrike" cap="none">
                        <a:solidFill>
                          <a:schemeClr val="tx1"/>
                        </a:solidFill>
                        <a:latin typeface="IBM Plex Sans" panose="020B0503050203000203" pitchFamily="34" charset="0"/>
                        <a:ea typeface="Calibri"/>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endPar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tcPr>
                </a:tc>
                <a:tc>
                  <a:txBody>
                    <a:bodyPr/>
                    <a:lstStyle/>
                    <a:p>
                      <a:pPr algn="ctr" rtl="0" fontAlgn="b">
                        <a:buNone/>
                      </a:pPr>
                      <a:endParaRPr lang="en-US" b="1"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algn="ctr" rtl="0" fontAlgn="b">
                        <a:buNone/>
                      </a:pPr>
                      <a:endParaRPr lang="en-US" b="1" noProof="0">
                        <a:solidFill>
                          <a:srgbClr val="1F1F1F"/>
                        </a:solidFill>
                        <a:effectLst/>
                        <a:latin typeface="IBM Plex Sans" panose="020B0503050203000203" pitchFamily="34" charset="0"/>
                      </a:endParaRPr>
                    </a:p>
                  </a:txBody>
                  <a:tcPr marL="28575" marR="28575"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3734932656"/>
                  </a:ext>
                </a:extLst>
              </a:tr>
              <a:tr h="461670">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400" b="1" i="0" u="none" strike="noStrike" cap="none" noProof="0">
                          <a:solidFill>
                            <a:schemeClr val="tx1"/>
                          </a:solidFill>
                          <a:latin typeface="IBM Plex Sans"/>
                          <a:ea typeface="Calibri"/>
                          <a:cs typeface="Calibri"/>
                        </a:rPr>
                        <a:t>Total</a:t>
                      </a:r>
                      <a:r>
                        <a:rPr lang="en-US" sz="1400" b="1" i="0" u="none" strike="noStrike" cap="none" baseline="30000" noProof="0">
                          <a:solidFill>
                            <a:schemeClr val="tx1"/>
                          </a:solidFill>
                          <a:latin typeface="IBM Plex Sans"/>
                          <a:ea typeface="Calibri"/>
                          <a:cs typeface="Calibri"/>
                        </a:rPr>
                        <a:t>2</a:t>
                      </a:r>
                      <a:endParaRPr lang="en-US" sz="1400" b="1" i="0" u="none" strike="noStrike" cap="none" baseline="30000" noProof="0">
                        <a:solidFill>
                          <a:schemeClr val="tx1"/>
                        </a:solidFill>
                        <a:latin typeface="IBM Plex Sans" panose="020B0503050203000203" pitchFamily="34" charset="0"/>
                        <a:cs typeface="Calibri"/>
                        <a:sym typeface="IBM Plex Sans" panose="020B0503050203000203" pitchFamily="34" charset="0"/>
                      </a:endParaRPr>
                    </a:p>
                  </a:txBody>
                  <a:tcPr marL="28575" marR="28575" marT="19050" marB="19050" anchor="ctr">
                    <a:lnL w="9525" cap="flat" cmpd="sng">
                      <a:noFill/>
                      <a:prstDash val="solid"/>
                      <a:round/>
                      <a:headEnd type="none" w="sm" len="sm"/>
                      <a:tailEnd type="none" w="sm" len="sm"/>
                    </a:lnL>
                    <a:lnR w="9525" cap="flat" cmpd="sng" algn="ctr">
                      <a:noFill/>
                      <a:prstDash val="solid"/>
                      <a:round/>
                      <a:headEnd type="none" w="sm" len="sm"/>
                      <a:tailEnd type="none" w="sm" len="sm"/>
                    </a:lnR>
                    <a:lnT w="9525"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lang="en-US" b="1" noProof="0">
                          <a:solidFill>
                            <a:srgbClr val="1F1F1F"/>
                          </a:solidFill>
                          <a:effectLst/>
                          <a:latin typeface="IBM Plex Sans" panose="020B0503050203000203" pitchFamily="34" charset="0"/>
                        </a:rPr>
                        <a:t>2025: 5.6T</a:t>
                      </a:r>
                    </a:p>
                  </a:txBody>
                  <a:tcPr marL="28575" marR="28575" marT="19050" marB="19050" anchor="ctr">
                    <a:lnL w="9525" cap="flat" cmpd="sng">
                      <a:noFill/>
                      <a:prstDash val="solid"/>
                      <a:round/>
                      <a:headEnd type="none" w="sm" len="sm"/>
                      <a:tailEnd type="none" w="sm" len="sm"/>
                    </a:lnL>
                    <a:lnR w="9525" cap="flat" cmpd="sng" algn="ctr">
                      <a:noFill/>
                      <a:prstDash val="solid"/>
                      <a:round/>
                      <a:headEnd type="none" w="sm" len="sm"/>
                      <a:tailEnd type="none" w="sm" len="sm"/>
                    </a:lnR>
                    <a:lnT w="9525"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noFill/>
                  </a:tcPr>
                </a:tc>
                <a:tc>
                  <a:txBody>
                    <a:bodyPr/>
                    <a:lstStyle/>
                    <a:p>
                      <a:pPr algn="l" rtl="0" fontAlgn="b">
                        <a:buNone/>
                      </a:pPr>
                      <a:endParaRPr lang="en-US" b="1" noProof="0">
                        <a:solidFill>
                          <a:srgbClr val="1F1F1F"/>
                        </a:solidFill>
                        <a:effectLst/>
                        <a:latin typeface="IBM Plex Sans" panose="020B0503050203000203" pitchFamily="34" charset="0"/>
                      </a:endParaRPr>
                    </a:p>
                  </a:txBody>
                  <a:tcPr marL="28575" marR="28575" marT="19050" marB="19050"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lgn="ctr">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tcPr>
                </a:tc>
                <a:tc>
                  <a:txBody>
                    <a:bodyPr/>
                    <a:lstStyle/>
                    <a:p>
                      <a:pPr algn="ctr"/>
                      <a:r>
                        <a:rPr lang="en-US" b="1" noProof="0"/>
                        <a:t>2030: 7.1T</a:t>
                      </a:r>
                    </a:p>
                  </a:txBody>
                  <a:tcPr marL="28575" marR="28575" marT="19050" marB="19050"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lgn="ctr">
                      <a:noFill/>
                      <a:prstDash val="solid"/>
                      <a:round/>
                      <a:headEnd type="none" w="sm" len="sm"/>
                      <a:tailEnd type="none" w="sm" len="sm"/>
                    </a:lnT>
                    <a:lnB w="9525" cap="flat" cmpd="sng">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10001"/>
                  </a:ext>
                </a:extLst>
              </a:tr>
            </a:tbl>
          </a:graphicData>
        </a:graphic>
      </p:graphicFrame>
      <p:graphicFrame>
        <p:nvGraphicFramePr>
          <p:cNvPr id="6" name="Gráfico 5">
            <a:extLst>
              <a:ext uri="{FF2B5EF4-FFF2-40B4-BE49-F238E27FC236}">
                <a16:creationId xmlns:a16="http://schemas.microsoft.com/office/drawing/2014/main" id="{5D83876E-D614-9C48-CBC6-99927F3AD622}"/>
              </a:ext>
            </a:extLst>
          </p:cNvPr>
          <p:cNvGraphicFramePr/>
          <p:nvPr/>
        </p:nvGraphicFramePr>
        <p:xfrm>
          <a:off x="1680761" y="3584103"/>
          <a:ext cx="7987022" cy="167520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8" name="Gráfico 7">
            <a:extLst>
              <a:ext uri="{FF2B5EF4-FFF2-40B4-BE49-F238E27FC236}">
                <a16:creationId xmlns:a16="http://schemas.microsoft.com/office/drawing/2014/main" id="{14B5A281-B375-A40E-8C23-64A7BE9AAE3C}"/>
              </a:ext>
            </a:extLst>
          </p:cNvPr>
          <p:cNvGraphicFramePr/>
          <p:nvPr/>
        </p:nvGraphicFramePr>
        <p:xfrm>
          <a:off x="1680761" y="1753796"/>
          <a:ext cx="7987022" cy="1675204"/>
        </p:xfrm>
        <a:graphic>
          <a:graphicData uri="http://schemas.openxmlformats.org/drawingml/2006/chart">
            <c:chart xmlns:c="http://schemas.openxmlformats.org/drawingml/2006/chart" xmlns:r="http://schemas.openxmlformats.org/officeDocument/2006/relationships" r:id="rId12"/>
          </a:graphicData>
        </a:graphic>
      </p:graphicFrame>
      <p:sp>
        <p:nvSpPr>
          <p:cNvPr id="11" name="Rectangle 767">
            <a:extLst>
              <a:ext uri="{FF2B5EF4-FFF2-40B4-BE49-F238E27FC236}">
                <a16:creationId xmlns:a16="http://schemas.microsoft.com/office/drawing/2014/main" id="{41F91587-7B7B-2AA8-544E-CAE30EC4A7AC}"/>
              </a:ext>
            </a:extLst>
          </p:cNvPr>
          <p:cNvSpPr/>
          <p:nvPr/>
        </p:nvSpPr>
        <p:spPr>
          <a:xfrm>
            <a:off x="10525848" y="1855138"/>
            <a:ext cx="270665" cy="170007"/>
          </a:xfrm>
          <a:prstGeom prst="rect">
            <a:avLst/>
          </a:prstGeom>
          <a:solidFill>
            <a:srgbClr val="FF9900"/>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b="1" noProof="0" dirty="0">
                <a:solidFill>
                  <a:schemeClr val="tx1"/>
                </a:solidFill>
                <a:latin typeface="IBM Plex Sans" panose="020B0503050203000203" pitchFamily="34" charset="0"/>
              </a:rPr>
              <a:t>US Desktop</a:t>
            </a:r>
          </a:p>
        </p:txBody>
      </p:sp>
      <p:sp>
        <p:nvSpPr>
          <p:cNvPr id="12" name="Rectangle 767">
            <a:extLst>
              <a:ext uri="{FF2B5EF4-FFF2-40B4-BE49-F238E27FC236}">
                <a16:creationId xmlns:a16="http://schemas.microsoft.com/office/drawing/2014/main" id="{B901100E-A597-7DD2-27F9-51D101461F23}"/>
              </a:ext>
            </a:extLst>
          </p:cNvPr>
          <p:cNvSpPr/>
          <p:nvPr/>
        </p:nvSpPr>
        <p:spPr>
          <a:xfrm>
            <a:off x="10525847" y="2152187"/>
            <a:ext cx="270665" cy="170007"/>
          </a:xfrm>
          <a:prstGeom prst="rect">
            <a:avLst/>
          </a:prstGeom>
          <a:solidFill>
            <a:srgbClr val="00D4FF"/>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b="1" noProof="0" dirty="0" err="1">
                <a:solidFill>
                  <a:schemeClr val="tx1"/>
                </a:solidFill>
                <a:latin typeface="IBM Plex Sans" panose="020B0503050203000203" pitchFamily="34" charset="0"/>
              </a:rPr>
              <a:t>RoW</a:t>
            </a:r>
            <a:r>
              <a:rPr lang="en-US" sz="1200" b="1" noProof="0" dirty="0">
                <a:solidFill>
                  <a:schemeClr val="tx1"/>
                </a:solidFill>
                <a:latin typeface="IBM Plex Sans" panose="020B0503050203000203" pitchFamily="34" charset="0"/>
              </a:rPr>
              <a:t> Desktop</a:t>
            </a:r>
          </a:p>
        </p:txBody>
      </p:sp>
      <p:sp>
        <p:nvSpPr>
          <p:cNvPr id="13" name="Rectangle 767">
            <a:extLst>
              <a:ext uri="{FF2B5EF4-FFF2-40B4-BE49-F238E27FC236}">
                <a16:creationId xmlns:a16="http://schemas.microsoft.com/office/drawing/2014/main" id="{FEDBE398-313C-CCC9-EC05-38B6280A3B57}"/>
              </a:ext>
            </a:extLst>
          </p:cNvPr>
          <p:cNvSpPr/>
          <p:nvPr/>
        </p:nvSpPr>
        <p:spPr>
          <a:xfrm>
            <a:off x="10525847" y="2437661"/>
            <a:ext cx="270665" cy="170007"/>
          </a:xfrm>
          <a:prstGeom prst="rect">
            <a:avLst/>
          </a:prstGeom>
          <a:solidFill>
            <a:srgbClr val="FFCC0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b="1" noProof="0">
                <a:solidFill>
                  <a:schemeClr val="tx1"/>
                </a:solidFill>
                <a:latin typeface="IBM Plex Sans" panose="020B0503050203000203" pitchFamily="34" charset="0"/>
              </a:rPr>
              <a:t>US Mobile</a:t>
            </a:r>
          </a:p>
        </p:txBody>
      </p:sp>
      <p:sp>
        <p:nvSpPr>
          <p:cNvPr id="14" name="Rectangle 767">
            <a:extLst>
              <a:ext uri="{FF2B5EF4-FFF2-40B4-BE49-F238E27FC236}">
                <a16:creationId xmlns:a16="http://schemas.microsoft.com/office/drawing/2014/main" id="{0B917080-138A-3BCD-1194-E957112269FE}"/>
              </a:ext>
            </a:extLst>
          </p:cNvPr>
          <p:cNvSpPr/>
          <p:nvPr/>
        </p:nvSpPr>
        <p:spPr>
          <a:xfrm>
            <a:off x="10536610" y="2723135"/>
            <a:ext cx="270665" cy="170007"/>
          </a:xfrm>
          <a:prstGeom prst="rect">
            <a:avLst/>
          </a:prstGeom>
          <a:solidFill>
            <a:srgbClr val="A26DFF"/>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b="1" noProof="0" err="1">
                <a:solidFill>
                  <a:schemeClr val="tx1"/>
                </a:solidFill>
                <a:latin typeface="IBM Plex Sans" panose="020B0503050203000203" pitchFamily="34" charset="0"/>
              </a:rPr>
              <a:t>RoW</a:t>
            </a:r>
            <a:r>
              <a:rPr lang="en-US" sz="1200" b="1" noProof="0">
                <a:solidFill>
                  <a:schemeClr val="tx1"/>
                </a:solidFill>
                <a:latin typeface="IBM Plex Sans" panose="020B0503050203000203" pitchFamily="34" charset="0"/>
              </a:rPr>
              <a:t> Mobile</a:t>
            </a:r>
          </a:p>
        </p:txBody>
      </p:sp>
      <p:sp>
        <p:nvSpPr>
          <p:cNvPr id="15" name="Rectangle 767">
            <a:extLst>
              <a:ext uri="{FF2B5EF4-FFF2-40B4-BE49-F238E27FC236}">
                <a16:creationId xmlns:a16="http://schemas.microsoft.com/office/drawing/2014/main" id="{002A85EA-BD8D-91DF-B8E8-42355C62857F}"/>
              </a:ext>
            </a:extLst>
          </p:cNvPr>
          <p:cNvSpPr/>
          <p:nvPr/>
        </p:nvSpPr>
        <p:spPr>
          <a:xfrm>
            <a:off x="10536609" y="2985458"/>
            <a:ext cx="270665" cy="170007"/>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b="1" noProof="0">
                <a:solidFill>
                  <a:schemeClr val="tx1"/>
                </a:solidFill>
                <a:latin typeface="IBM Plex Sans" panose="020B0503050203000203" pitchFamily="34" charset="0"/>
              </a:rPr>
              <a:t>Total</a:t>
            </a:r>
          </a:p>
        </p:txBody>
      </p:sp>
      <p:sp>
        <p:nvSpPr>
          <p:cNvPr id="16" name="CaixaDeTexto 15">
            <a:extLst>
              <a:ext uri="{FF2B5EF4-FFF2-40B4-BE49-F238E27FC236}">
                <a16:creationId xmlns:a16="http://schemas.microsoft.com/office/drawing/2014/main" id="{984A25B6-4291-0B1A-A21D-1954525D326B}"/>
              </a:ext>
            </a:extLst>
          </p:cNvPr>
          <p:cNvSpPr txBox="1"/>
          <p:nvPr/>
        </p:nvSpPr>
        <p:spPr>
          <a:xfrm>
            <a:off x="10601926" y="1468170"/>
            <a:ext cx="868101" cy="276999"/>
          </a:xfrm>
          <a:prstGeom prst="rect">
            <a:avLst/>
          </a:prstGeom>
          <a:noFill/>
        </p:spPr>
        <p:txBody>
          <a:bodyPr wrap="square" rtlCol="0">
            <a:spAutoFit/>
          </a:bodyPr>
          <a:lstStyle/>
          <a:p>
            <a:r>
              <a:rPr lang="en-US" sz="1200" b="1" noProof="0">
                <a:latin typeface="IBM Plex Sans" panose="020B0503050203000203" pitchFamily="34" charset="0"/>
              </a:rPr>
              <a:t>Legend:</a:t>
            </a:r>
          </a:p>
        </p:txBody>
      </p:sp>
      <p:sp>
        <p:nvSpPr>
          <p:cNvPr id="17" name="CaixaDeTexto 16">
            <a:extLst>
              <a:ext uri="{FF2B5EF4-FFF2-40B4-BE49-F238E27FC236}">
                <a16:creationId xmlns:a16="http://schemas.microsoft.com/office/drawing/2014/main" id="{6CEA7475-8A7A-AA80-BADF-C91A3BE9F257}"/>
              </a:ext>
            </a:extLst>
          </p:cNvPr>
          <p:cNvSpPr txBox="1"/>
          <p:nvPr/>
        </p:nvSpPr>
        <p:spPr>
          <a:xfrm>
            <a:off x="9244552" y="2031232"/>
            <a:ext cx="539023" cy="297004"/>
          </a:xfrm>
          <a:prstGeom prst="rect">
            <a:avLst/>
          </a:prstGeom>
          <a:noFill/>
        </p:spPr>
        <p:txBody>
          <a:bodyPr wrap="square" rtlCol="0">
            <a:spAutoFit/>
          </a:bodyPr>
          <a:lstStyle/>
          <a:p>
            <a:pPr algn="ctr"/>
            <a:r>
              <a:rPr lang="en-US" sz="1330" b="1" noProof="0">
                <a:latin typeface="IBM Plex Sans" panose="020B0503050203000203" pitchFamily="34" charset="0"/>
              </a:rPr>
              <a:t>1.1</a:t>
            </a:r>
          </a:p>
        </p:txBody>
      </p:sp>
      <p:sp>
        <p:nvSpPr>
          <p:cNvPr id="18" name="CaixaDeTexto 17">
            <a:extLst>
              <a:ext uri="{FF2B5EF4-FFF2-40B4-BE49-F238E27FC236}">
                <a16:creationId xmlns:a16="http://schemas.microsoft.com/office/drawing/2014/main" id="{E6D6EF7C-0579-270C-22E6-3A890601D577}"/>
              </a:ext>
            </a:extLst>
          </p:cNvPr>
          <p:cNvSpPr txBox="1"/>
          <p:nvPr/>
        </p:nvSpPr>
        <p:spPr>
          <a:xfrm>
            <a:off x="9244552" y="2854293"/>
            <a:ext cx="539023" cy="297004"/>
          </a:xfrm>
          <a:prstGeom prst="rect">
            <a:avLst/>
          </a:prstGeom>
          <a:noFill/>
        </p:spPr>
        <p:txBody>
          <a:bodyPr wrap="square" rtlCol="0">
            <a:spAutoFit/>
          </a:bodyPr>
          <a:lstStyle/>
          <a:p>
            <a:pPr algn="ctr"/>
            <a:r>
              <a:rPr lang="en-US" sz="1330" b="1" noProof="0">
                <a:latin typeface="IBM Plex Sans" panose="020B0503050203000203" pitchFamily="34" charset="0"/>
              </a:rPr>
              <a:t>1.5</a:t>
            </a:r>
          </a:p>
        </p:txBody>
      </p:sp>
      <p:sp>
        <p:nvSpPr>
          <p:cNvPr id="20" name="CaixaDeTexto 19">
            <a:extLst>
              <a:ext uri="{FF2B5EF4-FFF2-40B4-BE49-F238E27FC236}">
                <a16:creationId xmlns:a16="http://schemas.microsoft.com/office/drawing/2014/main" id="{342B7316-29D1-7556-42B6-6C3CAB151E8E}"/>
              </a:ext>
            </a:extLst>
          </p:cNvPr>
          <p:cNvSpPr txBox="1"/>
          <p:nvPr/>
        </p:nvSpPr>
        <p:spPr>
          <a:xfrm>
            <a:off x="9244552" y="3880953"/>
            <a:ext cx="539023" cy="297004"/>
          </a:xfrm>
          <a:prstGeom prst="rect">
            <a:avLst/>
          </a:prstGeom>
          <a:noFill/>
        </p:spPr>
        <p:txBody>
          <a:bodyPr wrap="square" rtlCol="0">
            <a:spAutoFit/>
          </a:bodyPr>
          <a:lstStyle/>
          <a:p>
            <a:pPr algn="ctr"/>
            <a:r>
              <a:rPr lang="en-US" sz="1330" b="1" noProof="0">
                <a:latin typeface="IBM Plex Sans" panose="020B0503050203000203" pitchFamily="34" charset="0"/>
              </a:rPr>
              <a:t>4.5</a:t>
            </a:r>
          </a:p>
        </p:txBody>
      </p:sp>
      <p:sp>
        <p:nvSpPr>
          <p:cNvPr id="23" name="CaixaDeTexto 22">
            <a:extLst>
              <a:ext uri="{FF2B5EF4-FFF2-40B4-BE49-F238E27FC236}">
                <a16:creationId xmlns:a16="http://schemas.microsoft.com/office/drawing/2014/main" id="{8ADCD102-9084-2BB9-F542-CAA8213C410E}"/>
              </a:ext>
            </a:extLst>
          </p:cNvPr>
          <p:cNvSpPr txBox="1"/>
          <p:nvPr/>
        </p:nvSpPr>
        <p:spPr>
          <a:xfrm>
            <a:off x="9244552" y="4700529"/>
            <a:ext cx="539023" cy="297004"/>
          </a:xfrm>
          <a:prstGeom prst="rect">
            <a:avLst/>
          </a:prstGeom>
          <a:noFill/>
        </p:spPr>
        <p:txBody>
          <a:bodyPr wrap="square" rtlCol="0">
            <a:spAutoFit/>
          </a:bodyPr>
          <a:lstStyle/>
          <a:p>
            <a:pPr algn="ctr"/>
            <a:r>
              <a:rPr lang="en-US" sz="1330" b="1" noProof="0">
                <a:latin typeface="IBM Plex Sans" panose="020B0503050203000203" pitchFamily="34" charset="0"/>
              </a:rPr>
              <a:t>5.6</a:t>
            </a:r>
          </a:p>
        </p:txBody>
      </p:sp>
      <p:sp>
        <p:nvSpPr>
          <p:cNvPr id="26" name="TextBox 16">
            <a:extLst>
              <a:ext uri="{FF2B5EF4-FFF2-40B4-BE49-F238E27FC236}">
                <a16:creationId xmlns:a16="http://schemas.microsoft.com/office/drawing/2014/main" id="{A93C4A05-472D-040B-8852-437D495EFEF4}"/>
              </a:ext>
            </a:extLst>
          </p:cNvPr>
          <p:cNvSpPr txBox="1"/>
          <p:nvPr/>
        </p:nvSpPr>
        <p:spPr>
          <a:xfrm>
            <a:off x="2256326" y="2376025"/>
            <a:ext cx="552566" cy="369332"/>
          </a:xfrm>
          <a:prstGeom prst="rect">
            <a:avLst/>
          </a:prstGeom>
          <a:noFill/>
        </p:spPr>
        <p:txBody>
          <a:bodyPr wrap="square" rtlCol="0">
            <a:spAutoFit/>
          </a:bodyPr>
          <a:lstStyle/>
          <a:p>
            <a:pPr algn="ctr"/>
            <a:r>
              <a:rPr lang="en-US" sz="900" b="1" noProof="0">
                <a:solidFill>
                  <a:srgbClr val="FF9900"/>
                </a:solidFill>
                <a:latin typeface="IBM Plex Sans" panose="020B0503050203000203" pitchFamily="34" charset="0"/>
              </a:rPr>
              <a:t>4.5% p.a.</a:t>
            </a:r>
          </a:p>
        </p:txBody>
      </p:sp>
      <p:cxnSp>
        <p:nvCxnSpPr>
          <p:cNvPr id="31" name="Conector Reto 30">
            <a:extLst>
              <a:ext uri="{FF2B5EF4-FFF2-40B4-BE49-F238E27FC236}">
                <a16:creationId xmlns:a16="http://schemas.microsoft.com/office/drawing/2014/main" id="{A18B561D-B936-4953-95A6-BFE470CDB969}"/>
              </a:ext>
            </a:extLst>
          </p:cNvPr>
          <p:cNvCxnSpPr>
            <a:cxnSpLocks/>
          </p:cNvCxnSpPr>
          <p:nvPr/>
        </p:nvCxnSpPr>
        <p:spPr>
          <a:xfrm>
            <a:off x="2759925" y="2327374"/>
            <a:ext cx="85391" cy="51107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3" name="TextBox 16">
            <a:extLst>
              <a:ext uri="{FF2B5EF4-FFF2-40B4-BE49-F238E27FC236}">
                <a16:creationId xmlns:a16="http://schemas.microsoft.com/office/drawing/2014/main" id="{6E335A8E-F5E3-9B36-5BAB-5A8549C7E3A8}"/>
              </a:ext>
            </a:extLst>
          </p:cNvPr>
          <p:cNvSpPr txBox="1"/>
          <p:nvPr/>
        </p:nvSpPr>
        <p:spPr>
          <a:xfrm>
            <a:off x="3457309" y="2376025"/>
            <a:ext cx="552566" cy="369332"/>
          </a:xfrm>
          <a:prstGeom prst="rect">
            <a:avLst/>
          </a:prstGeom>
          <a:noFill/>
        </p:spPr>
        <p:txBody>
          <a:bodyPr wrap="square" rtlCol="0">
            <a:spAutoFit/>
          </a:bodyPr>
          <a:lstStyle/>
          <a:p>
            <a:pPr algn="ctr"/>
            <a:r>
              <a:rPr lang="en-US" sz="900" b="1" noProof="0">
                <a:solidFill>
                  <a:srgbClr val="00D4FF"/>
                </a:solidFill>
                <a:latin typeface="IBM Plex Sans" panose="020B0503050203000203" pitchFamily="34" charset="0"/>
              </a:rPr>
              <a:t>5.1% p.a.</a:t>
            </a:r>
          </a:p>
        </p:txBody>
      </p:sp>
      <p:sp>
        <p:nvSpPr>
          <p:cNvPr id="34" name="TextBox 16">
            <a:extLst>
              <a:ext uri="{FF2B5EF4-FFF2-40B4-BE49-F238E27FC236}">
                <a16:creationId xmlns:a16="http://schemas.microsoft.com/office/drawing/2014/main" id="{07DD1B9D-7CD4-0FA5-1ABF-2D5744CFF262}"/>
              </a:ext>
            </a:extLst>
          </p:cNvPr>
          <p:cNvSpPr txBox="1"/>
          <p:nvPr/>
        </p:nvSpPr>
        <p:spPr>
          <a:xfrm>
            <a:off x="4559393" y="2376025"/>
            <a:ext cx="552566" cy="369332"/>
          </a:xfrm>
          <a:prstGeom prst="rect">
            <a:avLst/>
          </a:prstGeom>
          <a:noFill/>
        </p:spPr>
        <p:txBody>
          <a:bodyPr wrap="square" rtlCol="0">
            <a:spAutoFit/>
          </a:bodyPr>
          <a:lstStyle/>
          <a:p>
            <a:pPr algn="ctr"/>
            <a:r>
              <a:rPr lang="en-US" sz="900" b="1" noProof="0">
                <a:solidFill>
                  <a:srgbClr val="FFCC01"/>
                </a:solidFill>
                <a:latin typeface="IBM Plex Sans" panose="020B0503050203000203" pitchFamily="34" charset="0"/>
              </a:rPr>
              <a:t>5.8% p.a.</a:t>
            </a:r>
          </a:p>
        </p:txBody>
      </p:sp>
      <p:sp>
        <p:nvSpPr>
          <p:cNvPr id="35" name="TextBox 16">
            <a:extLst>
              <a:ext uri="{FF2B5EF4-FFF2-40B4-BE49-F238E27FC236}">
                <a16:creationId xmlns:a16="http://schemas.microsoft.com/office/drawing/2014/main" id="{FDD70019-90BD-2C63-4C0D-1161340B695D}"/>
              </a:ext>
            </a:extLst>
          </p:cNvPr>
          <p:cNvSpPr txBox="1"/>
          <p:nvPr/>
        </p:nvSpPr>
        <p:spPr>
          <a:xfrm>
            <a:off x="6640703" y="2376025"/>
            <a:ext cx="552566" cy="369332"/>
          </a:xfrm>
          <a:prstGeom prst="rect">
            <a:avLst/>
          </a:prstGeom>
          <a:noFill/>
        </p:spPr>
        <p:txBody>
          <a:bodyPr wrap="square" rtlCol="0">
            <a:spAutoFit/>
          </a:bodyPr>
          <a:lstStyle/>
          <a:p>
            <a:pPr algn="ctr"/>
            <a:r>
              <a:rPr lang="en-US" sz="900" b="1" noProof="0">
                <a:solidFill>
                  <a:srgbClr val="A26DFF"/>
                </a:solidFill>
                <a:latin typeface="IBM Plex Sans" panose="020B0503050203000203" pitchFamily="34" charset="0"/>
              </a:rPr>
              <a:t>6.7% p.a.</a:t>
            </a:r>
          </a:p>
        </p:txBody>
      </p:sp>
      <p:cxnSp>
        <p:nvCxnSpPr>
          <p:cNvPr id="38" name="Conector Reto 37">
            <a:extLst>
              <a:ext uri="{FF2B5EF4-FFF2-40B4-BE49-F238E27FC236}">
                <a16:creationId xmlns:a16="http://schemas.microsoft.com/office/drawing/2014/main" id="{4D44DB52-DC4C-A200-1602-64716AA5B228}"/>
              </a:ext>
            </a:extLst>
          </p:cNvPr>
          <p:cNvCxnSpPr>
            <a:cxnSpLocks/>
          </p:cNvCxnSpPr>
          <p:nvPr/>
        </p:nvCxnSpPr>
        <p:spPr>
          <a:xfrm>
            <a:off x="4245545" y="2327374"/>
            <a:ext cx="500037" cy="51107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2" name="Conector Reto 41">
            <a:extLst>
              <a:ext uri="{FF2B5EF4-FFF2-40B4-BE49-F238E27FC236}">
                <a16:creationId xmlns:a16="http://schemas.microsoft.com/office/drawing/2014/main" id="{A7290211-8A7F-72A1-5895-5F1440BA222F}"/>
              </a:ext>
            </a:extLst>
          </p:cNvPr>
          <p:cNvCxnSpPr>
            <a:cxnSpLocks/>
          </p:cNvCxnSpPr>
          <p:nvPr/>
        </p:nvCxnSpPr>
        <p:spPr>
          <a:xfrm>
            <a:off x="4877884" y="2327374"/>
            <a:ext cx="701359" cy="51107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4" name="Conector Reto 43">
            <a:extLst>
              <a:ext uri="{FF2B5EF4-FFF2-40B4-BE49-F238E27FC236}">
                <a16:creationId xmlns:a16="http://schemas.microsoft.com/office/drawing/2014/main" id="{360D1CDD-FB2A-8961-5B19-FA7807E353FE}"/>
              </a:ext>
            </a:extLst>
          </p:cNvPr>
          <p:cNvCxnSpPr>
            <a:cxnSpLocks/>
          </p:cNvCxnSpPr>
          <p:nvPr/>
        </p:nvCxnSpPr>
        <p:spPr>
          <a:xfrm>
            <a:off x="7454033" y="2327374"/>
            <a:ext cx="1659869" cy="51107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5" name="Conector Reto 54">
            <a:extLst>
              <a:ext uri="{FF2B5EF4-FFF2-40B4-BE49-F238E27FC236}">
                <a16:creationId xmlns:a16="http://schemas.microsoft.com/office/drawing/2014/main" id="{4D07CD51-5678-63DC-6920-487E6BB18471}"/>
              </a:ext>
            </a:extLst>
          </p:cNvPr>
          <p:cNvCxnSpPr>
            <a:cxnSpLocks/>
          </p:cNvCxnSpPr>
          <p:nvPr/>
        </p:nvCxnSpPr>
        <p:spPr>
          <a:xfrm>
            <a:off x="2785229" y="4184715"/>
            <a:ext cx="85391" cy="51107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 name="Conector Reto 55">
            <a:extLst>
              <a:ext uri="{FF2B5EF4-FFF2-40B4-BE49-F238E27FC236}">
                <a16:creationId xmlns:a16="http://schemas.microsoft.com/office/drawing/2014/main" id="{1C008F22-A3B8-4C42-1165-161B1E1B1354}"/>
              </a:ext>
            </a:extLst>
          </p:cNvPr>
          <p:cNvCxnSpPr>
            <a:cxnSpLocks/>
          </p:cNvCxnSpPr>
          <p:nvPr/>
        </p:nvCxnSpPr>
        <p:spPr>
          <a:xfrm>
            <a:off x="4368504" y="4184714"/>
            <a:ext cx="403946" cy="51107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7" name="Conector Reto 56">
            <a:extLst>
              <a:ext uri="{FF2B5EF4-FFF2-40B4-BE49-F238E27FC236}">
                <a16:creationId xmlns:a16="http://schemas.microsoft.com/office/drawing/2014/main" id="{0E60ECEC-DB4A-1F26-9DF0-35D93E588358}"/>
              </a:ext>
            </a:extLst>
          </p:cNvPr>
          <p:cNvCxnSpPr>
            <a:cxnSpLocks/>
          </p:cNvCxnSpPr>
          <p:nvPr/>
        </p:nvCxnSpPr>
        <p:spPr>
          <a:xfrm>
            <a:off x="5045230" y="4184715"/>
            <a:ext cx="629042" cy="51107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8" name="Conector Reto 57">
            <a:extLst>
              <a:ext uri="{FF2B5EF4-FFF2-40B4-BE49-F238E27FC236}">
                <a16:creationId xmlns:a16="http://schemas.microsoft.com/office/drawing/2014/main" id="{F3AFBA5A-7F95-5537-351A-55D03BD19530}"/>
              </a:ext>
            </a:extLst>
          </p:cNvPr>
          <p:cNvCxnSpPr>
            <a:cxnSpLocks/>
          </p:cNvCxnSpPr>
          <p:nvPr/>
        </p:nvCxnSpPr>
        <p:spPr>
          <a:xfrm>
            <a:off x="7762864" y="4184715"/>
            <a:ext cx="1439729" cy="51107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6" name="TextBox 16">
            <a:extLst>
              <a:ext uri="{FF2B5EF4-FFF2-40B4-BE49-F238E27FC236}">
                <a16:creationId xmlns:a16="http://schemas.microsoft.com/office/drawing/2014/main" id="{9A4BD194-D8E0-7FDF-1B7F-CD09C4E58FA4}"/>
              </a:ext>
            </a:extLst>
          </p:cNvPr>
          <p:cNvSpPr txBox="1"/>
          <p:nvPr/>
        </p:nvSpPr>
        <p:spPr>
          <a:xfrm>
            <a:off x="2256326" y="4259600"/>
            <a:ext cx="552566" cy="369332"/>
          </a:xfrm>
          <a:prstGeom prst="rect">
            <a:avLst/>
          </a:prstGeom>
          <a:noFill/>
        </p:spPr>
        <p:txBody>
          <a:bodyPr wrap="square" rtlCol="0">
            <a:spAutoFit/>
          </a:bodyPr>
          <a:lstStyle/>
          <a:p>
            <a:pPr algn="ctr"/>
            <a:r>
              <a:rPr lang="en-US" sz="900" b="1" noProof="0">
                <a:solidFill>
                  <a:srgbClr val="FF9900"/>
                </a:solidFill>
                <a:latin typeface="IBM Plex Sans" panose="020B0503050203000203" pitchFamily="34" charset="0"/>
              </a:rPr>
              <a:t>3.3% p.a.</a:t>
            </a:r>
          </a:p>
        </p:txBody>
      </p:sp>
      <p:sp>
        <p:nvSpPr>
          <p:cNvPr id="77" name="TextBox 16">
            <a:extLst>
              <a:ext uri="{FF2B5EF4-FFF2-40B4-BE49-F238E27FC236}">
                <a16:creationId xmlns:a16="http://schemas.microsoft.com/office/drawing/2014/main" id="{D537A005-995A-F1C1-880E-2E45B3BBCCD2}"/>
              </a:ext>
            </a:extLst>
          </p:cNvPr>
          <p:cNvSpPr txBox="1"/>
          <p:nvPr/>
        </p:nvSpPr>
        <p:spPr>
          <a:xfrm>
            <a:off x="3457309" y="4259600"/>
            <a:ext cx="552566" cy="369332"/>
          </a:xfrm>
          <a:prstGeom prst="rect">
            <a:avLst/>
          </a:prstGeom>
          <a:noFill/>
        </p:spPr>
        <p:txBody>
          <a:bodyPr wrap="square" rtlCol="0">
            <a:spAutoFit/>
          </a:bodyPr>
          <a:lstStyle/>
          <a:p>
            <a:pPr algn="ctr"/>
            <a:r>
              <a:rPr lang="en-US" sz="900" b="1" noProof="0">
                <a:solidFill>
                  <a:srgbClr val="00D4FF"/>
                </a:solidFill>
                <a:latin typeface="IBM Plex Sans" panose="020B0503050203000203" pitchFamily="34" charset="0"/>
              </a:rPr>
              <a:t>3.9% p.a.</a:t>
            </a:r>
          </a:p>
        </p:txBody>
      </p:sp>
      <p:sp>
        <p:nvSpPr>
          <p:cNvPr id="78" name="TextBox 16">
            <a:extLst>
              <a:ext uri="{FF2B5EF4-FFF2-40B4-BE49-F238E27FC236}">
                <a16:creationId xmlns:a16="http://schemas.microsoft.com/office/drawing/2014/main" id="{2461C714-EE6F-7C11-8CEE-BFBD225107DB}"/>
              </a:ext>
            </a:extLst>
          </p:cNvPr>
          <p:cNvSpPr txBox="1"/>
          <p:nvPr/>
        </p:nvSpPr>
        <p:spPr>
          <a:xfrm>
            <a:off x="4559393" y="4259600"/>
            <a:ext cx="552566" cy="369332"/>
          </a:xfrm>
          <a:prstGeom prst="rect">
            <a:avLst/>
          </a:prstGeom>
          <a:noFill/>
        </p:spPr>
        <p:txBody>
          <a:bodyPr wrap="square" rtlCol="0">
            <a:spAutoFit/>
          </a:bodyPr>
          <a:lstStyle/>
          <a:p>
            <a:pPr algn="ctr"/>
            <a:r>
              <a:rPr lang="en-US" sz="900" b="1" noProof="0">
                <a:solidFill>
                  <a:srgbClr val="FFCC01"/>
                </a:solidFill>
                <a:latin typeface="IBM Plex Sans" panose="020B0503050203000203" pitchFamily="34" charset="0"/>
              </a:rPr>
              <a:t>4.6% p.a.</a:t>
            </a:r>
          </a:p>
        </p:txBody>
      </p:sp>
      <p:sp>
        <p:nvSpPr>
          <p:cNvPr id="79" name="TextBox 16">
            <a:extLst>
              <a:ext uri="{FF2B5EF4-FFF2-40B4-BE49-F238E27FC236}">
                <a16:creationId xmlns:a16="http://schemas.microsoft.com/office/drawing/2014/main" id="{40577C8C-690A-9090-C500-52F41C9DDC06}"/>
              </a:ext>
            </a:extLst>
          </p:cNvPr>
          <p:cNvSpPr txBox="1"/>
          <p:nvPr/>
        </p:nvSpPr>
        <p:spPr>
          <a:xfrm>
            <a:off x="6640703" y="4259600"/>
            <a:ext cx="552566" cy="369332"/>
          </a:xfrm>
          <a:prstGeom prst="rect">
            <a:avLst/>
          </a:prstGeom>
          <a:noFill/>
        </p:spPr>
        <p:txBody>
          <a:bodyPr wrap="square" rtlCol="0">
            <a:spAutoFit/>
          </a:bodyPr>
          <a:lstStyle/>
          <a:p>
            <a:pPr algn="ctr"/>
            <a:r>
              <a:rPr lang="en-US" sz="900" b="1" noProof="0">
                <a:solidFill>
                  <a:srgbClr val="A26DFF"/>
                </a:solidFill>
                <a:latin typeface="IBM Plex Sans" panose="020B0503050203000203" pitchFamily="34" charset="0"/>
              </a:rPr>
              <a:t>5.5% p.a.</a:t>
            </a:r>
          </a:p>
        </p:txBody>
      </p:sp>
      <p:cxnSp>
        <p:nvCxnSpPr>
          <p:cNvPr id="10" name="Straight Arrow Connector 9">
            <a:extLst>
              <a:ext uri="{FF2B5EF4-FFF2-40B4-BE49-F238E27FC236}">
                <a16:creationId xmlns:a16="http://schemas.microsoft.com/office/drawing/2014/main" id="{64980175-1E0C-DD83-539F-F575B2ACC7F3}"/>
              </a:ext>
            </a:extLst>
          </p:cNvPr>
          <p:cNvCxnSpPr/>
          <p:nvPr/>
        </p:nvCxnSpPr>
        <p:spPr>
          <a:xfrm>
            <a:off x="9507415" y="2376025"/>
            <a:ext cx="0" cy="462427"/>
          </a:xfrm>
          <a:prstGeom prst="straightConnector1">
            <a:avLst/>
          </a:prstGeom>
          <a:ln>
            <a:solidFill>
              <a:srgbClr val="A6A6A6"/>
            </a:solidFill>
            <a:tailEnd type="triangle"/>
          </a:ln>
        </p:spPr>
        <p:style>
          <a:lnRef idx="1">
            <a:schemeClr val="accent1"/>
          </a:lnRef>
          <a:fillRef idx="0">
            <a:schemeClr val="accent1"/>
          </a:fillRef>
          <a:effectRef idx="0">
            <a:schemeClr val="accent1"/>
          </a:effectRef>
          <a:fontRef idx="minor">
            <a:schemeClr val="tx1"/>
          </a:fontRef>
        </p:style>
      </p:cxnSp>
      <p:sp>
        <p:nvSpPr>
          <p:cNvPr id="36" name="TextBox 16">
            <a:extLst>
              <a:ext uri="{FF2B5EF4-FFF2-40B4-BE49-F238E27FC236}">
                <a16:creationId xmlns:a16="http://schemas.microsoft.com/office/drawing/2014/main" id="{53612C36-66DE-009C-FAB0-A1A2A60B804E}"/>
              </a:ext>
            </a:extLst>
          </p:cNvPr>
          <p:cNvSpPr txBox="1"/>
          <p:nvPr/>
        </p:nvSpPr>
        <p:spPr>
          <a:xfrm>
            <a:off x="8931151" y="2469819"/>
            <a:ext cx="1104753" cy="230832"/>
          </a:xfrm>
          <a:prstGeom prst="rect">
            <a:avLst/>
          </a:prstGeom>
          <a:solidFill>
            <a:schemeClr val="bg1"/>
          </a:solidFill>
        </p:spPr>
        <p:txBody>
          <a:bodyPr wrap="square" rtlCol="0">
            <a:spAutoFit/>
          </a:bodyPr>
          <a:lstStyle/>
          <a:p>
            <a:pPr algn="ctr"/>
            <a:r>
              <a:rPr lang="en-US" sz="900" b="1" noProof="0">
                <a:solidFill>
                  <a:schemeClr val="bg1">
                    <a:lumMod val="65000"/>
                  </a:schemeClr>
                </a:solidFill>
                <a:latin typeface="IBM Plex Sans" panose="020B0503050203000203" pitchFamily="34" charset="0"/>
              </a:rPr>
              <a:t>6.0% p.a.</a:t>
            </a:r>
          </a:p>
        </p:txBody>
      </p:sp>
      <p:cxnSp>
        <p:nvCxnSpPr>
          <p:cNvPr id="22" name="Straight Arrow Connector 21">
            <a:extLst>
              <a:ext uri="{FF2B5EF4-FFF2-40B4-BE49-F238E27FC236}">
                <a16:creationId xmlns:a16="http://schemas.microsoft.com/office/drawing/2014/main" id="{BD201CC2-2D2A-5C5D-3B03-889E89CCDEE7}"/>
              </a:ext>
            </a:extLst>
          </p:cNvPr>
          <p:cNvCxnSpPr/>
          <p:nvPr/>
        </p:nvCxnSpPr>
        <p:spPr>
          <a:xfrm>
            <a:off x="9514063" y="4208234"/>
            <a:ext cx="0" cy="462427"/>
          </a:xfrm>
          <a:prstGeom prst="straightConnector1">
            <a:avLst/>
          </a:prstGeom>
          <a:ln>
            <a:solidFill>
              <a:srgbClr val="A6A6A6"/>
            </a:solidFill>
            <a:tailEnd type="triangle"/>
          </a:ln>
        </p:spPr>
        <p:style>
          <a:lnRef idx="1">
            <a:schemeClr val="accent1"/>
          </a:lnRef>
          <a:fillRef idx="0">
            <a:schemeClr val="accent1"/>
          </a:fillRef>
          <a:effectRef idx="0">
            <a:schemeClr val="accent1"/>
          </a:effectRef>
          <a:fontRef idx="minor">
            <a:schemeClr val="tx1"/>
          </a:fontRef>
        </p:style>
      </p:cxnSp>
      <p:sp>
        <p:nvSpPr>
          <p:cNvPr id="80" name="TextBox 16">
            <a:extLst>
              <a:ext uri="{FF2B5EF4-FFF2-40B4-BE49-F238E27FC236}">
                <a16:creationId xmlns:a16="http://schemas.microsoft.com/office/drawing/2014/main" id="{DC0733DE-423D-C5AC-CC16-D749F06D5F84}"/>
              </a:ext>
            </a:extLst>
          </p:cNvPr>
          <p:cNvSpPr txBox="1"/>
          <p:nvPr/>
        </p:nvSpPr>
        <p:spPr>
          <a:xfrm>
            <a:off x="9231082" y="4314992"/>
            <a:ext cx="704592" cy="230832"/>
          </a:xfrm>
          <a:prstGeom prst="rect">
            <a:avLst/>
          </a:prstGeom>
          <a:solidFill>
            <a:schemeClr val="bg1"/>
          </a:solidFill>
        </p:spPr>
        <p:txBody>
          <a:bodyPr wrap="square" rtlCol="0">
            <a:spAutoFit/>
          </a:bodyPr>
          <a:lstStyle/>
          <a:p>
            <a:pPr algn="ctr"/>
            <a:r>
              <a:rPr lang="en-US" sz="900" b="1" noProof="0">
                <a:solidFill>
                  <a:schemeClr val="bg1">
                    <a:lumMod val="65000"/>
                  </a:schemeClr>
                </a:solidFill>
                <a:latin typeface="IBM Plex Sans" panose="020B0503050203000203" pitchFamily="34" charset="0"/>
              </a:rPr>
              <a:t>4.8% p.a.</a:t>
            </a:r>
          </a:p>
        </p:txBody>
      </p:sp>
      <p:cxnSp>
        <p:nvCxnSpPr>
          <p:cNvPr id="24" name="Straight Arrow Connector 23">
            <a:extLst>
              <a:ext uri="{FF2B5EF4-FFF2-40B4-BE49-F238E27FC236}">
                <a16:creationId xmlns:a16="http://schemas.microsoft.com/office/drawing/2014/main" id="{20AD4928-8948-D011-DC7C-87EB2E3D3997}"/>
              </a:ext>
            </a:extLst>
          </p:cNvPr>
          <p:cNvCxnSpPr>
            <a:cxnSpLocks/>
          </p:cNvCxnSpPr>
          <p:nvPr/>
        </p:nvCxnSpPr>
        <p:spPr>
          <a:xfrm>
            <a:off x="3686153" y="5501594"/>
            <a:ext cx="4237106" cy="0"/>
          </a:xfrm>
          <a:prstGeom prst="straightConnector1">
            <a:avLst/>
          </a:prstGeom>
          <a:ln>
            <a:solidFill>
              <a:srgbClr val="A6A6A6"/>
            </a:solidFill>
            <a:tailEnd type="triangle"/>
          </a:ln>
        </p:spPr>
        <p:style>
          <a:lnRef idx="1">
            <a:schemeClr val="accent1"/>
          </a:lnRef>
          <a:fillRef idx="0">
            <a:schemeClr val="accent1"/>
          </a:fillRef>
          <a:effectRef idx="0">
            <a:schemeClr val="accent1"/>
          </a:effectRef>
          <a:fontRef idx="minor">
            <a:schemeClr val="tx1"/>
          </a:fontRef>
        </p:style>
      </p:cxnSp>
      <p:sp>
        <p:nvSpPr>
          <p:cNvPr id="81" name="TextBox 16">
            <a:extLst>
              <a:ext uri="{FF2B5EF4-FFF2-40B4-BE49-F238E27FC236}">
                <a16:creationId xmlns:a16="http://schemas.microsoft.com/office/drawing/2014/main" id="{1DBF4C53-ADE5-D6EB-2B8E-D1DF452AEA15}"/>
              </a:ext>
            </a:extLst>
          </p:cNvPr>
          <p:cNvSpPr txBox="1"/>
          <p:nvPr/>
        </p:nvSpPr>
        <p:spPr>
          <a:xfrm>
            <a:off x="5316915" y="5386178"/>
            <a:ext cx="975583" cy="230832"/>
          </a:xfrm>
          <a:prstGeom prst="rect">
            <a:avLst/>
          </a:prstGeom>
          <a:solidFill>
            <a:schemeClr val="bg1"/>
          </a:solidFill>
        </p:spPr>
        <p:txBody>
          <a:bodyPr wrap="square" rtlCol="0">
            <a:spAutoFit/>
          </a:bodyPr>
          <a:lstStyle/>
          <a:p>
            <a:pPr algn="ctr"/>
            <a:r>
              <a:rPr lang="en-US" sz="900" b="1" noProof="0">
                <a:solidFill>
                  <a:schemeClr val="bg1">
                    <a:lumMod val="65000"/>
                  </a:schemeClr>
                </a:solidFill>
                <a:latin typeface="IBM Plex Sans" panose="020B0503050203000203" pitchFamily="34" charset="0"/>
              </a:rPr>
              <a:t>5.0% p.a.</a:t>
            </a:r>
          </a:p>
        </p:txBody>
      </p:sp>
    </p:spTree>
    <p:extLst>
      <p:ext uri="{BB962C8B-B14F-4D97-AF65-F5344CB8AC3E}">
        <p14:creationId xmlns:p14="http://schemas.microsoft.com/office/powerpoint/2010/main" val="25192561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149489C5-85CD-73F8-5E8C-B9E2528A4F57}"/>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4FDD25DB-D377-8C70-F41E-8CA22528DF45}"/>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18</a:t>
            </a:fld>
            <a:endParaRPr lang="en-US" noProof="0"/>
          </a:p>
        </p:txBody>
      </p:sp>
      <p:sp>
        <p:nvSpPr>
          <p:cNvPr id="978" name="Google Shape;978;p67">
            <a:extLst>
              <a:ext uri="{FF2B5EF4-FFF2-40B4-BE49-F238E27FC236}">
                <a16:creationId xmlns:a16="http://schemas.microsoft.com/office/drawing/2014/main" id="{F69533DE-7F8E-11EE-20C8-47F5BE590012}"/>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0"/>
              <a:t>We estimate AI tools &amp; Overviews reduce search growth to 5% per year (vs ~11% historically)</a:t>
            </a:r>
          </a:p>
        </p:txBody>
      </p:sp>
      <p:sp>
        <p:nvSpPr>
          <p:cNvPr id="981" name="Google Shape;981;p67">
            <a:extLst>
              <a:ext uri="{FF2B5EF4-FFF2-40B4-BE49-F238E27FC236}">
                <a16:creationId xmlns:a16="http://schemas.microsoft.com/office/drawing/2014/main" id="{C07A1662-691E-4DBA-353D-B3515F2BE442}"/>
              </a:ext>
            </a:extLst>
          </p:cNvPr>
          <p:cNvSpPr txBox="1"/>
          <p:nvPr/>
        </p:nvSpPr>
        <p:spPr>
          <a:xfrm>
            <a:off x="420410" y="5682802"/>
            <a:ext cx="11350625" cy="467890"/>
          </a:xfrm>
          <a:prstGeom prst="rect">
            <a:avLst/>
          </a:prstGeom>
          <a:solidFill>
            <a:srgbClr val="00B050">
              <a:alpha val="48627"/>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noProof="0">
                <a:solidFill>
                  <a:schemeClr val="dk1"/>
                </a:solidFill>
                <a:latin typeface="IBM Plex Sans"/>
                <a:ea typeface="IBM Plex Sans"/>
                <a:cs typeface="IBM Plex Sans"/>
                <a:sym typeface="IBM Plex Sans"/>
              </a:rPr>
              <a:t>Growth is driven by Rest of World and Mobile searches</a:t>
            </a:r>
            <a:endParaRPr lang="en-US" sz="1600" noProof="0"/>
          </a:p>
        </p:txBody>
      </p:sp>
      <p:sp>
        <p:nvSpPr>
          <p:cNvPr id="9" name="Google Shape;983;p67">
            <a:extLst>
              <a:ext uri="{FF2B5EF4-FFF2-40B4-BE49-F238E27FC236}">
                <a16:creationId xmlns:a16="http://schemas.microsoft.com/office/drawing/2014/main" id="{35EDFA3E-350D-D240-ADD6-96A2C3AE2DA1}"/>
              </a:ext>
            </a:extLst>
          </p:cNvPr>
          <p:cNvSpPr txBox="1"/>
          <p:nvPr/>
        </p:nvSpPr>
        <p:spPr>
          <a:xfrm>
            <a:off x="420595" y="1422111"/>
            <a:ext cx="11475720" cy="253385"/>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r>
              <a:rPr lang="en-US" sz="1200" b="1" i="0" u="none" strike="noStrike" cap="none" noProof="0">
                <a:solidFill>
                  <a:schemeClr val="lt1"/>
                </a:solidFill>
                <a:latin typeface="IBM Plex Sans"/>
                <a:ea typeface="IBM Plex Sans"/>
                <a:cs typeface="IBM Plex Sans"/>
                <a:sym typeface="IBM Plex Sans"/>
              </a:rPr>
              <a:t>Search volume, Trillions</a:t>
            </a:r>
            <a:r>
              <a:rPr lang="en-US" sz="1200" b="1" i="0" u="none" strike="noStrike" cap="none" baseline="30000" noProof="0">
                <a:solidFill>
                  <a:schemeClr val="lt1"/>
                </a:solidFill>
                <a:latin typeface="IBM Plex Sans"/>
                <a:ea typeface="IBM Plex Sans"/>
                <a:cs typeface="IBM Plex Sans"/>
                <a:sym typeface="IBM Plex Sans"/>
              </a:rPr>
              <a:t>1</a:t>
            </a:r>
            <a:r>
              <a:rPr lang="en-US" sz="1200" b="1" i="0" u="none" strike="noStrike" cap="none" noProof="0">
                <a:solidFill>
                  <a:schemeClr val="lt1"/>
                </a:solidFill>
                <a:latin typeface="IBM Plex Sans"/>
                <a:ea typeface="IBM Plex Sans"/>
                <a:cs typeface="IBM Plex Sans"/>
                <a:sym typeface="IBM Plex Sans"/>
              </a:rPr>
              <a:t> </a:t>
            </a:r>
            <a:endParaRPr lang="en-US" noProof="0"/>
          </a:p>
        </p:txBody>
      </p:sp>
      <p:graphicFrame>
        <p:nvGraphicFramePr>
          <p:cNvPr id="10" name="Google Shape;984;p67">
            <a:extLst>
              <a:ext uri="{FF2B5EF4-FFF2-40B4-BE49-F238E27FC236}">
                <a16:creationId xmlns:a16="http://schemas.microsoft.com/office/drawing/2014/main" id="{BAEDA05A-0060-A7B3-3C55-BBFE0E0ED171}"/>
              </a:ext>
            </a:extLst>
          </p:cNvPr>
          <p:cNvGraphicFramePr/>
          <p:nvPr>
            <p:extLst>
              <p:ext uri="{D42A27DB-BD31-4B8C-83A1-F6EECF244321}">
                <p14:modId xmlns:p14="http://schemas.microsoft.com/office/powerpoint/2010/main" val="1765740462"/>
              </p:ext>
            </p:extLst>
          </p:nvPr>
        </p:nvGraphicFramePr>
        <p:xfrm>
          <a:off x="496865" y="1533851"/>
          <a:ext cx="10006064" cy="2814670"/>
        </p:xfrm>
        <a:graphic>
          <a:graphicData uri="http://schemas.openxmlformats.org/drawingml/2006/chart">
            <c:chart xmlns:c="http://schemas.openxmlformats.org/drawingml/2006/chart" xmlns:r="http://schemas.openxmlformats.org/officeDocument/2006/relationships" r:id="rId3"/>
          </a:graphicData>
        </a:graphic>
      </p:graphicFrame>
      <p:sp>
        <p:nvSpPr>
          <p:cNvPr id="17" name="TextBox 16">
            <a:extLst>
              <a:ext uri="{FF2B5EF4-FFF2-40B4-BE49-F238E27FC236}">
                <a16:creationId xmlns:a16="http://schemas.microsoft.com/office/drawing/2014/main" id="{8767DAD3-F2C0-1E0A-2E6D-00BCD1828398}"/>
              </a:ext>
            </a:extLst>
          </p:cNvPr>
          <p:cNvSpPr txBox="1"/>
          <p:nvPr/>
        </p:nvSpPr>
        <p:spPr>
          <a:xfrm>
            <a:off x="9619002" y="1739912"/>
            <a:ext cx="1430515" cy="461665"/>
          </a:xfrm>
          <a:prstGeom prst="rect">
            <a:avLst/>
          </a:prstGeom>
          <a:noFill/>
        </p:spPr>
        <p:txBody>
          <a:bodyPr wrap="square" rtlCol="0">
            <a:spAutoFit/>
          </a:bodyPr>
          <a:lstStyle/>
          <a:p>
            <a:pPr algn="ctr"/>
            <a:r>
              <a:rPr lang="en-US" sz="1200" b="1" u="sng" noProof="0">
                <a:latin typeface="IBM Plex Sans" panose="020B0503050203000203" pitchFamily="34" charset="0"/>
              </a:rPr>
              <a:t>CAGR </a:t>
            </a:r>
            <a:br>
              <a:rPr lang="en-US" sz="1200" b="1" u="sng" noProof="0">
                <a:latin typeface="IBM Plex Sans" panose="020B0503050203000203" pitchFamily="34" charset="0"/>
              </a:rPr>
            </a:br>
            <a:r>
              <a:rPr lang="en-US" sz="1200" b="1" u="sng" noProof="0">
                <a:latin typeface="IBM Plex Sans" panose="020B0503050203000203" pitchFamily="34" charset="0"/>
              </a:rPr>
              <a:t>(‘25 – ‘30)</a:t>
            </a:r>
          </a:p>
        </p:txBody>
      </p:sp>
      <p:sp>
        <p:nvSpPr>
          <p:cNvPr id="22" name="TextBox 16">
            <a:extLst>
              <a:ext uri="{FF2B5EF4-FFF2-40B4-BE49-F238E27FC236}">
                <a16:creationId xmlns:a16="http://schemas.microsoft.com/office/drawing/2014/main" id="{C7821E1D-B9E7-EAA3-B279-D2120BC373C9}"/>
              </a:ext>
            </a:extLst>
          </p:cNvPr>
          <p:cNvSpPr txBox="1"/>
          <p:nvPr/>
        </p:nvSpPr>
        <p:spPr>
          <a:xfrm>
            <a:off x="9976861" y="2232482"/>
            <a:ext cx="807488" cy="276999"/>
          </a:xfrm>
          <a:prstGeom prst="rect">
            <a:avLst/>
          </a:prstGeom>
          <a:noFill/>
        </p:spPr>
        <p:txBody>
          <a:bodyPr wrap="square" rtlCol="0">
            <a:spAutoFit/>
          </a:bodyPr>
          <a:lstStyle/>
          <a:p>
            <a:pPr algn="ctr"/>
            <a:r>
              <a:rPr lang="en-US" sz="1200" b="1" noProof="0">
                <a:latin typeface="IBM Plex Sans" panose="020B0503050203000203" pitchFamily="34" charset="0"/>
              </a:rPr>
              <a:t>5.0%</a:t>
            </a:r>
          </a:p>
        </p:txBody>
      </p:sp>
      <p:sp>
        <p:nvSpPr>
          <p:cNvPr id="23" name="TextBox 16">
            <a:extLst>
              <a:ext uri="{FF2B5EF4-FFF2-40B4-BE49-F238E27FC236}">
                <a16:creationId xmlns:a16="http://schemas.microsoft.com/office/drawing/2014/main" id="{64B3D092-26A9-E3FF-8BE6-54B12D7FFD80}"/>
              </a:ext>
            </a:extLst>
          </p:cNvPr>
          <p:cNvSpPr txBox="1"/>
          <p:nvPr/>
        </p:nvSpPr>
        <p:spPr>
          <a:xfrm>
            <a:off x="9976861" y="3344620"/>
            <a:ext cx="807488" cy="276999"/>
          </a:xfrm>
          <a:prstGeom prst="rect">
            <a:avLst/>
          </a:prstGeom>
          <a:noFill/>
        </p:spPr>
        <p:txBody>
          <a:bodyPr wrap="square" rtlCol="0">
            <a:spAutoFit/>
          </a:bodyPr>
          <a:lstStyle/>
          <a:p>
            <a:pPr algn="ctr"/>
            <a:r>
              <a:rPr lang="en-US" sz="1200" b="1" noProof="0">
                <a:latin typeface="IBM Plex Sans" panose="020B0503050203000203" pitchFamily="34" charset="0"/>
              </a:rPr>
              <a:t>4.8%</a:t>
            </a:r>
          </a:p>
        </p:txBody>
      </p:sp>
      <p:sp>
        <p:nvSpPr>
          <p:cNvPr id="24" name="TextBox 16">
            <a:extLst>
              <a:ext uri="{FF2B5EF4-FFF2-40B4-BE49-F238E27FC236}">
                <a16:creationId xmlns:a16="http://schemas.microsoft.com/office/drawing/2014/main" id="{BB261046-F2CA-5737-DF25-23CBF8FA72CF}"/>
              </a:ext>
            </a:extLst>
          </p:cNvPr>
          <p:cNvSpPr txBox="1"/>
          <p:nvPr/>
        </p:nvSpPr>
        <p:spPr>
          <a:xfrm>
            <a:off x="9976861" y="2629076"/>
            <a:ext cx="807488" cy="276999"/>
          </a:xfrm>
          <a:prstGeom prst="rect">
            <a:avLst/>
          </a:prstGeom>
          <a:noFill/>
        </p:spPr>
        <p:txBody>
          <a:bodyPr wrap="square" rtlCol="0">
            <a:spAutoFit/>
          </a:bodyPr>
          <a:lstStyle/>
          <a:p>
            <a:pPr algn="ctr"/>
            <a:r>
              <a:rPr lang="en-US" sz="1200" b="1" noProof="0">
                <a:latin typeface="IBM Plex Sans" panose="020B0503050203000203" pitchFamily="34" charset="0"/>
              </a:rPr>
              <a:t>6.0%</a:t>
            </a:r>
          </a:p>
        </p:txBody>
      </p:sp>
      <p:sp>
        <p:nvSpPr>
          <p:cNvPr id="4" name="Rectangle 767">
            <a:extLst>
              <a:ext uri="{FF2B5EF4-FFF2-40B4-BE49-F238E27FC236}">
                <a16:creationId xmlns:a16="http://schemas.microsoft.com/office/drawing/2014/main" id="{AD89E3FC-62C8-4134-DDAC-F62FB3572A03}"/>
              </a:ext>
            </a:extLst>
          </p:cNvPr>
          <p:cNvSpPr/>
          <p:nvPr/>
        </p:nvSpPr>
        <p:spPr>
          <a:xfrm>
            <a:off x="3459277" y="1751826"/>
            <a:ext cx="270665" cy="170007"/>
          </a:xfrm>
          <a:prstGeom prst="rect">
            <a:avLst/>
          </a:prstGeom>
          <a:solidFill>
            <a:srgbClr val="7FD7A7"/>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Non-revenue generating</a:t>
            </a:r>
          </a:p>
        </p:txBody>
      </p:sp>
      <p:sp>
        <p:nvSpPr>
          <p:cNvPr id="6" name="Rectangle 768">
            <a:extLst>
              <a:ext uri="{FF2B5EF4-FFF2-40B4-BE49-F238E27FC236}">
                <a16:creationId xmlns:a16="http://schemas.microsoft.com/office/drawing/2014/main" id="{10CC8307-BA1E-80DC-6865-619E44937F7E}"/>
              </a:ext>
            </a:extLst>
          </p:cNvPr>
          <p:cNvSpPr/>
          <p:nvPr/>
        </p:nvSpPr>
        <p:spPr>
          <a:xfrm>
            <a:off x="5662552" y="1751826"/>
            <a:ext cx="270665" cy="170007"/>
          </a:xfrm>
          <a:prstGeom prst="rect">
            <a:avLst/>
          </a:prstGeom>
          <a:solidFill>
            <a:srgbClr val="C197E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Revenue generating</a:t>
            </a:r>
          </a:p>
        </p:txBody>
      </p:sp>
      <p:sp>
        <p:nvSpPr>
          <p:cNvPr id="12" name="TextBox 11">
            <a:extLst>
              <a:ext uri="{FF2B5EF4-FFF2-40B4-BE49-F238E27FC236}">
                <a16:creationId xmlns:a16="http://schemas.microsoft.com/office/drawing/2014/main" id="{2E319B8E-6F5C-9E0F-FD2A-31E815B607DE}"/>
              </a:ext>
            </a:extLst>
          </p:cNvPr>
          <p:cNvSpPr txBox="1"/>
          <p:nvPr/>
        </p:nvSpPr>
        <p:spPr>
          <a:xfrm>
            <a:off x="10618679" y="1739912"/>
            <a:ext cx="1430515" cy="461665"/>
          </a:xfrm>
          <a:prstGeom prst="rect">
            <a:avLst/>
          </a:prstGeom>
          <a:noFill/>
        </p:spPr>
        <p:txBody>
          <a:bodyPr wrap="square" rtlCol="0">
            <a:spAutoFit/>
          </a:bodyPr>
          <a:lstStyle/>
          <a:p>
            <a:pPr algn="ctr"/>
            <a:r>
              <a:rPr lang="en-US" sz="1200" b="1" u="sng" noProof="0">
                <a:latin typeface="IBM Plex Sans" panose="020B0503050203000203" pitchFamily="34" charset="0"/>
              </a:rPr>
              <a:t>Total Growth</a:t>
            </a:r>
            <a:br>
              <a:rPr lang="en-US" sz="1200" b="1" u="sng" noProof="0">
                <a:latin typeface="IBM Plex Sans" panose="020B0503050203000203" pitchFamily="34" charset="0"/>
              </a:rPr>
            </a:br>
            <a:r>
              <a:rPr lang="en-US" sz="1200" b="1" u="sng" noProof="0">
                <a:latin typeface="IBM Plex Sans" panose="020B0503050203000203" pitchFamily="34" charset="0"/>
              </a:rPr>
              <a:t>(‘25 – ‘30)</a:t>
            </a:r>
          </a:p>
        </p:txBody>
      </p:sp>
      <p:sp>
        <p:nvSpPr>
          <p:cNvPr id="13" name="TextBox 16">
            <a:extLst>
              <a:ext uri="{FF2B5EF4-FFF2-40B4-BE49-F238E27FC236}">
                <a16:creationId xmlns:a16="http://schemas.microsoft.com/office/drawing/2014/main" id="{90F584CD-5CB8-D4CD-522A-2FC122C3A1CE}"/>
              </a:ext>
            </a:extLst>
          </p:cNvPr>
          <p:cNvSpPr txBox="1"/>
          <p:nvPr/>
        </p:nvSpPr>
        <p:spPr>
          <a:xfrm>
            <a:off x="10942129" y="2232482"/>
            <a:ext cx="807488" cy="276999"/>
          </a:xfrm>
          <a:prstGeom prst="rect">
            <a:avLst/>
          </a:prstGeom>
          <a:noFill/>
        </p:spPr>
        <p:txBody>
          <a:bodyPr wrap="square" lIns="91440" tIns="45720" rIns="91440" bIns="45720" rtlCol="0" anchor="t">
            <a:spAutoFit/>
          </a:bodyPr>
          <a:lstStyle/>
          <a:p>
            <a:pPr algn="ctr"/>
            <a:r>
              <a:rPr lang="en-US" sz="1200" b="1">
                <a:latin typeface="IBM Plex Sans"/>
              </a:rPr>
              <a:t>27.8</a:t>
            </a:r>
            <a:r>
              <a:rPr lang="en-US" sz="1200" b="1" noProof="0">
                <a:latin typeface="IBM Plex Sans"/>
              </a:rPr>
              <a:t>%</a:t>
            </a:r>
          </a:p>
        </p:txBody>
      </p:sp>
      <p:sp>
        <p:nvSpPr>
          <p:cNvPr id="15" name="TextBox 16">
            <a:extLst>
              <a:ext uri="{FF2B5EF4-FFF2-40B4-BE49-F238E27FC236}">
                <a16:creationId xmlns:a16="http://schemas.microsoft.com/office/drawing/2014/main" id="{E3FE0830-996A-B724-089E-3E4743520E75}"/>
              </a:ext>
            </a:extLst>
          </p:cNvPr>
          <p:cNvSpPr txBox="1"/>
          <p:nvPr/>
        </p:nvSpPr>
        <p:spPr>
          <a:xfrm>
            <a:off x="10942129" y="3344620"/>
            <a:ext cx="807488" cy="276999"/>
          </a:xfrm>
          <a:prstGeom prst="rect">
            <a:avLst/>
          </a:prstGeom>
          <a:noFill/>
        </p:spPr>
        <p:txBody>
          <a:bodyPr wrap="square" lIns="91440" tIns="45720" rIns="91440" bIns="45720" rtlCol="0" anchor="t">
            <a:spAutoFit/>
          </a:bodyPr>
          <a:lstStyle/>
          <a:p>
            <a:pPr algn="ctr"/>
            <a:r>
              <a:rPr lang="en-US" sz="1200" b="1">
                <a:latin typeface="IBM Plex Sans"/>
              </a:rPr>
              <a:t>26.3%</a:t>
            </a:r>
            <a:endParaRPr lang="en-US" sz="1200" b="1" noProof="0">
              <a:latin typeface="IBM Plex Sans"/>
            </a:endParaRPr>
          </a:p>
        </p:txBody>
      </p:sp>
      <p:sp>
        <p:nvSpPr>
          <p:cNvPr id="16" name="TextBox 16">
            <a:extLst>
              <a:ext uri="{FF2B5EF4-FFF2-40B4-BE49-F238E27FC236}">
                <a16:creationId xmlns:a16="http://schemas.microsoft.com/office/drawing/2014/main" id="{89B4064F-B5A2-995A-E6CA-F94C9D7B9D18}"/>
              </a:ext>
            </a:extLst>
          </p:cNvPr>
          <p:cNvSpPr txBox="1"/>
          <p:nvPr/>
        </p:nvSpPr>
        <p:spPr>
          <a:xfrm>
            <a:off x="10942129" y="2629076"/>
            <a:ext cx="807488" cy="276999"/>
          </a:xfrm>
          <a:prstGeom prst="rect">
            <a:avLst/>
          </a:prstGeom>
          <a:noFill/>
        </p:spPr>
        <p:txBody>
          <a:bodyPr wrap="square" lIns="91440" tIns="45720" rIns="91440" bIns="45720" rtlCol="0" anchor="t">
            <a:spAutoFit/>
          </a:bodyPr>
          <a:lstStyle/>
          <a:p>
            <a:pPr algn="ctr"/>
            <a:r>
              <a:rPr lang="en-US" sz="1200" b="1">
                <a:latin typeface="IBM Plex Sans"/>
              </a:rPr>
              <a:t>33.7</a:t>
            </a:r>
            <a:r>
              <a:rPr lang="en-US" sz="1200" b="1" noProof="0">
                <a:latin typeface="IBM Plex Sans"/>
              </a:rPr>
              <a:t>%</a:t>
            </a:r>
          </a:p>
        </p:txBody>
      </p:sp>
      <p:sp>
        <p:nvSpPr>
          <p:cNvPr id="7" name="Google Shape;980;p67">
            <a:extLst>
              <a:ext uri="{FF2B5EF4-FFF2-40B4-BE49-F238E27FC236}">
                <a16:creationId xmlns:a16="http://schemas.microsoft.com/office/drawing/2014/main" id="{AD358C44-52C7-6B25-A2D8-52F821307E7B}"/>
              </a:ext>
            </a:extLst>
          </p:cNvPr>
          <p:cNvSpPr txBox="1"/>
          <p:nvPr/>
        </p:nvSpPr>
        <p:spPr>
          <a:xfrm>
            <a:off x="420595" y="6253904"/>
            <a:ext cx="10171205" cy="215444"/>
          </a:xfrm>
          <a:prstGeom prst="rect">
            <a:avLst/>
          </a:prstGeom>
          <a:noFill/>
          <a:ln>
            <a:noFill/>
          </a:ln>
        </p:spPr>
        <p:txBody>
          <a:bodyPr spcFirstLastPara="1" wrap="square" lIns="0" tIns="0" rIns="0" bIns="0" anchor="b" anchorCtr="0">
            <a:spAutoFit/>
          </a:bodyPr>
          <a:lstStyle/>
          <a:p>
            <a:pPr lvl="0"/>
            <a:r>
              <a:rPr lang="en-US" sz="700" b="0" i="0" u="none" strike="noStrike" cap="none" noProof="0" dirty="0">
                <a:solidFill>
                  <a:srgbClr val="7F7F7F"/>
                </a:solidFill>
                <a:latin typeface="IBM Plex Sans"/>
                <a:ea typeface="IBM Plex Sans"/>
                <a:cs typeface="IBM Plex Sans"/>
                <a:sym typeface="IBM Plex Sans"/>
              </a:rPr>
              <a:t>Sources: (1) </a:t>
            </a:r>
            <a:r>
              <a:rPr lang="en-US" sz="700" b="0" i="0" u="sng" strike="noStrike" cap="none" noProof="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Datos</a:t>
            </a:r>
            <a:r>
              <a:rPr lang="en-US" sz="700" b="0" i="0" u="none" strike="noStrike" cap="none" noProof="0" dirty="0">
                <a:solidFill>
                  <a:srgbClr val="7F7F7F"/>
                </a:solidFill>
                <a:latin typeface="IBM Plex Sans"/>
                <a:ea typeface="IBM Plex Sans"/>
                <a:cs typeface="IBM Plex Sans"/>
                <a:sym typeface="IBM Plex Sans"/>
              </a:rPr>
              <a:t>, (2)</a:t>
            </a:r>
            <a:r>
              <a:rPr lang="en-US" sz="700" u="sng" noProof="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 Search Engine Land</a:t>
            </a:r>
            <a:r>
              <a:rPr lang="en-US" sz="700" noProof="0" dirty="0">
                <a:solidFill>
                  <a:srgbClr val="7F7F7F"/>
                </a:solidFill>
                <a:latin typeface="IBM Plex Sans"/>
                <a:ea typeface="IBM Plex Sans"/>
                <a:cs typeface="IBM Plex Sans"/>
                <a:sym typeface="IBM Plex Sans"/>
              </a:rPr>
              <a:t> and Google share of market from </a:t>
            </a:r>
            <a:r>
              <a:rPr lang="en-US" sz="700" u="sng" noProof="0" dirty="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Semrush</a:t>
            </a:r>
            <a:r>
              <a:rPr lang="en-US" sz="700" noProof="0" dirty="0">
                <a:solidFill>
                  <a:srgbClr val="7F7F7F"/>
                </a:solidFill>
                <a:latin typeface="IBM Plex Sans"/>
                <a:ea typeface="IBM Plex Sans"/>
                <a:cs typeface="IBM Plex Sans"/>
                <a:sym typeface="IBM Plex Sans"/>
              </a:rPr>
              <a:t>, </a:t>
            </a:r>
            <a:r>
              <a:rPr lang="en-US" sz="700" b="0" i="0" u="none" strike="noStrike" cap="none" noProof="0" dirty="0">
                <a:solidFill>
                  <a:srgbClr val="7F7F7F"/>
                </a:solidFill>
                <a:latin typeface="IBM Plex Sans"/>
                <a:ea typeface="IBM Plex Sans"/>
                <a:cs typeface="IBM Plex Sans"/>
                <a:sym typeface="IBM Plex Sans"/>
              </a:rPr>
              <a:t>(3) </a:t>
            </a:r>
            <a:r>
              <a:rPr lang="en-US" sz="700" b="0" i="0" u="sng" strike="noStrike" cap="none" noProof="0" dirty="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Akron Legal New</a:t>
            </a:r>
            <a:r>
              <a:rPr lang="en-US" sz="700" b="0" i="0" u="none" strike="noStrike" cap="none" noProof="0" dirty="0">
                <a:solidFill>
                  <a:srgbClr val="7F7F7F"/>
                </a:solidFill>
                <a:latin typeface="IBM Plex Sans"/>
                <a:ea typeface="IBM Plex Sans"/>
                <a:cs typeface="IBM Plex Sans"/>
                <a:sym typeface="IBM Plex Sans"/>
              </a:rPr>
              <a:t>s</a:t>
            </a:r>
            <a:endParaRPr lang="en-US" sz="700" b="0" i="0" u="none" strike="noStrike" cap="none" noProof="0" dirty="0">
              <a:solidFill>
                <a:srgbClr val="7F7F7F"/>
              </a:solidFill>
              <a:latin typeface="IBM Plex Sans"/>
              <a:ea typeface="IBM Plex Sans"/>
              <a:cs typeface="IBM Plex Sans"/>
            </a:endParaRPr>
          </a:p>
          <a:p>
            <a:r>
              <a:rPr lang="en-US" sz="700" noProof="0" dirty="0">
                <a:solidFill>
                  <a:srgbClr val="7F7F7F"/>
                </a:solidFill>
                <a:latin typeface="IBM Plex Sans"/>
                <a:sym typeface="IBM Plex Sans"/>
              </a:rPr>
              <a:t>*2024 data: estimated using Google volume and revenue and the 2025 fixed parameters of  Rev and Non-Rev generating searches as well as US/</a:t>
            </a:r>
            <a:r>
              <a:rPr lang="en-US" sz="700" noProof="0" dirty="0" err="1">
                <a:solidFill>
                  <a:srgbClr val="7F7F7F"/>
                </a:solidFill>
                <a:latin typeface="IBM Plex Sans"/>
                <a:sym typeface="IBM Plex Sans"/>
              </a:rPr>
              <a:t>RoW</a:t>
            </a:r>
            <a:r>
              <a:rPr lang="en-US" sz="700" noProof="0" dirty="0">
                <a:solidFill>
                  <a:srgbClr val="7F7F7F"/>
                </a:solidFill>
                <a:latin typeface="IBM Plex Sans"/>
                <a:sym typeface="IBM Plex Sans"/>
              </a:rPr>
              <a:t>/Desktop/Mobile split</a:t>
            </a:r>
            <a:endParaRPr lang="en-US" sz="700" noProof="0" dirty="0">
              <a:solidFill>
                <a:srgbClr val="7F7F7F"/>
              </a:solidFill>
              <a:latin typeface="IBM Plex Sans"/>
            </a:endParaRPr>
          </a:p>
        </p:txBody>
      </p:sp>
      <p:graphicFrame>
        <p:nvGraphicFramePr>
          <p:cNvPr id="8" name="Google Shape;933;g3b2110f3d24_0_616">
            <a:extLst>
              <a:ext uri="{FF2B5EF4-FFF2-40B4-BE49-F238E27FC236}">
                <a16:creationId xmlns:a16="http://schemas.microsoft.com/office/drawing/2014/main" id="{CD54A7D1-C175-3F8F-20B9-FA5686D745A0}"/>
              </a:ext>
            </a:extLst>
          </p:cNvPr>
          <p:cNvGraphicFramePr/>
          <p:nvPr>
            <p:extLst>
              <p:ext uri="{D42A27DB-BD31-4B8C-83A1-F6EECF244321}">
                <p14:modId xmlns:p14="http://schemas.microsoft.com/office/powerpoint/2010/main" val="2035774404"/>
              </p:ext>
            </p:extLst>
          </p:nvPr>
        </p:nvGraphicFramePr>
        <p:xfrm>
          <a:off x="420410" y="4447695"/>
          <a:ext cx="11350623" cy="1094840"/>
        </p:xfrm>
        <a:graphic>
          <a:graphicData uri="http://schemas.openxmlformats.org/drawingml/2006/table">
            <a:tbl>
              <a:tblPr>
                <a:noFill/>
                <a:tableStyleId>{16461213-F4DB-495F-93F5-F8E8B3FAFA39}</a:tableStyleId>
              </a:tblPr>
              <a:tblGrid>
                <a:gridCol w="2239108">
                  <a:extLst>
                    <a:ext uri="{9D8B030D-6E8A-4147-A177-3AD203B41FA5}">
                      <a16:colId xmlns:a16="http://schemas.microsoft.com/office/drawing/2014/main" val="20000"/>
                    </a:ext>
                  </a:extLst>
                </a:gridCol>
                <a:gridCol w="2665114">
                  <a:extLst>
                    <a:ext uri="{9D8B030D-6E8A-4147-A177-3AD203B41FA5}">
                      <a16:colId xmlns:a16="http://schemas.microsoft.com/office/drawing/2014/main" val="467141683"/>
                    </a:ext>
                  </a:extLst>
                </a:gridCol>
                <a:gridCol w="3751110">
                  <a:extLst>
                    <a:ext uri="{9D8B030D-6E8A-4147-A177-3AD203B41FA5}">
                      <a16:colId xmlns:a16="http://schemas.microsoft.com/office/drawing/2014/main" val="20001"/>
                    </a:ext>
                  </a:extLst>
                </a:gridCol>
                <a:gridCol w="2695291">
                  <a:extLst>
                    <a:ext uri="{9D8B030D-6E8A-4147-A177-3AD203B41FA5}">
                      <a16:colId xmlns:a16="http://schemas.microsoft.com/office/drawing/2014/main" val="20002"/>
                    </a:ext>
                  </a:extLst>
                </a:gridCol>
              </a:tblGrid>
              <a:tr h="221647">
                <a:tc gridSpan="2">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400" b="1"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Key assumptions Revenue Generating</a:t>
                      </a:r>
                    </a:p>
                  </a:txBody>
                  <a:tcPr marL="90000" marR="90000" marT="46800" marB="468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hMerge="1">
                  <a:txBody>
                    <a:bodyPr/>
                    <a:lstStyle/>
                    <a:p>
                      <a:pPr marL="0" marR="0" lvl="0" indent="0" algn="ctr" rtl="0">
                        <a:lnSpc>
                          <a:spcPct val="100000"/>
                        </a:lnSpc>
                        <a:spcBef>
                          <a:spcPts val="0"/>
                        </a:spcBef>
                        <a:spcAft>
                          <a:spcPts val="0"/>
                        </a:spcAft>
                        <a:buClr>
                          <a:srgbClr val="000000"/>
                        </a:buClr>
                        <a:buSzPts val="1200"/>
                        <a:buFont typeface="Arial"/>
                        <a:buNone/>
                      </a:pPr>
                      <a:endParaRPr sz="1400" b="1" i="0" u="none" strike="noStrike" cap="none">
                        <a:solidFill>
                          <a:schemeClr val="bg1"/>
                        </a:solidFill>
                        <a:latin typeface="IBM Plex Sans" panose="020B0503050203000203" pitchFamily="34" charset="0"/>
                        <a:ea typeface="IBM Plex Sans"/>
                        <a:cs typeface="Calibri"/>
                        <a:sym typeface="IBM Plex Sans"/>
                      </a:endParaRPr>
                    </a:p>
                  </a:txBody>
                  <a:tcPr marL="90000" marR="90000" marT="46800" marB="468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4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Desktop</a:t>
                      </a:r>
                    </a:p>
                  </a:txBody>
                  <a:tcPr marL="91450" marR="9145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400" b="1" i="0" u="none" strike="noStrike" cap="none" noProof="0">
                          <a:solidFill>
                            <a:schemeClr val="bg1"/>
                          </a:solidFill>
                          <a:latin typeface="IBM Plex Sans" panose="020B0503050203000203" pitchFamily="34" charset="0"/>
                          <a:ea typeface="Calibri"/>
                          <a:cs typeface="Calibri"/>
                          <a:sym typeface="IBM Plex Sans" panose="020B0503050203000203" pitchFamily="34" charset="0"/>
                        </a:rPr>
                        <a:t>Mobile</a:t>
                      </a:r>
                    </a:p>
                  </a:txBody>
                  <a:tcPr marL="91450" marR="9145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214047">
                <a:tc gridSpan="2">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rPr>
                        <a:t>% of total searches</a:t>
                      </a:r>
                      <a:r>
                        <a:rPr lang="en-US" sz="1400" b="1" i="0" u="none" strike="noStrike" cap="none" baseline="30000" noProof="0">
                          <a:solidFill>
                            <a:schemeClr val="tx1"/>
                          </a:solidFill>
                          <a:latin typeface="IBM Plex Sans" panose="020B0503050203000203" pitchFamily="34" charset="0"/>
                          <a:ea typeface="Calibri"/>
                          <a:cs typeface="Calibri"/>
                          <a:sym typeface="IBM Plex Sans" panose="020B0503050203000203" pitchFamily="34" charset="0"/>
                        </a:rPr>
                        <a:t>1</a:t>
                      </a:r>
                      <a:endParaRPr lang="en-US" sz="1400" b="1" i="0" u="none" strike="noStrike" cap="none" baseline="30000" noProof="0">
                        <a:solidFill>
                          <a:schemeClr val="tx1"/>
                        </a:solidFill>
                        <a:latin typeface="IBM Plex Sans" panose="020B0503050203000203" pitchFamily="34" charset="0"/>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hMerge="1">
                  <a:txBody>
                    <a:bodyPr/>
                    <a:lstStyle/>
                    <a:p>
                      <a:pPr marL="0" marR="0" lvl="0" indent="0" algn="l" rtl="0">
                        <a:lnSpc>
                          <a:spcPct val="100000"/>
                        </a:lnSpc>
                        <a:spcBef>
                          <a:spcPts val="0"/>
                        </a:spcBef>
                        <a:spcAft>
                          <a:spcPts val="0"/>
                        </a:spcAft>
                        <a:buClr>
                          <a:srgbClr val="000000"/>
                        </a:buClr>
                        <a:buSzPts val="1200"/>
                        <a:buFont typeface="Arial"/>
                        <a:buNone/>
                      </a:pPr>
                      <a:endParaRP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gridSpan="2">
                  <a:txBody>
                    <a:bodyPr/>
                    <a:lstStyle/>
                    <a:p>
                      <a:pPr algn="ctr"/>
                      <a:r>
                        <a:rPr lang="en-US" sz="1400" b="0" u="none" strike="noStrike" cap="none" noProof="0">
                          <a:latin typeface="IBM Plex Sans" panose="020B0503050203000203" pitchFamily="34" charset="0"/>
                          <a:cs typeface="Calibri"/>
                          <a:sym typeface="IBM Plex Sans" panose="020B0503050203000203" pitchFamily="34" charset="0"/>
                        </a:rPr>
                        <a:t>20% (2025) – 21% (2030) </a:t>
                      </a:r>
                      <a:endParaRPr lang="en-US" b="0" noProof="0"/>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hMerge="1">
                  <a:txBody>
                    <a:bodyPr/>
                    <a:lstStyle/>
                    <a:p>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1"/>
                  </a:ext>
                </a:extLst>
              </a:tr>
              <a:tr h="214047">
                <a:tc rowSpan="2">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rPr>
                        <a:t>CAGR </a:t>
                      </a:r>
                    </a:p>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rPr>
                        <a:t>(2025-2030)</a:t>
                      </a:r>
                      <a:r>
                        <a:rPr lang="en-US" sz="1400" b="1" i="0" u="none" strike="noStrike" cap="none" baseline="30000" noProof="0">
                          <a:solidFill>
                            <a:schemeClr val="tx1"/>
                          </a:solidFill>
                          <a:latin typeface="IBM Plex Sans" panose="020B0503050203000203" pitchFamily="34" charset="0"/>
                          <a:ea typeface="Calibri"/>
                          <a:cs typeface="Calibri"/>
                          <a:sym typeface="IBM Plex Sans" panose="020B0503050203000203" pitchFamily="34" charset="0"/>
                        </a:rPr>
                        <a:t>2,3</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rPr>
                        <a:t>United States</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algn="ctr" rtl="0" fontAlgn="b">
                        <a:buNone/>
                      </a:pPr>
                      <a:r>
                        <a:rPr lang="en-US" b="0" noProof="0">
                          <a:solidFill>
                            <a:srgbClr val="1F1F1F"/>
                          </a:solidFill>
                          <a:effectLst/>
                          <a:latin typeface="IBM Plex Sans" panose="020B0503050203000203" pitchFamily="34" charset="0"/>
                        </a:rPr>
                        <a:t>4.5%</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panose="020B0503050203000203" pitchFamily="34" charset="0"/>
                        </a:rPr>
                        <a:t>5.8%</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214047">
                <a:tc vMerge="1">
                  <a:txBody>
                    <a:bodyPr/>
                    <a:lstStyle/>
                    <a:p>
                      <a:pPr marL="0" marR="0" lvl="0" indent="0" algn="l" rtl="0">
                        <a:lnSpc>
                          <a:spcPct val="100000"/>
                        </a:lnSpc>
                        <a:spcBef>
                          <a:spcPts val="0"/>
                        </a:spcBef>
                        <a:spcAft>
                          <a:spcPts val="0"/>
                        </a:spcAft>
                        <a:buClr>
                          <a:srgbClr val="000000"/>
                        </a:buClr>
                        <a:buSzPts val="1200"/>
                        <a:buFont typeface="Arial"/>
                        <a:buNone/>
                      </a:pPr>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4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rPr>
                        <a:t>Rest of World</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algn="ctr" rtl="0" fontAlgn="b">
                        <a:buNone/>
                      </a:pPr>
                      <a:r>
                        <a:rPr lang="en-US" b="0" noProof="0">
                          <a:solidFill>
                            <a:srgbClr val="1F1F1F"/>
                          </a:solidFill>
                          <a:effectLst/>
                          <a:latin typeface="IBM Plex Sans" panose="020B0503050203000203" pitchFamily="34" charset="0"/>
                        </a:rPr>
                        <a:t>5.1%</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panose="020B0503050203000203" pitchFamily="34" charset="0"/>
                        </a:rPr>
                        <a:t>6.7%</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
        <p:nvSpPr>
          <p:cNvPr id="3" name="Rectangle 2">
            <a:extLst>
              <a:ext uri="{FF2B5EF4-FFF2-40B4-BE49-F238E27FC236}">
                <a16:creationId xmlns:a16="http://schemas.microsoft.com/office/drawing/2014/main" id="{758F049D-19CA-9979-54E2-B4F3CC603103}"/>
              </a:ext>
            </a:extLst>
          </p:cNvPr>
          <p:cNvSpPr/>
          <p:nvPr/>
        </p:nvSpPr>
        <p:spPr>
          <a:xfrm>
            <a:off x="9889412" y="-12835"/>
            <a:ext cx="2311684"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rPr>
              <a:t>Market Impact</a:t>
            </a:r>
          </a:p>
        </p:txBody>
      </p:sp>
    </p:spTree>
    <p:extLst>
      <p:ext uri="{BB962C8B-B14F-4D97-AF65-F5344CB8AC3E}">
        <p14:creationId xmlns:p14="http://schemas.microsoft.com/office/powerpoint/2010/main" val="71541188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996">
          <a:extLst>
            <a:ext uri="{FF2B5EF4-FFF2-40B4-BE49-F238E27FC236}">
              <a16:creationId xmlns:a16="http://schemas.microsoft.com/office/drawing/2014/main" id="{8F039125-8FFC-5980-D923-4E4A80E69F29}"/>
            </a:ext>
          </a:extLst>
        </p:cNvPr>
        <p:cNvGrpSpPr/>
        <p:nvPr/>
      </p:nvGrpSpPr>
      <p:grpSpPr>
        <a:xfrm>
          <a:off x="0" y="0"/>
          <a:ext cx="0" cy="0"/>
          <a:chOff x="0" y="0"/>
          <a:chExt cx="0" cy="0"/>
        </a:xfrm>
      </p:grpSpPr>
      <p:sp>
        <p:nvSpPr>
          <p:cNvPr id="997" name="Google Shape;997;p68">
            <a:extLst>
              <a:ext uri="{FF2B5EF4-FFF2-40B4-BE49-F238E27FC236}">
                <a16:creationId xmlns:a16="http://schemas.microsoft.com/office/drawing/2014/main" id="{F39091EE-49F0-67AF-410B-6E3D8F24FF05}"/>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19</a:t>
            </a:fld>
            <a:endParaRPr lang="en-US" noProof="0"/>
          </a:p>
        </p:txBody>
      </p:sp>
      <p:sp>
        <p:nvSpPr>
          <p:cNvPr id="998" name="Google Shape;998;p68">
            <a:extLst>
              <a:ext uri="{FF2B5EF4-FFF2-40B4-BE49-F238E27FC236}">
                <a16:creationId xmlns:a16="http://schemas.microsoft.com/office/drawing/2014/main" id="{F701064F-16D4-EE58-D359-4AA9E28FEDB6}"/>
              </a:ext>
            </a:extLst>
          </p:cNvPr>
          <p:cNvSpPr txBox="1">
            <a:spLocks noGrp="1"/>
          </p:cNvSpPr>
          <p:nvPr>
            <p:ph type="title"/>
          </p:nvPr>
        </p:nvSpPr>
        <p:spPr>
          <a:xfrm>
            <a:off x="420595" y="504611"/>
            <a:ext cx="11350625" cy="1163395"/>
          </a:xfrm>
          <a:prstGeom prst="rect">
            <a:avLst/>
          </a:prstGeom>
          <a:noFill/>
          <a:ln>
            <a:noFill/>
          </a:ln>
        </p:spPr>
        <p:txBody>
          <a:bodyPr spcFirstLastPara="1" wrap="square" lIns="0" tIns="0" rIns="0" bIns="0" anchor="t" anchorCtr="0">
            <a:spAutoFit/>
          </a:bodyPr>
          <a:lstStyle/>
          <a:p>
            <a:r>
              <a:rPr lang="en-US"/>
              <a:t>CPC expansion is expected to offset slower volume growth, sustaining ~15.6% revenue CAGR through 2030</a:t>
            </a:r>
            <a:endParaRPr lang="pt-BR"/>
          </a:p>
          <a:p>
            <a:endParaRPr lang="en-US"/>
          </a:p>
        </p:txBody>
      </p:sp>
      <p:sp>
        <p:nvSpPr>
          <p:cNvPr id="1003" name="Google Shape;1003;p68">
            <a:extLst>
              <a:ext uri="{FF2B5EF4-FFF2-40B4-BE49-F238E27FC236}">
                <a16:creationId xmlns:a16="http://schemas.microsoft.com/office/drawing/2014/main" id="{CC98A5F2-96E3-39C5-ED7D-91F6E5656E1C}"/>
              </a:ext>
            </a:extLst>
          </p:cNvPr>
          <p:cNvSpPr txBox="1"/>
          <p:nvPr/>
        </p:nvSpPr>
        <p:spPr>
          <a:xfrm>
            <a:off x="420595" y="5567114"/>
            <a:ext cx="11350625" cy="571495"/>
          </a:xfrm>
          <a:prstGeom prst="rect">
            <a:avLst/>
          </a:prstGeom>
          <a:solidFill>
            <a:srgbClr val="00B050">
              <a:alpha val="48627"/>
            </a:srgbClr>
          </a:solidFill>
          <a:ln>
            <a:noFill/>
          </a:ln>
        </p:spPr>
        <p:txBody>
          <a:bodyPr spcFirstLastPara="1" wrap="square" lIns="0" tIns="45700" rIns="0" bIns="45700" anchor="ctr" anchorCtr="0">
            <a:noAutofit/>
          </a:bodyPr>
          <a:lstStyle/>
          <a:p>
            <a:pPr algn="ctr">
              <a:buSzPts val="1600"/>
            </a:pPr>
            <a:r>
              <a:rPr lang="en-US" b="1" noProof="0" dirty="0">
                <a:solidFill>
                  <a:schemeClr val="dk1"/>
                </a:solidFill>
                <a:latin typeface="IBM Plex Sans"/>
                <a:ea typeface="IBM Plex Sans"/>
                <a:cs typeface="IBM Plex Sans"/>
                <a:sym typeface="IBM Plex Sans"/>
              </a:rPr>
              <a:t>Search revenue remains resilient, with CPC expansion (driven by reduced ad inventory from AIOs and improved AI-driven efficiency) offsetting slower volume growth and supporting CTR recovery</a:t>
            </a:r>
            <a:endParaRPr lang="en-US" noProof="0" dirty="0"/>
          </a:p>
        </p:txBody>
      </p:sp>
      <p:sp>
        <p:nvSpPr>
          <p:cNvPr id="1004" name="Google Shape;1004;p68">
            <a:extLst>
              <a:ext uri="{FF2B5EF4-FFF2-40B4-BE49-F238E27FC236}">
                <a16:creationId xmlns:a16="http://schemas.microsoft.com/office/drawing/2014/main" id="{39EC6FA5-C4CB-CFEC-F1AF-28CE2462A6D7}"/>
              </a:ext>
            </a:extLst>
          </p:cNvPr>
          <p:cNvSpPr txBox="1"/>
          <p:nvPr/>
        </p:nvSpPr>
        <p:spPr>
          <a:xfrm>
            <a:off x="447332" y="6225618"/>
            <a:ext cx="11075367" cy="215444"/>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 </a:t>
            </a:r>
            <a:r>
              <a:rPr lang="en-US" sz="700" u="sng" noProof="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Datos</a:t>
            </a:r>
            <a:r>
              <a:rPr lang="en-US" sz="700" noProof="0" dirty="0">
                <a:solidFill>
                  <a:srgbClr val="7F7F7F"/>
                </a:solidFill>
                <a:latin typeface="IBM Plex Sans"/>
                <a:ea typeface="IBM Plex Sans"/>
                <a:cs typeface="IBM Plex Sans"/>
                <a:sym typeface="IBM Plex Sans"/>
              </a:rPr>
              <a:t>, (2) CTR appendix slides </a:t>
            </a:r>
            <a:r>
              <a:rPr lang="en-US" sz="700" noProof="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1</a:t>
            </a:r>
            <a:r>
              <a:rPr lang="en-US" sz="700" noProof="0" dirty="0">
                <a:solidFill>
                  <a:schemeClr val="bg1">
                    <a:lumMod val="49000"/>
                  </a:schemeClr>
                </a:solidFill>
                <a:latin typeface="IBM Plex Sans"/>
                <a:ea typeface="IBM Plex Sans"/>
                <a:cs typeface="IBM Plex Sans"/>
                <a:sym typeface="IBM Plex Sans"/>
              </a:rPr>
              <a:t> and </a:t>
            </a:r>
            <a:r>
              <a:rPr lang="en-US" sz="700" noProof="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2</a:t>
            </a:r>
            <a:r>
              <a:rPr lang="en-US" sz="700" noProof="0" dirty="0">
                <a:solidFill>
                  <a:schemeClr val="bg1">
                    <a:lumMod val="49000"/>
                  </a:schemeClr>
                </a:solidFill>
                <a:latin typeface="IBM Plex Sans"/>
                <a:ea typeface="IBM Plex Sans"/>
                <a:cs typeface="IBM Plex Sans"/>
                <a:sym typeface="IBM Plex Sans"/>
              </a:rPr>
              <a:t>; detailed regional data in appendix: </a:t>
            </a:r>
            <a:r>
              <a:rPr lang="en-US" sz="700" noProof="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US</a:t>
            </a:r>
            <a:r>
              <a:rPr lang="en-US" sz="700" noProof="0" dirty="0">
                <a:solidFill>
                  <a:schemeClr val="bg1">
                    <a:lumMod val="49000"/>
                  </a:schemeClr>
                </a:solidFill>
                <a:latin typeface="IBM Plex Sans"/>
                <a:ea typeface="IBM Plex Sans"/>
                <a:cs typeface="IBM Plex Sans"/>
                <a:sym typeface="IBM Plex Sans"/>
              </a:rPr>
              <a:t> and </a:t>
            </a:r>
            <a:r>
              <a:rPr lang="en-US" sz="700" noProof="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RoW</a:t>
            </a:r>
            <a:r>
              <a:rPr lang="en-US" sz="700" noProof="0" dirty="0">
                <a:solidFill>
                  <a:schemeClr val="bg1">
                    <a:lumMod val="49000"/>
                  </a:schemeClr>
                </a:solidFill>
                <a:latin typeface="IBM Plex Sans"/>
                <a:ea typeface="IBM Plex Sans"/>
                <a:cs typeface="IBM Plex Sans"/>
                <a:sym typeface="IBM Plex Sans"/>
              </a:rPr>
              <a:t>, (3) CPC appendix slides </a:t>
            </a:r>
            <a:r>
              <a:rPr lang="en-US" sz="700" noProof="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1</a:t>
            </a:r>
            <a:r>
              <a:rPr lang="en-US" sz="700" noProof="0" dirty="0">
                <a:solidFill>
                  <a:schemeClr val="bg1">
                    <a:lumMod val="49000"/>
                  </a:schemeClr>
                </a:solidFill>
                <a:latin typeface="IBM Plex Sans"/>
                <a:ea typeface="IBM Plex Sans"/>
                <a:cs typeface="IBM Plex Sans"/>
                <a:sym typeface="IBM Plex Sans"/>
              </a:rPr>
              <a:t> and </a:t>
            </a:r>
            <a:r>
              <a:rPr lang="en-US" sz="700" noProof="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2</a:t>
            </a:r>
            <a:r>
              <a:rPr lang="en-US" sz="700" noProof="0" dirty="0">
                <a:solidFill>
                  <a:schemeClr val="bg1">
                    <a:lumMod val="49000"/>
                  </a:schemeClr>
                </a:solidFill>
                <a:latin typeface="IBM Plex Sans"/>
                <a:ea typeface="IBM Plex Sans"/>
                <a:cs typeface="IBM Plex Sans"/>
                <a:sym typeface="IBM Plex Sans"/>
              </a:rPr>
              <a:t>, (4) CPC multiplied by CTR, considered average of US and ROW data </a:t>
            </a:r>
            <a:endParaRPr lang="en-US" sz="700" b="0" i="0" u="sng" strike="noStrike" cap="none" noProof="0" dirty="0">
              <a:solidFill>
                <a:schemeClr val="bg1">
                  <a:lumMod val="49000"/>
                </a:schemeClr>
              </a:solidFill>
              <a:latin typeface="IBM Plex Sans"/>
              <a:ea typeface="IBM Plex Sans"/>
              <a:cs typeface="IBM Plex Sans"/>
            </a:endParaRPr>
          </a:p>
          <a:p>
            <a:r>
              <a:rPr lang="en-US" sz="700" noProof="0" dirty="0">
                <a:solidFill>
                  <a:schemeClr val="bg1">
                    <a:lumMod val="49000"/>
                  </a:schemeClr>
                </a:solidFill>
                <a:latin typeface="IBM Plex Sans"/>
                <a:sym typeface="IBM Plex Sans"/>
              </a:rPr>
              <a:t>*2024 data:  Google volume and revenue, </a:t>
            </a:r>
            <a:r>
              <a:rPr lang="en-US" sz="700" noProof="0" dirty="0">
                <a:solidFill>
                  <a:srgbClr val="7F7F7F"/>
                </a:solidFill>
                <a:latin typeface="IBM Plex Sans"/>
                <a:sym typeface="IBM Plex Sans"/>
              </a:rPr>
              <a:t>and the 2025 fixed parameters of Rev and Non-Rev generating searches as well as US/</a:t>
            </a:r>
            <a:r>
              <a:rPr lang="en-US" sz="700" noProof="0" dirty="0" err="1">
                <a:solidFill>
                  <a:srgbClr val="7F7F7F"/>
                </a:solidFill>
                <a:latin typeface="IBM Plex Sans"/>
                <a:sym typeface="IBM Plex Sans"/>
              </a:rPr>
              <a:t>RoW</a:t>
            </a:r>
            <a:r>
              <a:rPr lang="en-US" sz="700" noProof="0" dirty="0">
                <a:solidFill>
                  <a:srgbClr val="7F7F7F"/>
                </a:solidFill>
                <a:latin typeface="IBM Plex Sans"/>
                <a:sym typeface="IBM Plex Sans"/>
              </a:rPr>
              <a:t>/Desktop/Mobile split, 2019-2024 historical growth of 14.9%, based on Google's revenue growth (</a:t>
            </a:r>
            <a:r>
              <a:rPr lang="en-US" sz="700" noProof="0" dirty="0">
                <a:solidFill>
                  <a:srgbClr val="7F7F7F"/>
                </a:solidFill>
                <a:latin typeface="IBM Plex Sans"/>
                <a:sym typeface="IBM Plex Sans"/>
                <a:hlinkClick r:id="rId4">
                  <a:extLst>
                    <a:ext uri="{A12FA001-AC4F-418D-AE19-62706E023703}">
                      <ahyp:hlinkClr xmlns:ahyp="http://schemas.microsoft.com/office/drawing/2018/hyperlinkcolor" val="tx"/>
                    </a:ext>
                  </a:extLst>
                </a:hlinkClick>
              </a:rPr>
              <a:t>Oberlo</a:t>
            </a:r>
            <a:r>
              <a:rPr lang="en-US" sz="700" noProof="0" dirty="0">
                <a:solidFill>
                  <a:srgbClr val="7F7F7F"/>
                </a:solidFill>
                <a:latin typeface="IBM Plex Sans"/>
                <a:sym typeface="IBM Plex Sans"/>
              </a:rPr>
              <a:t> and </a:t>
            </a:r>
            <a:r>
              <a:rPr lang="en-US" sz="700" noProof="0" dirty="0">
                <a:solidFill>
                  <a:srgbClr val="7F7F7F"/>
                </a:solidFill>
                <a:latin typeface="IBM Plex Sans"/>
                <a:sym typeface="IBM Plex Sans"/>
                <a:hlinkClick r:id="rId5">
                  <a:extLst>
                    <a:ext uri="{A12FA001-AC4F-418D-AE19-62706E023703}">
                      <ahyp:hlinkClr xmlns:ahyp="http://schemas.microsoft.com/office/drawing/2018/hyperlinkcolor" val="tx"/>
                    </a:ext>
                  </a:extLst>
                </a:hlinkClick>
              </a:rPr>
              <a:t>GS StatCounter</a:t>
            </a:r>
            <a:r>
              <a:rPr lang="en-US" sz="700" noProof="0" dirty="0">
                <a:solidFill>
                  <a:srgbClr val="7F7F7F"/>
                </a:solidFill>
                <a:latin typeface="IBM Plex Sans"/>
                <a:sym typeface="IBM Plex Sans"/>
              </a:rPr>
              <a:t>)</a:t>
            </a:r>
            <a:endParaRPr lang="en-US" sz="700" noProof="0" dirty="0">
              <a:solidFill>
                <a:srgbClr val="7F7F7F"/>
              </a:solidFill>
              <a:latin typeface="IBM Plex Sans"/>
            </a:endParaRPr>
          </a:p>
        </p:txBody>
      </p:sp>
      <p:sp>
        <p:nvSpPr>
          <p:cNvPr id="9" name="Google Shape;1000;p68">
            <a:extLst>
              <a:ext uri="{FF2B5EF4-FFF2-40B4-BE49-F238E27FC236}">
                <a16:creationId xmlns:a16="http://schemas.microsoft.com/office/drawing/2014/main" id="{296E24CA-3834-28D5-2E68-9AFA807674F8}"/>
              </a:ext>
            </a:extLst>
          </p:cNvPr>
          <p:cNvSpPr txBox="1"/>
          <p:nvPr/>
        </p:nvSpPr>
        <p:spPr>
          <a:xfrm>
            <a:off x="420595" y="1422111"/>
            <a:ext cx="11350718" cy="253385"/>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r>
              <a:rPr lang="en-US" sz="1200" b="1" i="0" u="none" strike="noStrike" cap="none" noProof="0">
                <a:solidFill>
                  <a:schemeClr val="lt1"/>
                </a:solidFill>
                <a:latin typeface="IBM Plex Sans"/>
                <a:ea typeface="IBM Plex Sans"/>
                <a:cs typeface="IBM Plex Sans"/>
                <a:sym typeface="IBM Plex Sans"/>
              </a:rPr>
              <a:t>Search revenue, Billions</a:t>
            </a:r>
            <a:endParaRPr lang="en-US" noProof="0"/>
          </a:p>
        </p:txBody>
      </p:sp>
      <p:graphicFrame>
        <p:nvGraphicFramePr>
          <p:cNvPr id="11" name="Google Shape;984;p67">
            <a:extLst>
              <a:ext uri="{FF2B5EF4-FFF2-40B4-BE49-F238E27FC236}">
                <a16:creationId xmlns:a16="http://schemas.microsoft.com/office/drawing/2014/main" id="{CC818C9B-0C5A-C3A7-41EF-6CA3DBD52407}"/>
              </a:ext>
            </a:extLst>
          </p:cNvPr>
          <p:cNvGraphicFramePr/>
          <p:nvPr/>
        </p:nvGraphicFramePr>
        <p:xfrm>
          <a:off x="444061" y="1806720"/>
          <a:ext cx="10323585" cy="2333207"/>
        </p:xfrm>
        <a:graphic>
          <a:graphicData uri="http://schemas.openxmlformats.org/drawingml/2006/chart">
            <c:chart xmlns:c="http://schemas.openxmlformats.org/drawingml/2006/chart" xmlns:r="http://schemas.openxmlformats.org/officeDocument/2006/relationships" r:id="rId6"/>
          </a:graphicData>
        </a:graphic>
      </p:graphicFrame>
      <p:sp>
        <p:nvSpPr>
          <p:cNvPr id="18" name="TextBox 16">
            <a:extLst>
              <a:ext uri="{FF2B5EF4-FFF2-40B4-BE49-F238E27FC236}">
                <a16:creationId xmlns:a16="http://schemas.microsoft.com/office/drawing/2014/main" id="{44967972-5888-A06C-2B37-2D45F29F7283}"/>
              </a:ext>
            </a:extLst>
          </p:cNvPr>
          <p:cNvSpPr txBox="1"/>
          <p:nvPr/>
        </p:nvSpPr>
        <p:spPr>
          <a:xfrm>
            <a:off x="10519100" y="1712025"/>
            <a:ext cx="1430515" cy="286657"/>
          </a:xfrm>
          <a:prstGeom prst="rect">
            <a:avLst/>
          </a:prstGeom>
          <a:noFill/>
        </p:spPr>
        <p:txBody>
          <a:bodyPr wrap="square" rtlCol="0">
            <a:spAutoFit/>
          </a:bodyPr>
          <a:lstStyle/>
          <a:p>
            <a:pPr algn="ctr"/>
            <a:r>
              <a:rPr lang="en-US" sz="1200" b="1" u="sng" noProof="0">
                <a:latin typeface="IBM Plex Sans" panose="020B0503050203000203" pitchFamily="34" charset="0"/>
              </a:rPr>
              <a:t>CAGR (‘25 – ‘30)</a:t>
            </a:r>
          </a:p>
        </p:txBody>
      </p:sp>
      <p:sp>
        <p:nvSpPr>
          <p:cNvPr id="19" name="TextBox 16">
            <a:extLst>
              <a:ext uri="{FF2B5EF4-FFF2-40B4-BE49-F238E27FC236}">
                <a16:creationId xmlns:a16="http://schemas.microsoft.com/office/drawing/2014/main" id="{37C2A08C-1512-592B-BF7A-A33C86AA2B2C}"/>
              </a:ext>
            </a:extLst>
          </p:cNvPr>
          <p:cNvSpPr txBox="1"/>
          <p:nvPr/>
        </p:nvSpPr>
        <p:spPr>
          <a:xfrm>
            <a:off x="10846479" y="2038719"/>
            <a:ext cx="807488" cy="276999"/>
          </a:xfrm>
          <a:prstGeom prst="rect">
            <a:avLst/>
          </a:prstGeom>
          <a:noFill/>
        </p:spPr>
        <p:txBody>
          <a:bodyPr wrap="square" rtlCol="0">
            <a:spAutoFit/>
          </a:bodyPr>
          <a:lstStyle/>
          <a:p>
            <a:pPr algn="ctr"/>
            <a:r>
              <a:rPr lang="en-US" sz="1200" b="1" noProof="0">
                <a:latin typeface="IBM Plex Sans" panose="020B0503050203000203" pitchFamily="34" charset="0"/>
              </a:rPr>
              <a:t>15.6%</a:t>
            </a:r>
          </a:p>
        </p:txBody>
      </p:sp>
      <p:sp>
        <p:nvSpPr>
          <p:cNvPr id="20" name="TextBox 16">
            <a:extLst>
              <a:ext uri="{FF2B5EF4-FFF2-40B4-BE49-F238E27FC236}">
                <a16:creationId xmlns:a16="http://schemas.microsoft.com/office/drawing/2014/main" id="{FCD61F04-1B72-9296-7A14-48F589849C68}"/>
              </a:ext>
            </a:extLst>
          </p:cNvPr>
          <p:cNvSpPr txBox="1"/>
          <p:nvPr/>
        </p:nvSpPr>
        <p:spPr>
          <a:xfrm>
            <a:off x="10846479" y="2684885"/>
            <a:ext cx="807488" cy="276999"/>
          </a:xfrm>
          <a:prstGeom prst="rect">
            <a:avLst/>
          </a:prstGeom>
          <a:noFill/>
        </p:spPr>
        <p:txBody>
          <a:bodyPr wrap="square" rtlCol="0">
            <a:spAutoFit/>
          </a:bodyPr>
          <a:lstStyle/>
          <a:p>
            <a:pPr algn="ctr"/>
            <a:r>
              <a:rPr lang="en-US" sz="1200" b="1" noProof="0">
                <a:latin typeface="IBM Plex Sans" panose="020B0503050203000203" pitchFamily="34" charset="0"/>
              </a:rPr>
              <a:t>14.0%</a:t>
            </a:r>
          </a:p>
        </p:txBody>
      </p:sp>
      <p:sp>
        <p:nvSpPr>
          <p:cNvPr id="21" name="TextBox 16">
            <a:extLst>
              <a:ext uri="{FF2B5EF4-FFF2-40B4-BE49-F238E27FC236}">
                <a16:creationId xmlns:a16="http://schemas.microsoft.com/office/drawing/2014/main" id="{2DA59175-6F7F-4318-13B9-9FF09A4177FC}"/>
              </a:ext>
            </a:extLst>
          </p:cNvPr>
          <p:cNvSpPr txBox="1"/>
          <p:nvPr/>
        </p:nvSpPr>
        <p:spPr>
          <a:xfrm>
            <a:off x="10846479" y="3425274"/>
            <a:ext cx="807488" cy="276999"/>
          </a:xfrm>
          <a:prstGeom prst="rect">
            <a:avLst/>
          </a:prstGeom>
          <a:noFill/>
        </p:spPr>
        <p:txBody>
          <a:bodyPr wrap="square" rtlCol="0">
            <a:spAutoFit/>
          </a:bodyPr>
          <a:lstStyle/>
          <a:p>
            <a:pPr algn="ctr"/>
            <a:r>
              <a:rPr lang="en-US" sz="1200" b="1" noProof="0">
                <a:latin typeface="IBM Plex Sans" panose="020B0503050203000203" pitchFamily="34" charset="0"/>
              </a:rPr>
              <a:t>16.2%</a:t>
            </a:r>
          </a:p>
        </p:txBody>
      </p:sp>
      <p:graphicFrame>
        <p:nvGraphicFramePr>
          <p:cNvPr id="24" name="Google Shape;933;g3b2110f3d24_0_616">
            <a:extLst>
              <a:ext uri="{FF2B5EF4-FFF2-40B4-BE49-F238E27FC236}">
                <a16:creationId xmlns:a16="http://schemas.microsoft.com/office/drawing/2014/main" id="{C979029C-F2DC-D101-9C15-73A0BED452A2}"/>
              </a:ext>
            </a:extLst>
          </p:cNvPr>
          <p:cNvGraphicFramePr/>
          <p:nvPr/>
        </p:nvGraphicFramePr>
        <p:xfrm>
          <a:off x="420501" y="4226936"/>
          <a:ext cx="11350626" cy="1057181"/>
        </p:xfrm>
        <a:graphic>
          <a:graphicData uri="http://schemas.openxmlformats.org/drawingml/2006/table">
            <a:tbl>
              <a:tblPr>
                <a:noFill/>
                <a:tableStyleId>{16461213-F4DB-495F-93F5-F8E8B3FAFA39}</a:tableStyleId>
              </a:tblPr>
              <a:tblGrid>
                <a:gridCol w="4278800">
                  <a:extLst>
                    <a:ext uri="{9D8B030D-6E8A-4147-A177-3AD203B41FA5}">
                      <a16:colId xmlns:a16="http://schemas.microsoft.com/office/drawing/2014/main" val="20000"/>
                    </a:ext>
                  </a:extLst>
                </a:gridCol>
                <a:gridCol w="3535913">
                  <a:extLst>
                    <a:ext uri="{9D8B030D-6E8A-4147-A177-3AD203B41FA5}">
                      <a16:colId xmlns:a16="http://schemas.microsoft.com/office/drawing/2014/main" val="20001"/>
                    </a:ext>
                  </a:extLst>
                </a:gridCol>
                <a:gridCol w="3535913">
                  <a:extLst>
                    <a:ext uri="{9D8B030D-6E8A-4147-A177-3AD203B41FA5}">
                      <a16:colId xmlns:a16="http://schemas.microsoft.com/office/drawing/2014/main" val="20002"/>
                    </a:ext>
                  </a:extLst>
                </a:gridCol>
              </a:tblGrid>
              <a:tr h="2754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Key assumptions for Revenue Generating Searches</a:t>
                      </a:r>
                    </a:p>
                  </a:txBody>
                  <a:tcPr marL="90000" marR="90000" marT="46800" marB="468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Desktop (2025 – 2030)</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bg1"/>
                          </a:solidFill>
                          <a:latin typeface="IBM Plex Sans" panose="020B0503050203000203" pitchFamily="34" charset="0"/>
                          <a:ea typeface="Calibri"/>
                          <a:cs typeface="Calibri"/>
                          <a:sym typeface="IBM Plex Sans" panose="020B0503050203000203" pitchFamily="34" charset="0"/>
                        </a:rPr>
                        <a:t>Mobile (2025 – 2030)</a:t>
                      </a:r>
                    </a:p>
                  </a:txBody>
                  <a:tcPr marL="91450" marR="9145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2754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rPr>
                        <a:t>Click-Through Rate (CTR, US and </a:t>
                      </a:r>
                      <a:r>
                        <a:rPr lang="en-US" sz="1200" b="1" i="0" u="none" strike="noStrike" cap="none" noProof="0" err="1">
                          <a:solidFill>
                            <a:schemeClr val="tx1"/>
                          </a:solidFill>
                          <a:latin typeface="IBM Plex Sans" panose="020B0503050203000203" pitchFamily="34" charset="0"/>
                          <a:ea typeface="Calibri"/>
                          <a:cs typeface="Calibri"/>
                          <a:sym typeface="IBM Plex Sans" panose="020B0503050203000203" pitchFamily="34" charset="0"/>
                        </a:rPr>
                        <a:t>RoW</a:t>
                      </a:r>
                      <a:r>
                        <a:rPr lang="en-US" sz="12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rPr>
                        <a:t> average)</a:t>
                      </a:r>
                      <a:r>
                        <a:rPr lang="en-US" sz="1200" b="1" i="0" u="none" strike="noStrike" cap="none" baseline="30000" noProof="0">
                          <a:solidFill>
                            <a:schemeClr val="tx1"/>
                          </a:solidFill>
                          <a:latin typeface="IBM Plex Sans" panose="020B0503050203000203" pitchFamily="34" charset="0"/>
                          <a:ea typeface="Calibri"/>
                          <a:cs typeface="Calibri"/>
                          <a:sym typeface="IBM Plex Sans" panose="020B0503050203000203" pitchFamily="34" charset="0"/>
                        </a:rPr>
                        <a:t>2</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u="none" strike="noStrike" cap="none" noProof="0">
                          <a:latin typeface="IBM Plex Sans" panose="020B0503050203000203" pitchFamily="34" charset="0"/>
                          <a:sym typeface="IBM Plex Sans" panose="020B0503050203000203" pitchFamily="34" charset="0"/>
                        </a:rPr>
                        <a:t>3.45% - 3.77%</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u="none" strike="noStrike" cap="none" noProof="0">
                          <a:latin typeface="IBM Plex Sans" panose="020B0503050203000203" pitchFamily="34" charset="0"/>
                          <a:sym typeface="IBM Plex Sans" panose="020B0503050203000203" pitchFamily="34" charset="0"/>
                        </a:rPr>
                        <a:t>4.59% - 4.62%</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2754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0">
                          <a:solidFill>
                            <a:schemeClr val="tx1"/>
                          </a:solidFill>
                          <a:latin typeface="IBM Plex Sans" panose="020B0503050203000203" pitchFamily="34" charset="0"/>
                          <a:ea typeface="Arial"/>
                          <a:cs typeface="Calibri"/>
                          <a:sym typeface="Arial"/>
                        </a:rPr>
                        <a:t>Cost Per Click (</a:t>
                      </a:r>
                      <a:r>
                        <a:rPr lang="en-US" sz="12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rPr>
                        <a:t>CPC, US and </a:t>
                      </a:r>
                      <a:r>
                        <a:rPr lang="en-US" sz="1200" b="1" i="0" u="none" strike="noStrike" cap="none" noProof="0" err="1">
                          <a:solidFill>
                            <a:schemeClr val="tx1"/>
                          </a:solidFill>
                          <a:latin typeface="IBM Plex Sans" panose="020B0503050203000203" pitchFamily="34" charset="0"/>
                          <a:ea typeface="Calibri"/>
                          <a:cs typeface="Calibri"/>
                          <a:sym typeface="IBM Plex Sans" panose="020B0503050203000203" pitchFamily="34" charset="0"/>
                        </a:rPr>
                        <a:t>RoW</a:t>
                      </a:r>
                      <a:r>
                        <a:rPr lang="en-US" sz="12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rPr>
                        <a:t> average)</a:t>
                      </a:r>
                      <a:r>
                        <a:rPr lang="en-US" sz="1200" b="1" i="0" u="none" strike="noStrike" cap="none" baseline="30000" noProof="0">
                          <a:solidFill>
                            <a:schemeClr val="tx1"/>
                          </a:solidFill>
                          <a:latin typeface="IBM Plex Sans" panose="020B0503050203000203" pitchFamily="34" charset="0"/>
                          <a:ea typeface="Calibri"/>
                          <a:cs typeface="Calibri"/>
                          <a:sym typeface="IBM Plex Sans" panose="020B0503050203000203" pitchFamily="34" charset="0"/>
                        </a:rPr>
                        <a:t>3</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algn="ctr" rtl="0" fontAlgn="b">
                        <a:buNone/>
                      </a:pPr>
                      <a:r>
                        <a:rPr lang="en-US" sz="1200" u="none" strike="noStrike" cap="none" noProof="0">
                          <a:latin typeface="IBM Plex Sans" panose="020B0503050203000203" pitchFamily="34" charset="0"/>
                          <a:sym typeface="IBM Plex Sans" panose="020B0503050203000203" pitchFamily="34" charset="0"/>
                        </a:rPr>
                        <a:t>$7.21 - $9.08</a:t>
                      </a:r>
                      <a:endParaRPr lang="en-US" sz="1200" b="0" noProof="0">
                        <a:solidFill>
                          <a:srgbClr val="1F1F1F"/>
                        </a:solidFill>
                        <a:effectLst/>
                        <a:latin typeface="IBM Plex Sans" panose="020B0503050203000203" pitchFamily="34" charset="0"/>
                      </a:endParaRP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rtl="0" fontAlgn="b">
                        <a:buNone/>
                      </a:pPr>
                      <a:r>
                        <a:rPr lang="en-US" sz="1200" u="none" strike="noStrike" cap="none" noProof="0">
                          <a:latin typeface="IBM Plex Sans" panose="020B0503050203000203" pitchFamily="34" charset="0"/>
                          <a:sym typeface="IBM Plex Sans" panose="020B0503050203000203" pitchFamily="34" charset="0"/>
                        </a:rPr>
                        <a:t>$5.33 - $8.55</a:t>
                      </a:r>
                      <a:endParaRPr lang="en-US" sz="1200" b="0" noProof="0">
                        <a:solidFill>
                          <a:srgbClr val="1F1F1F"/>
                        </a:solidFill>
                        <a:effectLst/>
                        <a:latin typeface="IBM Plex Sans" panose="020B0503050203000203" pitchFamily="34" charset="0"/>
                      </a:endParaRP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543443761"/>
                  </a:ext>
                </a:extLst>
              </a:tr>
              <a:tr h="229883">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0">
                          <a:solidFill>
                            <a:schemeClr val="tx1"/>
                          </a:solidFill>
                          <a:latin typeface="IBM Plex Sans" panose="020B0503050203000203" pitchFamily="34" charset="0"/>
                          <a:ea typeface="Calibri"/>
                          <a:cs typeface="Calibri"/>
                          <a:sym typeface="IBM Plex Sans" panose="020B0503050203000203" pitchFamily="34" charset="0"/>
                        </a:rPr>
                        <a:t>Revenue per Search</a:t>
                      </a:r>
                      <a:r>
                        <a:rPr lang="en-US" sz="1200" b="1" i="0" u="none" strike="noStrike" cap="none" baseline="30000" noProof="0">
                          <a:solidFill>
                            <a:schemeClr val="tx1"/>
                          </a:solidFill>
                          <a:latin typeface="IBM Plex Sans" panose="020B0503050203000203" pitchFamily="34" charset="0"/>
                          <a:ea typeface="Calibri"/>
                          <a:cs typeface="Calibri"/>
                          <a:sym typeface="IBM Plex Sans" panose="020B0503050203000203" pitchFamily="34" charset="0"/>
                        </a:rPr>
                        <a:t>4</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algn="ctr" rtl="0" fontAlgn="b">
                        <a:buNone/>
                      </a:pPr>
                      <a:r>
                        <a:rPr lang="en-US" sz="1200" u="none" strike="noStrike" cap="none" noProof="0">
                          <a:latin typeface="IBM Plex Sans" panose="020B0503050203000203" pitchFamily="34" charset="0"/>
                          <a:sym typeface="IBM Plex Sans" panose="020B0503050203000203" pitchFamily="34" charset="0"/>
                        </a:rPr>
                        <a:t>$0.24 - $0.33</a:t>
                      </a:r>
                      <a:endParaRPr lang="en-US" sz="1200" b="0" noProof="0">
                        <a:solidFill>
                          <a:srgbClr val="1F1F1F"/>
                        </a:solidFill>
                        <a:effectLst/>
                        <a:latin typeface="IBM Plex Sans" panose="020B0503050203000203" pitchFamily="34" charset="0"/>
                      </a:endParaRP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sz="1200" u="none" strike="noStrike" cap="none" noProof="0" dirty="0">
                          <a:latin typeface="IBM Plex Sans" panose="020B0503050203000203" pitchFamily="34" charset="0"/>
                          <a:sym typeface="IBM Plex Sans" panose="020B0503050203000203" pitchFamily="34" charset="0"/>
                        </a:rPr>
                        <a:t>$0.24 - $0.39 </a:t>
                      </a:r>
                      <a:endParaRPr lang="en-US" sz="1200" b="0" noProof="0" dirty="0">
                        <a:solidFill>
                          <a:srgbClr val="1F1F1F"/>
                        </a:solidFill>
                        <a:effectLst/>
                        <a:latin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
        <p:nvSpPr>
          <p:cNvPr id="2" name="Rectangle 767">
            <a:extLst>
              <a:ext uri="{FF2B5EF4-FFF2-40B4-BE49-F238E27FC236}">
                <a16:creationId xmlns:a16="http://schemas.microsoft.com/office/drawing/2014/main" id="{9B1BAE26-F1A1-740E-F6E0-306D6C9DA919}"/>
              </a:ext>
            </a:extLst>
          </p:cNvPr>
          <p:cNvSpPr/>
          <p:nvPr/>
        </p:nvSpPr>
        <p:spPr>
          <a:xfrm>
            <a:off x="4932534" y="1745065"/>
            <a:ext cx="270665" cy="170007"/>
          </a:xfrm>
          <a:prstGeom prst="rect">
            <a:avLst/>
          </a:prstGeom>
          <a:solidFill>
            <a:srgbClr val="7FD7A7"/>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US</a:t>
            </a:r>
          </a:p>
        </p:txBody>
      </p:sp>
      <p:sp>
        <p:nvSpPr>
          <p:cNvPr id="3" name="Rectangle 768">
            <a:extLst>
              <a:ext uri="{FF2B5EF4-FFF2-40B4-BE49-F238E27FC236}">
                <a16:creationId xmlns:a16="http://schemas.microsoft.com/office/drawing/2014/main" id="{B740B2B2-7FC9-FFE8-6E45-D896932F7A83}"/>
              </a:ext>
            </a:extLst>
          </p:cNvPr>
          <p:cNvSpPr/>
          <p:nvPr/>
        </p:nvSpPr>
        <p:spPr>
          <a:xfrm>
            <a:off x="5697523" y="1745065"/>
            <a:ext cx="270665" cy="170007"/>
          </a:xfrm>
          <a:prstGeom prst="rect">
            <a:avLst/>
          </a:prstGeom>
          <a:solidFill>
            <a:srgbClr val="C197E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err="1">
                <a:solidFill>
                  <a:schemeClr val="tx1"/>
                </a:solidFill>
                <a:latin typeface="IBM Plex Sans" panose="020B0503050203000203" pitchFamily="34" charset="0"/>
              </a:rPr>
              <a:t>RoW</a:t>
            </a:r>
            <a:endParaRPr lang="en-US" sz="1200" noProof="0">
              <a:solidFill>
                <a:schemeClr val="tx1"/>
              </a:solidFill>
              <a:latin typeface="IBM Plex Sans" panose="020B0503050203000203" pitchFamily="34" charset="0"/>
            </a:endParaRPr>
          </a:p>
        </p:txBody>
      </p:sp>
      <p:sp>
        <p:nvSpPr>
          <p:cNvPr id="5" name="Rectangle 4">
            <a:extLst>
              <a:ext uri="{FF2B5EF4-FFF2-40B4-BE49-F238E27FC236}">
                <a16:creationId xmlns:a16="http://schemas.microsoft.com/office/drawing/2014/main" id="{174C2CC8-CBF6-65D0-9732-ADB4B5DB3763}"/>
              </a:ext>
            </a:extLst>
          </p:cNvPr>
          <p:cNvSpPr/>
          <p:nvPr/>
        </p:nvSpPr>
        <p:spPr>
          <a:xfrm>
            <a:off x="9889412" y="-12835"/>
            <a:ext cx="2311684"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rPr>
              <a:t>Market Impact</a:t>
            </a:r>
          </a:p>
        </p:txBody>
      </p:sp>
    </p:spTree>
    <p:extLst>
      <p:ext uri="{BB962C8B-B14F-4D97-AF65-F5344CB8AC3E}">
        <p14:creationId xmlns:p14="http://schemas.microsoft.com/office/powerpoint/2010/main" val="369218780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062">
          <a:extLst>
            <a:ext uri="{FF2B5EF4-FFF2-40B4-BE49-F238E27FC236}">
              <a16:creationId xmlns:a16="http://schemas.microsoft.com/office/drawing/2014/main" id="{BB2AE172-6D65-EE97-AAA6-DCC7812E8E02}"/>
            </a:ext>
          </a:extLst>
        </p:cNvPr>
        <p:cNvGrpSpPr/>
        <p:nvPr/>
      </p:nvGrpSpPr>
      <p:grpSpPr>
        <a:xfrm>
          <a:off x="0" y="0"/>
          <a:ext cx="0" cy="0"/>
          <a:chOff x="0" y="0"/>
          <a:chExt cx="0" cy="0"/>
        </a:xfrm>
      </p:grpSpPr>
      <p:sp>
        <p:nvSpPr>
          <p:cNvPr id="1063" name="Google Shape;1063;p70">
            <a:extLst>
              <a:ext uri="{FF2B5EF4-FFF2-40B4-BE49-F238E27FC236}">
                <a16:creationId xmlns:a16="http://schemas.microsoft.com/office/drawing/2014/main" id="{EA7FEE2B-65C8-5A1A-C31D-D8B69F1FF2F0}"/>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20</a:t>
            </a:fld>
            <a:endParaRPr lang="en-US" noProof="0"/>
          </a:p>
        </p:txBody>
      </p:sp>
      <p:sp>
        <p:nvSpPr>
          <p:cNvPr id="1064" name="Google Shape;1064;p70">
            <a:extLst>
              <a:ext uri="{FF2B5EF4-FFF2-40B4-BE49-F238E27FC236}">
                <a16:creationId xmlns:a16="http://schemas.microsoft.com/office/drawing/2014/main" id="{6BE57C19-1D49-1D48-C92C-B1D8533DB91C}"/>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pPr lvl="0"/>
            <a:r>
              <a:rPr lang="en-US" noProof="0"/>
              <a:t>Key modeling assumptions driving the revised search revenue forecast and the client model</a:t>
            </a:r>
          </a:p>
        </p:txBody>
      </p:sp>
      <p:sp>
        <p:nvSpPr>
          <p:cNvPr id="1065" name="Google Shape;1065;p70">
            <a:extLst>
              <a:ext uri="{FF2B5EF4-FFF2-40B4-BE49-F238E27FC236}">
                <a16:creationId xmlns:a16="http://schemas.microsoft.com/office/drawing/2014/main" id="{D1349053-D325-98AE-0D6F-0B4E6B813C14}"/>
              </a:ext>
            </a:extLst>
          </p:cNvPr>
          <p:cNvSpPr txBox="1">
            <a:spLocks noGrp="1"/>
          </p:cNvSpPr>
          <p:nvPr>
            <p:ph type="body" idx="1"/>
          </p:nvPr>
        </p:nvSpPr>
        <p:spPr>
          <a:xfrm>
            <a:off x="420595" y="955299"/>
            <a:ext cx="11350811" cy="498598"/>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SzPts val="2800"/>
              <a:buNone/>
            </a:pPr>
            <a:endParaRPr lang="en-US" noProof="0"/>
          </a:p>
          <a:p>
            <a:pPr marL="0" lvl="0" indent="0" algn="l" rtl="0">
              <a:lnSpc>
                <a:spcPct val="90000"/>
              </a:lnSpc>
              <a:spcBef>
                <a:spcPts val="0"/>
              </a:spcBef>
              <a:spcAft>
                <a:spcPts val="0"/>
              </a:spcAft>
              <a:buSzPts val="2800"/>
              <a:buNone/>
            </a:pPr>
            <a:endParaRPr lang="en-US" noProof="0"/>
          </a:p>
        </p:txBody>
      </p:sp>
      <p:sp>
        <p:nvSpPr>
          <p:cNvPr id="1066" name="Google Shape;1066;p70">
            <a:extLst>
              <a:ext uri="{FF2B5EF4-FFF2-40B4-BE49-F238E27FC236}">
                <a16:creationId xmlns:a16="http://schemas.microsoft.com/office/drawing/2014/main" id="{AAFD687D-07E1-4919-3D31-501FCF0EDE9E}"/>
              </a:ext>
            </a:extLst>
          </p:cNvPr>
          <p:cNvSpPr txBox="1"/>
          <p:nvPr/>
        </p:nvSpPr>
        <p:spPr>
          <a:xfrm>
            <a:off x="420595" y="5954789"/>
            <a:ext cx="11350625" cy="354854"/>
          </a:xfrm>
          <a:prstGeom prst="rect">
            <a:avLst/>
          </a:prstGeom>
          <a:solidFill>
            <a:srgbClr val="00B050">
              <a:alpha val="48627"/>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r>
              <a:rPr lang="en-US" sz="1400" b="1" i="0" u="none" strike="noStrike" cap="none" noProof="0">
                <a:solidFill>
                  <a:schemeClr val="dk1"/>
                </a:solidFill>
                <a:latin typeface="IBM Plex Sans"/>
                <a:ea typeface="IBM Plex Sans"/>
                <a:cs typeface="IBM Plex Sans"/>
                <a:sym typeface="IBM Plex Sans"/>
              </a:rPr>
              <a:t>We now expect a revenue uplift driven by sustained search growth, partial CTR normalization after the AI shock, and rising CPCs</a:t>
            </a:r>
          </a:p>
        </p:txBody>
      </p:sp>
      <p:graphicFrame>
        <p:nvGraphicFramePr>
          <p:cNvPr id="1067" name="Google Shape;1067;p70">
            <a:extLst>
              <a:ext uri="{FF2B5EF4-FFF2-40B4-BE49-F238E27FC236}">
                <a16:creationId xmlns:a16="http://schemas.microsoft.com/office/drawing/2014/main" id="{4AF64890-B426-3C37-93D2-54A57F9B3C22}"/>
              </a:ext>
            </a:extLst>
          </p:cNvPr>
          <p:cNvGraphicFramePr/>
          <p:nvPr>
            <p:extLst>
              <p:ext uri="{D42A27DB-BD31-4B8C-83A1-F6EECF244321}">
                <p14:modId xmlns:p14="http://schemas.microsoft.com/office/powerpoint/2010/main" val="2745976041"/>
              </p:ext>
            </p:extLst>
          </p:nvPr>
        </p:nvGraphicFramePr>
        <p:xfrm>
          <a:off x="433202" y="1385581"/>
          <a:ext cx="11350823" cy="4392840"/>
        </p:xfrm>
        <a:graphic>
          <a:graphicData uri="http://schemas.openxmlformats.org/drawingml/2006/table">
            <a:tbl>
              <a:tblPr>
                <a:noFill/>
                <a:tableStyleId>{16461213-F4DB-495F-93F5-F8E8B3FAFA39}</a:tableStyleId>
              </a:tblPr>
              <a:tblGrid>
                <a:gridCol w="1777574">
                  <a:extLst>
                    <a:ext uri="{9D8B030D-6E8A-4147-A177-3AD203B41FA5}">
                      <a16:colId xmlns:a16="http://schemas.microsoft.com/office/drawing/2014/main" val="20000"/>
                    </a:ext>
                  </a:extLst>
                </a:gridCol>
                <a:gridCol w="4719052">
                  <a:extLst>
                    <a:ext uri="{9D8B030D-6E8A-4147-A177-3AD203B41FA5}">
                      <a16:colId xmlns:a16="http://schemas.microsoft.com/office/drawing/2014/main" val="20001"/>
                    </a:ext>
                  </a:extLst>
                </a:gridCol>
                <a:gridCol w="4854197">
                  <a:extLst>
                    <a:ext uri="{9D8B030D-6E8A-4147-A177-3AD203B41FA5}">
                      <a16:colId xmlns:a16="http://schemas.microsoft.com/office/drawing/2014/main" val="20002"/>
                    </a:ext>
                  </a:extLst>
                </a:gridCol>
              </a:tblGrid>
              <a:tr h="306224">
                <a:tc>
                  <a:txBody>
                    <a:bodyPr/>
                    <a:lstStyle/>
                    <a:p>
                      <a:pPr marL="0" marR="0" lvl="0" indent="0" algn="l" rtl="0">
                        <a:lnSpc>
                          <a:spcPct val="100000"/>
                        </a:lnSpc>
                        <a:spcBef>
                          <a:spcPts val="0"/>
                        </a:spcBef>
                        <a:spcAft>
                          <a:spcPts val="0"/>
                        </a:spcAft>
                        <a:buClr>
                          <a:schemeClr val="lt1"/>
                        </a:buClr>
                        <a:buSzPts val="1600"/>
                        <a:buFont typeface="Calibri"/>
                        <a:buNone/>
                      </a:pPr>
                      <a:endParaRPr lang="en-US" sz="1050" b="1" u="none" strike="noStrike" cap="none" noProof="0" dirty="0">
                        <a:solidFill>
                          <a:schemeClr val="dk1"/>
                        </a:solidFill>
                        <a:latin typeface="IBM Plex Sans"/>
                        <a:ea typeface="IBM Plex Sans"/>
                        <a:cs typeface="IBM Plex Sans"/>
                        <a:sym typeface="IBM Plex Sans"/>
                      </a:endParaRPr>
                    </a:p>
                  </a:txBody>
                  <a:tcPr marL="91425" marR="91425" marT="72000" marB="72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376"/>
                        <a:buFont typeface="Arial"/>
                        <a:buNone/>
                      </a:pPr>
                      <a:r>
                        <a:rPr lang="en-US" sz="1100" b="1" u="none" strike="noStrike" cap="none" noProof="0">
                          <a:latin typeface="IBM Plex Sans"/>
                          <a:ea typeface="IBM Plex Sans"/>
                          <a:cs typeface="IBM Plex Sans"/>
                          <a:sym typeface="IBM Plex Sans"/>
                        </a:rPr>
                        <a:t>Rationale</a:t>
                      </a:r>
                      <a:endParaRPr lang="en-US" sz="1050" noProof="0"/>
                    </a:p>
                  </a:txBody>
                  <a:tcPr marL="91425" marR="91425" marT="90000" marB="90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376"/>
                        <a:buFont typeface="Arial"/>
                        <a:buNone/>
                      </a:pPr>
                      <a:r>
                        <a:rPr lang="en-US" sz="1100" b="1" i="0" u="none" strike="noStrike" cap="none" noProof="0">
                          <a:solidFill>
                            <a:schemeClr val="dk1"/>
                          </a:solidFill>
                          <a:latin typeface="IBM Plex Sans"/>
                          <a:ea typeface="IBM Plex Sans"/>
                          <a:cs typeface="IBM Plex Sans"/>
                          <a:sym typeface="IBM Plex Sans"/>
                        </a:rPr>
                        <a:t>Model assumptions</a:t>
                      </a:r>
                    </a:p>
                  </a:txBody>
                  <a:tcPr marL="91425" marR="91425" marT="90000" marB="90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0"/>
                  </a:ext>
                </a:extLst>
              </a:tr>
              <a:tr h="1111478">
                <a:tc>
                  <a:txBody>
                    <a:bodyPr/>
                    <a:lstStyle/>
                    <a:p>
                      <a:pPr marL="0" marR="0" lvl="0" indent="0" algn="l" rtl="0">
                        <a:lnSpc>
                          <a:spcPct val="100000"/>
                        </a:lnSpc>
                        <a:spcBef>
                          <a:spcPts val="0"/>
                        </a:spcBef>
                        <a:spcAft>
                          <a:spcPts val="0"/>
                        </a:spcAft>
                        <a:buClr>
                          <a:schemeClr val="lt1"/>
                        </a:buClr>
                        <a:buSzPts val="1600"/>
                        <a:buFont typeface="Calibri"/>
                        <a:buNone/>
                      </a:pPr>
                      <a:r>
                        <a:rPr lang="en-US" sz="1000" b="1" u="none" strike="noStrike" cap="none" noProof="0">
                          <a:solidFill>
                            <a:schemeClr val="dk1"/>
                          </a:solidFill>
                          <a:latin typeface="IBM Plex Sans"/>
                        </a:rPr>
                        <a:t>Volume</a:t>
                      </a:r>
                      <a:r>
                        <a:rPr lang="en-US" sz="1000" b="1" u="none" strike="noStrike" cap="none" baseline="30000" noProof="0">
                          <a:solidFill>
                            <a:schemeClr val="dk1"/>
                          </a:solidFill>
                          <a:latin typeface="IBM Plex Sans"/>
                        </a:rPr>
                        <a:t>1</a:t>
                      </a:r>
                      <a:endParaRPr lang="en-US" sz="1000" baseline="30000" noProof="0">
                        <a:latin typeface="IBM Plex Sans" panose="020B0503050203000203" pitchFamily="34" charset="0"/>
                      </a:endParaRPr>
                    </a:p>
                  </a:txBody>
                  <a:tcPr marL="91425" marR="91425" marT="72000" marB="72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solidFill>
                      <a:srgbClr val="7FD7A7"/>
                    </a:solidFill>
                  </a:tcPr>
                </a:tc>
                <a:tc>
                  <a:txBody>
                    <a:bodyPr/>
                    <a:lstStyle/>
                    <a:p>
                      <a:pPr marL="179705" marR="0" lvl="0" indent="-179705" algn="l" rtl="0">
                        <a:lnSpc>
                          <a:spcPct val="100000"/>
                        </a:lnSpc>
                        <a:spcBef>
                          <a:spcPts val="0"/>
                        </a:spcBef>
                        <a:spcAft>
                          <a:spcPts val="600"/>
                        </a:spcAft>
                        <a:buClr>
                          <a:srgbClr val="000000"/>
                        </a:buClr>
                        <a:buSzPts val="1032"/>
                        <a:buFont typeface="Arial"/>
                        <a:buChar char="•"/>
                      </a:pPr>
                      <a:r>
                        <a:rPr lang="en-US" sz="1000" u="none" strike="noStrike" cap="none" noProof="0">
                          <a:latin typeface="IBM Plex Sans"/>
                          <a:ea typeface="IBM Plex Sans"/>
                          <a:cs typeface="IBM Plex Sans"/>
                          <a:sym typeface="IBM Plex Sans"/>
                        </a:rPr>
                        <a:t>In contrast with traditional search reduction </a:t>
                      </a:r>
                      <a:r>
                        <a:rPr lang="en-US" sz="1000" u="none" strike="noStrike" cap="none" noProof="0">
                          <a:latin typeface="IBM Plex Sans"/>
                          <a:ea typeface="IBM Plex Sans"/>
                          <a:cs typeface="IBM Plex Sans"/>
                        </a:rPr>
                        <a:t>projections</a:t>
                      </a:r>
                      <a:r>
                        <a:rPr lang="en-US" sz="1000" u="none" strike="noStrike" cap="none" noProof="0">
                          <a:latin typeface="IBM Plex Sans"/>
                          <a:ea typeface="IBM Plex Sans"/>
                          <a:cs typeface="IBM Plex Sans"/>
                          <a:sym typeface="IBM Plex Sans"/>
                        </a:rPr>
                        <a:t>, Google search volume has shown growth in 2025, with sources reporting increases ranging from 4.7% to 20% (12.4% on average) versus 2024, driven by AI Overviews</a:t>
                      </a:r>
                    </a:p>
                    <a:p>
                      <a:pPr marL="179705" marR="0" lvl="0" indent="-179705" algn="l" rtl="0">
                        <a:lnSpc>
                          <a:spcPct val="100000"/>
                        </a:lnSpc>
                        <a:spcBef>
                          <a:spcPts val="0"/>
                        </a:spcBef>
                        <a:spcAft>
                          <a:spcPts val="600"/>
                        </a:spcAft>
                        <a:buClr>
                          <a:srgbClr val="000000"/>
                        </a:buClr>
                        <a:buSzPts val="1032"/>
                        <a:buFont typeface="Arial"/>
                        <a:buChar char="•"/>
                      </a:pPr>
                      <a:r>
                        <a:rPr lang="en-US" sz="1000" b="0" i="0" u="none" strike="noStrike" cap="none" noProof="0">
                          <a:solidFill>
                            <a:schemeClr val="dk1"/>
                          </a:solidFill>
                          <a:latin typeface="IBM Plex Sans" panose="020B0503050203000203" pitchFamily="34" charset="0"/>
                          <a:ea typeface="IBM Plex Sans"/>
                          <a:cs typeface="IBM Plex Sans"/>
                          <a:sym typeface="IBM Plex Sans"/>
                        </a:rPr>
                        <a:t>The methodology assumes 2025-2030 Search market </a:t>
                      </a:r>
                      <a:r>
                        <a:rPr lang="en-US" sz="1000" u="none" strike="noStrike" cap="none" noProof="0">
                          <a:solidFill>
                            <a:schemeClr val="dk1"/>
                          </a:solidFill>
                          <a:latin typeface="IBM Plex Sans" panose="020B0503050203000203" pitchFamily="34" charset="0"/>
                          <a:ea typeface="IBM Plex Sans"/>
                          <a:cs typeface="IBM Plex Sans"/>
                          <a:sym typeface="IBM Plex Sans"/>
                        </a:rPr>
                        <a:t>grows</a:t>
                      </a:r>
                      <a:r>
                        <a:rPr lang="en-US" sz="1000" b="0" i="0" u="none" strike="noStrike" cap="none" noProof="0">
                          <a:solidFill>
                            <a:schemeClr val="dk1"/>
                          </a:solidFill>
                          <a:latin typeface="IBM Plex Sans" panose="020B0503050203000203" pitchFamily="34" charset="0"/>
                          <a:ea typeface="IBM Plex Sans"/>
                          <a:cs typeface="IBM Plex Sans"/>
                          <a:sym typeface="IBM Plex Sans"/>
                        </a:rPr>
                        <a:t> at a </a:t>
                      </a:r>
                      <a:r>
                        <a:rPr lang="en-US" sz="1000" u="none" strike="noStrike" cap="none" noProof="0">
                          <a:solidFill>
                            <a:schemeClr val="dk1"/>
                          </a:solidFill>
                          <a:latin typeface="IBM Plex Sans" panose="020B0503050203000203" pitchFamily="34" charset="0"/>
                          <a:ea typeface="IBM Plex Sans"/>
                          <a:cs typeface="IBM Plex Sans"/>
                          <a:sym typeface="IBM Plex Sans"/>
                        </a:rPr>
                        <a:t>lower</a:t>
                      </a:r>
                      <a:r>
                        <a:rPr lang="en-US" sz="1000" b="0" i="0" u="none" strike="noStrike" cap="none" noProof="0">
                          <a:solidFill>
                            <a:schemeClr val="dk1"/>
                          </a:solidFill>
                          <a:latin typeface="IBM Plex Sans" panose="020B0503050203000203" pitchFamily="34" charset="0"/>
                          <a:ea typeface="IBM Plex Sans"/>
                          <a:cs typeface="IBM Plex Sans"/>
                          <a:sym typeface="IBM Plex Sans"/>
                        </a:rPr>
                        <a:t> pace than its historical average, at </a:t>
                      </a:r>
                      <a:r>
                        <a:rPr lang="en-US" sz="1000" b="1" i="0" u="none" strike="noStrike" cap="none" noProof="0">
                          <a:solidFill>
                            <a:schemeClr val="dk1"/>
                          </a:solidFill>
                          <a:latin typeface="IBM Plex Sans" panose="020B0503050203000203" pitchFamily="34" charset="0"/>
                          <a:ea typeface="IBM Plex Sans"/>
                          <a:cs typeface="IBM Plex Sans"/>
                          <a:sym typeface="IBM Plex Sans"/>
                        </a:rPr>
                        <a:t>5% CAGR</a:t>
                      </a:r>
                      <a:endParaRPr lang="en-US" sz="1000" b="1" u="none" strike="noStrike" cap="none" noProof="0">
                        <a:latin typeface="IBM Plex Sans" panose="020B0503050203000203" pitchFamily="34" charset="0"/>
                        <a:ea typeface="IBM Plex Sans"/>
                        <a:cs typeface="IBM Plex Sans"/>
                        <a:sym typeface="IBM Plex Sans"/>
                      </a:endParaRPr>
                    </a:p>
                  </a:txBody>
                  <a:tcPr marL="91425" marR="91425" marT="90000" marB="90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032"/>
                        <a:buFont typeface="Arial"/>
                        <a:buNone/>
                      </a:pPr>
                      <a:r>
                        <a:rPr lang="en-US" sz="1000" b="1" noProof="0" dirty="0">
                          <a:latin typeface="IBM Plex Sans" panose="020B0503050203000203" pitchFamily="34" charset="0"/>
                        </a:rPr>
                        <a:t>Revenue Generating growth per year (average 6% CAGR 2025–2030)</a:t>
                      </a:r>
                    </a:p>
                    <a:p>
                      <a:pPr marL="0" marR="0" lvl="0" indent="0" algn="l" defTabSz="914400" rtl="0" eaLnBrk="1" fontAlgn="auto" latinLnBrk="0" hangingPunct="1">
                        <a:lnSpc>
                          <a:spcPct val="100000"/>
                        </a:lnSpc>
                        <a:spcBef>
                          <a:spcPts val="0"/>
                        </a:spcBef>
                        <a:spcAft>
                          <a:spcPts val="0"/>
                        </a:spcAft>
                        <a:buClr>
                          <a:srgbClr val="000000"/>
                        </a:buClr>
                        <a:buSzPts val="1032"/>
                        <a:buFont typeface="Arial"/>
                        <a:buNone/>
                        <a:tabLst/>
                        <a:defRPr/>
                      </a:pPr>
                      <a:endParaRPr lang="en-US" sz="1000" b="1" noProof="0" dirty="0">
                        <a:latin typeface="IBM Plex Sans" panose="020B0503050203000203" pitchFamily="34" charset="0"/>
                      </a:endParaRPr>
                    </a:p>
                    <a:p>
                      <a:pPr marL="0" marR="0" lvl="0" indent="0" algn="l" defTabSz="914400" rtl="0" eaLnBrk="1" fontAlgn="auto" latinLnBrk="0" hangingPunct="1">
                        <a:lnSpc>
                          <a:spcPct val="100000"/>
                        </a:lnSpc>
                        <a:spcBef>
                          <a:spcPts val="0"/>
                        </a:spcBef>
                        <a:spcAft>
                          <a:spcPts val="0"/>
                        </a:spcAft>
                        <a:buClr>
                          <a:srgbClr val="000000"/>
                        </a:buClr>
                        <a:buSzPts val="1032"/>
                        <a:buFont typeface="Arial"/>
                        <a:buNone/>
                        <a:tabLst/>
                        <a:defRPr/>
                      </a:pPr>
                      <a:r>
                        <a:rPr lang="en-US" sz="1000" b="1" noProof="0" dirty="0">
                          <a:latin typeface="IBM Plex Sans" panose="020B0503050203000203" pitchFamily="34" charset="0"/>
                        </a:rPr>
                        <a:t>Volume 2026-2030 growth per year (Scenario 1):</a:t>
                      </a:r>
                    </a:p>
                    <a:p>
                      <a:pPr marL="171450" indent="-171450">
                        <a:buFont typeface="Arial" panose="020B0604020202020204" pitchFamily="34" charset="0"/>
                        <a:buChar char="•"/>
                      </a:pPr>
                      <a:r>
                        <a:rPr lang="en-US" sz="1000" b="1" noProof="0" dirty="0">
                          <a:latin typeface="IBM Plex Sans" panose="020B0503050203000203" pitchFamily="34" charset="0"/>
                        </a:rPr>
                        <a:t>US Desktop:</a:t>
                      </a:r>
                      <a:r>
                        <a:rPr lang="en-US" sz="1000" noProof="0" dirty="0">
                          <a:latin typeface="IBM Plex Sans" panose="020B0503050203000203" pitchFamily="34" charset="0"/>
                        </a:rPr>
                        <a:t> 4.5%</a:t>
                      </a:r>
                    </a:p>
                    <a:p>
                      <a:pPr marL="171450" indent="-171450">
                        <a:buFont typeface="Arial" panose="020B0604020202020204" pitchFamily="34" charset="0"/>
                        <a:buChar char="•"/>
                      </a:pPr>
                      <a:r>
                        <a:rPr lang="en-US" sz="1000" b="1" noProof="0" dirty="0" err="1">
                          <a:latin typeface="IBM Plex Sans"/>
                        </a:rPr>
                        <a:t>RoW</a:t>
                      </a:r>
                      <a:r>
                        <a:rPr lang="en-US" sz="1000" b="1" noProof="0" dirty="0">
                          <a:latin typeface="IBM Plex Sans"/>
                        </a:rPr>
                        <a:t> Desktop:</a:t>
                      </a:r>
                      <a:r>
                        <a:rPr lang="en-US" sz="1000" noProof="0" dirty="0">
                          <a:latin typeface="IBM Plex Sans"/>
                        </a:rPr>
                        <a:t> 5.1%</a:t>
                      </a:r>
                    </a:p>
                    <a:p>
                      <a:pPr marL="171450" indent="-171450">
                        <a:buFont typeface="Arial" panose="020B0604020202020204" pitchFamily="34" charset="0"/>
                        <a:buChar char="•"/>
                      </a:pPr>
                      <a:r>
                        <a:rPr lang="en-US" sz="1000" b="1" noProof="0" dirty="0">
                          <a:latin typeface="IBM Plex Sans" panose="020B0503050203000203" pitchFamily="34" charset="0"/>
                        </a:rPr>
                        <a:t>US Mobile:</a:t>
                      </a:r>
                      <a:r>
                        <a:rPr lang="en-US" sz="1000" noProof="0" dirty="0">
                          <a:latin typeface="IBM Plex Sans" panose="020B0503050203000203" pitchFamily="34" charset="0"/>
                        </a:rPr>
                        <a:t> 5.8%</a:t>
                      </a:r>
                    </a:p>
                    <a:p>
                      <a:pPr marL="171450" indent="-171450">
                        <a:buFont typeface="Arial" panose="020B0604020202020204" pitchFamily="34" charset="0"/>
                        <a:buChar char="•"/>
                      </a:pPr>
                      <a:r>
                        <a:rPr lang="en-US" sz="1000" b="1" noProof="0" dirty="0" err="1">
                          <a:latin typeface="IBM Plex Sans"/>
                        </a:rPr>
                        <a:t>RoW</a:t>
                      </a:r>
                      <a:r>
                        <a:rPr lang="en-US" sz="1000" b="1" noProof="0" dirty="0">
                          <a:latin typeface="IBM Plex Sans"/>
                        </a:rPr>
                        <a:t> Mobile:</a:t>
                      </a:r>
                      <a:r>
                        <a:rPr lang="en-US" sz="1000" noProof="0" dirty="0">
                          <a:latin typeface="IBM Plex Sans"/>
                        </a:rPr>
                        <a:t> 6.7%</a:t>
                      </a:r>
                    </a:p>
                  </a:txBody>
                  <a:tcPr marL="91425" marR="91425" marT="90000" marB="90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10001"/>
                  </a:ext>
                </a:extLst>
              </a:tr>
              <a:tr h="1383673">
                <a:tc>
                  <a:txBody>
                    <a:bodyPr/>
                    <a:lstStyle/>
                    <a:p>
                      <a:pPr marL="0" marR="0" lvl="0" indent="0" algn="l" rtl="0">
                        <a:lnSpc>
                          <a:spcPct val="100000"/>
                        </a:lnSpc>
                        <a:spcBef>
                          <a:spcPts val="0"/>
                        </a:spcBef>
                        <a:spcAft>
                          <a:spcPts val="0"/>
                        </a:spcAft>
                        <a:buClr>
                          <a:schemeClr val="lt1"/>
                        </a:buClr>
                        <a:buSzPts val="1600"/>
                        <a:buFont typeface="Calibri"/>
                        <a:buNone/>
                      </a:pPr>
                      <a:r>
                        <a:rPr lang="en-US" sz="1000" b="1" i="0" u="none" strike="noStrike" cap="none" noProof="0">
                          <a:solidFill>
                            <a:schemeClr val="dk1"/>
                          </a:solidFill>
                          <a:latin typeface="IBM Plex Sans"/>
                          <a:ea typeface="IBM Plex Sans"/>
                          <a:cs typeface="IBM Plex Sans"/>
                        </a:rPr>
                        <a:t>CTR</a:t>
                      </a:r>
                      <a:r>
                        <a:rPr lang="en-US" sz="1000" b="1" i="0" u="none" strike="noStrike" cap="none" baseline="30000" noProof="0">
                          <a:solidFill>
                            <a:schemeClr val="dk1"/>
                          </a:solidFill>
                          <a:latin typeface="IBM Plex Sans"/>
                          <a:ea typeface="IBM Plex Sans"/>
                          <a:cs typeface="IBM Plex Sans"/>
                        </a:rPr>
                        <a:t>2</a:t>
                      </a:r>
                      <a:endParaRPr lang="en-US" sz="1000" b="1" i="0" u="none" strike="noStrike" cap="none" baseline="30000" noProof="0">
                        <a:solidFill>
                          <a:schemeClr val="dk1"/>
                        </a:solidFill>
                        <a:latin typeface="IBM Plex Sans" panose="020B0503050203000203" pitchFamily="34" charset="0"/>
                        <a:ea typeface="IBM Plex Sans"/>
                        <a:cs typeface="IBM Plex Sans"/>
                        <a:sym typeface="IBM Plex Sans"/>
                      </a:endParaRPr>
                    </a:p>
                  </a:txBody>
                  <a:tcPr marL="91425" marR="91425" marT="72000" marB="72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179705" marR="0" lvl="0" indent="-179705" algn="l" rtl="0">
                        <a:lnSpc>
                          <a:spcPct val="100000"/>
                        </a:lnSpc>
                        <a:spcBef>
                          <a:spcPts val="0"/>
                        </a:spcBef>
                        <a:spcAft>
                          <a:spcPts val="600"/>
                        </a:spcAft>
                        <a:buClr>
                          <a:srgbClr val="000000"/>
                        </a:buClr>
                        <a:buSzPts val="1032"/>
                        <a:buFont typeface="Arial"/>
                        <a:buChar char="•"/>
                      </a:pPr>
                      <a:r>
                        <a:rPr lang="en-US" sz="1000" u="none" strike="noStrike" cap="none" noProof="0">
                          <a:latin typeface="IBM Plex Sans" panose="020B0503050203000203" pitchFamily="34" charset="0"/>
                          <a:ea typeface="IBM Plex Sans"/>
                          <a:cs typeface="IBM Plex Sans"/>
                          <a:sym typeface="IBM Plex Sans"/>
                        </a:rPr>
                        <a:t>The methodology assumes </a:t>
                      </a:r>
                      <a:r>
                        <a:rPr lang="en-US" sz="1000" b="1" u="none" strike="noStrike" cap="none" noProof="0">
                          <a:latin typeface="IBM Plex Sans" panose="020B0503050203000203" pitchFamily="34" charset="0"/>
                          <a:ea typeface="IBM Plex Sans"/>
                          <a:cs typeface="IBM Plex Sans"/>
                          <a:sym typeface="IBM Plex Sans"/>
                        </a:rPr>
                        <a:t>partial CTR recovery from 2025 through 2030</a:t>
                      </a:r>
                      <a:r>
                        <a:rPr lang="en-US" sz="1000" u="none" strike="noStrike" cap="none" noProof="0">
                          <a:latin typeface="IBM Plex Sans" panose="020B0503050203000203" pitchFamily="34" charset="0"/>
                          <a:ea typeface="IBM Plex Sans"/>
                          <a:cs typeface="IBM Plex Sans"/>
                          <a:sym typeface="IBM Plex Sans"/>
                        </a:rPr>
                        <a:t>, without returning to pre-AI levels</a:t>
                      </a:r>
                      <a:endParaRPr lang="en-US" sz="1050" noProof="0">
                        <a:latin typeface="IBM Plex Sans" panose="020B0503050203000203" pitchFamily="34" charset="0"/>
                      </a:endParaRPr>
                    </a:p>
                    <a:p>
                      <a:pPr marL="179705" marR="0" lvl="0" indent="-179705" algn="l" rtl="0">
                        <a:lnSpc>
                          <a:spcPct val="100000"/>
                        </a:lnSpc>
                        <a:spcBef>
                          <a:spcPts val="0"/>
                        </a:spcBef>
                        <a:spcAft>
                          <a:spcPts val="600"/>
                        </a:spcAft>
                        <a:buClr>
                          <a:srgbClr val="000000"/>
                        </a:buClr>
                        <a:buSzPts val="1032"/>
                        <a:buFont typeface="Arial"/>
                        <a:buChar char="•"/>
                      </a:pPr>
                      <a:r>
                        <a:rPr lang="en-US" sz="1000" b="0" i="0" u="none" strike="noStrike" cap="none" noProof="0">
                          <a:solidFill>
                            <a:schemeClr val="dk1"/>
                          </a:solidFill>
                          <a:latin typeface="IBM Plex Sans" panose="020B0503050203000203" pitchFamily="34" charset="0"/>
                          <a:ea typeface="IBM Plex Sans"/>
                          <a:cs typeface="IBM Plex Sans"/>
                          <a:sym typeface="IBM Plex Sans"/>
                        </a:rPr>
                        <a:t>One-time ~4% recovery in 2026, with rates held constant for the remainder of the forecast period (2027–2030)</a:t>
                      </a:r>
                    </a:p>
                  </a:txBody>
                  <a:tcPr marL="91425" marR="91425" marT="90000" marB="90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032"/>
                        <a:buFont typeface="Arial"/>
                        <a:buNone/>
                      </a:pPr>
                      <a:r>
                        <a:rPr lang="en-US" sz="1000" b="1" noProof="0" dirty="0">
                          <a:latin typeface="IBM Plex Sans" panose="020B0503050203000203" pitchFamily="34" charset="0"/>
                        </a:rPr>
                        <a:t>Normalization to 2024 levels</a:t>
                      </a:r>
                    </a:p>
                    <a:p>
                      <a:pPr marL="0" marR="0" lvl="0" indent="0" algn="l" rtl="0">
                        <a:lnSpc>
                          <a:spcPct val="100000"/>
                        </a:lnSpc>
                        <a:spcBef>
                          <a:spcPts val="0"/>
                        </a:spcBef>
                        <a:spcAft>
                          <a:spcPts val="0"/>
                        </a:spcAft>
                        <a:buClr>
                          <a:srgbClr val="000000"/>
                        </a:buClr>
                        <a:buSzPts val="1032"/>
                        <a:buFont typeface="Arial"/>
                        <a:buNone/>
                      </a:pPr>
                      <a:endParaRPr lang="en-US" sz="1000" b="1" noProof="0" dirty="0">
                        <a:latin typeface="IBM Plex Sans" panose="020B0503050203000203" pitchFamily="34" charset="0"/>
                      </a:endParaRPr>
                    </a:p>
                    <a:p>
                      <a:pPr marL="0" marR="0" lvl="0" indent="0" algn="l" rtl="0">
                        <a:lnSpc>
                          <a:spcPct val="100000"/>
                        </a:lnSpc>
                        <a:spcBef>
                          <a:spcPts val="0"/>
                        </a:spcBef>
                        <a:spcAft>
                          <a:spcPts val="0"/>
                        </a:spcAft>
                        <a:buClr>
                          <a:srgbClr val="000000"/>
                        </a:buClr>
                        <a:buSzPts val="1032"/>
                        <a:buFont typeface="Arial"/>
                        <a:buNone/>
                      </a:pPr>
                      <a:r>
                        <a:rPr lang="en-US" sz="1000" b="1" noProof="0" dirty="0">
                          <a:latin typeface="IBM Plex Sans" panose="020B0503050203000203" pitchFamily="34" charset="0"/>
                        </a:rPr>
                        <a:t>CTR 2026 growth:</a:t>
                      </a:r>
                    </a:p>
                    <a:p>
                      <a:pPr marL="171450" indent="-171450">
                        <a:buFont typeface="Arial" panose="020B0604020202020204" pitchFamily="34" charset="0"/>
                        <a:buChar char="•"/>
                      </a:pPr>
                      <a:r>
                        <a:rPr lang="en-US" sz="1000" b="1" noProof="0" dirty="0">
                          <a:latin typeface="IBM Plex Sans" panose="020B0503050203000203" pitchFamily="34" charset="0"/>
                        </a:rPr>
                        <a:t>US Desktop:</a:t>
                      </a:r>
                      <a:r>
                        <a:rPr lang="en-US" sz="1000" noProof="0" dirty="0">
                          <a:latin typeface="IBM Plex Sans" panose="020B0503050203000203" pitchFamily="34" charset="0"/>
                        </a:rPr>
                        <a:t> 7.8%</a:t>
                      </a:r>
                    </a:p>
                    <a:p>
                      <a:pPr marL="171450" indent="-171450">
                        <a:buFont typeface="Arial" panose="020B0604020202020204" pitchFamily="34" charset="0"/>
                        <a:buChar char="•"/>
                      </a:pPr>
                      <a:r>
                        <a:rPr lang="en-US" sz="1000" b="1" noProof="0" dirty="0" err="1">
                          <a:latin typeface="IBM Plex Sans" panose="020B0503050203000203" pitchFamily="34" charset="0"/>
                        </a:rPr>
                        <a:t>RoW</a:t>
                      </a:r>
                      <a:r>
                        <a:rPr lang="en-US" sz="1000" b="1" noProof="0" dirty="0">
                          <a:latin typeface="IBM Plex Sans" panose="020B0503050203000203" pitchFamily="34" charset="0"/>
                        </a:rPr>
                        <a:t> Desktop:</a:t>
                      </a:r>
                      <a:r>
                        <a:rPr lang="en-US" sz="1000" noProof="0" dirty="0">
                          <a:latin typeface="IBM Plex Sans" panose="020B0503050203000203" pitchFamily="34" charset="0"/>
                        </a:rPr>
                        <a:t> 10.6%</a:t>
                      </a:r>
                    </a:p>
                    <a:p>
                      <a:pPr marL="171450" indent="-171450">
                        <a:buFont typeface="Arial" panose="020B0604020202020204" pitchFamily="34" charset="0"/>
                        <a:buChar char="•"/>
                      </a:pPr>
                      <a:r>
                        <a:rPr lang="en-US" sz="1000" b="1" noProof="0" dirty="0">
                          <a:latin typeface="IBM Plex Sans" panose="020B0503050203000203" pitchFamily="34" charset="0"/>
                        </a:rPr>
                        <a:t>US Mobile:</a:t>
                      </a:r>
                      <a:r>
                        <a:rPr lang="en-US" sz="1000" noProof="0" dirty="0">
                          <a:latin typeface="IBM Plex Sans" panose="020B0503050203000203" pitchFamily="34" charset="0"/>
                        </a:rPr>
                        <a:t> 0.8%</a:t>
                      </a:r>
                    </a:p>
                    <a:p>
                      <a:pPr marL="171450" indent="-171450">
                        <a:buFont typeface="Arial" panose="020B0604020202020204" pitchFamily="34" charset="0"/>
                        <a:buChar char="•"/>
                      </a:pPr>
                      <a:r>
                        <a:rPr lang="en-US" sz="1000" b="1" noProof="0" dirty="0" err="1">
                          <a:latin typeface="IBM Plex Sans" panose="020B0503050203000203" pitchFamily="34" charset="0"/>
                        </a:rPr>
                        <a:t>RoW</a:t>
                      </a:r>
                      <a:r>
                        <a:rPr lang="en-US" sz="1000" b="1" noProof="0" dirty="0">
                          <a:latin typeface="IBM Plex Sans" panose="020B0503050203000203" pitchFamily="34" charset="0"/>
                        </a:rPr>
                        <a:t> Mobile:</a:t>
                      </a:r>
                      <a:r>
                        <a:rPr lang="en-US" sz="1000" noProof="0" dirty="0">
                          <a:latin typeface="IBM Plex Sans" panose="020B0503050203000203" pitchFamily="34" charset="0"/>
                        </a:rPr>
                        <a:t> 0.5%</a:t>
                      </a:r>
                      <a:endParaRPr lang="en-US" sz="1000" b="1" noProof="0" dirty="0">
                        <a:latin typeface="IBM Plex Sans" panose="020B0503050203000203" pitchFamily="34" charset="0"/>
                      </a:endParaRPr>
                    </a:p>
                    <a:p>
                      <a:pPr marL="0" marR="0" lvl="0" indent="0" algn="l" rtl="0">
                        <a:lnSpc>
                          <a:spcPct val="100000"/>
                        </a:lnSpc>
                        <a:spcBef>
                          <a:spcPts val="0"/>
                        </a:spcBef>
                        <a:spcAft>
                          <a:spcPts val="0"/>
                        </a:spcAft>
                        <a:buClr>
                          <a:srgbClr val="000000"/>
                        </a:buClr>
                        <a:buSzPts val="1032"/>
                        <a:buFont typeface="Arial"/>
                        <a:buNone/>
                      </a:pPr>
                      <a:endParaRPr lang="en-US" sz="1000" b="1" noProof="0" dirty="0">
                        <a:latin typeface="IBM Plex Sans" panose="020B0503050203000203" pitchFamily="34" charset="0"/>
                      </a:endParaRPr>
                    </a:p>
                    <a:p>
                      <a:pPr marL="0" marR="0" lvl="0" indent="0" algn="l" rtl="0">
                        <a:lnSpc>
                          <a:spcPct val="100000"/>
                        </a:lnSpc>
                        <a:spcBef>
                          <a:spcPts val="0"/>
                        </a:spcBef>
                        <a:spcAft>
                          <a:spcPts val="0"/>
                        </a:spcAft>
                        <a:buClr>
                          <a:srgbClr val="000000"/>
                        </a:buClr>
                        <a:buSzPts val="1032"/>
                        <a:buFont typeface="Arial"/>
                        <a:buNone/>
                      </a:pPr>
                      <a:r>
                        <a:rPr lang="en-US" sz="1000" b="1" noProof="0" dirty="0">
                          <a:latin typeface="IBM Plex Sans" panose="020B0503050203000203" pitchFamily="34" charset="0"/>
                        </a:rPr>
                        <a:t>CTR 2027-2030 growth: </a:t>
                      </a:r>
                      <a:r>
                        <a:rPr lang="en-US" sz="1000" b="0" noProof="0" dirty="0">
                          <a:latin typeface="IBM Plex Sans" panose="020B0503050203000203" pitchFamily="34" charset="0"/>
                        </a:rPr>
                        <a:t>zero</a:t>
                      </a:r>
                      <a:endParaRPr lang="en-US" sz="1000" b="0" i="0" u="none" strike="noStrike" cap="none" noProof="0" dirty="0">
                        <a:solidFill>
                          <a:schemeClr val="dk1"/>
                        </a:solidFill>
                        <a:latin typeface="IBM Plex Sans" panose="020B0503050203000203" pitchFamily="34" charset="0"/>
                        <a:ea typeface="IBM Plex Sans"/>
                        <a:cs typeface="IBM Plex Sans"/>
                        <a:sym typeface="IBM Plex Sans"/>
                      </a:endParaRPr>
                    </a:p>
                  </a:txBody>
                  <a:tcPr marL="91425" marR="91425" marT="90000" marB="90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556536273"/>
                  </a:ext>
                </a:extLst>
              </a:tr>
              <a:tr h="1111478">
                <a:tc>
                  <a:txBody>
                    <a:bodyPr/>
                    <a:lstStyle/>
                    <a:p>
                      <a:pPr marL="0" marR="0" lvl="0" indent="0" algn="l" rtl="0">
                        <a:lnSpc>
                          <a:spcPct val="100000"/>
                        </a:lnSpc>
                        <a:spcBef>
                          <a:spcPts val="0"/>
                        </a:spcBef>
                        <a:spcAft>
                          <a:spcPts val="0"/>
                        </a:spcAft>
                        <a:buClr>
                          <a:schemeClr val="lt1"/>
                        </a:buClr>
                        <a:buSzPts val="1600"/>
                        <a:buFont typeface="Calibri"/>
                        <a:buNone/>
                      </a:pPr>
                      <a:r>
                        <a:rPr lang="en-US" sz="1000" b="1" i="0" u="none" strike="noStrike" cap="none" noProof="0">
                          <a:solidFill>
                            <a:schemeClr val="dk1"/>
                          </a:solidFill>
                          <a:latin typeface="IBM Plex Sans"/>
                        </a:rPr>
                        <a:t>CPC</a:t>
                      </a:r>
                      <a:r>
                        <a:rPr lang="en-US" sz="1000" b="1" i="0" u="none" strike="noStrike" cap="none" baseline="30000" noProof="0">
                          <a:solidFill>
                            <a:schemeClr val="dk1"/>
                          </a:solidFill>
                          <a:latin typeface="IBM Plex Sans"/>
                        </a:rPr>
                        <a:t>3</a:t>
                      </a:r>
                      <a:endParaRPr lang="en-US" sz="1000" baseline="30000" noProof="0">
                        <a:latin typeface="IBM Plex Sans" panose="020B0503050203000203" pitchFamily="34" charset="0"/>
                      </a:endParaRPr>
                    </a:p>
                  </a:txBody>
                  <a:tcPr marL="91425" marR="91425" marT="72000" marB="72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179705" marR="0" lvl="0" indent="-179705" algn="l" rtl="0">
                        <a:lnSpc>
                          <a:spcPct val="100000"/>
                        </a:lnSpc>
                        <a:spcBef>
                          <a:spcPts val="1200"/>
                        </a:spcBef>
                        <a:spcAft>
                          <a:spcPts val="600"/>
                        </a:spcAft>
                        <a:buClr>
                          <a:srgbClr val="000000"/>
                        </a:buClr>
                        <a:buSzPts val="1032"/>
                        <a:buFont typeface="Arial"/>
                        <a:buChar char="•"/>
                      </a:pPr>
                      <a:r>
                        <a:rPr lang="en-US" sz="1000" b="0" i="0" u="none" strike="noStrike" cap="none" noProof="0" dirty="0">
                          <a:solidFill>
                            <a:schemeClr val="dk1"/>
                          </a:solidFill>
                          <a:latin typeface="IBM Plex Sans" panose="020B0503050203000203" pitchFamily="34" charset="0"/>
                          <a:ea typeface="IBM Plex Sans"/>
                          <a:cs typeface="IBM Plex Sans"/>
                          <a:sym typeface="IBM Plex Sans"/>
                        </a:rPr>
                        <a:t>The methodology assumes a 2025–2030 CPC increase of +3% to +10%, varying by region (US and </a:t>
                      </a:r>
                      <a:r>
                        <a:rPr lang="en-US" sz="1000" b="0" i="0" u="none" strike="noStrike" cap="none" noProof="0" dirty="0" err="1">
                          <a:solidFill>
                            <a:schemeClr val="dk1"/>
                          </a:solidFill>
                          <a:latin typeface="IBM Plex Sans" panose="020B0503050203000203" pitchFamily="34" charset="0"/>
                          <a:ea typeface="IBM Plex Sans"/>
                          <a:cs typeface="IBM Plex Sans"/>
                          <a:sym typeface="IBM Plex Sans"/>
                        </a:rPr>
                        <a:t>RoW</a:t>
                      </a:r>
                      <a:r>
                        <a:rPr lang="en-US" sz="1000" b="0" i="0" u="none" strike="noStrike" cap="none" noProof="0" dirty="0">
                          <a:solidFill>
                            <a:schemeClr val="dk1"/>
                          </a:solidFill>
                          <a:latin typeface="IBM Plex Sans" panose="020B0503050203000203" pitchFamily="34" charset="0"/>
                          <a:ea typeface="IBM Plex Sans"/>
                          <a:cs typeface="IBM Plex Sans"/>
                          <a:sym typeface="IBM Plex Sans"/>
                        </a:rPr>
                        <a:t>) and device (desktop and mobile), based on search advertising investment projections for the 2025–2030 period from global sources, and adjusted for historical CPC growth</a:t>
                      </a:r>
                      <a:endParaRPr lang="en-US" sz="1000" u="none" strike="noStrike" cap="none" noProof="0" dirty="0">
                        <a:latin typeface="IBM Plex Sans" panose="020B0503050203000203" pitchFamily="34" charset="0"/>
                        <a:ea typeface="IBM Plex Sans"/>
                        <a:cs typeface="IBM Plex Sans"/>
                        <a:sym typeface="IBM Plex Sans"/>
                      </a:endParaRPr>
                    </a:p>
                  </a:txBody>
                  <a:tcPr marL="91425" marR="91425" marT="90000" marB="90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r>
                        <a:rPr lang="en-US" sz="1000" b="1" noProof="0">
                          <a:latin typeface="IBM Plex Sans" panose="020B0503050203000203" pitchFamily="34" charset="0"/>
                        </a:rPr>
                        <a:t>Average ~7% CAGR (2025–2030)</a:t>
                      </a:r>
                      <a:r>
                        <a:rPr lang="en-US" sz="1000" noProof="0">
                          <a:latin typeface="IBM Plex Sans" panose="020B0503050203000203" pitchFamily="34" charset="0"/>
                        </a:rPr>
                        <a:t>, with device and region-specific inputs:</a:t>
                      </a:r>
                    </a:p>
                    <a:p>
                      <a:endParaRPr lang="en-US" sz="1000" b="1" noProof="0">
                        <a:latin typeface="IBM Plex Sans" panose="020B0503050203000203" pitchFamily="34" charset="0"/>
                      </a:endParaRPr>
                    </a:p>
                    <a:p>
                      <a:r>
                        <a:rPr lang="en-US" sz="1000" b="1" noProof="0">
                          <a:latin typeface="IBM Plex Sans" panose="020B0503050203000203" pitchFamily="34" charset="0"/>
                        </a:rPr>
                        <a:t>CPC 2026-2030 growth per year:</a:t>
                      </a:r>
                    </a:p>
                    <a:p>
                      <a:pPr marL="171450" indent="-171450">
                        <a:buFont typeface="Arial" panose="020B0604020202020204" pitchFamily="34" charset="0"/>
                        <a:buChar char="•"/>
                      </a:pPr>
                      <a:r>
                        <a:rPr lang="en-US" sz="1000" b="1" noProof="0">
                          <a:latin typeface="IBM Plex Sans" panose="020B0503050203000203" pitchFamily="34" charset="0"/>
                        </a:rPr>
                        <a:t>US Desktop:</a:t>
                      </a:r>
                      <a:r>
                        <a:rPr lang="en-US" sz="1000" noProof="0">
                          <a:latin typeface="IBM Plex Sans" panose="020B0503050203000203" pitchFamily="34" charset="0"/>
                        </a:rPr>
                        <a:t> 3.6%</a:t>
                      </a:r>
                    </a:p>
                    <a:p>
                      <a:pPr marL="171450" indent="-171450">
                        <a:buFont typeface="Arial" panose="020B0604020202020204" pitchFamily="34" charset="0"/>
                        <a:buChar char="•"/>
                      </a:pPr>
                      <a:r>
                        <a:rPr lang="en-US" sz="1000" b="1" noProof="0" err="1">
                          <a:latin typeface="IBM Plex Sans"/>
                        </a:rPr>
                        <a:t>RoW</a:t>
                      </a:r>
                      <a:r>
                        <a:rPr lang="en-US" sz="1000" b="1" noProof="0">
                          <a:latin typeface="IBM Plex Sans"/>
                        </a:rPr>
                        <a:t> Desktop:</a:t>
                      </a:r>
                      <a:r>
                        <a:rPr lang="en-US" sz="1000" noProof="0">
                          <a:latin typeface="IBM Plex Sans"/>
                        </a:rPr>
                        <a:t> 6.4%</a:t>
                      </a:r>
                    </a:p>
                    <a:p>
                      <a:pPr marL="171450" indent="-171450">
                        <a:buFont typeface="Arial" panose="020B0604020202020204" pitchFamily="34" charset="0"/>
                        <a:buChar char="•"/>
                      </a:pPr>
                      <a:r>
                        <a:rPr lang="en-US" sz="1000" b="1" noProof="0">
                          <a:latin typeface="IBM Plex Sans" panose="020B0503050203000203" pitchFamily="34" charset="0"/>
                        </a:rPr>
                        <a:t>US Mobile:</a:t>
                      </a:r>
                      <a:r>
                        <a:rPr lang="en-US" sz="1000" noProof="0">
                          <a:latin typeface="IBM Plex Sans" panose="020B0503050203000203" pitchFamily="34" charset="0"/>
                        </a:rPr>
                        <a:t> 9.9%</a:t>
                      </a:r>
                    </a:p>
                    <a:p>
                      <a:pPr marL="171450" indent="-171450">
                        <a:buFont typeface="Arial" panose="020B0604020202020204" pitchFamily="34" charset="0"/>
                        <a:buChar char="•"/>
                      </a:pPr>
                      <a:r>
                        <a:rPr lang="en-US" sz="1000" b="1" noProof="0" err="1">
                          <a:latin typeface="IBM Plex Sans"/>
                        </a:rPr>
                        <a:t>RoW</a:t>
                      </a:r>
                      <a:r>
                        <a:rPr lang="en-US" sz="1000" b="1" noProof="0">
                          <a:latin typeface="IBM Plex Sans"/>
                        </a:rPr>
                        <a:t> Mobile:</a:t>
                      </a:r>
                      <a:r>
                        <a:rPr lang="en-US" sz="1000" noProof="0">
                          <a:latin typeface="IBM Plex Sans"/>
                        </a:rPr>
                        <a:t> 9.9%</a:t>
                      </a:r>
                    </a:p>
                  </a:txBody>
                  <a:tcPr marL="91425" marR="91425" marT="90000" marB="90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sp>
        <p:nvSpPr>
          <p:cNvPr id="1068" name="Google Shape;1068;p70">
            <a:extLst>
              <a:ext uri="{FF2B5EF4-FFF2-40B4-BE49-F238E27FC236}">
                <a16:creationId xmlns:a16="http://schemas.microsoft.com/office/drawing/2014/main" id="{ED544DFE-6277-FFC5-0FAC-DC4A40759BC7}"/>
              </a:ext>
            </a:extLst>
          </p:cNvPr>
          <p:cNvSpPr txBox="1"/>
          <p:nvPr/>
        </p:nvSpPr>
        <p:spPr>
          <a:xfrm>
            <a:off x="420595" y="6383189"/>
            <a:ext cx="10171205" cy="107722"/>
          </a:xfrm>
          <a:prstGeom prst="rect">
            <a:avLst/>
          </a:prstGeom>
          <a:noFill/>
          <a:ln>
            <a:noFill/>
          </a:ln>
        </p:spPr>
        <p:txBody>
          <a:bodyPr spcFirstLastPara="1" wrap="square" lIns="0" tIns="0" rIns="0" bIns="0" anchor="b" anchorCtr="0">
            <a:spAutoFit/>
          </a:bodyPr>
          <a:lstStyle/>
          <a:p>
            <a:r>
              <a:rPr lang="en-US" sz="700" b="0" i="0" u="none" strike="noStrike" cap="none" noProof="0">
                <a:solidFill>
                  <a:schemeClr val="bg1">
                    <a:lumMod val="49000"/>
                  </a:schemeClr>
                </a:solidFill>
                <a:latin typeface="IBM Plex Sans"/>
                <a:ea typeface="IBM Plex Sans"/>
                <a:cs typeface="IBM Plex Sans"/>
                <a:sym typeface="IBM Plex Sans"/>
              </a:rPr>
              <a:t>Sources: </a:t>
            </a:r>
            <a:r>
              <a:rPr lang="en-US" sz="700" noProof="0">
                <a:solidFill>
                  <a:schemeClr val="bg1">
                    <a:lumMod val="49000"/>
                  </a:schemeClr>
                </a:solidFill>
                <a:latin typeface="IBM Plex Sans"/>
                <a:ea typeface="IBM Plex Sans"/>
                <a:cs typeface="IBM Plex Sans"/>
                <a:sym typeface="IBM Plex Sans"/>
              </a:rPr>
              <a:t>(</a:t>
            </a:r>
            <a:r>
              <a:rPr lang="en-US" sz="700" b="0" i="0" u="none" strike="noStrike" cap="none" noProof="0">
                <a:solidFill>
                  <a:schemeClr val="bg1">
                    <a:lumMod val="49000"/>
                  </a:schemeClr>
                </a:solidFill>
                <a:latin typeface="IBM Plex Sans"/>
                <a:ea typeface="IBM Plex Sans"/>
                <a:cs typeface="IBM Plex Sans"/>
                <a:sym typeface="IBM Plex Sans"/>
              </a:rPr>
              <a:t>1) </a:t>
            </a:r>
            <a:r>
              <a:rPr lang="en-US" sz="700" noProof="0">
                <a:solidFill>
                  <a:schemeClr val="bg1">
                    <a:lumMod val="49000"/>
                  </a:schemeClr>
                </a:solidFill>
                <a:latin typeface="IBM Plex Sans"/>
                <a:ea typeface="IBM Plex Sans"/>
                <a:cs typeface="IBM Plex Sans"/>
                <a:sym typeface="IBM Plex Sans"/>
                <a:hlinkClick r:id="rId3" action="ppaction://hlinksldjump">
                  <a:extLst>
                    <a:ext uri="{A12FA001-AC4F-418D-AE19-62706E023703}">
                      <ahyp:hlinkClr xmlns:ahyp="http://schemas.microsoft.com/office/drawing/2018/hyperlinkcolor" val="tx"/>
                    </a:ext>
                  </a:extLst>
                </a:hlinkClick>
              </a:rPr>
              <a:t>Volume details in appendix</a:t>
            </a:r>
            <a:r>
              <a:rPr lang="en-US" sz="700" noProof="0">
                <a:solidFill>
                  <a:schemeClr val="bg1">
                    <a:lumMod val="49000"/>
                  </a:schemeClr>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rPr>
              <a:t>(2) CTR appendix slides </a:t>
            </a:r>
            <a:r>
              <a:rPr lang="en-US" sz="700" noProof="0">
                <a:solidFill>
                  <a:srgbClr val="7D7D7D"/>
                </a:solidFill>
                <a:latin typeface="IBM Plex Sans"/>
                <a:ea typeface="IBM Plex Sans"/>
                <a:cs typeface="IBM Plex Sans"/>
                <a:sym typeface="IBM Plex Sans"/>
                <a:hlinkClick r:id="rId4" action="ppaction://hlinksldjump">
                  <a:extLst>
                    <a:ext uri="{A12FA001-AC4F-418D-AE19-62706E023703}">
                      <ahyp:hlinkClr xmlns:ahyp="http://schemas.microsoft.com/office/drawing/2018/hyperlinkcolor" val="tx"/>
                    </a:ext>
                  </a:extLst>
                </a:hlinkClick>
              </a:rPr>
              <a:t>1</a:t>
            </a:r>
            <a:r>
              <a:rPr lang="en-US" sz="700" noProof="0">
                <a:solidFill>
                  <a:schemeClr val="bg1">
                    <a:lumMod val="49000"/>
                  </a:schemeClr>
                </a:solidFill>
                <a:latin typeface="IBM Plex Sans"/>
                <a:ea typeface="IBM Plex Sans"/>
                <a:cs typeface="IBM Plex Sans"/>
                <a:sym typeface="IBM Plex Sans"/>
              </a:rPr>
              <a:t> and </a:t>
            </a:r>
            <a:r>
              <a:rPr lang="en-US" sz="700" noProof="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2</a:t>
            </a:r>
            <a:r>
              <a:rPr lang="en-US" sz="700" noProof="0">
                <a:solidFill>
                  <a:schemeClr val="bg1">
                    <a:lumMod val="49000"/>
                  </a:schemeClr>
                </a:solidFill>
                <a:latin typeface="IBM Plex Sans"/>
                <a:ea typeface="IBM Plex Sans"/>
                <a:cs typeface="IBM Plex Sans"/>
                <a:sym typeface="IBM Plex Sans"/>
              </a:rPr>
              <a:t>; detailed regional data in appendix: </a:t>
            </a:r>
            <a:r>
              <a:rPr lang="en-US" sz="700" noProof="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US</a:t>
            </a:r>
            <a:r>
              <a:rPr lang="en-US" sz="700" noProof="0">
                <a:solidFill>
                  <a:schemeClr val="bg1">
                    <a:lumMod val="49000"/>
                  </a:schemeClr>
                </a:solidFill>
                <a:latin typeface="IBM Plex Sans"/>
                <a:ea typeface="IBM Plex Sans"/>
                <a:cs typeface="IBM Plex Sans"/>
                <a:sym typeface="IBM Plex Sans"/>
              </a:rPr>
              <a:t> and </a:t>
            </a:r>
            <a:r>
              <a:rPr lang="en-US" sz="700" noProof="0" err="1">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RoW</a:t>
            </a:r>
            <a:r>
              <a:rPr lang="en-US" sz="700" noProof="0">
                <a:solidFill>
                  <a:schemeClr val="bg1">
                    <a:lumMod val="49000"/>
                  </a:schemeClr>
                </a:solidFill>
                <a:latin typeface="IBM Plex Sans"/>
                <a:ea typeface="IBM Plex Sans"/>
                <a:cs typeface="IBM Plex Sans"/>
                <a:sym typeface="IBM Plex Sans"/>
              </a:rPr>
              <a:t>, (3) CPC appendix slides </a:t>
            </a:r>
            <a:r>
              <a:rPr lang="en-US" sz="700" noProof="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1</a:t>
            </a:r>
            <a:r>
              <a:rPr lang="en-US" sz="700" noProof="0">
                <a:solidFill>
                  <a:schemeClr val="bg1">
                    <a:lumMod val="49000"/>
                  </a:schemeClr>
                </a:solidFill>
                <a:latin typeface="IBM Plex Sans"/>
                <a:ea typeface="IBM Plex Sans"/>
                <a:cs typeface="IBM Plex Sans"/>
                <a:sym typeface="IBM Plex Sans"/>
              </a:rPr>
              <a:t> and </a:t>
            </a:r>
            <a:r>
              <a:rPr lang="en-US" sz="700" noProof="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2</a:t>
            </a:r>
            <a:endParaRPr lang="en-US" sz="700" noProof="0">
              <a:solidFill>
                <a:srgbClr val="7F7F7F"/>
              </a:solidFill>
              <a:latin typeface="IBM Plex Sans"/>
            </a:endParaRPr>
          </a:p>
        </p:txBody>
      </p:sp>
      <p:sp>
        <p:nvSpPr>
          <p:cNvPr id="6" name="Rectangle 5">
            <a:extLst>
              <a:ext uri="{FF2B5EF4-FFF2-40B4-BE49-F238E27FC236}">
                <a16:creationId xmlns:a16="http://schemas.microsoft.com/office/drawing/2014/main" id="{E47DB4A0-6CCC-7A21-FA77-3995436F5B4B}"/>
              </a:ext>
            </a:extLst>
          </p:cNvPr>
          <p:cNvSpPr/>
          <p:nvPr/>
        </p:nvSpPr>
        <p:spPr>
          <a:xfrm>
            <a:off x="9907930" y="0"/>
            <a:ext cx="2311684"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rPr>
              <a:t>Client Impact</a:t>
            </a:r>
          </a:p>
        </p:txBody>
      </p:sp>
    </p:spTree>
    <p:extLst>
      <p:ext uri="{BB962C8B-B14F-4D97-AF65-F5344CB8AC3E}">
        <p14:creationId xmlns:p14="http://schemas.microsoft.com/office/powerpoint/2010/main" val="140803694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543"/>
        <p:cNvGrpSpPr/>
        <p:nvPr/>
      </p:nvGrpSpPr>
      <p:grpSpPr>
        <a:xfrm>
          <a:off x="0" y="0"/>
          <a:ext cx="0" cy="0"/>
          <a:chOff x="0" y="0"/>
          <a:chExt cx="0" cy="0"/>
        </a:xfrm>
      </p:grpSpPr>
      <p:sp>
        <p:nvSpPr>
          <p:cNvPr id="1544" name="Google Shape;1544;g3b23322d595_2_600"/>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21</a:t>
            </a:fld>
            <a:endParaRPr lang="en-US" noProof="0"/>
          </a:p>
        </p:txBody>
      </p:sp>
      <p:sp>
        <p:nvSpPr>
          <p:cNvPr id="1545" name="Google Shape;1545;g3b23322d595_2_600"/>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SzPts val="1800"/>
              <a:buNone/>
            </a:pPr>
            <a:r>
              <a:rPr lang="en-US" noProof="0"/>
              <a:t>[Client] has been investing in initiatives to make its browser more competitive through new AI features</a:t>
            </a:r>
          </a:p>
        </p:txBody>
      </p:sp>
      <p:sp>
        <p:nvSpPr>
          <p:cNvPr id="1546" name="Google Shape;1546;g3b23322d595_2_600"/>
          <p:cNvSpPr/>
          <p:nvPr/>
        </p:nvSpPr>
        <p:spPr>
          <a:xfrm>
            <a:off x="9100899" y="1421128"/>
            <a:ext cx="2700000" cy="324000"/>
          </a:xfrm>
          <a:prstGeom prst="rect">
            <a:avLst/>
          </a:prstGeom>
          <a:solidFill>
            <a:srgbClr val="C197E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New product initiatives</a:t>
            </a:r>
            <a:r>
              <a:rPr lang="en-US" sz="1400" b="1" i="0" u="none" strike="noStrike" cap="none" baseline="30000" noProof="0">
                <a:solidFill>
                  <a:schemeClr val="lt1"/>
                </a:solidFill>
                <a:latin typeface="IBM Plex Sans"/>
                <a:ea typeface="IBM Plex Sans"/>
                <a:cs typeface="IBM Plex Sans"/>
                <a:sym typeface="IBM Plex Sans"/>
              </a:rPr>
              <a:t>5</a:t>
            </a:r>
            <a:endParaRPr lang="en-US" sz="1800" b="0" i="0" u="none" strike="noStrike" cap="none" noProof="0">
              <a:solidFill>
                <a:schemeClr val="dk1"/>
              </a:solidFill>
              <a:latin typeface="Arial"/>
              <a:ea typeface="Arial"/>
              <a:cs typeface="Arial"/>
              <a:sym typeface="Arial"/>
            </a:endParaRPr>
          </a:p>
        </p:txBody>
      </p:sp>
      <p:sp>
        <p:nvSpPr>
          <p:cNvPr id="1547" name="Google Shape;1547;g3b23322d595_2_600"/>
          <p:cNvSpPr txBox="1"/>
          <p:nvPr/>
        </p:nvSpPr>
        <p:spPr>
          <a:xfrm>
            <a:off x="450091" y="5671889"/>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dk1"/>
                </a:solidFill>
                <a:latin typeface="IBM Plex Sans"/>
                <a:ea typeface="IBM Plex Sans"/>
                <a:cs typeface="IBM Plex Sans"/>
                <a:sym typeface="IBM Plex Sans"/>
              </a:rPr>
              <a:t>The client’s AI strategy favors trust, choice, and workflow enhancement, in contrast to competitors that prioritize deep AI integration</a:t>
            </a:r>
            <a:endParaRPr lang="en-US" b="0" i="0" u="none" strike="noStrike" cap="none" noProof="0">
              <a:solidFill>
                <a:schemeClr val="dk1"/>
              </a:solidFill>
              <a:latin typeface="Arial"/>
              <a:ea typeface="Arial"/>
              <a:cs typeface="Arial"/>
              <a:sym typeface="Arial"/>
            </a:endParaRPr>
          </a:p>
        </p:txBody>
      </p:sp>
      <p:sp>
        <p:nvSpPr>
          <p:cNvPr id="1548" name="Google Shape;1548;g3b23322d595_2_600"/>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700"/>
              <a:buFont typeface="Arial"/>
              <a:buNone/>
            </a:pPr>
            <a:r>
              <a:rPr lang="en-US" sz="700" b="0" i="0" u="none" strike="noStrike" cap="none" noProof="0">
                <a:solidFill>
                  <a:srgbClr val="7F7F7F"/>
                </a:solidFill>
                <a:latin typeface="IBM Plex Sans"/>
                <a:ea typeface="Quattrocento Sans"/>
                <a:cs typeface="Quattrocento Sans"/>
                <a:sym typeface="Quattrocento Sans"/>
              </a:rPr>
              <a:t>Sources: (1)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[Source]</a:t>
            </a:r>
            <a:r>
              <a:rPr lang="en-US" sz="700" b="0" i="0" u="none" strike="noStrike" cap="none" noProof="0">
                <a:solidFill>
                  <a:srgbClr val="7F7F7F"/>
                </a:solidFill>
                <a:latin typeface="IBM Plex Sans"/>
                <a:ea typeface="Quattrocento Sans"/>
                <a:cs typeface="Quattrocento Sans"/>
                <a:sym typeface="Quattrocento Sans"/>
              </a:rPr>
              <a:t>, (2) </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[Source]</a:t>
            </a:r>
            <a:r>
              <a:rPr lang="en-US" sz="700" b="0" i="0" u="none" strike="noStrike" cap="none" noProof="0">
                <a:solidFill>
                  <a:srgbClr val="7F7F7F"/>
                </a:solidFill>
                <a:latin typeface="IBM Plex Sans"/>
                <a:ea typeface="Quattrocento Sans"/>
                <a:cs typeface="Quattrocento Sans"/>
                <a:sym typeface="Quattrocento Sans"/>
              </a:rPr>
              <a:t>, (3) </a:t>
            </a:r>
            <a:r>
              <a:rPr lang="en-US" sz="700" b="0" i="0" u="sng" strike="noStrike" cap="none"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[Source]</a:t>
            </a:r>
            <a:r>
              <a:rPr lang="en-US" sz="700" b="0" i="0" u="none" strike="noStrike" cap="none" noProof="0">
                <a:solidFill>
                  <a:srgbClr val="7F7F7F"/>
                </a:solidFill>
                <a:latin typeface="IBM Plex Sans"/>
                <a:ea typeface="Quattrocento Sans"/>
                <a:cs typeface="Quattrocento Sans"/>
                <a:sym typeface="Quattrocento Sans"/>
              </a:rPr>
              <a:t>, (4) </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[Source]</a:t>
            </a:r>
            <a:r>
              <a:rPr lang="en-US" sz="700" b="0" i="0" u="none" strike="noStrike" cap="none" noProof="0">
                <a:solidFill>
                  <a:srgbClr val="7F7F7F"/>
                </a:solidFill>
                <a:latin typeface="IBM Plex Sans"/>
                <a:ea typeface="Quattrocento Sans"/>
                <a:cs typeface="Quattrocento Sans"/>
                <a:sym typeface="Quattrocento Sans"/>
              </a:rPr>
              <a:t>, (5) Internal communications</a:t>
            </a:r>
            <a:endParaRPr lang="en-US" sz="1800" b="0" i="0" u="none" strike="noStrike" cap="none" noProof="0">
              <a:solidFill>
                <a:srgbClr val="7F7F7F"/>
              </a:solidFill>
              <a:latin typeface="IBM Plex Sans"/>
              <a:ea typeface="Arial"/>
              <a:cs typeface="Arial"/>
            </a:endParaRPr>
          </a:p>
        </p:txBody>
      </p:sp>
      <p:sp>
        <p:nvSpPr>
          <p:cNvPr id="1549" name="Google Shape;1549;g3b23322d595_2_600"/>
          <p:cNvSpPr txBox="1"/>
          <p:nvPr/>
        </p:nvSpPr>
        <p:spPr>
          <a:xfrm>
            <a:off x="450090" y="1421127"/>
            <a:ext cx="8467207" cy="324001"/>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Client initiatives</a:t>
            </a:r>
            <a:endParaRPr lang="en-US" sz="1800" b="0" i="0" u="none" strike="noStrike" cap="none" noProof="0">
              <a:solidFill>
                <a:schemeClr val="dk1"/>
              </a:solidFill>
              <a:latin typeface="Arial"/>
              <a:ea typeface="Arial"/>
              <a:cs typeface="Arial"/>
              <a:sym typeface="Arial"/>
            </a:endParaRPr>
          </a:p>
        </p:txBody>
      </p:sp>
      <p:sp>
        <p:nvSpPr>
          <p:cNvPr id="1550" name="Google Shape;1550;g3b23322d595_2_600"/>
          <p:cNvSpPr txBox="1"/>
          <p:nvPr/>
        </p:nvSpPr>
        <p:spPr>
          <a:xfrm>
            <a:off x="9159864" y="2963269"/>
            <a:ext cx="2582073" cy="307736"/>
          </a:xfrm>
          <a:prstGeom prst="rect">
            <a:avLst/>
          </a:prstGeom>
          <a:noFill/>
          <a:ln>
            <a:noFill/>
          </a:ln>
        </p:spPr>
        <p:txBody>
          <a:bodyPr spcFirstLastPara="1" wrap="square" lIns="90000" tIns="45700" rIns="91425" bIns="45700" anchor="t" anchorCtr="0">
            <a:spAutoFit/>
          </a:bodyPr>
          <a:lstStyle/>
          <a:p>
            <a:pPr marL="0" marR="0" lvl="0" indent="0" algn="l" rtl="0">
              <a:lnSpc>
                <a:spcPct val="100000"/>
              </a:lnSpc>
              <a:spcBef>
                <a:spcPts val="0"/>
              </a:spcBef>
              <a:spcAft>
                <a:spcPts val="0"/>
              </a:spcAft>
              <a:buClr>
                <a:schemeClr val="dk1"/>
              </a:buClr>
              <a:buSzPts val="1400"/>
              <a:buFont typeface="IBM Plex Sans"/>
              <a:buNone/>
            </a:pPr>
            <a:r>
              <a:rPr lang="en-US" sz="1400" b="1" i="0" u="none" strike="noStrike" cap="none" noProof="0">
                <a:solidFill>
                  <a:schemeClr val="dk1"/>
                </a:solidFill>
                <a:latin typeface="IBM Plex Sans"/>
                <a:ea typeface="IBM Plex Sans"/>
                <a:cs typeface="IBM Plex Sans"/>
                <a:sym typeface="IBM Plex Sans"/>
              </a:rPr>
              <a:t>TABS</a:t>
            </a:r>
            <a:endParaRPr lang="en-US" sz="1400" b="0" i="0" u="none" strike="noStrike" cap="none" baseline="30000" noProof="0">
              <a:solidFill>
                <a:schemeClr val="dk1"/>
              </a:solidFill>
              <a:latin typeface="IBM Plex Sans"/>
              <a:ea typeface="IBM Plex Sans"/>
              <a:cs typeface="IBM Plex Sans"/>
              <a:sym typeface="IBM Plex Sans"/>
            </a:endParaRPr>
          </a:p>
        </p:txBody>
      </p:sp>
      <p:sp>
        <p:nvSpPr>
          <p:cNvPr id="1551" name="Google Shape;1551;g3b23322d595_2_600"/>
          <p:cNvSpPr/>
          <p:nvPr/>
        </p:nvSpPr>
        <p:spPr>
          <a:xfrm>
            <a:off x="9159864" y="3244308"/>
            <a:ext cx="2582073" cy="2400617"/>
          </a:xfrm>
          <a:prstGeom prst="rect">
            <a:avLst/>
          </a:prstGeom>
          <a:noFill/>
          <a:ln>
            <a:noFill/>
          </a:ln>
        </p:spPr>
        <p:txBody>
          <a:bodyPr spcFirstLastPara="1" wrap="square" lIns="90000" tIns="45700" rIns="91425" bIns="45700" anchor="t" anchorCtr="0">
            <a:noAutofit/>
          </a:bodyPr>
          <a:lstStyle/>
          <a:p>
            <a:pPr>
              <a:spcBef>
                <a:spcPts val="300"/>
              </a:spcBef>
              <a:buClr>
                <a:schemeClr val="dk1"/>
              </a:buClr>
              <a:buSzPts val="1400"/>
            </a:pPr>
            <a:r>
              <a:rPr lang="en-US" sz="1200" b="0" i="0" u="none" strike="noStrike" cap="none" noProof="0">
                <a:solidFill>
                  <a:schemeClr val="dk1"/>
                </a:solidFill>
                <a:latin typeface="IBM Plex Sans"/>
                <a:ea typeface="IBM Plex Sans"/>
                <a:cs typeface="IBM Plex Sans"/>
                <a:sym typeface="IBM Plex Sans"/>
              </a:rPr>
              <a:t>TABS is an </a:t>
            </a:r>
            <a:r>
              <a:rPr lang="en-US" sz="1200" b="1" i="0" u="none" strike="noStrike" cap="none" noProof="0">
                <a:solidFill>
                  <a:schemeClr val="dk1"/>
                </a:solidFill>
                <a:latin typeface="IBM Plex Sans"/>
                <a:ea typeface="IBM Plex Sans"/>
                <a:cs typeface="IBM Plex Sans"/>
                <a:sym typeface="IBM Plex Sans"/>
              </a:rPr>
              <a:t>AI‑native browser </a:t>
            </a:r>
            <a:r>
              <a:rPr lang="en-US" sz="1200" b="0" i="0" u="none" strike="noStrike" cap="none" noProof="0">
                <a:solidFill>
                  <a:schemeClr val="dk1"/>
                </a:solidFill>
                <a:latin typeface="IBM Plex Sans"/>
                <a:ea typeface="IBM Plex Sans"/>
                <a:cs typeface="IBM Plex Sans"/>
                <a:sym typeface="IBM Plex Sans"/>
              </a:rPr>
              <a:t>automation service that lets developers </a:t>
            </a:r>
            <a:r>
              <a:rPr lang="en-US" sz="1200" noProof="0">
                <a:solidFill>
                  <a:schemeClr val="dk1"/>
                </a:solidFill>
                <a:latin typeface="IBM Plex Sans"/>
                <a:ea typeface="IBM Plex Sans"/>
                <a:cs typeface="IBM Plex Sans"/>
                <a:sym typeface="IBM Plex Sans"/>
              </a:rPr>
              <a:t>fetch structured data,  automate clicks and form submissions, and get live answers from the web</a:t>
            </a:r>
            <a:endParaRPr lang="en-US" sz="1200" b="0" i="0" u="none" strike="noStrike" cap="none" noProof="0">
              <a:solidFill>
                <a:schemeClr val="dk1"/>
              </a:solidFill>
              <a:latin typeface="IBM Plex Sans"/>
              <a:ea typeface="IBM Plex Sans"/>
              <a:cs typeface="IBM Plex Sans"/>
              <a:sym typeface="IBM Plex Sans"/>
            </a:endParaRPr>
          </a:p>
        </p:txBody>
      </p:sp>
      <p:sp>
        <p:nvSpPr>
          <p:cNvPr id="1552" name="Google Shape;1552;g3b23322d595_2_600"/>
          <p:cNvSpPr/>
          <p:nvPr/>
        </p:nvSpPr>
        <p:spPr>
          <a:xfrm>
            <a:off x="9100900" y="1857373"/>
            <a:ext cx="2700000" cy="3686176"/>
          </a:xfrm>
          <a:prstGeom prst="rect">
            <a:avLst/>
          </a:prstGeom>
          <a:noFill/>
          <a:ln w="9525" cap="flat" cmpd="sng">
            <a:solidFill>
              <a:srgbClr val="BFBFBF"/>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IBM Plex Sans"/>
              <a:ea typeface="IBM Plex Sans"/>
              <a:cs typeface="IBM Plex Sans"/>
              <a:sym typeface="IBM Plex Sans"/>
            </a:endParaRPr>
          </a:p>
        </p:txBody>
      </p:sp>
      <p:sp>
        <p:nvSpPr>
          <p:cNvPr id="1553" name="Google Shape;1553;g3b23322d595_2_600"/>
          <p:cNvSpPr txBox="1"/>
          <p:nvPr/>
        </p:nvSpPr>
        <p:spPr>
          <a:xfrm>
            <a:off x="509053" y="2963269"/>
            <a:ext cx="2582073" cy="307736"/>
          </a:xfrm>
          <a:prstGeom prst="rect">
            <a:avLst/>
          </a:prstGeom>
          <a:noFill/>
          <a:ln>
            <a:noFill/>
          </a:ln>
        </p:spPr>
        <p:txBody>
          <a:bodyPr spcFirstLastPara="1" wrap="square" lIns="90000" tIns="45700" rIns="91425" bIns="45700" anchor="t" anchorCtr="0">
            <a:spAutoFit/>
          </a:bodyPr>
          <a:lstStyle/>
          <a:p>
            <a:pPr marL="0" marR="0" lvl="0" indent="0" algn="l" rtl="0">
              <a:lnSpc>
                <a:spcPct val="100000"/>
              </a:lnSpc>
              <a:spcBef>
                <a:spcPts val="0"/>
              </a:spcBef>
              <a:spcAft>
                <a:spcPts val="0"/>
              </a:spcAft>
              <a:buClr>
                <a:schemeClr val="dk1"/>
              </a:buClr>
              <a:buSzPts val="1400"/>
              <a:buFont typeface="IBM Plex Sans"/>
              <a:buNone/>
            </a:pPr>
            <a:r>
              <a:rPr lang="en-US" sz="1400" b="1" i="0" u="none" strike="noStrike" cap="none" noProof="0">
                <a:solidFill>
                  <a:schemeClr val="dk1"/>
                </a:solidFill>
                <a:latin typeface="IBM Plex Sans"/>
                <a:ea typeface="IBM Plex Sans"/>
                <a:cs typeface="IBM Plex Sans"/>
                <a:sym typeface="IBM Plex Sans"/>
              </a:rPr>
              <a:t>AI Sidebar </a:t>
            </a:r>
            <a:endParaRPr lang="en-US" sz="1400" b="0" i="0" u="none" strike="noStrike" cap="none" baseline="30000" noProof="0">
              <a:solidFill>
                <a:schemeClr val="dk1"/>
              </a:solidFill>
              <a:latin typeface="IBM Plex Sans"/>
              <a:ea typeface="IBM Plex Sans"/>
              <a:cs typeface="IBM Plex Sans"/>
              <a:sym typeface="IBM Plex Sans"/>
            </a:endParaRPr>
          </a:p>
        </p:txBody>
      </p:sp>
      <p:sp>
        <p:nvSpPr>
          <p:cNvPr id="1554" name="Google Shape;1554;g3b23322d595_2_600"/>
          <p:cNvSpPr/>
          <p:nvPr/>
        </p:nvSpPr>
        <p:spPr>
          <a:xfrm>
            <a:off x="509053" y="3244308"/>
            <a:ext cx="2582073" cy="2323673"/>
          </a:xfrm>
          <a:prstGeom prst="rect">
            <a:avLst/>
          </a:prstGeom>
          <a:noFill/>
          <a:ln>
            <a:noFill/>
          </a:ln>
        </p:spPr>
        <p:txBody>
          <a:bodyPr spcFirstLastPara="1" wrap="square" lIns="90000" tIns="45700" rIns="91425" bIns="45700" anchor="t" anchorCtr="0">
            <a:noAutofit/>
          </a:bodyPr>
          <a:lstStyle/>
          <a:p>
            <a:pPr>
              <a:spcBef>
                <a:spcPts val="300"/>
              </a:spcBef>
              <a:spcAft>
                <a:spcPts val="300"/>
              </a:spcAft>
              <a:buClr>
                <a:schemeClr val="dk1"/>
              </a:buClr>
              <a:buSzPts val="1400"/>
            </a:pPr>
            <a:r>
              <a:rPr lang="en-US" sz="1200" b="0" i="0" u="none" strike="noStrike" cap="none" noProof="0">
                <a:solidFill>
                  <a:schemeClr val="dk1"/>
                </a:solidFill>
                <a:latin typeface="IBM Plex Sans"/>
                <a:ea typeface="IBM Plex Sans"/>
                <a:cs typeface="IBM Plex Sans"/>
                <a:sym typeface="IBM Plex Sans"/>
              </a:rPr>
              <a:t>An </a:t>
            </a:r>
            <a:r>
              <a:rPr lang="en-US" sz="1200" b="1" i="0" u="none" strike="noStrike" cap="none" noProof="0">
                <a:solidFill>
                  <a:schemeClr val="dk1"/>
                </a:solidFill>
                <a:latin typeface="IBM Plex Sans"/>
                <a:ea typeface="IBM Plex Sans"/>
                <a:cs typeface="IBM Plex Sans"/>
                <a:sym typeface="IBM Plex Sans"/>
              </a:rPr>
              <a:t>AI chatbot sidebar </a:t>
            </a:r>
            <a:r>
              <a:rPr lang="en-US" sz="1200" b="0" i="0" u="none" strike="noStrike" cap="none" noProof="0">
                <a:solidFill>
                  <a:schemeClr val="dk1"/>
                </a:solidFill>
                <a:latin typeface="IBM Plex Sans"/>
                <a:ea typeface="IBM Plex Sans"/>
                <a:cs typeface="IBM Plex Sans"/>
                <a:sym typeface="IBM Plex Sans"/>
              </a:rPr>
              <a:t>integrated within the browser that enables users to </a:t>
            </a:r>
            <a:r>
              <a:rPr lang="en-US" sz="1200" b="1" noProof="0">
                <a:solidFill>
                  <a:schemeClr val="dk1"/>
                </a:solidFill>
                <a:latin typeface="IBM Plex Sans"/>
                <a:ea typeface="IBM Plex Sans"/>
                <a:cs typeface="IBM Plex Sans"/>
                <a:sym typeface="IBM Plex Sans"/>
              </a:rPr>
              <a:t>choose from</a:t>
            </a:r>
            <a:r>
              <a:rPr lang="en-US" sz="1200" b="1" i="0" u="none" strike="noStrike" cap="none" noProof="0">
                <a:solidFill>
                  <a:schemeClr val="dk1"/>
                </a:solidFill>
                <a:latin typeface="IBM Plex Sans"/>
                <a:ea typeface="IBM Plex Sans"/>
                <a:cs typeface="IBM Plex Sans"/>
                <a:sym typeface="IBM Plex Sans"/>
              </a:rPr>
              <a:t> </a:t>
            </a:r>
            <a:r>
              <a:rPr lang="en-US" sz="1200" b="1" noProof="0">
                <a:solidFill>
                  <a:schemeClr val="dk1"/>
                </a:solidFill>
                <a:latin typeface="IBM Plex Sans"/>
                <a:ea typeface="IBM Plex Sans"/>
                <a:cs typeface="IBM Plex Sans"/>
                <a:sym typeface="IBM Plex Sans"/>
              </a:rPr>
              <a:t>multiple </a:t>
            </a:r>
            <a:r>
              <a:rPr lang="en-US" sz="1200" b="1" i="0" u="none" strike="noStrike" cap="none" noProof="0">
                <a:solidFill>
                  <a:schemeClr val="dk1"/>
                </a:solidFill>
                <a:latin typeface="IBM Plex Sans"/>
                <a:ea typeface="IBM Plex Sans"/>
                <a:cs typeface="IBM Plex Sans"/>
                <a:sym typeface="IBM Plex Sans"/>
              </a:rPr>
              <a:t>AI providers</a:t>
            </a:r>
            <a:r>
              <a:rPr lang="en-US" sz="1200" b="0" i="0" u="none" strike="noStrike" cap="none" noProof="0">
                <a:solidFill>
                  <a:schemeClr val="dk1"/>
                </a:solidFill>
                <a:latin typeface="IBM Plex Sans"/>
                <a:ea typeface="IBM Plex Sans"/>
                <a:cs typeface="IBM Plex Sans"/>
                <a:sym typeface="IBM Plex Sans"/>
              </a:rPr>
              <a:t> to </a:t>
            </a:r>
            <a:r>
              <a:rPr lang="en-US" sz="1200" b="1" i="0" u="none" strike="noStrike" cap="none" noProof="0">
                <a:solidFill>
                  <a:schemeClr val="dk1"/>
                </a:solidFill>
                <a:latin typeface="IBM Plex Sans"/>
                <a:ea typeface="IBM Plex Sans"/>
                <a:cs typeface="IBM Plex Sans"/>
                <a:sym typeface="IBM Plex Sans"/>
              </a:rPr>
              <a:t>summarize webpages or selected text,</a:t>
            </a:r>
            <a:r>
              <a:rPr lang="en-US" sz="1200" b="0" i="0" u="none" strike="noStrike" cap="none" noProof="0">
                <a:solidFill>
                  <a:schemeClr val="dk1"/>
                </a:solidFill>
                <a:latin typeface="IBM Plex Sans"/>
                <a:ea typeface="IBM Plex Sans"/>
                <a:cs typeface="IBM Plex Sans"/>
                <a:sym typeface="IBM Plex Sans"/>
              </a:rPr>
              <a:t> </a:t>
            </a:r>
            <a:r>
              <a:rPr lang="en-US" sz="1200" noProof="0">
                <a:solidFill>
                  <a:schemeClr val="dk1"/>
                </a:solidFill>
                <a:latin typeface="IBM Plex Sans"/>
                <a:ea typeface="IBM Plex Sans"/>
                <a:cs typeface="IBM Plex Sans"/>
                <a:sym typeface="IBM Plex Sans"/>
              </a:rPr>
              <a:t>and </a:t>
            </a:r>
            <a:r>
              <a:rPr lang="en-US" sz="1200" b="1" noProof="0">
                <a:solidFill>
                  <a:schemeClr val="dk1"/>
                </a:solidFill>
                <a:latin typeface="IBM Plex Sans"/>
                <a:ea typeface="IBM Plex Sans"/>
                <a:cs typeface="IBM Plex Sans"/>
                <a:sym typeface="IBM Plex Sans"/>
              </a:rPr>
              <a:t>brainstorm ideas</a:t>
            </a:r>
            <a:r>
              <a:rPr lang="en-US" sz="1200" baseline="30000" noProof="0">
                <a:solidFill>
                  <a:schemeClr val="dk1"/>
                </a:solidFill>
                <a:latin typeface="IBM Plex Sans"/>
                <a:ea typeface="IBM Plex Sans"/>
                <a:cs typeface="IBM Plex Sans"/>
              </a:rPr>
              <a:t>1</a:t>
            </a:r>
            <a:endParaRPr lang="en-US" sz="1200" b="0" i="0" u="none" strike="noStrike" cap="none" baseline="30000" noProof="0">
              <a:solidFill>
                <a:schemeClr val="dk1"/>
              </a:solidFill>
              <a:latin typeface="IBM Plex Sans"/>
              <a:ea typeface="IBM Plex Sans"/>
              <a:cs typeface="IBM Plex Sans"/>
              <a:sym typeface="IBM Plex Sans"/>
            </a:endParaRPr>
          </a:p>
        </p:txBody>
      </p:sp>
      <p:sp>
        <p:nvSpPr>
          <p:cNvPr id="1555" name="Google Shape;1555;g3b23322d595_2_600"/>
          <p:cNvSpPr/>
          <p:nvPr/>
        </p:nvSpPr>
        <p:spPr>
          <a:xfrm>
            <a:off x="450089" y="1857373"/>
            <a:ext cx="2700000" cy="3686176"/>
          </a:xfrm>
          <a:prstGeom prst="rect">
            <a:avLst/>
          </a:prstGeom>
          <a:noFill/>
          <a:ln w="9525" cap="flat" cmpd="sng">
            <a:solidFill>
              <a:srgbClr val="BFBFBF"/>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IBM Plex Sans"/>
              <a:ea typeface="IBM Plex Sans"/>
              <a:cs typeface="IBM Plex Sans"/>
              <a:sym typeface="IBM Plex Sans"/>
            </a:endParaRPr>
          </a:p>
        </p:txBody>
      </p:sp>
      <p:sp>
        <p:nvSpPr>
          <p:cNvPr id="1556" name="Google Shape;1556;g3b23322d595_2_600"/>
          <p:cNvSpPr txBox="1"/>
          <p:nvPr/>
        </p:nvSpPr>
        <p:spPr>
          <a:xfrm>
            <a:off x="3392657" y="2963269"/>
            <a:ext cx="2582073" cy="307736"/>
          </a:xfrm>
          <a:prstGeom prst="rect">
            <a:avLst/>
          </a:prstGeom>
          <a:noFill/>
          <a:ln>
            <a:noFill/>
          </a:ln>
        </p:spPr>
        <p:txBody>
          <a:bodyPr spcFirstLastPara="1" wrap="square" lIns="90000" tIns="45700" rIns="91425" bIns="45700" anchor="t" anchorCtr="0">
            <a:spAutoFit/>
          </a:bodyPr>
          <a:lstStyle/>
          <a:p>
            <a:pPr marL="0" marR="0" lvl="0" indent="0" algn="l" rtl="0">
              <a:lnSpc>
                <a:spcPct val="100000"/>
              </a:lnSpc>
              <a:spcBef>
                <a:spcPts val="0"/>
              </a:spcBef>
              <a:spcAft>
                <a:spcPts val="0"/>
              </a:spcAft>
              <a:buClr>
                <a:schemeClr val="dk1"/>
              </a:buClr>
              <a:buSzPts val="1400"/>
              <a:buFont typeface="IBM Plex Sans"/>
              <a:buNone/>
            </a:pPr>
            <a:r>
              <a:rPr lang="en-US" sz="1400" b="1" i="0" u="none" strike="noStrike" cap="none" noProof="0">
                <a:solidFill>
                  <a:schemeClr val="dk1"/>
                </a:solidFill>
                <a:latin typeface="IBM Plex Sans"/>
                <a:ea typeface="IBM Plex Sans"/>
                <a:cs typeface="IBM Plex Sans"/>
                <a:sym typeface="IBM Plex Sans"/>
              </a:rPr>
              <a:t>Shake to Summarize</a:t>
            </a:r>
            <a:endParaRPr lang="en-US" sz="1400" b="0" i="0" u="none" strike="noStrike" cap="none" baseline="30000" noProof="0">
              <a:solidFill>
                <a:schemeClr val="dk1"/>
              </a:solidFill>
              <a:latin typeface="IBM Plex Sans"/>
              <a:ea typeface="IBM Plex Sans"/>
              <a:cs typeface="IBM Plex Sans"/>
              <a:sym typeface="IBM Plex Sans"/>
            </a:endParaRPr>
          </a:p>
        </p:txBody>
      </p:sp>
      <p:sp>
        <p:nvSpPr>
          <p:cNvPr id="1557" name="Google Shape;1557;g3b23322d595_2_600"/>
          <p:cNvSpPr/>
          <p:nvPr/>
        </p:nvSpPr>
        <p:spPr>
          <a:xfrm>
            <a:off x="3392657" y="3244308"/>
            <a:ext cx="2582073" cy="2323673"/>
          </a:xfrm>
          <a:prstGeom prst="rect">
            <a:avLst/>
          </a:prstGeom>
          <a:noFill/>
          <a:ln>
            <a:noFill/>
          </a:ln>
        </p:spPr>
        <p:txBody>
          <a:bodyPr spcFirstLastPara="1" wrap="square" lIns="90000" tIns="45700" rIns="91425" bIns="45700" anchor="t" anchorCtr="0">
            <a:noAutofit/>
          </a:bodyPr>
          <a:lstStyle/>
          <a:p>
            <a:pPr marR="0" lvl="0" algn="l" rtl="0">
              <a:lnSpc>
                <a:spcPct val="100000"/>
              </a:lnSpc>
              <a:spcBef>
                <a:spcPts val="300"/>
              </a:spcBef>
              <a:spcAft>
                <a:spcPts val="300"/>
              </a:spcAft>
              <a:buClr>
                <a:schemeClr val="dk1"/>
              </a:buClr>
              <a:buSzPts val="1400"/>
            </a:pPr>
            <a:r>
              <a:rPr lang="en-US" sz="1200" b="0" i="0" u="none" strike="noStrike" cap="none" noProof="0">
                <a:solidFill>
                  <a:schemeClr val="dk1"/>
                </a:solidFill>
                <a:latin typeface="IBM Plex Sans"/>
                <a:ea typeface="IBM Plex Sans"/>
                <a:cs typeface="IBM Plex Sans"/>
                <a:sym typeface="IBM Plex Sans"/>
              </a:rPr>
              <a:t>Shake to Summarize is a feature for iOS that lets users get an </a:t>
            </a:r>
            <a:r>
              <a:rPr lang="en-US" sz="1200" b="1" i="0" u="none" strike="noStrike" cap="none" noProof="0">
                <a:solidFill>
                  <a:schemeClr val="dk1"/>
                </a:solidFill>
                <a:latin typeface="IBM Plex Sans"/>
                <a:ea typeface="IBM Plex Sans"/>
                <a:cs typeface="IBM Plex Sans"/>
                <a:sym typeface="IBM Plex Sans"/>
              </a:rPr>
              <a:t>AI-generated summary of a webpage by shaking the phone </a:t>
            </a:r>
            <a:r>
              <a:rPr lang="en-US" sz="1200" b="0" i="0" u="none" strike="noStrike" cap="none" noProof="0">
                <a:solidFill>
                  <a:schemeClr val="dk1"/>
                </a:solidFill>
                <a:latin typeface="IBM Plex Sans"/>
                <a:ea typeface="IBM Plex Sans"/>
                <a:cs typeface="IBM Plex Sans"/>
                <a:sym typeface="IBM Plex Sans"/>
              </a:rPr>
              <a:t>or tapping a thunderbolt icon</a:t>
            </a:r>
            <a:r>
              <a:rPr lang="en-US" sz="1200" b="0" i="0" u="none" strike="noStrike" cap="none" baseline="30000" noProof="0">
                <a:solidFill>
                  <a:schemeClr val="dk1"/>
                </a:solidFill>
                <a:latin typeface="IBM Plex Sans"/>
                <a:ea typeface="IBM Plex Sans"/>
                <a:cs typeface="IBM Plex Sans"/>
                <a:sym typeface="IBM Plex Sans"/>
              </a:rPr>
              <a:t>2,3</a:t>
            </a:r>
          </a:p>
        </p:txBody>
      </p:sp>
      <p:sp>
        <p:nvSpPr>
          <p:cNvPr id="1558" name="Google Shape;1558;g3b23322d595_2_600"/>
          <p:cNvSpPr/>
          <p:nvPr/>
        </p:nvSpPr>
        <p:spPr>
          <a:xfrm>
            <a:off x="3333693" y="1857373"/>
            <a:ext cx="2700000" cy="3686176"/>
          </a:xfrm>
          <a:prstGeom prst="rect">
            <a:avLst/>
          </a:prstGeom>
          <a:noFill/>
          <a:ln w="9525" cap="flat" cmpd="sng">
            <a:solidFill>
              <a:srgbClr val="BFBFBF"/>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IBM Plex Sans"/>
              <a:ea typeface="IBM Plex Sans"/>
              <a:cs typeface="IBM Plex Sans"/>
              <a:sym typeface="IBM Plex Sans"/>
            </a:endParaRPr>
          </a:p>
        </p:txBody>
      </p:sp>
      <p:sp>
        <p:nvSpPr>
          <p:cNvPr id="1559" name="Google Shape;1559;g3b23322d595_2_600"/>
          <p:cNvSpPr txBox="1"/>
          <p:nvPr/>
        </p:nvSpPr>
        <p:spPr>
          <a:xfrm>
            <a:off x="6276261" y="2963269"/>
            <a:ext cx="2582073" cy="307736"/>
          </a:xfrm>
          <a:prstGeom prst="rect">
            <a:avLst/>
          </a:prstGeom>
          <a:noFill/>
          <a:ln>
            <a:noFill/>
          </a:ln>
        </p:spPr>
        <p:txBody>
          <a:bodyPr spcFirstLastPara="1" wrap="square" lIns="90000" tIns="45700" rIns="91425" bIns="45700" anchor="t" anchorCtr="0">
            <a:spAutoFit/>
          </a:bodyPr>
          <a:lstStyle/>
          <a:p>
            <a:pPr marL="0" marR="0" lvl="0" indent="0" algn="l" rtl="0">
              <a:lnSpc>
                <a:spcPct val="100000"/>
              </a:lnSpc>
              <a:spcBef>
                <a:spcPts val="0"/>
              </a:spcBef>
              <a:spcAft>
                <a:spcPts val="0"/>
              </a:spcAft>
              <a:buClr>
                <a:schemeClr val="dk1"/>
              </a:buClr>
              <a:buSzPts val="1400"/>
              <a:buFont typeface="IBM Plex Sans"/>
              <a:buNone/>
            </a:pPr>
            <a:r>
              <a:rPr lang="en-US" sz="1400" b="1" i="0" u="none" strike="noStrike" cap="none" noProof="0">
                <a:solidFill>
                  <a:schemeClr val="dk1"/>
                </a:solidFill>
                <a:latin typeface="IBM Plex Sans"/>
                <a:ea typeface="IBM Plex Sans"/>
                <a:cs typeface="IBM Plex Sans"/>
                <a:sym typeface="IBM Plex Sans"/>
              </a:rPr>
              <a:t>AI Window</a:t>
            </a:r>
            <a:endParaRPr lang="en-US" sz="1400" b="0" i="0" u="none" strike="noStrike" cap="none" baseline="30000" noProof="0">
              <a:solidFill>
                <a:schemeClr val="dk1"/>
              </a:solidFill>
              <a:latin typeface="IBM Plex Sans"/>
              <a:ea typeface="IBM Plex Sans"/>
              <a:cs typeface="IBM Plex Sans"/>
              <a:sym typeface="IBM Plex Sans"/>
            </a:endParaRPr>
          </a:p>
        </p:txBody>
      </p:sp>
      <p:sp>
        <p:nvSpPr>
          <p:cNvPr id="1560" name="Google Shape;1560;g3b23322d595_2_600"/>
          <p:cNvSpPr/>
          <p:nvPr/>
        </p:nvSpPr>
        <p:spPr>
          <a:xfrm>
            <a:off x="6276261" y="3244308"/>
            <a:ext cx="2582073" cy="2323673"/>
          </a:xfrm>
          <a:prstGeom prst="rect">
            <a:avLst/>
          </a:prstGeom>
          <a:noFill/>
          <a:ln>
            <a:noFill/>
          </a:ln>
        </p:spPr>
        <p:txBody>
          <a:bodyPr spcFirstLastPara="1" wrap="square" lIns="90000" tIns="45700" rIns="91425" bIns="45700" anchor="t" anchorCtr="0">
            <a:noAutofit/>
          </a:bodyPr>
          <a:lstStyle/>
          <a:p>
            <a:pPr marR="0" lvl="0" algn="l" rtl="0">
              <a:lnSpc>
                <a:spcPct val="100000"/>
              </a:lnSpc>
              <a:spcBef>
                <a:spcPts val="300"/>
              </a:spcBef>
              <a:spcAft>
                <a:spcPts val="300"/>
              </a:spcAft>
              <a:buClr>
                <a:schemeClr val="dk1"/>
              </a:buClr>
              <a:buSzPts val="1400"/>
            </a:pPr>
            <a:r>
              <a:rPr lang="en-US" sz="1200" b="0" i="0" u="none" strike="noStrike" cap="none" noProof="0">
                <a:solidFill>
                  <a:schemeClr val="dk1"/>
                </a:solidFill>
                <a:latin typeface="IBM Plex Sans"/>
                <a:ea typeface="IBM Plex Sans"/>
                <a:cs typeface="IBM Plex Sans"/>
                <a:sym typeface="IBM Plex Sans"/>
              </a:rPr>
              <a:t>AI Window is a feature that displays an </a:t>
            </a:r>
            <a:r>
              <a:rPr lang="en-US" sz="1200" b="1" i="0" u="none" strike="noStrike" cap="none" noProof="0">
                <a:solidFill>
                  <a:schemeClr val="dk1"/>
                </a:solidFill>
                <a:latin typeface="IBM Plex Sans"/>
                <a:ea typeface="IBM Plex Sans"/>
                <a:cs typeface="IBM Plex Sans"/>
                <a:sym typeface="IBM Plex Sans"/>
              </a:rPr>
              <a:t>always-available AI panel on the side of the browser</a:t>
            </a:r>
            <a:r>
              <a:rPr lang="en-US" sz="1200" b="0" i="0" u="none" strike="noStrike" cap="none" noProof="0">
                <a:solidFill>
                  <a:schemeClr val="dk1"/>
                </a:solidFill>
                <a:latin typeface="IBM Plex Sans"/>
                <a:ea typeface="IBM Plex Sans"/>
                <a:cs typeface="IBM Plex Sans"/>
                <a:sym typeface="IBM Plex Sans"/>
              </a:rPr>
              <a:t>, letting users </a:t>
            </a:r>
            <a:r>
              <a:rPr lang="en-US" sz="1200" b="1" i="0" u="none" strike="noStrike" cap="none" noProof="0">
                <a:solidFill>
                  <a:schemeClr val="dk1"/>
                </a:solidFill>
                <a:latin typeface="IBM Plex Sans"/>
                <a:ea typeface="IBM Plex Sans"/>
                <a:cs typeface="IBM Plex Sans"/>
                <a:sym typeface="IBM Plex Sans"/>
              </a:rPr>
              <a:t>ask questions, summarize content, or get quick insights</a:t>
            </a:r>
            <a:r>
              <a:rPr lang="en-US" sz="1200" b="0" i="0" u="none" strike="noStrike" cap="none" baseline="30000" noProof="0">
                <a:solidFill>
                  <a:schemeClr val="dk1"/>
                </a:solidFill>
                <a:latin typeface="IBM Plex Sans"/>
                <a:ea typeface="IBM Plex Sans"/>
                <a:cs typeface="IBM Plex Sans"/>
                <a:sym typeface="IBM Plex Sans"/>
              </a:rPr>
              <a:t>4</a:t>
            </a:r>
          </a:p>
        </p:txBody>
      </p:sp>
      <p:sp>
        <p:nvSpPr>
          <p:cNvPr id="1561" name="Google Shape;1561;g3b23322d595_2_600"/>
          <p:cNvSpPr/>
          <p:nvPr/>
        </p:nvSpPr>
        <p:spPr>
          <a:xfrm>
            <a:off x="6217297" y="1857373"/>
            <a:ext cx="2700000" cy="3686176"/>
          </a:xfrm>
          <a:prstGeom prst="rect">
            <a:avLst/>
          </a:prstGeom>
          <a:noFill/>
          <a:ln w="9525" cap="flat" cmpd="sng">
            <a:solidFill>
              <a:srgbClr val="BFBFBF"/>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IBM Plex Sans"/>
              <a:ea typeface="IBM Plex Sans"/>
              <a:cs typeface="IBM Plex Sans"/>
              <a:sym typeface="IBM Plex Sans"/>
            </a:endParaRPr>
          </a:p>
        </p:txBody>
      </p:sp>
      <p:pic>
        <p:nvPicPr>
          <p:cNvPr id="1562" name="Google Shape;1562;g3b23322d595_2_600" descr="Logotipo  O conteúdo gerado por IA pode estar incorreto."/>
          <p:cNvPicPr preferRelativeResize="0"/>
          <p:nvPr/>
        </p:nvPicPr>
        <p:blipFill rotWithShape="1">
          <a:blip r:embed="rId6">
            <a:alphaModFix/>
          </a:blip>
          <a:srcRect/>
          <a:stretch/>
        </p:blipFill>
        <p:spPr>
          <a:xfrm>
            <a:off x="9694532" y="2270311"/>
            <a:ext cx="1512737" cy="467689"/>
          </a:xfrm>
          <a:prstGeom prst="rect">
            <a:avLst/>
          </a:prstGeom>
          <a:noFill/>
          <a:ln>
            <a:noFill/>
          </a:ln>
        </p:spPr>
      </p:pic>
      <p:pic>
        <p:nvPicPr>
          <p:cNvPr id="1563" name="Google Shape;1563;g3b23322d595_2_600"/>
          <p:cNvPicPr preferRelativeResize="0"/>
          <p:nvPr/>
        </p:nvPicPr>
        <p:blipFill rotWithShape="1">
          <a:blip r:embed="rId7">
            <a:alphaModFix/>
          </a:blip>
          <a:srcRect/>
          <a:stretch/>
        </p:blipFill>
        <p:spPr>
          <a:xfrm>
            <a:off x="1177678" y="2129320"/>
            <a:ext cx="1244825" cy="749671"/>
          </a:xfrm>
          <a:prstGeom prst="rect">
            <a:avLst/>
          </a:prstGeom>
          <a:noFill/>
          <a:ln>
            <a:noFill/>
          </a:ln>
        </p:spPr>
      </p:pic>
      <p:pic>
        <p:nvPicPr>
          <p:cNvPr id="1564" name="Google Shape;1564;g3b23322d595_2_600"/>
          <p:cNvPicPr preferRelativeResize="0"/>
          <p:nvPr/>
        </p:nvPicPr>
        <p:blipFill rotWithShape="1">
          <a:blip r:embed="rId8">
            <a:alphaModFix/>
          </a:blip>
          <a:srcRect/>
          <a:stretch/>
        </p:blipFill>
        <p:spPr>
          <a:xfrm>
            <a:off x="3941403" y="2209084"/>
            <a:ext cx="1484581" cy="590143"/>
          </a:xfrm>
          <a:prstGeom prst="rect">
            <a:avLst/>
          </a:prstGeom>
          <a:noFill/>
          <a:ln>
            <a:noFill/>
          </a:ln>
        </p:spPr>
      </p:pic>
      <p:pic>
        <p:nvPicPr>
          <p:cNvPr id="1565" name="Google Shape;1565;g3b23322d595_2_600" descr="Illustration of Firefox browser showing menu options for Current, AI, and Private windows with glowing effects."/>
          <p:cNvPicPr preferRelativeResize="0"/>
          <p:nvPr/>
        </p:nvPicPr>
        <p:blipFill rotWithShape="1">
          <a:blip r:embed="rId9">
            <a:alphaModFix/>
          </a:blip>
          <a:srcRect l="17443" t="13445" r="18137" b="11501"/>
          <a:stretch/>
        </p:blipFill>
        <p:spPr>
          <a:xfrm>
            <a:off x="7052907" y="2167054"/>
            <a:ext cx="1028781" cy="674202"/>
          </a:xfrm>
          <a:prstGeom prst="rect">
            <a:avLst/>
          </a:prstGeom>
          <a:noFill/>
          <a:ln>
            <a:noFill/>
          </a:ln>
        </p:spPr>
      </p:pic>
      <p:sp>
        <p:nvSpPr>
          <p:cNvPr id="6" name="Rectangle 5">
            <a:extLst>
              <a:ext uri="{FF2B5EF4-FFF2-40B4-BE49-F238E27FC236}">
                <a16:creationId xmlns:a16="http://schemas.microsoft.com/office/drawing/2014/main" id="{784FFF1E-6213-1B84-D9FE-6CC6A9820AB0}"/>
              </a:ext>
            </a:extLst>
          </p:cNvPr>
          <p:cNvSpPr/>
          <p:nvPr/>
        </p:nvSpPr>
        <p:spPr>
          <a:xfrm>
            <a:off x="1887806" y="1853545"/>
            <a:ext cx="1262283" cy="239392"/>
          </a:xfrm>
          <a:prstGeom prst="rect">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i="1" noProof="0">
                <a:solidFill>
                  <a:schemeClr val="tx1"/>
                </a:solidFill>
              </a:rPr>
              <a:t>Launched</a:t>
            </a:r>
          </a:p>
        </p:txBody>
      </p:sp>
      <p:sp>
        <p:nvSpPr>
          <p:cNvPr id="7" name="Rectangle 6">
            <a:extLst>
              <a:ext uri="{FF2B5EF4-FFF2-40B4-BE49-F238E27FC236}">
                <a16:creationId xmlns:a16="http://schemas.microsoft.com/office/drawing/2014/main" id="{3253F41F-40A5-FE90-67B8-E50D1C3C6E3E}"/>
              </a:ext>
            </a:extLst>
          </p:cNvPr>
          <p:cNvSpPr/>
          <p:nvPr/>
        </p:nvSpPr>
        <p:spPr>
          <a:xfrm>
            <a:off x="4794842" y="1849036"/>
            <a:ext cx="1262283" cy="239392"/>
          </a:xfrm>
          <a:prstGeom prst="rect">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i="1" noProof="0">
                <a:solidFill>
                  <a:schemeClr val="tx1"/>
                </a:solidFill>
              </a:rPr>
              <a:t>Launched</a:t>
            </a:r>
          </a:p>
        </p:txBody>
      </p:sp>
      <p:sp>
        <p:nvSpPr>
          <p:cNvPr id="8" name="Rectangle 7">
            <a:extLst>
              <a:ext uri="{FF2B5EF4-FFF2-40B4-BE49-F238E27FC236}">
                <a16:creationId xmlns:a16="http://schemas.microsoft.com/office/drawing/2014/main" id="{E4010AB7-09B5-A71A-28E1-D01D9F6CE61E}"/>
              </a:ext>
            </a:extLst>
          </p:cNvPr>
          <p:cNvSpPr/>
          <p:nvPr/>
        </p:nvSpPr>
        <p:spPr>
          <a:xfrm>
            <a:off x="7655014" y="1853545"/>
            <a:ext cx="1262283" cy="239392"/>
          </a:xfrm>
          <a:prstGeom prst="rect">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i="1" noProof="0">
                <a:solidFill>
                  <a:schemeClr val="tx1"/>
                </a:solidFill>
              </a:rPr>
              <a:t>In development</a:t>
            </a:r>
          </a:p>
        </p:txBody>
      </p:sp>
      <p:sp>
        <p:nvSpPr>
          <p:cNvPr id="9" name="Rectangle 8">
            <a:extLst>
              <a:ext uri="{FF2B5EF4-FFF2-40B4-BE49-F238E27FC236}">
                <a16:creationId xmlns:a16="http://schemas.microsoft.com/office/drawing/2014/main" id="{CF5ACE3F-F3AB-6E19-3B31-AF63BE6C3434}"/>
              </a:ext>
            </a:extLst>
          </p:cNvPr>
          <p:cNvSpPr/>
          <p:nvPr/>
        </p:nvSpPr>
        <p:spPr>
          <a:xfrm>
            <a:off x="10523883" y="1847053"/>
            <a:ext cx="1262283" cy="239392"/>
          </a:xfrm>
          <a:prstGeom prst="rect">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i="1" noProof="0">
                <a:solidFill>
                  <a:schemeClr val="tx1"/>
                </a:solidFill>
              </a:rPr>
              <a:t>In exploration</a:t>
            </a:r>
          </a:p>
        </p:txBody>
      </p:sp>
      <p:sp>
        <p:nvSpPr>
          <p:cNvPr id="10" name="Rectangle 9">
            <a:extLst>
              <a:ext uri="{FF2B5EF4-FFF2-40B4-BE49-F238E27FC236}">
                <a16:creationId xmlns:a16="http://schemas.microsoft.com/office/drawing/2014/main" id="{D78DAB45-EC63-C8AC-D49D-48FF942E9B9B}"/>
              </a:ext>
            </a:extLst>
          </p:cNvPr>
          <p:cNvSpPr/>
          <p:nvPr/>
        </p:nvSpPr>
        <p:spPr>
          <a:xfrm>
            <a:off x="9907930" y="0"/>
            <a:ext cx="2311684" cy="264923"/>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noProof="0">
                <a:solidFill>
                  <a:schemeClr val="tx1"/>
                </a:solidFill>
              </a:rPr>
              <a:t>Competition</a:t>
            </a:r>
          </a:p>
        </p:txBody>
      </p:sp>
    </p:spTree>
    <p:extLst>
      <p:ext uri="{BB962C8B-B14F-4D97-AF65-F5344CB8AC3E}">
        <p14:creationId xmlns:p14="http://schemas.microsoft.com/office/powerpoint/2010/main" val="416336971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486">
          <a:extLst>
            <a:ext uri="{FF2B5EF4-FFF2-40B4-BE49-F238E27FC236}">
              <a16:creationId xmlns:a16="http://schemas.microsoft.com/office/drawing/2014/main" id="{B406A303-C0DC-2279-0A70-2687DB29A64F}"/>
            </a:ext>
          </a:extLst>
        </p:cNvPr>
        <p:cNvGrpSpPr/>
        <p:nvPr/>
      </p:nvGrpSpPr>
      <p:grpSpPr>
        <a:xfrm>
          <a:off x="0" y="0"/>
          <a:ext cx="0" cy="0"/>
          <a:chOff x="0" y="0"/>
          <a:chExt cx="0" cy="0"/>
        </a:xfrm>
      </p:grpSpPr>
      <p:sp>
        <p:nvSpPr>
          <p:cNvPr id="487" name="Google Shape;487;p48">
            <a:extLst>
              <a:ext uri="{FF2B5EF4-FFF2-40B4-BE49-F238E27FC236}">
                <a16:creationId xmlns:a16="http://schemas.microsoft.com/office/drawing/2014/main" id="{DB0586F2-37DC-EF07-03C0-4E46A322625C}"/>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22</a:t>
            </a:fld>
            <a:endParaRPr lang="en-US" noProof="0"/>
          </a:p>
        </p:txBody>
      </p:sp>
      <p:sp>
        <p:nvSpPr>
          <p:cNvPr id="488" name="Google Shape;488;p48">
            <a:extLst>
              <a:ext uri="{FF2B5EF4-FFF2-40B4-BE49-F238E27FC236}">
                <a16:creationId xmlns:a16="http://schemas.microsoft.com/office/drawing/2014/main" id="{B447F4D8-E000-A394-E723-BBE2613B6EF9}"/>
              </a:ext>
            </a:extLst>
          </p:cNvPr>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pPr marL="0" lvl="0" indent="0" algn="l">
              <a:lnSpc>
                <a:spcPct val="90000"/>
              </a:lnSpc>
              <a:spcBef>
                <a:spcPts val="0"/>
              </a:spcBef>
              <a:spcAft>
                <a:spcPts val="0"/>
              </a:spcAft>
              <a:buNone/>
            </a:pPr>
            <a:r>
              <a:rPr lang="en-US" noProof="0"/>
              <a:t>Appendix</a:t>
            </a:r>
          </a:p>
        </p:txBody>
      </p:sp>
      <p:sp>
        <p:nvSpPr>
          <p:cNvPr id="491" name="Google Shape;491;p48">
            <a:extLst>
              <a:ext uri="{FF2B5EF4-FFF2-40B4-BE49-F238E27FC236}">
                <a16:creationId xmlns:a16="http://schemas.microsoft.com/office/drawing/2014/main" id="{0FC9B486-011B-7162-1491-F350AA402F0A}"/>
              </a:ext>
            </a:extLst>
          </p:cNvPr>
          <p:cNvSpPr txBox="1"/>
          <p:nvPr/>
        </p:nvSpPr>
        <p:spPr>
          <a:xfrm>
            <a:off x="420595" y="976890"/>
            <a:ext cx="11412408" cy="4955162"/>
          </a:xfrm>
          <a:prstGeom prst="rect">
            <a:avLst/>
          </a:prstGeom>
          <a:noFill/>
          <a:ln>
            <a:noFill/>
          </a:ln>
        </p:spPr>
        <p:txBody>
          <a:bodyPr spcFirstLastPara="1" wrap="square" lIns="0" tIns="45700" rIns="0" bIns="45700" anchor="t" anchorCtr="0">
            <a:spAutoFit/>
          </a:bodyPr>
          <a:lstStyle/>
          <a:p>
            <a:pPr marL="179705" indent="-179705">
              <a:buClr>
                <a:schemeClr val="dk1"/>
              </a:buClr>
              <a:buSzPts val="1032"/>
              <a:buFont typeface="Arial"/>
              <a:buChar char="•"/>
            </a:pPr>
            <a:r>
              <a:rPr lang="en-US" sz="1600" b="1" noProof="0" dirty="0">
                <a:solidFill>
                  <a:schemeClr val="dk1"/>
                </a:solidFill>
                <a:latin typeface="IBM Plex Sans"/>
                <a:sym typeface="IBM Plex Sans"/>
              </a:rPr>
              <a:t>Definition of terms</a:t>
            </a:r>
            <a:endParaRPr lang="en-US" sz="1600" b="1" noProof="0" dirty="0">
              <a:solidFill>
                <a:schemeClr val="dk1"/>
              </a:solidFill>
              <a:latin typeface="IBM Plex Sans"/>
            </a:endParaRPr>
          </a:p>
          <a:p>
            <a:pPr marL="179705" indent="-179705">
              <a:buClr>
                <a:schemeClr val="dk1"/>
              </a:buClr>
              <a:buSzPts val="1032"/>
              <a:buChar char="•"/>
            </a:pPr>
            <a:r>
              <a:rPr lang="en-US" sz="1600" b="1" noProof="0" dirty="0">
                <a:solidFill>
                  <a:schemeClr val="dk1"/>
                </a:solidFill>
                <a:latin typeface="IBM Plex Sans"/>
                <a:ea typeface="IBM Plex Sans"/>
              </a:rPr>
              <a:t>2025 Overview</a:t>
            </a:r>
          </a:p>
          <a:p>
            <a:pPr marL="520700" lvl="2" indent="-225425">
              <a:buClr>
                <a:schemeClr val="dk1"/>
              </a:buClr>
              <a:buSzPts val="1032"/>
              <a:buFont typeface="Arial"/>
              <a:buChar char="•"/>
            </a:pPr>
            <a:r>
              <a:rPr lang="en-US" sz="1200" noProof="0" dirty="0">
                <a:solidFill>
                  <a:schemeClr val="dk1"/>
                </a:solidFill>
                <a:latin typeface="IBM Plex Sans"/>
              </a:rPr>
              <a:t>Key themes 2025</a:t>
            </a:r>
          </a:p>
          <a:p>
            <a:pPr marL="520700" lvl="2" indent="-225425">
              <a:buClr>
                <a:schemeClr val="dk1"/>
              </a:buClr>
              <a:buSzPts val="1032"/>
              <a:buFont typeface="Arial"/>
              <a:buChar char="•"/>
            </a:pPr>
            <a:r>
              <a:rPr lang="en-US" sz="1200" noProof="0" dirty="0">
                <a:solidFill>
                  <a:schemeClr val="dk1"/>
                </a:solidFill>
                <a:latin typeface="IBM Plex Sans"/>
              </a:rPr>
              <a:t>Total Addressable Market (TAM)</a:t>
            </a:r>
          </a:p>
          <a:p>
            <a:pPr marL="520700" lvl="2" indent="-225425">
              <a:buClr>
                <a:schemeClr val="dk1"/>
              </a:buClr>
              <a:buSzPts val="1032"/>
              <a:buFont typeface="Arial"/>
              <a:buChar char="•"/>
            </a:pPr>
            <a:r>
              <a:rPr lang="en-US" sz="1200" noProof="0" dirty="0">
                <a:solidFill>
                  <a:schemeClr val="dk1"/>
                </a:solidFill>
                <a:latin typeface="IBM Plex Sans"/>
              </a:rPr>
              <a:t>What the market got right vs. What the market got wrong</a:t>
            </a:r>
          </a:p>
          <a:p>
            <a:pPr marL="520700" lvl="2" indent="-225425">
              <a:buClr>
                <a:schemeClr val="dk1"/>
              </a:buClr>
              <a:buSzPts val="1032"/>
              <a:buFont typeface="Arial"/>
              <a:buChar char="•"/>
            </a:pPr>
            <a:r>
              <a:rPr lang="en-US" sz="1200" noProof="0" dirty="0">
                <a:solidFill>
                  <a:schemeClr val="dk1"/>
                </a:solidFill>
                <a:latin typeface="IBM Plex Sans"/>
                <a:ea typeface="IBM Plex Sans"/>
              </a:rPr>
              <a:t>Takeaways</a:t>
            </a:r>
          </a:p>
          <a:p>
            <a:pPr marL="179705" indent="-179705">
              <a:buClr>
                <a:schemeClr val="dk1"/>
              </a:buClr>
              <a:buSzPts val="1032"/>
              <a:buFont typeface="Arial"/>
              <a:buChar char="•"/>
            </a:pPr>
            <a:r>
              <a:rPr lang="en-US" sz="1600" b="1" noProof="0" dirty="0">
                <a:solidFill>
                  <a:schemeClr val="dk1"/>
                </a:solidFill>
                <a:latin typeface="IBM Plex Sans"/>
                <a:ea typeface="IBM Plex Sans"/>
                <a:sym typeface="IBM Plex Sans"/>
              </a:rPr>
              <a:t>Detailed scenarios</a:t>
            </a:r>
            <a:endParaRPr lang="en-US" sz="1600" b="1" noProof="0" dirty="0">
              <a:solidFill>
                <a:schemeClr val="dk1"/>
              </a:solidFill>
              <a:latin typeface="IBM Plex Sans"/>
              <a:ea typeface="IBM Plex Sans"/>
            </a:endParaRPr>
          </a:p>
          <a:p>
            <a:pPr marL="179705" indent="-179705">
              <a:buClr>
                <a:schemeClr val="dk1"/>
              </a:buClr>
              <a:buSzPts val="1032"/>
              <a:buChar char="•"/>
            </a:pPr>
            <a:r>
              <a:rPr lang="en-US" sz="1600" b="1" noProof="0" dirty="0">
                <a:solidFill>
                  <a:schemeClr val="dk1"/>
                </a:solidFill>
                <a:latin typeface="IBM Plex Sans"/>
                <a:ea typeface="IBM Plex Sans"/>
              </a:rPr>
              <a:t>Detailed market impact</a:t>
            </a:r>
          </a:p>
          <a:p>
            <a:pPr marL="179705" indent="-179705">
              <a:buClr>
                <a:schemeClr val="dk1"/>
              </a:buClr>
              <a:buSzPts val="1032"/>
              <a:buChar char="•"/>
            </a:pPr>
            <a:r>
              <a:rPr lang="en-US" sz="1600" b="1" noProof="0" dirty="0">
                <a:solidFill>
                  <a:schemeClr val="dk1"/>
                </a:solidFill>
                <a:latin typeface="IBM Plex Sans"/>
                <a:ea typeface="IBM Plex Sans"/>
              </a:rPr>
              <a:t>Detailed key data: </a:t>
            </a:r>
          </a:p>
          <a:p>
            <a:pPr marL="520700" lvl="2" indent="-225425">
              <a:buClr>
                <a:schemeClr val="dk1"/>
              </a:buClr>
              <a:buSzPts val="1032"/>
              <a:buFont typeface="Arial"/>
              <a:buChar char="•"/>
            </a:pPr>
            <a:r>
              <a:rPr lang="en-US" sz="1200" noProof="0" dirty="0">
                <a:solidFill>
                  <a:schemeClr val="dk1"/>
                </a:solidFill>
                <a:latin typeface="IBM Plex Sans"/>
              </a:rPr>
              <a:t>Volume data </a:t>
            </a:r>
          </a:p>
          <a:p>
            <a:pPr marL="520700" lvl="2" indent="-225425">
              <a:buClr>
                <a:schemeClr val="dk1"/>
              </a:buClr>
              <a:buSzPts val="1032"/>
              <a:buFont typeface="Arial"/>
              <a:buChar char="•"/>
            </a:pPr>
            <a:r>
              <a:rPr lang="en-US" sz="1200" noProof="0" dirty="0">
                <a:solidFill>
                  <a:schemeClr val="dk1"/>
                </a:solidFill>
                <a:latin typeface="IBM Plex Sans"/>
              </a:rPr>
              <a:t>AI Overviews </a:t>
            </a:r>
          </a:p>
          <a:p>
            <a:pPr marL="520700" lvl="2" indent="-225425">
              <a:buClr>
                <a:schemeClr val="dk1"/>
              </a:buClr>
              <a:buSzPts val="1032"/>
              <a:buFont typeface="Arial"/>
              <a:buChar char="•"/>
            </a:pPr>
            <a:r>
              <a:rPr lang="en-US" sz="1200" noProof="0" dirty="0">
                <a:solidFill>
                  <a:schemeClr val="dk1"/>
                </a:solidFill>
                <a:latin typeface="IBM Plex Sans"/>
              </a:rPr>
              <a:t>Detailed CTR </a:t>
            </a:r>
          </a:p>
          <a:p>
            <a:pPr marL="520700" lvl="2" indent="-225425">
              <a:buClr>
                <a:schemeClr val="dk1"/>
              </a:buClr>
              <a:buSzPts val="1032"/>
              <a:buFont typeface="Arial"/>
              <a:buChar char="•"/>
            </a:pPr>
            <a:r>
              <a:rPr lang="en-US" sz="1200" noProof="0" dirty="0">
                <a:solidFill>
                  <a:schemeClr val="dk1"/>
                </a:solidFill>
                <a:latin typeface="IBM Plex Sans"/>
              </a:rPr>
              <a:t>Detailed CPC</a:t>
            </a:r>
          </a:p>
          <a:p>
            <a:pPr marL="179705" indent="-179705">
              <a:buClr>
                <a:schemeClr val="dk1"/>
              </a:buClr>
              <a:buSzPts val="1032"/>
              <a:buFont typeface="Arial"/>
              <a:buChar char="•"/>
            </a:pPr>
            <a:r>
              <a:rPr lang="en-US" sz="1600" b="1" noProof="0" dirty="0">
                <a:solidFill>
                  <a:schemeClr val="dk1"/>
                </a:solidFill>
                <a:latin typeface="IBM Plex Sans"/>
              </a:rPr>
              <a:t>Competitive landscape: </a:t>
            </a:r>
          </a:p>
          <a:p>
            <a:pPr marL="520700" lvl="2" indent="-225425">
              <a:buClr>
                <a:schemeClr val="dk1"/>
              </a:buClr>
              <a:buSzPts val="1032"/>
              <a:buFont typeface="Arial"/>
              <a:buChar char="•"/>
            </a:pPr>
            <a:r>
              <a:rPr lang="en-US" noProof="0" dirty="0">
                <a:solidFill>
                  <a:schemeClr val="dk1"/>
                </a:solidFill>
                <a:latin typeface="IBM Plex Sans"/>
              </a:rPr>
              <a:t>Br</a:t>
            </a:r>
            <a:r>
              <a:rPr lang="en-US" sz="1200" noProof="0" dirty="0">
                <a:solidFill>
                  <a:schemeClr val="dk1"/>
                </a:solidFill>
                <a:latin typeface="IBM Plex Sans"/>
              </a:rPr>
              <a:t>owsers</a:t>
            </a:r>
          </a:p>
          <a:p>
            <a:pPr marL="520700" lvl="2" indent="-225425">
              <a:buClr>
                <a:schemeClr val="dk1"/>
              </a:buClr>
              <a:buSzPts val="1032"/>
              <a:buFont typeface="Arial"/>
              <a:buChar char="•"/>
            </a:pPr>
            <a:r>
              <a:rPr lang="en-US" sz="1200" noProof="0" dirty="0">
                <a:solidFill>
                  <a:schemeClr val="dk1"/>
                </a:solidFill>
                <a:latin typeface="IBM Plex Sans"/>
              </a:rPr>
              <a:t>Search engines</a:t>
            </a:r>
          </a:p>
          <a:p>
            <a:pPr marL="179705" indent="-179705">
              <a:buClr>
                <a:schemeClr val="dk1"/>
              </a:buClr>
              <a:buSzPts val="1032"/>
              <a:buChar char="•"/>
            </a:pPr>
            <a:r>
              <a:rPr lang="en-US" sz="1600" b="1" noProof="0" dirty="0">
                <a:solidFill>
                  <a:schemeClr val="dk1"/>
                </a:solidFill>
                <a:latin typeface="IBM Plex Sans"/>
              </a:rPr>
              <a:t>ChatGPT/Atlas</a:t>
            </a:r>
          </a:p>
          <a:p>
            <a:pPr marL="179705" lvl="1" indent="-179705">
              <a:buClr>
                <a:schemeClr val="dk1"/>
              </a:buClr>
              <a:buSzPts val="1032"/>
              <a:buFont typeface="Arial"/>
              <a:buChar char="•"/>
            </a:pPr>
            <a:r>
              <a:rPr lang="en-US" sz="1600" b="1" noProof="0" dirty="0">
                <a:solidFill>
                  <a:schemeClr val="dk1"/>
                </a:solidFill>
                <a:latin typeface="IBM Plex Sans"/>
              </a:rPr>
              <a:t>Google:</a:t>
            </a:r>
          </a:p>
          <a:p>
            <a:pPr marL="520700" lvl="2" indent="-225425">
              <a:buClr>
                <a:schemeClr val="dk1"/>
              </a:buClr>
              <a:buSzPts val="1032"/>
              <a:buChar char="•"/>
            </a:pPr>
            <a:r>
              <a:rPr lang="en-US" sz="1200" noProof="0" dirty="0">
                <a:solidFill>
                  <a:schemeClr val="dk1"/>
                </a:solidFill>
                <a:latin typeface="IBM Plex Sans"/>
              </a:rPr>
              <a:t>Google Chrome</a:t>
            </a:r>
            <a:endParaRPr lang="en-US" sz="2000" noProof="0" dirty="0">
              <a:solidFill>
                <a:schemeClr val="dk1"/>
              </a:solidFill>
            </a:endParaRPr>
          </a:p>
          <a:p>
            <a:pPr marL="520700" lvl="2" indent="-225425">
              <a:buClr>
                <a:schemeClr val="dk1"/>
              </a:buClr>
              <a:buSzPts val="1032"/>
              <a:buFont typeface="Arial,Sans-Serif"/>
              <a:buChar char="•"/>
            </a:pPr>
            <a:r>
              <a:rPr lang="en-US" sz="1200" noProof="0" dirty="0">
                <a:solidFill>
                  <a:schemeClr val="dk1"/>
                </a:solidFill>
                <a:latin typeface="IBM Plex Sans"/>
              </a:rPr>
              <a:t>AI Max</a:t>
            </a:r>
          </a:p>
          <a:p>
            <a:pPr marL="520700" lvl="2" indent="-225425">
              <a:buClr>
                <a:schemeClr val="dk1"/>
              </a:buClr>
              <a:buSzPts val="1032"/>
              <a:buFont typeface="Arial"/>
              <a:buChar char="•"/>
            </a:pPr>
            <a:r>
              <a:rPr lang="en-US" sz="1200" noProof="0" dirty="0">
                <a:solidFill>
                  <a:schemeClr val="dk1"/>
                </a:solidFill>
                <a:latin typeface="IBM Plex Sans"/>
              </a:rPr>
              <a:t>Google AI strategy</a:t>
            </a:r>
          </a:p>
          <a:p>
            <a:pPr marL="179705" lvl="1" indent="-179705">
              <a:buClr>
                <a:schemeClr val="dk1"/>
              </a:buClr>
              <a:buSzPts val="1032"/>
              <a:buFont typeface="Arial"/>
              <a:buChar char="•"/>
            </a:pPr>
            <a:r>
              <a:rPr lang="en-US" sz="1600" b="1" noProof="0" dirty="0">
                <a:solidFill>
                  <a:schemeClr val="dk1"/>
                </a:solidFill>
                <a:latin typeface="IBM Plex Sans"/>
              </a:rPr>
              <a:t>AI future outlook</a:t>
            </a:r>
          </a:p>
          <a:p>
            <a:pPr marL="179705" lvl="1" indent="-179705">
              <a:buClr>
                <a:schemeClr val="dk1"/>
              </a:buClr>
              <a:buSzPts val="1032"/>
              <a:buFont typeface="Arial"/>
              <a:buChar char="•"/>
            </a:pPr>
            <a:r>
              <a:rPr lang="en-US" sz="1600" b="1" noProof="0" dirty="0">
                <a:solidFill>
                  <a:schemeClr val="dk1"/>
                </a:solidFill>
                <a:latin typeface="IBM Plex Sans"/>
              </a:rPr>
              <a:t>Parallels: online news, streaming</a:t>
            </a:r>
          </a:p>
        </p:txBody>
      </p:sp>
    </p:spTree>
    <p:extLst>
      <p:ext uri="{BB962C8B-B14F-4D97-AF65-F5344CB8AC3E}">
        <p14:creationId xmlns:p14="http://schemas.microsoft.com/office/powerpoint/2010/main" val="283772347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sp>
        <p:nvSpPr>
          <p:cNvPr id="466" name="Google Shape;466;p46"/>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23</a:t>
            </a:fld>
            <a:endParaRPr lang="en-US" noProof="0"/>
          </a:p>
        </p:txBody>
      </p:sp>
      <p:sp>
        <p:nvSpPr>
          <p:cNvPr id="467" name="Google Shape;467;p46"/>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Updates from Dec 9</a:t>
            </a:r>
            <a:r>
              <a:rPr lang="en-US" baseline="30000" noProof="0"/>
              <a:t>th</a:t>
            </a:r>
            <a:r>
              <a:rPr lang="en-US" noProof="0"/>
              <a:t> meeting </a:t>
            </a:r>
          </a:p>
        </p:txBody>
      </p:sp>
      <p:graphicFrame>
        <p:nvGraphicFramePr>
          <p:cNvPr id="469" name="Google Shape;469;p46"/>
          <p:cNvGraphicFramePr/>
          <p:nvPr/>
        </p:nvGraphicFramePr>
        <p:xfrm>
          <a:off x="433201" y="1170879"/>
          <a:ext cx="11350801" cy="4878521"/>
        </p:xfrm>
        <a:graphic>
          <a:graphicData uri="http://schemas.openxmlformats.org/drawingml/2006/table">
            <a:tbl>
              <a:tblPr>
                <a:noFill/>
                <a:tableStyleId>{16461213-F4DB-495F-93F5-F8E8B3FAFA39}</a:tableStyleId>
              </a:tblPr>
              <a:tblGrid>
                <a:gridCol w="433575">
                  <a:extLst>
                    <a:ext uri="{9D8B030D-6E8A-4147-A177-3AD203B41FA5}">
                      <a16:colId xmlns:a16="http://schemas.microsoft.com/office/drawing/2014/main" val="20000"/>
                    </a:ext>
                  </a:extLst>
                </a:gridCol>
                <a:gridCol w="6575426">
                  <a:extLst>
                    <a:ext uri="{9D8B030D-6E8A-4147-A177-3AD203B41FA5}">
                      <a16:colId xmlns:a16="http://schemas.microsoft.com/office/drawing/2014/main" val="20001"/>
                    </a:ext>
                  </a:extLst>
                </a:gridCol>
                <a:gridCol w="4341800">
                  <a:extLst>
                    <a:ext uri="{9D8B030D-6E8A-4147-A177-3AD203B41FA5}">
                      <a16:colId xmlns:a16="http://schemas.microsoft.com/office/drawing/2014/main" val="20002"/>
                    </a:ext>
                  </a:extLst>
                </a:gridCol>
              </a:tblGrid>
              <a:tr h="365401">
                <a:tc>
                  <a:txBody>
                    <a:bodyPr/>
                    <a:lstStyle/>
                    <a:p>
                      <a:pPr marL="0" marR="0" lvl="0" indent="0" algn="ctr" rtl="0">
                        <a:lnSpc>
                          <a:spcPct val="100000"/>
                        </a:lnSpc>
                        <a:spcBef>
                          <a:spcPts val="0"/>
                        </a:spcBef>
                        <a:spcAft>
                          <a:spcPts val="0"/>
                        </a:spcAft>
                        <a:buClr>
                          <a:srgbClr val="000000"/>
                        </a:buClr>
                        <a:buSzPts val="1200"/>
                        <a:buFont typeface="Arial"/>
                        <a:buNone/>
                      </a:pPr>
                      <a:r>
                        <a:rPr lang="en-US" sz="1400" b="1" i="0" u="none" strike="noStrike" cap="none" noProof="0">
                          <a:solidFill>
                            <a:schemeClr val="lt1"/>
                          </a:solidFill>
                          <a:latin typeface="IBM Plex Sans"/>
                          <a:ea typeface="IBM Plex Sans"/>
                          <a:cs typeface="IBM Plex Sans"/>
                          <a:sym typeface="IBM Plex Sans"/>
                        </a:rPr>
                        <a:t>#</a:t>
                      </a:r>
                      <a:endParaRPr lang="en-US" sz="1400" u="none" strike="noStrike" cap="none" noProof="0">
                        <a:solidFill>
                          <a:schemeClr val="lt1"/>
                        </a:solidFill>
                        <a:latin typeface="IBM Plex Sans"/>
                        <a:ea typeface="IBM Plex Sans"/>
                        <a:cs typeface="IBM Plex Sans"/>
                        <a:sym typeface="IBM Plex Sans"/>
                      </a:endParaRP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400" b="1" u="none" strike="noStrike" cap="none" noProof="0">
                          <a:solidFill>
                            <a:schemeClr val="lt1"/>
                          </a:solidFill>
                          <a:latin typeface="IBM Plex Sans"/>
                          <a:ea typeface="IBM Plex Sans"/>
                          <a:cs typeface="IBM Plex Sans"/>
                          <a:sym typeface="IBM Plex Sans"/>
                        </a:rPr>
                        <a:t>Requests</a:t>
                      </a:r>
                      <a:endParaRPr lang="en-US" sz="1400" u="none" strike="noStrike" cap="none" noProof="0">
                        <a:solidFill>
                          <a:schemeClr val="lt1"/>
                        </a:solidFill>
                        <a:latin typeface="IBM Plex Sans"/>
                        <a:ea typeface="IBM Plex Sans"/>
                        <a:cs typeface="IBM Plex Sans"/>
                        <a:sym typeface="IBM Plex Sans"/>
                      </a:endParaRPr>
                    </a:p>
                  </a:txBody>
                  <a:tcPr marL="91450" marR="9145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400" b="1" u="none" strike="noStrike" cap="none" noProof="0">
                          <a:solidFill>
                            <a:schemeClr val="lt1"/>
                          </a:solidFill>
                          <a:latin typeface="IBM Plex Sans"/>
                          <a:ea typeface="IBM Plex Sans"/>
                          <a:cs typeface="IBM Plex Sans"/>
                          <a:sym typeface="IBM Plex Sans"/>
                        </a:rPr>
                        <a:t>What we have done</a:t>
                      </a:r>
                      <a:endParaRPr lang="en-US" sz="1400" u="none" strike="noStrike" cap="none" noProof="0">
                        <a:solidFill>
                          <a:schemeClr val="lt1"/>
                        </a:solidFill>
                        <a:latin typeface="IBM Plex Sans"/>
                        <a:ea typeface="IBM Plex Sans"/>
                        <a:cs typeface="IBM Plex Sans"/>
                        <a:sym typeface="IBM Plex Sans"/>
                      </a:endParaRP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902624">
                <a:tc>
                  <a:txBody>
                    <a:bodyPr/>
                    <a:lstStyle/>
                    <a:p>
                      <a:pPr marL="0" marR="0" lvl="0" indent="0" algn="ctr" rtl="0">
                        <a:lnSpc>
                          <a:spcPct val="100000"/>
                        </a:lnSpc>
                        <a:spcBef>
                          <a:spcPts val="0"/>
                        </a:spcBef>
                        <a:spcAft>
                          <a:spcPts val="0"/>
                        </a:spcAft>
                        <a:buClr>
                          <a:schemeClr val="dk1"/>
                        </a:buClr>
                        <a:buSzPts val="1200"/>
                        <a:buFont typeface="Arial"/>
                        <a:buNone/>
                      </a:pPr>
                      <a:r>
                        <a:rPr lang="en-US" sz="1400" b="0" u="none" strike="noStrike" cap="none" noProof="0">
                          <a:solidFill>
                            <a:schemeClr val="dk1"/>
                          </a:solidFill>
                          <a:latin typeface="IBM Plex Sans"/>
                          <a:ea typeface="IBM Plex Sans"/>
                          <a:cs typeface="IBM Plex Sans"/>
                          <a:sym typeface="IBM Plex Sans"/>
                        </a:rPr>
                        <a:t>1</a:t>
                      </a:r>
                      <a:endParaRPr lang="en-US" sz="1400" u="none" strike="noStrike" cap="none" noProof="0">
                        <a:latin typeface="IBM Plex Sans"/>
                        <a:ea typeface="IBM Plex Sans"/>
                        <a:cs typeface="IBM Plex Sans"/>
                        <a:sym typeface="IBM Plex Sans"/>
                      </a:endParaRP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400" b="0" i="0" u="none" strike="noStrike" cap="none" noProof="0">
                          <a:solidFill>
                            <a:schemeClr val="dk1"/>
                          </a:solidFill>
                          <a:latin typeface="IBM Plex Sans"/>
                          <a:ea typeface="IBM Plex Sans"/>
                          <a:cs typeface="IBM Plex Sans"/>
                          <a:sym typeface="IBM Plex Sans"/>
                        </a:rPr>
                        <a:t>Create a slide with a deep-dive on AI Overviews, as ads present in AIO increase the CTR (more efficient ad clicks)</a:t>
                      </a:r>
                      <a:endParaRPr lang="en-US" sz="1400" u="none" strike="noStrike" cap="none" noProof="0">
                        <a:latin typeface="IBM Plex Sans"/>
                        <a:ea typeface="IBM Plex Sans"/>
                        <a:cs typeface="IBM Plex Sans"/>
                        <a:sym typeface="IBM Plex Sans"/>
                      </a:endParaRPr>
                    </a:p>
                  </a:txBody>
                  <a:tcPr marL="91450" marR="9145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400" b="0" i="0" u="none" strike="noStrike" cap="none" noProof="0">
                          <a:solidFill>
                            <a:schemeClr val="dk1"/>
                          </a:solidFill>
                          <a:latin typeface="IBM Plex Sans"/>
                          <a:ea typeface="IBM Plex Sans"/>
                          <a:cs typeface="IBM Plex Sans"/>
                          <a:sym typeface="IBM Plex Sans"/>
                        </a:rPr>
                        <a:t>Created slide with deep-dive on AI Summaries</a:t>
                      </a: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1"/>
                  </a:ext>
                </a:extLst>
              </a:tr>
              <a:tr h="902624">
                <a:tc>
                  <a:txBody>
                    <a:bodyPr/>
                    <a:lstStyle/>
                    <a:p>
                      <a:pPr marL="0" marR="0" lvl="0" indent="0" algn="ctr" rtl="0">
                        <a:lnSpc>
                          <a:spcPct val="100000"/>
                        </a:lnSpc>
                        <a:spcBef>
                          <a:spcPts val="0"/>
                        </a:spcBef>
                        <a:spcAft>
                          <a:spcPts val="0"/>
                        </a:spcAft>
                        <a:buClr>
                          <a:schemeClr val="dk1"/>
                        </a:buClr>
                        <a:buSzPts val="1200"/>
                        <a:buFont typeface="Arial"/>
                        <a:buNone/>
                      </a:pPr>
                      <a:r>
                        <a:rPr lang="en-US" sz="1400" b="0" u="none" strike="noStrike" cap="none" noProof="0">
                          <a:solidFill>
                            <a:schemeClr val="dk1"/>
                          </a:solidFill>
                          <a:latin typeface="IBM Plex Sans"/>
                          <a:ea typeface="IBM Plex Sans"/>
                          <a:cs typeface="IBM Plex Sans"/>
                          <a:sym typeface="IBM Plex Sans"/>
                        </a:rPr>
                        <a:t>2</a:t>
                      </a:r>
                      <a:endParaRPr lang="en-US" sz="1400" u="none" strike="noStrike" cap="none" noProof="0">
                        <a:latin typeface="IBM Plex Sans"/>
                        <a:ea typeface="IBM Plex Sans"/>
                        <a:cs typeface="IBM Plex Sans"/>
                        <a:sym typeface="IBM Plex Sans"/>
                      </a:endParaRP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400" b="0" i="0" u="none" strike="noStrike" cap="none" noProof="0">
                          <a:solidFill>
                            <a:schemeClr val="dk1"/>
                          </a:solidFill>
                          <a:latin typeface="IBM Plex Sans"/>
                          <a:ea typeface="IBM Plex Sans"/>
                          <a:cs typeface="IBM Plex Sans"/>
                          <a:sym typeface="IBM Plex Sans"/>
                        </a:rPr>
                        <a:t>Include a timeline of ChatGPT and tool releases and the impact on search </a:t>
                      </a:r>
                      <a:br>
                        <a:rPr lang="en-US" sz="1400" b="0" i="0" u="none" strike="noStrike" cap="none" noProof="0">
                          <a:solidFill>
                            <a:srgbClr val="000000"/>
                          </a:solidFill>
                          <a:latin typeface="IBM Plex Sans"/>
                          <a:ea typeface="IBM Plex Sans"/>
                          <a:cs typeface="IBM Plex Sans"/>
                          <a:sym typeface="IBM Plex Sans"/>
                        </a:rPr>
                      </a:br>
                      <a:r>
                        <a:rPr lang="en-US" sz="1400" b="0" i="0" u="none" strike="noStrike" cap="none" noProof="0">
                          <a:solidFill>
                            <a:schemeClr val="dk1"/>
                          </a:solidFill>
                          <a:latin typeface="IBM Plex Sans"/>
                          <a:ea typeface="IBM Plex Sans"/>
                          <a:cs typeface="IBM Plex Sans"/>
                          <a:sym typeface="IBM Plex Sans"/>
                        </a:rPr>
                        <a:t>ad metrics</a:t>
                      </a:r>
                    </a:p>
                  </a:txBody>
                  <a:tcPr marL="91450" marR="9145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400"/>
                        <a:buFont typeface="Arial"/>
                        <a:buNone/>
                      </a:pPr>
                      <a:r>
                        <a:rPr lang="en-US" sz="1400" b="0" i="0" u="none" strike="noStrike" cap="none" noProof="0">
                          <a:solidFill>
                            <a:schemeClr val="dk1"/>
                          </a:solidFill>
                          <a:latin typeface="IBM Plex Sans"/>
                          <a:ea typeface="IBM Plex Sans"/>
                          <a:cs typeface="IBM Plex Sans"/>
                          <a:sym typeface="IBM Plex Sans"/>
                        </a:rPr>
                        <a:t>Created a slide on ChatGPT releases and impact </a:t>
                      </a:r>
                      <a:br>
                        <a:rPr lang="en-US" sz="1400" b="0" i="0" u="none" strike="noStrike" cap="none" noProof="0">
                          <a:solidFill>
                            <a:srgbClr val="000000"/>
                          </a:solidFill>
                          <a:latin typeface="IBM Plex Sans"/>
                          <a:ea typeface="IBM Plex Sans"/>
                          <a:cs typeface="IBM Plex Sans"/>
                          <a:sym typeface="IBM Plex Sans"/>
                        </a:rPr>
                      </a:br>
                      <a:r>
                        <a:rPr lang="en-US" sz="1400" b="0" i="0" u="none" strike="noStrike" cap="none" noProof="0">
                          <a:solidFill>
                            <a:schemeClr val="dk1"/>
                          </a:solidFill>
                          <a:latin typeface="IBM Plex Sans"/>
                          <a:ea typeface="IBM Plex Sans"/>
                          <a:cs typeface="IBM Plex Sans"/>
                          <a:sym typeface="IBM Plex Sans"/>
                        </a:rPr>
                        <a:t>on KPIs </a:t>
                      </a: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2"/>
                  </a:ext>
                </a:extLst>
              </a:tr>
              <a:tr h="902624">
                <a:tc>
                  <a:txBody>
                    <a:bodyPr/>
                    <a:lstStyle/>
                    <a:p>
                      <a:pPr marL="0" marR="0" lvl="0" indent="0" algn="ctr" rtl="0">
                        <a:lnSpc>
                          <a:spcPct val="100000"/>
                        </a:lnSpc>
                        <a:spcBef>
                          <a:spcPts val="0"/>
                        </a:spcBef>
                        <a:spcAft>
                          <a:spcPts val="0"/>
                        </a:spcAft>
                        <a:buClr>
                          <a:srgbClr val="000000"/>
                        </a:buClr>
                        <a:buSzPts val="1200"/>
                        <a:buFont typeface="Arial"/>
                        <a:buNone/>
                      </a:pPr>
                      <a:r>
                        <a:rPr lang="en-US" sz="1400" b="0" u="none" strike="noStrike" cap="none" noProof="0">
                          <a:latin typeface="IBM Plex Sans"/>
                          <a:ea typeface="IBM Plex Sans"/>
                          <a:cs typeface="IBM Plex Sans"/>
                          <a:sym typeface="IBM Plex Sans"/>
                        </a:rPr>
                        <a:t>3</a:t>
                      </a:r>
                      <a:endParaRPr lang="en-US" sz="1400" u="none" strike="noStrike" cap="none" noProof="0">
                        <a:latin typeface="IBM Plex Sans"/>
                        <a:ea typeface="IBM Plex Sans"/>
                        <a:cs typeface="IBM Plex Sans"/>
                        <a:sym typeface="IBM Plex Sans"/>
                      </a:endParaRP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400" b="0" i="0" u="none" strike="noStrike" cap="none" noProof="0">
                          <a:solidFill>
                            <a:schemeClr val="dk1"/>
                          </a:solidFill>
                          <a:latin typeface="IBM Plex Sans"/>
                          <a:ea typeface="IBM Plex Sans"/>
                          <a:cs typeface="IBM Plex Sans"/>
                          <a:sym typeface="IBM Plex Sans"/>
                        </a:rPr>
                        <a:t>Factor in the model the higher CTR (due to links being added back to AI Overviews)</a:t>
                      </a:r>
                      <a:endParaRPr lang="en-US" sz="1400" u="none" strike="noStrike" cap="none" noProof="0">
                        <a:latin typeface="IBM Plex Sans"/>
                        <a:ea typeface="IBM Plex Sans"/>
                        <a:cs typeface="IBM Plex Sans"/>
                        <a:sym typeface="IBM Plex Sans"/>
                      </a:endParaRPr>
                    </a:p>
                  </a:txBody>
                  <a:tcPr marL="91450" marR="9145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400" b="0" i="0" u="none" strike="noStrike" cap="none" noProof="0">
                          <a:solidFill>
                            <a:schemeClr val="dk1"/>
                          </a:solidFill>
                          <a:latin typeface="IBM Plex Sans"/>
                          <a:ea typeface="IBM Plex Sans"/>
                          <a:cs typeface="IBM Plex Sans"/>
                          <a:sym typeface="IBM Plex Sans"/>
                        </a:rPr>
                        <a:t>Factored in the model increase in CTR in 2026</a:t>
                      </a: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3"/>
                  </a:ext>
                </a:extLst>
              </a:tr>
              <a:tr h="902624">
                <a:tc>
                  <a:txBody>
                    <a:bodyPr/>
                    <a:lstStyle/>
                    <a:p>
                      <a:pPr marL="0" marR="0" lvl="0" indent="0" algn="ctr" rtl="0">
                        <a:lnSpc>
                          <a:spcPct val="100000"/>
                        </a:lnSpc>
                        <a:spcBef>
                          <a:spcPts val="0"/>
                        </a:spcBef>
                        <a:spcAft>
                          <a:spcPts val="0"/>
                        </a:spcAft>
                        <a:buClr>
                          <a:srgbClr val="000000"/>
                        </a:buClr>
                        <a:buSzPts val="1200"/>
                        <a:buFont typeface="Arial"/>
                        <a:buNone/>
                      </a:pPr>
                      <a:r>
                        <a:rPr lang="en-US" sz="1400" b="0" u="none" strike="noStrike" cap="none" noProof="0">
                          <a:solidFill>
                            <a:schemeClr val="dk1"/>
                          </a:solidFill>
                          <a:latin typeface="IBM Plex Sans"/>
                          <a:ea typeface="IBM Plex Sans"/>
                          <a:cs typeface="IBM Plex Sans"/>
                          <a:sym typeface="IBM Plex Sans"/>
                        </a:rPr>
                        <a:t>4</a:t>
                      </a:r>
                      <a:endParaRPr lang="en-US" sz="1400" u="none" strike="noStrike" cap="none" noProof="0">
                        <a:latin typeface="IBM Plex Sans"/>
                        <a:ea typeface="IBM Plex Sans"/>
                        <a:cs typeface="IBM Plex Sans"/>
                        <a:sym typeface="IBM Plex Sans"/>
                      </a:endParaRP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400" b="0" i="0" u="none" strike="noStrike" cap="none" noProof="0">
                          <a:solidFill>
                            <a:schemeClr val="dk1"/>
                          </a:solidFill>
                          <a:latin typeface="IBM Plex Sans"/>
                          <a:ea typeface="IBM Plex Sans"/>
                          <a:cs typeface="IBM Plex Sans"/>
                          <a:sym typeface="IBM Plex Sans"/>
                        </a:rPr>
                        <a:t>Create a slide with research on DAU</a:t>
                      </a:r>
                      <a:endParaRPr lang="en-US" sz="1400" u="none" strike="noStrike" cap="none" noProof="0">
                        <a:latin typeface="IBM Plex Sans"/>
                        <a:ea typeface="IBM Plex Sans"/>
                        <a:cs typeface="IBM Plex Sans"/>
                        <a:sym typeface="IBM Plex Sans"/>
                      </a:endParaRPr>
                    </a:p>
                  </a:txBody>
                  <a:tcPr marL="91450" marR="9145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400"/>
                        <a:buFont typeface="Arial"/>
                        <a:buNone/>
                      </a:pPr>
                      <a:r>
                        <a:rPr lang="en-US" sz="1400" b="0" i="0" u="none" strike="noStrike" cap="none" noProof="0">
                          <a:solidFill>
                            <a:schemeClr val="dk1"/>
                          </a:solidFill>
                          <a:latin typeface="IBM Plex Sans"/>
                          <a:ea typeface="IBM Plex Sans"/>
                          <a:cs typeface="IBM Plex Sans"/>
                          <a:sym typeface="IBM Plex Sans"/>
                        </a:rPr>
                        <a:t>Created a slide with a triangulation of Google’s DAUs</a:t>
                      </a: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4"/>
                  </a:ext>
                </a:extLst>
              </a:tr>
              <a:tr h="902624">
                <a:tc>
                  <a:txBody>
                    <a:bodyPr/>
                    <a:lstStyle/>
                    <a:p>
                      <a:pPr marL="0" marR="0" lvl="0" indent="0" algn="ctr" rtl="0">
                        <a:lnSpc>
                          <a:spcPct val="100000"/>
                        </a:lnSpc>
                        <a:spcBef>
                          <a:spcPts val="0"/>
                        </a:spcBef>
                        <a:spcAft>
                          <a:spcPts val="0"/>
                        </a:spcAft>
                        <a:buClr>
                          <a:srgbClr val="000000"/>
                        </a:buClr>
                        <a:buSzPts val="1200"/>
                        <a:buFont typeface="Arial"/>
                        <a:buNone/>
                      </a:pPr>
                      <a:r>
                        <a:rPr lang="en-US" sz="1400" u="none" strike="noStrike" cap="none" noProof="0">
                          <a:latin typeface="IBM Plex Sans"/>
                          <a:ea typeface="IBM Plex Sans"/>
                          <a:cs typeface="IBM Plex Sans"/>
                          <a:sym typeface="IBM Plex Sans"/>
                        </a:rPr>
                        <a:t>5</a:t>
                      </a: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400" b="0" i="0" u="none" strike="noStrike" cap="none" noProof="0">
                          <a:solidFill>
                            <a:schemeClr val="dk1"/>
                          </a:solidFill>
                          <a:latin typeface="IBM Plex Sans"/>
                          <a:ea typeface="IBM Plex Sans"/>
                          <a:cs typeface="IBM Plex Sans"/>
                          <a:sym typeface="IBM Plex Sans"/>
                        </a:rPr>
                        <a:t>Conduct a research and create a slide with deep dive of ad links (blue links/ sponsored links) in AIO</a:t>
                      </a:r>
                      <a:endParaRPr lang="en-US" sz="1400" u="none" strike="noStrike" cap="none" noProof="0">
                        <a:latin typeface="IBM Plex Sans"/>
                        <a:ea typeface="IBM Plex Sans"/>
                        <a:cs typeface="IBM Plex Sans"/>
                        <a:sym typeface="IBM Plex Sans"/>
                      </a:endParaRPr>
                    </a:p>
                  </a:txBody>
                  <a:tcPr marL="91450" marR="9145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a:lnSpc>
                          <a:spcPct val="100000"/>
                        </a:lnSpc>
                        <a:spcBef>
                          <a:spcPts val="0"/>
                        </a:spcBef>
                        <a:spcAft>
                          <a:spcPts val="0"/>
                        </a:spcAft>
                        <a:buNone/>
                      </a:pPr>
                      <a:r>
                        <a:rPr lang="en-US" sz="1400" b="0" i="0" u="none" strike="noStrike" cap="none" baseline="0" noProof="0">
                          <a:solidFill>
                            <a:srgbClr val="000000"/>
                          </a:solidFill>
                          <a:latin typeface="IBM Plex Sans"/>
                        </a:rPr>
                        <a:t>Created a </a:t>
                      </a:r>
                      <a:r>
                        <a:rPr lang="en-US" sz="1400" b="0" i="0" u="none" strike="noStrike" cap="none" baseline="0" noProof="0" err="1">
                          <a:solidFill>
                            <a:srgbClr val="000000"/>
                          </a:solidFill>
                          <a:latin typeface="IBM Plex Sans"/>
                        </a:rPr>
                        <a:t>a</a:t>
                      </a:r>
                      <a:r>
                        <a:rPr lang="en-US" sz="1400" b="0" i="0" u="none" strike="noStrike" cap="none" baseline="0" noProof="0">
                          <a:solidFill>
                            <a:srgbClr val="000000"/>
                          </a:solidFill>
                          <a:latin typeface="IBM Plex Sans"/>
                        </a:rPr>
                        <a:t> deep dive on ad and blue-link performance</a:t>
                      </a:r>
                      <a:endParaRPr lang="en-US" noProof="0">
                        <a:sym typeface="IBM Plex Sans"/>
                      </a:endParaRP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259868049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161"/>
        <p:cNvGrpSpPr/>
        <p:nvPr/>
      </p:nvGrpSpPr>
      <p:grpSpPr>
        <a:xfrm>
          <a:off x="0" y="0"/>
          <a:ext cx="0" cy="0"/>
          <a:chOff x="0" y="0"/>
          <a:chExt cx="0" cy="0"/>
        </a:xfrm>
      </p:grpSpPr>
      <p:sp>
        <p:nvSpPr>
          <p:cNvPr id="1162" name="Google Shape;1162;g3b23322d595_2_231"/>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24</a:t>
            </a:fld>
            <a:endParaRPr lang="en-US" noProof="0"/>
          </a:p>
        </p:txBody>
      </p:sp>
      <p:sp>
        <p:nvSpPr>
          <p:cNvPr id="1163" name="Google Shape;1163;g3b23322d595_2_231"/>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pPr lvl="0"/>
            <a:r>
              <a:rPr lang="en-US" noProof="0"/>
              <a:t>Summary | What we learned from last year</a:t>
            </a:r>
          </a:p>
        </p:txBody>
      </p:sp>
      <p:graphicFrame>
        <p:nvGraphicFramePr>
          <p:cNvPr id="1164" name="Google Shape;1164;g3b23322d595_2_231"/>
          <p:cNvGraphicFramePr/>
          <p:nvPr/>
        </p:nvGraphicFramePr>
        <p:xfrm>
          <a:off x="450090" y="1154151"/>
          <a:ext cx="11350825" cy="4093900"/>
        </p:xfrm>
        <a:graphic>
          <a:graphicData uri="http://schemas.openxmlformats.org/drawingml/2006/table">
            <a:tbl>
              <a:tblPr>
                <a:noFill/>
                <a:tableStyleId>{16461213-F4DB-495F-93F5-F8E8B3FAFA39}</a:tableStyleId>
              </a:tblPr>
              <a:tblGrid>
                <a:gridCol w="1116800">
                  <a:extLst>
                    <a:ext uri="{9D8B030D-6E8A-4147-A177-3AD203B41FA5}">
                      <a16:colId xmlns:a16="http://schemas.microsoft.com/office/drawing/2014/main" val="20000"/>
                    </a:ext>
                  </a:extLst>
                </a:gridCol>
                <a:gridCol w="5618150">
                  <a:extLst>
                    <a:ext uri="{9D8B030D-6E8A-4147-A177-3AD203B41FA5}">
                      <a16:colId xmlns:a16="http://schemas.microsoft.com/office/drawing/2014/main" val="20001"/>
                    </a:ext>
                  </a:extLst>
                </a:gridCol>
                <a:gridCol w="4615875">
                  <a:extLst>
                    <a:ext uri="{9D8B030D-6E8A-4147-A177-3AD203B41FA5}">
                      <a16:colId xmlns:a16="http://schemas.microsoft.com/office/drawing/2014/main" val="20002"/>
                    </a:ext>
                  </a:extLst>
                </a:gridCol>
              </a:tblGrid>
              <a:tr h="324175">
                <a:tc>
                  <a:txBody>
                    <a:bodyPr/>
                    <a:lstStyle/>
                    <a:p>
                      <a:pPr marL="0" marR="0" lvl="0" indent="0" algn="l" rtl="0">
                        <a:lnSpc>
                          <a:spcPct val="100000"/>
                        </a:lnSpc>
                        <a:spcBef>
                          <a:spcPts val="0"/>
                        </a:spcBef>
                        <a:spcAft>
                          <a:spcPts val="0"/>
                        </a:spcAft>
                        <a:buClr>
                          <a:srgbClr val="000000"/>
                        </a:buClr>
                        <a:buSzPts val="1200"/>
                        <a:buFont typeface="Arial"/>
                        <a:buNone/>
                      </a:pPr>
                      <a:endParaRPr lang="en-US" sz="1000" b="1" i="0" u="none" strike="noStrike" cap="none" noProof="0">
                        <a:solidFill>
                          <a:schemeClr val="lt1"/>
                        </a:solidFill>
                        <a:latin typeface="IBM Plex Sans"/>
                        <a:ea typeface="IBM Plex Sans"/>
                        <a:cs typeface="IBM Plex Sans"/>
                        <a:sym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What We Got Right</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What We Got Wrong</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686725">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AI Overviews</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Expected rapid increase in summaries; penetration reached ~50% of searches in early 2025 in select markets</a:t>
                      </a:r>
                      <a:r>
                        <a:rPr lang="en-US" sz="1000" b="0" i="0" u="none" strike="noStrike" cap="none" baseline="30000" noProof="0">
                          <a:solidFill>
                            <a:schemeClr val="dk1"/>
                          </a:solidFill>
                          <a:latin typeface="IBM Plex Sans"/>
                          <a:ea typeface="IBM Plex Sans"/>
                          <a:cs typeface="IBM Plex Sans"/>
                          <a:sym typeface="IBM Plex Sans"/>
                        </a:rPr>
                        <a:t>1</a:t>
                      </a:r>
                      <a:endParaRPr lang="en-US" sz="1400" u="none" strike="noStrike" cap="none" baseline="30000" noProof="0"/>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rgbClr val="000000"/>
                          </a:solidFill>
                          <a:latin typeface="IBM Plex Sans"/>
                          <a:ea typeface="IBM Plex Sans"/>
                          <a:cs typeface="IBM Plex Sans"/>
                          <a:sym typeface="IBM Plex Sans"/>
                        </a:rPr>
                        <a:t>-</a:t>
                      </a:r>
                    </a:p>
                  </a:txBody>
                  <a:tcPr marL="91450" marR="36575" marT="45725" marB="457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3"/>
                  </a:ext>
                </a:extLst>
              </a:tr>
              <a:tr h="616600">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Impact on Search Volume</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sym typeface="Arial"/>
                        </a:rPr>
                        <a:t>Expected lower declines than aggressive forecasts, due to data-driven approach</a:t>
                      </a: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000" b="0" i="0" u="none" strike="noStrike" cap="none" noProof="0">
                          <a:solidFill>
                            <a:srgbClr val="000000"/>
                          </a:solidFill>
                          <a:latin typeface="IBM Plex Sans"/>
                          <a:sym typeface="IBM Plex Sans"/>
                        </a:rPr>
                        <a:t>Expected decline of 4.2% per year. Search volume grew in 2025, with sources reporting +4.7% to +20% vs. 2024</a:t>
                      </a:r>
                      <a:r>
                        <a:rPr lang="en-US" sz="1000" b="0" i="0" u="none" strike="noStrike" cap="none" baseline="30000" noProof="0">
                          <a:solidFill>
                            <a:srgbClr val="000000"/>
                          </a:solidFill>
                          <a:latin typeface="IBM Plex Sans"/>
                          <a:sym typeface="IBM Plex Sans"/>
                        </a:rPr>
                        <a:t>2,3</a:t>
                      </a:r>
                      <a:endParaRPr lang="en-US" sz="1400" u="none" strike="noStrike" cap="none" baseline="30000" noProof="0"/>
                    </a:p>
                  </a:txBody>
                  <a:tcPr marL="91450" marR="36575"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4"/>
                  </a:ext>
                </a:extLst>
              </a:tr>
              <a:tr h="616600">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Arial"/>
                          <a:sym typeface="IBM Plex Sans"/>
                        </a:rPr>
                        <a:t>Impact on CTR</a:t>
                      </a:r>
                      <a:endParaRPr lang="en-US" sz="1000" b="1" i="0" u="none" strike="noStrike" cap="none" noProof="0">
                        <a:solidFill>
                          <a:schemeClr val="dk1"/>
                        </a:solidFill>
                        <a:latin typeface="IBM Plex Sans"/>
                        <a:cs typeface="Arial"/>
                        <a:sym typeface="Arial"/>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000" b="0" i="0" u="none" strike="noStrike" cap="none" noProof="0">
                          <a:solidFill>
                            <a:schemeClr val="dk1"/>
                          </a:solidFill>
                          <a:latin typeface="IBM Plex Sans"/>
                          <a:cs typeface="Arial"/>
                          <a:sym typeface="Arial"/>
                        </a:rPr>
                        <a:t>Expected ~10% CTR decline through 2030 as AI Overviews expanded</a:t>
                      </a: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Declines were steeper than expected for some devices/geographies (e.g., </a:t>
                      </a:r>
                      <a:r>
                        <a:rPr lang="en-US" sz="1000" b="0" i="0" u="none" strike="noStrike" cap="none" noProof="0" err="1">
                          <a:solidFill>
                            <a:schemeClr val="dk1"/>
                          </a:solidFill>
                          <a:latin typeface="IBM Plex Sans"/>
                          <a:ea typeface="IBM Plex Sans"/>
                          <a:cs typeface="IBM Plex Sans"/>
                          <a:sym typeface="IBM Plex Sans"/>
                        </a:rPr>
                        <a:t>RoW</a:t>
                      </a:r>
                      <a:r>
                        <a:rPr lang="en-US" sz="1000" b="0" i="0" u="none" strike="noStrike" cap="none" noProof="0">
                          <a:solidFill>
                            <a:schemeClr val="dk1"/>
                          </a:solidFill>
                          <a:latin typeface="IBM Plex Sans"/>
                          <a:ea typeface="IBM Plex Sans"/>
                          <a:cs typeface="IBM Plex Sans"/>
                          <a:sym typeface="IBM Plex Sans"/>
                        </a:rPr>
                        <a:t> Desktop decreased by ~10% in 2025)</a:t>
                      </a:r>
                      <a:r>
                        <a:rPr lang="en-US" sz="1000" b="0" i="0" u="none" strike="noStrike" cap="none" baseline="30000" noProof="0">
                          <a:solidFill>
                            <a:schemeClr val="dk1"/>
                          </a:solidFill>
                          <a:latin typeface="IBM Plex Sans"/>
                          <a:ea typeface="IBM Plex Sans"/>
                          <a:cs typeface="IBM Plex Sans"/>
                          <a:sym typeface="IBM Plex Sans"/>
                        </a:rPr>
                        <a:t>4</a:t>
                      </a:r>
                      <a:endParaRPr lang="en-US" sz="1400" u="none" strike="noStrike" cap="none" baseline="30000" noProof="0"/>
                    </a:p>
                  </a:txBody>
                  <a:tcPr marL="91450" marR="36575"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5"/>
                  </a:ext>
                </a:extLst>
              </a:tr>
              <a:tr h="616600">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Impact on CPC </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Expected CPC increases, though AI impact was unclear in 2024</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CPC rose faster than expected as AI Overviews reduced ad space</a:t>
                      </a:r>
                      <a:r>
                        <a:rPr lang="en-US" sz="1000" b="0" i="0" u="none" strike="noStrike" cap="none" baseline="30000" noProof="0">
                          <a:solidFill>
                            <a:schemeClr val="dk1"/>
                          </a:solidFill>
                          <a:latin typeface="IBM Plex Sans"/>
                          <a:ea typeface="IBM Plex Sans"/>
                          <a:cs typeface="IBM Plex Sans"/>
                          <a:sym typeface="IBM Plex Sans"/>
                        </a:rPr>
                        <a:t>5,6</a:t>
                      </a:r>
                      <a:endParaRPr lang="en-US" sz="1400" u="none" strike="noStrike" cap="none" baseline="30000" noProof="0"/>
                    </a:p>
                  </a:txBody>
                  <a:tcPr marL="91450" marR="36575"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10006"/>
                  </a:ext>
                </a:extLst>
              </a:tr>
              <a:tr h="616600">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Search TAM</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sym typeface="Arial"/>
                        </a:rPr>
                        <a:t>Expected lower declines than aggressive forecasts, due to a data-driven approach</a:t>
                      </a:r>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000" b="0" i="0" u="none" strike="noStrike" cap="none" noProof="0">
                          <a:solidFill>
                            <a:schemeClr val="dk1"/>
                          </a:solidFill>
                          <a:latin typeface="IBM Plex Sans"/>
                          <a:sym typeface="Arial"/>
                        </a:rPr>
                        <a:t>Modeled search revenue declining at –1.9% CAGR through 2026. Google revenue grew in 2025, rising from $265B to $298B</a:t>
                      </a:r>
                      <a:r>
                        <a:rPr lang="en-US" sz="1000" b="0" i="0" u="none" strike="noStrike" cap="none" baseline="30000" noProof="0">
                          <a:solidFill>
                            <a:schemeClr val="dk1"/>
                          </a:solidFill>
                          <a:latin typeface="IBM Plex Sans"/>
                          <a:sym typeface="Arial"/>
                        </a:rPr>
                        <a:t>7</a:t>
                      </a:r>
                    </a:p>
                  </a:txBody>
                  <a:tcPr marL="91450" marR="36575" marT="45725" marB="457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1937433692"/>
                  </a:ext>
                </a:extLst>
              </a:tr>
              <a:tr h="616600">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AI Tools TAM</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We expected strong growth for AI tools but modeled a more conservative CAGR</a:t>
                      </a:r>
                      <a:endParaRPr lang="en-US" sz="1400" u="none" strike="noStrike" cap="none" noProof="0"/>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Growth exceeded expectations. Market estimates now exceed $254B. ChatGPT reached ~800M weekly active users (up from ~300M in Dec </a:t>
                      </a:r>
                      <a:r>
                        <a:rPr lang="en-US" sz="1000" b="0" i="0" u="none" strike="noStrike" cap="none" noProof="0">
                          <a:solidFill>
                            <a:schemeClr val="dk1"/>
                          </a:solidFill>
                          <a:latin typeface="IBM Plex Sans"/>
                          <a:ea typeface="IBM Plex Sans"/>
                          <a:cs typeface="IBM Plex Sans"/>
                        </a:rPr>
                        <a:t>2024)</a:t>
                      </a:r>
                      <a:r>
                        <a:rPr lang="en-US" sz="1000" b="0" i="0" u="none" strike="noStrike" cap="none" baseline="30000" noProof="0">
                          <a:solidFill>
                            <a:schemeClr val="dk1"/>
                          </a:solidFill>
                          <a:latin typeface="IBM Plex Sans"/>
                          <a:ea typeface="IBM Plex Sans"/>
                          <a:cs typeface="IBM Plex Sans"/>
                        </a:rPr>
                        <a:t>8</a:t>
                      </a:r>
                      <a:endParaRPr lang="en-US" sz="1000" b="0" i="0" u="none" strike="noStrike" cap="none" baseline="30000" noProof="0">
                        <a:solidFill>
                          <a:schemeClr val="dk1"/>
                        </a:solidFill>
                        <a:latin typeface="IBM Plex Sans"/>
                      </a:endParaRPr>
                    </a:p>
                  </a:txBody>
                  <a:tcPr marL="91450" marR="36575" marT="45725" marB="457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902798957"/>
                  </a:ext>
                </a:extLst>
              </a:tr>
            </a:tbl>
          </a:graphicData>
        </a:graphic>
      </p:graphicFrame>
      <p:sp>
        <p:nvSpPr>
          <p:cNvPr id="1165" name="Google Shape;1165;g3b23322d595_2_231"/>
          <p:cNvSpPr txBox="1"/>
          <p:nvPr/>
        </p:nvSpPr>
        <p:spPr>
          <a:xfrm>
            <a:off x="450091" y="5671889"/>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lvl="0" algn="ctr">
              <a:buSzPts val="1600"/>
            </a:pPr>
            <a:r>
              <a:rPr lang="en-US" b="1" i="0" u="none" strike="noStrike" cap="none" noProof="0">
                <a:solidFill>
                  <a:schemeClr val="dk1"/>
                </a:solidFill>
                <a:latin typeface="IBM Plex Sans"/>
                <a:ea typeface="IBM Plex Sans"/>
                <a:cs typeface="IBM Plex Sans"/>
                <a:sym typeface="IBM Plex Sans"/>
              </a:rPr>
              <a:t>We maintained a </a:t>
            </a:r>
            <a:r>
              <a:rPr lang="en-US" b="1" noProof="0">
                <a:solidFill>
                  <a:schemeClr val="dk1"/>
                </a:solidFill>
                <a:latin typeface="IBM Plex Sans"/>
                <a:ea typeface="IBM Plex Sans"/>
                <a:cs typeface="IBM Plex Sans"/>
                <a:sym typeface="IBM Plex Sans"/>
              </a:rPr>
              <a:t>data-driven </a:t>
            </a:r>
            <a:r>
              <a:rPr lang="en-US" b="1" i="0" u="none" strike="noStrike" cap="none" noProof="0">
                <a:solidFill>
                  <a:schemeClr val="dk1"/>
                </a:solidFill>
                <a:latin typeface="IBM Plex Sans"/>
                <a:ea typeface="IBM Plex Sans"/>
                <a:cs typeface="IBM Plex Sans"/>
                <a:sym typeface="IBM Plex Sans"/>
              </a:rPr>
              <a:t>approach that helped us avoid many of the overstated negative effects seen in external sources</a:t>
            </a:r>
            <a:endParaRPr lang="en-US" sz="2000" b="0" i="0" u="none" strike="noStrike" cap="none" noProof="0">
              <a:solidFill>
                <a:schemeClr val="dk1"/>
              </a:solidFill>
              <a:latin typeface="Arial"/>
              <a:ea typeface="Arial"/>
              <a:cs typeface="Arial"/>
              <a:sym typeface="Arial"/>
            </a:endParaRPr>
          </a:p>
        </p:txBody>
      </p:sp>
      <p:sp>
        <p:nvSpPr>
          <p:cNvPr id="5" name="Google Shape;490;p48">
            <a:extLst>
              <a:ext uri="{FF2B5EF4-FFF2-40B4-BE49-F238E27FC236}">
                <a16:creationId xmlns:a16="http://schemas.microsoft.com/office/drawing/2014/main" id="{D36563A2-2696-A3AB-345F-B7C21F957F2A}"/>
              </a:ext>
            </a:extLst>
          </p:cNvPr>
          <p:cNvSpPr txBox="1"/>
          <p:nvPr/>
        </p:nvSpPr>
        <p:spPr>
          <a:xfrm>
            <a:off x="424138" y="6321245"/>
            <a:ext cx="10171205" cy="215444"/>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 </a:t>
            </a:r>
            <a:r>
              <a:rPr lang="en-US" sz="700" u="sng" noProof="0" dirty="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McKinsey</a:t>
            </a:r>
            <a:r>
              <a:rPr lang="en-US" sz="700" noProof="0" dirty="0">
                <a:solidFill>
                  <a:srgbClr val="7F7F7F"/>
                </a:solidFill>
                <a:latin typeface="IBM Plex Sans"/>
                <a:ea typeface="Quattrocento Sans"/>
                <a:cs typeface="Quattrocento Sans"/>
                <a:sym typeface="Quattrocento Sans"/>
              </a:rPr>
              <a:t>, (2)</a:t>
            </a:r>
            <a:r>
              <a:rPr lang="en-US" sz="700" u="sng" noProof="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 SQ Magazine </a:t>
            </a:r>
            <a:r>
              <a:rPr lang="en-US" sz="700" noProof="0" dirty="0">
                <a:solidFill>
                  <a:srgbClr val="7F7F7F"/>
                </a:solidFill>
                <a:latin typeface="IBM Plex Sans"/>
                <a:ea typeface="IBM Plex Sans"/>
                <a:cs typeface="IBM Plex Sans"/>
                <a:sym typeface="IBM Plex Sans"/>
              </a:rPr>
              <a:t>, (3) </a:t>
            </a:r>
            <a:r>
              <a:rPr lang="en-US" sz="700" u="sng" noProof="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TTM</a:t>
            </a:r>
            <a:r>
              <a:rPr lang="en-US" sz="700" noProof="0" dirty="0">
                <a:solidFill>
                  <a:srgbClr val="7F7F7F"/>
                </a:solidFill>
                <a:latin typeface="IBM Plex Sans"/>
                <a:ea typeface="IBM Plex Sans"/>
                <a:cs typeface="IBM Plex Sans"/>
                <a:sym typeface="IBM Plex Sans"/>
              </a:rPr>
              <a:t>S</a:t>
            </a:r>
            <a:r>
              <a:rPr lang="en-US" sz="700" noProof="0" dirty="0">
                <a:solidFill>
                  <a:srgbClr val="7F7F7F"/>
                </a:solidFill>
                <a:latin typeface="IBM Plex Sans"/>
                <a:ea typeface="IBM Plex Sans"/>
                <a:cs typeface="IBM Plex Sans"/>
                <a:sym typeface="Quattrocento Sans"/>
              </a:rPr>
              <a:t>, (4) </a:t>
            </a:r>
            <a:r>
              <a:rPr lang="en-US" sz="700" noProof="0" dirty="0">
                <a:solidFill>
                  <a:srgbClr val="7F7F7F"/>
                </a:solidFill>
                <a:latin typeface="IBM Plex Sans"/>
                <a:ea typeface="Quattrocento Sans"/>
                <a:cs typeface="Quattrocento Sans"/>
                <a:sym typeface="Quattrocento Sans"/>
              </a:rPr>
              <a:t>average of several sources (details in </a:t>
            </a:r>
            <a:r>
              <a:rPr lang="en-US" sz="700" noProof="0" dirty="0">
                <a:solidFill>
                  <a:schemeClr val="bg1">
                    <a:lumMod val="49000"/>
                  </a:schemeClr>
                </a:solidFill>
                <a:latin typeface="IBM Plex Sans"/>
                <a:ea typeface="Quattrocento Sans"/>
                <a:cs typeface="Quattrocento Sans"/>
                <a:sym typeface="Quattrocento Sans"/>
                <a:hlinkClick r:id="" action="ppaction://noaction">
                  <a:extLst>
                    <a:ext uri="{A12FA001-AC4F-418D-AE19-62706E023703}">
                      <ahyp:hlinkClr xmlns:ahyp="http://schemas.microsoft.com/office/drawing/2018/hyperlinkcolor" val="tx"/>
                    </a:ext>
                  </a:extLst>
                </a:hlinkClick>
              </a:rPr>
              <a:t>CTR slide</a:t>
            </a:r>
            <a:r>
              <a:rPr lang="en-US" sz="700" noProof="0" dirty="0">
                <a:solidFill>
                  <a:srgbClr val="7F7F7F"/>
                </a:solidFill>
                <a:latin typeface="IBM Plex Sans"/>
                <a:ea typeface="Quattrocento Sans"/>
                <a:cs typeface="Quattrocento Sans"/>
                <a:sym typeface="Quattrocento Sans"/>
              </a:rPr>
              <a:t>), (5) </a:t>
            </a:r>
            <a:r>
              <a:rPr lang="en-US" sz="700" u="sng" noProof="0" dirty="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Mavlers</a:t>
            </a:r>
            <a:r>
              <a:rPr lang="en-US" sz="700" noProof="0" dirty="0">
                <a:solidFill>
                  <a:srgbClr val="7F7F7F"/>
                </a:solidFill>
                <a:latin typeface="IBM Plex Sans"/>
                <a:ea typeface="Quattrocento Sans"/>
                <a:cs typeface="Quattrocento Sans"/>
                <a:sym typeface="Quattrocento Sans"/>
              </a:rPr>
              <a:t>, (6) </a:t>
            </a:r>
            <a:r>
              <a:rPr lang="en-US" sz="700" u="sng" noProof="0" dirty="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Seer Interactive</a:t>
            </a:r>
            <a:r>
              <a:rPr lang="en-US" sz="700" u="sng" noProof="0" dirty="0">
                <a:solidFill>
                  <a:srgbClr val="7F7F7F"/>
                </a:solidFill>
                <a:latin typeface="IBM Plex Sans"/>
                <a:ea typeface="Quattrocento Sans"/>
                <a:cs typeface="Quattrocento Sans"/>
                <a:sym typeface="Quattrocento Sans"/>
              </a:rPr>
              <a:t>, </a:t>
            </a:r>
            <a:r>
              <a:rPr lang="en-US" sz="700" noProof="0" dirty="0">
                <a:solidFill>
                  <a:srgbClr val="7F7F7F"/>
                </a:solidFill>
                <a:latin typeface="IBM Plex Sans"/>
                <a:ea typeface="Quattrocento Sans"/>
                <a:cs typeface="Quattrocento Sans"/>
                <a:sym typeface="Quattrocento Sans"/>
              </a:rPr>
              <a:t>(7) </a:t>
            </a:r>
            <a:r>
              <a:rPr lang="en-US" sz="700" noProof="0" dirty="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SEC</a:t>
            </a:r>
            <a:r>
              <a:rPr lang="en-US" sz="700" noProof="0" dirty="0">
                <a:solidFill>
                  <a:srgbClr val="7F7F7F"/>
                </a:solidFill>
                <a:latin typeface="IBM Plex Sans"/>
                <a:ea typeface="Quattrocento Sans"/>
                <a:cs typeface="Quattrocento Sans"/>
                <a:sym typeface="Quattrocento Sans"/>
              </a:rPr>
              <a:t>, </a:t>
            </a:r>
            <a:r>
              <a:rPr lang="en-US" sz="700" dirty="0">
                <a:solidFill>
                  <a:srgbClr val="7F7F7F"/>
                </a:solidFill>
                <a:latin typeface="IBM Plex Sans"/>
              </a:rPr>
              <a:t>$298B reflects Google’s total advertising revenue, including Search, YouTube, and Network ads, search accounts for ~75% of total ad revenue</a:t>
            </a:r>
            <a:r>
              <a:rPr lang="en-US" sz="700" noProof="0" dirty="0">
                <a:solidFill>
                  <a:srgbClr val="7F7F7F"/>
                </a:solidFill>
                <a:latin typeface="IBM Plex Sans"/>
                <a:ea typeface="Quattrocento Sans"/>
                <a:cs typeface="Quattrocento Sans"/>
                <a:sym typeface="Quattrocento Sans"/>
              </a:rPr>
              <a:t>, (8) </a:t>
            </a:r>
            <a:r>
              <a:rPr lang="en-US" sz="700" u="sng" noProof="0" dirty="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DemandSage</a:t>
            </a:r>
            <a:r>
              <a:rPr lang="en-US" sz="700" noProof="0" dirty="0">
                <a:solidFill>
                  <a:srgbClr val="7F7F7F"/>
                </a:solidFill>
                <a:latin typeface="IBM Plex Sans"/>
                <a:ea typeface="Quattrocento Sans"/>
                <a:cs typeface="Quattrocento Sans"/>
                <a:sym typeface="Quattrocento Sans"/>
              </a:rPr>
              <a:t> </a:t>
            </a:r>
            <a:r>
              <a:rPr lang="en-US" sz="700" noProof="0" dirty="0">
                <a:solidFill>
                  <a:srgbClr val="7F7F7F"/>
                </a:solidFill>
                <a:latin typeface="IBM Plex Sans"/>
                <a:ea typeface="IBM Plex Sans"/>
                <a:cs typeface="IBM Plex Sans"/>
                <a:sym typeface="Quattrocento Sans"/>
              </a:rPr>
              <a:t>  </a:t>
            </a:r>
            <a:r>
              <a:rPr lang="en-US" sz="700" noProof="0" dirty="0">
                <a:solidFill>
                  <a:srgbClr val="7F7F7F"/>
                </a:solidFill>
                <a:latin typeface="IBM Plex Sans"/>
                <a:ea typeface="Quattrocento Sans"/>
                <a:cs typeface="Quattrocento Sans"/>
                <a:sym typeface="Quattrocento Sans"/>
              </a:rPr>
              <a:t> </a:t>
            </a:r>
            <a:endParaRPr lang="en-US" sz="700" noProof="0" dirty="0">
              <a:solidFill>
                <a:srgbClr val="7F7F7F"/>
              </a:solidFill>
              <a:latin typeface="IBM Plex Sans"/>
            </a:endParaRPr>
          </a:p>
        </p:txBody>
      </p:sp>
    </p:spTree>
    <p:extLst>
      <p:ext uri="{BB962C8B-B14F-4D97-AF65-F5344CB8AC3E}">
        <p14:creationId xmlns:p14="http://schemas.microsoft.com/office/powerpoint/2010/main" val="284050845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754"/>
        <p:cNvGrpSpPr/>
        <p:nvPr/>
      </p:nvGrpSpPr>
      <p:grpSpPr>
        <a:xfrm>
          <a:off x="0" y="0"/>
          <a:ext cx="0" cy="0"/>
          <a:chOff x="0" y="0"/>
          <a:chExt cx="0" cy="0"/>
        </a:xfrm>
      </p:grpSpPr>
      <p:sp>
        <p:nvSpPr>
          <p:cNvPr id="755" name="Google Shape;755;p18"/>
          <p:cNvSpPr txBox="1">
            <a:spLocks noGrp="1"/>
          </p:cNvSpPr>
          <p:nvPr>
            <p:ph type="body" idx="1"/>
          </p:nvPr>
        </p:nvSpPr>
        <p:spPr>
          <a:xfrm>
            <a:off x="402547" y="433655"/>
            <a:ext cx="11309992" cy="387798"/>
          </a:xfrm>
          <a:prstGeom prst="rect">
            <a:avLst/>
          </a:prstGeom>
          <a:noFill/>
          <a:ln>
            <a:noFill/>
          </a:ln>
        </p:spPr>
        <p:txBody>
          <a:bodyPr spcFirstLastPara="1" wrap="square" lIns="0" tIns="0" rIns="0" bIns="0" anchor="t" anchorCtr="0">
            <a:noAutofit/>
          </a:bodyPr>
          <a:lstStyle/>
          <a:p>
            <a:pPr marL="0" indent="0">
              <a:spcBef>
                <a:spcPts val="0"/>
              </a:spcBef>
              <a:buSzPts val="1800"/>
              <a:buNone/>
            </a:pPr>
            <a:r>
              <a:rPr lang="en-US" b="0" noProof="0">
                <a:solidFill>
                  <a:schemeClr val="tx1"/>
                </a:solidFill>
                <a:latin typeface="IBM Plex Sans"/>
                <a:cs typeface="Calibri"/>
              </a:rPr>
              <a:t>Definition of terms: standardized search and AI terminology for consistency</a:t>
            </a:r>
          </a:p>
        </p:txBody>
      </p:sp>
      <p:graphicFrame>
        <p:nvGraphicFramePr>
          <p:cNvPr id="756" name="Google Shape;756;p18"/>
          <p:cNvGraphicFramePr>
            <a:graphicFrameLocks/>
          </p:cNvGraphicFramePr>
          <p:nvPr>
            <p:extLst>
              <p:ext uri="{D42A27DB-BD31-4B8C-83A1-F6EECF244321}">
                <p14:modId xmlns:p14="http://schemas.microsoft.com/office/powerpoint/2010/main" val="1145463208"/>
              </p:ext>
            </p:extLst>
          </p:nvPr>
        </p:nvGraphicFramePr>
        <p:xfrm>
          <a:off x="402547" y="1271709"/>
          <a:ext cx="11309992" cy="4964613"/>
        </p:xfrm>
        <a:graphic>
          <a:graphicData uri="http://schemas.openxmlformats.org/drawingml/2006/table">
            <a:tbl>
              <a:tblPr>
                <a:noFill/>
              </a:tblPr>
              <a:tblGrid>
                <a:gridCol w="2146024">
                  <a:extLst>
                    <a:ext uri="{9D8B030D-6E8A-4147-A177-3AD203B41FA5}">
                      <a16:colId xmlns:a16="http://schemas.microsoft.com/office/drawing/2014/main" val="20000"/>
                    </a:ext>
                  </a:extLst>
                </a:gridCol>
                <a:gridCol w="9163968">
                  <a:extLst>
                    <a:ext uri="{9D8B030D-6E8A-4147-A177-3AD203B41FA5}">
                      <a16:colId xmlns:a16="http://schemas.microsoft.com/office/drawing/2014/main" val="20001"/>
                    </a:ext>
                  </a:extLst>
                </a:gridCol>
              </a:tblGrid>
              <a:tr h="351623">
                <a:tc>
                  <a:txBody>
                    <a:bodyPr/>
                    <a:lstStyle/>
                    <a:p>
                      <a:pPr marL="0" marR="0" lvl="0" indent="0" algn="l" rtl="0">
                        <a:lnSpc>
                          <a:spcPct val="100000"/>
                        </a:lnSpc>
                        <a:spcBef>
                          <a:spcPts val="0"/>
                        </a:spcBef>
                        <a:spcAft>
                          <a:spcPts val="0"/>
                        </a:spcAft>
                        <a:buClr>
                          <a:srgbClr val="000000"/>
                        </a:buClr>
                        <a:buSzPts val="1376"/>
                        <a:buFont typeface="Arial"/>
                        <a:buNone/>
                      </a:pPr>
                      <a:r>
                        <a:rPr lang="en-US" sz="1600" b="1" i="0" u="none" strike="noStrike" cap="none" noProof="0">
                          <a:solidFill>
                            <a:srgbClr val="000000"/>
                          </a:solidFill>
                          <a:latin typeface="IBM Plex Sans"/>
                          <a:ea typeface="Calibri"/>
                          <a:cs typeface="Calibri"/>
                          <a:sym typeface="Calibri"/>
                        </a:rPr>
                        <a:t>Term</a:t>
                      </a:r>
                    </a:p>
                  </a:txBody>
                  <a:tcPr marL="91425" marR="91425" marT="91425" marB="36000" anchor="b">
                    <a:lnL w="9525" cap="flat" cmpd="sng">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1270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l" rtl="0">
                        <a:lnSpc>
                          <a:spcPct val="100000"/>
                        </a:lnSpc>
                        <a:spcBef>
                          <a:spcPts val="0"/>
                        </a:spcBef>
                        <a:spcAft>
                          <a:spcPts val="0"/>
                        </a:spcAft>
                        <a:buClr>
                          <a:srgbClr val="000000"/>
                        </a:buClr>
                        <a:buSzPts val="1376"/>
                        <a:buFont typeface="Arial"/>
                        <a:buNone/>
                      </a:pPr>
                      <a:r>
                        <a:rPr lang="en-US" sz="1600" b="1" i="0" u="none" strike="noStrike" cap="none" noProof="0">
                          <a:solidFill>
                            <a:srgbClr val="000000"/>
                          </a:solidFill>
                          <a:latin typeface="IBM Plex Sans"/>
                          <a:ea typeface="Calibri"/>
                          <a:cs typeface="Calibri"/>
                          <a:sym typeface="Calibri"/>
                        </a:rPr>
                        <a:t>Description</a:t>
                      </a:r>
                    </a:p>
                  </a:txBody>
                  <a:tcPr marL="91425" marR="91425" marT="91425" marB="36000" anchor="b">
                    <a:lnL w="9525" cap="flat" cmpd="sng" algn="ctr">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1270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53876198"/>
                  </a:ext>
                </a:extLst>
              </a:tr>
              <a:tr h="621659">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tx1"/>
                          </a:solidFill>
                          <a:latin typeface="IBM Plex Sans"/>
                          <a:ea typeface="Calibri"/>
                          <a:cs typeface="Calibri"/>
                          <a:sym typeface="Calibri"/>
                        </a:rPr>
                        <a:t> Traditional search</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tx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7FD8A6"/>
                    </a:solidFill>
                  </a:tcPr>
                </a:tc>
                <a:tc>
                  <a:txBody>
                    <a:bodyPr/>
                    <a:lstStyle/>
                    <a:p>
                      <a:pPr marL="0" marR="0" lvl="0" indent="0" algn="l" rtl="0">
                        <a:lnSpc>
                          <a:spcPct val="100000"/>
                        </a:lnSpc>
                        <a:spcBef>
                          <a:spcPts val="0"/>
                        </a:spcBef>
                        <a:spcAft>
                          <a:spcPts val="0"/>
                        </a:spcAft>
                        <a:buClr>
                          <a:schemeClr val="dk1"/>
                        </a:buClr>
                        <a:buSzPts val="1100"/>
                        <a:buFont typeface="Arial"/>
                        <a:buNone/>
                      </a:pPr>
                      <a:r>
                        <a:rPr lang="en-US" sz="1200" u="none" strike="noStrike" cap="none" noProof="0">
                          <a:solidFill>
                            <a:schemeClr val="dk1"/>
                          </a:solidFill>
                          <a:latin typeface="IBM Plex Sans"/>
                          <a:ea typeface="Calibri"/>
                          <a:cs typeface="Calibri"/>
                          <a:sym typeface="Calibri"/>
                        </a:rPr>
                        <a:t>Traditional search refers to</a:t>
                      </a:r>
                      <a:r>
                        <a:rPr lang="en-US" sz="1200" b="1" u="none" strike="noStrike" cap="none" noProof="0">
                          <a:solidFill>
                            <a:schemeClr val="dk1"/>
                          </a:solidFill>
                          <a:latin typeface="IBM Plex Sans"/>
                          <a:ea typeface="Calibri"/>
                          <a:cs typeface="Calibri"/>
                          <a:sym typeface="Calibri"/>
                        </a:rPr>
                        <a:t> querying databases or search engines </a:t>
                      </a:r>
                      <a:r>
                        <a:rPr lang="en-US" sz="1200" u="none" strike="noStrike" cap="none" noProof="0">
                          <a:solidFill>
                            <a:schemeClr val="dk1"/>
                          </a:solidFill>
                          <a:latin typeface="IBM Plex Sans"/>
                          <a:ea typeface="Calibri"/>
                          <a:cs typeface="Calibri"/>
                          <a:sym typeface="Calibri"/>
                        </a:rPr>
                        <a:t>for information using specific keywords, returning relevant results e.g., </a:t>
                      </a:r>
                      <a:r>
                        <a:rPr lang="en-US" sz="1200" b="1" u="none" strike="noStrike" cap="none" noProof="0">
                          <a:solidFill>
                            <a:schemeClr val="dk1"/>
                          </a:solidFill>
                          <a:latin typeface="IBM Plex Sans"/>
                          <a:ea typeface="Calibri"/>
                          <a:cs typeface="Calibri"/>
                          <a:sym typeface="Calibri"/>
                        </a:rPr>
                        <a:t>Google search</a:t>
                      </a:r>
                      <a:endParaRPr lang="en-US" sz="1200" b="1" u="none" strike="noStrike" cap="none" noProof="0">
                        <a:latin typeface="IBM Plex Sans"/>
                        <a:ea typeface="Calibri"/>
                        <a:cs typeface="Calibri"/>
                        <a:sym typeface="Calibri"/>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tx1"/>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0"/>
                  </a:ext>
                </a:extLst>
              </a:tr>
              <a:tr h="863428">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tx1"/>
                          </a:solidFill>
                          <a:latin typeface="IBM Plex Sans"/>
                          <a:ea typeface="Calibri"/>
                          <a:cs typeface="Calibri"/>
                          <a:sym typeface="Calibri"/>
                        </a:rPr>
                        <a:t>AI Overviews</a:t>
                      </a:r>
                      <a:endParaRPr lang="en-US" sz="1400" u="none" strike="noStrike" cap="none" noProof="0">
                        <a:solidFill>
                          <a:schemeClr val="tx1"/>
                        </a:solidFill>
                        <a:latin typeface="IBM Plex Sans"/>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7FD8A6"/>
                    </a:solidFill>
                  </a:tcPr>
                </a:tc>
                <a:tc>
                  <a:txBody>
                    <a:bodyPr/>
                    <a:lstStyle/>
                    <a:p>
                      <a:pPr marL="0" marR="0" lvl="0" indent="0" algn="l" rtl="0">
                        <a:lnSpc>
                          <a:spcPct val="100000"/>
                        </a:lnSpc>
                        <a:spcBef>
                          <a:spcPts val="0"/>
                        </a:spcBef>
                        <a:spcAft>
                          <a:spcPts val="0"/>
                        </a:spcAft>
                        <a:buClr>
                          <a:schemeClr val="dk1"/>
                        </a:buClr>
                        <a:buSzPts val="1100"/>
                        <a:buFont typeface="Arial"/>
                        <a:buNone/>
                      </a:pPr>
                      <a:r>
                        <a:rPr lang="en-US" sz="1200" u="none" strike="noStrike" cap="none" noProof="0">
                          <a:latin typeface="IBM Plex Sans"/>
                          <a:ea typeface="Calibri"/>
                          <a:cs typeface="Calibri"/>
                          <a:sym typeface="Calibri"/>
                        </a:rPr>
                        <a:t>Refers to the </a:t>
                      </a:r>
                      <a:r>
                        <a:rPr lang="en-US" sz="1200" b="1" u="none" strike="noStrike" cap="none" noProof="0">
                          <a:latin typeface="IBM Plex Sans"/>
                          <a:ea typeface="Calibri"/>
                          <a:cs typeface="Calibri"/>
                          <a:sym typeface="Calibri"/>
                        </a:rPr>
                        <a:t>integration of AI into traditional search engines</a:t>
                      </a:r>
                      <a:r>
                        <a:rPr lang="en-US" sz="1200" u="none" strike="noStrike" cap="none" noProof="0">
                          <a:latin typeface="IBM Plex Sans"/>
                          <a:ea typeface="Calibri"/>
                          <a:cs typeface="Calibri"/>
                          <a:sym typeface="Calibri"/>
                        </a:rPr>
                        <a:t>, such as </a:t>
                      </a:r>
                      <a:r>
                        <a:rPr lang="en-US" sz="1200" b="1" u="none" strike="noStrike" cap="none" noProof="0">
                          <a:latin typeface="IBM Plex Sans"/>
                          <a:ea typeface="Calibri"/>
                          <a:cs typeface="Calibri"/>
                          <a:sym typeface="Calibri"/>
                        </a:rPr>
                        <a:t>Google's AI Overviews</a:t>
                      </a:r>
                      <a:r>
                        <a:rPr lang="en-US" sz="1200" u="none" strike="noStrike" cap="none" noProof="0">
                          <a:latin typeface="IBM Plex Sans"/>
                          <a:ea typeface="Calibri"/>
                          <a:cs typeface="Calibri"/>
                          <a:sym typeface="Calibri"/>
                        </a:rPr>
                        <a:t>, </a:t>
                      </a:r>
                      <a:r>
                        <a:rPr lang="en-US" sz="1200" u="none" strike="noStrike" cap="none" noProof="0">
                          <a:solidFill>
                            <a:schemeClr val="dk1"/>
                          </a:solidFill>
                          <a:latin typeface="IBM Plex Sans"/>
                          <a:ea typeface="Calibri"/>
                          <a:cs typeface="Calibri"/>
                          <a:sym typeface="Calibri"/>
                        </a:rPr>
                        <a:t>which provide direct answers or summaries at the top of search results</a:t>
                      </a:r>
                      <a:endParaRPr lang="en-US" sz="1200" u="none" strike="noStrike" cap="none" noProof="0">
                        <a:latin typeface="IBM Plex Sans"/>
                        <a:ea typeface="Calibri"/>
                        <a:cs typeface="Calibri"/>
                        <a:sym typeface="Calibri"/>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1"/>
                  </a:ext>
                </a:extLst>
              </a:tr>
              <a:tr h="621659">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tx1"/>
                          </a:solidFill>
                          <a:latin typeface="IBM Plex Sans"/>
                          <a:ea typeface="Calibri"/>
                          <a:cs typeface="Calibri"/>
                          <a:sym typeface="Calibri"/>
                        </a:rPr>
                        <a:t> AI tools</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7FD8A6"/>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200" u="none" strike="noStrike" cap="none" noProof="0">
                          <a:latin typeface="IBM Plex Sans"/>
                          <a:ea typeface="Calibri"/>
                          <a:cs typeface="Calibri"/>
                          <a:sym typeface="Calibri"/>
                        </a:rPr>
                        <a:t>Applications and platforms that use AI to process, analyze, and generate results or responses, including </a:t>
                      </a:r>
                      <a:r>
                        <a:rPr lang="en-US" sz="1200" b="1" u="none" strike="noStrike" cap="none" noProof="0">
                          <a:latin typeface="IBM Plex Sans"/>
                          <a:ea typeface="Calibri"/>
                          <a:cs typeface="Calibri"/>
                          <a:sym typeface="Calibri"/>
                        </a:rPr>
                        <a:t>AI-powered search engines and chatbots</a:t>
                      </a:r>
                      <a:r>
                        <a:rPr lang="en-US" sz="1200" u="none" strike="noStrike" cap="none" noProof="0">
                          <a:latin typeface="IBM Plex Sans"/>
                          <a:ea typeface="Calibri"/>
                          <a:cs typeface="Calibri"/>
                          <a:sym typeface="Calibri"/>
                        </a:rPr>
                        <a:t> like </a:t>
                      </a:r>
                      <a:r>
                        <a:rPr lang="en-US" sz="1200" b="1" u="none" strike="noStrike" cap="none" noProof="0">
                          <a:latin typeface="IBM Plex Sans"/>
                          <a:ea typeface="Calibri"/>
                          <a:cs typeface="Calibri"/>
                          <a:sym typeface="Calibri"/>
                        </a:rPr>
                        <a:t>OpenAI's ChatGPT</a:t>
                      </a:r>
                      <a:endParaRPr lang="en-US" sz="1400" u="none" strike="noStrike" cap="none" noProof="0">
                        <a:latin typeface="IBM Plex Sans"/>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2"/>
                  </a:ext>
                </a:extLst>
              </a:tr>
              <a:tr h="414428">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tx1"/>
                          </a:solidFill>
                          <a:latin typeface="IBM Plex Sans"/>
                          <a:ea typeface="Calibri"/>
                          <a:cs typeface="Calibri"/>
                          <a:sym typeface="Calibri"/>
                        </a:rPr>
                        <a:t> Search volume</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7FD8A6"/>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200" u="none" strike="noStrike" cap="none" noProof="0">
                          <a:latin typeface="IBM Plex Sans"/>
                          <a:ea typeface="Calibri"/>
                          <a:cs typeface="Calibri"/>
                          <a:sym typeface="Calibri"/>
                        </a:rPr>
                        <a:t>The total </a:t>
                      </a:r>
                      <a:r>
                        <a:rPr lang="en-US" sz="1200" b="1" u="none" strike="noStrike" cap="none" noProof="0">
                          <a:latin typeface="IBM Plex Sans"/>
                          <a:ea typeface="Calibri"/>
                          <a:cs typeface="Calibri"/>
                          <a:sym typeface="Calibri"/>
                        </a:rPr>
                        <a:t>number of search queries</a:t>
                      </a:r>
                      <a:r>
                        <a:rPr lang="en-US" sz="1200" u="none" strike="noStrike" cap="none" noProof="0">
                          <a:latin typeface="IBM Plex Sans"/>
                          <a:ea typeface="Calibri"/>
                          <a:cs typeface="Calibri"/>
                          <a:sym typeface="Calibri"/>
                        </a:rPr>
                        <a:t> processed by a search engine over a given period</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3"/>
                  </a:ext>
                </a:extLst>
              </a:tr>
              <a:tr h="621659">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tx1"/>
                          </a:solidFill>
                          <a:latin typeface="IBM Plex Sans"/>
                          <a:ea typeface="Calibri"/>
                          <a:cs typeface="Calibri"/>
                          <a:sym typeface="Calibri"/>
                        </a:rPr>
                        <a:t> Click-Through Rate  (CTR)</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7FD8A6"/>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200" u="none" strike="noStrike" cap="none" noProof="0">
                          <a:latin typeface="IBM Plex Sans"/>
                          <a:ea typeface="Calibri"/>
                          <a:cs typeface="Calibri"/>
                          <a:sym typeface="Calibri"/>
                        </a:rPr>
                        <a:t>The </a:t>
                      </a:r>
                      <a:r>
                        <a:rPr lang="en-US" sz="1200" b="1" u="none" strike="noStrike" cap="none" noProof="0">
                          <a:latin typeface="IBM Plex Sans"/>
                          <a:ea typeface="Calibri"/>
                          <a:cs typeface="Calibri"/>
                          <a:sym typeface="Calibri"/>
                        </a:rPr>
                        <a:t>percentage of users who click on a specific link</a:t>
                      </a:r>
                      <a:r>
                        <a:rPr lang="en-US" sz="1200" u="none" strike="noStrike" cap="none" noProof="0">
                          <a:latin typeface="IBM Plex Sans"/>
                          <a:ea typeface="Calibri"/>
                          <a:cs typeface="Calibri"/>
                          <a:sym typeface="Calibri"/>
                        </a:rPr>
                        <a:t> out of the total users who view ad</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4"/>
                  </a:ext>
                </a:extLst>
              </a:tr>
              <a:tr h="414428">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tx1"/>
                          </a:solidFill>
                          <a:latin typeface="IBM Plex Sans"/>
                          <a:ea typeface="Calibri"/>
                          <a:cs typeface="Calibri"/>
                          <a:sym typeface="Calibri"/>
                        </a:rPr>
                        <a:t> Cost per Click (CPC)</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7FD8A6"/>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200" u="none" strike="noStrike" cap="none" noProof="0">
                          <a:latin typeface="IBM Plex Sans"/>
                          <a:ea typeface="Calibri"/>
                          <a:cs typeface="Calibri"/>
                          <a:sym typeface="Calibri"/>
                        </a:rPr>
                        <a:t>The </a:t>
                      </a:r>
                      <a:r>
                        <a:rPr lang="en-US" sz="1200" b="1" u="none" strike="noStrike" cap="none" noProof="0">
                          <a:latin typeface="IBM Plex Sans"/>
                          <a:ea typeface="Calibri"/>
                          <a:cs typeface="Calibri"/>
                          <a:sym typeface="Calibri"/>
                        </a:rPr>
                        <a:t>amount paid by advertisers</a:t>
                      </a:r>
                      <a:r>
                        <a:rPr lang="en-US" sz="1200" u="none" strike="noStrike" cap="none" noProof="0">
                          <a:latin typeface="IBM Plex Sans"/>
                          <a:ea typeface="Calibri"/>
                          <a:cs typeface="Calibri"/>
                          <a:sym typeface="Calibri"/>
                        </a:rPr>
                        <a:t> each time a user clicks on one of their ads</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5"/>
                  </a:ext>
                </a:extLst>
              </a:tr>
              <a:tr h="621659">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tx1"/>
                          </a:solidFill>
                          <a:latin typeface="IBM Plex Sans"/>
                          <a:ea typeface="Calibri"/>
                          <a:cs typeface="Calibri"/>
                          <a:sym typeface="Calibri"/>
                        </a:rPr>
                        <a:t> Zero-click searches </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7FD8A6"/>
                    </a:solidFill>
                  </a:tcPr>
                </a:tc>
                <a:tc>
                  <a:txBody>
                    <a:bodyPr/>
                    <a:lstStyle/>
                    <a:p>
                      <a:pPr marL="0" marR="0" lvl="0" indent="0" algn="l" rtl="0">
                        <a:lnSpc>
                          <a:spcPct val="100000"/>
                        </a:lnSpc>
                        <a:spcBef>
                          <a:spcPts val="0"/>
                        </a:spcBef>
                        <a:spcAft>
                          <a:spcPts val="0"/>
                        </a:spcAft>
                        <a:buClr>
                          <a:schemeClr val="dk1"/>
                        </a:buClr>
                        <a:buSzPts val="1100"/>
                        <a:buFont typeface="Arial"/>
                        <a:buNone/>
                      </a:pPr>
                      <a:r>
                        <a:rPr lang="en-US" sz="1200" u="none" strike="noStrike" cap="none" noProof="0">
                          <a:solidFill>
                            <a:schemeClr val="dk1"/>
                          </a:solidFill>
                          <a:latin typeface="IBM Plex Sans"/>
                          <a:ea typeface="Calibri"/>
                          <a:cs typeface="Calibri"/>
                          <a:sym typeface="Calibri"/>
                        </a:rPr>
                        <a:t>Searches where </a:t>
                      </a:r>
                      <a:r>
                        <a:rPr lang="en-US" sz="1200" b="1" u="none" strike="noStrike" cap="none" noProof="0">
                          <a:solidFill>
                            <a:schemeClr val="dk1"/>
                          </a:solidFill>
                          <a:latin typeface="IBM Plex Sans"/>
                          <a:ea typeface="Calibri"/>
                          <a:cs typeface="Calibri"/>
                          <a:sym typeface="Calibri"/>
                        </a:rPr>
                        <a:t>users get the desired information directly</a:t>
                      </a:r>
                      <a:r>
                        <a:rPr lang="en-US" sz="1200" u="none" strike="noStrike" cap="none" noProof="0">
                          <a:solidFill>
                            <a:schemeClr val="dk1"/>
                          </a:solidFill>
                          <a:latin typeface="IBM Plex Sans"/>
                          <a:ea typeface="Calibri"/>
                          <a:cs typeface="Calibri"/>
                          <a:sym typeface="Calibri"/>
                        </a:rPr>
                        <a:t> from the search results page without clicking through to any external website</a:t>
                      </a:r>
                      <a:endParaRPr lang="en-US" sz="1200" u="none" strike="noStrike" cap="none" noProof="0">
                        <a:latin typeface="IBM Plex Sans"/>
                        <a:ea typeface="Calibri"/>
                        <a:cs typeface="Calibri"/>
                        <a:sym typeface="Calibri"/>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6"/>
                  </a:ext>
                </a:extLst>
              </a:tr>
              <a:tr h="414428">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tx1"/>
                          </a:solidFill>
                          <a:latin typeface="IBM Plex Sans"/>
                          <a:ea typeface="Calibri"/>
                          <a:cs typeface="Calibri"/>
                          <a:sym typeface="Calibri"/>
                        </a:rPr>
                        <a:t> Multimodal search</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solidFill>
                      <a:srgbClr val="7FD8A6"/>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200" u="none" strike="noStrike" cap="none" noProof="0">
                          <a:solidFill>
                            <a:schemeClr val="dk1"/>
                          </a:solidFill>
                          <a:latin typeface="IBM Plex Sans"/>
                          <a:ea typeface="Calibri"/>
                          <a:cs typeface="Calibri"/>
                          <a:sym typeface="Calibri"/>
                        </a:rPr>
                        <a:t>A search method that allows users to </a:t>
                      </a:r>
                      <a:r>
                        <a:rPr lang="en-US" sz="1200" b="1" u="none" strike="noStrike" cap="none" noProof="0">
                          <a:solidFill>
                            <a:schemeClr val="dk1"/>
                          </a:solidFill>
                          <a:latin typeface="IBM Plex Sans"/>
                          <a:ea typeface="Calibri"/>
                          <a:cs typeface="Calibri"/>
                          <a:sym typeface="Calibri"/>
                        </a:rPr>
                        <a:t>input queries in various formats</a:t>
                      </a:r>
                      <a:r>
                        <a:rPr lang="en-US" sz="1200" u="none" strike="noStrike" cap="none" noProof="0">
                          <a:solidFill>
                            <a:schemeClr val="dk1"/>
                          </a:solidFill>
                          <a:latin typeface="IBM Plex Sans"/>
                          <a:ea typeface="Calibri"/>
                          <a:cs typeface="Calibri"/>
                          <a:sym typeface="Calibri"/>
                        </a:rPr>
                        <a:t>, such as </a:t>
                      </a:r>
                      <a:r>
                        <a:rPr lang="en-US" sz="1200" b="1" u="none" strike="noStrike" cap="none" noProof="0">
                          <a:solidFill>
                            <a:schemeClr val="dk1"/>
                          </a:solidFill>
                          <a:latin typeface="IBM Plex Sans"/>
                          <a:ea typeface="Calibri"/>
                          <a:cs typeface="Calibri"/>
                          <a:sym typeface="Calibri"/>
                        </a:rPr>
                        <a:t>text</a:t>
                      </a:r>
                      <a:r>
                        <a:rPr lang="en-US" sz="1200" u="none" strike="noStrike" cap="none" noProof="0">
                          <a:solidFill>
                            <a:schemeClr val="dk1"/>
                          </a:solidFill>
                          <a:latin typeface="IBM Plex Sans"/>
                          <a:ea typeface="Calibri"/>
                          <a:cs typeface="Calibri"/>
                          <a:sym typeface="Calibri"/>
                        </a:rPr>
                        <a:t>, i</a:t>
                      </a:r>
                      <a:r>
                        <a:rPr lang="en-US" sz="1200" b="1" u="none" strike="noStrike" cap="none" noProof="0">
                          <a:solidFill>
                            <a:schemeClr val="dk1"/>
                          </a:solidFill>
                          <a:latin typeface="IBM Plex Sans"/>
                          <a:ea typeface="Calibri"/>
                          <a:cs typeface="Calibri"/>
                          <a:sym typeface="Calibri"/>
                        </a:rPr>
                        <a:t>mages</a:t>
                      </a:r>
                      <a:r>
                        <a:rPr lang="en-US" sz="1200" u="none" strike="noStrike" cap="none" noProof="0">
                          <a:solidFill>
                            <a:schemeClr val="dk1"/>
                          </a:solidFill>
                          <a:latin typeface="IBM Plex Sans"/>
                          <a:ea typeface="Calibri"/>
                          <a:cs typeface="Calibri"/>
                          <a:sym typeface="Calibri"/>
                        </a:rPr>
                        <a:t>, or </a:t>
                      </a:r>
                      <a:r>
                        <a:rPr lang="en-US" sz="1200" b="1" u="none" strike="noStrike" cap="none" noProof="0">
                          <a:solidFill>
                            <a:schemeClr val="dk1"/>
                          </a:solidFill>
                          <a:latin typeface="IBM Plex Sans"/>
                          <a:ea typeface="Calibri"/>
                          <a:cs typeface="Calibri"/>
                          <a:sym typeface="Calibri"/>
                        </a:rPr>
                        <a:t>voice</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sp>
        <p:nvSpPr>
          <p:cNvPr id="9" name="Google Shape;647;g3b2110f3d24_0_132">
            <a:extLst>
              <a:ext uri="{FF2B5EF4-FFF2-40B4-BE49-F238E27FC236}">
                <a16:creationId xmlns:a16="http://schemas.microsoft.com/office/drawing/2014/main" id="{A8685CFD-541F-EC2B-A890-92E54C4D651E}"/>
              </a:ext>
            </a:extLst>
          </p:cNvPr>
          <p:cNvSpPr txBox="1">
            <a:spLocks/>
          </p:cNvSpPr>
          <p:nvPr/>
        </p:nvSpPr>
        <p:spPr>
          <a:xfrm>
            <a:off x="11525219" y="6575449"/>
            <a:ext cx="303300" cy="215403"/>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a:buSzPts val="700"/>
            </a:pPr>
            <a:fld id="{00000000-1234-1234-1234-123412341234}" type="slidenum">
              <a:rPr lang="en-US" sz="800" noProof="0" smtClean="0">
                <a:solidFill>
                  <a:schemeClr val="tx2">
                    <a:lumMod val="75000"/>
                  </a:schemeClr>
                </a:solidFill>
              </a:rPr>
              <a:pPr algn="r">
                <a:buSzPts val="700"/>
              </a:pPr>
              <a:t>25</a:t>
            </a:fld>
            <a:endParaRPr lang="en-US" sz="800" noProof="0">
              <a:solidFill>
                <a:schemeClr val="tx2">
                  <a:lumMod val="75000"/>
                </a:schemeClr>
              </a:solidFill>
            </a:endParaRPr>
          </a:p>
        </p:txBody>
      </p:sp>
      <p:sp>
        <p:nvSpPr>
          <p:cNvPr id="2" name="CaixaDeTexto 1">
            <a:extLst>
              <a:ext uri="{FF2B5EF4-FFF2-40B4-BE49-F238E27FC236}">
                <a16:creationId xmlns:a16="http://schemas.microsoft.com/office/drawing/2014/main" id="{94D96C0E-2DEC-1044-8FFE-D70E4D054FAD}"/>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Definition of terms</a:t>
            </a:r>
          </a:p>
        </p:txBody>
      </p:sp>
    </p:spTree>
    <p:extLst>
      <p:ext uri="{BB962C8B-B14F-4D97-AF65-F5344CB8AC3E}">
        <p14:creationId xmlns:p14="http://schemas.microsoft.com/office/powerpoint/2010/main" val="304346207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178"/>
        <p:cNvGrpSpPr/>
        <p:nvPr/>
      </p:nvGrpSpPr>
      <p:grpSpPr>
        <a:xfrm>
          <a:off x="0" y="0"/>
          <a:ext cx="0" cy="0"/>
          <a:chOff x="0" y="0"/>
          <a:chExt cx="0" cy="0"/>
        </a:xfrm>
      </p:grpSpPr>
      <p:sp>
        <p:nvSpPr>
          <p:cNvPr id="1179" name="Google Shape;1179;g3b23322d595_2_246"/>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26</a:t>
            </a:fld>
            <a:endParaRPr lang="en-US" noProof="0"/>
          </a:p>
        </p:txBody>
      </p:sp>
      <p:sp>
        <p:nvSpPr>
          <p:cNvPr id="1180" name="Google Shape;1180;g3b23322d595_2_246"/>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r>
              <a:rPr lang="en-US" noProof="0"/>
              <a:t>Key themes for 2025:</a:t>
            </a:r>
            <a:r>
              <a:rPr lang="en-US" noProof="0">
                <a:cs typeface="Arial"/>
              </a:rPr>
              <a:t> three core drivers explain the impact of AI on traditional search</a:t>
            </a:r>
          </a:p>
        </p:txBody>
      </p:sp>
      <p:sp>
        <p:nvSpPr>
          <p:cNvPr id="1181" name="Google Shape;1181;g3b23322d595_2_246"/>
          <p:cNvSpPr txBox="1"/>
          <p:nvPr/>
        </p:nvSpPr>
        <p:spPr>
          <a:xfrm>
            <a:off x="450091" y="5671889"/>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dk1"/>
                </a:solidFill>
                <a:latin typeface="IBM Plex Sans"/>
                <a:ea typeface="IBM Plex Sans"/>
                <a:cs typeface="IBM Plex Sans"/>
                <a:sym typeface="IBM Plex Sans"/>
              </a:rPr>
              <a:t>These themes define how we interpret changes in engagement, pricing, and revenue across the rest of the analysis</a:t>
            </a:r>
            <a:endParaRPr lang="en-US" b="0" i="0" u="none" strike="noStrike" cap="none" noProof="0">
              <a:solidFill>
                <a:schemeClr val="dk1"/>
              </a:solidFill>
              <a:latin typeface="Arial"/>
              <a:ea typeface="Arial"/>
              <a:cs typeface="Arial"/>
              <a:sym typeface="Arial"/>
            </a:endParaRPr>
          </a:p>
        </p:txBody>
      </p:sp>
      <p:sp>
        <p:nvSpPr>
          <p:cNvPr id="1182" name="Google Shape;1182;g3b23322d595_2_246"/>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a:buSzPts val="600"/>
            </a:pPr>
            <a:r>
              <a:rPr lang="en-US" sz="700" b="0" i="0" u="none" strike="noStrike" cap="none" noProof="0">
                <a:solidFill>
                  <a:srgbClr val="7F7F7F"/>
                </a:solidFill>
                <a:latin typeface="IBM Plex Sans"/>
                <a:ea typeface="Quattrocento Sans"/>
                <a:cs typeface="Quattrocento Sans"/>
                <a:sym typeface="Quattrocento Sans"/>
              </a:rPr>
              <a:t>Sources:</a:t>
            </a:r>
            <a:r>
              <a:rPr lang="en-US" sz="700" b="1" i="0" u="none" strike="noStrike" cap="none" noProof="0">
                <a:solidFill>
                  <a:srgbClr val="7F7F7F"/>
                </a:solidFill>
                <a:latin typeface="IBM Plex Sans"/>
                <a:ea typeface="Quattrocento Sans"/>
                <a:cs typeface="Quattrocento Sans"/>
                <a:sym typeface="Quattrocento Sans"/>
              </a:rPr>
              <a:t> </a:t>
            </a:r>
            <a:r>
              <a:rPr lang="en-US" sz="700" b="0" i="0" u="none" strike="noStrike" cap="none" noProof="0">
                <a:solidFill>
                  <a:srgbClr val="7F7F7F"/>
                </a:solidFill>
                <a:latin typeface="IBM Plex Sans"/>
                <a:ea typeface="Quattrocento Sans"/>
                <a:cs typeface="Quattrocento Sans"/>
                <a:sym typeface="Quattrocento Sans"/>
              </a:rPr>
              <a:t>(1)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Bain</a:t>
            </a:r>
            <a:r>
              <a:rPr lang="en-US" sz="700" b="0" i="0" u="none" strike="noStrike" cap="none" noProof="0">
                <a:solidFill>
                  <a:srgbClr val="7F7F7F"/>
                </a:solidFill>
                <a:latin typeface="IBM Plex Sans"/>
                <a:ea typeface="Quattrocento Sans"/>
                <a:cs typeface="Quattrocento Sans"/>
                <a:sym typeface="Quattrocento Sans"/>
              </a:rPr>
              <a:t>, (2) </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Seer Interactive</a:t>
            </a:r>
            <a:r>
              <a:rPr lang="en-US" sz="700" b="0" i="0" u="none" strike="noStrike" cap="none" noProof="0">
                <a:solidFill>
                  <a:srgbClr val="7F7F7F"/>
                </a:solidFill>
                <a:latin typeface="IBM Plex Sans"/>
                <a:ea typeface="Quattrocento Sans"/>
                <a:cs typeface="Quattrocento Sans"/>
                <a:sym typeface="Quattrocento Sans"/>
              </a:rPr>
              <a:t>, (3) </a:t>
            </a:r>
            <a:r>
              <a:rPr lang="en-US" sz="700" b="0" i="0" u="sng" strike="noStrike" cap="none"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Seer Interactive</a:t>
            </a:r>
            <a:r>
              <a:rPr lang="en-US" sz="700" b="0" i="0" u="none" strike="noStrike" cap="none" noProof="0">
                <a:solidFill>
                  <a:srgbClr val="7F7F7F"/>
                </a:solidFill>
                <a:latin typeface="IBM Plex Sans"/>
                <a:ea typeface="Quattrocento Sans"/>
                <a:cs typeface="Quattrocento Sans"/>
                <a:sym typeface="Quattrocento Sans"/>
              </a:rPr>
              <a:t>, (4)</a:t>
            </a:r>
            <a:r>
              <a:rPr lang="en-US" sz="700"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Alphabet Q3 2025 Earnings Call</a:t>
            </a:r>
            <a:r>
              <a:rPr lang="en-US" sz="700" b="0" i="0" u="none" strike="noStrike" cap="none" noProof="0">
                <a:solidFill>
                  <a:srgbClr val="7F7F7F"/>
                </a:solidFill>
                <a:latin typeface="IBM Plex Sans"/>
                <a:ea typeface="Quattrocento Sans"/>
                <a:cs typeface="Quattrocento Sans"/>
                <a:sym typeface="Quattrocento Sans"/>
              </a:rPr>
              <a:t>, (5) </a:t>
            </a:r>
            <a:r>
              <a:rPr lang="en-US" sz="700" b="0" i="0" u="sng" strike="noStrike" cap="none" noProof="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WSJ</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(6) </a:t>
            </a:r>
            <a:r>
              <a:rPr lang="en-US" sz="700" b="0" i="0" u="sng" strike="noStrike" cap="none"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Martech</a:t>
            </a:r>
            <a:r>
              <a:rPr lang="en-US" sz="700" b="0" i="0" u="none" strike="noStrike" cap="none" noProof="0">
                <a:solidFill>
                  <a:srgbClr val="7F7F7F"/>
                </a:solidFill>
                <a:latin typeface="IBM Plex Sans"/>
                <a:ea typeface="Quattrocento Sans"/>
                <a:cs typeface="Quattrocento Sans"/>
                <a:sym typeface="Quattrocento Sans"/>
              </a:rPr>
              <a:t>, (7) </a:t>
            </a:r>
            <a:r>
              <a:rPr lang="en-US" sz="700" b="0" i="0" u="sng" strike="noStrike" cap="none" noProof="0">
                <a:solidFill>
                  <a:srgbClr val="7F7F7F"/>
                </a:solidFill>
                <a:latin typeface="IBM Plex Sans"/>
                <a:ea typeface="Quattrocento Sans"/>
                <a:cs typeface="Quattrocento Sans"/>
                <a:sym typeface="Quattrocento Sans"/>
                <a:hlinkClick r:id="rId9">
                  <a:extLst>
                    <a:ext uri="{A12FA001-AC4F-418D-AE19-62706E023703}">
                      <ahyp:hlinkClr xmlns:ahyp="http://schemas.microsoft.com/office/drawing/2018/hyperlinkcolor" val="tx"/>
                    </a:ext>
                  </a:extLst>
                </a:hlinkClick>
              </a:rPr>
              <a:t>Orbit Media</a:t>
            </a:r>
            <a:r>
              <a:rPr lang="en-US" sz="700" b="0" i="0" u="none" strike="noStrike" cap="none" noProof="0">
                <a:solidFill>
                  <a:srgbClr val="7F7F7F"/>
                </a:solidFill>
                <a:latin typeface="IBM Plex Sans"/>
                <a:ea typeface="Quattrocento Sans"/>
                <a:cs typeface="Quattrocento Sans"/>
                <a:sym typeface="Quattrocento Sans"/>
              </a:rPr>
              <a:t>, (8) </a:t>
            </a:r>
            <a:r>
              <a:rPr lang="en-US" sz="700" b="0" i="0" u="sng" strike="noStrike" cap="none" noProof="0">
                <a:solidFill>
                  <a:srgbClr val="7F7F7F"/>
                </a:solidFill>
                <a:latin typeface="IBM Plex Sans"/>
                <a:ea typeface="Quattrocento Sans"/>
                <a:cs typeface="Quattrocento Sans"/>
                <a:sym typeface="Quattrocento Sans"/>
                <a:hlinkClick r:id="rId10">
                  <a:extLst>
                    <a:ext uri="{A12FA001-AC4F-418D-AE19-62706E023703}">
                      <ahyp:hlinkClr xmlns:ahyp="http://schemas.microsoft.com/office/drawing/2018/hyperlinkcolor" val="tx"/>
                    </a:ext>
                  </a:extLst>
                </a:hlinkClick>
              </a:rPr>
              <a:t>Search Engine Land</a:t>
            </a:r>
            <a:r>
              <a:rPr lang="en-US" sz="700" b="0" i="0" u="none" strike="noStrike" cap="none" noProof="0">
                <a:solidFill>
                  <a:srgbClr val="7F7F7F"/>
                </a:solidFill>
                <a:latin typeface="IBM Plex Sans"/>
                <a:ea typeface="Quattrocento Sans"/>
                <a:cs typeface="Quattrocento Sans"/>
                <a:sym typeface="Quattrocento Sans"/>
              </a:rPr>
              <a:t>, (9) </a:t>
            </a:r>
            <a:r>
              <a:rPr lang="en-US" sz="700" b="0" i="0" u="sng" strike="noStrike" cap="none" noProof="0">
                <a:solidFill>
                  <a:srgbClr val="7F7F7F"/>
                </a:solidFill>
                <a:latin typeface="IBM Plex Sans"/>
                <a:ea typeface="Quattrocento Sans"/>
                <a:cs typeface="Quattrocento Sans"/>
                <a:sym typeface="Quattrocento Sans"/>
                <a:hlinkClick r:id="rId11">
                  <a:extLst>
                    <a:ext uri="{A12FA001-AC4F-418D-AE19-62706E023703}">
                      <ahyp:hlinkClr xmlns:ahyp="http://schemas.microsoft.com/office/drawing/2018/hyperlinkcolor" val="tx"/>
                    </a:ext>
                  </a:extLst>
                </a:hlinkClick>
              </a:rPr>
              <a:t>Digital Marketing Institute</a:t>
            </a:r>
            <a:r>
              <a:rPr lang="en-US" sz="700" b="0" i="0" u="none" strike="noStrike" cap="none" noProof="0">
                <a:solidFill>
                  <a:srgbClr val="7F7F7F"/>
                </a:solidFill>
                <a:latin typeface="IBM Plex Sans"/>
                <a:ea typeface="Quattrocento Sans"/>
                <a:cs typeface="Quattrocento Sans"/>
                <a:sym typeface="Quattrocento Sans"/>
              </a:rPr>
              <a:t> and </a:t>
            </a:r>
            <a:r>
              <a:rPr lang="en-US" sz="700" b="0" i="0" u="sng" strike="noStrike" cap="none" noProof="0" err="1">
                <a:solidFill>
                  <a:srgbClr val="7F7F7F"/>
                </a:solidFill>
                <a:latin typeface="IBM Plex Sans"/>
                <a:ea typeface="Quattrocento Sans"/>
                <a:cs typeface="Quattrocento Sans"/>
                <a:sym typeface="Quattrocento Sans"/>
                <a:hlinkClick r:id="rId12">
                  <a:extLst>
                    <a:ext uri="{A12FA001-AC4F-418D-AE19-62706E023703}">
                      <ahyp:hlinkClr xmlns:ahyp="http://schemas.microsoft.com/office/drawing/2018/hyperlinkcolor" val="tx"/>
                    </a:ext>
                  </a:extLst>
                </a:hlinkClick>
              </a:rPr>
              <a:t>EngageCoders</a:t>
            </a:r>
            <a:r>
              <a:rPr lang="en-US" sz="700" b="0" i="0" u="none" strike="noStrike" cap="none" noProof="0">
                <a:solidFill>
                  <a:srgbClr val="7F7F7F"/>
                </a:solidFill>
                <a:latin typeface="IBM Plex Sans"/>
                <a:ea typeface="Quattrocento Sans"/>
                <a:cs typeface="Quattrocento Sans"/>
                <a:sym typeface="Quattrocento Sans"/>
              </a:rPr>
              <a:t>, (10) </a:t>
            </a:r>
            <a:r>
              <a:rPr lang="en-US" sz="700" b="0" i="0" u="sng" strike="noStrike" cap="none" noProof="0">
                <a:solidFill>
                  <a:srgbClr val="7F7F7F"/>
                </a:solidFill>
                <a:latin typeface="IBM Plex Sans"/>
                <a:ea typeface="Quattrocento Sans"/>
                <a:cs typeface="Quattrocento Sans"/>
                <a:sym typeface="Quattrocento Sans"/>
                <a:hlinkClick r:id="rId13">
                  <a:extLst>
                    <a:ext uri="{A12FA001-AC4F-418D-AE19-62706E023703}">
                      <ahyp:hlinkClr xmlns:ahyp="http://schemas.microsoft.com/office/drawing/2018/hyperlinkcolor" val="tx"/>
                    </a:ext>
                  </a:extLst>
                </a:hlinkClick>
              </a:rPr>
              <a:t>Search Engine Journal</a:t>
            </a:r>
            <a:endParaRPr lang="en-US" sz="700" b="0" i="0" u="none" strike="noStrike" cap="none" noProof="0">
              <a:solidFill>
                <a:srgbClr val="7F7F7F"/>
              </a:solidFill>
              <a:latin typeface="IBM Plex Sans"/>
              <a:ea typeface="Quattrocento Sans"/>
              <a:cs typeface="Quattrocento Sans"/>
              <a:sym typeface="Quattrocento Sans"/>
              <a:hlinkClick r:id="rId13">
                <a:extLst>
                  <a:ext uri="{A12FA001-AC4F-418D-AE19-62706E023703}">
                    <ahyp:hlinkClr xmlns:ahyp="http://schemas.microsoft.com/office/drawing/2018/hyperlinkcolor" val="tx"/>
                  </a:ext>
                </a:extLst>
              </a:hlinkClick>
            </a:endParaRPr>
          </a:p>
        </p:txBody>
      </p:sp>
      <p:grpSp>
        <p:nvGrpSpPr>
          <p:cNvPr id="11" name="Group 10">
            <a:extLst>
              <a:ext uri="{FF2B5EF4-FFF2-40B4-BE49-F238E27FC236}">
                <a16:creationId xmlns:a16="http://schemas.microsoft.com/office/drawing/2014/main" id="{B79F0921-DD30-065B-DFB5-212FD3D8AE10}"/>
              </a:ext>
            </a:extLst>
          </p:cNvPr>
          <p:cNvGrpSpPr/>
          <p:nvPr/>
        </p:nvGrpSpPr>
        <p:grpSpPr>
          <a:xfrm>
            <a:off x="4456756" y="1421127"/>
            <a:ext cx="3365105" cy="4087575"/>
            <a:chOff x="4456756" y="1421127"/>
            <a:chExt cx="3365105" cy="4087575"/>
          </a:xfrm>
        </p:grpSpPr>
        <p:sp>
          <p:nvSpPr>
            <p:cNvPr id="1185" name="Google Shape;1185;g3b23322d595_2_246"/>
            <p:cNvSpPr txBox="1"/>
            <p:nvPr/>
          </p:nvSpPr>
          <p:spPr>
            <a:xfrm>
              <a:off x="4456756" y="2148114"/>
              <a:ext cx="3365105" cy="3360588"/>
            </a:xfrm>
            <a:prstGeom prst="rect">
              <a:avLst/>
            </a:prstGeom>
            <a:solidFill>
              <a:srgbClr val="F2F2F2"/>
            </a:solidFill>
            <a:ln>
              <a:noFill/>
            </a:ln>
          </p:spPr>
          <p:txBody>
            <a:bodyPr spcFirstLastPara="1" wrap="square" lIns="91425" tIns="90000" rIns="91425" bIns="45700" anchor="t" anchorCtr="0">
              <a:noAutofit/>
            </a:bodyPr>
            <a:lstStyle/>
            <a:p>
              <a:pPr marL="177800" lvl="0" indent="-177800">
                <a:spcAft>
                  <a:spcPts val="600"/>
                </a:spcAft>
                <a:buClr>
                  <a:schemeClr val="dk1"/>
                </a:buClr>
                <a:buSzPts val="1400"/>
                <a:buFont typeface="Arial"/>
                <a:buChar char="•"/>
              </a:pPr>
              <a:r>
                <a:rPr lang="en-US" b="1" noProof="0">
                  <a:solidFill>
                    <a:schemeClr val="dk1"/>
                  </a:solidFill>
                  <a:latin typeface="IBM Plex Sans"/>
                </a:rPr>
                <a:t>80% of users rely on zero-click AI </a:t>
              </a:r>
              <a:r>
                <a:rPr lang="en-US" noProof="0">
                  <a:solidFill>
                    <a:schemeClr val="dk1"/>
                  </a:solidFill>
                  <a:latin typeface="IBM Plex Sans"/>
                </a:rPr>
                <a:t>results in 40% of their searches</a:t>
              </a:r>
              <a:r>
                <a:rPr lang="en-US" baseline="30000" noProof="0">
                  <a:solidFill>
                    <a:schemeClr val="dk1"/>
                  </a:solidFill>
                  <a:latin typeface="IBM Plex Sans"/>
                </a:rPr>
                <a:t>1</a:t>
              </a:r>
            </a:p>
            <a:p>
              <a:pPr marL="177800" indent="-177800">
                <a:spcAft>
                  <a:spcPts val="600"/>
                </a:spcAft>
                <a:buClr>
                  <a:schemeClr val="dk1"/>
                </a:buClr>
                <a:buSzPts val="1400"/>
                <a:buFont typeface="Arial"/>
                <a:buChar char="•"/>
              </a:pPr>
              <a:r>
                <a:rPr lang="en-US" b="1" noProof="0">
                  <a:solidFill>
                    <a:schemeClr val="dk1"/>
                  </a:solidFill>
                  <a:latin typeface="IBM Plex Sans"/>
                  <a:ea typeface="IBM Plex Sans"/>
                  <a:cs typeface="IBM Plex Sans"/>
                  <a:sym typeface="IBM Plex Sans"/>
                </a:rPr>
                <a:t>AI Overviews absorb a larger share of informational intent</a:t>
              </a:r>
              <a:r>
                <a:rPr lang="en-US" noProof="0">
                  <a:solidFill>
                    <a:schemeClr val="dk1"/>
                  </a:solidFill>
                  <a:latin typeface="IBM Plex Sans"/>
                  <a:ea typeface="IBM Plex Sans"/>
                  <a:cs typeface="IBM Plex Sans"/>
                  <a:sym typeface="IBM Plex Sans"/>
                </a:rPr>
                <a:t>, reducing the need for immediate outbound clicks</a:t>
              </a:r>
            </a:p>
            <a:p>
              <a:pPr marL="177800" indent="-177800">
                <a:spcAft>
                  <a:spcPts val="600"/>
                </a:spcAft>
                <a:buClr>
                  <a:schemeClr val="dk1"/>
                </a:buClr>
                <a:buSzPts val="1400"/>
                <a:buFont typeface="Arial"/>
                <a:buChar char="•"/>
              </a:pPr>
              <a:r>
                <a:rPr lang="en-US" sz="1400" b="1" i="0" u="none" strike="noStrike" cap="none" noProof="0">
                  <a:solidFill>
                    <a:schemeClr val="dk1"/>
                  </a:solidFill>
                  <a:latin typeface="IBM Plex Sans"/>
                  <a:ea typeface="IBM Plex Sans"/>
                  <a:cs typeface="IBM Plex Sans"/>
                  <a:sym typeface="IBM Plex Sans"/>
                </a:rPr>
                <a:t>CTR declines reflect </a:t>
              </a:r>
              <a:r>
                <a:rPr lang="en-US" b="1" noProof="0">
                  <a:solidFill>
                    <a:schemeClr val="dk1"/>
                  </a:solidFill>
                  <a:latin typeface="IBM Plex Sans"/>
                  <a:ea typeface="IBM Plex Sans"/>
                  <a:cs typeface="IBM Plex Sans"/>
                  <a:sym typeface="IBM Plex Sans"/>
                </a:rPr>
                <a:t>a format</a:t>
              </a:r>
              <a:r>
                <a:rPr lang="en-US" sz="1400" b="1" i="0" u="none" strike="noStrike" cap="none" noProof="0">
                  <a:solidFill>
                    <a:schemeClr val="dk1"/>
                  </a:solidFill>
                  <a:latin typeface="IBM Plex Sans"/>
                  <a:ea typeface="IBM Plex Sans"/>
                  <a:cs typeface="IBM Plex Sans"/>
                  <a:sym typeface="IBM Plex Sans"/>
                </a:rPr>
                <a:t> </a:t>
              </a:r>
              <a:r>
                <a:rPr lang="en-US" b="1" noProof="0">
                  <a:solidFill>
                    <a:schemeClr val="dk1"/>
                  </a:solidFill>
                  <a:latin typeface="IBM Plex Sans"/>
                  <a:ea typeface="IBM Plex Sans"/>
                  <a:cs typeface="IBM Plex Sans"/>
                  <a:sym typeface="IBM Plex Sans"/>
                </a:rPr>
                <a:t>shift rather than a loss of user demand</a:t>
              </a:r>
              <a:r>
                <a:rPr lang="en-US" sz="1400" i="0" u="none" strike="noStrike" cap="none" noProof="0">
                  <a:solidFill>
                    <a:schemeClr val="dk1"/>
                  </a:solidFill>
                  <a:latin typeface="IBM Plex Sans"/>
                  <a:ea typeface="IBM Plex Sans"/>
                  <a:cs typeface="IBM Plex Sans"/>
                  <a:sym typeface="IBM Plex Sans"/>
                </a:rPr>
                <a:t>, enabling normalization as links and ads are reintroduced</a:t>
              </a:r>
              <a:endParaRPr lang="en-US" sz="1400" i="0" u="none" strike="noStrike" cap="none" noProof="0">
                <a:solidFill>
                  <a:schemeClr val="dk1"/>
                </a:solidFill>
                <a:latin typeface="IBM Plex Sans"/>
                <a:ea typeface="IBM Plex Sans"/>
                <a:cs typeface="IBM Plex Sans"/>
              </a:endParaRPr>
            </a:p>
            <a:p>
              <a:pPr marL="177800" marR="0" lvl="0" indent="-177800" algn="l" rtl="0">
                <a:lnSpc>
                  <a:spcPct val="100000"/>
                </a:lnSpc>
                <a:spcBef>
                  <a:spcPts val="0"/>
                </a:spcBef>
                <a:spcAft>
                  <a:spcPts val="0"/>
                </a:spcAft>
                <a:buClr>
                  <a:schemeClr val="dk1"/>
                </a:buClr>
                <a:buSzPts val="1400"/>
                <a:buFont typeface="Arial"/>
                <a:buChar char="•"/>
              </a:pPr>
              <a:endParaRPr lang="en-US" baseline="30000" noProof="0">
                <a:solidFill>
                  <a:schemeClr val="dk1"/>
                </a:solidFill>
                <a:latin typeface="IBM Plex Sans"/>
              </a:endParaRPr>
            </a:p>
            <a:p>
              <a:pPr marL="177800" marR="0" lvl="0" indent="-177800" algn="l" rtl="0">
                <a:lnSpc>
                  <a:spcPct val="100000"/>
                </a:lnSpc>
                <a:spcBef>
                  <a:spcPts val="0"/>
                </a:spcBef>
                <a:spcAft>
                  <a:spcPts val="0"/>
                </a:spcAft>
                <a:buClr>
                  <a:schemeClr val="dk1"/>
                </a:buClr>
                <a:buSzPts val="1400"/>
                <a:buFont typeface="Arial"/>
                <a:buChar char="•"/>
              </a:pPr>
              <a:endParaRPr lang="en-US" noProof="0">
                <a:solidFill>
                  <a:schemeClr val="dk1"/>
                </a:solidFill>
                <a:latin typeface="IBM Plex Sans"/>
              </a:endParaRPr>
            </a:p>
            <a:p>
              <a:pPr marL="177800" marR="0" lvl="0" indent="-177800" algn="l" rtl="0">
                <a:lnSpc>
                  <a:spcPct val="100000"/>
                </a:lnSpc>
                <a:spcBef>
                  <a:spcPts val="0"/>
                </a:spcBef>
                <a:spcAft>
                  <a:spcPts val="0"/>
                </a:spcAft>
                <a:buClr>
                  <a:schemeClr val="dk1"/>
                </a:buClr>
                <a:buSzPts val="1400"/>
                <a:buFont typeface="Arial"/>
                <a:buChar char="•"/>
              </a:pPr>
              <a:endParaRPr lang="en-US" sz="1800" b="0" i="0" u="none" strike="noStrike" cap="none" noProof="0">
                <a:solidFill>
                  <a:schemeClr val="dk1"/>
                </a:solidFill>
                <a:latin typeface="Arial"/>
                <a:ea typeface="Arial"/>
                <a:cs typeface="Arial"/>
                <a:sym typeface="Arial"/>
              </a:endParaRPr>
            </a:p>
          </p:txBody>
        </p:sp>
        <p:sp>
          <p:nvSpPr>
            <p:cNvPr id="1191" name="Google Shape;1191;g3b23322d595_2_246"/>
            <p:cNvSpPr/>
            <p:nvPr/>
          </p:nvSpPr>
          <p:spPr>
            <a:xfrm>
              <a:off x="4456756" y="1421127"/>
              <a:ext cx="3365105" cy="726987"/>
            </a:xfrm>
            <a:prstGeom prst="rect">
              <a:avLst/>
            </a:prstGeom>
            <a:solidFill>
              <a:srgbClr val="7030A0"/>
            </a:solidFill>
            <a:ln>
              <a:noFill/>
            </a:ln>
          </p:spPr>
          <p:txBody>
            <a:bodyPr spcFirstLastPara="1" wrap="square" lIns="91425" tIns="45700" rIns="91425" bIns="45700" anchor="ctr" anchorCtr="0">
              <a:noAutofit/>
            </a:bodyPr>
            <a:lstStyle/>
            <a:p>
              <a:pPr lvl="1">
                <a:buSzPts val="1600"/>
              </a:pPr>
              <a:r>
                <a:rPr lang="en-US" sz="1400" b="1" i="0" u="none" strike="noStrike" cap="none" noProof="0">
                  <a:solidFill>
                    <a:schemeClr val="lt1"/>
                  </a:solidFill>
                  <a:latin typeface="IBM Plex Sans"/>
                  <a:ea typeface="IBM Plex Sans"/>
                  <a:cs typeface="IBM Plex Sans"/>
                  <a:sym typeface="IBM Plex Sans"/>
                </a:rPr>
                <a:t>AI Overviews have increased </a:t>
              </a:r>
              <a:endParaRPr lang="en-US" b="1" noProof="0">
                <a:solidFill>
                  <a:schemeClr val="lt1"/>
                </a:solidFill>
                <a:ea typeface="IBM Plex Sans"/>
                <a:sym typeface="IBM Plex Sans"/>
              </a:endParaRPr>
            </a:p>
            <a:p>
              <a:pPr lvl="1">
                <a:buSzPts val="1600"/>
              </a:pPr>
              <a:r>
                <a:rPr lang="en-US" b="1" noProof="0">
                  <a:solidFill>
                    <a:schemeClr val="lt1"/>
                  </a:solidFill>
                  <a:latin typeface="IBM Plex Sans"/>
                  <a:ea typeface="IBM Plex Sans"/>
                  <a:cs typeface="IBM Plex Sans"/>
                  <a:sym typeface="IBM Plex Sans"/>
                </a:rPr>
                <a:t>zero-click behavior, causing a </a:t>
              </a:r>
              <a:endParaRPr lang="en-US" b="1" noProof="0">
                <a:solidFill>
                  <a:schemeClr val="lt1"/>
                </a:solidFill>
                <a:ea typeface="IBM Plex Sans"/>
                <a:sym typeface="IBM Plex Sans"/>
              </a:endParaRPr>
            </a:p>
            <a:p>
              <a:pPr lvl="1">
                <a:buSzPts val="1600"/>
              </a:pPr>
              <a:r>
                <a:rPr lang="en-US" b="1" noProof="0">
                  <a:solidFill>
                    <a:schemeClr val="lt1"/>
                  </a:solidFill>
                  <a:latin typeface="IBM Plex Sans"/>
                  <a:ea typeface="IBM Plex Sans"/>
                  <a:cs typeface="IBM Plex Sans"/>
                  <a:sym typeface="IBM Plex Sans"/>
                </a:rPr>
                <a:t>short-term decline </a:t>
              </a:r>
              <a:r>
                <a:rPr lang="en-US" sz="1400" b="1" i="0" u="none" strike="noStrike" cap="none" noProof="0">
                  <a:solidFill>
                    <a:schemeClr val="lt1"/>
                  </a:solidFill>
                  <a:latin typeface="IBM Plex Sans"/>
                  <a:ea typeface="IBM Plex Sans"/>
                  <a:cs typeface="IBM Plex Sans"/>
                  <a:sym typeface="IBM Plex Sans"/>
                </a:rPr>
                <a:t>in CTR</a:t>
              </a:r>
              <a:endParaRPr lang="en-US" b="1" i="0" u="none" strike="noStrike" cap="none" noProof="0">
                <a:solidFill>
                  <a:schemeClr val="lt1"/>
                </a:solidFill>
                <a:latin typeface="IBM Plex Sans"/>
              </a:endParaRPr>
            </a:p>
          </p:txBody>
        </p:sp>
      </p:grpSp>
      <p:pic>
        <p:nvPicPr>
          <p:cNvPr id="1192" name="Google Shape;1192;g3b23322d595_2_246" descr="Ícone  O conteúdo gerado por IA pode estar incorreto."/>
          <p:cNvPicPr preferRelativeResize="0"/>
          <p:nvPr/>
        </p:nvPicPr>
        <p:blipFill rotWithShape="1">
          <a:blip r:embed="rId14">
            <a:alphaModFix/>
          </a:blip>
          <a:srcRect/>
          <a:stretch/>
        </p:blipFill>
        <p:spPr>
          <a:xfrm>
            <a:off x="7284826" y="1519819"/>
            <a:ext cx="529605" cy="529605"/>
          </a:xfrm>
          <a:prstGeom prst="rect">
            <a:avLst/>
          </a:prstGeom>
          <a:noFill/>
          <a:ln>
            <a:noFill/>
          </a:ln>
        </p:spPr>
      </p:pic>
      <p:grpSp>
        <p:nvGrpSpPr>
          <p:cNvPr id="12" name="Group 11">
            <a:extLst>
              <a:ext uri="{FF2B5EF4-FFF2-40B4-BE49-F238E27FC236}">
                <a16:creationId xmlns:a16="http://schemas.microsoft.com/office/drawing/2014/main" id="{40C5EDEC-E734-E3B8-2366-A22DFAE15370}"/>
              </a:ext>
            </a:extLst>
          </p:cNvPr>
          <p:cNvGrpSpPr/>
          <p:nvPr/>
        </p:nvGrpSpPr>
        <p:grpSpPr>
          <a:xfrm>
            <a:off x="8270697" y="1421127"/>
            <a:ext cx="3365105" cy="4087575"/>
            <a:chOff x="8270697" y="1421127"/>
            <a:chExt cx="3365105" cy="4087575"/>
          </a:xfrm>
        </p:grpSpPr>
        <p:sp>
          <p:nvSpPr>
            <p:cNvPr id="1183" name="Google Shape;1183;g3b23322d595_2_246"/>
            <p:cNvSpPr txBox="1"/>
            <p:nvPr/>
          </p:nvSpPr>
          <p:spPr>
            <a:xfrm>
              <a:off x="8270697" y="2148114"/>
              <a:ext cx="3365105" cy="3360588"/>
            </a:xfrm>
            <a:prstGeom prst="rect">
              <a:avLst/>
            </a:prstGeom>
            <a:solidFill>
              <a:srgbClr val="F2F2F2"/>
            </a:solidFill>
            <a:ln>
              <a:noFill/>
            </a:ln>
          </p:spPr>
          <p:txBody>
            <a:bodyPr spcFirstLastPara="1" wrap="square" lIns="91425" tIns="90000" rIns="91425" bIns="45700" anchor="t" anchorCtr="0">
              <a:noAutofit/>
            </a:bodyPr>
            <a:lstStyle/>
            <a:p>
              <a:pPr marL="177800" indent="-177800">
                <a:spcAft>
                  <a:spcPts val="600"/>
                </a:spcAft>
                <a:buClr>
                  <a:schemeClr val="dk1"/>
                </a:buClr>
                <a:buSzPts val="1400"/>
                <a:buFont typeface="Arial"/>
                <a:buChar char="•"/>
              </a:pPr>
              <a:r>
                <a:rPr lang="en-US" b="1" noProof="0">
                  <a:solidFill>
                    <a:schemeClr val="tx1"/>
                  </a:solidFill>
                  <a:latin typeface="IBM Plex Sans"/>
                  <a:ea typeface="IBM Plex Sans"/>
                  <a:cs typeface="IBM Plex Sans"/>
                  <a:sym typeface="IBM Plex Sans"/>
                </a:rPr>
                <a:t>AI overviews adapt to protect revenue by </a:t>
              </a:r>
              <a:r>
                <a:rPr lang="en-US" noProof="0">
                  <a:solidFill>
                    <a:schemeClr val="tx1"/>
                  </a:solidFill>
                  <a:latin typeface="IBM Plex Sans"/>
                  <a:ea typeface="IBM Plex Sans"/>
                  <a:cs typeface="IBM Plex Sans"/>
                  <a:sym typeface="IBM Plex Sans"/>
                </a:rPr>
                <a:t>reintroducing blue links and paid placements, partially reversing the CTR impact</a:t>
              </a:r>
              <a:endParaRPr lang="en-US" b="1" noProof="0">
                <a:solidFill>
                  <a:schemeClr val="tx1"/>
                </a:solidFill>
                <a:latin typeface="IBM Plex Sans"/>
                <a:ea typeface="IBM Plex Sans"/>
                <a:cs typeface="IBM Plex Sans"/>
                <a:sym typeface="IBM Plex Sans"/>
              </a:endParaRPr>
            </a:p>
            <a:p>
              <a:pPr marL="177800" indent="-177800">
                <a:spcAft>
                  <a:spcPts val="600"/>
                </a:spcAft>
                <a:buClr>
                  <a:schemeClr val="dk1"/>
                </a:buClr>
                <a:buSzPts val="1400"/>
                <a:buFont typeface="Arial"/>
                <a:buChar char="•"/>
              </a:pPr>
              <a:r>
                <a:rPr lang="en-US" b="1" noProof="0">
                  <a:solidFill>
                    <a:schemeClr val="tx1"/>
                  </a:solidFill>
                  <a:latin typeface="IBM Plex Sans"/>
                  <a:ea typeface="IBM Plex Sans"/>
                  <a:cs typeface="IBM Plex Sans"/>
                  <a:sym typeface="IBM Plex Sans"/>
                </a:rPr>
                <a:t>CPC increased</a:t>
              </a:r>
              <a:r>
                <a:rPr lang="en-US" noProof="0">
                  <a:solidFill>
                    <a:schemeClr val="tx1"/>
                  </a:solidFill>
                  <a:latin typeface="IBM Plex Sans"/>
                  <a:ea typeface="IBM Plex Sans"/>
                  <a:cs typeface="IBM Plex Sans"/>
                  <a:sym typeface="IBM Plex Sans"/>
                </a:rPr>
                <a:t>, </a:t>
              </a:r>
              <a:r>
                <a:rPr lang="en-US" sz="1400" b="0" i="0" u="none" strike="noStrike" cap="none" noProof="0">
                  <a:solidFill>
                    <a:schemeClr val="tx1"/>
                  </a:solidFill>
                  <a:latin typeface="IBM Plex Sans"/>
                  <a:ea typeface="IBM Plex Sans"/>
                  <a:cs typeface="IBM Plex Sans"/>
                  <a:sym typeface="IBM Plex Sans"/>
                </a:rPr>
                <a:t>reflecting reduced ad space and search </a:t>
              </a:r>
              <a:r>
                <a:rPr lang="en-US" noProof="0">
                  <a:solidFill>
                    <a:schemeClr val="tx1"/>
                  </a:solidFill>
                  <a:latin typeface="IBM Plex Sans"/>
                  <a:ea typeface="IBM Plex Sans"/>
                  <a:cs typeface="IBM Plex Sans"/>
                  <a:sym typeface="IBM Plex Sans"/>
                </a:rPr>
                <a:t>engines’</a:t>
              </a:r>
              <a:r>
                <a:rPr lang="en-US" sz="1400" b="0" i="0" u="none" strike="noStrike" cap="none" noProof="0">
                  <a:solidFill>
                    <a:schemeClr val="tx1"/>
                  </a:solidFill>
                  <a:latin typeface="IBM Plex Sans"/>
                  <a:ea typeface="IBM Plex Sans"/>
                  <a:cs typeface="IBM Plex Sans"/>
                  <a:sym typeface="IBM Plex Sans"/>
                </a:rPr>
                <a:t> efforts to maintain revenue</a:t>
              </a:r>
              <a:endParaRPr lang="en-US" sz="1400" b="0" i="0" u="none" strike="noStrike" cap="none" noProof="0">
                <a:solidFill>
                  <a:schemeClr val="tx1"/>
                </a:solidFill>
                <a:latin typeface="IBM Plex Sans"/>
                <a:ea typeface="IBM Plex Sans"/>
                <a:cs typeface="IBM Plex Sans"/>
              </a:endParaRPr>
            </a:p>
            <a:p>
              <a:pPr marL="177800" indent="-177800">
                <a:spcAft>
                  <a:spcPts val="600"/>
                </a:spcAft>
                <a:buClr>
                  <a:schemeClr val="dk1"/>
                </a:buClr>
                <a:buSzPts val="1400"/>
                <a:buFont typeface="Arial"/>
                <a:buChar char="•"/>
              </a:pPr>
              <a:r>
                <a:rPr lang="en-US" b="1" noProof="0">
                  <a:solidFill>
                    <a:schemeClr val="tx1"/>
                  </a:solidFill>
                  <a:latin typeface="IBM Plex Sans" panose="020B0503050203000203" pitchFamily="34" charset="0"/>
                </a:rPr>
                <a:t>AI Max expands ad matching </a:t>
              </a:r>
              <a:r>
                <a:rPr lang="en-US" noProof="0">
                  <a:solidFill>
                    <a:schemeClr val="tx1"/>
                  </a:solidFill>
                  <a:latin typeface="IBM Plex Sans" panose="020B0503050203000203" pitchFamily="34" charset="0"/>
                </a:rPr>
                <a:t>to more queries</a:t>
              </a:r>
              <a:r>
                <a:rPr lang="en-US" b="1" noProof="0">
                  <a:solidFill>
                    <a:schemeClr val="tx1"/>
                  </a:solidFill>
                  <a:latin typeface="IBM Plex Sans" panose="020B0503050203000203" pitchFamily="34" charset="0"/>
                </a:rPr>
                <a:t>,  improving price realization</a:t>
              </a:r>
              <a:endParaRPr lang="en-US" noProof="0">
                <a:solidFill>
                  <a:schemeClr val="tx1"/>
                </a:solidFill>
                <a:latin typeface="IBM Plex Sans" panose="020B0503050203000203" pitchFamily="34" charset="0"/>
              </a:endParaRPr>
            </a:p>
          </p:txBody>
        </p:sp>
        <p:sp>
          <p:nvSpPr>
            <p:cNvPr id="1194" name="Google Shape;1194;g3b23322d595_2_246"/>
            <p:cNvSpPr/>
            <p:nvPr/>
          </p:nvSpPr>
          <p:spPr>
            <a:xfrm>
              <a:off x="8270697" y="1421127"/>
              <a:ext cx="3365105" cy="726987"/>
            </a:xfrm>
            <a:prstGeom prst="rect">
              <a:avLst/>
            </a:prstGeom>
            <a:solidFill>
              <a:srgbClr val="7030A0"/>
            </a:solidFill>
            <a:ln>
              <a:noFill/>
            </a:ln>
          </p:spPr>
          <p:txBody>
            <a:bodyPr spcFirstLastPara="1" wrap="square" lIns="91425" tIns="45700" rIns="91425" bIns="45700" anchor="ctr" anchorCtr="0">
              <a:noAutofit/>
            </a:bodyPr>
            <a:lstStyle/>
            <a:p>
              <a:pPr marL="0" marR="0" lvl="1" indent="0" algn="l"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Search engines adapt </a:t>
              </a:r>
              <a:endParaRPr lang="en-US" sz="1800" b="0" i="0" u="none" strike="noStrike" cap="none" noProof="0">
                <a:solidFill>
                  <a:schemeClr val="dk1"/>
                </a:solidFill>
                <a:latin typeface="Arial"/>
                <a:ea typeface="Arial"/>
                <a:cs typeface="Arial"/>
                <a:sym typeface="Arial"/>
              </a:endParaRPr>
            </a:p>
            <a:p>
              <a:pPr marL="0" marR="0" lvl="1" indent="0" algn="l"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to protect revenue </a:t>
              </a:r>
              <a:endParaRPr lang="en-US" sz="1800" b="0" i="0" u="none" strike="noStrike" cap="none" noProof="0">
                <a:solidFill>
                  <a:schemeClr val="dk1"/>
                </a:solidFill>
                <a:latin typeface="Arial"/>
                <a:ea typeface="Arial"/>
                <a:cs typeface="Arial"/>
                <a:sym typeface="Arial"/>
              </a:endParaRPr>
            </a:p>
          </p:txBody>
        </p:sp>
      </p:grpSp>
      <p:pic>
        <p:nvPicPr>
          <p:cNvPr id="1195" name="Google Shape;1195;g3b23322d595_2_246" descr="Ícone  O conteúdo gerado por IA pode estar incorreto."/>
          <p:cNvPicPr preferRelativeResize="0"/>
          <p:nvPr/>
        </p:nvPicPr>
        <p:blipFill rotWithShape="1">
          <a:blip r:embed="rId15">
            <a:alphaModFix/>
          </a:blip>
          <a:srcRect/>
          <a:stretch/>
        </p:blipFill>
        <p:spPr>
          <a:xfrm>
            <a:off x="11123065" y="1567674"/>
            <a:ext cx="433892" cy="433892"/>
          </a:xfrm>
          <a:prstGeom prst="rect">
            <a:avLst/>
          </a:prstGeom>
          <a:noFill/>
          <a:ln>
            <a:noFill/>
          </a:ln>
        </p:spPr>
      </p:pic>
      <p:grpSp>
        <p:nvGrpSpPr>
          <p:cNvPr id="10" name="Group 9">
            <a:extLst>
              <a:ext uri="{FF2B5EF4-FFF2-40B4-BE49-F238E27FC236}">
                <a16:creationId xmlns:a16="http://schemas.microsoft.com/office/drawing/2014/main" id="{459C0782-DCE1-1544-BBD0-43E78642E860}"/>
              </a:ext>
            </a:extLst>
          </p:cNvPr>
          <p:cNvGrpSpPr/>
          <p:nvPr/>
        </p:nvGrpSpPr>
        <p:grpSpPr>
          <a:xfrm>
            <a:off x="483851" y="1421127"/>
            <a:ext cx="3365105" cy="4087575"/>
            <a:chOff x="483851" y="1421127"/>
            <a:chExt cx="3365105" cy="4087575"/>
          </a:xfrm>
        </p:grpSpPr>
        <p:sp>
          <p:nvSpPr>
            <p:cNvPr id="1184" name="Google Shape;1184;g3b23322d595_2_246"/>
            <p:cNvSpPr txBox="1"/>
            <p:nvPr/>
          </p:nvSpPr>
          <p:spPr>
            <a:xfrm>
              <a:off x="483851" y="2148114"/>
              <a:ext cx="3365105" cy="3360588"/>
            </a:xfrm>
            <a:prstGeom prst="rect">
              <a:avLst/>
            </a:prstGeom>
            <a:solidFill>
              <a:srgbClr val="F2F2F2"/>
            </a:solidFill>
            <a:ln>
              <a:noFill/>
            </a:ln>
          </p:spPr>
          <p:txBody>
            <a:bodyPr spcFirstLastPara="1" wrap="square" lIns="91425" tIns="90000" rIns="91425" bIns="45700" anchor="t" anchorCtr="0">
              <a:noAutofit/>
            </a:bodyPr>
            <a:lstStyle/>
            <a:p>
              <a:pPr marL="177800" indent="-177800">
                <a:spcAft>
                  <a:spcPts val="600"/>
                </a:spcAft>
                <a:buClr>
                  <a:schemeClr val="dk1"/>
                </a:buClr>
                <a:buSzPts val="1400"/>
                <a:buFont typeface="Arial"/>
                <a:buChar char="•"/>
              </a:pPr>
              <a:r>
                <a:rPr lang="en-US" noProof="0">
                  <a:solidFill>
                    <a:schemeClr val="dk1"/>
                  </a:solidFill>
                  <a:latin typeface="IBM Plex Sans"/>
                  <a:ea typeface="IBM Plex Sans"/>
                  <a:cs typeface="IBM Plex Sans"/>
                  <a:sym typeface="IBM Plex Sans"/>
                </a:rPr>
                <a:t>Google </a:t>
              </a:r>
              <a:r>
                <a:rPr lang="en-US" b="1" noProof="0">
                  <a:solidFill>
                    <a:schemeClr val="dk1"/>
                  </a:solidFill>
                  <a:latin typeface="IBM Plex Sans"/>
                  <a:ea typeface="IBM Plex Sans"/>
                  <a:cs typeface="IBM Plex Sans"/>
                  <a:sym typeface="IBM Plex Sans"/>
                </a:rPr>
                <a:t>queries and revenue (~+15%) continue to grow YoY</a:t>
              </a:r>
              <a:r>
                <a:rPr lang="en-US" b="1" baseline="30000" noProof="0">
                  <a:solidFill>
                    <a:schemeClr val="dk1"/>
                  </a:solidFill>
                  <a:latin typeface="IBM Plex Sans"/>
                  <a:ea typeface="IBM Plex Sans"/>
                  <a:cs typeface="IBM Plex Sans"/>
                  <a:sym typeface="IBM Plex Sans"/>
                </a:rPr>
                <a:t>4</a:t>
              </a:r>
              <a:r>
                <a:rPr lang="en-US" noProof="0">
                  <a:solidFill>
                    <a:schemeClr val="dk1"/>
                  </a:solidFill>
                  <a:latin typeface="IBM Plex Sans"/>
                  <a:ea typeface="IBM Plex Sans"/>
                  <a:cs typeface="IBM Plex Sans"/>
                  <a:sym typeface="IBM Plex Sans"/>
                </a:rPr>
                <a:t>, in line with historical trends</a:t>
              </a:r>
              <a:endParaRPr lang="en-US" baseline="30000" noProof="0">
                <a:solidFill>
                  <a:schemeClr val="dk1"/>
                </a:solidFill>
                <a:latin typeface="IBM Plex Sans"/>
                <a:ea typeface="IBM Plex Sans"/>
                <a:cs typeface="IBM Plex Sans"/>
                <a:sym typeface="IBM Plex Sans"/>
              </a:endParaRPr>
            </a:p>
            <a:p>
              <a:pPr marL="177800" indent="-177800">
                <a:spcAft>
                  <a:spcPts val="600"/>
                </a:spcAft>
                <a:buClr>
                  <a:schemeClr val="dk1"/>
                </a:buClr>
                <a:buSzPts val="1400"/>
                <a:buFont typeface="Arial"/>
                <a:buChar char="•"/>
              </a:pPr>
              <a:r>
                <a:rPr lang="en-US" sz="1400" b="1" i="0" u="none" strike="noStrike" cap="none" noProof="0">
                  <a:solidFill>
                    <a:schemeClr val="dk1"/>
                  </a:solidFill>
                  <a:latin typeface="IBM Plex Sans"/>
                  <a:ea typeface="IBM Plex Sans"/>
                  <a:cs typeface="IBM Plex Sans"/>
                  <a:sym typeface="IBM Plex Sans"/>
                </a:rPr>
                <a:t>Users </a:t>
              </a:r>
              <a:r>
                <a:rPr lang="en-US" b="1" noProof="0">
                  <a:solidFill>
                    <a:schemeClr val="dk1"/>
                  </a:solidFill>
                  <a:latin typeface="IBM Plex Sans"/>
                  <a:ea typeface="IBM Plex Sans"/>
                  <a:cs typeface="IBM Plex Sans"/>
                  <a:sym typeface="IBM Plex Sans"/>
                </a:rPr>
                <a:t>increasingly combine</a:t>
              </a:r>
              <a:r>
                <a:rPr lang="en-US" sz="1400" b="1" i="0" u="none" strike="noStrike" cap="none" noProof="0">
                  <a:solidFill>
                    <a:schemeClr val="dk1"/>
                  </a:solidFill>
                  <a:latin typeface="IBM Plex Sans"/>
                  <a:ea typeface="IBM Plex Sans"/>
                  <a:cs typeface="IBM Plex Sans"/>
                  <a:sym typeface="IBM Plex Sans"/>
                </a:rPr>
                <a:t> Google</a:t>
              </a:r>
              <a:r>
                <a:rPr lang="en-US" b="1" noProof="0">
                  <a:solidFill>
                    <a:schemeClr val="dk1"/>
                  </a:solidFill>
                  <a:latin typeface="IBM Plex Sans"/>
                  <a:ea typeface="IBM Plex Sans"/>
                  <a:cs typeface="IBM Plex Sans"/>
                  <a:sym typeface="IBM Plex Sans"/>
                </a:rPr>
                <a:t>,</a:t>
              </a:r>
              <a:r>
                <a:rPr lang="en-US" sz="1400" b="1" i="0" u="none" strike="noStrike" cap="none" noProof="0">
                  <a:solidFill>
                    <a:schemeClr val="dk1"/>
                  </a:solidFill>
                  <a:latin typeface="IBM Plex Sans"/>
                  <a:ea typeface="IBM Plex Sans"/>
                  <a:cs typeface="IBM Plex Sans"/>
                  <a:sym typeface="IBM Plex Sans"/>
                </a:rPr>
                <a:t> AI tools</a:t>
              </a:r>
              <a:r>
                <a:rPr lang="en-US" b="1" noProof="0">
                  <a:solidFill>
                    <a:schemeClr val="dk1"/>
                  </a:solidFill>
                  <a:latin typeface="IBM Plex Sans"/>
                  <a:ea typeface="IBM Plex Sans"/>
                  <a:cs typeface="IBM Plex Sans"/>
                  <a:sym typeface="IBM Plex Sans"/>
                </a:rPr>
                <a:t>,</a:t>
              </a:r>
              <a:r>
                <a:rPr lang="en-US" sz="1400" b="1" i="0" u="none" strike="noStrike" cap="none" noProof="0">
                  <a:solidFill>
                    <a:schemeClr val="dk1"/>
                  </a:solidFill>
                  <a:latin typeface="IBM Plex Sans"/>
                  <a:ea typeface="IBM Plex Sans"/>
                  <a:cs typeface="IBM Plex Sans"/>
                  <a:sym typeface="IBM Plex Sans"/>
                </a:rPr>
                <a:t> </a:t>
              </a:r>
              <a:r>
                <a:rPr lang="en-US" b="1" noProof="0">
                  <a:solidFill>
                    <a:schemeClr val="dk1"/>
                  </a:solidFill>
                  <a:latin typeface="IBM Plex Sans"/>
                  <a:ea typeface="IBM Plex Sans"/>
                  <a:cs typeface="IBM Plex Sans"/>
                  <a:sym typeface="IBM Plex Sans"/>
                </a:rPr>
                <a:t>and social</a:t>
              </a:r>
              <a:r>
                <a:rPr lang="en-US" sz="1400" b="1" i="0" u="none" strike="noStrike" cap="none" noProof="0">
                  <a:solidFill>
                    <a:schemeClr val="dk1"/>
                  </a:solidFill>
                  <a:latin typeface="IBM Plex Sans"/>
                  <a:ea typeface="IBM Plex Sans"/>
                  <a:cs typeface="IBM Plex Sans"/>
                  <a:sym typeface="IBM Plex Sans"/>
                </a:rPr>
                <a:t> </a:t>
              </a:r>
              <a:r>
                <a:rPr lang="en-US" b="1" noProof="0">
                  <a:solidFill>
                    <a:schemeClr val="dk1"/>
                  </a:solidFill>
                  <a:latin typeface="IBM Plex Sans"/>
                  <a:ea typeface="IBM Plex Sans"/>
                  <a:cs typeface="IBM Plex Sans"/>
                  <a:sym typeface="IBM Plex Sans"/>
                </a:rPr>
                <a:t>search</a:t>
              </a:r>
              <a:r>
                <a:rPr lang="en-US" baseline="30000" noProof="0">
                  <a:solidFill>
                    <a:schemeClr val="dk1"/>
                  </a:solidFill>
                  <a:latin typeface="IBM Plex Sans"/>
                  <a:ea typeface="IBM Plex Sans"/>
                  <a:cs typeface="IBM Plex Sans"/>
                  <a:sym typeface="IBM Plex Sans"/>
                </a:rPr>
                <a:t>5,11</a:t>
              </a:r>
              <a:r>
                <a:rPr lang="en-US" noProof="0">
                  <a:solidFill>
                    <a:schemeClr val="dk1"/>
                  </a:solidFill>
                  <a:latin typeface="IBM Plex Sans"/>
                  <a:ea typeface="IBM Plex Sans"/>
                  <a:sym typeface="IBM Plex Sans"/>
                </a:rPr>
                <a:t>,</a:t>
              </a:r>
              <a:r>
                <a:rPr lang="en-US" noProof="0">
                  <a:solidFill>
                    <a:schemeClr val="dk1"/>
                  </a:solidFill>
                  <a:latin typeface="IBM Plex Sans"/>
                  <a:sym typeface="IBM Plex Sans"/>
                </a:rPr>
                <a:t> AI search grows without replacing traditional search</a:t>
              </a:r>
              <a:r>
                <a:rPr lang="en-US" baseline="30000" noProof="0">
                  <a:solidFill>
                    <a:schemeClr val="dk1"/>
                  </a:solidFill>
                  <a:latin typeface="IBM Plex Sans"/>
                  <a:sym typeface="IBM Plex Sans"/>
                </a:rPr>
                <a:t>6</a:t>
              </a:r>
              <a:endParaRPr lang="en-US" noProof="0">
                <a:solidFill>
                  <a:schemeClr val="dk1"/>
                </a:solidFill>
                <a:latin typeface="IBM Plex Sans"/>
              </a:endParaRPr>
            </a:p>
            <a:p>
              <a:pPr marL="177800" indent="-177800">
                <a:spcBef>
                  <a:spcPts val="600"/>
                </a:spcBef>
                <a:buClr>
                  <a:schemeClr val="dk1"/>
                </a:buClr>
                <a:buSzPts val="1400"/>
                <a:buFont typeface="Arial"/>
                <a:buChar char="•"/>
              </a:pPr>
              <a:r>
                <a:rPr lang="en-US" noProof="0">
                  <a:solidFill>
                    <a:schemeClr val="dk1"/>
                  </a:solidFill>
                  <a:latin typeface="IBM Plex Sans"/>
                  <a:ea typeface="IBM Plex Sans"/>
                  <a:cs typeface="IBM Plex Sans"/>
                  <a:sym typeface="IBM Plex Sans"/>
                </a:rPr>
                <a:t>The discovery</a:t>
              </a:r>
              <a:r>
                <a:rPr lang="en-US" sz="1400" b="0" i="0" u="none" strike="noStrike" cap="none" noProof="0">
                  <a:solidFill>
                    <a:schemeClr val="dk1"/>
                  </a:solidFill>
                  <a:latin typeface="IBM Plex Sans"/>
                  <a:ea typeface="IBM Plex Sans"/>
                  <a:cs typeface="IBM Plex Sans"/>
                  <a:sym typeface="IBM Plex Sans"/>
                </a:rPr>
                <a:t> journey </a:t>
              </a:r>
              <a:r>
                <a:rPr lang="en-US" noProof="0">
                  <a:solidFill>
                    <a:schemeClr val="dk1"/>
                  </a:solidFill>
                  <a:latin typeface="IBM Plex Sans"/>
                  <a:ea typeface="IBM Plex Sans"/>
                  <a:cs typeface="IBM Plex Sans"/>
                  <a:sym typeface="IBM Plex Sans"/>
                </a:rPr>
                <a:t>is fragmented</a:t>
              </a:r>
              <a:r>
                <a:rPr lang="en-US" sz="1400" b="0" i="0" u="none" strike="noStrike" cap="none" noProof="0">
                  <a:solidFill>
                    <a:schemeClr val="dk1"/>
                  </a:solidFill>
                  <a:latin typeface="IBM Plex Sans"/>
                  <a:ea typeface="IBM Plex Sans"/>
                  <a:cs typeface="IBM Plex Sans"/>
                  <a:sym typeface="IBM Plex Sans"/>
                </a:rPr>
                <a:t> across many surfaces and tools</a:t>
              </a:r>
              <a:r>
                <a:rPr lang="en-US" sz="1400" b="0" i="0" u="none" strike="noStrike" cap="none" baseline="30000" noProof="0">
                  <a:solidFill>
                    <a:schemeClr val="dk1"/>
                  </a:solidFill>
                  <a:latin typeface="IBM Plex Sans"/>
                  <a:ea typeface="IBM Plex Sans"/>
                  <a:cs typeface="IBM Plex Sans"/>
                  <a:sym typeface="IBM Plex Sans"/>
                </a:rPr>
                <a:t>7</a:t>
              </a:r>
              <a:endParaRPr lang="en-US" sz="1800" b="0" i="0" u="none" strike="noStrike" cap="none" noProof="0">
                <a:solidFill>
                  <a:schemeClr val="dk1"/>
                </a:solidFill>
                <a:latin typeface="Arial"/>
                <a:ea typeface="Arial"/>
                <a:cs typeface="Arial"/>
                <a:sym typeface="Arial"/>
              </a:endParaRPr>
            </a:p>
          </p:txBody>
        </p:sp>
        <p:sp>
          <p:nvSpPr>
            <p:cNvPr id="1197" name="Google Shape;1197;g3b23322d595_2_246"/>
            <p:cNvSpPr/>
            <p:nvPr/>
          </p:nvSpPr>
          <p:spPr>
            <a:xfrm>
              <a:off x="483851" y="1421127"/>
              <a:ext cx="3365105" cy="726987"/>
            </a:xfrm>
            <a:prstGeom prst="rect">
              <a:avLst/>
            </a:prstGeom>
            <a:solidFill>
              <a:srgbClr val="7030A0"/>
            </a:solidFill>
            <a:ln>
              <a:noFill/>
            </a:ln>
          </p:spPr>
          <p:txBody>
            <a:bodyPr spcFirstLastPara="1" wrap="square" lIns="91425" tIns="45700" rIns="91425" bIns="45700" anchor="ctr" anchorCtr="0">
              <a:noAutofit/>
            </a:bodyPr>
            <a:lstStyle/>
            <a:p>
              <a:pPr marL="0" marR="0" lvl="1" indent="0" algn="l"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AI search is additive</a:t>
              </a:r>
              <a:r>
                <a:rPr lang="en-US" b="1" noProof="0">
                  <a:solidFill>
                    <a:schemeClr val="lt1"/>
                  </a:solidFill>
                  <a:latin typeface="IBM Plex Sans"/>
                  <a:ea typeface="IBM Plex Sans"/>
                  <a:cs typeface="IBM Plex Sans"/>
                  <a:sym typeface="IBM Plex Sans"/>
                </a:rPr>
                <a:t>,</a:t>
              </a:r>
              <a:r>
                <a:rPr lang="en-US" sz="1400" b="1" i="0" u="none" strike="noStrike" cap="none" noProof="0">
                  <a:solidFill>
                    <a:schemeClr val="lt1"/>
                  </a:solidFill>
                  <a:latin typeface="IBM Plex Sans"/>
                  <a:ea typeface="IBM Plex Sans"/>
                  <a:cs typeface="IBM Plex Sans"/>
                  <a:sym typeface="IBM Plex Sans"/>
                </a:rPr>
                <a:t> </a:t>
              </a:r>
              <a:endParaRPr lang="en-US" sz="1800" b="0" i="0" u="none" strike="noStrike" cap="none" noProof="0">
                <a:solidFill>
                  <a:schemeClr val="lt1"/>
                </a:solidFill>
                <a:latin typeface="Arial"/>
                <a:ea typeface="Arial"/>
                <a:cs typeface="Arial"/>
                <a:sym typeface="Arial"/>
              </a:endParaRPr>
            </a:p>
            <a:p>
              <a:pPr marL="0" marR="0" lvl="1" indent="0" algn="l"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not substitutive</a:t>
              </a:r>
              <a:endParaRPr lang="en-US" sz="1800" b="0" i="0" u="none" strike="noStrike" cap="none" noProof="0">
                <a:solidFill>
                  <a:schemeClr val="dk1"/>
                </a:solidFill>
                <a:latin typeface="Arial"/>
                <a:ea typeface="Arial"/>
                <a:cs typeface="Arial"/>
                <a:sym typeface="Arial"/>
              </a:endParaRPr>
            </a:p>
          </p:txBody>
        </p:sp>
      </p:grpSp>
      <p:pic>
        <p:nvPicPr>
          <p:cNvPr id="1198" name="Google Shape;1198;g3b23322d595_2_246" descr="Ícone  O conteúdo gerado por IA pode estar incorreto."/>
          <p:cNvPicPr preferRelativeResize="0"/>
          <p:nvPr/>
        </p:nvPicPr>
        <p:blipFill rotWithShape="1">
          <a:blip r:embed="rId16">
            <a:alphaModFix/>
          </a:blip>
          <a:srcRect/>
          <a:stretch/>
        </p:blipFill>
        <p:spPr>
          <a:xfrm>
            <a:off x="2748877" y="1585272"/>
            <a:ext cx="398698" cy="398698"/>
          </a:xfrm>
          <a:prstGeom prst="rect">
            <a:avLst/>
          </a:prstGeom>
          <a:noFill/>
          <a:ln>
            <a:noFill/>
          </a:ln>
        </p:spPr>
      </p:pic>
      <p:sp>
        <p:nvSpPr>
          <p:cNvPr id="3" name="CaixaDeTexto 2">
            <a:extLst>
              <a:ext uri="{FF2B5EF4-FFF2-40B4-BE49-F238E27FC236}">
                <a16:creationId xmlns:a16="http://schemas.microsoft.com/office/drawing/2014/main" id="{28D0F4B7-9EA1-D77E-BBFB-04F2DB7EAD3A}"/>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2025 Overview: Key themes 2025</a:t>
            </a:r>
          </a:p>
        </p:txBody>
      </p:sp>
    </p:spTree>
    <p:extLst>
      <p:ext uri="{BB962C8B-B14F-4D97-AF65-F5344CB8AC3E}">
        <p14:creationId xmlns:p14="http://schemas.microsoft.com/office/powerpoint/2010/main" val="144089527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062">
          <a:extLst>
            <a:ext uri="{FF2B5EF4-FFF2-40B4-BE49-F238E27FC236}">
              <a16:creationId xmlns:a16="http://schemas.microsoft.com/office/drawing/2014/main" id="{4984C74F-65DC-037A-0538-8C914F4BE5CD}"/>
            </a:ext>
          </a:extLst>
        </p:cNvPr>
        <p:cNvGrpSpPr/>
        <p:nvPr/>
      </p:nvGrpSpPr>
      <p:grpSpPr>
        <a:xfrm>
          <a:off x="0" y="0"/>
          <a:ext cx="0" cy="0"/>
          <a:chOff x="0" y="0"/>
          <a:chExt cx="0" cy="0"/>
        </a:xfrm>
      </p:grpSpPr>
      <p:sp>
        <p:nvSpPr>
          <p:cNvPr id="1063" name="Google Shape;1063;p70">
            <a:extLst>
              <a:ext uri="{FF2B5EF4-FFF2-40B4-BE49-F238E27FC236}">
                <a16:creationId xmlns:a16="http://schemas.microsoft.com/office/drawing/2014/main" id="{3FEAB419-BB7B-04A8-628C-2FC4C5B8DB5C}"/>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27</a:t>
            </a:fld>
            <a:endParaRPr lang="en-US" noProof="0"/>
          </a:p>
        </p:txBody>
      </p:sp>
      <p:sp>
        <p:nvSpPr>
          <p:cNvPr id="1064" name="Google Shape;1064;p70">
            <a:extLst>
              <a:ext uri="{FF2B5EF4-FFF2-40B4-BE49-F238E27FC236}">
                <a16:creationId xmlns:a16="http://schemas.microsoft.com/office/drawing/2014/main" id="{160F33D3-45E5-AC07-EADF-88B786936F85}"/>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pPr lvl="0"/>
            <a:r>
              <a:rPr lang="en-US" noProof="0"/>
              <a:t>Global Search Advertising TAM revised upward to $355B in 2025 (+$49B vs. 2024 forecast) </a:t>
            </a:r>
          </a:p>
        </p:txBody>
      </p:sp>
      <p:sp>
        <p:nvSpPr>
          <p:cNvPr id="1066" name="Google Shape;1066;p70">
            <a:extLst>
              <a:ext uri="{FF2B5EF4-FFF2-40B4-BE49-F238E27FC236}">
                <a16:creationId xmlns:a16="http://schemas.microsoft.com/office/drawing/2014/main" id="{4B56C459-80FB-6DD6-5C48-0430FC1F79B3}"/>
              </a:ext>
            </a:extLst>
          </p:cNvPr>
          <p:cNvSpPr txBox="1"/>
          <p:nvPr/>
        </p:nvSpPr>
        <p:spPr>
          <a:xfrm>
            <a:off x="420595" y="5663005"/>
            <a:ext cx="11350625" cy="47231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r>
              <a:rPr lang="en-US" sz="1400" b="1" i="0" u="none" strike="noStrike" cap="none" noProof="0">
                <a:solidFill>
                  <a:schemeClr val="dk1"/>
                </a:solidFill>
                <a:latin typeface="IBM Plex Sans"/>
                <a:ea typeface="IBM Plex Sans"/>
                <a:cs typeface="IBM Plex Sans"/>
                <a:sym typeface="IBM Plex Sans"/>
              </a:rPr>
              <a:t>All three markets increased compared to </a:t>
            </a:r>
            <a:r>
              <a:rPr lang="en-US" b="1" noProof="0">
                <a:solidFill>
                  <a:schemeClr val="dk1"/>
                </a:solidFill>
                <a:latin typeface="IBM Plex Sans"/>
                <a:ea typeface="IBM Plex Sans"/>
                <a:cs typeface="IBM Plex Sans"/>
                <a:sym typeface="IBM Plex Sans"/>
              </a:rPr>
              <a:t>2024 </a:t>
            </a:r>
            <a:r>
              <a:rPr lang="en-US" sz="1400" b="1" i="0" u="none" strike="noStrike" cap="none" noProof="0">
                <a:solidFill>
                  <a:schemeClr val="dk1"/>
                </a:solidFill>
                <a:latin typeface="IBM Plex Sans"/>
                <a:ea typeface="IBM Plex Sans"/>
                <a:cs typeface="IBM Plex Sans"/>
                <a:sym typeface="IBM Plex Sans"/>
              </a:rPr>
              <a:t>levels</a:t>
            </a:r>
          </a:p>
        </p:txBody>
      </p:sp>
      <p:graphicFrame>
        <p:nvGraphicFramePr>
          <p:cNvPr id="1067" name="Google Shape;1067;p70">
            <a:extLst>
              <a:ext uri="{FF2B5EF4-FFF2-40B4-BE49-F238E27FC236}">
                <a16:creationId xmlns:a16="http://schemas.microsoft.com/office/drawing/2014/main" id="{6F72D3C4-F366-2D66-5B79-B47E9ED8B5D8}"/>
              </a:ext>
            </a:extLst>
          </p:cNvPr>
          <p:cNvGraphicFramePr/>
          <p:nvPr>
            <p:extLst>
              <p:ext uri="{D42A27DB-BD31-4B8C-83A1-F6EECF244321}">
                <p14:modId xmlns:p14="http://schemas.microsoft.com/office/powerpoint/2010/main" val="3844396862"/>
              </p:ext>
            </p:extLst>
          </p:nvPr>
        </p:nvGraphicFramePr>
        <p:xfrm>
          <a:off x="433202" y="1412874"/>
          <a:ext cx="11350822" cy="3862330"/>
        </p:xfrm>
        <a:graphic>
          <a:graphicData uri="http://schemas.openxmlformats.org/drawingml/2006/table">
            <a:tbl>
              <a:tblPr>
                <a:noFill/>
                <a:tableStyleId>{16461213-F4DB-495F-93F5-F8E8B3FAFA39}</a:tableStyleId>
              </a:tblPr>
              <a:tblGrid>
                <a:gridCol w="1349298">
                  <a:extLst>
                    <a:ext uri="{9D8B030D-6E8A-4147-A177-3AD203B41FA5}">
                      <a16:colId xmlns:a16="http://schemas.microsoft.com/office/drawing/2014/main" val="20000"/>
                    </a:ext>
                  </a:extLst>
                </a:gridCol>
                <a:gridCol w="5000762">
                  <a:extLst>
                    <a:ext uri="{9D8B030D-6E8A-4147-A177-3AD203B41FA5}">
                      <a16:colId xmlns:a16="http://schemas.microsoft.com/office/drawing/2014/main" val="20001"/>
                    </a:ext>
                  </a:extLst>
                </a:gridCol>
                <a:gridCol w="5000762">
                  <a:extLst>
                    <a:ext uri="{9D8B030D-6E8A-4147-A177-3AD203B41FA5}">
                      <a16:colId xmlns:a16="http://schemas.microsoft.com/office/drawing/2014/main" val="2101071346"/>
                    </a:ext>
                  </a:extLst>
                </a:gridCol>
              </a:tblGrid>
              <a:tr h="445024">
                <a:tc>
                  <a:txBody>
                    <a:bodyPr/>
                    <a:lstStyle/>
                    <a:p>
                      <a:pPr marL="0" marR="0" lvl="0" indent="0" algn="l" rtl="0">
                        <a:lnSpc>
                          <a:spcPct val="100000"/>
                        </a:lnSpc>
                        <a:spcBef>
                          <a:spcPts val="0"/>
                        </a:spcBef>
                        <a:spcAft>
                          <a:spcPts val="0"/>
                        </a:spcAft>
                        <a:buClr>
                          <a:schemeClr val="lt1"/>
                        </a:buClr>
                        <a:buSzPts val="1600"/>
                        <a:buFont typeface="Calibri"/>
                        <a:buNone/>
                      </a:pPr>
                      <a:endParaRPr lang="en-US" sz="1400" b="1" u="none" strike="noStrike" cap="none" noProof="0">
                        <a:solidFill>
                          <a:schemeClr val="dk1"/>
                        </a:solidFill>
                        <a:latin typeface="IBM Plex Sans" panose="020B0503050203000203" pitchFamily="34" charset="0"/>
                        <a:ea typeface="IBM Plex Sans"/>
                        <a:cs typeface="IBM Plex Sans"/>
                        <a:sym typeface="IBM Plex Sans"/>
                      </a:endParaRPr>
                    </a:p>
                  </a:txBody>
                  <a:tcPr marL="91425" marR="91425" marT="72000" marB="72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376"/>
                        <a:buFont typeface="Arial"/>
                        <a:buNone/>
                      </a:pPr>
                      <a:r>
                        <a:rPr lang="en-US" sz="1400" b="1" u="none" strike="noStrike" cap="none" noProof="0">
                          <a:solidFill>
                            <a:schemeClr val="bg1"/>
                          </a:solidFill>
                          <a:latin typeface="IBM Plex Sans" panose="020B0503050203000203" pitchFamily="34" charset="0"/>
                          <a:ea typeface="IBM Plex Sans"/>
                          <a:cs typeface="IBM Plex Sans"/>
                          <a:sym typeface="IBM Plex Sans"/>
                        </a:rPr>
                        <a:t>2024</a:t>
                      </a:r>
                      <a:endParaRPr lang="en-US" sz="1400" noProof="0">
                        <a:solidFill>
                          <a:schemeClr val="bg1"/>
                        </a:solidFill>
                        <a:latin typeface="IBM Plex Sans" panose="020B0503050203000203" pitchFamily="34" charset="0"/>
                      </a:endParaRPr>
                    </a:p>
                  </a:txBody>
                  <a:tcPr marL="91425" marR="91425" marT="90000" marB="90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376"/>
                        <a:buFont typeface="Arial"/>
                        <a:buNone/>
                      </a:pPr>
                      <a:r>
                        <a:rPr lang="en-US" sz="1400" b="1" i="0" u="none" strike="noStrike" cap="none" noProof="0">
                          <a:solidFill>
                            <a:schemeClr val="bg1"/>
                          </a:solidFill>
                          <a:latin typeface="IBM Plex Sans" panose="020B0503050203000203" pitchFamily="34" charset="0"/>
                          <a:ea typeface="IBM Plex Sans"/>
                          <a:cs typeface="IBM Plex Sans"/>
                          <a:sym typeface="IBM Plex Sans"/>
                        </a:rPr>
                        <a:t>2025</a:t>
                      </a:r>
                      <a:endParaRPr lang="en-US" sz="1400" noProof="0">
                        <a:solidFill>
                          <a:schemeClr val="bg1"/>
                        </a:solidFill>
                        <a:latin typeface="IBM Plex Sans" panose="020B0503050203000203" pitchFamily="34" charset="0"/>
                      </a:endParaRPr>
                    </a:p>
                  </a:txBody>
                  <a:tcPr marL="91425" marR="91425" marT="90000" marB="90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1139102">
                <a:tc>
                  <a:txBody>
                    <a:bodyPr/>
                    <a:lstStyle/>
                    <a:p>
                      <a:pPr marL="0" marR="0" lvl="0" indent="0" algn="l" rtl="0">
                        <a:lnSpc>
                          <a:spcPct val="100000"/>
                        </a:lnSpc>
                        <a:spcBef>
                          <a:spcPts val="0"/>
                        </a:spcBef>
                        <a:spcAft>
                          <a:spcPts val="0"/>
                        </a:spcAft>
                        <a:buClr>
                          <a:schemeClr val="lt1"/>
                        </a:buClr>
                        <a:buSzPts val="1600"/>
                        <a:buFont typeface="Calibri"/>
                        <a:buNone/>
                      </a:pPr>
                      <a:r>
                        <a:rPr lang="en-US" sz="1400" b="1" u="none" strike="noStrike" cap="none" noProof="0">
                          <a:solidFill>
                            <a:schemeClr val="dk1"/>
                          </a:solidFill>
                          <a:latin typeface="IBM Plex Sans" panose="020B0503050203000203" pitchFamily="34" charset="0"/>
                          <a:ea typeface="IBM Plex Sans"/>
                          <a:cs typeface="IBM Plex Sans"/>
                          <a:sym typeface="IBM Plex Sans"/>
                        </a:rPr>
                        <a:t>Traditional Search</a:t>
                      </a:r>
                      <a:endParaRPr lang="en-US" sz="1400" noProof="0">
                        <a:latin typeface="IBM Plex Sans" panose="020B0503050203000203" pitchFamily="34" charset="0"/>
                      </a:endParaRPr>
                    </a:p>
                  </a:txBody>
                  <a:tcPr marL="91425" marR="91425" marT="72000" marB="72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032"/>
                        <a:buFont typeface="Arial" panose="020B0604020202020204" pitchFamily="34" charset="0"/>
                        <a:buNone/>
                      </a:pPr>
                      <a:r>
                        <a:rPr lang="en-US" sz="1400" b="1" u="none" strike="noStrike" cap="none" noProof="0">
                          <a:latin typeface="IBM Plex Sans"/>
                          <a:ea typeface="IBM Plex Sans"/>
                          <a:cs typeface="IBM Plex Sans"/>
                          <a:sym typeface="IBM Plex Sans"/>
                        </a:rPr>
                        <a:t>TAM:</a:t>
                      </a:r>
                      <a:r>
                        <a:rPr lang="en-US" sz="1400" u="none" strike="noStrike" cap="none" noProof="0">
                          <a:latin typeface="IBM Plex Sans"/>
                          <a:ea typeface="IBM Plex Sans"/>
                          <a:cs typeface="IBM Plex Sans"/>
                          <a:sym typeface="IBM Plex Sans"/>
                        </a:rPr>
                        <a:t> US$306B</a:t>
                      </a:r>
                      <a:r>
                        <a:rPr lang="en-US" sz="1400" u="none" strike="noStrike" cap="none" baseline="30000" noProof="0">
                          <a:latin typeface="IBM Plex Sans"/>
                          <a:ea typeface="IBM Plex Sans"/>
                          <a:cs typeface="IBM Plex Sans"/>
                          <a:sym typeface="IBM Plex Sans"/>
                        </a:rPr>
                        <a:t>1</a:t>
                      </a:r>
                      <a:r>
                        <a:rPr lang="en-US" sz="1400" u="none" strike="noStrike" cap="none" noProof="0">
                          <a:latin typeface="IBM Plex Sans"/>
                          <a:ea typeface="IBM Plex Sans"/>
                          <a:cs typeface="IBM Plex Sans"/>
                          <a:sym typeface="IBM Plex Sans"/>
                        </a:rPr>
                        <a:t> (2024)</a:t>
                      </a:r>
                    </a:p>
                    <a:p>
                      <a:pPr marL="0" marR="0" lvl="0" indent="0" algn="l" rtl="0">
                        <a:lnSpc>
                          <a:spcPct val="100000"/>
                        </a:lnSpc>
                        <a:spcBef>
                          <a:spcPts val="0"/>
                        </a:spcBef>
                        <a:spcAft>
                          <a:spcPts val="0"/>
                        </a:spcAft>
                        <a:buClr>
                          <a:srgbClr val="000000"/>
                        </a:buClr>
                        <a:buSzPts val="1032"/>
                        <a:buFont typeface="Arial" panose="020B0604020202020204" pitchFamily="34" charset="0"/>
                        <a:buNone/>
                      </a:pPr>
                      <a:r>
                        <a:rPr lang="en-US" sz="1400" b="1" u="none" strike="noStrike" cap="none" noProof="0">
                          <a:latin typeface="IBM Plex Sans" panose="020B0503050203000203" pitchFamily="34" charset="0"/>
                          <a:ea typeface="IBM Plex Sans"/>
                          <a:cs typeface="IBM Plex Sans"/>
                          <a:sym typeface="IBM Plex Sans"/>
                        </a:rPr>
                        <a:t>CAGR:</a:t>
                      </a:r>
                      <a:r>
                        <a:rPr lang="en-US" sz="1400" u="none" strike="noStrike" cap="none" noProof="0">
                          <a:latin typeface="IBM Plex Sans" panose="020B0503050203000203" pitchFamily="34" charset="0"/>
                          <a:ea typeface="IBM Plex Sans"/>
                          <a:cs typeface="IBM Plex Sans"/>
                          <a:sym typeface="IBM Plex Sans"/>
                        </a:rPr>
                        <a:t> -1.36%</a:t>
                      </a:r>
                      <a:r>
                        <a:rPr lang="en-US" sz="1400" u="none" strike="noStrike" cap="none" baseline="30000" noProof="0">
                          <a:latin typeface="IBM Plex Sans" panose="020B0503050203000203" pitchFamily="34" charset="0"/>
                          <a:ea typeface="IBM Plex Sans"/>
                          <a:cs typeface="IBM Plex Sans"/>
                          <a:sym typeface="IBM Plex Sans"/>
                        </a:rPr>
                        <a:t>1</a:t>
                      </a:r>
                      <a:r>
                        <a:rPr lang="en-US" sz="1400" u="none" strike="noStrike" cap="none" noProof="0">
                          <a:latin typeface="IBM Plex Sans" panose="020B0503050203000203" pitchFamily="34" charset="0"/>
                          <a:ea typeface="IBM Plex Sans"/>
                          <a:cs typeface="IBM Plex Sans"/>
                          <a:sym typeface="IBM Plex Sans"/>
                        </a:rPr>
                        <a:t> (2022-2024)</a:t>
                      </a:r>
                    </a:p>
                  </a:txBody>
                  <a:tcPr marL="91425" marR="91425" marT="90000" marB="90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032"/>
                        <a:buFont typeface="Arial" panose="020B0604020202020204" pitchFamily="34" charset="0"/>
                        <a:buNone/>
                      </a:pPr>
                      <a:r>
                        <a:rPr lang="en-US" sz="1400" b="1" u="none" strike="noStrike" cap="none" noProof="0">
                          <a:latin typeface="IBM Plex Sans"/>
                          <a:ea typeface="IBM Plex Sans"/>
                          <a:cs typeface="IBM Plex Sans"/>
                          <a:sym typeface="IBM Plex Sans"/>
                        </a:rPr>
                        <a:t>TAM: </a:t>
                      </a:r>
                      <a:r>
                        <a:rPr lang="en-US" sz="1400" u="none" strike="noStrike" cap="none" noProof="0">
                          <a:latin typeface="IBM Plex Sans"/>
                          <a:ea typeface="IBM Plex Sans"/>
                          <a:cs typeface="IBM Plex Sans"/>
                          <a:sym typeface="IBM Plex Sans"/>
                        </a:rPr>
                        <a:t>US$355B</a:t>
                      </a:r>
                      <a:r>
                        <a:rPr lang="en-US" sz="1400" u="none" strike="noStrike" cap="none" baseline="30000" noProof="0">
                          <a:latin typeface="IBM Plex Sans"/>
                          <a:ea typeface="IBM Plex Sans"/>
                          <a:cs typeface="IBM Plex Sans"/>
                          <a:sym typeface="IBM Plex Sans"/>
                        </a:rPr>
                        <a:t>1</a:t>
                      </a:r>
                    </a:p>
                    <a:p>
                      <a:pPr marL="0" marR="0" lvl="0" indent="0" algn="l" rtl="0">
                        <a:lnSpc>
                          <a:spcPct val="100000"/>
                        </a:lnSpc>
                        <a:spcBef>
                          <a:spcPts val="0"/>
                        </a:spcBef>
                        <a:spcAft>
                          <a:spcPts val="0"/>
                        </a:spcAft>
                        <a:buClr>
                          <a:srgbClr val="000000"/>
                        </a:buClr>
                        <a:buSzPts val="1032"/>
                        <a:buFont typeface="Arial" panose="020B0604020202020204" pitchFamily="34" charset="0"/>
                        <a:buNone/>
                      </a:pPr>
                      <a:r>
                        <a:rPr lang="en-US" sz="1400" b="1" u="none" strike="noStrike" cap="none" noProof="0">
                          <a:latin typeface="IBM Plex Sans" panose="020B0503050203000203" pitchFamily="34" charset="0"/>
                          <a:ea typeface="IBM Plex Sans"/>
                          <a:cs typeface="IBM Plex Sans"/>
                          <a:sym typeface="IBM Plex Sans"/>
                        </a:rPr>
                        <a:t>CAGR: </a:t>
                      </a:r>
                      <a:r>
                        <a:rPr lang="en-US" sz="1400" b="0" u="none" strike="noStrike" cap="none" noProof="0">
                          <a:latin typeface="IBM Plex Sans" panose="020B0503050203000203" pitchFamily="34" charset="0"/>
                          <a:ea typeface="IBM Plex Sans"/>
                          <a:cs typeface="IBM Plex Sans"/>
                          <a:sym typeface="IBM Plex Sans"/>
                        </a:rPr>
                        <a:t>12.7%</a:t>
                      </a:r>
                      <a:r>
                        <a:rPr lang="en-US" sz="1400" b="0" u="none" strike="noStrike" cap="none" baseline="30000" noProof="0">
                          <a:latin typeface="IBM Plex Sans" panose="020B0503050203000203" pitchFamily="34" charset="0"/>
                          <a:ea typeface="IBM Plex Sans"/>
                          <a:cs typeface="IBM Plex Sans"/>
                          <a:sym typeface="IBM Plex Sans"/>
                        </a:rPr>
                        <a:t>1</a:t>
                      </a:r>
                      <a:r>
                        <a:rPr lang="en-US" sz="1400" b="0" u="none" strike="noStrike" cap="none" noProof="0">
                          <a:latin typeface="IBM Plex Sans" panose="020B0503050203000203" pitchFamily="34" charset="0"/>
                          <a:ea typeface="IBM Plex Sans"/>
                          <a:cs typeface="IBM Plex Sans"/>
                          <a:sym typeface="IBM Plex Sans"/>
                        </a:rPr>
                        <a:t> (2024-2025)</a:t>
                      </a:r>
                      <a:endParaRPr lang="en-US" sz="1400" b="0" u="none" strike="noStrike" cap="none" baseline="30000" noProof="0">
                        <a:latin typeface="IBM Plex Sans" panose="020B0503050203000203" pitchFamily="34" charset="0"/>
                        <a:ea typeface="IBM Plex Sans"/>
                        <a:cs typeface="IBM Plex Sans"/>
                        <a:sym typeface="IBM Plex Sans"/>
                      </a:endParaRPr>
                    </a:p>
                  </a:txBody>
                  <a:tcPr marL="91425" marR="91425" marT="90000" marB="90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10001"/>
                  </a:ext>
                </a:extLst>
              </a:tr>
              <a:tr h="1139102">
                <a:tc>
                  <a:txBody>
                    <a:bodyPr/>
                    <a:lstStyle/>
                    <a:p>
                      <a:pPr marL="0" marR="0" lvl="0" indent="0" algn="l" rtl="0">
                        <a:lnSpc>
                          <a:spcPct val="100000"/>
                        </a:lnSpc>
                        <a:spcBef>
                          <a:spcPts val="0"/>
                        </a:spcBef>
                        <a:spcAft>
                          <a:spcPts val="0"/>
                        </a:spcAft>
                        <a:buClr>
                          <a:schemeClr val="lt1"/>
                        </a:buClr>
                        <a:buSzPts val="1600"/>
                        <a:buFont typeface="Calibri"/>
                        <a:buNone/>
                      </a:pPr>
                      <a:r>
                        <a:rPr lang="en-US" sz="1400" b="1" i="0" u="none" strike="noStrike" cap="none" noProof="0">
                          <a:solidFill>
                            <a:schemeClr val="dk1"/>
                          </a:solidFill>
                          <a:latin typeface="IBM Plex Sans" panose="020B0503050203000203" pitchFamily="34" charset="0"/>
                          <a:ea typeface="IBM Plex Sans"/>
                          <a:cs typeface="IBM Plex Sans"/>
                          <a:sym typeface="IBM Plex Sans"/>
                        </a:rPr>
                        <a:t>Social Search</a:t>
                      </a:r>
                      <a:endParaRPr lang="en-US" sz="1400" b="1" i="0" u="none" strike="noStrike" cap="none" noProof="0">
                        <a:solidFill>
                          <a:schemeClr val="dk1"/>
                        </a:solidFill>
                        <a:latin typeface="IBM Plex Sans" panose="020B0503050203000203" pitchFamily="34" charset="0"/>
                        <a:sym typeface="Arial"/>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solidFill>
                      <a:srgbClr val="7FD7A7"/>
                    </a:solidFill>
                  </a:tcPr>
                </a:tc>
                <a:tc>
                  <a:txBody>
                    <a:bodyPr/>
                    <a:lstStyle/>
                    <a:p>
                      <a:pPr marL="1270" marR="0" lvl="0" indent="0" algn="l" rtl="0">
                        <a:lnSpc>
                          <a:spcPct val="100000"/>
                        </a:lnSpc>
                        <a:spcBef>
                          <a:spcPts val="0"/>
                        </a:spcBef>
                        <a:spcAft>
                          <a:spcPts val="0"/>
                        </a:spcAft>
                        <a:buClr>
                          <a:srgbClr val="000000"/>
                        </a:buClr>
                        <a:buSzPts val="1100"/>
                        <a:buFont typeface="Arial"/>
                        <a:buNone/>
                      </a:pPr>
                      <a:r>
                        <a:rPr lang="en-US" sz="1400" b="1" u="none" strike="noStrike" cap="none"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TAM:</a:t>
                      </a:r>
                      <a:r>
                        <a:rPr lang="en-US" sz="1400" u="none" strike="noStrike" cap="none"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 $226B</a:t>
                      </a:r>
                      <a:r>
                        <a:rPr lang="en-US" sz="1400" u="none" strike="noStrike" cap="none" baseline="30000"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2 </a:t>
                      </a:r>
                      <a:r>
                        <a:rPr lang="en-US" sz="1400" baseline="0"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(2024)</a:t>
                      </a:r>
                      <a:endParaRPr lang="en-US" sz="1400" u="none" strike="noStrike" cap="none" baseline="0" noProof="0">
                        <a:latin typeface="IBM Plex Sans" panose="020B0503050203000203" pitchFamily="34" charset="0"/>
                        <a:ea typeface="Calibri" panose="020F0502020204030204" pitchFamily="34" charset="0"/>
                        <a:cs typeface="Calibri" panose="020F0502020204030204" pitchFamily="34" charset="0"/>
                      </a:endParaRPr>
                    </a:p>
                    <a:p>
                      <a:pPr marL="1270" marR="0" lvl="0" indent="0" algn="l" rtl="0">
                        <a:lnSpc>
                          <a:spcPct val="100000"/>
                        </a:lnSpc>
                        <a:spcBef>
                          <a:spcPts val="600"/>
                        </a:spcBef>
                        <a:spcAft>
                          <a:spcPts val="0"/>
                        </a:spcAft>
                        <a:buClr>
                          <a:srgbClr val="000000"/>
                        </a:buClr>
                        <a:buSzPts val="1100"/>
                        <a:buFont typeface="Arial"/>
                        <a:buNone/>
                      </a:pPr>
                      <a:r>
                        <a:rPr lang="en-US" sz="1400" b="1" u="none" strike="noStrike" cap="none"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CAGR</a:t>
                      </a:r>
                      <a:r>
                        <a:rPr lang="en-US" sz="1400" u="none" strike="noStrike" cap="none"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 7.5%</a:t>
                      </a:r>
                      <a:r>
                        <a:rPr lang="en-US" sz="1400" u="none" strike="noStrike" cap="none" baseline="30000"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2 </a:t>
                      </a:r>
                      <a:r>
                        <a:rPr lang="en-US" sz="1400" baseline="0"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(2024-2032)</a:t>
                      </a:r>
                      <a:endParaRPr lang="en-US" sz="1400" u="none" strike="noStrike" cap="none" baseline="0" noProof="0">
                        <a:latin typeface="IBM Plex Sans" panose="020B0503050203000203" pitchFamily="34" charset="0"/>
                        <a:ea typeface="Calibri" panose="020F0502020204030204" pitchFamily="34" charset="0"/>
                        <a:cs typeface="Calibri" panose="020F0502020204030204" pitchFamily="34" charset="0"/>
                      </a:endParaRPr>
                    </a:p>
                  </a:txBody>
                  <a:tcPr marL="36576" marR="36576"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400" b="1" i="0" u="none" strike="noStrike" cap="none" noProof="0">
                          <a:solidFill>
                            <a:schemeClr val="dk1"/>
                          </a:solidFill>
                          <a:latin typeface="IBM Plex Sans" panose="020B0503050203000203" pitchFamily="34" charset="0"/>
                          <a:ea typeface="IBM Plex Sans"/>
                          <a:cs typeface="IBM Plex Sans"/>
                          <a:sym typeface="IBM Plex Sans"/>
                        </a:rPr>
                        <a:t>TAM</a:t>
                      </a:r>
                      <a:r>
                        <a:rPr lang="en-US" sz="1400" b="0" i="0" u="none" strike="noStrike" cap="none" noProof="0">
                          <a:solidFill>
                            <a:schemeClr val="dk1"/>
                          </a:solidFill>
                          <a:latin typeface="IBM Plex Sans" panose="020B0503050203000203" pitchFamily="34" charset="0"/>
                          <a:ea typeface="IBM Plex Sans"/>
                          <a:cs typeface="IBM Plex Sans"/>
                          <a:sym typeface="IBM Plex Sans"/>
                        </a:rPr>
                        <a:t>: $243B</a:t>
                      </a:r>
                      <a:r>
                        <a:rPr lang="en-US" sz="1400" b="0" i="0" u="none" strike="noStrike" cap="none" baseline="30000" noProof="0">
                          <a:solidFill>
                            <a:schemeClr val="dk1"/>
                          </a:solidFill>
                          <a:latin typeface="IBM Plex Sans" panose="020B0503050203000203" pitchFamily="34" charset="0"/>
                          <a:ea typeface="IBM Plex Sans"/>
                          <a:cs typeface="IBM Plex Sans"/>
                          <a:sym typeface="IBM Plex Sans"/>
                        </a:rPr>
                        <a:t>2</a:t>
                      </a:r>
                      <a:endParaRPr lang="en-US" sz="1400" u="none" strike="noStrike" cap="none" noProof="0">
                        <a:latin typeface="IBM Plex Sans" panose="020B0503050203000203" pitchFamily="34" charset="0"/>
                      </a:endParaRPr>
                    </a:p>
                    <a:p>
                      <a:pPr marL="0" marR="0" lvl="0" indent="0" algn="l" rtl="0">
                        <a:lnSpc>
                          <a:spcPct val="100000"/>
                        </a:lnSpc>
                        <a:spcBef>
                          <a:spcPts val="0"/>
                        </a:spcBef>
                        <a:spcAft>
                          <a:spcPts val="0"/>
                        </a:spcAft>
                        <a:buClr>
                          <a:srgbClr val="000000"/>
                        </a:buClr>
                        <a:buSzPts val="1200"/>
                        <a:buFont typeface="Arial"/>
                        <a:buNone/>
                      </a:pPr>
                      <a:r>
                        <a:rPr lang="en-US" sz="1400" b="1" i="0" u="none" strike="noStrike" cap="none" noProof="0">
                          <a:solidFill>
                            <a:schemeClr val="dk1"/>
                          </a:solidFill>
                          <a:latin typeface="IBM Plex Sans" panose="020B0503050203000203" pitchFamily="34" charset="0"/>
                          <a:ea typeface="IBM Plex Sans"/>
                          <a:cs typeface="IBM Plex Sans"/>
                          <a:sym typeface="IBM Plex Sans"/>
                        </a:rPr>
                        <a:t>CAGR</a:t>
                      </a:r>
                      <a:r>
                        <a:rPr lang="en-US" sz="1400" b="0" i="0" u="none" strike="noStrike" cap="none" noProof="0">
                          <a:solidFill>
                            <a:schemeClr val="dk1"/>
                          </a:solidFill>
                          <a:latin typeface="IBM Plex Sans" panose="020B0503050203000203" pitchFamily="34" charset="0"/>
                          <a:ea typeface="IBM Plex Sans"/>
                          <a:cs typeface="IBM Plex Sans"/>
                          <a:sym typeface="IBM Plex Sans"/>
                        </a:rPr>
                        <a:t>: 7.5%</a:t>
                      </a:r>
                      <a:r>
                        <a:rPr lang="en-US" sz="1400" b="0" i="0" u="none" strike="noStrike" cap="none" baseline="30000" noProof="0">
                          <a:solidFill>
                            <a:schemeClr val="dk1"/>
                          </a:solidFill>
                          <a:latin typeface="IBM Plex Sans" panose="020B0503050203000203" pitchFamily="34" charset="0"/>
                          <a:ea typeface="IBM Plex Sans"/>
                          <a:cs typeface="IBM Plex Sans"/>
                          <a:sym typeface="IBM Plex Sans"/>
                        </a:rPr>
                        <a:t>2</a:t>
                      </a:r>
                      <a:r>
                        <a:rPr lang="en-US" sz="1400" b="0" i="0" u="none" strike="noStrike" cap="none" noProof="0">
                          <a:solidFill>
                            <a:schemeClr val="dk1"/>
                          </a:solidFill>
                          <a:latin typeface="IBM Plex Sans" panose="020B0503050203000203" pitchFamily="34" charset="0"/>
                          <a:ea typeface="IBM Plex Sans"/>
                          <a:cs typeface="IBM Plex Sans"/>
                          <a:sym typeface="IBM Plex Sans"/>
                        </a:rPr>
                        <a:t> (2025-2033)</a:t>
                      </a:r>
                      <a:endParaRPr lang="en-US" sz="1400" u="none" strike="noStrike" cap="none" noProof="0">
                        <a:latin typeface="IBM Plex Sans" panose="020B0503050203000203" pitchFamily="34" charset="0"/>
                      </a:endParaRPr>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3441264981"/>
                  </a:ext>
                </a:extLst>
              </a:tr>
              <a:tr h="1139102">
                <a:tc>
                  <a:txBody>
                    <a:bodyPr/>
                    <a:lstStyle/>
                    <a:p>
                      <a:pPr marL="0" marR="0" lvl="0" indent="0" algn="l" rtl="0">
                        <a:lnSpc>
                          <a:spcPct val="100000"/>
                        </a:lnSpc>
                        <a:spcBef>
                          <a:spcPts val="0"/>
                        </a:spcBef>
                        <a:spcAft>
                          <a:spcPts val="0"/>
                        </a:spcAft>
                        <a:buClr>
                          <a:schemeClr val="lt1"/>
                        </a:buClr>
                        <a:buSzPts val="1600"/>
                        <a:buFont typeface="Calibri"/>
                        <a:buNone/>
                      </a:pPr>
                      <a:r>
                        <a:rPr lang="en-US" sz="1400" b="1" i="0" u="none" strike="noStrike" cap="none" noProof="0">
                          <a:solidFill>
                            <a:schemeClr val="dk1"/>
                          </a:solidFill>
                          <a:latin typeface="IBM Plex Sans" panose="020B0503050203000203" pitchFamily="34" charset="0"/>
                          <a:ea typeface="IBM Plex Sans"/>
                          <a:cs typeface="IBM Plex Sans"/>
                          <a:sym typeface="IBM Plex Sans"/>
                        </a:rPr>
                        <a:t>AI Tools</a:t>
                      </a:r>
                      <a:endParaRPr lang="en-US" sz="1400" b="1" i="0" u="none" strike="noStrike" cap="none" noProof="0">
                        <a:solidFill>
                          <a:schemeClr val="dk1"/>
                        </a:solidFill>
                        <a:latin typeface="IBM Plex Sans" panose="020B0503050203000203" pitchFamily="34" charset="0"/>
                        <a:sym typeface="Arial"/>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solidFill>
                      <a:srgbClr val="7FD7A7"/>
                    </a:solidFill>
                  </a:tcPr>
                </a:tc>
                <a:tc>
                  <a:txBody>
                    <a:bodyPr/>
                    <a:lstStyle/>
                    <a:p>
                      <a:pPr marL="1270" marR="0" lvl="0" indent="0" algn="l" rtl="0">
                        <a:lnSpc>
                          <a:spcPct val="100000"/>
                        </a:lnSpc>
                        <a:spcBef>
                          <a:spcPts val="0"/>
                        </a:spcBef>
                        <a:spcAft>
                          <a:spcPts val="0"/>
                        </a:spcAft>
                        <a:buClr>
                          <a:srgbClr val="000000"/>
                        </a:buClr>
                        <a:buSzPts val="1100"/>
                        <a:buFont typeface="Arial"/>
                        <a:buNone/>
                      </a:pPr>
                      <a:r>
                        <a:rPr lang="en-US" sz="1400" b="1" u="none" strike="noStrike" cap="none"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TAM:</a:t>
                      </a:r>
                      <a:r>
                        <a:rPr lang="en-US" sz="1400" u="none" strike="noStrike" cap="none"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 $137B</a:t>
                      </a:r>
                      <a:r>
                        <a:rPr lang="en-US" sz="1400" baseline="30000"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3</a:t>
                      </a:r>
                      <a:r>
                        <a:rPr lang="en-US" sz="1400" baseline="0"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(2024)</a:t>
                      </a:r>
                      <a:endParaRPr lang="en-US" sz="1400" u="none" strike="noStrike" cap="none" baseline="0" noProof="0">
                        <a:latin typeface="IBM Plex Sans" panose="020B0503050203000203" pitchFamily="34" charset="0"/>
                        <a:ea typeface="Calibri" panose="020F0502020204030204" pitchFamily="34" charset="0"/>
                        <a:cs typeface="Calibri" panose="020F0502020204030204" pitchFamily="34" charset="0"/>
                      </a:endParaRPr>
                    </a:p>
                    <a:p>
                      <a:pPr marL="1270" marR="0" lvl="0" indent="0" algn="l" rtl="0">
                        <a:lnSpc>
                          <a:spcPct val="100000"/>
                        </a:lnSpc>
                        <a:spcBef>
                          <a:spcPts val="600"/>
                        </a:spcBef>
                        <a:spcAft>
                          <a:spcPts val="0"/>
                        </a:spcAft>
                        <a:buClr>
                          <a:srgbClr val="000000"/>
                        </a:buClr>
                        <a:buSzPts val="1100"/>
                        <a:buFont typeface="Arial"/>
                        <a:buNone/>
                      </a:pPr>
                      <a:r>
                        <a:rPr lang="en-US" sz="1400" b="1" u="none" strike="noStrike" cap="none"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CAGR</a:t>
                      </a:r>
                      <a:r>
                        <a:rPr lang="en-US" sz="1400" u="none" strike="noStrike" cap="none"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 42%</a:t>
                      </a:r>
                      <a:r>
                        <a:rPr lang="en-US" sz="1400" baseline="30000"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3 </a:t>
                      </a:r>
                      <a:r>
                        <a:rPr lang="en-US" sz="1400" baseline="0" noProof="0">
                          <a:solidFill>
                            <a:schemeClr val="dk1"/>
                          </a:solidFill>
                          <a:latin typeface="IBM Plex Sans" panose="020B0503050203000203" pitchFamily="34" charset="0"/>
                          <a:ea typeface="Calibri" panose="020F0502020204030204" pitchFamily="34" charset="0"/>
                          <a:cs typeface="Calibri" panose="020F0502020204030204" pitchFamily="34" charset="0"/>
                          <a:sym typeface="Calibri"/>
                        </a:rPr>
                        <a:t>(2024-2032)</a:t>
                      </a:r>
                      <a:endParaRPr lang="en-US" sz="1400" u="none" strike="noStrike" cap="none" baseline="0" noProof="0">
                        <a:latin typeface="IBM Plex Sans" panose="020B0503050203000203" pitchFamily="34" charset="0"/>
                        <a:ea typeface="Calibri" panose="020F0502020204030204" pitchFamily="34" charset="0"/>
                        <a:cs typeface="Calibri" panose="020F0502020204030204" pitchFamily="34" charset="0"/>
                      </a:endParaRPr>
                    </a:p>
                  </a:txBody>
                  <a:tcPr marL="36576" marR="36576"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400" b="1" i="0" u="none" strike="noStrike" cap="none" noProof="0">
                          <a:solidFill>
                            <a:schemeClr val="dk1"/>
                          </a:solidFill>
                          <a:latin typeface="IBM Plex Sans" panose="020B0503050203000203" pitchFamily="34" charset="0"/>
                          <a:ea typeface="IBM Plex Sans"/>
                          <a:cs typeface="IBM Plex Sans"/>
                          <a:sym typeface="IBM Plex Sans"/>
                        </a:rPr>
                        <a:t>TAM</a:t>
                      </a:r>
                      <a:r>
                        <a:rPr lang="en-US" sz="1400" b="0" i="0" u="none" strike="noStrike" cap="none" noProof="0">
                          <a:solidFill>
                            <a:schemeClr val="dk1"/>
                          </a:solidFill>
                          <a:latin typeface="IBM Plex Sans" panose="020B0503050203000203" pitchFamily="34" charset="0"/>
                          <a:ea typeface="IBM Plex Sans"/>
                          <a:cs typeface="IBM Plex Sans"/>
                          <a:sym typeface="IBM Plex Sans"/>
                        </a:rPr>
                        <a:t>: $254B</a:t>
                      </a:r>
                      <a:r>
                        <a:rPr lang="en-US" sz="1400" b="0" i="0" u="none" strike="noStrike" cap="none" baseline="30000" noProof="0">
                          <a:solidFill>
                            <a:schemeClr val="dk1"/>
                          </a:solidFill>
                          <a:latin typeface="IBM Plex Sans" panose="020B0503050203000203" pitchFamily="34" charset="0"/>
                          <a:ea typeface="IBM Plex Sans"/>
                          <a:cs typeface="IBM Plex Sans"/>
                          <a:sym typeface="IBM Plex Sans"/>
                        </a:rPr>
                        <a:t>4</a:t>
                      </a:r>
                      <a:r>
                        <a:rPr lang="en-US" sz="1400" b="0" i="0" u="none" strike="noStrike" cap="none" noProof="0">
                          <a:solidFill>
                            <a:schemeClr val="dk1"/>
                          </a:solidFill>
                          <a:latin typeface="IBM Plex Sans" panose="020B0503050203000203" pitchFamily="34" charset="0"/>
                          <a:ea typeface="IBM Plex Sans"/>
                          <a:cs typeface="IBM Plex Sans"/>
                          <a:sym typeface="IBM Plex Sans"/>
                        </a:rPr>
                        <a:t> (2025)</a:t>
                      </a:r>
                    </a:p>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400" b="1" i="0" u="none" strike="noStrike" cap="none" noProof="0">
                          <a:solidFill>
                            <a:schemeClr val="dk1"/>
                          </a:solidFill>
                          <a:latin typeface="IBM Plex Sans" panose="020B0503050203000203" pitchFamily="34" charset="0"/>
                          <a:sym typeface="IBM Plex Sans"/>
                        </a:rPr>
                        <a:t>CAGR</a:t>
                      </a:r>
                      <a:r>
                        <a:rPr lang="en-US" sz="1400" b="0" i="0" u="none" strike="noStrike" cap="none" noProof="0">
                          <a:solidFill>
                            <a:schemeClr val="dk1"/>
                          </a:solidFill>
                          <a:latin typeface="IBM Plex Sans" panose="020B0503050203000203" pitchFamily="34" charset="0"/>
                          <a:sym typeface="IBM Plex Sans"/>
                        </a:rPr>
                        <a:t>: </a:t>
                      </a:r>
                      <a:r>
                        <a:rPr lang="en-US" sz="1400" b="0" i="0" u="none" strike="noStrike" cap="none" noProof="0">
                          <a:solidFill>
                            <a:schemeClr val="dk1"/>
                          </a:solidFill>
                          <a:latin typeface="IBM Plex Sans"/>
                          <a:ea typeface="IBM Plex Sans"/>
                          <a:cs typeface="IBM Plex Sans"/>
                          <a:sym typeface="IBM Plex Sans"/>
                        </a:rPr>
                        <a:t>36.7%</a:t>
                      </a:r>
                      <a:r>
                        <a:rPr lang="en-US" sz="1400" b="0" i="0" u="none" strike="noStrike" cap="none" baseline="30000" noProof="0">
                          <a:solidFill>
                            <a:schemeClr val="dk1"/>
                          </a:solidFill>
                          <a:latin typeface="IBM Plex Sans"/>
                          <a:ea typeface="IBM Plex Sans"/>
                          <a:cs typeface="IBM Plex Sans"/>
                          <a:sym typeface="IBM Plex Sans"/>
                        </a:rPr>
                        <a:t>4</a:t>
                      </a:r>
                      <a:r>
                        <a:rPr lang="en-US" sz="1400" b="0" i="0" u="none" strike="noStrike" cap="none" noProof="0">
                          <a:solidFill>
                            <a:schemeClr val="dk1"/>
                          </a:solidFill>
                          <a:latin typeface="IBM Plex Sans"/>
                          <a:ea typeface="IBM Plex Sans"/>
                          <a:cs typeface="IBM Plex Sans"/>
                          <a:sym typeface="IBM Plex Sans"/>
                        </a:rPr>
                        <a:t> (2025-2031)</a:t>
                      </a:r>
                      <a:endParaRPr lang="en-US" sz="2400" u="none" strike="noStrike" cap="none" noProof="0">
                        <a:latin typeface="IBM Plex Sans"/>
                      </a:endParaRPr>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1390135683"/>
                  </a:ext>
                </a:extLst>
              </a:tr>
            </a:tbl>
          </a:graphicData>
        </a:graphic>
      </p:graphicFrame>
      <p:sp>
        <p:nvSpPr>
          <p:cNvPr id="1068" name="Google Shape;1068;p70">
            <a:extLst>
              <a:ext uri="{FF2B5EF4-FFF2-40B4-BE49-F238E27FC236}">
                <a16:creationId xmlns:a16="http://schemas.microsoft.com/office/drawing/2014/main" id="{1E8F0374-56EF-970A-F80A-EE4819005E39}"/>
              </a:ext>
            </a:extLst>
          </p:cNvPr>
          <p:cNvSpPr txBox="1"/>
          <p:nvPr/>
        </p:nvSpPr>
        <p:spPr>
          <a:xfrm>
            <a:off x="407988" y="6418340"/>
            <a:ext cx="10171205" cy="107722"/>
          </a:xfrm>
          <a:prstGeom prst="rect">
            <a:avLst/>
          </a:prstGeom>
          <a:noFill/>
          <a:ln>
            <a:noFill/>
          </a:ln>
        </p:spPr>
        <p:txBody>
          <a:bodyPr spcFirstLastPara="1" wrap="square" lIns="0" tIns="0" rIns="0" bIns="0" anchor="b" anchorCtr="0">
            <a:spAutoFit/>
          </a:bodyPr>
          <a:lstStyle/>
          <a:p>
            <a:pPr lvl="0"/>
            <a:r>
              <a:rPr lang="en-US" sz="700" b="0" i="0" u="none" strike="noStrike" cap="none" noProof="0">
                <a:solidFill>
                  <a:schemeClr val="bg1">
                    <a:lumMod val="50000"/>
                  </a:schemeClr>
                </a:solidFill>
                <a:latin typeface="IBM Plex Sans" panose="020B0503050203000203" pitchFamily="34" charset="0"/>
                <a:ea typeface="IBM Plex Sans"/>
                <a:cs typeface="IBM Plex Sans"/>
                <a:sym typeface="IBM Plex Sans"/>
              </a:rPr>
              <a:t>Sources: (1) </a:t>
            </a:r>
            <a:r>
              <a:rPr lang="en-US" sz="700" b="0" i="0" u="none" strike="noStrike" cap="none" noProof="0">
                <a:solidFill>
                  <a:schemeClr val="bg1">
                    <a:lumMod val="50000"/>
                  </a:schemeClr>
                </a:solidFill>
                <a:latin typeface="IBM Plex Sans" panose="020B0503050203000203" pitchFamily="34" charset="0"/>
                <a:ea typeface="IBM Plex Sans"/>
                <a:cs typeface="IBM Plex Sans"/>
                <a:sym typeface="IBM Plex Sans"/>
                <a:hlinkClick r:id="rId3">
                  <a:extLst>
                    <a:ext uri="{A12FA001-AC4F-418D-AE19-62706E023703}">
                      <ahyp:hlinkClr xmlns:ahyp="http://schemas.microsoft.com/office/drawing/2018/hyperlinkcolor" val="tx"/>
                    </a:ext>
                  </a:extLst>
                </a:hlinkClick>
              </a:rPr>
              <a:t>Statista</a:t>
            </a:r>
            <a:r>
              <a:rPr lang="en-US" sz="700" b="0" i="0" u="none" strike="noStrike" cap="none" noProof="0">
                <a:solidFill>
                  <a:schemeClr val="bg1">
                    <a:lumMod val="50000"/>
                  </a:schemeClr>
                </a:solidFill>
                <a:latin typeface="IBM Plex Sans" panose="020B0503050203000203" pitchFamily="34" charset="0"/>
                <a:ea typeface="IBM Plex Sans"/>
                <a:cs typeface="IBM Plex Sans"/>
                <a:sym typeface="IBM Plex Sans"/>
              </a:rPr>
              <a:t>, (2) </a:t>
            </a:r>
            <a:r>
              <a:rPr lang="en-US" sz="700" noProof="0">
                <a:solidFill>
                  <a:schemeClr val="bg1">
                    <a:lumMod val="50000"/>
                  </a:schemeClr>
                </a:solidFill>
                <a:latin typeface="IBM Plex Sans" panose="020B0503050203000203" pitchFamily="34" charset="0"/>
                <a:ea typeface="Calibri" panose="020F0502020204030204" pitchFamily="34" charset="0"/>
                <a:cs typeface="Calibri" panose="020F0502020204030204" pitchFamily="34" charset="0"/>
                <a:sym typeface="Calibri"/>
                <a:hlinkClick r:id="rId4">
                  <a:extLst>
                    <a:ext uri="{A12FA001-AC4F-418D-AE19-62706E023703}">
                      <ahyp:hlinkClr xmlns:ahyp="http://schemas.microsoft.com/office/drawing/2018/hyperlinkcolor" val="tx"/>
                    </a:ext>
                  </a:extLst>
                </a:hlinkClick>
              </a:rPr>
              <a:t>Business Research</a:t>
            </a:r>
            <a:r>
              <a:rPr lang="en-US" sz="700" noProof="0">
                <a:solidFill>
                  <a:schemeClr val="bg1">
                    <a:lumMod val="50000"/>
                  </a:schemeClr>
                </a:solidFill>
                <a:latin typeface="IBM Plex Sans" panose="020B0503050203000203" pitchFamily="34" charset="0"/>
                <a:ea typeface="Calibri" panose="020F0502020204030204" pitchFamily="34" charset="0"/>
                <a:cs typeface="Calibri" panose="020F0502020204030204" pitchFamily="34" charset="0"/>
                <a:sym typeface="Calibri"/>
              </a:rPr>
              <a:t>, (3) </a:t>
            </a:r>
            <a:r>
              <a:rPr lang="en-US" sz="700" u="sng" noProof="0">
                <a:solidFill>
                  <a:schemeClr val="bg1">
                    <a:lumMod val="50000"/>
                  </a:schemeClr>
                </a:solidFill>
                <a:latin typeface="IBM Plex Sans" panose="020B0503050203000203" pitchFamily="34" charset="0"/>
                <a:ea typeface="Calibri" panose="020F0502020204030204" pitchFamily="34" charset="0"/>
                <a:cs typeface="Calibri" panose="020F0502020204030204" pitchFamily="34" charset="0"/>
                <a:sym typeface="Calibri"/>
                <a:hlinkClick r:id="rId5">
                  <a:extLst>
                    <a:ext uri="{A12FA001-AC4F-418D-AE19-62706E023703}">
                      <ahyp:hlinkClr xmlns:ahyp="http://schemas.microsoft.com/office/drawing/2018/hyperlinkcolor" val="tx"/>
                    </a:ext>
                  </a:extLst>
                </a:hlinkClick>
              </a:rPr>
              <a:t>Bloomberg</a:t>
            </a:r>
            <a:r>
              <a:rPr lang="en-US" sz="700" noProof="0">
                <a:solidFill>
                  <a:schemeClr val="bg1">
                    <a:lumMod val="50000"/>
                  </a:schemeClr>
                </a:solidFill>
                <a:latin typeface="IBM Plex Sans" panose="020B0503050203000203" pitchFamily="34" charset="0"/>
                <a:ea typeface="Calibri" panose="020F0502020204030204" pitchFamily="34" charset="0"/>
                <a:cs typeface="Calibri" panose="020F0502020204030204" pitchFamily="34" charset="0"/>
                <a:sym typeface="Calibri"/>
              </a:rPr>
              <a:t>, (4) </a:t>
            </a:r>
            <a:r>
              <a:rPr lang="en-US" sz="700" u="sng" noProof="0">
                <a:solidFill>
                  <a:schemeClr val="bg1">
                    <a:lumMod val="50000"/>
                  </a:schemeClr>
                </a:solidFill>
                <a:latin typeface="IBM Plex Sans" panose="020B0503050203000203" pitchFamily="34" charset="0"/>
                <a:ea typeface="Quattrocento Sans"/>
                <a:cs typeface="Quattrocento Sans"/>
                <a:sym typeface="Quattrocento Sans"/>
                <a:hlinkClick r:id="rId6">
                  <a:extLst>
                    <a:ext uri="{A12FA001-AC4F-418D-AE19-62706E023703}">
                      <ahyp:hlinkClr xmlns:ahyp="http://schemas.microsoft.com/office/drawing/2018/hyperlinkcolor" val="tx"/>
                    </a:ext>
                  </a:extLst>
                </a:hlinkClick>
              </a:rPr>
              <a:t>Statista</a:t>
            </a:r>
            <a:endParaRPr lang="en-US" sz="700" b="0" i="0" strike="noStrike" cap="none" noProof="0">
              <a:solidFill>
                <a:schemeClr val="bg1">
                  <a:lumMod val="50000"/>
                </a:schemeClr>
              </a:solidFill>
              <a:latin typeface="IBM Plex Sans" panose="020B0503050203000203" pitchFamily="34" charset="0"/>
              <a:ea typeface="IBM Plex Sans"/>
              <a:cs typeface="IBM Plex Sans"/>
              <a:sym typeface="IBM Plex Sans"/>
              <a:hlinkClick r:id="rId7">
                <a:extLst>
                  <a:ext uri="{A12FA001-AC4F-418D-AE19-62706E023703}">
                    <ahyp:hlinkClr xmlns:ahyp="http://schemas.microsoft.com/office/drawing/2018/hyperlinkcolor" val="tx"/>
                  </a:ext>
                </a:extLst>
              </a:hlinkClick>
            </a:endParaRPr>
          </a:p>
        </p:txBody>
      </p:sp>
      <p:sp>
        <p:nvSpPr>
          <p:cNvPr id="3" name="CaixaDeTexto 2">
            <a:extLst>
              <a:ext uri="{FF2B5EF4-FFF2-40B4-BE49-F238E27FC236}">
                <a16:creationId xmlns:a16="http://schemas.microsoft.com/office/drawing/2014/main" id="{AF9ACB96-62F5-F1B7-5AD1-65147E482C79}"/>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2025 Overview: TAM</a:t>
            </a:r>
          </a:p>
        </p:txBody>
      </p:sp>
    </p:spTree>
    <p:extLst>
      <p:ext uri="{BB962C8B-B14F-4D97-AF65-F5344CB8AC3E}">
        <p14:creationId xmlns:p14="http://schemas.microsoft.com/office/powerpoint/2010/main" val="23241807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486">
          <a:extLst>
            <a:ext uri="{FF2B5EF4-FFF2-40B4-BE49-F238E27FC236}">
              <a16:creationId xmlns:a16="http://schemas.microsoft.com/office/drawing/2014/main" id="{F913CBA4-5DB0-06D5-FAFF-F467B2075ACA}"/>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C9B69F6A-1D01-C01C-0BE6-77966BE02ABD}"/>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73" imgH="473" progId="TCLayout.ActiveDocument.1">
                  <p:embed/>
                </p:oleObj>
              </mc:Choice>
              <mc:Fallback>
                <p:oleObj name="think-cell Slide" r:id="rId4" imgW="473" imgH="473" progId="TCLayout.ActiveDocument.1">
                  <p:embed/>
                  <p:pic>
                    <p:nvPicPr>
                      <p:cNvPr id="4" name="think-cell data - do not delete" hidden="1">
                        <a:extLst>
                          <a:ext uri="{FF2B5EF4-FFF2-40B4-BE49-F238E27FC236}">
                            <a16:creationId xmlns:a16="http://schemas.microsoft.com/office/drawing/2014/main" id="{C9B69F6A-1D01-C01C-0BE6-77966BE02AB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87" name="Google Shape;487;p48">
            <a:extLst>
              <a:ext uri="{FF2B5EF4-FFF2-40B4-BE49-F238E27FC236}">
                <a16:creationId xmlns:a16="http://schemas.microsoft.com/office/drawing/2014/main" id="{1116B479-7C6E-0595-152D-F18ED4C23765}"/>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28</a:t>
            </a:fld>
            <a:endParaRPr lang="en-US" noProof="0"/>
          </a:p>
        </p:txBody>
      </p:sp>
      <p:sp>
        <p:nvSpPr>
          <p:cNvPr id="488" name="Google Shape;488;p48">
            <a:extLst>
              <a:ext uri="{FF2B5EF4-FFF2-40B4-BE49-F238E27FC236}">
                <a16:creationId xmlns:a16="http://schemas.microsoft.com/office/drawing/2014/main" id="{7B0B5EE5-F5A6-5AAF-BFE2-2B8378277B0C}"/>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dirty="0"/>
              <a:t>Social Search includes in-stream and all potential commercial value within the social platform </a:t>
            </a:r>
            <a:endParaRPr lang="en-US" noProof="0" dirty="0"/>
          </a:p>
        </p:txBody>
      </p:sp>
      <p:sp>
        <p:nvSpPr>
          <p:cNvPr id="7" name="CaixaDeTexto 6">
            <a:extLst>
              <a:ext uri="{FF2B5EF4-FFF2-40B4-BE49-F238E27FC236}">
                <a16:creationId xmlns:a16="http://schemas.microsoft.com/office/drawing/2014/main" id="{7C91640A-7774-E432-10A9-552E9A4229BB}"/>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2025 Overview: updates from feedback sessions</a:t>
            </a:r>
          </a:p>
        </p:txBody>
      </p:sp>
      <p:sp>
        <p:nvSpPr>
          <p:cNvPr id="14" name="Google Shape;1171;g3b0a07b424d_1_872">
            <a:extLst>
              <a:ext uri="{FF2B5EF4-FFF2-40B4-BE49-F238E27FC236}">
                <a16:creationId xmlns:a16="http://schemas.microsoft.com/office/drawing/2014/main" id="{29F63A53-2FD1-A61A-13DA-1ED0CA42E858}"/>
              </a:ext>
            </a:extLst>
          </p:cNvPr>
          <p:cNvSpPr txBox="1"/>
          <p:nvPr/>
        </p:nvSpPr>
        <p:spPr>
          <a:xfrm>
            <a:off x="368300" y="6392131"/>
            <a:ext cx="10641076" cy="107722"/>
          </a:xfrm>
          <a:prstGeom prst="rect">
            <a:avLst/>
          </a:prstGeom>
          <a:noFill/>
          <a:ln>
            <a:noFill/>
          </a:ln>
        </p:spPr>
        <p:txBody>
          <a:bodyPr spcFirstLastPara="1" wrap="square" lIns="0" tIns="0" rIns="0" bIns="0" anchor="b" anchorCtr="0">
            <a:spAutoFit/>
          </a:bodyPr>
          <a:lstStyle/>
          <a:p>
            <a:pPr lvl="0">
              <a:buSzPts val="600"/>
            </a:pPr>
            <a:r>
              <a:rPr lang="en-US" sz="700" b="0" i="0" strike="noStrike" cap="none" noProof="0" dirty="0">
                <a:solidFill>
                  <a:schemeClr val="bg1">
                    <a:lumMod val="50000"/>
                  </a:schemeClr>
                </a:solidFill>
                <a:latin typeface="IBM Plex Sans"/>
                <a:ea typeface="Calibri"/>
                <a:cs typeface="Calibri"/>
                <a:sym typeface="Calibri"/>
              </a:rPr>
              <a:t>Sources</a:t>
            </a:r>
            <a:r>
              <a:rPr lang="en-US" sz="700" b="1" i="0" strike="noStrike" cap="none" noProof="0" dirty="0">
                <a:solidFill>
                  <a:schemeClr val="bg1">
                    <a:lumMod val="50000"/>
                  </a:schemeClr>
                </a:solidFill>
                <a:latin typeface="IBM Plex Sans"/>
                <a:ea typeface="Calibri"/>
                <a:cs typeface="Calibri"/>
                <a:sym typeface="Calibri"/>
              </a:rPr>
              <a:t>: </a:t>
            </a:r>
            <a:r>
              <a:rPr lang="en-US" sz="700" b="0" i="0" strike="noStrike" cap="none" noProof="0" dirty="0">
                <a:solidFill>
                  <a:schemeClr val="bg1">
                    <a:lumMod val="50000"/>
                  </a:schemeClr>
                </a:solidFill>
                <a:latin typeface="IBM Plex Sans"/>
                <a:ea typeface="Calibri"/>
                <a:cs typeface="Calibri"/>
                <a:sym typeface="Calibri"/>
              </a:rPr>
              <a:t>(1)</a:t>
            </a:r>
            <a:r>
              <a:rPr lang="en-US" sz="700" dirty="0">
                <a:solidFill>
                  <a:srgbClr val="7F7F7F"/>
                </a:solidFill>
                <a:latin typeface="IBM Plex Sans"/>
                <a:ea typeface="Quattrocento Sans"/>
                <a:cs typeface="Quattrocento Sans"/>
                <a:sym typeface="Quattrocento Sans"/>
              </a:rPr>
              <a:t> </a:t>
            </a:r>
            <a:r>
              <a:rPr lang="en-US" sz="700" u="sng" dirty="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Business Research</a:t>
            </a:r>
            <a:r>
              <a:rPr lang="en-US" sz="700" u="sng">
                <a:solidFill>
                  <a:srgbClr val="7F7F7F"/>
                </a:solidFill>
                <a:latin typeface="IBM Plex Sans"/>
                <a:ea typeface="Quattrocento Sans"/>
                <a:cs typeface="Quattrocento Sans"/>
                <a:sym typeface="Quattrocento Sans"/>
              </a:rPr>
              <a:t>,</a:t>
            </a:r>
            <a:r>
              <a:rPr lang="en-US" sz="700">
                <a:solidFill>
                  <a:srgbClr val="7F7F7F"/>
                </a:solidFill>
                <a:latin typeface="IBM Plex Sans"/>
                <a:ea typeface="Quattrocento Sans"/>
                <a:cs typeface="Quattrocento Sans"/>
                <a:sym typeface="Quattrocento Sans"/>
              </a:rPr>
              <a:t> (2) </a:t>
            </a:r>
            <a:r>
              <a:rPr lang="en-US" sz="700" u="sng" dirty="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Jungle Scout</a:t>
            </a:r>
            <a:endParaRPr lang="en-US" sz="700" b="0" i="0" strike="noStrike" cap="none" noProof="0" dirty="0">
              <a:solidFill>
                <a:schemeClr val="bg1">
                  <a:lumMod val="50000"/>
                </a:schemeClr>
              </a:solidFill>
              <a:latin typeface="IBM Plex Sans"/>
              <a:ea typeface="Calibri"/>
              <a:cs typeface="Calibri"/>
              <a:sym typeface="Calibri"/>
            </a:endParaRPr>
          </a:p>
        </p:txBody>
      </p:sp>
      <p:sp>
        <p:nvSpPr>
          <p:cNvPr id="13" name="Rectangle 12">
            <a:extLst>
              <a:ext uri="{FF2B5EF4-FFF2-40B4-BE49-F238E27FC236}">
                <a16:creationId xmlns:a16="http://schemas.microsoft.com/office/drawing/2014/main" id="{37F29D3D-9070-FD00-B26F-DE04C313306A}"/>
              </a:ext>
            </a:extLst>
          </p:cNvPr>
          <p:cNvSpPr/>
          <p:nvPr/>
        </p:nvSpPr>
        <p:spPr>
          <a:xfrm>
            <a:off x="559335" y="1544848"/>
            <a:ext cx="5870737" cy="36819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182880" tIns="91440" rIns="182880" bIns="91440" rtlCol="0" anchor="t"/>
          <a:lstStyle/>
          <a:p>
            <a:pPr marL="0" marR="0" lvl="0" indent="0" algn="l" defTabSz="914400" rtl="0" eaLnBrk="1" fontAlgn="auto" latinLnBrk="0" hangingPunct="1">
              <a:lnSpc>
                <a:spcPct val="100000"/>
              </a:lnSpc>
              <a:spcBef>
                <a:spcPts val="0"/>
              </a:spcBef>
              <a:spcAft>
                <a:spcPts val="600"/>
              </a:spcAft>
              <a:buClr>
                <a:srgbClr val="000000"/>
              </a:buClr>
              <a:buSzTx/>
              <a:buFont typeface="Arial"/>
              <a:buNone/>
              <a:tabLst/>
              <a:defRPr/>
            </a:pPr>
            <a:r>
              <a:rPr kumimoji="0" lang="en-US" sz="1400" b="1"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Social Search refers to the trend of users (especially Gen Z) using the native search bars of social platforms to find information instead of using Google</a:t>
            </a:r>
          </a:p>
          <a:p>
            <a:pPr marL="228600" marR="0" lvl="2" indent="-228600" algn="l" defTabSz="914400" rtl="0" eaLnBrk="1" fontAlgn="auto" latinLnBrk="0" hangingPunct="1">
              <a:lnSpc>
                <a:spcPct val="100000"/>
              </a:lnSpc>
              <a:spcBef>
                <a:spcPts val="0"/>
              </a:spcBef>
              <a:spcAft>
                <a:spcPts val="600"/>
              </a:spcAft>
              <a:buClr>
                <a:srgbClr val="000000"/>
              </a:buClr>
              <a:buSzTx/>
              <a:buFont typeface="Arial" panose="020B0604020202020204" pitchFamily="34" charset="0"/>
              <a:buChar char="•"/>
              <a:tabLst/>
              <a:defRPr/>
            </a:pPr>
            <a:r>
              <a:rPr kumimoji="0" lang="en-US" sz="1400"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Social Search Market is quantifying the ad revenue and engagement value generated by platforms like TikTok, Instagram, YouTube, and Pinterest acting as search engines</a:t>
            </a:r>
          </a:p>
          <a:p>
            <a:pPr marL="228600" marR="0" lvl="0" indent="-228600" algn="l" defTabSz="914400" rtl="0" eaLnBrk="1" fontAlgn="auto" latinLnBrk="0" hangingPunct="1">
              <a:lnSpc>
                <a:spcPct val="100000"/>
              </a:lnSpc>
              <a:spcBef>
                <a:spcPts val="0"/>
              </a:spcBef>
              <a:spcAft>
                <a:spcPts val="600"/>
              </a:spcAft>
              <a:buClr>
                <a:srgbClr val="000000"/>
              </a:buClr>
              <a:buSzTx/>
              <a:buFont typeface="Arial" panose="020B0604020202020204" pitchFamily="34" charset="0"/>
              <a:buChar char="•"/>
              <a:tabLst/>
              <a:defRPr/>
            </a:pPr>
            <a:r>
              <a:rPr kumimoji="0" lang="en-US" sz="1400"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$243B~$261B in 2026 captures the massive shift in digital advertising spend</a:t>
            </a:r>
          </a:p>
          <a:p>
            <a:pPr marL="457200" marR="0" lvl="0" indent="-228600" algn="l" defTabSz="914400" rtl="0" eaLnBrk="1" fontAlgn="auto" latinLnBrk="0" hangingPunct="1">
              <a:lnSpc>
                <a:spcPct val="100000"/>
              </a:lnSpc>
              <a:spcBef>
                <a:spcPts val="0"/>
              </a:spcBef>
              <a:spcAft>
                <a:spcPts val="600"/>
              </a:spcAft>
              <a:buClr>
                <a:srgbClr val="000000"/>
              </a:buClr>
              <a:buSzTx/>
              <a:buFont typeface="Courier New" panose="02070309020205020404" pitchFamily="49" charset="0"/>
              <a:buChar char="o"/>
              <a:tabLst/>
              <a:defRPr/>
            </a:pPr>
            <a:r>
              <a:rPr kumimoji="0" lang="en-US" sz="1400"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Brands are moving </a:t>
            </a:r>
            <a:r>
              <a:rPr kumimoji="0" lang="en-US" sz="1400" b="1"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Search Ads</a:t>
            </a:r>
            <a:r>
              <a:rPr kumimoji="0" lang="en-US" sz="1400"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 budgets from Google to TikTok and Instagram (see right) because users are searching for "best skincare," "travel tips," or "how to..." directly within those apps.</a:t>
            </a:r>
          </a:p>
        </p:txBody>
      </p:sp>
      <p:pic>
        <p:nvPicPr>
          <p:cNvPr id="11" name="Picture 2" descr="Instagram ads in search results">
            <a:extLst>
              <a:ext uri="{FF2B5EF4-FFF2-40B4-BE49-F238E27FC236}">
                <a16:creationId xmlns:a16="http://schemas.microsoft.com/office/drawing/2014/main" id="{3FDF3B97-C36A-1390-C034-49814A78E1C4}"/>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22508"/>
          <a:stretch>
            <a:fillRect/>
          </a:stretch>
        </p:blipFill>
        <p:spPr bwMode="auto">
          <a:xfrm>
            <a:off x="7109149" y="1441808"/>
            <a:ext cx="4116116" cy="3714012"/>
          </a:xfrm>
          <a:prstGeom prst="rect">
            <a:avLst/>
          </a:prstGeom>
          <a:noFill/>
          <a:extLst>
            <a:ext uri="{909E8E84-426E-40DD-AFC4-6F175D3DCCD1}">
              <a14:hiddenFill xmlns:a14="http://schemas.microsoft.com/office/drawing/2010/main">
                <a:solidFill>
                  <a:srgbClr val="FFFFFF"/>
                </a:solidFill>
              </a14:hiddenFill>
            </a:ext>
          </a:extLst>
        </p:spPr>
      </p:pic>
      <p:sp>
        <p:nvSpPr>
          <p:cNvPr id="12" name="Google Shape;625;g3b23322d595_2_111">
            <a:extLst>
              <a:ext uri="{FF2B5EF4-FFF2-40B4-BE49-F238E27FC236}">
                <a16:creationId xmlns:a16="http://schemas.microsoft.com/office/drawing/2014/main" id="{AB271D74-C9EC-3E64-CB00-43E428FDC270}"/>
              </a:ext>
            </a:extLst>
          </p:cNvPr>
          <p:cNvSpPr txBox="1"/>
          <p:nvPr/>
        </p:nvSpPr>
        <p:spPr>
          <a:xfrm>
            <a:off x="420595" y="5784903"/>
            <a:ext cx="11350810" cy="471660"/>
          </a:xfrm>
          <a:prstGeom prst="rect">
            <a:avLst/>
          </a:prstGeom>
          <a:solidFill>
            <a:srgbClr val="7FD7A7"/>
          </a:solidFill>
          <a:ln>
            <a:noFill/>
          </a:ln>
        </p:spPr>
        <p:txBody>
          <a:bodyPr spcFirstLastPara="1" wrap="square" lIns="68550" tIns="68550" rIns="68550" bIns="68550" anchor="ctr" anchorCtr="0">
            <a:noAutofit/>
          </a:bodyPr>
          <a:lstStyle/>
          <a:p>
            <a:pPr lvl="0" algn="ctr">
              <a:buSzPts val="1200"/>
            </a:pPr>
            <a:r>
              <a:rPr lang="en-US" b="1" dirty="0">
                <a:latin typeface="IBM Plex Sans"/>
              </a:rPr>
              <a:t>Social Search includes in-platform query-based discovery and intent-driven content retrieval, but excludes broader feed-based and in-stream advertising</a:t>
            </a:r>
            <a:endParaRPr lang="en-US" b="1" i="0" u="none" strike="noStrike" cap="none" noProof="0" dirty="0">
              <a:solidFill>
                <a:srgbClr val="000000"/>
              </a:solidFill>
              <a:latin typeface="IBM Plex Sans"/>
              <a:ea typeface="IBM Plex Sans"/>
              <a:cs typeface="IBM Plex Sans"/>
            </a:endParaRPr>
          </a:p>
        </p:txBody>
      </p:sp>
    </p:spTree>
    <p:extLst>
      <p:ext uri="{BB962C8B-B14F-4D97-AF65-F5344CB8AC3E}">
        <p14:creationId xmlns:p14="http://schemas.microsoft.com/office/powerpoint/2010/main" val="27777014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169"/>
        <p:cNvGrpSpPr/>
        <p:nvPr/>
      </p:nvGrpSpPr>
      <p:grpSpPr>
        <a:xfrm>
          <a:off x="0" y="0"/>
          <a:ext cx="0" cy="0"/>
          <a:chOff x="0" y="0"/>
          <a:chExt cx="0" cy="0"/>
        </a:xfrm>
      </p:grpSpPr>
      <p:sp>
        <p:nvSpPr>
          <p:cNvPr id="1170" name="Google Shape;1170;g3b23322d595_2_238"/>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29</a:t>
            </a:fld>
            <a:endParaRPr lang="en-US" noProof="0"/>
          </a:p>
        </p:txBody>
      </p:sp>
      <p:sp>
        <p:nvSpPr>
          <p:cNvPr id="1171" name="Google Shape;1171;g3b23322d595_2_238"/>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What the market got right vs. What the market got wrong </a:t>
            </a:r>
          </a:p>
        </p:txBody>
      </p:sp>
      <p:sp>
        <p:nvSpPr>
          <p:cNvPr id="1172" name="Google Shape;1172;g3b23322d595_2_238"/>
          <p:cNvSpPr txBox="1"/>
          <p:nvPr/>
        </p:nvSpPr>
        <p:spPr>
          <a:xfrm>
            <a:off x="450091" y="5550937"/>
            <a:ext cx="11375001" cy="582576"/>
          </a:xfrm>
          <a:prstGeom prst="rect">
            <a:avLst/>
          </a:prstGeom>
          <a:solidFill>
            <a:srgbClr val="00B050">
              <a:alpha val="48235"/>
            </a:srgbClr>
          </a:solidFill>
          <a:ln>
            <a:noFill/>
          </a:ln>
        </p:spPr>
        <p:txBody>
          <a:bodyPr spcFirstLastPara="1" wrap="square" lIns="91425" tIns="45700" rIns="91425" bIns="45700" anchor="ctr" anchorCtr="0">
            <a:noAutofit/>
          </a:bodyPr>
          <a:lstStyle/>
          <a:p>
            <a:pPr algn="ctr">
              <a:buSzPts val="1600"/>
            </a:pPr>
            <a:r>
              <a:rPr lang="en-US" b="1" i="0" u="none" strike="noStrike" cap="none" noProof="0">
                <a:solidFill>
                  <a:schemeClr val="dk1"/>
                </a:solidFill>
                <a:latin typeface="IBM Plex Sans"/>
                <a:ea typeface="IBM Plex Sans"/>
                <a:cs typeface="IBM Plex Sans"/>
                <a:sym typeface="IBM Plex Sans"/>
              </a:rPr>
              <a:t>External sources were often directionally </a:t>
            </a:r>
            <a:r>
              <a:rPr lang="en-US" b="1" noProof="0">
                <a:solidFill>
                  <a:schemeClr val="dk1"/>
                </a:solidFill>
                <a:latin typeface="IBM Plex Sans"/>
                <a:ea typeface="IBM Plex Sans"/>
                <a:cs typeface="IBM Plex Sans"/>
                <a:sym typeface="IBM Plex Sans"/>
              </a:rPr>
              <a:t>wrong – especially</a:t>
            </a:r>
            <a:r>
              <a:rPr lang="en-US" b="1" i="0" u="none" strike="noStrike" cap="none" noProof="0">
                <a:solidFill>
                  <a:schemeClr val="dk1"/>
                </a:solidFill>
                <a:latin typeface="IBM Plex Sans"/>
                <a:ea typeface="IBM Plex Sans"/>
                <a:cs typeface="IBM Plex Sans"/>
                <a:sym typeface="IBM Plex Sans"/>
              </a:rPr>
              <a:t> on search volume declines and AI cannibalization</a:t>
            </a:r>
            <a:r>
              <a:rPr lang="en-US" b="1" noProof="0">
                <a:solidFill>
                  <a:schemeClr val="dk1"/>
                </a:solidFill>
                <a:latin typeface="IBM Plex Sans"/>
                <a:ea typeface="IBM Plex Sans"/>
                <a:cs typeface="IBM Plex Sans"/>
                <a:sym typeface="IBM Plex Sans"/>
              </a:rPr>
              <a:t> –</a:t>
            </a:r>
            <a:r>
              <a:rPr lang="en-US" b="1" i="0" u="none" strike="noStrike" cap="none" noProof="0">
                <a:solidFill>
                  <a:schemeClr val="dk1"/>
                </a:solidFill>
                <a:latin typeface="IBM Plex Sans"/>
                <a:ea typeface="IBM Plex Sans"/>
                <a:cs typeface="IBM Plex Sans"/>
                <a:sym typeface="IBM Plex Sans"/>
              </a:rPr>
              <a:t> </a:t>
            </a:r>
            <a:br>
              <a:rPr lang="en-US" b="1" i="0" u="none" strike="noStrike" cap="none" noProof="0">
                <a:latin typeface="IBM Plex Sans"/>
                <a:ea typeface="IBM Plex Sans"/>
                <a:cs typeface="IBM Plex Sans"/>
              </a:rPr>
            </a:br>
            <a:r>
              <a:rPr lang="en-US" b="1" i="0" u="none" strike="noStrike" cap="none" noProof="0">
                <a:solidFill>
                  <a:schemeClr val="dk1"/>
                </a:solidFill>
                <a:latin typeface="IBM Plex Sans"/>
                <a:ea typeface="IBM Plex Sans"/>
                <a:cs typeface="IBM Plex Sans"/>
                <a:sym typeface="IBM Plex Sans"/>
              </a:rPr>
              <a:t>overstating negative impacts while understating the acceleration of AI-driven markets</a:t>
            </a:r>
            <a:endParaRPr lang="en-US" b="0" i="0" u="none" strike="noStrike" cap="none" noProof="0">
              <a:solidFill>
                <a:schemeClr val="dk1"/>
              </a:solidFill>
              <a:latin typeface="IBM Plex Sans"/>
              <a:ea typeface="Arial"/>
              <a:cs typeface="Arial"/>
            </a:endParaRPr>
          </a:p>
        </p:txBody>
      </p:sp>
      <p:graphicFrame>
        <p:nvGraphicFramePr>
          <p:cNvPr id="1174" name="Google Shape;1174;g3b23322d595_2_238"/>
          <p:cNvGraphicFramePr/>
          <p:nvPr>
            <p:extLst>
              <p:ext uri="{D42A27DB-BD31-4B8C-83A1-F6EECF244321}">
                <p14:modId xmlns:p14="http://schemas.microsoft.com/office/powerpoint/2010/main" val="1399756924"/>
              </p:ext>
            </p:extLst>
          </p:nvPr>
        </p:nvGraphicFramePr>
        <p:xfrm>
          <a:off x="450090" y="1120588"/>
          <a:ext cx="11350825" cy="4110639"/>
        </p:xfrm>
        <a:graphic>
          <a:graphicData uri="http://schemas.openxmlformats.org/drawingml/2006/table">
            <a:tbl>
              <a:tblPr>
                <a:noFill/>
                <a:tableStyleId>{16461213-F4DB-495F-93F5-F8E8B3FAFA39}</a:tableStyleId>
              </a:tblPr>
              <a:tblGrid>
                <a:gridCol w="1116800">
                  <a:extLst>
                    <a:ext uri="{9D8B030D-6E8A-4147-A177-3AD203B41FA5}">
                      <a16:colId xmlns:a16="http://schemas.microsoft.com/office/drawing/2014/main" val="20000"/>
                    </a:ext>
                  </a:extLst>
                </a:gridCol>
                <a:gridCol w="5618150">
                  <a:extLst>
                    <a:ext uri="{9D8B030D-6E8A-4147-A177-3AD203B41FA5}">
                      <a16:colId xmlns:a16="http://schemas.microsoft.com/office/drawing/2014/main" val="20001"/>
                    </a:ext>
                  </a:extLst>
                </a:gridCol>
                <a:gridCol w="4615875">
                  <a:extLst>
                    <a:ext uri="{9D8B030D-6E8A-4147-A177-3AD203B41FA5}">
                      <a16:colId xmlns:a16="http://schemas.microsoft.com/office/drawing/2014/main" val="20002"/>
                    </a:ext>
                  </a:extLst>
                </a:gridCol>
              </a:tblGrid>
              <a:tr h="314336">
                <a:tc>
                  <a:txBody>
                    <a:bodyPr/>
                    <a:lstStyle/>
                    <a:p>
                      <a:pPr marL="0" marR="0" lvl="0" indent="0" algn="l" rtl="0">
                        <a:lnSpc>
                          <a:spcPct val="100000"/>
                        </a:lnSpc>
                        <a:spcBef>
                          <a:spcPts val="0"/>
                        </a:spcBef>
                        <a:spcAft>
                          <a:spcPts val="0"/>
                        </a:spcAft>
                        <a:buClr>
                          <a:srgbClr val="000000"/>
                        </a:buClr>
                        <a:buSzPts val="1200"/>
                        <a:buFont typeface="Arial"/>
                        <a:buNone/>
                      </a:pPr>
                      <a:endParaRPr lang="en-US" sz="1000" b="1" i="0" u="none" strike="noStrike" cap="none" noProof="0">
                        <a:solidFill>
                          <a:schemeClr val="lt1"/>
                        </a:solidFill>
                        <a:latin typeface="IBM Plex Sans"/>
                        <a:ea typeface="IBM Plex Sans"/>
                        <a:cs typeface="IBM Plex Sans"/>
                        <a:sym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What the Market Got Right</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What the Market Got Wrong</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665881">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AI Overviews</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Some sources forecasted </a:t>
                      </a:r>
                      <a:r>
                        <a:rPr lang="en-US" sz="1000" b="0" i="0" u="none" strike="noStrike" cap="none" noProof="0">
                          <a:solidFill>
                            <a:schemeClr val="dk1"/>
                          </a:solidFill>
                          <a:latin typeface="IBM Plex Sans"/>
                          <a:ea typeface="IBM Plex Sans"/>
                          <a:cs typeface="IBM Plex Sans"/>
                        </a:rPr>
                        <a:t>that Overviews</a:t>
                      </a:r>
                      <a:r>
                        <a:rPr lang="en-US" sz="1000" b="0" i="0" u="none" strike="noStrike" cap="none" noProof="0">
                          <a:solidFill>
                            <a:schemeClr val="dk1"/>
                          </a:solidFill>
                          <a:latin typeface="IBM Plex Sans"/>
                          <a:ea typeface="IBM Plex Sans"/>
                          <a:cs typeface="IBM Plex Sans"/>
                          <a:sym typeface="IBM Plex Sans"/>
                        </a:rPr>
                        <a:t> would become a material share of results. Early </a:t>
                      </a:r>
                      <a:r>
                        <a:rPr lang="en-US" sz="1000" b="0" i="0" u="none" strike="noStrike" cap="none" noProof="0">
                          <a:solidFill>
                            <a:schemeClr val="dk1"/>
                          </a:solidFill>
                          <a:latin typeface="IBM Plex Sans"/>
                          <a:ea typeface="IBM Plex Sans"/>
                          <a:cs typeface="IBM Plex Sans"/>
                        </a:rPr>
                        <a:t>estimates </a:t>
                      </a:r>
                      <a:r>
                        <a:rPr lang="en-US" sz="1000" b="0" i="0" u="none" strike="noStrike" cap="none" noProof="0">
                          <a:solidFill>
                            <a:schemeClr val="dk1"/>
                          </a:solidFill>
                          <a:latin typeface="IBM Plex Sans"/>
                          <a:ea typeface="IBM Plex Sans"/>
                          <a:cs typeface="IBM Plex Sans"/>
                          <a:sym typeface="IBM Plex Sans"/>
                        </a:rPr>
                        <a:t>(5</a:t>
                      </a:r>
                      <a:r>
                        <a:rPr lang="en-US" sz="1000" b="0" i="0" u="none" strike="noStrike" cap="none" noProof="0">
                          <a:solidFill>
                            <a:schemeClr val="dk1"/>
                          </a:solidFill>
                          <a:latin typeface="IBM Plex Sans"/>
                          <a:ea typeface="IBM Plex Sans"/>
                          <a:cs typeface="IBM Plex Sans"/>
                        </a:rPr>
                        <a:t>% – </a:t>
                      </a:r>
                      <a:r>
                        <a:rPr lang="en-US" sz="1000" b="0" i="0" u="none" strike="noStrike" cap="none" noProof="0">
                          <a:solidFill>
                            <a:schemeClr val="dk1"/>
                          </a:solidFill>
                          <a:latin typeface="IBM Plex Sans"/>
                          <a:ea typeface="IBM Plex Sans"/>
                          <a:cs typeface="IBM Plex Sans"/>
                          <a:sym typeface="IBM Plex Sans"/>
                        </a:rPr>
                        <a:t>30</a:t>
                      </a:r>
                      <a:r>
                        <a:rPr lang="en-US" sz="1000" b="0" i="0" u="none" strike="noStrike" cap="none" noProof="0">
                          <a:solidFill>
                            <a:schemeClr val="dk1"/>
                          </a:solidFill>
                          <a:latin typeface="IBM Plex Sans"/>
                          <a:ea typeface="IBM Plex Sans"/>
                          <a:cs typeface="IBM Plex Sans"/>
                        </a:rPr>
                        <a:t>%,</a:t>
                      </a:r>
                      <a:r>
                        <a:rPr lang="en-US" sz="1000" b="0" i="0" u="none" strike="noStrike" cap="none" noProof="0">
                          <a:solidFill>
                            <a:schemeClr val="dk1"/>
                          </a:solidFill>
                          <a:latin typeface="IBM Plex Sans"/>
                          <a:ea typeface="IBM Plex Sans"/>
                          <a:cs typeface="IBM Plex Sans"/>
                          <a:sym typeface="IBM Plex Sans"/>
                        </a:rPr>
                        <a:t> depending on word count and phrasing), </a:t>
                      </a:r>
                      <a:r>
                        <a:rPr lang="en-US" sz="1000" b="0" i="0" u="none" strike="noStrike" cap="none" noProof="0">
                          <a:solidFill>
                            <a:schemeClr val="dk1"/>
                          </a:solidFill>
                          <a:latin typeface="IBM Plex Sans"/>
                          <a:ea typeface="IBM Plex Sans"/>
                          <a:cs typeface="IBM Plex Sans"/>
                        </a:rPr>
                        <a:t>broadly </a:t>
                      </a:r>
                      <a:r>
                        <a:rPr lang="en-US" sz="1000" b="0" i="0" u="none" strike="noStrike" cap="none" noProof="0">
                          <a:solidFill>
                            <a:schemeClr val="dk1"/>
                          </a:solidFill>
                          <a:latin typeface="IBM Plex Sans"/>
                          <a:ea typeface="IBM Plex Sans"/>
                          <a:cs typeface="IBM Plex Sans"/>
                          <a:sym typeface="IBM Plex Sans"/>
                        </a:rPr>
                        <a:t>match what </a:t>
                      </a:r>
                      <a:r>
                        <a:rPr lang="en-US" sz="1000" b="0" i="0" u="none" strike="noStrike" cap="none" noProof="0">
                          <a:solidFill>
                            <a:schemeClr val="dk1"/>
                          </a:solidFill>
                          <a:latin typeface="IBM Plex Sans"/>
                          <a:ea typeface="IBM Plex Sans"/>
                          <a:cs typeface="IBM Plex Sans"/>
                        </a:rPr>
                        <a:t>occurred </a:t>
                      </a:r>
                      <a:r>
                        <a:rPr lang="en-US" sz="1000" b="0" i="0" u="none" strike="noStrike" cap="none" noProof="0">
                          <a:solidFill>
                            <a:schemeClr val="dk1"/>
                          </a:solidFill>
                          <a:latin typeface="IBM Plex Sans"/>
                          <a:ea typeface="IBM Plex Sans"/>
                          <a:cs typeface="IBM Plex Sans"/>
                          <a:sym typeface="IBM Plex Sans"/>
                        </a:rPr>
                        <a:t>this year</a:t>
                      </a:r>
                      <a:endParaRPr lang="en-US" sz="1400" u="none" strike="noStrike" cap="none" noProof="0"/>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a:lnSpc>
                          <a:spcPct val="100000"/>
                        </a:lnSpc>
                        <a:spcBef>
                          <a:spcPts val="0"/>
                        </a:spcBef>
                        <a:spcAft>
                          <a:spcPts val="0"/>
                        </a:spcAft>
                        <a:buNone/>
                      </a:pPr>
                      <a:r>
                        <a:rPr lang="en-US" sz="1000" b="0" i="0" u="none" strike="noStrike" cap="none" noProof="0">
                          <a:solidFill>
                            <a:schemeClr val="dk1"/>
                          </a:solidFill>
                          <a:latin typeface="IBM Plex Sans"/>
                        </a:rPr>
                        <a:t>–</a:t>
                      </a:r>
                      <a:endParaRPr lang="en-US" noProof="0"/>
                    </a:p>
                  </a:txBody>
                  <a:tcPr marL="91450" marR="36575" marT="45725" marB="457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3"/>
                  </a:ext>
                </a:extLst>
              </a:tr>
              <a:tr h="738882">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Impact on Search Volume</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l">
                        <a:lnSpc>
                          <a:spcPct val="100000"/>
                        </a:lnSpc>
                        <a:spcBef>
                          <a:spcPts val="0"/>
                        </a:spcBef>
                        <a:spcAft>
                          <a:spcPts val="0"/>
                        </a:spcAft>
                        <a:buNone/>
                      </a:pPr>
                      <a:r>
                        <a:rPr lang="en-US" sz="1000" b="0" i="0" u="none" strike="noStrike" cap="none" noProof="0">
                          <a:solidFill>
                            <a:schemeClr val="dk1"/>
                          </a:solidFill>
                          <a:latin typeface="IBM Plex Sans"/>
                        </a:rPr>
                        <a:t>–</a:t>
                      </a:r>
                      <a:endParaRPr lang="en-US"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eaLnBrk="1" fontAlgn="auto" latinLnBrk="0" hangingPunct="1">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Many articles warned that AI tools would significantly reduce search volume, often predicting sizable declines by 2025</a:t>
                      </a:r>
                      <a:r>
                        <a:rPr lang="en-US" sz="1000" b="0" i="0" u="none" strike="noStrike" cap="none" noProof="0">
                          <a:solidFill>
                            <a:schemeClr val="dk1"/>
                          </a:solidFill>
                          <a:latin typeface="IBM Plex Sans"/>
                          <a:ea typeface="IBM Plex Sans"/>
                          <a:cs typeface="Arial"/>
                        </a:rPr>
                        <a:t>; i</a:t>
                      </a:r>
                      <a:r>
                        <a:rPr lang="en-US" sz="1000" b="0" i="0" u="none" strike="noStrike" cap="none" noProof="0">
                          <a:solidFill>
                            <a:srgbClr val="000000"/>
                          </a:solidFill>
                          <a:latin typeface="IBM Plex Sans"/>
                          <a:ea typeface="IBM Plex Sans"/>
                          <a:cs typeface="Arial"/>
                        </a:rPr>
                        <a:t>nstead,</a:t>
                      </a:r>
                      <a:r>
                        <a:rPr lang="en-US" sz="1000" b="0" i="0" u="none" strike="noStrike" cap="none" noProof="0">
                          <a:solidFill>
                            <a:srgbClr val="000000"/>
                          </a:solidFill>
                          <a:latin typeface="IBM Plex Sans"/>
                          <a:ea typeface="IBM Plex Sans"/>
                          <a:cs typeface="IBM Plex Sans"/>
                          <a:sym typeface="IBM Plex Sans"/>
                        </a:rPr>
                        <a:t> volume increased</a:t>
                      </a:r>
                      <a:r>
                        <a:rPr lang="en-US" sz="1000" b="0" i="0" u="none" strike="noStrike" cap="none" noProof="0">
                          <a:solidFill>
                            <a:srgbClr val="000000"/>
                          </a:solidFill>
                          <a:latin typeface="IBM Plex Sans"/>
                          <a:ea typeface="IBM Plex Sans"/>
                          <a:cs typeface="IBM Plex Sans"/>
                        </a:rPr>
                        <a:t> 4.7%–20%</a:t>
                      </a:r>
                      <a:r>
                        <a:rPr lang="en-US" sz="1000" b="0" i="0" u="none" strike="noStrike" cap="none" noProof="0">
                          <a:solidFill>
                            <a:srgbClr val="000000"/>
                          </a:solidFill>
                          <a:latin typeface="IBM Plex Sans"/>
                          <a:ea typeface="IBM Plex Sans"/>
                          <a:cs typeface="IBM Plex Sans"/>
                          <a:sym typeface="IBM Plex Sans"/>
                        </a:rPr>
                        <a:t> year over year</a:t>
                      </a:r>
                      <a:r>
                        <a:rPr lang="en-US" sz="1000" b="0" i="0" u="none" strike="noStrike" cap="none" noProof="0">
                          <a:solidFill>
                            <a:srgbClr val="000000"/>
                          </a:solidFill>
                          <a:latin typeface="IBM Plex Sans"/>
                          <a:ea typeface="IBM Plex Sans"/>
                          <a:cs typeface="IBM Plex Sans"/>
                        </a:rPr>
                        <a:t> as </a:t>
                      </a:r>
                      <a:r>
                        <a:rPr lang="en-US" sz="1000" b="0" i="0" u="none" strike="noStrike" cap="none" noProof="0">
                          <a:solidFill>
                            <a:srgbClr val="000000"/>
                          </a:solidFill>
                          <a:latin typeface="IBM Plex Sans"/>
                          <a:ea typeface="IBM Plex Sans"/>
                          <a:cs typeface="IBM Plex Sans"/>
                          <a:sym typeface="IBM Plex Sans"/>
                        </a:rPr>
                        <a:t>forecasts underestimated users' </a:t>
                      </a:r>
                      <a:r>
                        <a:rPr lang="en-US" sz="1000" b="0" i="0" u="none" strike="noStrike" cap="none" noProof="0">
                          <a:solidFill>
                            <a:srgbClr val="000000"/>
                          </a:solidFill>
                          <a:latin typeface="IBM Plex Sans"/>
                          <a:ea typeface="IBM Plex Sans"/>
                          <a:cs typeface="IBM Plex Sans"/>
                        </a:rPr>
                        <a:t>adoption</a:t>
                      </a:r>
                      <a:endParaRPr lang="en-US" sz="1400" u="none" strike="noStrike" cap="none" noProof="0"/>
                    </a:p>
                  </a:txBody>
                  <a:tcPr marL="91450" marR="36575"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4"/>
                  </a:ext>
                </a:extLst>
              </a:tr>
              <a:tr h="597885">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Impact on CTR</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A moderate CTR decline was expected, mainly due to on-page AI modules shifting visibility (CTR expectations </a:t>
                      </a:r>
                      <a:r>
                        <a:rPr lang="en-US" sz="1000" b="0" i="0" u="none" strike="noStrike" cap="none" noProof="0">
                          <a:solidFill>
                            <a:schemeClr val="dk1"/>
                          </a:solidFill>
                          <a:latin typeface="IBM Plex Sans"/>
                          <a:ea typeface="IBM Plex Sans"/>
                          <a:cs typeface="IBM Plex Sans"/>
                        </a:rPr>
                        <a:t>ranged </a:t>
                      </a:r>
                      <a:r>
                        <a:rPr lang="en-US" sz="1000" b="0" i="0" u="none" strike="noStrike" cap="none" noProof="0">
                          <a:solidFill>
                            <a:schemeClr val="dk1"/>
                          </a:solidFill>
                          <a:latin typeface="IBM Plex Sans"/>
                          <a:ea typeface="IBM Plex Sans"/>
                          <a:cs typeface="IBM Plex Sans"/>
                          <a:sym typeface="IBM Plex Sans"/>
                        </a:rPr>
                        <a:t>from +4% to </a:t>
                      </a:r>
                      <a:r>
                        <a:rPr lang="en-US" sz="1000" b="0" i="0" u="none" strike="noStrike" cap="none" noProof="0">
                          <a:solidFill>
                            <a:schemeClr val="dk1"/>
                          </a:solidFill>
                          <a:latin typeface="IBM Plex Sans"/>
                          <a:ea typeface="IBM Plex Sans"/>
                          <a:cs typeface="IBM Plex Sans"/>
                        </a:rPr>
                        <a:t>-</a:t>
                      </a:r>
                      <a:r>
                        <a:rPr lang="en-US" sz="1000" b="0" i="0" u="none" strike="noStrike" cap="none" noProof="0">
                          <a:solidFill>
                            <a:schemeClr val="dk1"/>
                          </a:solidFill>
                          <a:latin typeface="IBM Plex Sans"/>
                          <a:ea typeface="IBM Plex Sans"/>
                          <a:cs typeface="IBM Plex Sans"/>
                          <a:sym typeface="IBM Plex Sans"/>
                        </a:rPr>
                        <a:t>30</a:t>
                      </a:r>
                      <a:r>
                        <a:rPr lang="en-US" sz="1000" b="0" i="0" u="none" strike="noStrike" cap="none" noProof="0">
                          <a:solidFill>
                            <a:schemeClr val="dk1"/>
                          </a:solidFill>
                          <a:latin typeface="IBM Plex Sans"/>
                          <a:ea typeface="IBM Plex Sans"/>
                          <a:cs typeface="IBM Plex Sans"/>
                        </a:rPr>
                        <a:t>%</a:t>
                      </a:r>
                      <a:r>
                        <a:rPr lang="en-US" sz="1000" b="0" i="0" u="none" strike="noStrike" cap="none" noProof="0">
                          <a:solidFill>
                            <a:schemeClr val="dk1"/>
                          </a:solidFill>
                          <a:latin typeface="IBM Plex Sans"/>
                          <a:ea typeface="IBM Plex Sans"/>
                          <a:cs typeface="IBM Plex Sans"/>
                          <a:sym typeface="IBM Plex Sans"/>
                        </a:rPr>
                        <a:t> between 2025 and 2030)</a:t>
                      </a: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CTR decreased by as much as 25.3%, depending on the source (</a:t>
                      </a:r>
                      <a:r>
                        <a:rPr lang="en-US" sz="1000" b="0" i="0" u="none" strike="noStrike" cap="none" noProof="0" err="1">
                          <a:solidFill>
                            <a:schemeClr val="dk1"/>
                          </a:solidFill>
                          <a:latin typeface="IBM Plex Sans"/>
                          <a:ea typeface="IBM Plex Sans"/>
                          <a:cs typeface="IBM Plex Sans"/>
                          <a:sym typeface="IBM Plex Sans"/>
                        </a:rPr>
                        <a:t>RoW</a:t>
                      </a:r>
                      <a:r>
                        <a:rPr lang="en-US" sz="1000" b="0" i="0" u="none" strike="noStrike" cap="none" noProof="0">
                          <a:solidFill>
                            <a:schemeClr val="dk1"/>
                          </a:solidFill>
                          <a:latin typeface="IBM Plex Sans"/>
                          <a:ea typeface="IBM Plex Sans"/>
                          <a:cs typeface="IBM Plex Sans"/>
                          <a:sym typeface="IBM Plex Sans"/>
                        </a:rPr>
                        <a:t>, Mobile), with informational searches showing</a:t>
                      </a:r>
                      <a:r>
                        <a:rPr lang="en-US" sz="1000" b="0" i="0" u="none" strike="noStrike" cap="none" noProof="0">
                          <a:solidFill>
                            <a:schemeClr val="dk1"/>
                          </a:solidFill>
                          <a:latin typeface="IBM Plex Sans"/>
                          <a:ea typeface="IBM Plex Sans"/>
                          <a:cs typeface="IBM Plex Sans"/>
                        </a:rPr>
                        <a:t> </a:t>
                      </a:r>
                      <a:r>
                        <a:rPr lang="en-US" sz="1000" b="0" i="0" u="none" strike="noStrike" cap="none" noProof="0">
                          <a:solidFill>
                            <a:schemeClr val="dk1"/>
                          </a:solidFill>
                          <a:latin typeface="IBM Plex Sans"/>
                          <a:ea typeface="IBM Plex Sans"/>
                          <a:cs typeface="IBM Plex Sans"/>
                          <a:sym typeface="IBM Plex Sans"/>
                        </a:rPr>
                        <a:t>even steeper </a:t>
                      </a:r>
                      <a:r>
                        <a:rPr lang="en-US" sz="1000" b="0" i="0" u="none" strike="noStrike" cap="none" noProof="0">
                          <a:solidFill>
                            <a:schemeClr val="dk1"/>
                          </a:solidFill>
                          <a:latin typeface="IBM Plex Sans"/>
                          <a:ea typeface="IBM Plex Sans"/>
                          <a:cs typeface="IBM Plex Sans"/>
                        </a:rPr>
                        <a:t>declines</a:t>
                      </a:r>
                      <a:r>
                        <a:rPr lang="en-US" sz="1000" b="0" i="0" u="none" strike="noStrike" cap="none" noProof="0">
                          <a:solidFill>
                            <a:schemeClr val="dk1"/>
                          </a:solidFill>
                          <a:latin typeface="IBM Plex Sans"/>
                          <a:ea typeface="IBM Plex Sans"/>
                          <a:cs typeface="IBM Plex Sans"/>
                          <a:sym typeface="IBM Plex Sans"/>
                        </a:rPr>
                        <a:t> (&gt;30%)</a:t>
                      </a:r>
                      <a:endParaRPr lang="en-US" sz="1400" u="none" strike="noStrike" cap="none" noProof="0"/>
                    </a:p>
                  </a:txBody>
                  <a:tcPr marL="91450" marR="36575"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5"/>
                  </a:ext>
                </a:extLst>
              </a:tr>
              <a:tr h="597885">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Impact on CPC </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Sources had mixed predictions on CPC impact </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CPC increased faster than anticipated. Multiple sources now explicitly link this to reduced above-the-fold inventory created by AI Overviews</a:t>
                      </a:r>
                      <a:endParaRPr lang="en-US" sz="1400" u="none" strike="noStrike" cap="none" noProof="0"/>
                    </a:p>
                  </a:txBody>
                  <a:tcPr marL="91450" marR="36575"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10006"/>
                  </a:ext>
                </a:extLst>
              </a:tr>
              <a:tr h="597885">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Search TAM</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solidFill>
                      <a:srgbClr val="7FD7A7"/>
                    </a:solidFill>
                  </a:tcPr>
                </a:tc>
                <a:tc>
                  <a:txBody>
                    <a:bodyPr/>
                    <a:lstStyle/>
                    <a:p>
                      <a:pPr marL="0" marR="0" lvl="0" indent="0" algn="l">
                        <a:lnSpc>
                          <a:spcPct val="100000"/>
                        </a:lnSpc>
                        <a:spcBef>
                          <a:spcPts val="0"/>
                        </a:spcBef>
                        <a:spcAft>
                          <a:spcPts val="0"/>
                        </a:spcAft>
                        <a:buNone/>
                      </a:pPr>
                      <a:r>
                        <a:rPr lang="en-US" sz="1000" b="0" i="0" u="none" strike="noStrike" cap="none" noProof="0">
                          <a:solidFill>
                            <a:schemeClr val="dk1"/>
                          </a:solidFill>
                          <a:latin typeface="IBM Plex Sans"/>
                        </a:rPr>
                        <a:t>–</a:t>
                      </a:r>
                      <a:endParaRPr lang="en-US" noProof="0">
                        <a:sym typeface="Arial"/>
                      </a:endParaRPr>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eaLnBrk="1" fontAlgn="auto" latinLnBrk="0" hangingPunct="1">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Several sources projected declines </a:t>
                      </a:r>
                      <a:r>
                        <a:rPr lang="en-US" sz="1000" b="0" i="0" u="none" strike="noStrike" cap="none" noProof="0">
                          <a:solidFill>
                            <a:schemeClr val="dk1"/>
                          </a:solidFill>
                          <a:latin typeface="IBM Plex Sans"/>
                          <a:ea typeface="IBM Plex Sans"/>
                          <a:cs typeface="IBM Plex Sans"/>
                        </a:rPr>
                        <a:t>of up to </a:t>
                      </a:r>
                      <a:r>
                        <a:rPr lang="en-US" sz="1000" b="0" i="0" u="none" strike="noStrike" cap="none" noProof="0">
                          <a:solidFill>
                            <a:schemeClr val="dk1"/>
                          </a:solidFill>
                          <a:latin typeface="IBM Plex Sans"/>
                          <a:ea typeface="IBM Plex Sans"/>
                          <a:cs typeface="IBM Plex Sans"/>
                          <a:sym typeface="IBM Plex Sans"/>
                        </a:rPr>
                        <a:t>25</a:t>
                      </a:r>
                      <a:r>
                        <a:rPr lang="en-US" sz="1000" b="0" i="0" u="none" strike="noStrike" cap="none" noProof="0">
                          <a:solidFill>
                            <a:schemeClr val="dk1"/>
                          </a:solidFill>
                          <a:latin typeface="IBM Plex Sans"/>
                          <a:ea typeface="IBM Plex Sans"/>
                          <a:cs typeface="IBM Plex Sans"/>
                        </a:rPr>
                        <a:t>%</a:t>
                      </a:r>
                      <a:r>
                        <a:rPr lang="en-US" sz="1000" b="0" i="0" u="none" strike="noStrike" cap="none" noProof="0">
                          <a:solidFill>
                            <a:schemeClr val="dk1"/>
                          </a:solidFill>
                          <a:latin typeface="IBM Plex Sans"/>
                          <a:ea typeface="IBM Plex Sans"/>
                          <a:cs typeface="IBM Plex Sans"/>
                          <a:sym typeface="IBM Plex Sans"/>
                        </a:rPr>
                        <a:t> over two years due to AI substitution. </a:t>
                      </a:r>
                      <a:r>
                        <a:rPr lang="en-US" sz="1000" b="0" i="0" u="none" strike="noStrike" cap="none" noProof="0">
                          <a:solidFill>
                            <a:schemeClr val="dk1"/>
                          </a:solidFill>
                          <a:latin typeface="IBM Plex Sans"/>
                          <a:ea typeface="IBM Plex Sans"/>
                          <a:cs typeface="IBM Plex Sans"/>
                        </a:rPr>
                        <a:t>Instead, Google</a:t>
                      </a:r>
                      <a:r>
                        <a:rPr lang="en-US" sz="1000" b="0" i="0" u="none" strike="noStrike" cap="none" noProof="0">
                          <a:solidFill>
                            <a:schemeClr val="dk1"/>
                          </a:solidFill>
                          <a:latin typeface="IBM Plex Sans"/>
                          <a:ea typeface="IBM Plex Sans"/>
                          <a:cs typeface="IBM Plex Sans"/>
                          <a:sym typeface="IBM Plex Sans"/>
                        </a:rPr>
                        <a:t> revenue </a:t>
                      </a:r>
                      <a:r>
                        <a:rPr lang="en-US" sz="1000" b="0" i="0" u="none" strike="noStrike" cap="none" noProof="0">
                          <a:solidFill>
                            <a:schemeClr val="dk1"/>
                          </a:solidFill>
                          <a:latin typeface="IBM Plex Sans"/>
                          <a:ea typeface="IBM Plex Sans"/>
                          <a:cs typeface="IBM Plex Sans"/>
                        </a:rPr>
                        <a:t>grew </a:t>
                      </a:r>
                      <a:r>
                        <a:rPr lang="en-US" sz="1000" b="0" i="0" u="none" strike="noStrike" cap="none" noProof="0">
                          <a:solidFill>
                            <a:schemeClr val="dk1"/>
                          </a:solidFill>
                          <a:latin typeface="IBM Plex Sans"/>
                          <a:ea typeface="IBM Plex Sans"/>
                          <a:cs typeface="IBM Plex Sans"/>
                          <a:sym typeface="IBM Plex Sans"/>
                        </a:rPr>
                        <a:t>in 2025, increasing from $265B to $298B</a:t>
                      </a:r>
                      <a:endParaRPr lang="en-US" sz="1400" u="none" strike="noStrike" cap="none" noProof="0"/>
                    </a:p>
                  </a:txBody>
                  <a:tcPr marL="91450" marR="36575" marT="45725" marB="457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1731924317"/>
                  </a:ext>
                </a:extLst>
              </a:tr>
              <a:tr h="597885">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AI Tools TAM</a:t>
                      </a:r>
                      <a:endParaRPr lang="en-US" sz="14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Sources were partially right, expecting strong growth of around 40 percent</a:t>
                      </a:r>
                      <a:endParaRPr lang="en-US" sz="1400" u="none" strike="noStrike" cap="none" noProof="0"/>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Actual market growth surpassed even those aggressive estimates. The space accelerated faster than any 2024 forecast, increasing 85.4% </a:t>
                      </a:r>
                      <a:r>
                        <a:rPr lang="en-US" sz="1000" b="0" i="0" u="none" strike="noStrike" cap="none" noProof="0">
                          <a:solidFill>
                            <a:schemeClr val="dk1"/>
                          </a:solidFill>
                          <a:latin typeface="IBM Plex Sans"/>
                          <a:ea typeface="IBM Plex Sans"/>
                          <a:cs typeface="IBM Plex Sans"/>
                        </a:rPr>
                        <a:t>year over year (from $</a:t>
                      </a:r>
                      <a:r>
                        <a:rPr lang="en-US" sz="1000" b="0" i="0" u="none" strike="noStrike" cap="none" noProof="0">
                          <a:solidFill>
                            <a:schemeClr val="dk1"/>
                          </a:solidFill>
                          <a:latin typeface="IBM Plex Sans"/>
                          <a:ea typeface="IBM Plex Sans"/>
                          <a:cs typeface="IBM Plex Sans"/>
                          <a:sym typeface="IBM Plex Sans"/>
                        </a:rPr>
                        <a:t>137B </a:t>
                      </a:r>
                      <a:r>
                        <a:rPr lang="en-US" sz="1000" b="0" i="0" u="none" strike="noStrike" cap="none" noProof="0">
                          <a:solidFill>
                            <a:schemeClr val="dk1"/>
                          </a:solidFill>
                          <a:latin typeface="IBM Plex Sans"/>
                          <a:ea typeface="IBM Plex Sans"/>
                          <a:cs typeface="IBM Plex Sans"/>
                        </a:rPr>
                        <a:t>to </a:t>
                      </a:r>
                      <a:r>
                        <a:rPr lang="en-US" sz="1000" b="0" i="0" u="none" strike="noStrike" cap="none" noProof="0">
                          <a:solidFill>
                            <a:schemeClr val="dk1"/>
                          </a:solidFill>
                          <a:latin typeface="IBM Plex Sans"/>
                          <a:ea typeface="IBM Plex Sans"/>
                          <a:cs typeface="IBM Plex Sans"/>
                          <a:sym typeface="IBM Plex Sans"/>
                        </a:rPr>
                        <a:t>$254B)</a:t>
                      </a:r>
                      <a:endParaRPr lang="en-US" sz="1400" u="none" strike="noStrike" cap="none" noProof="0"/>
                    </a:p>
                  </a:txBody>
                  <a:tcPr marL="91450" marR="36575" marT="45725" marB="457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2702071382"/>
                  </a:ext>
                </a:extLst>
              </a:tr>
            </a:tbl>
          </a:graphicData>
        </a:graphic>
      </p:graphicFrame>
      <p:sp>
        <p:nvSpPr>
          <p:cNvPr id="3" name="CaixaDeTexto 2">
            <a:extLst>
              <a:ext uri="{FF2B5EF4-FFF2-40B4-BE49-F238E27FC236}">
                <a16:creationId xmlns:a16="http://schemas.microsoft.com/office/drawing/2014/main" id="{B04527D5-5835-4F3A-158A-46DA17355612}"/>
              </a:ext>
            </a:extLst>
          </p:cNvPr>
          <p:cNvSpPr txBox="1"/>
          <p:nvPr/>
        </p:nvSpPr>
        <p:spPr>
          <a:xfrm>
            <a:off x="4926207" y="-567"/>
            <a:ext cx="7264856"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95275" lvl="2" algn="r">
              <a:spcAft>
                <a:spcPts val="600"/>
              </a:spcAft>
            </a:pPr>
            <a:r>
              <a:rPr lang="en-US" sz="1200" noProof="0">
                <a:latin typeface="IBM Plex Sans"/>
              </a:rPr>
              <a:t>Appendix – 2025 Overview: What the market got right vs. What the market got wrong</a:t>
            </a:r>
            <a:endParaRPr lang="en-US" noProof="0"/>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76" name="Google Shape;476;p47"/>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Takeaways</a:t>
            </a:r>
            <a:br>
              <a:rPr lang="en-US" noProof="0"/>
            </a:br>
            <a:endParaRPr lang="en-US" noProof="0"/>
          </a:p>
        </p:txBody>
      </p:sp>
      <p:sp>
        <p:nvSpPr>
          <p:cNvPr id="478" name="Google Shape;478;p47"/>
          <p:cNvSpPr txBox="1"/>
          <p:nvPr/>
        </p:nvSpPr>
        <p:spPr>
          <a:xfrm>
            <a:off x="407987" y="6201980"/>
            <a:ext cx="9875520" cy="215444"/>
          </a:xfrm>
          <a:prstGeom prst="rect">
            <a:avLst/>
          </a:prstGeom>
          <a:noFill/>
          <a:ln>
            <a:noFill/>
          </a:ln>
        </p:spPr>
        <p:txBody>
          <a:bodyPr spcFirstLastPara="1" wrap="square" lIns="0" tIns="0" rIns="0" bIns="0" anchor="b" anchorCtr="0">
            <a:spAutoFit/>
          </a:bodyPr>
          <a:lstStyle/>
          <a:p>
            <a:pPr>
              <a:buSzPts val="700"/>
            </a:pPr>
            <a:r>
              <a:rPr lang="en-US" sz="700" b="0" i="0" u="none" strike="noStrike" cap="none" noProof="0">
                <a:solidFill>
                  <a:srgbClr val="7F7F7F"/>
                </a:solidFill>
                <a:latin typeface="IBM Plex Sans"/>
                <a:ea typeface="IBM Plex Sans"/>
                <a:cs typeface="IBM Plex Sans"/>
                <a:sym typeface="IBM Plex Sans"/>
              </a:rPr>
              <a:t>Sources: (1) </a:t>
            </a:r>
            <a:r>
              <a:rPr lang="en-US" sz="700" noProof="0">
                <a:solidFill>
                  <a:schemeClr val="bg1">
                    <a:lumMod val="50000"/>
                  </a:schemeClr>
                </a:solidFill>
                <a:latin typeface="IBM Plex Sans"/>
                <a:ea typeface="IBM Plex Sans"/>
                <a:cs typeface="IBM Plex Sans"/>
                <a:sym typeface="IBM Plex Sans"/>
              </a:rPr>
              <a:t>~12% (average of: </a:t>
            </a:r>
            <a:r>
              <a:rPr lang="en-US" sz="700" noProof="0">
                <a:solidFill>
                  <a:schemeClr val="bg1">
                    <a:lumMod val="50000"/>
                  </a:schemeClr>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SQM</a:t>
            </a:r>
            <a:r>
              <a:rPr lang="en-US" sz="700" noProof="0">
                <a:solidFill>
                  <a:schemeClr val="bg1">
                    <a:lumMod val="50000"/>
                  </a:schemeClr>
                </a:solidFill>
                <a:latin typeface="IBM Plex Sans"/>
                <a:ea typeface="IBM Plex Sans"/>
                <a:cs typeface="IBM Plex Sans"/>
                <a:sym typeface="IBM Plex Sans"/>
              </a:rPr>
              <a:t>, </a:t>
            </a:r>
            <a:r>
              <a:rPr lang="en-US" sz="700" noProof="0">
                <a:solidFill>
                  <a:schemeClr val="bg1">
                    <a:lumMod val="50000"/>
                  </a:schemeClr>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TTMS</a:t>
            </a:r>
            <a:r>
              <a:rPr lang="en-US" sz="700" noProof="0">
                <a:solidFill>
                  <a:schemeClr val="bg1">
                    <a:lumMod val="50000"/>
                  </a:schemeClr>
                </a:solidFill>
                <a:latin typeface="IBM Plex Sans"/>
                <a:ea typeface="IBM Plex Sans"/>
                <a:cs typeface="IBM Plex Sans"/>
                <a:sym typeface="IBM Plex Sans"/>
              </a:rPr>
              <a:t>, </a:t>
            </a:r>
            <a:r>
              <a:rPr lang="en-US" sz="700" noProof="0" err="1">
                <a:solidFill>
                  <a:schemeClr val="bg1">
                    <a:lumMod val="50000"/>
                  </a:schemeClr>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Unece</a:t>
            </a:r>
            <a:r>
              <a:rPr lang="en-US" sz="700" noProof="0">
                <a:solidFill>
                  <a:schemeClr val="bg1">
                    <a:lumMod val="50000"/>
                  </a:schemeClr>
                </a:solidFill>
                <a:latin typeface="IBM Plex Sans"/>
                <a:ea typeface="IBM Plex Sans"/>
                <a:cs typeface="IBM Plex Sans"/>
                <a:sym typeface="IBM Plex Sans"/>
              </a:rPr>
              <a:t> and </a:t>
            </a:r>
            <a:r>
              <a:rPr lang="en-US" sz="700" noProof="0" err="1">
                <a:solidFill>
                  <a:schemeClr val="bg1">
                    <a:lumMod val="50000"/>
                  </a:schemeClr>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DemandSage</a:t>
            </a:r>
            <a:r>
              <a:rPr lang="en-US" sz="700" noProof="0">
                <a:solidFill>
                  <a:schemeClr val="bg1">
                    <a:lumMod val="50000"/>
                  </a:schemeClr>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Martech</a:t>
            </a:r>
            <a:r>
              <a:rPr lang="en-US" sz="700" b="0" i="0" u="none" strike="noStrike" cap="none" noProof="0">
                <a:solidFill>
                  <a:srgbClr val="7F7F7F"/>
                </a:solidFill>
                <a:latin typeface="IBM Plex Sans"/>
                <a:ea typeface="IBM Plex Sans"/>
                <a:cs typeface="IBM Plex Sans"/>
                <a:sym typeface="IBM Plex Sans"/>
              </a:rPr>
              <a:t> and </a:t>
            </a:r>
            <a:r>
              <a:rPr lang="en-US" sz="700" b="0" i="0" u="sng" strike="noStrike" cap="none" noProof="0" err="1">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Semrush</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Search Engine Land</a:t>
            </a:r>
            <a:r>
              <a:rPr lang="en-US" sz="700" b="0" i="0" u="none" strike="noStrike" cap="none" noProof="0">
                <a:solidFill>
                  <a:srgbClr val="7F7F7F"/>
                </a:solidFill>
                <a:latin typeface="IBM Plex Sans"/>
                <a:ea typeface="IBM Plex Sans"/>
                <a:cs typeface="IBM Plex Sans"/>
                <a:sym typeface="IBM Plex Sans"/>
              </a:rPr>
              <a:t> and Google share of market from </a:t>
            </a:r>
            <a:r>
              <a:rPr lang="en-US" sz="700" b="0" i="0" u="sng" strike="noStrike" cap="none" noProof="0" err="1">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Semrush</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a:solidFill>
                  <a:srgbClr val="7F7F7F"/>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Datos</a:t>
            </a:r>
            <a:r>
              <a:rPr lang="en-US" sz="700" b="0" i="0" u="none" strike="noStrike" cap="none" noProof="0">
                <a:solidFill>
                  <a:srgbClr val="7F7F7F"/>
                </a:solidFill>
                <a:latin typeface="IBM Plex Sans"/>
                <a:ea typeface="IBM Plex Sans"/>
                <a:cs typeface="IBM Plex Sans"/>
                <a:sym typeface="IBM Plex Sans"/>
              </a:rPr>
              <a:t>, (5) Slide 8</a:t>
            </a:r>
            <a:r>
              <a:rPr lang="en-US" sz="700" noProof="0">
                <a:solidFill>
                  <a:srgbClr val="7F7F7F"/>
                </a:solidFill>
                <a:latin typeface="IBM Plex Sans"/>
                <a:ea typeface="IBM Plex Sans"/>
                <a:cs typeface="IBM Plex Sans"/>
                <a:sym typeface="IBM Plex Sans"/>
              </a:rPr>
              <a:t>; </a:t>
            </a:r>
            <a:r>
              <a:rPr lang="en-US" sz="700" b="0" i="0" u="none" strike="noStrike" cap="none" noProof="0">
                <a:solidFill>
                  <a:srgbClr val="7F7F7F"/>
                </a:solidFill>
                <a:latin typeface="IBM Plex Sans"/>
                <a:ea typeface="IBM Plex Sans"/>
                <a:cs typeface="IBM Plex Sans"/>
                <a:sym typeface="IBM Plex Sans"/>
              </a:rPr>
              <a:t>(6) </a:t>
            </a:r>
            <a:r>
              <a:rPr lang="en-US" sz="700" b="0" i="0" u="none" strike="noStrike" cap="none" noProof="0" err="1">
                <a:solidFill>
                  <a:srgbClr val="7F7F7F"/>
                </a:solidFill>
                <a:latin typeface="IBM Plex Sans"/>
                <a:ea typeface="IBM Plex Sans"/>
                <a:cs typeface="IBM Plex Sans"/>
                <a:sym typeface="IBM Plex Sans"/>
              </a:rPr>
              <a:t>Wordstream</a:t>
            </a:r>
            <a:r>
              <a:rPr lang="en-US" sz="700" b="0" i="0" u="none" strike="noStrike" cap="none" noProof="0">
                <a:solidFill>
                  <a:srgbClr val="7F7F7F"/>
                </a:solidFill>
                <a:latin typeface="IBM Plex Sans"/>
                <a:ea typeface="IBM Plex Sans"/>
                <a:cs typeface="IBM Plex Sans"/>
                <a:sym typeface="IBM Plex Sans"/>
              </a:rPr>
              <a:t> data from: </a:t>
            </a:r>
            <a:r>
              <a:rPr lang="en-US" sz="700" b="0" i="0" u="sng" strike="noStrike" cap="none" noProof="0">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2025</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2024</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14">
                  <a:extLst>
                    <a:ext uri="{A12FA001-AC4F-418D-AE19-62706E023703}">
                      <ahyp:hlinkClr xmlns:ahyp="http://schemas.microsoft.com/office/drawing/2018/hyperlinkcolor" val="tx"/>
                    </a:ext>
                  </a:extLst>
                </a:hlinkClick>
              </a:rPr>
              <a:t>2021</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15">
                  <a:extLst>
                    <a:ext uri="{A12FA001-AC4F-418D-AE19-62706E023703}">
                      <ahyp:hlinkClr xmlns:ahyp="http://schemas.microsoft.com/office/drawing/2018/hyperlinkcolor" val="tx"/>
                    </a:ext>
                  </a:extLst>
                </a:hlinkClick>
              </a:rPr>
              <a:t>2018</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16">
                  <a:extLst>
                    <a:ext uri="{A12FA001-AC4F-418D-AE19-62706E023703}">
                      <ahyp:hlinkClr xmlns:ahyp="http://schemas.microsoft.com/office/drawing/2018/hyperlinkcolor" val="tx"/>
                    </a:ext>
                  </a:extLst>
                </a:hlinkClick>
              </a:rPr>
              <a:t>2016</a:t>
            </a:r>
            <a:r>
              <a:rPr lang="en-US" sz="700" b="0" i="0" u="none" strike="noStrike" cap="none" noProof="0">
                <a:solidFill>
                  <a:srgbClr val="7F7F7F"/>
                </a:solidFill>
                <a:latin typeface="IBM Plex Sans"/>
                <a:ea typeface="IBM Plex Sans"/>
                <a:cs typeface="IBM Plex Sans"/>
                <a:sym typeface="IBM Plex Sans"/>
              </a:rPr>
              <a:t>, (7)</a:t>
            </a:r>
            <a:r>
              <a:rPr lang="en-US" sz="700" b="0" i="0" u="none" strike="noStrike" cap="none" noProof="0">
                <a:solidFill>
                  <a:schemeClr val="bg1">
                    <a:lumMod val="49000"/>
                  </a:schemeClr>
                </a:solidFill>
                <a:latin typeface="IBM Plex Sans"/>
                <a:ea typeface="IBM Plex Sans"/>
                <a:cs typeface="IBM Plex Sans"/>
                <a:sym typeface="IBM Plex Sans"/>
              </a:rPr>
              <a:t> </a:t>
            </a:r>
            <a:r>
              <a:rPr lang="en-US" sz="700" noProof="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CTR details slide</a:t>
            </a:r>
            <a:endParaRPr lang="en-US" sz="700" b="0" i="0" u="none" strike="noStrike" cap="none" noProof="0">
              <a:solidFill>
                <a:schemeClr val="bg1">
                  <a:lumMod val="49000"/>
                </a:schemeClr>
              </a:solidFill>
              <a:latin typeface="IBM Plex Sans"/>
              <a:ea typeface="IBM Plex Sans"/>
              <a:cs typeface="IBM Plex Sans"/>
            </a:endParaRPr>
          </a:p>
        </p:txBody>
      </p:sp>
      <p:sp>
        <p:nvSpPr>
          <p:cNvPr id="479" name="Google Shape;479;p47"/>
          <p:cNvSpPr txBox="1"/>
          <p:nvPr/>
        </p:nvSpPr>
        <p:spPr>
          <a:xfrm>
            <a:off x="420595" y="1156773"/>
            <a:ext cx="11350625" cy="4791015"/>
          </a:xfrm>
          <a:prstGeom prst="rect">
            <a:avLst/>
          </a:prstGeom>
          <a:noFill/>
          <a:ln>
            <a:noFill/>
          </a:ln>
        </p:spPr>
        <p:txBody>
          <a:bodyPr spcFirstLastPara="1" wrap="square" lIns="0" tIns="45700" rIns="0" bIns="45700" anchor="t" anchorCtr="0">
            <a:spAutoFit/>
          </a:bodyPr>
          <a:lstStyle/>
          <a:p>
            <a:pPr marL="171450" marR="0" lvl="0" indent="-171450" algn="l" rtl="0">
              <a:lnSpc>
                <a:spcPct val="100000"/>
              </a:lnSpc>
              <a:spcBef>
                <a:spcPts val="800"/>
              </a:spcBef>
              <a:spcAft>
                <a:spcPts val="0"/>
              </a:spcAft>
              <a:buClr>
                <a:schemeClr val="dk1"/>
              </a:buClr>
              <a:buSzPts val="1200"/>
              <a:buFont typeface="Arial"/>
              <a:buChar char="•"/>
            </a:pPr>
            <a:r>
              <a:rPr lang="en-US" b="1" i="0" u="none" strike="noStrike" cap="none" noProof="0" dirty="0">
                <a:solidFill>
                  <a:schemeClr val="dk1"/>
                </a:solidFill>
                <a:latin typeface="IBM Plex Sans"/>
                <a:ea typeface="IBM Plex Sans"/>
                <a:cs typeface="IBM Plex Sans"/>
                <a:sym typeface="IBM Plex Sans"/>
              </a:rPr>
              <a:t>Traditional search volume grew ~12% in 2025 vs. 2024¹</a:t>
            </a:r>
            <a:r>
              <a:rPr lang="en-US" b="0" i="0" u="none" strike="noStrike" cap="none" noProof="0" dirty="0">
                <a:solidFill>
                  <a:schemeClr val="dk1"/>
                </a:solidFill>
                <a:latin typeface="IBM Plex Sans"/>
                <a:ea typeface="IBM Plex Sans"/>
                <a:cs typeface="IBM Plex Sans"/>
                <a:sym typeface="IBM Plex Sans"/>
              </a:rPr>
              <a:t>, and </a:t>
            </a:r>
            <a:r>
              <a:rPr lang="en-US" b="1" i="0" u="none" strike="noStrike" cap="none" noProof="0" dirty="0">
                <a:solidFill>
                  <a:schemeClr val="dk1"/>
                </a:solidFill>
                <a:latin typeface="IBM Plex Sans"/>
                <a:ea typeface="IBM Plex Sans"/>
                <a:cs typeface="IBM Plex Sans"/>
                <a:sym typeface="IBM Plex Sans"/>
              </a:rPr>
              <a:t>Google sessions increased from ~10.5 to ~12.6 </a:t>
            </a:r>
            <a:r>
              <a:rPr lang="en-US" b="0" i="0" u="none" strike="noStrike" cap="none" noProof="0" dirty="0">
                <a:solidFill>
                  <a:schemeClr val="dk1"/>
                </a:solidFill>
                <a:latin typeface="IBM Plex Sans"/>
                <a:ea typeface="IBM Plex Sans"/>
                <a:cs typeface="IBM Plex Sans"/>
                <a:sym typeface="IBM Plex Sans"/>
              </a:rPr>
              <a:t>per user per week following ChatGPT adoption², strengthening the case for AI being additive, not substitutive. </a:t>
            </a:r>
          </a:p>
          <a:p>
            <a:pPr marL="171450" lvl="0" indent="-171450">
              <a:spcBef>
                <a:spcPts val="800"/>
              </a:spcBef>
              <a:buClr>
                <a:schemeClr val="dk1"/>
              </a:buClr>
              <a:buSzPts val="1200"/>
              <a:buFont typeface="Arial"/>
              <a:buChar char="•"/>
            </a:pPr>
            <a:r>
              <a:rPr lang="en-US" b="1" noProof="0" dirty="0">
                <a:latin typeface="IBM Plex Sans"/>
              </a:rPr>
              <a:t>Three scenarios </a:t>
            </a:r>
            <a:r>
              <a:rPr lang="en-US" noProof="0" dirty="0">
                <a:latin typeface="IBM Plex Sans"/>
              </a:rPr>
              <a:t>are modeled for 2025-2030:</a:t>
            </a:r>
          </a:p>
          <a:p>
            <a:pPr marL="537210" lvl="4" indent="-171450">
              <a:spcBef>
                <a:spcPts val="800"/>
              </a:spcBef>
              <a:buClr>
                <a:schemeClr val="dk1"/>
              </a:buClr>
              <a:buSzPts val="1200"/>
              <a:buFont typeface="Courier New"/>
              <a:buChar char="o"/>
            </a:pPr>
            <a:r>
              <a:rPr lang="en-US" sz="1300" b="1" noProof="0" dirty="0">
                <a:solidFill>
                  <a:schemeClr val="dk1"/>
                </a:solidFill>
                <a:latin typeface="IBM Plex Sans"/>
                <a:ea typeface="IBM Plex Sans"/>
                <a:cs typeface="IBM Plex Sans"/>
                <a:sym typeface="IBM Plex Sans"/>
              </a:rPr>
              <a:t>Scenario 1 – Neutral</a:t>
            </a:r>
            <a:r>
              <a:rPr lang="en-US" sz="1300" noProof="0" dirty="0">
                <a:solidFill>
                  <a:schemeClr val="dk1"/>
                </a:solidFill>
                <a:latin typeface="IBM Plex Sans"/>
                <a:ea typeface="IBM Plex Sans"/>
                <a:cs typeface="IBM Plex Sans"/>
                <a:sym typeface="IBM Plex Sans"/>
              </a:rPr>
              <a:t> (our prediction)</a:t>
            </a:r>
            <a:r>
              <a:rPr lang="en-US" sz="1300" b="1" noProof="0" dirty="0">
                <a:solidFill>
                  <a:schemeClr val="dk1"/>
                </a:solidFill>
                <a:latin typeface="IBM Plex Sans"/>
                <a:ea typeface="IBM Plex Sans"/>
                <a:cs typeface="IBM Plex Sans"/>
                <a:sym typeface="IBM Plex Sans"/>
              </a:rPr>
              <a:t>, </a:t>
            </a:r>
            <a:r>
              <a:rPr lang="en-US" sz="1300" noProof="0" dirty="0">
                <a:solidFill>
                  <a:schemeClr val="dk1"/>
                </a:solidFill>
                <a:latin typeface="IBM Plex Sans"/>
                <a:ea typeface="IBM Plex Sans"/>
                <a:cs typeface="IBM Plex Sans"/>
                <a:sym typeface="IBM Plex Sans"/>
              </a:rPr>
              <a:t>where </a:t>
            </a:r>
            <a:r>
              <a:rPr lang="en-US" sz="1300" b="1" i="0" u="none" strike="noStrike" cap="none" noProof="0" dirty="0">
                <a:solidFill>
                  <a:schemeClr val="dk1"/>
                </a:solidFill>
                <a:latin typeface="IBM Plex Sans"/>
                <a:ea typeface="IBM Plex Sans"/>
                <a:cs typeface="IBM Plex Sans"/>
                <a:sym typeface="IBM Plex Sans"/>
              </a:rPr>
              <a:t>global traditional search volume </a:t>
            </a:r>
            <a:r>
              <a:rPr lang="en-US" sz="1300" b="1" noProof="0" dirty="0">
                <a:solidFill>
                  <a:schemeClr val="dk1"/>
                </a:solidFill>
                <a:latin typeface="IBM Plex Sans"/>
                <a:ea typeface="IBM Plex Sans"/>
                <a:cs typeface="IBM Plex Sans"/>
                <a:sym typeface="IBM Plex Sans"/>
              </a:rPr>
              <a:t>continues</a:t>
            </a:r>
            <a:r>
              <a:rPr lang="en-US" sz="1300" b="1" i="0" u="none" strike="noStrike" cap="none" noProof="0" dirty="0">
                <a:solidFill>
                  <a:schemeClr val="dk1"/>
                </a:solidFill>
                <a:latin typeface="IBM Plex Sans"/>
                <a:ea typeface="IBM Plex Sans"/>
                <a:cs typeface="IBM Plex Sans"/>
                <a:sym typeface="IBM Plex Sans"/>
              </a:rPr>
              <a:t> </a:t>
            </a:r>
            <a:r>
              <a:rPr lang="en-US" sz="1300" b="1" noProof="0" dirty="0">
                <a:solidFill>
                  <a:schemeClr val="dk1"/>
                </a:solidFill>
                <a:latin typeface="IBM Plex Sans"/>
                <a:ea typeface="IBM Plex Sans"/>
                <a:cs typeface="IBM Plex Sans"/>
                <a:sym typeface="IBM Plex Sans"/>
              </a:rPr>
              <a:t>to grow at</a:t>
            </a:r>
            <a:r>
              <a:rPr lang="en-US" sz="1300" b="1" i="0" u="none" strike="noStrike" cap="none" noProof="0" dirty="0">
                <a:solidFill>
                  <a:schemeClr val="dk1"/>
                </a:solidFill>
                <a:latin typeface="IBM Plex Sans"/>
                <a:ea typeface="IBM Plex Sans"/>
                <a:cs typeface="IBM Plex Sans"/>
                <a:sym typeface="IBM Plex Sans"/>
              </a:rPr>
              <a:t> a slower pace</a:t>
            </a:r>
            <a:r>
              <a:rPr lang="en-US" sz="1300" b="0" i="0" u="none" strike="noStrike" cap="none" noProof="0" dirty="0">
                <a:solidFill>
                  <a:schemeClr val="dk1"/>
                </a:solidFill>
                <a:latin typeface="IBM Plex Sans"/>
                <a:ea typeface="IBM Plex Sans"/>
                <a:cs typeface="IBM Plex Sans"/>
                <a:sym typeface="IBM Plex Sans"/>
              </a:rPr>
              <a:t>, increasing from ~</a:t>
            </a:r>
            <a:r>
              <a:rPr lang="en-US" sz="1300" b="1" noProof="0" dirty="0">
                <a:solidFill>
                  <a:schemeClr val="dk1"/>
                </a:solidFill>
                <a:latin typeface="IBM Plex Sans"/>
                <a:ea typeface="IBM Plex Sans"/>
                <a:cs typeface="IBM Plex Sans"/>
                <a:sym typeface="IBM Plex Sans"/>
              </a:rPr>
              <a:t>5.6T³ </a:t>
            </a:r>
            <a:r>
              <a:rPr lang="en-US" sz="1300" b="1" i="0" u="none" strike="noStrike" cap="none" noProof="0" dirty="0">
                <a:solidFill>
                  <a:schemeClr val="dk1"/>
                </a:solidFill>
                <a:latin typeface="IBM Plex Sans"/>
                <a:ea typeface="IBM Plex Sans"/>
                <a:cs typeface="IBM Plex Sans"/>
                <a:sym typeface="IBM Plex Sans"/>
              </a:rPr>
              <a:t>to ~</a:t>
            </a:r>
            <a:r>
              <a:rPr lang="en-US" sz="1300" b="1" noProof="0" dirty="0">
                <a:solidFill>
                  <a:schemeClr val="dk1"/>
                </a:solidFill>
                <a:latin typeface="IBM Plex Sans"/>
                <a:ea typeface="IBM Plex Sans"/>
                <a:cs typeface="IBM Plex Sans"/>
                <a:sym typeface="IBM Plex Sans"/>
              </a:rPr>
              <a:t>7,1</a:t>
            </a:r>
            <a:r>
              <a:rPr lang="en-US" sz="1300" b="1" i="0" u="none" strike="noStrike" cap="none" noProof="0" dirty="0">
                <a:solidFill>
                  <a:schemeClr val="dk1"/>
                </a:solidFill>
                <a:latin typeface="IBM Plex Sans"/>
                <a:ea typeface="IBM Plex Sans"/>
                <a:cs typeface="IBM Plex Sans"/>
                <a:sym typeface="IBM Plex Sans"/>
              </a:rPr>
              <a:t>T searches by 2030</a:t>
            </a:r>
            <a:r>
              <a:rPr lang="en-US" sz="1300" b="0" i="0" u="none" strike="noStrike" cap="none" noProof="0" dirty="0">
                <a:solidFill>
                  <a:schemeClr val="dk1"/>
                </a:solidFill>
                <a:latin typeface="IBM Plex Sans"/>
                <a:ea typeface="IBM Plex Sans"/>
                <a:cs typeface="IBM Plex Sans"/>
                <a:sym typeface="IBM Plex Sans"/>
              </a:rPr>
              <a:t> (~5% CAGR</a:t>
            </a:r>
            <a:r>
              <a:rPr lang="en-US" sz="1300" b="0" i="0" u="none" strike="noStrike" cap="none" baseline="30000" noProof="0" dirty="0">
                <a:solidFill>
                  <a:schemeClr val="dk1"/>
                </a:solidFill>
                <a:latin typeface="IBM Plex Sans"/>
                <a:ea typeface="IBM Plex Sans"/>
                <a:cs typeface="IBM Plex Sans"/>
                <a:sym typeface="IBM Plex Sans"/>
              </a:rPr>
              <a:t>5</a:t>
            </a:r>
            <a:r>
              <a:rPr lang="en-US" sz="1300" b="0" i="0" u="none" strike="noStrike" cap="none" noProof="0" dirty="0">
                <a:solidFill>
                  <a:schemeClr val="dk1"/>
                </a:solidFill>
                <a:latin typeface="IBM Plex Sans"/>
                <a:ea typeface="IBM Plex Sans"/>
                <a:cs typeface="IBM Plex Sans"/>
                <a:sym typeface="IBM Plex Sans"/>
              </a:rPr>
              <a:t>; </a:t>
            </a:r>
            <a:r>
              <a:rPr lang="en-US" sz="1300" noProof="0" dirty="0">
                <a:solidFill>
                  <a:schemeClr val="dk1"/>
                </a:solidFill>
                <a:latin typeface="IBM Plex Sans"/>
                <a:ea typeface="IBM Plex Sans"/>
                <a:cs typeface="IBM Plex Sans"/>
                <a:sym typeface="IBM Plex Sans"/>
              </a:rPr>
              <a:t>revenue-generating</a:t>
            </a:r>
            <a:r>
              <a:rPr lang="en-US" sz="1300" b="0" i="0" u="none" strike="noStrike" cap="none" noProof="0" dirty="0">
                <a:solidFill>
                  <a:schemeClr val="dk1"/>
                </a:solidFill>
                <a:latin typeface="IBM Plex Sans"/>
                <a:ea typeface="IBM Plex Sans"/>
                <a:cs typeface="IBM Plex Sans"/>
                <a:sym typeface="IBM Plex Sans"/>
              </a:rPr>
              <a:t> searches </a:t>
            </a:r>
            <a:r>
              <a:rPr lang="en-US" sz="1300" noProof="0" dirty="0">
                <a:solidFill>
                  <a:schemeClr val="dk1"/>
                </a:solidFill>
                <a:latin typeface="IBM Plex Sans"/>
                <a:ea typeface="IBM Plex Sans"/>
                <a:cs typeface="IBM Plex Sans"/>
                <a:sym typeface="IBM Plex Sans"/>
              </a:rPr>
              <a:t>rise from</a:t>
            </a:r>
            <a:r>
              <a:rPr lang="en-US" sz="1300" b="0" i="0" u="none" strike="noStrike" cap="none" noProof="0" dirty="0">
                <a:solidFill>
                  <a:schemeClr val="dk1"/>
                </a:solidFill>
                <a:latin typeface="IBM Plex Sans"/>
                <a:ea typeface="IBM Plex Sans"/>
                <a:cs typeface="IBM Plex Sans"/>
                <a:sym typeface="IBM Plex Sans"/>
              </a:rPr>
              <a:t> 20%</a:t>
            </a:r>
            <a:r>
              <a:rPr lang="en-US" sz="1300" b="0" i="0" u="none" strike="noStrike" cap="none" baseline="30000" noProof="0" dirty="0">
                <a:solidFill>
                  <a:schemeClr val="dk1"/>
                </a:solidFill>
                <a:latin typeface="IBM Plex Sans"/>
                <a:ea typeface="IBM Plex Sans"/>
                <a:cs typeface="IBM Plex Sans"/>
                <a:sym typeface="IBM Plex Sans"/>
              </a:rPr>
              <a:t>4</a:t>
            </a:r>
            <a:r>
              <a:rPr lang="en-US" sz="1300" b="0" i="0" u="none" strike="noStrike" cap="none" noProof="0" dirty="0">
                <a:solidFill>
                  <a:schemeClr val="dk1"/>
                </a:solidFill>
                <a:latin typeface="IBM Plex Sans"/>
                <a:ea typeface="IBM Plex Sans"/>
                <a:cs typeface="IBM Plex Sans"/>
                <a:sym typeface="IBM Plex Sans"/>
              </a:rPr>
              <a:t> in 2015 to 21% of total searches in 2030)</a:t>
            </a:r>
            <a:endParaRPr lang="en-US" sz="1300" b="0" i="0" u="none" strike="noStrike" cap="none" noProof="0" dirty="0">
              <a:solidFill>
                <a:schemeClr val="dk1"/>
              </a:solidFill>
              <a:latin typeface="IBM Plex Sans"/>
              <a:ea typeface="IBM Plex Sans"/>
              <a:cs typeface="IBM Plex Sans"/>
            </a:endParaRPr>
          </a:p>
          <a:p>
            <a:pPr marL="537210" lvl="4" indent="-171450">
              <a:spcBef>
                <a:spcPts val="800"/>
              </a:spcBef>
              <a:buClr>
                <a:schemeClr val="dk1"/>
              </a:buClr>
              <a:buSzPts val="1200"/>
              <a:buFont typeface="Courier New"/>
              <a:buChar char="o"/>
            </a:pPr>
            <a:r>
              <a:rPr lang="en-US" sz="1300" b="1" noProof="0" dirty="0">
                <a:latin typeface="IBM Plex Sans"/>
              </a:rPr>
              <a:t>Scenario 2 - Revitalization</a:t>
            </a:r>
            <a:r>
              <a:rPr lang="en-US" sz="1300" noProof="0" dirty="0">
                <a:latin typeface="IBM Plex Sans"/>
              </a:rPr>
              <a:t>, where AI increases search frequency and unlocks new use cases (8.4% CAGR</a:t>
            </a:r>
            <a:r>
              <a:rPr lang="en-US" sz="1300" baseline="30000" noProof="0" dirty="0">
                <a:solidFill>
                  <a:schemeClr val="dk1"/>
                </a:solidFill>
                <a:latin typeface="IBM Plex Sans"/>
                <a:ea typeface="IBM Plex Sans"/>
                <a:cs typeface="IBM Plex Sans"/>
                <a:sym typeface="IBM Plex Sans"/>
              </a:rPr>
              <a:t>5</a:t>
            </a:r>
            <a:r>
              <a:rPr lang="en-US" sz="1300" noProof="0" dirty="0">
                <a:latin typeface="IBM Plex Sans"/>
              </a:rPr>
              <a:t>, </a:t>
            </a:r>
            <a:r>
              <a:rPr lang="en-US" sz="1300" noProof="0" dirty="0">
                <a:solidFill>
                  <a:schemeClr val="dk1"/>
                </a:solidFill>
                <a:latin typeface="IBM Plex Sans"/>
                <a:sym typeface="IBM Plex Sans"/>
              </a:rPr>
              <a:t>revenue-generating</a:t>
            </a:r>
            <a:r>
              <a:rPr lang="en-US" sz="1300" noProof="0" dirty="0">
                <a:solidFill>
                  <a:schemeClr val="dk1"/>
                </a:solidFill>
                <a:latin typeface="IBM Plex Sans"/>
                <a:ea typeface="IBM Plex Sans"/>
                <a:cs typeface="IBM Plex Sans"/>
                <a:sym typeface="IBM Plex Sans"/>
              </a:rPr>
              <a:t> searches grow to 22% of total searches in 2030</a:t>
            </a:r>
            <a:r>
              <a:rPr lang="en-US" sz="1300" noProof="0" dirty="0">
                <a:latin typeface="IBM Plex Sans"/>
              </a:rPr>
              <a:t>)</a:t>
            </a:r>
          </a:p>
          <a:p>
            <a:pPr marL="537210" lvl="4" indent="-171450">
              <a:spcBef>
                <a:spcPts val="800"/>
              </a:spcBef>
              <a:buClr>
                <a:schemeClr val="dk1"/>
              </a:buClr>
              <a:buSzPts val="1200"/>
              <a:buFont typeface="Courier New"/>
              <a:buChar char="o"/>
            </a:pPr>
            <a:r>
              <a:rPr lang="en-US" sz="1300" b="1" noProof="0" dirty="0">
                <a:latin typeface="IBM Plex Sans"/>
              </a:rPr>
              <a:t>Scenario 3 -</a:t>
            </a:r>
            <a:r>
              <a:rPr lang="en-US" sz="1300" noProof="0" dirty="0">
                <a:latin typeface="IBM Plex Sans"/>
              </a:rPr>
              <a:t> </a:t>
            </a:r>
            <a:r>
              <a:rPr lang="en-US" sz="1300" b="1" noProof="0" dirty="0">
                <a:latin typeface="IBM Plex Sans"/>
              </a:rPr>
              <a:t>Delayed impact</a:t>
            </a:r>
            <a:r>
              <a:rPr lang="en-US" sz="1300" noProof="0" dirty="0">
                <a:latin typeface="IBM Plex Sans"/>
              </a:rPr>
              <a:t>, where material volume declines emerge later as AI substitutes complex behaviors, autonomous agents scale, and search interfaces shift (e.g., toward AI wearables) (-14.4% CAGR</a:t>
            </a:r>
            <a:r>
              <a:rPr lang="en-US" sz="1300" baseline="30000" noProof="0" dirty="0">
                <a:solidFill>
                  <a:schemeClr val="dk1"/>
                </a:solidFill>
                <a:latin typeface="IBM Plex Sans"/>
                <a:ea typeface="IBM Plex Sans"/>
                <a:cs typeface="IBM Plex Sans"/>
                <a:sym typeface="IBM Plex Sans"/>
              </a:rPr>
              <a:t>5</a:t>
            </a:r>
            <a:r>
              <a:rPr lang="en-US" sz="1300" noProof="0" dirty="0">
                <a:latin typeface="IBM Plex Sans"/>
              </a:rPr>
              <a:t>, </a:t>
            </a:r>
            <a:r>
              <a:rPr lang="en-US" sz="1300" noProof="0" dirty="0">
                <a:solidFill>
                  <a:schemeClr val="dk1"/>
                </a:solidFill>
                <a:latin typeface="IBM Plex Sans"/>
                <a:sym typeface="IBM Plex Sans"/>
              </a:rPr>
              <a:t>revenue-generating</a:t>
            </a:r>
            <a:r>
              <a:rPr lang="en-US" sz="1300" noProof="0" dirty="0">
                <a:solidFill>
                  <a:schemeClr val="dk1"/>
                </a:solidFill>
                <a:latin typeface="IBM Plex Sans"/>
                <a:ea typeface="IBM Plex Sans"/>
                <a:cs typeface="IBM Plex Sans"/>
                <a:sym typeface="IBM Plex Sans"/>
              </a:rPr>
              <a:t> searches reach 23% of total searches in 2030</a:t>
            </a:r>
            <a:r>
              <a:rPr lang="en-US" sz="1300" noProof="0" dirty="0">
                <a:latin typeface="IBM Plex Sans"/>
              </a:rPr>
              <a:t>)</a:t>
            </a:r>
            <a:endParaRPr lang="en-US" sz="1300" i="0" u="none" strike="noStrike" cap="none" noProof="0" dirty="0">
              <a:solidFill>
                <a:schemeClr val="dk1"/>
              </a:solidFill>
              <a:latin typeface="IBM Plex Sans"/>
              <a:ea typeface="IBM Plex Sans"/>
              <a:cs typeface="IBM Plex Sans"/>
            </a:endParaRPr>
          </a:p>
          <a:p>
            <a:pPr marL="171450" indent="-171450">
              <a:spcBef>
                <a:spcPts val="800"/>
              </a:spcBef>
              <a:buClr>
                <a:schemeClr val="dk1"/>
              </a:buClr>
              <a:buSzPts val="1200"/>
              <a:buFont typeface="Arial"/>
              <a:buChar char="•"/>
            </a:pPr>
            <a:endParaRPr lang="en-US" b="1" noProof="0" dirty="0">
              <a:latin typeface="IBM Plex Sans"/>
            </a:endParaRPr>
          </a:p>
          <a:p>
            <a:pPr marL="171450" indent="-171450">
              <a:spcBef>
                <a:spcPts val="800"/>
              </a:spcBef>
              <a:buClr>
                <a:schemeClr val="dk1"/>
              </a:buClr>
              <a:buSzPts val="1200"/>
              <a:buFont typeface="Arial"/>
              <a:buChar char="•"/>
            </a:pPr>
            <a:r>
              <a:rPr lang="en-US" b="1" noProof="0" dirty="0">
                <a:latin typeface="IBM Plex Sans"/>
              </a:rPr>
              <a:t>AI Overviews have increased zero-click behavior</a:t>
            </a:r>
            <a:r>
              <a:rPr lang="en-US" noProof="0" dirty="0">
                <a:latin typeface="IBM Plex Sans"/>
              </a:rPr>
              <a:t>, </a:t>
            </a:r>
            <a:r>
              <a:rPr lang="en-US" b="1" noProof="0" dirty="0">
                <a:latin typeface="IBM Plex Sans"/>
              </a:rPr>
              <a:t>driving a short-term decline in CTR.</a:t>
            </a:r>
            <a:r>
              <a:rPr lang="en-US" noProof="0" dirty="0">
                <a:latin typeface="IBM Plex Sans"/>
              </a:rPr>
              <a:t> We expect partial reversion in 2026, followed by stabilization as Google introduces links and ads within AI Overviews</a:t>
            </a:r>
            <a:endParaRPr lang="en-US" b="1" noProof="0" dirty="0">
              <a:solidFill>
                <a:schemeClr val="dk1"/>
              </a:solidFill>
              <a:latin typeface="IBM Plex Sans"/>
            </a:endParaRPr>
          </a:p>
          <a:p>
            <a:pPr marL="171450" indent="-171450">
              <a:spcBef>
                <a:spcPts val="800"/>
              </a:spcBef>
              <a:buClr>
                <a:schemeClr val="dk1"/>
              </a:buClr>
              <a:buSzPts val="1200"/>
              <a:buFont typeface="Arial"/>
              <a:buChar char="•"/>
            </a:pPr>
            <a:endParaRPr lang="en-US" b="1" noProof="0" dirty="0">
              <a:latin typeface="IBM Plex Sans"/>
            </a:endParaRPr>
          </a:p>
          <a:p>
            <a:pPr marL="171450" indent="-171450">
              <a:spcBef>
                <a:spcPts val="800"/>
              </a:spcBef>
              <a:buClr>
                <a:schemeClr val="dk1"/>
              </a:buClr>
              <a:buSzPts val="1200"/>
              <a:buFont typeface="Arial"/>
              <a:buChar char="•"/>
            </a:pPr>
            <a:r>
              <a:rPr lang="en-US" b="1" noProof="0" dirty="0">
                <a:latin typeface="IBM Plex Sans"/>
              </a:rPr>
              <a:t>Search revenue </a:t>
            </a:r>
            <a:r>
              <a:rPr lang="en-US" noProof="0" dirty="0">
                <a:latin typeface="IBM Plex Sans"/>
              </a:rPr>
              <a:t>grows in Scenario 1 at </a:t>
            </a:r>
            <a:r>
              <a:rPr lang="en-US" b="1" noProof="0" dirty="0">
                <a:latin typeface="IBM Plex Sans"/>
              </a:rPr>
              <a:t>~</a:t>
            </a:r>
            <a:r>
              <a:rPr lang="en-US" b="1" dirty="0">
                <a:latin typeface="IBM Plex Sans"/>
              </a:rPr>
              <a:t>15.6</a:t>
            </a:r>
            <a:r>
              <a:rPr lang="en-US" b="1" noProof="0" dirty="0">
                <a:latin typeface="IBM Plex Sans"/>
              </a:rPr>
              <a:t>% CAGR through 2030 (US = 14%, RoW = 16.2%)</a:t>
            </a:r>
            <a:r>
              <a:rPr lang="en-US" noProof="0" dirty="0">
                <a:latin typeface="IBM Plex Sans"/>
              </a:rPr>
              <a:t>, compared with a CAGR in </a:t>
            </a:r>
            <a:r>
              <a:rPr lang="en-US" b="1" noProof="0" dirty="0">
                <a:latin typeface="IBM Plex Sans"/>
              </a:rPr>
              <a:t>Scenario 2 of </a:t>
            </a:r>
            <a:r>
              <a:rPr lang="en-US" b="1" dirty="0">
                <a:latin typeface="IBM Plex Sans"/>
              </a:rPr>
              <a:t>20.0</a:t>
            </a:r>
            <a:r>
              <a:rPr lang="en-US" b="1" noProof="0" dirty="0">
                <a:latin typeface="IBM Plex Sans"/>
              </a:rPr>
              <a:t>% </a:t>
            </a:r>
            <a:r>
              <a:rPr lang="en-US" noProof="0" dirty="0">
                <a:latin typeface="IBM Plex Sans"/>
              </a:rPr>
              <a:t>and in </a:t>
            </a:r>
            <a:r>
              <a:rPr lang="en-US" b="1" noProof="0" dirty="0">
                <a:latin typeface="IBM Plex Sans"/>
              </a:rPr>
              <a:t>Scenario 3 of -6.2%</a:t>
            </a:r>
            <a:r>
              <a:rPr lang="en-US" noProof="0" dirty="0">
                <a:latin typeface="IBM Plex Sans"/>
              </a:rPr>
              <a:t>. Revenue growth is driven by:​</a:t>
            </a:r>
          </a:p>
          <a:p>
            <a:pPr marL="537210" marR="0" lvl="4" indent="-171450" algn="l" rtl="0">
              <a:lnSpc>
                <a:spcPct val="100000"/>
              </a:lnSpc>
              <a:spcBef>
                <a:spcPts val="800"/>
              </a:spcBef>
              <a:spcAft>
                <a:spcPts val="0"/>
              </a:spcAft>
              <a:buClr>
                <a:schemeClr val="dk1"/>
              </a:buClr>
              <a:buSzPts val="1200"/>
              <a:buFont typeface="Courier New"/>
              <a:buChar char="o"/>
            </a:pPr>
            <a:r>
              <a:rPr lang="en-US" sz="1300" b="1" i="0" u="none" strike="noStrike" cap="none" noProof="0" dirty="0">
                <a:solidFill>
                  <a:schemeClr val="dk1"/>
                </a:solidFill>
                <a:latin typeface="IBM Plex Sans"/>
                <a:ea typeface="IBM Plex Sans"/>
                <a:cs typeface="IBM Plex Sans"/>
                <a:sym typeface="IBM Plex Sans"/>
              </a:rPr>
              <a:t>CPC growth normalizing </a:t>
            </a:r>
            <a:r>
              <a:rPr lang="en-US" sz="1300" b="0" i="0" u="none" strike="noStrike" cap="none" noProof="0" dirty="0">
                <a:solidFill>
                  <a:schemeClr val="dk1"/>
                </a:solidFill>
                <a:latin typeface="IBM Plex Sans"/>
                <a:ea typeface="IBM Plex Sans"/>
                <a:cs typeface="IBM Plex Sans"/>
                <a:sym typeface="IBM Plex Sans"/>
              </a:rPr>
              <a:t>toward historical levels (~9% increase per year)</a:t>
            </a:r>
            <a:r>
              <a:rPr lang="en-US" sz="1300" b="0" i="0" u="none" strike="noStrike" cap="none" baseline="30000" noProof="0" dirty="0">
                <a:solidFill>
                  <a:schemeClr val="dk1"/>
                </a:solidFill>
                <a:latin typeface="IBM Plex Sans"/>
                <a:ea typeface="IBM Plex Sans"/>
                <a:cs typeface="IBM Plex Sans"/>
                <a:sym typeface="IBM Plex Sans"/>
              </a:rPr>
              <a:t>6</a:t>
            </a:r>
            <a:endParaRPr lang="en-US" sz="1300" baseline="30000" noProof="0" dirty="0">
              <a:solidFill>
                <a:schemeClr val="dk1"/>
              </a:solidFill>
              <a:latin typeface="IBM Plex Sans"/>
            </a:endParaRPr>
          </a:p>
          <a:p>
            <a:pPr marL="537210" lvl="4" indent="-171450">
              <a:spcBef>
                <a:spcPts val="800"/>
              </a:spcBef>
              <a:buClr>
                <a:schemeClr val="dk1"/>
              </a:buClr>
              <a:buSzPts val="1200"/>
              <a:buFont typeface="Courier New"/>
              <a:buChar char="o"/>
            </a:pPr>
            <a:r>
              <a:rPr lang="en-US" sz="1300" b="1" i="0" u="none" strike="noStrike" cap="none" noProof="0" dirty="0">
                <a:solidFill>
                  <a:schemeClr val="dk1"/>
                </a:solidFill>
                <a:latin typeface="IBM Plex Sans"/>
                <a:ea typeface="IBM Plex Sans"/>
                <a:cs typeface="IBM Plex Sans"/>
                <a:sym typeface="IBM Plex Sans"/>
              </a:rPr>
              <a:t>CTR stabilization </a:t>
            </a:r>
            <a:r>
              <a:rPr lang="en-US" sz="1300" b="0" i="0" u="none" strike="noStrike" cap="none" noProof="0" dirty="0">
                <a:solidFill>
                  <a:schemeClr val="dk1"/>
                </a:solidFill>
                <a:latin typeface="IBM Plex Sans"/>
                <a:ea typeface="IBM Plex Sans"/>
                <a:cs typeface="IBM Plex Sans"/>
                <a:sym typeface="IBM Plex Sans"/>
              </a:rPr>
              <a:t>as links return to AI Summaries (</a:t>
            </a:r>
            <a:r>
              <a:rPr lang="en-US" sz="1300" noProof="0" dirty="0">
                <a:solidFill>
                  <a:schemeClr val="dk1"/>
                </a:solidFill>
                <a:latin typeface="IBM Plex Sans"/>
                <a:ea typeface="IBM Plex Sans"/>
                <a:cs typeface="IBM Plex Sans"/>
                <a:sym typeface="IBM Plex Sans"/>
              </a:rPr>
              <a:t>averaging </a:t>
            </a:r>
            <a:r>
              <a:rPr lang="en-US" sz="1300" b="0" i="0" u="none" strike="noStrike" cap="none" noProof="0" dirty="0">
                <a:solidFill>
                  <a:schemeClr val="dk1"/>
                </a:solidFill>
                <a:latin typeface="IBM Plex Sans"/>
                <a:ea typeface="IBM Plex Sans"/>
                <a:cs typeface="IBM Plex Sans"/>
                <a:sym typeface="IBM Plex Sans"/>
              </a:rPr>
              <a:t>~4.6</a:t>
            </a:r>
            <a:r>
              <a:rPr lang="en-US" sz="1300" noProof="0" dirty="0">
                <a:solidFill>
                  <a:schemeClr val="dk1"/>
                </a:solidFill>
                <a:latin typeface="IBM Plex Sans"/>
                <a:ea typeface="IBM Plex Sans"/>
                <a:cs typeface="IBM Plex Sans"/>
                <a:sym typeface="IBM Plex Sans"/>
              </a:rPr>
              <a:t>%)</a:t>
            </a:r>
            <a:r>
              <a:rPr lang="en-US" sz="1300" baseline="30000" noProof="0" dirty="0">
                <a:solidFill>
                  <a:schemeClr val="dk1"/>
                </a:solidFill>
                <a:latin typeface="IBM Plex Sans"/>
                <a:sym typeface="IBM Plex Sans"/>
              </a:rPr>
              <a:t>7</a:t>
            </a:r>
            <a:r>
              <a:rPr lang="en-US" sz="1300" b="0" i="0" u="none" strike="noStrike" cap="none" noProof="0" dirty="0">
                <a:solidFill>
                  <a:schemeClr val="dk1"/>
                </a:solidFill>
                <a:latin typeface="IBM Plex Sans"/>
                <a:ea typeface="IBM Plex Sans"/>
                <a:cs typeface="IBM Plex Sans"/>
                <a:sym typeface="IBM Plex Sans"/>
              </a:rPr>
              <a:t> </a:t>
            </a:r>
            <a:endParaRPr lang="en-US" sz="1300" noProof="0" dirty="0">
              <a:solidFill>
                <a:schemeClr val="dk1"/>
              </a:solidFill>
              <a:latin typeface="IBM Plex Sans"/>
            </a:endParaRPr>
          </a:p>
        </p:txBody>
      </p:sp>
      <p:sp>
        <p:nvSpPr>
          <p:cNvPr id="480" name="Google Shape;480;p47"/>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30</a:t>
            </a:fld>
            <a:endParaRPr lang="en-US" noProof="0"/>
          </a:p>
        </p:txBody>
      </p:sp>
      <p:sp>
        <p:nvSpPr>
          <p:cNvPr id="9" name="CaixaDeTexto 8">
            <a:extLst>
              <a:ext uri="{FF2B5EF4-FFF2-40B4-BE49-F238E27FC236}">
                <a16:creationId xmlns:a16="http://schemas.microsoft.com/office/drawing/2014/main" id="{6F51EE8C-9340-60BE-3D76-CC38A77A3641}"/>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2025 Overview: Takeaways</a:t>
            </a:r>
          </a:p>
        </p:txBody>
      </p:sp>
    </p:spTree>
    <p:extLst>
      <p:ext uri="{BB962C8B-B14F-4D97-AF65-F5344CB8AC3E}">
        <p14:creationId xmlns:p14="http://schemas.microsoft.com/office/powerpoint/2010/main" val="408561737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788">
          <a:extLst>
            <a:ext uri="{FF2B5EF4-FFF2-40B4-BE49-F238E27FC236}">
              <a16:creationId xmlns:a16="http://schemas.microsoft.com/office/drawing/2014/main" id="{FF525532-A021-999B-7F19-EE5BF3480019}"/>
            </a:ext>
          </a:extLst>
        </p:cNvPr>
        <p:cNvGrpSpPr/>
        <p:nvPr/>
      </p:nvGrpSpPr>
      <p:grpSpPr>
        <a:xfrm>
          <a:off x="0" y="0"/>
          <a:ext cx="0" cy="0"/>
          <a:chOff x="0" y="0"/>
          <a:chExt cx="0" cy="0"/>
        </a:xfrm>
      </p:grpSpPr>
      <p:sp>
        <p:nvSpPr>
          <p:cNvPr id="789" name="Google Shape;789;g3b2fcd73e63_0_171">
            <a:extLst>
              <a:ext uri="{FF2B5EF4-FFF2-40B4-BE49-F238E27FC236}">
                <a16:creationId xmlns:a16="http://schemas.microsoft.com/office/drawing/2014/main" id="{442B2413-1F2E-DB85-2808-3BAB187409FD}"/>
              </a:ext>
            </a:extLst>
          </p:cNvPr>
          <p:cNvSpPr txBox="1">
            <a:spLocks noGrp="1"/>
          </p:cNvSpPr>
          <p:nvPr>
            <p:ph type="title"/>
          </p:nvPr>
        </p:nvSpPr>
        <p:spPr>
          <a:xfrm>
            <a:off x="420595" y="504611"/>
            <a:ext cx="11350800" cy="387798"/>
          </a:xfrm>
          <a:prstGeom prst="rect">
            <a:avLst/>
          </a:prstGeom>
          <a:noFill/>
          <a:ln>
            <a:noFill/>
          </a:ln>
        </p:spPr>
        <p:txBody>
          <a:bodyPr spcFirstLastPara="1" wrap="square" lIns="0" tIns="0" rIns="0" bIns="0" anchor="t" anchorCtr="0">
            <a:spAutoFit/>
          </a:bodyPr>
          <a:lstStyle/>
          <a:p>
            <a:r>
              <a:rPr lang="en-US" noProof="0"/>
              <a:t>We expect AI to lead to reduced growth, not collapse</a:t>
            </a:r>
            <a:endParaRPr lang="en-US" sz="2000" noProof="0"/>
          </a:p>
        </p:txBody>
      </p:sp>
      <p:sp>
        <p:nvSpPr>
          <p:cNvPr id="791" name="Google Shape;791;g3b2fcd73e63_0_171">
            <a:extLst>
              <a:ext uri="{FF2B5EF4-FFF2-40B4-BE49-F238E27FC236}">
                <a16:creationId xmlns:a16="http://schemas.microsoft.com/office/drawing/2014/main" id="{144ADD6A-F725-7C92-4A1B-9C773B3A0E12}"/>
              </a:ext>
            </a:extLst>
          </p:cNvPr>
          <p:cNvSpPr/>
          <p:nvPr/>
        </p:nvSpPr>
        <p:spPr>
          <a:xfrm>
            <a:off x="420595" y="6288544"/>
            <a:ext cx="10501500" cy="215400"/>
          </a:xfrm>
          <a:prstGeom prst="roundRect">
            <a:avLst>
              <a:gd name="adj" fmla="val 0"/>
            </a:avLst>
          </a:prstGeom>
          <a:noFill/>
          <a:ln>
            <a:noFill/>
          </a:ln>
        </p:spPr>
        <p:txBody>
          <a:bodyPr spcFirstLastPara="1" wrap="square" lIns="0" tIns="0" rIns="0" bIns="0" anchor="b" anchorCtr="0">
            <a:noAutofit/>
          </a:bodyPr>
          <a:lstStyle/>
          <a:p>
            <a:r>
              <a:rPr lang="en-US" sz="700" b="0" i="0" u="none" strike="noStrike" cap="none" noProof="0">
                <a:solidFill>
                  <a:srgbClr val="7F7F7F"/>
                </a:solidFill>
                <a:latin typeface="IBM Plex Sans"/>
                <a:ea typeface="IBM Plex Sans"/>
                <a:cs typeface="IBM Plex Sans"/>
                <a:sym typeface="IBM Plex Sans"/>
              </a:rPr>
              <a:t>Sources: (1</a:t>
            </a:r>
            <a:r>
              <a:rPr lang="en-US" sz="700"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Mordor</a:t>
            </a:r>
            <a:r>
              <a:rPr lang="en-US" sz="700" b="0" i="0" u="none" strike="noStrike" cap="none" noProof="0">
                <a:solidFill>
                  <a:srgbClr val="7F7F7F"/>
                </a:solidFill>
                <a:latin typeface="IBM Plex Sans"/>
                <a:ea typeface="IBM Plex Sans"/>
                <a:cs typeface="IBM Plex Sans"/>
                <a:sym typeface="IBM Plex Sans"/>
              </a:rPr>
              <a:t>, 11.8% </a:t>
            </a:r>
            <a:r>
              <a:rPr lang="en-US" sz="700" noProof="0">
                <a:solidFill>
                  <a:srgbClr val="7F7F7F"/>
                </a:solidFill>
                <a:latin typeface="IBM Plex Sans"/>
                <a:ea typeface="IBM Plex Sans"/>
                <a:cs typeface="IBM Plex Sans"/>
                <a:sym typeface="IBM Plex Sans"/>
              </a:rPr>
              <a:t>revenue</a:t>
            </a:r>
            <a:r>
              <a:rPr lang="en-US" sz="700" b="0" i="0" u="none" strike="noStrike" cap="none" noProof="0">
                <a:solidFill>
                  <a:srgbClr val="7F7F7F"/>
                </a:solidFill>
                <a:latin typeface="IBM Plex Sans"/>
                <a:ea typeface="IBM Plex Sans"/>
                <a:cs typeface="IBM Plex Sans"/>
                <a:sym typeface="IBM Plex Sans"/>
              </a:rPr>
              <a:t> CAGR </a:t>
            </a:r>
            <a:r>
              <a:rPr lang="en-US" sz="700" noProof="0">
                <a:solidFill>
                  <a:srgbClr val="7F7F7F"/>
                </a:solidFill>
                <a:latin typeface="IBM Plex Sans"/>
                <a:ea typeface="IBM Plex Sans"/>
                <a:cs typeface="IBM Plex Sans"/>
                <a:sym typeface="IBM Plex Sans"/>
              </a:rPr>
              <a:t>(2030</a:t>
            </a:r>
            <a:r>
              <a:rPr lang="en-US" sz="700" b="0" i="0" u="none" strike="noStrike" cap="none" noProof="0">
                <a:solidFill>
                  <a:srgbClr val="7F7F7F"/>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rPr>
              <a:t>vs2025, </a:t>
            </a:r>
            <a:r>
              <a:rPr lang="en-US" sz="700" b="0" i="0" u="none" strike="noStrike" cap="none" noProof="0">
                <a:solidFill>
                  <a:srgbClr val="7F7F7F"/>
                </a:solidFill>
                <a:latin typeface="IBM Plex Sans"/>
                <a:ea typeface="IBM Plex Sans"/>
                <a:cs typeface="IBM Plex Sans"/>
                <a:sym typeface="IBM Plex Sans"/>
              </a:rPr>
              <a:t>adjusted to remove </a:t>
            </a:r>
            <a:r>
              <a:rPr lang="en-US" sz="700" noProof="0">
                <a:solidFill>
                  <a:srgbClr val="7F7F7F"/>
                </a:solidFill>
                <a:latin typeface="IBM Plex Sans"/>
                <a:ea typeface="IBM Plex Sans"/>
                <a:cs typeface="IBM Plex Sans"/>
                <a:sym typeface="IBM Plex Sans"/>
              </a:rPr>
              <a:t>price effects),</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BRI</a:t>
            </a:r>
            <a:r>
              <a:rPr lang="en-US" sz="700" b="0" i="0" u="none" strike="noStrike" cap="none" noProof="0">
                <a:solidFill>
                  <a:srgbClr val="7F7F7F"/>
                </a:solidFill>
                <a:latin typeface="IBM Plex Sans"/>
                <a:ea typeface="IBM Plex Sans"/>
                <a:cs typeface="IBM Plex Sans"/>
                <a:sym typeface="IBM Plex Sans"/>
              </a:rPr>
              <a:t>, 11.0% </a:t>
            </a:r>
            <a:r>
              <a:rPr lang="en-US" sz="700" noProof="0">
                <a:solidFill>
                  <a:srgbClr val="7F7F7F"/>
                </a:solidFill>
                <a:latin typeface="IBM Plex Sans"/>
                <a:ea typeface="IBM Plex Sans"/>
                <a:cs typeface="IBM Plex Sans"/>
                <a:sym typeface="IBM Plex Sans"/>
              </a:rPr>
              <a:t>revenue</a:t>
            </a:r>
            <a:r>
              <a:rPr lang="en-US" sz="700" b="0" i="0" u="none" strike="noStrike" cap="none" noProof="0">
                <a:solidFill>
                  <a:srgbClr val="7F7F7F"/>
                </a:solidFill>
                <a:latin typeface="IBM Plex Sans"/>
                <a:ea typeface="IBM Plex Sans"/>
                <a:cs typeface="IBM Plex Sans"/>
                <a:sym typeface="IBM Plex Sans"/>
              </a:rPr>
              <a:t> CAGR </a:t>
            </a:r>
            <a:r>
              <a:rPr lang="en-US" sz="700" noProof="0">
                <a:solidFill>
                  <a:srgbClr val="7F7F7F"/>
                </a:solidFill>
                <a:latin typeface="IBM Plex Sans"/>
                <a:ea typeface="IBM Plex Sans"/>
                <a:cs typeface="IBM Plex Sans"/>
                <a:sym typeface="IBM Plex Sans"/>
              </a:rPr>
              <a:t>(2030</a:t>
            </a:r>
            <a:r>
              <a:rPr lang="en-US" sz="700" b="0" i="0" u="none" strike="noStrike" cap="none" noProof="0">
                <a:solidFill>
                  <a:srgbClr val="7F7F7F"/>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rPr>
              <a:t>vs 2025</a:t>
            </a:r>
            <a:r>
              <a:rPr lang="en-US" sz="700" b="0" i="0" u="none" strike="noStrike" cap="none" noProof="0">
                <a:solidFill>
                  <a:srgbClr val="7F7F7F"/>
                </a:solidFill>
                <a:latin typeface="IBM Plex Sans"/>
                <a:ea typeface="IBM Plex Sans"/>
                <a:cs typeface="IBM Plex Sans"/>
                <a:sym typeface="IBM Plex Sans"/>
              </a:rPr>
              <a:t> adjusted to remove </a:t>
            </a:r>
            <a:r>
              <a:rPr lang="en-US" sz="700" noProof="0">
                <a:solidFill>
                  <a:srgbClr val="7F7F7F"/>
                </a:solidFill>
                <a:latin typeface="IBM Plex Sans"/>
                <a:ea typeface="IBM Plex Sans"/>
                <a:cs typeface="IBM Plex Sans"/>
                <a:sym typeface="IBM Plex Sans"/>
              </a:rPr>
              <a:t>price effects</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Financial Times</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Martech</a:t>
            </a:r>
            <a:r>
              <a:rPr lang="en-US" sz="700" b="0" i="0" u="none" strike="noStrike" cap="none" noProof="0">
                <a:solidFill>
                  <a:srgbClr val="7F7F7F"/>
                </a:solidFill>
                <a:latin typeface="IBM Plex Sans"/>
                <a:ea typeface="IBM Plex Sans"/>
                <a:cs typeface="IBM Plex Sans"/>
                <a:sym typeface="IBM Plex Sans"/>
              </a:rPr>
              <a:t> and </a:t>
            </a:r>
            <a:r>
              <a:rPr lang="en-US" sz="700" b="0" i="0" u="sng" strike="noStrike" cap="none" noProof="0" err="1">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Semrush</a:t>
            </a:r>
            <a:r>
              <a:rPr lang="en-US" sz="700" b="0" i="0" u="none" strike="noStrike" cap="none" noProof="0">
                <a:solidFill>
                  <a:srgbClr val="7F7F7F"/>
                </a:solidFill>
                <a:latin typeface="IBM Plex Sans"/>
                <a:ea typeface="IBM Plex Sans"/>
                <a:cs typeface="IBM Plex Sans"/>
                <a:sym typeface="IBM Plex Sans"/>
              </a:rPr>
              <a:t>, (5)</a:t>
            </a:r>
            <a:r>
              <a:rPr lang="en-US" sz="700"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McKinsey</a:t>
            </a:r>
            <a:r>
              <a:rPr lang="en-US" sz="700" b="0" i="0" u="none" strike="noStrike" cap="none" noProof="0">
                <a:solidFill>
                  <a:srgbClr val="7F7F7F"/>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annualized</a:t>
            </a:r>
            <a:r>
              <a:rPr lang="en-US" sz="700"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Gartner</a:t>
            </a:r>
            <a:r>
              <a:rPr lang="en-US" sz="700" b="0" i="0" u="none" strike="noStrike" cap="none" noProof="0">
                <a:solidFill>
                  <a:srgbClr val="7F7F7F"/>
                </a:solidFill>
                <a:latin typeface="IBM Plex Sans"/>
                <a:ea typeface="IBM Plex Sans"/>
                <a:cs typeface="IBM Plex Sans"/>
                <a:sym typeface="IBM Plex Sans"/>
              </a:rPr>
              <a:t>; (6) </a:t>
            </a:r>
            <a:r>
              <a:rPr lang="en-US" sz="700" b="0" i="0" u="sng" strike="noStrike" cap="none" noProof="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TTMS</a:t>
            </a:r>
            <a:r>
              <a:rPr lang="en-US" sz="700" b="0" i="0" u="none" strike="noStrike" cap="none" noProof="0">
                <a:solidFill>
                  <a:srgbClr val="7F7F7F"/>
                </a:solidFill>
                <a:latin typeface="IBM Plex Sans"/>
                <a:ea typeface="IBM Plex Sans"/>
                <a:cs typeface="IBM Plex Sans"/>
                <a:sym typeface="IBM Plex Sans"/>
              </a:rPr>
              <a:t>, (7) Google data</a:t>
            </a:r>
            <a:r>
              <a:rPr lang="en-US" sz="700"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2016</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2025</a:t>
            </a:r>
            <a:r>
              <a:rPr lang="en-US" sz="700" u="sng" noProof="0">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a:t>
            </a:r>
            <a:r>
              <a:rPr lang="en-US" sz="700" u="sng" noProof="0">
                <a:solidFill>
                  <a:srgbClr val="7F7F7F"/>
                </a:solidFill>
                <a:latin typeface="IBM Plex Sans"/>
                <a:ea typeface="IBM Plex Sans"/>
                <a:cs typeface="IBM Plex Sans"/>
                <a:sym typeface="IBM Plex Sans"/>
              </a:rPr>
              <a:t> (8) </a:t>
            </a:r>
            <a:r>
              <a:rPr lang="en-US" sz="700" u="sng" noProof="0">
                <a:solidFill>
                  <a:srgbClr val="7F7F7F"/>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MRA</a:t>
            </a:r>
            <a:r>
              <a:rPr lang="en-US" sz="700" u="sng" noProof="0">
                <a:solidFill>
                  <a:srgbClr val="7F7F7F"/>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rPr>
              <a:t>14.82% revenue CAGR (2033 vs 2025 adjusted to remove price effects)</a:t>
            </a:r>
            <a:endParaRPr lang="en-US" sz="700" b="0" i="0" strike="noStrike" cap="none" noProof="0">
              <a:solidFill>
                <a:srgbClr val="7F7F7F"/>
              </a:solidFill>
              <a:latin typeface="IBM Plex Sans"/>
              <a:ea typeface="IBM Plex Sans"/>
              <a:cs typeface="IBM Plex Sans"/>
              <a:sym typeface="IBM Plex Sans"/>
            </a:endParaRPr>
          </a:p>
        </p:txBody>
      </p:sp>
      <p:sp>
        <p:nvSpPr>
          <p:cNvPr id="792" name="Google Shape;792;g3b2fcd73e63_0_171">
            <a:extLst>
              <a:ext uri="{FF2B5EF4-FFF2-40B4-BE49-F238E27FC236}">
                <a16:creationId xmlns:a16="http://schemas.microsoft.com/office/drawing/2014/main" id="{78B09049-F4CC-F707-748D-8D8215B638D1}"/>
              </a:ext>
            </a:extLst>
          </p:cNvPr>
          <p:cNvSpPr txBox="1"/>
          <p:nvPr/>
        </p:nvSpPr>
        <p:spPr>
          <a:xfrm>
            <a:off x="420595" y="5756111"/>
            <a:ext cx="11350800" cy="471600"/>
          </a:xfrm>
          <a:prstGeom prst="rect">
            <a:avLst/>
          </a:prstGeom>
          <a:solidFill>
            <a:srgbClr val="7FD7A7"/>
          </a:solidFill>
          <a:ln>
            <a:noFill/>
          </a:ln>
        </p:spPr>
        <p:txBody>
          <a:bodyPr spcFirstLastPara="1" wrap="square" lIns="68550" tIns="68550" rIns="68550" bIns="68550" anchor="ctr" anchorCtr="0">
            <a:noAutofit/>
          </a:bodyPr>
          <a:lstStyle/>
          <a:p>
            <a:pPr algn="ctr">
              <a:spcBef>
                <a:spcPts val="400"/>
              </a:spcBef>
              <a:spcAft>
                <a:spcPts val="400"/>
              </a:spcAft>
            </a:pPr>
            <a:r>
              <a:rPr lang="en-US" b="1" noProof="0">
                <a:solidFill>
                  <a:schemeClr val="dk1"/>
                </a:solidFill>
                <a:latin typeface="IBM Plex Sans"/>
                <a:ea typeface="IBM Plex Sans"/>
                <a:cs typeface="IBM Plex Sans"/>
                <a:sym typeface="IBM Plex Sans"/>
              </a:rPr>
              <a:t>The historical data points to Scenario 1 as the most likely outcome, with no evidence of volume decline or accelerated growth to support alternative scenarios</a:t>
            </a:r>
            <a:endParaRPr lang="en-US" b="1" noProof="0">
              <a:solidFill>
                <a:schemeClr val="dk1"/>
              </a:solidFill>
              <a:latin typeface="IBM Plex Sans"/>
              <a:ea typeface="IBM Plex Sans"/>
              <a:cs typeface="IBM Plex Sans"/>
            </a:endParaRPr>
          </a:p>
        </p:txBody>
      </p:sp>
      <p:sp>
        <p:nvSpPr>
          <p:cNvPr id="793" name="Google Shape;793;g3b2fcd73e63_0_171">
            <a:extLst>
              <a:ext uri="{FF2B5EF4-FFF2-40B4-BE49-F238E27FC236}">
                <a16:creationId xmlns:a16="http://schemas.microsoft.com/office/drawing/2014/main" id="{6A288E5B-DB0A-6AFE-672A-029E43BD7181}"/>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31</a:t>
            </a:fld>
            <a:endParaRPr lang="en-US" noProof="0"/>
          </a:p>
        </p:txBody>
      </p:sp>
      <p:sp>
        <p:nvSpPr>
          <p:cNvPr id="795" name="Google Shape;795;g3b2fcd73e63_0_171">
            <a:extLst>
              <a:ext uri="{FF2B5EF4-FFF2-40B4-BE49-F238E27FC236}">
                <a16:creationId xmlns:a16="http://schemas.microsoft.com/office/drawing/2014/main" id="{7FB17F70-9BAC-97D9-B911-E6D93A8A1042}"/>
              </a:ext>
            </a:extLst>
          </p:cNvPr>
          <p:cNvSpPr/>
          <p:nvPr/>
        </p:nvSpPr>
        <p:spPr>
          <a:xfrm>
            <a:off x="837686" y="1209094"/>
            <a:ext cx="3474600" cy="324000"/>
          </a:xfrm>
          <a:prstGeom prst="rect">
            <a:avLst/>
          </a:prstGeom>
          <a:solidFill>
            <a:srgbClr val="7030A0"/>
          </a:solidFill>
          <a:ln>
            <a:noFill/>
          </a:ln>
        </p:spPr>
        <p:txBody>
          <a:bodyPr spcFirstLastPara="1" wrap="square" lIns="0" tIns="45700" rIns="0" bIns="45700" anchor="ctr" anchorCtr="0">
            <a:noAutofit/>
          </a:bodyPr>
          <a:lstStyle/>
          <a:p>
            <a:pPr marL="0" marR="0" lvl="1" indent="0" algn="ctr" rtl="0">
              <a:lnSpc>
                <a:spcPct val="100000"/>
              </a:lnSpc>
              <a:spcBef>
                <a:spcPts val="0"/>
              </a:spcBef>
              <a:spcAft>
                <a:spcPts val="0"/>
              </a:spcAft>
              <a:buNone/>
            </a:pPr>
            <a:r>
              <a:rPr lang="en-US" sz="1400" b="1" i="0" u="none" strike="noStrike" cap="none" noProof="0">
                <a:solidFill>
                  <a:schemeClr val="lt1"/>
                </a:solidFill>
                <a:latin typeface="IBM Plex Sans"/>
                <a:ea typeface="IBM Plex Sans"/>
                <a:cs typeface="IBM Plex Sans"/>
                <a:sym typeface="IBM Plex Sans"/>
              </a:rPr>
              <a:t>Scenario 1: Neutral</a:t>
            </a:r>
            <a:r>
              <a:rPr lang="en-US" b="1" noProof="0">
                <a:solidFill>
                  <a:schemeClr val="lt1"/>
                </a:solidFill>
                <a:latin typeface="IBM Plex Sans"/>
                <a:ea typeface="IBM Plex Sans"/>
                <a:cs typeface="IBM Plex Sans"/>
                <a:sym typeface="IBM Plex Sans"/>
              </a:rPr>
              <a:t> (G</a:t>
            </a:r>
            <a:r>
              <a:rPr lang="en-US" sz="1400" b="1" i="0" u="none" strike="noStrike" cap="none" noProof="0">
                <a:solidFill>
                  <a:schemeClr val="lt1"/>
                </a:solidFill>
                <a:latin typeface="IBM Plex Sans"/>
                <a:ea typeface="IBM Plex Sans"/>
                <a:cs typeface="IBM Plex Sans"/>
                <a:sym typeface="IBM Plex Sans"/>
              </a:rPr>
              <a:t>rowth slowdown)</a:t>
            </a:r>
            <a:r>
              <a:rPr lang="en-US" b="1" baseline="30000" noProof="0">
                <a:solidFill>
                  <a:schemeClr val="lt1"/>
                </a:solidFill>
                <a:latin typeface="IBM Plex Sans"/>
                <a:ea typeface="IBM Plex Sans"/>
                <a:cs typeface="IBM Plex Sans"/>
                <a:sym typeface="IBM Plex Sans"/>
              </a:rPr>
              <a:t>4</a:t>
            </a:r>
            <a:endParaRPr lang="en-US" baseline="30000" noProof="0">
              <a:solidFill>
                <a:schemeClr val="lt1"/>
              </a:solidFill>
            </a:endParaRPr>
          </a:p>
        </p:txBody>
      </p:sp>
      <p:sp>
        <p:nvSpPr>
          <p:cNvPr id="796" name="Google Shape;796;g3b2fcd73e63_0_171">
            <a:extLst>
              <a:ext uri="{FF2B5EF4-FFF2-40B4-BE49-F238E27FC236}">
                <a16:creationId xmlns:a16="http://schemas.microsoft.com/office/drawing/2014/main" id="{EB8E4B69-2371-4BA8-B179-652577D0884A}"/>
              </a:ext>
            </a:extLst>
          </p:cNvPr>
          <p:cNvSpPr/>
          <p:nvPr/>
        </p:nvSpPr>
        <p:spPr>
          <a:xfrm>
            <a:off x="4494194" y="1209094"/>
            <a:ext cx="3474600"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Scenario 2: </a:t>
            </a:r>
            <a:r>
              <a:rPr lang="en-US" b="1" noProof="0">
                <a:solidFill>
                  <a:schemeClr val="lt1"/>
                </a:solidFill>
                <a:latin typeface="IBM Plex Sans"/>
                <a:ea typeface="IBM Plex Sans"/>
                <a:cs typeface="IBM Plex Sans"/>
                <a:sym typeface="IBM Plex Sans"/>
              </a:rPr>
              <a:t>Revitalization</a:t>
            </a:r>
            <a:r>
              <a:rPr lang="en-US" b="1" baseline="30000" noProof="0">
                <a:solidFill>
                  <a:schemeClr val="lt1"/>
                </a:solidFill>
                <a:latin typeface="IBM Plex Sans"/>
                <a:ea typeface="IBM Plex Sans"/>
                <a:cs typeface="IBM Plex Sans"/>
                <a:sym typeface="IBM Plex Sans"/>
              </a:rPr>
              <a:t>3</a:t>
            </a:r>
            <a:endParaRPr lang="en-US" baseline="30000" noProof="0">
              <a:solidFill>
                <a:schemeClr val="lt1"/>
              </a:solidFill>
            </a:endParaRPr>
          </a:p>
        </p:txBody>
      </p:sp>
      <p:sp>
        <p:nvSpPr>
          <p:cNvPr id="797" name="Google Shape;797;g3b2fcd73e63_0_171">
            <a:extLst>
              <a:ext uri="{FF2B5EF4-FFF2-40B4-BE49-F238E27FC236}">
                <a16:creationId xmlns:a16="http://schemas.microsoft.com/office/drawing/2014/main" id="{A0C2FD64-FFE0-5642-8C6E-109FAEF1DC0E}"/>
              </a:ext>
            </a:extLst>
          </p:cNvPr>
          <p:cNvSpPr/>
          <p:nvPr/>
        </p:nvSpPr>
        <p:spPr>
          <a:xfrm>
            <a:off x="837685" y="1603285"/>
            <a:ext cx="3474600" cy="2011800"/>
          </a:xfrm>
          <a:prstGeom prst="rect">
            <a:avLst/>
          </a:prstGeom>
          <a:solidFill>
            <a:srgbClr val="F2F2F2"/>
          </a:solidFill>
          <a:ln>
            <a:noFill/>
          </a:ln>
        </p:spPr>
        <p:txBody>
          <a:bodyPr spcFirstLastPara="1" wrap="square" lIns="91425" tIns="45700" rIns="91425" bIns="45700" anchor="t" anchorCtr="0">
            <a:noAutofit/>
          </a:bodyPr>
          <a:lstStyle/>
          <a:p>
            <a:pPr marL="179705" indent="-179705">
              <a:spcBef>
                <a:spcPts val="400"/>
              </a:spcBef>
              <a:buClr>
                <a:schemeClr val="dk1"/>
              </a:buClr>
              <a:buSzPts val="1200"/>
              <a:buFont typeface="Arial"/>
              <a:buChar char="•"/>
            </a:pPr>
            <a:r>
              <a:rPr lang="en-US" sz="1200" b="1" noProof="0" dirty="0">
                <a:solidFill>
                  <a:schemeClr val="dk1"/>
                </a:solidFill>
                <a:ea typeface="IBM Plex Sans"/>
                <a:sym typeface="IBM Plex Sans"/>
              </a:rPr>
              <a:t>AI-driven </a:t>
            </a:r>
            <a:r>
              <a:rPr lang="en-US" sz="1200" b="1" dirty="0">
                <a:solidFill>
                  <a:schemeClr val="dk1"/>
                </a:solidFill>
                <a:latin typeface="IBM Plex Sans"/>
              </a:rPr>
              <a:t>declines in traditional search</a:t>
            </a:r>
            <a:r>
              <a:rPr lang="en-US" sz="1200" dirty="0">
                <a:solidFill>
                  <a:schemeClr val="dk1"/>
                </a:solidFill>
                <a:latin typeface="IBM Plex Sans"/>
              </a:rPr>
              <a:t> are offset by </a:t>
            </a:r>
            <a:r>
              <a:rPr lang="en-US" sz="1200" b="1" dirty="0">
                <a:solidFill>
                  <a:schemeClr val="dk1"/>
                </a:solidFill>
                <a:latin typeface="IBM Plex Sans"/>
              </a:rPr>
              <a:t>incumbents integrating AI into core search experiences</a:t>
            </a:r>
            <a:r>
              <a:rPr lang="en-US" sz="1200" dirty="0">
                <a:solidFill>
                  <a:schemeClr val="dk1"/>
                </a:solidFill>
                <a:latin typeface="IBM Plex Sans"/>
              </a:rPr>
              <a:t> (e.g., </a:t>
            </a:r>
            <a:r>
              <a:rPr lang="en-US" sz="1200" b="1" dirty="0">
                <a:solidFill>
                  <a:schemeClr val="dk1"/>
                </a:solidFill>
                <a:latin typeface="IBM Plex Sans"/>
              </a:rPr>
              <a:t>AI Overviews</a:t>
            </a:r>
            <a:r>
              <a:rPr lang="en-US" sz="1200" dirty="0">
                <a:solidFill>
                  <a:schemeClr val="dk1"/>
                </a:solidFill>
                <a:latin typeface="IBM Plex Sans"/>
              </a:rPr>
              <a:t>)</a:t>
            </a:r>
            <a:endParaRPr lang="en-US" sz="1200" b="1" dirty="0">
              <a:solidFill>
                <a:schemeClr val="dk1"/>
              </a:solidFill>
              <a:latin typeface="IBM Plex Sans"/>
            </a:endParaRPr>
          </a:p>
          <a:p>
            <a:pPr marL="179705" indent="-179705">
              <a:spcBef>
                <a:spcPts val="400"/>
              </a:spcBef>
              <a:buClr>
                <a:schemeClr val="dk1"/>
              </a:buClr>
              <a:buSzPts val="1200"/>
              <a:buFont typeface="Arial"/>
              <a:buChar char="•"/>
            </a:pPr>
            <a:r>
              <a:rPr lang="en-US" sz="1200" noProof="0" dirty="0">
                <a:solidFill>
                  <a:schemeClr val="dk1"/>
                </a:solidFill>
                <a:latin typeface="IBM Plex Sans"/>
              </a:rPr>
              <a:t>Overall </a:t>
            </a:r>
            <a:r>
              <a:rPr lang="en-US" sz="1200" b="1" noProof="0" dirty="0">
                <a:solidFill>
                  <a:schemeClr val="dk1"/>
                </a:solidFill>
                <a:latin typeface="IBM Plex Sans"/>
              </a:rPr>
              <a:t>trajectory continues</a:t>
            </a:r>
            <a:r>
              <a:rPr lang="en-US" sz="1200" noProof="0" dirty="0">
                <a:solidFill>
                  <a:schemeClr val="dk1"/>
                </a:solidFill>
                <a:latin typeface="IBM Plex Sans"/>
              </a:rPr>
              <a:t>, albeit at </a:t>
            </a:r>
            <a:r>
              <a:rPr lang="en-US" sz="1200" b="1" noProof="0" dirty="0">
                <a:solidFill>
                  <a:schemeClr val="dk1"/>
                </a:solidFill>
                <a:latin typeface="IBM Plex Sans"/>
              </a:rPr>
              <a:t>lower growth rates</a:t>
            </a:r>
          </a:p>
        </p:txBody>
      </p:sp>
      <p:sp>
        <p:nvSpPr>
          <p:cNvPr id="798" name="Google Shape;798;g3b2fcd73e63_0_171">
            <a:extLst>
              <a:ext uri="{FF2B5EF4-FFF2-40B4-BE49-F238E27FC236}">
                <a16:creationId xmlns:a16="http://schemas.microsoft.com/office/drawing/2014/main" id="{155AE067-044E-30FE-37B2-FBAC8AF468F3}"/>
              </a:ext>
            </a:extLst>
          </p:cNvPr>
          <p:cNvSpPr/>
          <p:nvPr/>
        </p:nvSpPr>
        <p:spPr>
          <a:xfrm>
            <a:off x="8131225" y="1209094"/>
            <a:ext cx="3474600"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Scenario 3: Delayed </a:t>
            </a:r>
            <a:r>
              <a:rPr lang="en-US" b="1" noProof="0">
                <a:solidFill>
                  <a:schemeClr val="lt1"/>
                </a:solidFill>
                <a:latin typeface="IBM Plex Sans"/>
                <a:ea typeface="IBM Plex Sans"/>
                <a:cs typeface="IBM Plex Sans"/>
                <a:sym typeface="IBM Plex Sans"/>
              </a:rPr>
              <a:t>impact</a:t>
            </a:r>
            <a:r>
              <a:rPr lang="en-US" b="1" baseline="30000" noProof="0">
                <a:solidFill>
                  <a:schemeClr val="lt1"/>
                </a:solidFill>
                <a:latin typeface="IBM Plex Sans"/>
                <a:ea typeface="IBM Plex Sans"/>
                <a:cs typeface="IBM Plex Sans"/>
                <a:sym typeface="IBM Plex Sans"/>
              </a:rPr>
              <a:t>5</a:t>
            </a:r>
            <a:endParaRPr lang="en-US" baseline="30000" noProof="0">
              <a:solidFill>
                <a:schemeClr val="lt1"/>
              </a:solidFill>
            </a:endParaRPr>
          </a:p>
        </p:txBody>
      </p:sp>
      <p:sp>
        <p:nvSpPr>
          <p:cNvPr id="800" name="Google Shape;800;g3b2fcd73e63_0_171">
            <a:extLst>
              <a:ext uri="{FF2B5EF4-FFF2-40B4-BE49-F238E27FC236}">
                <a16:creationId xmlns:a16="http://schemas.microsoft.com/office/drawing/2014/main" id="{B8FD67CB-10E5-ED43-3474-3E5F7C325E98}"/>
              </a:ext>
            </a:extLst>
          </p:cNvPr>
          <p:cNvSpPr/>
          <p:nvPr/>
        </p:nvSpPr>
        <p:spPr>
          <a:xfrm>
            <a:off x="8131225" y="1603285"/>
            <a:ext cx="3474600" cy="2011800"/>
          </a:xfrm>
          <a:prstGeom prst="rect">
            <a:avLst/>
          </a:prstGeom>
          <a:solidFill>
            <a:srgbClr val="F2F2F2"/>
          </a:solidFill>
          <a:ln>
            <a:noFill/>
          </a:ln>
        </p:spPr>
        <p:txBody>
          <a:bodyPr spcFirstLastPara="1" wrap="square" lIns="91425" tIns="45700" rIns="91425" bIns="45700" anchor="t" anchorCtr="0">
            <a:noAutofit/>
          </a:bodyPr>
          <a:lstStyle/>
          <a:p>
            <a:pPr marL="179999" lvl="0" indent="-179999">
              <a:spcBef>
                <a:spcPts val="400"/>
              </a:spcBef>
              <a:buClr>
                <a:schemeClr val="dk1"/>
              </a:buClr>
              <a:buSzPts val="1200"/>
              <a:buFont typeface="Arial"/>
              <a:buChar char="•"/>
            </a:pPr>
            <a:r>
              <a:rPr lang="en-US" sz="1200" noProof="0">
                <a:solidFill>
                  <a:schemeClr val="dk1"/>
                </a:solidFill>
                <a:latin typeface="IBM Plex Sans" panose="020B0503050203000203" pitchFamily="34" charset="0"/>
                <a:ea typeface="IBM Plex Sans"/>
                <a:cs typeface="IBM Plex Sans"/>
                <a:sym typeface="IBM Plex Sans"/>
              </a:rPr>
              <a:t>Incumbents benefit early, then lose share as challengers scale</a:t>
            </a:r>
          </a:p>
          <a:p>
            <a:pPr marL="179999" lvl="0" indent="-179999">
              <a:spcBef>
                <a:spcPts val="400"/>
              </a:spcBef>
              <a:buClr>
                <a:schemeClr val="dk1"/>
              </a:buClr>
              <a:buSzPts val="1200"/>
              <a:buFont typeface="Arial"/>
              <a:buChar char="•"/>
            </a:pPr>
            <a:r>
              <a:rPr lang="en-US" sz="1200" noProof="0">
                <a:latin typeface="IBM Plex Sans" panose="020B0503050203000203" pitchFamily="34" charset="0"/>
              </a:rPr>
              <a:t>Overall impact is a </a:t>
            </a:r>
            <a:r>
              <a:rPr lang="en-US" sz="1200" b="1" noProof="0">
                <a:latin typeface="IBM Plex Sans" panose="020B0503050203000203" pitchFamily="34" charset="0"/>
              </a:rPr>
              <a:t>sharp redistribution of volume</a:t>
            </a:r>
            <a:r>
              <a:rPr lang="en-US" sz="1200" noProof="0">
                <a:latin typeface="IBM Plex Sans" panose="020B0503050203000203" pitchFamily="34" charset="0"/>
              </a:rPr>
              <a:t> as new entrants rapidly dominate</a:t>
            </a:r>
          </a:p>
        </p:txBody>
      </p:sp>
      <p:sp>
        <p:nvSpPr>
          <p:cNvPr id="801" name="Google Shape;801;g3b2fcd73e63_0_171">
            <a:extLst>
              <a:ext uri="{FF2B5EF4-FFF2-40B4-BE49-F238E27FC236}">
                <a16:creationId xmlns:a16="http://schemas.microsoft.com/office/drawing/2014/main" id="{31AC1E5C-6A54-27BC-D997-58F75B2C3501}"/>
              </a:ext>
            </a:extLst>
          </p:cNvPr>
          <p:cNvSpPr/>
          <p:nvPr/>
        </p:nvSpPr>
        <p:spPr>
          <a:xfrm>
            <a:off x="4494194" y="1603285"/>
            <a:ext cx="3474600" cy="2011800"/>
          </a:xfrm>
          <a:prstGeom prst="rect">
            <a:avLst/>
          </a:prstGeom>
          <a:solidFill>
            <a:srgbClr val="F2F2F2"/>
          </a:solidFill>
          <a:ln>
            <a:noFill/>
          </a:ln>
        </p:spPr>
        <p:txBody>
          <a:bodyPr spcFirstLastPara="1" wrap="square" lIns="91425" tIns="45700" rIns="91425" bIns="45700" anchor="t" anchorCtr="0">
            <a:noAutofit/>
          </a:bodyPr>
          <a:lstStyle/>
          <a:p>
            <a:pPr marL="179705" indent="-179705">
              <a:spcBef>
                <a:spcPts val="400"/>
              </a:spcBef>
              <a:buClr>
                <a:schemeClr val="dk1"/>
              </a:buClr>
              <a:buSzPts val="1200"/>
              <a:buFont typeface="Arial"/>
              <a:buChar char="•"/>
            </a:pPr>
            <a:r>
              <a:rPr lang="en-US" sz="1200" noProof="0">
                <a:solidFill>
                  <a:schemeClr val="dk1"/>
                </a:solidFill>
                <a:latin typeface="IBM Plex Sans" panose="020B0503050203000203" pitchFamily="34" charset="0"/>
              </a:rPr>
              <a:t>Re-acceleration </a:t>
            </a:r>
            <a:r>
              <a:rPr lang="en-US" sz="1200" b="1" noProof="0">
                <a:solidFill>
                  <a:schemeClr val="dk1"/>
                </a:solidFill>
                <a:latin typeface="IBM Plex Sans" panose="020B0503050203000203" pitchFamily="34" charset="0"/>
              </a:rPr>
              <a:t>toward historical growth </a:t>
            </a:r>
            <a:r>
              <a:rPr lang="en-US" sz="1200" noProof="0">
                <a:solidFill>
                  <a:schemeClr val="dk1"/>
                </a:solidFill>
                <a:latin typeface="IBM Plex Sans" panose="020B0503050203000203" pitchFamily="34" charset="0"/>
              </a:rPr>
              <a:t>levels, </a:t>
            </a:r>
            <a:r>
              <a:rPr lang="en-US" sz="1200" b="1" noProof="0">
                <a:solidFill>
                  <a:schemeClr val="dk1"/>
                </a:solidFill>
                <a:latin typeface="IBM Plex Sans" panose="020B0503050203000203" pitchFamily="34" charset="0"/>
              </a:rPr>
              <a:t>reversing expected deceleration</a:t>
            </a:r>
            <a:endParaRPr lang="en-US" noProof="0"/>
          </a:p>
          <a:p>
            <a:pPr marL="179705" indent="-179705">
              <a:spcBef>
                <a:spcPts val="400"/>
              </a:spcBef>
              <a:buClr>
                <a:schemeClr val="dk1"/>
              </a:buClr>
              <a:buSzPts val="1200"/>
              <a:buFont typeface="Arial"/>
              <a:buChar char="•"/>
            </a:pPr>
            <a:r>
              <a:rPr lang="en-US" sz="1200" b="1" noProof="0">
                <a:solidFill>
                  <a:schemeClr val="dk1"/>
                </a:solidFill>
                <a:latin typeface="IBM Plex Sans"/>
              </a:rPr>
              <a:t>AI unlocks new use cases, expanding total activity</a:t>
            </a:r>
            <a:endParaRPr lang="en-US" sz="1200" b="1" noProof="0">
              <a:solidFill>
                <a:schemeClr val="dk1"/>
              </a:solidFill>
              <a:latin typeface="IBM Plex Sans" panose="020B0503050203000203" pitchFamily="34" charset="0"/>
            </a:endParaRPr>
          </a:p>
          <a:p>
            <a:pPr marL="179705" indent="-179705">
              <a:spcBef>
                <a:spcPts val="400"/>
              </a:spcBef>
              <a:buClr>
                <a:schemeClr val="dk1"/>
              </a:buClr>
              <a:buSzPts val="1200"/>
              <a:buFont typeface="Arial"/>
              <a:buChar char="•"/>
            </a:pPr>
            <a:r>
              <a:rPr lang="en-US" sz="1200" b="1" noProof="0">
                <a:latin typeface="IBM Plex Sans" panose="020B0503050203000203" pitchFamily="34" charset="0"/>
              </a:rPr>
              <a:t>Incumbents and challengers both grow </a:t>
            </a:r>
            <a:r>
              <a:rPr lang="en-US" sz="1200" noProof="0">
                <a:latin typeface="IBM Plex Sans" panose="020B0503050203000203" pitchFamily="34" charset="0"/>
              </a:rPr>
              <a:t>in a larger market</a:t>
            </a:r>
          </a:p>
        </p:txBody>
      </p:sp>
      <p:sp>
        <p:nvSpPr>
          <p:cNvPr id="802" name="Google Shape;802;g3b2fcd73e63_0_171">
            <a:extLst>
              <a:ext uri="{FF2B5EF4-FFF2-40B4-BE49-F238E27FC236}">
                <a16:creationId xmlns:a16="http://schemas.microsoft.com/office/drawing/2014/main" id="{059ED60D-B1B6-3C80-A844-527272454F45}"/>
              </a:ext>
            </a:extLst>
          </p:cNvPr>
          <p:cNvSpPr/>
          <p:nvPr/>
        </p:nvSpPr>
        <p:spPr>
          <a:xfrm>
            <a:off x="837684" y="3685157"/>
            <a:ext cx="10768200" cy="208200"/>
          </a:xfrm>
          <a:prstGeom prst="rect">
            <a:avLst/>
          </a:prstGeom>
          <a:solidFill>
            <a:srgbClr val="7030A0"/>
          </a:solidFill>
          <a:ln>
            <a:noFill/>
          </a:ln>
        </p:spPr>
        <p:txBody>
          <a:bodyPr spcFirstLastPara="1" wrap="square" lIns="91425" tIns="45700" rIns="91425" bIns="45700" anchor="ctr" anchorCtr="0">
            <a:noAutofit/>
          </a:bodyPr>
          <a:lstStyle/>
          <a:p>
            <a:pPr algn="ctr"/>
            <a:r>
              <a:rPr lang="en-US" sz="1200" b="1" noProof="0">
                <a:solidFill>
                  <a:schemeClr val="lt1"/>
                </a:solidFill>
                <a:latin typeface="IBM Plex Sans"/>
                <a:ea typeface="IBM Plex Sans"/>
                <a:cs typeface="IBM Plex Sans"/>
                <a:sym typeface="IBM Plex Sans"/>
              </a:rPr>
              <a:t>Annual impact</a:t>
            </a:r>
            <a:r>
              <a:rPr lang="en-US" sz="1200" b="1" i="0" u="none" strike="noStrike" cap="none" noProof="0">
                <a:solidFill>
                  <a:schemeClr val="lt1"/>
                </a:solidFill>
                <a:latin typeface="IBM Plex Sans"/>
                <a:ea typeface="IBM Plex Sans"/>
                <a:cs typeface="IBM Plex Sans"/>
                <a:sym typeface="IBM Plex Sans"/>
              </a:rPr>
              <a:t> on Search Volume through 2030</a:t>
            </a:r>
            <a:endParaRPr lang="en-US" noProof="0">
              <a:solidFill>
                <a:schemeClr val="lt1"/>
              </a:solidFill>
            </a:endParaRPr>
          </a:p>
        </p:txBody>
      </p:sp>
      <p:cxnSp>
        <p:nvCxnSpPr>
          <p:cNvPr id="803" name="Google Shape;803;g3b2fcd73e63_0_171">
            <a:extLst>
              <a:ext uri="{FF2B5EF4-FFF2-40B4-BE49-F238E27FC236}">
                <a16:creationId xmlns:a16="http://schemas.microsoft.com/office/drawing/2014/main" id="{CB71CDD6-6138-0CC3-162A-7882C17694BF}"/>
              </a:ext>
            </a:extLst>
          </p:cNvPr>
          <p:cNvCxnSpPr/>
          <p:nvPr/>
        </p:nvCxnSpPr>
        <p:spPr>
          <a:xfrm rot="10800000">
            <a:off x="3926895" y="4361930"/>
            <a:ext cx="0" cy="1120500"/>
          </a:xfrm>
          <a:prstGeom prst="straightConnector1">
            <a:avLst/>
          </a:prstGeom>
          <a:noFill/>
          <a:ln w="9525" cap="flat" cmpd="sng">
            <a:solidFill>
              <a:srgbClr val="D0CECE"/>
            </a:solidFill>
            <a:prstDash val="solid"/>
            <a:round/>
            <a:headEnd type="none" w="sm" len="sm"/>
            <a:tailEnd type="none" w="sm" len="sm"/>
          </a:ln>
        </p:spPr>
      </p:cxnSp>
      <p:sp>
        <p:nvSpPr>
          <p:cNvPr id="804" name="Google Shape;804;g3b2fcd73e63_0_171">
            <a:extLst>
              <a:ext uri="{FF2B5EF4-FFF2-40B4-BE49-F238E27FC236}">
                <a16:creationId xmlns:a16="http://schemas.microsoft.com/office/drawing/2014/main" id="{406C3C81-DB23-8BCE-C313-02061E0CA52E}"/>
              </a:ext>
            </a:extLst>
          </p:cNvPr>
          <p:cNvSpPr txBox="1"/>
          <p:nvPr/>
        </p:nvSpPr>
        <p:spPr>
          <a:xfrm>
            <a:off x="1709968" y="4035543"/>
            <a:ext cx="1290000" cy="184800"/>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chemeClr val="dk1"/>
              </a:buClr>
              <a:buSzPts val="2800"/>
              <a:buFont typeface="Arial"/>
              <a:buNone/>
            </a:pPr>
            <a:r>
              <a:rPr lang="en-US" sz="1200" b="1" i="0" u="none" strike="noStrike" cap="none" noProof="0">
                <a:solidFill>
                  <a:schemeClr val="dk1"/>
                </a:solidFill>
                <a:latin typeface="IBM Plex Sans"/>
                <a:ea typeface="IBM Plex Sans"/>
                <a:cs typeface="IBM Plex Sans"/>
                <a:sym typeface="IBM Plex Sans"/>
              </a:rPr>
              <a:t>Scenario </a:t>
            </a:r>
            <a:r>
              <a:rPr lang="en-US" sz="1200" b="1" noProof="0">
                <a:solidFill>
                  <a:schemeClr val="dk1"/>
                </a:solidFill>
                <a:latin typeface="IBM Plex Sans"/>
                <a:ea typeface="IBM Plex Sans"/>
                <a:cs typeface="IBM Plex Sans"/>
                <a:sym typeface="IBM Plex Sans"/>
              </a:rPr>
              <a:t>1</a:t>
            </a:r>
            <a:r>
              <a:rPr lang="en-US" sz="1200" b="1" baseline="30000" noProof="0">
                <a:solidFill>
                  <a:schemeClr val="dk1"/>
                </a:solidFill>
                <a:latin typeface="IBM Plex Sans"/>
                <a:ea typeface="IBM Plex Sans"/>
                <a:cs typeface="IBM Plex Sans"/>
                <a:sym typeface="IBM Plex Sans"/>
              </a:rPr>
              <a:t>1,2</a:t>
            </a:r>
            <a:endParaRPr lang="en-US" baseline="30000" noProof="0">
              <a:solidFill>
                <a:schemeClr val="dk1"/>
              </a:solidFill>
            </a:endParaRPr>
          </a:p>
        </p:txBody>
      </p:sp>
      <p:sp>
        <p:nvSpPr>
          <p:cNvPr id="805" name="Google Shape;805;g3b2fcd73e63_0_171">
            <a:extLst>
              <a:ext uri="{FF2B5EF4-FFF2-40B4-BE49-F238E27FC236}">
                <a16:creationId xmlns:a16="http://schemas.microsoft.com/office/drawing/2014/main" id="{15B9E05B-45A3-B8A2-4281-0BB5F61A1CFF}"/>
              </a:ext>
            </a:extLst>
          </p:cNvPr>
          <p:cNvSpPr txBox="1"/>
          <p:nvPr/>
        </p:nvSpPr>
        <p:spPr>
          <a:xfrm>
            <a:off x="4827442" y="4035543"/>
            <a:ext cx="1290000" cy="184800"/>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chemeClr val="dk1"/>
              </a:buClr>
              <a:buSzPts val="2800"/>
              <a:buFont typeface="Arial"/>
              <a:buNone/>
            </a:pPr>
            <a:r>
              <a:rPr lang="en-US" sz="1200" b="1" i="0" u="none" strike="noStrike" cap="none" noProof="0">
                <a:solidFill>
                  <a:schemeClr val="dk1"/>
                </a:solidFill>
                <a:latin typeface="IBM Plex Sans"/>
                <a:ea typeface="IBM Plex Sans"/>
                <a:cs typeface="IBM Plex Sans"/>
                <a:sym typeface="IBM Plex Sans"/>
              </a:rPr>
              <a:t>Scenario </a:t>
            </a:r>
            <a:r>
              <a:rPr lang="en-US" sz="1200" b="1" noProof="0">
                <a:solidFill>
                  <a:schemeClr val="dk1"/>
                </a:solidFill>
                <a:latin typeface="IBM Plex Sans"/>
                <a:ea typeface="IBM Plex Sans"/>
                <a:cs typeface="IBM Plex Sans"/>
                <a:sym typeface="IBM Plex Sans"/>
              </a:rPr>
              <a:t>2</a:t>
            </a:r>
            <a:r>
              <a:rPr lang="en-US" sz="1200" b="1" baseline="30000" noProof="0">
                <a:solidFill>
                  <a:schemeClr val="dk1"/>
                </a:solidFill>
                <a:latin typeface="IBM Plex Sans"/>
                <a:ea typeface="IBM Plex Sans"/>
                <a:cs typeface="IBM Plex Sans"/>
                <a:sym typeface="IBM Plex Sans"/>
              </a:rPr>
              <a:t>7,8</a:t>
            </a:r>
            <a:endParaRPr lang="en-US" noProof="0"/>
          </a:p>
        </p:txBody>
      </p:sp>
      <p:sp>
        <p:nvSpPr>
          <p:cNvPr id="806" name="Google Shape;806;g3b2fcd73e63_0_171">
            <a:extLst>
              <a:ext uri="{FF2B5EF4-FFF2-40B4-BE49-F238E27FC236}">
                <a16:creationId xmlns:a16="http://schemas.microsoft.com/office/drawing/2014/main" id="{4A86BC82-4EC6-5DE2-40D3-E802F5F99F1C}"/>
              </a:ext>
            </a:extLst>
          </p:cNvPr>
          <p:cNvSpPr txBox="1"/>
          <p:nvPr/>
        </p:nvSpPr>
        <p:spPr>
          <a:xfrm>
            <a:off x="8686713" y="4033017"/>
            <a:ext cx="1290000" cy="184800"/>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chemeClr val="dk1"/>
              </a:buClr>
              <a:buSzPts val="2800"/>
              <a:buFont typeface="Arial"/>
              <a:buNone/>
            </a:pPr>
            <a:r>
              <a:rPr lang="en-US" sz="1200" b="1" i="0" u="none" strike="noStrike" cap="none" noProof="0">
                <a:solidFill>
                  <a:schemeClr val="dk1"/>
                </a:solidFill>
                <a:latin typeface="IBM Plex Sans"/>
                <a:ea typeface="IBM Plex Sans"/>
                <a:cs typeface="IBM Plex Sans"/>
                <a:sym typeface="IBM Plex Sans"/>
              </a:rPr>
              <a:t>Scenario </a:t>
            </a:r>
            <a:r>
              <a:rPr lang="en-US" sz="1200" b="1" noProof="0">
                <a:solidFill>
                  <a:schemeClr val="dk1"/>
                </a:solidFill>
                <a:latin typeface="IBM Plex Sans"/>
                <a:ea typeface="IBM Plex Sans"/>
                <a:cs typeface="IBM Plex Sans"/>
                <a:sym typeface="IBM Plex Sans"/>
              </a:rPr>
              <a:t>3</a:t>
            </a:r>
            <a:r>
              <a:rPr lang="en-US" sz="1200" b="1" baseline="30000" noProof="0">
                <a:solidFill>
                  <a:schemeClr val="dk1"/>
                </a:solidFill>
                <a:latin typeface="IBM Plex Sans"/>
                <a:ea typeface="IBM Plex Sans"/>
                <a:cs typeface="IBM Plex Sans"/>
                <a:sym typeface="IBM Plex Sans"/>
              </a:rPr>
              <a:t>5,6</a:t>
            </a:r>
            <a:endParaRPr lang="en-US" baseline="30000" noProof="0">
              <a:solidFill>
                <a:schemeClr val="dk1"/>
              </a:solidFill>
            </a:endParaRPr>
          </a:p>
        </p:txBody>
      </p:sp>
      <p:graphicFrame>
        <p:nvGraphicFramePr>
          <p:cNvPr id="3" name="Chart 12">
            <a:extLst>
              <a:ext uri="{FF2B5EF4-FFF2-40B4-BE49-F238E27FC236}">
                <a16:creationId xmlns:a16="http://schemas.microsoft.com/office/drawing/2014/main" id="{B80699AA-69D4-523D-E269-98589F5E9EAC}"/>
              </a:ext>
            </a:extLst>
          </p:cNvPr>
          <p:cNvGraphicFramePr/>
          <p:nvPr>
            <p:extLst>
              <p:ext uri="{D42A27DB-BD31-4B8C-83A1-F6EECF244321}">
                <p14:modId xmlns:p14="http://schemas.microsoft.com/office/powerpoint/2010/main" val="2418017688"/>
              </p:ext>
            </p:extLst>
          </p:nvPr>
        </p:nvGraphicFramePr>
        <p:xfrm>
          <a:off x="-146957" y="4425566"/>
          <a:ext cx="11839531" cy="1218506"/>
        </p:xfrm>
        <a:graphic>
          <a:graphicData uri="http://schemas.openxmlformats.org/drawingml/2006/chart">
            <c:chart xmlns:c="http://schemas.openxmlformats.org/drawingml/2006/chart" xmlns:r="http://schemas.openxmlformats.org/officeDocument/2006/relationships" r:id="rId14"/>
          </a:graphicData>
        </a:graphic>
      </p:graphicFrame>
      <p:cxnSp>
        <p:nvCxnSpPr>
          <p:cNvPr id="4" name="Google Shape;803;g3b2fcd73e63_0_171">
            <a:extLst>
              <a:ext uri="{FF2B5EF4-FFF2-40B4-BE49-F238E27FC236}">
                <a16:creationId xmlns:a16="http://schemas.microsoft.com/office/drawing/2014/main" id="{14533736-6C2B-790B-6193-1AB38CB98698}"/>
              </a:ext>
            </a:extLst>
          </p:cNvPr>
          <p:cNvCxnSpPr/>
          <p:nvPr/>
        </p:nvCxnSpPr>
        <p:spPr>
          <a:xfrm rot="10800000">
            <a:off x="7166722" y="4361930"/>
            <a:ext cx="0" cy="1120500"/>
          </a:xfrm>
          <a:prstGeom prst="straightConnector1">
            <a:avLst/>
          </a:prstGeom>
          <a:noFill/>
          <a:ln w="9525" cap="flat" cmpd="sng">
            <a:solidFill>
              <a:srgbClr val="D0CECE"/>
            </a:solidFill>
            <a:prstDash val="solid"/>
            <a:round/>
            <a:headEnd type="none" w="sm" len="sm"/>
            <a:tailEnd type="none" w="sm" len="sm"/>
          </a:ln>
        </p:spPr>
      </p:cxnSp>
      <p:cxnSp>
        <p:nvCxnSpPr>
          <p:cNvPr id="8" name="Straight Arrow Connector 7">
            <a:extLst>
              <a:ext uri="{FF2B5EF4-FFF2-40B4-BE49-F238E27FC236}">
                <a16:creationId xmlns:a16="http://schemas.microsoft.com/office/drawing/2014/main" id="{0B83A404-83F1-B51F-D5B2-4E99666B6B3E}"/>
              </a:ext>
            </a:extLst>
          </p:cNvPr>
          <p:cNvCxnSpPr>
            <a:cxnSpLocks/>
          </p:cNvCxnSpPr>
          <p:nvPr/>
        </p:nvCxnSpPr>
        <p:spPr>
          <a:xfrm>
            <a:off x="825376" y="5017403"/>
            <a:ext cx="3101518"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Google Shape;368;p24">
            <a:extLst>
              <a:ext uri="{FF2B5EF4-FFF2-40B4-BE49-F238E27FC236}">
                <a16:creationId xmlns:a16="http://schemas.microsoft.com/office/drawing/2014/main" id="{1E752301-D7DB-D4E9-8D41-D9AC6F09AC62}"/>
              </a:ext>
            </a:extLst>
          </p:cNvPr>
          <p:cNvSpPr/>
          <p:nvPr/>
        </p:nvSpPr>
        <p:spPr>
          <a:xfrm>
            <a:off x="1724164" y="4942479"/>
            <a:ext cx="1250161" cy="20526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000" b="1" noProof="0">
                <a:solidFill>
                  <a:schemeClr val="tx1"/>
                </a:solidFill>
                <a:latin typeface="IBM Plex Sans" panose="020B0503050203000203" pitchFamily="34" charset="0"/>
                <a:ea typeface="IBM Plex Sans"/>
                <a:cs typeface="IBM Plex Sans"/>
                <a:sym typeface="IBM Plex Sans" panose="020B0503050203000203" pitchFamily="34" charset="0"/>
              </a:rPr>
              <a:t>Avg= +6.0% p.a.</a:t>
            </a:r>
            <a:endParaRPr lang="en-US" sz="10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cxnSp>
        <p:nvCxnSpPr>
          <p:cNvPr id="11" name="Straight Arrow Connector 10">
            <a:extLst>
              <a:ext uri="{FF2B5EF4-FFF2-40B4-BE49-F238E27FC236}">
                <a16:creationId xmlns:a16="http://schemas.microsoft.com/office/drawing/2014/main" id="{3E5FA71B-5F9A-C2FE-5C38-27860AE68374}"/>
              </a:ext>
            </a:extLst>
          </p:cNvPr>
          <p:cNvCxnSpPr>
            <a:cxnSpLocks/>
          </p:cNvCxnSpPr>
          <p:nvPr/>
        </p:nvCxnSpPr>
        <p:spPr>
          <a:xfrm>
            <a:off x="3926894" y="5018686"/>
            <a:ext cx="3239827"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Google Shape;368;p24">
            <a:extLst>
              <a:ext uri="{FF2B5EF4-FFF2-40B4-BE49-F238E27FC236}">
                <a16:creationId xmlns:a16="http://schemas.microsoft.com/office/drawing/2014/main" id="{939CE2C1-67B5-6DD0-75BF-7BB29DFF958C}"/>
              </a:ext>
            </a:extLst>
          </p:cNvPr>
          <p:cNvSpPr/>
          <p:nvPr/>
        </p:nvSpPr>
        <p:spPr>
          <a:xfrm>
            <a:off x="4771862" y="4942479"/>
            <a:ext cx="1415291" cy="20526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000" b="1" noProof="0">
                <a:solidFill>
                  <a:schemeClr val="tx1"/>
                </a:solidFill>
                <a:latin typeface="IBM Plex Sans" panose="020B0503050203000203" pitchFamily="34" charset="0"/>
                <a:ea typeface="IBM Plex Sans"/>
                <a:cs typeface="IBM Plex Sans"/>
                <a:sym typeface="IBM Plex Sans" panose="020B0503050203000203" pitchFamily="34" charset="0"/>
              </a:rPr>
              <a:t>Avg= +10.0% p.a.</a:t>
            </a:r>
            <a:endParaRPr lang="en-US" sz="10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cxnSp>
        <p:nvCxnSpPr>
          <p:cNvPr id="14" name="Straight Arrow Connector 13">
            <a:extLst>
              <a:ext uri="{FF2B5EF4-FFF2-40B4-BE49-F238E27FC236}">
                <a16:creationId xmlns:a16="http://schemas.microsoft.com/office/drawing/2014/main" id="{5EF0E60D-37B5-4B69-94A9-C24AB59BC215}"/>
              </a:ext>
            </a:extLst>
          </p:cNvPr>
          <p:cNvCxnSpPr>
            <a:cxnSpLocks/>
          </p:cNvCxnSpPr>
          <p:nvPr/>
        </p:nvCxnSpPr>
        <p:spPr>
          <a:xfrm>
            <a:off x="7166721" y="4535706"/>
            <a:ext cx="4525853"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 name="Google Shape;368;p24">
            <a:extLst>
              <a:ext uri="{FF2B5EF4-FFF2-40B4-BE49-F238E27FC236}">
                <a16:creationId xmlns:a16="http://schemas.microsoft.com/office/drawing/2014/main" id="{7141B440-7481-A74A-EA2C-5A5790DC316E}"/>
              </a:ext>
            </a:extLst>
          </p:cNvPr>
          <p:cNvSpPr/>
          <p:nvPr/>
        </p:nvSpPr>
        <p:spPr>
          <a:xfrm>
            <a:off x="8827215" y="4425566"/>
            <a:ext cx="1045965" cy="20526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000" b="1" noProof="0">
                <a:solidFill>
                  <a:schemeClr val="tx1"/>
                </a:solidFill>
                <a:latin typeface="IBM Plex Sans" panose="020B0503050203000203" pitchFamily="34" charset="0"/>
                <a:ea typeface="IBM Plex Sans"/>
                <a:cs typeface="IBM Plex Sans"/>
                <a:sym typeface="IBM Plex Sans" panose="020B0503050203000203" pitchFamily="34" charset="0"/>
              </a:rPr>
              <a:t>Avg= -15%</a:t>
            </a:r>
            <a:endParaRPr lang="en-US" sz="10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6" name="CaixaDeTexto 5">
            <a:extLst>
              <a:ext uri="{FF2B5EF4-FFF2-40B4-BE49-F238E27FC236}">
                <a16:creationId xmlns:a16="http://schemas.microsoft.com/office/drawing/2014/main" id="{2613AF24-C8D2-625F-3A2C-7CD0C933DD70}"/>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scenarios</a:t>
            </a:r>
          </a:p>
        </p:txBody>
      </p:sp>
    </p:spTree>
    <p:extLst>
      <p:ext uri="{BB962C8B-B14F-4D97-AF65-F5344CB8AC3E}">
        <p14:creationId xmlns:p14="http://schemas.microsoft.com/office/powerpoint/2010/main" val="228417759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13">
          <a:extLst>
            <a:ext uri="{FF2B5EF4-FFF2-40B4-BE49-F238E27FC236}">
              <a16:creationId xmlns:a16="http://schemas.microsoft.com/office/drawing/2014/main" id="{94A07D73-9A6E-69F5-A5DD-3D7C0E9A6F53}"/>
            </a:ext>
          </a:extLst>
        </p:cNvPr>
        <p:cNvGrpSpPr/>
        <p:nvPr/>
      </p:nvGrpSpPr>
      <p:grpSpPr>
        <a:xfrm>
          <a:off x="0" y="0"/>
          <a:ext cx="0" cy="0"/>
          <a:chOff x="0" y="0"/>
          <a:chExt cx="0" cy="0"/>
        </a:xfrm>
      </p:grpSpPr>
      <p:sp>
        <p:nvSpPr>
          <p:cNvPr id="814" name="Google Shape;814;p57">
            <a:extLst>
              <a:ext uri="{FF2B5EF4-FFF2-40B4-BE49-F238E27FC236}">
                <a16:creationId xmlns:a16="http://schemas.microsoft.com/office/drawing/2014/main" id="{888CE1FA-3D8E-BF2B-8BD3-941468BF0DF2}"/>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0"/>
              <a:t>Scenario 1: Neutral, growth slowdown across all segments</a:t>
            </a:r>
            <a:br>
              <a:rPr lang="en-US" noProof="0"/>
            </a:br>
            <a:endParaRPr lang="en-US" noProof="0"/>
          </a:p>
        </p:txBody>
      </p:sp>
      <p:sp>
        <p:nvSpPr>
          <p:cNvPr id="818" name="Google Shape;818;p57">
            <a:extLst>
              <a:ext uri="{FF2B5EF4-FFF2-40B4-BE49-F238E27FC236}">
                <a16:creationId xmlns:a16="http://schemas.microsoft.com/office/drawing/2014/main" id="{EB064C2E-A0F8-2A2F-8801-ACC7AE54B6B1}"/>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32</a:t>
            </a:fld>
            <a:endParaRPr lang="en-US" noProof="0"/>
          </a:p>
        </p:txBody>
      </p:sp>
      <p:sp>
        <p:nvSpPr>
          <p:cNvPr id="5" name="Google Shape;717;p54">
            <a:extLst>
              <a:ext uri="{FF2B5EF4-FFF2-40B4-BE49-F238E27FC236}">
                <a16:creationId xmlns:a16="http://schemas.microsoft.com/office/drawing/2014/main" id="{16767ABD-AB4B-F380-FE26-9C3EB081B4F3}"/>
              </a:ext>
            </a:extLst>
          </p:cNvPr>
          <p:cNvSpPr/>
          <p:nvPr/>
        </p:nvSpPr>
        <p:spPr>
          <a:xfrm>
            <a:off x="420594" y="1169337"/>
            <a:ext cx="8590055"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Forecasted Search volume growth (trillions) for </a:t>
            </a:r>
            <a:r>
              <a:rPr lang="en-US" b="1" noProof="0">
                <a:solidFill>
                  <a:schemeClr val="lt1"/>
                </a:solidFill>
                <a:latin typeface="IBM Plex Sans"/>
                <a:ea typeface="IBM Plex Sans"/>
                <a:cs typeface="IBM Plex Sans"/>
                <a:sym typeface="IBM Plex Sans"/>
              </a:rPr>
              <a:t>Revenue-Generating</a:t>
            </a:r>
            <a:r>
              <a:rPr lang="en-US" sz="1400" b="1" i="0" u="none" strike="noStrike" cap="none" noProof="0">
                <a:solidFill>
                  <a:schemeClr val="lt1"/>
                </a:solidFill>
                <a:latin typeface="IBM Plex Sans"/>
                <a:ea typeface="IBM Plex Sans"/>
                <a:cs typeface="IBM Plex Sans"/>
                <a:sym typeface="IBM Plex Sans"/>
              </a:rPr>
              <a:t> Searches</a:t>
            </a:r>
            <a:r>
              <a:rPr lang="en-US" sz="1400" b="1" i="0" u="none" strike="noStrike" cap="none" baseline="30000" noProof="0">
                <a:solidFill>
                  <a:schemeClr val="lt1"/>
                </a:solidFill>
                <a:latin typeface="IBM Plex Sans"/>
                <a:ea typeface="IBM Plex Sans"/>
                <a:cs typeface="IBM Plex Sans"/>
                <a:sym typeface="IBM Plex Sans"/>
              </a:rPr>
              <a:t>1</a:t>
            </a:r>
            <a:endParaRPr lang="en-US" baseline="30000" noProof="0">
              <a:solidFill>
                <a:schemeClr val="lt1"/>
              </a:solidFill>
            </a:endParaRPr>
          </a:p>
        </p:txBody>
      </p:sp>
      <p:sp>
        <p:nvSpPr>
          <p:cNvPr id="7" name="Google Shape;733;p54">
            <a:extLst>
              <a:ext uri="{FF2B5EF4-FFF2-40B4-BE49-F238E27FC236}">
                <a16:creationId xmlns:a16="http://schemas.microsoft.com/office/drawing/2014/main" id="{17545F27-4F3E-CC26-C3DB-D8758B0BCC03}"/>
              </a:ext>
            </a:extLst>
          </p:cNvPr>
          <p:cNvSpPr txBox="1"/>
          <p:nvPr/>
        </p:nvSpPr>
        <p:spPr>
          <a:xfrm>
            <a:off x="9191625" y="1493337"/>
            <a:ext cx="2592386" cy="3826668"/>
          </a:xfrm>
          <a:prstGeom prst="rect">
            <a:avLst/>
          </a:prstGeom>
          <a:solidFill>
            <a:srgbClr val="F2F2F2"/>
          </a:solidFill>
          <a:ln>
            <a:noFill/>
          </a:ln>
        </p:spPr>
        <p:txBody>
          <a:bodyPr spcFirstLastPara="1" wrap="square" lIns="36000" tIns="0" rIns="91425" bIns="45700" anchor="t" anchorCtr="0">
            <a:spAutoFit/>
          </a:bodyPr>
          <a:lstStyle/>
          <a:p>
            <a:pPr marL="228600" indent="-171450">
              <a:spcBef>
                <a:spcPts val="400"/>
              </a:spcBef>
              <a:buClr>
                <a:schemeClr val="dk1"/>
              </a:buClr>
              <a:buSzPts val="1200"/>
              <a:buFont typeface="Arial"/>
              <a:buChar char="•"/>
            </a:pPr>
            <a:r>
              <a:rPr lang="en-US" sz="1100" i="0" u="none" strike="noStrike" cap="none" noProof="0">
                <a:solidFill>
                  <a:srgbClr val="000000"/>
                </a:solidFill>
                <a:latin typeface="IBM Plex Sans"/>
                <a:ea typeface="IBM Plex Sans"/>
                <a:cs typeface="IBM Plex Sans"/>
                <a:sym typeface="IBM Plex Sans"/>
              </a:rPr>
              <a:t>Since </a:t>
            </a:r>
            <a:r>
              <a:rPr lang="en-US" sz="1100" noProof="0">
                <a:latin typeface="IBM Plex Sans"/>
                <a:ea typeface="IBM Plex Sans"/>
                <a:cs typeface="IBM Plex Sans"/>
                <a:sym typeface="IBM Plex Sans"/>
              </a:rPr>
              <a:t>the </a:t>
            </a:r>
            <a:r>
              <a:rPr lang="en-US" sz="1100" b="1" noProof="0">
                <a:latin typeface="IBM Plex Sans"/>
                <a:ea typeface="IBM Plex Sans"/>
                <a:cs typeface="IBM Plex Sans"/>
                <a:sym typeface="IBM Plex Sans"/>
              </a:rPr>
              <a:t>split</a:t>
            </a:r>
            <a:r>
              <a:rPr lang="en-US" sz="1100" b="1" i="0" u="none" strike="noStrike" cap="none" noProof="0">
                <a:solidFill>
                  <a:srgbClr val="000000"/>
                </a:solidFill>
                <a:latin typeface="IBM Plex Sans"/>
                <a:ea typeface="IBM Plex Sans"/>
                <a:cs typeface="IBM Plex Sans"/>
                <a:sym typeface="IBM Plex Sans"/>
              </a:rPr>
              <a:t> by device (desktop vs mobile) and region is not readily available </a:t>
            </a:r>
            <a:r>
              <a:rPr lang="en-US" sz="1100" b="1" noProof="0">
                <a:latin typeface="IBM Plex Sans"/>
                <a:ea typeface="IBM Plex Sans"/>
                <a:cs typeface="IBM Plex Sans"/>
                <a:sym typeface="IBM Plex Sans"/>
              </a:rPr>
              <a:t>across </a:t>
            </a:r>
            <a:r>
              <a:rPr lang="en-US" sz="1100" b="1" i="0" u="none" strike="noStrike" cap="none" noProof="0">
                <a:solidFill>
                  <a:srgbClr val="000000"/>
                </a:solidFill>
                <a:latin typeface="IBM Plex Sans"/>
                <a:ea typeface="IBM Plex Sans"/>
                <a:cs typeface="IBM Plex Sans"/>
                <a:sym typeface="IBM Plex Sans"/>
              </a:rPr>
              <a:t>the 3 scenarios</a:t>
            </a:r>
            <a:r>
              <a:rPr lang="en-US" sz="1100" i="0" u="none" strike="noStrike" cap="none" noProof="0">
                <a:solidFill>
                  <a:srgbClr val="000000"/>
                </a:solidFill>
                <a:latin typeface="IBM Plex Sans"/>
                <a:ea typeface="IBM Plex Sans"/>
                <a:cs typeface="IBM Plex Sans"/>
                <a:sym typeface="IBM Plex Sans"/>
              </a:rPr>
              <a:t>, we used the average </a:t>
            </a:r>
            <a:r>
              <a:rPr lang="en-US" sz="1100" b="1" i="0" u="none" strike="noStrike" cap="none" noProof="0">
                <a:solidFill>
                  <a:srgbClr val="000000"/>
                </a:solidFill>
                <a:latin typeface="IBM Plex Sans"/>
                <a:ea typeface="IBM Plex Sans"/>
                <a:cs typeface="IBM Plex Sans"/>
                <a:sym typeface="IBM Plex Sans"/>
              </a:rPr>
              <a:t>expected CAGR for each scenario, and the </a:t>
            </a:r>
            <a:r>
              <a:rPr lang="en-US" sz="1100" b="1" noProof="0">
                <a:latin typeface="IBM Plex Sans"/>
                <a:ea typeface="IBM Plex Sans"/>
                <a:cs typeface="IBM Plex Sans"/>
                <a:sym typeface="IBM Plex Sans"/>
              </a:rPr>
              <a:t>desktop-mobile</a:t>
            </a:r>
            <a:r>
              <a:rPr lang="en-US" sz="1100" b="1" i="0" u="none" strike="noStrike" cap="none" noProof="0">
                <a:solidFill>
                  <a:srgbClr val="000000"/>
                </a:solidFill>
                <a:latin typeface="IBM Plex Sans"/>
                <a:ea typeface="IBM Plex Sans"/>
                <a:cs typeface="IBM Plex Sans"/>
                <a:sym typeface="IBM Plex Sans"/>
              </a:rPr>
              <a:t> </a:t>
            </a:r>
            <a:r>
              <a:rPr lang="en-US" sz="1100" b="1" noProof="0">
                <a:latin typeface="IBM Plex Sans"/>
                <a:ea typeface="IBM Plex Sans"/>
                <a:cs typeface="IBM Plex Sans"/>
                <a:sym typeface="IBM Plex Sans"/>
              </a:rPr>
              <a:t>search split to</a:t>
            </a:r>
            <a:r>
              <a:rPr lang="en-US" sz="1100" b="1" i="0" u="none" strike="noStrike" cap="none" noProof="0">
                <a:solidFill>
                  <a:srgbClr val="000000"/>
                </a:solidFill>
                <a:latin typeface="IBM Plex Sans"/>
                <a:ea typeface="IBM Plex Sans"/>
                <a:cs typeface="IBM Plex Sans"/>
                <a:sym typeface="IBM Plex Sans"/>
              </a:rPr>
              <a:t> triangulate estimated growth </a:t>
            </a:r>
            <a:r>
              <a:rPr lang="en-US" sz="1100" b="1" noProof="0">
                <a:latin typeface="IBM Plex Sans"/>
                <a:ea typeface="IBM Plex Sans"/>
                <a:cs typeface="IBM Plex Sans"/>
                <a:sym typeface="IBM Plex Sans"/>
              </a:rPr>
              <a:t>by </a:t>
            </a:r>
            <a:r>
              <a:rPr lang="en-US" sz="1100" i="0" u="none" strike="noStrike" cap="none" noProof="0">
                <a:solidFill>
                  <a:srgbClr val="000000"/>
                </a:solidFill>
                <a:latin typeface="IBM Plex Sans"/>
                <a:ea typeface="IBM Plex Sans"/>
                <a:cs typeface="IBM Plex Sans"/>
                <a:sym typeface="IBM Plex Sans"/>
              </a:rPr>
              <a:t>device and region</a:t>
            </a:r>
            <a:endParaRPr lang="en-US" sz="1100" noProof="0">
              <a:latin typeface="IBM Plex Sans"/>
              <a:ea typeface="IBM Plex Sans"/>
              <a:cs typeface="IBM Plex Sans"/>
              <a:sym typeface="IBM Plex Sans"/>
            </a:endParaRPr>
          </a:p>
          <a:p>
            <a:pPr marL="228600" indent="-171450">
              <a:spcBef>
                <a:spcPts val="400"/>
              </a:spcBef>
              <a:buClr>
                <a:schemeClr val="dk1"/>
              </a:buClr>
              <a:buSzPts val="1200"/>
              <a:buFont typeface="Arial"/>
              <a:buChar char="•"/>
            </a:pPr>
            <a:r>
              <a:rPr lang="en-US" sz="1100" b="1" noProof="0">
                <a:latin typeface="IBM Plex Sans"/>
                <a:ea typeface="IBM Plex Sans"/>
                <a:cs typeface="IBM Plex Sans"/>
                <a:sym typeface="IBM Plex Sans"/>
              </a:rPr>
              <a:t>Global Rev-Gen Search Vol (2025): 1.12 trillion</a:t>
            </a:r>
            <a:r>
              <a:rPr lang="en-US" sz="1100" b="1" baseline="30000" noProof="0">
                <a:latin typeface="IBM Plex Sans"/>
                <a:ea typeface="IBM Plex Sans"/>
                <a:cs typeface="IBM Plex Sans"/>
                <a:sym typeface="IBM Plex Sans"/>
              </a:rPr>
              <a:t>1</a:t>
            </a:r>
            <a:endParaRPr lang="en-US" sz="1100" b="1" baseline="30000" noProof="0">
              <a:latin typeface="IBM Plex Sans"/>
              <a:ea typeface="IBM Plex Sans"/>
              <a:cs typeface="IBM Plex Sans"/>
            </a:endParaRPr>
          </a:p>
          <a:p>
            <a:pPr marL="463550" lvl="1" indent="-171450">
              <a:spcBef>
                <a:spcPts val="400"/>
              </a:spcBef>
              <a:buClr>
                <a:schemeClr val="dk1"/>
              </a:buClr>
              <a:buSzPts val="1200"/>
              <a:buFont typeface="Arial"/>
              <a:buChar char="•"/>
            </a:pPr>
            <a:r>
              <a:rPr lang="en-US" sz="1100" noProof="0">
                <a:latin typeface="IBM Plex Sans"/>
                <a:ea typeface="IBM Plex Sans"/>
                <a:cs typeface="IBM Plex Sans"/>
                <a:sym typeface="IBM Plex Sans"/>
              </a:rPr>
              <a:t>US: 21% (0.23 trillion)</a:t>
            </a:r>
          </a:p>
          <a:p>
            <a:pPr marL="463550" lvl="1" indent="-171450">
              <a:spcBef>
                <a:spcPts val="400"/>
              </a:spcBef>
              <a:buClr>
                <a:schemeClr val="dk1"/>
              </a:buClr>
              <a:buSzPts val="1200"/>
              <a:buFont typeface="Arial"/>
              <a:buChar char="•"/>
            </a:pPr>
            <a:r>
              <a:rPr lang="en-US" sz="1100" noProof="0" err="1">
                <a:latin typeface="IBM Plex Sans"/>
                <a:ea typeface="IBM Plex Sans"/>
                <a:cs typeface="IBM Plex Sans"/>
                <a:sym typeface="IBM Plex Sans"/>
              </a:rPr>
              <a:t>RoW</a:t>
            </a:r>
            <a:r>
              <a:rPr lang="en-US" sz="1100" noProof="0">
                <a:latin typeface="IBM Plex Sans"/>
                <a:ea typeface="IBM Plex Sans"/>
                <a:cs typeface="IBM Plex Sans"/>
                <a:sym typeface="IBM Plex Sans"/>
              </a:rPr>
              <a:t>: 79% (0.88 trillion)</a:t>
            </a:r>
          </a:p>
          <a:p>
            <a:pPr marL="228600" marR="0" lvl="0" indent="-171450" algn="l" rtl="0">
              <a:lnSpc>
                <a:spcPct val="100000"/>
              </a:lnSpc>
              <a:spcBef>
                <a:spcPts val="400"/>
              </a:spcBef>
              <a:spcAft>
                <a:spcPts val="0"/>
              </a:spcAft>
              <a:buClr>
                <a:schemeClr val="dk1"/>
              </a:buClr>
              <a:buSzPts val="1200"/>
              <a:buFont typeface="Arial"/>
              <a:buChar char="•"/>
            </a:pPr>
            <a:r>
              <a:rPr lang="en-US" sz="1100" b="1" i="0" u="none" strike="noStrike" cap="none" noProof="0">
                <a:solidFill>
                  <a:srgbClr val="000000"/>
                </a:solidFill>
                <a:latin typeface="IBM Plex Sans"/>
                <a:ea typeface="IBM Plex Sans"/>
                <a:cs typeface="IBM Plex Sans"/>
                <a:sym typeface="IBM Plex Sans"/>
              </a:rPr>
              <a:t>Scenario 1 CAGR: 6%</a:t>
            </a:r>
          </a:p>
          <a:p>
            <a:pPr marL="228600" marR="0" lvl="0" indent="-171450" algn="l" rtl="0">
              <a:lnSpc>
                <a:spcPct val="100000"/>
              </a:lnSpc>
              <a:spcBef>
                <a:spcPts val="400"/>
              </a:spcBef>
              <a:spcAft>
                <a:spcPts val="0"/>
              </a:spcAft>
              <a:buClr>
                <a:schemeClr val="dk1"/>
              </a:buClr>
              <a:buSzPts val="1200"/>
              <a:buFont typeface="Arial"/>
              <a:buChar char="•"/>
            </a:pPr>
            <a:r>
              <a:rPr lang="en-US" sz="1100" b="1" i="0" u="none" strike="noStrike" cap="none" noProof="0">
                <a:solidFill>
                  <a:srgbClr val="000000"/>
                </a:solidFill>
                <a:latin typeface="IBM Plex Sans"/>
                <a:ea typeface="IBM Plex Sans"/>
                <a:cs typeface="IBM Plex Sans"/>
                <a:sym typeface="IBM Plex Sans"/>
              </a:rPr>
              <a:t>US Devices </a:t>
            </a:r>
          </a:p>
          <a:p>
            <a:pPr marL="463550" lvl="1" indent="-171450">
              <a:spcBef>
                <a:spcPts val="400"/>
              </a:spcBef>
              <a:buClr>
                <a:schemeClr val="dk1"/>
              </a:buClr>
              <a:buSzPts val="1200"/>
              <a:buFont typeface="Arial"/>
              <a:buChar char="•"/>
            </a:pPr>
            <a:r>
              <a:rPr lang="en-US" sz="1100" noProof="0">
                <a:latin typeface="IBM Plex Sans"/>
                <a:ea typeface="IBM Plex Sans"/>
                <a:cs typeface="IBM Plex Sans"/>
                <a:sym typeface="IBM Plex Sans"/>
              </a:rPr>
              <a:t>Mobile: 58%</a:t>
            </a:r>
          </a:p>
          <a:p>
            <a:pPr marL="463550" lvl="1" indent="-171450">
              <a:spcBef>
                <a:spcPts val="400"/>
              </a:spcBef>
              <a:buClr>
                <a:schemeClr val="dk1"/>
              </a:buClr>
              <a:buSzPts val="1200"/>
              <a:buFont typeface="Arial"/>
              <a:buChar char="•"/>
            </a:pPr>
            <a:r>
              <a:rPr lang="en-US" sz="1100" i="0" u="none" strike="noStrike" cap="none" noProof="0">
                <a:solidFill>
                  <a:srgbClr val="000000"/>
                </a:solidFill>
                <a:latin typeface="IBM Plex Sans"/>
                <a:ea typeface="IBM Plex Sans"/>
                <a:cs typeface="IBM Plex Sans"/>
                <a:sym typeface="IBM Plex Sans"/>
              </a:rPr>
              <a:t>Desktop: </a:t>
            </a:r>
            <a:r>
              <a:rPr lang="en-US" sz="1100" noProof="0">
                <a:latin typeface="IBM Plex Sans"/>
                <a:ea typeface="IBM Plex Sans"/>
                <a:cs typeface="IBM Plex Sans"/>
                <a:sym typeface="IBM Plex Sans"/>
              </a:rPr>
              <a:t>42%</a:t>
            </a:r>
            <a:endParaRPr lang="en-US" sz="1100" i="0" u="none" strike="noStrike" cap="none" noProof="0">
              <a:solidFill>
                <a:srgbClr val="000000"/>
              </a:solidFill>
              <a:latin typeface="IBM Plex Sans"/>
              <a:ea typeface="IBM Plex Sans"/>
              <a:cs typeface="IBM Plex Sans"/>
              <a:sym typeface="IBM Plex Sans"/>
            </a:endParaRPr>
          </a:p>
          <a:p>
            <a:pPr marL="228600" lvl="1" indent="-171450">
              <a:spcBef>
                <a:spcPts val="400"/>
              </a:spcBef>
              <a:buClr>
                <a:schemeClr val="dk1"/>
              </a:buClr>
              <a:buSzPts val="1200"/>
              <a:buFont typeface="Arial"/>
              <a:buChar char="•"/>
            </a:pPr>
            <a:r>
              <a:rPr lang="en-US" sz="1100" b="1" noProof="0" err="1">
                <a:latin typeface="IBM Plex Sans"/>
                <a:ea typeface="IBM Plex Sans"/>
                <a:cs typeface="IBM Plex Sans"/>
                <a:sym typeface="IBM Plex Sans"/>
              </a:rPr>
              <a:t>RoW</a:t>
            </a:r>
            <a:r>
              <a:rPr lang="en-US" sz="1100" b="1" noProof="0">
                <a:latin typeface="IBM Plex Sans"/>
                <a:ea typeface="IBM Plex Sans"/>
                <a:cs typeface="IBM Plex Sans"/>
                <a:sym typeface="IBM Plex Sans"/>
              </a:rPr>
              <a:t> Devices</a:t>
            </a:r>
          </a:p>
          <a:p>
            <a:pPr marL="463550" lvl="1" indent="-171450">
              <a:spcBef>
                <a:spcPts val="400"/>
              </a:spcBef>
              <a:buClr>
                <a:schemeClr val="dk1"/>
              </a:buClr>
              <a:buSzPts val="1200"/>
              <a:buFont typeface="Arial"/>
              <a:buChar char="•"/>
            </a:pPr>
            <a:r>
              <a:rPr lang="en-US" sz="1100" i="0" u="none" strike="noStrike" cap="none" noProof="0">
                <a:solidFill>
                  <a:srgbClr val="000000"/>
                </a:solidFill>
                <a:latin typeface="IBM Plex Sans"/>
                <a:ea typeface="IBM Plex Sans"/>
                <a:cs typeface="IBM Plex Sans"/>
                <a:sym typeface="IBM Plex Sans"/>
              </a:rPr>
              <a:t>Mobile: </a:t>
            </a:r>
            <a:r>
              <a:rPr lang="en-US" sz="1100" noProof="0">
                <a:latin typeface="IBM Plex Sans"/>
                <a:ea typeface="IBM Plex Sans"/>
                <a:cs typeface="IBM Plex Sans"/>
                <a:sym typeface="IBM Plex Sans"/>
              </a:rPr>
              <a:t>63%</a:t>
            </a:r>
            <a:endParaRPr lang="en-US" sz="1100" i="0" u="none" strike="noStrike" cap="none" noProof="0">
              <a:solidFill>
                <a:srgbClr val="000000"/>
              </a:solidFill>
              <a:latin typeface="IBM Plex Sans"/>
              <a:ea typeface="IBM Plex Sans"/>
              <a:cs typeface="IBM Plex Sans"/>
              <a:sym typeface="IBM Plex Sans"/>
            </a:endParaRPr>
          </a:p>
          <a:p>
            <a:pPr marL="463550" lvl="1" indent="-171450">
              <a:spcBef>
                <a:spcPts val="400"/>
              </a:spcBef>
              <a:buClr>
                <a:schemeClr val="dk1"/>
              </a:buClr>
              <a:buSzPts val="1200"/>
              <a:buFont typeface="Arial"/>
              <a:buChar char="•"/>
            </a:pPr>
            <a:r>
              <a:rPr lang="en-US" sz="1100" noProof="0">
                <a:latin typeface="IBM Plex Sans"/>
                <a:ea typeface="IBM Plex Sans"/>
                <a:cs typeface="IBM Plex Sans"/>
                <a:sym typeface="IBM Plex Sans"/>
              </a:rPr>
              <a:t>Desktop: 37%</a:t>
            </a:r>
          </a:p>
        </p:txBody>
      </p:sp>
      <p:sp>
        <p:nvSpPr>
          <p:cNvPr id="8" name="Google Shape;734;p54">
            <a:extLst>
              <a:ext uri="{FF2B5EF4-FFF2-40B4-BE49-F238E27FC236}">
                <a16:creationId xmlns:a16="http://schemas.microsoft.com/office/drawing/2014/main" id="{36E9E714-AF27-6637-75DD-DFE92C70200B}"/>
              </a:ext>
            </a:extLst>
          </p:cNvPr>
          <p:cNvSpPr/>
          <p:nvPr/>
        </p:nvSpPr>
        <p:spPr>
          <a:xfrm>
            <a:off x="9191625" y="1169337"/>
            <a:ext cx="257977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Methodology</a:t>
            </a:r>
            <a:endParaRPr lang="en-US" noProof="0"/>
          </a:p>
        </p:txBody>
      </p:sp>
      <p:sp>
        <p:nvSpPr>
          <p:cNvPr id="9" name="Google Shape;732;p54">
            <a:extLst>
              <a:ext uri="{FF2B5EF4-FFF2-40B4-BE49-F238E27FC236}">
                <a16:creationId xmlns:a16="http://schemas.microsoft.com/office/drawing/2014/main" id="{6ABFA3A3-143F-4737-4FB8-5F9CAA3E0D59}"/>
              </a:ext>
            </a:extLst>
          </p:cNvPr>
          <p:cNvSpPr txBox="1"/>
          <p:nvPr/>
        </p:nvSpPr>
        <p:spPr>
          <a:xfrm>
            <a:off x="420595" y="5671889"/>
            <a:ext cx="11350811" cy="461624"/>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r>
              <a:rPr lang="en-US" b="1" noProof="0">
                <a:latin typeface="IBM Plex Sans"/>
              </a:rPr>
              <a:t>Moderate growth, with mobile consistently outpacing desktop under the neutral scenario</a:t>
            </a:r>
            <a:endParaRPr lang="en-US" b="1" i="0" u="none" strike="noStrike" cap="none" noProof="0">
              <a:solidFill>
                <a:schemeClr val="dk1"/>
              </a:solidFill>
              <a:latin typeface="IBM Plex Sans"/>
              <a:ea typeface="IBM Plex Sans"/>
              <a:cs typeface="IBM Plex Sans"/>
            </a:endParaRPr>
          </a:p>
        </p:txBody>
      </p:sp>
      <p:sp>
        <p:nvSpPr>
          <p:cNvPr id="3" name="Google Shape;715;p54">
            <a:extLst>
              <a:ext uri="{FF2B5EF4-FFF2-40B4-BE49-F238E27FC236}">
                <a16:creationId xmlns:a16="http://schemas.microsoft.com/office/drawing/2014/main" id="{63088288-561B-CFCF-27CA-3EB0E6138DD7}"/>
              </a:ext>
            </a:extLst>
          </p:cNvPr>
          <p:cNvSpPr/>
          <p:nvPr/>
        </p:nvSpPr>
        <p:spPr>
          <a:xfrm rot="-5400000">
            <a:off x="-298745" y="2478534"/>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dk1"/>
                </a:solidFill>
                <a:latin typeface="IBM Plex Sans"/>
                <a:ea typeface="IBM Plex Sans"/>
                <a:cs typeface="IBM Plex Sans"/>
                <a:sym typeface="IBM Plex Sans"/>
              </a:rPr>
              <a:t>United States</a:t>
            </a:r>
          </a:p>
        </p:txBody>
      </p:sp>
      <p:graphicFrame>
        <p:nvGraphicFramePr>
          <p:cNvPr id="10" name="Google Shape;710;p54">
            <a:extLst>
              <a:ext uri="{FF2B5EF4-FFF2-40B4-BE49-F238E27FC236}">
                <a16:creationId xmlns:a16="http://schemas.microsoft.com/office/drawing/2014/main" id="{9E126E6E-08E1-C246-5B27-75D5BE8F3B53}"/>
              </a:ext>
            </a:extLst>
          </p:cNvPr>
          <p:cNvGraphicFramePr/>
          <p:nvPr>
            <p:extLst>
              <p:ext uri="{D42A27DB-BD31-4B8C-83A1-F6EECF244321}">
                <p14:modId xmlns:p14="http://schemas.microsoft.com/office/powerpoint/2010/main" val="4128215991"/>
              </p:ext>
            </p:extLst>
          </p:nvPr>
        </p:nvGraphicFramePr>
        <p:xfrm>
          <a:off x="801451" y="1819080"/>
          <a:ext cx="3955801" cy="171989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Google Shape;710;p54">
            <a:extLst>
              <a:ext uri="{FF2B5EF4-FFF2-40B4-BE49-F238E27FC236}">
                <a16:creationId xmlns:a16="http://schemas.microsoft.com/office/drawing/2014/main" id="{A3A4B183-B187-2FA6-0A2C-404FF94CBD85}"/>
              </a:ext>
            </a:extLst>
          </p:cNvPr>
          <p:cNvGraphicFramePr/>
          <p:nvPr>
            <p:extLst>
              <p:ext uri="{D42A27DB-BD31-4B8C-83A1-F6EECF244321}">
                <p14:modId xmlns:p14="http://schemas.microsoft.com/office/powerpoint/2010/main" val="460313997"/>
              </p:ext>
            </p:extLst>
          </p:nvPr>
        </p:nvGraphicFramePr>
        <p:xfrm>
          <a:off x="4996400" y="1819080"/>
          <a:ext cx="3955801" cy="1719894"/>
        </p:xfrm>
        <a:graphic>
          <a:graphicData uri="http://schemas.openxmlformats.org/drawingml/2006/chart">
            <c:chart xmlns:c="http://schemas.openxmlformats.org/drawingml/2006/chart" xmlns:r="http://schemas.openxmlformats.org/officeDocument/2006/relationships" r:id="rId4"/>
          </a:graphicData>
        </a:graphic>
      </p:graphicFrame>
      <p:sp>
        <p:nvSpPr>
          <p:cNvPr id="4" name="Google Shape;716;p54">
            <a:extLst>
              <a:ext uri="{FF2B5EF4-FFF2-40B4-BE49-F238E27FC236}">
                <a16:creationId xmlns:a16="http://schemas.microsoft.com/office/drawing/2014/main" id="{5412FB02-61DA-F386-9905-88C2212DF0A0}"/>
              </a:ext>
            </a:extLst>
          </p:cNvPr>
          <p:cNvSpPr/>
          <p:nvPr/>
        </p:nvSpPr>
        <p:spPr>
          <a:xfrm rot="-5400000">
            <a:off x="-298745" y="4308333"/>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err="1">
                <a:solidFill>
                  <a:schemeClr val="dk1"/>
                </a:solidFill>
                <a:latin typeface="IBM Plex Sans"/>
                <a:ea typeface="IBM Plex Sans"/>
                <a:cs typeface="IBM Plex Sans"/>
                <a:sym typeface="IBM Plex Sans"/>
              </a:rPr>
              <a:t>RoW</a:t>
            </a:r>
            <a:endParaRPr lang="en-US" sz="1400" b="1" i="0" u="none" strike="noStrike" cap="none" noProof="0">
              <a:solidFill>
                <a:schemeClr val="dk1"/>
              </a:solidFill>
              <a:latin typeface="IBM Plex Sans"/>
              <a:ea typeface="IBM Plex Sans"/>
              <a:cs typeface="IBM Plex Sans"/>
              <a:sym typeface="IBM Plex Sans"/>
            </a:endParaRPr>
          </a:p>
        </p:txBody>
      </p:sp>
      <p:graphicFrame>
        <p:nvGraphicFramePr>
          <p:cNvPr id="12" name="Google Shape;710;p54">
            <a:extLst>
              <a:ext uri="{FF2B5EF4-FFF2-40B4-BE49-F238E27FC236}">
                <a16:creationId xmlns:a16="http://schemas.microsoft.com/office/drawing/2014/main" id="{D5DF8074-8D42-B497-1E5C-38FBD41BA321}"/>
              </a:ext>
            </a:extLst>
          </p:cNvPr>
          <p:cNvGraphicFramePr/>
          <p:nvPr>
            <p:extLst>
              <p:ext uri="{D42A27DB-BD31-4B8C-83A1-F6EECF244321}">
                <p14:modId xmlns:p14="http://schemas.microsoft.com/office/powerpoint/2010/main" val="598286409"/>
              </p:ext>
            </p:extLst>
          </p:nvPr>
        </p:nvGraphicFramePr>
        <p:xfrm>
          <a:off x="801451" y="3621938"/>
          <a:ext cx="3955801" cy="174548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3" name="Google Shape;710;p54">
            <a:extLst>
              <a:ext uri="{FF2B5EF4-FFF2-40B4-BE49-F238E27FC236}">
                <a16:creationId xmlns:a16="http://schemas.microsoft.com/office/drawing/2014/main" id="{14754C75-A6B2-2CE5-4374-C38A03FC9CC0}"/>
              </a:ext>
            </a:extLst>
          </p:cNvPr>
          <p:cNvGraphicFramePr/>
          <p:nvPr>
            <p:extLst>
              <p:ext uri="{D42A27DB-BD31-4B8C-83A1-F6EECF244321}">
                <p14:modId xmlns:p14="http://schemas.microsoft.com/office/powerpoint/2010/main" val="2746712633"/>
              </p:ext>
            </p:extLst>
          </p:nvPr>
        </p:nvGraphicFramePr>
        <p:xfrm>
          <a:off x="4996400" y="3621938"/>
          <a:ext cx="3955801" cy="1745488"/>
        </p:xfrm>
        <a:graphic>
          <a:graphicData uri="http://schemas.openxmlformats.org/drawingml/2006/chart">
            <c:chart xmlns:c="http://schemas.openxmlformats.org/drawingml/2006/chart" xmlns:r="http://schemas.openxmlformats.org/officeDocument/2006/relationships" r:id="rId6"/>
          </a:graphicData>
        </a:graphic>
      </p:graphicFrame>
      <p:cxnSp>
        <p:nvCxnSpPr>
          <p:cNvPr id="30" name="Straight Connector 29">
            <a:extLst>
              <a:ext uri="{FF2B5EF4-FFF2-40B4-BE49-F238E27FC236}">
                <a16:creationId xmlns:a16="http://schemas.microsoft.com/office/drawing/2014/main" id="{45523490-9186-7C3B-1175-29902BE874B1}"/>
              </a:ext>
            </a:extLst>
          </p:cNvPr>
          <p:cNvCxnSpPr/>
          <p:nvPr/>
        </p:nvCxnSpPr>
        <p:spPr>
          <a:xfrm>
            <a:off x="4876826" y="1598713"/>
            <a:ext cx="0" cy="3794700"/>
          </a:xfrm>
          <a:prstGeom prst="line">
            <a:avLst/>
          </a:prstGeom>
          <a:ln>
            <a:solidFill>
              <a:srgbClr val="7030A0"/>
            </a:solidFill>
            <a:prstDash val="lgDash"/>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6A9A2F15-55BF-CAF6-B3C4-B79F60D796C1}"/>
              </a:ext>
            </a:extLst>
          </p:cNvPr>
          <p:cNvCxnSpPr>
            <a:cxnSpLocks/>
          </p:cNvCxnSpPr>
          <p:nvPr/>
        </p:nvCxnSpPr>
        <p:spPr>
          <a:xfrm flipV="1">
            <a:off x="1813420" y="2180065"/>
            <a:ext cx="1975563" cy="457669"/>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BC622C5C-1C1D-14BC-B0B9-5881C7BBB10A}"/>
              </a:ext>
            </a:extLst>
          </p:cNvPr>
          <p:cNvSpPr/>
          <p:nvPr/>
        </p:nvSpPr>
        <p:spPr>
          <a:xfrm>
            <a:off x="2241715" y="2316286"/>
            <a:ext cx="1000608"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50" b="1" noProof="0">
                <a:solidFill>
                  <a:schemeClr val="tx1"/>
                </a:solidFill>
                <a:latin typeface="IBM Plex Sans" panose="020B0503050203000203" pitchFamily="34" charset="0"/>
              </a:rPr>
              <a:t>+4.1% p.a.</a:t>
            </a:r>
          </a:p>
        </p:txBody>
      </p:sp>
      <p:grpSp>
        <p:nvGrpSpPr>
          <p:cNvPr id="44" name="Group 43">
            <a:extLst>
              <a:ext uri="{FF2B5EF4-FFF2-40B4-BE49-F238E27FC236}">
                <a16:creationId xmlns:a16="http://schemas.microsoft.com/office/drawing/2014/main" id="{F1C3D138-DA97-6AB8-9058-0B513F68B17C}"/>
              </a:ext>
            </a:extLst>
          </p:cNvPr>
          <p:cNvGrpSpPr/>
          <p:nvPr/>
        </p:nvGrpSpPr>
        <p:grpSpPr>
          <a:xfrm>
            <a:off x="5983922" y="2011087"/>
            <a:ext cx="1941824" cy="238532"/>
            <a:chOff x="5983922" y="2300000"/>
            <a:chExt cx="1941824" cy="238532"/>
          </a:xfrm>
        </p:grpSpPr>
        <p:cxnSp>
          <p:nvCxnSpPr>
            <p:cNvPr id="35" name="Straight Arrow Connector 34">
              <a:extLst>
                <a:ext uri="{FF2B5EF4-FFF2-40B4-BE49-F238E27FC236}">
                  <a16:creationId xmlns:a16="http://schemas.microsoft.com/office/drawing/2014/main" id="{5FCD5B54-F45B-C94B-83F4-D1358531BE7B}"/>
                </a:ext>
              </a:extLst>
            </p:cNvPr>
            <p:cNvCxnSpPr>
              <a:cxnSpLocks/>
            </p:cNvCxnSpPr>
            <p:nvPr/>
          </p:nvCxnSpPr>
          <p:spPr>
            <a:xfrm flipV="1">
              <a:off x="5983922" y="2300000"/>
              <a:ext cx="1941824" cy="238532"/>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36" name="Oval 35">
              <a:extLst>
                <a:ext uri="{FF2B5EF4-FFF2-40B4-BE49-F238E27FC236}">
                  <a16:creationId xmlns:a16="http://schemas.microsoft.com/office/drawing/2014/main" id="{ADAF6821-8E5D-B006-AB5E-6BCFA1A6C01E}"/>
                </a:ext>
              </a:extLst>
            </p:cNvPr>
            <p:cNvSpPr/>
            <p:nvPr/>
          </p:nvSpPr>
          <p:spPr>
            <a:xfrm>
              <a:off x="6486684" y="2302315"/>
              <a:ext cx="975232"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50" b="1" noProof="0">
                  <a:solidFill>
                    <a:schemeClr val="tx1"/>
                  </a:solidFill>
                  <a:latin typeface="IBM Plex Sans" panose="020B0503050203000203" pitchFamily="34" charset="0"/>
                </a:rPr>
                <a:t>+5.8% p.a.</a:t>
              </a:r>
            </a:p>
          </p:txBody>
        </p:sp>
      </p:grpSp>
      <p:cxnSp>
        <p:nvCxnSpPr>
          <p:cNvPr id="37" name="Straight Arrow Connector 36">
            <a:extLst>
              <a:ext uri="{FF2B5EF4-FFF2-40B4-BE49-F238E27FC236}">
                <a16:creationId xmlns:a16="http://schemas.microsoft.com/office/drawing/2014/main" id="{F6460070-02FC-E0CE-DAC8-97D7FD51C300}"/>
              </a:ext>
            </a:extLst>
          </p:cNvPr>
          <p:cNvCxnSpPr>
            <a:cxnSpLocks/>
          </p:cNvCxnSpPr>
          <p:nvPr/>
        </p:nvCxnSpPr>
        <p:spPr>
          <a:xfrm flipV="1">
            <a:off x="5933065" y="4014550"/>
            <a:ext cx="1992681" cy="199815"/>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6BB0743F-77E9-82CA-78C9-D05B00FEFD80}"/>
              </a:ext>
            </a:extLst>
          </p:cNvPr>
          <p:cNvSpPr/>
          <p:nvPr/>
        </p:nvSpPr>
        <p:spPr>
          <a:xfrm>
            <a:off x="6352194" y="4012099"/>
            <a:ext cx="980921"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50" b="1" noProof="0">
                <a:solidFill>
                  <a:schemeClr val="tx1"/>
                </a:solidFill>
                <a:latin typeface="IBM Plex Sans" panose="020B0503050203000203" pitchFamily="34" charset="0"/>
              </a:rPr>
              <a:t>+6.7% p.a.</a:t>
            </a:r>
          </a:p>
        </p:txBody>
      </p:sp>
      <p:grpSp>
        <p:nvGrpSpPr>
          <p:cNvPr id="42" name="Group 41">
            <a:extLst>
              <a:ext uri="{FF2B5EF4-FFF2-40B4-BE49-F238E27FC236}">
                <a16:creationId xmlns:a16="http://schemas.microsoft.com/office/drawing/2014/main" id="{1D9F226B-18EB-EEF8-4A3E-A3BD6E3A9081}"/>
              </a:ext>
            </a:extLst>
          </p:cNvPr>
          <p:cNvGrpSpPr/>
          <p:nvPr/>
        </p:nvGrpSpPr>
        <p:grpSpPr>
          <a:xfrm>
            <a:off x="1813420" y="3935204"/>
            <a:ext cx="1960798" cy="216076"/>
            <a:chOff x="1813420" y="4382382"/>
            <a:chExt cx="1960798" cy="216076"/>
          </a:xfrm>
        </p:grpSpPr>
        <p:cxnSp>
          <p:nvCxnSpPr>
            <p:cNvPr id="39" name="Straight Arrow Connector 38">
              <a:extLst>
                <a:ext uri="{FF2B5EF4-FFF2-40B4-BE49-F238E27FC236}">
                  <a16:creationId xmlns:a16="http://schemas.microsoft.com/office/drawing/2014/main" id="{3C8B0B94-4BC1-D392-D0B7-C1D3C60A6441}"/>
                </a:ext>
              </a:extLst>
            </p:cNvPr>
            <p:cNvCxnSpPr>
              <a:cxnSpLocks/>
            </p:cNvCxnSpPr>
            <p:nvPr/>
          </p:nvCxnSpPr>
          <p:spPr>
            <a:xfrm flipV="1">
              <a:off x="1813420" y="4424007"/>
              <a:ext cx="1960798" cy="174451"/>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40" name="Oval 39">
              <a:extLst>
                <a:ext uri="{FF2B5EF4-FFF2-40B4-BE49-F238E27FC236}">
                  <a16:creationId xmlns:a16="http://schemas.microsoft.com/office/drawing/2014/main" id="{43B62862-66A4-4378-9A2A-FFF067DD8F2C}"/>
                </a:ext>
              </a:extLst>
            </p:cNvPr>
            <p:cNvSpPr/>
            <p:nvPr/>
          </p:nvSpPr>
          <p:spPr>
            <a:xfrm>
              <a:off x="2276232" y="4382382"/>
              <a:ext cx="1035174"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50" b="1" noProof="0">
                  <a:solidFill>
                    <a:schemeClr val="tx1"/>
                  </a:solidFill>
                  <a:latin typeface="IBM Plex Sans" panose="020B0503050203000203" pitchFamily="34" charset="0"/>
                </a:rPr>
                <a:t>+5.1% p.a.</a:t>
              </a:r>
            </a:p>
          </p:txBody>
        </p:sp>
      </p:grpSp>
      <p:sp>
        <p:nvSpPr>
          <p:cNvPr id="25" name="Google Shape;816;p57">
            <a:extLst>
              <a:ext uri="{FF2B5EF4-FFF2-40B4-BE49-F238E27FC236}">
                <a16:creationId xmlns:a16="http://schemas.microsoft.com/office/drawing/2014/main" id="{65CF627C-E094-1DB3-23A9-528CEC430CC9}"/>
              </a:ext>
            </a:extLst>
          </p:cNvPr>
          <p:cNvSpPr/>
          <p:nvPr/>
        </p:nvSpPr>
        <p:spPr>
          <a:xfrm>
            <a:off x="420594" y="6360807"/>
            <a:ext cx="9858843" cy="107722"/>
          </a:xfrm>
          <a:prstGeom prst="roundRect">
            <a:avLst>
              <a:gd name="adj" fmla="val 0"/>
            </a:avLst>
          </a:prstGeom>
          <a:noFill/>
          <a:ln>
            <a:noFill/>
          </a:ln>
        </p:spPr>
        <p:txBody>
          <a:bodyPr spcFirstLastPara="1" wrap="square" lIns="0" tIns="0" rIns="0" bIns="0" anchor="b" anchorCtr="0">
            <a:spAutoFit/>
          </a:bodyPr>
          <a:lstStyle/>
          <a:p>
            <a:r>
              <a:rPr lang="en-US" sz="700" b="0" i="0" u="none" strike="noStrike" cap="none" noProof="0">
                <a:solidFill>
                  <a:schemeClr val="bg1">
                    <a:lumMod val="49000"/>
                  </a:schemeClr>
                </a:solidFill>
                <a:latin typeface="IBM Plex Sans"/>
                <a:ea typeface="IBM Plex Sans"/>
                <a:cs typeface="IBM Plex Sans"/>
                <a:sym typeface="IBM Plex Sans"/>
              </a:rPr>
              <a:t>Sources: (1) </a:t>
            </a:r>
            <a:r>
              <a:rPr lang="en-US" sz="700" noProof="0">
                <a:solidFill>
                  <a:schemeClr val="bg1">
                    <a:lumMod val="49000"/>
                  </a:schemeClr>
                </a:solidFill>
                <a:latin typeface="IBM Plex Sans"/>
                <a:ea typeface="IBM Plex Sans"/>
                <a:cs typeface="IBM Plex Sans"/>
                <a:sym typeface="IBM Plex Sans"/>
                <a:hlinkClick r:id="rId7" action="ppaction://hlinksldjump">
                  <a:extLst>
                    <a:ext uri="{A12FA001-AC4F-418D-AE19-62706E023703}">
                      <ahyp:hlinkClr xmlns:ahyp="http://schemas.microsoft.com/office/drawing/2018/hyperlinkcolor" val="tx"/>
                    </a:ext>
                  </a:extLst>
                </a:hlinkClick>
              </a:rPr>
              <a:t>Scenarios assumptions slide</a:t>
            </a:r>
            <a:r>
              <a:rPr lang="en-US" sz="700" noProof="0">
                <a:solidFill>
                  <a:schemeClr val="bg1">
                    <a:lumMod val="49000"/>
                  </a:schemeClr>
                </a:solidFill>
                <a:latin typeface="IBM Plex Sans"/>
                <a:ea typeface="IBM Plex Sans"/>
                <a:cs typeface="IBM Plex Sans"/>
                <a:sym typeface="IBM Plex Sans"/>
              </a:rPr>
              <a:t> </a:t>
            </a:r>
            <a:r>
              <a:rPr lang="en-US" sz="700" b="0" i="0" u="none" strike="noStrike" cap="none" noProof="0">
                <a:solidFill>
                  <a:schemeClr val="bg1">
                    <a:lumMod val="49000"/>
                  </a:schemeClr>
                </a:solidFill>
                <a:latin typeface="IBM Plex Sans"/>
                <a:ea typeface="IBM Plex Sans"/>
                <a:cs typeface="IBM Plex Sans"/>
                <a:sym typeface="IBM Plex Sans"/>
              </a:rPr>
              <a:t>for Volume and Revenue Projection and </a:t>
            </a:r>
            <a:r>
              <a:rPr lang="en-US" sz="700" noProof="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appendix slide with details of region and device methodology</a:t>
            </a:r>
            <a:r>
              <a:rPr lang="en-US" sz="700" noProof="0">
                <a:solidFill>
                  <a:schemeClr val="bg1">
                    <a:lumMod val="49000"/>
                  </a:schemeClr>
                </a:solidFill>
                <a:latin typeface="IBM Plex Sans"/>
                <a:ea typeface="IBM Plex Sans"/>
                <a:cs typeface="IBM Plex Sans"/>
                <a:sym typeface="IBM Plex Sans"/>
              </a:rPr>
              <a:t> an</a:t>
            </a:r>
            <a:r>
              <a:rPr lang="en-US" sz="700" noProof="0">
                <a:solidFill>
                  <a:srgbClr val="7F7F7F"/>
                </a:solidFill>
                <a:latin typeface="IBM Plex Sans"/>
                <a:ea typeface="IBM Plex Sans"/>
                <a:cs typeface="IBM Plex Sans"/>
                <a:sym typeface="IBM Plex Sans"/>
              </a:rPr>
              <a:t>d change in the 2025-2030 period</a:t>
            </a:r>
            <a:endParaRPr lang="en-US" sz="700" noProof="0">
              <a:solidFill>
                <a:srgbClr val="7F7F7F"/>
              </a:solidFill>
              <a:latin typeface="IBM Plex Sans"/>
              <a:sym typeface="IBM Plex Sans"/>
            </a:endParaRPr>
          </a:p>
        </p:txBody>
      </p:sp>
      <p:sp>
        <p:nvSpPr>
          <p:cNvPr id="15" name="CaixaDeTexto 14">
            <a:extLst>
              <a:ext uri="{FF2B5EF4-FFF2-40B4-BE49-F238E27FC236}">
                <a16:creationId xmlns:a16="http://schemas.microsoft.com/office/drawing/2014/main" id="{F3ACED7A-C54A-068F-9DC9-F04619A006AE}"/>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scenarios</a:t>
            </a:r>
          </a:p>
        </p:txBody>
      </p:sp>
      <p:sp>
        <p:nvSpPr>
          <p:cNvPr id="2" name="TextBox 1">
            <a:extLst>
              <a:ext uri="{FF2B5EF4-FFF2-40B4-BE49-F238E27FC236}">
                <a16:creationId xmlns:a16="http://schemas.microsoft.com/office/drawing/2014/main" id="{D2ED2BF0-5058-0BEF-1200-29A793FBE9B9}"/>
              </a:ext>
            </a:extLst>
          </p:cNvPr>
          <p:cNvSpPr txBox="1"/>
          <p:nvPr/>
        </p:nvSpPr>
        <p:spPr>
          <a:xfrm>
            <a:off x="2063162" y="1547986"/>
            <a:ext cx="1357713" cy="307777"/>
          </a:xfrm>
          <a:prstGeom prst="rect">
            <a:avLst/>
          </a:prstGeom>
          <a:solidFill>
            <a:schemeClr val="bg1"/>
          </a:solidFill>
        </p:spPr>
        <p:txBody>
          <a:bodyPr wrap="square" rtlCol="0">
            <a:spAutoFit/>
          </a:bodyPr>
          <a:lstStyle/>
          <a:p>
            <a:pPr algn="ctr"/>
            <a:r>
              <a:rPr lang="en-US" b="1" noProof="0">
                <a:latin typeface="IBM Plex Sans" panose="020B0503050203000203" pitchFamily="34" charset="0"/>
              </a:rPr>
              <a:t>Desktop</a:t>
            </a:r>
          </a:p>
        </p:txBody>
      </p:sp>
      <p:sp>
        <p:nvSpPr>
          <p:cNvPr id="6" name="TextBox 5">
            <a:extLst>
              <a:ext uri="{FF2B5EF4-FFF2-40B4-BE49-F238E27FC236}">
                <a16:creationId xmlns:a16="http://schemas.microsoft.com/office/drawing/2014/main" id="{FDDFC430-CDAB-7BC7-AD0F-9DC68C4A8748}"/>
              </a:ext>
            </a:extLst>
          </p:cNvPr>
          <p:cNvSpPr txBox="1"/>
          <p:nvPr/>
        </p:nvSpPr>
        <p:spPr>
          <a:xfrm>
            <a:off x="6238970" y="1547986"/>
            <a:ext cx="1357713" cy="307777"/>
          </a:xfrm>
          <a:prstGeom prst="rect">
            <a:avLst/>
          </a:prstGeom>
          <a:solidFill>
            <a:schemeClr val="bg1"/>
          </a:solidFill>
        </p:spPr>
        <p:txBody>
          <a:bodyPr wrap="square" rtlCol="0">
            <a:spAutoFit/>
          </a:bodyPr>
          <a:lstStyle/>
          <a:p>
            <a:pPr algn="ctr"/>
            <a:r>
              <a:rPr lang="en-US" b="1" noProof="0">
                <a:latin typeface="IBM Plex Sans" panose="020B0503050203000203" pitchFamily="34" charset="0"/>
              </a:rPr>
              <a:t>Mobile</a:t>
            </a:r>
          </a:p>
        </p:txBody>
      </p:sp>
    </p:spTree>
    <p:extLst>
      <p:ext uri="{BB962C8B-B14F-4D97-AF65-F5344CB8AC3E}">
        <p14:creationId xmlns:p14="http://schemas.microsoft.com/office/powerpoint/2010/main" val="236521802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813">
          <a:extLst>
            <a:ext uri="{FF2B5EF4-FFF2-40B4-BE49-F238E27FC236}">
              <a16:creationId xmlns:a16="http://schemas.microsoft.com/office/drawing/2014/main" id="{CC6F1265-46DC-5853-72BF-814EE4DDA69C}"/>
            </a:ext>
          </a:extLst>
        </p:cNvPr>
        <p:cNvGrpSpPr/>
        <p:nvPr/>
      </p:nvGrpSpPr>
      <p:grpSpPr>
        <a:xfrm>
          <a:off x="0" y="0"/>
          <a:ext cx="0" cy="0"/>
          <a:chOff x="0" y="0"/>
          <a:chExt cx="0" cy="0"/>
        </a:xfrm>
      </p:grpSpPr>
      <p:sp>
        <p:nvSpPr>
          <p:cNvPr id="814" name="Google Shape;814;p57">
            <a:extLst>
              <a:ext uri="{FF2B5EF4-FFF2-40B4-BE49-F238E27FC236}">
                <a16:creationId xmlns:a16="http://schemas.microsoft.com/office/drawing/2014/main" id="{75A5FC1E-40B1-4E19-2020-C6328CB5508E}"/>
              </a:ext>
            </a:extLst>
          </p:cNvPr>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r>
              <a:rPr lang="en-US" noProof="0"/>
              <a:t>Scenario 2: Revitalization, more robust growth across all segments</a:t>
            </a:r>
          </a:p>
        </p:txBody>
      </p:sp>
      <p:sp>
        <p:nvSpPr>
          <p:cNvPr id="818" name="Google Shape;818;p57">
            <a:extLst>
              <a:ext uri="{FF2B5EF4-FFF2-40B4-BE49-F238E27FC236}">
                <a16:creationId xmlns:a16="http://schemas.microsoft.com/office/drawing/2014/main" id="{35DBC15A-01B7-DA71-A088-08C07E2CF2E3}"/>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33</a:t>
            </a:fld>
            <a:endParaRPr lang="en-US" noProof="0"/>
          </a:p>
        </p:txBody>
      </p:sp>
      <p:sp>
        <p:nvSpPr>
          <p:cNvPr id="5" name="Google Shape;717;p54">
            <a:extLst>
              <a:ext uri="{FF2B5EF4-FFF2-40B4-BE49-F238E27FC236}">
                <a16:creationId xmlns:a16="http://schemas.microsoft.com/office/drawing/2014/main" id="{BAA1818C-4910-5C10-3C90-16FCC49AB92D}"/>
              </a:ext>
            </a:extLst>
          </p:cNvPr>
          <p:cNvSpPr/>
          <p:nvPr/>
        </p:nvSpPr>
        <p:spPr>
          <a:xfrm>
            <a:off x="420594" y="1179598"/>
            <a:ext cx="8590055"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b="1" noProof="0">
                <a:solidFill>
                  <a:schemeClr val="lt1"/>
                </a:solidFill>
                <a:latin typeface="IBM Plex Sans"/>
                <a:ea typeface="IBM Plex Sans"/>
                <a:cs typeface="IBM Plex Sans"/>
                <a:sym typeface="IBM Plex Sans"/>
              </a:rPr>
              <a:t>Forecasted Search volume growth (trillions) for Revenue-Generating Searches</a:t>
            </a:r>
            <a:r>
              <a:rPr lang="en-US" sz="1400" b="1" i="0" u="none" strike="noStrike" cap="none" baseline="30000" noProof="0">
                <a:solidFill>
                  <a:schemeClr val="lt1"/>
                </a:solidFill>
                <a:latin typeface="IBM Plex Sans"/>
                <a:ea typeface="IBM Plex Sans"/>
                <a:cs typeface="IBM Plex Sans"/>
                <a:sym typeface="IBM Plex Sans"/>
              </a:rPr>
              <a:t>1</a:t>
            </a:r>
            <a:endParaRPr lang="en-US" baseline="30000" noProof="0">
              <a:solidFill>
                <a:schemeClr val="lt1"/>
              </a:solidFill>
            </a:endParaRPr>
          </a:p>
        </p:txBody>
      </p:sp>
      <p:sp>
        <p:nvSpPr>
          <p:cNvPr id="7" name="Google Shape;733;p54">
            <a:extLst>
              <a:ext uri="{FF2B5EF4-FFF2-40B4-BE49-F238E27FC236}">
                <a16:creationId xmlns:a16="http://schemas.microsoft.com/office/drawing/2014/main" id="{ED198972-7DA7-CDB9-1A43-A19281A044AC}"/>
              </a:ext>
            </a:extLst>
          </p:cNvPr>
          <p:cNvSpPr txBox="1"/>
          <p:nvPr/>
        </p:nvSpPr>
        <p:spPr>
          <a:xfrm>
            <a:off x="9191625" y="1503598"/>
            <a:ext cx="2592386" cy="3826668"/>
          </a:xfrm>
          <a:prstGeom prst="rect">
            <a:avLst/>
          </a:prstGeom>
          <a:solidFill>
            <a:srgbClr val="F2F2F2"/>
          </a:solidFill>
          <a:ln>
            <a:noFill/>
          </a:ln>
        </p:spPr>
        <p:txBody>
          <a:bodyPr spcFirstLastPara="1" wrap="square" lIns="36000" tIns="0" rIns="91425" bIns="45700" anchor="t" anchorCtr="0">
            <a:spAutoFit/>
          </a:bodyPr>
          <a:lstStyle/>
          <a:p>
            <a:pPr marL="228600" indent="-171450">
              <a:spcBef>
                <a:spcPts val="400"/>
              </a:spcBef>
              <a:buClr>
                <a:schemeClr val="dk1"/>
              </a:buClr>
              <a:buSzPts val="1200"/>
              <a:buFont typeface="Arial,Sans-Serif"/>
              <a:buChar char="•"/>
            </a:pPr>
            <a:r>
              <a:rPr lang="en-US" sz="1100" noProof="0">
                <a:latin typeface="IBM Plex Sans"/>
                <a:ea typeface="IBM Plex Sans"/>
                <a:cs typeface="IBM Plex Sans"/>
                <a:sym typeface="IBM Plex Sans"/>
              </a:rPr>
              <a:t>Since the </a:t>
            </a:r>
            <a:r>
              <a:rPr lang="en-US" sz="1100" b="1" noProof="0">
                <a:latin typeface="IBM Plex Sans"/>
                <a:ea typeface="IBM Plex Sans"/>
                <a:cs typeface="IBM Plex Sans"/>
                <a:sym typeface="IBM Plex Sans"/>
              </a:rPr>
              <a:t>split by device (desktop vs mobile) and region is not readily available across the 3 scenarios</a:t>
            </a:r>
            <a:r>
              <a:rPr lang="en-US" sz="1100" noProof="0">
                <a:latin typeface="IBM Plex Sans"/>
                <a:ea typeface="IBM Plex Sans"/>
                <a:cs typeface="IBM Plex Sans"/>
                <a:sym typeface="IBM Plex Sans"/>
              </a:rPr>
              <a:t>, we used the average </a:t>
            </a:r>
            <a:r>
              <a:rPr lang="en-US" sz="1100" b="1" noProof="0">
                <a:latin typeface="IBM Plex Sans"/>
                <a:ea typeface="IBM Plex Sans"/>
                <a:cs typeface="IBM Plex Sans"/>
                <a:sym typeface="IBM Plex Sans"/>
              </a:rPr>
              <a:t>expected CAGR for each scenario, and the desktop-mobile search split to triangulate estimated growth by </a:t>
            </a:r>
            <a:r>
              <a:rPr lang="en-US" sz="1100" noProof="0">
                <a:latin typeface="IBM Plex Sans"/>
                <a:ea typeface="IBM Plex Sans"/>
                <a:cs typeface="IBM Plex Sans"/>
                <a:sym typeface="IBM Plex Sans"/>
              </a:rPr>
              <a:t>device and region</a:t>
            </a:r>
          </a:p>
          <a:p>
            <a:pPr marL="228600" indent="-171450">
              <a:spcBef>
                <a:spcPts val="400"/>
              </a:spcBef>
              <a:buClr>
                <a:schemeClr val="dk1"/>
              </a:buClr>
              <a:buSzPts val="1200"/>
              <a:buFont typeface="Arial"/>
              <a:buChar char="•"/>
            </a:pPr>
            <a:r>
              <a:rPr lang="en-US" sz="1100" b="1" noProof="0">
                <a:latin typeface="IBM Plex Sans"/>
                <a:ea typeface="IBM Plex Sans"/>
                <a:cs typeface="IBM Plex Sans"/>
                <a:sym typeface="IBM Plex Sans"/>
              </a:rPr>
              <a:t>Global Rev-Gen Search Vol (2025): 1.12 trillion</a:t>
            </a:r>
            <a:r>
              <a:rPr lang="en-US" sz="1100" b="1" baseline="30000" noProof="0">
                <a:latin typeface="IBM Plex Sans"/>
                <a:ea typeface="IBM Plex Sans"/>
                <a:cs typeface="IBM Plex Sans"/>
                <a:sym typeface="IBM Plex Sans"/>
              </a:rPr>
              <a:t>1</a:t>
            </a:r>
            <a:endParaRPr lang="en-US" sz="1100" b="1" baseline="30000" noProof="0">
              <a:latin typeface="IBM Plex Sans"/>
              <a:ea typeface="IBM Plex Sans"/>
              <a:cs typeface="IBM Plex Sans"/>
            </a:endParaRPr>
          </a:p>
          <a:p>
            <a:pPr marL="463550" lvl="1" indent="-171450">
              <a:spcBef>
                <a:spcPts val="400"/>
              </a:spcBef>
              <a:buClr>
                <a:schemeClr val="dk1"/>
              </a:buClr>
              <a:buSzPts val="1200"/>
              <a:buFont typeface="Arial,Sans-Serif"/>
              <a:buChar char="•"/>
            </a:pPr>
            <a:r>
              <a:rPr lang="en-US" sz="1100" noProof="0">
                <a:latin typeface="IBM Plex Sans"/>
                <a:ea typeface="IBM Plex Sans"/>
                <a:cs typeface="IBM Plex Sans"/>
                <a:sym typeface="IBM Plex Sans"/>
              </a:rPr>
              <a:t>US: 21% (0.23 trillion)</a:t>
            </a:r>
            <a:endParaRPr lang="en-US" sz="1100" noProof="0">
              <a:latin typeface="IBM Plex Sans"/>
              <a:ea typeface="IBM Plex Sans"/>
              <a:cs typeface="IBM Plex Sans"/>
            </a:endParaRPr>
          </a:p>
          <a:p>
            <a:pPr marL="463550" lvl="1" indent="-171450">
              <a:spcBef>
                <a:spcPts val="400"/>
              </a:spcBef>
              <a:buClr>
                <a:schemeClr val="dk1"/>
              </a:buClr>
              <a:buSzPts val="1200"/>
              <a:buFont typeface="Arial,Sans-Serif"/>
              <a:buChar char="•"/>
            </a:pPr>
            <a:r>
              <a:rPr lang="en-US" sz="1100" noProof="0" err="1">
                <a:latin typeface="IBM Plex Sans"/>
                <a:ea typeface="IBM Plex Sans"/>
                <a:cs typeface="IBM Plex Sans"/>
                <a:sym typeface="IBM Plex Sans"/>
              </a:rPr>
              <a:t>RoW</a:t>
            </a:r>
            <a:r>
              <a:rPr lang="en-US" sz="1100" noProof="0">
                <a:latin typeface="IBM Plex Sans"/>
                <a:ea typeface="IBM Plex Sans"/>
                <a:cs typeface="IBM Plex Sans"/>
                <a:sym typeface="IBM Plex Sans"/>
              </a:rPr>
              <a:t>: 79% (0.88 trillion)</a:t>
            </a:r>
          </a:p>
          <a:p>
            <a:pPr marL="228600" lvl="0" indent="-171450">
              <a:spcBef>
                <a:spcPts val="400"/>
              </a:spcBef>
              <a:buClr>
                <a:schemeClr val="dk1"/>
              </a:buClr>
              <a:buSzPts val="1200"/>
              <a:buFont typeface="Arial"/>
              <a:buChar char="•"/>
            </a:pPr>
            <a:r>
              <a:rPr lang="en-US" sz="1100" b="1" noProof="0">
                <a:latin typeface="IBM Plex Sans"/>
                <a:ea typeface="IBM Plex Sans"/>
                <a:cs typeface="IBM Plex Sans"/>
                <a:sym typeface="IBM Plex Sans"/>
              </a:rPr>
              <a:t>Scenario 2 CAGR: 10%</a:t>
            </a:r>
          </a:p>
          <a:p>
            <a:pPr marL="228600" lvl="0" indent="-171450">
              <a:spcBef>
                <a:spcPts val="400"/>
              </a:spcBef>
              <a:buClr>
                <a:schemeClr val="dk1"/>
              </a:buClr>
              <a:buSzPts val="1200"/>
              <a:buFont typeface="Arial"/>
              <a:buChar char="•"/>
            </a:pPr>
            <a:r>
              <a:rPr lang="en-US" sz="1100" b="1" noProof="0">
                <a:latin typeface="IBM Plex Sans"/>
                <a:ea typeface="IBM Plex Sans"/>
                <a:cs typeface="IBM Plex Sans"/>
                <a:sym typeface="IBM Plex Sans"/>
              </a:rPr>
              <a:t>US Devices </a:t>
            </a:r>
          </a:p>
          <a:p>
            <a:pPr marL="463550" lvl="1" indent="-171450">
              <a:spcBef>
                <a:spcPts val="400"/>
              </a:spcBef>
              <a:buClr>
                <a:schemeClr val="dk1"/>
              </a:buClr>
              <a:buSzPts val="1200"/>
              <a:buFont typeface="Arial"/>
              <a:buChar char="•"/>
            </a:pPr>
            <a:r>
              <a:rPr lang="en-US" sz="1100" noProof="0">
                <a:latin typeface="IBM Plex Sans"/>
                <a:ea typeface="IBM Plex Sans"/>
                <a:cs typeface="IBM Plex Sans"/>
                <a:sym typeface="IBM Plex Sans"/>
              </a:rPr>
              <a:t>Mobile: 58%</a:t>
            </a:r>
          </a:p>
          <a:p>
            <a:pPr marL="463550" lvl="1" indent="-171450">
              <a:spcBef>
                <a:spcPts val="400"/>
              </a:spcBef>
              <a:buClr>
                <a:schemeClr val="dk1"/>
              </a:buClr>
              <a:buSzPts val="1200"/>
              <a:buFont typeface="Arial"/>
              <a:buChar char="•"/>
            </a:pPr>
            <a:r>
              <a:rPr lang="en-US" sz="1100" noProof="0">
                <a:latin typeface="IBM Plex Sans"/>
                <a:ea typeface="IBM Plex Sans"/>
                <a:cs typeface="IBM Plex Sans"/>
                <a:sym typeface="IBM Plex Sans"/>
              </a:rPr>
              <a:t>Desktop: 42%</a:t>
            </a:r>
          </a:p>
          <a:p>
            <a:pPr marL="228600" lvl="1" indent="-171450">
              <a:spcBef>
                <a:spcPts val="400"/>
              </a:spcBef>
              <a:buClr>
                <a:schemeClr val="dk1"/>
              </a:buClr>
              <a:buSzPts val="1200"/>
              <a:buFont typeface="Arial"/>
              <a:buChar char="•"/>
            </a:pPr>
            <a:r>
              <a:rPr lang="en-US" sz="1100" b="1" noProof="0" err="1">
                <a:latin typeface="IBM Plex Sans"/>
                <a:ea typeface="IBM Plex Sans"/>
                <a:cs typeface="IBM Plex Sans"/>
                <a:sym typeface="IBM Plex Sans"/>
              </a:rPr>
              <a:t>RoW</a:t>
            </a:r>
            <a:r>
              <a:rPr lang="en-US" sz="1100" b="1" noProof="0">
                <a:latin typeface="IBM Plex Sans"/>
                <a:ea typeface="IBM Plex Sans"/>
                <a:cs typeface="IBM Plex Sans"/>
                <a:sym typeface="IBM Plex Sans"/>
              </a:rPr>
              <a:t> Devices</a:t>
            </a:r>
          </a:p>
          <a:p>
            <a:pPr marL="463550" lvl="1" indent="-171450">
              <a:spcBef>
                <a:spcPts val="400"/>
              </a:spcBef>
              <a:buClr>
                <a:schemeClr val="dk1"/>
              </a:buClr>
              <a:buSzPts val="1200"/>
              <a:buFont typeface="Arial"/>
              <a:buChar char="•"/>
            </a:pPr>
            <a:r>
              <a:rPr lang="en-US" sz="1100" noProof="0">
                <a:latin typeface="IBM Plex Sans"/>
                <a:ea typeface="IBM Plex Sans"/>
                <a:cs typeface="IBM Plex Sans"/>
                <a:sym typeface="IBM Plex Sans"/>
              </a:rPr>
              <a:t>Mobile: 63%</a:t>
            </a:r>
          </a:p>
          <a:p>
            <a:pPr marL="463550" lvl="1" indent="-171450">
              <a:spcBef>
                <a:spcPts val="400"/>
              </a:spcBef>
              <a:buClr>
                <a:schemeClr val="dk1"/>
              </a:buClr>
              <a:buSzPts val="1200"/>
              <a:buFont typeface="Arial"/>
              <a:buChar char="•"/>
            </a:pPr>
            <a:r>
              <a:rPr lang="en-US" sz="1100" noProof="0">
                <a:latin typeface="IBM Plex Sans"/>
                <a:ea typeface="IBM Plex Sans"/>
                <a:cs typeface="IBM Plex Sans"/>
                <a:sym typeface="IBM Plex Sans"/>
              </a:rPr>
              <a:t>Desktop: 37%</a:t>
            </a:r>
          </a:p>
        </p:txBody>
      </p:sp>
      <p:sp>
        <p:nvSpPr>
          <p:cNvPr id="8" name="Google Shape;734;p54">
            <a:extLst>
              <a:ext uri="{FF2B5EF4-FFF2-40B4-BE49-F238E27FC236}">
                <a16:creationId xmlns:a16="http://schemas.microsoft.com/office/drawing/2014/main" id="{497EB2AC-2B25-25B4-D871-749EC7ACA965}"/>
              </a:ext>
            </a:extLst>
          </p:cNvPr>
          <p:cNvSpPr/>
          <p:nvPr/>
        </p:nvSpPr>
        <p:spPr>
          <a:xfrm>
            <a:off x="9191625" y="1179598"/>
            <a:ext cx="257977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Methodology</a:t>
            </a:r>
            <a:endParaRPr lang="en-US" noProof="0"/>
          </a:p>
        </p:txBody>
      </p:sp>
      <p:sp>
        <p:nvSpPr>
          <p:cNvPr id="9" name="Google Shape;732;p54">
            <a:extLst>
              <a:ext uri="{FF2B5EF4-FFF2-40B4-BE49-F238E27FC236}">
                <a16:creationId xmlns:a16="http://schemas.microsoft.com/office/drawing/2014/main" id="{1A370A33-3772-4A8C-06D5-014AB47B65E0}"/>
              </a:ext>
            </a:extLst>
          </p:cNvPr>
          <p:cNvSpPr txBox="1"/>
          <p:nvPr/>
        </p:nvSpPr>
        <p:spPr>
          <a:xfrm>
            <a:off x="420595" y="5671889"/>
            <a:ext cx="11350811" cy="461624"/>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r>
              <a:rPr lang="en-US" b="1" noProof="0">
                <a:latin typeface="IBM Plex Sans"/>
              </a:rPr>
              <a:t>8 to 10% annual growth across all segments and geographies</a:t>
            </a:r>
            <a:r>
              <a:rPr lang="en-US" b="1" noProof="0">
                <a:solidFill>
                  <a:schemeClr val="dk1"/>
                </a:solidFill>
                <a:latin typeface="IBM Plex Sans"/>
                <a:sym typeface="IBM Plex Sans"/>
              </a:rPr>
              <a:t>, with mobile growing faster than desktop</a:t>
            </a:r>
            <a:endParaRPr lang="en-US" b="1" noProof="0">
              <a:solidFill>
                <a:schemeClr val="dk1"/>
              </a:solidFill>
              <a:latin typeface="IBM Plex Sans"/>
              <a:ea typeface="IBM Plex Sans"/>
              <a:cs typeface="IBM Plex Sans"/>
            </a:endParaRPr>
          </a:p>
        </p:txBody>
      </p:sp>
      <p:graphicFrame>
        <p:nvGraphicFramePr>
          <p:cNvPr id="10" name="Google Shape;710;p54">
            <a:extLst>
              <a:ext uri="{FF2B5EF4-FFF2-40B4-BE49-F238E27FC236}">
                <a16:creationId xmlns:a16="http://schemas.microsoft.com/office/drawing/2014/main" id="{0AC98945-1527-7708-CC9F-CE8353837A65}"/>
              </a:ext>
            </a:extLst>
          </p:cNvPr>
          <p:cNvGraphicFramePr/>
          <p:nvPr>
            <p:extLst>
              <p:ext uri="{D42A27DB-BD31-4B8C-83A1-F6EECF244321}">
                <p14:modId xmlns:p14="http://schemas.microsoft.com/office/powerpoint/2010/main" val="892124297"/>
              </p:ext>
            </p:extLst>
          </p:nvPr>
        </p:nvGraphicFramePr>
        <p:xfrm>
          <a:off x="801451" y="1858834"/>
          <a:ext cx="3955801" cy="171989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Google Shape;710;p54">
            <a:extLst>
              <a:ext uri="{FF2B5EF4-FFF2-40B4-BE49-F238E27FC236}">
                <a16:creationId xmlns:a16="http://schemas.microsoft.com/office/drawing/2014/main" id="{6A3B5C60-5541-A041-ACB1-0D0CCAE70E5A}"/>
              </a:ext>
            </a:extLst>
          </p:cNvPr>
          <p:cNvGraphicFramePr/>
          <p:nvPr>
            <p:extLst>
              <p:ext uri="{D42A27DB-BD31-4B8C-83A1-F6EECF244321}">
                <p14:modId xmlns:p14="http://schemas.microsoft.com/office/powerpoint/2010/main" val="3574868951"/>
              </p:ext>
            </p:extLst>
          </p:nvPr>
        </p:nvGraphicFramePr>
        <p:xfrm>
          <a:off x="4996400" y="1858834"/>
          <a:ext cx="3955801" cy="171989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 name="Google Shape;710;p54">
            <a:extLst>
              <a:ext uri="{FF2B5EF4-FFF2-40B4-BE49-F238E27FC236}">
                <a16:creationId xmlns:a16="http://schemas.microsoft.com/office/drawing/2014/main" id="{CAB7D432-5DB2-0FE4-6E8F-F988B200E813}"/>
              </a:ext>
            </a:extLst>
          </p:cNvPr>
          <p:cNvGraphicFramePr/>
          <p:nvPr>
            <p:extLst>
              <p:ext uri="{D42A27DB-BD31-4B8C-83A1-F6EECF244321}">
                <p14:modId xmlns:p14="http://schemas.microsoft.com/office/powerpoint/2010/main" val="478896119"/>
              </p:ext>
            </p:extLst>
          </p:nvPr>
        </p:nvGraphicFramePr>
        <p:xfrm>
          <a:off x="801451" y="3681359"/>
          <a:ext cx="3955801" cy="174548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3" name="Google Shape;710;p54">
            <a:extLst>
              <a:ext uri="{FF2B5EF4-FFF2-40B4-BE49-F238E27FC236}">
                <a16:creationId xmlns:a16="http://schemas.microsoft.com/office/drawing/2014/main" id="{F1B4E8E7-44A1-C1B1-1030-D71D992753D1}"/>
              </a:ext>
            </a:extLst>
          </p:cNvPr>
          <p:cNvGraphicFramePr/>
          <p:nvPr>
            <p:extLst>
              <p:ext uri="{D42A27DB-BD31-4B8C-83A1-F6EECF244321}">
                <p14:modId xmlns:p14="http://schemas.microsoft.com/office/powerpoint/2010/main" val="3450601921"/>
              </p:ext>
            </p:extLst>
          </p:nvPr>
        </p:nvGraphicFramePr>
        <p:xfrm>
          <a:off x="4996400" y="3681359"/>
          <a:ext cx="3955801" cy="1745488"/>
        </p:xfrm>
        <a:graphic>
          <a:graphicData uri="http://schemas.openxmlformats.org/drawingml/2006/chart">
            <c:chart xmlns:c="http://schemas.openxmlformats.org/drawingml/2006/chart" xmlns:r="http://schemas.openxmlformats.org/officeDocument/2006/relationships" r:id="rId6"/>
          </a:graphicData>
        </a:graphic>
      </p:graphicFrame>
      <p:cxnSp>
        <p:nvCxnSpPr>
          <p:cNvPr id="30" name="Straight Connector 29">
            <a:extLst>
              <a:ext uri="{FF2B5EF4-FFF2-40B4-BE49-F238E27FC236}">
                <a16:creationId xmlns:a16="http://schemas.microsoft.com/office/drawing/2014/main" id="{4BE5B74F-D33F-97B6-529B-F8C5FD2A0555}"/>
              </a:ext>
            </a:extLst>
          </p:cNvPr>
          <p:cNvCxnSpPr/>
          <p:nvPr/>
        </p:nvCxnSpPr>
        <p:spPr>
          <a:xfrm>
            <a:off x="4876826" y="1658134"/>
            <a:ext cx="0" cy="3794700"/>
          </a:xfrm>
          <a:prstGeom prst="line">
            <a:avLst/>
          </a:prstGeom>
          <a:ln>
            <a:solidFill>
              <a:srgbClr val="7030A0"/>
            </a:solidFill>
            <a:prstDash val="lgDash"/>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273A3EE5-C58E-DF6D-4199-FE3BCFE06268}"/>
              </a:ext>
            </a:extLst>
          </p:cNvPr>
          <p:cNvCxnSpPr>
            <a:cxnSpLocks/>
          </p:cNvCxnSpPr>
          <p:nvPr/>
        </p:nvCxnSpPr>
        <p:spPr>
          <a:xfrm flipV="1">
            <a:off x="1676288" y="2028638"/>
            <a:ext cx="2022876" cy="314588"/>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2E49A6AE-9E45-5ED3-8AF7-24EC5FC4CC95}"/>
              </a:ext>
            </a:extLst>
          </p:cNvPr>
          <p:cNvSpPr/>
          <p:nvPr/>
        </p:nvSpPr>
        <p:spPr>
          <a:xfrm>
            <a:off x="1953296" y="2089876"/>
            <a:ext cx="1184870"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50" b="1" noProof="0">
                <a:solidFill>
                  <a:schemeClr val="tx1"/>
                </a:solidFill>
                <a:latin typeface="IBM Plex Sans" panose="020B0503050203000203" pitchFamily="34" charset="0"/>
              </a:rPr>
              <a:t>+8.5% p.a.</a:t>
            </a:r>
          </a:p>
        </p:txBody>
      </p:sp>
      <p:cxnSp>
        <p:nvCxnSpPr>
          <p:cNvPr id="35" name="Straight Arrow Connector 34">
            <a:extLst>
              <a:ext uri="{FF2B5EF4-FFF2-40B4-BE49-F238E27FC236}">
                <a16:creationId xmlns:a16="http://schemas.microsoft.com/office/drawing/2014/main" id="{4705015C-BBC1-03CE-FF36-5D13A389B5DF}"/>
              </a:ext>
            </a:extLst>
          </p:cNvPr>
          <p:cNvCxnSpPr>
            <a:cxnSpLocks/>
          </p:cNvCxnSpPr>
          <p:nvPr/>
        </p:nvCxnSpPr>
        <p:spPr>
          <a:xfrm flipV="1">
            <a:off x="5866424" y="1865007"/>
            <a:ext cx="2133600" cy="543339"/>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36" name="Oval 35">
            <a:extLst>
              <a:ext uri="{FF2B5EF4-FFF2-40B4-BE49-F238E27FC236}">
                <a16:creationId xmlns:a16="http://schemas.microsoft.com/office/drawing/2014/main" id="{B0EC0E6B-3FAD-B68A-8B47-71AC7DA76D88}"/>
              </a:ext>
            </a:extLst>
          </p:cNvPr>
          <p:cNvSpPr/>
          <p:nvPr/>
        </p:nvSpPr>
        <p:spPr>
          <a:xfrm>
            <a:off x="6320479" y="1989679"/>
            <a:ext cx="1188344"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50" b="1" noProof="0">
                <a:solidFill>
                  <a:schemeClr val="tx1"/>
                </a:solidFill>
                <a:latin typeface="IBM Plex Sans" panose="020B0503050203000203" pitchFamily="34" charset="0"/>
              </a:rPr>
              <a:t>+9.8% p.a.</a:t>
            </a:r>
          </a:p>
        </p:txBody>
      </p:sp>
      <p:cxnSp>
        <p:nvCxnSpPr>
          <p:cNvPr id="37" name="Straight Arrow Connector 36">
            <a:extLst>
              <a:ext uri="{FF2B5EF4-FFF2-40B4-BE49-F238E27FC236}">
                <a16:creationId xmlns:a16="http://schemas.microsoft.com/office/drawing/2014/main" id="{98EFF28C-D11A-B716-8E58-CCEAD373D227}"/>
              </a:ext>
            </a:extLst>
          </p:cNvPr>
          <p:cNvCxnSpPr>
            <a:cxnSpLocks/>
          </p:cNvCxnSpPr>
          <p:nvPr/>
        </p:nvCxnSpPr>
        <p:spPr>
          <a:xfrm flipV="1">
            <a:off x="5843276" y="3815461"/>
            <a:ext cx="1984542" cy="379708"/>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6D84C18-4007-9ADA-BB42-0CB0E1B42D78}"/>
              </a:ext>
            </a:extLst>
          </p:cNvPr>
          <p:cNvSpPr/>
          <p:nvPr/>
        </p:nvSpPr>
        <p:spPr>
          <a:xfrm>
            <a:off x="6154226" y="3885747"/>
            <a:ext cx="1317210"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50" b="1" noProof="0">
                <a:solidFill>
                  <a:schemeClr val="tx1"/>
                </a:solidFill>
                <a:latin typeface="IBM Plex Sans" panose="020B0503050203000203" pitchFamily="34" charset="0"/>
              </a:rPr>
              <a:t>+10.8% p.a.</a:t>
            </a:r>
          </a:p>
        </p:txBody>
      </p:sp>
      <p:cxnSp>
        <p:nvCxnSpPr>
          <p:cNvPr id="39" name="Straight Arrow Connector 38">
            <a:extLst>
              <a:ext uri="{FF2B5EF4-FFF2-40B4-BE49-F238E27FC236}">
                <a16:creationId xmlns:a16="http://schemas.microsoft.com/office/drawing/2014/main" id="{529EAFD7-390F-FEDB-859B-B428F9DF3853}"/>
              </a:ext>
            </a:extLst>
          </p:cNvPr>
          <p:cNvCxnSpPr>
            <a:cxnSpLocks/>
          </p:cNvCxnSpPr>
          <p:nvPr/>
        </p:nvCxnSpPr>
        <p:spPr>
          <a:xfrm flipV="1">
            <a:off x="1762539" y="4026141"/>
            <a:ext cx="1836889" cy="319500"/>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40" name="Oval 39">
            <a:extLst>
              <a:ext uri="{FF2B5EF4-FFF2-40B4-BE49-F238E27FC236}">
                <a16:creationId xmlns:a16="http://schemas.microsoft.com/office/drawing/2014/main" id="{3C9ECAF3-16F2-49D2-58A6-8A23770163D8}"/>
              </a:ext>
            </a:extLst>
          </p:cNvPr>
          <p:cNvSpPr/>
          <p:nvPr/>
        </p:nvSpPr>
        <p:spPr>
          <a:xfrm>
            <a:off x="2039093" y="4050790"/>
            <a:ext cx="1192515"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50" b="1" noProof="0">
                <a:solidFill>
                  <a:schemeClr val="tx1"/>
                </a:solidFill>
                <a:latin typeface="IBM Plex Sans" panose="020B0503050203000203" pitchFamily="34" charset="0"/>
              </a:rPr>
              <a:t>+9.1% p.a.</a:t>
            </a:r>
          </a:p>
        </p:txBody>
      </p:sp>
      <p:sp>
        <p:nvSpPr>
          <p:cNvPr id="15" name="CaixaDeTexto 14">
            <a:extLst>
              <a:ext uri="{FF2B5EF4-FFF2-40B4-BE49-F238E27FC236}">
                <a16:creationId xmlns:a16="http://schemas.microsoft.com/office/drawing/2014/main" id="{2DC59163-F588-87DD-DF39-1FE1456E0C52}"/>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scenarios</a:t>
            </a:r>
          </a:p>
        </p:txBody>
      </p:sp>
      <p:sp>
        <p:nvSpPr>
          <p:cNvPr id="6" name="Google Shape;816;p57">
            <a:extLst>
              <a:ext uri="{FF2B5EF4-FFF2-40B4-BE49-F238E27FC236}">
                <a16:creationId xmlns:a16="http://schemas.microsoft.com/office/drawing/2014/main" id="{DF014626-B9BB-0B2D-9955-C7CCF547B805}"/>
              </a:ext>
            </a:extLst>
          </p:cNvPr>
          <p:cNvSpPr/>
          <p:nvPr/>
        </p:nvSpPr>
        <p:spPr>
          <a:xfrm>
            <a:off x="420594" y="6360807"/>
            <a:ext cx="9858843" cy="107722"/>
          </a:xfrm>
          <a:prstGeom prst="roundRect">
            <a:avLst>
              <a:gd name="adj" fmla="val 0"/>
            </a:avLst>
          </a:prstGeom>
          <a:noFill/>
          <a:ln>
            <a:noFill/>
          </a:ln>
        </p:spPr>
        <p:txBody>
          <a:bodyPr spcFirstLastPara="1" wrap="square" lIns="0" tIns="0" rIns="0" bIns="0" anchor="b" anchorCtr="0">
            <a:spAutoFit/>
          </a:bodyPr>
          <a:lstStyle/>
          <a:p>
            <a:r>
              <a:rPr lang="en-US" sz="700" b="0" i="0" u="none" strike="noStrike" cap="none" noProof="0">
                <a:solidFill>
                  <a:schemeClr val="bg1">
                    <a:lumMod val="49000"/>
                  </a:schemeClr>
                </a:solidFill>
                <a:latin typeface="IBM Plex Sans"/>
                <a:ea typeface="IBM Plex Sans"/>
                <a:cs typeface="IBM Plex Sans"/>
                <a:sym typeface="IBM Plex Sans"/>
              </a:rPr>
              <a:t>Sources: (1) </a:t>
            </a:r>
            <a:r>
              <a:rPr lang="en-US" sz="700" noProof="0">
                <a:solidFill>
                  <a:srgbClr val="7D7D7D"/>
                </a:solidFill>
                <a:latin typeface="IBM Plex Sans"/>
                <a:ea typeface="IBM Plex Sans"/>
                <a:cs typeface="IBM Plex Sans"/>
                <a:sym typeface="IBM Plex Sans"/>
                <a:hlinkClick r:id="rId7" action="ppaction://hlinksldjump">
                  <a:extLst>
                    <a:ext uri="{A12FA001-AC4F-418D-AE19-62706E023703}">
                      <ahyp:hlinkClr xmlns:ahyp="http://schemas.microsoft.com/office/drawing/2018/hyperlinkcolor" val="tx"/>
                    </a:ext>
                  </a:extLst>
                </a:hlinkClick>
              </a:rPr>
              <a:t>Scenarios assumptions </a:t>
            </a:r>
            <a:r>
              <a:rPr lang="en-US" sz="700" b="0" i="0" u="none" strike="noStrike" cap="none" noProof="0">
                <a:solidFill>
                  <a:srgbClr val="7D7D7D"/>
                </a:solidFill>
                <a:latin typeface="IBM Plex Sans"/>
                <a:ea typeface="IBM Plex Sans"/>
                <a:cs typeface="IBM Plex Sans"/>
                <a:sym typeface="IBM Plex Sans"/>
                <a:hlinkClick r:id="rId7" action="ppaction://hlinksldjump">
                  <a:extLst>
                    <a:ext uri="{A12FA001-AC4F-418D-AE19-62706E023703}">
                      <ahyp:hlinkClr xmlns:ahyp="http://schemas.microsoft.com/office/drawing/2018/hyperlinkcolor" val="tx"/>
                    </a:ext>
                  </a:extLst>
                </a:hlinkClick>
              </a:rPr>
              <a:t>slide</a:t>
            </a:r>
            <a:r>
              <a:rPr lang="en-US" sz="700" b="0" i="0" u="none" strike="noStrike" cap="none" noProof="0">
                <a:solidFill>
                  <a:schemeClr val="bg1">
                    <a:lumMod val="49000"/>
                  </a:schemeClr>
                </a:solidFill>
                <a:latin typeface="IBM Plex Sans"/>
                <a:ea typeface="IBM Plex Sans"/>
                <a:cs typeface="IBM Plex Sans"/>
                <a:sym typeface="IBM Plex Sans"/>
              </a:rPr>
              <a:t> for Volume and Revenue Projection and </a:t>
            </a:r>
            <a:r>
              <a:rPr lang="en-US" sz="700" noProof="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appendix slide with details of region and device methodology</a:t>
            </a:r>
            <a:r>
              <a:rPr lang="en-US" sz="700" noProof="0">
                <a:solidFill>
                  <a:schemeClr val="bg1">
                    <a:lumMod val="49000"/>
                  </a:schemeClr>
                </a:solidFill>
                <a:latin typeface="IBM Plex Sans"/>
                <a:ea typeface="IBM Plex Sans"/>
                <a:cs typeface="IBM Plex Sans"/>
                <a:sym typeface="IBM Plex Sans"/>
              </a:rPr>
              <a:t> an</a:t>
            </a:r>
            <a:r>
              <a:rPr lang="en-US" sz="700" noProof="0">
                <a:solidFill>
                  <a:srgbClr val="7F7F7F"/>
                </a:solidFill>
                <a:latin typeface="IBM Plex Sans"/>
                <a:ea typeface="IBM Plex Sans"/>
                <a:cs typeface="IBM Plex Sans"/>
                <a:sym typeface="IBM Plex Sans"/>
              </a:rPr>
              <a:t>d change in the 2025-2030 period</a:t>
            </a:r>
            <a:endParaRPr lang="en-US" sz="700" noProof="0">
              <a:latin typeface="IBM Plex Sans"/>
              <a:ea typeface="IBM Plex Sans"/>
              <a:cs typeface="IBM Plex Sans"/>
              <a:sym typeface="IBM Plex Sans"/>
            </a:endParaRPr>
          </a:p>
        </p:txBody>
      </p:sp>
      <p:sp>
        <p:nvSpPr>
          <p:cNvPr id="2" name="TextBox 1">
            <a:extLst>
              <a:ext uri="{FF2B5EF4-FFF2-40B4-BE49-F238E27FC236}">
                <a16:creationId xmlns:a16="http://schemas.microsoft.com/office/drawing/2014/main" id="{BC7DAD55-85D8-1A51-4BF2-18F9E8C9B6F7}"/>
              </a:ext>
            </a:extLst>
          </p:cNvPr>
          <p:cNvSpPr txBox="1"/>
          <p:nvPr/>
        </p:nvSpPr>
        <p:spPr>
          <a:xfrm>
            <a:off x="2063162" y="1547986"/>
            <a:ext cx="1357713" cy="307777"/>
          </a:xfrm>
          <a:prstGeom prst="rect">
            <a:avLst/>
          </a:prstGeom>
          <a:solidFill>
            <a:schemeClr val="bg1"/>
          </a:solidFill>
        </p:spPr>
        <p:txBody>
          <a:bodyPr wrap="square" rtlCol="0">
            <a:spAutoFit/>
          </a:bodyPr>
          <a:lstStyle/>
          <a:p>
            <a:pPr algn="ctr"/>
            <a:r>
              <a:rPr lang="en-US" b="1" noProof="0">
                <a:latin typeface="IBM Plex Sans" panose="020B0503050203000203" pitchFamily="34" charset="0"/>
              </a:rPr>
              <a:t>Desktop</a:t>
            </a:r>
          </a:p>
        </p:txBody>
      </p:sp>
      <p:sp>
        <p:nvSpPr>
          <p:cNvPr id="16" name="TextBox 15">
            <a:extLst>
              <a:ext uri="{FF2B5EF4-FFF2-40B4-BE49-F238E27FC236}">
                <a16:creationId xmlns:a16="http://schemas.microsoft.com/office/drawing/2014/main" id="{4342A8A0-C113-62E6-68B2-22EB40EF6F0F}"/>
              </a:ext>
            </a:extLst>
          </p:cNvPr>
          <p:cNvSpPr txBox="1"/>
          <p:nvPr/>
        </p:nvSpPr>
        <p:spPr>
          <a:xfrm>
            <a:off x="6238970" y="1547986"/>
            <a:ext cx="1357713" cy="307777"/>
          </a:xfrm>
          <a:prstGeom prst="rect">
            <a:avLst/>
          </a:prstGeom>
          <a:solidFill>
            <a:schemeClr val="bg1"/>
          </a:solidFill>
        </p:spPr>
        <p:txBody>
          <a:bodyPr wrap="square" rtlCol="0">
            <a:spAutoFit/>
          </a:bodyPr>
          <a:lstStyle/>
          <a:p>
            <a:pPr algn="ctr"/>
            <a:r>
              <a:rPr lang="en-US" b="1" noProof="0">
                <a:latin typeface="IBM Plex Sans" panose="020B0503050203000203" pitchFamily="34" charset="0"/>
              </a:rPr>
              <a:t>Mobile</a:t>
            </a:r>
          </a:p>
        </p:txBody>
      </p:sp>
      <p:sp>
        <p:nvSpPr>
          <p:cNvPr id="22" name="Google Shape;715;p54">
            <a:extLst>
              <a:ext uri="{FF2B5EF4-FFF2-40B4-BE49-F238E27FC236}">
                <a16:creationId xmlns:a16="http://schemas.microsoft.com/office/drawing/2014/main" id="{729F6388-04C0-E953-E6EC-62DA442523F8}"/>
              </a:ext>
            </a:extLst>
          </p:cNvPr>
          <p:cNvSpPr/>
          <p:nvPr/>
        </p:nvSpPr>
        <p:spPr>
          <a:xfrm rot="-5400000">
            <a:off x="-298745" y="2478534"/>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dk1"/>
                </a:solidFill>
                <a:latin typeface="IBM Plex Sans"/>
                <a:ea typeface="IBM Plex Sans"/>
                <a:cs typeface="IBM Plex Sans"/>
                <a:sym typeface="IBM Plex Sans"/>
              </a:rPr>
              <a:t>United States</a:t>
            </a:r>
          </a:p>
        </p:txBody>
      </p:sp>
      <p:sp>
        <p:nvSpPr>
          <p:cNvPr id="23" name="Google Shape;716;p54">
            <a:extLst>
              <a:ext uri="{FF2B5EF4-FFF2-40B4-BE49-F238E27FC236}">
                <a16:creationId xmlns:a16="http://schemas.microsoft.com/office/drawing/2014/main" id="{A67365EC-EEC3-33AF-7EDF-734FF66A526E}"/>
              </a:ext>
            </a:extLst>
          </p:cNvPr>
          <p:cNvSpPr/>
          <p:nvPr/>
        </p:nvSpPr>
        <p:spPr>
          <a:xfrm rot="-5400000">
            <a:off x="-298745" y="4308333"/>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err="1">
                <a:solidFill>
                  <a:schemeClr val="dk1"/>
                </a:solidFill>
                <a:latin typeface="IBM Plex Sans"/>
                <a:ea typeface="IBM Plex Sans"/>
                <a:cs typeface="IBM Plex Sans"/>
                <a:sym typeface="IBM Plex Sans"/>
              </a:rPr>
              <a:t>RoW</a:t>
            </a:r>
            <a:endParaRPr lang="en-US" sz="1400" b="1" i="0" u="none" strike="noStrike" cap="none" noProof="0">
              <a:solidFill>
                <a:schemeClr val="dk1"/>
              </a:solidFill>
              <a:latin typeface="IBM Plex Sans"/>
              <a:ea typeface="IBM Plex Sans"/>
              <a:cs typeface="IBM Plex Sans"/>
              <a:sym typeface="IBM Plex Sans"/>
            </a:endParaRPr>
          </a:p>
        </p:txBody>
      </p:sp>
    </p:spTree>
    <p:extLst>
      <p:ext uri="{BB962C8B-B14F-4D97-AF65-F5344CB8AC3E}">
        <p14:creationId xmlns:p14="http://schemas.microsoft.com/office/powerpoint/2010/main" val="40266612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813">
          <a:extLst>
            <a:ext uri="{FF2B5EF4-FFF2-40B4-BE49-F238E27FC236}">
              <a16:creationId xmlns:a16="http://schemas.microsoft.com/office/drawing/2014/main" id="{1A918B3E-CB97-EBDE-7BA1-8468981BF0D7}"/>
            </a:ext>
          </a:extLst>
        </p:cNvPr>
        <p:cNvGrpSpPr/>
        <p:nvPr/>
      </p:nvGrpSpPr>
      <p:grpSpPr>
        <a:xfrm>
          <a:off x="0" y="0"/>
          <a:ext cx="0" cy="0"/>
          <a:chOff x="0" y="0"/>
          <a:chExt cx="0" cy="0"/>
        </a:xfrm>
      </p:grpSpPr>
      <p:sp>
        <p:nvSpPr>
          <p:cNvPr id="814" name="Google Shape;814;p57">
            <a:extLst>
              <a:ext uri="{FF2B5EF4-FFF2-40B4-BE49-F238E27FC236}">
                <a16:creationId xmlns:a16="http://schemas.microsoft.com/office/drawing/2014/main" id="{DE1EC721-E1A6-08B9-7DCC-6B7076EE37D0}"/>
              </a:ext>
            </a:extLst>
          </p:cNvPr>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r>
              <a:rPr lang="en-US" noProof="0"/>
              <a:t>Scenario 3: Delayed impact, steep decline across all segments</a:t>
            </a:r>
          </a:p>
        </p:txBody>
      </p:sp>
      <p:sp>
        <p:nvSpPr>
          <p:cNvPr id="818" name="Google Shape;818;p57">
            <a:extLst>
              <a:ext uri="{FF2B5EF4-FFF2-40B4-BE49-F238E27FC236}">
                <a16:creationId xmlns:a16="http://schemas.microsoft.com/office/drawing/2014/main" id="{A2F376E1-06D7-AAE7-B13D-EE6785002886}"/>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34</a:t>
            </a:fld>
            <a:endParaRPr lang="en-US" noProof="0"/>
          </a:p>
        </p:txBody>
      </p:sp>
      <p:sp>
        <p:nvSpPr>
          <p:cNvPr id="5" name="Google Shape;717;p54">
            <a:extLst>
              <a:ext uri="{FF2B5EF4-FFF2-40B4-BE49-F238E27FC236}">
                <a16:creationId xmlns:a16="http://schemas.microsoft.com/office/drawing/2014/main" id="{90BABDFD-8602-F3E0-E608-0B899CE36BBF}"/>
              </a:ext>
            </a:extLst>
          </p:cNvPr>
          <p:cNvSpPr/>
          <p:nvPr/>
        </p:nvSpPr>
        <p:spPr>
          <a:xfrm>
            <a:off x="420594" y="1169337"/>
            <a:ext cx="8590055"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b="1" noProof="0">
                <a:solidFill>
                  <a:schemeClr val="lt1"/>
                </a:solidFill>
                <a:latin typeface="IBM Plex Sans"/>
                <a:ea typeface="IBM Plex Sans"/>
                <a:cs typeface="IBM Plex Sans"/>
                <a:sym typeface="IBM Plex Sans"/>
              </a:rPr>
              <a:t>Forecasted Search volume growth (trillions) for Revenue-Generating Searches</a:t>
            </a:r>
            <a:r>
              <a:rPr lang="en-US" sz="1400" b="1" i="0" u="none" strike="noStrike" cap="none" baseline="30000" noProof="0">
                <a:solidFill>
                  <a:schemeClr val="lt1"/>
                </a:solidFill>
                <a:latin typeface="IBM Plex Sans"/>
                <a:ea typeface="IBM Plex Sans"/>
                <a:cs typeface="IBM Plex Sans"/>
                <a:sym typeface="IBM Plex Sans"/>
              </a:rPr>
              <a:t>1</a:t>
            </a:r>
            <a:endParaRPr lang="en-US" baseline="30000" noProof="0">
              <a:solidFill>
                <a:schemeClr val="lt1"/>
              </a:solidFill>
            </a:endParaRPr>
          </a:p>
        </p:txBody>
      </p:sp>
      <p:sp>
        <p:nvSpPr>
          <p:cNvPr id="7" name="Google Shape;733;p54">
            <a:extLst>
              <a:ext uri="{FF2B5EF4-FFF2-40B4-BE49-F238E27FC236}">
                <a16:creationId xmlns:a16="http://schemas.microsoft.com/office/drawing/2014/main" id="{ACE40B0D-B4B5-383D-32AB-5630C819DA5F}"/>
              </a:ext>
            </a:extLst>
          </p:cNvPr>
          <p:cNvSpPr txBox="1"/>
          <p:nvPr/>
        </p:nvSpPr>
        <p:spPr>
          <a:xfrm>
            <a:off x="9191625" y="1493337"/>
            <a:ext cx="2592386" cy="3826668"/>
          </a:xfrm>
          <a:prstGeom prst="rect">
            <a:avLst/>
          </a:prstGeom>
          <a:solidFill>
            <a:srgbClr val="F2F2F2"/>
          </a:solidFill>
          <a:ln>
            <a:noFill/>
          </a:ln>
        </p:spPr>
        <p:txBody>
          <a:bodyPr spcFirstLastPara="1" wrap="square" lIns="36000" tIns="0" rIns="91425" bIns="45700" anchor="t" anchorCtr="0">
            <a:spAutoFit/>
          </a:bodyPr>
          <a:lstStyle/>
          <a:p>
            <a:pPr marL="228600" indent="-171450">
              <a:spcBef>
                <a:spcPts val="400"/>
              </a:spcBef>
              <a:buClr>
                <a:schemeClr val="dk1"/>
              </a:buClr>
              <a:buSzPts val="1200"/>
              <a:buFont typeface="Arial,Sans-Serif"/>
              <a:buChar char="•"/>
            </a:pPr>
            <a:r>
              <a:rPr lang="en-US" sz="1100" noProof="0">
                <a:latin typeface="IBM Plex Sans"/>
                <a:ea typeface="IBM Plex Sans"/>
                <a:cs typeface="IBM Plex Sans"/>
                <a:sym typeface="IBM Plex Sans"/>
              </a:rPr>
              <a:t>Since the </a:t>
            </a:r>
            <a:r>
              <a:rPr lang="en-US" sz="1100" b="1" noProof="0">
                <a:latin typeface="IBM Plex Sans"/>
                <a:ea typeface="IBM Plex Sans"/>
                <a:cs typeface="IBM Plex Sans"/>
                <a:sym typeface="IBM Plex Sans"/>
              </a:rPr>
              <a:t>split by device (desktop vs mobile) and region is not readily available across the 3 scenarios</a:t>
            </a:r>
            <a:r>
              <a:rPr lang="en-US" sz="1100" noProof="0">
                <a:latin typeface="IBM Plex Sans"/>
                <a:ea typeface="IBM Plex Sans"/>
                <a:cs typeface="IBM Plex Sans"/>
                <a:sym typeface="IBM Plex Sans"/>
              </a:rPr>
              <a:t>, we used the average </a:t>
            </a:r>
            <a:r>
              <a:rPr lang="en-US" sz="1100" b="1" noProof="0">
                <a:latin typeface="IBM Plex Sans"/>
                <a:ea typeface="IBM Plex Sans"/>
                <a:cs typeface="IBM Plex Sans"/>
                <a:sym typeface="IBM Plex Sans"/>
              </a:rPr>
              <a:t>expected CAGR for each scenario, and the desktop-mobile search split to triangulate estimated growth by </a:t>
            </a:r>
            <a:r>
              <a:rPr lang="en-US" sz="1100" noProof="0">
                <a:latin typeface="IBM Plex Sans"/>
                <a:ea typeface="IBM Plex Sans"/>
                <a:cs typeface="IBM Plex Sans"/>
                <a:sym typeface="IBM Plex Sans"/>
              </a:rPr>
              <a:t>device and region</a:t>
            </a:r>
          </a:p>
          <a:p>
            <a:pPr marL="228600" indent="-171450">
              <a:spcBef>
                <a:spcPts val="400"/>
              </a:spcBef>
              <a:buClr>
                <a:schemeClr val="dk1"/>
              </a:buClr>
              <a:buSzPts val="1200"/>
              <a:buFont typeface="Arial"/>
              <a:buChar char="•"/>
            </a:pPr>
            <a:r>
              <a:rPr lang="en-US" sz="1100" b="1" noProof="0">
                <a:latin typeface="IBM Plex Sans"/>
                <a:ea typeface="IBM Plex Sans"/>
                <a:cs typeface="IBM Plex Sans"/>
                <a:sym typeface="IBM Plex Sans"/>
              </a:rPr>
              <a:t>Global Rev-Gen Search Vol (2025): 1.12 trillion</a:t>
            </a:r>
            <a:r>
              <a:rPr lang="en-US" sz="1100" b="1" baseline="30000" noProof="0">
                <a:latin typeface="IBM Plex Sans"/>
                <a:ea typeface="IBM Plex Sans"/>
                <a:cs typeface="IBM Plex Sans"/>
                <a:sym typeface="IBM Plex Sans"/>
              </a:rPr>
              <a:t>1</a:t>
            </a:r>
            <a:endParaRPr lang="en-US" sz="1100" b="1" baseline="30000" noProof="0">
              <a:latin typeface="IBM Plex Sans"/>
              <a:ea typeface="IBM Plex Sans"/>
              <a:cs typeface="IBM Plex Sans"/>
            </a:endParaRPr>
          </a:p>
          <a:p>
            <a:pPr marL="463550" lvl="1" indent="-171450">
              <a:spcBef>
                <a:spcPts val="400"/>
              </a:spcBef>
              <a:buClr>
                <a:schemeClr val="dk1"/>
              </a:buClr>
              <a:buSzPts val="1200"/>
              <a:buFont typeface="Arial,Sans-Serif"/>
              <a:buChar char="•"/>
            </a:pPr>
            <a:r>
              <a:rPr lang="en-US" sz="1100" noProof="0">
                <a:latin typeface="IBM Plex Sans"/>
                <a:ea typeface="IBM Plex Sans"/>
                <a:cs typeface="IBM Plex Sans"/>
                <a:sym typeface="IBM Plex Sans"/>
              </a:rPr>
              <a:t>US: 21% (0.23 trillion)</a:t>
            </a:r>
            <a:endParaRPr lang="en-US" sz="1100" noProof="0">
              <a:latin typeface="IBM Plex Sans"/>
              <a:ea typeface="IBM Plex Sans"/>
              <a:cs typeface="IBM Plex Sans"/>
            </a:endParaRPr>
          </a:p>
          <a:p>
            <a:pPr marL="463550" lvl="1" indent="-171450">
              <a:spcBef>
                <a:spcPts val="400"/>
              </a:spcBef>
              <a:buClr>
                <a:schemeClr val="dk1"/>
              </a:buClr>
              <a:buSzPts val="1200"/>
              <a:buFont typeface="Arial,Sans-Serif"/>
              <a:buChar char="•"/>
            </a:pPr>
            <a:r>
              <a:rPr lang="en-US" sz="1100" noProof="0" err="1">
                <a:latin typeface="IBM Plex Sans"/>
                <a:ea typeface="IBM Plex Sans"/>
                <a:cs typeface="IBM Plex Sans"/>
                <a:sym typeface="IBM Plex Sans"/>
              </a:rPr>
              <a:t>RoW</a:t>
            </a:r>
            <a:r>
              <a:rPr lang="en-US" sz="1100" noProof="0">
                <a:latin typeface="IBM Plex Sans"/>
                <a:ea typeface="IBM Plex Sans"/>
                <a:cs typeface="IBM Plex Sans"/>
                <a:sym typeface="IBM Plex Sans"/>
              </a:rPr>
              <a:t>: 79% (0.88 trillion)</a:t>
            </a:r>
          </a:p>
          <a:p>
            <a:pPr marL="228600" lvl="0" indent="-171450">
              <a:spcBef>
                <a:spcPts val="400"/>
              </a:spcBef>
              <a:buClr>
                <a:schemeClr val="dk1"/>
              </a:buClr>
              <a:buSzPts val="1200"/>
              <a:buFont typeface="Arial"/>
              <a:buChar char="•"/>
            </a:pPr>
            <a:r>
              <a:rPr lang="en-US" sz="1100" b="1" noProof="0">
                <a:latin typeface="IBM Plex Sans"/>
                <a:ea typeface="IBM Plex Sans"/>
                <a:cs typeface="IBM Plex Sans"/>
                <a:sym typeface="IBM Plex Sans"/>
              </a:rPr>
              <a:t>Scenario 3 CAGR: -15%</a:t>
            </a:r>
          </a:p>
          <a:p>
            <a:pPr marL="228600" lvl="0" indent="-171450">
              <a:spcBef>
                <a:spcPts val="400"/>
              </a:spcBef>
              <a:buClr>
                <a:schemeClr val="dk1"/>
              </a:buClr>
              <a:buSzPts val="1200"/>
              <a:buFont typeface="Arial"/>
              <a:buChar char="•"/>
            </a:pPr>
            <a:r>
              <a:rPr lang="en-US" sz="1100" b="1" noProof="0">
                <a:latin typeface="IBM Plex Sans"/>
                <a:ea typeface="IBM Plex Sans"/>
                <a:cs typeface="IBM Plex Sans"/>
                <a:sym typeface="IBM Plex Sans"/>
              </a:rPr>
              <a:t>US Devices </a:t>
            </a:r>
          </a:p>
          <a:p>
            <a:pPr marL="463550" lvl="1" indent="-171450">
              <a:spcBef>
                <a:spcPts val="400"/>
              </a:spcBef>
              <a:buClr>
                <a:schemeClr val="dk1"/>
              </a:buClr>
              <a:buSzPts val="1200"/>
              <a:buFont typeface="Arial"/>
              <a:buChar char="•"/>
            </a:pPr>
            <a:r>
              <a:rPr lang="en-US" sz="1100" noProof="0">
                <a:latin typeface="IBM Plex Sans"/>
                <a:ea typeface="IBM Plex Sans"/>
                <a:cs typeface="IBM Plex Sans"/>
                <a:sym typeface="IBM Plex Sans"/>
              </a:rPr>
              <a:t>Mobile: 58%</a:t>
            </a:r>
          </a:p>
          <a:p>
            <a:pPr marL="463550" lvl="1" indent="-171450">
              <a:spcBef>
                <a:spcPts val="400"/>
              </a:spcBef>
              <a:buClr>
                <a:schemeClr val="dk1"/>
              </a:buClr>
              <a:buSzPts val="1200"/>
              <a:buFont typeface="Arial"/>
              <a:buChar char="•"/>
            </a:pPr>
            <a:r>
              <a:rPr lang="en-US" sz="1100" noProof="0">
                <a:latin typeface="IBM Plex Sans"/>
                <a:ea typeface="IBM Plex Sans"/>
                <a:cs typeface="IBM Plex Sans"/>
                <a:sym typeface="IBM Plex Sans"/>
              </a:rPr>
              <a:t>Desktop: 42%</a:t>
            </a:r>
          </a:p>
          <a:p>
            <a:pPr marL="228600" lvl="1" indent="-171450">
              <a:spcBef>
                <a:spcPts val="400"/>
              </a:spcBef>
              <a:buClr>
                <a:schemeClr val="dk1"/>
              </a:buClr>
              <a:buSzPts val="1200"/>
              <a:buFont typeface="Arial"/>
              <a:buChar char="•"/>
            </a:pPr>
            <a:r>
              <a:rPr lang="en-US" sz="1100" b="1" noProof="0" err="1">
                <a:latin typeface="IBM Plex Sans"/>
                <a:ea typeface="IBM Plex Sans"/>
                <a:cs typeface="IBM Plex Sans"/>
                <a:sym typeface="IBM Plex Sans"/>
              </a:rPr>
              <a:t>RoW</a:t>
            </a:r>
            <a:r>
              <a:rPr lang="en-US" sz="1100" b="1" noProof="0">
                <a:latin typeface="IBM Plex Sans"/>
                <a:ea typeface="IBM Plex Sans"/>
                <a:cs typeface="IBM Plex Sans"/>
                <a:sym typeface="IBM Plex Sans"/>
              </a:rPr>
              <a:t> Devices</a:t>
            </a:r>
          </a:p>
          <a:p>
            <a:pPr marL="463550" lvl="1" indent="-171450">
              <a:spcBef>
                <a:spcPts val="400"/>
              </a:spcBef>
              <a:buClr>
                <a:schemeClr val="dk1"/>
              </a:buClr>
              <a:buSzPts val="1200"/>
              <a:buFont typeface="Arial"/>
              <a:buChar char="•"/>
            </a:pPr>
            <a:r>
              <a:rPr lang="en-US" sz="1100" noProof="0">
                <a:latin typeface="IBM Plex Sans"/>
                <a:ea typeface="IBM Plex Sans"/>
                <a:cs typeface="IBM Plex Sans"/>
                <a:sym typeface="IBM Plex Sans"/>
              </a:rPr>
              <a:t>Mobile: 63%</a:t>
            </a:r>
          </a:p>
          <a:p>
            <a:pPr marL="463550" lvl="1" indent="-171450">
              <a:spcBef>
                <a:spcPts val="400"/>
              </a:spcBef>
              <a:buClr>
                <a:schemeClr val="dk1"/>
              </a:buClr>
              <a:buSzPts val="1200"/>
              <a:buFont typeface="Arial"/>
              <a:buChar char="•"/>
            </a:pPr>
            <a:r>
              <a:rPr lang="en-US" sz="1100" noProof="0">
                <a:latin typeface="IBM Plex Sans"/>
                <a:ea typeface="IBM Plex Sans"/>
                <a:cs typeface="IBM Plex Sans"/>
                <a:sym typeface="IBM Plex Sans"/>
              </a:rPr>
              <a:t>Desktop: 37%</a:t>
            </a:r>
          </a:p>
        </p:txBody>
      </p:sp>
      <p:sp>
        <p:nvSpPr>
          <p:cNvPr id="8" name="Google Shape;734;p54">
            <a:extLst>
              <a:ext uri="{FF2B5EF4-FFF2-40B4-BE49-F238E27FC236}">
                <a16:creationId xmlns:a16="http://schemas.microsoft.com/office/drawing/2014/main" id="{E45DB51B-664F-1B99-F4DF-703D6CAEC352}"/>
              </a:ext>
            </a:extLst>
          </p:cNvPr>
          <p:cNvSpPr/>
          <p:nvPr/>
        </p:nvSpPr>
        <p:spPr>
          <a:xfrm>
            <a:off x="9191625" y="1169337"/>
            <a:ext cx="257977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Methodology</a:t>
            </a:r>
            <a:endParaRPr lang="en-US" noProof="0"/>
          </a:p>
        </p:txBody>
      </p:sp>
      <p:sp>
        <p:nvSpPr>
          <p:cNvPr id="9" name="Google Shape;732;p54">
            <a:extLst>
              <a:ext uri="{FF2B5EF4-FFF2-40B4-BE49-F238E27FC236}">
                <a16:creationId xmlns:a16="http://schemas.microsoft.com/office/drawing/2014/main" id="{6B6A92D7-394E-1ED1-3C7F-C58E55934E3D}"/>
              </a:ext>
            </a:extLst>
          </p:cNvPr>
          <p:cNvSpPr txBox="1"/>
          <p:nvPr/>
        </p:nvSpPr>
        <p:spPr>
          <a:xfrm>
            <a:off x="420595" y="5671889"/>
            <a:ext cx="11350811" cy="461624"/>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r>
              <a:rPr lang="en-US" b="1" noProof="0">
                <a:latin typeface="IBM Plex Sans"/>
              </a:rPr>
              <a:t>Significant decline across all segments and geographies</a:t>
            </a:r>
            <a:r>
              <a:rPr lang="en-US" b="1" noProof="0">
                <a:latin typeface="IBM Plex Sans"/>
                <a:sym typeface="IBM Plex Sans"/>
              </a:rPr>
              <a:t>, with steeper declines in desktop than mobile</a:t>
            </a:r>
            <a:endParaRPr lang="en-US" b="1" noProof="0">
              <a:latin typeface="IBM Plex Sans"/>
            </a:endParaRPr>
          </a:p>
        </p:txBody>
      </p:sp>
      <p:graphicFrame>
        <p:nvGraphicFramePr>
          <p:cNvPr id="10" name="Google Shape;710;p54">
            <a:extLst>
              <a:ext uri="{FF2B5EF4-FFF2-40B4-BE49-F238E27FC236}">
                <a16:creationId xmlns:a16="http://schemas.microsoft.com/office/drawing/2014/main" id="{27EB848E-CCDC-2433-0DE1-CDD75A292AE7}"/>
              </a:ext>
            </a:extLst>
          </p:cNvPr>
          <p:cNvGraphicFramePr/>
          <p:nvPr>
            <p:extLst>
              <p:ext uri="{D42A27DB-BD31-4B8C-83A1-F6EECF244321}">
                <p14:modId xmlns:p14="http://schemas.microsoft.com/office/powerpoint/2010/main" val="2919740661"/>
              </p:ext>
            </p:extLst>
          </p:nvPr>
        </p:nvGraphicFramePr>
        <p:xfrm>
          <a:off x="801451" y="1799413"/>
          <a:ext cx="3955801" cy="171989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Google Shape;710;p54">
            <a:extLst>
              <a:ext uri="{FF2B5EF4-FFF2-40B4-BE49-F238E27FC236}">
                <a16:creationId xmlns:a16="http://schemas.microsoft.com/office/drawing/2014/main" id="{74EFD6EE-AB8A-F70B-3237-F4A16901DBF7}"/>
              </a:ext>
            </a:extLst>
          </p:cNvPr>
          <p:cNvGraphicFramePr/>
          <p:nvPr>
            <p:extLst>
              <p:ext uri="{D42A27DB-BD31-4B8C-83A1-F6EECF244321}">
                <p14:modId xmlns:p14="http://schemas.microsoft.com/office/powerpoint/2010/main" val="619344875"/>
              </p:ext>
            </p:extLst>
          </p:nvPr>
        </p:nvGraphicFramePr>
        <p:xfrm>
          <a:off x="4996400" y="1799413"/>
          <a:ext cx="3955801" cy="171989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 name="Google Shape;710;p54">
            <a:extLst>
              <a:ext uri="{FF2B5EF4-FFF2-40B4-BE49-F238E27FC236}">
                <a16:creationId xmlns:a16="http://schemas.microsoft.com/office/drawing/2014/main" id="{B2BD230C-DFBD-D148-98B9-1BE59EDA542F}"/>
              </a:ext>
            </a:extLst>
          </p:cNvPr>
          <p:cNvGraphicFramePr/>
          <p:nvPr>
            <p:extLst>
              <p:ext uri="{D42A27DB-BD31-4B8C-83A1-F6EECF244321}">
                <p14:modId xmlns:p14="http://schemas.microsoft.com/office/powerpoint/2010/main" val="587865108"/>
              </p:ext>
            </p:extLst>
          </p:nvPr>
        </p:nvGraphicFramePr>
        <p:xfrm>
          <a:off x="801451" y="3631770"/>
          <a:ext cx="3955801" cy="174548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3" name="Google Shape;710;p54">
            <a:extLst>
              <a:ext uri="{FF2B5EF4-FFF2-40B4-BE49-F238E27FC236}">
                <a16:creationId xmlns:a16="http://schemas.microsoft.com/office/drawing/2014/main" id="{9BE0B640-AA83-4B9D-5583-CAE0C1E07EF2}"/>
              </a:ext>
            </a:extLst>
          </p:cNvPr>
          <p:cNvGraphicFramePr/>
          <p:nvPr>
            <p:extLst>
              <p:ext uri="{D42A27DB-BD31-4B8C-83A1-F6EECF244321}">
                <p14:modId xmlns:p14="http://schemas.microsoft.com/office/powerpoint/2010/main" val="1523520715"/>
              </p:ext>
            </p:extLst>
          </p:nvPr>
        </p:nvGraphicFramePr>
        <p:xfrm>
          <a:off x="4996400" y="3631770"/>
          <a:ext cx="3955801" cy="1745488"/>
        </p:xfrm>
        <a:graphic>
          <a:graphicData uri="http://schemas.openxmlformats.org/drawingml/2006/chart">
            <c:chart xmlns:c="http://schemas.openxmlformats.org/drawingml/2006/chart" xmlns:r="http://schemas.openxmlformats.org/officeDocument/2006/relationships" r:id="rId6"/>
          </a:graphicData>
        </a:graphic>
      </p:graphicFrame>
      <p:cxnSp>
        <p:nvCxnSpPr>
          <p:cNvPr id="30" name="Straight Connector 29">
            <a:extLst>
              <a:ext uri="{FF2B5EF4-FFF2-40B4-BE49-F238E27FC236}">
                <a16:creationId xmlns:a16="http://schemas.microsoft.com/office/drawing/2014/main" id="{30AF02FF-0E40-4A78-DC17-9C633C6F3FC6}"/>
              </a:ext>
            </a:extLst>
          </p:cNvPr>
          <p:cNvCxnSpPr/>
          <p:nvPr/>
        </p:nvCxnSpPr>
        <p:spPr>
          <a:xfrm>
            <a:off x="4876826" y="1608545"/>
            <a:ext cx="0" cy="3794700"/>
          </a:xfrm>
          <a:prstGeom prst="line">
            <a:avLst/>
          </a:prstGeom>
          <a:ln>
            <a:solidFill>
              <a:srgbClr val="7030A0"/>
            </a:solidFill>
            <a:prstDash val="lgDash"/>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1572216D-F5E0-C0E1-D9E7-8FE6A9DF4F5D}"/>
              </a:ext>
            </a:extLst>
          </p:cNvPr>
          <p:cNvCxnSpPr>
            <a:cxnSpLocks/>
          </p:cNvCxnSpPr>
          <p:nvPr/>
        </p:nvCxnSpPr>
        <p:spPr>
          <a:xfrm>
            <a:off x="1762539" y="2002357"/>
            <a:ext cx="1974574" cy="379707"/>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95C98C22-579B-564D-1DB0-1C0789973732}"/>
              </a:ext>
            </a:extLst>
          </p:cNvPr>
          <p:cNvSpPr/>
          <p:nvPr/>
        </p:nvSpPr>
        <p:spPr>
          <a:xfrm>
            <a:off x="2307277" y="2086476"/>
            <a:ext cx="1085917"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50" b="1" noProof="0">
                <a:solidFill>
                  <a:schemeClr val="tx1"/>
                </a:solidFill>
                <a:latin typeface="IBM Plex Sans" panose="020B0503050203000203" pitchFamily="34" charset="0"/>
              </a:rPr>
              <a:t>-13.2% p.a.</a:t>
            </a:r>
          </a:p>
        </p:txBody>
      </p:sp>
      <p:cxnSp>
        <p:nvCxnSpPr>
          <p:cNvPr id="35" name="Straight Arrow Connector 34">
            <a:extLst>
              <a:ext uri="{FF2B5EF4-FFF2-40B4-BE49-F238E27FC236}">
                <a16:creationId xmlns:a16="http://schemas.microsoft.com/office/drawing/2014/main" id="{3A208310-18BA-9773-B432-E587C1612685}"/>
              </a:ext>
            </a:extLst>
          </p:cNvPr>
          <p:cNvCxnSpPr>
            <a:cxnSpLocks/>
          </p:cNvCxnSpPr>
          <p:nvPr/>
        </p:nvCxnSpPr>
        <p:spPr>
          <a:xfrm>
            <a:off x="5843276" y="1959154"/>
            <a:ext cx="2133600" cy="406212"/>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36" name="Oval 35">
            <a:extLst>
              <a:ext uri="{FF2B5EF4-FFF2-40B4-BE49-F238E27FC236}">
                <a16:creationId xmlns:a16="http://schemas.microsoft.com/office/drawing/2014/main" id="{CCFBD020-D3FB-E168-BDF6-F33A22D6220E}"/>
              </a:ext>
            </a:extLst>
          </p:cNvPr>
          <p:cNvSpPr/>
          <p:nvPr/>
        </p:nvSpPr>
        <p:spPr>
          <a:xfrm>
            <a:off x="6352194" y="2038666"/>
            <a:ext cx="1072377"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50" b="1" noProof="0">
                <a:solidFill>
                  <a:schemeClr val="tx1"/>
                </a:solidFill>
                <a:latin typeface="IBM Plex Sans" panose="020B0503050203000203" pitchFamily="34" charset="0"/>
              </a:rPr>
              <a:t>-12.1% p.a.</a:t>
            </a:r>
          </a:p>
        </p:txBody>
      </p:sp>
      <p:cxnSp>
        <p:nvCxnSpPr>
          <p:cNvPr id="37" name="Straight Arrow Connector 36">
            <a:extLst>
              <a:ext uri="{FF2B5EF4-FFF2-40B4-BE49-F238E27FC236}">
                <a16:creationId xmlns:a16="http://schemas.microsoft.com/office/drawing/2014/main" id="{08739BCC-4904-C57E-482E-8470CD3BC8BE}"/>
              </a:ext>
            </a:extLst>
          </p:cNvPr>
          <p:cNvCxnSpPr>
            <a:cxnSpLocks/>
          </p:cNvCxnSpPr>
          <p:nvPr/>
        </p:nvCxnSpPr>
        <p:spPr>
          <a:xfrm>
            <a:off x="5843276" y="3625391"/>
            <a:ext cx="2133600" cy="543339"/>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42CC3CBE-0E61-94DA-4543-98740E34F46C}"/>
              </a:ext>
            </a:extLst>
          </p:cNvPr>
          <p:cNvSpPr/>
          <p:nvPr/>
        </p:nvSpPr>
        <p:spPr>
          <a:xfrm>
            <a:off x="6309702" y="3791336"/>
            <a:ext cx="1157360"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50" b="1" noProof="0">
                <a:solidFill>
                  <a:schemeClr val="tx1"/>
                </a:solidFill>
                <a:latin typeface="IBM Plex Sans" panose="020B0503050203000203" pitchFamily="34" charset="0"/>
              </a:rPr>
              <a:t>-11.4% p.a.</a:t>
            </a:r>
          </a:p>
        </p:txBody>
      </p:sp>
      <p:cxnSp>
        <p:nvCxnSpPr>
          <p:cNvPr id="39" name="Straight Arrow Connector 38">
            <a:extLst>
              <a:ext uri="{FF2B5EF4-FFF2-40B4-BE49-F238E27FC236}">
                <a16:creationId xmlns:a16="http://schemas.microsoft.com/office/drawing/2014/main" id="{7D7D7546-1FA5-6F77-265A-4446A505746A}"/>
              </a:ext>
            </a:extLst>
          </p:cNvPr>
          <p:cNvCxnSpPr>
            <a:cxnSpLocks/>
          </p:cNvCxnSpPr>
          <p:nvPr/>
        </p:nvCxnSpPr>
        <p:spPr>
          <a:xfrm>
            <a:off x="1762539" y="3752713"/>
            <a:ext cx="2133600" cy="543339"/>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40" name="Oval 39">
            <a:extLst>
              <a:ext uri="{FF2B5EF4-FFF2-40B4-BE49-F238E27FC236}">
                <a16:creationId xmlns:a16="http://schemas.microsoft.com/office/drawing/2014/main" id="{FC1AD45F-B2F3-AE00-9BB0-F36083127C38}"/>
              </a:ext>
            </a:extLst>
          </p:cNvPr>
          <p:cNvSpPr/>
          <p:nvPr/>
        </p:nvSpPr>
        <p:spPr>
          <a:xfrm>
            <a:off x="2241715" y="3899374"/>
            <a:ext cx="1102119" cy="216076"/>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050" b="1" noProof="0">
                <a:solidFill>
                  <a:schemeClr val="tx1"/>
                </a:solidFill>
                <a:latin typeface="IBM Plex Sans" panose="020B0503050203000203" pitchFamily="34" charset="0"/>
              </a:rPr>
              <a:t>-12.7% p.a.</a:t>
            </a:r>
          </a:p>
        </p:txBody>
      </p:sp>
      <p:sp>
        <p:nvSpPr>
          <p:cNvPr id="22" name="Google Shape;816;p57">
            <a:extLst>
              <a:ext uri="{FF2B5EF4-FFF2-40B4-BE49-F238E27FC236}">
                <a16:creationId xmlns:a16="http://schemas.microsoft.com/office/drawing/2014/main" id="{9E481F1B-BF70-2DD0-3F41-A2D979942E06}"/>
              </a:ext>
            </a:extLst>
          </p:cNvPr>
          <p:cNvSpPr/>
          <p:nvPr/>
        </p:nvSpPr>
        <p:spPr>
          <a:xfrm>
            <a:off x="420594" y="6360807"/>
            <a:ext cx="9858843" cy="107722"/>
          </a:xfrm>
          <a:prstGeom prst="roundRect">
            <a:avLst>
              <a:gd name="adj" fmla="val 0"/>
            </a:avLst>
          </a:prstGeom>
          <a:noFill/>
          <a:ln>
            <a:noFill/>
          </a:ln>
        </p:spPr>
        <p:txBody>
          <a:bodyPr spcFirstLastPara="1" wrap="square" lIns="0" tIns="0" rIns="0" bIns="0" anchor="b" anchorCtr="0">
            <a:spAutoFit/>
          </a:bodyPr>
          <a:lstStyle/>
          <a:p>
            <a:r>
              <a:rPr lang="en-US" sz="700" b="0" i="0" u="none" strike="noStrike" cap="none" noProof="0">
                <a:solidFill>
                  <a:schemeClr val="bg1">
                    <a:lumMod val="49000"/>
                  </a:schemeClr>
                </a:solidFill>
                <a:latin typeface="IBM Plex Sans"/>
                <a:ea typeface="IBM Plex Sans"/>
                <a:cs typeface="IBM Plex Sans"/>
                <a:sym typeface="IBM Plex Sans"/>
              </a:rPr>
              <a:t>Sources: (1) </a:t>
            </a:r>
            <a:r>
              <a:rPr lang="en-US" sz="700" noProof="0">
                <a:solidFill>
                  <a:srgbClr val="7D7D7D"/>
                </a:solidFill>
                <a:latin typeface="IBM Plex Sans"/>
                <a:ea typeface="IBM Plex Sans"/>
                <a:cs typeface="IBM Plex Sans"/>
                <a:sym typeface="IBM Plex Sans"/>
                <a:hlinkClick r:id="rId7" action="ppaction://hlinksldjump">
                  <a:extLst>
                    <a:ext uri="{A12FA001-AC4F-418D-AE19-62706E023703}">
                      <ahyp:hlinkClr xmlns:ahyp="http://schemas.microsoft.com/office/drawing/2018/hyperlinkcolor" val="tx"/>
                    </a:ext>
                  </a:extLst>
                </a:hlinkClick>
              </a:rPr>
              <a:t>Scenarios assumptions </a:t>
            </a:r>
            <a:r>
              <a:rPr lang="en-US" sz="700" b="0" i="0" u="none" strike="noStrike" cap="none" noProof="0">
                <a:solidFill>
                  <a:srgbClr val="7D7D7D"/>
                </a:solidFill>
                <a:latin typeface="IBM Plex Sans"/>
                <a:ea typeface="IBM Plex Sans"/>
                <a:cs typeface="IBM Plex Sans"/>
                <a:sym typeface="IBM Plex Sans"/>
                <a:hlinkClick r:id="rId7" action="ppaction://hlinksldjump">
                  <a:extLst>
                    <a:ext uri="{A12FA001-AC4F-418D-AE19-62706E023703}">
                      <ahyp:hlinkClr xmlns:ahyp="http://schemas.microsoft.com/office/drawing/2018/hyperlinkcolor" val="tx"/>
                    </a:ext>
                  </a:extLst>
                </a:hlinkClick>
              </a:rPr>
              <a:t>slide</a:t>
            </a:r>
            <a:r>
              <a:rPr lang="en-US" sz="700" b="0" i="0" u="none" strike="noStrike" cap="none" noProof="0">
                <a:solidFill>
                  <a:schemeClr val="bg1">
                    <a:lumMod val="49000"/>
                  </a:schemeClr>
                </a:solidFill>
                <a:latin typeface="IBM Plex Sans"/>
                <a:ea typeface="IBM Plex Sans"/>
                <a:cs typeface="IBM Plex Sans"/>
                <a:sym typeface="IBM Plex Sans"/>
              </a:rPr>
              <a:t> for Volume and Revenue Projection and </a:t>
            </a:r>
            <a:r>
              <a:rPr lang="en-US" sz="700" noProof="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appendix slide with details of region and device methodology</a:t>
            </a:r>
            <a:r>
              <a:rPr lang="en-US" sz="700" noProof="0">
                <a:solidFill>
                  <a:schemeClr val="bg1">
                    <a:lumMod val="49000"/>
                  </a:schemeClr>
                </a:solidFill>
                <a:latin typeface="IBM Plex Sans"/>
                <a:ea typeface="IBM Plex Sans"/>
                <a:cs typeface="IBM Plex Sans"/>
                <a:sym typeface="IBM Plex Sans"/>
              </a:rPr>
              <a:t> an</a:t>
            </a:r>
            <a:r>
              <a:rPr lang="en-US" sz="700" noProof="0">
                <a:solidFill>
                  <a:srgbClr val="7F7F7F"/>
                </a:solidFill>
                <a:latin typeface="IBM Plex Sans"/>
                <a:ea typeface="IBM Plex Sans"/>
                <a:cs typeface="IBM Plex Sans"/>
                <a:sym typeface="IBM Plex Sans"/>
              </a:rPr>
              <a:t>d change in the 2025-2030 period</a:t>
            </a:r>
            <a:endParaRPr lang="en-US" sz="700" noProof="0">
              <a:latin typeface="IBM Plex Sans"/>
              <a:ea typeface="IBM Plex Sans"/>
              <a:cs typeface="IBM Plex Sans"/>
              <a:sym typeface="IBM Plex Sans"/>
            </a:endParaRPr>
          </a:p>
        </p:txBody>
      </p:sp>
      <p:sp>
        <p:nvSpPr>
          <p:cNvPr id="15" name="CaixaDeTexto 14">
            <a:extLst>
              <a:ext uri="{FF2B5EF4-FFF2-40B4-BE49-F238E27FC236}">
                <a16:creationId xmlns:a16="http://schemas.microsoft.com/office/drawing/2014/main" id="{D526B2F9-901B-87D3-8578-85382F59A5A7}"/>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scenarios</a:t>
            </a:r>
          </a:p>
        </p:txBody>
      </p:sp>
      <p:sp>
        <p:nvSpPr>
          <p:cNvPr id="16" name="Google Shape;715;p54">
            <a:extLst>
              <a:ext uri="{FF2B5EF4-FFF2-40B4-BE49-F238E27FC236}">
                <a16:creationId xmlns:a16="http://schemas.microsoft.com/office/drawing/2014/main" id="{5C204137-BD6F-DD92-B50A-3DCE880ECC29}"/>
              </a:ext>
            </a:extLst>
          </p:cNvPr>
          <p:cNvSpPr/>
          <p:nvPr/>
        </p:nvSpPr>
        <p:spPr>
          <a:xfrm rot="-5400000">
            <a:off x="-298745" y="2478534"/>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dk1"/>
                </a:solidFill>
                <a:latin typeface="IBM Plex Sans"/>
                <a:ea typeface="IBM Plex Sans"/>
                <a:cs typeface="IBM Plex Sans"/>
                <a:sym typeface="IBM Plex Sans"/>
              </a:rPr>
              <a:t>United States</a:t>
            </a:r>
          </a:p>
        </p:txBody>
      </p:sp>
      <p:sp>
        <p:nvSpPr>
          <p:cNvPr id="23" name="Google Shape;716;p54">
            <a:extLst>
              <a:ext uri="{FF2B5EF4-FFF2-40B4-BE49-F238E27FC236}">
                <a16:creationId xmlns:a16="http://schemas.microsoft.com/office/drawing/2014/main" id="{8930425C-0240-3ACF-523A-910C0033F888}"/>
              </a:ext>
            </a:extLst>
          </p:cNvPr>
          <p:cNvSpPr/>
          <p:nvPr/>
        </p:nvSpPr>
        <p:spPr>
          <a:xfrm rot="-5400000">
            <a:off x="-298745" y="4308333"/>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err="1">
                <a:solidFill>
                  <a:schemeClr val="dk1"/>
                </a:solidFill>
                <a:latin typeface="IBM Plex Sans"/>
                <a:ea typeface="IBM Plex Sans"/>
                <a:cs typeface="IBM Plex Sans"/>
                <a:sym typeface="IBM Plex Sans"/>
              </a:rPr>
              <a:t>RoW</a:t>
            </a:r>
            <a:endParaRPr lang="en-US" sz="1400" b="1" i="0" u="none" strike="noStrike" cap="none" noProof="0">
              <a:solidFill>
                <a:schemeClr val="dk1"/>
              </a:solidFill>
              <a:latin typeface="IBM Plex Sans"/>
              <a:ea typeface="IBM Plex Sans"/>
              <a:cs typeface="IBM Plex Sans"/>
              <a:sym typeface="IBM Plex Sans"/>
            </a:endParaRPr>
          </a:p>
        </p:txBody>
      </p:sp>
      <p:sp>
        <p:nvSpPr>
          <p:cNvPr id="24" name="TextBox 23">
            <a:extLst>
              <a:ext uri="{FF2B5EF4-FFF2-40B4-BE49-F238E27FC236}">
                <a16:creationId xmlns:a16="http://schemas.microsoft.com/office/drawing/2014/main" id="{11A64030-C949-6BE4-D2EF-2277722F8895}"/>
              </a:ext>
            </a:extLst>
          </p:cNvPr>
          <p:cNvSpPr txBox="1"/>
          <p:nvPr/>
        </p:nvSpPr>
        <p:spPr>
          <a:xfrm>
            <a:off x="2063162" y="1547986"/>
            <a:ext cx="1357713" cy="307777"/>
          </a:xfrm>
          <a:prstGeom prst="rect">
            <a:avLst/>
          </a:prstGeom>
          <a:solidFill>
            <a:schemeClr val="bg1"/>
          </a:solidFill>
        </p:spPr>
        <p:txBody>
          <a:bodyPr wrap="square" rtlCol="0">
            <a:spAutoFit/>
          </a:bodyPr>
          <a:lstStyle/>
          <a:p>
            <a:pPr algn="ctr"/>
            <a:r>
              <a:rPr lang="en-US" b="1" noProof="0">
                <a:latin typeface="IBM Plex Sans" panose="020B0503050203000203" pitchFamily="34" charset="0"/>
              </a:rPr>
              <a:t>Desktop</a:t>
            </a:r>
          </a:p>
        </p:txBody>
      </p:sp>
      <p:sp>
        <p:nvSpPr>
          <p:cNvPr id="25" name="TextBox 24">
            <a:extLst>
              <a:ext uri="{FF2B5EF4-FFF2-40B4-BE49-F238E27FC236}">
                <a16:creationId xmlns:a16="http://schemas.microsoft.com/office/drawing/2014/main" id="{731BD668-92B1-8EAD-2F5B-F36CC7555EC2}"/>
              </a:ext>
            </a:extLst>
          </p:cNvPr>
          <p:cNvSpPr txBox="1"/>
          <p:nvPr/>
        </p:nvSpPr>
        <p:spPr>
          <a:xfrm>
            <a:off x="6238970" y="1547986"/>
            <a:ext cx="1357713" cy="307777"/>
          </a:xfrm>
          <a:prstGeom prst="rect">
            <a:avLst/>
          </a:prstGeom>
          <a:solidFill>
            <a:schemeClr val="bg1"/>
          </a:solidFill>
        </p:spPr>
        <p:txBody>
          <a:bodyPr wrap="square" rtlCol="0">
            <a:spAutoFit/>
          </a:bodyPr>
          <a:lstStyle/>
          <a:p>
            <a:pPr algn="ctr"/>
            <a:r>
              <a:rPr lang="en-US" b="1" noProof="0">
                <a:latin typeface="IBM Plex Sans" panose="020B0503050203000203" pitchFamily="34" charset="0"/>
              </a:rPr>
              <a:t>Mobile</a:t>
            </a:r>
          </a:p>
        </p:txBody>
      </p:sp>
    </p:spTree>
    <p:extLst>
      <p:ext uri="{BB962C8B-B14F-4D97-AF65-F5344CB8AC3E}">
        <p14:creationId xmlns:p14="http://schemas.microsoft.com/office/powerpoint/2010/main" val="394943427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938">
          <a:extLst>
            <a:ext uri="{FF2B5EF4-FFF2-40B4-BE49-F238E27FC236}">
              <a16:creationId xmlns:a16="http://schemas.microsoft.com/office/drawing/2014/main" id="{8ECC7077-5F4C-3BBE-B2CC-31420001FC95}"/>
            </a:ext>
          </a:extLst>
        </p:cNvPr>
        <p:cNvGrpSpPr/>
        <p:nvPr/>
      </p:nvGrpSpPr>
      <p:grpSpPr>
        <a:xfrm>
          <a:off x="0" y="0"/>
          <a:ext cx="0" cy="0"/>
          <a:chOff x="0" y="0"/>
          <a:chExt cx="0" cy="0"/>
        </a:xfrm>
      </p:grpSpPr>
      <p:sp>
        <p:nvSpPr>
          <p:cNvPr id="940" name="Google Shape;940;p66">
            <a:extLst>
              <a:ext uri="{FF2B5EF4-FFF2-40B4-BE49-F238E27FC236}">
                <a16:creationId xmlns:a16="http://schemas.microsoft.com/office/drawing/2014/main" id="{F680C0F5-1F7E-2301-541A-EEFC3952C34A}"/>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35</a:t>
            </a:fld>
            <a:endParaRPr lang="en-US" noProof="0"/>
          </a:p>
        </p:txBody>
      </p:sp>
      <p:sp>
        <p:nvSpPr>
          <p:cNvPr id="941" name="Google Shape;941;p66">
            <a:extLst>
              <a:ext uri="{FF2B5EF4-FFF2-40B4-BE49-F238E27FC236}">
                <a16:creationId xmlns:a16="http://schemas.microsoft.com/office/drawing/2014/main" id="{0B9AF03B-D6EA-BF41-17D2-1A5D0E057B06}"/>
              </a:ext>
            </a:extLst>
          </p:cNvPr>
          <p:cNvSpPr txBox="1">
            <a:spLocks noGrp="1"/>
          </p:cNvSpPr>
          <p:nvPr>
            <p:ph type="title"/>
          </p:nvPr>
        </p:nvSpPr>
        <p:spPr>
          <a:xfrm>
            <a:off x="420595" y="504611"/>
            <a:ext cx="11350811" cy="1163395"/>
          </a:xfrm>
          <a:prstGeom prst="rect">
            <a:avLst/>
          </a:prstGeom>
          <a:noFill/>
          <a:ln>
            <a:noFill/>
          </a:ln>
        </p:spPr>
        <p:txBody>
          <a:bodyPr spcFirstLastPara="1" wrap="square" lIns="0" tIns="0" rIns="0" bIns="0" anchor="t" anchorCtr="0">
            <a:spAutoFit/>
          </a:bodyPr>
          <a:lstStyle/>
          <a:p>
            <a:pPr lvl="0"/>
            <a:r>
              <a:rPr lang="en-US" noProof="0"/>
              <a:t>Search volume growth moderates post-2025, with resilience concentrated in revenue-generating segments</a:t>
            </a:r>
            <a:br>
              <a:rPr lang="en-US" noProof="0"/>
            </a:br>
            <a:endParaRPr lang="en-US" noProof="0"/>
          </a:p>
        </p:txBody>
      </p:sp>
      <p:sp>
        <p:nvSpPr>
          <p:cNvPr id="957" name="Google Shape;957;p66">
            <a:extLst>
              <a:ext uri="{FF2B5EF4-FFF2-40B4-BE49-F238E27FC236}">
                <a16:creationId xmlns:a16="http://schemas.microsoft.com/office/drawing/2014/main" id="{32DB662C-FAF9-503F-33CD-F91C4896AB74}"/>
              </a:ext>
            </a:extLst>
          </p:cNvPr>
          <p:cNvSpPr txBox="1"/>
          <p:nvPr/>
        </p:nvSpPr>
        <p:spPr>
          <a:xfrm>
            <a:off x="420595" y="5567114"/>
            <a:ext cx="11350625" cy="571495"/>
          </a:xfrm>
          <a:prstGeom prst="rect">
            <a:avLst/>
          </a:prstGeom>
          <a:solidFill>
            <a:srgbClr val="00B050">
              <a:alpha val="48627"/>
            </a:srgbClr>
          </a:solidFill>
          <a:ln>
            <a:noFill/>
          </a:ln>
        </p:spPr>
        <p:txBody>
          <a:bodyPr spcFirstLastPara="1" wrap="square" lIns="91425" tIns="45700" rIns="91425" bIns="45700" anchor="ctr" anchorCtr="0">
            <a:noAutofit/>
          </a:bodyPr>
          <a:lstStyle/>
          <a:p>
            <a:pPr lvl="0" algn="ctr"/>
            <a:r>
              <a:rPr lang="en-US" b="1" noProof="0">
                <a:latin typeface="IBM Plex Sans"/>
              </a:rPr>
              <a:t>These dynamics imply slower but positive search volume growth, forming the basis for the detailed volume calculations on the next slide</a:t>
            </a:r>
          </a:p>
        </p:txBody>
      </p:sp>
      <p:sp>
        <p:nvSpPr>
          <p:cNvPr id="958" name="Google Shape;958;p66">
            <a:extLst>
              <a:ext uri="{FF2B5EF4-FFF2-40B4-BE49-F238E27FC236}">
                <a16:creationId xmlns:a16="http://schemas.microsoft.com/office/drawing/2014/main" id="{8803B644-17E6-EE65-CB05-68992C75077F}"/>
              </a:ext>
            </a:extLst>
          </p:cNvPr>
          <p:cNvSpPr txBox="1"/>
          <p:nvPr/>
        </p:nvSpPr>
        <p:spPr>
          <a:xfrm>
            <a:off x="420595" y="6215008"/>
            <a:ext cx="10171205" cy="323165"/>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 </a:t>
            </a:r>
            <a:r>
              <a:rPr lang="en-US" sz="700" b="0" i="0" u="sng" strike="noStrike" cap="none" noProof="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Search Engine Land</a:t>
            </a:r>
            <a:r>
              <a:rPr lang="en-US" sz="700" u="sng" noProof="0" dirty="0">
                <a:solidFill>
                  <a:srgbClr val="7F7F7F"/>
                </a:solidFill>
                <a:latin typeface="IBM Plex Sans"/>
                <a:ea typeface="IBM Plex Sans"/>
                <a:cs typeface="IBM Plex Sans"/>
                <a:sym typeface="IBM Plex Sans"/>
              </a:rPr>
              <a:t>;</a:t>
            </a:r>
            <a:r>
              <a:rPr lang="en-US" sz="700" b="0" i="0" u="none" strike="noStrike" cap="none" noProof="0" dirty="0">
                <a:solidFill>
                  <a:srgbClr val="7F7F7F"/>
                </a:solidFill>
                <a:latin typeface="IBM Plex Sans"/>
                <a:ea typeface="IBM Plex Sans"/>
                <a:cs typeface="IBM Plex Sans"/>
                <a:sym typeface="IBM Plex Sans"/>
              </a:rPr>
              <a:t> Google </a:t>
            </a:r>
            <a:r>
              <a:rPr lang="en-US" sz="700" noProof="0" dirty="0">
                <a:solidFill>
                  <a:srgbClr val="7F7F7F"/>
                </a:solidFill>
                <a:latin typeface="IBM Plex Sans"/>
                <a:ea typeface="IBM Plex Sans"/>
                <a:cs typeface="IBM Plex Sans"/>
                <a:sym typeface="IBM Plex Sans"/>
              </a:rPr>
              <a:t>market </a:t>
            </a:r>
            <a:r>
              <a:rPr lang="en-US" sz="700" b="0" i="0" u="none" strike="noStrike" cap="none" noProof="0" dirty="0">
                <a:solidFill>
                  <a:srgbClr val="7F7F7F"/>
                </a:solidFill>
                <a:latin typeface="IBM Plex Sans"/>
                <a:ea typeface="IBM Plex Sans"/>
                <a:cs typeface="IBM Plex Sans"/>
                <a:sym typeface="IBM Plex Sans"/>
              </a:rPr>
              <a:t>share from </a:t>
            </a:r>
            <a:r>
              <a:rPr lang="en-US" sz="700" b="0" i="0" u="sng" strike="noStrike" cap="none" noProof="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Semrush</a:t>
            </a:r>
            <a:r>
              <a:rPr lang="en-US" sz="700" u="sng" noProof="0" dirty="0">
                <a:solidFill>
                  <a:srgbClr val="7F7F7F"/>
                </a:solidFill>
                <a:latin typeface="IBM Plex Sans"/>
                <a:ea typeface="IBM Plex Sans"/>
                <a:cs typeface="IBM Plex Sans"/>
                <a:sym typeface="IBM Plex Sans"/>
              </a:rPr>
              <a:t>,</a:t>
            </a:r>
            <a:r>
              <a:rPr lang="en-US" sz="700" b="0" i="0" u="none" strike="noStrike" cap="none" noProof="0" dirty="0">
                <a:solidFill>
                  <a:srgbClr val="7F7F7F"/>
                </a:solidFill>
                <a:latin typeface="IBM Plex Sans"/>
                <a:ea typeface="IBM Plex Sans"/>
                <a:cs typeface="IBM Plex Sans"/>
                <a:sym typeface="IBM Plex Sans"/>
              </a:rPr>
              <a:t> (2) </a:t>
            </a:r>
            <a:r>
              <a:rPr lang="en-US" sz="700" b="0" i="0" u="sng" strike="noStrike" cap="none" noProof="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Datos</a:t>
            </a:r>
            <a:r>
              <a:rPr lang="en-US" sz="700" b="0" i="0" u="none" strike="noStrike" cap="none" noProof="0" dirty="0">
                <a:solidFill>
                  <a:srgbClr val="7F7F7F"/>
                </a:solidFill>
                <a:latin typeface="IBM Plex Sans"/>
                <a:ea typeface="IBM Plex Sans"/>
                <a:cs typeface="IBM Plex Sans"/>
                <a:sym typeface="IBM Plex Sans"/>
              </a:rPr>
              <a:t>, (3) </a:t>
            </a:r>
            <a:r>
              <a:rPr lang="en-US" sz="700" noProof="0" dirty="0">
                <a:solidFill>
                  <a:srgbClr val="7F7F7F"/>
                </a:solidFill>
                <a:latin typeface="IBM Plex Sans"/>
                <a:ea typeface="IBM Plex Sans"/>
                <a:cs typeface="IBM Plex Sans"/>
                <a:sym typeface="IBM Plex Sans"/>
              </a:rPr>
              <a:t>Slower growth in non-revenue-generating searches (≈20% lower growth vs. revenue-generating searches) as users migrate informational queries to chatbots; absolute non-revenue search volume still grows, driven by overall market expansion</a:t>
            </a:r>
            <a:r>
              <a:rPr lang="en-US" sz="700" b="0" i="0" u="none" strike="noStrike" cap="none" noProof="0" dirty="0">
                <a:solidFill>
                  <a:srgbClr val="7F7F7F"/>
                </a:solidFill>
                <a:latin typeface="IBM Plex Sans"/>
                <a:ea typeface="IBM Plex Sans"/>
                <a:cs typeface="IBM Plex Sans"/>
                <a:sym typeface="IBM Plex Sans"/>
              </a:rPr>
              <a:t> (</a:t>
            </a:r>
            <a:r>
              <a:rPr lang="en-US" sz="700" b="0" i="0" u="sng" strike="noStrike" cap="none" noProof="0" dirty="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Akron Legal News</a:t>
            </a:r>
            <a:r>
              <a:rPr lang="en-US" sz="700" b="0" i="0" u="none" strike="noStrike" cap="none" noProof="0" dirty="0">
                <a:solidFill>
                  <a:srgbClr val="7F7F7F"/>
                </a:solidFill>
                <a:latin typeface="IBM Plex Sans"/>
                <a:ea typeface="IBM Plex Sans"/>
                <a:cs typeface="IBM Plex Sans"/>
                <a:sym typeface="IBM Plex Sans"/>
              </a:rPr>
              <a:t>)</a:t>
            </a:r>
            <a:endParaRPr lang="en-US" sz="700" b="0" i="0" u="none" strike="noStrike" cap="none" noProof="0" dirty="0">
              <a:solidFill>
                <a:srgbClr val="7F7F7F"/>
              </a:solidFill>
              <a:latin typeface="IBM Plex Sans"/>
              <a:ea typeface="IBM Plex Sans"/>
              <a:cs typeface="IBM Plex Sans"/>
            </a:endParaRPr>
          </a:p>
          <a:p>
            <a:r>
              <a:rPr lang="en-US" sz="700" noProof="0" dirty="0">
                <a:solidFill>
                  <a:srgbClr val="7F7F7F"/>
                </a:solidFill>
                <a:latin typeface="IBM Plex Sans"/>
                <a:sym typeface="IBM Plex Sans"/>
              </a:rPr>
              <a:t>* Calculated based on Scenario 1 assumptions (data from </a:t>
            </a:r>
            <a:r>
              <a:rPr lang="en-US" sz="700" noProof="0" dirty="0">
                <a:solidFill>
                  <a:srgbClr val="7D7D7D"/>
                </a:solidFill>
                <a:latin typeface="IBM Plex Sans"/>
                <a:hlinkClick r:id="" action="ppaction://noaction">
                  <a:extLst>
                    <a:ext uri="{A12FA001-AC4F-418D-AE19-62706E023703}">
                      <ahyp:hlinkClr xmlns:ahyp="http://schemas.microsoft.com/office/drawing/2018/hyperlinkcolor" val="tx"/>
                    </a:ext>
                  </a:extLst>
                </a:hlinkClick>
              </a:rPr>
              <a:t>Scenarios assumptions slide</a:t>
            </a:r>
            <a:r>
              <a:rPr lang="en-US" sz="700" noProof="0" dirty="0">
                <a:solidFill>
                  <a:schemeClr val="bg1">
                    <a:lumMod val="49000"/>
                  </a:schemeClr>
                </a:solidFill>
                <a:latin typeface="IBM Plex Sans"/>
              </a:rPr>
              <a:t>)</a:t>
            </a:r>
          </a:p>
        </p:txBody>
      </p:sp>
      <p:graphicFrame>
        <p:nvGraphicFramePr>
          <p:cNvPr id="3" name="Google Shape;906;p63">
            <a:extLst>
              <a:ext uri="{FF2B5EF4-FFF2-40B4-BE49-F238E27FC236}">
                <a16:creationId xmlns:a16="http://schemas.microsoft.com/office/drawing/2014/main" id="{A472F030-CA61-CAAE-A6C5-D047FDF6B4B8}"/>
              </a:ext>
            </a:extLst>
          </p:cNvPr>
          <p:cNvGraphicFramePr/>
          <p:nvPr/>
        </p:nvGraphicFramePr>
        <p:xfrm>
          <a:off x="420595" y="1470990"/>
          <a:ext cx="11254575" cy="3780881"/>
        </p:xfrm>
        <a:graphic>
          <a:graphicData uri="http://schemas.openxmlformats.org/drawingml/2006/table">
            <a:tbl>
              <a:tblPr>
                <a:noFill/>
                <a:tableStyleId>{16461213-F4DB-495F-93F5-F8E8B3FAFA39}</a:tableStyleId>
              </a:tblPr>
              <a:tblGrid>
                <a:gridCol w="1010640">
                  <a:extLst>
                    <a:ext uri="{9D8B030D-6E8A-4147-A177-3AD203B41FA5}">
                      <a16:colId xmlns:a16="http://schemas.microsoft.com/office/drawing/2014/main" val="20000"/>
                    </a:ext>
                  </a:extLst>
                </a:gridCol>
                <a:gridCol w="682929">
                  <a:extLst>
                    <a:ext uri="{9D8B030D-6E8A-4147-A177-3AD203B41FA5}">
                      <a16:colId xmlns:a16="http://schemas.microsoft.com/office/drawing/2014/main" val="2134308005"/>
                    </a:ext>
                  </a:extLst>
                </a:gridCol>
                <a:gridCol w="682929">
                  <a:extLst>
                    <a:ext uri="{9D8B030D-6E8A-4147-A177-3AD203B41FA5}">
                      <a16:colId xmlns:a16="http://schemas.microsoft.com/office/drawing/2014/main" val="20001"/>
                    </a:ext>
                  </a:extLst>
                </a:gridCol>
                <a:gridCol w="682929">
                  <a:extLst>
                    <a:ext uri="{9D8B030D-6E8A-4147-A177-3AD203B41FA5}">
                      <a16:colId xmlns:a16="http://schemas.microsoft.com/office/drawing/2014/main" val="266332328"/>
                    </a:ext>
                  </a:extLst>
                </a:gridCol>
                <a:gridCol w="682929">
                  <a:extLst>
                    <a:ext uri="{9D8B030D-6E8A-4147-A177-3AD203B41FA5}">
                      <a16:colId xmlns:a16="http://schemas.microsoft.com/office/drawing/2014/main" val="1225742941"/>
                    </a:ext>
                  </a:extLst>
                </a:gridCol>
                <a:gridCol w="682929">
                  <a:extLst>
                    <a:ext uri="{9D8B030D-6E8A-4147-A177-3AD203B41FA5}">
                      <a16:colId xmlns:a16="http://schemas.microsoft.com/office/drawing/2014/main" val="653499264"/>
                    </a:ext>
                  </a:extLst>
                </a:gridCol>
                <a:gridCol w="682929">
                  <a:extLst>
                    <a:ext uri="{9D8B030D-6E8A-4147-A177-3AD203B41FA5}">
                      <a16:colId xmlns:a16="http://schemas.microsoft.com/office/drawing/2014/main" val="827546897"/>
                    </a:ext>
                  </a:extLst>
                </a:gridCol>
                <a:gridCol w="682929">
                  <a:extLst>
                    <a:ext uri="{9D8B030D-6E8A-4147-A177-3AD203B41FA5}">
                      <a16:colId xmlns:a16="http://schemas.microsoft.com/office/drawing/2014/main" val="4080460062"/>
                    </a:ext>
                  </a:extLst>
                </a:gridCol>
                <a:gridCol w="682929">
                  <a:extLst>
                    <a:ext uri="{9D8B030D-6E8A-4147-A177-3AD203B41FA5}">
                      <a16:colId xmlns:a16="http://schemas.microsoft.com/office/drawing/2014/main" val="1694648153"/>
                    </a:ext>
                  </a:extLst>
                </a:gridCol>
                <a:gridCol w="682929">
                  <a:extLst>
                    <a:ext uri="{9D8B030D-6E8A-4147-A177-3AD203B41FA5}">
                      <a16:colId xmlns:a16="http://schemas.microsoft.com/office/drawing/2014/main" val="3855292999"/>
                    </a:ext>
                  </a:extLst>
                </a:gridCol>
                <a:gridCol w="682929">
                  <a:extLst>
                    <a:ext uri="{9D8B030D-6E8A-4147-A177-3AD203B41FA5}">
                      <a16:colId xmlns:a16="http://schemas.microsoft.com/office/drawing/2014/main" val="1154393284"/>
                    </a:ext>
                  </a:extLst>
                </a:gridCol>
                <a:gridCol w="682929">
                  <a:extLst>
                    <a:ext uri="{9D8B030D-6E8A-4147-A177-3AD203B41FA5}">
                      <a16:colId xmlns:a16="http://schemas.microsoft.com/office/drawing/2014/main" val="3237190984"/>
                    </a:ext>
                  </a:extLst>
                </a:gridCol>
                <a:gridCol w="682929">
                  <a:extLst>
                    <a:ext uri="{9D8B030D-6E8A-4147-A177-3AD203B41FA5}">
                      <a16:colId xmlns:a16="http://schemas.microsoft.com/office/drawing/2014/main" val="327744098"/>
                    </a:ext>
                  </a:extLst>
                </a:gridCol>
                <a:gridCol w="682929">
                  <a:extLst>
                    <a:ext uri="{9D8B030D-6E8A-4147-A177-3AD203B41FA5}">
                      <a16:colId xmlns:a16="http://schemas.microsoft.com/office/drawing/2014/main" val="3849882749"/>
                    </a:ext>
                  </a:extLst>
                </a:gridCol>
                <a:gridCol w="682929">
                  <a:extLst>
                    <a:ext uri="{9D8B030D-6E8A-4147-A177-3AD203B41FA5}">
                      <a16:colId xmlns:a16="http://schemas.microsoft.com/office/drawing/2014/main" val="569540342"/>
                    </a:ext>
                  </a:extLst>
                </a:gridCol>
                <a:gridCol w="682929">
                  <a:extLst>
                    <a:ext uri="{9D8B030D-6E8A-4147-A177-3AD203B41FA5}">
                      <a16:colId xmlns:a16="http://schemas.microsoft.com/office/drawing/2014/main" val="2509951319"/>
                    </a:ext>
                  </a:extLst>
                </a:gridCol>
              </a:tblGrid>
              <a:tr h="265044">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lt1"/>
                          </a:solidFill>
                          <a:latin typeface="IBM Plex Sans"/>
                          <a:ea typeface="IBM Plex Sans"/>
                          <a:cs typeface="IBM Plex Sans"/>
                          <a:sym typeface="IBM Plex Sans"/>
                        </a:rPr>
                        <a:t>Search Category</a:t>
                      </a:r>
                      <a:endParaRPr lang="en-US" sz="1200" u="none" strike="noStrike" cap="none" noProof="0">
                        <a:solidFill>
                          <a:schemeClr val="lt1"/>
                        </a:solidFill>
                        <a:latin typeface="IBM Plex Sans"/>
                        <a:ea typeface="IBM Plex Sans"/>
                        <a:cs typeface="IBM Plex Sans"/>
                        <a:sym typeface="IBM Plex Sans"/>
                      </a:endParaRPr>
                    </a:p>
                  </a:txBody>
                  <a:tcPr marL="91450" marR="91450" marT="36575" marB="36575" anchor="ctr">
                    <a:lnL w="12700" cap="flat" cmpd="sng" algn="ctr">
                      <a:solidFill>
                        <a:schemeClr val="bg1">
                          <a:lumMod val="85000"/>
                        </a:schemeClr>
                      </a:solidFill>
                      <a:prstDash val="solid"/>
                      <a:round/>
                      <a:headEnd type="none" w="med" len="med"/>
                      <a:tailEnd type="none" w="med" len="med"/>
                    </a:lnL>
                    <a:lnR w="9525" cap="flat" cmpd="sng">
                      <a:noFill/>
                      <a:prstDash val="solid"/>
                      <a:round/>
                      <a:headEnd type="none" w="sm" len="sm"/>
                      <a:tailEnd type="none" w="sm" len="sm"/>
                    </a:lnR>
                    <a:lnT w="12700" cap="flat" cmpd="sng" algn="ctr">
                      <a:solidFill>
                        <a:schemeClr val="bg1">
                          <a:lumMod val="85000"/>
                        </a:schemeClr>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tc gridSpan="5">
                  <a:txBody>
                    <a:bodyPr/>
                    <a:lstStyle/>
                    <a:p>
                      <a:pPr marL="0" marR="0" lvl="0" indent="0" algn="ctr" rtl="0">
                        <a:lnSpc>
                          <a:spcPct val="100000"/>
                        </a:lnSpc>
                        <a:spcBef>
                          <a:spcPts val="0"/>
                        </a:spcBef>
                        <a:spcAft>
                          <a:spcPts val="0"/>
                        </a:spcAft>
                        <a:buClr>
                          <a:srgbClr val="000000"/>
                        </a:buClr>
                        <a:buSzPts val="1200"/>
                        <a:buFont typeface="Arial"/>
                        <a:buNone/>
                      </a:pPr>
                      <a:r>
                        <a:rPr lang="en-US" sz="1200" b="1" u="none" strike="noStrike" cap="none" noProof="0">
                          <a:solidFill>
                            <a:schemeClr val="lt1"/>
                          </a:solidFill>
                          <a:latin typeface="IBM Plex Sans"/>
                          <a:sym typeface="IBM Plex Sans"/>
                        </a:rPr>
                        <a:t>2025</a:t>
                      </a:r>
                      <a:endParaRPr lang="en-US" sz="1200" u="none" strike="noStrike" cap="none" noProof="0">
                        <a:solidFill>
                          <a:schemeClr val="lt1"/>
                        </a:solidFill>
                        <a:latin typeface="IBM Plex Sans"/>
                        <a:sym typeface="IBM Plex Sans"/>
                      </a:endParaRPr>
                    </a:p>
                  </a:txBody>
                  <a:tcPr marL="91450" marR="91450" marT="36575" marB="36575" anchor="ctr">
                    <a:lnL w="9525" cap="flat" cmpd="sng">
                      <a:noFill/>
                      <a:prstDash val="solid"/>
                      <a:round/>
                      <a:headEnd type="none" w="sm" len="sm"/>
                      <a:tailEnd type="none" w="sm" len="sm"/>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tc hMerge="1">
                  <a:txBody>
                    <a:bodyPr/>
                    <a:lstStyle/>
                    <a:p>
                      <a:endParaRPr/>
                    </a:p>
                  </a:txBody>
                  <a:tcPr marL="91450" marR="91450" marT="36575" marB="36575" anchor="ct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tc hMerge="1">
                  <a:txBody>
                    <a:bodyPr/>
                    <a:lstStyle/>
                    <a:p>
                      <a:endParaRPr lang="en-US"/>
                    </a:p>
                  </a:txBody>
                  <a:tcPr>
                    <a:lnL w="12700" cmpd="sng">
                      <a:noFill/>
                      <a:prstDash val="solid"/>
                    </a:lnL>
                  </a:tcPr>
                </a:tc>
                <a:tc hMerge="1">
                  <a:txBody>
                    <a:bodyPr/>
                    <a:lstStyle/>
                    <a:p>
                      <a:endParaRPr lang="en-US"/>
                    </a:p>
                  </a:txBody>
                  <a:tcPr/>
                </a:tc>
                <a:tc hMerge="1">
                  <a:txBody>
                    <a:bodyPr/>
                    <a:lstStyle/>
                    <a:p>
                      <a:endParaRPr lang="en-US"/>
                    </a:p>
                  </a:txBody>
                  <a:tcPr>
                    <a:lnL w="12700" cmpd="sng">
                      <a:noFill/>
                      <a:prstDash val="solid"/>
                    </a:lnL>
                  </a:tcPr>
                </a:tc>
                <a:tc gridSpan="5">
                  <a:txBody>
                    <a:bodyPr/>
                    <a:lstStyle/>
                    <a:p>
                      <a:pPr marL="0" marR="0" lvl="0" indent="0" algn="ctr" rtl="0">
                        <a:lnSpc>
                          <a:spcPct val="100000"/>
                        </a:lnSpc>
                        <a:spcBef>
                          <a:spcPts val="0"/>
                        </a:spcBef>
                        <a:spcAft>
                          <a:spcPts val="0"/>
                        </a:spcAft>
                        <a:buClr>
                          <a:srgbClr val="000000"/>
                        </a:buClr>
                        <a:buSzPts val="1200"/>
                        <a:buFont typeface="Arial"/>
                        <a:buNone/>
                      </a:pPr>
                      <a:r>
                        <a:rPr lang="en-US" sz="1200" b="1" u="none" strike="noStrike" cap="none" noProof="0">
                          <a:solidFill>
                            <a:schemeClr val="lt1"/>
                          </a:solidFill>
                          <a:latin typeface="IBM Plex Sans"/>
                          <a:sym typeface="IBM Plex Sans"/>
                        </a:rPr>
                        <a:t>Expected Growth*</a:t>
                      </a:r>
                      <a:endParaRPr lang="en-US" sz="1200" u="none" strike="noStrike" cap="none" noProof="0">
                        <a:solidFill>
                          <a:schemeClr val="lt1"/>
                        </a:solidFill>
                        <a:latin typeface="IBM Plex Sans"/>
                        <a:sym typeface="IBM Plex Sans"/>
                      </a:endParaRPr>
                    </a:p>
                  </a:txBody>
                  <a:tcPr marL="91450" marR="91450" marT="36575" marB="36575" anchor="ctr">
                    <a:lnL w="12700" cap="flat" cmpd="sng" algn="ctr">
                      <a:solidFill>
                        <a:schemeClr val="bg1">
                          <a:lumMod val="85000"/>
                        </a:schemeClr>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tc hMerge="1">
                  <a:txBody>
                    <a:bodyPr/>
                    <a:lstStyle/>
                    <a:p>
                      <a:endParaRPr/>
                    </a:p>
                  </a:txBody>
                  <a:tcPr marL="91450" marR="91450" marT="36575" marB="36575" anchor="ctr">
                    <a:lnL w="9525" cap="flat" cmpd="sng">
                      <a:noFill/>
                      <a:prstDash val="solid"/>
                      <a:round/>
                      <a:headEnd type="none" w="sm" len="sm"/>
                      <a:tailEnd type="none" w="sm" len="sm"/>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tc hMerge="1">
                  <a:txBody>
                    <a:bodyPr/>
                    <a:lstStyle/>
                    <a:p>
                      <a:endParaRPr lang="en-US"/>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tc hMerge="1">
                  <a:txBody>
                    <a:bodyPr/>
                    <a:lstStyle/>
                    <a:p>
                      <a:endParaRPr lang="en-US"/>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tc hMerge="1">
                  <a:txBody>
                    <a:bodyPr/>
                    <a:lstStyle/>
                    <a:p>
                      <a:endParaRPr lang="en-US"/>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tc gridSpan="5">
                  <a:txBody>
                    <a:bodyPr/>
                    <a:lstStyle/>
                    <a:p>
                      <a:pPr marL="0" marR="0" lvl="0" indent="0" algn="ctr" rtl="0">
                        <a:lnSpc>
                          <a:spcPct val="100000"/>
                        </a:lnSpc>
                        <a:spcBef>
                          <a:spcPts val="0"/>
                        </a:spcBef>
                        <a:spcAft>
                          <a:spcPts val="0"/>
                        </a:spcAft>
                        <a:buClr>
                          <a:srgbClr val="000000"/>
                        </a:buClr>
                        <a:buSzPts val="1200"/>
                        <a:buFont typeface="Arial"/>
                        <a:buNone/>
                      </a:pPr>
                      <a:r>
                        <a:rPr lang="en-US" sz="1200" b="1" u="none" strike="noStrike" cap="none" noProof="0">
                          <a:solidFill>
                            <a:schemeClr val="lt1"/>
                          </a:solidFill>
                          <a:latin typeface="IBM Plex Sans"/>
                          <a:sym typeface="IBM Plex Sans"/>
                        </a:rPr>
                        <a:t>2030</a:t>
                      </a:r>
                      <a:endParaRPr lang="en-US" sz="1200" u="none" strike="noStrike" cap="none" noProof="0">
                        <a:solidFill>
                          <a:schemeClr val="lt1"/>
                        </a:solidFill>
                        <a:latin typeface="IBM Plex Sans"/>
                        <a:sym typeface="IBM Plex Sans"/>
                      </a:endParaRPr>
                    </a:p>
                  </a:txBody>
                  <a:tcPr marL="91450" marR="91450" marT="36575" marB="36575" anchor="ctr">
                    <a:lnL w="12700" cap="flat" cmpd="sng" algn="ctr">
                      <a:solidFill>
                        <a:schemeClr val="tx2"/>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tc hMerge="1">
                  <a:txBody>
                    <a:bodyPr/>
                    <a:lstStyle/>
                    <a:p>
                      <a:endParaRPr/>
                    </a:p>
                  </a:txBody>
                  <a:tcPr marL="91450" marR="91450" marT="36575" marB="36575" anchor="ctr">
                    <a:lnL w="9525" cap="flat" cmpd="sng">
                      <a:noFill/>
                      <a:prstDash val="solid"/>
                      <a:round/>
                      <a:headEnd type="none" w="sm" len="sm"/>
                      <a:tailEnd type="none" w="sm" len="sm"/>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tc hMerge="1">
                  <a:txBody>
                    <a:bodyPr/>
                    <a:lstStyle/>
                    <a:p>
                      <a:endParaRPr lang="en-US"/>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tc hMerge="1">
                  <a:txBody>
                    <a:bodyPr/>
                    <a:lstStyle/>
                    <a:p>
                      <a:endParaRPr lang="en-US"/>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tc hMerge="1">
                  <a:txBody>
                    <a:bodyPr/>
                    <a:lstStyle/>
                    <a:p>
                      <a:endParaRPr lang="en-US"/>
                    </a:p>
                  </a:txBody>
                  <a:tcPr>
                    <a:lnL w="9525" cap="flat" cmpd="sng">
                      <a:noFill/>
                      <a:prstDash val="solid"/>
                      <a:round/>
                      <a:headEnd type="none" w="sm" len="sm"/>
                      <a:tailEnd type="none" w="sm" len="sm"/>
                    </a:lnL>
                    <a:lnR w="9525" cap="flat" cmpd="sng">
                      <a:noFill/>
                      <a:prstDash val="solid"/>
                      <a:round/>
                      <a:headEnd type="none" w="sm" len="sm"/>
                      <a:tailEnd type="none" w="sm" len="sm"/>
                    </a:lnR>
                    <a:lnT w="9525"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7030A0"/>
                    </a:solidFill>
                  </a:tcPr>
                </a:tc>
                <a:extLst>
                  <a:ext uri="{0D108BD9-81ED-4DB2-BD59-A6C34878D82A}">
                    <a16:rowId xmlns:a16="http://schemas.microsoft.com/office/drawing/2014/main" val="10000"/>
                  </a:ext>
                </a:extLst>
              </a:tr>
              <a:tr h="757414">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dk1"/>
                          </a:solidFill>
                          <a:latin typeface="IBM Plex Sans"/>
                          <a:ea typeface="IBM Plex Sans"/>
                          <a:cs typeface="IBM Plex Sans"/>
                          <a:sym typeface="IBM Plex Sans"/>
                        </a:rPr>
                        <a:t>Total Searches</a:t>
                      </a:r>
                      <a:endParaRPr lang="en-US" sz="1200" b="0" u="none" strike="noStrike" cap="none" baseline="30000" noProof="0">
                        <a:solidFill>
                          <a:schemeClr val="dk1"/>
                        </a:solidFill>
                        <a:latin typeface="IBM Plex Sans"/>
                        <a:ea typeface="IBM Plex Sans"/>
                        <a:cs typeface="IBM Plex Sans"/>
                        <a:sym typeface="IBM Plex Sans"/>
                      </a:endParaRPr>
                    </a:p>
                  </a:txBody>
                  <a:tcPr marL="91450" marR="91450" marT="36575" marB="36575" anchor="ctr">
                    <a:lnL w="12700" cap="flat" cmpd="sng" algn="ctr">
                      <a:solidFill>
                        <a:schemeClr val="bg1">
                          <a:lumMod val="85000"/>
                        </a:schemeClr>
                      </a:solidFill>
                      <a:prstDash val="solid"/>
                      <a:round/>
                      <a:headEnd type="none" w="med" len="med"/>
                      <a:tailEnd type="none" w="med" len="med"/>
                    </a:lnL>
                    <a:lnR w="9525"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7FD7A7"/>
                    </a:solidFill>
                  </a:tcPr>
                </a:tc>
                <a:tc gridSpan="5">
                  <a:txBody>
                    <a:bodyPr/>
                    <a:lstStyle/>
                    <a:p>
                      <a:pPr marL="0" marR="0" lvl="0" indent="0" algn="ctr" rtl="0">
                        <a:lnSpc>
                          <a:spcPct val="100000"/>
                        </a:lnSpc>
                        <a:spcBef>
                          <a:spcPts val="0"/>
                        </a:spcBef>
                        <a:spcAft>
                          <a:spcPts val="0"/>
                        </a:spcAft>
                        <a:buClr>
                          <a:srgbClr val="000000"/>
                        </a:buClr>
                        <a:buSzPts val="1200"/>
                        <a:buFont typeface="Arial"/>
                        <a:buNone/>
                      </a:pPr>
                      <a:r>
                        <a:rPr lang="en-US" sz="1400" b="1" u="none" strike="noStrike" cap="none" noProof="0">
                          <a:solidFill>
                            <a:schemeClr val="dk1"/>
                          </a:solidFill>
                          <a:latin typeface="IBM Plex Sans"/>
                          <a:sym typeface="IBM Plex Sans"/>
                        </a:rPr>
                        <a:t>5.6T</a:t>
                      </a:r>
                      <a:r>
                        <a:rPr lang="en-US" sz="1400" b="1" u="none" strike="noStrike" cap="none" baseline="30000" noProof="0">
                          <a:solidFill>
                            <a:schemeClr val="dk1"/>
                          </a:solidFill>
                          <a:latin typeface="IBM Plex Sans"/>
                          <a:sym typeface="IBM Plex Sans"/>
                        </a:rPr>
                        <a:t>1</a:t>
                      </a:r>
                      <a:endParaRPr lang="en-US" sz="1600" baseline="30000" noProof="0"/>
                    </a:p>
                  </a:txBody>
                  <a:tcPr marL="91450" marR="91450" marT="36575" marB="36575" anchor="ctr">
                    <a:lnL w="9525" cap="flat" cmpd="sng">
                      <a:noFill/>
                      <a:prstDash val="solid"/>
                      <a:round/>
                      <a:headEnd type="none" w="sm" len="sm"/>
                      <a:tailEnd type="none" w="sm" len="sm"/>
                    </a:lnL>
                    <a:lnR w="12700" cap="flat" cmpd="sng" algn="ctr">
                      <a:solidFill>
                        <a:schemeClr val="bg1">
                          <a:lumMod val="8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tcPr>
                </a:tc>
                <a:tc hMerge="1">
                  <a:txBody>
                    <a:bodyPr/>
                    <a:lstStyle/>
                    <a:p>
                      <a:endParaRPr/>
                    </a:p>
                  </a:txBody>
                  <a:tcPr marL="91450" marR="91450" marT="36575" marB="36575" anchor="ctr">
                    <a:lnL w="9525" cap="flat" cmpd="sng">
                      <a:noFill/>
                      <a:prstDash val="solid"/>
                      <a:round/>
                      <a:headEnd type="none" w="sm" len="sm"/>
                      <a:tailEnd type="none" w="sm" len="sm"/>
                    </a:lnL>
                    <a:lnR w="9525"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tcPr>
                </a:tc>
                <a:tc hMerge="1">
                  <a:txBody>
                    <a:bodyPr/>
                    <a:lstStyle/>
                    <a:p>
                      <a:endParaRPr lang="en-US"/>
                    </a:p>
                  </a:txBody>
                  <a:tcPr>
                    <a:lnL w="12700" cmpd="sng">
                      <a:noFill/>
                      <a:prstDash val="solid"/>
                    </a:lnL>
                  </a:tcPr>
                </a:tc>
                <a:tc hMerge="1">
                  <a:txBody>
                    <a:bodyPr/>
                    <a:lstStyle/>
                    <a:p>
                      <a:endParaRPr lang="en-US"/>
                    </a:p>
                  </a:txBody>
                  <a:tcPr/>
                </a:tc>
                <a:tc hMerge="1">
                  <a:txBody>
                    <a:bodyPr/>
                    <a:lstStyle/>
                    <a:p>
                      <a:endParaRPr lang="en-US"/>
                    </a:p>
                  </a:txBody>
                  <a:tcPr>
                    <a:lnL w="12700" cmpd="sng">
                      <a:noFill/>
                      <a:prstDash val="solid"/>
                    </a:lnL>
                  </a:tcPr>
                </a:tc>
                <a:tc gridSpan="5">
                  <a:txBody>
                    <a:bodyPr/>
                    <a:lstStyle/>
                    <a:p>
                      <a:pPr marL="0" marR="0" lvl="0" indent="0" algn="ctr" rtl="0">
                        <a:lnSpc>
                          <a:spcPct val="100000"/>
                        </a:lnSpc>
                        <a:spcBef>
                          <a:spcPts val="0"/>
                        </a:spcBef>
                        <a:spcAft>
                          <a:spcPts val="0"/>
                        </a:spcAft>
                        <a:buClr>
                          <a:srgbClr val="000000"/>
                        </a:buClr>
                        <a:buSzPts val="1200"/>
                        <a:buFont typeface="Arial"/>
                        <a:buNone/>
                      </a:pPr>
                      <a:r>
                        <a:rPr lang="en-US" sz="1400" b="1" u="none" strike="noStrike" cap="none" noProof="0">
                          <a:solidFill>
                            <a:schemeClr val="dk1"/>
                          </a:solidFill>
                          <a:latin typeface="IBM Plex Sans"/>
                          <a:sym typeface="IBM Plex Sans"/>
                        </a:rPr>
                        <a:t>5.0% p.a.</a:t>
                      </a:r>
                    </a:p>
                    <a:p>
                      <a:pPr marL="0" marR="0" lvl="0" indent="0" algn="ctr" rtl="0">
                        <a:lnSpc>
                          <a:spcPct val="100000"/>
                        </a:lnSpc>
                        <a:spcBef>
                          <a:spcPts val="0"/>
                        </a:spcBef>
                        <a:spcAft>
                          <a:spcPts val="0"/>
                        </a:spcAft>
                        <a:buClr>
                          <a:srgbClr val="000000"/>
                        </a:buClr>
                        <a:buSzPts val="1200"/>
                        <a:buFont typeface="Arial"/>
                        <a:buNone/>
                      </a:pPr>
                      <a:r>
                        <a:rPr lang="en-US" sz="1400" b="1" u="none" strike="noStrike" cap="none" noProof="0">
                          <a:solidFill>
                            <a:schemeClr val="dk1"/>
                          </a:solidFill>
                          <a:latin typeface="IBM Plex Sans"/>
                          <a:sym typeface="IBM Plex Sans"/>
                        </a:rPr>
                        <a:t>+</a:t>
                      </a:r>
                      <a:r>
                        <a:rPr lang="en-US" sz="1400" b="1" u="none" strike="noStrike" cap="none" noProof="0">
                          <a:solidFill>
                            <a:schemeClr val="dk1"/>
                          </a:solidFill>
                          <a:latin typeface="IBM Plex Sans"/>
                        </a:rPr>
                        <a:t>27.8</a:t>
                      </a:r>
                      <a:r>
                        <a:rPr lang="en-US" sz="1400" b="1" u="none" strike="noStrike" cap="none" noProof="0">
                          <a:solidFill>
                            <a:schemeClr val="dk1"/>
                          </a:solidFill>
                          <a:latin typeface="IBM Plex Sans"/>
                          <a:sym typeface="IBM Plex Sans"/>
                        </a:rPr>
                        <a:t>% (’25 – ’30)</a:t>
                      </a:r>
                    </a:p>
                  </a:txBody>
                  <a:tcPr marL="91450" marR="91450" marT="36575" marB="36575" anchor="ctr">
                    <a:lnL w="12700" cap="flat" cmpd="sng" algn="ctr">
                      <a:solidFill>
                        <a:schemeClr val="bg1">
                          <a:lumMod val="85000"/>
                        </a:schemeClr>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tcPr>
                </a:tc>
                <a:tc hMerge="1">
                  <a:txBody>
                    <a:bodyPr/>
                    <a:lstStyle/>
                    <a:p>
                      <a:endParaRPr/>
                    </a:p>
                  </a:txBody>
                  <a:tcPr marL="91450" marR="91450" marT="36575" marB="36575" anchor="ctr">
                    <a:lnL w="9525" cap="flat" cmpd="sng">
                      <a:noFill/>
                      <a:prstDash val="solid"/>
                      <a:round/>
                      <a:headEnd type="none" w="sm" len="sm"/>
                      <a:tailEnd type="none" w="sm" len="sm"/>
                    </a:lnL>
                    <a:lnR w="12700" cap="flat" cmpd="sng" algn="ctr">
                      <a:solidFill>
                        <a:schemeClr val="bg1">
                          <a:lumMod val="8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tcPr>
                </a:tc>
                <a:tc hMerge="1">
                  <a:txBody>
                    <a:bodyPr/>
                    <a:lstStyle/>
                    <a:p>
                      <a:endParaRPr lang="en-US"/>
                    </a:p>
                  </a:txBody>
                  <a:tcPr>
                    <a:lnL w="9525" cap="flat" cmpd="sng">
                      <a:noFill/>
                      <a:prstDash val="solid"/>
                      <a:round/>
                      <a:headEnd type="none" w="sm" len="sm"/>
                      <a:tailEnd type="none" w="sm" len="sm"/>
                    </a:lnL>
                    <a:lnR w="9525"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tcPr>
                </a:tc>
                <a:tc hMerge="1">
                  <a:txBody>
                    <a:bodyPr/>
                    <a:lstStyle/>
                    <a:p>
                      <a:endParaRPr lang="en-US"/>
                    </a:p>
                  </a:txBody>
                  <a:tcPr>
                    <a:lnL w="9525" cap="flat" cmpd="sng">
                      <a:noFill/>
                      <a:prstDash val="solid"/>
                      <a:round/>
                      <a:headEnd type="none" w="sm" len="sm"/>
                      <a:tailEnd type="none" w="sm" len="sm"/>
                    </a:lnL>
                    <a:lnR w="9525"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tcPr>
                </a:tc>
                <a:tc hMerge="1">
                  <a:txBody>
                    <a:bodyPr/>
                    <a:lstStyle/>
                    <a:p>
                      <a:endParaRPr lang="en-US"/>
                    </a:p>
                  </a:txBody>
                  <a:tcPr>
                    <a:lnL w="9525" cap="flat" cmpd="sng">
                      <a:noFill/>
                      <a:prstDash val="solid"/>
                      <a:round/>
                      <a:headEnd type="none" w="sm" len="sm"/>
                      <a:tailEnd type="none" w="sm" len="sm"/>
                    </a:lnL>
                    <a:lnR w="9525"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tcPr>
                </a:tc>
                <a:tc gridSpan="5">
                  <a:txBody>
                    <a:bodyPr/>
                    <a:lstStyle/>
                    <a:p>
                      <a:pPr marL="0" marR="0" lvl="0" indent="0" algn="ctr" rtl="0">
                        <a:lnSpc>
                          <a:spcPct val="100000"/>
                        </a:lnSpc>
                        <a:spcBef>
                          <a:spcPts val="0"/>
                        </a:spcBef>
                        <a:spcAft>
                          <a:spcPts val="0"/>
                        </a:spcAft>
                        <a:buClr>
                          <a:srgbClr val="000000"/>
                        </a:buClr>
                        <a:buSzPts val="1200"/>
                        <a:buFont typeface="Arial"/>
                        <a:buNone/>
                      </a:pPr>
                      <a:r>
                        <a:rPr lang="en-US" sz="1400" b="1" u="none" strike="noStrike" cap="none" noProof="0">
                          <a:solidFill>
                            <a:schemeClr val="dk1"/>
                          </a:solidFill>
                          <a:latin typeface="IBM Plex Sans"/>
                          <a:sym typeface="IBM Plex Sans"/>
                        </a:rPr>
                        <a:t>7.1T</a:t>
                      </a:r>
                      <a:endParaRPr lang="en-US" sz="1600" noProof="0"/>
                    </a:p>
                  </a:txBody>
                  <a:tcPr marL="91450" marR="91450" marT="36575" marB="36575" anchor="ctr">
                    <a:lnL w="12700" cap="flat" cmpd="sng" algn="ctr">
                      <a:solidFill>
                        <a:schemeClr val="tx2"/>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tcPr>
                </a:tc>
                <a:tc hMerge="1">
                  <a:txBody>
                    <a:bodyPr/>
                    <a:lstStyle/>
                    <a:p>
                      <a:endParaRPr/>
                    </a:p>
                  </a:txBody>
                  <a:tcPr marL="91450" marR="91450" marT="36575" marB="36575" anchor="ctr">
                    <a:lnL w="9525" cap="flat" cmpd="sng">
                      <a:noFill/>
                      <a:prstDash val="solid"/>
                      <a:round/>
                      <a:headEnd type="none" w="sm" len="sm"/>
                      <a:tailEnd type="none" w="sm" len="sm"/>
                    </a:lnL>
                    <a:lnR w="12700" cap="flat" cmpd="sng" algn="ctr">
                      <a:solidFill>
                        <a:schemeClr val="bg1">
                          <a:lumMod val="85000"/>
                        </a:schemeClr>
                      </a:solidFill>
                      <a:prstDash val="solid"/>
                      <a:round/>
                      <a:headEnd type="none" w="med" len="med"/>
                      <a:tailEnd type="none" w="med" len="med"/>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tcPr>
                </a:tc>
                <a:tc hMerge="1">
                  <a:txBody>
                    <a:bodyPr/>
                    <a:lstStyle/>
                    <a:p>
                      <a:endParaRPr lang="en-US"/>
                    </a:p>
                  </a:txBody>
                  <a:tcPr>
                    <a:lnL w="9525" cap="flat" cmpd="sng">
                      <a:noFill/>
                      <a:prstDash val="solid"/>
                      <a:round/>
                      <a:headEnd type="none" w="sm" len="sm"/>
                      <a:tailEnd type="none" w="sm" len="sm"/>
                    </a:lnL>
                    <a:lnR w="9525"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tcPr>
                </a:tc>
                <a:tc hMerge="1">
                  <a:txBody>
                    <a:bodyPr/>
                    <a:lstStyle/>
                    <a:p>
                      <a:endParaRPr lang="en-US"/>
                    </a:p>
                  </a:txBody>
                  <a:tcPr>
                    <a:lnL w="9525" cap="flat" cmpd="sng">
                      <a:noFill/>
                      <a:prstDash val="solid"/>
                      <a:round/>
                      <a:headEnd type="none" w="sm" len="sm"/>
                      <a:tailEnd type="none" w="sm" len="sm"/>
                    </a:lnL>
                    <a:lnR w="9525"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tcPr>
                </a:tc>
                <a:tc hMerge="1">
                  <a:txBody>
                    <a:bodyPr/>
                    <a:lstStyle/>
                    <a:p>
                      <a:endParaRPr lang="en-US"/>
                    </a:p>
                  </a:txBody>
                  <a:tcPr>
                    <a:lnL w="9525" cap="flat" cmpd="sng">
                      <a:noFill/>
                      <a:prstDash val="solid"/>
                      <a:round/>
                      <a:headEnd type="none" w="sm" len="sm"/>
                      <a:tailEnd type="none" w="sm" len="sm"/>
                    </a:lnL>
                    <a:lnR w="9525" cap="flat" cmpd="sng">
                      <a:noFill/>
                      <a:prstDash val="solid"/>
                      <a:round/>
                      <a:headEnd type="none" w="sm" len="sm"/>
                      <a:tailEnd type="none" w="sm" len="sm"/>
                    </a:lnR>
                    <a:lnT w="12700" cap="flat" cmpd="sng">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593925">
                <a:tc>
                  <a:txBody>
                    <a:bodyPr/>
                    <a:lstStyle/>
                    <a:p>
                      <a:pPr marL="0" marR="0" lvl="0" indent="0" algn="l" rtl="0">
                        <a:lnSpc>
                          <a:spcPct val="100000"/>
                        </a:lnSpc>
                        <a:spcBef>
                          <a:spcPts val="0"/>
                        </a:spcBef>
                        <a:spcAft>
                          <a:spcPts val="0"/>
                        </a:spcAft>
                        <a:buClr>
                          <a:srgbClr val="000000"/>
                        </a:buClr>
                        <a:buSzPts val="1200"/>
                        <a:buFont typeface="Arial"/>
                        <a:buNone/>
                      </a:pPr>
                      <a:endParaRPr lang="en-US" sz="1200" u="none" strike="noStrike" cap="none" baseline="30000" noProof="0">
                        <a:solidFill>
                          <a:schemeClr val="dk1"/>
                        </a:solidFill>
                        <a:latin typeface="IBM Plex Sans"/>
                        <a:ea typeface="IBM Plex Sans"/>
                        <a:cs typeface="IBM Plex Sans"/>
                        <a:sym typeface="IBM Plex Sans"/>
                      </a:endParaRPr>
                    </a:p>
                  </a:txBody>
                  <a:tcPr marL="91450" marR="91450" marT="36575" marB="36575"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noFill/>
                      <a:prstDash val="solid"/>
                      <a:round/>
                      <a:headEnd type="none" w="sm" len="sm"/>
                      <a:tailEnd type="none" w="sm" len="sm"/>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Total</a:t>
                      </a:r>
                    </a:p>
                  </a:txBody>
                  <a:tcPr marL="0" marR="0" marT="36575" marB="36575" anchor="ctr">
                    <a:lnL w="9525" cap="flat" cmpd="sng" algn="ctr">
                      <a:noFill/>
                      <a:prstDash val="solid"/>
                      <a:round/>
                      <a:headEnd type="none" w="sm" len="sm"/>
                      <a:tailEnd type="none" w="sm" len="sm"/>
                    </a:lnL>
                    <a:lnR w="12700" cap="flat" cmpd="sng" algn="ctr">
                      <a:no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US</a:t>
                      </a:r>
                    </a:p>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Desktop</a:t>
                      </a:r>
                    </a:p>
                  </a:txBody>
                  <a:tcPr marL="0" marR="0" marT="36575" marB="36575" anchor="ctr">
                    <a:lnL w="9525" cap="flat" cmpd="sng" algn="ctr">
                      <a:noFill/>
                      <a:prstDash val="solid"/>
                      <a:round/>
                      <a:headEnd type="none" w="sm" len="sm"/>
                      <a:tailEnd type="none" w="sm" len="sm"/>
                    </a:lnL>
                    <a:lnR w="12700" cap="flat" cmpd="sng" algn="ctr">
                      <a:no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US</a:t>
                      </a:r>
                    </a:p>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Mobile</a:t>
                      </a:r>
                    </a:p>
                  </a:txBody>
                  <a:tcPr marL="0" marR="0" marT="36575" marB="3657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err="1">
                          <a:solidFill>
                            <a:schemeClr val="dk1"/>
                          </a:solidFill>
                          <a:latin typeface="IBM Plex Sans"/>
                          <a:cs typeface="Arial"/>
                          <a:sym typeface="Arial"/>
                        </a:rPr>
                        <a:t>RoW</a:t>
                      </a:r>
                      <a:endParaRPr lang="en-US" sz="1200" b="1" i="0" u="none" strike="noStrike" cap="none" noProof="0">
                        <a:solidFill>
                          <a:schemeClr val="dk1"/>
                        </a:solidFill>
                        <a:latin typeface="IBM Plex Sans"/>
                        <a:cs typeface="Arial"/>
                        <a:sym typeface="Arial"/>
                      </a:endParaRPr>
                    </a:p>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Desktop</a:t>
                      </a:r>
                    </a:p>
                  </a:txBody>
                  <a:tcPr marL="0" marR="0" marT="36575" marB="3657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sm" len="sm"/>
                      <a:tailEnd type="none" w="sm" len="sm"/>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err="1">
                          <a:solidFill>
                            <a:schemeClr val="dk1"/>
                          </a:solidFill>
                          <a:latin typeface="IBM Plex Sans"/>
                          <a:cs typeface="Arial"/>
                          <a:sym typeface="Arial"/>
                        </a:rPr>
                        <a:t>RoW</a:t>
                      </a:r>
                      <a:endParaRPr lang="en-US" sz="1200" b="1" i="0" u="none" strike="noStrike" cap="none" noProof="0">
                        <a:solidFill>
                          <a:schemeClr val="dk1"/>
                        </a:solidFill>
                        <a:latin typeface="IBM Plex Sans"/>
                        <a:cs typeface="Arial"/>
                        <a:sym typeface="Arial"/>
                      </a:endParaRPr>
                    </a:p>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Mobile</a:t>
                      </a:r>
                    </a:p>
                  </a:txBody>
                  <a:tcPr marL="0" marR="0" marT="36575" marB="36575"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Total</a:t>
                      </a:r>
                    </a:p>
                  </a:txBody>
                  <a:tcPr marL="0" marR="0" marT="36575" marB="36575"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US</a:t>
                      </a:r>
                    </a:p>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Desktop</a:t>
                      </a:r>
                    </a:p>
                  </a:txBody>
                  <a:tcPr marL="0" marR="0" marT="36575" marB="3657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US</a:t>
                      </a:r>
                    </a:p>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Mobile</a:t>
                      </a:r>
                    </a:p>
                  </a:txBody>
                  <a:tcPr marL="0" marR="0" marT="36575" marB="3657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err="1">
                          <a:solidFill>
                            <a:schemeClr val="dk1"/>
                          </a:solidFill>
                          <a:latin typeface="IBM Plex Sans"/>
                          <a:cs typeface="Arial"/>
                          <a:sym typeface="Arial"/>
                        </a:rPr>
                        <a:t>RoW</a:t>
                      </a:r>
                      <a:endParaRPr lang="en-US" sz="1200" b="1" i="0" u="none" strike="noStrike" cap="none" noProof="0">
                        <a:solidFill>
                          <a:schemeClr val="dk1"/>
                        </a:solidFill>
                        <a:latin typeface="IBM Plex Sans"/>
                        <a:cs typeface="Arial"/>
                        <a:sym typeface="Arial"/>
                      </a:endParaRPr>
                    </a:p>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Desktop</a:t>
                      </a:r>
                    </a:p>
                  </a:txBody>
                  <a:tcPr marL="0" marR="0" marT="36575" marB="3657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err="1">
                          <a:solidFill>
                            <a:schemeClr val="dk1"/>
                          </a:solidFill>
                          <a:latin typeface="IBM Plex Sans"/>
                          <a:cs typeface="Arial"/>
                          <a:sym typeface="Arial"/>
                        </a:rPr>
                        <a:t>RoW</a:t>
                      </a:r>
                      <a:endParaRPr lang="en-US" sz="1200" b="1" i="0" u="none" strike="noStrike" cap="none" noProof="0">
                        <a:solidFill>
                          <a:schemeClr val="dk1"/>
                        </a:solidFill>
                        <a:latin typeface="IBM Plex Sans"/>
                        <a:cs typeface="Arial"/>
                        <a:sym typeface="Arial"/>
                      </a:endParaRPr>
                    </a:p>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Mobile</a:t>
                      </a:r>
                    </a:p>
                  </a:txBody>
                  <a:tcPr marL="0" marR="0" marT="36575" marB="36575" anchor="ctr">
                    <a:lnL w="12700"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Total</a:t>
                      </a:r>
                    </a:p>
                  </a:txBody>
                  <a:tcPr marL="0" marR="0" marT="36575" marB="36575" anchor="ctr">
                    <a:lnL w="12700" cap="flat" cmpd="sng" algn="ctr">
                      <a:solidFill>
                        <a:schemeClr val="tx2"/>
                      </a:solid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US</a:t>
                      </a:r>
                    </a:p>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Desktop</a:t>
                      </a:r>
                    </a:p>
                  </a:txBody>
                  <a:tcPr marL="0" marR="0" marT="36575" marB="3657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US</a:t>
                      </a:r>
                    </a:p>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Mobile</a:t>
                      </a:r>
                    </a:p>
                  </a:txBody>
                  <a:tcPr marL="0" marR="0" marT="36575" marB="3657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err="1">
                          <a:solidFill>
                            <a:schemeClr val="dk1"/>
                          </a:solidFill>
                          <a:latin typeface="IBM Plex Sans"/>
                          <a:cs typeface="Arial"/>
                          <a:sym typeface="Arial"/>
                        </a:rPr>
                        <a:t>RoW</a:t>
                      </a:r>
                      <a:endParaRPr lang="en-US" sz="1200" b="1" i="0" u="none" strike="noStrike" cap="none" noProof="0">
                        <a:solidFill>
                          <a:schemeClr val="dk1"/>
                        </a:solidFill>
                        <a:latin typeface="IBM Plex Sans"/>
                        <a:cs typeface="Arial"/>
                        <a:sym typeface="Arial"/>
                      </a:endParaRPr>
                    </a:p>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Desktop</a:t>
                      </a:r>
                    </a:p>
                  </a:txBody>
                  <a:tcPr marL="0" marR="0" marT="36575" marB="3657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err="1">
                          <a:solidFill>
                            <a:schemeClr val="dk1"/>
                          </a:solidFill>
                          <a:latin typeface="IBM Plex Sans"/>
                          <a:cs typeface="Arial"/>
                          <a:sym typeface="Arial"/>
                        </a:rPr>
                        <a:t>RoW</a:t>
                      </a:r>
                      <a:endParaRPr lang="en-US" sz="1200" b="1" i="0" u="none" strike="noStrike" cap="none" noProof="0">
                        <a:solidFill>
                          <a:schemeClr val="dk1"/>
                        </a:solidFill>
                        <a:latin typeface="IBM Plex Sans"/>
                        <a:cs typeface="Arial"/>
                        <a:sym typeface="Arial"/>
                      </a:endParaRPr>
                    </a:p>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cs typeface="Arial"/>
                          <a:sym typeface="Arial"/>
                        </a:rPr>
                        <a:t>Mobile</a:t>
                      </a:r>
                    </a:p>
                  </a:txBody>
                  <a:tcPr marL="0" marR="0" marT="36575" marB="36575"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37303884"/>
                  </a:ext>
                </a:extLst>
              </a:tr>
              <a:tr h="995316">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baseline="0" noProof="0">
                          <a:solidFill>
                            <a:schemeClr val="dk1"/>
                          </a:solidFill>
                          <a:latin typeface="IBM Plex Sans"/>
                          <a:ea typeface="IBM Plex Sans"/>
                          <a:cs typeface="IBM Plex Sans"/>
                        </a:rPr>
                        <a:t>Non-Revenue-Generating</a:t>
                      </a:r>
                      <a:endParaRPr lang="en-US" sz="1200" u="none" strike="noStrike" cap="none" baseline="0" noProof="0">
                        <a:solidFill>
                          <a:schemeClr val="dk1"/>
                        </a:solidFill>
                        <a:latin typeface="IBM Plex Sans"/>
                        <a:ea typeface="IBM Plex Sans"/>
                        <a:cs typeface="IBM Plex Sans"/>
                        <a:sym typeface="IBM Plex Sans"/>
                      </a:endParaRPr>
                    </a:p>
                  </a:txBody>
                  <a:tcPr marL="91450" marR="91450" marT="36575" marB="36575"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sym typeface="Arial"/>
                        </a:rPr>
                        <a:t>4.5T</a:t>
                      </a:r>
                      <a:r>
                        <a:rPr lang="en-US" sz="1200" b="1" i="0" u="none" strike="noStrike" cap="none" baseline="30000" noProof="0">
                          <a:solidFill>
                            <a:schemeClr val="dk1"/>
                          </a:solidFill>
                          <a:latin typeface="IBM Plex Sans"/>
                          <a:sym typeface="Arial"/>
                        </a:rPr>
                        <a:t>2</a:t>
                      </a:r>
                    </a:p>
                  </a:txBody>
                  <a:tcPr marL="0" marR="0" marT="0" marB="0" anchor="ctr">
                    <a:lnL w="9525" cap="flat" cmpd="sng" algn="ctr">
                      <a:noFill/>
                      <a:prstDash val="solid"/>
                      <a:round/>
                      <a:headEnd type="none" w="sm" len="sm"/>
                      <a:tailEnd type="none" w="sm" len="sm"/>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0" i="0" u="none" strike="noStrike" cap="none" noProof="0">
                          <a:solidFill>
                            <a:schemeClr val="dk1"/>
                          </a:solidFill>
                          <a:latin typeface="IBM Plex Sans"/>
                          <a:sym typeface="Arial"/>
                        </a:rPr>
                        <a:t>0.4T</a:t>
                      </a:r>
                    </a:p>
                  </a:txBody>
                  <a:tcPr marL="0" marR="0" marT="0" marB="0" anchor="ctr">
                    <a:lnL w="9525" cap="flat" cmpd="sng" algn="ctr">
                      <a:noFill/>
                      <a:prstDash val="solid"/>
                      <a:round/>
                      <a:headEnd type="none" w="sm" len="sm"/>
                      <a:tailEnd type="none" w="sm" len="sm"/>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0.5T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1.3T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2.2T</a:t>
                      </a:r>
                    </a:p>
                  </a:txBody>
                  <a:tcPr marL="0" marR="0" marT="0"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sym typeface="Arial"/>
                        </a:rPr>
                        <a:t>+4.8% p.a.</a:t>
                      </a:r>
                      <a:r>
                        <a:rPr lang="en-US" sz="1200" b="1" i="0" u="none" strike="noStrike" cap="none" baseline="30000" noProof="0">
                          <a:solidFill>
                            <a:schemeClr val="dk1"/>
                          </a:solidFill>
                          <a:latin typeface="IBM Plex Sans"/>
                          <a:sym typeface="Arial"/>
                        </a:rPr>
                        <a:t>3</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0" i="0" u="none" strike="noStrike" cap="none" noProof="0">
                          <a:solidFill>
                            <a:schemeClr val="dk1"/>
                          </a:solidFill>
                          <a:latin typeface="IBM Plex Sans"/>
                          <a:sym typeface="Arial"/>
                        </a:rPr>
                        <a:t>3.3%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4.6%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3.9%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5.5%</a:t>
                      </a:r>
                    </a:p>
                  </a:txBody>
                  <a:tcPr marL="0" marR="0" marT="0"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sym typeface="Arial"/>
                        </a:rPr>
                        <a:t>5.6T</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0" i="0" u="none" strike="noStrike" cap="none" noProof="0">
                          <a:solidFill>
                            <a:schemeClr val="dk1"/>
                          </a:solidFill>
                          <a:latin typeface="IBM Plex Sans"/>
                          <a:sym typeface="Arial"/>
                        </a:rPr>
                        <a:t>0.5T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0.7T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rPr>
                        <a:t>1.6T</a:t>
                      </a:r>
                      <a:endParaRPr lang="en-US" sz="1200" b="0" i="0" u="none" strike="noStrike" cap="none" noProof="0">
                        <a:solidFill>
                          <a:schemeClr val="dk1"/>
                        </a:solidFill>
                        <a:latin typeface="IBM Plex Sans"/>
                        <a:sym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2.9T</a:t>
                      </a:r>
                    </a:p>
                  </a:txBody>
                  <a:tcPr marL="0" marR="0" marT="0"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459846452"/>
                  </a:ext>
                </a:extLst>
              </a:tr>
              <a:tr h="995316">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baseline="0" noProof="0">
                          <a:solidFill>
                            <a:schemeClr val="dk1"/>
                          </a:solidFill>
                          <a:latin typeface="IBM Plex Sans"/>
                          <a:ea typeface="IBM Plex Sans"/>
                          <a:cs typeface="IBM Plex Sans"/>
                        </a:rPr>
                        <a:t>Revenue-Generating</a:t>
                      </a:r>
                      <a:endParaRPr lang="en-US" sz="1200" u="none" strike="noStrike" cap="none" baseline="0" noProof="0">
                        <a:solidFill>
                          <a:schemeClr val="dk1"/>
                        </a:solidFill>
                        <a:latin typeface="IBM Plex Sans"/>
                        <a:ea typeface="IBM Plex Sans"/>
                        <a:cs typeface="IBM Plex Sans"/>
                        <a:sym typeface="IBM Plex Sans"/>
                      </a:endParaRPr>
                    </a:p>
                  </a:txBody>
                  <a:tcPr marL="91450" marR="91450" marT="36575" marB="36575"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sm" len="sm"/>
                      <a:tailEnd type="none" w="sm" len="sm"/>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sym typeface="Arial"/>
                        </a:rPr>
                        <a:t>1.1T</a:t>
                      </a:r>
                      <a:r>
                        <a:rPr lang="en-US" sz="1200" b="1" i="0" u="none" strike="noStrike" cap="none" baseline="30000" noProof="0">
                          <a:solidFill>
                            <a:schemeClr val="dk1"/>
                          </a:solidFill>
                          <a:latin typeface="IBM Plex Sans"/>
                          <a:sym typeface="Arial"/>
                        </a:rPr>
                        <a:t>2</a:t>
                      </a:r>
                      <a:endParaRPr lang="en-US" sz="1200" b="1" i="0" u="none" strike="noStrike" cap="none" noProof="0">
                        <a:solidFill>
                          <a:schemeClr val="dk1"/>
                        </a:solidFill>
                        <a:latin typeface="IBM Plex Sans"/>
                        <a:sym typeface="Arial"/>
                      </a:endParaRPr>
                    </a:p>
                  </a:txBody>
                  <a:tcPr marL="0" marR="0" marT="0" marB="0" anchor="ctr">
                    <a:lnL w="9525" cap="flat" cmpd="sng" algn="ctr">
                      <a:noFill/>
                      <a:prstDash val="solid"/>
                      <a:round/>
                      <a:headEnd type="none" w="sm" len="sm"/>
                      <a:tailEnd type="none" w="sm" len="sm"/>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0" i="0" u="none" strike="noStrike" cap="none" noProof="0">
                          <a:solidFill>
                            <a:schemeClr val="dk1"/>
                          </a:solidFill>
                          <a:latin typeface="IBM Plex Sans"/>
                          <a:sym typeface="Arial"/>
                        </a:rPr>
                        <a:t>0.1T</a:t>
                      </a:r>
                    </a:p>
                  </a:txBody>
                  <a:tcPr marL="0" marR="0" marT="0" marB="0" anchor="ctr">
                    <a:lnL w="9525" cap="flat" cmpd="sng" algn="ctr">
                      <a:noFill/>
                      <a:prstDash val="solid"/>
                      <a:round/>
                      <a:headEnd type="none" w="sm" len="sm"/>
                      <a:tailEnd type="none" w="sm" len="sm"/>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0.1T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0.3T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0.6T</a:t>
                      </a:r>
                    </a:p>
                  </a:txBody>
                  <a:tcPr marL="0" marR="0" marT="0"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sym typeface="Arial"/>
                        </a:rPr>
                        <a:t>+6.0% p.a.</a:t>
                      </a:r>
                      <a:r>
                        <a:rPr lang="en-US" sz="1200" b="1" i="0" u="none" strike="noStrike" cap="none" baseline="30000" noProof="0">
                          <a:solidFill>
                            <a:schemeClr val="dk1"/>
                          </a:solidFill>
                          <a:latin typeface="IBM Plex Sans"/>
                          <a:sym typeface="Arial"/>
                        </a:rPr>
                        <a:t>3</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0" i="0" u="none" strike="noStrike" cap="none" noProof="0">
                          <a:solidFill>
                            <a:schemeClr val="dk1"/>
                          </a:solidFill>
                          <a:latin typeface="IBM Plex Sans"/>
                          <a:sym typeface="Arial"/>
                        </a:rPr>
                        <a:t>4.5%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5.8%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5.1%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6.7%</a:t>
                      </a:r>
                    </a:p>
                  </a:txBody>
                  <a:tcPr marL="0" marR="0" marT="0"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sym typeface="Arial"/>
                        </a:rPr>
                        <a:t>1.5T</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0" i="0" u="none" strike="noStrike" cap="none" noProof="0">
                          <a:solidFill>
                            <a:schemeClr val="dk1"/>
                          </a:solidFill>
                          <a:latin typeface="IBM Plex Sans"/>
                          <a:sym typeface="Arial"/>
                        </a:rPr>
                        <a:t>0.1T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0.2T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0.4T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200" b="0" i="0" u="none" strike="noStrike" cap="none" noProof="0">
                          <a:solidFill>
                            <a:schemeClr val="dk1"/>
                          </a:solidFill>
                          <a:latin typeface="IBM Plex Sans"/>
                          <a:sym typeface="Arial"/>
                        </a:rPr>
                        <a:t>0.8T</a:t>
                      </a:r>
                    </a:p>
                  </a:txBody>
                  <a:tcPr marL="0" marR="0" marT="0"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86287419"/>
                  </a:ext>
                </a:extLst>
              </a:tr>
            </a:tbl>
          </a:graphicData>
        </a:graphic>
      </p:graphicFrame>
      <p:sp>
        <p:nvSpPr>
          <p:cNvPr id="4" name="CaixaDeTexto 3">
            <a:extLst>
              <a:ext uri="{FF2B5EF4-FFF2-40B4-BE49-F238E27FC236}">
                <a16:creationId xmlns:a16="http://schemas.microsoft.com/office/drawing/2014/main" id="{FD437C06-996E-537F-BEED-69F916B60A29}"/>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market impact</a:t>
            </a:r>
          </a:p>
        </p:txBody>
      </p:sp>
    </p:spTree>
    <p:extLst>
      <p:ext uri="{BB962C8B-B14F-4D97-AF65-F5344CB8AC3E}">
        <p14:creationId xmlns:p14="http://schemas.microsoft.com/office/powerpoint/2010/main" val="166446630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927"/>
        <p:cNvGrpSpPr/>
        <p:nvPr/>
      </p:nvGrpSpPr>
      <p:grpSpPr>
        <a:xfrm>
          <a:off x="0" y="0"/>
          <a:ext cx="0" cy="0"/>
          <a:chOff x="0" y="0"/>
          <a:chExt cx="0" cy="0"/>
        </a:xfrm>
      </p:grpSpPr>
      <p:sp>
        <p:nvSpPr>
          <p:cNvPr id="928" name="Google Shape;928;g3b2110f3d24_0_616"/>
          <p:cNvSpPr txBox="1">
            <a:spLocks noGrp="1"/>
          </p:cNvSpPr>
          <p:nvPr>
            <p:ph type="title"/>
          </p:nvPr>
        </p:nvSpPr>
        <p:spPr>
          <a:xfrm>
            <a:off x="420595" y="504611"/>
            <a:ext cx="11350800" cy="775597"/>
          </a:xfrm>
          <a:prstGeom prst="rect">
            <a:avLst/>
          </a:prstGeom>
          <a:noFill/>
          <a:ln>
            <a:noFill/>
          </a:ln>
        </p:spPr>
        <p:txBody>
          <a:bodyPr spcFirstLastPara="1" wrap="square" lIns="0" tIns="0" rIns="0" bIns="0" anchor="t" anchorCtr="0">
            <a:spAutoFit/>
          </a:bodyPr>
          <a:lstStyle/>
          <a:p>
            <a:r>
              <a:rPr lang="en-US" noProof="0"/>
              <a:t>Rest-of-World (</a:t>
            </a:r>
            <a:r>
              <a:rPr lang="en-US" noProof="0" err="1"/>
              <a:t>RoW</a:t>
            </a:r>
            <a:r>
              <a:rPr lang="en-US" noProof="0"/>
              <a:t>) mobile captures incremental share as desktop gradually declines</a:t>
            </a:r>
            <a:endParaRPr lang="en-US" sz="2000" noProof="0"/>
          </a:p>
        </p:txBody>
      </p:sp>
      <p:sp>
        <p:nvSpPr>
          <p:cNvPr id="931" name="Google Shape;931;g3b2110f3d24_0_616"/>
          <p:cNvSpPr txBox="1"/>
          <p:nvPr/>
        </p:nvSpPr>
        <p:spPr>
          <a:xfrm>
            <a:off x="420595" y="5266456"/>
            <a:ext cx="11350800" cy="506235"/>
          </a:xfrm>
          <a:prstGeom prst="rect">
            <a:avLst/>
          </a:prstGeom>
          <a:solidFill>
            <a:srgbClr val="7FD7A7"/>
          </a:solidFill>
          <a:ln>
            <a:noFill/>
          </a:ln>
        </p:spPr>
        <p:txBody>
          <a:bodyPr spcFirstLastPara="1" wrap="square" lIns="68550" tIns="68550" rIns="68550" bIns="68550" anchor="ctr" anchorCtr="0">
            <a:noAutofit/>
          </a:bodyPr>
          <a:lstStyle/>
          <a:p>
            <a:pPr algn="ctr">
              <a:spcBef>
                <a:spcPts val="400"/>
              </a:spcBef>
              <a:spcAft>
                <a:spcPts val="400"/>
              </a:spcAft>
            </a:pPr>
            <a:r>
              <a:rPr lang="en-US" sz="1400" b="1" i="0" u="none" strike="noStrike" cap="none" noProof="0">
                <a:solidFill>
                  <a:schemeClr val="dk1"/>
                </a:solidFill>
                <a:latin typeface="IBM Plex Sans"/>
                <a:ea typeface="IBM Plex Sans"/>
                <a:cs typeface="IBM Plex Sans"/>
                <a:sym typeface="IBM Plex Sans"/>
              </a:rPr>
              <a:t>Revenue mix continues to shift structurally toward Rest-of-World mobile, while U.S. and desktop shares </a:t>
            </a:r>
            <a:r>
              <a:rPr lang="en-US" b="1" noProof="0">
                <a:solidFill>
                  <a:schemeClr val="dk1"/>
                </a:solidFill>
                <a:latin typeface="IBM Plex Sans"/>
                <a:ea typeface="IBM Plex Sans"/>
                <a:cs typeface="IBM Plex Sans"/>
                <a:sym typeface="IBM Plex Sans"/>
              </a:rPr>
              <a:t>gradually </a:t>
            </a:r>
            <a:r>
              <a:rPr lang="en-US" sz="1400" b="1" i="0" u="none" strike="noStrike" cap="none" noProof="0">
                <a:solidFill>
                  <a:schemeClr val="dk1"/>
                </a:solidFill>
                <a:latin typeface="IBM Plex Sans"/>
                <a:ea typeface="IBM Plex Sans"/>
                <a:cs typeface="IBM Plex Sans"/>
                <a:sym typeface="IBM Plex Sans"/>
              </a:rPr>
              <a:t>decline over time</a:t>
            </a:r>
          </a:p>
        </p:txBody>
      </p:sp>
      <p:sp>
        <p:nvSpPr>
          <p:cNvPr id="932" name="Google Shape;932;g3b2110f3d24_0_616"/>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36</a:t>
            </a:fld>
            <a:endParaRPr lang="en-US" noProof="0"/>
          </a:p>
        </p:txBody>
      </p:sp>
      <p:graphicFrame>
        <p:nvGraphicFramePr>
          <p:cNvPr id="933" name="Google Shape;933;g3b2110f3d24_0_616"/>
          <p:cNvGraphicFramePr/>
          <p:nvPr/>
        </p:nvGraphicFramePr>
        <p:xfrm>
          <a:off x="419032" y="1841894"/>
          <a:ext cx="8596404" cy="3268770"/>
        </p:xfrm>
        <a:graphic>
          <a:graphicData uri="http://schemas.openxmlformats.org/drawingml/2006/table">
            <a:tbl>
              <a:tblPr>
                <a:noFill/>
                <a:tableStyleId>{16461213-F4DB-495F-93F5-F8E8B3FAFA39}</a:tableStyleId>
              </a:tblPr>
              <a:tblGrid>
                <a:gridCol w="1105980">
                  <a:extLst>
                    <a:ext uri="{9D8B030D-6E8A-4147-A177-3AD203B41FA5}">
                      <a16:colId xmlns:a16="http://schemas.microsoft.com/office/drawing/2014/main" val="20000"/>
                    </a:ext>
                  </a:extLst>
                </a:gridCol>
                <a:gridCol w="1000308">
                  <a:extLst>
                    <a:ext uri="{9D8B030D-6E8A-4147-A177-3AD203B41FA5}">
                      <a16:colId xmlns:a16="http://schemas.microsoft.com/office/drawing/2014/main" val="20001"/>
                    </a:ext>
                  </a:extLst>
                </a:gridCol>
                <a:gridCol w="1000308">
                  <a:extLst>
                    <a:ext uri="{9D8B030D-6E8A-4147-A177-3AD203B41FA5}">
                      <a16:colId xmlns:a16="http://schemas.microsoft.com/office/drawing/2014/main" val="20002"/>
                    </a:ext>
                  </a:extLst>
                </a:gridCol>
                <a:gridCol w="1000308">
                  <a:extLst>
                    <a:ext uri="{9D8B030D-6E8A-4147-A177-3AD203B41FA5}">
                      <a16:colId xmlns:a16="http://schemas.microsoft.com/office/drawing/2014/main" val="20003"/>
                    </a:ext>
                  </a:extLst>
                </a:gridCol>
                <a:gridCol w="1000308">
                  <a:extLst>
                    <a:ext uri="{9D8B030D-6E8A-4147-A177-3AD203B41FA5}">
                      <a16:colId xmlns:a16="http://schemas.microsoft.com/office/drawing/2014/main" val="20004"/>
                    </a:ext>
                  </a:extLst>
                </a:gridCol>
                <a:gridCol w="1000308">
                  <a:extLst>
                    <a:ext uri="{9D8B030D-6E8A-4147-A177-3AD203B41FA5}">
                      <a16:colId xmlns:a16="http://schemas.microsoft.com/office/drawing/2014/main" val="20005"/>
                    </a:ext>
                  </a:extLst>
                </a:gridCol>
                <a:gridCol w="1000308">
                  <a:extLst>
                    <a:ext uri="{9D8B030D-6E8A-4147-A177-3AD203B41FA5}">
                      <a16:colId xmlns:a16="http://schemas.microsoft.com/office/drawing/2014/main" val="20006"/>
                    </a:ext>
                  </a:extLst>
                </a:gridCol>
                <a:gridCol w="1488576">
                  <a:extLst>
                    <a:ext uri="{9D8B030D-6E8A-4147-A177-3AD203B41FA5}">
                      <a16:colId xmlns:a16="http://schemas.microsoft.com/office/drawing/2014/main" val="20007"/>
                    </a:ext>
                  </a:extLst>
                </a:gridCol>
              </a:tblGrid>
              <a:tr h="638426">
                <a:tc>
                  <a:txBody>
                    <a:bodyPr/>
                    <a:lstStyle/>
                    <a:p>
                      <a:pPr marL="0" marR="0" lvl="0" indent="0" algn="ctr" rtl="0">
                        <a:lnSpc>
                          <a:spcPct val="100000"/>
                        </a:lnSpc>
                        <a:spcBef>
                          <a:spcPts val="0"/>
                        </a:spcBef>
                        <a:spcAft>
                          <a:spcPts val="0"/>
                        </a:spcAft>
                        <a:buClr>
                          <a:srgbClr val="000000"/>
                        </a:buClr>
                        <a:buSzPts val="1200"/>
                        <a:buFont typeface="Arial"/>
                        <a:buNone/>
                      </a:pPr>
                      <a:r>
                        <a:rPr lang="en-US" sz="1400" b="1" i="0" u="none" strike="noStrike" cap="none" noProof="0">
                          <a:solidFill>
                            <a:schemeClr val="tx1"/>
                          </a:solidFill>
                          <a:latin typeface="IBM Plex Sans"/>
                          <a:ea typeface="IBM Plex Sans"/>
                          <a:cs typeface="IBM Plex Sans"/>
                          <a:sym typeface="IBM Plex Sans"/>
                        </a:rPr>
                        <a:t>Region and </a:t>
                      </a:r>
                      <a:r>
                        <a:rPr lang="en-US" sz="1400" b="1" i="0" u="none" strike="noStrike" cap="none" noProof="0">
                          <a:solidFill>
                            <a:schemeClr val="tx1"/>
                          </a:solidFill>
                          <a:latin typeface="IBM Plex Sans"/>
                          <a:ea typeface="IBM Plex Sans"/>
                          <a:cs typeface="IBM Plex Sans"/>
                        </a:rPr>
                        <a:t>Device</a:t>
                      </a:r>
                      <a:endParaRPr lang="en-US" sz="1200" u="none" strike="noStrike" cap="none" baseline="30000" noProof="0">
                        <a:solidFill>
                          <a:schemeClr val="tx1"/>
                        </a:solidFill>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chemeClr val="tx2"/>
                    </a:solidFill>
                  </a:tcPr>
                </a:tc>
                <a:tc>
                  <a:txBody>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tx1"/>
                          </a:solidFill>
                          <a:latin typeface="IBM Plex Sans"/>
                          <a:ea typeface="IBM Plex Sans"/>
                          <a:cs typeface="IBM Plex Sans"/>
                          <a:sym typeface="IBM Plex Sans"/>
                        </a:rPr>
                        <a:t>2025</a:t>
                      </a:r>
                      <a:endParaRPr lang="en-US" noProof="0">
                        <a:solidFill>
                          <a:schemeClr val="tx1"/>
                        </a:solidFill>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tx2"/>
                    </a:solidFill>
                  </a:tcPr>
                </a:tc>
                <a:tc>
                  <a:txBody>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tx1"/>
                          </a:solidFill>
                          <a:latin typeface="IBM Plex Sans"/>
                          <a:ea typeface="IBM Plex Sans"/>
                          <a:cs typeface="IBM Plex Sans"/>
                          <a:sym typeface="IBM Plex Sans"/>
                        </a:rPr>
                        <a:t>2026</a:t>
                      </a:r>
                      <a:endParaRPr lang="en-US" noProof="0">
                        <a:solidFill>
                          <a:schemeClr val="tx1"/>
                        </a:solidFill>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tx2"/>
                    </a:solidFill>
                  </a:tcPr>
                </a:tc>
                <a:tc>
                  <a:txBody>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tx1"/>
                          </a:solidFill>
                          <a:latin typeface="IBM Plex Sans"/>
                          <a:ea typeface="IBM Plex Sans"/>
                          <a:cs typeface="IBM Plex Sans"/>
                          <a:sym typeface="IBM Plex Sans"/>
                        </a:rPr>
                        <a:t>2027</a:t>
                      </a:r>
                      <a:endParaRPr lang="en-US" noProof="0">
                        <a:solidFill>
                          <a:schemeClr val="tx1"/>
                        </a:solidFill>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tx2"/>
                    </a:solidFill>
                  </a:tcPr>
                </a:tc>
                <a:tc>
                  <a:txBody>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tx1"/>
                          </a:solidFill>
                          <a:latin typeface="IBM Plex Sans"/>
                          <a:ea typeface="IBM Plex Sans"/>
                          <a:cs typeface="IBM Plex Sans"/>
                          <a:sym typeface="IBM Plex Sans"/>
                        </a:rPr>
                        <a:t>2028</a:t>
                      </a:r>
                      <a:endParaRPr lang="en-US" noProof="0">
                        <a:solidFill>
                          <a:schemeClr val="tx1"/>
                        </a:solidFill>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tx2"/>
                    </a:solidFill>
                  </a:tcPr>
                </a:tc>
                <a:tc>
                  <a:txBody>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tx1"/>
                          </a:solidFill>
                          <a:latin typeface="IBM Plex Sans"/>
                          <a:ea typeface="IBM Plex Sans"/>
                          <a:cs typeface="IBM Plex Sans"/>
                          <a:sym typeface="IBM Plex Sans"/>
                        </a:rPr>
                        <a:t>2029</a:t>
                      </a:r>
                      <a:endParaRPr lang="en-US" noProof="0">
                        <a:solidFill>
                          <a:schemeClr val="tx1"/>
                        </a:solidFill>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tx2"/>
                    </a:solidFill>
                  </a:tcPr>
                </a:tc>
                <a:tc>
                  <a:txBody>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chemeClr val="tx1"/>
                          </a:solidFill>
                          <a:latin typeface="IBM Plex Sans"/>
                          <a:ea typeface="IBM Plex Sans"/>
                          <a:cs typeface="IBM Plex Sans"/>
                          <a:sym typeface="IBM Plex Sans"/>
                        </a:rPr>
                        <a:t>2030</a:t>
                      </a:r>
                      <a:endParaRPr lang="en-US" noProof="0">
                        <a:solidFill>
                          <a:schemeClr val="tx1"/>
                        </a:solidFill>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tx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400" b="1" i="0" u="none" strike="noStrike" cap="none" noProof="0">
                          <a:solidFill>
                            <a:schemeClr val="tx1"/>
                          </a:solidFill>
                          <a:latin typeface="IBM Plex Sans"/>
                          <a:ea typeface="IBM Plex Sans"/>
                          <a:cs typeface="IBM Plex Sans"/>
                          <a:sym typeface="IBM Plex Sans"/>
                        </a:rPr>
                        <a:t>Share variation 2030 vs</a:t>
                      </a:r>
                      <a:r>
                        <a:rPr lang="en-US" sz="1400" b="1" i="0" u="none" strike="noStrike" cap="none" noProof="0">
                          <a:solidFill>
                            <a:schemeClr val="tx1"/>
                          </a:solidFill>
                          <a:latin typeface="IBM Plex Sans"/>
                          <a:ea typeface="IBM Plex Sans"/>
                          <a:cs typeface="IBM Plex Sans"/>
                        </a:rPr>
                        <a:t>.</a:t>
                      </a:r>
                      <a:r>
                        <a:rPr lang="en-US" sz="1400" b="1" i="0" u="none" strike="noStrike" cap="none" noProof="0">
                          <a:solidFill>
                            <a:schemeClr val="tx1"/>
                          </a:solidFill>
                          <a:latin typeface="IBM Plex Sans"/>
                          <a:ea typeface="IBM Plex Sans"/>
                          <a:cs typeface="IBM Plex Sans"/>
                          <a:sym typeface="IBM Plex Sans"/>
                        </a:rPr>
                        <a:t> 2025</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tx2"/>
                    </a:solidFill>
                  </a:tcPr>
                </a:tc>
                <a:extLst>
                  <a:ext uri="{0D108BD9-81ED-4DB2-BD59-A6C34878D82A}">
                    <a16:rowId xmlns:a16="http://schemas.microsoft.com/office/drawing/2014/main" val="10000"/>
                  </a:ext>
                </a:extLst>
              </a:tr>
              <a:tr h="657586">
                <a:tc>
                  <a:txBody>
                    <a:bodyPr/>
                    <a:lstStyle/>
                    <a:p>
                      <a:pPr marL="0" marR="0" lvl="0" indent="0" algn="l" rtl="0">
                        <a:lnSpc>
                          <a:spcPct val="100000"/>
                        </a:lnSpc>
                        <a:spcBef>
                          <a:spcPts val="0"/>
                        </a:spcBef>
                        <a:spcAft>
                          <a:spcPts val="0"/>
                        </a:spcAft>
                        <a:buClr>
                          <a:srgbClr val="000000"/>
                        </a:buClr>
                        <a:buSzPts val="1200"/>
                        <a:buFont typeface="Arial"/>
                        <a:buNone/>
                      </a:pPr>
                      <a:r>
                        <a:rPr lang="en-US" sz="1400" b="1" i="0" u="none" strike="noStrike" cap="none" noProof="0">
                          <a:solidFill>
                            <a:srgbClr val="000000"/>
                          </a:solidFill>
                          <a:latin typeface="IBM Plex Sans"/>
                          <a:ea typeface="IBM Plex Sans"/>
                          <a:cs typeface="IBM Plex Sans"/>
                          <a:sym typeface="IBM Plex Sans"/>
                        </a:rPr>
                        <a:t>US Desktop</a:t>
                      </a:r>
                      <a:endParaRPr lang="en-US" noProof="0"/>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algn="ctr" rtl="0" fontAlgn="b">
                        <a:buNone/>
                      </a:pPr>
                      <a:r>
                        <a:rPr lang="en-US" b="0" noProof="0">
                          <a:solidFill>
                            <a:srgbClr val="1F1F1F"/>
                          </a:solidFill>
                          <a:effectLst/>
                          <a:latin typeface="IBM Plex Sans"/>
                        </a:rPr>
                        <a:t>8.8%</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8.7%</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8.6%</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8.5%</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8.4%</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8.2%</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1" noProof="0">
                          <a:effectLst/>
                          <a:latin typeface="IBM Plex Sans"/>
                        </a:rPr>
                        <a:t>-0.6 p.p.</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1"/>
                  </a:ext>
                </a:extLst>
              </a:tr>
              <a:tr h="657586">
                <a:tc>
                  <a:txBody>
                    <a:bodyPr/>
                    <a:lstStyle/>
                    <a:p>
                      <a:pPr marL="0" marR="0" lvl="0" indent="0" algn="l" rtl="0">
                        <a:lnSpc>
                          <a:spcPct val="100000"/>
                        </a:lnSpc>
                        <a:spcBef>
                          <a:spcPts val="0"/>
                        </a:spcBef>
                        <a:spcAft>
                          <a:spcPts val="0"/>
                        </a:spcAft>
                        <a:buClr>
                          <a:srgbClr val="000000"/>
                        </a:buClr>
                        <a:buSzPts val="1200"/>
                        <a:buFont typeface="Arial"/>
                        <a:buNone/>
                      </a:pPr>
                      <a:r>
                        <a:rPr lang="en-US" sz="1400" b="1" i="0" u="none" strike="noStrike" cap="none" noProof="0" err="1">
                          <a:solidFill>
                            <a:srgbClr val="000000"/>
                          </a:solidFill>
                          <a:latin typeface="IBM Plex Sans"/>
                          <a:ea typeface="IBM Plex Sans"/>
                          <a:cs typeface="IBM Plex Sans"/>
                          <a:sym typeface="IBM Plex Sans"/>
                        </a:rPr>
                        <a:t>RoW</a:t>
                      </a:r>
                      <a:r>
                        <a:rPr lang="en-US" sz="1400" b="1" i="0" u="none" strike="noStrike" cap="none" noProof="0">
                          <a:solidFill>
                            <a:srgbClr val="000000"/>
                          </a:solidFill>
                          <a:latin typeface="IBM Plex Sans"/>
                          <a:ea typeface="IBM Plex Sans"/>
                          <a:cs typeface="IBM Plex Sans"/>
                          <a:sym typeface="IBM Plex Sans"/>
                        </a:rPr>
                        <a:t> Desktop</a:t>
                      </a:r>
                      <a:endParaRPr lang="en-US" noProof="0"/>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algn="ctr" rtl="0" fontAlgn="b">
                        <a:buNone/>
                      </a:pPr>
                      <a:r>
                        <a:rPr lang="en-US" b="0" noProof="0">
                          <a:solidFill>
                            <a:srgbClr val="1F1F1F"/>
                          </a:solidFill>
                          <a:effectLst/>
                          <a:latin typeface="IBM Plex Sans"/>
                        </a:rPr>
                        <a:t>28.9%</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28.7%</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28.5%</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28.3%</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28.0%</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27.8%</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1" noProof="0">
                          <a:effectLst/>
                          <a:latin typeface="IBM Plex Sans"/>
                        </a:rPr>
                        <a:t>-1.2 </a:t>
                      </a:r>
                      <a:r>
                        <a:rPr lang="en-US" sz="1400" b="1" i="0" u="none" strike="noStrike" noProof="0">
                          <a:solidFill>
                            <a:srgbClr val="000000"/>
                          </a:solidFill>
                          <a:effectLst/>
                          <a:latin typeface="IBM Plex Sans"/>
                        </a:rPr>
                        <a:t>p.p.</a:t>
                      </a:r>
                      <a:endParaRPr lang="en-US" b="1" noProof="0">
                        <a:effectLst/>
                        <a:latin typeface="IBM Plex Sans"/>
                      </a:endParaRP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657586">
                <a:tc>
                  <a:txBody>
                    <a:bodyPr/>
                    <a:lstStyle/>
                    <a:p>
                      <a:pPr marL="0" marR="0" lvl="0" indent="0" algn="l" rtl="0">
                        <a:lnSpc>
                          <a:spcPct val="100000"/>
                        </a:lnSpc>
                        <a:spcBef>
                          <a:spcPts val="0"/>
                        </a:spcBef>
                        <a:spcAft>
                          <a:spcPts val="0"/>
                        </a:spcAft>
                        <a:buClr>
                          <a:srgbClr val="000000"/>
                        </a:buClr>
                        <a:buSzPts val="1200"/>
                        <a:buFont typeface="Arial"/>
                        <a:buNone/>
                      </a:pPr>
                      <a:r>
                        <a:rPr lang="en-US" sz="1400" b="1" i="0" u="none" strike="noStrike" cap="none" noProof="0">
                          <a:solidFill>
                            <a:srgbClr val="000000"/>
                          </a:solidFill>
                          <a:latin typeface="IBM Plex Sans"/>
                          <a:ea typeface="IBM Plex Sans"/>
                          <a:cs typeface="IBM Plex Sans"/>
                          <a:sym typeface="IBM Plex Sans"/>
                        </a:rPr>
                        <a:t>US Mobile</a:t>
                      </a:r>
                      <a:endParaRPr lang="en-US" noProof="0"/>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algn="ctr" rtl="0" fontAlgn="b">
                        <a:buNone/>
                      </a:pPr>
                      <a:r>
                        <a:rPr lang="en-US" b="0" noProof="0">
                          <a:solidFill>
                            <a:srgbClr val="1F1F1F"/>
                          </a:solidFill>
                          <a:effectLst/>
                          <a:latin typeface="IBM Plex Sans"/>
                        </a:rPr>
                        <a:t>12.2%</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12.1%</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12.1%</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12.1%</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12.1%</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12.1%</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b="1" noProof="0">
                          <a:effectLst/>
                          <a:latin typeface="IBM Plex Sans"/>
                        </a:rPr>
                        <a:t>-0.1 </a:t>
                      </a:r>
                      <a:r>
                        <a:rPr lang="en-US" sz="1400" b="1" i="0" u="none" strike="noStrike" noProof="0">
                          <a:solidFill>
                            <a:srgbClr val="000000"/>
                          </a:solidFill>
                          <a:effectLst/>
                          <a:latin typeface="IBM Plex Sans"/>
                        </a:rPr>
                        <a:t>p.p.</a:t>
                      </a:r>
                      <a:endParaRPr lang="pt-B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3"/>
                  </a:ext>
                </a:extLst>
              </a:tr>
              <a:tr h="657586">
                <a:tc>
                  <a:txBody>
                    <a:bodyPr/>
                    <a:lstStyle/>
                    <a:p>
                      <a:pPr marL="0" marR="0" lvl="0" indent="0" algn="l" rtl="0">
                        <a:lnSpc>
                          <a:spcPct val="100000"/>
                        </a:lnSpc>
                        <a:spcBef>
                          <a:spcPts val="0"/>
                        </a:spcBef>
                        <a:spcAft>
                          <a:spcPts val="0"/>
                        </a:spcAft>
                        <a:buClr>
                          <a:srgbClr val="000000"/>
                        </a:buClr>
                        <a:buSzPts val="1200"/>
                        <a:buFont typeface="Arial"/>
                        <a:buNone/>
                      </a:pPr>
                      <a:r>
                        <a:rPr lang="en-US" sz="1400" b="1" i="0" u="none" strike="noStrike" cap="none" noProof="0" err="1">
                          <a:solidFill>
                            <a:srgbClr val="000000"/>
                          </a:solidFill>
                          <a:latin typeface="IBM Plex Sans"/>
                          <a:ea typeface="IBM Plex Sans"/>
                          <a:cs typeface="IBM Plex Sans"/>
                          <a:sym typeface="IBM Plex Sans"/>
                        </a:rPr>
                        <a:t>RoW</a:t>
                      </a:r>
                      <a:r>
                        <a:rPr lang="en-US" sz="1400" b="1" i="0" u="none" strike="noStrike" cap="none" noProof="0">
                          <a:solidFill>
                            <a:srgbClr val="000000"/>
                          </a:solidFill>
                          <a:latin typeface="IBM Plex Sans"/>
                          <a:ea typeface="IBM Plex Sans"/>
                          <a:cs typeface="IBM Plex Sans"/>
                          <a:sym typeface="IBM Plex Sans"/>
                        </a:rPr>
                        <a:t> Mobile</a:t>
                      </a:r>
                      <a:endParaRPr lang="en-US" noProof="0"/>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algn="ctr" rtl="0" fontAlgn="b">
                        <a:buNone/>
                      </a:pPr>
                      <a:r>
                        <a:rPr lang="en-US" b="0" noProof="0">
                          <a:solidFill>
                            <a:srgbClr val="1F1F1F"/>
                          </a:solidFill>
                          <a:effectLst/>
                          <a:latin typeface="IBM Plex Sans"/>
                        </a:rPr>
                        <a:t>50.1%</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50.4%</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50.8%</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51.2%</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51.5%</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rtl="0" fontAlgn="b">
                        <a:buNone/>
                      </a:pPr>
                      <a:r>
                        <a:rPr lang="en-US" b="0" noProof="0">
                          <a:solidFill>
                            <a:srgbClr val="1F1F1F"/>
                          </a:solidFill>
                          <a:effectLst/>
                          <a:latin typeface="IBM Plex Sans"/>
                        </a:rPr>
                        <a:t>51.9%</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rtl="0" fontAlgn="b">
                        <a:buNone/>
                      </a:pPr>
                      <a:r>
                        <a:rPr lang="en-US" b="1" noProof="0">
                          <a:effectLst/>
                          <a:latin typeface="IBM Plex Sans"/>
                        </a:rPr>
                        <a:t>1.8 </a:t>
                      </a:r>
                      <a:r>
                        <a:rPr lang="en-US" sz="1400" b="1" i="0" u="none" strike="noStrike" noProof="0">
                          <a:solidFill>
                            <a:srgbClr val="000000"/>
                          </a:solidFill>
                          <a:effectLst/>
                          <a:latin typeface="IBM Plex Sans"/>
                        </a:rPr>
                        <a:t>p.p.</a:t>
                      </a:r>
                      <a:endParaRPr lang="pt-B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
        <p:nvSpPr>
          <p:cNvPr id="7" name="Google Shape;371;p24">
            <a:extLst>
              <a:ext uri="{FF2B5EF4-FFF2-40B4-BE49-F238E27FC236}">
                <a16:creationId xmlns:a16="http://schemas.microsoft.com/office/drawing/2014/main" id="{7082C627-6CC2-A60D-4C85-A33D02DD8892}"/>
              </a:ext>
            </a:extLst>
          </p:cNvPr>
          <p:cNvSpPr txBox="1"/>
          <p:nvPr/>
        </p:nvSpPr>
        <p:spPr>
          <a:xfrm>
            <a:off x="9191625" y="1822432"/>
            <a:ext cx="2581343" cy="3205986"/>
          </a:xfrm>
          <a:prstGeom prst="rect">
            <a:avLst/>
          </a:prstGeom>
          <a:solidFill>
            <a:schemeClr val="bg1">
              <a:lumMod val="95000"/>
            </a:schemeClr>
          </a:solidFill>
          <a:ln>
            <a:noFill/>
          </a:ln>
        </p:spPr>
        <p:txBody>
          <a:bodyPr spcFirstLastPara="1" wrap="square" lIns="36000" tIns="0" rIns="91425" bIns="45700" anchor="t" anchorCtr="0">
            <a:spAutoFit/>
          </a:bodyPr>
          <a:lstStyle/>
          <a:p>
            <a:pPr marL="228600" indent="-171450">
              <a:spcBef>
                <a:spcPts val="400"/>
              </a:spcBef>
              <a:buClr>
                <a:schemeClr val="dk1"/>
              </a:buClr>
              <a:buSzPts val="1200"/>
              <a:buFont typeface="Arial" panose="020B0604020202020204" pitchFamily="34" charset="0"/>
              <a:buChar char="•"/>
            </a:pPr>
            <a:r>
              <a:rPr lang="en-US" sz="1200" b="1" i="0" u="none" strike="noStrike" cap="none" noProof="0">
                <a:solidFill>
                  <a:srgbClr val="000000"/>
                </a:solidFill>
                <a:latin typeface="IBM Plex Sans"/>
                <a:ea typeface="Calibri"/>
                <a:cs typeface="Calibri"/>
                <a:sym typeface="IBM Plex Sans" panose="020B0503050203000203" pitchFamily="34" charset="0"/>
              </a:rPr>
              <a:t>Mobile devices</a:t>
            </a:r>
            <a:r>
              <a:rPr lang="en-US" sz="1200" i="0" u="none" strike="noStrike" cap="none" noProof="0">
                <a:solidFill>
                  <a:srgbClr val="000000"/>
                </a:solidFill>
                <a:latin typeface="IBM Plex Sans"/>
                <a:ea typeface="Calibri"/>
                <a:cs typeface="Calibri"/>
                <a:sym typeface="IBM Plex Sans" panose="020B0503050203000203" pitchFamily="34" charset="0"/>
              </a:rPr>
              <a:t> now </a:t>
            </a:r>
            <a:r>
              <a:rPr lang="en-US" sz="1200" b="1" i="0" u="none" strike="noStrike" cap="none" noProof="0">
                <a:solidFill>
                  <a:srgbClr val="000000"/>
                </a:solidFill>
                <a:latin typeface="IBM Plex Sans"/>
                <a:ea typeface="Calibri"/>
                <a:cs typeface="Calibri"/>
                <a:sym typeface="IBM Plex Sans" panose="020B0503050203000203" pitchFamily="34" charset="0"/>
              </a:rPr>
              <a:t>generate the majority of global web traffic </a:t>
            </a:r>
            <a:r>
              <a:rPr lang="en-US" sz="1200" b="1" noProof="0">
                <a:latin typeface="IBM Plex Sans"/>
                <a:ea typeface="Calibri"/>
                <a:cs typeface="Calibri"/>
                <a:sym typeface="IBM Plex Sans" panose="020B0503050203000203" pitchFamily="34" charset="0"/>
              </a:rPr>
              <a:t>(&gt;</a:t>
            </a:r>
            <a:r>
              <a:rPr lang="en-US" sz="1200" b="1" i="0" u="none" strike="noStrike" cap="none" noProof="0">
                <a:solidFill>
                  <a:srgbClr val="000000"/>
                </a:solidFill>
                <a:latin typeface="IBM Plex Sans"/>
                <a:ea typeface="Calibri"/>
                <a:cs typeface="Calibri"/>
                <a:sym typeface="IBM Plex Sans" panose="020B0503050203000203" pitchFamily="34" charset="0"/>
              </a:rPr>
              <a:t>60</a:t>
            </a:r>
            <a:r>
              <a:rPr lang="en-US" sz="1200" b="1" noProof="0">
                <a:latin typeface="IBM Plex Sans"/>
                <a:ea typeface="Calibri"/>
                <a:cs typeface="Calibri"/>
                <a:sym typeface="IBM Plex Sans" panose="020B0503050203000203" pitchFamily="34" charset="0"/>
              </a:rPr>
              <a:t>%),</a:t>
            </a:r>
            <a:r>
              <a:rPr lang="en-US" sz="1200" i="0" u="none" strike="noStrike" cap="none" noProof="0">
                <a:solidFill>
                  <a:srgbClr val="000000"/>
                </a:solidFill>
                <a:latin typeface="IBM Plex Sans"/>
                <a:ea typeface="Calibri"/>
                <a:cs typeface="Calibri"/>
                <a:sym typeface="IBM Plex Sans" panose="020B0503050203000203" pitchFamily="34" charset="0"/>
              </a:rPr>
              <a:t> while desktop continues to decline</a:t>
            </a:r>
            <a:r>
              <a:rPr lang="en-US" sz="1200" i="0" u="none" strike="noStrike" cap="none" baseline="30000" noProof="0">
                <a:solidFill>
                  <a:srgbClr val="000000"/>
                </a:solidFill>
                <a:latin typeface="IBM Plex Sans"/>
                <a:ea typeface="Calibri"/>
                <a:cs typeface="Calibri"/>
                <a:sym typeface="IBM Plex Sans" panose="020B0503050203000203" pitchFamily="34" charset="0"/>
              </a:rPr>
              <a:t>14</a:t>
            </a:r>
          </a:p>
          <a:p>
            <a:pPr marL="228600" indent="-171450">
              <a:spcBef>
                <a:spcPts val="400"/>
              </a:spcBef>
              <a:buClr>
                <a:schemeClr val="dk1"/>
              </a:buClr>
              <a:buSzPts val="1200"/>
              <a:buFont typeface="Arial" panose="020B0604020202020204" pitchFamily="34" charset="0"/>
              <a:buChar char="•"/>
            </a:pPr>
            <a:r>
              <a:rPr lang="en-US" sz="1200" i="0" u="none" strike="noStrike" cap="none" noProof="0">
                <a:solidFill>
                  <a:srgbClr val="000000"/>
                </a:solidFill>
                <a:latin typeface="IBM Plex Sans"/>
                <a:ea typeface="Calibri"/>
                <a:cs typeface="Calibri"/>
                <a:sym typeface="IBM Plex Sans" panose="020B0503050203000203" pitchFamily="34" charset="0"/>
              </a:rPr>
              <a:t>Smartphones are the </a:t>
            </a:r>
            <a:r>
              <a:rPr lang="en-US" sz="1200" b="1" i="0" u="none" strike="noStrike" cap="none" noProof="0">
                <a:solidFill>
                  <a:srgbClr val="000000"/>
                </a:solidFill>
                <a:latin typeface="IBM Plex Sans"/>
                <a:ea typeface="Calibri"/>
                <a:cs typeface="Calibri"/>
                <a:sym typeface="IBM Plex Sans" panose="020B0503050203000203" pitchFamily="34" charset="0"/>
              </a:rPr>
              <a:t>primary access method </a:t>
            </a:r>
            <a:r>
              <a:rPr lang="en-US" sz="1200" i="0" u="none" strike="noStrike" cap="none" noProof="0">
                <a:solidFill>
                  <a:srgbClr val="000000"/>
                </a:solidFill>
                <a:latin typeface="IBM Plex Sans"/>
                <a:ea typeface="Calibri"/>
                <a:cs typeface="Calibri"/>
                <a:sym typeface="IBM Plex Sans" panose="020B0503050203000203" pitchFamily="34" charset="0"/>
              </a:rPr>
              <a:t>for online activity in </a:t>
            </a:r>
            <a:r>
              <a:rPr lang="en-US" sz="1200" b="1" i="0" u="none" strike="noStrike" cap="none" noProof="0">
                <a:solidFill>
                  <a:srgbClr val="000000"/>
                </a:solidFill>
                <a:latin typeface="IBM Plex Sans"/>
                <a:ea typeface="Calibri"/>
                <a:cs typeface="Calibri"/>
                <a:sym typeface="IBM Plex Sans" panose="020B0503050203000203" pitchFamily="34" charset="0"/>
              </a:rPr>
              <a:t>developing economies</a:t>
            </a:r>
            <a:r>
              <a:rPr lang="en-US" sz="1200" b="1" noProof="0">
                <a:latin typeface="IBM Plex Sans"/>
                <a:ea typeface="Calibri"/>
                <a:cs typeface="Calibri"/>
                <a:sym typeface="IBM Plex Sans" panose="020B0503050203000203" pitchFamily="34" charset="0"/>
              </a:rPr>
              <a:t>,</a:t>
            </a:r>
            <a:r>
              <a:rPr lang="en-US" sz="1200" b="1" i="0" u="none" strike="noStrike" cap="none" noProof="0">
                <a:solidFill>
                  <a:srgbClr val="000000"/>
                </a:solidFill>
                <a:latin typeface="IBM Plex Sans"/>
                <a:ea typeface="Calibri"/>
                <a:cs typeface="Calibri"/>
                <a:sym typeface="IBM Plex Sans" panose="020B0503050203000203" pitchFamily="34" charset="0"/>
              </a:rPr>
              <a:t> </a:t>
            </a:r>
            <a:r>
              <a:rPr lang="en-US" sz="1200" b="1" noProof="0">
                <a:latin typeface="IBM Plex Sans"/>
                <a:ea typeface="Calibri"/>
                <a:cs typeface="Calibri"/>
                <a:sym typeface="IBM Plex Sans" panose="020B0503050203000203" pitchFamily="34" charset="0"/>
              </a:rPr>
              <a:t>representing </a:t>
            </a:r>
            <a:r>
              <a:rPr lang="en-US" sz="1200" noProof="0">
                <a:latin typeface="IBM Plex Sans"/>
                <a:ea typeface="Calibri"/>
                <a:cs typeface="Calibri"/>
                <a:sym typeface="IBM Plex Sans" panose="020B0503050203000203" pitchFamily="34" charset="0"/>
              </a:rPr>
              <a:t>~</a:t>
            </a:r>
            <a:r>
              <a:rPr lang="en-US" sz="1200" i="0" u="none" strike="noStrike" cap="none" noProof="0">
                <a:solidFill>
                  <a:srgbClr val="000000"/>
                </a:solidFill>
                <a:latin typeface="IBM Plex Sans"/>
                <a:ea typeface="Calibri"/>
                <a:cs typeface="Calibri"/>
                <a:sym typeface="IBM Plex Sans" panose="020B0503050203000203" pitchFamily="34" charset="0"/>
              </a:rPr>
              <a:t>90% of users</a:t>
            </a:r>
            <a:r>
              <a:rPr lang="en-US" sz="1200" i="0" u="none" strike="noStrike" cap="none" baseline="30000" noProof="0">
                <a:solidFill>
                  <a:srgbClr val="000000"/>
                </a:solidFill>
                <a:latin typeface="IBM Plex Sans"/>
                <a:ea typeface="Calibri"/>
                <a:cs typeface="Calibri"/>
                <a:sym typeface="IBM Plex Sans" panose="020B0503050203000203" pitchFamily="34" charset="0"/>
              </a:rPr>
              <a:t>13</a:t>
            </a:r>
            <a:endParaRPr lang="en-US" sz="1200" i="0" u="none" strike="noStrike" cap="none" baseline="30000" noProof="0">
              <a:solidFill>
                <a:srgbClr val="000000"/>
              </a:solidFill>
              <a:latin typeface="IBM Plex Sans"/>
              <a:ea typeface="Calibri"/>
              <a:cs typeface="Calibri"/>
            </a:endParaRPr>
          </a:p>
          <a:p>
            <a:pPr marL="228600" indent="-171450">
              <a:spcBef>
                <a:spcPts val="400"/>
              </a:spcBef>
              <a:buClr>
                <a:schemeClr val="dk1"/>
              </a:buClr>
              <a:buSzPts val="1200"/>
              <a:buFont typeface="Arial" panose="020B0604020202020204" pitchFamily="34" charset="0"/>
              <a:buChar char="•"/>
            </a:pPr>
            <a:r>
              <a:rPr lang="en-US" sz="1200" noProof="0">
                <a:latin typeface="IBM Plex Sans"/>
                <a:ea typeface="Calibri"/>
                <a:cs typeface="Calibri"/>
                <a:sym typeface="IBM Plex Sans" panose="020B0503050203000203" pitchFamily="34" charset="0"/>
              </a:rPr>
              <a:t>The </a:t>
            </a:r>
            <a:r>
              <a:rPr lang="en-US" sz="1200" b="1" noProof="0">
                <a:latin typeface="IBM Plex Sans"/>
                <a:ea typeface="Calibri"/>
                <a:cs typeface="Calibri"/>
                <a:sym typeface="IBM Plex Sans" panose="020B0503050203000203" pitchFamily="34" charset="0"/>
              </a:rPr>
              <a:t>U.S. internet penetration rate has plateaued above 90</a:t>
            </a:r>
            <a:r>
              <a:rPr lang="en-US" sz="1200" noProof="0">
                <a:latin typeface="IBM Plex Sans"/>
                <a:ea typeface="Calibri"/>
                <a:cs typeface="Calibri"/>
                <a:sym typeface="IBM Plex Sans" panose="020B0503050203000203" pitchFamily="34" charset="0"/>
              </a:rPr>
              <a:t>%, meaning limited incremental user growth </a:t>
            </a:r>
            <a:r>
              <a:rPr lang="en-US" sz="1200" b="1" noProof="0">
                <a:latin typeface="IBM Plex Sans"/>
                <a:ea typeface="Calibri"/>
                <a:cs typeface="Calibri"/>
                <a:sym typeface="IBM Plex Sans" panose="020B0503050203000203" pitchFamily="34" charset="0"/>
              </a:rPr>
              <a:t>compared with emerging markets</a:t>
            </a:r>
            <a:r>
              <a:rPr lang="en-US" sz="1200" b="1" baseline="30000" noProof="0">
                <a:latin typeface="IBM Plex Sans"/>
                <a:ea typeface="Calibri"/>
                <a:cs typeface="Calibri"/>
                <a:sym typeface="IBM Plex Sans" panose="020B0503050203000203" pitchFamily="34" charset="0"/>
              </a:rPr>
              <a:t>15</a:t>
            </a:r>
            <a:br>
              <a:rPr lang="en-US" sz="1200" noProof="0">
                <a:latin typeface="IBM Plex Sans" panose="020B0503050203000203" pitchFamily="34" charset="0"/>
                <a:ea typeface="Calibri"/>
                <a:cs typeface="Calibri"/>
              </a:rPr>
            </a:br>
            <a:endParaRPr lang="en-US" sz="1200" noProof="0">
              <a:latin typeface="IBM Plex Sans" panose="020B0503050203000203" pitchFamily="34" charset="0"/>
              <a:ea typeface="Calibri"/>
              <a:cs typeface="Calibri"/>
            </a:endParaRPr>
          </a:p>
          <a:p>
            <a:pPr marL="228600" indent="-171450">
              <a:spcBef>
                <a:spcPts val="400"/>
              </a:spcBef>
              <a:buClr>
                <a:schemeClr val="dk1"/>
              </a:buClr>
              <a:buSzPts val="1200"/>
              <a:buFont typeface="Arial" panose="020B0604020202020204" pitchFamily="34" charset="0"/>
              <a:buChar char="•"/>
            </a:pPr>
            <a:endParaRPr lang="en-US" sz="1200" i="0" u="none" strike="noStrike" cap="none" noProof="0">
              <a:solidFill>
                <a:srgbClr val="000000"/>
              </a:solidFill>
              <a:latin typeface="IBM Plex Sans" panose="020B0503050203000203" pitchFamily="34" charset="0"/>
              <a:ea typeface="Calibri"/>
              <a:cs typeface="Calibri"/>
              <a:sym typeface="IBM Plex Sans" panose="020B0503050203000203" pitchFamily="34" charset="0"/>
            </a:endParaRPr>
          </a:p>
        </p:txBody>
      </p:sp>
      <p:sp>
        <p:nvSpPr>
          <p:cNvPr id="8" name="Google Shape;368;p24">
            <a:extLst>
              <a:ext uri="{FF2B5EF4-FFF2-40B4-BE49-F238E27FC236}">
                <a16:creationId xmlns:a16="http://schemas.microsoft.com/office/drawing/2014/main" id="{30C364B9-012A-3656-D2AD-53D291211E82}"/>
              </a:ext>
            </a:extLst>
          </p:cNvPr>
          <p:cNvSpPr/>
          <p:nvPr/>
        </p:nvSpPr>
        <p:spPr>
          <a:xfrm>
            <a:off x="9191625" y="1421128"/>
            <a:ext cx="257977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lt1"/>
                </a:solidFill>
                <a:latin typeface="IBM Plex Sans" panose="020B0503050203000203" pitchFamily="34" charset="0"/>
                <a:ea typeface="IBM Plex Sans"/>
                <a:cs typeface="IBM Plex Sans"/>
                <a:sym typeface="IBM Plex Sans" panose="020B0503050203000203" pitchFamily="34" charset="0"/>
              </a:rPr>
              <a:t>Insights from research</a:t>
            </a:r>
          </a:p>
        </p:txBody>
      </p:sp>
      <p:sp>
        <p:nvSpPr>
          <p:cNvPr id="930" name="Google Shape;930;g3b2110f3d24_0_616"/>
          <p:cNvSpPr/>
          <p:nvPr/>
        </p:nvSpPr>
        <p:spPr>
          <a:xfrm>
            <a:off x="420594" y="5867248"/>
            <a:ext cx="11407925" cy="504610"/>
          </a:xfrm>
          <a:prstGeom prst="roundRect">
            <a:avLst>
              <a:gd name="adj" fmla="val 0"/>
            </a:avLst>
          </a:prstGeom>
          <a:noFill/>
          <a:ln>
            <a:noFill/>
          </a:ln>
        </p:spPr>
        <p:txBody>
          <a:bodyPr spcFirstLastPara="1" wrap="square" lIns="0" tIns="0" rIns="0" bIns="0" anchor="b" anchorCtr="0">
            <a:noAutofit/>
          </a:bodyPr>
          <a:lstStyle/>
          <a:p>
            <a:pPr lvl="0"/>
            <a:r>
              <a:rPr lang="en-US" sz="600" noProof="0">
                <a:solidFill>
                  <a:srgbClr val="7F7F7F"/>
                </a:solidFill>
                <a:latin typeface="IBM Plex Sans"/>
                <a:sym typeface="IBM Plex Sans"/>
              </a:rPr>
              <a:t>Approach: </a:t>
            </a:r>
            <a:endParaRPr lang="en-US" sz="600" noProof="0">
              <a:solidFill>
                <a:srgbClr val="7F7F7F"/>
              </a:solidFill>
              <a:latin typeface="IBM Plex Sans"/>
            </a:endParaRPr>
          </a:p>
          <a:p>
            <a:pPr lvl="0"/>
            <a:r>
              <a:rPr lang="en-US" sz="600" noProof="0">
                <a:solidFill>
                  <a:srgbClr val="7F7F7F"/>
                </a:solidFill>
                <a:latin typeface="IBM Plex Sans"/>
                <a:sym typeface="IBM Plex Sans"/>
              </a:rPr>
              <a:t>A. 2025 region and device split projected by combining the average of </a:t>
            </a:r>
            <a:r>
              <a:rPr lang="en-US" sz="600" noProof="0" err="1">
                <a:solidFill>
                  <a:srgbClr val="7F7F7F"/>
                </a:solidFill>
                <a:latin typeface="IBM Plex Sans"/>
                <a:sym typeface="IBM Plex Sans"/>
              </a:rPr>
              <a:t>RoW</a:t>
            </a:r>
            <a:r>
              <a:rPr lang="en-US" sz="600" noProof="0">
                <a:solidFill>
                  <a:srgbClr val="7F7F7F"/>
                </a:solidFill>
                <a:latin typeface="IBM Plex Sans"/>
                <a:sym typeface="IBM Plex Sans"/>
              </a:rPr>
              <a:t> Mobile devices share of 63.4% ((1) </a:t>
            </a:r>
            <a:r>
              <a:rPr lang="en-US" sz="600" u="sng"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SQM</a:t>
            </a:r>
            <a:r>
              <a:rPr lang="en-US" sz="600" noProof="0">
                <a:solidFill>
                  <a:srgbClr val="7F7F7F"/>
                </a:solidFill>
                <a:latin typeface="IBM Plex Sans"/>
                <a:ea typeface="IBM Plex Sans"/>
                <a:cs typeface="IBM Plex Sans"/>
                <a:sym typeface="IBM Plex Sans"/>
              </a:rPr>
              <a:t>, (2) </a:t>
            </a:r>
            <a:r>
              <a:rPr lang="en-US" sz="600" u="sng"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Coalition Technologies</a:t>
            </a:r>
            <a:r>
              <a:rPr lang="en-US" sz="600" noProof="0">
                <a:solidFill>
                  <a:srgbClr val="7F7F7F"/>
                </a:solidFill>
                <a:latin typeface="IBM Plex Sans"/>
                <a:ea typeface="IBM Plex Sans"/>
                <a:cs typeface="IBM Plex Sans"/>
                <a:sym typeface="IBM Plex Sans"/>
              </a:rPr>
              <a:t>, (3) </a:t>
            </a:r>
            <a:r>
              <a:rPr lang="en-US" sz="600" u="sng" noProof="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DigitalSilk</a:t>
            </a:r>
            <a:r>
              <a:rPr lang="en-US" sz="600" noProof="0">
                <a:solidFill>
                  <a:srgbClr val="7F7F7F"/>
                </a:solidFill>
                <a:latin typeface="IBM Plex Sans"/>
                <a:ea typeface="IBM Plex Sans"/>
                <a:cs typeface="IBM Plex Sans"/>
                <a:sym typeface="IBM Plex Sans"/>
              </a:rPr>
              <a:t>, (4) </a:t>
            </a:r>
            <a:r>
              <a:rPr lang="en-US" sz="600" u="sng" noProof="0" err="1">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Tekrevol</a:t>
            </a:r>
            <a:r>
              <a:rPr lang="en-US" sz="600" noProof="0">
                <a:solidFill>
                  <a:srgbClr val="7F7F7F"/>
                </a:solidFill>
                <a:latin typeface="IBM Plex Sans"/>
                <a:ea typeface="IBM Plex Sans"/>
                <a:cs typeface="IBM Plex Sans"/>
                <a:sym typeface="IBM Plex Sans"/>
              </a:rPr>
              <a:t>, (5) </a:t>
            </a:r>
            <a:r>
              <a:rPr lang="en-US" sz="600" u="sng" noProof="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GS </a:t>
            </a:r>
            <a:r>
              <a:rPr lang="en-US" sz="600" u="sng" noProof="0" err="1">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Statcounter</a:t>
            </a:r>
            <a:r>
              <a:rPr lang="en-US" sz="600" noProof="0">
                <a:solidFill>
                  <a:srgbClr val="7F7F7F"/>
                </a:solidFill>
                <a:latin typeface="IBM Plex Sans"/>
                <a:sym typeface="IBM Plex Sans"/>
              </a:rPr>
              <a:t>)), Desktop share of 36.6% ((1) </a:t>
            </a:r>
            <a:r>
              <a:rPr lang="en-US" sz="600" u="sng"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SQM</a:t>
            </a:r>
            <a:r>
              <a:rPr lang="en-US" sz="600" noProof="0">
                <a:solidFill>
                  <a:srgbClr val="7F7F7F"/>
                </a:solidFill>
                <a:latin typeface="IBM Plex Sans"/>
                <a:ea typeface="IBM Plex Sans"/>
                <a:cs typeface="IBM Plex Sans"/>
                <a:sym typeface="IBM Plex Sans"/>
              </a:rPr>
              <a:t>, (2) </a:t>
            </a:r>
            <a:r>
              <a:rPr lang="en-US" sz="600" u="sng"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Coalition Technologies</a:t>
            </a:r>
            <a:r>
              <a:rPr lang="en-US" sz="600" noProof="0">
                <a:solidFill>
                  <a:srgbClr val="7F7F7F"/>
                </a:solidFill>
                <a:latin typeface="IBM Plex Sans"/>
                <a:ea typeface="IBM Plex Sans"/>
                <a:cs typeface="IBM Plex Sans"/>
                <a:sym typeface="IBM Plex Sans"/>
              </a:rPr>
              <a:t>, (3) </a:t>
            </a:r>
            <a:r>
              <a:rPr lang="en-US" sz="600" u="sng" noProof="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DigitalSilk</a:t>
            </a:r>
            <a:r>
              <a:rPr lang="en-US" sz="600" noProof="0">
                <a:solidFill>
                  <a:srgbClr val="7F7F7F"/>
                </a:solidFill>
                <a:latin typeface="IBM Plex Sans"/>
                <a:ea typeface="IBM Plex Sans"/>
                <a:cs typeface="IBM Plex Sans"/>
                <a:sym typeface="IBM Plex Sans"/>
              </a:rPr>
              <a:t>, (4) </a:t>
            </a:r>
            <a:r>
              <a:rPr lang="en-US" sz="600" u="sng" noProof="0" err="1">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Tekrevol</a:t>
            </a:r>
            <a:r>
              <a:rPr lang="en-US" sz="600" noProof="0">
                <a:solidFill>
                  <a:srgbClr val="7F7F7F"/>
                </a:solidFill>
                <a:latin typeface="IBM Plex Sans"/>
                <a:ea typeface="IBM Plex Sans"/>
                <a:cs typeface="IBM Plex Sans"/>
                <a:sym typeface="IBM Plex Sans"/>
              </a:rPr>
              <a:t>, (5) </a:t>
            </a:r>
            <a:r>
              <a:rPr lang="en-US" sz="600" u="sng" noProof="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GS </a:t>
            </a:r>
            <a:r>
              <a:rPr lang="en-US" sz="600" u="sng" noProof="0" err="1">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Statcounter</a:t>
            </a:r>
            <a:r>
              <a:rPr lang="en-US" sz="600" noProof="0">
                <a:solidFill>
                  <a:srgbClr val="7F7F7F"/>
                </a:solidFill>
                <a:latin typeface="IBM Plex Sans"/>
                <a:sym typeface="IBM Plex Sans"/>
              </a:rPr>
              <a:t>), US Mobile share of 57.9% (</a:t>
            </a:r>
            <a:r>
              <a:rPr lang="en-US" sz="600" noProof="0">
                <a:solidFill>
                  <a:srgbClr val="7F7F7F"/>
                </a:solidFill>
                <a:latin typeface="IBM Plex Sans"/>
                <a:ea typeface="IBM Plex Sans"/>
                <a:cs typeface="IBM Plex Sans"/>
                <a:sym typeface="IBM Plex Sans"/>
              </a:rPr>
              <a:t>(3) </a:t>
            </a:r>
            <a:r>
              <a:rPr lang="en-US" sz="600" u="sng" noProof="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DigitalSilk</a:t>
            </a:r>
            <a:r>
              <a:rPr lang="en-US" sz="600" noProof="0">
                <a:solidFill>
                  <a:srgbClr val="7F7F7F"/>
                </a:solidFill>
                <a:latin typeface="IBM Plex Sans"/>
                <a:ea typeface="IBM Plex Sans"/>
                <a:cs typeface="IBM Plex Sans"/>
                <a:sym typeface="IBM Plex Sans"/>
              </a:rPr>
              <a:t>, (4) </a:t>
            </a:r>
            <a:r>
              <a:rPr lang="en-US" sz="600" u="sng" noProof="0" err="1">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Tekrevol</a:t>
            </a:r>
            <a:r>
              <a:rPr lang="en-US" sz="600" u="sng" noProof="0">
                <a:solidFill>
                  <a:srgbClr val="7F7F7F"/>
                </a:solidFill>
                <a:latin typeface="IBM Plex Sans"/>
                <a:ea typeface="IBM Plex Sans"/>
                <a:cs typeface="IBM Plex Sans"/>
                <a:sym typeface="IBM Plex Sans"/>
              </a:rPr>
              <a:t>, </a:t>
            </a:r>
            <a:r>
              <a:rPr lang="en-US" sz="600" noProof="0">
                <a:solidFill>
                  <a:srgbClr val="7F7F7F"/>
                </a:solidFill>
                <a:latin typeface="IBM Plex Sans"/>
                <a:ea typeface="IBM Plex Sans"/>
                <a:cs typeface="IBM Plex Sans"/>
                <a:sym typeface="IBM Plex Sans"/>
              </a:rPr>
              <a:t>(6) </a:t>
            </a:r>
            <a:r>
              <a:rPr lang="en-US" sz="600" u="sng"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Sem Rush</a:t>
            </a:r>
            <a:r>
              <a:rPr lang="en-US" sz="600" noProof="0">
                <a:solidFill>
                  <a:srgbClr val="7F7F7F"/>
                </a:solidFill>
                <a:latin typeface="IBM Plex Sans"/>
                <a:sym typeface="IBM Plex Sans"/>
              </a:rPr>
              <a:t>) and US Desktop of 42.1% (</a:t>
            </a:r>
            <a:r>
              <a:rPr lang="en-US" sz="600" noProof="0">
                <a:solidFill>
                  <a:srgbClr val="7F7F7F"/>
                </a:solidFill>
                <a:latin typeface="IBM Plex Sans"/>
                <a:ea typeface="IBM Plex Sans"/>
                <a:cs typeface="IBM Plex Sans"/>
                <a:sym typeface="IBM Plex Sans"/>
              </a:rPr>
              <a:t>(3) </a:t>
            </a:r>
            <a:r>
              <a:rPr lang="en-US" sz="600" u="sng" noProof="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DigitalSilk</a:t>
            </a:r>
            <a:r>
              <a:rPr lang="en-US" sz="600" noProof="0">
                <a:solidFill>
                  <a:srgbClr val="7F7F7F"/>
                </a:solidFill>
                <a:latin typeface="IBM Plex Sans"/>
                <a:ea typeface="IBM Plex Sans"/>
                <a:cs typeface="IBM Plex Sans"/>
                <a:sym typeface="IBM Plex Sans"/>
              </a:rPr>
              <a:t>, (4) </a:t>
            </a:r>
            <a:r>
              <a:rPr lang="en-US" sz="600" u="sng" noProof="0" err="1">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Tekrevol</a:t>
            </a:r>
            <a:r>
              <a:rPr lang="en-US" sz="600" u="sng" noProof="0">
                <a:solidFill>
                  <a:srgbClr val="7F7F7F"/>
                </a:solidFill>
                <a:latin typeface="IBM Plex Sans"/>
                <a:ea typeface="IBM Plex Sans"/>
                <a:cs typeface="IBM Plex Sans"/>
                <a:sym typeface="IBM Plex Sans"/>
              </a:rPr>
              <a:t>, </a:t>
            </a:r>
            <a:r>
              <a:rPr lang="en-US" sz="600" noProof="0">
                <a:solidFill>
                  <a:srgbClr val="7F7F7F"/>
                </a:solidFill>
                <a:latin typeface="IBM Plex Sans"/>
                <a:ea typeface="IBM Plex Sans"/>
                <a:cs typeface="IBM Plex Sans"/>
                <a:sym typeface="IBM Plex Sans"/>
              </a:rPr>
              <a:t>(6) </a:t>
            </a:r>
            <a:r>
              <a:rPr lang="en-US" sz="600" u="sng"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Sem Rush</a:t>
            </a:r>
            <a:r>
              <a:rPr lang="en-US" sz="600" u="sng" noProof="0">
                <a:solidFill>
                  <a:srgbClr val="7F7F7F"/>
                </a:solidFill>
                <a:latin typeface="IBM Plex Sans"/>
                <a:ea typeface="IBM Plex Sans"/>
                <a:cs typeface="IBM Plex Sans"/>
                <a:sym typeface="IBM Plex Sans"/>
              </a:rPr>
              <a:t>)</a:t>
            </a:r>
            <a:r>
              <a:rPr lang="en-US" sz="600" noProof="0">
                <a:solidFill>
                  <a:srgbClr val="7F7F7F"/>
                </a:solidFill>
                <a:latin typeface="IBM Plex Sans"/>
                <a:sym typeface="IBM Plex Sans"/>
              </a:rPr>
              <a:t>, with the US share of global searches of 21% (</a:t>
            </a:r>
            <a:r>
              <a:rPr lang="en-US" sz="600" noProof="0">
                <a:solidFill>
                  <a:srgbClr val="7F7F7F"/>
                </a:solidFill>
                <a:latin typeface="IBM Plex Sans"/>
                <a:ea typeface="IBM Plex Sans"/>
                <a:cs typeface="IBM Plex Sans"/>
                <a:sym typeface="IBM Plex Sans"/>
              </a:rPr>
              <a:t>(7) </a:t>
            </a:r>
            <a:r>
              <a:rPr lang="en-US" sz="600" u="sng"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Exploding topics</a:t>
            </a:r>
            <a:r>
              <a:rPr lang="en-US" sz="600" noProof="0">
                <a:solidFill>
                  <a:srgbClr val="7F7F7F"/>
                </a:solidFill>
                <a:latin typeface="IBM Plex Sans"/>
                <a:ea typeface="IBM Plex Sans"/>
                <a:cs typeface="IBM Plex Sans"/>
                <a:sym typeface="IBM Plex Sans"/>
              </a:rPr>
              <a:t>, (8) </a:t>
            </a:r>
            <a:r>
              <a:rPr lang="en-US" sz="600" u="sng" noProof="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World Population Review</a:t>
            </a:r>
            <a:r>
              <a:rPr lang="en-US" sz="600" noProof="0">
                <a:solidFill>
                  <a:srgbClr val="7F7F7F"/>
                </a:solidFill>
                <a:latin typeface="IBM Plex Sans"/>
                <a:sym typeface="IBM Plex Sans"/>
              </a:rPr>
              <a:t>) and </a:t>
            </a:r>
            <a:r>
              <a:rPr lang="en-US" sz="600" noProof="0" err="1">
                <a:solidFill>
                  <a:srgbClr val="7F7F7F"/>
                </a:solidFill>
                <a:latin typeface="IBM Plex Sans"/>
                <a:sym typeface="IBM Plex Sans"/>
              </a:rPr>
              <a:t>RoW</a:t>
            </a:r>
            <a:r>
              <a:rPr lang="en-US" sz="600" noProof="0">
                <a:solidFill>
                  <a:srgbClr val="7F7F7F"/>
                </a:solidFill>
                <a:latin typeface="IBM Plex Sans"/>
                <a:sym typeface="IBM Plex Sans"/>
              </a:rPr>
              <a:t> share of global searches of 79% (</a:t>
            </a:r>
            <a:r>
              <a:rPr lang="en-US" sz="600" noProof="0">
                <a:solidFill>
                  <a:srgbClr val="7F7F7F"/>
                </a:solidFill>
                <a:latin typeface="IBM Plex Sans"/>
                <a:ea typeface="IBM Plex Sans"/>
                <a:cs typeface="IBM Plex Sans"/>
                <a:sym typeface="IBM Plex Sans"/>
              </a:rPr>
              <a:t>(7) </a:t>
            </a:r>
            <a:r>
              <a:rPr lang="en-US" sz="600" u="sng"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Exploding topics</a:t>
            </a:r>
            <a:r>
              <a:rPr lang="en-US" sz="600" noProof="0">
                <a:solidFill>
                  <a:srgbClr val="7F7F7F"/>
                </a:solidFill>
                <a:latin typeface="IBM Plex Sans"/>
                <a:ea typeface="IBM Plex Sans"/>
                <a:cs typeface="IBM Plex Sans"/>
                <a:sym typeface="IBM Plex Sans"/>
              </a:rPr>
              <a:t>, (8) </a:t>
            </a:r>
            <a:r>
              <a:rPr lang="en-US" sz="600" u="sng" noProof="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World Population Review</a:t>
            </a:r>
            <a:r>
              <a:rPr lang="en-US" sz="600" noProof="0">
                <a:solidFill>
                  <a:srgbClr val="7F7F7F"/>
                </a:solidFill>
                <a:latin typeface="IBM Plex Sans"/>
                <a:sym typeface="IBM Plex Sans"/>
              </a:rPr>
              <a:t>). </a:t>
            </a:r>
          </a:p>
          <a:p>
            <a:pPr lvl="0"/>
            <a:r>
              <a:rPr lang="en-US" sz="600" noProof="0">
                <a:solidFill>
                  <a:srgbClr val="7F7F7F"/>
                </a:solidFill>
                <a:latin typeface="IBM Plex Sans"/>
                <a:sym typeface="IBM Plex Sans"/>
              </a:rPr>
              <a:t>B. 2026-2030 change among the segments: a. US Mobile vs </a:t>
            </a:r>
            <a:r>
              <a:rPr lang="en-US" sz="600" noProof="0" err="1">
                <a:solidFill>
                  <a:srgbClr val="7F7F7F"/>
                </a:solidFill>
                <a:latin typeface="IBM Plex Sans"/>
                <a:sym typeface="IBM Plex Sans"/>
              </a:rPr>
              <a:t>RoW</a:t>
            </a:r>
            <a:r>
              <a:rPr lang="en-US" sz="600" noProof="0">
                <a:solidFill>
                  <a:srgbClr val="7F7F7F"/>
                </a:solidFill>
                <a:latin typeface="IBM Plex Sans"/>
                <a:sym typeface="IBM Plex Sans"/>
              </a:rPr>
              <a:t> Mobile evolution calculated based on Ericsson mobile data traffic outlook (</a:t>
            </a:r>
            <a:r>
              <a:rPr lang="en-US" sz="600" noProof="0">
                <a:solidFill>
                  <a:srgbClr val="7F7F7F"/>
                </a:solidFill>
                <a:latin typeface="IBM Plex Sans"/>
                <a:ea typeface="IBM Plex Sans"/>
                <a:cs typeface="IBM Plex Sans"/>
                <a:sym typeface="IBM Plex Sans"/>
              </a:rPr>
              <a:t>(9) Ericsson),</a:t>
            </a:r>
            <a:r>
              <a:rPr lang="en-US" sz="600" noProof="0">
                <a:solidFill>
                  <a:srgbClr val="7F7F7F"/>
                </a:solidFill>
                <a:latin typeface="IBM Plex Sans"/>
                <a:sym typeface="IBM Plex Sans"/>
              </a:rPr>
              <a:t> comparing the 2025-2031 CAGR of </a:t>
            </a:r>
            <a:r>
              <a:rPr lang="en-US" sz="600" noProof="0" err="1">
                <a:solidFill>
                  <a:srgbClr val="7F7F7F"/>
                </a:solidFill>
                <a:latin typeface="IBM Plex Sans"/>
                <a:sym typeface="IBM Plex Sans"/>
              </a:rPr>
              <a:t>RoW</a:t>
            </a:r>
            <a:r>
              <a:rPr lang="en-US" sz="600" noProof="0">
                <a:solidFill>
                  <a:srgbClr val="7F7F7F"/>
                </a:solidFill>
                <a:latin typeface="IBM Plex Sans"/>
                <a:sym typeface="IBM Plex Sans"/>
              </a:rPr>
              <a:t> vs US (difference of 0.05% per year), b. Mobile vs Desktop evolution: historical shift of Desktop to Mobile (0.3% per year, based on 2025 vs 2024 change, </a:t>
            </a:r>
            <a:r>
              <a:rPr lang="en-US" sz="600" noProof="0">
                <a:solidFill>
                  <a:srgbClr val="7F7F7F"/>
                </a:solidFill>
                <a:latin typeface="IBM Plex Sans"/>
                <a:ea typeface="IBM Plex Sans"/>
                <a:cs typeface="IBM Plex Sans"/>
                <a:sym typeface="IBM Plex Sans"/>
              </a:rPr>
              <a:t>(10) </a:t>
            </a:r>
            <a:r>
              <a:rPr lang="en-US" sz="600" u="sng" noProof="0">
                <a:solidFill>
                  <a:srgbClr val="7F7F7F"/>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Visual Capitalist</a:t>
            </a:r>
            <a:r>
              <a:rPr lang="en-US" sz="600" noProof="0">
                <a:solidFill>
                  <a:srgbClr val="7F7F7F"/>
                </a:solidFill>
                <a:latin typeface="IBM Plex Sans"/>
                <a:sym typeface="IBM Plex Sans"/>
              </a:rPr>
              <a:t> and (11) </a:t>
            </a:r>
            <a:r>
              <a:rPr lang="en-US" sz="600" noProof="0">
                <a:solidFill>
                  <a:srgbClr val="7F7F7F"/>
                </a:solidFill>
                <a:latin typeface="IBM Plex Sans"/>
                <a:sym typeface="IBM Plex Sans"/>
                <a:hlinkClick r:id="rId12">
                  <a:extLst>
                    <a:ext uri="{A12FA001-AC4F-418D-AE19-62706E023703}">
                      <ahyp:hlinkClr xmlns:ahyp="http://schemas.microsoft.com/office/drawing/2018/hyperlinkcolor" val="tx"/>
                    </a:ext>
                  </a:extLst>
                </a:hlinkClick>
              </a:rPr>
              <a:t>GS </a:t>
            </a:r>
            <a:r>
              <a:rPr lang="en-US" sz="600" noProof="0" err="1">
                <a:solidFill>
                  <a:srgbClr val="7F7F7F"/>
                </a:solidFill>
                <a:latin typeface="IBM Plex Sans"/>
                <a:sym typeface="IBM Plex Sans"/>
                <a:hlinkClick r:id="rId12">
                  <a:extLst>
                    <a:ext uri="{A12FA001-AC4F-418D-AE19-62706E023703}">
                      <ahyp:hlinkClr xmlns:ahyp="http://schemas.microsoft.com/office/drawing/2018/hyperlinkcolor" val="tx"/>
                    </a:ext>
                  </a:extLst>
                </a:hlinkClick>
              </a:rPr>
              <a:t>StatCounter</a:t>
            </a:r>
            <a:r>
              <a:rPr lang="en-US" sz="600" noProof="0">
                <a:solidFill>
                  <a:srgbClr val="7F7F7F"/>
                </a:solidFill>
                <a:latin typeface="IBM Plex Sans"/>
                <a:sym typeface="IBM Plex Sans"/>
              </a:rPr>
              <a:t>), c. Search growth US vs </a:t>
            </a:r>
            <a:r>
              <a:rPr lang="en-US" sz="600" noProof="0" err="1">
                <a:solidFill>
                  <a:srgbClr val="7F7F7F"/>
                </a:solidFill>
                <a:latin typeface="IBM Plex Sans"/>
                <a:sym typeface="IBM Plex Sans"/>
              </a:rPr>
              <a:t>RoW</a:t>
            </a:r>
            <a:r>
              <a:rPr lang="en-US" sz="600" noProof="0">
                <a:solidFill>
                  <a:srgbClr val="7F7F7F"/>
                </a:solidFill>
                <a:latin typeface="IBM Plex Sans"/>
                <a:sym typeface="IBM Plex Sans"/>
              </a:rPr>
              <a:t>: projected difference of 2025-2030 population growth of the US vs </a:t>
            </a:r>
            <a:r>
              <a:rPr lang="en-US" sz="600" noProof="0" err="1">
                <a:solidFill>
                  <a:srgbClr val="7F7F7F"/>
                </a:solidFill>
                <a:latin typeface="IBM Plex Sans"/>
                <a:sym typeface="IBM Plex Sans"/>
              </a:rPr>
              <a:t>RoW</a:t>
            </a:r>
            <a:r>
              <a:rPr lang="en-US" sz="600" noProof="0">
                <a:solidFill>
                  <a:srgbClr val="7F7F7F"/>
                </a:solidFill>
                <a:latin typeface="IBM Plex Sans"/>
                <a:sym typeface="IBM Plex Sans"/>
              </a:rPr>
              <a:t> (</a:t>
            </a:r>
            <a:r>
              <a:rPr lang="en-US" sz="600" noProof="0">
                <a:solidFill>
                  <a:srgbClr val="7F7F7F"/>
                </a:solidFill>
                <a:latin typeface="IBM Plex Sans"/>
                <a:ea typeface="IBM Plex Sans"/>
                <a:cs typeface="IBM Plex Sans"/>
                <a:sym typeface="IBM Plex Sans"/>
              </a:rPr>
              <a:t>(11) </a:t>
            </a:r>
            <a:r>
              <a:rPr lang="en-US" sz="600" u="sng" noProof="0">
                <a:solidFill>
                  <a:srgbClr val="7F7F7F"/>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United Nations population projection</a:t>
            </a:r>
            <a:r>
              <a:rPr lang="en-US" sz="600" noProof="0">
                <a:solidFill>
                  <a:srgbClr val="7F7F7F"/>
                </a:solidFill>
                <a:latin typeface="IBM Plex Sans"/>
                <a:sym typeface="IBM Plex Sans"/>
              </a:rPr>
              <a:t>), adjusted by US higher search intensity and AI investments (</a:t>
            </a:r>
            <a:r>
              <a:rPr lang="en-US" sz="600" u="sng" noProof="0">
                <a:solidFill>
                  <a:srgbClr val="7F7F7F"/>
                </a:solidFill>
                <a:latin typeface="IBM Plex Sans"/>
                <a:ea typeface="IBM Plex Sans"/>
                <a:cs typeface="IBM Plex Sans"/>
                <a:sym typeface="IBM Plex Sans"/>
              </a:rPr>
              <a:t>(12) </a:t>
            </a:r>
            <a:r>
              <a:rPr lang="en-US" sz="600" u="sng" noProof="0">
                <a:solidFill>
                  <a:srgbClr val="7F7F7F"/>
                </a:solidFill>
                <a:latin typeface="IBM Plex Sans"/>
                <a:sym typeface="IBM Plex Sans"/>
                <a:hlinkClick r:id="rId14">
                  <a:extLst>
                    <a:ext uri="{A12FA001-AC4F-418D-AE19-62706E023703}">
                      <ahyp:hlinkClr xmlns:ahyp="http://schemas.microsoft.com/office/drawing/2018/hyperlinkcolor" val="tx"/>
                    </a:ext>
                  </a:extLst>
                </a:hlinkClick>
              </a:rPr>
              <a:t>Goldman Sachs</a:t>
            </a:r>
            <a:r>
              <a:rPr lang="en-US" sz="600" noProof="0">
                <a:solidFill>
                  <a:srgbClr val="7F7F7F"/>
                </a:solidFill>
                <a:latin typeface="IBM Plex Sans"/>
                <a:sym typeface="IBM Plex Sans"/>
              </a:rPr>
              <a:t>)</a:t>
            </a:r>
          </a:p>
          <a:p>
            <a:pPr lvl="0"/>
            <a:r>
              <a:rPr lang="en-US" sz="600" noProof="0">
                <a:solidFill>
                  <a:srgbClr val="7F7F7F"/>
                </a:solidFill>
                <a:latin typeface="IBM Plex Sans"/>
                <a:ea typeface="IBM Plex Sans"/>
                <a:cs typeface="IBM Plex Sans"/>
                <a:sym typeface="IBM Plex Sans"/>
              </a:rPr>
              <a:t>Other sources: </a:t>
            </a:r>
            <a:r>
              <a:rPr lang="en-US" sz="600" u="sng" noProof="0">
                <a:solidFill>
                  <a:srgbClr val="7F7F7F"/>
                </a:solidFill>
                <a:latin typeface="IBM Plex Sans"/>
                <a:sym typeface="IBM Plex Sans"/>
              </a:rPr>
              <a:t>(13) </a:t>
            </a:r>
            <a:r>
              <a:rPr lang="en-US" sz="600" u="sng" noProof="0" err="1">
                <a:solidFill>
                  <a:srgbClr val="7F7F7F"/>
                </a:solidFill>
                <a:latin typeface="IBM Plex Sans"/>
                <a:sym typeface="IBM Plex Sans"/>
                <a:hlinkClick r:id="rId15">
                  <a:extLst>
                    <a:ext uri="{A12FA001-AC4F-418D-AE19-62706E023703}">
                      <ahyp:hlinkClr xmlns:ahyp="http://schemas.microsoft.com/office/drawing/2018/hyperlinkcolor" val="tx"/>
                    </a:ext>
                  </a:extLst>
                </a:hlinkClick>
              </a:rPr>
              <a:t>VoxDex</a:t>
            </a:r>
            <a:r>
              <a:rPr lang="en-US" sz="600" u="sng" noProof="0">
                <a:solidFill>
                  <a:srgbClr val="7F7F7F"/>
                </a:solidFill>
                <a:latin typeface="IBM Plex Sans"/>
                <a:sym typeface="IBM Plex Sans"/>
              </a:rPr>
              <a:t>, (14) </a:t>
            </a:r>
            <a:r>
              <a:rPr lang="en-US" sz="600" u="sng" noProof="0">
                <a:solidFill>
                  <a:srgbClr val="7F7F7F"/>
                </a:solidFill>
                <a:latin typeface="IBM Plex Sans"/>
                <a:sym typeface="IBM Plex Sans"/>
                <a:hlinkClick r:id="rId11">
                  <a:extLst>
                    <a:ext uri="{A12FA001-AC4F-418D-AE19-62706E023703}">
                      <ahyp:hlinkClr xmlns:ahyp="http://schemas.microsoft.com/office/drawing/2018/hyperlinkcolor" val="tx"/>
                    </a:ext>
                  </a:extLst>
                </a:hlinkClick>
              </a:rPr>
              <a:t>Visual Capitalist</a:t>
            </a:r>
            <a:r>
              <a:rPr lang="en-US" sz="600" u="sng" noProof="0">
                <a:solidFill>
                  <a:srgbClr val="7F7F7F"/>
                </a:solidFill>
                <a:latin typeface="IBM Plex Sans"/>
                <a:sym typeface="IBM Plex Sans"/>
              </a:rPr>
              <a:t>,</a:t>
            </a:r>
            <a:r>
              <a:rPr lang="en-US" sz="600" noProof="0">
                <a:solidFill>
                  <a:srgbClr val="7F7F7F"/>
                </a:solidFill>
                <a:latin typeface="IBM Plex Sans"/>
                <a:sym typeface="IBM Plex Sans"/>
              </a:rPr>
              <a:t> (15) </a:t>
            </a:r>
            <a:r>
              <a:rPr lang="en-US" sz="600" noProof="0">
                <a:solidFill>
                  <a:srgbClr val="7F7F7F"/>
                </a:solidFill>
                <a:latin typeface="IBM Plex Sans"/>
                <a:sym typeface="IBM Plex Sans"/>
                <a:hlinkClick r:id="rId16">
                  <a:extLst>
                    <a:ext uri="{A12FA001-AC4F-418D-AE19-62706E023703}">
                      <ahyp:hlinkClr xmlns:ahyp="http://schemas.microsoft.com/office/drawing/2018/hyperlinkcolor" val="tx"/>
                    </a:ext>
                  </a:extLst>
                </a:hlinkClick>
              </a:rPr>
              <a:t>Pew Research</a:t>
            </a:r>
          </a:p>
        </p:txBody>
      </p:sp>
      <p:sp>
        <p:nvSpPr>
          <p:cNvPr id="4" name="CaixaDeTexto 3">
            <a:extLst>
              <a:ext uri="{FF2B5EF4-FFF2-40B4-BE49-F238E27FC236}">
                <a16:creationId xmlns:a16="http://schemas.microsoft.com/office/drawing/2014/main" id="{4C40AEA5-2935-F973-5C17-E2C8BB63F44D}"/>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market impact</a:t>
            </a:r>
          </a:p>
        </p:txBody>
      </p:sp>
      <p:sp>
        <p:nvSpPr>
          <p:cNvPr id="5" name="Google Shape;717;p54">
            <a:extLst>
              <a:ext uri="{FF2B5EF4-FFF2-40B4-BE49-F238E27FC236}">
                <a16:creationId xmlns:a16="http://schemas.microsoft.com/office/drawing/2014/main" id="{651DE0B7-8A65-E75C-2CD9-D4087FE6D148}"/>
              </a:ext>
            </a:extLst>
          </p:cNvPr>
          <p:cNvSpPr/>
          <p:nvPr/>
        </p:nvSpPr>
        <p:spPr>
          <a:xfrm>
            <a:off x="420594" y="1423337"/>
            <a:ext cx="8590055" cy="324000"/>
          </a:xfrm>
          <a:prstGeom prst="rect">
            <a:avLst/>
          </a:prstGeom>
          <a:solidFill>
            <a:srgbClr val="7030A0"/>
          </a:solidFill>
          <a:ln>
            <a:noFill/>
          </a:ln>
        </p:spPr>
        <p:txBody>
          <a:bodyPr spcFirstLastPara="1" wrap="square" lIns="91425" tIns="45700" rIns="91425" bIns="45700" anchor="ctr" anchorCtr="0">
            <a:noAutofit/>
          </a:bodyPr>
          <a:lstStyle/>
          <a:p>
            <a:pPr lvl="1" algn="ctr"/>
            <a:r>
              <a:rPr lang="en-US" b="1">
                <a:solidFill>
                  <a:schemeClr val="lt1"/>
                </a:solidFill>
                <a:latin typeface="IBM Plex Sans"/>
                <a:sym typeface="IBM Plex Sans"/>
              </a:rPr>
              <a:t>Global Search distribution (% of total searches)</a:t>
            </a:r>
            <a:r>
              <a:rPr lang="en-US" b="1" baseline="30000">
                <a:solidFill>
                  <a:schemeClr val="lt1"/>
                </a:solidFill>
                <a:sym typeface="IBM Plex Sans"/>
              </a:rPr>
              <a:t>1–12</a:t>
            </a:r>
            <a:endParaRPr lang="en-US" baseline="30000" noProof="0">
              <a:solidFill>
                <a:schemeClr val="lt1"/>
              </a:solidFill>
            </a:endParaRPr>
          </a:p>
        </p:txBody>
      </p:sp>
    </p:spTree>
    <p:extLst>
      <p:ext uri="{BB962C8B-B14F-4D97-AF65-F5344CB8AC3E}">
        <p14:creationId xmlns:p14="http://schemas.microsoft.com/office/powerpoint/2010/main" val="175979177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996">
          <a:extLst>
            <a:ext uri="{FF2B5EF4-FFF2-40B4-BE49-F238E27FC236}">
              <a16:creationId xmlns:a16="http://schemas.microsoft.com/office/drawing/2014/main" id="{AA1A3C2A-88D6-9692-DF8C-5EA6EE61221E}"/>
            </a:ext>
          </a:extLst>
        </p:cNvPr>
        <p:cNvGrpSpPr/>
        <p:nvPr/>
      </p:nvGrpSpPr>
      <p:grpSpPr>
        <a:xfrm>
          <a:off x="0" y="0"/>
          <a:ext cx="0" cy="0"/>
          <a:chOff x="0" y="0"/>
          <a:chExt cx="0" cy="0"/>
        </a:xfrm>
      </p:grpSpPr>
      <p:sp>
        <p:nvSpPr>
          <p:cNvPr id="997" name="Google Shape;997;p68">
            <a:extLst>
              <a:ext uri="{FF2B5EF4-FFF2-40B4-BE49-F238E27FC236}">
                <a16:creationId xmlns:a16="http://schemas.microsoft.com/office/drawing/2014/main" id="{E99BBBAA-77D6-AA18-70FD-F38ABCA1B146}"/>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37</a:t>
            </a:fld>
            <a:endParaRPr lang="en-US" noProof="0"/>
          </a:p>
        </p:txBody>
      </p:sp>
      <p:sp>
        <p:nvSpPr>
          <p:cNvPr id="998" name="Google Shape;998;p68">
            <a:extLst>
              <a:ext uri="{FF2B5EF4-FFF2-40B4-BE49-F238E27FC236}">
                <a16:creationId xmlns:a16="http://schemas.microsoft.com/office/drawing/2014/main" id="{95697E54-3BDC-BCB4-BBA7-159B0A66E33C}"/>
              </a:ext>
            </a:extLst>
          </p:cNvPr>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r>
              <a:rPr lang="en-US" noProof="0"/>
              <a:t>The US is expected to maintain ~14% CAGR through 2030</a:t>
            </a:r>
          </a:p>
        </p:txBody>
      </p:sp>
      <p:sp>
        <p:nvSpPr>
          <p:cNvPr id="1003" name="Google Shape;1003;p68">
            <a:extLst>
              <a:ext uri="{FF2B5EF4-FFF2-40B4-BE49-F238E27FC236}">
                <a16:creationId xmlns:a16="http://schemas.microsoft.com/office/drawing/2014/main" id="{11E2EFCB-6F50-C53F-A592-9A9D7D9F26D8}"/>
              </a:ext>
            </a:extLst>
          </p:cNvPr>
          <p:cNvSpPr txBox="1"/>
          <p:nvPr/>
        </p:nvSpPr>
        <p:spPr>
          <a:xfrm>
            <a:off x="420595" y="5698543"/>
            <a:ext cx="11350625" cy="47231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buSzPts val="1600"/>
            </a:pPr>
            <a:r>
              <a:rPr lang="en-US" b="1" noProof="0">
                <a:solidFill>
                  <a:schemeClr val="dk1"/>
                </a:solidFill>
                <a:latin typeface="IBM Plex Sans"/>
                <a:ea typeface="IBM Plex Sans"/>
                <a:cs typeface="IBM Plex Sans"/>
                <a:sym typeface="IBM Plex Sans"/>
              </a:rPr>
              <a:t>Search revenue growth remains resilient, supported by AI-driven monetization improvements</a:t>
            </a:r>
            <a:endParaRPr lang="en-US" noProof="0">
              <a:solidFill>
                <a:schemeClr val="dk1"/>
              </a:solidFill>
            </a:endParaRPr>
          </a:p>
        </p:txBody>
      </p:sp>
      <p:sp>
        <p:nvSpPr>
          <p:cNvPr id="12" name="Google Shape;1000;p68">
            <a:extLst>
              <a:ext uri="{FF2B5EF4-FFF2-40B4-BE49-F238E27FC236}">
                <a16:creationId xmlns:a16="http://schemas.microsoft.com/office/drawing/2014/main" id="{2F766F1F-C00C-ABA0-1260-E4F16E9572C4}"/>
              </a:ext>
            </a:extLst>
          </p:cNvPr>
          <p:cNvSpPr txBox="1"/>
          <p:nvPr/>
        </p:nvSpPr>
        <p:spPr>
          <a:xfrm>
            <a:off x="420595" y="1422111"/>
            <a:ext cx="11384280" cy="253385"/>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r>
              <a:rPr lang="en-US" sz="1200" b="1" i="0" u="none" strike="noStrike" cap="none" noProof="0">
                <a:solidFill>
                  <a:schemeClr val="lt1"/>
                </a:solidFill>
                <a:latin typeface="IBM Plex Sans"/>
                <a:ea typeface="IBM Plex Sans"/>
                <a:cs typeface="IBM Plex Sans"/>
                <a:sym typeface="IBM Plex Sans"/>
              </a:rPr>
              <a:t>Search revenue increase, Billions</a:t>
            </a:r>
            <a:endParaRPr lang="en-US" noProof="0"/>
          </a:p>
        </p:txBody>
      </p:sp>
      <p:sp>
        <p:nvSpPr>
          <p:cNvPr id="3" name="Google Shape;492;p48">
            <a:extLst>
              <a:ext uri="{FF2B5EF4-FFF2-40B4-BE49-F238E27FC236}">
                <a16:creationId xmlns:a16="http://schemas.microsoft.com/office/drawing/2014/main" id="{483422FA-8BC7-2E25-49D4-5878F92065DC}"/>
              </a:ext>
            </a:extLst>
          </p:cNvPr>
          <p:cNvSpPr/>
          <p:nvPr/>
        </p:nvSpPr>
        <p:spPr>
          <a:xfrm>
            <a:off x="10519100" y="1078103"/>
            <a:ext cx="1323835" cy="220061"/>
          </a:xfrm>
          <a:prstGeom prst="rect">
            <a:avLst/>
          </a:prstGeom>
          <a:solidFill>
            <a:srgbClr val="9BD9AB"/>
          </a:solidFill>
          <a:ln>
            <a:noFill/>
          </a:ln>
        </p:spPr>
        <p:txBody>
          <a:bodyPr spcFirstLastPara="1" wrap="square" lIns="91425" tIns="45700" rIns="91425" bIns="45700" anchor="ctr" anchorCtr="0">
            <a:noAutofit/>
          </a:bodyPr>
          <a:lstStyle/>
          <a:p>
            <a:pPr algn="ctr"/>
            <a:r>
              <a:rPr lang="en-US" sz="1200" b="1" noProof="0">
                <a:solidFill>
                  <a:schemeClr val="dk1"/>
                </a:solidFill>
                <a:latin typeface="IBM Plex Sans"/>
              </a:rPr>
              <a:t>US Only</a:t>
            </a:r>
            <a:endParaRPr lang="en-US" sz="1200" noProof="0"/>
          </a:p>
        </p:txBody>
      </p:sp>
      <p:graphicFrame>
        <p:nvGraphicFramePr>
          <p:cNvPr id="19" name="Google Shape;984;p67">
            <a:extLst>
              <a:ext uri="{FF2B5EF4-FFF2-40B4-BE49-F238E27FC236}">
                <a16:creationId xmlns:a16="http://schemas.microsoft.com/office/drawing/2014/main" id="{D59573A2-CF84-5246-8588-BAC2F0D3FDCB}"/>
              </a:ext>
            </a:extLst>
          </p:cNvPr>
          <p:cNvGraphicFramePr/>
          <p:nvPr>
            <p:extLst>
              <p:ext uri="{D42A27DB-BD31-4B8C-83A1-F6EECF244321}">
                <p14:modId xmlns:p14="http://schemas.microsoft.com/office/powerpoint/2010/main" val="2727667483"/>
              </p:ext>
            </p:extLst>
          </p:nvPr>
        </p:nvGraphicFramePr>
        <p:xfrm>
          <a:off x="420595" y="1936123"/>
          <a:ext cx="10347051" cy="1786773"/>
        </p:xfrm>
        <a:graphic>
          <a:graphicData uri="http://schemas.openxmlformats.org/drawingml/2006/chart">
            <c:chart xmlns:c="http://schemas.openxmlformats.org/drawingml/2006/chart" xmlns:r="http://schemas.openxmlformats.org/officeDocument/2006/relationships" r:id="rId3"/>
          </a:graphicData>
        </a:graphic>
      </p:graphicFrame>
      <p:sp>
        <p:nvSpPr>
          <p:cNvPr id="21" name="TextBox 16">
            <a:extLst>
              <a:ext uri="{FF2B5EF4-FFF2-40B4-BE49-F238E27FC236}">
                <a16:creationId xmlns:a16="http://schemas.microsoft.com/office/drawing/2014/main" id="{5F6AE8D0-6EFD-9A0C-F9AA-4FF438B67EF0}"/>
              </a:ext>
            </a:extLst>
          </p:cNvPr>
          <p:cNvSpPr txBox="1"/>
          <p:nvPr/>
        </p:nvSpPr>
        <p:spPr>
          <a:xfrm>
            <a:off x="10519100" y="1712025"/>
            <a:ext cx="1430515" cy="286657"/>
          </a:xfrm>
          <a:prstGeom prst="rect">
            <a:avLst/>
          </a:prstGeom>
          <a:noFill/>
        </p:spPr>
        <p:txBody>
          <a:bodyPr wrap="square" rtlCol="0">
            <a:spAutoFit/>
          </a:bodyPr>
          <a:lstStyle/>
          <a:p>
            <a:pPr algn="ctr"/>
            <a:r>
              <a:rPr lang="en-US" sz="1200" b="1" u="sng" noProof="0">
                <a:latin typeface="IBM Plex Sans" panose="020B0503050203000203" pitchFamily="34" charset="0"/>
              </a:rPr>
              <a:t>CAGR (‘25 – ‘30)</a:t>
            </a:r>
          </a:p>
        </p:txBody>
      </p:sp>
      <p:sp>
        <p:nvSpPr>
          <p:cNvPr id="22" name="TextBox 16">
            <a:extLst>
              <a:ext uri="{FF2B5EF4-FFF2-40B4-BE49-F238E27FC236}">
                <a16:creationId xmlns:a16="http://schemas.microsoft.com/office/drawing/2014/main" id="{FEF31662-8A4A-6AB0-8BFE-ABA84B3FBAC6}"/>
              </a:ext>
            </a:extLst>
          </p:cNvPr>
          <p:cNvSpPr txBox="1"/>
          <p:nvPr/>
        </p:nvSpPr>
        <p:spPr>
          <a:xfrm>
            <a:off x="10846479" y="2109057"/>
            <a:ext cx="807488" cy="276999"/>
          </a:xfrm>
          <a:prstGeom prst="rect">
            <a:avLst/>
          </a:prstGeom>
          <a:noFill/>
        </p:spPr>
        <p:txBody>
          <a:bodyPr wrap="square" rtlCol="0">
            <a:spAutoFit/>
          </a:bodyPr>
          <a:lstStyle/>
          <a:p>
            <a:pPr algn="ctr"/>
            <a:r>
              <a:rPr lang="en-US" sz="1200" b="1" noProof="0">
                <a:latin typeface="IBM Plex Sans" panose="020B0503050203000203" pitchFamily="34" charset="0"/>
              </a:rPr>
              <a:t>14.0%</a:t>
            </a:r>
          </a:p>
        </p:txBody>
      </p:sp>
      <p:sp>
        <p:nvSpPr>
          <p:cNvPr id="23" name="TextBox 16">
            <a:extLst>
              <a:ext uri="{FF2B5EF4-FFF2-40B4-BE49-F238E27FC236}">
                <a16:creationId xmlns:a16="http://schemas.microsoft.com/office/drawing/2014/main" id="{E280C9FA-0D0C-E83A-E78B-475079344A6E}"/>
              </a:ext>
            </a:extLst>
          </p:cNvPr>
          <p:cNvSpPr txBox="1"/>
          <p:nvPr/>
        </p:nvSpPr>
        <p:spPr>
          <a:xfrm>
            <a:off x="10846479" y="2554041"/>
            <a:ext cx="807488" cy="276999"/>
          </a:xfrm>
          <a:prstGeom prst="rect">
            <a:avLst/>
          </a:prstGeom>
          <a:noFill/>
        </p:spPr>
        <p:txBody>
          <a:bodyPr wrap="square" lIns="91440" tIns="45720" rIns="91440" bIns="45720" rtlCol="0" anchor="t">
            <a:spAutoFit/>
          </a:bodyPr>
          <a:lstStyle/>
          <a:p>
            <a:pPr algn="ctr"/>
            <a:r>
              <a:rPr lang="en-US" sz="1200" b="1" noProof="0">
                <a:latin typeface="IBM Plex Sans"/>
              </a:rPr>
              <a:t>16.5%</a:t>
            </a:r>
          </a:p>
        </p:txBody>
      </p:sp>
      <p:sp>
        <p:nvSpPr>
          <p:cNvPr id="24" name="TextBox 16">
            <a:extLst>
              <a:ext uri="{FF2B5EF4-FFF2-40B4-BE49-F238E27FC236}">
                <a16:creationId xmlns:a16="http://schemas.microsoft.com/office/drawing/2014/main" id="{DBE24FA3-596F-577C-636E-354E8603E355}"/>
              </a:ext>
            </a:extLst>
          </p:cNvPr>
          <p:cNvSpPr txBox="1"/>
          <p:nvPr/>
        </p:nvSpPr>
        <p:spPr>
          <a:xfrm>
            <a:off x="10846479" y="3016524"/>
            <a:ext cx="807488" cy="276999"/>
          </a:xfrm>
          <a:prstGeom prst="rect">
            <a:avLst/>
          </a:prstGeom>
          <a:noFill/>
        </p:spPr>
        <p:txBody>
          <a:bodyPr wrap="square" rtlCol="0">
            <a:spAutoFit/>
          </a:bodyPr>
          <a:lstStyle/>
          <a:p>
            <a:pPr algn="ctr"/>
            <a:r>
              <a:rPr lang="en-US" sz="1200" b="1" noProof="0">
                <a:latin typeface="IBM Plex Sans" panose="020B0503050203000203" pitchFamily="34" charset="0"/>
              </a:rPr>
              <a:t>9.9%</a:t>
            </a:r>
          </a:p>
        </p:txBody>
      </p:sp>
      <p:graphicFrame>
        <p:nvGraphicFramePr>
          <p:cNvPr id="25" name="Google Shape;933;g3b2110f3d24_0_616">
            <a:extLst>
              <a:ext uri="{FF2B5EF4-FFF2-40B4-BE49-F238E27FC236}">
                <a16:creationId xmlns:a16="http://schemas.microsoft.com/office/drawing/2014/main" id="{68EBE7A2-3BF3-520F-4F28-0AAEC6B07473}"/>
              </a:ext>
            </a:extLst>
          </p:cNvPr>
          <p:cNvGraphicFramePr/>
          <p:nvPr>
            <p:extLst>
              <p:ext uri="{D42A27DB-BD31-4B8C-83A1-F6EECF244321}">
                <p14:modId xmlns:p14="http://schemas.microsoft.com/office/powerpoint/2010/main" val="780023279"/>
              </p:ext>
            </p:extLst>
          </p:nvPr>
        </p:nvGraphicFramePr>
        <p:xfrm>
          <a:off x="420593" y="3748194"/>
          <a:ext cx="11104625" cy="1809516"/>
        </p:xfrm>
        <a:graphic>
          <a:graphicData uri="http://schemas.openxmlformats.org/drawingml/2006/table">
            <a:tbl>
              <a:tblPr>
                <a:noFill/>
                <a:tableStyleId>{16461213-F4DB-495F-93F5-F8E8B3FAFA39}</a:tableStyleId>
              </a:tblPr>
              <a:tblGrid>
                <a:gridCol w="3191774">
                  <a:extLst>
                    <a:ext uri="{9D8B030D-6E8A-4147-A177-3AD203B41FA5}">
                      <a16:colId xmlns:a16="http://schemas.microsoft.com/office/drawing/2014/main" val="20000"/>
                    </a:ext>
                  </a:extLst>
                </a:gridCol>
                <a:gridCol w="2637617">
                  <a:extLst>
                    <a:ext uri="{9D8B030D-6E8A-4147-A177-3AD203B41FA5}">
                      <a16:colId xmlns:a16="http://schemas.microsoft.com/office/drawing/2014/main" val="20001"/>
                    </a:ext>
                  </a:extLst>
                </a:gridCol>
                <a:gridCol w="2637617">
                  <a:extLst>
                    <a:ext uri="{9D8B030D-6E8A-4147-A177-3AD203B41FA5}">
                      <a16:colId xmlns:a16="http://schemas.microsoft.com/office/drawing/2014/main" val="20002"/>
                    </a:ext>
                  </a:extLst>
                </a:gridCol>
                <a:gridCol w="2637617">
                  <a:extLst>
                    <a:ext uri="{9D8B030D-6E8A-4147-A177-3AD203B41FA5}">
                      <a16:colId xmlns:a16="http://schemas.microsoft.com/office/drawing/2014/main" val="20003"/>
                    </a:ext>
                  </a:extLst>
                </a:gridCol>
              </a:tblGrid>
              <a:tr h="337539">
                <a:tc>
                  <a:txBody>
                    <a:bodyPr/>
                    <a:lstStyle/>
                    <a:p>
                      <a:pPr marL="0" marR="0" lvl="0" indent="0" algn="l" rtl="0" eaLnBrk="1" fontAlgn="auto" latinLnBrk="0" hangingPunct="1">
                        <a:lnSpc>
                          <a:spcPct val="100000"/>
                        </a:lnSpc>
                        <a:spcBef>
                          <a:spcPts val="0"/>
                        </a:spcBef>
                        <a:spcAft>
                          <a:spcPts val="0"/>
                        </a:spcAft>
                        <a:buClr>
                          <a:srgbClr val="000000"/>
                        </a:buClr>
                        <a:buSzPts val="1200"/>
                        <a:buFont typeface="Arial"/>
                        <a:buNone/>
                      </a:pPr>
                      <a:r>
                        <a:rPr lang="en-US" sz="1200" b="1" u="none" strike="noStrike" cap="none" noProof="0">
                          <a:solidFill>
                            <a:schemeClr val="bg1"/>
                          </a:solidFill>
                          <a:latin typeface="IBM Plex Sans"/>
                          <a:ea typeface="Calibri"/>
                          <a:cs typeface="Calibri"/>
                          <a:sym typeface="IBM Plex Sans" panose="020B0503050203000203" pitchFamily="34" charset="0"/>
                        </a:rPr>
                        <a:t>Key assumptions </a:t>
                      </a:r>
                      <a:r>
                        <a:rPr lang="en-US" sz="1200" b="1" u="none" strike="noStrike" cap="none" noProof="0">
                          <a:solidFill>
                            <a:schemeClr val="bg1"/>
                          </a:solidFill>
                          <a:latin typeface="IBM Plex Sans"/>
                          <a:ea typeface="Calibri"/>
                          <a:cs typeface="Calibri"/>
                        </a:rPr>
                        <a:t>Rev-Generating Searches</a:t>
                      </a:r>
                      <a:endParaRPr lang="en-US" sz="1200" b="1" u="none" strike="noStrike" cap="none" noProof="0">
                        <a:solidFill>
                          <a:schemeClr val="bg1"/>
                        </a:solidFill>
                        <a:latin typeface="IBM Plex Sans" panose="020B0503050203000203" pitchFamily="34" charset="0"/>
                        <a:ea typeface="Calibri"/>
                        <a:cs typeface="Calibri"/>
                        <a:sym typeface="IBM Plex Sans" panose="020B0503050203000203" pitchFamily="34" charset="0"/>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bg1"/>
                          </a:solidFill>
                          <a:latin typeface="IBM Plex Sans"/>
                          <a:ea typeface="Calibri"/>
                          <a:cs typeface="Calibri"/>
                          <a:sym typeface="IBM Plex Sans" panose="020B0503050203000203" pitchFamily="34" charset="0"/>
                        </a:rPr>
                        <a:t>Desktop (‘25 – ‘30)</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bg1"/>
                          </a:solidFill>
                          <a:latin typeface="IBM Plex Sans"/>
                          <a:ea typeface="Calibri"/>
                          <a:cs typeface="Calibri"/>
                          <a:sym typeface="IBM Plex Sans" panose="020B0503050203000203" pitchFamily="34" charset="0"/>
                        </a:rPr>
                        <a:t>Mobile (‘25 – ‘30)</a:t>
                      </a:r>
                    </a:p>
                  </a:txBody>
                  <a:tcPr marL="91450" marR="9145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bg1"/>
                          </a:solidFill>
                          <a:latin typeface="IBM Plex Sans"/>
                          <a:ea typeface="Calibri"/>
                          <a:cs typeface="Calibri"/>
                          <a:sym typeface="IBM Plex Sans" panose="020B0503050203000203" pitchFamily="34" charset="0"/>
                        </a:rPr>
                        <a:t>Total (‘25 – ‘30)</a:t>
                      </a:r>
                    </a:p>
                  </a:txBody>
                  <a:tcPr marL="91450" marR="9145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33753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0">
                          <a:solidFill>
                            <a:schemeClr val="tx1"/>
                          </a:solidFill>
                          <a:latin typeface="IBM Plex Sans"/>
                          <a:ea typeface="Calibri"/>
                          <a:cs typeface="Calibri"/>
                          <a:sym typeface="IBM Plex Sans" panose="020B0503050203000203" pitchFamily="34" charset="0"/>
                        </a:rPr>
                        <a:t>% of </a:t>
                      </a:r>
                      <a:r>
                        <a:rPr lang="en-US" sz="1200" b="1" i="0" u="none" strike="noStrike" cap="none" noProof="0">
                          <a:solidFill>
                            <a:schemeClr val="tx1"/>
                          </a:solidFill>
                          <a:latin typeface="IBM Plex Sans"/>
                          <a:ea typeface="Calibri"/>
                          <a:cs typeface="Calibri"/>
                        </a:rPr>
                        <a:t>revenue-generating</a:t>
                      </a:r>
                      <a:r>
                        <a:rPr lang="en-US" sz="1200" b="1" i="0" u="none" strike="noStrike" cap="none" noProof="0">
                          <a:solidFill>
                            <a:schemeClr val="tx1"/>
                          </a:solidFill>
                          <a:latin typeface="IBM Plex Sans"/>
                          <a:ea typeface="Calibri"/>
                          <a:cs typeface="Calibri"/>
                          <a:sym typeface="IBM Plex Sans" panose="020B0503050203000203" pitchFamily="34" charset="0"/>
                        </a:rPr>
                        <a:t> searches</a:t>
                      </a:r>
                      <a:r>
                        <a:rPr lang="en-US" sz="1200" b="1" i="0" u="none" strike="noStrike" cap="none" baseline="30000" noProof="0">
                          <a:solidFill>
                            <a:schemeClr val="tx1"/>
                          </a:solidFill>
                          <a:latin typeface="IBM Plex Sans"/>
                          <a:ea typeface="Calibri"/>
                          <a:cs typeface="Calibri"/>
                          <a:sym typeface="IBM Plex Sans" panose="020B0503050203000203" pitchFamily="34" charset="0"/>
                        </a:rPr>
                        <a:t>1</a:t>
                      </a:r>
                      <a:endParaRPr lang="en-US" sz="1200" b="1" i="0" u="none" strike="noStrike" cap="none" baseline="30000" noProof="0">
                        <a:solidFill>
                          <a:schemeClr val="tx1"/>
                        </a:solidFill>
                        <a:latin typeface="IBM Plex Sans"/>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lvl="0" algn="ctr">
                        <a:lnSpc>
                          <a:spcPct val="100000"/>
                        </a:lnSpc>
                        <a:spcBef>
                          <a:spcPts val="0"/>
                        </a:spcBef>
                        <a:spcAft>
                          <a:spcPts val="0"/>
                        </a:spcAft>
                        <a:buNone/>
                      </a:pPr>
                      <a:r>
                        <a:rPr lang="en-US" sz="1200" b="0" i="0" u="none" strike="noStrike" noProof="0">
                          <a:solidFill>
                            <a:srgbClr val="000000"/>
                          </a:solidFill>
                          <a:effectLst/>
                          <a:latin typeface="IBM Plex Sans"/>
                        </a:rPr>
                        <a:t>20% – 21% </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a:r>
                        <a:rPr lang="en-US" sz="1200" b="0" u="none" strike="noStrike" cap="none" noProof="0">
                          <a:latin typeface="IBM Plex Sans"/>
                          <a:ea typeface="Calibri"/>
                          <a:cs typeface="Calibri"/>
                          <a:sym typeface="IBM Plex Sans" panose="020B0503050203000203" pitchFamily="34" charset="0"/>
                        </a:rPr>
                        <a:t>20% – 21% </a:t>
                      </a:r>
                      <a:endParaRPr lang="en-US" sz="1200" b="0" noProof="0">
                        <a:latin typeface="IBM Plex Sans"/>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lvl="0" algn="ctr">
                        <a:lnSpc>
                          <a:spcPct val="100000"/>
                        </a:lnSpc>
                        <a:spcBef>
                          <a:spcPts val="0"/>
                        </a:spcBef>
                        <a:spcAft>
                          <a:spcPts val="0"/>
                        </a:spcAft>
                        <a:buNone/>
                      </a:pPr>
                      <a:r>
                        <a:rPr lang="en-US" sz="1200" b="0" i="0" u="none" strike="noStrike" noProof="0">
                          <a:solidFill>
                            <a:srgbClr val="000000"/>
                          </a:solidFill>
                          <a:effectLst/>
                          <a:latin typeface="IBM Plex Sans"/>
                        </a:rPr>
                        <a:t>20% – 21% </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1"/>
                  </a:ext>
                </a:extLst>
              </a:tr>
              <a:tr h="33753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0">
                          <a:solidFill>
                            <a:schemeClr val="tx1"/>
                          </a:solidFill>
                          <a:latin typeface="IBM Plex Sans"/>
                          <a:ea typeface="Calibri"/>
                          <a:cs typeface="Calibri"/>
                          <a:sym typeface="IBM Plex Sans" panose="020B0503050203000203" pitchFamily="34" charset="0"/>
                        </a:rPr>
                        <a:t>CTR</a:t>
                      </a:r>
                      <a:r>
                        <a:rPr lang="en-US" sz="1200" b="1" i="0" u="none" strike="noStrike" cap="none" baseline="30000" noProof="0">
                          <a:solidFill>
                            <a:schemeClr val="tx1"/>
                          </a:solidFill>
                          <a:latin typeface="IBM Plex Sans"/>
                          <a:ea typeface="Calibri"/>
                          <a:cs typeface="Calibri"/>
                          <a:sym typeface="IBM Plex Sans" panose="020B0503050203000203" pitchFamily="34" charset="0"/>
                        </a:rPr>
                        <a:t>2</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ctr" rtl="0" eaLnBrk="1" fontAlgn="b" latinLnBrk="0" hangingPunct="1">
                        <a:lnSpc>
                          <a:spcPct val="100000"/>
                        </a:lnSpc>
                        <a:spcBef>
                          <a:spcPts val="0"/>
                        </a:spcBef>
                        <a:spcAft>
                          <a:spcPts val="0"/>
                        </a:spcAft>
                        <a:buClr>
                          <a:srgbClr val="000000"/>
                        </a:buClr>
                        <a:buSzTx/>
                        <a:buFont typeface="Arial"/>
                        <a:buNone/>
                      </a:pPr>
                      <a:r>
                        <a:rPr lang="en-US" sz="1200" u="none" strike="noStrike" cap="none" noProof="0">
                          <a:latin typeface="IBM Plex Sans"/>
                          <a:sym typeface="IBM Plex Sans" panose="020B0503050203000203" pitchFamily="34" charset="0"/>
                        </a:rPr>
                        <a:t>2.89%</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3.12% </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eaLnBrk="1" fontAlgn="auto" latinLnBrk="0" hangingPunct="1">
                        <a:lnSpc>
                          <a:spcPct val="100000"/>
                        </a:lnSpc>
                        <a:spcBef>
                          <a:spcPts val="0"/>
                        </a:spcBef>
                        <a:spcAft>
                          <a:spcPts val="0"/>
                        </a:spcAft>
                        <a:buClr>
                          <a:srgbClr val="000000"/>
                        </a:buClr>
                        <a:buSzPts val="1200"/>
                        <a:buFont typeface="Arial"/>
                        <a:buNone/>
                      </a:pPr>
                      <a:r>
                        <a:rPr lang="en-US" sz="1200" u="none" strike="noStrike" cap="none" noProof="0">
                          <a:latin typeface="IBM Plex Sans"/>
                          <a:sym typeface="IBM Plex Sans" panose="020B0503050203000203" pitchFamily="34" charset="0"/>
                        </a:rPr>
                        <a:t>4.23%</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4.26%</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eaLnBrk="1" fontAlgn="b" latinLnBrk="0" hangingPunct="1">
                        <a:lnSpc>
                          <a:spcPct val="100000"/>
                        </a:lnSpc>
                        <a:spcBef>
                          <a:spcPts val="0"/>
                        </a:spcBef>
                        <a:spcAft>
                          <a:spcPts val="0"/>
                        </a:spcAft>
                        <a:buClr>
                          <a:srgbClr val="000000"/>
                        </a:buClr>
                        <a:buSzTx/>
                        <a:buFont typeface="Arial"/>
                        <a:buNone/>
                      </a:pPr>
                      <a:r>
                        <a:rPr lang="en-US" sz="1200" u="none" strike="noStrike" cap="none" noProof="0">
                          <a:latin typeface="IBM Plex Sans"/>
                          <a:sym typeface="IBM Plex Sans" panose="020B0503050203000203" pitchFamily="34" charset="0"/>
                        </a:rPr>
                        <a:t>3.56%</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3.69%</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33753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0">
                          <a:solidFill>
                            <a:schemeClr val="tx1"/>
                          </a:solidFill>
                          <a:latin typeface="IBM Plex Sans"/>
                          <a:ea typeface="Calibri"/>
                          <a:cs typeface="Calibri"/>
                          <a:sym typeface="IBM Plex Sans" panose="020B0503050203000203" pitchFamily="34" charset="0"/>
                        </a:rPr>
                        <a:t>CPC</a:t>
                      </a:r>
                      <a:r>
                        <a:rPr lang="en-US" sz="1200" b="1" i="0" u="none" strike="noStrike" cap="none" baseline="30000" noProof="0">
                          <a:solidFill>
                            <a:schemeClr val="tx1"/>
                          </a:solidFill>
                          <a:latin typeface="IBM Plex Sans"/>
                          <a:ea typeface="Calibri"/>
                          <a:cs typeface="Calibri"/>
                          <a:sym typeface="IBM Plex Sans" panose="020B0503050203000203" pitchFamily="34" charset="0"/>
                        </a:rPr>
                        <a:t>3</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algn="ctr" rtl="0" fontAlgn="b">
                        <a:buNone/>
                      </a:pPr>
                      <a:r>
                        <a:rPr lang="en-US" sz="1200" u="none" strike="noStrike" cap="none" noProof="0">
                          <a:latin typeface="IBM Plex Sans"/>
                          <a:sym typeface="IBM Plex Sans" panose="020B0503050203000203" pitchFamily="34" charset="0"/>
                        </a:rPr>
                        <a:t>$8.76</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$10.43</a:t>
                      </a:r>
                      <a:endParaRPr lang="en-US" sz="1200" b="0" noProof="0">
                        <a:solidFill>
                          <a:srgbClr val="1F1F1F"/>
                        </a:solidFill>
                        <a:effectLst/>
                        <a:latin typeface="IBM Plex Sans"/>
                      </a:endParaRP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rtl="0" fontAlgn="b">
                        <a:buNone/>
                      </a:pPr>
                      <a:r>
                        <a:rPr lang="en-US" sz="1200" u="none" strike="noStrike" cap="none" noProof="0">
                          <a:latin typeface="IBM Plex Sans"/>
                          <a:sym typeface="IBM Plex Sans" panose="020B0503050203000203" pitchFamily="34" charset="0"/>
                        </a:rPr>
                        <a:t>$6.56</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$10.53</a:t>
                      </a:r>
                      <a:endParaRPr lang="en-US" sz="1200" b="0" noProof="0">
                        <a:solidFill>
                          <a:srgbClr val="1F1F1F"/>
                        </a:solidFill>
                        <a:effectLst/>
                        <a:latin typeface="IBM Plex Sans"/>
                      </a:endParaRP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eaLnBrk="1" fontAlgn="b" latinLnBrk="0" hangingPunct="1">
                        <a:lnSpc>
                          <a:spcPct val="100000"/>
                        </a:lnSpc>
                        <a:spcBef>
                          <a:spcPts val="0"/>
                        </a:spcBef>
                        <a:spcAft>
                          <a:spcPts val="0"/>
                        </a:spcAft>
                        <a:buClr>
                          <a:srgbClr val="000000"/>
                        </a:buClr>
                        <a:buSzTx/>
                        <a:buFont typeface="Arial"/>
                        <a:buNone/>
                      </a:pPr>
                      <a:r>
                        <a:rPr lang="en-US" sz="1200" u="none" strike="noStrike" cap="none" noProof="0">
                          <a:latin typeface="IBM Plex Sans"/>
                          <a:sym typeface="IBM Plex Sans" panose="020B0503050203000203" pitchFamily="34" charset="0"/>
                        </a:rPr>
                        <a:t>$7.66</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$10.48</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543443761"/>
                  </a:ext>
                </a:extLst>
              </a:tr>
              <a:tr h="33753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0">
                          <a:solidFill>
                            <a:schemeClr val="tx1"/>
                          </a:solidFill>
                          <a:latin typeface="IBM Plex Sans"/>
                          <a:ea typeface="Calibri"/>
                          <a:cs typeface="Calibri"/>
                          <a:sym typeface="IBM Plex Sans" panose="020B0503050203000203" pitchFamily="34" charset="0"/>
                        </a:rPr>
                        <a:t>Revenue per Search</a:t>
                      </a:r>
                      <a:r>
                        <a:rPr lang="en-US" sz="1200" b="1" i="0" u="none" strike="noStrike" cap="none" baseline="30000" noProof="0">
                          <a:solidFill>
                            <a:schemeClr val="tx1"/>
                          </a:solidFill>
                          <a:latin typeface="IBM Plex Sans"/>
                          <a:ea typeface="Calibri"/>
                          <a:cs typeface="Calibri"/>
                          <a:sym typeface="IBM Plex Sans" panose="020B0503050203000203" pitchFamily="34" charset="0"/>
                        </a:rPr>
                        <a:t>4</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algn="ctr" rtl="0" fontAlgn="b">
                        <a:buNone/>
                      </a:pPr>
                      <a:r>
                        <a:rPr lang="en-US" sz="1200" u="none" strike="noStrike" cap="none" noProof="0">
                          <a:latin typeface="IBM Plex Sans"/>
                          <a:sym typeface="IBM Plex Sans" panose="020B0503050203000203" pitchFamily="34" charset="0"/>
                        </a:rPr>
                        <a:t>$0.25</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$0.33</a:t>
                      </a:r>
                      <a:endParaRPr lang="en-US" sz="1200" b="0" noProof="0">
                        <a:solidFill>
                          <a:srgbClr val="1F1F1F"/>
                        </a:solidFill>
                        <a:effectLst/>
                        <a:latin typeface="IBM Plex Sans"/>
                      </a:endParaRP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sz="1200" u="none" strike="noStrike" cap="none" noProof="0">
                          <a:latin typeface="IBM Plex Sans"/>
                          <a:sym typeface="IBM Plex Sans" panose="020B0503050203000203" pitchFamily="34" charset="0"/>
                        </a:rPr>
                        <a:t>$0.28</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$0.45</a:t>
                      </a:r>
                      <a:endParaRPr lang="en-US" sz="1200" b="0" noProof="0">
                        <a:solidFill>
                          <a:srgbClr val="1F1F1F"/>
                        </a:solidFill>
                        <a:effectLst/>
                        <a:latin typeface="IBM Plex Sans"/>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eaLnBrk="1" fontAlgn="b" latinLnBrk="0" hangingPunct="1">
                        <a:lnSpc>
                          <a:spcPct val="100000"/>
                        </a:lnSpc>
                        <a:spcBef>
                          <a:spcPts val="0"/>
                        </a:spcBef>
                        <a:spcAft>
                          <a:spcPts val="0"/>
                        </a:spcAft>
                        <a:buClr>
                          <a:srgbClr val="000000"/>
                        </a:buClr>
                        <a:buSzTx/>
                        <a:buFont typeface="Arial"/>
                        <a:buNone/>
                      </a:pPr>
                      <a:r>
                        <a:rPr lang="en-US" sz="1200" u="none" strike="noStrike" cap="none" noProof="0">
                          <a:latin typeface="IBM Plex Sans"/>
                          <a:sym typeface="IBM Plex Sans" panose="020B0503050203000203" pitchFamily="34" charset="0"/>
                        </a:rPr>
                        <a:t>$0.27</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$0.39</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
        <p:nvSpPr>
          <p:cNvPr id="26" name="Google Shape;1004;p68">
            <a:extLst>
              <a:ext uri="{FF2B5EF4-FFF2-40B4-BE49-F238E27FC236}">
                <a16:creationId xmlns:a16="http://schemas.microsoft.com/office/drawing/2014/main" id="{AD261DB7-4E98-4A23-621A-7F38AFE3A0AB}"/>
              </a:ext>
            </a:extLst>
          </p:cNvPr>
          <p:cNvSpPr txBox="1"/>
          <p:nvPr/>
        </p:nvSpPr>
        <p:spPr>
          <a:xfrm>
            <a:off x="420595" y="6210348"/>
            <a:ext cx="10540630" cy="323165"/>
          </a:xfrm>
          <a:prstGeom prst="rect">
            <a:avLst/>
          </a:prstGeom>
          <a:noFill/>
          <a:ln>
            <a:noFill/>
          </a:ln>
        </p:spPr>
        <p:txBody>
          <a:bodyPr spcFirstLastPara="1" wrap="square" lIns="0" tIns="0" rIns="0" bIns="0" anchor="b" anchorCtr="0">
            <a:spAutoFit/>
          </a:bodyPr>
          <a:lstStyle/>
          <a:p>
            <a:r>
              <a:rPr lang="en-US" sz="700" b="0" i="0" u="none" strike="noStrike" cap="none" noProof="0">
                <a:solidFill>
                  <a:srgbClr val="7F7F7F"/>
                </a:solidFill>
                <a:latin typeface="IBM Plex Sans"/>
                <a:ea typeface="IBM Plex Sans"/>
                <a:cs typeface="IBM Plex Sans"/>
                <a:sym typeface="IBM Plex Sans"/>
              </a:rPr>
              <a:t>Sources: (1) </a:t>
            </a:r>
            <a:r>
              <a:rPr lang="en-US" sz="700" u="sng"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Datos</a:t>
            </a:r>
            <a:r>
              <a:rPr lang="en-US" sz="700">
                <a:solidFill>
                  <a:srgbClr val="7F7F7F"/>
                </a:solidFill>
                <a:latin typeface="IBM Plex Sans"/>
                <a:ea typeface="IBM Plex Sans"/>
                <a:cs typeface="IBM Plex Sans"/>
                <a:sym typeface="IBM Plex Sans"/>
              </a:rPr>
              <a:t> - </a:t>
            </a:r>
            <a:r>
              <a:rPr lang="en-US" sz="700">
                <a:solidFill>
                  <a:srgbClr val="7F7F7F"/>
                </a:solidFill>
                <a:latin typeface="IBM Plex Sans"/>
                <a:ea typeface="IBM Plex Sans"/>
                <a:sym typeface="IBM Plex Sans"/>
              </a:rPr>
              <a:t>Revenue-generating search share is assumed to be consistent across Desktop, Mobile, and Total</a:t>
            </a:r>
            <a:r>
              <a:rPr lang="en-US" sz="700">
                <a:solidFill>
                  <a:srgbClr val="7F7F7F"/>
                </a:solidFill>
                <a:latin typeface="IBM Plex Sans"/>
                <a:ea typeface="IBM Plex Sans"/>
                <a:cs typeface="IBM Plex Sans"/>
                <a:sym typeface="IBM Plex Sans"/>
              </a:rPr>
              <a:t>,</a:t>
            </a:r>
            <a:r>
              <a:rPr lang="en-US" sz="700" noProof="0">
                <a:solidFill>
                  <a:srgbClr val="7F7F7F"/>
                </a:solidFill>
                <a:latin typeface="IBM Plex Sans"/>
                <a:ea typeface="IBM Plex Sans"/>
                <a:cs typeface="IBM Plex Sans"/>
                <a:sym typeface="IBM Plex Sans"/>
              </a:rPr>
              <a:t> (2) CTR appendix slides </a:t>
            </a:r>
            <a:r>
              <a:rPr lang="en-US" sz="700" noProof="0">
                <a:solidFill>
                  <a:srgbClr val="7D7D7D"/>
                </a:solidFill>
                <a:latin typeface="IBM Plex Sans"/>
                <a:ea typeface="IBM Plex Sans"/>
                <a:cs typeface="IBM Plex Sans"/>
                <a:sym typeface="IBM Plex Sans"/>
                <a:hlinkClick r:id="rId5" action="ppaction://hlinksldjump">
                  <a:extLst>
                    <a:ext uri="{A12FA001-AC4F-418D-AE19-62706E023703}">
                      <ahyp:hlinkClr xmlns:ahyp="http://schemas.microsoft.com/office/drawing/2018/hyperlinkcolor" val="tx"/>
                    </a:ext>
                  </a:extLst>
                </a:hlinkClick>
              </a:rPr>
              <a:t>1</a:t>
            </a:r>
            <a:r>
              <a:rPr lang="en-US" sz="700" noProof="0">
                <a:solidFill>
                  <a:schemeClr val="bg1">
                    <a:lumMod val="49000"/>
                  </a:schemeClr>
                </a:solidFill>
                <a:latin typeface="IBM Plex Sans"/>
                <a:ea typeface="IBM Plex Sans"/>
                <a:cs typeface="IBM Plex Sans"/>
                <a:sym typeface="IBM Plex Sans"/>
              </a:rPr>
              <a:t> and </a:t>
            </a:r>
            <a:r>
              <a:rPr lang="en-US" sz="700" noProof="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2</a:t>
            </a:r>
            <a:r>
              <a:rPr lang="en-US" sz="700" noProof="0">
                <a:solidFill>
                  <a:schemeClr val="bg1">
                    <a:lumMod val="49000"/>
                  </a:schemeClr>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rPr>
              <a:t>Desktop and Mobile simple average, (3) </a:t>
            </a:r>
            <a:r>
              <a:rPr lang="en-US" sz="700" noProof="0">
                <a:solidFill>
                  <a:schemeClr val="bg1">
                    <a:lumMod val="49000"/>
                  </a:schemeClr>
                </a:solidFill>
                <a:latin typeface="IBM Plex Sans"/>
                <a:ea typeface="IBM Plex Sans"/>
                <a:cs typeface="IBM Plex Sans"/>
                <a:sym typeface="IBM Plex Sans"/>
              </a:rPr>
              <a:t>CPC appendix slides </a:t>
            </a:r>
            <a:r>
              <a:rPr lang="en-US" sz="700" noProof="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1</a:t>
            </a:r>
            <a:r>
              <a:rPr lang="en-US" sz="700" noProof="0">
                <a:solidFill>
                  <a:schemeClr val="bg1">
                    <a:lumMod val="49000"/>
                  </a:schemeClr>
                </a:solidFill>
                <a:latin typeface="IBM Plex Sans"/>
                <a:ea typeface="IBM Plex Sans"/>
                <a:cs typeface="IBM Plex Sans"/>
                <a:sym typeface="IBM Plex Sans"/>
              </a:rPr>
              <a:t> and </a:t>
            </a:r>
            <a:r>
              <a:rPr lang="en-US" sz="700" noProof="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2</a:t>
            </a:r>
            <a:r>
              <a:rPr lang="en-US" sz="700" noProof="0">
                <a:solidFill>
                  <a:srgbClr val="7F7F7F"/>
                </a:solidFill>
                <a:latin typeface="IBM Plex Sans"/>
                <a:ea typeface="IBM Plex Sans"/>
                <a:cs typeface="IBM Plex Sans"/>
                <a:sym typeface="IBM Plex Sans"/>
              </a:rPr>
              <a:t>, Desktop and Mobile simple average, (4) CPC multiplied by CTR, Desktop and Mobile simple average</a:t>
            </a:r>
            <a:r>
              <a:rPr lang="en-US" sz="700">
                <a:solidFill>
                  <a:srgbClr val="7F7F7F"/>
                </a:solidFill>
                <a:latin typeface="IBM Plex Sans"/>
                <a:ea typeface="IBM Plex Sans"/>
                <a:cs typeface="IBM Plex Sans"/>
                <a:sym typeface="IBM Plex Sans"/>
              </a:rPr>
              <a:t> ; </a:t>
            </a:r>
            <a:r>
              <a:rPr lang="en-US" sz="700" noProof="0">
                <a:solidFill>
                  <a:srgbClr val="7F7F7F"/>
                </a:solidFill>
                <a:latin typeface="IBM Plex Sans"/>
                <a:sym typeface="IBM Plex Sans"/>
              </a:rPr>
              <a:t>*2024 data: estimated using Google volume and revenue and 2025 Revenue and Non-Revenue generating searches parameters as well as US/</a:t>
            </a:r>
            <a:r>
              <a:rPr lang="en-US" sz="700" noProof="0" err="1">
                <a:solidFill>
                  <a:srgbClr val="7F7F7F"/>
                </a:solidFill>
                <a:latin typeface="IBM Plex Sans"/>
                <a:sym typeface="IBM Plex Sans"/>
              </a:rPr>
              <a:t>RoW</a:t>
            </a:r>
            <a:r>
              <a:rPr lang="en-US" sz="700" noProof="0">
                <a:solidFill>
                  <a:srgbClr val="7F7F7F"/>
                </a:solidFill>
                <a:latin typeface="IBM Plex Sans"/>
                <a:sym typeface="IBM Plex Sans"/>
              </a:rPr>
              <a:t>/Desktop/Mobile split, 2019-2024 historical growth of 14.9% based on Google's revenue growth (</a:t>
            </a:r>
            <a:r>
              <a:rPr lang="en-US" sz="700" noProof="0">
                <a:solidFill>
                  <a:srgbClr val="7F7F7F"/>
                </a:solidFill>
                <a:latin typeface="IBM Plex Sans"/>
                <a:sym typeface="IBM Plex Sans"/>
                <a:hlinkClick r:id="rId6">
                  <a:extLst>
                    <a:ext uri="{A12FA001-AC4F-418D-AE19-62706E023703}">
                      <ahyp:hlinkClr xmlns:ahyp="http://schemas.microsoft.com/office/drawing/2018/hyperlinkcolor" val="tx"/>
                    </a:ext>
                  </a:extLst>
                </a:hlinkClick>
              </a:rPr>
              <a:t>Oberlo</a:t>
            </a:r>
            <a:r>
              <a:rPr lang="en-US" sz="700" noProof="0">
                <a:solidFill>
                  <a:srgbClr val="7F7F7F"/>
                </a:solidFill>
                <a:latin typeface="IBM Plex Sans"/>
                <a:sym typeface="IBM Plex Sans"/>
              </a:rPr>
              <a:t> and </a:t>
            </a:r>
            <a:r>
              <a:rPr lang="en-US" sz="700" noProof="0">
                <a:solidFill>
                  <a:srgbClr val="7F7F7F"/>
                </a:solidFill>
                <a:latin typeface="IBM Plex Sans"/>
                <a:sym typeface="IBM Plex Sans"/>
                <a:hlinkClick r:id="rId7">
                  <a:extLst>
                    <a:ext uri="{A12FA001-AC4F-418D-AE19-62706E023703}">
                      <ahyp:hlinkClr xmlns:ahyp="http://schemas.microsoft.com/office/drawing/2018/hyperlinkcolor" val="tx"/>
                    </a:ext>
                  </a:extLst>
                </a:hlinkClick>
              </a:rPr>
              <a:t>GS StatCounter</a:t>
            </a:r>
            <a:r>
              <a:rPr lang="en-US" sz="700" noProof="0">
                <a:solidFill>
                  <a:srgbClr val="7F7F7F"/>
                </a:solidFill>
                <a:latin typeface="IBM Plex Sans"/>
                <a:sym typeface="IBM Plex Sans"/>
              </a:rPr>
              <a:t>)</a:t>
            </a:r>
            <a:endParaRPr lang="en-US" sz="700" noProof="0">
              <a:solidFill>
                <a:srgbClr val="7F7F7F"/>
              </a:solidFill>
              <a:latin typeface="IBM Plex Sans"/>
            </a:endParaRPr>
          </a:p>
        </p:txBody>
      </p:sp>
      <p:sp>
        <p:nvSpPr>
          <p:cNvPr id="2" name="Rectangle 767">
            <a:extLst>
              <a:ext uri="{FF2B5EF4-FFF2-40B4-BE49-F238E27FC236}">
                <a16:creationId xmlns:a16="http://schemas.microsoft.com/office/drawing/2014/main" id="{BD3699A4-2730-8FF3-5D1F-E002600FFF1F}"/>
              </a:ext>
            </a:extLst>
          </p:cNvPr>
          <p:cNvSpPr/>
          <p:nvPr/>
        </p:nvSpPr>
        <p:spPr>
          <a:xfrm>
            <a:off x="4932534" y="1745065"/>
            <a:ext cx="270665" cy="170007"/>
          </a:xfrm>
          <a:prstGeom prst="rect">
            <a:avLst/>
          </a:prstGeom>
          <a:solidFill>
            <a:srgbClr val="7FD7A7"/>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Mobile</a:t>
            </a:r>
          </a:p>
        </p:txBody>
      </p:sp>
      <p:sp>
        <p:nvSpPr>
          <p:cNvPr id="6" name="Rectangle 768">
            <a:extLst>
              <a:ext uri="{FF2B5EF4-FFF2-40B4-BE49-F238E27FC236}">
                <a16:creationId xmlns:a16="http://schemas.microsoft.com/office/drawing/2014/main" id="{C99AA523-1F9B-30A1-3E15-CA2181B00EDB}"/>
              </a:ext>
            </a:extLst>
          </p:cNvPr>
          <p:cNvSpPr/>
          <p:nvPr/>
        </p:nvSpPr>
        <p:spPr>
          <a:xfrm>
            <a:off x="5938823" y="1745065"/>
            <a:ext cx="270665" cy="170007"/>
          </a:xfrm>
          <a:prstGeom prst="rect">
            <a:avLst/>
          </a:prstGeom>
          <a:solidFill>
            <a:srgbClr val="C197E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Desktop</a:t>
            </a:r>
          </a:p>
        </p:txBody>
      </p:sp>
      <p:sp>
        <p:nvSpPr>
          <p:cNvPr id="5" name="CaixaDeTexto 4">
            <a:extLst>
              <a:ext uri="{FF2B5EF4-FFF2-40B4-BE49-F238E27FC236}">
                <a16:creationId xmlns:a16="http://schemas.microsoft.com/office/drawing/2014/main" id="{70047416-BFED-53A7-60DE-4D323ADBA6CC}"/>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market impact</a:t>
            </a:r>
          </a:p>
        </p:txBody>
      </p:sp>
    </p:spTree>
    <p:extLst>
      <p:ext uri="{BB962C8B-B14F-4D97-AF65-F5344CB8AC3E}">
        <p14:creationId xmlns:p14="http://schemas.microsoft.com/office/powerpoint/2010/main" val="285563457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996">
          <a:extLst>
            <a:ext uri="{FF2B5EF4-FFF2-40B4-BE49-F238E27FC236}">
              <a16:creationId xmlns:a16="http://schemas.microsoft.com/office/drawing/2014/main" id="{9A54ED48-0489-2675-A88C-269DF22DFE2F}"/>
            </a:ext>
          </a:extLst>
        </p:cNvPr>
        <p:cNvGrpSpPr/>
        <p:nvPr/>
      </p:nvGrpSpPr>
      <p:grpSpPr>
        <a:xfrm>
          <a:off x="0" y="0"/>
          <a:ext cx="0" cy="0"/>
          <a:chOff x="0" y="0"/>
          <a:chExt cx="0" cy="0"/>
        </a:xfrm>
      </p:grpSpPr>
      <p:sp>
        <p:nvSpPr>
          <p:cNvPr id="997" name="Google Shape;997;p68">
            <a:extLst>
              <a:ext uri="{FF2B5EF4-FFF2-40B4-BE49-F238E27FC236}">
                <a16:creationId xmlns:a16="http://schemas.microsoft.com/office/drawing/2014/main" id="{2F2F659D-4B90-0878-A707-1DC7C24259B9}"/>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38</a:t>
            </a:fld>
            <a:endParaRPr lang="en-US" noProof="0"/>
          </a:p>
        </p:txBody>
      </p:sp>
      <p:sp>
        <p:nvSpPr>
          <p:cNvPr id="998" name="Google Shape;998;p68">
            <a:extLst>
              <a:ext uri="{FF2B5EF4-FFF2-40B4-BE49-F238E27FC236}">
                <a16:creationId xmlns:a16="http://schemas.microsoft.com/office/drawing/2014/main" id="{6BF940CE-6736-A841-9501-513CC08EA423}"/>
              </a:ext>
            </a:extLst>
          </p:cNvPr>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r>
              <a:rPr lang="en-US" noProof="0"/>
              <a:t>Rest of World is expected to maintain ~16% CAGR through 2030</a:t>
            </a:r>
          </a:p>
        </p:txBody>
      </p:sp>
      <p:sp>
        <p:nvSpPr>
          <p:cNvPr id="12" name="Google Shape;1000;p68">
            <a:extLst>
              <a:ext uri="{FF2B5EF4-FFF2-40B4-BE49-F238E27FC236}">
                <a16:creationId xmlns:a16="http://schemas.microsoft.com/office/drawing/2014/main" id="{86FC16A4-39E7-2BAF-9C0F-28092DC806E0}"/>
              </a:ext>
            </a:extLst>
          </p:cNvPr>
          <p:cNvSpPr txBox="1"/>
          <p:nvPr/>
        </p:nvSpPr>
        <p:spPr>
          <a:xfrm>
            <a:off x="420595" y="1422111"/>
            <a:ext cx="11350718" cy="253385"/>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r>
              <a:rPr lang="en-US" sz="1200" b="1" i="0" u="none" strike="noStrike" cap="none" noProof="0">
                <a:solidFill>
                  <a:schemeClr val="lt1"/>
                </a:solidFill>
                <a:latin typeface="IBM Plex Sans"/>
                <a:ea typeface="IBM Plex Sans"/>
                <a:cs typeface="IBM Plex Sans"/>
                <a:sym typeface="IBM Plex Sans"/>
              </a:rPr>
              <a:t>Search revenue increase, Billions</a:t>
            </a:r>
            <a:endParaRPr lang="en-US" noProof="0"/>
          </a:p>
        </p:txBody>
      </p:sp>
      <p:sp>
        <p:nvSpPr>
          <p:cNvPr id="16" name="Google Shape;1003;p68">
            <a:extLst>
              <a:ext uri="{FF2B5EF4-FFF2-40B4-BE49-F238E27FC236}">
                <a16:creationId xmlns:a16="http://schemas.microsoft.com/office/drawing/2014/main" id="{BC4AF65D-4823-D683-38D7-02C583AA5288}"/>
              </a:ext>
            </a:extLst>
          </p:cNvPr>
          <p:cNvSpPr txBox="1"/>
          <p:nvPr/>
        </p:nvSpPr>
        <p:spPr>
          <a:xfrm>
            <a:off x="420595" y="5696561"/>
            <a:ext cx="11350625" cy="47231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buSzPts val="1600"/>
            </a:pPr>
            <a:r>
              <a:rPr lang="en-US" b="1" noProof="0">
                <a:latin typeface="IBM Plex Sans"/>
              </a:rPr>
              <a:t>Rest of World search revenue is expected to grow faster than the U.S., driven by mobile-led adoption and expanding monetization intensity</a:t>
            </a:r>
            <a:endParaRPr lang="en-US" b="1" noProof="0">
              <a:latin typeface="IBM Plex Sans" panose="020B0503050203000203" pitchFamily="34" charset="0"/>
            </a:endParaRPr>
          </a:p>
        </p:txBody>
      </p:sp>
      <p:sp>
        <p:nvSpPr>
          <p:cNvPr id="5" name="Google Shape;492;p48">
            <a:extLst>
              <a:ext uri="{FF2B5EF4-FFF2-40B4-BE49-F238E27FC236}">
                <a16:creationId xmlns:a16="http://schemas.microsoft.com/office/drawing/2014/main" id="{0327C236-49DA-D0EB-2841-BCA6968AFAD1}"/>
              </a:ext>
            </a:extLst>
          </p:cNvPr>
          <p:cNvSpPr/>
          <p:nvPr/>
        </p:nvSpPr>
        <p:spPr>
          <a:xfrm>
            <a:off x="10447385" y="1048995"/>
            <a:ext cx="1323835" cy="220061"/>
          </a:xfrm>
          <a:prstGeom prst="rect">
            <a:avLst/>
          </a:prstGeom>
          <a:solidFill>
            <a:srgbClr val="9BD9AB"/>
          </a:solidFill>
          <a:ln>
            <a:noFill/>
          </a:ln>
        </p:spPr>
        <p:txBody>
          <a:bodyPr spcFirstLastPara="1" wrap="square" lIns="91425" tIns="45700" rIns="91425" bIns="45700" anchor="ctr" anchorCtr="0">
            <a:noAutofit/>
          </a:bodyPr>
          <a:lstStyle/>
          <a:p>
            <a:pPr algn="ctr"/>
            <a:r>
              <a:rPr lang="en-US" sz="1200" b="1" noProof="0" err="1">
                <a:solidFill>
                  <a:schemeClr val="dk1"/>
                </a:solidFill>
                <a:latin typeface="IBM Plex Sans"/>
              </a:rPr>
              <a:t>RoW</a:t>
            </a:r>
            <a:r>
              <a:rPr lang="en-US" sz="1200" b="1" noProof="0">
                <a:solidFill>
                  <a:schemeClr val="dk1"/>
                </a:solidFill>
                <a:latin typeface="IBM Plex Sans"/>
              </a:rPr>
              <a:t> Only</a:t>
            </a:r>
            <a:endParaRPr lang="en-US" sz="1200" noProof="0"/>
          </a:p>
        </p:txBody>
      </p:sp>
      <p:graphicFrame>
        <p:nvGraphicFramePr>
          <p:cNvPr id="19" name="Google Shape;933;g3b2110f3d24_0_616">
            <a:extLst>
              <a:ext uri="{FF2B5EF4-FFF2-40B4-BE49-F238E27FC236}">
                <a16:creationId xmlns:a16="http://schemas.microsoft.com/office/drawing/2014/main" id="{DC9BB759-5149-EA54-5987-25FEB6EFE906}"/>
              </a:ext>
            </a:extLst>
          </p:cNvPr>
          <p:cNvGraphicFramePr/>
          <p:nvPr>
            <p:extLst>
              <p:ext uri="{D42A27DB-BD31-4B8C-83A1-F6EECF244321}">
                <p14:modId xmlns:p14="http://schemas.microsoft.com/office/powerpoint/2010/main" val="2406319119"/>
              </p:ext>
            </p:extLst>
          </p:nvPr>
        </p:nvGraphicFramePr>
        <p:xfrm>
          <a:off x="420593" y="3748194"/>
          <a:ext cx="11104625" cy="1809516"/>
        </p:xfrm>
        <a:graphic>
          <a:graphicData uri="http://schemas.openxmlformats.org/drawingml/2006/table">
            <a:tbl>
              <a:tblPr>
                <a:noFill/>
                <a:tableStyleId>{16461213-F4DB-495F-93F5-F8E8B3FAFA39}</a:tableStyleId>
              </a:tblPr>
              <a:tblGrid>
                <a:gridCol w="3191774">
                  <a:extLst>
                    <a:ext uri="{9D8B030D-6E8A-4147-A177-3AD203B41FA5}">
                      <a16:colId xmlns:a16="http://schemas.microsoft.com/office/drawing/2014/main" val="20000"/>
                    </a:ext>
                  </a:extLst>
                </a:gridCol>
                <a:gridCol w="2637617">
                  <a:extLst>
                    <a:ext uri="{9D8B030D-6E8A-4147-A177-3AD203B41FA5}">
                      <a16:colId xmlns:a16="http://schemas.microsoft.com/office/drawing/2014/main" val="20001"/>
                    </a:ext>
                  </a:extLst>
                </a:gridCol>
                <a:gridCol w="2637617">
                  <a:extLst>
                    <a:ext uri="{9D8B030D-6E8A-4147-A177-3AD203B41FA5}">
                      <a16:colId xmlns:a16="http://schemas.microsoft.com/office/drawing/2014/main" val="20002"/>
                    </a:ext>
                  </a:extLst>
                </a:gridCol>
                <a:gridCol w="2637617">
                  <a:extLst>
                    <a:ext uri="{9D8B030D-6E8A-4147-A177-3AD203B41FA5}">
                      <a16:colId xmlns:a16="http://schemas.microsoft.com/office/drawing/2014/main" val="20003"/>
                    </a:ext>
                  </a:extLst>
                </a:gridCol>
              </a:tblGrid>
              <a:tr h="337539">
                <a:tc>
                  <a:txBody>
                    <a:bodyPr/>
                    <a:lstStyle/>
                    <a:p>
                      <a:pPr marL="0" marR="0" lvl="0" indent="0" algn="l" rtl="0" eaLnBrk="1" fontAlgn="auto" latinLnBrk="0" hangingPunct="1">
                        <a:lnSpc>
                          <a:spcPct val="100000"/>
                        </a:lnSpc>
                        <a:spcBef>
                          <a:spcPts val="0"/>
                        </a:spcBef>
                        <a:spcAft>
                          <a:spcPts val="0"/>
                        </a:spcAft>
                        <a:buClr>
                          <a:srgbClr val="000000"/>
                        </a:buClr>
                        <a:buSzPts val="1200"/>
                        <a:buFont typeface="Arial"/>
                        <a:buNone/>
                      </a:pPr>
                      <a:r>
                        <a:rPr lang="en-US" sz="1200" b="1" u="none" strike="noStrike" cap="none" noProof="0">
                          <a:solidFill>
                            <a:schemeClr val="bg1"/>
                          </a:solidFill>
                          <a:latin typeface="IBM Plex Sans"/>
                          <a:ea typeface="Calibri"/>
                          <a:cs typeface="Calibri"/>
                          <a:sym typeface="IBM Plex Sans" panose="020B0503050203000203" pitchFamily="34" charset="0"/>
                        </a:rPr>
                        <a:t>Key assumptions Rev-Generating</a:t>
                      </a:r>
                      <a:r>
                        <a:rPr lang="en-US" sz="1200" b="1" u="none" strike="noStrike" cap="none" noProof="0">
                          <a:solidFill>
                            <a:schemeClr val="bg1"/>
                          </a:solidFill>
                          <a:latin typeface="IBM Plex Sans"/>
                          <a:ea typeface="Calibri"/>
                          <a:cs typeface="Calibri"/>
                        </a:rPr>
                        <a:t> Searches</a:t>
                      </a:r>
                      <a:endParaRPr lang="en-US" sz="1200" b="1" u="none" strike="noStrike" cap="none" noProof="0">
                        <a:solidFill>
                          <a:schemeClr val="bg1"/>
                        </a:solidFill>
                        <a:latin typeface="IBM Plex Sans" panose="020B0503050203000203" pitchFamily="34" charset="0"/>
                        <a:ea typeface="Calibri"/>
                        <a:cs typeface="Calibri"/>
                        <a:sym typeface="IBM Plex Sans" panose="020B0503050203000203" pitchFamily="34" charset="0"/>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bg1"/>
                          </a:solidFill>
                          <a:latin typeface="IBM Plex Sans"/>
                          <a:ea typeface="Calibri"/>
                          <a:cs typeface="Calibri"/>
                          <a:sym typeface="IBM Plex Sans" panose="020B0503050203000203" pitchFamily="34" charset="0"/>
                        </a:rPr>
                        <a:t>Desktop (‘25 – ‘30)</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bg1"/>
                          </a:solidFill>
                          <a:latin typeface="IBM Plex Sans"/>
                          <a:ea typeface="Calibri"/>
                          <a:cs typeface="Calibri"/>
                          <a:sym typeface="IBM Plex Sans" panose="020B0503050203000203" pitchFamily="34" charset="0"/>
                        </a:rPr>
                        <a:t>Mobile (‘25 – ‘30)</a:t>
                      </a:r>
                    </a:p>
                  </a:txBody>
                  <a:tcPr marL="91450" marR="9145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chemeClr val="bg1"/>
                          </a:solidFill>
                          <a:latin typeface="IBM Plex Sans"/>
                          <a:ea typeface="Calibri"/>
                          <a:cs typeface="Calibri"/>
                          <a:sym typeface="IBM Plex Sans" panose="020B0503050203000203" pitchFamily="34" charset="0"/>
                        </a:rPr>
                        <a:t>Total (‘25 – ‘30)</a:t>
                      </a:r>
                    </a:p>
                  </a:txBody>
                  <a:tcPr marL="91450" marR="9145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33753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0">
                          <a:solidFill>
                            <a:schemeClr val="tx1"/>
                          </a:solidFill>
                          <a:latin typeface="IBM Plex Sans"/>
                          <a:ea typeface="Calibri"/>
                          <a:cs typeface="Calibri"/>
                          <a:sym typeface="IBM Plex Sans" panose="020B0503050203000203" pitchFamily="34" charset="0"/>
                        </a:rPr>
                        <a:t>% of </a:t>
                      </a:r>
                      <a:r>
                        <a:rPr lang="en-US" sz="1200" b="1" i="0" u="none" strike="noStrike" cap="none" noProof="0">
                          <a:solidFill>
                            <a:schemeClr val="tx1"/>
                          </a:solidFill>
                          <a:latin typeface="IBM Plex Sans"/>
                          <a:ea typeface="Calibri"/>
                          <a:cs typeface="Calibri"/>
                        </a:rPr>
                        <a:t>revenue-generating</a:t>
                      </a:r>
                      <a:r>
                        <a:rPr lang="en-US" sz="1200" b="1" i="0" u="none" strike="noStrike" cap="none" noProof="0">
                          <a:solidFill>
                            <a:schemeClr val="tx1"/>
                          </a:solidFill>
                          <a:latin typeface="IBM Plex Sans"/>
                          <a:ea typeface="Calibri"/>
                          <a:cs typeface="Calibri"/>
                          <a:sym typeface="IBM Plex Sans" panose="020B0503050203000203" pitchFamily="34" charset="0"/>
                        </a:rPr>
                        <a:t> searches</a:t>
                      </a:r>
                      <a:r>
                        <a:rPr lang="en-US" sz="1200" b="1" i="0" u="none" strike="noStrike" cap="none" baseline="30000" noProof="0">
                          <a:solidFill>
                            <a:schemeClr val="tx1"/>
                          </a:solidFill>
                          <a:latin typeface="IBM Plex Sans"/>
                          <a:ea typeface="Calibri"/>
                          <a:cs typeface="Calibri"/>
                          <a:sym typeface="IBM Plex Sans" panose="020B0503050203000203" pitchFamily="34" charset="0"/>
                        </a:rPr>
                        <a:t>1</a:t>
                      </a:r>
                      <a:endParaRPr lang="en-US" sz="1200" b="1" i="0" u="none" strike="noStrike" cap="none" baseline="30000" noProof="0">
                        <a:solidFill>
                          <a:schemeClr val="tx1"/>
                        </a:solidFill>
                        <a:latin typeface="IBM Plex Sans"/>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lvl="0" algn="ctr">
                        <a:buNone/>
                      </a:pPr>
                      <a:r>
                        <a:rPr lang="en-US" sz="1200" b="0" i="0" u="none" strike="noStrike" noProof="0">
                          <a:solidFill>
                            <a:srgbClr val="000000"/>
                          </a:solidFill>
                          <a:effectLst/>
                          <a:latin typeface="IBM Plex Sans"/>
                        </a:rPr>
                        <a:t>20% – 21%</a:t>
                      </a:r>
                      <a:endParaRPr lang="pt-B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a:r>
                        <a:rPr lang="en-US" sz="1200" b="0" u="none" strike="noStrike" cap="none" noProof="0">
                          <a:latin typeface="IBM Plex Sans"/>
                          <a:ea typeface="Calibri"/>
                          <a:cs typeface="Calibri"/>
                          <a:sym typeface="IBM Plex Sans" panose="020B0503050203000203" pitchFamily="34" charset="0"/>
                        </a:rPr>
                        <a:t>20</a:t>
                      </a:r>
                      <a:r>
                        <a:rPr lang="en-US" sz="1200" b="0" u="none" strike="noStrike" cap="none" noProof="0">
                          <a:latin typeface="IBM Plex Sans"/>
                          <a:ea typeface="Calibri"/>
                          <a:cs typeface="Calibri"/>
                        </a:rPr>
                        <a:t>% –</a:t>
                      </a:r>
                      <a:r>
                        <a:rPr lang="en-US" sz="1200" b="0" u="none" strike="noStrike" cap="none" noProof="0">
                          <a:latin typeface="IBM Plex Sans"/>
                          <a:ea typeface="Calibri"/>
                          <a:cs typeface="Calibri"/>
                          <a:sym typeface="IBM Plex Sans" panose="020B0503050203000203" pitchFamily="34" charset="0"/>
                        </a:rPr>
                        <a:t> 21% </a:t>
                      </a:r>
                      <a:endParaRPr lang="en-US" sz="1200" b="0" noProof="0">
                        <a:latin typeface="IBM Plex Sans"/>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lvl="0" algn="ctr">
                        <a:buNone/>
                      </a:pPr>
                      <a:r>
                        <a:rPr lang="en-US" sz="1200" b="0" i="0" u="none" strike="noStrike" noProof="0">
                          <a:solidFill>
                            <a:srgbClr val="000000"/>
                          </a:solidFill>
                          <a:effectLst/>
                          <a:latin typeface="IBM Plex Sans"/>
                        </a:rPr>
                        <a:t>20% – 21%</a:t>
                      </a:r>
                      <a:endParaRPr lang="pt-B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1"/>
                  </a:ext>
                </a:extLst>
              </a:tr>
              <a:tr h="33753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0">
                          <a:solidFill>
                            <a:schemeClr val="tx1"/>
                          </a:solidFill>
                          <a:latin typeface="IBM Plex Sans"/>
                          <a:ea typeface="Calibri"/>
                          <a:cs typeface="Calibri"/>
                          <a:sym typeface="IBM Plex Sans" panose="020B0503050203000203" pitchFamily="34" charset="0"/>
                        </a:rPr>
                        <a:t>CTR</a:t>
                      </a:r>
                      <a:r>
                        <a:rPr lang="en-US" sz="1200" b="1" i="0" u="none" strike="noStrike" cap="none" baseline="30000" noProof="0">
                          <a:solidFill>
                            <a:schemeClr val="tx1"/>
                          </a:solidFill>
                          <a:latin typeface="IBM Plex Sans"/>
                          <a:ea typeface="Calibri"/>
                          <a:cs typeface="Calibri"/>
                          <a:sym typeface="IBM Plex Sans" panose="020B0503050203000203" pitchFamily="34" charset="0"/>
                        </a:rPr>
                        <a:t>2</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ctr" rtl="0" eaLnBrk="1" fontAlgn="b" latinLnBrk="0" hangingPunct="1">
                        <a:lnSpc>
                          <a:spcPct val="100000"/>
                        </a:lnSpc>
                        <a:spcBef>
                          <a:spcPts val="0"/>
                        </a:spcBef>
                        <a:spcAft>
                          <a:spcPts val="0"/>
                        </a:spcAft>
                        <a:buClr>
                          <a:srgbClr val="000000"/>
                        </a:buClr>
                        <a:buSzTx/>
                        <a:buFont typeface="Arial"/>
                        <a:buNone/>
                      </a:pPr>
                      <a:r>
                        <a:rPr lang="en-US" sz="1200" u="none" strike="noStrike" cap="none" noProof="0">
                          <a:latin typeface="IBM Plex Sans"/>
                          <a:sym typeface="IBM Plex Sans" panose="020B0503050203000203" pitchFamily="34" charset="0"/>
                        </a:rPr>
                        <a:t>4.00%</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4.43%</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eaLnBrk="1" fontAlgn="auto" latinLnBrk="0" hangingPunct="1">
                        <a:lnSpc>
                          <a:spcPct val="100000"/>
                        </a:lnSpc>
                        <a:spcBef>
                          <a:spcPts val="0"/>
                        </a:spcBef>
                        <a:spcAft>
                          <a:spcPts val="0"/>
                        </a:spcAft>
                        <a:buClr>
                          <a:srgbClr val="000000"/>
                        </a:buClr>
                        <a:buSzPts val="1200"/>
                        <a:buFont typeface="Arial"/>
                        <a:buNone/>
                      </a:pPr>
                      <a:r>
                        <a:rPr lang="en-US" sz="1200" u="none" strike="noStrike" cap="none" noProof="0">
                          <a:latin typeface="IBM Plex Sans"/>
                          <a:sym typeface="IBM Plex Sans" panose="020B0503050203000203" pitchFamily="34" charset="0"/>
                        </a:rPr>
                        <a:t>4.95%</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4.97%</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eaLnBrk="1" fontAlgn="b" latinLnBrk="0" hangingPunct="1">
                        <a:lnSpc>
                          <a:spcPct val="100000"/>
                        </a:lnSpc>
                        <a:spcBef>
                          <a:spcPts val="0"/>
                        </a:spcBef>
                        <a:spcAft>
                          <a:spcPts val="0"/>
                        </a:spcAft>
                        <a:buClr>
                          <a:srgbClr val="000000"/>
                        </a:buClr>
                        <a:buSzTx/>
                        <a:buFont typeface="Arial"/>
                        <a:buNone/>
                      </a:pPr>
                      <a:r>
                        <a:rPr lang="en-US" sz="1200" u="none" strike="noStrike" cap="none" noProof="0">
                          <a:latin typeface="IBM Plex Sans"/>
                          <a:sym typeface="IBM Plex Sans" panose="020B0503050203000203" pitchFamily="34" charset="0"/>
                        </a:rPr>
                        <a:t>4.48%</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4.70%</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33753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0">
                          <a:solidFill>
                            <a:schemeClr val="tx1"/>
                          </a:solidFill>
                          <a:latin typeface="IBM Plex Sans"/>
                          <a:ea typeface="Calibri"/>
                          <a:cs typeface="Calibri"/>
                          <a:sym typeface="IBM Plex Sans" panose="020B0503050203000203" pitchFamily="34" charset="0"/>
                        </a:rPr>
                        <a:t>CPC</a:t>
                      </a:r>
                      <a:r>
                        <a:rPr lang="en-US" sz="1200" b="1" i="0" u="none" strike="noStrike" cap="none" baseline="30000" noProof="0">
                          <a:solidFill>
                            <a:schemeClr val="tx1"/>
                          </a:solidFill>
                          <a:latin typeface="IBM Plex Sans"/>
                          <a:ea typeface="Calibri"/>
                          <a:cs typeface="Calibri"/>
                          <a:sym typeface="IBM Plex Sans" panose="020B0503050203000203" pitchFamily="34" charset="0"/>
                        </a:rPr>
                        <a:t>3</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algn="ctr" rtl="0" fontAlgn="b">
                        <a:buNone/>
                      </a:pPr>
                      <a:r>
                        <a:rPr lang="en-US" sz="1200" u="none" strike="noStrike" cap="none" noProof="0">
                          <a:latin typeface="IBM Plex Sans"/>
                          <a:sym typeface="IBM Plex Sans" panose="020B0503050203000203" pitchFamily="34" charset="0"/>
                        </a:rPr>
                        <a:t>$5.67</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$7.73</a:t>
                      </a:r>
                      <a:endParaRPr lang="en-US" sz="1200" b="0" noProof="0">
                        <a:solidFill>
                          <a:srgbClr val="1F1F1F"/>
                        </a:solidFill>
                        <a:effectLst/>
                        <a:latin typeface="IBM Plex Sans"/>
                      </a:endParaRP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rtl="0" fontAlgn="b">
                        <a:buNone/>
                      </a:pPr>
                      <a:r>
                        <a:rPr lang="en-US" sz="1200" u="none" strike="noStrike" cap="none" noProof="0">
                          <a:latin typeface="IBM Plex Sans"/>
                          <a:sym typeface="IBM Plex Sans" panose="020B0503050203000203" pitchFamily="34" charset="0"/>
                        </a:rPr>
                        <a:t>$4.09</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$6.57</a:t>
                      </a:r>
                      <a:endParaRPr lang="en-US" sz="1200" b="0" noProof="0">
                        <a:solidFill>
                          <a:srgbClr val="1F1F1F"/>
                        </a:solidFill>
                        <a:effectLst/>
                        <a:latin typeface="IBM Plex Sans"/>
                      </a:endParaRP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eaLnBrk="1" fontAlgn="b" latinLnBrk="0" hangingPunct="1">
                        <a:lnSpc>
                          <a:spcPct val="100000"/>
                        </a:lnSpc>
                        <a:spcBef>
                          <a:spcPts val="0"/>
                        </a:spcBef>
                        <a:spcAft>
                          <a:spcPts val="0"/>
                        </a:spcAft>
                        <a:buClr>
                          <a:srgbClr val="000000"/>
                        </a:buClr>
                        <a:buSzTx/>
                        <a:buFont typeface="Arial"/>
                        <a:buNone/>
                      </a:pPr>
                      <a:r>
                        <a:rPr lang="en-US" sz="1200" u="none" strike="noStrike" cap="none" noProof="0">
                          <a:latin typeface="IBM Plex Sans"/>
                          <a:sym typeface="IBM Plex Sans" panose="020B0503050203000203" pitchFamily="34" charset="0"/>
                        </a:rPr>
                        <a:t>$4.88</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$7.15</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543443761"/>
                  </a:ext>
                </a:extLst>
              </a:tr>
              <a:tr h="33753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0">
                          <a:solidFill>
                            <a:schemeClr val="tx1"/>
                          </a:solidFill>
                          <a:latin typeface="IBM Plex Sans"/>
                          <a:ea typeface="Calibri"/>
                          <a:cs typeface="Calibri"/>
                          <a:sym typeface="IBM Plex Sans" panose="020B0503050203000203" pitchFamily="34" charset="0"/>
                        </a:rPr>
                        <a:t>Revenue per Search</a:t>
                      </a:r>
                      <a:r>
                        <a:rPr lang="en-US" sz="1200" b="1" i="0" u="none" strike="noStrike" cap="none" baseline="30000" noProof="0">
                          <a:solidFill>
                            <a:schemeClr val="tx1"/>
                          </a:solidFill>
                          <a:latin typeface="IBM Plex Sans"/>
                          <a:ea typeface="Calibri"/>
                          <a:cs typeface="Calibri"/>
                          <a:sym typeface="IBM Plex Sans" panose="020B0503050203000203" pitchFamily="34" charset="0"/>
                        </a:rPr>
                        <a:t>4</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algn="ctr" rtl="0" fontAlgn="b">
                        <a:buNone/>
                      </a:pPr>
                      <a:r>
                        <a:rPr lang="en-US" sz="1200" u="none" strike="noStrike" cap="none" noProof="0">
                          <a:latin typeface="IBM Plex Sans"/>
                          <a:sym typeface="IBM Plex Sans" panose="020B0503050203000203" pitchFamily="34" charset="0"/>
                        </a:rPr>
                        <a:t>$0.23</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$0.34</a:t>
                      </a:r>
                      <a:endParaRPr lang="en-US" sz="1200" b="0" noProof="0">
                        <a:solidFill>
                          <a:srgbClr val="1F1F1F"/>
                        </a:solidFill>
                        <a:effectLst/>
                        <a:latin typeface="IBM Plex Sans"/>
                      </a:endParaRP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rtl="0" fontAlgn="b">
                        <a:buNone/>
                      </a:pPr>
                      <a:r>
                        <a:rPr lang="en-US" sz="1200" u="none" strike="noStrike" cap="none" noProof="0">
                          <a:latin typeface="IBM Plex Sans"/>
                          <a:sym typeface="IBM Plex Sans" panose="020B0503050203000203" pitchFamily="34" charset="0"/>
                        </a:rPr>
                        <a:t>$0.20</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$0.33</a:t>
                      </a:r>
                      <a:endParaRPr lang="en-US" sz="1200" b="0" noProof="0">
                        <a:solidFill>
                          <a:srgbClr val="1F1F1F"/>
                        </a:solidFill>
                        <a:effectLst/>
                        <a:latin typeface="IBM Plex Sans"/>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eaLnBrk="1" fontAlgn="b" latinLnBrk="0" hangingPunct="1">
                        <a:lnSpc>
                          <a:spcPct val="100000"/>
                        </a:lnSpc>
                        <a:spcBef>
                          <a:spcPts val="0"/>
                        </a:spcBef>
                        <a:spcAft>
                          <a:spcPts val="0"/>
                        </a:spcAft>
                        <a:buClr>
                          <a:srgbClr val="000000"/>
                        </a:buClr>
                        <a:buSzTx/>
                        <a:buFont typeface="Arial"/>
                        <a:buNone/>
                      </a:pPr>
                      <a:r>
                        <a:rPr lang="en-US" sz="1200" u="none" strike="noStrike" cap="none" noProof="0">
                          <a:latin typeface="IBM Plex Sans"/>
                          <a:sym typeface="IBM Plex Sans" panose="020B0503050203000203" pitchFamily="34" charset="0"/>
                        </a:rPr>
                        <a:t>$0.21</a:t>
                      </a:r>
                      <a:r>
                        <a:rPr lang="en-US" sz="1200" u="none" strike="noStrike" cap="none" noProof="0">
                          <a:latin typeface="IBM Plex Sans"/>
                        </a:rPr>
                        <a:t> </a:t>
                      </a:r>
                      <a:r>
                        <a:rPr lang="en-US" sz="1200" b="0" i="0" u="none" strike="noStrike" cap="none" noProof="0">
                          <a:solidFill>
                            <a:srgbClr val="000000"/>
                          </a:solidFill>
                          <a:latin typeface="IBM Plex Sans"/>
                        </a:rPr>
                        <a:t>–</a:t>
                      </a:r>
                      <a:r>
                        <a:rPr lang="en-US" sz="1200" u="none" strike="noStrike" cap="none" noProof="0">
                          <a:latin typeface="IBM Plex Sans"/>
                        </a:rPr>
                        <a:t> </a:t>
                      </a:r>
                      <a:r>
                        <a:rPr lang="en-US" sz="1200" u="none" strike="noStrike" cap="none" noProof="0">
                          <a:latin typeface="IBM Plex Sans"/>
                          <a:sym typeface="IBM Plex Sans" panose="020B0503050203000203" pitchFamily="34" charset="0"/>
                        </a:rPr>
                        <a:t>$0.33</a:t>
                      </a:r>
                    </a:p>
                  </a:txBody>
                  <a:tcPr marL="28575" marR="28575" marT="19050" marB="190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graphicFrame>
        <p:nvGraphicFramePr>
          <p:cNvPr id="21" name="Google Shape;984;p67">
            <a:extLst>
              <a:ext uri="{FF2B5EF4-FFF2-40B4-BE49-F238E27FC236}">
                <a16:creationId xmlns:a16="http://schemas.microsoft.com/office/drawing/2014/main" id="{991EC926-B64D-EFE4-4030-96B7623102B5}"/>
              </a:ext>
            </a:extLst>
          </p:cNvPr>
          <p:cNvGraphicFramePr/>
          <p:nvPr>
            <p:extLst>
              <p:ext uri="{D42A27DB-BD31-4B8C-83A1-F6EECF244321}">
                <p14:modId xmlns:p14="http://schemas.microsoft.com/office/powerpoint/2010/main" val="754929151"/>
              </p:ext>
            </p:extLst>
          </p:nvPr>
        </p:nvGraphicFramePr>
        <p:xfrm>
          <a:off x="420594" y="1817400"/>
          <a:ext cx="10347052" cy="1906566"/>
        </p:xfrm>
        <a:graphic>
          <a:graphicData uri="http://schemas.openxmlformats.org/drawingml/2006/chart">
            <c:chart xmlns:c="http://schemas.openxmlformats.org/drawingml/2006/chart" xmlns:r="http://schemas.openxmlformats.org/officeDocument/2006/relationships" r:id="rId3"/>
          </a:graphicData>
        </a:graphic>
      </p:graphicFrame>
      <p:sp>
        <p:nvSpPr>
          <p:cNvPr id="23" name="TextBox 16">
            <a:extLst>
              <a:ext uri="{FF2B5EF4-FFF2-40B4-BE49-F238E27FC236}">
                <a16:creationId xmlns:a16="http://schemas.microsoft.com/office/drawing/2014/main" id="{76E22459-F253-D0F2-1458-C2E5A8A85DEB}"/>
              </a:ext>
            </a:extLst>
          </p:cNvPr>
          <p:cNvSpPr txBox="1"/>
          <p:nvPr/>
        </p:nvSpPr>
        <p:spPr>
          <a:xfrm>
            <a:off x="10519100" y="1712025"/>
            <a:ext cx="1430515" cy="286657"/>
          </a:xfrm>
          <a:prstGeom prst="rect">
            <a:avLst/>
          </a:prstGeom>
          <a:noFill/>
        </p:spPr>
        <p:txBody>
          <a:bodyPr wrap="square" rtlCol="0">
            <a:spAutoFit/>
          </a:bodyPr>
          <a:lstStyle/>
          <a:p>
            <a:pPr algn="ctr"/>
            <a:r>
              <a:rPr lang="en-US" sz="1200" b="1" u="sng" noProof="0">
                <a:latin typeface="IBM Plex Sans" panose="020B0503050203000203" pitchFamily="34" charset="0"/>
              </a:rPr>
              <a:t>CAGR (‘25 – ‘30)</a:t>
            </a:r>
          </a:p>
        </p:txBody>
      </p:sp>
      <p:sp>
        <p:nvSpPr>
          <p:cNvPr id="24" name="TextBox 16">
            <a:extLst>
              <a:ext uri="{FF2B5EF4-FFF2-40B4-BE49-F238E27FC236}">
                <a16:creationId xmlns:a16="http://schemas.microsoft.com/office/drawing/2014/main" id="{61922DF3-A235-10F9-DB27-966DFC09A955}"/>
              </a:ext>
            </a:extLst>
          </p:cNvPr>
          <p:cNvSpPr txBox="1"/>
          <p:nvPr/>
        </p:nvSpPr>
        <p:spPr>
          <a:xfrm>
            <a:off x="10846479" y="2038719"/>
            <a:ext cx="807488" cy="276999"/>
          </a:xfrm>
          <a:prstGeom prst="rect">
            <a:avLst/>
          </a:prstGeom>
          <a:noFill/>
        </p:spPr>
        <p:txBody>
          <a:bodyPr wrap="square" rtlCol="0">
            <a:spAutoFit/>
          </a:bodyPr>
          <a:lstStyle/>
          <a:p>
            <a:pPr algn="ctr"/>
            <a:r>
              <a:rPr lang="en-US" sz="1200" b="1" noProof="0">
                <a:latin typeface="IBM Plex Sans" panose="020B0503050203000203" pitchFamily="34" charset="0"/>
              </a:rPr>
              <a:t>16.2%</a:t>
            </a:r>
          </a:p>
        </p:txBody>
      </p:sp>
      <p:sp>
        <p:nvSpPr>
          <p:cNvPr id="25" name="TextBox 16">
            <a:extLst>
              <a:ext uri="{FF2B5EF4-FFF2-40B4-BE49-F238E27FC236}">
                <a16:creationId xmlns:a16="http://schemas.microsoft.com/office/drawing/2014/main" id="{3288881F-4FCB-2849-E839-0CEC6A8FC6F1}"/>
              </a:ext>
            </a:extLst>
          </p:cNvPr>
          <p:cNvSpPr txBox="1"/>
          <p:nvPr/>
        </p:nvSpPr>
        <p:spPr>
          <a:xfrm>
            <a:off x="10846479" y="2555932"/>
            <a:ext cx="807488" cy="276999"/>
          </a:xfrm>
          <a:prstGeom prst="rect">
            <a:avLst/>
          </a:prstGeom>
          <a:noFill/>
        </p:spPr>
        <p:txBody>
          <a:bodyPr wrap="square" rtlCol="0">
            <a:spAutoFit/>
          </a:bodyPr>
          <a:lstStyle/>
          <a:p>
            <a:pPr algn="ctr"/>
            <a:r>
              <a:rPr lang="en-US" sz="1200" b="1" noProof="0">
                <a:latin typeface="IBM Plex Sans" panose="020B0503050203000203" pitchFamily="34" charset="0"/>
              </a:rPr>
              <a:t>17.4%</a:t>
            </a:r>
          </a:p>
        </p:txBody>
      </p:sp>
      <p:sp>
        <p:nvSpPr>
          <p:cNvPr id="26" name="TextBox 16">
            <a:extLst>
              <a:ext uri="{FF2B5EF4-FFF2-40B4-BE49-F238E27FC236}">
                <a16:creationId xmlns:a16="http://schemas.microsoft.com/office/drawing/2014/main" id="{5C52D21B-938E-BEF5-814D-EB7FF862B9F9}"/>
              </a:ext>
            </a:extLst>
          </p:cNvPr>
          <p:cNvSpPr txBox="1"/>
          <p:nvPr/>
        </p:nvSpPr>
        <p:spPr>
          <a:xfrm>
            <a:off x="10846479" y="2975805"/>
            <a:ext cx="807488" cy="276999"/>
          </a:xfrm>
          <a:prstGeom prst="rect">
            <a:avLst/>
          </a:prstGeom>
          <a:noFill/>
        </p:spPr>
        <p:txBody>
          <a:bodyPr wrap="square" rtlCol="0">
            <a:spAutoFit/>
          </a:bodyPr>
          <a:lstStyle/>
          <a:p>
            <a:pPr algn="ctr"/>
            <a:r>
              <a:rPr lang="en-US" sz="1200" b="1" noProof="0">
                <a:latin typeface="IBM Plex Sans" panose="020B0503050203000203" pitchFamily="34" charset="0"/>
              </a:rPr>
              <a:t>14.1%</a:t>
            </a:r>
          </a:p>
        </p:txBody>
      </p:sp>
      <p:sp>
        <p:nvSpPr>
          <p:cNvPr id="2" name="Rectangle 767">
            <a:extLst>
              <a:ext uri="{FF2B5EF4-FFF2-40B4-BE49-F238E27FC236}">
                <a16:creationId xmlns:a16="http://schemas.microsoft.com/office/drawing/2014/main" id="{E56F6F37-334E-66C6-8061-A276568809F6}"/>
              </a:ext>
            </a:extLst>
          </p:cNvPr>
          <p:cNvSpPr/>
          <p:nvPr/>
        </p:nvSpPr>
        <p:spPr>
          <a:xfrm>
            <a:off x="4932534" y="1745065"/>
            <a:ext cx="270665" cy="170007"/>
          </a:xfrm>
          <a:prstGeom prst="rect">
            <a:avLst/>
          </a:prstGeom>
          <a:solidFill>
            <a:srgbClr val="7FD7A7"/>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Mobile</a:t>
            </a:r>
          </a:p>
        </p:txBody>
      </p:sp>
      <p:sp>
        <p:nvSpPr>
          <p:cNvPr id="8" name="Rectangle 768">
            <a:extLst>
              <a:ext uri="{FF2B5EF4-FFF2-40B4-BE49-F238E27FC236}">
                <a16:creationId xmlns:a16="http://schemas.microsoft.com/office/drawing/2014/main" id="{4E208864-E3BE-2773-AF51-443048062E86}"/>
              </a:ext>
            </a:extLst>
          </p:cNvPr>
          <p:cNvSpPr/>
          <p:nvPr/>
        </p:nvSpPr>
        <p:spPr>
          <a:xfrm>
            <a:off x="5938823" y="1745065"/>
            <a:ext cx="270665" cy="170007"/>
          </a:xfrm>
          <a:prstGeom prst="rect">
            <a:avLst/>
          </a:prstGeom>
          <a:solidFill>
            <a:srgbClr val="C197E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Desktop</a:t>
            </a:r>
          </a:p>
        </p:txBody>
      </p:sp>
      <p:sp>
        <p:nvSpPr>
          <p:cNvPr id="6" name="CaixaDeTexto 5">
            <a:extLst>
              <a:ext uri="{FF2B5EF4-FFF2-40B4-BE49-F238E27FC236}">
                <a16:creationId xmlns:a16="http://schemas.microsoft.com/office/drawing/2014/main" id="{54CD13D6-70F4-EA1B-E9DB-93CC009B50E1}"/>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market impact</a:t>
            </a:r>
          </a:p>
        </p:txBody>
      </p:sp>
      <p:sp>
        <p:nvSpPr>
          <p:cNvPr id="10" name="Google Shape;1004;p68">
            <a:extLst>
              <a:ext uri="{FF2B5EF4-FFF2-40B4-BE49-F238E27FC236}">
                <a16:creationId xmlns:a16="http://schemas.microsoft.com/office/drawing/2014/main" id="{A8B1C4F1-8B24-0C5F-315C-348CD7465851}"/>
              </a:ext>
            </a:extLst>
          </p:cNvPr>
          <p:cNvSpPr txBox="1"/>
          <p:nvPr/>
        </p:nvSpPr>
        <p:spPr>
          <a:xfrm>
            <a:off x="420595" y="6210348"/>
            <a:ext cx="10540630" cy="323165"/>
          </a:xfrm>
          <a:prstGeom prst="rect">
            <a:avLst/>
          </a:prstGeom>
          <a:noFill/>
          <a:ln>
            <a:noFill/>
          </a:ln>
        </p:spPr>
        <p:txBody>
          <a:bodyPr spcFirstLastPara="1" wrap="square" lIns="0" tIns="0" rIns="0" bIns="0" anchor="b" anchorCtr="0">
            <a:spAutoFit/>
          </a:bodyPr>
          <a:lstStyle/>
          <a:p>
            <a:r>
              <a:rPr lang="en-US" sz="700" b="0" i="0" u="none" strike="noStrike" cap="none" noProof="0">
                <a:solidFill>
                  <a:srgbClr val="7F7F7F"/>
                </a:solidFill>
                <a:latin typeface="IBM Plex Sans"/>
                <a:ea typeface="IBM Plex Sans"/>
                <a:cs typeface="IBM Plex Sans"/>
                <a:sym typeface="IBM Plex Sans"/>
              </a:rPr>
              <a:t>Sources: (1) </a:t>
            </a:r>
            <a:r>
              <a:rPr lang="en-US" sz="700" u="sng"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Datos</a:t>
            </a:r>
            <a:r>
              <a:rPr lang="en-US" sz="700">
                <a:solidFill>
                  <a:srgbClr val="7F7F7F"/>
                </a:solidFill>
                <a:latin typeface="IBM Plex Sans"/>
                <a:ea typeface="IBM Plex Sans"/>
                <a:cs typeface="IBM Plex Sans"/>
                <a:sym typeface="IBM Plex Sans"/>
              </a:rPr>
              <a:t> - </a:t>
            </a:r>
            <a:r>
              <a:rPr lang="en-US" sz="700">
                <a:solidFill>
                  <a:srgbClr val="7F7F7F"/>
                </a:solidFill>
                <a:latin typeface="IBM Plex Sans"/>
                <a:ea typeface="IBM Plex Sans"/>
                <a:sym typeface="IBM Plex Sans"/>
              </a:rPr>
              <a:t>Revenue-generating search share is assumed to be consistent across Desktop, Mobile, and Total</a:t>
            </a:r>
            <a:r>
              <a:rPr lang="en-US" sz="700">
                <a:solidFill>
                  <a:srgbClr val="7F7F7F"/>
                </a:solidFill>
                <a:latin typeface="IBM Plex Sans"/>
                <a:ea typeface="IBM Plex Sans"/>
                <a:cs typeface="IBM Plex Sans"/>
                <a:sym typeface="IBM Plex Sans"/>
              </a:rPr>
              <a:t>,</a:t>
            </a:r>
            <a:r>
              <a:rPr lang="en-US" sz="700" noProof="0">
                <a:solidFill>
                  <a:srgbClr val="7F7F7F"/>
                </a:solidFill>
                <a:latin typeface="IBM Plex Sans"/>
                <a:ea typeface="IBM Plex Sans"/>
                <a:cs typeface="IBM Plex Sans"/>
                <a:sym typeface="IBM Plex Sans"/>
              </a:rPr>
              <a:t> (2) CTR appendix slides </a:t>
            </a:r>
            <a:r>
              <a:rPr lang="en-US" sz="700" noProof="0">
                <a:solidFill>
                  <a:srgbClr val="7D7D7D"/>
                </a:solidFill>
                <a:latin typeface="IBM Plex Sans"/>
                <a:ea typeface="IBM Plex Sans"/>
                <a:cs typeface="IBM Plex Sans"/>
                <a:sym typeface="IBM Plex Sans"/>
                <a:hlinkClick r:id="rId5" action="ppaction://hlinksldjump">
                  <a:extLst>
                    <a:ext uri="{A12FA001-AC4F-418D-AE19-62706E023703}">
                      <ahyp:hlinkClr xmlns:ahyp="http://schemas.microsoft.com/office/drawing/2018/hyperlinkcolor" val="tx"/>
                    </a:ext>
                  </a:extLst>
                </a:hlinkClick>
              </a:rPr>
              <a:t>1</a:t>
            </a:r>
            <a:r>
              <a:rPr lang="en-US" sz="700" noProof="0">
                <a:solidFill>
                  <a:schemeClr val="bg1">
                    <a:lumMod val="49000"/>
                  </a:schemeClr>
                </a:solidFill>
                <a:latin typeface="IBM Plex Sans"/>
                <a:ea typeface="IBM Plex Sans"/>
                <a:cs typeface="IBM Plex Sans"/>
                <a:sym typeface="IBM Plex Sans"/>
              </a:rPr>
              <a:t> and </a:t>
            </a:r>
            <a:r>
              <a:rPr lang="en-US" sz="700" noProof="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2</a:t>
            </a:r>
            <a:r>
              <a:rPr lang="en-US" sz="700" noProof="0">
                <a:solidFill>
                  <a:schemeClr val="bg1">
                    <a:lumMod val="49000"/>
                  </a:schemeClr>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rPr>
              <a:t>Desktop and Mobile simple average, (3) </a:t>
            </a:r>
            <a:r>
              <a:rPr lang="en-US" sz="700" noProof="0">
                <a:solidFill>
                  <a:schemeClr val="bg1">
                    <a:lumMod val="49000"/>
                  </a:schemeClr>
                </a:solidFill>
                <a:latin typeface="IBM Plex Sans"/>
                <a:ea typeface="IBM Plex Sans"/>
                <a:cs typeface="IBM Plex Sans"/>
                <a:sym typeface="IBM Plex Sans"/>
              </a:rPr>
              <a:t>CPC appendix slides </a:t>
            </a:r>
            <a:r>
              <a:rPr lang="en-US" sz="700" noProof="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1</a:t>
            </a:r>
            <a:r>
              <a:rPr lang="en-US" sz="700" noProof="0">
                <a:solidFill>
                  <a:schemeClr val="bg1">
                    <a:lumMod val="49000"/>
                  </a:schemeClr>
                </a:solidFill>
                <a:latin typeface="IBM Plex Sans"/>
                <a:ea typeface="IBM Plex Sans"/>
                <a:cs typeface="IBM Plex Sans"/>
                <a:sym typeface="IBM Plex Sans"/>
              </a:rPr>
              <a:t> and </a:t>
            </a:r>
            <a:r>
              <a:rPr lang="en-US" sz="700" noProof="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2</a:t>
            </a:r>
            <a:r>
              <a:rPr lang="en-US" sz="700" noProof="0">
                <a:solidFill>
                  <a:srgbClr val="7F7F7F"/>
                </a:solidFill>
                <a:latin typeface="IBM Plex Sans"/>
                <a:ea typeface="IBM Plex Sans"/>
                <a:cs typeface="IBM Plex Sans"/>
                <a:sym typeface="IBM Plex Sans"/>
              </a:rPr>
              <a:t>, Desktop and Mobile simple average, (4) CPC multiplied by CTR, Desktop and Mobile simple average</a:t>
            </a:r>
            <a:r>
              <a:rPr lang="en-US" sz="700">
                <a:solidFill>
                  <a:srgbClr val="7F7F7F"/>
                </a:solidFill>
                <a:latin typeface="IBM Plex Sans"/>
                <a:ea typeface="IBM Plex Sans"/>
                <a:cs typeface="IBM Plex Sans"/>
                <a:sym typeface="IBM Plex Sans"/>
              </a:rPr>
              <a:t> ; </a:t>
            </a:r>
            <a:r>
              <a:rPr lang="en-US" sz="700" noProof="0">
                <a:solidFill>
                  <a:srgbClr val="7F7F7F"/>
                </a:solidFill>
                <a:latin typeface="IBM Plex Sans"/>
                <a:sym typeface="IBM Plex Sans"/>
              </a:rPr>
              <a:t>*2024 data: estimated using Google volume and revenue and 2025 Revenue and Non-Revenue generating searches parameters as well as US/</a:t>
            </a:r>
            <a:r>
              <a:rPr lang="en-US" sz="700" noProof="0" err="1">
                <a:solidFill>
                  <a:srgbClr val="7F7F7F"/>
                </a:solidFill>
                <a:latin typeface="IBM Plex Sans"/>
                <a:sym typeface="IBM Plex Sans"/>
              </a:rPr>
              <a:t>RoW</a:t>
            </a:r>
            <a:r>
              <a:rPr lang="en-US" sz="700" noProof="0">
                <a:solidFill>
                  <a:srgbClr val="7F7F7F"/>
                </a:solidFill>
                <a:latin typeface="IBM Plex Sans"/>
                <a:sym typeface="IBM Plex Sans"/>
              </a:rPr>
              <a:t>/Desktop/Mobile split, 2019-2024 historical growth of 14.9% based on Google's revenue growth (</a:t>
            </a:r>
            <a:r>
              <a:rPr lang="en-US" sz="700" noProof="0">
                <a:solidFill>
                  <a:srgbClr val="7F7F7F"/>
                </a:solidFill>
                <a:latin typeface="IBM Plex Sans"/>
                <a:sym typeface="IBM Plex Sans"/>
                <a:hlinkClick r:id="rId6">
                  <a:extLst>
                    <a:ext uri="{A12FA001-AC4F-418D-AE19-62706E023703}">
                      <ahyp:hlinkClr xmlns:ahyp="http://schemas.microsoft.com/office/drawing/2018/hyperlinkcolor" val="tx"/>
                    </a:ext>
                  </a:extLst>
                </a:hlinkClick>
              </a:rPr>
              <a:t>Oberlo</a:t>
            </a:r>
            <a:r>
              <a:rPr lang="en-US" sz="700" noProof="0">
                <a:solidFill>
                  <a:srgbClr val="7F7F7F"/>
                </a:solidFill>
                <a:latin typeface="IBM Plex Sans"/>
                <a:sym typeface="IBM Plex Sans"/>
              </a:rPr>
              <a:t> and </a:t>
            </a:r>
            <a:r>
              <a:rPr lang="en-US" sz="700" noProof="0">
                <a:solidFill>
                  <a:srgbClr val="7F7F7F"/>
                </a:solidFill>
                <a:latin typeface="IBM Plex Sans"/>
                <a:sym typeface="IBM Plex Sans"/>
                <a:hlinkClick r:id="rId7">
                  <a:extLst>
                    <a:ext uri="{A12FA001-AC4F-418D-AE19-62706E023703}">
                      <ahyp:hlinkClr xmlns:ahyp="http://schemas.microsoft.com/office/drawing/2018/hyperlinkcolor" val="tx"/>
                    </a:ext>
                  </a:extLst>
                </a:hlinkClick>
              </a:rPr>
              <a:t>GS StatCounter</a:t>
            </a:r>
            <a:r>
              <a:rPr lang="en-US" sz="700" noProof="0">
                <a:solidFill>
                  <a:srgbClr val="7F7F7F"/>
                </a:solidFill>
                <a:latin typeface="IBM Plex Sans"/>
                <a:sym typeface="IBM Plex Sans"/>
              </a:rPr>
              <a:t>)</a:t>
            </a:r>
            <a:endParaRPr lang="en-US" sz="700" noProof="0">
              <a:solidFill>
                <a:srgbClr val="7F7F7F"/>
              </a:solidFill>
              <a:latin typeface="IBM Plex Sans"/>
            </a:endParaRPr>
          </a:p>
        </p:txBody>
      </p:sp>
    </p:spTree>
    <p:extLst>
      <p:ext uri="{BB962C8B-B14F-4D97-AF65-F5344CB8AC3E}">
        <p14:creationId xmlns:p14="http://schemas.microsoft.com/office/powerpoint/2010/main" val="293756016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1AC343BE-C6D5-BEB1-32B2-F008145CCE8A}"/>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99E40967-8474-BEC5-A5FB-D69D2E83D535}"/>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39</a:t>
            </a:fld>
            <a:endParaRPr lang="en-US" noProof="0"/>
          </a:p>
        </p:txBody>
      </p:sp>
      <p:sp>
        <p:nvSpPr>
          <p:cNvPr id="978" name="Google Shape;978;p67">
            <a:extLst>
              <a:ext uri="{FF2B5EF4-FFF2-40B4-BE49-F238E27FC236}">
                <a16:creationId xmlns:a16="http://schemas.microsoft.com/office/drawing/2014/main" id="{A6A30EFA-9C68-E7B7-2F67-7E4B47BBF31D}"/>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1"/>
              <a:t>In Scenario 2, search volume grows 8.4% annually, with Revenue-Generating searches growing 10%</a:t>
            </a:r>
          </a:p>
        </p:txBody>
      </p:sp>
      <p:sp>
        <p:nvSpPr>
          <p:cNvPr id="981" name="Google Shape;981;p67">
            <a:extLst>
              <a:ext uri="{FF2B5EF4-FFF2-40B4-BE49-F238E27FC236}">
                <a16:creationId xmlns:a16="http://schemas.microsoft.com/office/drawing/2014/main" id="{928275F8-1D45-DDBF-3966-507E0EF0E5CB}"/>
              </a:ext>
            </a:extLst>
          </p:cNvPr>
          <p:cNvSpPr txBox="1"/>
          <p:nvPr/>
        </p:nvSpPr>
        <p:spPr>
          <a:xfrm>
            <a:off x="420410" y="5591360"/>
            <a:ext cx="11350625" cy="467890"/>
          </a:xfrm>
          <a:prstGeom prst="rect">
            <a:avLst/>
          </a:prstGeom>
          <a:solidFill>
            <a:srgbClr val="00B050">
              <a:alpha val="48627"/>
            </a:srgbClr>
          </a:solidFill>
          <a:ln>
            <a:noFill/>
          </a:ln>
        </p:spPr>
        <p:txBody>
          <a:bodyPr spcFirstLastPara="1" wrap="square" lIns="91425" tIns="45700" rIns="91425" bIns="45700" anchor="ctr" anchorCtr="0">
            <a:noAutofit/>
          </a:bodyPr>
          <a:lstStyle/>
          <a:p>
            <a:pPr lvl="0" algn="ctr">
              <a:buSzPts val="1600"/>
            </a:pPr>
            <a:r>
              <a:rPr lang="en-US" b="1" noProof="1">
                <a:solidFill>
                  <a:schemeClr val="dk1"/>
                </a:solidFill>
                <a:latin typeface="IBM Plex Sans"/>
              </a:rPr>
              <a:t>Search revenue grows ~20% annually, driven by AI-led increases in search frequency and new use cases, with RoW outpacing the U.S.</a:t>
            </a:r>
          </a:p>
        </p:txBody>
      </p:sp>
      <p:sp>
        <p:nvSpPr>
          <p:cNvPr id="9" name="Google Shape;983;p67">
            <a:extLst>
              <a:ext uri="{FF2B5EF4-FFF2-40B4-BE49-F238E27FC236}">
                <a16:creationId xmlns:a16="http://schemas.microsoft.com/office/drawing/2014/main" id="{BD47C661-D603-B073-DBDF-98DC269B354F}"/>
              </a:ext>
            </a:extLst>
          </p:cNvPr>
          <p:cNvSpPr txBox="1"/>
          <p:nvPr/>
        </p:nvSpPr>
        <p:spPr>
          <a:xfrm>
            <a:off x="420595" y="1422111"/>
            <a:ext cx="5577840" cy="253385"/>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r>
              <a:rPr lang="en-US" sz="1200" b="1" i="0" u="none" strike="noStrike" cap="none" noProof="0">
                <a:solidFill>
                  <a:schemeClr val="lt1"/>
                </a:solidFill>
                <a:latin typeface="IBM Plex Sans"/>
                <a:ea typeface="IBM Plex Sans"/>
                <a:cs typeface="IBM Plex Sans"/>
                <a:sym typeface="IBM Plex Sans"/>
              </a:rPr>
              <a:t>Search volume, Trillions</a:t>
            </a:r>
            <a:r>
              <a:rPr lang="en-US" sz="1200" b="1" i="0" u="none" strike="noStrike" cap="none" baseline="30000" noProof="0">
                <a:solidFill>
                  <a:schemeClr val="lt1"/>
                </a:solidFill>
                <a:latin typeface="IBM Plex Sans"/>
                <a:ea typeface="IBM Plex Sans"/>
                <a:cs typeface="IBM Plex Sans"/>
                <a:sym typeface="IBM Plex Sans"/>
              </a:rPr>
              <a:t>1</a:t>
            </a:r>
            <a:r>
              <a:rPr lang="en-US" sz="1200" b="1" i="0" u="none" strike="noStrike" cap="none" noProof="0">
                <a:solidFill>
                  <a:schemeClr val="lt1"/>
                </a:solidFill>
                <a:latin typeface="IBM Plex Sans"/>
                <a:ea typeface="IBM Plex Sans"/>
                <a:cs typeface="IBM Plex Sans"/>
                <a:sym typeface="IBM Plex Sans"/>
              </a:rPr>
              <a:t> </a:t>
            </a:r>
            <a:endParaRPr lang="en-US" noProof="0"/>
          </a:p>
        </p:txBody>
      </p:sp>
      <p:sp>
        <p:nvSpPr>
          <p:cNvPr id="17" name="TextBox 16">
            <a:extLst>
              <a:ext uri="{FF2B5EF4-FFF2-40B4-BE49-F238E27FC236}">
                <a16:creationId xmlns:a16="http://schemas.microsoft.com/office/drawing/2014/main" id="{D932FDE3-AE66-9604-BA82-612F6F4C613B}"/>
              </a:ext>
            </a:extLst>
          </p:cNvPr>
          <p:cNvSpPr txBox="1"/>
          <p:nvPr/>
        </p:nvSpPr>
        <p:spPr>
          <a:xfrm>
            <a:off x="4964974" y="1809696"/>
            <a:ext cx="977061" cy="461665"/>
          </a:xfrm>
          <a:prstGeom prst="rect">
            <a:avLst/>
          </a:prstGeom>
          <a:noFill/>
        </p:spPr>
        <p:txBody>
          <a:bodyPr wrap="square" rtlCol="0">
            <a:spAutoFit/>
          </a:bodyPr>
          <a:lstStyle/>
          <a:p>
            <a:pPr algn="ctr"/>
            <a:r>
              <a:rPr lang="en-US" sz="1200" b="1" u="sng" noProof="0" dirty="0">
                <a:latin typeface="IBM Plex Sans" panose="020B0503050203000203" pitchFamily="34" charset="0"/>
              </a:rPr>
              <a:t>CAGR </a:t>
            </a:r>
            <a:br>
              <a:rPr lang="en-US" sz="1200" b="1" u="sng" noProof="0" dirty="0">
                <a:latin typeface="IBM Plex Sans" panose="020B0503050203000203" pitchFamily="34" charset="0"/>
              </a:rPr>
            </a:br>
            <a:r>
              <a:rPr lang="en-US" sz="1200" b="1" u="sng" noProof="0" dirty="0">
                <a:latin typeface="IBM Plex Sans" panose="020B0503050203000203" pitchFamily="34" charset="0"/>
              </a:rPr>
              <a:t>(‘25 – ‘30)</a:t>
            </a:r>
          </a:p>
        </p:txBody>
      </p:sp>
      <p:sp>
        <p:nvSpPr>
          <p:cNvPr id="22" name="TextBox 16">
            <a:extLst>
              <a:ext uri="{FF2B5EF4-FFF2-40B4-BE49-F238E27FC236}">
                <a16:creationId xmlns:a16="http://schemas.microsoft.com/office/drawing/2014/main" id="{69946D93-3B19-24C3-E472-33F39BA508DA}"/>
              </a:ext>
            </a:extLst>
          </p:cNvPr>
          <p:cNvSpPr txBox="1"/>
          <p:nvPr/>
        </p:nvSpPr>
        <p:spPr>
          <a:xfrm>
            <a:off x="5049760" y="2312059"/>
            <a:ext cx="807488" cy="276999"/>
          </a:xfrm>
          <a:prstGeom prst="rect">
            <a:avLst/>
          </a:prstGeom>
          <a:noFill/>
        </p:spPr>
        <p:txBody>
          <a:bodyPr wrap="square" rtlCol="0">
            <a:spAutoFit/>
          </a:bodyPr>
          <a:lstStyle/>
          <a:p>
            <a:pPr algn="ctr"/>
            <a:r>
              <a:rPr lang="en-US" sz="1200" b="1" noProof="0" dirty="0">
                <a:latin typeface="IBM Plex Sans" panose="020B0503050203000203" pitchFamily="34" charset="0"/>
              </a:rPr>
              <a:t>8.4%</a:t>
            </a:r>
          </a:p>
        </p:txBody>
      </p:sp>
      <p:sp>
        <p:nvSpPr>
          <p:cNvPr id="23" name="TextBox 16">
            <a:extLst>
              <a:ext uri="{FF2B5EF4-FFF2-40B4-BE49-F238E27FC236}">
                <a16:creationId xmlns:a16="http://schemas.microsoft.com/office/drawing/2014/main" id="{F8E1AD71-176F-60FA-2C12-D012BFB9438D}"/>
              </a:ext>
            </a:extLst>
          </p:cNvPr>
          <p:cNvSpPr txBox="1"/>
          <p:nvPr/>
        </p:nvSpPr>
        <p:spPr>
          <a:xfrm>
            <a:off x="5049760" y="3786097"/>
            <a:ext cx="807488" cy="276999"/>
          </a:xfrm>
          <a:prstGeom prst="rect">
            <a:avLst/>
          </a:prstGeom>
          <a:noFill/>
        </p:spPr>
        <p:txBody>
          <a:bodyPr wrap="square" rtlCol="0">
            <a:spAutoFit/>
          </a:bodyPr>
          <a:lstStyle/>
          <a:p>
            <a:pPr algn="ctr"/>
            <a:r>
              <a:rPr lang="en-US" sz="1200" b="1" dirty="0">
                <a:latin typeface="IBM Plex Sans" panose="020B0503050203000203" pitchFamily="34" charset="0"/>
              </a:rPr>
              <a:t>8.0</a:t>
            </a:r>
            <a:r>
              <a:rPr lang="en-US" sz="1200" b="1" noProof="0" dirty="0">
                <a:latin typeface="IBM Plex Sans" panose="020B0503050203000203" pitchFamily="34" charset="0"/>
              </a:rPr>
              <a:t>%</a:t>
            </a:r>
          </a:p>
        </p:txBody>
      </p:sp>
      <p:sp>
        <p:nvSpPr>
          <p:cNvPr id="24" name="TextBox 16">
            <a:extLst>
              <a:ext uri="{FF2B5EF4-FFF2-40B4-BE49-F238E27FC236}">
                <a16:creationId xmlns:a16="http://schemas.microsoft.com/office/drawing/2014/main" id="{865435FF-9432-B710-4997-E3BD0F28DF23}"/>
              </a:ext>
            </a:extLst>
          </p:cNvPr>
          <p:cNvSpPr txBox="1"/>
          <p:nvPr/>
        </p:nvSpPr>
        <p:spPr>
          <a:xfrm>
            <a:off x="5049760" y="2687128"/>
            <a:ext cx="807488" cy="276999"/>
          </a:xfrm>
          <a:prstGeom prst="rect">
            <a:avLst/>
          </a:prstGeom>
          <a:noFill/>
        </p:spPr>
        <p:txBody>
          <a:bodyPr wrap="square" rtlCol="0">
            <a:spAutoFit/>
          </a:bodyPr>
          <a:lstStyle/>
          <a:p>
            <a:pPr algn="ctr"/>
            <a:r>
              <a:rPr lang="en-US" sz="1200" b="1" noProof="0" dirty="0">
                <a:latin typeface="IBM Plex Sans" panose="020B0503050203000203" pitchFamily="34" charset="0"/>
              </a:rPr>
              <a:t>10.0%</a:t>
            </a:r>
          </a:p>
        </p:txBody>
      </p:sp>
      <p:sp>
        <p:nvSpPr>
          <p:cNvPr id="4" name="Rectangle 767">
            <a:extLst>
              <a:ext uri="{FF2B5EF4-FFF2-40B4-BE49-F238E27FC236}">
                <a16:creationId xmlns:a16="http://schemas.microsoft.com/office/drawing/2014/main" id="{ED21FE3D-DB3B-6AE8-6E09-6B5DC9BE455E}"/>
              </a:ext>
            </a:extLst>
          </p:cNvPr>
          <p:cNvSpPr/>
          <p:nvPr/>
        </p:nvSpPr>
        <p:spPr>
          <a:xfrm>
            <a:off x="870462" y="1766193"/>
            <a:ext cx="270665" cy="170007"/>
          </a:xfrm>
          <a:prstGeom prst="rect">
            <a:avLst/>
          </a:prstGeom>
          <a:solidFill>
            <a:srgbClr val="7FD7A7"/>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dirty="0">
                <a:solidFill>
                  <a:schemeClr val="tx1"/>
                </a:solidFill>
                <a:latin typeface="IBM Plex Sans" panose="020B0503050203000203" pitchFamily="34" charset="0"/>
              </a:rPr>
              <a:t>Non-revenue generating</a:t>
            </a:r>
          </a:p>
        </p:txBody>
      </p:sp>
      <p:sp>
        <p:nvSpPr>
          <p:cNvPr id="6" name="Rectangle 768">
            <a:extLst>
              <a:ext uri="{FF2B5EF4-FFF2-40B4-BE49-F238E27FC236}">
                <a16:creationId xmlns:a16="http://schemas.microsoft.com/office/drawing/2014/main" id="{35639B1D-1FA7-CF98-1876-861F9E6CC591}"/>
              </a:ext>
            </a:extLst>
          </p:cNvPr>
          <p:cNvSpPr/>
          <p:nvPr/>
        </p:nvSpPr>
        <p:spPr>
          <a:xfrm>
            <a:off x="3073737" y="1766193"/>
            <a:ext cx="270665" cy="170007"/>
          </a:xfrm>
          <a:prstGeom prst="rect">
            <a:avLst/>
          </a:prstGeom>
          <a:solidFill>
            <a:srgbClr val="C197E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Revenue generating</a:t>
            </a:r>
          </a:p>
        </p:txBody>
      </p:sp>
      <p:sp>
        <p:nvSpPr>
          <p:cNvPr id="7" name="Google Shape;980;p67">
            <a:extLst>
              <a:ext uri="{FF2B5EF4-FFF2-40B4-BE49-F238E27FC236}">
                <a16:creationId xmlns:a16="http://schemas.microsoft.com/office/drawing/2014/main" id="{486E3878-7407-25BD-5890-9AC192BEA20D}"/>
              </a:ext>
            </a:extLst>
          </p:cNvPr>
          <p:cNvSpPr txBox="1"/>
          <p:nvPr/>
        </p:nvSpPr>
        <p:spPr>
          <a:xfrm>
            <a:off x="420595" y="6288194"/>
            <a:ext cx="10171205" cy="215444"/>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 </a:t>
            </a:r>
            <a:r>
              <a:rPr lang="en-US" sz="700" b="0" i="0" u="sng" strike="noStrike" cap="none" noProof="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Datos</a:t>
            </a:r>
            <a:r>
              <a:rPr lang="en-US" sz="700" b="0" i="0" u="none" strike="noStrike" cap="none" noProof="0" dirty="0">
                <a:solidFill>
                  <a:srgbClr val="7F7F7F"/>
                </a:solidFill>
                <a:latin typeface="IBM Plex Sans"/>
                <a:ea typeface="IBM Plex Sans"/>
                <a:cs typeface="IBM Plex Sans"/>
                <a:sym typeface="IBM Plex Sans"/>
              </a:rPr>
              <a:t>, </a:t>
            </a:r>
            <a:r>
              <a:rPr lang="en-US" sz="700" u="sng" noProof="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 Search Engine Land</a:t>
            </a:r>
            <a:r>
              <a:rPr lang="en-US" sz="700" noProof="0" dirty="0">
                <a:solidFill>
                  <a:srgbClr val="7F7F7F"/>
                </a:solidFill>
                <a:latin typeface="IBM Plex Sans"/>
                <a:ea typeface="IBM Plex Sans"/>
                <a:cs typeface="IBM Plex Sans"/>
                <a:sym typeface="IBM Plex Sans"/>
              </a:rPr>
              <a:t> and Google share of market from </a:t>
            </a:r>
            <a:r>
              <a:rPr lang="en-US" sz="700" u="sng" noProof="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Semrush</a:t>
            </a:r>
            <a:r>
              <a:rPr lang="en-US" sz="700" noProof="0" dirty="0">
                <a:solidFill>
                  <a:srgbClr val="7F7F7F"/>
                </a:solidFill>
                <a:latin typeface="IBM Plex Sans"/>
                <a:ea typeface="IBM Plex Sans"/>
                <a:cs typeface="IBM Plex Sans"/>
                <a:sym typeface="IBM Plex Sans"/>
              </a:rPr>
              <a:t>,</a:t>
            </a:r>
            <a:r>
              <a:rPr lang="en-US" sz="700" b="0" i="0" u="none" strike="noStrike" cap="none" noProof="0" dirty="0">
                <a:solidFill>
                  <a:srgbClr val="7F7F7F"/>
                </a:solidFill>
                <a:latin typeface="IBM Plex Sans"/>
                <a:ea typeface="IBM Plex Sans"/>
                <a:cs typeface="IBM Plex Sans"/>
                <a:sym typeface="IBM Plex Sans"/>
              </a:rPr>
              <a:t> </a:t>
            </a:r>
            <a:r>
              <a:rPr lang="en-US" sz="700" b="0" i="0" u="sng" strike="noStrike" cap="none" noProof="0" dirty="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Akron Legal New</a:t>
            </a:r>
            <a:r>
              <a:rPr lang="en-US" sz="700" dirty="0">
                <a:solidFill>
                  <a:srgbClr val="7F7F7F"/>
                </a:solidFill>
                <a:latin typeface="IBM Plex Sans"/>
                <a:ea typeface="IBM Plex Sans"/>
                <a:cs typeface="IBM Plex Sans"/>
                <a:sym typeface="IBM Plex Sans"/>
              </a:rPr>
              <a:t>s ; (2) </a:t>
            </a:r>
            <a:r>
              <a:rPr lang="en-US" sz="700" u="sng"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Datos</a:t>
            </a:r>
            <a:r>
              <a:rPr lang="en-US" sz="700" dirty="0">
                <a:solidFill>
                  <a:srgbClr val="7F7F7F"/>
                </a:solidFill>
                <a:latin typeface="IBM Plex Sans"/>
                <a:ea typeface="IBM Plex Sans"/>
                <a:cs typeface="IBM Plex Sans"/>
                <a:sym typeface="IBM Plex Sans"/>
              </a:rPr>
              <a:t>, CTR appendix slides </a:t>
            </a:r>
            <a:r>
              <a:rPr lang="en-US" sz="70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1</a:t>
            </a:r>
            <a:r>
              <a:rPr lang="en-US" sz="700" dirty="0">
                <a:solidFill>
                  <a:schemeClr val="bg1">
                    <a:lumMod val="49000"/>
                  </a:schemeClr>
                </a:solidFill>
                <a:latin typeface="IBM Plex Sans"/>
                <a:ea typeface="IBM Plex Sans"/>
                <a:cs typeface="IBM Plex Sans"/>
                <a:sym typeface="IBM Plex Sans"/>
              </a:rPr>
              <a:t> and </a:t>
            </a:r>
            <a:r>
              <a:rPr lang="en-US" sz="70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2</a:t>
            </a:r>
            <a:r>
              <a:rPr lang="en-US" sz="700" dirty="0">
                <a:solidFill>
                  <a:schemeClr val="bg1">
                    <a:lumMod val="49000"/>
                  </a:schemeClr>
                </a:solidFill>
                <a:latin typeface="IBM Plex Sans"/>
                <a:ea typeface="IBM Plex Sans"/>
                <a:cs typeface="IBM Plex Sans"/>
                <a:sym typeface="IBM Plex Sans"/>
              </a:rPr>
              <a:t>; detailed regional data in appendix: </a:t>
            </a:r>
            <a:r>
              <a:rPr lang="en-US" sz="70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US</a:t>
            </a:r>
            <a:r>
              <a:rPr lang="en-US" sz="700" dirty="0">
                <a:solidFill>
                  <a:schemeClr val="bg1">
                    <a:lumMod val="49000"/>
                  </a:schemeClr>
                </a:solidFill>
                <a:latin typeface="IBM Plex Sans"/>
                <a:ea typeface="IBM Plex Sans"/>
                <a:cs typeface="IBM Plex Sans"/>
                <a:sym typeface="IBM Plex Sans"/>
              </a:rPr>
              <a:t> and </a:t>
            </a:r>
            <a:r>
              <a:rPr lang="en-US" sz="70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RoW</a:t>
            </a:r>
            <a:r>
              <a:rPr lang="en-US" sz="700" dirty="0">
                <a:solidFill>
                  <a:schemeClr val="bg1">
                    <a:lumMod val="49000"/>
                  </a:schemeClr>
                </a:solidFill>
                <a:latin typeface="IBM Plex Sans"/>
                <a:ea typeface="IBM Plex Sans"/>
                <a:cs typeface="IBM Plex Sans"/>
                <a:sym typeface="IBM Plex Sans"/>
              </a:rPr>
              <a:t>, CPC appendix slides </a:t>
            </a:r>
            <a:r>
              <a:rPr lang="en-US" sz="70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1</a:t>
            </a:r>
            <a:r>
              <a:rPr lang="en-US" sz="700" dirty="0">
                <a:solidFill>
                  <a:schemeClr val="bg1">
                    <a:lumMod val="49000"/>
                  </a:schemeClr>
                </a:solidFill>
                <a:latin typeface="IBM Plex Sans"/>
                <a:ea typeface="IBM Plex Sans"/>
                <a:cs typeface="IBM Plex Sans"/>
                <a:sym typeface="IBM Plex Sans"/>
              </a:rPr>
              <a:t> and </a:t>
            </a:r>
            <a:r>
              <a:rPr lang="en-US" sz="70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2</a:t>
            </a:r>
            <a:r>
              <a:rPr lang="en-US" sz="700" dirty="0">
                <a:solidFill>
                  <a:schemeClr val="bg1">
                    <a:lumMod val="49000"/>
                  </a:schemeClr>
                </a:solidFill>
                <a:latin typeface="IBM Plex Sans"/>
                <a:ea typeface="IBM Plex Sans"/>
                <a:cs typeface="IBM Plex Sans"/>
                <a:sym typeface="IBM Plex Sans"/>
              </a:rPr>
              <a:t>, CPC multiplied by CTR </a:t>
            </a:r>
            <a:endParaRPr lang="en-US" sz="700" b="0" i="0" u="none" strike="noStrike" cap="none" noProof="0" dirty="0">
              <a:solidFill>
                <a:srgbClr val="7F7F7F"/>
              </a:solidFill>
              <a:latin typeface="IBM Plex Sans"/>
              <a:ea typeface="IBM Plex Sans"/>
              <a:cs typeface="IBM Plex Sans"/>
            </a:endParaRPr>
          </a:p>
          <a:p>
            <a:r>
              <a:rPr lang="en-US" sz="700" noProof="0" dirty="0">
                <a:solidFill>
                  <a:srgbClr val="7F7F7F"/>
                </a:solidFill>
                <a:latin typeface="IBM Plex Sans"/>
                <a:sym typeface="IBM Plex Sans"/>
              </a:rPr>
              <a:t>*2024 data: estimated using Google volume and revenue and the 2025 fixed parameters of  Rev and Non-Rev generating searches as well as US/</a:t>
            </a:r>
            <a:r>
              <a:rPr lang="en-US" sz="700" noProof="0" dirty="0" err="1">
                <a:solidFill>
                  <a:srgbClr val="7F7F7F"/>
                </a:solidFill>
                <a:latin typeface="IBM Plex Sans"/>
                <a:sym typeface="IBM Plex Sans"/>
              </a:rPr>
              <a:t>RoW</a:t>
            </a:r>
            <a:r>
              <a:rPr lang="en-US" sz="700" noProof="0" dirty="0">
                <a:solidFill>
                  <a:srgbClr val="7F7F7F"/>
                </a:solidFill>
                <a:latin typeface="IBM Plex Sans"/>
                <a:sym typeface="IBM Plex Sans"/>
              </a:rPr>
              <a:t>/Desktop/Mobile split</a:t>
            </a:r>
            <a:endParaRPr lang="en-US" sz="700" noProof="0" dirty="0">
              <a:solidFill>
                <a:srgbClr val="7F7F7F"/>
              </a:solidFill>
              <a:latin typeface="IBM Plex Sans"/>
            </a:endParaRPr>
          </a:p>
        </p:txBody>
      </p:sp>
      <p:sp>
        <p:nvSpPr>
          <p:cNvPr id="5" name="Google Shape;1000;p68">
            <a:extLst>
              <a:ext uri="{FF2B5EF4-FFF2-40B4-BE49-F238E27FC236}">
                <a16:creationId xmlns:a16="http://schemas.microsoft.com/office/drawing/2014/main" id="{E20B9A50-37F6-9E10-F79C-C08314D268E0}"/>
              </a:ext>
            </a:extLst>
          </p:cNvPr>
          <p:cNvSpPr txBox="1"/>
          <p:nvPr/>
        </p:nvSpPr>
        <p:spPr>
          <a:xfrm>
            <a:off x="6263763" y="1427543"/>
            <a:ext cx="5577840" cy="253385"/>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r>
              <a:rPr lang="en-US" sz="1200" b="1" i="0" u="none" strike="noStrike" cap="none" noProof="0" dirty="0">
                <a:solidFill>
                  <a:schemeClr val="lt1"/>
                </a:solidFill>
                <a:latin typeface="IBM Plex Sans"/>
                <a:ea typeface="IBM Plex Sans"/>
                <a:cs typeface="IBM Plex Sans"/>
                <a:sym typeface="IBM Plex Sans"/>
              </a:rPr>
              <a:t>Search revenue, Billions</a:t>
            </a:r>
            <a:r>
              <a:rPr lang="en-US" sz="1200" b="1" i="0" u="none" strike="noStrike" cap="none" baseline="30000" noProof="0" dirty="0">
                <a:solidFill>
                  <a:schemeClr val="lt1"/>
                </a:solidFill>
                <a:latin typeface="IBM Plex Sans"/>
                <a:ea typeface="IBM Plex Sans"/>
                <a:cs typeface="IBM Plex Sans"/>
                <a:sym typeface="IBM Plex Sans"/>
              </a:rPr>
              <a:t>2</a:t>
            </a:r>
            <a:endParaRPr lang="en-US" baseline="30000" noProof="0" dirty="0"/>
          </a:p>
        </p:txBody>
      </p:sp>
      <p:graphicFrame>
        <p:nvGraphicFramePr>
          <p:cNvPr id="11" name="Google Shape;984;p67">
            <a:extLst>
              <a:ext uri="{FF2B5EF4-FFF2-40B4-BE49-F238E27FC236}">
                <a16:creationId xmlns:a16="http://schemas.microsoft.com/office/drawing/2014/main" id="{9048F4EE-E6E4-ED52-7CCB-99C144410202}"/>
              </a:ext>
            </a:extLst>
          </p:cNvPr>
          <p:cNvGraphicFramePr/>
          <p:nvPr/>
        </p:nvGraphicFramePr>
        <p:xfrm>
          <a:off x="6263764" y="1764864"/>
          <a:ext cx="4578407" cy="3564673"/>
        </p:xfrm>
        <a:graphic>
          <a:graphicData uri="http://schemas.openxmlformats.org/drawingml/2006/chart">
            <c:chart xmlns:c="http://schemas.openxmlformats.org/drawingml/2006/chart" xmlns:r="http://schemas.openxmlformats.org/officeDocument/2006/relationships" r:id="rId7"/>
          </a:graphicData>
        </a:graphic>
      </p:graphicFrame>
      <p:sp>
        <p:nvSpPr>
          <p:cNvPr id="18" name="TextBox 16">
            <a:extLst>
              <a:ext uri="{FF2B5EF4-FFF2-40B4-BE49-F238E27FC236}">
                <a16:creationId xmlns:a16="http://schemas.microsoft.com/office/drawing/2014/main" id="{80E74B40-377C-8E97-3ED0-996042D1B16E}"/>
              </a:ext>
            </a:extLst>
          </p:cNvPr>
          <p:cNvSpPr txBox="1"/>
          <p:nvPr/>
        </p:nvSpPr>
        <p:spPr>
          <a:xfrm>
            <a:off x="10897456" y="2339273"/>
            <a:ext cx="807488" cy="276999"/>
          </a:xfrm>
          <a:prstGeom prst="rect">
            <a:avLst/>
          </a:prstGeom>
          <a:noFill/>
        </p:spPr>
        <p:txBody>
          <a:bodyPr wrap="square" rtlCol="0">
            <a:spAutoFit/>
          </a:bodyPr>
          <a:lstStyle/>
          <a:p>
            <a:pPr algn="ctr"/>
            <a:r>
              <a:rPr lang="en-US" sz="1200" b="1" dirty="0">
                <a:latin typeface="IBM Plex Sans" panose="020B0503050203000203" pitchFamily="34" charset="0"/>
              </a:rPr>
              <a:t>20</a:t>
            </a:r>
            <a:r>
              <a:rPr lang="en-US" sz="1200" b="1" noProof="0" dirty="0">
                <a:latin typeface="IBM Plex Sans" panose="020B0503050203000203" pitchFamily="34" charset="0"/>
              </a:rPr>
              <a:t>.0%</a:t>
            </a:r>
          </a:p>
        </p:txBody>
      </p:sp>
      <p:sp>
        <p:nvSpPr>
          <p:cNvPr id="19" name="TextBox 16">
            <a:extLst>
              <a:ext uri="{FF2B5EF4-FFF2-40B4-BE49-F238E27FC236}">
                <a16:creationId xmlns:a16="http://schemas.microsoft.com/office/drawing/2014/main" id="{A4CE801A-5CAF-4002-893D-4C0F7110CD48}"/>
              </a:ext>
            </a:extLst>
          </p:cNvPr>
          <p:cNvSpPr txBox="1"/>
          <p:nvPr/>
        </p:nvSpPr>
        <p:spPr>
          <a:xfrm>
            <a:off x="10897456" y="3299576"/>
            <a:ext cx="807488" cy="276999"/>
          </a:xfrm>
          <a:prstGeom prst="rect">
            <a:avLst/>
          </a:prstGeom>
          <a:noFill/>
        </p:spPr>
        <p:txBody>
          <a:bodyPr wrap="square" rtlCol="0">
            <a:spAutoFit/>
          </a:bodyPr>
          <a:lstStyle/>
          <a:p>
            <a:pPr algn="ctr"/>
            <a:r>
              <a:rPr lang="en-US" sz="1200" b="1" dirty="0">
                <a:latin typeface="IBM Plex Sans" panose="020B0503050203000203" pitchFamily="34" charset="0"/>
              </a:rPr>
              <a:t>20</a:t>
            </a:r>
            <a:r>
              <a:rPr lang="en-US" sz="1200" b="1" noProof="0" dirty="0">
                <a:latin typeface="IBM Plex Sans" panose="020B0503050203000203" pitchFamily="34" charset="0"/>
              </a:rPr>
              <a:t>.6%</a:t>
            </a:r>
          </a:p>
        </p:txBody>
      </p:sp>
      <p:sp>
        <p:nvSpPr>
          <p:cNvPr id="20" name="TextBox 16">
            <a:extLst>
              <a:ext uri="{FF2B5EF4-FFF2-40B4-BE49-F238E27FC236}">
                <a16:creationId xmlns:a16="http://schemas.microsoft.com/office/drawing/2014/main" id="{43028B05-3FEF-3DE1-340B-9608350F7234}"/>
              </a:ext>
            </a:extLst>
          </p:cNvPr>
          <p:cNvSpPr txBox="1"/>
          <p:nvPr/>
        </p:nvSpPr>
        <p:spPr>
          <a:xfrm>
            <a:off x="10897456" y="4346235"/>
            <a:ext cx="807488" cy="276999"/>
          </a:xfrm>
          <a:prstGeom prst="rect">
            <a:avLst/>
          </a:prstGeom>
          <a:noFill/>
        </p:spPr>
        <p:txBody>
          <a:bodyPr wrap="square" rtlCol="0">
            <a:spAutoFit/>
          </a:bodyPr>
          <a:lstStyle/>
          <a:p>
            <a:pPr algn="ctr"/>
            <a:r>
              <a:rPr lang="en-US" sz="1200" b="1" noProof="0" dirty="0">
                <a:latin typeface="IBM Plex Sans" panose="020B0503050203000203" pitchFamily="34" charset="0"/>
              </a:rPr>
              <a:t>18.4%</a:t>
            </a:r>
          </a:p>
        </p:txBody>
      </p:sp>
      <p:sp>
        <p:nvSpPr>
          <p:cNvPr id="21" name="Rectangle 767">
            <a:extLst>
              <a:ext uri="{FF2B5EF4-FFF2-40B4-BE49-F238E27FC236}">
                <a16:creationId xmlns:a16="http://schemas.microsoft.com/office/drawing/2014/main" id="{7B6A1944-276D-7D62-DA12-6BC073311EEE}"/>
              </a:ext>
            </a:extLst>
          </p:cNvPr>
          <p:cNvSpPr/>
          <p:nvPr/>
        </p:nvSpPr>
        <p:spPr>
          <a:xfrm>
            <a:off x="8232750" y="1764864"/>
            <a:ext cx="270665" cy="170007"/>
          </a:xfrm>
          <a:prstGeom prst="rect">
            <a:avLst/>
          </a:prstGeom>
          <a:solidFill>
            <a:srgbClr val="7FD7A7"/>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dirty="0">
                <a:solidFill>
                  <a:schemeClr val="tx1"/>
                </a:solidFill>
                <a:latin typeface="IBM Plex Sans" panose="020B0503050203000203" pitchFamily="34" charset="0"/>
              </a:rPr>
              <a:t>US</a:t>
            </a:r>
          </a:p>
        </p:txBody>
      </p:sp>
      <p:sp>
        <p:nvSpPr>
          <p:cNvPr id="25" name="Rectangle 768">
            <a:extLst>
              <a:ext uri="{FF2B5EF4-FFF2-40B4-BE49-F238E27FC236}">
                <a16:creationId xmlns:a16="http://schemas.microsoft.com/office/drawing/2014/main" id="{5D93F591-273E-F293-ACCB-438C4834D9E7}"/>
              </a:ext>
            </a:extLst>
          </p:cNvPr>
          <p:cNvSpPr/>
          <p:nvPr/>
        </p:nvSpPr>
        <p:spPr>
          <a:xfrm>
            <a:off x="8997739" y="1764864"/>
            <a:ext cx="270665" cy="170007"/>
          </a:xfrm>
          <a:prstGeom prst="rect">
            <a:avLst/>
          </a:prstGeom>
          <a:solidFill>
            <a:srgbClr val="C197E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err="1">
                <a:solidFill>
                  <a:schemeClr val="tx1"/>
                </a:solidFill>
                <a:latin typeface="IBM Plex Sans" panose="020B0503050203000203" pitchFamily="34" charset="0"/>
              </a:rPr>
              <a:t>RoW</a:t>
            </a:r>
            <a:endParaRPr lang="en-US" sz="1200" noProof="0">
              <a:solidFill>
                <a:schemeClr val="tx1"/>
              </a:solidFill>
              <a:latin typeface="IBM Plex Sans" panose="020B0503050203000203" pitchFamily="34" charset="0"/>
            </a:endParaRPr>
          </a:p>
        </p:txBody>
      </p:sp>
      <p:sp>
        <p:nvSpPr>
          <p:cNvPr id="27" name="TextBox 16">
            <a:extLst>
              <a:ext uri="{FF2B5EF4-FFF2-40B4-BE49-F238E27FC236}">
                <a16:creationId xmlns:a16="http://schemas.microsoft.com/office/drawing/2014/main" id="{E4D618EE-75B3-B227-115C-0FB26F97B955}"/>
              </a:ext>
            </a:extLst>
          </p:cNvPr>
          <p:cNvSpPr txBox="1"/>
          <p:nvPr/>
        </p:nvSpPr>
        <p:spPr>
          <a:xfrm>
            <a:off x="10789325" y="1809696"/>
            <a:ext cx="977061" cy="461665"/>
          </a:xfrm>
          <a:prstGeom prst="rect">
            <a:avLst/>
          </a:prstGeom>
          <a:noFill/>
        </p:spPr>
        <p:txBody>
          <a:bodyPr wrap="square" rtlCol="0">
            <a:spAutoFit/>
          </a:bodyPr>
          <a:lstStyle/>
          <a:p>
            <a:pPr algn="ctr"/>
            <a:r>
              <a:rPr lang="en-US" sz="1200" b="1" u="sng" noProof="0" dirty="0">
                <a:latin typeface="IBM Plex Sans" panose="020B0503050203000203" pitchFamily="34" charset="0"/>
              </a:rPr>
              <a:t>CAGR </a:t>
            </a:r>
            <a:br>
              <a:rPr lang="en-US" sz="1200" b="1" u="sng" noProof="0" dirty="0">
                <a:latin typeface="IBM Plex Sans" panose="020B0503050203000203" pitchFamily="34" charset="0"/>
              </a:rPr>
            </a:br>
            <a:r>
              <a:rPr lang="en-US" sz="1200" b="1" u="sng" noProof="0" dirty="0">
                <a:latin typeface="IBM Plex Sans" panose="020B0503050203000203" pitchFamily="34" charset="0"/>
              </a:rPr>
              <a:t>(‘25 – ‘30)</a:t>
            </a:r>
          </a:p>
        </p:txBody>
      </p:sp>
      <p:graphicFrame>
        <p:nvGraphicFramePr>
          <p:cNvPr id="30" name="Google Shape;984;p67">
            <a:extLst>
              <a:ext uri="{FF2B5EF4-FFF2-40B4-BE49-F238E27FC236}">
                <a16:creationId xmlns:a16="http://schemas.microsoft.com/office/drawing/2014/main" id="{83C4C757-06A4-89BE-B8BC-7B8DFC6EE318}"/>
              </a:ext>
            </a:extLst>
          </p:cNvPr>
          <p:cNvGraphicFramePr/>
          <p:nvPr/>
        </p:nvGraphicFramePr>
        <p:xfrm>
          <a:off x="420410" y="2137270"/>
          <a:ext cx="4882657" cy="2960374"/>
        </p:xfrm>
        <a:graphic>
          <a:graphicData uri="http://schemas.openxmlformats.org/drawingml/2006/chart">
            <c:chart xmlns:c="http://schemas.openxmlformats.org/drawingml/2006/chart" xmlns:r="http://schemas.openxmlformats.org/officeDocument/2006/relationships" r:id="rId8"/>
          </a:graphicData>
        </a:graphic>
      </p:graphicFrame>
      <p:sp>
        <p:nvSpPr>
          <p:cNvPr id="2" name="CaixaDeTexto 1">
            <a:extLst>
              <a:ext uri="{FF2B5EF4-FFF2-40B4-BE49-F238E27FC236}">
                <a16:creationId xmlns:a16="http://schemas.microsoft.com/office/drawing/2014/main" id="{552FCEA7-90C3-C492-4199-4A71953E64FE}"/>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scenarios</a:t>
            </a:r>
          </a:p>
        </p:txBody>
      </p:sp>
    </p:spTree>
    <p:extLst>
      <p:ext uri="{BB962C8B-B14F-4D97-AF65-F5344CB8AC3E}">
        <p14:creationId xmlns:p14="http://schemas.microsoft.com/office/powerpoint/2010/main" val="186270455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0C0FB284-CB9B-02F8-C9DF-B34487B5E68F}"/>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36A5D66D-80D1-F2CE-B132-5F7320401212}"/>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40</a:t>
            </a:fld>
            <a:endParaRPr lang="en-US" noProof="0"/>
          </a:p>
        </p:txBody>
      </p:sp>
      <p:sp>
        <p:nvSpPr>
          <p:cNvPr id="978" name="Google Shape;978;p67">
            <a:extLst>
              <a:ext uri="{FF2B5EF4-FFF2-40B4-BE49-F238E27FC236}">
                <a16:creationId xmlns:a16="http://schemas.microsoft.com/office/drawing/2014/main" id="{FD62805F-C470-7C2D-74D0-89C60AB94E7B}"/>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1"/>
              <a:t>In Scenario 3, search volume declines 14.4% annually, with Revenue-Generating searches declining 12%</a:t>
            </a:r>
          </a:p>
        </p:txBody>
      </p:sp>
      <p:sp>
        <p:nvSpPr>
          <p:cNvPr id="981" name="Google Shape;981;p67">
            <a:extLst>
              <a:ext uri="{FF2B5EF4-FFF2-40B4-BE49-F238E27FC236}">
                <a16:creationId xmlns:a16="http://schemas.microsoft.com/office/drawing/2014/main" id="{9AF3D2E9-71BC-7FA2-4816-0FBB5FDD7898}"/>
              </a:ext>
            </a:extLst>
          </p:cNvPr>
          <p:cNvSpPr txBox="1"/>
          <p:nvPr/>
        </p:nvSpPr>
        <p:spPr>
          <a:xfrm>
            <a:off x="420410" y="5479066"/>
            <a:ext cx="11350625" cy="46789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buSzPts val="1600"/>
            </a:pPr>
            <a:r>
              <a:rPr lang="en-US" b="1" dirty="0">
                <a:solidFill>
                  <a:schemeClr val="dk1"/>
                </a:solidFill>
                <a:latin typeface="IBM Plex Sans"/>
              </a:rPr>
              <a:t>Volume declines as AI chatbots substitute traditional search, while advertiser migration toward AI platforms pressures revenue</a:t>
            </a:r>
            <a:endParaRPr lang="en-US" b="1" noProof="1">
              <a:solidFill>
                <a:schemeClr val="dk1"/>
              </a:solidFill>
              <a:latin typeface="IBM Plex Sans"/>
            </a:endParaRPr>
          </a:p>
        </p:txBody>
      </p:sp>
      <p:sp>
        <p:nvSpPr>
          <p:cNvPr id="9" name="Google Shape;983;p67">
            <a:extLst>
              <a:ext uri="{FF2B5EF4-FFF2-40B4-BE49-F238E27FC236}">
                <a16:creationId xmlns:a16="http://schemas.microsoft.com/office/drawing/2014/main" id="{96556B3D-B183-3589-D56F-6F106A686950}"/>
              </a:ext>
            </a:extLst>
          </p:cNvPr>
          <p:cNvSpPr txBox="1"/>
          <p:nvPr/>
        </p:nvSpPr>
        <p:spPr>
          <a:xfrm>
            <a:off x="420595" y="1422111"/>
            <a:ext cx="5577840" cy="253385"/>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r>
              <a:rPr lang="en-US" sz="1200" b="1" i="0" u="none" strike="noStrike" cap="none" noProof="0">
                <a:solidFill>
                  <a:schemeClr val="lt1"/>
                </a:solidFill>
                <a:latin typeface="IBM Plex Sans"/>
                <a:ea typeface="IBM Plex Sans"/>
                <a:cs typeface="IBM Plex Sans"/>
                <a:sym typeface="IBM Plex Sans"/>
              </a:rPr>
              <a:t>Search volume, Trillions</a:t>
            </a:r>
            <a:r>
              <a:rPr lang="en-US" sz="1200" b="1" i="0" u="none" strike="noStrike" cap="none" baseline="30000" noProof="0">
                <a:solidFill>
                  <a:schemeClr val="lt1"/>
                </a:solidFill>
                <a:latin typeface="IBM Plex Sans"/>
                <a:ea typeface="IBM Plex Sans"/>
                <a:cs typeface="IBM Plex Sans"/>
                <a:sym typeface="IBM Plex Sans"/>
              </a:rPr>
              <a:t>1</a:t>
            </a:r>
            <a:r>
              <a:rPr lang="en-US" sz="1200" b="1" i="0" u="none" strike="noStrike" cap="none" noProof="0">
                <a:solidFill>
                  <a:schemeClr val="lt1"/>
                </a:solidFill>
                <a:latin typeface="IBM Plex Sans"/>
                <a:ea typeface="IBM Plex Sans"/>
                <a:cs typeface="IBM Plex Sans"/>
                <a:sym typeface="IBM Plex Sans"/>
              </a:rPr>
              <a:t> </a:t>
            </a:r>
            <a:endParaRPr lang="en-US" noProof="0"/>
          </a:p>
        </p:txBody>
      </p:sp>
      <p:sp>
        <p:nvSpPr>
          <p:cNvPr id="17" name="TextBox 16">
            <a:extLst>
              <a:ext uri="{FF2B5EF4-FFF2-40B4-BE49-F238E27FC236}">
                <a16:creationId xmlns:a16="http://schemas.microsoft.com/office/drawing/2014/main" id="{79628515-4F19-84C7-8EB7-BBCCA8D0F8A3}"/>
              </a:ext>
            </a:extLst>
          </p:cNvPr>
          <p:cNvSpPr txBox="1"/>
          <p:nvPr/>
        </p:nvSpPr>
        <p:spPr>
          <a:xfrm>
            <a:off x="4964974" y="2165952"/>
            <a:ext cx="977061" cy="461665"/>
          </a:xfrm>
          <a:prstGeom prst="rect">
            <a:avLst/>
          </a:prstGeom>
          <a:noFill/>
        </p:spPr>
        <p:txBody>
          <a:bodyPr wrap="square" rtlCol="0">
            <a:spAutoFit/>
          </a:bodyPr>
          <a:lstStyle/>
          <a:p>
            <a:pPr algn="ctr"/>
            <a:r>
              <a:rPr lang="en-US" sz="1200" b="1" u="sng" noProof="0" dirty="0">
                <a:latin typeface="IBM Plex Sans" panose="020B0503050203000203" pitchFamily="34" charset="0"/>
              </a:rPr>
              <a:t>CAGR </a:t>
            </a:r>
            <a:br>
              <a:rPr lang="en-US" sz="1200" b="1" u="sng" noProof="0" dirty="0">
                <a:latin typeface="IBM Plex Sans" panose="020B0503050203000203" pitchFamily="34" charset="0"/>
              </a:rPr>
            </a:br>
            <a:r>
              <a:rPr lang="en-US" sz="1200" b="1" u="sng" noProof="0" dirty="0">
                <a:latin typeface="IBM Plex Sans" panose="020B0503050203000203" pitchFamily="34" charset="0"/>
              </a:rPr>
              <a:t>(‘25 – ‘30)</a:t>
            </a:r>
          </a:p>
        </p:txBody>
      </p:sp>
      <p:sp>
        <p:nvSpPr>
          <p:cNvPr id="22" name="TextBox 16">
            <a:extLst>
              <a:ext uri="{FF2B5EF4-FFF2-40B4-BE49-F238E27FC236}">
                <a16:creationId xmlns:a16="http://schemas.microsoft.com/office/drawing/2014/main" id="{43375C4A-84B3-4C09-CC4E-1ECFDB1B3534}"/>
              </a:ext>
            </a:extLst>
          </p:cNvPr>
          <p:cNvSpPr txBox="1"/>
          <p:nvPr/>
        </p:nvSpPr>
        <p:spPr>
          <a:xfrm>
            <a:off x="5049760" y="3314055"/>
            <a:ext cx="807488" cy="276999"/>
          </a:xfrm>
          <a:prstGeom prst="rect">
            <a:avLst/>
          </a:prstGeom>
          <a:noFill/>
        </p:spPr>
        <p:txBody>
          <a:bodyPr wrap="square" rtlCol="0">
            <a:spAutoFit/>
          </a:bodyPr>
          <a:lstStyle/>
          <a:p>
            <a:pPr algn="ctr"/>
            <a:r>
              <a:rPr lang="en-US" sz="1200" b="1" dirty="0">
                <a:latin typeface="IBM Plex Sans" panose="020B0503050203000203" pitchFamily="34" charset="0"/>
              </a:rPr>
              <a:t>-14</a:t>
            </a:r>
            <a:r>
              <a:rPr lang="en-US" sz="1200" b="1" noProof="0" dirty="0">
                <a:latin typeface="IBM Plex Sans" panose="020B0503050203000203" pitchFamily="34" charset="0"/>
              </a:rPr>
              <a:t>.4%</a:t>
            </a:r>
          </a:p>
        </p:txBody>
      </p:sp>
      <p:sp>
        <p:nvSpPr>
          <p:cNvPr id="23" name="TextBox 16">
            <a:extLst>
              <a:ext uri="{FF2B5EF4-FFF2-40B4-BE49-F238E27FC236}">
                <a16:creationId xmlns:a16="http://schemas.microsoft.com/office/drawing/2014/main" id="{48180013-718D-79B4-7B6C-72207BD5DCF9}"/>
              </a:ext>
            </a:extLst>
          </p:cNvPr>
          <p:cNvSpPr txBox="1"/>
          <p:nvPr/>
        </p:nvSpPr>
        <p:spPr>
          <a:xfrm>
            <a:off x="5049760" y="4101540"/>
            <a:ext cx="807488" cy="276999"/>
          </a:xfrm>
          <a:prstGeom prst="rect">
            <a:avLst/>
          </a:prstGeom>
          <a:noFill/>
        </p:spPr>
        <p:txBody>
          <a:bodyPr wrap="square" rtlCol="0">
            <a:spAutoFit/>
          </a:bodyPr>
          <a:lstStyle/>
          <a:p>
            <a:pPr algn="ctr"/>
            <a:r>
              <a:rPr lang="en-US" sz="1200" b="1" dirty="0">
                <a:latin typeface="IBM Plex Sans" panose="020B0503050203000203" pitchFamily="34" charset="0"/>
              </a:rPr>
              <a:t>-15.0</a:t>
            </a:r>
            <a:r>
              <a:rPr lang="en-US" sz="1200" b="1" noProof="0" dirty="0">
                <a:latin typeface="IBM Plex Sans" panose="020B0503050203000203" pitchFamily="34" charset="0"/>
              </a:rPr>
              <a:t>%</a:t>
            </a:r>
          </a:p>
        </p:txBody>
      </p:sp>
      <p:sp>
        <p:nvSpPr>
          <p:cNvPr id="24" name="TextBox 16">
            <a:extLst>
              <a:ext uri="{FF2B5EF4-FFF2-40B4-BE49-F238E27FC236}">
                <a16:creationId xmlns:a16="http://schemas.microsoft.com/office/drawing/2014/main" id="{7EE34B4F-8FE5-2587-99CA-7815DDEA95EF}"/>
              </a:ext>
            </a:extLst>
          </p:cNvPr>
          <p:cNvSpPr txBox="1"/>
          <p:nvPr/>
        </p:nvSpPr>
        <p:spPr>
          <a:xfrm>
            <a:off x="5049760" y="3597449"/>
            <a:ext cx="807488" cy="276999"/>
          </a:xfrm>
          <a:prstGeom prst="rect">
            <a:avLst/>
          </a:prstGeom>
          <a:noFill/>
        </p:spPr>
        <p:txBody>
          <a:bodyPr wrap="square" rtlCol="0">
            <a:spAutoFit/>
          </a:bodyPr>
          <a:lstStyle/>
          <a:p>
            <a:pPr algn="ctr"/>
            <a:r>
              <a:rPr lang="en-US" sz="1200" b="1" noProof="0" dirty="0">
                <a:latin typeface="IBM Plex Sans" panose="020B0503050203000203" pitchFamily="34" charset="0"/>
              </a:rPr>
              <a:t>-12.0%</a:t>
            </a:r>
          </a:p>
        </p:txBody>
      </p:sp>
      <p:sp>
        <p:nvSpPr>
          <p:cNvPr id="7" name="Google Shape;980;p67">
            <a:extLst>
              <a:ext uri="{FF2B5EF4-FFF2-40B4-BE49-F238E27FC236}">
                <a16:creationId xmlns:a16="http://schemas.microsoft.com/office/drawing/2014/main" id="{40E866B0-6049-7D98-773B-CF743EDBAF81}"/>
              </a:ext>
            </a:extLst>
          </p:cNvPr>
          <p:cNvSpPr txBox="1"/>
          <p:nvPr/>
        </p:nvSpPr>
        <p:spPr>
          <a:xfrm>
            <a:off x="420595" y="6180473"/>
            <a:ext cx="10476861" cy="323165"/>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 </a:t>
            </a:r>
            <a:r>
              <a:rPr lang="en-US" sz="700" b="0" i="0" u="sng" strike="noStrike" cap="none" noProof="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Datos</a:t>
            </a:r>
            <a:r>
              <a:rPr lang="en-US" sz="700" b="0" i="0" u="none" strike="noStrike" cap="none" noProof="0" dirty="0">
                <a:solidFill>
                  <a:srgbClr val="7F7F7F"/>
                </a:solidFill>
                <a:latin typeface="IBM Plex Sans"/>
                <a:ea typeface="IBM Plex Sans"/>
                <a:cs typeface="IBM Plex Sans"/>
                <a:sym typeface="IBM Plex Sans"/>
              </a:rPr>
              <a:t>, </a:t>
            </a:r>
            <a:r>
              <a:rPr lang="en-US" sz="700" u="sng" noProof="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 Search Engine Land</a:t>
            </a:r>
            <a:r>
              <a:rPr lang="en-US" sz="700" noProof="0" dirty="0">
                <a:solidFill>
                  <a:srgbClr val="7F7F7F"/>
                </a:solidFill>
                <a:latin typeface="IBM Plex Sans"/>
                <a:ea typeface="IBM Plex Sans"/>
                <a:cs typeface="IBM Plex Sans"/>
                <a:sym typeface="IBM Plex Sans"/>
              </a:rPr>
              <a:t> and Google share of market from </a:t>
            </a:r>
            <a:r>
              <a:rPr lang="en-US" sz="700" u="sng" noProof="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Semrush</a:t>
            </a:r>
            <a:r>
              <a:rPr lang="en-US" sz="700" noProof="0" dirty="0">
                <a:solidFill>
                  <a:srgbClr val="7F7F7F"/>
                </a:solidFill>
                <a:latin typeface="IBM Plex Sans"/>
                <a:ea typeface="IBM Plex Sans"/>
                <a:cs typeface="IBM Plex Sans"/>
                <a:sym typeface="IBM Plex Sans"/>
              </a:rPr>
              <a:t>,</a:t>
            </a:r>
            <a:r>
              <a:rPr lang="en-US" sz="700" b="0" i="0" u="none" strike="noStrike" cap="none" noProof="0" dirty="0">
                <a:solidFill>
                  <a:srgbClr val="7F7F7F"/>
                </a:solidFill>
                <a:latin typeface="IBM Plex Sans"/>
                <a:ea typeface="IBM Plex Sans"/>
                <a:cs typeface="IBM Plex Sans"/>
                <a:sym typeface="IBM Plex Sans"/>
              </a:rPr>
              <a:t> </a:t>
            </a:r>
            <a:r>
              <a:rPr lang="en-US" sz="700" b="0" i="0" u="sng" strike="noStrike" cap="none" noProof="0" dirty="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Akron Legal New</a:t>
            </a:r>
            <a:r>
              <a:rPr lang="en-US" sz="700" dirty="0">
                <a:solidFill>
                  <a:srgbClr val="7F7F7F"/>
                </a:solidFill>
                <a:latin typeface="IBM Plex Sans"/>
                <a:ea typeface="IBM Plex Sans"/>
                <a:cs typeface="IBM Plex Sans"/>
                <a:sym typeface="IBM Plex Sans"/>
              </a:rPr>
              <a:t>s ; (2) </a:t>
            </a:r>
            <a:r>
              <a:rPr lang="en-US" sz="700" u="sng"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Datos</a:t>
            </a:r>
            <a:r>
              <a:rPr lang="en-US" sz="700" dirty="0">
                <a:solidFill>
                  <a:srgbClr val="7F7F7F"/>
                </a:solidFill>
                <a:latin typeface="IBM Plex Sans"/>
                <a:ea typeface="IBM Plex Sans"/>
                <a:cs typeface="IBM Plex Sans"/>
                <a:sym typeface="IBM Plex Sans"/>
              </a:rPr>
              <a:t>, CTR appendix slides </a:t>
            </a:r>
            <a:r>
              <a:rPr lang="en-US" sz="70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1</a:t>
            </a:r>
            <a:r>
              <a:rPr lang="en-US" sz="700" dirty="0">
                <a:solidFill>
                  <a:schemeClr val="bg1">
                    <a:lumMod val="49000"/>
                  </a:schemeClr>
                </a:solidFill>
                <a:latin typeface="IBM Plex Sans"/>
                <a:ea typeface="IBM Plex Sans"/>
                <a:cs typeface="IBM Plex Sans"/>
                <a:sym typeface="IBM Plex Sans"/>
              </a:rPr>
              <a:t> and </a:t>
            </a:r>
            <a:r>
              <a:rPr lang="en-US" sz="70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2</a:t>
            </a:r>
            <a:r>
              <a:rPr lang="en-US" sz="700" dirty="0">
                <a:solidFill>
                  <a:schemeClr val="bg1">
                    <a:lumMod val="49000"/>
                  </a:schemeClr>
                </a:solidFill>
                <a:latin typeface="IBM Plex Sans"/>
                <a:ea typeface="IBM Plex Sans"/>
                <a:cs typeface="IBM Plex Sans"/>
                <a:sym typeface="IBM Plex Sans"/>
              </a:rPr>
              <a:t>; detailed regional data in appendix: </a:t>
            </a:r>
            <a:r>
              <a:rPr lang="en-US" sz="70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US</a:t>
            </a:r>
            <a:r>
              <a:rPr lang="en-US" sz="700" dirty="0">
                <a:solidFill>
                  <a:schemeClr val="bg1">
                    <a:lumMod val="49000"/>
                  </a:schemeClr>
                </a:solidFill>
                <a:latin typeface="IBM Plex Sans"/>
                <a:ea typeface="IBM Plex Sans"/>
                <a:cs typeface="IBM Plex Sans"/>
                <a:sym typeface="IBM Plex Sans"/>
              </a:rPr>
              <a:t> and </a:t>
            </a:r>
            <a:r>
              <a:rPr lang="en-US" sz="700" dirty="0">
                <a:solidFill>
                  <a:schemeClr val="bg1">
                    <a:lumMod val="49000"/>
                  </a:schemeClr>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RoW</a:t>
            </a:r>
            <a:r>
              <a:rPr lang="en-US" sz="700" dirty="0">
                <a:solidFill>
                  <a:schemeClr val="bg1">
                    <a:lumMod val="49000"/>
                  </a:schemeClr>
                </a:solidFill>
                <a:latin typeface="IBM Plex Sans"/>
                <a:ea typeface="IBM Plex Sans"/>
                <a:cs typeface="IBM Plex Sans"/>
                <a:sym typeface="IBM Plex Sans"/>
              </a:rPr>
              <a:t>, CPC ap</a:t>
            </a:r>
            <a:r>
              <a:rPr lang="en-US" sz="700" dirty="0">
                <a:solidFill>
                  <a:srgbClr val="7D7D7D"/>
                </a:solidFill>
                <a:latin typeface="IBM Plex Sans"/>
                <a:ea typeface="IBM Plex Sans"/>
                <a:cs typeface="IBM Plex Sans"/>
                <a:sym typeface="IBM Plex Sans"/>
              </a:rPr>
              <a:t>pendix slides </a:t>
            </a:r>
            <a:r>
              <a:rPr lang="en-US" sz="700" dirty="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1</a:t>
            </a:r>
            <a:r>
              <a:rPr lang="en-US" sz="700" dirty="0">
                <a:solidFill>
                  <a:srgbClr val="7D7D7D"/>
                </a:solidFill>
                <a:latin typeface="IBM Plex Sans"/>
                <a:ea typeface="IBM Plex Sans"/>
                <a:cs typeface="IBM Plex Sans"/>
                <a:sym typeface="IBM Plex Sans"/>
              </a:rPr>
              <a:t> and </a:t>
            </a:r>
            <a:r>
              <a:rPr lang="en-US" sz="700" dirty="0">
                <a:solidFill>
                  <a:srgbClr val="7D7D7D"/>
                </a:solidFill>
                <a:latin typeface="IBM Plex Sans"/>
                <a:ea typeface="IBM Plex Sans"/>
                <a:cs typeface="IBM Plex Sans"/>
                <a:sym typeface="IBM Plex Sans"/>
                <a:hlinkClick r:id="" action="ppaction://noaction">
                  <a:extLst>
                    <a:ext uri="{A12FA001-AC4F-418D-AE19-62706E023703}">
                      <ahyp:hlinkClr xmlns:ahyp="http://schemas.microsoft.com/office/drawing/2018/hyperlinkcolor" val="tx"/>
                    </a:ext>
                  </a:extLst>
                </a:hlinkClick>
              </a:rPr>
              <a:t>2</a:t>
            </a:r>
            <a:r>
              <a:rPr lang="en-US" sz="700" dirty="0">
                <a:solidFill>
                  <a:srgbClr val="7D7D7D"/>
                </a:solidFill>
                <a:latin typeface="IBM Plex Sans"/>
                <a:ea typeface="IBM Plex Sans"/>
                <a:cs typeface="IBM Plex Sans"/>
                <a:sym typeface="IBM Plex Sans"/>
              </a:rPr>
              <a:t>, CPC multiplied by CTR</a:t>
            </a:r>
            <a:r>
              <a:rPr lang="en-US" sz="700" dirty="0">
                <a:solidFill>
                  <a:srgbClr val="7D7D7D"/>
                </a:solidFill>
                <a:latin typeface="IBM Plex Sans" panose="020B0503050203000203" pitchFamily="34" charset="0"/>
                <a:ea typeface="IBM Plex Sans"/>
                <a:cs typeface="IBM Plex Sans"/>
                <a:sym typeface="IBM Plex Sans"/>
              </a:rPr>
              <a:t>, </a:t>
            </a:r>
            <a:r>
              <a:rPr lang="en-US" sz="700" dirty="0">
                <a:solidFill>
                  <a:srgbClr val="7D7D7D"/>
                </a:solidFill>
                <a:latin typeface="IBM Plex Sans" panose="020B0503050203000203" pitchFamily="34" charset="0"/>
              </a:rPr>
              <a:t>30% reduction to CPC growth rates, reflecting advertiser migration toward AI chatbots (</a:t>
            </a:r>
            <a:r>
              <a:rPr lang="en-US" sz="700" dirty="0">
                <a:solidFill>
                  <a:srgbClr val="7D7D7D"/>
                </a:solidFill>
                <a:latin typeface="IBM Plex Sans" panose="020B0503050203000203" pitchFamily="34" charset="0"/>
                <a:hlinkClick r:id="rId7">
                  <a:extLst>
                    <a:ext uri="{A12FA001-AC4F-418D-AE19-62706E023703}">
                      <ahyp:hlinkClr xmlns:ahyp="http://schemas.microsoft.com/office/drawing/2018/hyperlinkcolor" val="tx"/>
                    </a:ext>
                  </a:extLst>
                </a:hlinkClick>
              </a:rPr>
              <a:t>ChannelLife</a:t>
            </a:r>
            <a:r>
              <a:rPr lang="en-US" sz="700" dirty="0">
                <a:solidFill>
                  <a:srgbClr val="7D7D7D"/>
                </a:solidFill>
                <a:latin typeface="IBM Plex Sans" panose="020B0503050203000203" pitchFamily="34" charset="0"/>
              </a:rPr>
              <a:t>)</a:t>
            </a:r>
            <a:r>
              <a:rPr lang="en-US" sz="700" dirty="0">
                <a:solidFill>
                  <a:schemeClr val="bg1">
                    <a:lumMod val="49000"/>
                  </a:schemeClr>
                </a:solidFill>
                <a:latin typeface="IBM Plex Sans" panose="020B0503050203000203" pitchFamily="34" charset="0"/>
                <a:ea typeface="IBM Plex Sans"/>
                <a:cs typeface="IBM Plex Sans"/>
                <a:sym typeface="IBM Plex Sans"/>
              </a:rPr>
              <a:t> </a:t>
            </a:r>
            <a:endParaRPr lang="en-US" sz="700" b="0" i="0" u="none" strike="noStrike" cap="none" noProof="0" dirty="0">
              <a:solidFill>
                <a:srgbClr val="7F7F7F"/>
              </a:solidFill>
              <a:latin typeface="IBM Plex Sans" panose="020B0503050203000203" pitchFamily="34" charset="0"/>
              <a:ea typeface="IBM Plex Sans"/>
              <a:cs typeface="IBM Plex Sans"/>
            </a:endParaRPr>
          </a:p>
          <a:p>
            <a:r>
              <a:rPr lang="en-US" sz="700" noProof="0" dirty="0">
                <a:solidFill>
                  <a:srgbClr val="7F7F7F"/>
                </a:solidFill>
                <a:latin typeface="IBM Plex Sans"/>
                <a:sym typeface="IBM Plex Sans"/>
              </a:rPr>
              <a:t>*2024 data: estimated using Google volume and revenue and the 2025 fixed parameters of  Rev and Non-Rev generating searches as well as US/</a:t>
            </a:r>
            <a:r>
              <a:rPr lang="en-US" sz="700" noProof="0" dirty="0" err="1">
                <a:solidFill>
                  <a:srgbClr val="7F7F7F"/>
                </a:solidFill>
                <a:latin typeface="IBM Plex Sans"/>
                <a:sym typeface="IBM Plex Sans"/>
              </a:rPr>
              <a:t>RoW</a:t>
            </a:r>
            <a:r>
              <a:rPr lang="en-US" sz="700" noProof="0" dirty="0">
                <a:solidFill>
                  <a:srgbClr val="7F7F7F"/>
                </a:solidFill>
                <a:latin typeface="IBM Plex Sans"/>
                <a:sym typeface="IBM Plex Sans"/>
              </a:rPr>
              <a:t>/Desktop/Mobile split</a:t>
            </a:r>
            <a:endParaRPr lang="en-US" sz="700" noProof="0" dirty="0">
              <a:solidFill>
                <a:srgbClr val="7F7F7F"/>
              </a:solidFill>
              <a:latin typeface="IBM Plex Sans"/>
            </a:endParaRPr>
          </a:p>
        </p:txBody>
      </p:sp>
      <p:sp>
        <p:nvSpPr>
          <p:cNvPr id="5" name="Google Shape;1000;p68">
            <a:extLst>
              <a:ext uri="{FF2B5EF4-FFF2-40B4-BE49-F238E27FC236}">
                <a16:creationId xmlns:a16="http://schemas.microsoft.com/office/drawing/2014/main" id="{BB6992A9-2F24-1C11-0432-59D545671273}"/>
              </a:ext>
            </a:extLst>
          </p:cNvPr>
          <p:cNvSpPr txBox="1"/>
          <p:nvPr/>
        </p:nvSpPr>
        <p:spPr>
          <a:xfrm>
            <a:off x="6263763" y="1427543"/>
            <a:ext cx="5577840" cy="253385"/>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r>
              <a:rPr lang="en-US" sz="1200" b="1" i="0" u="none" strike="noStrike" cap="none" noProof="0" dirty="0">
                <a:solidFill>
                  <a:schemeClr val="lt1"/>
                </a:solidFill>
                <a:latin typeface="IBM Plex Sans"/>
                <a:ea typeface="IBM Plex Sans"/>
                <a:cs typeface="IBM Plex Sans"/>
                <a:sym typeface="IBM Plex Sans"/>
              </a:rPr>
              <a:t>Search revenue, Billions</a:t>
            </a:r>
            <a:r>
              <a:rPr lang="en-US" sz="1200" b="1" i="0" u="none" strike="noStrike" cap="none" baseline="30000" noProof="0" dirty="0">
                <a:solidFill>
                  <a:schemeClr val="lt1"/>
                </a:solidFill>
                <a:latin typeface="IBM Plex Sans"/>
                <a:ea typeface="IBM Plex Sans"/>
                <a:cs typeface="IBM Plex Sans"/>
                <a:sym typeface="IBM Plex Sans"/>
              </a:rPr>
              <a:t>2</a:t>
            </a:r>
            <a:endParaRPr lang="en-US" baseline="30000" noProof="0" dirty="0"/>
          </a:p>
        </p:txBody>
      </p:sp>
      <p:graphicFrame>
        <p:nvGraphicFramePr>
          <p:cNvPr id="11" name="Google Shape;984;p67">
            <a:extLst>
              <a:ext uri="{FF2B5EF4-FFF2-40B4-BE49-F238E27FC236}">
                <a16:creationId xmlns:a16="http://schemas.microsoft.com/office/drawing/2014/main" id="{430706FB-41ED-9150-2727-8F432E21FE82}"/>
              </a:ext>
            </a:extLst>
          </p:cNvPr>
          <p:cNvGraphicFramePr/>
          <p:nvPr/>
        </p:nvGraphicFramePr>
        <p:xfrm>
          <a:off x="6263764" y="-549246"/>
          <a:ext cx="4578407" cy="5867061"/>
        </p:xfrm>
        <a:graphic>
          <a:graphicData uri="http://schemas.openxmlformats.org/drawingml/2006/chart">
            <c:chart xmlns:c="http://schemas.openxmlformats.org/drawingml/2006/chart" xmlns:r="http://schemas.openxmlformats.org/officeDocument/2006/relationships" r:id="rId8"/>
          </a:graphicData>
        </a:graphic>
      </p:graphicFrame>
      <p:sp>
        <p:nvSpPr>
          <p:cNvPr id="18" name="TextBox 16">
            <a:extLst>
              <a:ext uri="{FF2B5EF4-FFF2-40B4-BE49-F238E27FC236}">
                <a16:creationId xmlns:a16="http://schemas.microsoft.com/office/drawing/2014/main" id="{92CC989D-D7FC-7DB1-E516-56F2B3FCC31D}"/>
              </a:ext>
            </a:extLst>
          </p:cNvPr>
          <p:cNvSpPr txBox="1"/>
          <p:nvPr/>
        </p:nvSpPr>
        <p:spPr>
          <a:xfrm>
            <a:off x="10897456" y="2845939"/>
            <a:ext cx="807488" cy="276999"/>
          </a:xfrm>
          <a:prstGeom prst="rect">
            <a:avLst/>
          </a:prstGeom>
          <a:noFill/>
        </p:spPr>
        <p:txBody>
          <a:bodyPr wrap="square" rtlCol="0">
            <a:spAutoFit/>
          </a:bodyPr>
          <a:lstStyle/>
          <a:p>
            <a:pPr algn="ctr"/>
            <a:r>
              <a:rPr lang="en-US" sz="1200" b="1" dirty="0">
                <a:latin typeface="IBM Plex Sans" panose="020B0503050203000203" pitchFamily="34" charset="0"/>
              </a:rPr>
              <a:t>-6.2</a:t>
            </a:r>
            <a:r>
              <a:rPr lang="en-US" sz="1200" b="1" noProof="0" dirty="0">
                <a:latin typeface="IBM Plex Sans" panose="020B0503050203000203" pitchFamily="34" charset="0"/>
              </a:rPr>
              <a:t>%</a:t>
            </a:r>
          </a:p>
        </p:txBody>
      </p:sp>
      <p:sp>
        <p:nvSpPr>
          <p:cNvPr id="19" name="TextBox 16">
            <a:extLst>
              <a:ext uri="{FF2B5EF4-FFF2-40B4-BE49-F238E27FC236}">
                <a16:creationId xmlns:a16="http://schemas.microsoft.com/office/drawing/2014/main" id="{1E361AD6-B5B2-451E-66D8-A9FB05DEFABA}"/>
              </a:ext>
            </a:extLst>
          </p:cNvPr>
          <p:cNvSpPr txBox="1"/>
          <p:nvPr/>
        </p:nvSpPr>
        <p:spPr>
          <a:xfrm>
            <a:off x="10897456" y="3590289"/>
            <a:ext cx="807488" cy="276999"/>
          </a:xfrm>
          <a:prstGeom prst="rect">
            <a:avLst/>
          </a:prstGeom>
          <a:noFill/>
        </p:spPr>
        <p:txBody>
          <a:bodyPr wrap="square" rtlCol="0">
            <a:spAutoFit/>
          </a:bodyPr>
          <a:lstStyle/>
          <a:p>
            <a:pPr algn="ctr"/>
            <a:r>
              <a:rPr lang="en-US" sz="1200" b="1" dirty="0">
                <a:latin typeface="IBM Plex Sans" panose="020B0503050203000203" pitchFamily="34" charset="0"/>
              </a:rPr>
              <a:t>-7.3</a:t>
            </a:r>
            <a:r>
              <a:rPr lang="en-US" sz="1200" b="1" noProof="0" dirty="0">
                <a:latin typeface="IBM Plex Sans" panose="020B0503050203000203" pitchFamily="34" charset="0"/>
              </a:rPr>
              <a:t>%</a:t>
            </a:r>
          </a:p>
        </p:txBody>
      </p:sp>
      <p:sp>
        <p:nvSpPr>
          <p:cNvPr id="20" name="TextBox 16">
            <a:extLst>
              <a:ext uri="{FF2B5EF4-FFF2-40B4-BE49-F238E27FC236}">
                <a16:creationId xmlns:a16="http://schemas.microsoft.com/office/drawing/2014/main" id="{CAB6BAD6-2D61-9B94-AE69-336F2FD865DB}"/>
              </a:ext>
            </a:extLst>
          </p:cNvPr>
          <p:cNvSpPr txBox="1"/>
          <p:nvPr/>
        </p:nvSpPr>
        <p:spPr>
          <a:xfrm>
            <a:off x="10897456" y="4343944"/>
            <a:ext cx="807488" cy="276999"/>
          </a:xfrm>
          <a:prstGeom prst="rect">
            <a:avLst/>
          </a:prstGeom>
          <a:noFill/>
        </p:spPr>
        <p:txBody>
          <a:bodyPr wrap="square" rtlCol="0">
            <a:spAutoFit/>
          </a:bodyPr>
          <a:lstStyle/>
          <a:p>
            <a:pPr algn="ctr"/>
            <a:r>
              <a:rPr lang="en-US" sz="1200" b="1" dirty="0">
                <a:latin typeface="IBM Plex Sans" panose="020B0503050203000203" pitchFamily="34" charset="0"/>
              </a:rPr>
              <a:t>-5</a:t>
            </a:r>
            <a:r>
              <a:rPr lang="en-US" sz="1200" b="1" noProof="0" dirty="0">
                <a:latin typeface="IBM Plex Sans" panose="020B0503050203000203" pitchFamily="34" charset="0"/>
              </a:rPr>
              <a:t>.8%</a:t>
            </a:r>
          </a:p>
        </p:txBody>
      </p:sp>
      <p:sp>
        <p:nvSpPr>
          <p:cNvPr id="27" name="TextBox 16">
            <a:extLst>
              <a:ext uri="{FF2B5EF4-FFF2-40B4-BE49-F238E27FC236}">
                <a16:creationId xmlns:a16="http://schemas.microsoft.com/office/drawing/2014/main" id="{C1BA2823-14E5-03B8-DD02-4A6A38B0B144}"/>
              </a:ext>
            </a:extLst>
          </p:cNvPr>
          <p:cNvSpPr txBox="1"/>
          <p:nvPr/>
        </p:nvSpPr>
        <p:spPr>
          <a:xfrm>
            <a:off x="10789325" y="2165952"/>
            <a:ext cx="977061" cy="461665"/>
          </a:xfrm>
          <a:prstGeom prst="rect">
            <a:avLst/>
          </a:prstGeom>
          <a:noFill/>
        </p:spPr>
        <p:txBody>
          <a:bodyPr wrap="square" rtlCol="0">
            <a:spAutoFit/>
          </a:bodyPr>
          <a:lstStyle/>
          <a:p>
            <a:pPr algn="ctr"/>
            <a:r>
              <a:rPr lang="en-US" sz="1200" b="1" u="sng" noProof="0" dirty="0">
                <a:latin typeface="IBM Plex Sans" panose="020B0503050203000203" pitchFamily="34" charset="0"/>
              </a:rPr>
              <a:t>CAGR </a:t>
            </a:r>
            <a:br>
              <a:rPr lang="en-US" sz="1200" b="1" u="sng" noProof="0" dirty="0">
                <a:latin typeface="IBM Plex Sans" panose="020B0503050203000203" pitchFamily="34" charset="0"/>
              </a:rPr>
            </a:br>
            <a:r>
              <a:rPr lang="en-US" sz="1200" b="1" u="sng" noProof="0" dirty="0">
                <a:latin typeface="IBM Plex Sans" panose="020B0503050203000203" pitchFamily="34" charset="0"/>
              </a:rPr>
              <a:t>(‘25 – ‘30)</a:t>
            </a:r>
          </a:p>
        </p:txBody>
      </p:sp>
      <p:graphicFrame>
        <p:nvGraphicFramePr>
          <p:cNvPr id="30" name="Google Shape;984;p67">
            <a:extLst>
              <a:ext uri="{FF2B5EF4-FFF2-40B4-BE49-F238E27FC236}">
                <a16:creationId xmlns:a16="http://schemas.microsoft.com/office/drawing/2014/main" id="{3F6E1ABC-C7F0-F0F9-8F14-D74871D0607E}"/>
              </a:ext>
            </a:extLst>
          </p:cNvPr>
          <p:cNvGraphicFramePr/>
          <p:nvPr/>
        </p:nvGraphicFramePr>
        <p:xfrm>
          <a:off x="420410" y="1280209"/>
          <a:ext cx="4882657" cy="3817434"/>
        </p:xfrm>
        <a:graphic>
          <a:graphicData uri="http://schemas.openxmlformats.org/drawingml/2006/chart">
            <c:chart xmlns:c="http://schemas.openxmlformats.org/drawingml/2006/chart" xmlns:r="http://schemas.openxmlformats.org/officeDocument/2006/relationships" r:id="rId9"/>
          </a:graphicData>
        </a:graphic>
      </p:graphicFrame>
      <p:sp>
        <p:nvSpPr>
          <p:cNvPr id="12" name="Rectangle 767">
            <a:extLst>
              <a:ext uri="{FF2B5EF4-FFF2-40B4-BE49-F238E27FC236}">
                <a16:creationId xmlns:a16="http://schemas.microsoft.com/office/drawing/2014/main" id="{A1D74E73-CB97-357E-3118-4864BC2A96F5}"/>
              </a:ext>
            </a:extLst>
          </p:cNvPr>
          <p:cNvSpPr/>
          <p:nvPr/>
        </p:nvSpPr>
        <p:spPr>
          <a:xfrm>
            <a:off x="8232750" y="1764864"/>
            <a:ext cx="270665" cy="170007"/>
          </a:xfrm>
          <a:prstGeom prst="rect">
            <a:avLst/>
          </a:prstGeom>
          <a:solidFill>
            <a:srgbClr val="7FD7A7"/>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dirty="0">
                <a:solidFill>
                  <a:schemeClr val="tx1"/>
                </a:solidFill>
                <a:latin typeface="IBM Plex Sans" panose="020B0503050203000203" pitchFamily="34" charset="0"/>
              </a:rPr>
              <a:t>US</a:t>
            </a:r>
          </a:p>
        </p:txBody>
      </p:sp>
      <p:sp>
        <p:nvSpPr>
          <p:cNvPr id="13" name="Rectangle 768">
            <a:extLst>
              <a:ext uri="{FF2B5EF4-FFF2-40B4-BE49-F238E27FC236}">
                <a16:creationId xmlns:a16="http://schemas.microsoft.com/office/drawing/2014/main" id="{99E0ED51-FAB9-FD3D-98D7-9EF7B3678AE7}"/>
              </a:ext>
            </a:extLst>
          </p:cNvPr>
          <p:cNvSpPr/>
          <p:nvPr/>
        </p:nvSpPr>
        <p:spPr>
          <a:xfrm>
            <a:off x="8997739" y="1764864"/>
            <a:ext cx="270665" cy="170007"/>
          </a:xfrm>
          <a:prstGeom prst="rect">
            <a:avLst/>
          </a:prstGeom>
          <a:solidFill>
            <a:srgbClr val="C197E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1">
                <a:solidFill>
                  <a:schemeClr val="tx1"/>
                </a:solidFill>
                <a:latin typeface="IBM Plex Sans" panose="020B0503050203000203" pitchFamily="34" charset="0"/>
              </a:rPr>
              <a:t>RoW</a:t>
            </a:r>
            <a:endParaRPr lang="en-US" sz="1200" noProof="0" dirty="0">
              <a:solidFill>
                <a:schemeClr val="tx1"/>
              </a:solidFill>
              <a:latin typeface="IBM Plex Sans" panose="020B0503050203000203" pitchFamily="34" charset="0"/>
            </a:endParaRPr>
          </a:p>
        </p:txBody>
      </p:sp>
      <p:sp>
        <p:nvSpPr>
          <p:cNvPr id="16" name="Rectangle 767">
            <a:extLst>
              <a:ext uri="{FF2B5EF4-FFF2-40B4-BE49-F238E27FC236}">
                <a16:creationId xmlns:a16="http://schemas.microsoft.com/office/drawing/2014/main" id="{1839AA09-DCDE-C433-9BB0-678B770103EC}"/>
              </a:ext>
            </a:extLst>
          </p:cNvPr>
          <p:cNvSpPr/>
          <p:nvPr/>
        </p:nvSpPr>
        <p:spPr>
          <a:xfrm>
            <a:off x="870462" y="1766193"/>
            <a:ext cx="270665" cy="170007"/>
          </a:xfrm>
          <a:prstGeom prst="rect">
            <a:avLst/>
          </a:prstGeom>
          <a:solidFill>
            <a:srgbClr val="7FD7A7"/>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dirty="0">
                <a:solidFill>
                  <a:schemeClr val="tx1"/>
                </a:solidFill>
                <a:latin typeface="IBM Plex Sans" panose="020B0503050203000203" pitchFamily="34" charset="0"/>
              </a:rPr>
              <a:t>Non-revenue generating</a:t>
            </a:r>
          </a:p>
        </p:txBody>
      </p:sp>
      <p:sp>
        <p:nvSpPr>
          <p:cNvPr id="26" name="Rectangle 768">
            <a:extLst>
              <a:ext uri="{FF2B5EF4-FFF2-40B4-BE49-F238E27FC236}">
                <a16:creationId xmlns:a16="http://schemas.microsoft.com/office/drawing/2014/main" id="{57941D89-C9FB-5CF8-7D38-8D95002B2F1B}"/>
              </a:ext>
            </a:extLst>
          </p:cNvPr>
          <p:cNvSpPr/>
          <p:nvPr/>
        </p:nvSpPr>
        <p:spPr>
          <a:xfrm>
            <a:off x="3073737" y="1766193"/>
            <a:ext cx="270665" cy="170007"/>
          </a:xfrm>
          <a:prstGeom prst="rect">
            <a:avLst/>
          </a:prstGeom>
          <a:solidFill>
            <a:srgbClr val="C197E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Revenue generating</a:t>
            </a:r>
          </a:p>
        </p:txBody>
      </p:sp>
      <p:sp>
        <p:nvSpPr>
          <p:cNvPr id="2" name="CaixaDeTexto 1">
            <a:extLst>
              <a:ext uri="{FF2B5EF4-FFF2-40B4-BE49-F238E27FC236}">
                <a16:creationId xmlns:a16="http://schemas.microsoft.com/office/drawing/2014/main" id="{C3C43A85-27B0-8B84-7ABE-7201D5A46205}"/>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scenarios</a:t>
            </a:r>
          </a:p>
        </p:txBody>
      </p:sp>
    </p:spTree>
    <p:extLst>
      <p:ext uri="{BB962C8B-B14F-4D97-AF65-F5344CB8AC3E}">
        <p14:creationId xmlns:p14="http://schemas.microsoft.com/office/powerpoint/2010/main" val="287688976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636">
          <a:extLst>
            <a:ext uri="{FF2B5EF4-FFF2-40B4-BE49-F238E27FC236}">
              <a16:creationId xmlns:a16="http://schemas.microsoft.com/office/drawing/2014/main" id="{761E305B-3003-67C5-AE34-1E9AA7A61B9D}"/>
            </a:ext>
          </a:extLst>
        </p:cNvPr>
        <p:cNvGrpSpPr/>
        <p:nvPr/>
      </p:nvGrpSpPr>
      <p:grpSpPr>
        <a:xfrm>
          <a:off x="0" y="0"/>
          <a:ext cx="0" cy="0"/>
          <a:chOff x="0" y="0"/>
          <a:chExt cx="0" cy="0"/>
        </a:xfrm>
      </p:grpSpPr>
      <p:sp>
        <p:nvSpPr>
          <p:cNvPr id="637" name="Google Shape;637;g3b2110f3d24_0_132">
            <a:extLst>
              <a:ext uri="{FF2B5EF4-FFF2-40B4-BE49-F238E27FC236}">
                <a16:creationId xmlns:a16="http://schemas.microsoft.com/office/drawing/2014/main" id="{E09E0C0F-B23E-53B5-A6CA-1501B1250377}"/>
              </a:ext>
            </a:extLst>
          </p:cNvPr>
          <p:cNvSpPr txBox="1">
            <a:spLocks noGrp="1"/>
          </p:cNvSpPr>
          <p:nvPr>
            <p:ph type="title"/>
          </p:nvPr>
        </p:nvSpPr>
        <p:spPr>
          <a:xfrm>
            <a:off x="420595" y="504611"/>
            <a:ext cx="11753366" cy="387798"/>
          </a:xfrm>
          <a:prstGeom prst="rect">
            <a:avLst/>
          </a:prstGeom>
          <a:noFill/>
          <a:ln>
            <a:noFill/>
          </a:ln>
        </p:spPr>
        <p:txBody>
          <a:bodyPr spcFirstLastPara="1" wrap="square" lIns="0" tIns="0" rIns="0" bIns="0" anchor="t" anchorCtr="0">
            <a:spAutoFit/>
          </a:bodyPr>
          <a:lstStyle/>
          <a:p>
            <a:r>
              <a:rPr lang="en-US" noProof="0"/>
              <a:t>Search volume remains resilient despite AI, challenging 2024 forecasts</a:t>
            </a:r>
            <a:endParaRPr lang="en-US" sz="2000" noProof="0"/>
          </a:p>
        </p:txBody>
      </p:sp>
      <p:sp>
        <p:nvSpPr>
          <p:cNvPr id="639" name="Google Shape;639;g3b2110f3d24_0_132">
            <a:extLst>
              <a:ext uri="{FF2B5EF4-FFF2-40B4-BE49-F238E27FC236}">
                <a16:creationId xmlns:a16="http://schemas.microsoft.com/office/drawing/2014/main" id="{C2056EA9-A700-1899-D14B-30E7DD0F742B}"/>
              </a:ext>
            </a:extLst>
          </p:cNvPr>
          <p:cNvSpPr/>
          <p:nvPr/>
        </p:nvSpPr>
        <p:spPr>
          <a:xfrm>
            <a:off x="420594" y="6368502"/>
            <a:ext cx="9858900" cy="99900"/>
          </a:xfrm>
          <a:prstGeom prst="roundRect">
            <a:avLst>
              <a:gd name="adj" fmla="val 0"/>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None/>
            </a:pPr>
            <a:r>
              <a:rPr lang="en-US" sz="700" b="0" i="0" u="none" strike="noStrike" cap="none" noProof="0">
                <a:solidFill>
                  <a:srgbClr val="7F7F7F"/>
                </a:solidFill>
                <a:latin typeface="IBM Plex Sans"/>
                <a:ea typeface="IBM Plex Sans"/>
                <a:cs typeface="IBM Plex Sans"/>
                <a:sym typeface="IBM Plex Sans"/>
              </a:rPr>
              <a:t>Sources: (1) </a:t>
            </a:r>
            <a:r>
              <a:rPr lang="en-US" sz="700" b="0" i="0" u="sng" strike="noStrike" cap="none"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SQ Magazine </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TTM</a:t>
            </a:r>
            <a:r>
              <a:rPr lang="en-US" sz="700" b="0" i="0" u="none" strike="noStrike" cap="none" noProof="0">
                <a:solidFill>
                  <a:srgbClr val="7F7F7F"/>
                </a:solidFill>
                <a:latin typeface="IBM Plex Sans"/>
                <a:ea typeface="IBM Plex Sans"/>
                <a:cs typeface="IBM Plex Sans"/>
                <a:sym typeface="IBM Plex Sans"/>
              </a:rPr>
              <a:t>S;  (3) </a:t>
            </a:r>
            <a:r>
              <a:rPr lang="en-US" sz="700" b="0" i="0" u="sng" strike="noStrike" cap="none" noProof="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Unece</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Datos</a:t>
            </a:r>
            <a:r>
              <a:rPr lang="en-US" sz="700" b="0" i="0" u="none" strike="noStrike" cap="none" noProof="0">
                <a:solidFill>
                  <a:srgbClr val="7F7F7F"/>
                </a:solidFill>
                <a:latin typeface="IBM Plex Sans"/>
                <a:ea typeface="IBM Plex Sans"/>
                <a:cs typeface="IBM Plex Sans"/>
                <a:sym typeface="IBM Plex Sans"/>
              </a:rPr>
              <a:t>; (5) </a:t>
            </a:r>
            <a:r>
              <a:rPr lang="en-US" sz="700" b="0" i="0" u="sng" strike="noStrike" cap="none" noProof="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Yahoo</a:t>
            </a:r>
            <a:r>
              <a:rPr lang="en-US" sz="700" b="0" i="0" u="none" strike="noStrike" cap="none" noProof="0">
                <a:solidFill>
                  <a:srgbClr val="7F7F7F"/>
                </a:solidFill>
                <a:latin typeface="IBM Plex Sans"/>
                <a:ea typeface="IBM Plex Sans"/>
                <a:cs typeface="IBM Plex Sans"/>
                <a:sym typeface="IBM Plex Sans"/>
              </a:rPr>
              <a:t>; (6) </a:t>
            </a:r>
            <a:r>
              <a:rPr lang="en-US" sz="700" b="0" i="0" u="sng" strike="noStrike" cap="none"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SEJ</a:t>
            </a:r>
            <a:r>
              <a:rPr lang="en-US" sz="700" b="0" i="0" u="none" strike="noStrike" cap="none" noProof="0">
                <a:solidFill>
                  <a:srgbClr val="7F7F7F"/>
                </a:solidFill>
                <a:latin typeface="IBM Plex Sans"/>
                <a:ea typeface="IBM Plex Sans"/>
                <a:cs typeface="IBM Plex Sans"/>
                <a:sym typeface="IBM Plex Sans"/>
              </a:rPr>
              <a:t>; (7) </a:t>
            </a:r>
            <a:r>
              <a:rPr lang="en-US" sz="700" b="0" i="0" u="sng" strike="noStrike" cap="none"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SEL</a:t>
            </a:r>
            <a:r>
              <a:rPr lang="en-US" sz="700" b="0" i="0" u="none" strike="noStrike" cap="none" noProof="0">
                <a:solidFill>
                  <a:srgbClr val="7F7F7F"/>
                </a:solidFill>
                <a:latin typeface="IBM Plex Sans"/>
                <a:ea typeface="IBM Plex Sans"/>
                <a:cs typeface="IBM Plex Sans"/>
                <a:sym typeface="IBM Plex Sans"/>
              </a:rPr>
              <a:t>; (8)  </a:t>
            </a:r>
            <a:r>
              <a:rPr lang="en-US" sz="700" b="0" i="0" u="sng" strike="noStrike" cap="none" noProof="0" err="1">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DemandSage</a:t>
            </a:r>
            <a:endParaRPr lang="en-US" sz="700" b="0" i="0" u="none" strike="noStrike" cap="none" noProof="0">
              <a:solidFill>
                <a:srgbClr val="7F7F7F"/>
              </a:solidFill>
              <a:latin typeface="IBM Plex Sans"/>
              <a:ea typeface="IBM Plex Sans"/>
              <a:cs typeface="IBM Plex Sans"/>
            </a:endParaRPr>
          </a:p>
        </p:txBody>
      </p:sp>
      <p:sp>
        <p:nvSpPr>
          <p:cNvPr id="640" name="Google Shape;640;g3b2110f3d24_0_132">
            <a:extLst>
              <a:ext uri="{FF2B5EF4-FFF2-40B4-BE49-F238E27FC236}">
                <a16:creationId xmlns:a16="http://schemas.microsoft.com/office/drawing/2014/main" id="{E3C109B5-D5D8-07C5-86E1-3B2517EC396B}"/>
              </a:ext>
            </a:extLst>
          </p:cNvPr>
          <p:cNvSpPr txBox="1"/>
          <p:nvPr/>
        </p:nvSpPr>
        <p:spPr>
          <a:xfrm>
            <a:off x="420594" y="1316095"/>
            <a:ext cx="7713300" cy="307800"/>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r>
              <a:rPr lang="en-US" sz="1400" b="1" i="0" u="none" strike="noStrike" cap="none" noProof="0">
                <a:solidFill>
                  <a:schemeClr val="lt1"/>
                </a:solidFill>
                <a:latin typeface="IBM Plex Sans"/>
                <a:ea typeface="IBM Plex Sans"/>
                <a:cs typeface="IBM Plex Sans"/>
                <a:sym typeface="IBM Plex Sans"/>
              </a:rPr>
              <a:t>Search Volume growth over 2024 (annual)</a:t>
            </a:r>
            <a:endParaRPr lang="en-US" noProof="0"/>
          </a:p>
        </p:txBody>
      </p:sp>
      <p:sp>
        <p:nvSpPr>
          <p:cNvPr id="641" name="Google Shape;641;g3b2110f3d24_0_132">
            <a:extLst>
              <a:ext uri="{FF2B5EF4-FFF2-40B4-BE49-F238E27FC236}">
                <a16:creationId xmlns:a16="http://schemas.microsoft.com/office/drawing/2014/main" id="{FB10D28D-E5BA-7BA9-F0D5-179AABC5C044}"/>
              </a:ext>
            </a:extLst>
          </p:cNvPr>
          <p:cNvSpPr txBox="1"/>
          <p:nvPr/>
        </p:nvSpPr>
        <p:spPr>
          <a:xfrm>
            <a:off x="8524875" y="1316095"/>
            <a:ext cx="3246600" cy="307800"/>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r>
              <a:rPr lang="en-US" sz="1400" b="1" i="0" u="none" strike="noStrike" cap="none" noProof="0">
                <a:solidFill>
                  <a:schemeClr val="lt1"/>
                </a:solidFill>
                <a:latin typeface="IBM Plex Sans"/>
                <a:ea typeface="IBM Plex Sans"/>
                <a:cs typeface="IBM Plex Sans"/>
                <a:sym typeface="IBM Plex Sans"/>
              </a:rPr>
              <a:t>Insights from research</a:t>
            </a:r>
            <a:endParaRPr lang="en-US" noProof="0"/>
          </a:p>
        </p:txBody>
      </p:sp>
      <p:sp>
        <p:nvSpPr>
          <p:cNvPr id="642" name="Google Shape;642;g3b2110f3d24_0_132">
            <a:extLst>
              <a:ext uri="{FF2B5EF4-FFF2-40B4-BE49-F238E27FC236}">
                <a16:creationId xmlns:a16="http://schemas.microsoft.com/office/drawing/2014/main" id="{FC622F44-4144-26E3-E283-8EED1DDCE323}"/>
              </a:ext>
            </a:extLst>
          </p:cNvPr>
          <p:cNvSpPr txBox="1"/>
          <p:nvPr/>
        </p:nvSpPr>
        <p:spPr>
          <a:xfrm>
            <a:off x="420595" y="5671888"/>
            <a:ext cx="11350800" cy="542700"/>
          </a:xfrm>
          <a:prstGeom prst="rect">
            <a:avLst/>
          </a:prstGeom>
          <a:solidFill>
            <a:srgbClr val="7FD7A7"/>
          </a:solidFill>
          <a:ln>
            <a:noFill/>
          </a:ln>
        </p:spPr>
        <p:txBody>
          <a:bodyPr spcFirstLastPara="1" wrap="square" lIns="68550" tIns="68550" rIns="68550" bIns="68550" anchor="ctr" anchorCtr="0">
            <a:noAutofit/>
          </a:bodyPr>
          <a:lstStyle/>
          <a:p>
            <a:pPr lvl="0" algn="ctr">
              <a:spcBef>
                <a:spcPts val="400"/>
              </a:spcBef>
              <a:spcAft>
                <a:spcPts val="400"/>
              </a:spcAft>
            </a:pPr>
            <a:r>
              <a:rPr lang="en-US" b="1" noProof="0">
                <a:latin typeface="IBM Plex Sans" panose="020B0503050203000203" pitchFamily="34" charset="0"/>
              </a:rPr>
              <a:t>Growth in traditional search volume suggests AI is additive, expanding total TAM rather than cannibalizing it</a:t>
            </a:r>
            <a:endParaRPr lang="en-US" b="1" noProof="0">
              <a:solidFill>
                <a:schemeClr val="dk1"/>
              </a:solidFill>
              <a:latin typeface="IBM Plex Sans" panose="020B0503050203000203" pitchFamily="34" charset="0"/>
              <a:ea typeface="IBM Plex Sans"/>
              <a:cs typeface="IBM Plex Sans"/>
              <a:sym typeface="IBM Plex Sans"/>
            </a:endParaRPr>
          </a:p>
        </p:txBody>
      </p:sp>
      <p:sp>
        <p:nvSpPr>
          <p:cNvPr id="643" name="Google Shape;643;g3b2110f3d24_0_132">
            <a:extLst>
              <a:ext uri="{FF2B5EF4-FFF2-40B4-BE49-F238E27FC236}">
                <a16:creationId xmlns:a16="http://schemas.microsoft.com/office/drawing/2014/main" id="{51792424-ACBC-A8A3-B68F-6A40F628E17D}"/>
              </a:ext>
            </a:extLst>
          </p:cNvPr>
          <p:cNvSpPr/>
          <p:nvPr/>
        </p:nvSpPr>
        <p:spPr>
          <a:xfrm>
            <a:off x="8524875" y="1623871"/>
            <a:ext cx="3246600" cy="3605400"/>
          </a:xfrm>
          <a:prstGeom prst="rect">
            <a:avLst/>
          </a:prstGeom>
          <a:solidFill>
            <a:srgbClr val="F2F2F2"/>
          </a:solidFill>
          <a:ln>
            <a:noFill/>
          </a:ln>
        </p:spPr>
        <p:txBody>
          <a:bodyPr spcFirstLastPara="1" wrap="square" lIns="91425" tIns="45700" rIns="91425" bIns="45700" anchor="t" anchorCtr="0">
            <a:noAutofit/>
          </a:bodyPr>
          <a:lstStyle/>
          <a:p>
            <a:pPr marL="179705" lvl="0" indent="-179705">
              <a:spcBef>
                <a:spcPts val="400"/>
              </a:spcBef>
              <a:buClr>
                <a:schemeClr val="dk1"/>
              </a:buClr>
              <a:buSzPts val="1200"/>
              <a:buFont typeface="Arial"/>
              <a:buChar char="•"/>
            </a:pPr>
            <a:r>
              <a:rPr lang="en-US" noProof="0">
                <a:solidFill>
                  <a:schemeClr val="dk1"/>
                </a:solidFill>
                <a:latin typeface="IBM Plex Sans"/>
                <a:ea typeface="IBM Plex Sans"/>
                <a:cs typeface="IBM Plex Sans"/>
                <a:sym typeface="IBM Plex Sans"/>
              </a:rPr>
              <a:t>Google search volume grew in 2025, with sources reporting </a:t>
            </a:r>
            <a:r>
              <a:rPr lang="en-US" b="1" noProof="0">
                <a:solidFill>
                  <a:schemeClr val="dk1"/>
                </a:solidFill>
                <a:latin typeface="IBM Plex Sans"/>
                <a:ea typeface="IBM Plex Sans"/>
                <a:cs typeface="IBM Plex Sans"/>
                <a:sym typeface="IBM Plex Sans"/>
              </a:rPr>
              <a:t>4.7%</a:t>
            </a:r>
            <a:r>
              <a:rPr lang="en-US" b="1" baseline="30000" noProof="0">
                <a:solidFill>
                  <a:schemeClr val="dk1"/>
                </a:solidFill>
                <a:latin typeface="IBM Plex Sans"/>
                <a:ea typeface="IBM Plex Sans"/>
                <a:cs typeface="IBM Plex Sans"/>
                <a:sym typeface="IBM Plex Sans"/>
              </a:rPr>
              <a:t>1</a:t>
            </a:r>
            <a:r>
              <a:rPr lang="en-US" b="1" noProof="0">
                <a:solidFill>
                  <a:schemeClr val="dk1"/>
                </a:solidFill>
                <a:latin typeface="IBM Plex Sans"/>
                <a:ea typeface="IBM Plex Sans"/>
                <a:cs typeface="IBM Plex Sans"/>
                <a:sym typeface="IBM Plex Sans"/>
              </a:rPr>
              <a:t> to 20%</a:t>
            </a:r>
            <a:r>
              <a:rPr lang="en-US" b="1" baseline="30000" noProof="0">
                <a:solidFill>
                  <a:schemeClr val="dk1"/>
                </a:solidFill>
                <a:latin typeface="IBM Plex Sans"/>
                <a:ea typeface="IBM Plex Sans"/>
                <a:cs typeface="IBM Plex Sans"/>
                <a:sym typeface="IBM Plex Sans"/>
              </a:rPr>
              <a:t>2</a:t>
            </a:r>
            <a:r>
              <a:rPr lang="en-US" b="1" noProof="0">
                <a:solidFill>
                  <a:schemeClr val="dk1"/>
                </a:solidFill>
                <a:latin typeface="IBM Plex Sans"/>
                <a:ea typeface="IBM Plex Sans"/>
                <a:cs typeface="IBM Plex Sans"/>
                <a:sym typeface="IBM Plex Sans"/>
              </a:rPr>
              <a:t> growth </a:t>
            </a:r>
            <a:r>
              <a:rPr lang="en-US" noProof="0">
                <a:solidFill>
                  <a:schemeClr val="dk1"/>
                </a:solidFill>
                <a:latin typeface="IBM Plex Sans"/>
                <a:ea typeface="IBM Plex Sans"/>
                <a:cs typeface="IBM Plex Sans"/>
                <a:sym typeface="IBM Plex Sans"/>
              </a:rPr>
              <a:t>over 2024 (</a:t>
            </a:r>
            <a:r>
              <a:rPr lang="en-US" b="1" noProof="0">
                <a:solidFill>
                  <a:schemeClr val="dk1"/>
                </a:solidFill>
                <a:latin typeface="IBM Plex Sans"/>
                <a:ea typeface="IBM Plex Sans"/>
                <a:cs typeface="IBM Plex Sans"/>
                <a:sym typeface="IBM Plex Sans"/>
              </a:rPr>
              <a:t>11.85%</a:t>
            </a:r>
            <a:r>
              <a:rPr lang="en-US" b="1" baseline="30000" noProof="0">
                <a:solidFill>
                  <a:schemeClr val="dk1"/>
                </a:solidFill>
                <a:latin typeface="IBM Plex Sans"/>
                <a:ea typeface="IBM Plex Sans"/>
                <a:cs typeface="IBM Plex Sans"/>
                <a:sym typeface="IBM Plex Sans"/>
              </a:rPr>
              <a:t>3,8 </a:t>
            </a:r>
            <a:r>
              <a:rPr lang="en-US" noProof="0">
                <a:solidFill>
                  <a:schemeClr val="dk1"/>
                </a:solidFill>
                <a:latin typeface="IBM Plex Sans"/>
                <a:ea typeface="IBM Plex Sans"/>
                <a:cs typeface="IBM Plex Sans"/>
                <a:sym typeface="IBM Plex Sans"/>
              </a:rPr>
              <a:t>average), reaching over 5 trillion searches in 2025</a:t>
            </a:r>
            <a:r>
              <a:rPr lang="en-US" baseline="30000" noProof="0">
                <a:solidFill>
                  <a:schemeClr val="dk1"/>
                </a:solidFill>
                <a:latin typeface="IBM Plex Sans"/>
                <a:ea typeface="IBM Plex Sans"/>
                <a:cs typeface="IBM Plex Sans"/>
                <a:sym typeface="IBM Plex Sans"/>
              </a:rPr>
              <a:t>2</a:t>
            </a:r>
            <a:r>
              <a:rPr lang="en-US" noProof="0">
                <a:solidFill>
                  <a:schemeClr val="dk1"/>
                </a:solidFill>
                <a:latin typeface="IBM Plex Sans"/>
                <a:ea typeface="IBM Plex Sans"/>
                <a:cs typeface="IBM Plex Sans"/>
                <a:sym typeface="IBM Plex Sans"/>
              </a:rPr>
              <a:t> </a:t>
            </a:r>
            <a:endParaRPr lang="en-US" b="1" noProof="0">
              <a:solidFill>
                <a:schemeClr val="dk1"/>
              </a:solidFill>
            </a:endParaRPr>
          </a:p>
          <a:p>
            <a:pPr marL="179705" lvl="0" indent="-179705">
              <a:spcBef>
                <a:spcPts val="1400"/>
              </a:spcBef>
              <a:buClr>
                <a:schemeClr val="dk1"/>
              </a:buClr>
              <a:buSzPts val="1200"/>
              <a:buFont typeface="Arial"/>
              <a:buChar char="•"/>
            </a:pPr>
            <a:r>
              <a:rPr lang="en-US" noProof="0">
                <a:solidFill>
                  <a:schemeClr val="dk1"/>
                </a:solidFill>
                <a:latin typeface="IBM Plex Sans"/>
                <a:ea typeface="IBM Plex Sans"/>
                <a:cs typeface="IBM Plex Sans"/>
                <a:sym typeface="IBM Plex Sans"/>
              </a:rPr>
              <a:t>Despite this, </a:t>
            </a:r>
            <a:r>
              <a:rPr lang="en-US" b="1" noProof="0">
                <a:solidFill>
                  <a:schemeClr val="dk1"/>
                </a:solidFill>
                <a:latin typeface="IBM Plex Sans"/>
                <a:ea typeface="IBM Plex Sans"/>
                <a:cs typeface="IBM Plex Sans"/>
                <a:sym typeface="IBM Plex Sans"/>
              </a:rPr>
              <a:t>none of the sources </a:t>
            </a:r>
            <a:r>
              <a:rPr lang="en-US" noProof="0">
                <a:solidFill>
                  <a:schemeClr val="dk1"/>
                </a:solidFill>
                <a:latin typeface="IBM Plex Sans"/>
                <a:ea typeface="IBM Plex Sans"/>
                <a:cs typeface="IBM Plex Sans"/>
                <a:sym typeface="IBM Plex Sans"/>
              </a:rPr>
              <a:t>reviewed in 2024 </a:t>
            </a:r>
            <a:r>
              <a:rPr lang="en-US" b="1" noProof="0">
                <a:solidFill>
                  <a:schemeClr val="dk1"/>
                </a:solidFill>
                <a:latin typeface="IBM Plex Sans"/>
                <a:ea typeface="IBM Plex Sans"/>
                <a:cs typeface="IBM Plex Sans"/>
                <a:sym typeface="IBM Plex Sans"/>
              </a:rPr>
              <a:t>revised their projections</a:t>
            </a:r>
            <a:endParaRPr lang="en-US" b="1" noProof="0">
              <a:solidFill>
                <a:schemeClr val="dk1"/>
              </a:solidFill>
            </a:endParaRPr>
          </a:p>
          <a:p>
            <a:pPr marL="179705" indent="-179705">
              <a:spcBef>
                <a:spcPts val="1400"/>
              </a:spcBef>
              <a:spcAft>
                <a:spcPts val="1000"/>
              </a:spcAft>
              <a:buClr>
                <a:schemeClr val="dk1"/>
              </a:buClr>
              <a:buSzPts val="1200"/>
              <a:buFont typeface="Arial"/>
              <a:buChar char="•"/>
            </a:pPr>
            <a:r>
              <a:rPr lang="en-US" b="1">
                <a:solidFill>
                  <a:schemeClr val="dk1"/>
                </a:solidFill>
                <a:latin typeface="IBM Plex Sans"/>
                <a:ea typeface="IBM Plex Sans"/>
                <a:sym typeface="IBM Plex Sans"/>
              </a:rPr>
              <a:t>Negative projections underestimated the uplift from AI Overviews</a:t>
            </a:r>
            <a:r>
              <a:rPr lang="en-US">
                <a:solidFill>
                  <a:schemeClr val="dk1"/>
                </a:solidFill>
                <a:latin typeface="IBM Plex Sans"/>
                <a:ea typeface="IBM Plex Sans"/>
                <a:sym typeface="IBM Plex Sans"/>
              </a:rPr>
              <a:t>, which emerged as a </a:t>
            </a:r>
            <a:r>
              <a:rPr lang="en-US" b="1">
                <a:solidFill>
                  <a:schemeClr val="dk1"/>
                </a:solidFill>
                <a:latin typeface="IBM Plex Sans"/>
                <a:ea typeface="IBM Plex Sans"/>
                <a:sym typeface="IBM Plex Sans"/>
              </a:rPr>
              <a:t>counter-response from traditional search incumbents</a:t>
            </a:r>
            <a:r>
              <a:rPr lang="en-US" baseline="30000">
                <a:solidFill>
                  <a:schemeClr val="dk1"/>
                </a:solidFill>
                <a:latin typeface="IBM Plex Sans"/>
                <a:ea typeface="IBM Plex Sans"/>
                <a:sym typeface="IBM Plex Sans"/>
              </a:rPr>
              <a:t>4,5,6,7</a:t>
            </a:r>
            <a:endParaRPr lang="en-US" baseline="30000" noProof="0">
              <a:solidFill>
                <a:schemeClr val="dk1"/>
              </a:solidFill>
              <a:latin typeface="IBM Plex Sans"/>
              <a:ea typeface="IBM Plex Sans"/>
              <a:cs typeface="IBM Plex Sans"/>
            </a:endParaRPr>
          </a:p>
        </p:txBody>
      </p:sp>
      <p:cxnSp>
        <p:nvCxnSpPr>
          <p:cNvPr id="644" name="Google Shape;644;g3b2110f3d24_0_132">
            <a:extLst>
              <a:ext uri="{FF2B5EF4-FFF2-40B4-BE49-F238E27FC236}">
                <a16:creationId xmlns:a16="http://schemas.microsoft.com/office/drawing/2014/main" id="{4BA8D15D-89BE-AFFA-D4D1-1FBB11341D7B}"/>
              </a:ext>
            </a:extLst>
          </p:cNvPr>
          <p:cNvCxnSpPr/>
          <p:nvPr/>
        </p:nvCxnSpPr>
        <p:spPr>
          <a:xfrm>
            <a:off x="1214582" y="5308691"/>
            <a:ext cx="5394900" cy="0"/>
          </a:xfrm>
          <a:prstGeom prst="straightConnector1">
            <a:avLst/>
          </a:prstGeom>
          <a:noFill/>
          <a:ln w="9525" cap="flat" cmpd="sng">
            <a:solidFill>
              <a:schemeClr val="dk1"/>
            </a:solidFill>
            <a:prstDash val="solid"/>
            <a:miter lim="800000"/>
            <a:headEnd type="triangle" w="med" len="med"/>
            <a:tailEnd type="triangle" w="med" len="med"/>
          </a:ln>
        </p:spPr>
      </p:cxnSp>
      <p:sp>
        <p:nvSpPr>
          <p:cNvPr id="645" name="Google Shape;645;g3b2110f3d24_0_132">
            <a:extLst>
              <a:ext uri="{FF2B5EF4-FFF2-40B4-BE49-F238E27FC236}">
                <a16:creationId xmlns:a16="http://schemas.microsoft.com/office/drawing/2014/main" id="{0CE49939-AA1D-456C-6E19-D3084D3F9F58}"/>
              </a:ext>
            </a:extLst>
          </p:cNvPr>
          <p:cNvSpPr txBox="1"/>
          <p:nvPr/>
        </p:nvSpPr>
        <p:spPr>
          <a:xfrm>
            <a:off x="3238801" y="5229320"/>
            <a:ext cx="1346400" cy="153900"/>
          </a:xfrm>
          <a:prstGeom prst="rect">
            <a:avLst/>
          </a:prstGeom>
          <a:solidFill>
            <a:schemeClr val="lt1"/>
          </a:solidFill>
          <a:ln>
            <a:noFill/>
          </a:ln>
        </p:spPr>
        <p:txBody>
          <a:bodyPr spcFirstLastPara="1" wrap="square" lIns="0" tIns="0" rIns="0" bIns="0" anchor="ctr" anchorCtr="0">
            <a:spAutoFit/>
          </a:bodyPr>
          <a:lstStyle/>
          <a:p>
            <a:pPr marL="0" marR="0" lvl="0" indent="0" algn="ctr" rtl="0">
              <a:lnSpc>
                <a:spcPct val="100000"/>
              </a:lnSpc>
              <a:spcBef>
                <a:spcPts val="0"/>
              </a:spcBef>
              <a:spcAft>
                <a:spcPts val="0"/>
              </a:spcAft>
              <a:buClr>
                <a:srgbClr val="000000"/>
              </a:buClr>
              <a:buSzPts val="1050"/>
              <a:buFont typeface="Arial"/>
              <a:buNone/>
            </a:pPr>
            <a:r>
              <a:rPr lang="en-US" sz="1000" b="1" i="0" u="none" strike="noStrike" cap="none" noProof="0">
                <a:solidFill>
                  <a:schemeClr val="dk1"/>
                </a:solidFill>
                <a:latin typeface="IBM Plex Sans"/>
                <a:ea typeface="IBM Plex Sans"/>
                <a:cs typeface="IBM Plex Sans"/>
                <a:sym typeface="IBM Plex Sans"/>
              </a:rPr>
              <a:t>2024 Sources forecast</a:t>
            </a:r>
            <a:endParaRPr lang="en-US" sz="1200" b="0" i="0" u="none" strike="noStrike" cap="none" noProof="0">
              <a:solidFill>
                <a:srgbClr val="000000"/>
              </a:solidFill>
              <a:latin typeface="IBM Plex Sans"/>
              <a:ea typeface="IBM Plex Sans"/>
              <a:cs typeface="IBM Plex Sans"/>
              <a:sym typeface="IBM Plex Sans"/>
            </a:endParaRPr>
          </a:p>
        </p:txBody>
      </p:sp>
      <p:sp>
        <p:nvSpPr>
          <p:cNvPr id="647" name="Google Shape;647;g3b2110f3d24_0_132">
            <a:extLst>
              <a:ext uri="{FF2B5EF4-FFF2-40B4-BE49-F238E27FC236}">
                <a16:creationId xmlns:a16="http://schemas.microsoft.com/office/drawing/2014/main" id="{313624D2-D2C3-DFEE-B7DF-95905D58498D}"/>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41</a:t>
            </a:fld>
            <a:endParaRPr lang="en-US" noProof="0"/>
          </a:p>
        </p:txBody>
      </p:sp>
      <p:cxnSp>
        <p:nvCxnSpPr>
          <p:cNvPr id="649" name="Google Shape;649;g3b2110f3d24_0_132">
            <a:extLst>
              <a:ext uri="{FF2B5EF4-FFF2-40B4-BE49-F238E27FC236}">
                <a16:creationId xmlns:a16="http://schemas.microsoft.com/office/drawing/2014/main" id="{77BE0DDA-EEC3-0AAE-B70E-9D9B29566BB2}"/>
              </a:ext>
            </a:extLst>
          </p:cNvPr>
          <p:cNvCxnSpPr/>
          <p:nvPr/>
        </p:nvCxnSpPr>
        <p:spPr>
          <a:xfrm>
            <a:off x="6633292" y="5308691"/>
            <a:ext cx="1463100" cy="0"/>
          </a:xfrm>
          <a:prstGeom prst="straightConnector1">
            <a:avLst/>
          </a:prstGeom>
          <a:noFill/>
          <a:ln w="9525" cap="flat" cmpd="sng">
            <a:solidFill>
              <a:schemeClr val="dk1"/>
            </a:solidFill>
            <a:prstDash val="solid"/>
            <a:miter lim="800000"/>
            <a:headEnd type="triangle" w="med" len="med"/>
            <a:tailEnd type="triangle" w="med" len="med"/>
          </a:ln>
        </p:spPr>
      </p:cxnSp>
      <p:sp>
        <p:nvSpPr>
          <p:cNvPr id="650" name="Google Shape;650;g3b2110f3d24_0_132">
            <a:extLst>
              <a:ext uri="{FF2B5EF4-FFF2-40B4-BE49-F238E27FC236}">
                <a16:creationId xmlns:a16="http://schemas.microsoft.com/office/drawing/2014/main" id="{0AC8FAA7-0750-7CB1-FECC-B9911638C79A}"/>
              </a:ext>
            </a:extLst>
          </p:cNvPr>
          <p:cNvSpPr txBox="1"/>
          <p:nvPr/>
        </p:nvSpPr>
        <p:spPr>
          <a:xfrm>
            <a:off x="6995486" y="5239022"/>
            <a:ext cx="738600" cy="153900"/>
          </a:xfrm>
          <a:prstGeom prst="rect">
            <a:avLst/>
          </a:prstGeom>
          <a:solidFill>
            <a:schemeClr val="lt1"/>
          </a:solidFill>
          <a:ln>
            <a:noFill/>
          </a:ln>
        </p:spPr>
        <p:txBody>
          <a:bodyPr spcFirstLastPara="1" wrap="square" lIns="0" tIns="0" rIns="0" bIns="0" anchor="ctr" anchorCtr="0">
            <a:spAutoFit/>
          </a:bodyPr>
          <a:lstStyle/>
          <a:p>
            <a:pPr marL="0" marR="0" lvl="0" indent="0" algn="ctr" rtl="0">
              <a:lnSpc>
                <a:spcPct val="100000"/>
              </a:lnSpc>
              <a:spcBef>
                <a:spcPts val="0"/>
              </a:spcBef>
              <a:spcAft>
                <a:spcPts val="0"/>
              </a:spcAft>
              <a:buClr>
                <a:srgbClr val="000000"/>
              </a:buClr>
              <a:buSzPts val="1050"/>
              <a:buFont typeface="Arial"/>
              <a:buNone/>
            </a:pPr>
            <a:r>
              <a:rPr lang="en-US" sz="1000" b="1" i="0" u="none" strike="noStrike" cap="none" noProof="0">
                <a:solidFill>
                  <a:schemeClr val="dk1"/>
                </a:solidFill>
                <a:latin typeface="IBM Plex Sans"/>
                <a:ea typeface="IBM Plex Sans"/>
                <a:cs typeface="IBM Plex Sans"/>
                <a:sym typeface="IBM Plex Sans"/>
              </a:rPr>
              <a:t>2025 Actual</a:t>
            </a:r>
            <a:endParaRPr lang="en-US" sz="1200" b="0" i="0" u="none" strike="noStrike" cap="none" noProof="0">
              <a:solidFill>
                <a:srgbClr val="000000"/>
              </a:solidFill>
              <a:latin typeface="IBM Plex Sans"/>
              <a:ea typeface="IBM Plex Sans"/>
              <a:cs typeface="IBM Plex Sans"/>
              <a:sym typeface="IBM Plex Sans"/>
            </a:endParaRPr>
          </a:p>
        </p:txBody>
      </p:sp>
      <p:graphicFrame>
        <p:nvGraphicFramePr>
          <p:cNvPr id="2" name="Chart 1">
            <a:extLst>
              <a:ext uri="{FF2B5EF4-FFF2-40B4-BE49-F238E27FC236}">
                <a16:creationId xmlns:a16="http://schemas.microsoft.com/office/drawing/2014/main" id="{531F4D79-CA0F-3333-27C2-A30E26B7AFE5}"/>
              </a:ext>
            </a:extLst>
          </p:cNvPr>
          <p:cNvGraphicFramePr/>
          <p:nvPr>
            <p:extLst>
              <p:ext uri="{D42A27DB-BD31-4B8C-83A1-F6EECF244321}">
                <p14:modId xmlns:p14="http://schemas.microsoft.com/office/powerpoint/2010/main" val="1743654996"/>
              </p:ext>
            </p:extLst>
          </p:nvPr>
        </p:nvGraphicFramePr>
        <p:xfrm>
          <a:off x="420595" y="1722785"/>
          <a:ext cx="7713432" cy="3343274"/>
        </p:xfrm>
        <a:graphic>
          <a:graphicData uri="http://schemas.openxmlformats.org/drawingml/2006/chart">
            <c:chart xmlns:c="http://schemas.openxmlformats.org/drawingml/2006/chart" xmlns:r="http://schemas.openxmlformats.org/officeDocument/2006/relationships" r:id="rId11"/>
          </a:graphicData>
        </a:graphic>
      </p:graphicFrame>
      <p:sp>
        <p:nvSpPr>
          <p:cNvPr id="5" name="CaixaDeTexto 4">
            <a:extLst>
              <a:ext uri="{FF2B5EF4-FFF2-40B4-BE49-F238E27FC236}">
                <a16:creationId xmlns:a16="http://schemas.microsoft.com/office/drawing/2014/main" id="{51044F8F-FB2F-A57C-F30C-065EC00D72CA}"/>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volume data</a:t>
            </a:r>
          </a:p>
        </p:txBody>
      </p:sp>
    </p:spTree>
    <p:extLst>
      <p:ext uri="{BB962C8B-B14F-4D97-AF65-F5344CB8AC3E}">
        <p14:creationId xmlns:p14="http://schemas.microsoft.com/office/powerpoint/2010/main" val="129885884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106"/>
        <p:cNvGrpSpPr/>
        <p:nvPr/>
      </p:nvGrpSpPr>
      <p:grpSpPr>
        <a:xfrm>
          <a:off x="0" y="0"/>
          <a:ext cx="0" cy="0"/>
          <a:chOff x="0" y="0"/>
          <a:chExt cx="0" cy="0"/>
        </a:xfrm>
      </p:grpSpPr>
      <p:sp>
        <p:nvSpPr>
          <p:cNvPr id="1107" name="Google Shape;1107;g3b32461984d_2_0"/>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marR="0" lvl="0" indent="0" algn="r" rtl="0">
              <a:lnSpc>
                <a:spcPct val="100000"/>
              </a:lnSpc>
              <a:spcBef>
                <a:spcPts val="0"/>
              </a:spcBef>
              <a:spcAft>
                <a:spcPts val="0"/>
              </a:spcAft>
              <a:buClr>
                <a:srgbClr val="000000"/>
              </a:buClr>
              <a:buSzPts val="700"/>
              <a:buFont typeface="Arial"/>
              <a:buNone/>
            </a:pPr>
            <a:fld id="{00000000-1234-1234-1234-123412341234}" type="slidenum">
              <a:rPr lang="en-US" sz="700" b="0" i="0" u="none" strike="noStrike" cap="none" noProof="0" smtClean="0">
                <a:solidFill>
                  <a:srgbClr val="888888"/>
                </a:solidFill>
                <a:latin typeface="IBM Plex Sans"/>
                <a:ea typeface="IBM Plex Sans"/>
                <a:cs typeface="IBM Plex Sans"/>
                <a:sym typeface="IBM Plex Sans"/>
              </a:rPr>
              <a:t>42</a:t>
            </a:fld>
            <a:endParaRPr lang="en-US" sz="700" b="0" i="0" u="none" strike="noStrike" cap="none" noProof="0">
              <a:solidFill>
                <a:srgbClr val="888888"/>
              </a:solidFill>
              <a:latin typeface="IBM Plex Sans"/>
              <a:ea typeface="IBM Plex Sans"/>
              <a:cs typeface="IBM Plex Sans"/>
              <a:sym typeface="IBM Plex Sans"/>
            </a:endParaRPr>
          </a:p>
        </p:txBody>
      </p:sp>
      <p:sp>
        <p:nvSpPr>
          <p:cNvPr id="1108" name="Google Shape;1108;g3b32461984d_2_0"/>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r>
              <a:rPr lang="en-US" noProof="0"/>
              <a:t>2024–2025 actuals and projections: data sources</a:t>
            </a:r>
          </a:p>
        </p:txBody>
      </p:sp>
      <p:graphicFrame>
        <p:nvGraphicFramePr>
          <p:cNvPr id="1110" name="Google Shape;1110;g3b32461984d_2_0"/>
          <p:cNvGraphicFramePr/>
          <p:nvPr>
            <p:extLst>
              <p:ext uri="{D42A27DB-BD31-4B8C-83A1-F6EECF244321}">
                <p14:modId xmlns:p14="http://schemas.microsoft.com/office/powerpoint/2010/main" val="3891438877"/>
              </p:ext>
            </p:extLst>
          </p:nvPr>
        </p:nvGraphicFramePr>
        <p:xfrm>
          <a:off x="420594" y="1283136"/>
          <a:ext cx="11083300" cy="4407995"/>
        </p:xfrm>
        <a:graphic>
          <a:graphicData uri="http://schemas.openxmlformats.org/drawingml/2006/table">
            <a:tbl>
              <a:tblPr>
                <a:noFill/>
                <a:tableStyleId>{E9D8AB58-C5E9-408E-8176-353F6F6D6F9E}</a:tableStyleId>
              </a:tblPr>
              <a:tblGrid>
                <a:gridCol w="928950">
                  <a:extLst>
                    <a:ext uri="{9D8B030D-6E8A-4147-A177-3AD203B41FA5}">
                      <a16:colId xmlns:a16="http://schemas.microsoft.com/office/drawing/2014/main" val="20000"/>
                    </a:ext>
                  </a:extLst>
                </a:gridCol>
                <a:gridCol w="2026350">
                  <a:extLst>
                    <a:ext uri="{9D8B030D-6E8A-4147-A177-3AD203B41FA5}">
                      <a16:colId xmlns:a16="http://schemas.microsoft.com/office/drawing/2014/main" val="20002"/>
                    </a:ext>
                  </a:extLst>
                </a:gridCol>
                <a:gridCol w="1048875">
                  <a:extLst>
                    <a:ext uri="{9D8B030D-6E8A-4147-A177-3AD203B41FA5}">
                      <a16:colId xmlns:a16="http://schemas.microsoft.com/office/drawing/2014/main" val="20003"/>
                    </a:ext>
                  </a:extLst>
                </a:gridCol>
                <a:gridCol w="936425">
                  <a:extLst>
                    <a:ext uri="{9D8B030D-6E8A-4147-A177-3AD203B41FA5}">
                      <a16:colId xmlns:a16="http://schemas.microsoft.com/office/drawing/2014/main" val="20004"/>
                    </a:ext>
                  </a:extLst>
                </a:gridCol>
                <a:gridCol w="1228425">
                  <a:extLst>
                    <a:ext uri="{9D8B030D-6E8A-4147-A177-3AD203B41FA5}">
                      <a16:colId xmlns:a16="http://schemas.microsoft.com/office/drawing/2014/main" val="20005"/>
                    </a:ext>
                  </a:extLst>
                </a:gridCol>
                <a:gridCol w="3942100">
                  <a:extLst>
                    <a:ext uri="{9D8B030D-6E8A-4147-A177-3AD203B41FA5}">
                      <a16:colId xmlns:a16="http://schemas.microsoft.com/office/drawing/2014/main" val="20006"/>
                    </a:ext>
                  </a:extLst>
                </a:gridCol>
                <a:gridCol w="972175">
                  <a:extLst>
                    <a:ext uri="{9D8B030D-6E8A-4147-A177-3AD203B41FA5}">
                      <a16:colId xmlns:a16="http://schemas.microsoft.com/office/drawing/2014/main" val="20007"/>
                    </a:ext>
                  </a:extLst>
                </a:gridCol>
              </a:tblGrid>
              <a:tr h="359825">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1" i="0" u="none" strike="noStrike" cap="none" noProof="0">
                        <a:solidFill>
                          <a:schemeClr val="lt1"/>
                        </a:solidFill>
                        <a:latin typeface="IBM Plex Sans"/>
                        <a:ea typeface="IBM Plex Sans"/>
                        <a:cs typeface="IBM Plex Sans"/>
                        <a:sym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Source</a:t>
                      </a:r>
                      <a:endParaRPr lang="en-US" sz="900" u="none" strike="noStrike" cap="none" noProof="0"/>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 </a:t>
                      </a:r>
                      <a:r>
                        <a:rPr lang="en-US" sz="900" b="1" i="0" u="none" strike="noStrike" cap="none" noProof="0">
                          <a:solidFill>
                            <a:schemeClr val="lt1"/>
                          </a:solidFill>
                          <a:latin typeface="IBM Plex Sans"/>
                          <a:ea typeface="IBM Plex Sans"/>
                          <a:cs typeface="IBM Plex Sans"/>
                        </a:rPr>
                        <a:t>Search</a:t>
                      </a:r>
                      <a:r>
                        <a:rPr lang="en-US" sz="900" b="1" i="0" u="none" strike="noStrike" cap="none" noProof="0">
                          <a:solidFill>
                            <a:schemeClr val="lt1"/>
                          </a:solidFill>
                          <a:latin typeface="IBM Plex Sans"/>
                          <a:ea typeface="IBM Plex Sans"/>
                          <a:cs typeface="IBM Plex Sans"/>
                          <a:sym typeface="IBM Plex Sans"/>
                        </a:rPr>
                        <a:t> Volume</a:t>
                      </a:r>
                      <a:r>
                        <a:rPr lang="en-US" sz="900" b="1" i="0" u="none" strike="noStrike" cap="none" noProof="0">
                          <a:solidFill>
                            <a:schemeClr val="lt1"/>
                          </a:solidFill>
                          <a:latin typeface="IBM Plex Sans"/>
                          <a:ea typeface="IBM Plex Sans"/>
                          <a:cs typeface="IBM Plex Sans"/>
                        </a:rPr>
                        <a:t> </a:t>
                      </a:r>
                      <a:r>
                        <a:rPr lang="en-US" sz="900" b="1" i="0" u="none" strike="noStrike" cap="none" noProof="0">
                          <a:solidFill>
                            <a:schemeClr val="lt1"/>
                          </a:solidFill>
                          <a:latin typeface="IBM Plex Sans"/>
                        </a:rPr>
                        <a:t>Growth </a:t>
                      </a:r>
                      <a:r>
                        <a:rPr lang="en-US" sz="900" b="1" i="0" u="none" strike="noStrike" cap="none" noProof="0">
                          <a:solidFill>
                            <a:schemeClr val="lt1"/>
                          </a:solidFill>
                          <a:latin typeface="IBM Plex Sans"/>
                          <a:ea typeface="IBM Plex Sans"/>
                          <a:cs typeface="IBM Plex Sans"/>
                        </a:rPr>
                        <a:t>(%)</a:t>
                      </a:r>
                      <a:endParaRPr lang="en-US" sz="9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Normalized </a:t>
                      </a:r>
                      <a:r>
                        <a:rPr lang="en-US" sz="900" b="1" i="0" u="none" strike="noStrike" cap="none" noProof="0">
                          <a:solidFill>
                            <a:schemeClr val="lt1"/>
                          </a:solidFill>
                          <a:latin typeface="IBM Plex Sans"/>
                          <a:ea typeface="IBM Plex Sans"/>
                          <a:cs typeface="IBM Plex Sans"/>
                        </a:rPr>
                        <a:t>Growth (%)</a:t>
                      </a:r>
                      <a:endParaRPr lang="en-US" sz="9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rPr>
                        <a:t>Included </a:t>
                      </a:r>
                      <a:r>
                        <a:rPr lang="en-US" sz="900" b="1" i="0" u="none" strike="noStrike" cap="none" noProof="0">
                          <a:solidFill>
                            <a:schemeClr val="lt1"/>
                          </a:solidFill>
                          <a:latin typeface="IBM Plex Sans"/>
                          <a:ea typeface="IBM Plex Sans"/>
                          <a:cs typeface="IBM Plex Sans"/>
                          <a:sym typeface="IBM Plex Sans"/>
                        </a:rPr>
                        <a:t>in</a:t>
                      </a:r>
                      <a:r>
                        <a:rPr lang="en-US" sz="900" b="1" i="0" u="none" strike="noStrike" cap="none" noProof="0">
                          <a:solidFill>
                            <a:schemeClr val="lt1"/>
                          </a:solidFill>
                          <a:latin typeface="IBM Plex Sans"/>
                          <a:ea typeface="IBM Plex Sans"/>
                          <a:cs typeface="IBM Plex Sans"/>
                        </a:rPr>
                        <a:t> </a:t>
                      </a:r>
                      <a:r>
                        <a:rPr lang="en-US" sz="900" b="1" i="0" u="none" strike="noStrike" cap="none" noProof="0">
                          <a:solidFill>
                            <a:schemeClr val="lt1"/>
                          </a:solidFill>
                          <a:latin typeface="IBM Plex Sans"/>
                          <a:ea typeface="IBM Plex Sans"/>
                          <a:cs typeface="IBM Plex Sans"/>
                          <a:sym typeface="IBM Plex Sans"/>
                        </a:rPr>
                        <a:t> average?</a:t>
                      </a:r>
                      <a:endParaRPr lang="en-US" sz="9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Comment</a:t>
                      </a:r>
                      <a:endParaRPr lang="en-US" sz="9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Source Credibility</a:t>
                      </a:r>
                      <a:endParaRPr lang="en-US" sz="9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217300">
                <a:tc rowSpan="4">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ea typeface="IBM Plex Sans"/>
                          <a:cs typeface="IBM Plex Sans"/>
                          <a:sym typeface="IBM Plex Sans"/>
                        </a:rPr>
                        <a:t>2024 Sources</a:t>
                      </a:r>
                      <a:endParaRPr lang="en-US" sz="9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rgbClr val="AEABAB"/>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000"/>
                        <a:buFont typeface="Arial"/>
                        <a:buNone/>
                      </a:pPr>
                      <a:r>
                        <a:rPr lang="en-US" sz="900" b="0" u="sng" strike="noStrike" cap="none" noProof="0">
                          <a:solidFill>
                            <a:schemeClr val="tx1"/>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Traditional Search Volume 2025 – Search Engine Land</a:t>
                      </a:r>
                      <a:endParaRPr lang="en-US" sz="900" u="sng" strike="noStrike" cap="none" noProof="0">
                        <a:solidFill>
                          <a:schemeClr val="tx1"/>
                        </a:solidFill>
                      </a:endParaRPr>
                    </a:p>
                  </a:txBody>
                  <a:tcPr marL="45725" marR="45725" marT="15250" marB="152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12700" cap="flat" cmpd="sng" algn="ctr">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b="0" u="none" strike="noStrike" cap="none" noProof="0">
                          <a:solidFill>
                            <a:schemeClr val="dk1"/>
                          </a:solidFill>
                          <a:latin typeface="IBM Plex Sans"/>
                          <a:ea typeface="IBM Plex Sans"/>
                          <a:cs typeface="IBM Plex Sans"/>
                          <a:sym typeface="IBM Plex Sans"/>
                        </a:rPr>
                        <a:t>10.72</a:t>
                      </a:r>
                      <a:r>
                        <a:rPr lang="en-US" sz="900" b="0" u="none" strike="noStrike" cap="none" noProof="0">
                          <a:solidFill>
                            <a:schemeClr val="dk1"/>
                          </a:solidFill>
                          <a:latin typeface="IBM Plex Sans"/>
                          <a:ea typeface="IBM Plex Sans"/>
                          <a:cs typeface="IBM Plex Sans"/>
                        </a:rPr>
                        <a:t>%</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b="0" u="none" strike="noStrike" cap="none" noProof="0">
                          <a:solidFill>
                            <a:schemeClr val="dk1"/>
                          </a:solidFill>
                          <a:latin typeface="IBM Plex Sans"/>
                          <a:ea typeface="IBM Plex Sans"/>
                          <a:cs typeface="IBM Plex Sans"/>
                          <a:sym typeface="IBM Plex Sans"/>
                        </a:rPr>
                        <a:t>10.72</a:t>
                      </a:r>
                      <a:r>
                        <a:rPr lang="en-US" sz="900" b="0" u="none" strike="noStrike" cap="none" noProof="0">
                          <a:solidFill>
                            <a:schemeClr val="dk1"/>
                          </a:solidFill>
                          <a:latin typeface="IBM Plex Sans"/>
                          <a:ea typeface="IBM Plex Sans"/>
                          <a:cs typeface="IBM Plex Sans"/>
                        </a:rPr>
                        <a:t>%</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Yes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Minimal disruption but early signs of AI‑driven substitution</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Medium</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solidFill>
                      <a:srgbClr val="FBE4D4"/>
                    </a:solidFill>
                  </a:tcPr>
                </a:tc>
                <a:extLst>
                  <a:ext uri="{0D108BD9-81ED-4DB2-BD59-A6C34878D82A}">
                    <a16:rowId xmlns:a16="http://schemas.microsoft.com/office/drawing/2014/main" val="10001"/>
                  </a:ext>
                </a:extLst>
              </a:tr>
              <a:tr h="359825">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000"/>
                        <a:buFont typeface="Arial"/>
                        <a:buNone/>
                      </a:pPr>
                      <a:r>
                        <a:rPr lang="en-US" sz="900" b="0" u="sng" strike="noStrike" cap="none" noProof="0">
                          <a:solidFill>
                            <a:schemeClr val="dk1"/>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Gartner</a:t>
                      </a:r>
                      <a:endParaRPr lang="en-US" sz="900" u="sng"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lgn="ctr">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b="0" u="none" strike="noStrike" cap="none" noProof="0">
                          <a:solidFill>
                            <a:schemeClr val="dk1"/>
                          </a:solidFill>
                          <a:latin typeface="IBM Plex Sans"/>
                          <a:ea typeface="IBM Plex Sans"/>
                          <a:cs typeface="IBM Plex Sans"/>
                          <a:sym typeface="IBM Plex Sans"/>
                        </a:rPr>
                        <a:t>-25%</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b="0" u="none" strike="noStrike" cap="none" noProof="0">
                          <a:solidFill>
                            <a:schemeClr val="dk1"/>
                          </a:solidFill>
                          <a:latin typeface="IBM Plex Sans"/>
                          <a:ea typeface="IBM Plex Sans"/>
                          <a:cs typeface="IBM Plex Sans"/>
                          <a:sym typeface="IBM Plex Sans"/>
                        </a:rPr>
                        <a:t>-25%</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Yes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Predicts a steep decline as AI agents begin replacing traditional query volume</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High</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solidFill>
                      <a:srgbClr val="E1EFD8"/>
                    </a:solidFill>
                  </a:tcPr>
                </a:tc>
                <a:extLst>
                  <a:ext uri="{0D108BD9-81ED-4DB2-BD59-A6C34878D82A}">
                    <a16:rowId xmlns:a16="http://schemas.microsoft.com/office/drawing/2014/main" val="10002"/>
                  </a:ext>
                </a:extLst>
              </a:tr>
              <a:tr h="2173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000"/>
                        <a:buFont typeface="Arial"/>
                        <a:buNone/>
                      </a:pPr>
                      <a:r>
                        <a:rPr lang="en-US" sz="900" b="0" u="sng" strike="noStrike" cap="none" noProof="0">
                          <a:solidFill>
                            <a:schemeClr val="dk1"/>
                          </a:solidFill>
                          <a:latin typeface="IBM Plex Sans"/>
                          <a:ea typeface="IBM Plex Sans"/>
                          <a:cs typeface="IBM Plex Sans"/>
                          <a:sym typeface="IBM Plex Sans"/>
                        </a:rPr>
                        <a:t>SEO Experts Survey</a:t>
                      </a:r>
                      <a:endParaRPr lang="en-US" sz="900" u="sng"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lgn="ctr">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b="0" u="none" strike="noStrike" cap="none" noProof="0">
                          <a:solidFill>
                            <a:schemeClr val="dk1"/>
                          </a:solidFill>
                          <a:latin typeface="IBM Plex Sans"/>
                          <a:ea typeface="IBM Plex Sans"/>
                          <a:cs typeface="IBM Plex Sans"/>
                          <a:sym typeface="IBM Plex Sans"/>
                        </a:rPr>
                        <a:t>-7.3%</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b="0" u="none" strike="noStrike" cap="none" noProof="0">
                          <a:solidFill>
                            <a:schemeClr val="dk1"/>
                          </a:solidFill>
                          <a:latin typeface="IBM Plex Sans"/>
                          <a:ea typeface="IBM Plex Sans"/>
                          <a:cs typeface="IBM Plex Sans"/>
                          <a:sym typeface="IBM Plex Sans"/>
                        </a:rPr>
                        <a:t>-7.3%</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Yes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Noticeable decline in search traffic as users shift to AI answers</a:t>
                      </a:r>
                      <a:endParaRPr lang="en-US" sz="900" u="none" strike="noStrike" cap="none" noProof="0"/>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High</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solidFill>
                      <a:srgbClr val="E1EFD8"/>
                    </a:solidFill>
                  </a:tcPr>
                </a:tc>
                <a:extLst>
                  <a:ext uri="{0D108BD9-81ED-4DB2-BD59-A6C34878D82A}">
                    <a16:rowId xmlns:a16="http://schemas.microsoft.com/office/drawing/2014/main" val="10003"/>
                  </a:ext>
                </a:extLst>
              </a:tr>
              <a:tr h="2173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000"/>
                        <a:buFont typeface="Arial"/>
                        <a:buNone/>
                      </a:pPr>
                      <a:r>
                        <a:rPr lang="en-US" sz="900" b="0" u="sng" strike="noStrike" cap="none" noProof="0">
                          <a:solidFill>
                            <a:schemeClr val="dk1"/>
                          </a:solidFill>
                          <a:latin typeface="IBM Plex Sans"/>
                          <a:ea typeface="IBM Plex Sans"/>
                          <a:cs typeface="IBM Plex Sans"/>
                          <a:sym typeface="IBM Plex Sans"/>
                        </a:rPr>
                        <a:t>2023 Analysis</a:t>
                      </a:r>
                      <a:endParaRPr lang="en-US" sz="900" u="sng"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lgn="ctr">
                      <a:solidFill>
                        <a:srgbClr val="AEABAB"/>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b="0" u="none" strike="noStrike" cap="none" noProof="0">
                          <a:solidFill>
                            <a:schemeClr val="dk1"/>
                          </a:solidFill>
                          <a:latin typeface="IBM Plex Sans"/>
                          <a:ea typeface="IBM Plex Sans"/>
                          <a:cs typeface="IBM Plex Sans"/>
                          <a:sym typeface="IBM Plex Sans"/>
                        </a:rPr>
                        <a:t>-0.8%</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rgbClr val="AEABAB"/>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b="0" u="none" strike="noStrike" cap="none" noProof="0">
                          <a:solidFill>
                            <a:schemeClr val="dk1"/>
                          </a:solidFill>
                          <a:latin typeface="IBM Plex Sans"/>
                          <a:ea typeface="IBM Plex Sans"/>
                          <a:cs typeface="IBM Plex Sans"/>
                          <a:sym typeface="IBM Plex Sans"/>
                        </a:rPr>
                        <a:t>-0.8%</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rgbClr val="AEABAB"/>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Yes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rgbClr val="AEABAB"/>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rPr>
                        <a:t>Limited disruption</a:t>
                      </a:r>
                      <a:r>
                        <a:rPr lang="en-US" sz="900" b="0" i="0" u="none" strike="noStrike" cap="none" noProof="0">
                          <a:solidFill>
                            <a:schemeClr val="dk1"/>
                          </a:solidFill>
                          <a:latin typeface="IBM Plex Sans"/>
                          <a:ea typeface="IBM Plex Sans"/>
                          <a:cs typeface="IBM Plex Sans"/>
                          <a:sym typeface="IBM Plex Sans"/>
                        </a:rPr>
                        <a:t> </a:t>
                      </a:r>
                      <a:r>
                        <a:rPr lang="en-US" sz="900" b="0" i="0" u="none" strike="noStrike" cap="none" noProof="0">
                          <a:solidFill>
                            <a:schemeClr val="dk1"/>
                          </a:solidFill>
                          <a:latin typeface="IBM Plex Sans"/>
                          <a:ea typeface="IBM Plex Sans"/>
                          <a:cs typeface="IBM Plex Sans"/>
                        </a:rPr>
                        <a:t>observed, with </a:t>
                      </a:r>
                      <a:r>
                        <a:rPr lang="en-US" sz="900" b="0" i="0" u="none" strike="noStrike" cap="none" noProof="0">
                          <a:solidFill>
                            <a:schemeClr val="dk1"/>
                          </a:solidFill>
                          <a:latin typeface="IBM Plex Sans"/>
                          <a:ea typeface="IBM Plex Sans"/>
                          <a:cs typeface="IBM Plex Sans"/>
                          <a:sym typeface="IBM Plex Sans"/>
                        </a:rPr>
                        <a:t>e</a:t>
                      </a:r>
                      <a:r>
                        <a:rPr lang="en-US" sz="900" u="none" strike="noStrike" cap="none" noProof="0">
                          <a:latin typeface="IBM Plex Sans"/>
                          <a:ea typeface="IBM Plex Sans"/>
                          <a:cs typeface="IBM Plex Sans"/>
                          <a:sym typeface="IBM Plex Sans"/>
                        </a:rPr>
                        <a:t>arly signs of AI‑driven substitution</a:t>
                      </a:r>
                      <a:endParaRPr lang="en-US" sz="900" b="0" i="0" u="none" strike="noStrike" cap="none" noProof="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rgbClr val="AEABAB"/>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Medium</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rgbClr val="AEABAB"/>
                      </a:solidFill>
                      <a:prstDash val="solid"/>
                      <a:round/>
                      <a:headEnd type="none" w="sm" len="sm"/>
                      <a:tailEnd type="none" w="sm" len="sm"/>
                    </a:lnB>
                    <a:solidFill>
                      <a:srgbClr val="FBE4D4"/>
                    </a:solidFill>
                  </a:tcPr>
                </a:tc>
                <a:extLst>
                  <a:ext uri="{0D108BD9-81ED-4DB2-BD59-A6C34878D82A}">
                    <a16:rowId xmlns:a16="http://schemas.microsoft.com/office/drawing/2014/main" val="10004"/>
                  </a:ext>
                </a:extLst>
              </a:tr>
              <a:tr h="217300">
                <a:tc rowSpan="6">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ea typeface="IBM Plex Sans"/>
                          <a:cs typeface="IBM Plex Sans"/>
                          <a:sym typeface="IBM Plex Sans"/>
                        </a:rPr>
                        <a:t>2025 Actuals Sources</a:t>
                      </a:r>
                      <a:endParaRPr lang="en-US" sz="9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12700" cap="flat" cmpd="sng">
                      <a:solidFill>
                        <a:srgbClr val="AEABAB"/>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sng" strike="noStrike" cap="none" noProof="0">
                          <a:solidFill>
                            <a:schemeClr val="dk1"/>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SQM</a:t>
                      </a:r>
                      <a:endParaRPr lang="en-US" sz="900" b="0" i="0" u="sng" strike="noStrike" cap="none" noProof="0">
                        <a:solidFill>
                          <a:schemeClr val="dk1"/>
                        </a:solidFill>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rgbClr val="AEABAB"/>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4.7%</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4.7%</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Yes</a:t>
                      </a:r>
                      <a:endParaRPr lang="en-US" sz="900" u="none" strike="noStrike" cap="none" noProof="0"/>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Modest organic growth despite AI adoption</a:t>
                      </a:r>
                      <a:endParaRPr lang="en-US" sz="900" u="none" strike="noStrike" cap="none" noProof="0"/>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Medium</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solidFill>
                      <a:srgbClr val="FBE4D4"/>
                    </a:solidFill>
                  </a:tcPr>
                </a:tc>
                <a:extLst>
                  <a:ext uri="{0D108BD9-81ED-4DB2-BD59-A6C34878D82A}">
                    <a16:rowId xmlns:a16="http://schemas.microsoft.com/office/drawing/2014/main" val="10005"/>
                  </a:ext>
                </a:extLst>
              </a:tr>
              <a:tr h="2173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sng" strike="noStrike" cap="none" noProof="0">
                          <a:solidFill>
                            <a:schemeClr val="dk1"/>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TTMS</a:t>
                      </a:r>
                      <a:endParaRPr lang="en-US" sz="900" b="0" i="0" u="sng" strike="noStrike" cap="none" noProof="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20%</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20%</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Yes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Search demand is expanding strongly</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Med-High</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FF2CC"/>
                    </a:solidFill>
                  </a:tcPr>
                </a:tc>
                <a:extLst>
                  <a:ext uri="{0D108BD9-81ED-4DB2-BD59-A6C34878D82A}">
                    <a16:rowId xmlns:a16="http://schemas.microsoft.com/office/drawing/2014/main" val="10006"/>
                  </a:ext>
                </a:extLst>
              </a:tr>
              <a:tr h="2173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sng" strike="noStrike" cap="none" noProof="0" err="1">
                          <a:solidFill>
                            <a:schemeClr val="dk1"/>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Unece</a:t>
                      </a:r>
                      <a:endParaRPr lang="en-US" sz="900" b="0" i="0" u="sng" strike="noStrike" cap="none" noProof="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4.7%</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4.7%</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Yes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Low‑single‑digit growth suggests traditional search still holds utility</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High</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E1EFD8"/>
                    </a:solidFill>
                  </a:tcPr>
                </a:tc>
                <a:extLst>
                  <a:ext uri="{0D108BD9-81ED-4DB2-BD59-A6C34878D82A}">
                    <a16:rowId xmlns:a16="http://schemas.microsoft.com/office/drawing/2014/main" val="10007"/>
                  </a:ext>
                </a:extLst>
              </a:tr>
              <a:tr h="2173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sng" strike="noStrike" cap="none" noProof="0">
                          <a:solidFill>
                            <a:schemeClr val="dk1"/>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Demand Sage</a:t>
                      </a:r>
                      <a:endParaRPr lang="en-US" sz="900" b="0" i="0" u="sng" strike="noStrike" cap="none" noProof="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18%</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18%</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Yes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Search demand is expanding strongly</a:t>
                      </a:r>
                      <a:endParaRPr lang="en-US" sz="900" u="none" strike="noStrike" cap="none" noProof="0"/>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Med-High</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FF2CC"/>
                    </a:solidFill>
                  </a:tcPr>
                </a:tc>
                <a:extLst>
                  <a:ext uri="{0D108BD9-81ED-4DB2-BD59-A6C34878D82A}">
                    <a16:rowId xmlns:a16="http://schemas.microsoft.com/office/drawing/2014/main" val="10008"/>
                  </a:ext>
                </a:extLst>
              </a:tr>
              <a:tr h="2173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sng" strike="noStrike" cap="none" noProof="0">
                          <a:solidFill>
                            <a:schemeClr val="dk1"/>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Exploding Topics</a:t>
                      </a:r>
                      <a:endParaRPr lang="en-US" sz="900" b="0" i="0" u="sng" strike="noStrike" cap="none" noProof="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63.9%</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63.9%</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No</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1" u="none" strike="noStrike" cap="none" noProof="0">
                          <a:solidFill>
                            <a:schemeClr val="dk1"/>
                          </a:solidFill>
                          <a:latin typeface="IBM Plex Sans"/>
                          <a:ea typeface="IBM Plex Sans"/>
                          <a:cs typeface="IBM Plex Sans"/>
                          <a:sym typeface="IBM Plex Sans"/>
                        </a:rPr>
                        <a:t>Considered an outlier – methodology and assumptions unclear</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Low</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FE1E1"/>
                    </a:solidFill>
                  </a:tcPr>
                </a:tc>
                <a:extLst>
                  <a:ext uri="{0D108BD9-81ED-4DB2-BD59-A6C34878D82A}">
                    <a16:rowId xmlns:a16="http://schemas.microsoft.com/office/drawing/2014/main" val="10009"/>
                  </a:ext>
                </a:extLst>
              </a:tr>
              <a:tr h="2173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sng" strike="noStrike" cap="none" noProof="0">
                          <a:solidFill>
                            <a:schemeClr val="dk1"/>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Digital Bloom</a:t>
                      </a:r>
                      <a:endParaRPr lang="en-US" sz="900" b="0" i="0" u="sng" strike="noStrike" cap="none" noProof="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12700" cap="flat" cmpd="sng" algn="ctr">
                      <a:solidFill>
                        <a:srgbClr val="AEABAB"/>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7% to 60%</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12700" cap="flat" cmpd="sng">
                      <a:solidFill>
                        <a:srgbClr val="AEABAB"/>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7% to 60%</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12700" cap="flat" cmpd="sng">
                      <a:solidFill>
                        <a:srgbClr val="AEABAB"/>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No</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12700" cap="flat" cmpd="sng">
                      <a:solidFill>
                        <a:srgbClr val="AEABAB"/>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1" u="none" strike="noStrike" cap="none" noProof="0">
                          <a:solidFill>
                            <a:schemeClr val="dk1"/>
                          </a:solidFill>
                          <a:latin typeface="IBM Plex Sans"/>
                          <a:ea typeface="IBM Plex Sans"/>
                          <a:cs typeface="IBM Plex Sans"/>
                          <a:sym typeface="IBM Plex Sans"/>
                        </a:rPr>
                        <a:t>Considered an outlier – methodology and assumptions unclear</a:t>
                      </a:r>
                      <a:endParaRPr lang="en-US" sz="900" b="0" i="0" u="none" strike="noStrike" cap="none" noProof="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12700" cap="flat" cmpd="sng">
                      <a:solidFill>
                        <a:srgbClr val="AEABAB"/>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Low</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12700" cap="flat" cmpd="sng">
                      <a:solidFill>
                        <a:srgbClr val="AEABAB"/>
                      </a:solidFill>
                      <a:prstDash val="solid"/>
                      <a:round/>
                      <a:headEnd type="none" w="sm" len="sm"/>
                      <a:tailEnd type="none" w="sm" len="sm"/>
                    </a:lnB>
                    <a:solidFill>
                      <a:srgbClr val="FFE1E1"/>
                    </a:solidFill>
                  </a:tcPr>
                </a:tc>
                <a:extLst>
                  <a:ext uri="{0D108BD9-81ED-4DB2-BD59-A6C34878D82A}">
                    <a16:rowId xmlns:a16="http://schemas.microsoft.com/office/drawing/2014/main" val="10010"/>
                  </a:ext>
                </a:extLst>
              </a:tr>
              <a:tr h="359825">
                <a:tc rowSpan="6">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ea typeface="IBM Plex Sans"/>
                          <a:cs typeface="IBM Plex Sans"/>
                          <a:sym typeface="IBM Plex Sans"/>
                        </a:rPr>
                        <a:t>2025 </a:t>
                      </a:r>
                      <a:r>
                        <a:rPr lang="en-US" sz="900" b="1" i="0" u="none" strike="noStrike" cap="none" noProof="0">
                          <a:solidFill>
                            <a:schemeClr val="dk1"/>
                          </a:solidFill>
                          <a:latin typeface="IBM Plex Sans"/>
                          <a:ea typeface="IBM Plex Sans"/>
                          <a:cs typeface="IBM Plex Sans"/>
                        </a:rPr>
                        <a:t>Onwards</a:t>
                      </a:r>
                      <a:r>
                        <a:rPr lang="en-US" sz="900" b="1" i="0" u="none" strike="noStrike" cap="none" noProof="0">
                          <a:solidFill>
                            <a:schemeClr val="dk1"/>
                          </a:solidFill>
                          <a:latin typeface="IBM Plex Sans"/>
                          <a:ea typeface="IBM Plex Sans"/>
                          <a:cs typeface="IBM Plex Sans"/>
                          <a:sym typeface="IBM Plex Sans"/>
                        </a:rPr>
                        <a:t> </a:t>
                      </a:r>
                      <a:r>
                        <a:rPr lang="en-US" sz="900" b="1" i="0" u="none" strike="noStrike" cap="none" noProof="0">
                          <a:solidFill>
                            <a:schemeClr val="dk1"/>
                          </a:solidFill>
                          <a:latin typeface="IBM Plex Sans"/>
                          <a:ea typeface="IBM Plex Sans"/>
                          <a:cs typeface="IBM Plex Sans"/>
                        </a:rPr>
                        <a:t>– </a:t>
                      </a:r>
                      <a:r>
                        <a:rPr lang="en-US" sz="900" b="1" i="0" u="none" strike="noStrike" cap="none" noProof="0">
                          <a:solidFill>
                            <a:schemeClr val="dk1"/>
                          </a:solidFill>
                          <a:latin typeface="IBM Plex Sans"/>
                          <a:ea typeface="IBM Plex Sans"/>
                          <a:cs typeface="IBM Plex Sans"/>
                          <a:sym typeface="IBM Plex Sans"/>
                        </a:rPr>
                        <a:t>Projections</a:t>
                      </a:r>
                      <a:endParaRPr lang="en-US" sz="900" u="none" strike="noStrike" cap="none" noProof="0"/>
                    </a:p>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ea typeface="IBM Plex Sans"/>
                          <a:cs typeface="IBM Plex Sans"/>
                          <a:sym typeface="IBM Plex Sans"/>
                        </a:rPr>
                        <a:t>Sources</a:t>
                      </a:r>
                      <a:endParaRPr lang="en-US" sz="900" u="none" strike="noStrike" cap="none" noProof="0"/>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12700" cap="flat" cmpd="sng">
                      <a:solidFill>
                        <a:srgbClr val="AEABAB"/>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000"/>
                        <a:buFont typeface="Arial"/>
                        <a:buNone/>
                      </a:pPr>
                      <a:r>
                        <a:rPr lang="en-US" sz="900" u="sng" strike="noStrike" cap="none" noProof="0">
                          <a:solidFill>
                            <a:schemeClr val="dk1"/>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McKinsey</a:t>
                      </a:r>
                      <a:endParaRPr lang="en-US" sz="900" u="sng" strike="noStrike" cap="none" noProof="0">
                        <a:solidFill>
                          <a:schemeClr val="dk1"/>
                        </a:solidFill>
                        <a:latin typeface="IBM Plex Sans"/>
                        <a:ea typeface="IBM Plex Sans"/>
                        <a:cs typeface="IBM Plex Sans"/>
                        <a:sym typeface="IBM Plex Sans"/>
                      </a:endParaRPr>
                    </a:p>
                  </a:txBody>
                  <a:tcPr marL="45725" marR="45725" marT="15250" marB="1525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rgbClr val="AEABAB"/>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u="none" strike="noStrike" cap="none" noProof="0">
                          <a:solidFill>
                            <a:schemeClr val="dk1"/>
                          </a:solidFill>
                          <a:latin typeface="IBM Plex Sans"/>
                          <a:ea typeface="IBM Plex Sans"/>
                          <a:cs typeface="IBM Plex Sans"/>
                          <a:sym typeface="IBM Plex Sans"/>
                        </a:rPr>
                        <a:t>-15.91%</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u="none" strike="noStrike" cap="none" noProof="0">
                          <a:solidFill>
                            <a:schemeClr val="dk1"/>
                          </a:solidFill>
                          <a:latin typeface="IBM Plex Sans"/>
                          <a:ea typeface="IBM Plex Sans"/>
                          <a:cs typeface="IBM Plex Sans"/>
                          <a:sym typeface="IBM Plex Sans"/>
                        </a:rPr>
                        <a:t>-15.91%</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Yes</a:t>
                      </a:r>
                      <a:endParaRPr lang="en-US" sz="900" u="none" strike="noStrike" cap="none" noProof="0"/>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AI assistants are expected to cannibalize a significant share of routine search queries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High</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solidFill>
                      <a:srgbClr val="E1EFD8"/>
                    </a:solidFill>
                  </a:tcPr>
                </a:tc>
                <a:extLst>
                  <a:ext uri="{0D108BD9-81ED-4DB2-BD59-A6C34878D82A}">
                    <a16:rowId xmlns:a16="http://schemas.microsoft.com/office/drawing/2014/main" val="10011"/>
                  </a:ext>
                </a:extLst>
              </a:tr>
              <a:tr h="2173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000"/>
                        <a:buFont typeface="Arial"/>
                        <a:buNone/>
                      </a:pPr>
                      <a:r>
                        <a:rPr lang="en-US" sz="900" u="sng" strike="noStrike" cap="none" noProof="0">
                          <a:solidFill>
                            <a:schemeClr val="dk1"/>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TTMS</a:t>
                      </a:r>
                      <a:r>
                        <a:rPr lang="en-US" sz="900" u="sng" strike="noStrike" cap="none" noProof="0">
                          <a:solidFill>
                            <a:schemeClr val="dk1"/>
                          </a:solidFill>
                          <a:latin typeface="IBM Plex Sans"/>
                          <a:ea typeface="IBM Plex Sans"/>
                          <a:cs typeface="IBM Plex Sans"/>
                          <a:sym typeface="IBM Plex Sans"/>
                        </a:rPr>
                        <a:t> (5 year CAGR)</a:t>
                      </a: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u="none" strike="noStrike" cap="none" noProof="0">
                          <a:solidFill>
                            <a:schemeClr val="dk1"/>
                          </a:solidFill>
                          <a:latin typeface="IBM Plex Sans"/>
                          <a:ea typeface="IBM Plex Sans"/>
                          <a:cs typeface="IBM Plex Sans"/>
                          <a:sym typeface="IBM Plex Sans"/>
                        </a:rPr>
                        <a:t>-15.66%</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-9.5%</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Yes</a:t>
                      </a:r>
                      <a:endParaRPr lang="en-US" sz="900" u="none" strike="noStrike" cap="none" noProof="0"/>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Significant decline as conversational AI takes over</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High</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E1EFD8"/>
                    </a:solidFill>
                  </a:tcPr>
                </a:tc>
                <a:extLst>
                  <a:ext uri="{0D108BD9-81ED-4DB2-BD59-A6C34878D82A}">
                    <a16:rowId xmlns:a16="http://schemas.microsoft.com/office/drawing/2014/main" val="10012"/>
                  </a:ext>
                </a:extLst>
              </a:tr>
              <a:tr h="2173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000"/>
                        <a:buFont typeface="Arial"/>
                        <a:buNone/>
                      </a:pPr>
                      <a:r>
                        <a:rPr lang="en-US" sz="900" u="sng" strike="noStrike" cap="none" noProof="0">
                          <a:solidFill>
                            <a:schemeClr val="dk1"/>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Mordor</a:t>
                      </a:r>
                      <a:r>
                        <a:rPr lang="en-US" sz="900" u="sng" strike="noStrike" cap="none" noProof="0">
                          <a:solidFill>
                            <a:schemeClr val="dk1"/>
                          </a:solidFill>
                          <a:latin typeface="IBM Plex Sans"/>
                          <a:ea typeface="IBM Plex Sans"/>
                          <a:cs typeface="IBM Plex Sans"/>
                          <a:sym typeface="IBM Plex Sans"/>
                        </a:rPr>
                        <a:t>  (5 year CAGR)</a:t>
                      </a:r>
                      <a:endParaRPr lang="en-US" sz="900" u="sng"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u="none" strike="noStrike" cap="none" noProof="0">
                          <a:solidFill>
                            <a:schemeClr val="dk1"/>
                          </a:solidFill>
                          <a:latin typeface="IBM Plex Sans"/>
                          <a:ea typeface="IBM Plex Sans"/>
                          <a:cs typeface="IBM Plex Sans"/>
                          <a:sym typeface="IBM Plex Sans"/>
                        </a:rPr>
                        <a:t>1.89%</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14.9%</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rgbClr val="000000"/>
                          </a:solidFill>
                          <a:latin typeface="IBM Plex Sans"/>
                          <a:ea typeface="IBM Plex Sans"/>
                          <a:cs typeface="IBM Plex Sans"/>
                          <a:sym typeface="IBM Plex Sans"/>
                        </a:rPr>
                        <a:t>Yes</a:t>
                      </a:r>
                      <a:endParaRPr lang="en-US" sz="900" b="0" i="0" u="none" strike="noStrike" cap="none" noProof="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Slow, steady growth – traditional search remains structurally relevant</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Medium</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BE4D4"/>
                    </a:solidFill>
                  </a:tcPr>
                </a:tc>
                <a:extLst>
                  <a:ext uri="{0D108BD9-81ED-4DB2-BD59-A6C34878D82A}">
                    <a16:rowId xmlns:a16="http://schemas.microsoft.com/office/drawing/2014/main" val="10013"/>
                  </a:ext>
                </a:extLst>
              </a:tr>
              <a:tr h="3167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000"/>
                        <a:buFont typeface="Arial"/>
                        <a:buNone/>
                      </a:pPr>
                      <a:r>
                        <a:rPr lang="en-US" sz="900" u="sng" strike="noStrike" cap="none" noProof="0">
                          <a:solidFill>
                            <a:schemeClr val="dk1"/>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Business Research Insights</a:t>
                      </a:r>
                      <a:r>
                        <a:rPr lang="en-US" sz="900" u="sng" strike="noStrike" cap="none" noProof="0">
                          <a:solidFill>
                            <a:schemeClr val="dk1"/>
                          </a:solidFill>
                          <a:latin typeface="IBM Plex Sans"/>
                          <a:ea typeface="IBM Plex Sans"/>
                          <a:cs typeface="IBM Plex Sans"/>
                          <a:sym typeface="IBM Plex Sans"/>
                        </a:rPr>
                        <a:t> (9 year CAGR)</a:t>
                      </a: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u="none" strike="noStrike" cap="none" noProof="0">
                          <a:solidFill>
                            <a:schemeClr val="dk1"/>
                          </a:solidFill>
                          <a:latin typeface="IBM Plex Sans"/>
                          <a:ea typeface="IBM Plex Sans"/>
                          <a:cs typeface="IBM Plex Sans"/>
                          <a:sym typeface="IBM Plex Sans"/>
                        </a:rPr>
                        <a:t>1.18%</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17.6%</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rgbClr val="000000"/>
                          </a:solidFill>
                          <a:latin typeface="IBM Plex Sans"/>
                          <a:ea typeface="IBM Plex Sans"/>
                          <a:cs typeface="IBM Plex Sans"/>
                          <a:sym typeface="IBM Plex Sans"/>
                        </a:rPr>
                        <a:t>Yes</a:t>
                      </a:r>
                      <a:endParaRPr lang="en-US" sz="900" b="0" i="0" u="none" strike="noStrike" cap="none" noProof="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Near‑flat future where search stabilizes rather than collapses</a:t>
                      </a:r>
                      <a:endParaRPr lang="en-US" sz="900" u="none" strike="noStrike" cap="none" noProof="0"/>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Medium</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BE4D4"/>
                    </a:solidFill>
                  </a:tcPr>
                </a:tc>
                <a:extLst>
                  <a:ext uri="{0D108BD9-81ED-4DB2-BD59-A6C34878D82A}">
                    <a16:rowId xmlns:a16="http://schemas.microsoft.com/office/drawing/2014/main" val="10014"/>
                  </a:ext>
                </a:extLst>
              </a:tr>
              <a:tr h="3167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000"/>
                        <a:buFont typeface="Arial"/>
                        <a:buNone/>
                      </a:pPr>
                      <a:r>
                        <a:rPr lang="en-US" sz="900" u="sng" strike="noStrike" cap="none" noProof="0">
                          <a:solidFill>
                            <a:schemeClr val="dk1"/>
                          </a:solidFill>
                          <a:latin typeface="IBM Plex Sans"/>
                          <a:ea typeface="IBM Plex Sans"/>
                          <a:cs typeface="IBM Plex Sans"/>
                          <a:sym typeface="IBM Plex Sans"/>
                          <a:hlinkClick r:id="rId14">
                            <a:extLst>
                              <a:ext uri="{A12FA001-AC4F-418D-AE19-62706E023703}">
                                <ahyp:hlinkClr xmlns:ahyp="http://schemas.microsoft.com/office/drawing/2018/hyperlinkcolor" val="tx"/>
                              </a:ext>
                            </a:extLst>
                          </a:hlinkClick>
                        </a:rPr>
                        <a:t>Market Report Analytics</a:t>
                      </a:r>
                      <a:r>
                        <a:rPr lang="en-US" sz="900" u="sng" strike="noStrike" cap="none" noProof="0">
                          <a:solidFill>
                            <a:schemeClr val="dk1"/>
                          </a:solidFill>
                          <a:latin typeface="IBM Plex Sans"/>
                          <a:ea typeface="IBM Plex Sans"/>
                          <a:cs typeface="IBM Plex Sans"/>
                          <a:sym typeface="IBM Plex Sans"/>
                        </a:rPr>
                        <a:t> (8 year CAGR)</a:t>
                      </a: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u="none" strike="noStrike" cap="none" noProof="0">
                          <a:solidFill>
                            <a:schemeClr val="dk1"/>
                          </a:solidFill>
                          <a:latin typeface="IBM Plex Sans"/>
                          <a:ea typeface="IBM Plex Sans"/>
                          <a:cs typeface="IBM Plex Sans"/>
                          <a:sym typeface="IBM Plex Sans"/>
                        </a:rPr>
                        <a:t>14.8%</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25.5%</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Yes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Strong expansion driven by ecommerce, mobile, emerging markets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Medium</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BE4D4"/>
                    </a:solidFill>
                  </a:tcPr>
                </a:tc>
                <a:extLst>
                  <a:ext uri="{0D108BD9-81ED-4DB2-BD59-A6C34878D82A}">
                    <a16:rowId xmlns:a16="http://schemas.microsoft.com/office/drawing/2014/main" val="10015"/>
                  </a:ext>
                </a:extLst>
              </a:tr>
              <a:tr h="2173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000"/>
                        <a:buFont typeface="Arial"/>
                        <a:buNone/>
                      </a:pPr>
                      <a:r>
                        <a:rPr lang="en-US" sz="900" u="sng" strike="noStrike" cap="none" noProof="0">
                          <a:solidFill>
                            <a:schemeClr val="dk1"/>
                          </a:solidFill>
                          <a:latin typeface="IBM Plex Sans"/>
                          <a:ea typeface="IBM Plex Sans"/>
                          <a:cs typeface="IBM Plex Sans"/>
                          <a:sym typeface="IBM Plex Sans"/>
                          <a:hlinkClick r:id="rId15">
                            <a:extLst>
                              <a:ext uri="{A12FA001-AC4F-418D-AE19-62706E023703}">
                                <ahyp:hlinkClr xmlns:ahyp="http://schemas.microsoft.com/office/drawing/2018/hyperlinkcolor" val="tx"/>
                              </a:ext>
                            </a:extLst>
                          </a:hlinkClick>
                        </a:rPr>
                        <a:t>Morgan Stanley</a:t>
                      </a:r>
                      <a:endParaRPr lang="en-US" sz="900" u="sng" strike="noStrike" cap="none" noProof="0">
                        <a:solidFill>
                          <a:schemeClr val="dk1"/>
                        </a:solidFill>
                        <a:latin typeface="IBM Plex Sans"/>
                        <a:ea typeface="IBM Plex Sans"/>
                        <a:cs typeface="IBM Plex Sans"/>
                        <a:sym typeface="IBM Plex Sans"/>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900" u="none" strike="noStrike" cap="none" noProof="0">
                          <a:solidFill>
                            <a:schemeClr val="dk1"/>
                          </a:solidFill>
                          <a:latin typeface="IBM Plex Sans"/>
                          <a:ea typeface="IBM Plex Sans"/>
                          <a:cs typeface="IBM Plex Sans"/>
                          <a:sym typeface="IBM Plex Sans"/>
                        </a:rPr>
                        <a:t>-4%</a:t>
                      </a:r>
                      <a:endParaRPr lang="en-US" sz="900" u="none" strike="noStrike" cap="none" noProof="0">
                        <a:solidFill>
                          <a:schemeClr val="dk1"/>
                        </a:solidFill>
                      </a:endParaRPr>
                    </a:p>
                  </a:txBody>
                  <a:tcPr marL="45725" marR="45725" marT="15250" marB="1525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u="none" strike="noStrike" cap="none" noProof="0">
                          <a:solidFill>
                            <a:schemeClr val="dk1"/>
                          </a:solidFill>
                          <a:latin typeface="IBM Plex Sans"/>
                          <a:ea typeface="IBM Plex Sans"/>
                          <a:cs typeface="IBM Plex Sans"/>
                          <a:sym typeface="IBM Plex Sans"/>
                        </a:rPr>
                        <a:t>-4%</a:t>
                      </a:r>
                      <a:endParaRPr lang="en-US" sz="900" b="0" i="0" u="none" strike="noStrike" cap="none" noProof="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Yes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u="none" strike="noStrike" cap="none" noProof="0">
                          <a:latin typeface="IBM Plex Sans"/>
                          <a:ea typeface="IBM Plex Sans"/>
                          <a:cs typeface="IBM Plex Sans"/>
                          <a:sym typeface="IBM Plex Sans"/>
                        </a:rPr>
                        <a:t>Mild contraction as AI tools divert low‑intent queries</a:t>
                      </a:r>
                      <a:endParaRPr lang="en-US" sz="900" b="0" i="0" u="none" strike="noStrike" cap="none" noProof="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Medium</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BE4D4"/>
                    </a:solidFill>
                  </a:tcPr>
                </a:tc>
                <a:extLst>
                  <a:ext uri="{0D108BD9-81ED-4DB2-BD59-A6C34878D82A}">
                    <a16:rowId xmlns:a16="http://schemas.microsoft.com/office/drawing/2014/main" val="10016"/>
                  </a:ext>
                </a:extLst>
              </a:tr>
            </a:tbl>
          </a:graphicData>
        </a:graphic>
      </p:graphicFrame>
      <p:sp>
        <p:nvSpPr>
          <p:cNvPr id="1111" name="Google Shape;1111;g3b32461984d_2_0"/>
          <p:cNvSpPr txBox="1"/>
          <p:nvPr/>
        </p:nvSpPr>
        <p:spPr>
          <a:xfrm>
            <a:off x="420595" y="6287711"/>
            <a:ext cx="10171205" cy="215444"/>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IBM Plex Sans"/>
                <a:cs typeface="IBM Plex Sans"/>
                <a:sym typeface="IBM Plex Sans"/>
              </a:rPr>
              <a:t>Sources: (1) </a:t>
            </a:r>
            <a:r>
              <a:rPr lang="en-US" sz="700" b="0" i="0" u="sng" strike="noStrike" cap="none" noProof="0" err="1">
                <a:solidFill>
                  <a:srgbClr val="7F7F7F"/>
                </a:solidFill>
                <a:latin typeface="IBM Plex Sans"/>
                <a:ea typeface="IBM Plex Sans"/>
                <a:cs typeface="IBM Plex Sans"/>
                <a:sym typeface="IBM Plex Sans"/>
                <a:hlinkClick r:id="rId16">
                  <a:extLst>
                    <a:ext uri="{A12FA001-AC4F-418D-AE19-62706E023703}">
                      <ahyp:hlinkClr xmlns:ahyp="http://schemas.microsoft.com/office/drawing/2018/hyperlinkcolor" val="tx"/>
                    </a:ext>
                  </a:extLst>
                </a:hlinkClick>
              </a:rPr>
              <a:t>Oberlo</a:t>
            </a:r>
            <a:r>
              <a:rPr lang="en-US" sz="700" b="0" i="0" u="none" strike="noStrike" cap="none" noProof="0">
                <a:solidFill>
                  <a:srgbClr val="7F7F7F"/>
                </a:solidFill>
                <a:latin typeface="IBM Plex Sans"/>
                <a:ea typeface="IBM Plex Sans"/>
                <a:cs typeface="IBM Plex Sans"/>
                <a:sym typeface="IBM Plex Sans"/>
              </a:rPr>
              <a:t> (2022) and </a:t>
            </a:r>
            <a:r>
              <a:rPr lang="en-US" sz="700" b="0" i="0" u="sng" strike="noStrike" cap="none"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Exploding Topics</a:t>
            </a:r>
            <a:r>
              <a:rPr lang="en-US" sz="700" b="0" i="0" u="none" strike="noStrike" cap="none" noProof="0">
                <a:solidFill>
                  <a:srgbClr val="7F7F7F"/>
                </a:solidFill>
                <a:latin typeface="IBM Plex Sans"/>
                <a:ea typeface="IBM Plex Sans"/>
                <a:cs typeface="IBM Plex Sans"/>
                <a:sym typeface="IBM Plex Sans"/>
              </a:rPr>
              <a:t> (2024); (2)</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Gartner</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a:solidFill>
                  <a:srgbClr val="7F7F7F"/>
                </a:solidFill>
                <a:latin typeface="IBM Plex Sans"/>
                <a:ea typeface="IBM Plex Sans"/>
                <a:cs typeface="IBM Plex Sans"/>
                <a:sym typeface="IBM Plex Sans"/>
              </a:rPr>
              <a:t>SQM</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rPr>
              <a:t>TTMS</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err="1">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Unece</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err="1">
                <a:solidFill>
                  <a:srgbClr val="7F7F7F"/>
                </a:solidFill>
                <a:latin typeface="IBM Plex Sans"/>
                <a:ea typeface="IBM Plex Sans"/>
                <a:cs typeface="IBM Plex Sans"/>
                <a:sym typeface="IBM Plex Sans"/>
              </a:rPr>
              <a:t>DemandSage</a:t>
            </a:r>
            <a:r>
              <a:rPr lang="en-US" sz="700" b="0" i="0" u="none" strike="noStrike" cap="none" noProof="0">
                <a:solidFill>
                  <a:srgbClr val="7F7F7F"/>
                </a:solidFill>
                <a:latin typeface="IBM Plex Sans"/>
                <a:ea typeface="IBM Plex Sans"/>
                <a:cs typeface="IBM Plex Sans"/>
                <a:sym typeface="IBM Plex Sans"/>
              </a:rPr>
              <a:t>, (5) </a:t>
            </a:r>
            <a:r>
              <a:rPr lang="en-US" sz="700" b="0" i="0" u="sng" strike="noStrike" cap="none" noProof="0">
                <a:solidFill>
                  <a:srgbClr val="7F7F7F"/>
                </a:solidFill>
                <a:latin typeface="IBM Plex Sans"/>
                <a:ea typeface="IBM Plex Sans"/>
                <a:cs typeface="IBM Plex Sans"/>
                <a:sym typeface="IBM Plex Sans"/>
              </a:rPr>
              <a:t>Exploding Topics</a:t>
            </a:r>
            <a:r>
              <a:rPr lang="en-US" sz="700" b="0" i="0" u="none" strike="noStrike" cap="none" noProof="0">
                <a:solidFill>
                  <a:srgbClr val="7F7F7F"/>
                </a:solidFill>
                <a:latin typeface="IBM Plex Sans"/>
                <a:ea typeface="IBM Plex Sans"/>
                <a:cs typeface="IBM Plex Sans"/>
                <a:sym typeface="IBM Plex Sans"/>
              </a:rPr>
              <a:t>, (6) </a:t>
            </a:r>
            <a:r>
              <a:rPr lang="en-US" sz="700" b="0" i="0" u="sng" strike="noStrike" cap="none" noProof="0">
                <a:solidFill>
                  <a:srgbClr val="7F7F7F"/>
                </a:solidFill>
                <a:latin typeface="IBM Plex Sans"/>
                <a:ea typeface="IBM Plex Sans"/>
                <a:cs typeface="IBM Plex Sans"/>
                <a:sym typeface="IBM Plex Sans"/>
              </a:rPr>
              <a:t>Digital Bloom, (7) </a:t>
            </a:r>
            <a:r>
              <a:rPr lang="en-US" sz="700" b="0" i="0" u="sng" strike="noStrike" cap="none" noProof="0">
                <a:solidFill>
                  <a:srgbClr val="7F7F7F"/>
                </a:solidFill>
                <a:latin typeface="IBM Plex Sans"/>
                <a:ea typeface="IBM Plex Sans"/>
                <a:cs typeface="IBM Plex Sans"/>
                <a:sym typeface="IBM Plex Sans"/>
                <a:hlinkClick r:id="rId17">
                  <a:extLst>
                    <a:ext uri="{A12FA001-AC4F-418D-AE19-62706E023703}">
                      <ahyp:hlinkClr xmlns:ahyp="http://schemas.microsoft.com/office/drawing/2018/hyperlinkcolor" val="tx"/>
                    </a:ext>
                  </a:extLst>
                </a:hlinkClick>
              </a:rPr>
              <a:t>McKinsey</a:t>
            </a:r>
            <a:r>
              <a:rPr lang="en-US" sz="700" b="0" i="0" u="sng" strike="noStrike" cap="none" noProof="0">
                <a:solidFill>
                  <a:srgbClr val="7F7F7F"/>
                </a:solidFill>
                <a:latin typeface="IBM Plex Sans"/>
                <a:ea typeface="IBM Plex Sans"/>
                <a:cs typeface="IBM Plex Sans"/>
                <a:sym typeface="IBM Plex Sans"/>
              </a:rPr>
              <a:t>, (8) </a:t>
            </a:r>
            <a:r>
              <a:rPr lang="en-US" sz="700" b="0" i="0" u="sng" strike="noStrike" cap="none" noProof="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TTMS</a:t>
            </a:r>
            <a:r>
              <a:rPr lang="en-US" sz="700" b="0" i="0" u="sng" strike="noStrike" cap="none" noProof="0">
                <a:solidFill>
                  <a:srgbClr val="7F7F7F"/>
                </a:solidFill>
                <a:latin typeface="IBM Plex Sans"/>
                <a:ea typeface="IBM Plex Sans"/>
                <a:cs typeface="IBM Plex Sans"/>
                <a:sym typeface="IBM Plex Sans"/>
              </a:rPr>
              <a:t>, </a:t>
            </a:r>
            <a:r>
              <a:rPr lang="en-US" sz="700" b="0" i="0" u="none" strike="noStrike" cap="none" noProof="0">
                <a:solidFill>
                  <a:srgbClr val="7F7F7F"/>
                </a:solidFill>
                <a:latin typeface="IBM Plex Sans"/>
                <a:ea typeface="IBM Plex Sans"/>
                <a:cs typeface="IBM Plex Sans"/>
                <a:sym typeface="IBM Plex Sans"/>
              </a:rPr>
              <a:t>(9) </a:t>
            </a:r>
            <a:r>
              <a:rPr lang="en-US" sz="700" b="0" i="0" u="sng" strike="noStrike" cap="none" noProof="0">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Mordor</a:t>
            </a:r>
            <a:r>
              <a:rPr lang="en-US" sz="700" b="0" i="0" u="none" strike="noStrike" cap="none" noProof="0">
                <a:solidFill>
                  <a:srgbClr val="7F7F7F"/>
                </a:solidFill>
                <a:latin typeface="IBM Plex Sans"/>
                <a:ea typeface="IBM Plex Sans"/>
                <a:cs typeface="IBM Plex Sans"/>
                <a:sym typeface="IBM Plex Sans"/>
              </a:rPr>
              <a:t>: USD CAGR of 11.8% adjusted to volume with our model revenue per revenue generating search number, (10) </a:t>
            </a:r>
            <a:r>
              <a:rPr lang="en-US" sz="700" b="0" i="0" u="sng" strike="noStrike" cap="none" noProof="0">
                <a:solidFill>
                  <a:srgbClr val="7F7F7F"/>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BRI</a:t>
            </a:r>
            <a:r>
              <a:rPr lang="en-US" sz="700" b="0" i="0" u="none" strike="noStrike" cap="none" noProof="0">
                <a:solidFill>
                  <a:srgbClr val="7F7F7F"/>
                </a:solidFill>
                <a:latin typeface="IBM Plex Sans"/>
                <a:ea typeface="IBM Plex Sans"/>
                <a:cs typeface="IBM Plex Sans"/>
                <a:sym typeface="IBM Plex Sans"/>
              </a:rPr>
              <a:t>: USD CAGR of 11% adjusted to volume with our model revenue per revenue generating search number</a:t>
            </a:r>
            <a:endParaRPr lang="en-US" sz="700" b="0" i="0" u="sng" strike="noStrike" cap="none" noProof="0">
              <a:solidFill>
                <a:srgbClr val="7F7F7F"/>
              </a:solidFill>
              <a:latin typeface="IBM Plex Sans"/>
              <a:ea typeface="IBM Plex Sans"/>
              <a:cs typeface="IBM Plex Sans"/>
            </a:endParaRPr>
          </a:p>
        </p:txBody>
      </p:sp>
      <p:sp>
        <p:nvSpPr>
          <p:cNvPr id="1112" name="Google Shape;1112;g3b32461984d_2_0"/>
          <p:cNvSpPr txBox="1"/>
          <p:nvPr/>
        </p:nvSpPr>
        <p:spPr>
          <a:xfrm>
            <a:off x="420595" y="5796807"/>
            <a:ext cx="11350811" cy="386674"/>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400" b="1" i="0" u="none" strike="noStrike" cap="none" noProof="0">
                <a:solidFill>
                  <a:srgbClr val="000000"/>
                </a:solidFill>
                <a:latin typeface="IBM Plex Sans"/>
                <a:ea typeface="IBM Plex Sans"/>
                <a:cs typeface="IBM Plex Sans"/>
                <a:sym typeface="IBM Plex Sans"/>
              </a:rPr>
              <a:t>Sources have been reviewed to ensure data points are reasonable and reflective of our considerations</a:t>
            </a:r>
            <a:endParaRPr lang="en-US" sz="1400" b="0" i="0" u="none" strike="noStrike" cap="none" noProof="0">
              <a:solidFill>
                <a:srgbClr val="000000"/>
              </a:solidFill>
              <a:latin typeface="Arial"/>
              <a:ea typeface="Arial"/>
              <a:cs typeface="Arial"/>
              <a:sym typeface="Arial"/>
            </a:endParaRPr>
          </a:p>
        </p:txBody>
      </p:sp>
      <p:sp>
        <p:nvSpPr>
          <p:cNvPr id="4" name="CaixaDeTexto 3">
            <a:extLst>
              <a:ext uri="{FF2B5EF4-FFF2-40B4-BE49-F238E27FC236}">
                <a16:creationId xmlns:a16="http://schemas.microsoft.com/office/drawing/2014/main" id="{BE7CD34D-9E3E-37A1-8C17-0BD3A64C4AB6}"/>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volume data</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g3b23322d595_2_516"/>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43</a:t>
            </a:fld>
            <a:endParaRPr lang="en-US" noProof="0"/>
          </a:p>
        </p:txBody>
      </p:sp>
      <p:sp>
        <p:nvSpPr>
          <p:cNvPr id="1457" name="Google Shape;1457;g3b23322d595_2_516"/>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r>
              <a:rPr lang="en-US" noProof="0"/>
              <a:t>Despite rapid AI adoption, traditional search still accounts for the vast majority of search volume</a:t>
            </a:r>
          </a:p>
        </p:txBody>
      </p:sp>
      <p:sp>
        <p:nvSpPr>
          <p:cNvPr id="1458" name="Google Shape;1458;g3b23322d595_2_516"/>
          <p:cNvSpPr txBox="1"/>
          <p:nvPr/>
        </p:nvSpPr>
        <p:spPr>
          <a:xfrm>
            <a:off x="420595" y="6402747"/>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Quattrocento Sans"/>
                <a:cs typeface="Quattrocento Sans"/>
                <a:sym typeface="Quattrocento Sans"/>
              </a:rPr>
              <a:t>Notes: (1) 2025 data: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Wall Street Journal</a:t>
            </a:r>
            <a:r>
              <a:rPr lang="en-US" sz="700" b="0" i="0" u="none" strike="noStrike" cap="none" noProof="0">
                <a:solidFill>
                  <a:srgbClr val="7F7F7F"/>
                </a:solidFill>
                <a:latin typeface="IBM Plex Sans"/>
                <a:ea typeface="Quattrocento Sans"/>
                <a:cs typeface="Quattrocento Sans"/>
                <a:sym typeface="Quattrocento Sans"/>
              </a:rPr>
              <a:t>, </a:t>
            </a:r>
            <a:r>
              <a:rPr lang="en-US" sz="700" b="0" i="0" u="sng" strike="noStrike" cap="none" noProof="0" err="1">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Semrush</a:t>
            </a:r>
            <a:r>
              <a:rPr lang="en-US" sz="700" b="0" i="0" u="none" strike="noStrike" cap="none" noProof="0">
                <a:solidFill>
                  <a:srgbClr val="7F7F7F"/>
                </a:solidFill>
                <a:latin typeface="IBM Plex Sans"/>
                <a:ea typeface="Quattrocento Sans"/>
                <a:cs typeface="Quattrocento Sans"/>
                <a:sym typeface="Quattrocento Sans"/>
              </a:rPr>
              <a:t>, 2024 data: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Wall Street Journal</a:t>
            </a:r>
            <a:r>
              <a:rPr lang="en-US" sz="700" b="0" i="0" u="none" strike="noStrike" cap="none"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Stat Counter</a:t>
            </a:r>
            <a:r>
              <a:rPr lang="en-US" sz="700" b="0" i="0" u="none" strike="noStrike" cap="none" noProof="0">
                <a:solidFill>
                  <a:srgbClr val="7F7F7F"/>
                </a:solidFill>
                <a:latin typeface="IBM Plex Sans"/>
                <a:ea typeface="Quattrocento Sans"/>
                <a:cs typeface="Quattrocento Sans"/>
                <a:sym typeface="Quattrocento Sans"/>
              </a:rPr>
              <a:t>, (2) </a:t>
            </a:r>
            <a:r>
              <a:rPr lang="en-US" sz="700" b="0" i="0" u="sng" strike="noStrike" cap="none"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Search Engine Land</a:t>
            </a:r>
            <a:r>
              <a:rPr lang="en-US" sz="700" b="0" i="0" u="none" strike="noStrike" cap="none" noProof="0">
                <a:solidFill>
                  <a:srgbClr val="7F7F7F"/>
                </a:solidFill>
                <a:latin typeface="IBM Plex Sans"/>
                <a:ea typeface="Quattrocento Sans"/>
                <a:cs typeface="Quattrocento Sans"/>
                <a:sym typeface="Quattrocento Sans"/>
              </a:rPr>
              <a:t>, (3) </a:t>
            </a:r>
            <a:r>
              <a:rPr lang="en-US" sz="700" u="sng" noProof="0" err="1">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Sizaria</a:t>
            </a:r>
            <a:endParaRPr lang="en-US" sz="700" b="0" i="0" u="none" strike="noStrike" cap="none" noProof="0">
              <a:solidFill>
                <a:srgbClr val="7F7F7F"/>
              </a:solidFill>
              <a:latin typeface="IBM Plex Sans"/>
              <a:ea typeface="Quattrocento Sans"/>
              <a:cs typeface="Quattrocento Sans"/>
            </a:endParaRPr>
          </a:p>
        </p:txBody>
      </p:sp>
      <p:sp>
        <p:nvSpPr>
          <p:cNvPr id="1459" name="Google Shape;1459;g3b23322d595_2_516"/>
          <p:cNvSpPr/>
          <p:nvPr/>
        </p:nvSpPr>
        <p:spPr>
          <a:xfrm>
            <a:off x="8050549" y="1483812"/>
            <a:ext cx="376553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Quotes from research</a:t>
            </a:r>
            <a:endParaRPr lang="en-US" sz="1800" b="0" i="0" u="none" strike="noStrike" cap="none" noProof="0">
              <a:solidFill>
                <a:schemeClr val="dk1"/>
              </a:solidFill>
              <a:latin typeface="Arial"/>
              <a:ea typeface="Arial"/>
              <a:cs typeface="Arial"/>
              <a:sym typeface="Arial"/>
            </a:endParaRPr>
          </a:p>
        </p:txBody>
      </p:sp>
      <p:sp>
        <p:nvSpPr>
          <p:cNvPr id="1460" name="Google Shape;1460;g3b23322d595_2_516"/>
          <p:cNvSpPr txBox="1"/>
          <p:nvPr/>
        </p:nvSpPr>
        <p:spPr>
          <a:xfrm>
            <a:off x="8060575" y="1807813"/>
            <a:ext cx="3765539" cy="3941130"/>
          </a:xfrm>
          <a:prstGeom prst="rect">
            <a:avLst/>
          </a:prstGeom>
          <a:solidFill>
            <a:schemeClr val="bg1">
              <a:lumMod val="95000"/>
            </a:schemeClr>
          </a:solidFill>
          <a:ln>
            <a:noFill/>
          </a:ln>
        </p:spPr>
        <p:txBody>
          <a:bodyPr spcFirstLastPara="1" wrap="square" lIns="91425" tIns="90000" rIns="91425" bIns="45700" anchor="t" anchorCtr="0">
            <a:noAutofit/>
          </a:bodyPr>
          <a:lstStyle/>
          <a:p>
            <a:pPr marR="0" lvl="0" algn="l" rtl="0">
              <a:lnSpc>
                <a:spcPct val="100000"/>
              </a:lnSpc>
              <a:spcBef>
                <a:spcPts val="0"/>
              </a:spcBef>
              <a:spcAft>
                <a:spcPts val="600"/>
              </a:spcAft>
              <a:buClr>
                <a:schemeClr val="dk1"/>
              </a:buClr>
              <a:buSzPts val="1400"/>
            </a:pPr>
            <a:r>
              <a:rPr lang="en-US" sz="1400" b="0" i="0" u="none" strike="noStrike" cap="none" noProof="0">
                <a:solidFill>
                  <a:schemeClr val="dk1"/>
                </a:solidFill>
                <a:latin typeface="IBM Plex Sans"/>
                <a:ea typeface="IBM Plex Sans"/>
                <a:cs typeface="IBM Plex Sans"/>
                <a:sym typeface="IBM Plex Sans"/>
              </a:rPr>
              <a:t>“More than 1 in 5 Americans now use AI tools heavily – but </a:t>
            </a:r>
            <a:r>
              <a:rPr lang="en-US" sz="1400" b="1" i="0" u="none" strike="noStrike" cap="none" noProof="0">
                <a:solidFill>
                  <a:schemeClr val="dk1"/>
                </a:solidFill>
                <a:latin typeface="IBM Plex Sans"/>
                <a:ea typeface="IBM Plex Sans"/>
                <a:cs typeface="IBM Plex Sans"/>
                <a:sym typeface="IBM Plex Sans"/>
              </a:rPr>
              <a:t>traditional search engines remain dominant</a:t>
            </a:r>
            <a:r>
              <a:rPr lang="en-US" sz="1400" b="0" i="0" u="none" strike="noStrike" cap="none" noProof="0">
                <a:solidFill>
                  <a:schemeClr val="dk1"/>
                </a:solidFill>
                <a:latin typeface="IBM Plex Sans"/>
                <a:ea typeface="IBM Plex Sans"/>
                <a:cs typeface="IBM Plex Sans"/>
                <a:sym typeface="IBM Plex Sans"/>
              </a:rPr>
              <a:t>, with usage holding steady at 95% (</a:t>
            </a:r>
            <a:r>
              <a:rPr lang="en-US" noProof="0">
                <a:solidFill>
                  <a:schemeClr val="dk1"/>
                </a:solidFill>
                <a:latin typeface="IBM Plex Sans"/>
                <a:ea typeface="IBM Plex Sans"/>
                <a:cs typeface="IBM Plex Sans"/>
                <a:sym typeface="IBM Plex Sans"/>
              </a:rPr>
              <a:t>including</a:t>
            </a:r>
            <a:r>
              <a:rPr lang="en-US" sz="1400" b="0" i="0" u="none" strike="noStrike" cap="none" noProof="0">
                <a:solidFill>
                  <a:schemeClr val="dk1"/>
                </a:solidFill>
                <a:latin typeface="IBM Plex Sans"/>
                <a:ea typeface="IBM Plex Sans"/>
                <a:cs typeface="IBM Plex Sans"/>
                <a:sym typeface="IBM Plex Sans"/>
              </a:rPr>
              <a:t> Google and other search engines)” </a:t>
            </a:r>
            <a:r>
              <a:rPr lang="en-US" sz="1400" b="0" i="0" u="none" strike="noStrike" cap="none" baseline="30000" noProof="0">
                <a:solidFill>
                  <a:schemeClr val="dk1"/>
                </a:solidFill>
                <a:latin typeface="IBM Plex Sans"/>
                <a:ea typeface="IBM Plex Sans"/>
                <a:cs typeface="IBM Plex Sans"/>
                <a:sym typeface="IBM Plex Sans"/>
              </a:rPr>
              <a:t>2</a:t>
            </a:r>
            <a:endParaRPr lang="en-US" sz="1800" b="0" i="0" u="none" strike="noStrike" cap="none" noProof="0">
              <a:solidFill>
                <a:schemeClr val="dk1"/>
              </a:solidFill>
              <a:latin typeface="Arial"/>
              <a:ea typeface="Arial"/>
              <a:cs typeface="Arial"/>
              <a:sym typeface="Arial"/>
            </a:endParaRPr>
          </a:p>
          <a:p>
            <a:pPr>
              <a:spcBef>
                <a:spcPts val="600"/>
              </a:spcBef>
              <a:spcAft>
                <a:spcPts val="600"/>
              </a:spcAft>
              <a:buClr>
                <a:schemeClr val="dk1"/>
              </a:buClr>
              <a:buSzPts val="1400"/>
            </a:pPr>
            <a:r>
              <a:rPr lang="en-US" noProof="0">
                <a:solidFill>
                  <a:schemeClr val="dk1"/>
                </a:solidFill>
                <a:latin typeface="IBM Plex Sans"/>
                <a:ea typeface="IBM Plex Sans"/>
                <a:cs typeface="IBM Plex Sans"/>
                <a:sym typeface="IBM Plex Sans"/>
              </a:rPr>
              <a:t>“21</a:t>
            </a:r>
            <a:r>
              <a:rPr lang="en-US" sz="1400" b="0" i="0" u="none" strike="noStrike" cap="none" noProof="0">
                <a:solidFill>
                  <a:schemeClr val="dk1"/>
                </a:solidFill>
                <a:latin typeface="IBM Plex Sans"/>
                <a:ea typeface="IBM Plex Sans"/>
                <a:cs typeface="IBM Plex Sans"/>
                <a:sym typeface="IBM Plex Sans"/>
              </a:rPr>
              <a:t>% of U.S. users access AI tools like ChatGPT, Claude, Gemini, Copilot, Perplexity, and </a:t>
            </a:r>
            <a:r>
              <a:rPr lang="en-US" noProof="0">
                <a:solidFill>
                  <a:schemeClr val="dk1"/>
                </a:solidFill>
                <a:latin typeface="IBM Plex Sans"/>
                <a:ea typeface="IBM Plex Sans"/>
                <a:cs typeface="IBM Plex Sans"/>
                <a:sym typeface="IBM Plex Sans"/>
              </a:rPr>
              <a:t>DeepSeek</a:t>
            </a:r>
            <a:r>
              <a:rPr lang="en-US" sz="1400" b="0" i="0" u="none" strike="noStrike" cap="none" noProof="0">
                <a:solidFill>
                  <a:schemeClr val="dk1"/>
                </a:solidFill>
                <a:latin typeface="IBM Plex Sans"/>
                <a:ea typeface="IBM Plex Sans"/>
                <a:cs typeface="IBM Plex Sans"/>
                <a:sym typeface="IBM Plex Sans"/>
              </a:rPr>
              <a:t> </a:t>
            </a:r>
            <a:r>
              <a:rPr lang="en-US" noProof="0">
                <a:solidFill>
                  <a:schemeClr val="dk1"/>
                </a:solidFill>
                <a:latin typeface="IBM Plex Sans"/>
                <a:ea typeface="IBM Plex Sans"/>
                <a:cs typeface="IBM Plex Sans"/>
                <a:sym typeface="IBM Plex Sans"/>
              </a:rPr>
              <a:t>more than 10</a:t>
            </a:r>
            <a:r>
              <a:rPr lang="en-US" sz="1400" b="0" i="0" u="none" strike="noStrike" cap="none" noProof="0">
                <a:solidFill>
                  <a:schemeClr val="dk1"/>
                </a:solidFill>
                <a:latin typeface="IBM Plex Sans"/>
                <a:ea typeface="IBM Plex Sans"/>
                <a:cs typeface="IBM Plex Sans"/>
                <a:sym typeface="IBM Plex Sans"/>
              </a:rPr>
              <a:t> times per month. Overall adoption has jumped from 8% in 2023 to 38% in 2025”</a:t>
            </a:r>
            <a:r>
              <a:rPr lang="en-US" sz="1400" b="0" i="0" u="none" strike="noStrike" cap="none" baseline="30000" noProof="0">
                <a:solidFill>
                  <a:schemeClr val="dk1"/>
                </a:solidFill>
                <a:latin typeface="IBM Plex Sans"/>
                <a:ea typeface="IBM Plex Sans"/>
                <a:cs typeface="IBM Plex Sans"/>
                <a:sym typeface="IBM Plex Sans"/>
              </a:rPr>
              <a:t>2</a:t>
            </a:r>
            <a:endParaRPr lang="en-US" sz="1800" b="0" i="0" u="none" strike="noStrike" cap="none" noProof="0">
              <a:solidFill>
                <a:schemeClr val="dk1"/>
              </a:solidFill>
              <a:latin typeface="Arial"/>
              <a:ea typeface="Arial"/>
              <a:cs typeface="Arial"/>
              <a:sym typeface="Arial"/>
            </a:endParaRPr>
          </a:p>
          <a:p>
            <a:pPr>
              <a:spcBef>
                <a:spcPts val="600"/>
              </a:spcBef>
              <a:spcAft>
                <a:spcPts val="600"/>
              </a:spcAft>
              <a:buClr>
                <a:schemeClr val="dk1"/>
              </a:buClr>
              <a:buSzPts val="1400"/>
            </a:pPr>
            <a:r>
              <a:rPr lang="en-US" noProof="0">
                <a:solidFill>
                  <a:schemeClr val="dk1"/>
                </a:solidFill>
                <a:latin typeface="IBM Plex Sans"/>
                <a:ea typeface="IBM Plex Sans"/>
                <a:cs typeface="IBM Plex Sans"/>
                <a:sym typeface="IBM Plex Sans"/>
              </a:rPr>
              <a:t>“</a:t>
            </a:r>
            <a:r>
              <a:rPr lang="en-US" sz="1400" b="1" i="0" u="none" strike="noStrike" cap="none" noProof="0">
                <a:solidFill>
                  <a:schemeClr val="dk1"/>
                </a:solidFill>
                <a:latin typeface="IBM Plex Sans"/>
                <a:ea typeface="IBM Plex Sans"/>
                <a:cs typeface="IBM Plex Sans"/>
                <a:sym typeface="IBM Plex Sans"/>
              </a:rPr>
              <a:t>ChatGPT relies on Google </a:t>
            </a:r>
            <a:r>
              <a:rPr lang="en-US" sz="1400" b="0" i="0" u="none" strike="noStrike" cap="none" noProof="0">
                <a:solidFill>
                  <a:schemeClr val="dk1"/>
                </a:solidFill>
                <a:latin typeface="IBM Plex Sans"/>
                <a:ea typeface="IBM Plex Sans"/>
                <a:cs typeface="IBM Plex Sans"/>
                <a:sym typeface="IBM Plex Sans"/>
              </a:rPr>
              <a:t>behind the scenes, as it pulls real-time search results via a third-party </a:t>
            </a:r>
            <a:r>
              <a:rPr lang="en-US" sz="1400" b="0" i="0" u="none" strike="noStrike" cap="none" noProof="0" err="1">
                <a:solidFill>
                  <a:schemeClr val="dk1"/>
                </a:solidFill>
                <a:latin typeface="IBM Plex Sans"/>
                <a:ea typeface="IBM Plex Sans"/>
                <a:cs typeface="IBM Plex Sans"/>
                <a:sym typeface="IBM Plex Sans"/>
              </a:rPr>
              <a:t>SerpApi</a:t>
            </a:r>
            <a:r>
              <a:rPr lang="en-US" sz="1400" b="0" i="0" u="none" strike="noStrike" cap="none" noProof="0">
                <a:solidFill>
                  <a:schemeClr val="dk1"/>
                </a:solidFill>
                <a:latin typeface="IBM Plex Sans"/>
                <a:ea typeface="IBM Plex Sans"/>
                <a:cs typeface="IBM Plex Sans"/>
                <a:sym typeface="IBM Plex Sans"/>
              </a:rPr>
              <a:t>, to supplement its outputs, revealing </a:t>
            </a:r>
            <a:r>
              <a:rPr lang="en-US" noProof="0">
                <a:solidFill>
                  <a:schemeClr val="dk1"/>
                </a:solidFill>
                <a:latin typeface="IBM Plex Sans"/>
                <a:ea typeface="IBM Plex Sans"/>
                <a:cs typeface="IBM Plex Sans"/>
                <a:sym typeface="IBM Plex Sans"/>
              </a:rPr>
              <a:t>that </a:t>
            </a:r>
            <a:r>
              <a:rPr lang="en-US" sz="1400" b="0" i="0" u="none" strike="noStrike" cap="none" noProof="0">
                <a:solidFill>
                  <a:schemeClr val="dk1"/>
                </a:solidFill>
                <a:latin typeface="IBM Plex Sans"/>
                <a:ea typeface="IBM Plex Sans"/>
                <a:cs typeface="IBM Plex Sans"/>
                <a:sym typeface="IBM Plex Sans"/>
              </a:rPr>
              <a:t>ChatGPT </a:t>
            </a:r>
            <a:r>
              <a:rPr lang="en-US" noProof="0">
                <a:solidFill>
                  <a:schemeClr val="dk1"/>
                </a:solidFill>
                <a:latin typeface="IBM Plex Sans"/>
                <a:ea typeface="IBM Plex Sans"/>
                <a:cs typeface="IBM Plex Sans"/>
                <a:sym typeface="IBM Plex Sans"/>
              </a:rPr>
              <a:t>is not </a:t>
            </a:r>
            <a:r>
              <a:rPr lang="en-US" sz="1400" b="0" i="0" u="none" strike="noStrike" cap="none" noProof="0">
                <a:solidFill>
                  <a:schemeClr val="dk1"/>
                </a:solidFill>
                <a:latin typeface="IBM Plex Sans"/>
                <a:ea typeface="IBM Plex Sans"/>
                <a:cs typeface="IBM Plex Sans"/>
                <a:sym typeface="IBM Plex Sans"/>
              </a:rPr>
              <a:t>yet fully self-sufficient </a:t>
            </a:r>
            <a:r>
              <a:rPr lang="en-US" sz="1400" b="1" i="0" u="none" strike="noStrike" cap="none" noProof="0">
                <a:solidFill>
                  <a:schemeClr val="dk1"/>
                </a:solidFill>
                <a:latin typeface="IBM Plex Sans"/>
                <a:ea typeface="IBM Plex Sans"/>
                <a:cs typeface="IBM Plex Sans"/>
                <a:sym typeface="IBM Plex Sans"/>
              </a:rPr>
              <a:t>in delivering up-to-date search data”</a:t>
            </a:r>
            <a:r>
              <a:rPr lang="en-US" sz="1400" b="1" i="0" u="none" strike="noStrike" cap="none" baseline="30000" noProof="0">
                <a:solidFill>
                  <a:schemeClr val="dk1"/>
                </a:solidFill>
                <a:latin typeface="IBM Plex Sans"/>
                <a:ea typeface="IBM Plex Sans"/>
                <a:cs typeface="IBM Plex Sans"/>
                <a:sym typeface="IBM Plex Sans"/>
              </a:rPr>
              <a:t>3</a:t>
            </a:r>
            <a:endParaRPr lang="en-US" sz="1800" b="0" i="0" u="none" strike="noStrike" cap="none" noProof="0">
              <a:solidFill>
                <a:schemeClr val="dk1"/>
              </a:solidFill>
              <a:latin typeface="Arial"/>
              <a:ea typeface="Arial"/>
              <a:cs typeface="Arial"/>
              <a:sym typeface="Arial"/>
            </a:endParaRPr>
          </a:p>
        </p:txBody>
      </p:sp>
      <p:sp>
        <p:nvSpPr>
          <p:cNvPr id="1462" name="Google Shape;1462;g3b23322d595_2_516"/>
          <p:cNvSpPr/>
          <p:nvPr/>
        </p:nvSpPr>
        <p:spPr>
          <a:xfrm>
            <a:off x="450090" y="1483812"/>
            <a:ext cx="7426969"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400" b="1" i="0" u="none" strike="noStrike" cap="none" noProof="0">
                <a:solidFill>
                  <a:schemeClr val="lt1"/>
                </a:solidFill>
                <a:latin typeface="IBM Plex Sans"/>
                <a:ea typeface="IBM Plex Sans"/>
                <a:cs typeface="IBM Plex Sans"/>
                <a:sym typeface="IBM Plex Sans"/>
              </a:rPr>
              <a:t>Search traffic </a:t>
            </a:r>
            <a:r>
              <a:rPr lang="en-US" b="1" noProof="0">
                <a:solidFill>
                  <a:schemeClr val="lt1"/>
                </a:solidFill>
                <a:latin typeface="IBM Plex Sans"/>
                <a:ea typeface="IBM Plex Sans"/>
                <a:cs typeface="IBM Plex Sans"/>
                <a:sym typeface="IBM Plex Sans"/>
              </a:rPr>
              <a:t>share </a:t>
            </a:r>
            <a:r>
              <a:rPr lang="en-US" sz="1400" b="1" i="0" u="none" strike="noStrike" cap="none" noProof="0">
                <a:solidFill>
                  <a:schemeClr val="lt1"/>
                </a:solidFill>
                <a:latin typeface="IBM Plex Sans"/>
                <a:ea typeface="IBM Plex Sans"/>
                <a:cs typeface="IBM Plex Sans"/>
                <a:sym typeface="IBM Plex Sans"/>
              </a:rPr>
              <a:t>on browsers</a:t>
            </a:r>
            <a:r>
              <a:rPr lang="en-US" sz="1400" b="1" i="0" u="none" strike="noStrike" cap="none" baseline="30000" noProof="0">
                <a:solidFill>
                  <a:schemeClr val="lt1"/>
                </a:solidFill>
                <a:latin typeface="IBM Plex Sans"/>
                <a:ea typeface="IBM Plex Sans"/>
                <a:cs typeface="IBM Plex Sans"/>
                <a:sym typeface="IBM Plex Sans"/>
              </a:rPr>
              <a:t>1</a:t>
            </a:r>
            <a:endParaRPr lang="en-US" sz="1800" b="0" i="0" u="none" strike="noStrike" cap="none" noProof="0">
              <a:solidFill>
                <a:schemeClr val="lt1"/>
              </a:solidFill>
              <a:latin typeface="Arial"/>
              <a:ea typeface="Arial"/>
              <a:cs typeface="Arial"/>
              <a:sym typeface="Arial"/>
            </a:endParaRPr>
          </a:p>
        </p:txBody>
      </p:sp>
      <p:sp>
        <p:nvSpPr>
          <p:cNvPr id="1470" name="Google Shape;1470;g3b23322d595_2_516"/>
          <p:cNvSpPr txBox="1"/>
          <p:nvPr/>
        </p:nvSpPr>
        <p:spPr>
          <a:xfrm>
            <a:off x="1798487" y="2214956"/>
            <a:ext cx="814285" cy="384680"/>
          </a:xfrm>
          <a:prstGeom prst="rect">
            <a:avLst/>
          </a:prstGeom>
          <a:noFill/>
          <a:ln>
            <a:noFill/>
          </a:ln>
        </p:spPr>
        <p:txBody>
          <a:bodyPr spcFirstLastPara="1" wrap="square" lIns="91425" tIns="45700" rIns="91425" bIns="45700" anchor="t" anchorCtr="0">
            <a:spAutoFit/>
          </a:bodyPr>
          <a:lstStyle/>
          <a:p>
            <a:pPr marL="0" marR="0" lvl="1" indent="0" algn="ctr" rtl="0">
              <a:lnSpc>
                <a:spcPct val="100000"/>
              </a:lnSpc>
              <a:spcBef>
                <a:spcPts val="0"/>
              </a:spcBef>
              <a:spcAft>
                <a:spcPts val="600"/>
              </a:spcAft>
              <a:buClr>
                <a:schemeClr val="dk1"/>
              </a:buClr>
              <a:buSzPts val="1400"/>
              <a:buFont typeface="IBM Plex Sans"/>
              <a:buNone/>
            </a:pPr>
            <a:r>
              <a:rPr lang="en-US" sz="1400" b="1" i="0" u="none" strike="noStrike" cap="none" noProof="0">
                <a:solidFill>
                  <a:schemeClr val="dk1"/>
                </a:solidFill>
                <a:latin typeface="IBM Plex Sans"/>
                <a:ea typeface="IBM Plex Sans"/>
                <a:cs typeface="IBM Plex Sans"/>
                <a:sym typeface="IBM Plex Sans"/>
              </a:rPr>
              <a:t>100%</a:t>
            </a:r>
          </a:p>
        </p:txBody>
      </p:sp>
      <p:sp>
        <p:nvSpPr>
          <p:cNvPr id="1471" name="Google Shape;1471;g3b23322d595_2_516"/>
          <p:cNvSpPr txBox="1"/>
          <p:nvPr/>
        </p:nvSpPr>
        <p:spPr>
          <a:xfrm>
            <a:off x="5393956" y="2226448"/>
            <a:ext cx="814285" cy="384680"/>
          </a:xfrm>
          <a:prstGeom prst="rect">
            <a:avLst/>
          </a:prstGeom>
          <a:noFill/>
          <a:ln>
            <a:noFill/>
          </a:ln>
        </p:spPr>
        <p:txBody>
          <a:bodyPr spcFirstLastPara="1" wrap="square" lIns="91425" tIns="45700" rIns="91425" bIns="45700" anchor="t" anchorCtr="0">
            <a:spAutoFit/>
          </a:bodyPr>
          <a:lstStyle/>
          <a:p>
            <a:pPr marL="0" marR="0" lvl="1" indent="0" algn="ctr" rtl="0">
              <a:lnSpc>
                <a:spcPct val="100000"/>
              </a:lnSpc>
              <a:spcBef>
                <a:spcPts val="0"/>
              </a:spcBef>
              <a:spcAft>
                <a:spcPts val="600"/>
              </a:spcAft>
              <a:buClr>
                <a:schemeClr val="dk1"/>
              </a:buClr>
              <a:buSzPts val="1400"/>
              <a:buFont typeface="IBM Plex Sans"/>
              <a:buNone/>
            </a:pPr>
            <a:r>
              <a:rPr lang="en-US" sz="1400" b="1" i="0" u="none" strike="noStrike" cap="none" noProof="0">
                <a:solidFill>
                  <a:schemeClr val="dk1"/>
                </a:solidFill>
                <a:latin typeface="IBM Plex Sans"/>
                <a:ea typeface="IBM Plex Sans"/>
                <a:cs typeface="IBM Plex Sans"/>
                <a:sym typeface="IBM Plex Sans"/>
              </a:rPr>
              <a:t>100%</a:t>
            </a:r>
          </a:p>
        </p:txBody>
      </p:sp>
      <p:graphicFrame>
        <p:nvGraphicFramePr>
          <p:cNvPr id="10" name="Chart 9">
            <a:extLst>
              <a:ext uri="{FF2B5EF4-FFF2-40B4-BE49-F238E27FC236}">
                <a16:creationId xmlns:a16="http://schemas.microsoft.com/office/drawing/2014/main" id="{C0CE1433-F228-8DC7-C1EE-9E9438505E91}"/>
              </a:ext>
            </a:extLst>
          </p:cNvPr>
          <p:cNvGraphicFramePr/>
          <p:nvPr>
            <p:extLst>
              <p:ext uri="{D42A27DB-BD31-4B8C-83A1-F6EECF244321}">
                <p14:modId xmlns:p14="http://schemas.microsoft.com/office/powerpoint/2010/main" val="1109134166"/>
              </p:ext>
            </p:extLst>
          </p:nvPr>
        </p:nvGraphicFramePr>
        <p:xfrm>
          <a:off x="420595" y="1934498"/>
          <a:ext cx="7185550" cy="3814444"/>
        </p:xfrm>
        <a:graphic>
          <a:graphicData uri="http://schemas.openxmlformats.org/drawingml/2006/chart">
            <c:chart xmlns:c="http://schemas.openxmlformats.org/drawingml/2006/chart" xmlns:r="http://schemas.openxmlformats.org/officeDocument/2006/relationships" r:id="rId8"/>
          </a:graphicData>
        </a:graphic>
      </p:graphicFrame>
      <p:sp>
        <p:nvSpPr>
          <p:cNvPr id="11" name="Google Shape;1337;g3b23322d595_2_396">
            <a:extLst>
              <a:ext uri="{FF2B5EF4-FFF2-40B4-BE49-F238E27FC236}">
                <a16:creationId xmlns:a16="http://schemas.microsoft.com/office/drawing/2014/main" id="{30567957-5622-1ECF-E289-968116D87C50}"/>
              </a:ext>
            </a:extLst>
          </p:cNvPr>
          <p:cNvSpPr txBox="1"/>
          <p:nvPr/>
        </p:nvSpPr>
        <p:spPr>
          <a:xfrm>
            <a:off x="450092" y="5839228"/>
            <a:ext cx="11350810" cy="374134"/>
          </a:xfrm>
          <a:prstGeom prst="rect">
            <a:avLst/>
          </a:prstGeom>
          <a:solidFill>
            <a:srgbClr val="7FD7A7"/>
          </a:solidFill>
          <a:ln>
            <a:noFill/>
          </a:ln>
        </p:spPr>
        <p:txBody>
          <a:bodyPr spcFirstLastPara="1" wrap="square" lIns="68550" tIns="68550" rIns="68550" bIns="68550" anchor="ctr" anchorCtr="0">
            <a:noAutofit/>
          </a:bodyPr>
          <a:lstStyle/>
          <a:p>
            <a:pPr algn="ctr">
              <a:buSzPts val="1800"/>
            </a:pPr>
            <a:r>
              <a:rPr lang="en-US" b="1" noProof="0">
                <a:latin typeface="IBM Plex Sans"/>
              </a:rPr>
              <a:t>Meaningful displacement of traditional search would require AI usage to scale far beyond current levels and existing use cases</a:t>
            </a:r>
            <a:endParaRPr lang="en-US" b="1" i="0" u="none" strike="noStrike" cap="none" noProof="0">
              <a:solidFill>
                <a:schemeClr val="dk1"/>
              </a:solidFill>
              <a:latin typeface="IBM Plex Sans"/>
              <a:sym typeface="Arial"/>
            </a:endParaRPr>
          </a:p>
        </p:txBody>
      </p:sp>
      <p:sp>
        <p:nvSpPr>
          <p:cNvPr id="4" name="CaixaDeTexto 3">
            <a:extLst>
              <a:ext uri="{FF2B5EF4-FFF2-40B4-BE49-F238E27FC236}">
                <a16:creationId xmlns:a16="http://schemas.microsoft.com/office/drawing/2014/main" id="{0A8C9A64-9C15-8654-803C-84402768CB68}"/>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volume data</a:t>
            </a:r>
          </a:p>
        </p:txBody>
      </p:sp>
    </p:spTree>
    <p:extLst>
      <p:ext uri="{BB962C8B-B14F-4D97-AF65-F5344CB8AC3E}">
        <p14:creationId xmlns:p14="http://schemas.microsoft.com/office/powerpoint/2010/main" val="275654529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AA00EA-DA95-F5DA-2F1D-21348FE1D11F}"/>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ABAB638C-7FA6-72F7-8524-30F386022F66}"/>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47" imgH="348" progId="TCLayout.ActiveDocument.1">
                  <p:embed/>
                </p:oleObj>
              </mc:Choice>
              <mc:Fallback>
                <p:oleObj name="think-cell Slide" r:id="rId4" imgW="347" imgH="348" progId="TCLayout.ActiveDocument.1">
                  <p:embed/>
                  <p:pic>
                    <p:nvPicPr>
                      <p:cNvPr id="7" name="think-cell data - do not delete" hidden="1">
                        <a:extLst>
                          <a:ext uri="{FF2B5EF4-FFF2-40B4-BE49-F238E27FC236}">
                            <a16:creationId xmlns:a16="http://schemas.microsoft.com/office/drawing/2014/main" id="{ABAB638C-7FA6-72F7-8524-30F386022F6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Slide Number Placeholder 3">
            <a:extLst>
              <a:ext uri="{FF2B5EF4-FFF2-40B4-BE49-F238E27FC236}">
                <a16:creationId xmlns:a16="http://schemas.microsoft.com/office/drawing/2014/main" id="{EF0B3DA4-AA04-F4B8-7B60-DAEA8F3257E6}"/>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US" noProof="0" smtClean="0"/>
              <a:t>44</a:t>
            </a:fld>
            <a:endParaRPr lang="en-US" noProof="0"/>
          </a:p>
        </p:txBody>
      </p:sp>
      <p:sp>
        <p:nvSpPr>
          <p:cNvPr id="5" name="Title 4">
            <a:extLst>
              <a:ext uri="{FF2B5EF4-FFF2-40B4-BE49-F238E27FC236}">
                <a16:creationId xmlns:a16="http://schemas.microsoft.com/office/drawing/2014/main" id="{F0756D66-5030-952B-A350-3391B8A52789}"/>
              </a:ext>
            </a:extLst>
          </p:cNvPr>
          <p:cNvSpPr>
            <a:spLocks noGrp="1"/>
          </p:cNvSpPr>
          <p:nvPr>
            <p:ph type="title"/>
          </p:nvPr>
        </p:nvSpPr>
        <p:spPr>
          <a:xfrm>
            <a:off x="406740" y="504611"/>
            <a:ext cx="11350811" cy="775597"/>
          </a:xfrm>
        </p:spPr>
        <p:txBody>
          <a:bodyPr vert="horz"/>
          <a:lstStyle/>
          <a:p>
            <a:r>
              <a:rPr lang="en-US" noProof="0"/>
              <a:t>User exposure to AI-generated results is already significant, led by the U.S.</a:t>
            </a:r>
          </a:p>
        </p:txBody>
      </p:sp>
      <p:sp>
        <p:nvSpPr>
          <p:cNvPr id="15" name="Google Shape;371;p24">
            <a:extLst>
              <a:ext uri="{FF2B5EF4-FFF2-40B4-BE49-F238E27FC236}">
                <a16:creationId xmlns:a16="http://schemas.microsoft.com/office/drawing/2014/main" id="{27CA62AB-ACC9-016D-1D1E-782982E0FCA5}"/>
              </a:ext>
            </a:extLst>
          </p:cNvPr>
          <p:cNvSpPr txBox="1"/>
          <p:nvPr/>
        </p:nvSpPr>
        <p:spPr>
          <a:xfrm>
            <a:off x="9191625" y="1840821"/>
            <a:ext cx="2592386" cy="3879383"/>
          </a:xfrm>
          <a:prstGeom prst="rect">
            <a:avLst/>
          </a:prstGeom>
          <a:solidFill>
            <a:schemeClr val="bg1">
              <a:lumMod val="95000"/>
            </a:schemeClr>
          </a:solidFill>
          <a:ln>
            <a:noFill/>
          </a:ln>
        </p:spPr>
        <p:txBody>
          <a:bodyPr spcFirstLastPara="1" wrap="square" lIns="91425" tIns="90000" rIns="91425" bIns="45700" anchor="t" anchorCtr="0">
            <a:noAutofit/>
          </a:bodyPr>
          <a:lstStyle/>
          <a:p>
            <a:pPr marL="177800" indent="-177800">
              <a:spcAft>
                <a:spcPts val="800"/>
              </a:spcAft>
              <a:buClr>
                <a:schemeClr val="dk1"/>
              </a:buClr>
              <a:buSzPts val="1400"/>
              <a:buFont typeface="Arial"/>
              <a:buChar char="•"/>
            </a:pPr>
            <a:r>
              <a:rPr lang="en-US" sz="1200" noProof="0">
                <a:solidFill>
                  <a:schemeClr val="tx1"/>
                </a:solidFill>
                <a:latin typeface="IBM Plex Sans"/>
                <a:sym typeface="Calibri"/>
              </a:rPr>
              <a:t>The rollout of AI Overviews is </a:t>
            </a:r>
            <a:r>
              <a:rPr lang="en-US" sz="1200" b="1" noProof="0">
                <a:solidFill>
                  <a:schemeClr val="tx1"/>
                </a:solidFill>
                <a:latin typeface="IBM Plex Sans"/>
                <a:sym typeface="Calibri"/>
              </a:rPr>
              <a:t>much more consistent in the U.S. (~50%) </a:t>
            </a:r>
            <a:r>
              <a:rPr lang="en-US" sz="1200" noProof="0">
                <a:solidFill>
                  <a:schemeClr val="tx1"/>
                </a:solidFill>
                <a:latin typeface="IBM Plex Sans"/>
                <a:sym typeface="Calibri"/>
              </a:rPr>
              <a:t>compared to the rest of the world (~30%)</a:t>
            </a:r>
          </a:p>
          <a:p>
            <a:pPr marL="177800" indent="-177800">
              <a:spcAft>
                <a:spcPts val="800"/>
              </a:spcAft>
              <a:buClr>
                <a:schemeClr val="dk1"/>
              </a:buClr>
              <a:buSzPts val="1400"/>
              <a:buFont typeface="Arial"/>
              <a:buChar char="•"/>
            </a:pPr>
            <a:r>
              <a:rPr lang="en-US" sz="1200" noProof="0">
                <a:solidFill>
                  <a:schemeClr val="tx1"/>
                </a:solidFill>
                <a:latin typeface="IBM Plex Sans"/>
                <a:sym typeface="Calibri"/>
              </a:rPr>
              <a:t>Lower rest of the world (</a:t>
            </a:r>
            <a:r>
              <a:rPr lang="en-US" sz="1200" noProof="0" err="1">
                <a:solidFill>
                  <a:schemeClr val="tx1"/>
                </a:solidFill>
                <a:latin typeface="IBM Plex Sans"/>
                <a:sym typeface="Calibri"/>
              </a:rPr>
              <a:t>RoW</a:t>
            </a:r>
            <a:r>
              <a:rPr lang="en-US" sz="1200" noProof="0">
                <a:solidFill>
                  <a:schemeClr val="tx1"/>
                </a:solidFill>
                <a:latin typeface="IBM Plex Sans"/>
                <a:sym typeface="Calibri"/>
              </a:rPr>
              <a:t>) adoption </a:t>
            </a:r>
            <a:r>
              <a:rPr lang="en-US" sz="1200" b="1" noProof="0">
                <a:solidFill>
                  <a:schemeClr val="tx1"/>
                </a:solidFill>
                <a:latin typeface="IBM Plex Sans"/>
                <a:sym typeface="Calibri"/>
              </a:rPr>
              <a:t>reflects selective rollout </a:t>
            </a:r>
            <a:r>
              <a:rPr lang="en-US" sz="1200" noProof="0">
                <a:solidFill>
                  <a:schemeClr val="tx1"/>
                </a:solidFill>
                <a:latin typeface="IBM Plex Sans"/>
                <a:sym typeface="Calibri"/>
              </a:rPr>
              <a:t>rather than lower user demand</a:t>
            </a:r>
            <a:r>
              <a:rPr lang="en-US" sz="1200" baseline="30000" noProof="0">
                <a:solidFill>
                  <a:schemeClr val="tx1"/>
                </a:solidFill>
                <a:latin typeface="IBM Plex Sans"/>
                <a:sym typeface="Calibri"/>
              </a:rPr>
              <a:t>5</a:t>
            </a:r>
            <a:endParaRPr lang="en-US" sz="1200" baseline="30000" noProof="0">
              <a:solidFill>
                <a:schemeClr val="tx1"/>
              </a:solidFill>
              <a:latin typeface="IBM Plex Sans"/>
            </a:endParaRPr>
          </a:p>
          <a:p>
            <a:pPr marL="177800" indent="-177800">
              <a:spcAft>
                <a:spcPts val="800"/>
              </a:spcAft>
              <a:buClr>
                <a:schemeClr val="dk1"/>
              </a:buClr>
              <a:buSzPts val="1400"/>
              <a:buFont typeface="Arial"/>
              <a:buChar char="•"/>
            </a:pPr>
            <a:r>
              <a:rPr lang="en-US" sz="1200" noProof="0">
                <a:solidFill>
                  <a:schemeClr val="tx1"/>
                </a:solidFill>
                <a:latin typeface="IBM Plex Sans"/>
                <a:sym typeface="Calibri"/>
              </a:rPr>
              <a:t>The uneven deployment indicates </a:t>
            </a:r>
            <a:r>
              <a:rPr lang="en-US" sz="1200" b="1" noProof="0">
                <a:solidFill>
                  <a:schemeClr val="tx1"/>
                </a:solidFill>
                <a:latin typeface="IBM Plex Sans"/>
                <a:sym typeface="Calibri"/>
              </a:rPr>
              <a:t>Google is actively controlling exposure,</a:t>
            </a:r>
            <a:r>
              <a:rPr lang="en-US" sz="1200" noProof="0">
                <a:solidFill>
                  <a:schemeClr val="tx1"/>
                </a:solidFill>
                <a:latin typeface="IBM Plex Sans"/>
                <a:sym typeface="Calibri"/>
              </a:rPr>
              <a:t> implying </a:t>
            </a:r>
            <a:r>
              <a:rPr lang="en-US" sz="1200" b="1" noProof="0">
                <a:solidFill>
                  <a:schemeClr val="tx1"/>
                </a:solidFill>
                <a:latin typeface="IBM Plex Sans"/>
                <a:sym typeface="Calibri"/>
              </a:rPr>
              <a:t>future changes will be iterative </a:t>
            </a:r>
            <a:r>
              <a:rPr lang="en-US" sz="1200" noProof="0">
                <a:solidFill>
                  <a:schemeClr val="tx1"/>
                </a:solidFill>
                <a:latin typeface="IBM Plex Sans"/>
                <a:sym typeface="Calibri"/>
              </a:rPr>
              <a:t>rather than abrupt</a:t>
            </a:r>
            <a:r>
              <a:rPr lang="en-US" sz="1200" baseline="30000" noProof="0">
                <a:solidFill>
                  <a:schemeClr val="tx1"/>
                </a:solidFill>
                <a:latin typeface="IBM Plex Sans"/>
                <a:sym typeface="Calibri"/>
              </a:rPr>
              <a:t>5</a:t>
            </a:r>
            <a:endParaRPr lang="en-US" sz="1200" noProof="0">
              <a:solidFill>
                <a:schemeClr val="tx1"/>
              </a:solidFill>
              <a:latin typeface="IBM Plex Sans"/>
              <a:sym typeface="Calibri"/>
            </a:endParaRPr>
          </a:p>
        </p:txBody>
      </p:sp>
      <p:sp>
        <p:nvSpPr>
          <p:cNvPr id="19" name="Google Shape;784;g3b0a07b424d_1_872">
            <a:extLst>
              <a:ext uri="{FF2B5EF4-FFF2-40B4-BE49-F238E27FC236}">
                <a16:creationId xmlns:a16="http://schemas.microsoft.com/office/drawing/2014/main" id="{4CE3FC5B-BDAB-CEFD-CB58-D01AAF5DFA8A}"/>
              </a:ext>
            </a:extLst>
          </p:cNvPr>
          <p:cNvSpPr>
            <a:spLocks/>
          </p:cNvSpPr>
          <p:nvPr/>
        </p:nvSpPr>
        <p:spPr>
          <a:xfrm rot="16200000">
            <a:off x="-298745" y="2619543"/>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noProof="0">
                <a:solidFill>
                  <a:schemeClr val="dk1"/>
                </a:solidFill>
                <a:latin typeface="IBM Plex Sans" panose="020B0503050203000203" pitchFamily="34" charset="0"/>
                <a:sym typeface="IBM Plex Sans" panose="020B0503050203000203" pitchFamily="34" charset="0"/>
              </a:rPr>
              <a:t>United States</a:t>
            </a:r>
          </a:p>
        </p:txBody>
      </p:sp>
      <p:sp>
        <p:nvSpPr>
          <p:cNvPr id="20" name="Google Shape;785;g3b0a07b424d_1_872">
            <a:extLst>
              <a:ext uri="{FF2B5EF4-FFF2-40B4-BE49-F238E27FC236}">
                <a16:creationId xmlns:a16="http://schemas.microsoft.com/office/drawing/2014/main" id="{934B2AF6-3C9A-AB21-C577-631A285F7E99}"/>
              </a:ext>
            </a:extLst>
          </p:cNvPr>
          <p:cNvSpPr>
            <a:spLocks/>
          </p:cNvSpPr>
          <p:nvPr/>
        </p:nvSpPr>
        <p:spPr>
          <a:xfrm rot="16200000">
            <a:off x="-298745" y="4550230"/>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noProof="0" err="1">
                <a:solidFill>
                  <a:schemeClr val="dk1"/>
                </a:solidFill>
                <a:latin typeface="IBM Plex Sans" panose="020B0503050203000203" pitchFamily="34" charset="0"/>
                <a:sym typeface="IBM Plex Sans" panose="020B0503050203000203" pitchFamily="34" charset="0"/>
              </a:rPr>
              <a:t>RoW</a:t>
            </a:r>
            <a:endParaRPr lang="en-US" b="1" noProof="0">
              <a:solidFill>
                <a:schemeClr val="dk1"/>
              </a:solidFill>
              <a:latin typeface="IBM Plex Sans" panose="020B0503050203000203" pitchFamily="34" charset="0"/>
              <a:sym typeface="IBM Plex Sans" panose="020B0503050203000203" pitchFamily="34" charset="0"/>
            </a:endParaRPr>
          </a:p>
        </p:txBody>
      </p:sp>
      <p:sp>
        <p:nvSpPr>
          <p:cNvPr id="26" name="Google Shape;368;p24">
            <a:extLst>
              <a:ext uri="{FF2B5EF4-FFF2-40B4-BE49-F238E27FC236}">
                <a16:creationId xmlns:a16="http://schemas.microsoft.com/office/drawing/2014/main" id="{25B50FCD-4836-E5DC-09BA-E93C77D810BA}"/>
              </a:ext>
            </a:extLst>
          </p:cNvPr>
          <p:cNvSpPr/>
          <p:nvPr/>
        </p:nvSpPr>
        <p:spPr>
          <a:xfrm>
            <a:off x="420594" y="1516822"/>
            <a:ext cx="8590055"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b="1" noProof="0">
                <a:solidFill>
                  <a:schemeClr val="lt1"/>
                </a:solidFill>
                <a:latin typeface="IBM Plex Sans"/>
                <a:sym typeface="Calibri"/>
              </a:rPr>
              <a:t>% of Google searches that contain AI Overviews</a:t>
            </a:r>
            <a:r>
              <a:rPr lang="en-US" b="1" baseline="30000" noProof="0">
                <a:solidFill>
                  <a:schemeClr val="lt1"/>
                </a:solidFill>
                <a:latin typeface="IBM Plex Sans"/>
                <a:sym typeface="Calibri"/>
              </a:rPr>
              <a:t>1–6</a:t>
            </a:r>
          </a:p>
        </p:txBody>
      </p:sp>
      <p:sp>
        <p:nvSpPr>
          <p:cNvPr id="27" name="Google Shape;372;p24">
            <a:extLst>
              <a:ext uri="{FF2B5EF4-FFF2-40B4-BE49-F238E27FC236}">
                <a16:creationId xmlns:a16="http://schemas.microsoft.com/office/drawing/2014/main" id="{D302045B-C0C6-9E38-9DBD-D2ABA2479911}"/>
              </a:ext>
            </a:extLst>
          </p:cNvPr>
          <p:cNvSpPr txBox="1"/>
          <p:nvPr/>
        </p:nvSpPr>
        <p:spPr>
          <a:xfrm>
            <a:off x="420595" y="5767583"/>
            <a:ext cx="11350811" cy="461624"/>
          </a:xfrm>
          <a:prstGeom prst="rect">
            <a:avLst/>
          </a:prstGeom>
          <a:solidFill>
            <a:srgbClr val="00B050">
              <a:alpha val="49019"/>
            </a:srgbClr>
          </a:solidFill>
          <a:ln>
            <a:noFill/>
          </a:ln>
        </p:spPr>
        <p:txBody>
          <a:bodyPr spcFirstLastPara="1" wrap="square" lIns="91425" tIns="45700" rIns="91425" bIns="45700" anchor="ctr" anchorCtr="0">
            <a:noAutofit/>
          </a:bodyPr>
          <a:lstStyle/>
          <a:p>
            <a:pPr algn="ctr">
              <a:buSzPts val="1600"/>
            </a:pPr>
            <a:r>
              <a:rPr lang="en-US" b="1" noProof="0">
                <a:latin typeface="IBM Plex Sans"/>
              </a:rPr>
              <a:t>Because AI Overviews are not uniformly deployed, we model their impact as gradual and region-specific rather than immediate and global</a:t>
            </a:r>
            <a:endParaRPr lang="en-US" b="1" noProof="0">
              <a:solidFill>
                <a:schemeClr val="tx1"/>
              </a:solidFill>
              <a:latin typeface="IBM Plex Sans"/>
            </a:endParaRPr>
          </a:p>
        </p:txBody>
      </p:sp>
      <p:sp>
        <p:nvSpPr>
          <p:cNvPr id="34" name="Google Shape;368;p24">
            <a:extLst>
              <a:ext uri="{FF2B5EF4-FFF2-40B4-BE49-F238E27FC236}">
                <a16:creationId xmlns:a16="http://schemas.microsoft.com/office/drawing/2014/main" id="{AEADA1A2-C213-CBA7-F457-9FEC4298EAA5}"/>
              </a:ext>
            </a:extLst>
          </p:cNvPr>
          <p:cNvSpPr/>
          <p:nvPr/>
        </p:nvSpPr>
        <p:spPr>
          <a:xfrm>
            <a:off x="9191625" y="1516822"/>
            <a:ext cx="257977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lt1"/>
                </a:solidFill>
                <a:latin typeface="IBM Plex Sans" panose="020B0503050203000203" pitchFamily="34" charset="0"/>
                <a:ea typeface="IBM Plex Sans"/>
                <a:cs typeface="IBM Plex Sans"/>
                <a:sym typeface="IBM Plex Sans" panose="020B0503050203000203" pitchFamily="34" charset="0"/>
              </a:rPr>
              <a:t>Insights from research</a:t>
            </a:r>
          </a:p>
        </p:txBody>
      </p:sp>
      <p:graphicFrame>
        <p:nvGraphicFramePr>
          <p:cNvPr id="29" name="Chart 28">
            <a:extLst>
              <a:ext uri="{FF2B5EF4-FFF2-40B4-BE49-F238E27FC236}">
                <a16:creationId xmlns:a16="http://schemas.microsoft.com/office/drawing/2014/main" id="{6A380FF8-2EA0-2490-5154-40BEEB177F7A}"/>
              </a:ext>
            </a:extLst>
          </p:cNvPr>
          <p:cNvGraphicFramePr/>
          <p:nvPr/>
        </p:nvGraphicFramePr>
        <p:xfrm>
          <a:off x="861060" y="1957486"/>
          <a:ext cx="8149589" cy="1779647"/>
        </p:xfrm>
        <a:graphic>
          <a:graphicData uri="http://schemas.openxmlformats.org/drawingml/2006/chart">
            <c:chart xmlns:c="http://schemas.openxmlformats.org/drawingml/2006/chart" xmlns:r="http://schemas.openxmlformats.org/officeDocument/2006/relationships" r:id="rId6"/>
          </a:graphicData>
        </a:graphic>
      </p:graphicFrame>
      <p:grpSp>
        <p:nvGrpSpPr>
          <p:cNvPr id="67" name="Group 66">
            <a:extLst>
              <a:ext uri="{FF2B5EF4-FFF2-40B4-BE49-F238E27FC236}">
                <a16:creationId xmlns:a16="http://schemas.microsoft.com/office/drawing/2014/main" id="{F5BB80E9-798E-7CE3-CDF3-BC587392C24D}"/>
              </a:ext>
            </a:extLst>
          </p:cNvPr>
          <p:cNvGrpSpPr/>
          <p:nvPr/>
        </p:nvGrpSpPr>
        <p:grpSpPr>
          <a:xfrm>
            <a:off x="861969" y="1877683"/>
            <a:ext cx="8175034" cy="397542"/>
            <a:chOff x="861969" y="3186747"/>
            <a:chExt cx="8175034" cy="397542"/>
          </a:xfrm>
        </p:grpSpPr>
        <p:cxnSp>
          <p:nvCxnSpPr>
            <p:cNvPr id="38" name="Straight Arrow Connector 37">
              <a:extLst>
                <a:ext uri="{FF2B5EF4-FFF2-40B4-BE49-F238E27FC236}">
                  <a16:creationId xmlns:a16="http://schemas.microsoft.com/office/drawing/2014/main" id="{3BFCF5C2-97B4-0357-7258-CDC39634575E}"/>
                </a:ext>
              </a:extLst>
            </p:cNvPr>
            <p:cNvCxnSpPr>
              <a:cxnSpLocks/>
            </p:cNvCxnSpPr>
            <p:nvPr/>
          </p:nvCxnSpPr>
          <p:spPr>
            <a:xfrm>
              <a:off x="861969" y="3464369"/>
              <a:ext cx="4023360"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Google Shape;368;p24">
              <a:extLst>
                <a:ext uri="{FF2B5EF4-FFF2-40B4-BE49-F238E27FC236}">
                  <a16:creationId xmlns:a16="http://schemas.microsoft.com/office/drawing/2014/main" id="{6885DE39-AF89-B66A-C017-A16AE39CAEBE}"/>
                </a:ext>
              </a:extLst>
            </p:cNvPr>
            <p:cNvSpPr/>
            <p:nvPr/>
          </p:nvSpPr>
          <p:spPr>
            <a:xfrm>
              <a:off x="2435127" y="3344448"/>
              <a:ext cx="791532" cy="23984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Desktop</a:t>
              </a:r>
              <a:endParaRPr lang="en-US" sz="12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40" name="Google Shape;368;p24">
              <a:extLst>
                <a:ext uri="{FF2B5EF4-FFF2-40B4-BE49-F238E27FC236}">
                  <a16:creationId xmlns:a16="http://schemas.microsoft.com/office/drawing/2014/main" id="{7CBABEFB-7A20-2D6C-2728-13172B15218E}"/>
                </a:ext>
              </a:extLst>
            </p:cNvPr>
            <p:cNvSpPr/>
            <p:nvPr/>
          </p:nvSpPr>
          <p:spPr>
            <a:xfrm>
              <a:off x="3761240" y="3186747"/>
              <a:ext cx="1150562" cy="20526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a:ea typeface="IBM Plex Sans"/>
                  <a:cs typeface="IBM Plex Sans"/>
                  <a:sym typeface="IBM Plex Sans" panose="020B0503050203000203" pitchFamily="34" charset="0"/>
                </a:rPr>
                <a:t>Avg: 41.1%</a:t>
              </a:r>
              <a:endParaRPr lang="en-US" sz="1200" b="1" i="0" u="none" strike="noStrike" cap="none" noProof="0">
                <a:solidFill>
                  <a:schemeClr val="tx1"/>
                </a:solidFill>
                <a:latin typeface="IBM Plex Sans"/>
                <a:ea typeface="IBM Plex Sans"/>
                <a:cs typeface="IBM Plex Sans"/>
                <a:sym typeface="IBM Plex Sans" panose="020B0503050203000203" pitchFamily="34" charset="0"/>
              </a:endParaRPr>
            </a:p>
          </p:txBody>
        </p:sp>
        <p:cxnSp>
          <p:nvCxnSpPr>
            <p:cNvPr id="49" name="Straight Arrow Connector 48">
              <a:extLst>
                <a:ext uri="{FF2B5EF4-FFF2-40B4-BE49-F238E27FC236}">
                  <a16:creationId xmlns:a16="http://schemas.microsoft.com/office/drawing/2014/main" id="{80A54B24-9646-6250-00F0-81A6FD6ABA69}"/>
                </a:ext>
              </a:extLst>
            </p:cNvPr>
            <p:cNvCxnSpPr>
              <a:cxnSpLocks/>
            </p:cNvCxnSpPr>
            <p:nvPr/>
          </p:nvCxnSpPr>
          <p:spPr>
            <a:xfrm>
              <a:off x="4922203" y="3464369"/>
              <a:ext cx="4114800"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Google Shape;368;p24">
              <a:extLst>
                <a:ext uri="{FF2B5EF4-FFF2-40B4-BE49-F238E27FC236}">
                  <a16:creationId xmlns:a16="http://schemas.microsoft.com/office/drawing/2014/main" id="{CEFF5D64-A40D-27A1-153E-87FFBA6152FE}"/>
                </a:ext>
              </a:extLst>
            </p:cNvPr>
            <p:cNvSpPr/>
            <p:nvPr/>
          </p:nvSpPr>
          <p:spPr>
            <a:xfrm>
              <a:off x="6534733" y="3344448"/>
              <a:ext cx="682628" cy="23984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Mobile</a:t>
              </a:r>
              <a:endParaRPr lang="en-US" sz="12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51" name="Google Shape;368;p24">
              <a:extLst>
                <a:ext uri="{FF2B5EF4-FFF2-40B4-BE49-F238E27FC236}">
                  <a16:creationId xmlns:a16="http://schemas.microsoft.com/office/drawing/2014/main" id="{35C95888-C938-F613-5EDF-F1ECE91346AC}"/>
                </a:ext>
              </a:extLst>
            </p:cNvPr>
            <p:cNvSpPr/>
            <p:nvPr/>
          </p:nvSpPr>
          <p:spPr>
            <a:xfrm>
              <a:off x="7868441" y="3186747"/>
              <a:ext cx="1100186" cy="20526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a:ea typeface="IBM Plex Sans"/>
                  <a:cs typeface="IBM Plex Sans"/>
                  <a:sym typeface="IBM Plex Sans" panose="020B0503050203000203" pitchFamily="34" charset="0"/>
                </a:rPr>
                <a:t>Avg: 66.3%</a:t>
              </a:r>
              <a:endParaRPr lang="en-US" sz="1200" b="1" i="0" u="none" strike="noStrike" cap="none" noProof="0">
                <a:solidFill>
                  <a:schemeClr val="tx1"/>
                </a:solidFill>
                <a:latin typeface="IBM Plex Sans"/>
                <a:ea typeface="IBM Plex Sans"/>
                <a:cs typeface="IBM Plex Sans"/>
                <a:sym typeface="IBM Plex Sans" panose="020B0503050203000203" pitchFamily="34" charset="0"/>
              </a:endParaRPr>
            </a:p>
          </p:txBody>
        </p:sp>
      </p:grpSp>
      <p:graphicFrame>
        <p:nvGraphicFramePr>
          <p:cNvPr id="57" name="Chart 56">
            <a:extLst>
              <a:ext uri="{FF2B5EF4-FFF2-40B4-BE49-F238E27FC236}">
                <a16:creationId xmlns:a16="http://schemas.microsoft.com/office/drawing/2014/main" id="{FEB88A31-5086-AE75-9D10-9EE06D55E7B5}"/>
              </a:ext>
            </a:extLst>
          </p:cNvPr>
          <p:cNvGraphicFramePr/>
          <p:nvPr/>
        </p:nvGraphicFramePr>
        <p:xfrm>
          <a:off x="861060" y="3881605"/>
          <a:ext cx="8149589" cy="1779647"/>
        </p:xfrm>
        <a:graphic>
          <a:graphicData uri="http://schemas.openxmlformats.org/drawingml/2006/chart">
            <c:chart xmlns:c="http://schemas.openxmlformats.org/drawingml/2006/chart" xmlns:r="http://schemas.openxmlformats.org/officeDocument/2006/relationships" r:id="rId7"/>
          </a:graphicData>
        </a:graphic>
      </p:graphicFrame>
      <p:cxnSp>
        <p:nvCxnSpPr>
          <p:cNvPr id="63" name="Straight Arrow Connector 62">
            <a:extLst>
              <a:ext uri="{FF2B5EF4-FFF2-40B4-BE49-F238E27FC236}">
                <a16:creationId xmlns:a16="http://schemas.microsoft.com/office/drawing/2014/main" id="{502FC0A7-FCD2-0FCD-5CD6-FE6A65101B39}"/>
              </a:ext>
            </a:extLst>
          </p:cNvPr>
          <p:cNvCxnSpPr>
            <a:cxnSpLocks/>
          </p:cNvCxnSpPr>
          <p:nvPr/>
        </p:nvCxnSpPr>
        <p:spPr>
          <a:xfrm>
            <a:off x="928644" y="4069029"/>
            <a:ext cx="4023360"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Google Shape;368;p24">
            <a:extLst>
              <a:ext uri="{FF2B5EF4-FFF2-40B4-BE49-F238E27FC236}">
                <a16:creationId xmlns:a16="http://schemas.microsoft.com/office/drawing/2014/main" id="{613A10DD-8C61-5A32-FA6B-2EF113B9CA30}"/>
              </a:ext>
            </a:extLst>
          </p:cNvPr>
          <p:cNvSpPr/>
          <p:nvPr/>
        </p:nvSpPr>
        <p:spPr>
          <a:xfrm>
            <a:off x="2461102" y="3949108"/>
            <a:ext cx="791532" cy="23984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Desktop</a:t>
            </a:r>
            <a:endParaRPr lang="en-US" sz="12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65" name="Google Shape;368;p24">
            <a:extLst>
              <a:ext uri="{FF2B5EF4-FFF2-40B4-BE49-F238E27FC236}">
                <a16:creationId xmlns:a16="http://schemas.microsoft.com/office/drawing/2014/main" id="{014F9092-9207-A1D2-3F0D-B0004BA491C4}"/>
              </a:ext>
            </a:extLst>
          </p:cNvPr>
          <p:cNvSpPr/>
          <p:nvPr/>
        </p:nvSpPr>
        <p:spPr>
          <a:xfrm>
            <a:off x="3802810" y="3755852"/>
            <a:ext cx="1100186" cy="20526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a:ea typeface="IBM Plex Sans"/>
                <a:cs typeface="IBM Plex Sans"/>
                <a:sym typeface="IBM Plex Sans" panose="020B0503050203000203" pitchFamily="34" charset="0"/>
              </a:rPr>
              <a:t>Avg: 31.3%</a:t>
            </a:r>
            <a:endParaRPr lang="en-US" sz="1200" b="1" i="0" u="none" strike="noStrike" cap="none" noProof="0">
              <a:solidFill>
                <a:schemeClr val="tx1"/>
              </a:solidFill>
              <a:latin typeface="IBM Plex Sans"/>
              <a:ea typeface="IBM Plex Sans"/>
              <a:cs typeface="IBM Plex Sans"/>
              <a:sym typeface="IBM Plex Sans" panose="020B0503050203000203" pitchFamily="34" charset="0"/>
            </a:endParaRPr>
          </a:p>
        </p:txBody>
      </p:sp>
      <p:cxnSp>
        <p:nvCxnSpPr>
          <p:cNvPr id="60" name="Straight Arrow Connector 59">
            <a:extLst>
              <a:ext uri="{FF2B5EF4-FFF2-40B4-BE49-F238E27FC236}">
                <a16:creationId xmlns:a16="http://schemas.microsoft.com/office/drawing/2014/main" id="{04C03376-E2CE-C416-DB80-DCEF1A6A4ACF}"/>
              </a:ext>
            </a:extLst>
          </p:cNvPr>
          <p:cNvCxnSpPr>
            <a:cxnSpLocks/>
          </p:cNvCxnSpPr>
          <p:nvPr/>
        </p:nvCxnSpPr>
        <p:spPr>
          <a:xfrm>
            <a:off x="4984744" y="4069029"/>
            <a:ext cx="4114800"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Google Shape;368;p24">
            <a:extLst>
              <a:ext uri="{FF2B5EF4-FFF2-40B4-BE49-F238E27FC236}">
                <a16:creationId xmlns:a16="http://schemas.microsoft.com/office/drawing/2014/main" id="{8C213480-BB8C-6BF5-1094-929B66B28A59}"/>
              </a:ext>
            </a:extLst>
          </p:cNvPr>
          <p:cNvSpPr/>
          <p:nvPr/>
        </p:nvSpPr>
        <p:spPr>
          <a:xfrm>
            <a:off x="6528794" y="3949108"/>
            <a:ext cx="682628" cy="23984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Mobile</a:t>
            </a:r>
            <a:endParaRPr lang="en-US" sz="12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62" name="Google Shape;368;p24">
            <a:extLst>
              <a:ext uri="{FF2B5EF4-FFF2-40B4-BE49-F238E27FC236}">
                <a16:creationId xmlns:a16="http://schemas.microsoft.com/office/drawing/2014/main" id="{CB5A9AB6-B7F4-6B66-3F5A-4B0490156CF7}"/>
              </a:ext>
            </a:extLst>
          </p:cNvPr>
          <p:cNvSpPr/>
          <p:nvPr/>
        </p:nvSpPr>
        <p:spPr>
          <a:xfrm>
            <a:off x="7900949" y="3755852"/>
            <a:ext cx="1100186" cy="20526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a:ea typeface="IBM Plex Sans"/>
                <a:cs typeface="IBM Plex Sans"/>
                <a:sym typeface="IBM Plex Sans" panose="020B0503050203000203" pitchFamily="34" charset="0"/>
              </a:rPr>
              <a:t>Avg: 29.7%</a:t>
            </a:r>
            <a:endParaRPr lang="en-US" sz="1200" b="1" i="0" u="none" strike="noStrike" cap="none" noProof="0">
              <a:solidFill>
                <a:schemeClr val="tx1"/>
              </a:solidFill>
              <a:latin typeface="IBM Plex Sans"/>
              <a:ea typeface="IBM Plex Sans"/>
              <a:cs typeface="IBM Plex Sans"/>
              <a:sym typeface="IBM Plex Sans" panose="020B0503050203000203" pitchFamily="34" charset="0"/>
            </a:endParaRPr>
          </a:p>
        </p:txBody>
      </p:sp>
      <p:cxnSp>
        <p:nvCxnSpPr>
          <p:cNvPr id="8" name="Straight Connector 7">
            <a:extLst>
              <a:ext uri="{FF2B5EF4-FFF2-40B4-BE49-F238E27FC236}">
                <a16:creationId xmlns:a16="http://schemas.microsoft.com/office/drawing/2014/main" id="{62B6006F-C260-A8E4-E3B3-1360B7F063BC}"/>
              </a:ext>
            </a:extLst>
          </p:cNvPr>
          <p:cNvCxnSpPr/>
          <p:nvPr/>
        </p:nvCxnSpPr>
        <p:spPr>
          <a:xfrm>
            <a:off x="420594" y="3755436"/>
            <a:ext cx="8590054"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 name="Google Shape;1088;g3b1123cb7bb_0_10">
            <a:extLst>
              <a:ext uri="{FF2B5EF4-FFF2-40B4-BE49-F238E27FC236}">
                <a16:creationId xmlns:a16="http://schemas.microsoft.com/office/drawing/2014/main" id="{E1C31141-701A-E692-6298-24E3134E10CE}"/>
              </a:ext>
            </a:extLst>
          </p:cNvPr>
          <p:cNvSpPr/>
          <p:nvPr/>
        </p:nvSpPr>
        <p:spPr>
          <a:xfrm>
            <a:off x="400930" y="6399030"/>
            <a:ext cx="10591500" cy="138600"/>
          </a:xfrm>
          <a:prstGeom prst="roundRect">
            <a:avLst>
              <a:gd name="adj" fmla="val 0"/>
            </a:avLst>
          </a:prstGeom>
          <a:no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Clr>
                <a:srgbClr val="000000"/>
              </a:buClr>
              <a:buSzPts val="900"/>
              <a:buFont typeface="Arial"/>
              <a:buNone/>
            </a:pPr>
            <a:r>
              <a:rPr lang="en-US" sz="700" b="0" strike="noStrike" cap="none" noProof="0">
                <a:solidFill>
                  <a:srgbClr val="7F7F7F"/>
                </a:solidFill>
                <a:latin typeface="IBM Plex Sans"/>
                <a:ea typeface="Calibri"/>
                <a:cs typeface="Calibri"/>
                <a:sym typeface="Calibri"/>
              </a:rPr>
              <a:t>Notes: </a:t>
            </a:r>
            <a:r>
              <a:rPr lang="en-US" sz="700" noProof="0">
                <a:solidFill>
                  <a:srgbClr val="7F7F7F"/>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(1) Advanced Web </a:t>
            </a:r>
            <a:r>
              <a:rPr lang="en-US" sz="700" b="0" strike="noStrike" cap="none" noProof="0">
                <a:solidFill>
                  <a:srgbClr val="7F7F7F"/>
                </a:solidFill>
                <a:latin typeface="IBM Plex Sans"/>
                <a:ea typeface="Calibri"/>
                <a:cs typeface="Calibri"/>
                <a:sym typeface="Calibri"/>
              </a:rPr>
              <a:t>, </a:t>
            </a:r>
            <a:r>
              <a:rPr lang="en-US" sz="700" noProof="0">
                <a:solidFill>
                  <a:srgbClr val="7F7F7F"/>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(2) </a:t>
            </a:r>
            <a:r>
              <a:rPr lang="en-US" sz="700" noProof="0" err="1">
                <a:solidFill>
                  <a:srgbClr val="7F7F7F"/>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DemandSage</a:t>
            </a:r>
            <a:r>
              <a:rPr lang="en-US" sz="700" b="0" strike="noStrike" cap="none" noProof="0">
                <a:solidFill>
                  <a:srgbClr val="7F7F7F"/>
                </a:solidFill>
                <a:latin typeface="IBM Plex Sans"/>
                <a:ea typeface="Calibri"/>
                <a:cs typeface="Calibri"/>
                <a:sym typeface="Calibri"/>
              </a:rPr>
              <a:t>, </a:t>
            </a:r>
            <a:r>
              <a:rPr lang="en-US" sz="700" noProof="0">
                <a:solidFill>
                  <a:srgbClr val="7F7F7F"/>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(3) </a:t>
            </a:r>
            <a:r>
              <a:rPr lang="en-US" sz="700" noProof="0" err="1">
                <a:solidFill>
                  <a:srgbClr val="7F7F7F"/>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Semrush</a:t>
            </a:r>
            <a:r>
              <a:rPr lang="en-US" sz="700" b="0" strike="noStrike" cap="none" noProof="0">
                <a:solidFill>
                  <a:srgbClr val="7F7F7F"/>
                </a:solidFill>
                <a:latin typeface="IBM Plex Sans"/>
                <a:ea typeface="Calibri"/>
                <a:cs typeface="Calibri"/>
                <a:sym typeface="Calibri"/>
              </a:rPr>
              <a:t>, </a:t>
            </a:r>
            <a:r>
              <a:rPr lang="en-US" sz="700" noProof="0">
                <a:solidFill>
                  <a:srgbClr val="7F7F7F"/>
                </a:solidFill>
                <a:latin typeface="IBM Plex Sans"/>
                <a:ea typeface="Calibri"/>
                <a:cs typeface="Calibri"/>
                <a:sym typeface="Calibri"/>
                <a:hlinkClick r:id="rId11">
                  <a:extLst>
                    <a:ext uri="{A12FA001-AC4F-418D-AE19-62706E023703}">
                      <ahyp:hlinkClr xmlns:ahyp="http://schemas.microsoft.com/office/drawing/2018/hyperlinkcolor" val="tx"/>
                    </a:ext>
                  </a:extLst>
                </a:hlinkClick>
              </a:rPr>
              <a:t>(4) Statista</a:t>
            </a:r>
            <a:r>
              <a:rPr lang="en-US" sz="700" b="0" strike="noStrike" cap="none" noProof="0">
                <a:solidFill>
                  <a:srgbClr val="7F7F7F"/>
                </a:solidFill>
                <a:latin typeface="IBM Plex Sans"/>
                <a:ea typeface="Calibri"/>
                <a:cs typeface="Calibri"/>
                <a:sym typeface="Calibri"/>
              </a:rPr>
              <a:t>, </a:t>
            </a:r>
            <a:r>
              <a:rPr lang="en-US" sz="700" noProof="0">
                <a:solidFill>
                  <a:srgbClr val="7F7F7F"/>
                </a:solidFill>
                <a:latin typeface="IBM Plex Sans"/>
                <a:ea typeface="Calibri"/>
                <a:cs typeface="Calibri"/>
                <a:sym typeface="Calibri"/>
                <a:hlinkClick r:id="rId12">
                  <a:extLst>
                    <a:ext uri="{A12FA001-AC4F-418D-AE19-62706E023703}">
                      <ahyp:hlinkClr xmlns:ahyp="http://schemas.microsoft.com/office/drawing/2018/hyperlinkcolor" val="tx"/>
                    </a:ext>
                  </a:extLst>
                </a:hlinkClick>
              </a:rPr>
              <a:t>(5) Pew Research Center</a:t>
            </a:r>
            <a:r>
              <a:rPr lang="en-US" sz="700" b="0" strike="noStrike" cap="none" noProof="0">
                <a:solidFill>
                  <a:srgbClr val="7F7F7F"/>
                </a:solidFill>
                <a:latin typeface="IBM Plex Sans"/>
                <a:ea typeface="Calibri"/>
                <a:cs typeface="Calibri"/>
                <a:sym typeface="Calibri"/>
              </a:rPr>
              <a:t>,</a:t>
            </a:r>
            <a:r>
              <a:rPr lang="en-US" sz="700" noProof="0">
                <a:solidFill>
                  <a:srgbClr val="7F7F7F"/>
                </a:solidFill>
                <a:latin typeface="IBM Plex Sans"/>
                <a:ea typeface="Calibri"/>
                <a:cs typeface="Calibri"/>
                <a:sym typeface="Calibri"/>
              </a:rPr>
              <a:t> </a:t>
            </a:r>
            <a:r>
              <a:rPr lang="en-US" sz="700" noProof="0">
                <a:solidFill>
                  <a:srgbClr val="7F7F7F"/>
                </a:solidFill>
                <a:latin typeface="IBM Plex Sans"/>
                <a:ea typeface="Calibri"/>
                <a:cs typeface="Calibri"/>
                <a:sym typeface="Calibri"/>
                <a:hlinkClick r:id="rId13">
                  <a:extLst>
                    <a:ext uri="{A12FA001-AC4F-418D-AE19-62706E023703}">
                      <ahyp:hlinkClr xmlns:ahyp="http://schemas.microsoft.com/office/drawing/2018/hyperlinkcolor" val="tx"/>
                    </a:ext>
                  </a:extLst>
                </a:hlinkClick>
              </a:rPr>
              <a:t>(6) AI Search Statistics</a:t>
            </a:r>
            <a:r>
              <a:rPr lang="en-US" sz="700" noProof="0">
                <a:solidFill>
                  <a:srgbClr val="7F7F7F"/>
                </a:solidFill>
                <a:latin typeface="IBM Plex Sans"/>
                <a:ea typeface="Calibri"/>
                <a:cs typeface="Calibri"/>
                <a:sym typeface="Calibri"/>
              </a:rPr>
              <a:t>, </a:t>
            </a:r>
            <a:r>
              <a:rPr lang="en-US" sz="700" noProof="0">
                <a:solidFill>
                  <a:srgbClr val="7F7F7F"/>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(7) Search Engine Land</a:t>
            </a:r>
            <a:r>
              <a:rPr lang="en-US" sz="700" noProof="0">
                <a:solidFill>
                  <a:srgbClr val="7F7F7F"/>
                </a:solidFill>
                <a:latin typeface="IBM Plex Sans"/>
                <a:ea typeface="Calibri"/>
                <a:cs typeface="Calibri"/>
                <a:sym typeface="Calibri"/>
              </a:rPr>
              <a:t>, </a:t>
            </a:r>
            <a:r>
              <a:rPr lang="en-US" sz="700" noProof="0">
                <a:solidFill>
                  <a:srgbClr val="7F7F7F"/>
                </a:solidFill>
                <a:latin typeface="IBM Plex Sans"/>
                <a:ea typeface="Calibri"/>
                <a:cs typeface="Calibri"/>
                <a:sym typeface="Calibri"/>
                <a:hlinkClick r:id="rId15">
                  <a:extLst>
                    <a:ext uri="{A12FA001-AC4F-418D-AE19-62706E023703}">
                      <ahyp:hlinkClr xmlns:ahyp="http://schemas.microsoft.com/office/drawing/2018/hyperlinkcolor" val="tx"/>
                    </a:ext>
                  </a:extLst>
                </a:hlinkClick>
              </a:rPr>
              <a:t>(8) </a:t>
            </a:r>
            <a:r>
              <a:rPr lang="en-US" sz="700" noProof="0" err="1">
                <a:solidFill>
                  <a:srgbClr val="7F7F7F"/>
                </a:solidFill>
                <a:latin typeface="IBM Plex Sans"/>
                <a:ea typeface="Calibri"/>
                <a:cs typeface="Calibri"/>
                <a:sym typeface="Calibri"/>
                <a:hlinkClick r:id="rId15">
                  <a:extLst>
                    <a:ext uri="{A12FA001-AC4F-418D-AE19-62706E023703}">
                      <ahyp:hlinkClr xmlns:ahyp="http://schemas.microsoft.com/office/drawing/2018/hyperlinkcolor" val="tx"/>
                    </a:ext>
                  </a:extLst>
                </a:hlinkClick>
              </a:rPr>
              <a:t>SimilarWeb</a:t>
            </a:r>
            <a:r>
              <a:rPr lang="en-US" sz="700" noProof="0">
                <a:solidFill>
                  <a:srgbClr val="7F7F7F"/>
                </a:solidFill>
                <a:latin typeface="IBM Plex Sans"/>
                <a:ea typeface="Calibri"/>
                <a:cs typeface="Calibri"/>
                <a:sym typeface="Calibri"/>
              </a:rPr>
              <a:t>,</a:t>
            </a:r>
            <a:endParaRPr lang="en-US" sz="700" b="0" strike="noStrike" cap="none" noProof="0">
              <a:solidFill>
                <a:srgbClr val="7F7F7F"/>
              </a:solidFill>
              <a:latin typeface="IBM Plex Sans"/>
              <a:ea typeface="Calibri"/>
              <a:cs typeface="Calibri"/>
              <a:sym typeface="Calibri"/>
            </a:endParaRPr>
          </a:p>
        </p:txBody>
      </p:sp>
      <p:sp>
        <p:nvSpPr>
          <p:cNvPr id="9" name="CaixaDeTexto 8">
            <a:extLst>
              <a:ext uri="{FF2B5EF4-FFF2-40B4-BE49-F238E27FC236}">
                <a16:creationId xmlns:a16="http://schemas.microsoft.com/office/drawing/2014/main" id="{B47C3CFC-E873-2A75-0A7D-8DBB7EE5ACD6}"/>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AI Overviews</a:t>
            </a:r>
          </a:p>
        </p:txBody>
      </p:sp>
    </p:spTree>
    <p:extLst>
      <p:ext uri="{BB962C8B-B14F-4D97-AF65-F5344CB8AC3E}">
        <p14:creationId xmlns:p14="http://schemas.microsoft.com/office/powerpoint/2010/main" val="410396847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092"/>
        <p:cNvGrpSpPr/>
        <p:nvPr/>
      </p:nvGrpSpPr>
      <p:grpSpPr>
        <a:xfrm>
          <a:off x="0" y="0"/>
          <a:ext cx="0" cy="0"/>
          <a:chOff x="0" y="0"/>
          <a:chExt cx="0" cy="0"/>
        </a:xfrm>
      </p:grpSpPr>
      <p:sp>
        <p:nvSpPr>
          <p:cNvPr id="1093" name="Google Shape;1093;p72"/>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dirty="0"/>
              <a:t>Zero-click data: Methodology &amp; Source </a:t>
            </a:r>
            <a:r>
              <a:rPr lang="en-US" dirty="0"/>
              <a:t>V</a:t>
            </a:r>
            <a:r>
              <a:rPr lang="en-US" noProof="0" dirty="0" err="1"/>
              <a:t>alidation</a:t>
            </a:r>
            <a:endParaRPr lang="en-US" noProof="0" dirty="0"/>
          </a:p>
        </p:txBody>
      </p:sp>
      <p:sp>
        <p:nvSpPr>
          <p:cNvPr id="1095" name="Google Shape;1095;p72"/>
          <p:cNvSpPr/>
          <p:nvPr/>
        </p:nvSpPr>
        <p:spPr>
          <a:xfrm>
            <a:off x="420594" y="6360807"/>
            <a:ext cx="9858843" cy="107722"/>
          </a:xfrm>
          <a:prstGeom prst="roundRect">
            <a:avLst>
              <a:gd name="adj" fmla="val 0"/>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700"/>
              <a:buFont typeface="Arial"/>
              <a:buNone/>
            </a:pPr>
            <a:r>
              <a:rPr lang="en-US" sz="700" b="0" i="0" u="none" strike="noStrike" cap="none" noProof="0">
                <a:solidFill>
                  <a:srgbClr val="7F7F7F"/>
                </a:solidFill>
                <a:latin typeface="IBM Plex Sans"/>
                <a:ea typeface="IBM Plex Sans"/>
                <a:cs typeface="IBM Plex Sans"/>
                <a:sym typeface="IBM Plex Sans"/>
              </a:rPr>
              <a:t>Notes: (1) </a:t>
            </a:r>
            <a:r>
              <a:rPr lang="en-US" sz="700" b="0" i="0" u="sng" strike="noStrike" cap="none"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Click Vision</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Spark Toro</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SemRush</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err="1">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SparkToro</a:t>
            </a:r>
            <a:r>
              <a:rPr lang="en-US" sz="700" b="0" i="0" u="none" strike="noStrike" cap="none" noProof="0">
                <a:solidFill>
                  <a:srgbClr val="7F7F7F"/>
                </a:solidFill>
                <a:latin typeface="IBM Plex Sans"/>
                <a:ea typeface="IBM Plex Sans"/>
                <a:cs typeface="IBM Plex Sans"/>
                <a:sym typeface="IBM Plex Sans"/>
              </a:rPr>
              <a:t>, (5) </a:t>
            </a:r>
            <a:r>
              <a:rPr lang="en-US" sz="700" b="0" i="0" u="sng" strike="noStrike" cap="none" noProof="0" err="1">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SimilarWeb</a:t>
            </a:r>
            <a:r>
              <a:rPr lang="en-US" sz="700" b="0" i="0" u="sng"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(7) Statista</a:t>
            </a:r>
            <a:r>
              <a:rPr lang="en-US" sz="700" b="0" i="0" u="sng"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(8) Similar Web</a:t>
            </a:r>
            <a:endParaRPr lang="en-US" sz="1400" b="0" i="0" u="none" strike="noStrike" cap="none" noProof="0">
              <a:solidFill>
                <a:srgbClr val="7F7F7F"/>
              </a:solidFill>
              <a:latin typeface="IBM Plex Sans"/>
              <a:ea typeface="IBM Plex Sans"/>
              <a:cs typeface="IBM Plex Sans"/>
            </a:endParaRPr>
          </a:p>
        </p:txBody>
      </p:sp>
      <p:sp>
        <p:nvSpPr>
          <p:cNvPr id="1096" name="Google Shape;1096;p72"/>
          <p:cNvSpPr txBox="1"/>
          <p:nvPr/>
        </p:nvSpPr>
        <p:spPr>
          <a:xfrm>
            <a:off x="8524875" y="1200850"/>
            <a:ext cx="3246530" cy="310695"/>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rgbClr val="FFFFFF"/>
                </a:solidFill>
                <a:latin typeface="IBM Plex Sans"/>
                <a:ea typeface="IBM Plex Sans"/>
                <a:cs typeface="IBM Plex Sans"/>
                <a:sym typeface="IBM Plex Sans"/>
              </a:rPr>
              <a:t>Notes from research</a:t>
            </a:r>
            <a:endParaRPr lang="en-US" noProof="0"/>
          </a:p>
        </p:txBody>
      </p:sp>
      <p:sp>
        <p:nvSpPr>
          <p:cNvPr id="1097" name="Google Shape;1097;p72"/>
          <p:cNvSpPr txBox="1"/>
          <p:nvPr/>
        </p:nvSpPr>
        <p:spPr>
          <a:xfrm>
            <a:off x="420595" y="5671889"/>
            <a:ext cx="11350810" cy="471660"/>
          </a:xfrm>
          <a:prstGeom prst="rect">
            <a:avLst/>
          </a:prstGeom>
          <a:solidFill>
            <a:srgbClr val="7FD7A7"/>
          </a:solidFill>
          <a:ln>
            <a:noFill/>
          </a:ln>
        </p:spPr>
        <p:txBody>
          <a:bodyPr spcFirstLastPara="1" wrap="square" lIns="68550" tIns="68550" rIns="68550" bIns="68550" anchor="ctr" anchorCtr="0">
            <a:noAutofit/>
          </a:bodyPr>
          <a:lstStyle/>
          <a:p>
            <a:pPr algn="ctr">
              <a:buSzPts val="1800"/>
            </a:pPr>
            <a:r>
              <a:rPr lang="en-US" sz="1400" b="1" i="0" u="none" strike="noStrike" cap="none" noProof="0">
                <a:solidFill>
                  <a:srgbClr val="000000"/>
                </a:solidFill>
                <a:latin typeface="IBM Plex Sans"/>
                <a:ea typeface="IBM Plex Sans"/>
                <a:cs typeface="IBM Plex Sans"/>
                <a:sym typeface="IBM Plex Sans"/>
              </a:rPr>
              <a:t>We triangulated several reputable sources and believe the numbers are directionally reliable</a:t>
            </a:r>
            <a:r>
              <a:rPr lang="en-US" b="1" noProof="0">
                <a:latin typeface="IBM Plex Sans"/>
                <a:ea typeface="IBM Plex Sans"/>
                <a:cs typeface="IBM Plex Sans"/>
                <a:sym typeface="IBM Plex Sans"/>
              </a:rPr>
              <a:t>;</a:t>
            </a:r>
            <a:r>
              <a:rPr lang="en-US" sz="1400" b="1" i="0" u="none" strike="noStrike" cap="none" noProof="0">
                <a:solidFill>
                  <a:srgbClr val="000000"/>
                </a:solidFill>
                <a:latin typeface="IBM Plex Sans"/>
                <a:ea typeface="IBM Plex Sans"/>
                <a:cs typeface="IBM Plex Sans"/>
                <a:sym typeface="IBM Plex Sans"/>
              </a:rPr>
              <a:t> </a:t>
            </a:r>
            <a:r>
              <a:rPr lang="en-US" b="1" noProof="0">
                <a:latin typeface="IBM Plex Sans"/>
                <a:ea typeface="IBM Plex Sans"/>
                <a:cs typeface="IBM Plex Sans"/>
                <a:sym typeface="IBM Plex Sans"/>
              </a:rPr>
              <a:t>however,</a:t>
            </a:r>
            <a:r>
              <a:rPr lang="en-US" sz="1400" b="1" i="0" u="none" strike="noStrike" cap="none" noProof="0">
                <a:solidFill>
                  <a:srgbClr val="000000"/>
                </a:solidFill>
                <a:latin typeface="IBM Plex Sans"/>
                <a:ea typeface="IBM Plex Sans"/>
                <a:cs typeface="IBM Plex Sans"/>
                <a:sym typeface="IBM Plex Sans"/>
              </a:rPr>
              <a:t> year‑to‑year precision is low </a:t>
            </a:r>
            <a:r>
              <a:rPr lang="en-US" b="1" noProof="0">
                <a:latin typeface="IBM Plex Sans"/>
                <a:ea typeface="IBM Plex Sans"/>
                <a:cs typeface="IBM Plex Sans"/>
                <a:sym typeface="IBM Plex Sans"/>
              </a:rPr>
              <a:t>due to differing </a:t>
            </a:r>
            <a:r>
              <a:rPr lang="en-US" sz="1400" b="1" i="0" u="none" strike="noStrike" cap="none" noProof="0">
                <a:solidFill>
                  <a:srgbClr val="000000"/>
                </a:solidFill>
                <a:latin typeface="IBM Plex Sans"/>
                <a:ea typeface="IBM Plex Sans"/>
                <a:cs typeface="IBM Plex Sans"/>
                <a:sym typeface="IBM Plex Sans"/>
              </a:rPr>
              <a:t>datasets and methodologies</a:t>
            </a:r>
            <a:endParaRPr lang="en-US" noProof="0"/>
          </a:p>
        </p:txBody>
      </p:sp>
      <p:sp>
        <p:nvSpPr>
          <p:cNvPr id="1098" name="Google Shape;1098;p72"/>
          <p:cNvSpPr/>
          <p:nvPr/>
        </p:nvSpPr>
        <p:spPr>
          <a:xfrm>
            <a:off x="8524875" y="1499101"/>
            <a:ext cx="3246530" cy="3921450"/>
          </a:xfrm>
          <a:prstGeom prst="rect">
            <a:avLst/>
          </a:prstGeom>
          <a:solidFill>
            <a:srgbClr val="F2F2F2"/>
          </a:solidFill>
          <a:ln>
            <a:noFill/>
          </a:ln>
        </p:spPr>
        <p:txBody>
          <a:bodyPr spcFirstLastPara="1" wrap="square" lIns="91425" tIns="45700" rIns="91425" bIns="45700" anchor="t" anchorCtr="0">
            <a:noAutofit/>
          </a:bodyPr>
          <a:lstStyle/>
          <a:p>
            <a:pPr marL="179705" marR="0" lvl="0" indent="-179705" algn="l" rtl="0">
              <a:lnSpc>
                <a:spcPct val="100000"/>
              </a:lnSpc>
              <a:spcBef>
                <a:spcPts val="400"/>
              </a:spcBef>
              <a:spcAft>
                <a:spcPts val="600"/>
              </a:spcAft>
              <a:buClr>
                <a:srgbClr val="000000"/>
              </a:buClr>
              <a:buSzPts val="1200"/>
              <a:buFont typeface="Arial"/>
              <a:buChar char="•"/>
            </a:pPr>
            <a:r>
              <a:rPr lang="en-US" sz="1200" b="0" i="0" u="none" strike="noStrike" cap="none" noProof="0">
                <a:solidFill>
                  <a:srgbClr val="000000"/>
                </a:solidFill>
                <a:latin typeface="IBM Plex Sans"/>
                <a:ea typeface="IBM Plex Sans"/>
                <a:cs typeface="IBM Plex Sans"/>
                <a:sym typeface="IBM Plex Sans"/>
              </a:rPr>
              <a:t>To ensure consistency for projections, we utilized the Click Vision 2025 Meta-Analysis Report for </a:t>
            </a:r>
            <a:r>
              <a:rPr lang="en-US" sz="1200" noProof="0">
                <a:latin typeface="IBM Plex Sans"/>
                <a:ea typeface="IBM Plex Sans"/>
                <a:cs typeface="IBM Plex Sans"/>
                <a:sym typeface="IBM Plex Sans"/>
              </a:rPr>
              <a:t>Zero-c</a:t>
            </a:r>
            <a:r>
              <a:rPr lang="en-US" sz="1200" b="1" noProof="0">
                <a:latin typeface="IBM Plex Sans"/>
                <a:ea typeface="IBM Plex Sans"/>
                <a:cs typeface="IBM Plex Sans"/>
                <a:sym typeface="IBM Plex Sans"/>
              </a:rPr>
              <a:t>lick</a:t>
            </a:r>
            <a:r>
              <a:rPr lang="en-US" sz="1200" b="1" i="0" u="none" strike="noStrike" cap="none" noProof="0">
                <a:solidFill>
                  <a:srgbClr val="000000"/>
                </a:solidFill>
                <a:latin typeface="IBM Plex Sans"/>
                <a:ea typeface="IBM Plex Sans"/>
                <a:cs typeface="IBM Plex Sans"/>
                <a:sym typeface="IBM Plex Sans"/>
              </a:rPr>
              <a:t> Search Statistics</a:t>
            </a:r>
            <a:r>
              <a:rPr lang="en-US" sz="1200" b="1" i="0" u="none" strike="noStrike" cap="none" baseline="30000" noProof="0">
                <a:solidFill>
                  <a:srgbClr val="000000"/>
                </a:solidFill>
                <a:latin typeface="IBM Plex Sans"/>
                <a:ea typeface="IBM Plex Sans"/>
                <a:cs typeface="IBM Plex Sans"/>
                <a:sym typeface="IBM Plex Sans"/>
              </a:rPr>
              <a:t>1</a:t>
            </a:r>
            <a:r>
              <a:rPr lang="en-US" sz="1200" b="1" i="0" u="none" strike="noStrike" cap="none" noProof="0">
                <a:solidFill>
                  <a:srgbClr val="000000"/>
                </a:solidFill>
                <a:latin typeface="IBM Plex Sans"/>
                <a:ea typeface="IBM Plex Sans"/>
                <a:cs typeface="IBM Plex Sans"/>
                <a:sym typeface="IBM Plex Sans"/>
              </a:rPr>
              <a:t> </a:t>
            </a:r>
            <a:r>
              <a:rPr lang="en-US" sz="1200" b="0" i="0" u="none" strike="noStrike" cap="none" noProof="0">
                <a:solidFill>
                  <a:srgbClr val="000000"/>
                </a:solidFill>
                <a:latin typeface="IBM Plex Sans"/>
                <a:ea typeface="IBM Plex Sans"/>
                <a:cs typeface="IBM Plex Sans"/>
                <a:sym typeface="IBM Plex Sans"/>
              </a:rPr>
              <a:t>that consolidates several datasets from trustworthy sources such as </a:t>
            </a:r>
            <a:r>
              <a:rPr lang="en-US" sz="1200" b="0" i="0" u="none" strike="noStrike" cap="none" noProof="0" err="1">
                <a:solidFill>
                  <a:srgbClr val="000000"/>
                </a:solidFill>
                <a:latin typeface="IBM Plex Sans"/>
                <a:ea typeface="IBM Plex Sans"/>
                <a:cs typeface="IBM Plex Sans"/>
                <a:sym typeface="IBM Plex Sans"/>
              </a:rPr>
              <a:t>SparkToro</a:t>
            </a:r>
            <a:r>
              <a:rPr lang="en-US" sz="1200" b="0" i="0" u="none" strike="noStrike" cap="none" noProof="0">
                <a:solidFill>
                  <a:srgbClr val="000000"/>
                </a:solidFill>
                <a:latin typeface="IBM Plex Sans"/>
                <a:ea typeface="IBM Plex Sans"/>
                <a:cs typeface="IBM Plex Sans"/>
                <a:sym typeface="IBM Plex Sans"/>
              </a:rPr>
              <a:t>, Search Engine Land, </a:t>
            </a:r>
            <a:r>
              <a:rPr lang="en-US" sz="1200" b="0" i="0" u="none" strike="noStrike" cap="none" noProof="0" err="1">
                <a:solidFill>
                  <a:srgbClr val="000000"/>
                </a:solidFill>
                <a:latin typeface="IBM Plex Sans"/>
                <a:ea typeface="IBM Plex Sans"/>
                <a:cs typeface="IBM Plex Sans"/>
                <a:sym typeface="IBM Plex Sans"/>
              </a:rPr>
              <a:t>MarTech</a:t>
            </a:r>
            <a:endParaRPr lang="en-US" noProof="0"/>
          </a:p>
          <a:p>
            <a:pPr marL="179705" indent="-179705">
              <a:spcBef>
                <a:spcPts val="800"/>
              </a:spcBef>
              <a:spcAft>
                <a:spcPts val="600"/>
              </a:spcAft>
              <a:buSzPts val="1200"/>
              <a:buFont typeface="Arial"/>
              <a:buChar char="•"/>
            </a:pPr>
            <a:r>
              <a:rPr lang="en-US" sz="1200" b="0" i="0" u="none" strike="noStrike" cap="none" noProof="0">
                <a:solidFill>
                  <a:srgbClr val="000000"/>
                </a:solidFill>
                <a:latin typeface="IBM Plex Sans"/>
                <a:ea typeface="IBM Plex Sans"/>
                <a:cs typeface="IBM Plex Sans"/>
                <a:sym typeface="IBM Plex Sans"/>
              </a:rPr>
              <a:t>The meta-analysis report data were cross-validated with additional research</a:t>
            </a:r>
            <a:r>
              <a:rPr lang="en-US" sz="1200" noProof="0">
                <a:latin typeface="IBM Plex Sans"/>
                <a:ea typeface="IBM Plex Sans"/>
                <a:cs typeface="IBM Plex Sans"/>
                <a:sym typeface="IBM Plex Sans"/>
              </a:rPr>
              <a:t> sources</a:t>
            </a:r>
            <a:endParaRPr lang="en-US" noProof="0"/>
          </a:p>
        </p:txBody>
      </p:sp>
      <p:graphicFrame>
        <p:nvGraphicFramePr>
          <p:cNvPr id="1099" name="Google Shape;1099;p72"/>
          <p:cNvGraphicFramePr/>
          <p:nvPr>
            <p:extLst>
              <p:ext uri="{D42A27DB-BD31-4B8C-83A1-F6EECF244321}">
                <p14:modId xmlns:p14="http://schemas.microsoft.com/office/powerpoint/2010/main" val="16822806"/>
              </p:ext>
            </p:extLst>
          </p:nvPr>
        </p:nvGraphicFramePr>
        <p:xfrm>
          <a:off x="420595" y="1192490"/>
          <a:ext cx="7971600" cy="4228061"/>
        </p:xfrm>
        <a:graphic>
          <a:graphicData uri="http://schemas.openxmlformats.org/drawingml/2006/table">
            <a:tbl>
              <a:tblPr>
                <a:noFill/>
                <a:tableStyleId>{16461213-F4DB-495F-93F5-F8E8B3FAFA39}</a:tableStyleId>
              </a:tblPr>
              <a:tblGrid>
                <a:gridCol w="584825">
                  <a:extLst>
                    <a:ext uri="{9D8B030D-6E8A-4147-A177-3AD203B41FA5}">
                      <a16:colId xmlns:a16="http://schemas.microsoft.com/office/drawing/2014/main" val="20000"/>
                    </a:ext>
                  </a:extLst>
                </a:gridCol>
                <a:gridCol w="1280580">
                  <a:extLst>
                    <a:ext uri="{9D8B030D-6E8A-4147-A177-3AD203B41FA5}">
                      <a16:colId xmlns:a16="http://schemas.microsoft.com/office/drawing/2014/main" val="20001"/>
                    </a:ext>
                  </a:extLst>
                </a:gridCol>
                <a:gridCol w="1645945">
                  <a:extLst>
                    <a:ext uri="{9D8B030D-6E8A-4147-A177-3AD203B41FA5}">
                      <a16:colId xmlns:a16="http://schemas.microsoft.com/office/drawing/2014/main" val="20002"/>
                    </a:ext>
                  </a:extLst>
                </a:gridCol>
                <a:gridCol w="3505200">
                  <a:extLst>
                    <a:ext uri="{9D8B030D-6E8A-4147-A177-3AD203B41FA5}">
                      <a16:colId xmlns:a16="http://schemas.microsoft.com/office/drawing/2014/main" val="20003"/>
                    </a:ext>
                  </a:extLst>
                </a:gridCol>
                <a:gridCol w="955050">
                  <a:extLst>
                    <a:ext uri="{9D8B030D-6E8A-4147-A177-3AD203B41FA5}">
                      <a16:colId xmlns:a16="http://schemas.microsoft.com/office/drawing/2014/main" val="20004"/>
                    </a:ext>
                  </a:extLst>
                </a:gridCol>
              </a:tblGrid>
              <a:tr h="582330">
                <a:tc>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Year</a:t>
                      </a:r>
                      <a:endParaRPr lang="en-US" sz="1000" u="none" strike="noStrike" cap="none" noProof="0">
                        <a:solidFill>
                          <a:schemeClr val="lt1"/>
                        </a:solidFill>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Avg. </a:t>
                      </a:r>
                      <a:r>
                        <a:rPr lang="en-US" sz="1000" b="1" i="0" u="none" strike="noStrike" cap="none" noProof="0">
                          <a:solidFill>
                            <a:schemeClr val="lt1"/>
                          </a:solidFill>
                          <a:latin typeface="IBM Plex Sans"/>
                          <a:ea typeface="IBM Plex Sans"/>
                          <a:cs typeface="IBM Plex Sans"/>
                        </a:rPr>
                        <a:t>global</a:t>
                      </a:r>
                      <a:r>
                        <a:rPr lang="en-US" sz="1000" b="1" i="0" u="none" strike="noStrike" cap="none" noProof="0">
                          <a:solidFill>
                            <a:schemeClr val="lt1"/>
                          </a:solidFill>
                          <a:latin typeface="IBM Plex Sans"/>
                          <a:ea typeface="IBM Plex Sans"/>
                          <a:cs typeface="IBM Plex Sans"/>
                          <a:sym typeface="IBM Plex Sans"/>
                        </a:rPr>
                        <a:t> </a:t>
                      </a:r>
                      <a:r>
                        <a:rPr lang="en-US" sz="1000" b="1" i="0" u="none" strike="noStrike" cap="none" noProof="0">
                          <a:solidFill>
                            <a:schemeClr val="lt1"/>
                          </a:solidFill>
                          <a:latin typeface="IBM Plex Sans"/>
                          <a:ea typeface="IBM Plex Sans"/>
                          <a:cs typeface="IBM Plex Sans"/>
                        </a:rPr>
                        <a:t>zero-click</a:t>
                      </a:r>
                      <a:r>
                        <a:rPr lang="en-US" sz="1000" b="1" i="0" u="none" strike="noStrike" cap="none" noProof="0">
                          <a:solidFill>
                            <a:schemeClr val="lt1"/>
                          </a:solidFill>
                          <a:latin typeface="IBM Plex Sans"/>
                          <a:ea typeface="IBM Plex Sans"/>
                          <a:cs typeface="IBM Plex Sans"/>
                          <a:sym typeface="IBM Plex Sans"/>
                        </a:rPr>
                        <a:t> </a:t>
                      </a:r>
                      <a:r>
                        <a:rPr lang="en-US" sz="1000" b="1" i="0" u="none" strike="noStrike" cap="none" noProof="0">
                          <a:solidFill>
                            <a:schemeClr val="lt1"/>
                          </a:solidFill>
                          <a:latin typeface="IBM Plex Sans"/>
                          <a:ea typeface="IBM Plex Sans"/>
                          <a:cs typeface="IBM Plex Sans"/>
                        </a:rPr>
                        <a:t>rate (%)</a:t>
                      </a:r>
                      <a:endParaRPr lang="en-US" noProof="0"/>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Sources</a:t>
                      </a:r>
                      <a:endParaRPr lang="en-US" sz="1000" b="1" i="0" u="none" strike="noStrike" cap="none" baseline="30000" noProof="0">
                        <a:solidFill>
                          <a:schemeClr val="lt1"/>
                        </a:solidFill>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Additional sources/insights</a:t>
                      </a:r>
                      <a:endParaRPr lang="en-US" sz="1000" b="1" i="0" u="none" strike="noStrike" cap="none" baseline="30000" noProof="0">
                        <a:solidFill>
                          <a:schemeClr val="lt1"/>
                        </a:solidFill>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Source Credibility</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457454">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2019</a:t>
                      </a:r>
                      <a:endParaRPr lang="en-US" sz="1000" u="none" strike="noStrike" cap="none" noProof="0">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50.3%</a:t>
                      </a:r>
                      <a:endParaRPr lang="en-US" sz="1000" b="1" u="none" strike="noStrike" cap="none" noProof="0">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err="1">
                          <a:solidFill>
                            <a:schemeClr val="dk1"/>
                          </a:solidFill>
                          <a:latin typeface="IBM Plex Sans"/>
                          <a:ea typeface="IBM Plex Sans"/>
                          <a:cs typeface="IBM Plex Sans"/>
                          <a:sym typeface="IBM Plex Sans"/>
                        </a:rPr>
                        <a:t>SparkToro</a:t>
                      </a:r>
                      <a:r>
                        <a:rPr lang="en-US" sz="1000" b="0" i="0" u="none" strike="noStrike" cap="none" noProof="0">
                          <a:solidFill>
                            <a:schemeClr val="dk1"/>
                          </a:solidFill>
                          <a:latin typeface="IBM Plex Sans"/>
                          <a:ea typeface="IBM Plex Sans"/>
                          <a:cs typeface="IBM Plex Sans"/>
                          <a:sym typeface="IBM Plex Sans"/>
                        </a:rPr>
                        <a:t>: 50.3%</a:t>
                      </a:r>
                      <a:r>
                        <a:rPr lang="en-US" sz="1000" b="0" i="0" u="none" strike="noStrike" cap="none" baseline="30000" noProof="0">
                          <a:solidFill>
                            <a:schemeClr val="dk1"/>
                          </a:solidFill>
                          <a:latin typeface="IBM Plex Sans"/>
                          <a:ea typeface="IBM Plex Sans"/>
                          <a:cs typeface="IBM Plex Sans"/>
                          <a:sym typeface="IBM Plex Sans"/>
                        </a:rPr>
                        <a:t>2</a:t>
                      </a:r>
                      <a:r>
                        <a:rPr lang="en-US" sz="1000" b="0" i="0" u="none" strike="noStrike" cap="none" noProof="0">
                          <a:solidFill>
                            <a:schemeClr val="dk1"/>
                          </a:solidFill>
                          <a:latin typeface="IBM Plex Sans"/>
                          <a:ea typeface="IBM Plex Sans"/>
                          <a:cs typeface="IBM Plex Sans"/>
                          <a:sym typeface="IBM Plex Sans"/>
                        </a:rPr>
                        <a:t> </a:t>
                      </a:r>
                      <a:endParaRPr lang="en-US" noProof="0"/>
                    </a:p>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Industry </a:t>
                      </a:r>
                      <a:r>
                        <a:rPr lang="en-US" sz="1000" b="0" i="0" u="none" strike="noStrike" cap="none" noProof="0">
                          <a:solidFill>
                            <a:schemeClr val="dk1"/>
                          </a:solidFill>
                          <a:latin typeface="IBM Plex Sans"/>
                          <a:ea typeface="IBM Plex Sans"/>
                          <a:cs typeface="IBM Plex Sans"/>
                        </a:rPr>
                        <a:t>Summarize</a:t>
                      </a:r>
                      <a:r>
                        <a:rPr lang="en-US" sz="1000" b="0" i="0" u="none" strike="noStrike" cap="none" noProof="0">
                          <a:solidFill>
                            <a:schemeClr val="dk1"/>
                          </a:solidFill>
                          <a:latin typeface="IBM Plex Sans"/>
                          <a:ea typeface="IBM Plex Sans"/>
                          <a:cs typeface="IBM Plex Sans"/>
                          <a:sym typeface="IBM Plex Sans"/>
                        </a:rPr>
                        <a:t>: 49%</a:t>
                      </a:r>
                      <a:endParaRPr lang="en-US" sz="1000" b="0" i="0" u="none" strike="noStrike" cap="none" baseline="30000" noProof="0">
                        <a:solidFill>
                          <a:schemeClr val="dk1"/>
                        </a:solidFill>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71450" marR="0" lvl="0" indent="-171450" algn="l" rtl="0">
                        <a:lnSpc>
                          <a:spcPct val="100000"/>
                        </a:lnSpc>
                        <a:spcBef>
                          <a:spcPts val="0"/>
                        </a:spcBef>
                        <a:spcAft>
                          <a:spcPts val="0"/>
                        </a:spcAft>
                        <a:buClr>
                          <a:srgbClr val="000000"/>
                        </a:buClr>
                        <a:buSzPts val="1200"/>
                        <a:buFont typeface="Arial"/>
                        <a:buChar char="•"/>
                      </a:pPr>
                      <a:r>
                        <a:rPr lang="en-US" sz="1000" b="0" i="0" u="none" strike="noStrike" cap="none" noProof="0">
                          <a:solidFill>
                            <a:schemeClr val="dk1"/>
                          </a:solidFill>
                          <a:latin typeface="IBM Plex Sans"/>
                          <a:ea typeface="IBM Plex Sans"/>
                          <a:cs typeface="IBM Plex Sans"/>
                          <a:sym typeface="IBM Plex Sans"/>
                        </a:rPr>
                        <a:t>Half of all searches ended without a click</a:t>
                      </a:r>
                      <a:endParaRPr lang="en-US" noProof="0"/>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High</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solidFill>
                      <a:srgbClr val="E1EFD8"/>
                    </a:solidFill>
                  </a:tcPr>
                </a:tc>
                <a:extLst>
                  <a:ext uri="{0D108BD9-81ED-4DB2-BD59-A6C34878D82A}">
                    <a16:rowId xmlns:a16="http://schemas.microsoft.com/office/drawing/2014/main" val="10001"/>
                  </a:ext>
                </a:extLst>
              </a:tr>
              <a:tr h="632443">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2020</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64.8%</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rgbClr val="000000"/>
                          </a:solidFill>
                          <a:latin typeface="IBM Plex Sans"/>
                          <a:ea typeface="IBM Plex Sans"/>
                          <a:cs typeface="IBM Plex Sans"/>
                          <a:sym typeface="IBM Plex Sans"/>
                        </a:rPr>
                        <a:t>Statista: 65%</a:t>
                      </a:r>
                      <a:r>
                        <a:rPr lang="en-US" sz="1000" b="0" i="0" u="none" strike="noStrike" cap="none" baseline="30000" noProof="0">
                          <a:solidFill>
                            <a:srgbClr val="000000"/>
                          </a:solidFill>
                          <a:latin typeface="IBM Plex Sans"/>
                          <a:ea typeface="IBM Plex Sans"/>
                          <a:cs typeface="IBM Plex Sans"/>
                          <a:sym typeface="IBM Plex Sans"/>
                        </a:rPr>
                        <a:t>7</a:t>
                      </a:r>
                      <a:endParaRPr lang="en-US" noProof="0"/>
                    </a:p>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err="1">
                          <a:solidFill>
                            <a:srgbClr val="000000"/>
                          </a:solidFill>
                          <a:latin typeface="IBM Plex Sans"/>
                          <a:ea typeface="IBM Plex Sans"/>
                          <a:cs typeface="IBM Plex Sans"/>
                          <a:sym typeface="IBM Plex Sans"/>
                        </a:rPr>
                        <a:t>SparkToro</a:t>
                      </a:r>
                      <a:r>
                        <a:rPr lang="en-US" sz="1000" b="0" i="0" u="none" strike="noStrike" cap="none" noProof="0">
                          <a:solidFill>
                            <a:srgbClr val="000000"/>
                          </a:solidFill>
                          <a:latin typeface="IBM Plex Sans"/>
                          <a:ea typeface="IBM Plex Sans"/>
                          <a:cs typeface="IBM Plex Sans"/>
                          <a:sym typeface="IBM Plex Sans"/>
                        </a:rPr>
                        <a:t>: 64.8%</a:t>
                      </a:r>
                      <a:r>
                        <a:rPr lang="en-US" sz="1000" b="0" i="0" u="none" strike="noStrike" cap="none" baseline="30000" noProof="0">
                          <a:solidFill>
                            <a:srgbClr val="000000"/>
                          </a:solidFill>
                          <a:latin typeface="IBM Plex Sans"/>
                          <a:ea typeface="IBM Plex Sans"/>
                          <a:cs typeface="IBM Plex Sans"/>
                          <a:sym typeface="IBM Plex Sans"/>
                        </a:rPr>
                        <a:t>2</a:t>
                      </a:r>
                      <a:endParaRPr lang="en-US" noProof="0"/>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71450" marR="0" lvl="0" indent="-171450" algn="l" rtl="0">
                        <a:lnSpc>
                          <a:spcPct val="100000"/>
                        </a:lnSpc>
                        <a:spcBef>
                          <a:spcPts val="0"/>
                        </a:spcBef>
                        <a:spcAft>
                          <a:spcPts val="0"/>
                        </a:spcAft>
                        <a:buClr>
                          <a:srgbClr val="000000"/>
                        </a:buClr>
                        <a:buSzPts val="1200"/>
                        <a:buFont typeface="Arial"/>
                        <a:buChar char="•"/>
                      </a:pPr>
                      <a:r>
                        <a:rPr lang="en-US" sz="1000" b="0" i="0" u="none" strike="noStrike" cap="none" noProof="0">
                          <a:solidFill>
                            <a:schemeClr val="dk1"/>
                          </a:solidFill>
                          <a:latin typeface="IBM Plex Sans"/>
                          <a:ea typeface="IBM Plex Sans"/>
                          <a:cs typeface="IBM Plex Sans"/>
                          <a:sym typeface="IBM Plex Sans"/>
                        </a:rPr>
                        <a:t>Most users </a:t>
                      </a:r>
                      <a:r>
                        <a:rPr lang="en-US" sz="1000" b="0" i="0" u="none" strike="noStrike" cap="none" noProof="0">
                          <a:solidFill>
                            <a:schemeClr val="dk1"/>
                          </a:solidFill>
                          <a:latin typeface="IBM Plex Sans"/>
                          <a:ea typeface="IBM Plex Sans"/>
                          <a:cs typeface="IBM Plex Sans"/>
                        </a:rPr>
                        <a:t>reduced click-through behavior</a:t>
                      </a:r>
                      <a:r>
                        <a:rPr lang="en-US" sz="1000" b="0" i="0" u="none" strike="noStrike" cap="none" noProof="0">
                          <a:solidFill>
                            <a:schemeClr val="dk1"/>
                          </a:solidFill>
                          <a:latin typeface="IBM Plex Sans"/>
                          <a:ea typeface="IBM Plex Sans"/>
                          <a:cs typeface="IBM Plex Sans"/>
                          <a:sym typeface="IBM Plex Sans"/>
                        </a:rPr>
                        <a:t>, relying on SERP features for instant answers</a:t>
                      </a:r>
                      <a:endParaRPr lang="en-US" noProof="0"/>
                    </a:p>
                    <a:p>
                      <a:pPr marL="171450" marR="0" lvl="0" indent="-171450" algn="l" rtl="0">
                        <a:lnSpc>
                          <a:spcPct val="100000"/>
                        </a:lnSpc>
                        <a:spcBef>
                          <a:spcPts val="0"/>
                        </a:spcBef>
                        <a:spcAft>
                          <a:spcPts val="0"/>
                        </a:spcAft>
                        <a:buClr>
                          <a:srgbClr val="000000"/>
                        </a:buClr>
                        <a:buSzPts val="1200"/>
                        <a:buFont typeface="Arial"/>
                        <a:buChar char="•"/>
                      </a:pPr>
                      <a:r>
                        <a:rPr lang="en-US" sz="1000" b="0" i="0" u="none" strike="noStrike" cap="none" noProof="0">
                          <a:solidFill>
                            <a:schemeClr val="dk1"/>
                          </a:solidFill>
                          <a:latin typeface="IBM Plex Sans"/>
                          <a:ea typeface="IBM Plex Sans"/>
                          <a:cs typeface="IBM Plex Sans"/>
                          <a:sym typeface="IBM Plex Sans"/>
                        </a:rPr>
                        <a:t>Mobile: 77%, Desktop: 47%</a:t>
                      </a:r>
                      <a:r>
                        <a:rPr lang="en-US" sz="1000" b="0" i="0" u="none" strike="noStrike" cap="none" baseline="30000" noProof="0">
                          <a:solidFill>
                            <a:schemeClr val="dk1"/>
                          </a:solidFill>
                          <a:latin typeface="IBM Plex Sans"/>
                          <a:ea typeface="IBM Plex Sans"/>
                          <a:cs typeface="IBM Plex Sans"/>
                          <a:sym typeface="IBM Plex Sans"/>
                        </a:rPr>
                        <a:t>8</a:t>
                      </a:r>
                      <a:endParaRPr lang="en-US" noProof="0"/>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High</a:t>
                      </a:r>
                      <a:endParaRPr lang="en-US" noProof="0"/>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solidFill>
                      <a:srgbClr val="E1EFD8"/>
                    </a:solidFill>
                  </a:tcPr>
                </a:tc>
                <a:extLst>
                  <a:ext uri="{0D108BD9-81ED-4DB2-BD59-A6C34878D82A}">
                    <a16:rowId xmlns:a16="http://schemas.microsoft.com/office/drawing/2014/main" val="10002"/>
                  </a:ext>
                </a:extLst>
              </a:tr>
              <a:tr h="451253">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2021</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66%</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Click Vision</a:t>
                      </a:r>
                      <a:r>
                        <a:rPr lang="en-US" sz="1000" b="0" i="0" u="none" strike="noStrike" cap="none" baseline="30000" noProof="0">
                          <a:solidFill>
                            <a:schemeClr val="dk1"/>
                          </a:solidFill>
                          <a:latin typeface="IBM Plex Sans"/>
                          <a:ea typeface="IBM Plex Sans"/>
                          <a:cs typeface="IBM Plex Sans"/>
                          <a:sym typeface="IBM Plex Sans"/>
                        </a:rPr>
                        <a:t>1</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71450" marR="0" lvl="0" indent="-171450" algn="l" rtl="0">
                        <a:lnSpc>
                          <a:spcPct val="100000"/>
                        </a:lnSpc>
                        <a:spcBef>
                          <a:spcPts val="0"/>
                        </a:spcBef>
                        <a:spcAft>
                          <a:spcPts val="0"/>
                        </a:spcAft>
                        <a:buClr>
                          <a:srgbClr val="000000"/>
                        </a:buClr>
                        <a:buSzPts val="1200"/>
                        <a:buFont typeface="Arial"/>
                        <a:buChar char="•"/>
                      </a:pPr>
                      <a:r>
                        <a:rPr lang="en-US" sz="1000" b="0" i="0" u="none" strike="noStrike" cap="none" noProof="0">
                          <a:solidFill>
                            <a:schemeClr val="dk1"/>
                          </a:solidFill>
                          <a:latin typeface="IBM Plex Sans"/>
                          <a:ea typeface="IBM Plex Sans"/>
                          <a:cs typeface="IBM Plex Sans"/>
                          <a:sym typeface="IBM Plex Sans"/>
                        </a:rPr>
                        <a:t>Zero‑click became </a:t>
                      </a:r>
                      <a:r>
                        <a:rPr lang="en-US" sz="1000" b="0" i="0" u="none" strike="noStrike" cap="none" noProof="0">
                          <a:solidFill>
                            <a:schemeClr val="dk1"/>
                          </a:solidFill>
                          <a:latin typeface="IBM Plex Sans"/>
                          <a:ea typeface="IBM Plex Sans"/>
                          <a:cs typeface="IBM Plex Sans"/>
                        </a:rPr>
                        <a:t>a dominant</a:t>
                      </a:r>
                      <a:r>
                        <a:rPr lang="en-US" sz="1000" b="0" i="0" u="none" strike="noStrike" cap="none" noProof="0">
                          <a:solidFill>
                            <a:schemeClr val="dk1"/>
                          </a:solidFill>
                          <a:latin typeface="IBM Plex Sans"/>
                          <a:ea typeface="IBM Plex Sans"/>
                          <a:cs typeface="IBM Plex Sans"/>
                          <a:sym typeface="IBM Plex Sans"/>
                        </a:rPr>
                        <a:t> search behavior</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Medium</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solidFill>
                      <a:srgbClr val="FBE4D4"/>
                    </a:solidFill>
                  </a:tcPr>
                </a:tc>
                <a:extLst>
                  <a:ext uri="{0D108BD9-81ED-4DB2-BD59-A6C34878D82A}">
                    <a16:rowId xmlns:a16="http://schemas.microsoft.com/office/drawing/2014/main" val="10003"/>
                  </a:ext>
                </a:extLst>
              </a:tr>
              <a:tr h="457454">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rgbClr val="000000"/>
                          </a:solidFill>
                          <a:latin typeface="IBM Plex Sans"/>
                          <a:ea typeface="IBM Plex Sans"/>
                          <a:cs typeface="IBM Plex Sans"/>
                          <a:sym typeface="IBM Plex Sans"/>
                        </a:rPr>
                        <a:t>2022</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59.3%</a:t>
                      </a:r>
                      <a:endParaRPr lang="en-US" sz="1000" b="1" u="none" strike="noStrike" cap="none" noProof="0">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400"/>
                        <a:buFont typeface="Arial"/>
                        <a:buNone/>
                      </a:pPr>
                      <a:r>
                        <a:rPr lang="en-US" sz="1000" b="0" i="0" u="none" strike="noStrike" cap="none" noProof="0">
                          <a:solidFill>
                            <a:schemeClr val="dk1"/>
                          </a:solidFill>
                          <a:latin typeface="IBM Plex Sans"/>
                          <a:ea typeface="IBM Plex Sans"/>
                          <a:cs typeface="IBM Plex Sans"/>
                          <a:sym typeface="IBM Plex Sans"/>
                        </a:rPr>
                        <a:t>Inner Spark: 68%</a:t>
                      </a:r>
                      <a:endParaRPr lang="en-US" noProof="0"/>
                    </a:p>
                    <a:p>
                      <a:pPr marL="0" marR="0" lvl="0" indent="0" algn="l" rtl="0">
                        <a:lnSpc>
                          <a:spcPct val="100000"/>
                        </a:lnSpc>
                        <a:spcBef>
                          <a:spcPts val="0"/>
                        </a:spcBef>
                        <a:spcAft>
                          <a:spcPts val="0"/>
                        </a:spcAft>
                        <a:buClr>
                          <a:srgbClr val="000000"/>
                        </a:buClr>
                        <a:buSzPts val="1400"/>
                        <a:buFont typeface="Arial"/>
                        <a:buNone/>
                      </a:pPr>
                      <a:r>
                        <a:rPr lang="en-US" sz="1000" b="0" i="0" u="none" strike="noStrike" cap="none" noProof="0" err="1">
                          <a:solidFill>
                            <a:schemeClr val="dk1"/>
                          </a:solidFill>
                          <a:latin typeface="IBM Plex Sans"/>
                          <a:ea typeface="IBM Plex Sans"/>
                          <a:cs typeface="IBM Plex Sans"/>
                          <a:sym typeface="IBM Plex Sans"/>
                        </a:rPr>
                        <a:t>Semrush</a:t>
                      </a:r>
                      <a:r>
                        <a:rPr lang="en-US" sz="1000" b="0" i="0" u="none" strike="noStrike" cap="none" noProof="0">
                          <a:solidFill>
                            <a:schemeClr val="dk1"/>
                          </a:solidFill>
                          <a:latin typeface="IBM Plex Sans"/>
                          <a:ea typeface="IBM Plex Sans"/>
                          <a:cs typeface="IBM Plex Sans"/>
                          <a:sym typeface="IBM Plex Sans"/>
                        </a:rPr>
                        <a:t>: 57%</a:t>
                      </a:r>
                      <a:r>
                        <a:rPr lang="en-US" sz="1000" b="0" i="0" u="none" strike="noStrike" cap="none" baseline="30000" noProof="0">
                          <a:solidFill>
                            <a:schemeClr val="dk1"/>
                          </a:solidFill>
                          <a:latin typeface="IBM Plex Sans"/>
                          <a:ea typeface="IBM Plex Sans"/>
                          <a:cs typeface="IBM Plex Sans"/>
                          <a:sym typeface="IBM Plex Sans"/>
                        </a:rPr>
                        <a:t>3</a:t>
                      </a:r>
                      <a:endParaRPr lang="en-US" sz="1000" u="none" strike="noStrike" cap="none" baseline="30000" noProof="0">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71450" marR="0" lvl="0" indent="-171450" algn="l" rtl="0">
                        <a:lnSpc>
                          <a:spcPct val="100000"/>
                        </a:lnSpc>
                        <a:spcBef>
                          <a:spcPts val="0"/>
                        </a:spcBef>
                        <a:spcAft>
                          <a:spcPts val="0"/>
                        </a:spcAft>
                        <a:buClr>
                          <a:srgbClr val="000000"/>
                        </a:buClr>
                        <a:buSzPts val="1400"/>
                        <a:buFont typeface="Arial"/>
                        <a:buChar char="•"/>
                      </a:pPr>
                      <a:r>
                        <a:rPr lang="en-US" sz="1000" b="0" i="0" u="none" strike="noStrike" cap="none" noProof="0">
                          <a:solidFill>
                            <a:schemeClr val="dk1"/>
                          </a:solidFill>
                          <a:latin typeface="IBM Plex Sans"/>
                          <a:ea typeface="IBM Plex Sans"/>
                          <a:cs typeface="IBM Plex Sans"/>
                          <a:sym typeface="IBM Plex Sans"/>
                        </a:rPr>
                        <a:t>Mobile‑heavy markets drove </a:t>
                      </a:r>
                      <a:r>
                        <a:rPr lang="en-US" sz="1000" b="0" i="0" u="none" strike="noStrike" cap="none" noProof="0">
                          <a:solidFill>
                            <a:schemeClr val="dk1"/>
                          </a:solidFill>
                          <a:latin typeface="IBM Plex Sans"/>
                          <a:ea typeface="IBM Plex Sans"/>
                          <a:cs typeface="IBM Plex Sans"/>
                        </a:rPr>
                        <a:t>higher</a:t>
                      </a:r>
                      <a:r>
                        <a:rPr lang="en-US" sz="1000" b="0" i="0" u="none" strike="noStrike" cap="none" noProof="0">
                          <a:solidFill>
                            <a:schemeClr val="dk1"/>
                          </a:solidFill>
                          <a:latin typeface="IBM Plex Sans"/>
                          <a:ea typeface="IBM Plex Sans"/>
                          <a:cs typeface="IBM Plex Sans"/>
                          <a:sym typeface="IBM Plex Sans"/>
                        </a:rPr>
                        <a:t> zero‑click behavior</a:t>
                      </a:r>
                      <a:endParaRPr lang="en-US" noProof="0"/>
                    </a:p>
                    <a:p>
                      <a:pPr marL="171450" marR="0" lvl="0" indent="-171450" algn="l" rtl="0">
                        <a:lnSpc>
                          <a:spcPct val="100000"/>
                        </a:lnSpc>
                        <a:spcBef>
                          <a:spcPts val="0"/>
                        </a:spcBef>
                        <a:spcAft>
                          <a:spcPts val="0"/>
                        </a:spcAft>
                        <a:buClr>
                          <a:srgbClr val="000000"/>
                        </a:buClr>
                        <a:buSzPts val="1400"/>
                        <a:buFont typeface="Arial"/>
                        <a:buChar char="•"/>
                      </a:pPr>
                      <a:r>
                        <a:rPr lang="en-US" sz="1000" b="0" i="0" u="none" strike="noStrike" cap="none" noProof="0">
                          <a:solidFill>
                            <a:schemeClr val="dk1"/>
                          </a:solidFill>
                          <a:latin typeface="IBM Plex Sans"/>
                          <a:ea typeface="IBM Plex Sans"/>
                          <a:cs typeface="IBM Plex Sans"/>
                          <a:sym typeface="IBM Plex Sans"/>
                        </a:rPr>
                        <a:t>SemRush</a:t>
                      </a:r>
                      <a:r>
                        <a:rPr lang="en-US" sz="1000" b="0" i="0" u="none" strike="noStrike" cap="none" baseline="30000" noProof="0">
                          <a:solidFill>
                            <a:schemeClr val="dk1"/>
                          </a:solidFill>
                          <a:latin typeface="IBM Plex Sans"/>
                          <a:ea typeface="IBM Plex Sans"/>
                          <a:cs typeface="IBM Plex Sans"/>
                          <a:sym typeface="IBM Plex Sans"/>
                        </a:rPr>
                        <a:t>3</a:t>
                      </a:r>
                      <a:r>
                        <a:rPr lang="en-US" sz="1000" b="0" i="0" u="none" strike="noStrike" cap="none" noProof="0">
                          <a:solidFill>
                            <a:schemeClr val="dk1"/>
                          </a:solidFill>
                          <a:latin typeface="IBM Plex Sans"/>
                          <a:ea typeface="IBM Plex Sans"/>
                          <a:cs typeface="IBM Plex Sans"/>
                          <a:sym typeface="IBM Plex Sans"/>
                        </a:rPr>
                        <a:t>: mobile: 57%, desktop: 26%</a:t>
                      </a:r>
                      <a:endParaRPr lang="en-US" sz="1000" u="none" strike="noStrike" cap="none" noProof="0">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400"/>
                        <a:buFont typeface="Arial"/>
                        <a:buNone/>
                      </a:pPr>
                      <a:r>
                        <a:rPr lang="en-US" sz="1000" u="none" strike="noStrike" cap="none" noProof="0">
                          <a:latin typeface="IBM Plex Sans"/>
                          <a:ea typeface="IBM Plex Sans"/>
                          <a:cs typeface="IBM Plex Sans"/>
                          <a:sym typeface="IBM Plex Sans"/>
                        </a:rPr>
                        <a:t>Medium</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solidFill>
                      <a:srgbClr val="FBE4D4"/>
                    </a:solidFill>
                  </a:tcPr>
                </a:tc>
                <a:extLst>
                  <a:ext uri="{0D108BD9-81ED-4DB2-BD59-A6C34878D82A}">
                    <a16:rowId xmlns:a16="http://schemas.microsoft.com/office/drawing/2014/main" val="10004"/>
                  </a:ext>
                </a:extLst>
              </a:tr>
              <a:tr h="457454">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rgbClr val="000000"/>
                          </a:solidFill>
                          <a:latin typeface="IBM Plex Sans"/>
                          <a:ea typeface="IBM Plex Sans"/>
                          <a:cs typeface="IBM Plex Sans"/>
                          <a:sym typeface="IBM Plex Sans"/>
                        </a:rPr>
                        <a:t>2023</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70%</a:t>
                      </a:r>
                      <a:endParaRPr lang="en-US" sz="1000" b="1" u="none" strike="noStrike" cap="none" noProof="0">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Click Vision</a:t>
                      </a:r>
                      <a:r>
                        <a:rPr lang="en-US" sz="1000" b="0" i="0" u="none" strike="noStrike" cap="none" baseline="30000" noProof="0">
                          <a:solidFill>
                            <a:schemeClr val="dk1"/>
                          </a:solidFill>
                          <a:latin typeface="IBM Plex Sans"/>
                          <a:ea typeface="IBM Plex Sans"/>
                          <a:cs typeface="IBM Plex Sans"/>
                          <a:sym typeface="IBM Plex Sans"/>
                        </a:rPr>
                        <a:t>1</a:t>
                      </a:r>
                      <a:endParaRPr lang="en-US" noProof="0"/>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71450" marR="0" lvl="0" indent="-171450" algn="l" rtl="0">
                        <a:lnSpc>
                          <a:spcPct val="100000"/>
                        </a:lnSpc>
                        <a:spcBef>
                          <a:spcPts val="0"/>
                        </a:spcBef>
                        <a:spcAft>
                          <a:spcPts val="0"/>
                        </a:spcAft>
                        <a:buClr>
                          <a:srgbClr val="000000"/>
                        </a:buClr>
                        <a:buSzPts val="1400"/>
                        <a:buFont typeface="Arial"/>
                        <a:buChar char="•"/>
                      </a:pPr>
                      <a:r>
                        <a:rPr lang="en-US" sz="1000" b="0" i="0" u="none" strike="noStrike" cap="none" noProof="0">
                          <a:solidFill>
                            <a:schemeClr val="dk1"/>
                          </a:solidFill>
                          <a:latin typeface="IBM Plex Sans"/>
                          <a:ea typeface="IBM Plex Sans"/>
                          <a:cs typeface="IBM Plex Sans"/>
                          <a:sym typeface="IBM Plex Sans"/>
                        </a:rPr>
                        <a:t>Google’s expanding answer boxes and featured snippets captured the majority of user </a:t>
                      </a:r>
                      <a:r>
                        <a:rPr lang="en-US" sz="1000" b="0" i="0" u="none" strike="noStrike" cap="none" noProof="0">
                          <a:solidFill>
                            <a:schemeClr val="dk1"/>
                          </a:solidFill>
                          <a:latin typeface="IBM Plex Sans"/>
                          <a:ea typeface="IBM Plex Sans"/>
                          <a:cs typeface="IBM Plex Sans"/>
                        </a:rPr>
                        <a:t>queries</a:t>
                      </a:r>
                      <a:endParaRPr lang="en-US" sz="1000" b="0" i="0" u="none" strike="noStrike" cap="none" noProof="0">
                        <a:solidFill>
                          <a:schemeClr val="dk1"/>
                        </a:solidFill>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400"/>
                        <a:buFont typeface="Arial"/>
                        <a:buNone/>
                      </a:pPr>
                      <a:r>
                        <a:rPr lang="en-US" sz="1000" b="0" i="0" u="none" strike="noStrike" cap="none" noProof="0">
                          <a:solidFill>
                            <a:schemeClr val="dk1"/>
                          </a:solidFill>
                          <a:latin typeface="IBM Plex Sans"/>
                          <a:ea typeface="IBM Plex Sans"/>
                          <a:cs typeface="IBM Plex Sans"/>
                          <a:sym typeface="IBM Plex Sans"/>
                        </a:rPr>
                        <a:t>Medium</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solidFill>
                      <a:srgbClr val="FBE4D4"/>
                    </a:solidFill>
                  </a:tcPr>
                </a:tc>
                <a:extLst>
                  <a:ext uri="{0D108BD9-81ED-4DB2-BD59-A6C34878D82A}">
                    <a16:rowId xmlns:a16="http://schemas.microsoft.com/office/drawing/2014/main" val="10005"/>
                  </a:ext>
                </a:extLst>
              </a:tr>
              <a:tr h="457454">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rgbClr val="000000"/>
                          </a:solidFill>
                          <a:latin typeface="IBM Plex Sans"/>
                          <a:ea typeface="IBM Plex Sans"/>
                          <a:cs typeface="IBM Plex Sans"/>
                          <a:sym typeface="IBM Plex Sans"/>
                        </a:rPr>
                        <a:t>2024</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64.2%</a:t>
                      </a:r>
                      <a:endParaRPr lang="en-US" sz="1000" b="1" u="none" strike="noStrike" cap="none" noProof="0">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Click Vision</a:t>
                      </a:r>
                      <a:r>
                        <a:rPr lang="en-US" sz="1000" b="0" i="0" u="none" strike="noStrike" cap="none" baseline="30000" noProof="0">
                          <a:solidFill>
                            <a:schemeClr val="dk1"/>
                          </a:solidFill>
                          <a:latin typeface="IBM Plex Sans"/>
                          <a:ea typeface="IBM Plex Sans"/>
                          <a:cs typeface="IBM Plex Sans"/>
                          <a:sym typeface="IBM Plex Sans"/>
                        </a:rPr>
                        <a:t>1</a:t>
                      </a:r>
                      <a:r>
                        <a:rPr lang="en-US" sz="1000" b="0" i="0" u="none" strike="noStrike" cap="none" noProof="0">
                          <a:solidFill>
                            <a:schemeClr val="dk1"/>
                          </a:solidFill>
                          <a:latin typeface="IBM Plex Sans"/>
                          <a:ea typeface="IBM Plex Sans"/>
                          <a:cs typeface="IBM Plex Sans"/>
                          <a:sym typeface="IBM Plex Sans"/>
                        </a:rPr>
                        <a:t>: 70%</a:t>
                      </a:r>
                      <a:endParaRPr lang="en-US" noProof="0"/>
                    </a:p>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Search Engine Land: 58%</a:t>
                      </a:r>
                      <a:endParaRPr lang="en-US" noProof="0"/>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71450" marR="0" lvl="0" indent="-171450" algn="l" rtl="0">
                        <a:lnSpc>
                          <a:spcPct val="100000"/>
                        </a:lnSpc>
                        <a:spcBef>
                          <a:spcPts val="0"/>
                        </a:spcBef>
                        <a:spcAft>
                          <a:spcPts val="0"/>
                        </a:spcAft>
                        <a:buClr>
                          <a:srgbClr val="000000"/>
                        </a:buClr>
                        <a:buSzPts val="1200"/>
                        <a:buFont typeface="Arial"/>
                        <a:buChar char="•"/>
                      </a:pPr>
                      <a:r>
                        <a:rPr lang="en-US" sz="1000" b="0" i="0" u="none" strike="noStrike" cap="none" noProof="0">
                          <a:solidFill>
                            <a:schemeClr val="dk1"/>
                          </a:solidFill>
                          <a:latin typeface="IBM Plex Sans"/>
                          <a:ea typeface="IBM Plex Sans"/>
                          <a:cs typeface="IBM Plex Sans"/>
                          <a:sym typeface="IBM Plex Sans"/>
                        </a:rPr>
                        <a:t>Zero‑click stabilized but remained high</a:t>
                      </a:r>
                      <a:endParaRPr lang="en-US" noProof="0"/>
                    </a:p>
                    <a:p>
                      <a:pPr marL="171450" marR="0" lvl="0" indent="-171450" algn="l" rtl="0">
                        <a:lnSpc>
                          <a:spcPct val="100000"/>
                        </a:lnSpc>
                        <a:spcBef>
                          <a:spcPts val="0"/>
                        </a:spcBef>
                        <a:spcAft>
                          <a:spcPts val="0"/>
                        </a:spcAft>
                        <a:buClr>
                          <a:srgbClr val="000000"/>
                        </a:buClr>
                        <a:buSzPts val="1200"/>
                        <a:buFont typeface="Arial"/>
                        <a:buChar char="•"/>
                      </a:pPr>
                      <a:r>
                        <a:rPr lang="en-US" sz="1000" b="0" i="0" u="none" strike="noStrike" cap="none" noProof="0" err="1">
                          <a:solidFill>
                            <a:schemeClr val="dk1"/>
                          </a:solidFill>
                          <a:latin typeface="IBM Plex Sans"/>
                          <a:ea typeface="IBM Plex Sans"/>
                          <a:cs typeface="IBM Plex Sans"/>
                          <a:sym typeface="IBM Plex Sans"/>
                        </a:rPr>
                        <a:t>SparkToro</a:t>
                      </a:r>
                      <a:r>
                        <a:rPr lang="en-US" sz="1000" b="0" i="0" u="none" strike="noStrike" cap="none" noProof="0">
                          <a:solidFill>
                            <a:schemeClr val="dk1"/>
                          </a:solidFill>
                          <a:latin typeface="IBM Plex Sans"/>
                          <a:ea typeface="IBM Plex Sans"/>
                          <a:cs typeface="IBM Plex Sans"/>
                          <a:sym typeface="IBM Plex Sans"/>
                        </a:rPr>
                        <a:t>/Datos</a:t>
                      </a:r>
                      <a:r>
                        <a:rPr lang="en-US" sz="1000" b="0" i="0" u="none" strike="noStrike" cap="none" baseline="30000" noProof="0">
                          <a:solidFill>
                            <a:schemeClr val="dk1"/>
                          </a:solidFill>
                          <a:latin typeface="IBM Plex Sans"/>
                          <a:ea typeface="IBM Plex Sans"/>
                          <a:cs typeface="IBM Plex Sans"/>
                          <a:sym typeface="IBM Plex Sans"/>
                        </a:rPr>
                        <a:t>4</a:t>
                      </a:r>
                      <a:r>
                        <a:rPr lang="en-US" sz="1000" b="0" i="0" u="none" strike="noStrike" cap="none" noProof="0">
                          <a:solidFill>
                            <a:schemeClr val="dk1"/>
                          </a:solidFill>
                          <a:latin typeface="IBM Plex Sans"/>
                          <a:ea typeface="IBM Plex Sans"/>
                          <a:cs typeface="IBM Plex Sans"/>
                          <a:sym typeface="IBM Plex Sans"/>
                        </a:rPr>
                        <a:t> - US: 60%, </a:t>
                      </a:r>
                      <a:r>
                        <a:rPr lang="en-US" sz="1000" b="0" i="0" u="none" strike="noStrike" cap="none" noProof="0">
                          <a:solidFill>
                            <a:schemeClr val="dk1"/>
                          </a:solidFill>
                          <a:latin typeface="IBM Plex Sans"/>
                          <a:ea typeface="IBM Plex Sans"/>
                          <a:cs typeface="IBM Plex Sans"/>
                        </a:rPr>
                        <a:t>EU</a:t>
                      </a:r>
                      <a:r>
                        <a:rPr lang="en-US" sz="1000" b="0" i="0" u="none" strike="noStrike" cap="none" noProof="0">
                          <a:solidFill>
                            <a:schemeClr val="dk1"/>
                          </a:solidFill>
                          <a:latin typeface="IBM Plex Sans"/>
                          <a:ea typeface="IBM Plex Sans"/>
                          <a:cs typeface="IBM Plex Sans"/>
                          <a:sym typeface="IBM Plex Sans"/>
                        </a:rPr>
                        <a:t>: 59%</a:t>
                      </a:r>
                      <a:endParaRPr lang="en-US" sz="1000" u="none" strike="noStrike" cap="none" noProof="0">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u="none" strike="noStrike" cap="none" noProof="0">
                          <a:latin typeface="IBM Plex Sans"/>
                          <a:ea typeface="IBM Plex Sans"/>
                          <a:cs typeface="IBM Plex Sans"/>
                          <a:sym typeface="IBM Plex Sans"/>
                        </a:rPr>
                        <a:t>Med-High</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solidFill>
                      <a:srgbClr val="FFF2CC"/>
                    </a:solidFill>
                  </a:tcPr>
                </a:tc>
                <a:extLst>
                  <a:ext uri="{0D108BD9-81ED-4DB2-BD59-A6C34878D82A}">
                    <a16:rowId xmlns:a16="http://schemas.microsoft.com/office/drawing/2014/main" val="10006"/>
                  </a:ext>
                </a:extLst>
              </a:tr>
              <a:tr h="638873">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rgbClr val="000000"/>
                          </a:solidFill>
                          <a:latin typeface="IBM Plex Sans"/>
                          <a:ea typeface="IBM Plex Sans"/>
                          <a:cs typeface="IBM Plex Sans"/>
                          <a:sym typeface="IBM Plex Sans"/>
                        </a:rPr>
                        <a:t>2025</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70.5%</a:t>
                      </a:r>
                      <a:endParaRPr lang="en-US" sz="1000" b="1" u="none" strike="noStrike" cap="none" noProof="0">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err="1">
                          <a:solidFill>
                            <a:schemeClr val="dk1"/>
                          </a:solidFill>
                          <a:latin typeface="IBM Plex Sans"/>
                          <a:ea typeface="IBM Plex Sans"/>
                          <a:cs typeface="IBM Plex Sans"/>
                          <a:sym typeface="IBM Plex Sans"/>
                        </a:rPr>
                        <a:t>SimilarWeb</a:t>
                      </a:r>
                      <a:r>
                        <a:rPr lang="en-US" sz="1000" b="0" i="0" u="none" strike="noStrike" cap="none" noProof="0">
                          <a:solidFill>
                            <a:schemeClr val="dk1"/>
                          </a:solidFill>
                          <a:latin typeface="IBM Plex Sans"/>
                          <a:ea typeface="IBM Plex Sans"/>
                          <a:cs typeface="IBM Plex Sans"/>
                          <a:sym typeface="IBM Plex Sans"/>
                        </a:rPr>
                        <a:t>: 80%</a:t>
                      </a:r>
                      <a:r>
                        <a:rPr lang="en-US" sz="1000" b="0" i="0" u="none" strike="noStrike" cap="none" baseline="30000" noProof="0">
                          <a:solidFill>
                            <a:schemeClr val="dk1"/>
                          </a:solidFill>
                          <a:latin typeface="IBM Plex Sans"/>
                          <a:ea typeface="IBM Plex Sans"/>
                          <a:cs typeface="IBM Plex Sans"/>
                          <a:sym typeface="IBM Plex Sans"/>
                        </a:rPr>
                        <a:t>5</a:t>
                      </a:r>
                      <a:endParaRPr lang="en-US" noProof="0"/>
                    </a:p>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Digital Bloom: 60%</a:t>
                      </a:r>
                      <a:r>
                        <a:rPr lang="en-US" sz="1000" b="0" i="0" u="none" strike="noStrike" cap="none" baseline="30000" noProof="0">
                          <a:solidFill>
                            <a:schemeClr val="dk1"/>
                          </a:solidFill>
                          <a:latin typeface="IBM Plex Sans"/>
                          <a:ea typeface="IBM Plex Sans"/>
                          <a:cs typeface="IBM Plex Sans"/>
                          <a:sym typeface="IBM Plex Sans"/>
                        </a:rPr>
                        <a:t>9</a:t>
                      </a:r>
                      <a:endParaRPr lang="en-US" sz="1000" u="none" strike="noStrike" cap="none" baseline="30000" noProof="0">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71450" marR="0" lvl="0" indent="-171450" algn="l" rtl="0">
                        <a:lnSpc>
                          <a:spcPct val="100000"/>
                        </a:lnSpc>
                        <a:spcBef>
                          <a:spcPts val="0"/>
                        </a:spcBef>
                        <a:spcAft>
                          <a:spcPts val="0"/>
                        </a:spcAft>
                        <a:buClr>
                          <a:srgbClr val="000000"/>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AI Overviews absorbed most informational queries, dramatically reducing clicks to external sites</a:t>
                      </a:r>
                      <a:endParaRPr lang="en-US" sz="1000" u="none" strike="noStrike" cap="none" noProof="0">
                        <a:latin typeface="IBM Plex Sans"/>
                        <a:ea typeface="IBM Plex Sans"/>
                        <a:cs typeface="IBM Plex Sans"/>
                        <a:sym typeface="IBM Plex Sans"/>
                      </a:endParaRP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1000" u="none" strike="noStrike" cap="none" noProof="0">
                          <a:latin typeface="IBM Plex Sans"/>
                          <a:ea typeface="IBM Plex Sans"/>
                          <a:cs typeface="IBM Plex Sans"/>
                          <a:sym typeface="IBM Plex Sans"/>
                        </a:rPr>
                        <a:t>Medium</a:t>
                      </a:r>
                    </a:p>
                  </a:txBody>
                  <a:tcPr marL="90000" marR="90000" marT="46800" marB="468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solidFill>
                      <a:srgbClr val="FBE4D4"/>
                    </a:solidFill>
                  </a:tcPr>
                </a:tc>
                <a:extLst>
                  <a:ext uri="{0D108BD9-81ED-4DB2-BD59-A6C34878D82A}">
                    <a16:rowId xmlns:a16="http://schemas.microsoft.com/office/drawing/2014/main" val="10007"/>
                  </a:ext>
                </a:extLst>
              </a:tr>
            </a:tbl>
          </a:graphicData>
        </a:graphic>
      </p:graphicFrame>
      <p:sp>
        <p:nvSpPr>
          <p:cNvPr id="1100" name="Google Shape;1100;p72"/>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marR="0" lvl="0" indent="0" algn="r" rtl="0">
              <a:lnSpc>
                <a:spcPct val="100000"/>
              </a:lnSpc>
              <a:spcBef>
                <a:spcPts val="0"/>
              </a:spcBef>
              <a:spcAft>
                <a:spcPts val="0"/>
              </a:spcAft>
              <a:buClr>
                <a:srgbClr val="000000"/>
              </a:buClr>
              <a:buSzPts val="700"/>
              <a:buFont typeface="Arial"/>
              <a:buNone/>
            </a:pPr>
            <a:fld id="{00000000-1234-1234-1234-123412341234}" type="slidenum">
              <a:rPr lang="en-US" sz="700" b="0" i="0" u="none" strike="noStrike" cap="none" noProof="0" smtClean="0">
                <a:solidFill>
                  <a:srgbClr val="888888"/>
                </a:solidFill>
                <a:latin typeface="IBM Plex Sans"/>
                <a:ea typeface="IBM Plex Sans"/>
                <a:cs typeface="IBM Plex Sans"/>
                <a:sym typeface="IBM Plex Sans"/>
              </a:rPr>
              <a:t>45</a:t>
            </a:fld>
            <a:endParaRPr lang="en-US" sz="700" b="0" i="0" u="none" strike="noStrike" cap="none" noProof="0">
              <a:solidFill>
                <a:srgbClr val="888888"/>
              </a:solidFill>
              <a:latin typeface="IBM Plex Sans"/>
              <a:ea typeface="IBM Plex Sans"/>
              <a:cs typeface="IBM Plex Sans"/>
              <a:sym typeface="IBM Plex Sans"/>
            </a:endParaRPr>
          </a:p>
        </p:txBody>
      </p:sp>
      <p:sp>
        <p:nvSpPr>
          <p:cNvPr id="4" name="CaixaDeTexto 3">
            <a:extLst>
              <a:ext uri="{FF2B5EF4-FFF2-40B4-BE49-F238E27FC236}">
                <a16:creationId xmlns:a16="http://schemas.microsoft.com/office/drawing/2014/main" id="{EA3295BC-C939-C842-00AE-757E43374FCE}"/>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AI Overviews</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1239"/>
        <p:cNvGrpSpPr/>
        <p:nvPr/>
      </p:nvGrpSpPr>
      <p:grpSpPr>
        <a:xfrm>
          <a:off x="0" y="0"/>
          <a:ext cx="0" cy="0"/>
          <a:chOff x="0" y="0"/>
          <a:chExt cx="0" cy="0"/>
        </a:xfrm>
      </p:grpSpPr>
      <p:sp>
        <p:nvSpPr>
          <p:cNvPr id="1240" name="Google Shape;1240;g3b23322d595_2_304"/>
          <p:cNvSpPr txBox="1">
            <a:spLocks noGrp="1"/>
          </p:cNvSpPr>
          <p:nvPr>
            <p:ph type="title"/>
          </p:nvPr>
        </p:nvSpPr>
        <p:spPr>
          <a:xfrm>
            <a:off x="450091" y="504611"/>
            <a:ext cx="11350811" cy="1163395"/>
          </a:xfrm>
          <a:prstGeom prst="rect">
            <a:avLst/>
          </a:prstGeom>
          <a:noFill/>
          <a:ln>
            <a:noFill/>
          </a:ln>
        </p:spPr>
        <p:txBody>
          <a:bodyPr spcFirstLastPara="1" wrap="square" lIns="0" tIns="0" rIns="0" bIns="0" anchor="t" anchorCtr="0">
            <a:spAutoFit/>
          </a:bodyPr>
          <a:lstStyle/>
          <a:p>
            <a:pPr lvl="0"/>
            <a:r>
              <a:rPr lang="en-US" noProof="0"/>
              <a:t>AI Overviews are pushing ads down the page, reducing near-term ad visibility</a:t>
            </a:r>
            <a:br>
              <a:rPr lang="en-US" noProof="0"/>
            </a:br>
            <a:endParaRPr lang="en-US" noProof="0"/>
          </a:p>
        </p:txBody>
      </p:sp>
      <p:sp>
        <p:nvSpPr>
          <p:cNvPr id="1242" name="Google Shape;1242;g3b23322d595_2_304"/>
          <p:cNvSpPr txBox="1"/>
          <p:nvPr/>
        </p:nvSpPr>
        <p:spPr>
          <a:xfrm>
            <a:off x="450091" y="1422111"/>
            <a:ext cx="7342280" cy="307777"/>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200"/>
            </a:pPr>
            <a:r>
              <a:rPr lang="en-US" b="1" i="0" u="none" strike="noStrike" cap="none" noProof="0">
                <a:solidFill>
                  <a:schemeClr val="lt1"/>
                </a:solidFill>
                <a:latin typeface="IBM Plex Sans"/>
                <a:ea typeface="IBM Plex Sans"/>
                <a:cs typeface="IBM Plex Sans"/>
                <a:sym typeface="IBM Plex Sans"/>
              </a:rPr>
              <a:t>AI Overviews </a:t>
            </a:r>
            <a:r>
              <a:rPr lang="en-US" b="1" noProof="0">
                <a:solidFill>
                  <a:schemeClr val="lt1"/>
                </a:solidFill>
                <a:latin typeface="IBM Plex Sans"/>
                <a:ea typeface="IBM Plex Sans"/>
                <a:cs typeface="IBM Plex Sans"/>
                <a:sym typeface="IBM Plex Sans"/>
              </a:rPr>
              <a:t>are impacting</a:t>
            </a:r>
            <a:r>
              <a:rPr lang="en-US" b="1" i="0" u="none" strike="noStrike" cap="none" noProof="0">
                <a:solidFill>
                  <a:schemeClr val="lt1"/>
                </a:solidFill>
                <a:latin typeface="IBM Plex Sans"/>
                <a:ea typeface="IBM Plex Sans"/>
                <a:cs typeface="IBM Plex Sans"/>
                <a:sym typeface="IBM Plex Sans"/>
              </a:rPr>
              <a:t> ad views</a:t>
            </a:r>
            <a:endParaRPr lang="en-US" b="0" i="0" u="none" strike="noStrike" cap="none" noProof="0">
              <a:solidFill>
                <a:schemeClr val="lt1"/>
              </a:solidFill>
              <a:latin typeface="Arial"/>
              <a:ea typeface="Arial"/>
              <a:cs typeface="Arial"/>
            </a:endParaRPr>
          </a:p>
        </p:txBody>
      </p:sp>
      <p:sp>
        <p:nvSpPr>
          <p:cNvPr id="1243" name="Google Shape;1243;g3b23322d595_2_304"/>
          <p:cNvSpPr/>
          <p:nvPr/>
        </p:nvSpPr>
        <p:spPr>
          <a:xfrm>
            <a:off x="420594" y="6360807"/>
            <a:ext cx="9858843" cy="107722"/>
          </a:xfrm>
          <a:prstGeom prst="roundRect">
            <a:avLst>
              <a:gd name="adj" fmla="val 0"/>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Quattrocento Sans"/>
                <a:cs typeface="Quattrocento Sans"/>
                <a:sym typeface="Quattrocento Sans"/>
              </a:rPr>
              <a:t>Sources: (1) </a:t>
            </a:r>
            <a:r>
              <a:rPr lang="en-US" sz="700" b="0" i="0" u="sng" strike="noStrike" cap="none" noProof="0" err="1">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Mavlers</a:t>
            </a:r>
            <a:r>
              <a:rPr lang="en-US" sz="700" b="0" i="0" u="none" strike="noStrike" cap="none" noProof="0">
                <a:solidFill>
                  <a:srgbClr val="7F7F7F"/>
                </a:solidFill>
                <a:latin typeface="IBM Plex Sans"/>
                <a:ea typeface="Quattrocento Sans"/>
                <a:cs typeface="Quattrocento Sans"/>
                <a:sym typeface="Quattrocento Sans"/>
              </a:rPr>
              <a:t>, (2) </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Seer Interactive</a:t>
            </a:r>
            <a:r>
              <a:rPr lang="en-US" sz="700" b="0" i="0" u="none" strike="noStrike" cap="none" noProof="0">
                <a:solidFill>
                  <a:srgbClr val="7F7F7F"/>
                </a:solidFill>
                <a:latin typeface="IBM Plex Sans"/>
                <a:ea typeface="Quattrocento Sans"/>
                <a:cs typeface="Quattrocento Sans"/>
                <a:sym typeface="Quattrocento Sans"/>
              </a:rPr>
              <a:t>, (3) </a:t>
            </a:r>
            <a:r>
              <a:rPr lang="en-US" sz="700" b="0" i="0" u="sng" strike="noStrike" cap="none"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Two99</a:t>
            </a:r>
            <a:r>
              <a:rPr lang="en-US" sz="700" b="0" i="0" u="none" strike="noStrike" cap="none" noProof="0">
                <a:solidFill>
                  <a:srgbClr val="7F7F7F"/>
                </a:solidFill>
                <a:latin typeface="IBM Plex Sans"/>
                <a:ea typeface="Quattrocento Sans"/>
                <a:cs typeface="Quattrocento Sans"/>
                <a:sym typeface="Quattrocento Sans"/>
              </a:rPr>
              <a:t>, (4) </a:t>
            </a:r>
            <a:r>
              <a:rPr lang="en-US" sz="700" b="0" i="0" u="sng" strike="noStrike" cap="none" noProof="0" err="1">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ThemeWinter</a:t>
            </a:r>
            <a:r>
              <a:rPr lang="en-US" sz="700" b="0" i="0" u="none" strike="noStrike" cap="none" noProof="0">
                <a:solidFill>
                  <a:srgbClr val="7F7F7F"/>
                </a:solidFill>
                <a:latin typeface="IBM Plex Sans"/>
                <a:ea typeface="Quattrocento Sans"/>
                <a:cs typeface="Quattrocento Sans"/>
                <a:sym typeface="Quattrocento Sans"/>
              </a:rPr>
              <a:t>, (5) </a:t>
            </a:r>
            <a:r>
              <a:rPr lang="en-US" sz="700" b="0" i="0" u="sng" strike="noStrike" cap="none" noProof="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Search Engine Land</a:t>
            </a:r>
            <a:r>
              <a:rPr lang="en-US" sz="700" b="0" i="0" u="none" strike="noStrike" cap="none" noProof="0">
                <a:solidFill>
                  <a:srgbClr val="7F7F7F"/>
                </a:solidFill>
                <a:latin typeface="IBM Plex Sans"/>
                <a:ea typeface="Quattrocento Sans"/>
                <a:cs typeface="Quattrocento Sans"/>
                <a:sym typeface="Quattrocento Sans"/>
              </a:rPr>
              <a:t> </a:t>
            </a:r>
            <a:endParaRPr lang="en-US" sz="1800" b="0" i="0" u="none" strike="noStrike" cap="none" noProof="0">
              <a:solidFill>
                <a:srgbClr val="7F7F7F"/>
              </a:solidFill>
              <a:latin typeface="IBM Plex Sans"/>
              <a:ea typeface="Arial"/>
              <a:cs typeface="Arial"/>
            </a:endParaRPr>
          </a:p>
        </p:txBody>
      </p:sp>
      <p:sp>
        <p:nvSpPr>
          <p:cNvPr id="1244" name="Google Shape;1244;g3b23322d595_2_304"/>
          <p:cNvSpPr txBox="1"/>
          <p:nvPr/>
        </p:nvSpPr>
        <p:spPr>
          <a:xfrm>
            <a:off x="8011446" y="1422111"/>
            <a:ext cx="3789455"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Schematic of current AI Overview impact</a:t>
            </a:r>
            <a:r>
              <a:rPr lang="en-US" sz="1400" b="1" i="0" u="none" strike="noStrike" cap="none" baseline="30000" noProof="0">
                <a:solidFill>
                  <a:schemeClr val="lt1"/>
                </a:solidFill>
                <a:latin typeface="IBM Plex Sans"/>
                <a:ea typeface="IBM Plex Sans"/>
                <a:cs typeface="IBM Plex Sans"/>
                <a:sym typeface="IBM Plex Sans"/>
              </a:rPr>
              <a:t>4</a:t>
            </a:r>
            <a:endParaRPr lang="en-US" sz="1800" b="0" i="0" u="none" strike="noStrike" cap="none" noProof="0">
              <a:solidFill>
                <a:schemeClr val="dk1"/>
              </a:solidFill>
              <a:latin typeface="Arial"/>
              <a:ea typeface="Arial"/>
              <a:cs typeface="Arial"/>
              <a:sym typeface="Arial"/>
            </a:endParaRPr>
          </a:p>
        </p:txBody>
      </p:sp>
      <p:sp>
        <p:nvSpPr>
          <p:cNvPr id="1245" name="Google Shape;1245;g3b23322d595_2_304"/>
          <p:cNvSpPr txBox="1"/>
          <p:nvPr/>
        </p:nvSpPr>
        <p:spPr>
          <a:xfrm>
            <a:off x="3161316" y="1888713"/>
            <a:ext cx="4631056" cy="646331"/>
          </a:xfrm>
          <a:prstGeom prst="rect">
            <a:avLst/>
          </a:prstGeom>
          <a:noFill/>
          <a:ln>
            <a:noFill/>
          </a:ln>
        </p:spPr>
        <p:txBody>
          <a:bodyPr spcFirstLastPara="1" wrap="square" lIns="91425"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400" b="0" i="0" u="none" strike="noStrike" cap="none" noProof="0">
                <a:solidFill>
                  <a:schemeClr val="dk1"/>
                </a:solidFill>
                <a:latin typeface="IBM Plex Sans"/>
                <a:ea typeface="IBM Plex Sans"/>
                <a:cs typeface="IBM Plex Sans"/>
                <a:sym typeface="IBM Plex Sans"/>
              </a:rPr>
              <a:t>“</a:t>
            </a:r>
            <a:r>
              <a:rPr lang="en-US" sz="1400" b="1" i="0" u="none" strike="noStrike" cap="none" noProof="0">
                <a:solidFill>
                  <a:schemeClr val="dk1"/>
                </a:solidFill>
                <a:latin typeface="IBM Plex Sans"/>
                <a:ea typeface="IBM Plex Sans"/>
                <a:cs typeface="IBM Plex Sans"/>
                <a:sym typeface="IBM Plex Sans"/>
              </a:rPr>
              <a:t>Mobile ad visibility is shrinking</a:t>
            </a:r>
            <a:r>
              <a:rPr lang="en-US" sz="1400" b="0" i="0" u="none" strike="noStrike" cap="none" noProof="0">
                <a:solidFill>
                  <a:schemeClr val="dk1"/>
                </a:solidFill>
                <a:latin typeface="IBM Plex Sans"/>
                <a:ea typeface="IBM Plex Sans"/>
                <a:cs typeface="IBM Plex Sans"/>
                <a:sym typeface="IBM Plex Sans"/>
              </a:rPr>
              <a:t>: multiple industry experts are reporting noticeable </a:t>
            </a:r>
            <a:r>
              <a:rPr lang="en-US" sz="1400" b="1" i="0" u="none" strike="noStrike" cap="none" noProof="0">
                <a:solidFill>
                  <a:schemeClr val="dk1"/>
                </a:solidFill>
                <a:latin typeface="IBM Plex Sans"/>
                <a:ea typeface="IBM Plex Sans"/>
                <a:cs typeface="IBM Plex Sans"/>
                <a:sym typeface="IBM Plex Sans"/>
              </a:rPr>
              <a:t>dips</a:t>
            </a:r>
            <a:r>
              <a:rPr lang="en-US" sz="1400" b="0" i="0" u="none" strike="noStrike" cap="none" noProof="0">
                <a:solidFill>
                  <a:schemeClr val="dk1"/>
                </a:solidFill>
                <a:latin typeface="IBM Plex Sans"/>
                <a:ea typeface="IBM Plex Sans"/>
                <a:cs typeface="IBM Plex Sans"/>
                <a:sym typeface="IBM Plex Sans"/>
              </a:rPr>
              <a:t> in top ad impression share </a:t>
            </a:r>
            <a:r>
              <a:rPr lang="en-US" sz="1400" b="1" i="0" u="none" strike="noStrike" cap="none" noProof="0">
                <a:solidFill>
                  <a:schemeClr val="dk1"/>
                </a:solidFill>
                <a:latin typeface="IBM Plex Sans"/>
                <a:ea typeface="IBM Plex Sans"/>
                <a:cs typeface="IBM Plex Sans"/>
                <a:sym typeface="IBM Plex Sans"/>
              </a:rPr>
              <a:t>on mobile</a:t>
            </a:r>
            <a:r>
              <a:rPr lang="en-US" sz="1400" b="0" i="0" u="none" strike="noStrike" cap="none" noProof="0">
                <a:solidFill>
                  <a:schemeClr val="dk1"/>
                </a:solidFill>
                <a:latin typeface="IBM Plex Sans"/>
                <a:ea typeface="IBM Plex Sans"/>
                <a:cs typeface="IBM Plex Sans"/>
                <a:sym typeface="IBM Plex Sans"/>
              </a:rPr>
              <a:t>, often </a:t>
            </a:r>
            <a:r>
              <a:rPr lang="en-US" sz="1400" b="1" i="0" u="none" strike="noStrike" cap="none" noProof="0">
                <a:solidFill>
                  <a:schemeClr val="dk1"/>
                </a:solidFill>
                <a:latin typeface="IBM Plex Sans"/>
                <a:ea typeface="IBM Plex Sans"/>
                <a:cs typeface="IBM Plex Sans"/>
                <a:sym typeface="IBM Plex Sans"/>
              </a:rPr>
              <a:t>20% or more</a:t>
            </a:r>
            <a:r>
              <a:rPr lang="en-US" sz="1400" b="0" i="0" u="none" strike="noStrike" cap="none" noProof="0">
                <a:solidFill>
                  <a:schemeClr val="dk1"/>
                </a:solidFill>
                <a:latin typeface="IBM Plex Sans"/>
                <a:ea typeface="IBM Plex Sans"/>
                <a:cs typeface="IBM Plex Sans"/>
                <a:sym typeface="IBM Plex Sans"/>
              </a:rPr>
              <a:t>”</a:t>
            </a:r>
            <a:r>
              <a:rPr lang="en-US" sz="1400" b="0" i="0" u="none" strike="noStrike" cap="none" baseline="30000" noProof="0">
                <a:solidFill>
                  <a:schemeClr val="dk1"/>
                </a:solidFill>
                <a:latin typeface="IBM Plex Sans"/>
                <a:ea typeface="IBM Plex Sans"/>
                <a:cs typeface="IBM Plex Sans"/>
                <a:sym typeface="IBM Plex Sans"/>
              </a:rPr>
              <a:t>1</a:t>
            </a:r>
            <a:endParaRPr lang="en-US" sz="1800" b="0" i="0" u="none" strike="noStrike" cap="none" noProof="0">
              <a:solidFill>
                <a:schemeClr val="dk1"/>
              </a:solidFill>
              <a:latin typeface="Arial"/>
              <a:ea typeface="Arial"/>
              <a:cs typeface="Arial"/>
              <a:sym typeface="Arial"/>
            </a:endParaRPr>
          </a:p>
        </p:txBody>
      </p:sp>
      <p:sp>
        <p:nvSpPr>
          <p:cNvPr id="1246" name="Google Shape;1246;g3b23322d595_2_304"/>
          <p:cNvSpPr txBox="1"/>
          <p:nvPr/>
        </p:nvSpPr>
        <p:spPr>
          <a:xfrm>
            <a:off x="3161316" y="2830145"/>
            <a:ext cx="4631056" cy="523180"/>
          </a:xfrm>
          <a:prstGeom prst="rect">
            <a:avLst/>
          </a:prstGeom>
          <a:noFill/>
          <a:ln>
            <a:noFill/>
          </a:ln>
        </p:spPr>
        <p:txBody>
          <a:bodyPr spcFirstLastPara="1" wrap="square" lIns="91425" tIns="45700" rIns="0" bIns="4570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400" b="0" i="0" u="none" strike="noStrike" cap="none" noProof="0">
                <a:solidFill>
                  <a:schemeClr val="dk1"/>
                </a:solidFill>
                <a:latin typeface="IBM Plex Sans"/>
                <a:ea typeface="IBM Plex Sans"/>
                <a:cs typeface="IBM Plex Sans"/>
                <a:sym typeface="IBM Plex Sans"/>
              </a:rPr>
              <a:t>“AI Overviews </a:t>
            </a:r>
            <a:r>
              <a:rPr lang="en-US" sz="1400" b="1" i="0" u="none" strike="noStrike" cap="none" noProof="0">
                <a:solidFill>
                  <a:schemeClr val="dk1"/>
                </a:solidFill>
                <a:latin typeface="IBM Plex Sans"/>
                <a:ea typeface="IBM Plex Sans"/>
                <a:cs typeface="IBM Plex Sans"/>
                <a:sym typeface="IBM Plex Sans"/>
              </a:rPr>
              <a:t>push ads further down the page </a:t>
            </a:r>
            <a:r>
              <a:rPr lang="en-US" sz="1400" b="0" i="0" u="none" strike="noStrike" cap="none" noProof="0">
                <a:solidFill>
                  <a:schemeClr val="dk1"/>
                </a:solidFill>
                <a:latin typeface="IBM Plex Sans"/>
                <a:ea typeface="IBM Plex Sans"/>
                <a:cs typeface="IBM Plex Sans"/>
                <a:sym typeface="IBM Plex Sans"/>
              </a:rPr>
              <a:t>or satisfy users’ informational needs directly”</a:t>
            </a:r>
            <a:r>
              <a:rPr lang="en-US" sz="1400" b="0" i="0" u="none" strike="noStrike" cap="none" baseline="30000" noProof="0">
                <a:solidFill>
                  <a:schemeClr val="dk1"/>
                </a:solidFill>
                <a:latin typeface="IBM Plex Sans"/>
                <a:ea typeface="IBM Plex Sans"/>
                <a:cs typeface="IBM Plex Sans"/>
                <a:sym typeface="IBM Plex Sans"/>
              </a:rPr>
              <a:t>2</a:t>
            </a:r>
            <a:endParaRPr lang="en-US" sz="1800" b="0" i="0" u="none" strike="noStrike" cap="none" noProof="0">
              <a:solidFill>
                <a:schemeClr val="dk1"/>
              </a:solidFill>
              <a:latin typeface="Arial"/>
              <a:ea typeface="Arial"/>
              <a:cs typeface="Arial"/>
              <a:sym typeface="Arial"/>
            </a:endParaRPr>
          </a:p>
        </p:txBody>
      </p:sp>
      <p:sp>
        <p:nvSpPr>
          <p:cNvPr id="1247" name="Google Shape;1247;g3b23322d595_2_304"/>
          <p:cNvSpPr txBox="1"/>
          <p:nvPr/>
        </p:nvSpPr>
        <p:spPr>
          <a:xfrm>
            <a:off x="3161315" y="3756149"/>
            <a:ext cx="4631056" cy="523180"/>
          </a:xfrm>
          <a:prstGeom prst="rect">
            <a:avLst/>
          </a:prstGeom>
          <a:noFill/>
          <a:ln>
            <a:noFill/>
          </a:ln>
        </p:spPr>
        <p:txBody>
          <a:bodyPr spcFirstLastPara="1" wrap="square" lIns="91425" tIns="45700" rIns="0" bIns="4570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400" b="0" i="0" u="none" strike="noStrike" cap="none" noProof="0">
                <a:solidFill>
                  <a:schemeClr val="dk1"/>
                </a:solidFill>
                <a:latin typeface="IBM Plex Sans"/>
                <a:ea typeface="IBM Plex Sans"/>
                <a:cs typeface="IBM Plex Sans"/>
                <a:sym typeface="IBM Plex Sans"/>
              </a:rPr>
              <a:t>“Ads may need to fight harder for visibility when </a:t>
            </a:r>
            <a:r>
              <a:rPr lang="en-US" sz="1400" b="1" i="0" u="none" strike="noStrike" cap="none" noProof="0">
                <a:solidFill>
                  <a:schemeClr val="dk1"/>
                </a:solidFill>
                <a:latin typeface="IBM Plex Sans"/>
                <a:ea typeface="IBM Plex Sans"/>
                <a:cs typeface="IBM Plex Sans"/>
                <a:sym typeface="IBM Plex Sans"/>
              </a:rPr>
              <a:t>overviews take up prime space</a:t>
            </a:r>
            <a:r>
              <a:rPr lang="en-US" sz="1400" b="0" i="0" u="none" strike="noStrike" cap="none" noProof="0">
                <a:solidFill>
                  <a:schemeClr val="dk1"/>
                </a:solidFill>
                <a:latin typeface="IBM Plex Sans"/>
                <a:ea typeface="IBM Plex Sans"/>
                <a:cs typeface="IBM Plex Sans"/>
                <a:sym typeface="IBM Plex Sans"/>
              </a:rPr>
              <a:t>”</a:t>
            </a:r>
            <a:r>
              <a:rPr lang="en-US" sz="1400" b="0" i="0" u="none" strike="noStrike" cap="none" baseline="30000" noProof="0">
                <a:solidFill>
                  <a:schemeClr val="dk1"/>
                </a:solidFill>
                <a:latin typeface="IBM Plex Sans"/>
                <a:ea typeface="IBM Plex Sans"/>
                <a:cs typeface="IBM Plex Sans"/>
                <a:sym typeface="IBM Plex Sans"/>
              </a:rPr>
              <a:t>3</a:t>
            </a:r>
            <a:endParaRPr lang="en-US" sz="1800" b="0" i="0" u="none" strike="noStrike" cap="none" noProof="0">
              <a:solidFill>
                <a:schemeClr val="dk1"/>
              </a:solidFill>
              <a:latin typeface="Arial"/>
              <a:ea typeface="Arial"/>
              <a:cs typeface="Arial"/>
              <a:sym typeface="Arial"/>
            </a:endParaRPr>
          </a:p>
        </p:txBody>
      </p:sp>
      <p:sp>
        <p:nvSpPr>
          <p:cNvPr id="1248" name="Google Shape;1248;g3b23322d595_2_304"/>
          <p:cNvSpPr txBox="1"/>
          <p:nvPr/>
        </p:nvSpPr>
        <p:spPr>
          <a:xfrm>
            <a:off x="3161316" y="4682154"/>
            <a:ext cx="4631056" cy="738623"/>
          </a:xfrm>
          <a:prstGeom prst="rect">
            <a:avLst/>
          </a:prstGeom>
          <a:noFill/>
          <a:ln>
            <a:noFill/>
          </a:ln>
        </p:spPr>
        <p:txBody>
          <a:bodyPr spcFirstLastPara="1" wrap="square" lIns="91425" tIns="45700" rIns="0" bIns="4570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400" b="0" i="0" u="none" strike="noStrike" cap="none" noProof="0">
                <a:solidFill>
                  <a:srgbClr val="000000"/>
                </a:solidFill>
                <a:latin typeface="IBM Plex Sans"/>
                <a:ea typeface="IBM Plex Sans"/>
                <a:cs typeface="IBM Plex Sans"/>
                <a:sym typeface="IBM Plex Sans"/>
              </a:rPr>
              <a:t>"Google’s </a:t>
            </a:r>
            <a:r>
              <a:rPr lang="en-US" sz="1400" b="1" i="0" u="none" strike="noStrike" cap="none" noProof="0">
                <a:solidFill>
                  <a:srgbClr val="000000"/>
                </a:solidFill>
                <a:latin typeface="IBM Plex Sans"/>
                <a:ea typeface="IBM Plex Sans"/>
                <a:cs typeface="IBM Plex Sans"/>
                <a:sym typeface="IBM Plex Sans"/>
              </a:rPr>
              <a:t>AI Overview takes</a:t>
            </a:r>
            <a:r>
              <a:rPr lang="en-US" sz="1400" b="0" i="0" u="none" strike="noStrike" cap="none" noProof="0">
                <a:solidFill>
                  <a:srgbClr val="000000"/>
                </a:solidFill>
                <a:latin typeface="IBM Plex Sans"/>
                <a:ea typeface="IBM Plex Sans"/>
                <a:cs typeface="IBM Plex Sans"/>
                <a:sym typeface="IBM Plex Sans"/>
              </a:rPr>
              <a:t> up </a:t>
            </a:r>
            <a:r>
              <a:rPr lang="en-US" sz="1400" b="1" i="0" u="none" strike="noStrike" cap="none" noProof="0">
                <a:solidFill>
                  <a:srgbClr val="000000"/>
                </a:solidFill>
                <a:latin typeface="IBM Plex Sans"/>
                <a:ea typeface="IBM Plex Sans"/>
                <a:cs typeface="IBM Plex Sans"/>
                <a:sym typeface="IBM Plex Sans"/>
              </a:rPr>
              <a:t>significant space </a:t>
            </a:r>
            <a:r>
              <a:rPr lang="en-US" sz="1400" b="0" i="0" u="none" strike="noStrike" cap="none" noProof="0">
                <a:solidFill>
                  <a:srgbClr val="000000"/>
                </a:solidFill>
                <a:latin typeface="IBM Plex Sans"/>
                <a:ea typeface="IBM Plex Sans"/>
                <a:cs typeface="IBM Plex Sans"/>
                <a:sym typeface="IBM Plex Sans"/>
              </a:rPr>
              <a:t>at the top of the search results — and </a:t>
            </a:r>
            <a:r>
              <a:rPr lang="en-US" sz="1400" b="1" i="0" u="none" strike="noStrike" cap="none" noProof="0">
                <a:solidFill>
                  <a:srgbClr val="000000"/>
                </a:solidFill>
                <a:latin typeface="IBM Plex Sans"/>
                <a:ea typeface="IBM Plex Sans"/>
                <a:cs typeface="IBM Plex Sans"/>
                <a:sym typeface="IBM Plex Sans"/>
              </a:rPr>
              <a:t>on mobile</a:t>
            </a:r>
            <a:r>
              <a:rPr lang="en-US" sz="1400" b="0" i="0" u="none" strike="noStrike" cap="none" noProof="0">
                <a:solidFill>
                  <a:srgbClr val="000000"/>
                </a:solidFill>
                <a:latin typeface="IBM Plex Sans"/>
                <a:ea typeface="IBM Plex Sans"/>
                <a:cs typeface="IBM Plex Sans"/>
                <a:sym typeface="IBM Plex Sans"/>
              </a:rPr>
              <a:t>, that means it often </a:t>
            </a:r>
            <a:r>
              <a:rPr lang="en-US" sz="1400" b="1" i="0" u="none" strike="noStrike" cap="none" noProof="0">
                <a:solidFill>
                  <a:srgbClr val="000000"/>
                </a:solidFill>
                <a:latin typeface="IBM Plex Sans"/>
                <a:ea typeface="IBM Plex Sans"/>
                <a:cs typeface="IBM Plex Sans"/>
                <a:sym typeface="IBM Plex Sans"/>
              </a:rPr>
              <a:t>dominates</a:t>
            </a:r>
            <a:r>
              <a:rPr lang="en-US" sz="1400" b="0" i="0" u="none" strike="noStrike" cap="none" noProof="0">
                <a:solidFill>
                  <a:srgbClr val="000000"/>
                </a:solidFill>
                <a:latin typeface="IBM Plex Sans"/>
                <a:ea typeface="IBM Plex Sans"/>
                <a:cs typeface="IBM Plex Sans"/>
                <a:sym typeface="IBM Plex Sans"/>
              </a:rPr>
              <a:t> the </a:t>
            </a:r>
            <a:r>
              <a:rPr lang="en-US" sz="1400" b="1" i="0" u="none" strike="noStrike" cap="none" noProof="0">
                <a:solidFill>
                  <a:srgbClr val="000000"/>
                </a:solidFill>
                <a:latin typeface="IBM Plex Sans"/>
                <a:ea typeface="IBM Plex Sans"/>
                <a:cs typeface="IBM Plex Sans"/>
                <a:sym typeface="IBM Plex Sans"/>
              </a:rPr>
              <a:t>entire screen</a:t>
            </a:r>
            <a:r>
              <a:rPr lang="en-US" sz="1400" b="0" i="0" u="none" strike="noStrike" cap="none" noProof="0">
                <a:solidFill>
                  <a:srgbClr val="000000"/>
                </a:solidFill>
                <a:latin typeface="IBM Plex Sans"/>
                <a:ea typeface="IBM Plex Sans"/>
                <a:cs typeface="IBM Plex Sans"/>
                <a:sym typeface="IBM Plex Sans"/>
              </a:rPr>
              <a:t>”</a:t>
            </a:r>
            <a:r>
              <a:rPr lang="en-US" sz="1400" b="0" i="0" u="none" strike="noStrike" cap="none" baseline="30000" noProof="0">
                <a:solidFill>
                  <a:srgbClr val="000000"/>
                </a:solidFill>
                <a:latin typeface="IBM Plex Sans"/>
                <a:ea typeface="IBM Plex Sans"/>
                <a:cs typeface="IBM Plex Sans"/>
                <a:sym typeface="IBM Plex Sans"/>
              </a:rPr>
              <a:t>4</a:t>
            </a:r>
            <a:endParaRPr lang="en-US" sz="1800" b="0" i="0" u="none" strike="noStrike" cap="none" noProof="0">
              <a:solidFill>
                <a:schemeClr val="dk1"/>
              </a:solidFill>
              <a:latin typeface="Arial"/>
              <a:ea typeface="Arial"/>
              <a:cs typeface="Arial"/>
              <a:sym typeface="Arial"/>
            </a:endParaRPr>
          </a:p>
        </p:txBody>
      </p:sp>
      <p:cxnSp>
        <p:nvCxnSpPr>
          <p:cNvPr id="1249" name="Google Shape;1249;g3b23322d595_2_304"/>
          <p:cNvCxnSpPr/>
          <p:nvPr/>
        </p:nvCxnSpPr>
        <p:spPr>
          <a:xfrm>
            <a:off x="450091" y="2628734"/>
            <a:ext cx="7342281" cy="0"/>
          </a:xfrm>
          <a:prstGeom prst="straightConnector1">
            <a:avLst/>
          </a:prstGeom>
          <a:noFill/>
          <a:ln w="9525" cap="flat" cmpd="sng">
            <a:solidFill>
              <a:srgbClr val="BFBFBF"/>
            </a:solidFill>
            <a:prstDash val="solid"/>
            <a:round/>
            <a:headEnd type="none" w="sm" len="sm"/>
            <a:tailEnd type="none" w="sm" len="sm"/>
          </a:ln>
        </p:spPr>
      </p:cxnSp>
      <p:cxnSp>
        <p:nvCxnSpPr>
          <p:cNvPr id="1250" name="Google Shape;1250;g3b23322d595_2_304"/>
          <p:cNvCxnSpPr/>
          <p:nvPr/>
        </p:nvCxnSpPr>
        <p:spPr>
          <a:xfrm>
            <a:off x="450091" y="3554737"/>
            <a:ext cx="7342281" cy="0"/>
          </a:xfrm>
          <a:prstGeom prst="straightConnector1">
            <a:avLst/>
          </a:prstGeom>
          <a:noFill/>
          <a:ln w="9525" cap="flat" cmpd="sng">
            <a:solidFill>
              <a:srgbClr val="BFBFBF"/>
            </a:solidFill>
            <a:prstDash val="solid"/>
            <a:round/>
            <a:headEnd type="none" w="sm" len="sm"/>
            <a:tailEnd type="none" w="sm" len="sm"/>
          </a:ln>
        </p:spPr>
      </p:cxnSp>
      <p:cxnSp>
        <p:nvCxnSpPr>
          <p:cNvPr id="1251" name="Google Shape;1251;g3b23322d595_2_304"/>
          <p:cNvCxnSpPr/>
          <p:nvPr/>
        </p:nvCxnSpPr>
        <p:spPr>
          <a:xfrm>
            <a:off x="450091" y="4480740"/>
            <a:ext cx="7342281" cy="0"/>
          </a:xfrm>
          <a:prstGeom prst="straightConnector1">
            <a:avLst/>
          </a:prstGeom>
          <a:noFill/>
          <a:ln w="9525" cap="flat" cmpd="sng">
            <a:solidFill>
              <a:srgbClr val="BFBFBF"/>
            </a:solidFill>
            <a:prstDash val="solid"/>
            <a:round/>
            <a:headEnd type="none" w="sm" len="sm"/>
            <a:tailEnd type="none" w="sm" len="sm"/>
          </a:ln>
        </p:spPr>
      </p:cxnSp>
      <p:pic>
        <p:nvPicPr>
          <p:cNvPr id="1252" name="Google Shape;1252;g3b23322d595_2_304" descr="Mobile users get only AI"/>
          <p:cNvPicPr preferRelativeResize="0"/>
          <p:nvPr/>
        </p:nvPicPr>
        <p:blipFill rotWithShape="1">
          <a:blip r:embed="rId8">
            <a:alphaModFix/>
          </a:blip>
          <a:srcRect/>
          <a:stretch/>
        </p:blipFill>
        <p:spPr>
          <a:xfrm>
            <a:off x="7966589" y="2304517"/>
            <a:ext cx="3834312" cy="2248965"/>
          </a:xfrm>
          <a:prstGeom prst="rect">
            <a:avLst/>
          </a:prstGeom>
          <a:noFill/>
          <a:ln>
            <a:noFill/>
          </a:ln>
        </p:spPr>
      </p:pic>
      <p:grpSp>
        <p:nvGrpSpPr>
          <p:cNvPr id="1253" name="Google Shape;1253;g3b23322d595_2_304"/>
          <p:cNvGrpSpPr/>
          <p:nvPr/>
        </p:nvGrpSpPr>
        <p:grpSpPr>
          <a:xfrm>
            <a:off x="495061" y="4790880"/>
            <a:ext cx="2372316" cy="521171"/>
            <a:chOff x="459943" y="4850342"/>
            <a:chExt cx="2372316" cy="521171"/>
          </a:xfrm>
        </p:grpSpPr>
        <p:pic>
          <p:nvPicPr>
            <p:cNvPr id="1254" name="Google Shape;1254;g3b23322d595_2_304"/>
            <p:cNvPicPr preferRelativeResize="0"/>
            <p:nvPr/>
          </p:nvPicPr>
          <p:blipFill rotWithShape="1">
            <a:blip r:embed="rId9">
              <a:alphaModFix/>
            </a:blip>
            <a:srcRect/>
            <a:stretch/>
          </p:blipFill>
          <p:spPr>
            <a:xfrm>
              <a:off x="459943" y="4850342"/>
              <a:ext cx="1721802" cy="361578"/>
            </a:xfrm>
            <a:prstGeom prst="rect">
              <a:avLst/>
            </a:prstGeom>
            <a:noFill/>
            <a:ln>
              <a:noFill/>
            </a:ln>
          </p:spPr>
        </p:pic>
        <p:pic>
          <p:nvPicPr>
            <p:cNvPr id="1255" name="Google Shape;1255;g3b23322d595_2_304"/>
            <p:cNvPicPr preferRelativeResize="0"/>
            <p:nvPr/>
          </p:nvPicPr>
          <p:blipFill rotWithShape="1">
            <a:blip r:embed="rId10">
              <a:alphaModFix/>
            </a:blip>
            <a:srcRect/>
            <a:stretch/>
          </p:blipFill>
          <p:spPr>
            <a:xfrm>
              <a:off x="580873" y="5219520"/>
              <a:ext cx="2251386" cy="151993"/>
            </a:xfrm>
            <a:prstGeom prst="rect">
              <a:avLst/>
            </a:prstGeom>
            <a:noFill/>
            <a:ln>
              <a:noFill/>
            </a:ln>
          </p:spPr>
        </p:pic>
      </p:grpSp>
      <p:grpSp>
        <p:nvGrpSpPr>
          <p:cNvPr id="1256" name="Google Shape;1256;g3b23322d595_2_304"/>
          <p:cNvGrpSpPr/>
          <p:nvPr/>
        </p:nvGrpSpPr>
        <p:grpSpPr>
          <a:xfrm>
            <a:off x="495061" y="3832745"/>
            <a:ext cx="2200215" cy="369986"/>
            <a:chOff x="459943" y="3838405"/>
            <a:chExt cx="2200215" cy="369986"/>
          </a:xfrm>
        </p:grpSpPr>
        <p:pic>
          <p:nvPicPr>
            <p:cNvPr id="1257" name="Google Shape;1257;g3b23322d595_2_304"/>
            <p:cNvPicPr preferRelativeResize="0"/>
            <p:nvPr/>
          </p:nvPicPr>
          <p:blipFill rotWithShape="1">
            <a:blip r:embed="rId11">
              <a:alphaModFix/>
            </a:blip>
            <a:srcRect/>
            <a:stretch/>
          </p:blipFill>
          <p:spPr>
            <a:xfrm>
              <a:off x="459943" y="3838405"/>
              <a:ext cx="1009604" cy="196873"/>
            </a:xfrm>
            <a:prstGeom prst="rect">
              <a:avLst/>
            </a:prstGeom>
            <a:noFill/>
            <a:ln>
              <a:noFill/>
            </a:ln>
          </p:spPr>
        </p:pic>
        <p:pic>
          <p:nvPicPr>
            <p:cNvPr id="1258" name="Google Shape;1258;g3b23322d595_2_304"/>
            <p:cNvPicPr preferRelativeResize="0"/>
            <p:nvPr/>
          </p:nvPicPr>
          <p:blipFill rotWithShape="1">
            <a:blip r:embed="rId12">
              <a:alphaModFix/>
            </a:blip>
            <a:srcRect/>
            <a:stretch/>
          </p:blipFill>
          <p:spPr>
            <a:xfrm>
              <a:off x="538799" y="4074262"/>
              <a:ext cx="2121359" cy="134129"/>
            </a:xfrm>
            <a:prstGeom prst="rect">
              <a:avLst/>
            </a:prstGeom>
            <a:noFill/>
            <a:ln>
              <a:noFill/>
            </a:ln>
          </p:spPr>
        </p:pic>
      </p:grpSp>
      <p:grpSp>
        <p:nvGrpSpPr>
          <p:cNvPr id="1259" name="Google Shape;1259;g3b23322d595_2_304"/>
          <p:cNvGrpSpPr/>
          <p:nvPr/>
        </p:nvGrpSpPr>
        <p:grpSpPr>
          <a:xfrm>
            <a:off x="495061" y="2766440"/>
            <a:ext cx="1953420" cy="650591"/>
            <a:chOff x="459943" y="2700751"/>
            <a:chExt cx="1953420" cy="650591"/>
          </a:xfrm>
        </p:grpSpPr>
        <p:pic>
          <p:nvPicPr>
            <p:cNvPr id="1260" name="Google Shape;1260;g3b23322d595_2_304"/>
            <p:cNvPicPr preferRelativeResize="0"/>
            <p:nvPr/>
          </p:nvPicPr>
          <p:blipFill rotWithShape="1">
            <a:blip r:embed="rId13">
              <a:alphaModFix/>
            </a:blip>
            <a:srcRect/>
            <a:stretch/>
          </p:blipFill>
          <p:spPr>
            <a:xfrm>
              <a:off x="459943" y="2700751"/>
              <a:ext cx="733839" cy="346280"/>
            </a:xfrm>
            <a:prstGeom prst="rect">
              <a:avLst/>
            </a:prstGeom>
            <a:noFill/>
            <a:ln>
              <a:noFill/>
            </a:ln>
          </p:spPr>
        </p:pic>
        <p:pic>
          <p:nvPicPr>
            <p:cNvPr id="1261" name="Google Shape;1261;g3b23322d595_2_304" descr="Texto  O conteúdo gerado por IA pode estar incorreto."/>
            <p:cNvPicPr preferRelativeResize="0"/>
            <p:nvPr/>
          </p:nvPicPr>
          <p:blipFill rotWithShape="1">
            <a:blip r:embed="rId14">
              <a:alphaModFix/>
            </a:blip>
            <a:srcRect/>
            <a:stretch/>
          </p:blipFill>
          <p:spPr>
            <a:xfrm>
              <a:off x="577636" y="3119790"/>
              <a:ext cx="1835727" cy="231552"/>
            </a:xfrm>
            <a:prstGeom prst="rect">
              <a:avLst/>
            </a:prstGeom>
            <a:noFill/>
            <a:ln>
              <a:noFill/>
            </a:ln>
          </p:spPr>
        </p:pic>
      </p:grpSp>
      <p:grpSp>
        <p:nvGrpSpPr>
          <p:cNvPr id="1262" name="Google Shape;1262;g3b23322d595_2_304"/>
          <p:cNvGrpSpPr/>
          <p:nvPr/>
        </p:nvGrpSpPr>
        <p:grpSpPr>
          <a:xfrm>
            <a:off x="456961" y="1961452"/>
            <a:ext cx="2688301" cy="500853"/>
            <a:chOff x="459943" y="1642644"/>
            <a:chExt cx="2688301" cy="500853"/>
          </a:xfrm>
        </p:grpSpPr>
        <p:pic>
          <p:nvPicPr>
            <p:cNvPr id="1263" name="Google Shape;1263;g3b23322d595_2_304"/>
            <p:cNvPicPr preferRelativeResize="0"/>
            <p:nvPr/>
          </p:nvPicPr>
          <p:blipFill rotWithShape="1">
            <a:blip r:embed="rId15">
              <a:alphaModFix/>
            </a:blip>
            <a:srcRect/>
            <a:stretch/>
          </p:blipFill>
          <p:spPr>
            <a:xfrm>
              <a:off x="459943" y="1642644"/>
              <a:ext cx="1437124" cy="391943"/>
            </a:xfrm>
            <a:prstGeom prst="rect">
              <a:avLst/>
            </a:prstGeom>
            <a:noFill/>
            <a:ln>
              <a:noFill/>
            </a:ln>
          </p:spPr>
        </p:pic>
        <p:pic>
          <p:nvPicPr>
            <p:cNvPr id="1264" name="Google Shape;1264;g3b23322d595_2_304"/>
            <p:cNvPicPr preferRelativeResize="0"/>
            <p:nvPr/>
          </p:nvPicPr>
          <p:blipFill rotWithShape="1">
            <a:blip r:embed="rId16">
              <a:alphaModFix/>
            </a:blip>
            <a:srcRect/>
            <a:stretch/>
          </p:blipFill>
          <p:spPr>
            <a:xfrm>
              <a:off x="535867" y="2014857"/>
              <a:ext cx="2612377" cy="128640"/>
            </a:xfrm>
            <a:prstGeom prst="rect">
              <a:avLst/>
            </a:prstGeom>
            <a:noFill/>
            <a:ln>
              <a:noFill/>
            </a:ln>
          </p:spPr>
        </p:pic>
      </p:grpSp>
      <p:sp>
        <p:nvSpPr>
          <p:cNvPr id="1265" name="Google Shape;1265;g3b23322d595_2_304"/>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46</a:t>
            </a:fld>
            <a:endParaRPr lang="en-US" noProof="0"/>
          </a:p>
        </p:txBody>
      </p:sp>
      <p:sp>
        <p:nvSpPr>
          <p:cNvPr id="1267" name="Google Shape;1267;g3b23322d595_2_304"/>
          <p:cNvSpPr txBox="1"/>
          <p:nvPr/>
        </p:nvSpPr>
        <p:spPr>
          <a:xfrm>
            <a:off x="450092" y="5703016"/>
            <a:ext cx="11350810" cy="471660"/>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b="1" i="0" u="none" strike="noStrike" cap="none" noProof="0">
                <a:solidFill>
                  <a:schemeClr val="dk1"/>
                </a:solidFill>
                <a:latin typeface="IBM Plex Sans"/>
                <a:ea typeface="IBM Plex Sans"/>
                <a:cs typeface="IBM Plex Sans"/>
                <a:sym typeface="IBM Plex Sans"/>
              </a:rPr>
              <a:t>AI Overviews temporarily reduce ad views, with revenue impact mitigated by rising CPCs and emerging ad placements</a:t>
            </a:r>
            <a:endParaRPr lang="en-US" b="0" i="0" u="none" strike="noStrike" cap="none" noProof="0">
              <a:solidFill>
                <a:schemeClr val="dk1"/>
              </a:solidFill>
              <a:latin typeface="Arial"/>
              <a:ea typeface="Arial"/>
              <a:cs typeface="Arial"/>
              <a:sym typeface="Arial"/>
            </a:endParaRPr>
          </a:p>
        </p:txBody>
      </p:sp>
      <p:sp>
        <p:nvSpPr>
          <p:cNvPr id="4" name="CaixaDeTexto 3">
            <a:extLst>
              <a:ext uri="{FF2B5EF4-FFF2-40B4-BE49-F238E27FC236}">
                <a16:creationId xmlns:a16="http://schemas.microsoft.com/office/drawing/2014/main" id="{10D7EA65-B581-C1D7-77A3-FAE9274730F4}"/>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AI Overviews</a:t>
            </a:r>
          </a:p>
        </p:txBody>
      </p:sp>
    </p:spTree>
    <p:extLst>
      <p:ext uri="{BB962C8B-B14F-4D97-AF65-F5344CB8AC3E}">
        <p14:creationId xmlns:p14="http://schemas.microsoft.com/office/powerpoint/2010/main" val="194079667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217"/>
        <p:cNvGrpSpPr/>
        <p:nvPr/>
      </p:nvGrpSpPr>
      <p:grpSpPr>
        <a:xfrm>
          <a:off x="0" y="0"/>
          <a:ext cx="0" cy="0"/>
          <a:chOff x="0" y="0"/>
          <a:chExt cx="0" cy="0"/>
        </a:xfrm>
      </p:grpSpPr>
      <p:sp>
        <p:nvSpPr>
          <p:cNvPr id="1218" name="Google Shape;1218;g3b23322d595_2_282"/>
          <p:cNvSpPr/>
          <p:nvPr/>
        </p:nvSpPr>
        <p:spPr>
          <a:xfrm>
            <a:off x="7787148" y="1421128"/>
            <a:ext cx="4013754"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Insights from research</a:t>
            </a:r>
            <a:endParaRPr lang="en-US" sz="1800" b="0" i="0" u="none" strike="noStrike" cap="none" noProof="0">
              <a:solidFill>
                <a:schemeClr val="dk1"/>
              </a:solidFill>
              <a:latin typeface="Arial"/>
              <a:ea typeface="Arial"/>
              <a:cs typeface="Arial"/>
              <a:sym typeface="Arial"/>
            </a:endParaRPr>
          </a:p>
        </p:txBody>
      </p:sp>
      <p:sp>
        <p:nvSpPr>
          <p:cNvPr id="1219" name="Google Shape;1219;g3b23322d595_2_282"/>
          <p:cNvSpPr txBox="1"/>
          <p:nvPr/>
        </p:nvSpPr>
        <p:spPr>
          <a:xfrm>
            <a:off x="7787148" y="1745128"/>
            <a:ext cx="4013753" cy="3718970"/>
          </a:xfrm>
          <a:prstGeom prst="rect">
            <a:avLst/>
          </a:prstGeom>
          <a:solidFill>
            <a:srgbClr val="F2F2F2"/>
          </a:solidFill>
          <a:ln>
            <a:noFill/>
          </a:ln>
        </p:spPr>
        <p:txBody>
          <a:bodyPr spcFirstLastPara="1" wrap="square" lIns="91425" tIns="90000" rIns="91425" bIns="45700" anchor="t" anchorCtr="0">
            <a:noAutofit/>
          </a:bodyPr>
          <a:lstStyle/>
          <a:p>
            <a:pPr marL="171450" lvl="2" indent="-171450">
              <a:spcBef>
                <a:spcPts val="600"/>
              </a:spcBef>
              <a:spcAft>
                <a:spcPts val="600"/>
              </a:spcAft>
              <a:buClr>
                <a:schemeClr val="dk1"/>
              </a:buClr>
              <a:buSzPts val="1200"/>
              <a:buFont typeface="Arial" panose="020B0604020202020204" pitchFamily="34" charset="0"/>
              <a:buChar char="•"/>
            </a:pPr>
            <a:r>
              <a:rPr lang="en-US" sz="1200" noProof="0">
                <a:solidFill>
                  <a:schemeClr val="dk1"/>
                </a:solidFill>
                <a:latin typeface="IBM Plex Sans"/>
                <a:ea typeface="IBM Plex Sans"/>
                <a:cs typeface="IBM Plex Sans"/>
                <a:sym typeface="IBM Plex Sans"/>
              </a:rPr>
              <a:t>Google is experimenting </a:t>
            </a:r>
            <a:r>
              <a:rPr lang="en-US" sz="1200" b="1" noProof="0">
                <a:solidFill>
                  <a:schemeClr val="dk1"/>
                </a:solidFill>
                <a:latin typeface="IBM Plex Sans"/>
                <a:ea typeface="IBM Plex Sans"/>
                <a:cs typeface="IBM Plex Sans"/>
                <a:sym typeface="IBM Plex Sans"/>
              </a:rPr>
              <a:t>with different formats</a:t>
            </a:r>
            <a:r>
              <a:rPr lang="en-US" sz="1200" noProof="0">
                <a:solidFill>
                  <a:schemeClr val="dk1"/>
                </a:solidFill>
                <a:latin typeface="IBM Plex Sans"/>
                <a:ea typeface="IBM Plex Sans"/>
                <a:cs typeface="IBM Plex Sans"/>
                <a:sym typeface="IBM Plex Sans"/>
              </a:rPr>
              <a:t>, showing ads </a:t>
            </a:r>
            <a:r>
              <a:rPr lang="en-US" sz="1200" b="1" noProof="0">
                <a:solidFill>
                  <a:schemeClr val="dk1"/>
                </a:solidFill>
                <a:latin typeface="IBM Plex Sans"/>
                <a:ea typeface="IBM Plex Sans"/>
                <a:cs typeface="IBM Plex Sans"/>
                <a:sym typeface="IBM Plex Sans"/>
              </a:rPr>
              <a:t>above, below, or within AI Overviews</a:t>
            </a:r>
            <a:r>
              <a:rPr lang="en-US" sz="1200" baseline="30000" noProof="0">
                <a:solidFill>
                  <a:schemeClr val="dk1"/>
                </a:solidFill>
                <a:latin typeface="IBM Plex Sans"/>
                <a:ea typeface="IBM Plex Sans"/>
                <a:cs typeface="IBM Plex Sans"/>
                <a:sym typeface="IBM Plex Sans"/>
              </a:rPr>
              <a:t>2</a:t>
            </a:r>
            <a:r>
              <a:rPr lang="en-US" sz="1200" noProof="0">
                <a:solidFill>
                  <a:schemeClr val="dk1"/>
                </a:solidFill>
                <a:latin typeface="IBM Plex Sans"/>
                <a:ea typeface="IBM Plex Sans"/>
                <a:cs typeface="IBM Plex Sans"/>
                <a:sym typeface="IBM Plex Sans"/>
              </a:rPr>
              <a:t>, depending on the query and content relevance </a:t>
            </a:r>
          </a:p>
          <a:p>
            <a:pPr marL="171450" lvl="2" indent="-171450">
              <a:spcBef>
                <a:spcPts val="600"/>
              </a:spcBef>
              <a:spcAft>
                <a:spcPts val="600"/>
              </a:spcAft>
              <a:buClr>
                <a:schemeClr val="dk1"/>
              </a:buClr>
              <a:buSzPts val="1200"/>
              <a:buFont typeface="Arial" panose="020B0604020202020204" pitchFamily="34" charset="0"/>
              <a:buChar char="•"/>
            </a:pPr>
            <a:r>
              <a:rPr lang="en-US" sz="1200" b="1" noProof="0">
                <a:solidFill>
                  <a:schemeClr val="dk1"/>
                </a:solidFill>
                <a:latin typeface="IBM Plex Sans"/>
                <a:ea typeface="IBM Plex Sans"/>
                <a:cs typeface="IBM Plex Sans"/>
                <a:sym typeface="IBM Plex Sans"/>
              </a:rPr>
              <a:t>7-14% reduction in zero-click rates </a:t>
            </a:r>
            <a:r>
              <a:rPr lang="en-US" sz="1200" noProof="0">
                <a:solidFill>
                  <a:schemeClr val="dk1"/>
                </a:solidFill>
                <a:latin typeface="IBM Plex Sans"/>
                <a:ea typeface="IBM Plex Sans"/>
                <a:cs typeface="IBM Plex Sans"/>
                <a:sym typeface="IBM Plex Sans"/>
              </a:rPr>
              <a:t>is expected with the introduction of links into AI overviews</a:t>
            </a:r>
            <a:r>
              <a:rPr lang="en-US" sz="1200" baseline="30000" noProof="0">
                <a:solidFill>
                  <a:schemeClr val="dk1"/>
                </a:solidFill>
                <a:latin typeface="IBM Plex Sans"/>
                <a:ea typeface="IBM Plex Sans"/>
                <a:cs typeface="IBM Plex Sans"/>
                <a:sym typeface="IBM Plex Sans"/>
              </a:rPr>
              <a:t>4</a:t>
            </a:r>
          </a:p>
          <a:p>
            <a:pPr marL="171450" lvl="2" indent="-171450">
              <a:spcBef>
                <a:spcPts val="600"/>
              </a:spcBef>
              <a:spcAft>
                <a:spcPts val="600"/>
              </a:spcAft>
              <a:buClr>
                <a:schemeClr val="dk1"/>
              </a:buClr>
              <a:buSzPts val="1200"/>
              <a:buFont typeface="Arial" panose="020B0604020202020204" pitchFamily="34" charset="0"/>
              <a:buChar char="•"/>
            </a:pPr>
            <a:r>
              <a:rPr lang="en-US" sz="1200" noProof="0">
                <a:solidFill>
                  <a:schemeClr val="dk1"/>
                </a:solidFill>
                <a:latin typeface="IBM Plex Sans"/>
                <a:ea typeface="IBM Plex Sans"/>
                <a:cs typeface="IBM Plex Sans"/>
                <a:sym typeface="IBM Plex Sans"/>
              </a:rPr>
              <a:t>Google is expected to </a:t>
            </a:r>
            <a:r>
              <a:rPr lang="en-US" sz="1200" b="1" noProof="0">
                <a:solidFill>
                  <a:schemeClr val="dk1"/>
                </a:solidFill>
                <a:latin typeface="IBM Plex Sans"/>
                <a:ea typeface="IBM Plex Sans"/>
                <a:cs typeface="IBM Plex Sans"/>
                <a:sym typeface="IBM Plex Sans"/>
              </a:rPr>
              <a:t>roll out ads in AI Overviews </a:t>
            </a:r>
            <a:r>
              <a:rPr lang="en-US" sz="1200" noProof="0">
                <a:solidFill>
                  <a:schemeClr val="dk1"/>
                </a:solidFill>
                <a:latin typeface="IBM Plex Sans"/>
                <a:ea typeface="IBM Plex Sans"/>
                <a:cs typeface="IBM Plex Sans"/>
                <a:sym typeface="IBM Plex Sans"/>
              </a:rPr>
              <a:t>to select English-speaking </a:t>
            </a:r>
            <a:r>
              <a:rPr lang="en-US" sz="1200" b="1" noProof="0">
                <a:solidFill>
                  <a:schemeClr val="dk1"/>
                </a:solidFill>
                <a:latin typeface="IBM Plex Sans"/>
                <a:ea typeface="IBM Plex Sans"/>
                <a:cs typeface="IBM Plex Sans"/>
                <a:sym typeface="IBM Plex Sans"/>
              </a:rPr>
              <a:t>markets beyond the U.S by the end of 2025</a:t>
            </a:r>
            <a:r>
              <a:rPr lang="en-US" sz="1200" b="1" baseline="30000" noProof="0">
                <a:solidFill>
                  <a:schemeClr val="dk1"/>
                </a:solidFill>
                <a:latin typeface="IBM Plex Sans"/>
                <a:ea typeface="IBM Plex Sans"/>
                <a:cs typeface="IBM Plex Sans"/>
                <a:sym typeface="IBM Plex Sans"/>
              </a:rPr>
              <a:t>3</a:t>
            </a:r>
            <a:endParaRPr lang="en-US" sz="1200" b="1" noProof="0">
              <a:solidFill>
                <a:schemeClr val="dk1"/>
              </a:solidFill>
              <a:latin typeface="IBM Plex Sans"/>
              <a:ea typeface="IBM Plex Sans"/>
              <a:cs typeface="IBM Plex Sans"/>
              <a:sym typeface="IBM Plex Sans"/>
            </a:endParaRPr>
          </a:p>
          <a:p>
            <a:pPr marL="171450" lvl="2" indent="-171450">
              <a:spcBef>
                <a:spcPts val="600"/>
              </a:spcBef>
              <a:spcAft>
                <a:spcPts val="600"/>
              </a:spcAft>
              <a:buClr>
                <a:schemeClr val="dk1"/>
              </a:buClr>
              <a:buSzPts val="1200"/>
              <a:buFont typeface="Arial" panose="020B0604020202020204" pitchFamily="34" charset="0"/>
              <a:buChar char="•"/>
            </a:pPr>
            <a:r>
              <a:rPr lang="en-US" sz="1200" b="0" i="0" u="none" strike="noStrike" cap="none" noProof="0">
                <a:solidFill>
                  <a:schemeClr val="dk1"/>
                </a:solidFill>
                <a:latin typeface="IBM Plex Sans"/>
                <a:ea typeface="IBM Plex Sans"/>
                <a:cs typeface="IBM Plex Sans"/>
                <a:sym typeface="IBM Plex Sans"/>
              </a:rPr>
              <a:t>For </a:t>
            </a:r>
            <a:r>
              <a:rPr lang="en-US" sz="1200" b="1" i="0" u="none" strike="noStrike" cap="none" noProof="0">
                <a:solidFill>
                  <a:schemeClr val="dk1"/>
                </a:solidFill>
                <a:latin typeface="IBM Plex Sans"/>
                <a:ea typeface="IBM Plex Sans"/>
                <a:cs typeface="IBM Plex Sans"/>
                <a:sym typeface="IBM Plex Sans"/>
              </a:rPr>
              <a:t>informational queries, AI Overviews penetration </a:t>
            </a:r>
            <a:r>
              <a:rPr lang="en-US" sz="1200" b="1" noProof="0">
                <a:solidFill>
                  <a:schemeClr val="dk1"/>
                </a:solidFill>
                <a:latin typeface="IBM Plex Sans"/>
                <a:ea typeface="IBM Plex Sans"/>
                <a:cs typeface="IBM Plex Sans"/>
                <a:sym typeface="IBM Plex Sans"/>
              </a:rPr>
              <a:t>is likely</a:t>
            </a:r>
            <a:r>
              <a:rPr lang="en-US" sz="1200" b="1" i="0" u="none" strike="noStrike" cap="none" noProof="0">
                <a:solidFill>
                  <a:schemeClr val="dk1"/>
                </a:solidFill>
                <a:latin typeface="IBM Plex Sans"/>
                <a:ea typeface="IBM Plex Sans"/>
                <a:cs typeface="IBM Plex Sans"/>
                <a:sym typeface="IBM Plex Sans"/>
              </a:rPr>
              <a:t> </a:t>
            </a:r>
            <a:r>
              <a:rPr lang="en-US" sz="1200" b="1" noProof="0">
                <a:solidFill>
                  <a:schemeClr val="dk1"/>
                </a:solidFill>
                <a:latin typeface="IBM Plex Sans"/>
                <a:ea typeface="IBM Plex Sans"/>
                <a:cs typeface="IBM Plex Sans"/>
                <a:sym typeface="IBM Plex Sans"/>
              </a:rPr>
              <a:t>to continue</a:t>
            </a:r>
            <a:r>
              <a:rPr lang="en-US" sz="1200" b="1" i="0" u="none" strike="noStrike" cap="none" noProof="0">
                <a:solidFill>
                  <a:schemeClr val="dk1"/>
                </a:solidFill>
                <a:latin typeface="IBM Plex Sans"/>
                <a:ea typeface="IBM Plex Sans"/>
                <a:cs typeface="IBM Plex Sans"/>
                <a:sym typeface="IBM Plex Sans"/>
              </a:rPr>
              <a:t> growing</a:t>
            </a:r>
            <a:r>
              <a:rPr lang="en-US" sz="1200" b="1" noProof="0">
                <a:solidFill>
                  <a:schemeClr val="dk1"/>
                </a:solidFill>
                <a:latin typeface="IBM Plex Sans"/>
                <a:ea typeface="IBM Plex Sans"/>
                <a:cs typeface="IBM Plex Sans"/>
                <a:sym typeface="IBM Plex Sans"/>
              </a:rPr>
              <a:t>,</a:t>
            </a:r>
            <a:r>
              <a:rPr lang="en-US" sz="1200" b="0" i="0" u="none" strike="noStrike" cap="none" noProof="0">
                <a:solidFill>
                  <a:schemeClr val="dk1"/>
                </a:solidFill>
                <a:latin typeface="IBM Plex Sans"/>
                <a:ea typeface="IBM Plex Sans"/>
                <a:cs typeface="IBM Plex Sans"/>
                <a:sym typeface="IBM Plex Sans"/>
              </a:rPr>
              <a:t> </a:t>
            </a:r>
            <a:r>
              <a:rPr lang="en-US" sz="1200" noProof="0">
                <a:solidFill>
                  <a:schemeClr val="dk1"/>
                </a:solidFill>
                <a:latin typeface="IBM Plex Sans"/>
                <a:ea typeface="IBM Plex Sans"/>
                <a:cs typeface="IBM Plex Sans"/>
                <a:sym typeface="IBM Plex Sans"/>
              </a:rPr>
              <a:t>with</a:t>
            </a:r>
            <a:r>
              <a:rPr lang="en-US" sz="1200" b="0" i="0" u="none" strike="noStrike" cap="none" noProof="0">
                <a:solidFill>
                  <a:schemeClr val="dk1"/>
                </a:solidFill>
                <a:latin typeface="IBM Plex Sans"/>
                <a:ea typeface="IBM Plex Sans"/>
                <a:cs typeface="IBM Plex Sans"/>
                <a:sym typeface="IBM Plex Sans"/>
              </a:rPr>
              <a:t> traffic </a:t>
            </a:r>
            <a:r>
              <a:rPr lang="en-US" sz="1200" noProof="0">
                <a:solidFill>
                  <a:schemeClr val="dk1"/>
                </a:solidFill>
                <a:latin typeface="IBM Plex Sans"/>
                <a:ea typeface="IBM Plex Sans"/>
                <a:cs typeface="IBM Plex Sans"/>
                <a:sym typeface="IBM Plex Sans"/>
              </a:rPr>
              <a:t>impacts</a:t>
            </a:r>
            <a:r>
              <a:rPr lang="en-US" sz="1200" b="0" i="0" u="none" strike="noStrike" cap="none" noProof="0">
                <a:solidFill>
                  <a:schemeClr val="dk1"/>
                </a:solidFill>
                <a:latin typeface="IBM Plex Sans"/>
                <a:ea typeface="IBM Plex Sans"/>
                <a:cs typeface="IBM Plex Sans"/>
                <a:sym typeface="IBM Plex Sans"/>
              </a:rPr>
              <a:t> </a:t>
            </a:r>
            <a:r>
              <a:rPr lang="en-US" sz="1200" noProof="0">
                <a:solidFill>
                  <a:schemeClr val="dk1"/>
                </a:solidFill>
                <a:latin typeface="IBM Plex Sans"/>
                <a:ea typeface="IBM Plex Sans"/>
                <a:cs typeface="IBM Plex Sans"/>
                <a:sym typeface="IBM Plex Sans"/>
              </a:rPr>
              <a:t>remaining</a:t>
            </a:r>
            <a:r>
              <a:rPr lang="en-US" sz="1200" b="0" i="0" u="none" strike="noStrike" cap="none" noProof="0">
                <a:solidFill>
                  <a:schemeClr val="dk1"/>
                </a:solidFill>
                <a:latin typeface="IBM Plex Sans"/>
                <a:ea typeface="IBM Plex Sans"/>
                <a:cs typeface="IBM Plex Sans"/>
                <a:sym typeface="IBM Plex Sans"/>
              </a:rPr>
              <a:t> </a:t>
            </a:r>
            <a:r>
              <a:rPr lang="en-US" sz="1200" noProof="0">
                <a:solidFill>
                  <a:schemeClr val="dk1"/>
                </a:solidFill>
                <a:latin typeface="IBM Plex Sans"/>
                <a:ea typeface="IBM Plex Sans"/>
                <a:cs typeface="IBM Plex Sans"/>
                <a:sym typeface="IBM Plex Sans"/>
              </a:rPr>
              <a:t>meaningful</a:t>
            </a:r>
            <a:endParaRPr lang="en-US" sz="1200" b="0" i="0" u="none" strike="noStrike" cap="none" noProof="0">
              <a:solidFill>
                <a:schemeClr val="dk1"/>
              </a:solidFill>
              <a:latin typeface="Arial"/>
              <a:ea typeface="Arial"/>
              <a:cs typeface="Arial"/>
              <a:sym typeface="Arial"/>
            </a:endParaRPr>
          </a:p>
        </p:txBody>
      </p:sp>
      <p:sp>
        <p:nvSpPr>
          <p:cNvPr id="1220" name="Google Shape;1220;g3b23322d595_2_282"/>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47</a:t>
            </a:fld>
            <a:endParaRPr lang="en-US" noProof="0"/>
          </a:p>
        </p:txBody>
      </p:sp>
      <p:sp>
        <p:nvSpPr>
          <p:cNvPr id="1221" name="Google Shape;1221;g3b23322d595_2_282"/>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Google introduced inline links and ads in AI Overviews to ensure users can easily reach relevant websites and maintain revenue</a:t>
            </a:r>
          </a:p>
        </p:txBody>
      </p:sp>
      <p:sp>
        <p:nvSpPr>
          <p:cNvPr id="1222" name="Google Shape;1222;g3b23322d595_2_282"/>
          <p:cNvSpPr txBox="1"/>
          <p:nvPr/>
        </p:nvSpPr>
        <p:spPr>
          <a:xfrm>
            <a:off x="450089" y="5749062"/>
            <a:ext cx="11350811" cy="549459"/>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dk1"/>
                </a:solidFill>
                <a:latin typeface="IBM Plex Sans"/>
                <a:ea typeface="IBM Plex Sans"/>
                <a:cs typeface="IBM Plex Sans"/>
                <a:sym typeface="IBM Plex Sans"/>
              </a:rPr>
              <a:t>With links now embedded, AI Overviews stabilize informational traffic, reducing disruption</a:t>
            </a:r>
            <a:endParaRPr lang="en-US" b="0" i="0" u="none" strike="noStrike" cap="none" noProof="0">
              <a:solidFill>
                <a:schemeClr val="dk1"/>
              </a:solidFill>
              <a:latin typeface="Arial"/>
              <a:ea typeface="Arial"/>
              <a:cs typeface="Arial"/>
              <a:sym typeface="Arial"/>
            </a:endParaRPr>
          </a:p>
        </p:txBody>
      </p:sp>
      <p:sp>
        <p:nvSpPr>
          <p:cNvPr id="1226" name="Google Shape;1226;g3b23322d595_2_282"/>
          <p:cNvSpPr txBox="1"/>
          <p:nvPr/>
        </p:nvSpPr>
        <p:spPr>
          <a:xfrm>
            <a:off x="376350" y="1700884"/>
            <a:ext cx="4401583" cy="2265813"/>
          </a:xfrm>
          <a:prstGeom prst="rect">
            <a:avLst/>
          </a:prstGeom>
          <a:noFill/>
          <a:ln>
            <a:noFill/>
          </a:ln>
        </p:spPr>
        <p:txBody>
          <a:bodyPr spcFirstLastPara="1" wrap="square" lIns="91425" tIns="90000" rIns="91425" bIns="45700" anchor="t" anchorCtr="0">
            <a:spAutoFit/>
          </a:bodyPr>
          <a:lstStyle/>
          <a:p>
            <a:pPr marL="177800" marR="0" lvl="0" indent="-177800" algn="l" rtl="0">
              <a:lnSpc>
                <a:spcPct val="100000"/>
              </a:lnSpc>
              <a:spcBef>
                <a:spcPts val="0"/>
              </a:spcBef>
              <a:spcAft>
                <a:spcPts val="0"/>
              </a:spcAft>
              <a:buClr>
                <a:schemeClr val="dk1"/>
              </a:buClr>
              <a:buSzPts val="1400"/>
              <a:buFont typeface="Arial"/>
              <a:buChar char="•"/>
            </a:pPr>
            <a:r>
              <a:rPr lang="en-US" sz="1200" b="1" i="0" u="none" strike="noStrike" cap="none" noProof="0">
                <a:solidFill>
                  <a:schemeClr val="dk1"/>
                </a:solidFill>
                <a:latin typeface="IBM Plex Sans"/>
                <a:ea typeface="IBM Plex Sans"/>
                <a:cs typeface="IBM Plex Sans"/>
                <a:sym typeface="IBM Plex Sans"/>
              </a:rPr>
              <a:t>Query: </a:t>
            </a:r>
            <a:r>
              <a:rPr lang="en-US" sz="1200" b="0" i="0" u="none" strike="noStrike" cap="none" noProof="0">
                <a:solidFill>
                  <a:schemeClr val="dk1"/>
                </a:solidFill>
                <a:latin typeface="IBM Plex Sans"/>
                <a:ea typeface="IBM Plex Sans"/>
                <a:cs typeface="IBM Plex Sans"/>
                <a:sym typeface="IBM Plex Sans"/>
              </a:rPr>
              <a:t>A user asks, “how do I get a grass stain out of jeans?”</a:t>
            </a:r>
            <a:endParaRPr lang="en-US" sz="1200" b="1" i="0" u="none" strike="noStrike" cap="none" noProof="0">
              <a:solidFill>
                <a:schemeClr val="dk1"/>
              </a:solidFill>
              <a:latin typeface="IBM Plex Sans"/>
              <a:ea typeface="IBM Plex Sans"/>
              <a:cs typeface="IBM Plex Sans"/>
              <a:sym typeface="IBM Plex Sans"/>
            </a:endParaRPr>
          </a:p>
          <a:p>
            <a:pPr marL="177800" marR="0" lvl="0" indent="-177800" algn="l" rtl="0">
              <a:lnSpc>
                <a:spcPct val="100000"/>
              </a:lnSpc>
              <a:spcBef>
                <a:spcPts val="600"/>
              </a:spcBef>
              <a:spcAft>
                <a:spcPts val="0"/>
              </a:spcAft>
              <a:buClr>
                <a:schemeClr val="dk1"/>
              </a:buClr>
              <a:buSzPts val="1400"/>
              <a:buFont typeface="Arial"/>
              <a:buChar char="•"/>
            </a:pPr>
            <a:r>
              <a:rPr lang="en-US" sz="1200" b="1" i="0" u="none" strike="noStrike" cap="none" noProof="0">
                <a:solidFill>
                  <a:schemeClr val="dk1"/>
                </a:solidFill>
                <a:latin typeface="IBM Plex Sans"/>
                <a:ea typeface="IBM Plex Sans"/>
                <a:cs typeface="IBM Plex Sans"/>
                <a:sym typeface="IBM Plex Sans"/>
              </a:rPr>
              <a:t>AI Overview Response: </a:t>
            </a:r>
            <a:r>
              <a:rPr lang="en-US" sz="1200" b="0" i="0" u="none" strike="noStrike" cap="none" noProof="0">
                <a:solidFill>
                  <a:schemeClr val="dk1"/>
                </a:solidFill>
                <a:latin typeface="IBM Plex Sans"/>
                <a:ea typeface="IBM Plex Sans"/>
                <a:cs typeface="IBM Plex Sans"/>
                <a:sym typeface="IBM Plex Sans"/>
              </a:rPr>
              <a:t>The overview provides helpful solutions, from household products to commercial stain removers</a:t>
            </a:r>
            <a:endParaRPr lang="en-US" sz="1200" b="1" i="0" u="none" strike="noStrike" cap="none" noProof="0">
              <a:solidFill>
                <a:schemeClr val="dk1"/>
              </a:solidFill>
              <a:latin typeface="IBM Plex Sans"/>
              <a:ea typeface="IBM Plex Sans"/>
              <a:cs typeface="IBM Plex Sans"/>
              <a:sym typeface="IBM Plex Sans"/>
            </a:endParaRPr>
          </a:p>
          <a:p>
            <a:pPr marL="177800" marR="0" lvl="0" indent="-177800" algn="l" rtl="0">
              <a:lnSpc>
                <a:spcPct val="100000"/>
              </a:lnSpc>
              <a:spcBef>
                <a:spcPts val="600"/>
              </a:spcBef>
              <a:spcAft>
                <a:spcPts val="0"/>
              </a:spcAft>
              <a:buClr>
                <a:schemeClr val="dk1"/>
              </a:buClr>
              <a:buSzPts val="1400"/>
              <a:buFont typeface="Arial"/>
              <a:buChar char="•"/>
            </a:pPr>
            <a:r>
              <a:rPr lang="en-US" sz="1200" b="1" i="0" u="none" strike="noStrike" cap="none" noProof="0">
                <a:solidFill>
                  <a:schemeClr val="dk1"/>
                </a:solidFill>
                <a:latin typeface="IBM Plex Sans"/>
                <a:ea typeface="IBM Plex Sans"/>
                <a:cs typeface="IBM Plex Sans"/>
                <a:sym typeface="IBM Plex Sans"/>
              </a:rPr>
              <a:t>The Ad Integration*: </a:t>
            </a:r>
            <a:r>
              <a:rPr lang="en-US" sz="1200" b="0" i="0" u="none" strike="noStrike" cap="none" noProof="0">
                <a:solidFill>
                  <a:schemeClr val="dk1"/>
                </a:solidFill>
                <a:latin typeface="IBM Plex Sans"/>
                <a:ea typeface="IBM Plex Sans"/>
                <a:cs typeface="IBM Plex Sans"/>
                <a:sym typeface="IBM Plex Sans"/>
              </a:rPr>
              <a:t>Instead of requiring a second search, </a:t>
            </a:r>
            <a:r>
              <a:rPr lang="en-US" sz="1200" b="1" i="0" u="none" strike="noStrike" cap="none" noProof="0">
                <a:solidFill>
                  <a:schemeClr val="dk1"/>
                </a:solidFill>
                <a:latin typeface="IBM Plex Sans"/>
                <a:ea typeface="IBM Plex Sans"/>
                <a:cs typeface="IBM Plex Sans"/>
                <a:sym typeface="IBM Plex Sans"/>
              </a:rPr>
              <a:t>relevant Shopping ads for stain removers appear directly within the AIO</a:t>
            </a:r>
            <a:r>
              <a:rPr lang="en-US" sz="1200" b="0" i="0" u="none" strike="noStrike" cap="none" noProof="0">
                <a:solidFill>
                  <a:schemeClr val="dk1"/>
                </a:solidFill>
                <a:latin typeface="IBM Plex Sans"/>
                <a:ea typeface="IBM Plex Sans"/>
                <a:cs typeface="IBM Plex Sans"/>
                <a:sym typeface="IBM Plex Sans"/>
              </a:rPr>
              <a:t>, clearly marked as “Sponsored”</a:t>
            </a:r>
          </a:p>
          <a:p>
            <a:pPr marL="396000" marR="0" lvl="2" indent="-180000" algn="l" rtl="0">
              <a:lnSpc>
                <a:spcPct val="100000"/>
              </a:lnSpc>
              <a:spcBef>
                <a:spcPts val="800"/>
              </a:spcBef>
              <a:spcAft>
                <a:spcPts val="20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This solution is available now in the U.S. and expanding to desktop</a:t>
            </a:r>
          </a:p>
        </p:txBody>
      </p:sp>
      <p:sp>
        <p:nvSpPr>
          <p:cNvPr id="1227" name="Google Shape;1227;g3b23322d595_2_282"/>
          <p:cNvSpPr/>
          <p:nvPr/>
        </p:nvSpPr>
        <p:spPr>
          <a:xfrm>
            <a:off x="450089" y="1421128"/>
            <a:ext cx="7223760"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Meeting Customers in the Moment of Need</a:t>
            </a:r>
            <a:endParaRPr lang="en-US" sz="1800" b="0" i="0" u="none" strike="noStrike" cap="none" noProof="0">
              <a:solidFill>
                <a:schemeClr val="dk1"/>
              </a:solidFill>
              <a:latin typeface="Arial"/>
              <a:ea typeface="Arial"/>
              <a:cs typeface="Arial"/>
              <a:sym typeface="Arial"/>
            </a:endParaRPr>
          </a:p>
        </p:txBody>
      </p:sp>
      <p:sp>
        <p:nvSpPr>
          <p:cNvPr id="9" name="Google Shape;522;g3b30dcd6380_2_21">
            <a:extLst>
              <a:ext uri="{FF2B5EF4-FFF2-40B4-BE49-F238E27FC236}">
                <a16:creationId xmlns:a16="http://schemas.microsoft.com/office/drawing/2014/main" id="{10B38081-B720-8124-8F26-1E9A0508BA41}"/>
              </a:ext>
            </a:extLst>
          </p:cNvPr>
          <p:cNvSpPr/>
          <p:nvPr/>
        </p:nvSpPr>
        <p:spPr>
          <a:xfrm>
            <a:off x="420594" y="6360807"/>
            <a:ext cx="9858843" cy="107722"/>
          </a:xfrm>
          <a:prstGeom prst="roundRect">
            <a:avLst>
              <a:gd name="adj" fmla="val 0"/>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700"/>
              <a:buFont typeface="Arial"/>
              <a:buNone/>
            </a:pPr>
            <a:r>
              <a:rPr lang="en-US" sz="700" b="0" i="0" strike="noStrike" cap="none" noProof="0">
                <a:solidFill>
                  <a:srgbClr val="7F7F7F"/>
                </a:solidFill>
                <a:latin typeface="IBM Plex Sans"/>
                <a:ea typeface="IBM Plex Sans"/>
                <a:cs typeface="IBM Plex Sans"/>
                <a:sym typeface="IBM Plex Sans"/>
              </a:rPr>
              <a:t>Notes: (1) </a:t>
            </a:r>
            <a:r>
              <a:rPr lang="en-US" sz="700" b="0" i="0" strike="noStrike" cap="none" noProof="0" err="1">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Semrush</a:t>
            </a:r>
            <a:r>
              <a:rPr lang="en-US" sz="700" b="0" i="0" strike="noStrike" cap="none" noProof="0">
                <a:solidFill>
                  <a:srgbClr val="7F7F7F"/>
                </a:solidFill>
                <a:latin typeface="IBM Plex Sans"/>
                <a:ea typeface="IBM Plex Sans"/>
                <a:cs typeface="IBM Plex Sans"/>
                <a:sym typeface="IBM Plex Sans"/>
              </a:rPr>
              <a:t>,  (2) </a:t>
            </a:r>
            <a:r>
              <a:rPr lang="en-US" sz="700" b="0" i="0"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Google</a:t>
            </a:r>
            <a:r>
              <a:rPr lang="en-US" sz="700" noProof="0">
                <a:solidFill>
                  <a:srgbClr val="7F7F7F"/>
                </a:solidFill>
                <a:latin typeface="IBM Plex Sans"/>
                <a:ea typeface="IBM Plex Sans"/>
                <a:cs typeface="IBM Plex Sans"/>
                <a:sym typeface="IBM Plex Sans"/>
              </a:rPr>
              <a:t>,</a:t>
            </a:r>
            <a:r>
              <a:rPr lang="en-US" sz="700" b="0" i="0" strike="noStrike" cap="none" noProof="0">
                <a:solidFill>
                  <a:srgbClr val="7F7F7F"/>
                </a:solidFill>
                <a:latin typeface="IBM Plex Sans"/>
                <a:ea typeface="IBM Plex Sans"/>
                <a:cs typeface="IBM Plex Sans"/>
                <a:sym typeface="IBM Plex Sans"/>
              </a:rPr>
              <a:t> (3) </a:t>
            </a:r>
            <a:r>
              <a:rPr lang="en-US" sz="700" b="0" i="0" strike="noStrike" cap="none"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Search Engine Land</a:t>
            </a:r>
            <a:r>
              <a:rPr lang="en-US" sz="700" b="0" i="0" strike="noStrike" cap="none" noProof="0">
                <a:solidFill>
                  <a:srgbClr val="7F7F7F"/>
                </a:solidFill>
                <a:latin typeface="IBM Plex Sans"/>
                <a:ea typeface="IBM Plex Sans"/>
                <a:cs typeface="IBM Plex Sans"/>
                <a:sym typeface="IBM Plex Sans"/>
              </a:rPr>
              <a:t> </a:t>
            </a:r>
            <a:endParaRPr lang="en-US" sz="700" b="0" i="0" strike="noStrike" cap="none" noProof="0">
              <a:solidFill>
                <a:srgbClr val="7F7F7F"/>
              </a:solidFill>
              <a:latin typeface="IBM Plex Sans"/>
              <a:ea typeface="IBM Plex Sans"/>
              <a:cs typeface="IBM Plex Sans"/>
            </a:endParaRPr>
          </a:p>
        </p:txBody>
      </p:sp>
      <p:grpSp>
        <p:nvGrpSpPr>
          <p:cNvPr id="2" name="Google Shape;1157;p14">
            <a:extLst>
              <a:ext uri="{FF2B5EF4-FFF2-40B4-BE49-F238E27FC236}">
                <a16:creationId xmlns:a16="http://schemas.microsoft.com/office/drawing/2014/main" id="{348B4A13-C929-F5E0-EA7A-19BDE2345404}"/>
              </a:ext>
            </a:extLst>
          </p:cNvPr>
          <p:cNvGrpSpPr/>
          <p:nvPr/>
        </p:nvGrpSpPr>
        <p:grpSpPr>
          <a:xfrm>
            <a:off x="4657713" y="1761978"/>
            <a:ext cx="2538022" cy="3986134"/>
            <a:chOff x="3825402" y="1809732"/>
            <a:chExt cx="2314658" cy="3635326"/>
          </a:xfrm>
        </p:grpSpPr>
        <p:pic>
          <p:nvPicPr>
            <p:cNvPr id="3" name="Google Shape;1158;p14" descr="A cell phone with a white screen  AI-generated content may be incorrect.">
              <a:extLst>
                <a:ext uri="{FF2B5EF4-FFF2-40B4-BE49-F238E27FC236}">
                  <a16:creationId xmlns:a16="http://schemas.microsoft.com/office/drawing/2014/main" id="{F0C97EA8-EF5F-145E-9886-FC33E0788944}"/>
                </a:ext>
              </a:extLst>
            </p:cNvPr>
            <p:cNvPicPr preferRelativeResize="0"/>
            <p:nvPr/>
          </p:nvPicPr>
          <p:blipFill rotWithShape="1">
            <a:blip r:embed="rId6">
              <a:alphaModFix amt="85000"/>
            </a:blip>
            <a:srcRect l="19600" t="5839" r="22184" b="2731"/>
            <a:stretch/>
          </p:blipFill>
          <p:spPr>
            <a:xfrm>
              <a:off x="3825402" y="1809732"/>
              <a:ext cx="2314658" cy="3635326"/>
            </a:xfrm>
            <a:prstGeom prst="rect">
              <a:avLst/>
            </a:prstGeom>
            <a:noFill/>
            <a:ln>
              <a:noFill/>
            </a:ln>
          </p:spPr>
        </p:pic>
        <p:pic>
          <p:nvPicPr>
            <p:cNvPr id="4" name="Google Shape;1159;p14">
              <a:extLst>
                <a:ext uri="{FF2B5EF4-FFF2-40B4-BE49-F238E27FC236}">
                  <a16:creationId xmlns:a16="http://schemas.microsoft.com/office/drawing/2014/main" id="{9B0965FC-9304-88C3-158C-0FCBB3E9FAC4}"/>
                </a:ext>
              </a:extLst>
            </p:cNvPr>
            <p:cNvPicPr preferRelativeResize="0"/>
            <p:nvPr/>
          </p:nvPicPr>
          <p:blipFill rotWithShape="1">
            <a:blip r:embed="rId7">
              <a:alphaModFix/>
            </a:blip>
            <a:srcRect/>
            <a:stretch/>
          </p:blipFill>
          <p:spPr>
            <a:xfrm>
              <a:off x="4316171" y="2218320"/>
              <a:ext cx="1442760" cy="2603380"/>
            </a:xfrm>
            <a:prstGeom prst="rect">
              <a:avLst/>
            </a:prstGeom>
            <a:noFill/>
            <a:ln>
              <a:noFill/>
            </a:ln>
          </p:spPr>
        </p:pic>
      </p:grpSp>
      <p:sp>
        <p:nvSpPr>
          <p:cNvPr id="7" name="CaixaDeTexto 6">
            <a:extLst>
              <a:ext uri="{FF2B5EF4-FFF2-40B4-BE49-F238E27FC236}">
                <a16:creationId xmlns:a16="http://schemas.microsoft.com/office/drawing/2014/main" id="{65D22B57-6A69-B709-8AD7-97E2F94817AF}"/>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AI Overviews</a:t>
            </a:r>
          </a:p>
        </p:txBody>
      </p:sp>
    </p:spTree>
    <p:extLst>
      <p:ext uri="{BB962C8B-B14F-4D97-AF65-F5344CB8AC3E}">
        <p14:creationId xmlns:p14="http://schemas.microsoft.com/office/powerpoint/2010/main" val="55162686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C9377A19-B572-51DD-C108-82774C736744}"/>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47" imgH="348" progId="TCLayout.ActiveDocument.1">
                  <p:embed/>
                </p:oleObj>
              </mc:Choice>
              <mc:Fallback>
                <p:oleObj name="think-cell Slide" r:id="rId4" imgW="347" imgH="348" progId="TCLayout.ActiveDocument.1">
                  <p:embed/>
                  <p:pic>
                    <p:nvPicPr>
                      <p:cNvPr id="7" name="think-cell data - do not delete" hidden="1">
                        <a:extLst>
                          <a:ext uri="{FF2B5EF4-FFF2-40B4-BE49-F238E27FC236}">
                            <a16:creationId xmlns:a16="http://schemas.microsoft.com/office/drawing/2014/main" id="{C9377A19-B572-51DD-C108-82774C736744}"/>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Slide Number Placeholder 3">
            <a:extLst>
              <a:ext uri="{FF2B5EF4-FFF2-40B4-BE49-F238E27FC236}">
                <a16:creationId xmlns:a16="http://schemas.microsoft.com/office/drawing/2014/main" id="{B4217542-5EE1-729C-7588-DA302BAEBDD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US" noProof="0" smtClean="0"/>
              <a:t>48</a:t>
            </a:fld>
            <a:endParaRPr lang="en-US" noProof="0"/>
          </a:p>
        </p:txBody>
      </p:sp>
      <p:sp>
        <p:nvSpPr>
          <p:cNvPr id="5" name="Title 4">
            <a:extLst>
              <a:ext uri="{FF2B5EF4-FFF2-40B4-BE49-F238E27FC236}">
                <a16:creationId xmlns:a16="http://schemas.microsoft.com/office/drawing/2014/main" id="{C103C1EF-13C0-5E34-F237-8549CA9DA986}"/>
              </a:ext>
            </a:extLst>
          </p:cNvPr>
          <p:cNvSpPr>
            <a:spLocks noGrp="1"/>
          </p:cNvSpPr>
          <p:nvPr>
            <p:ph type="title"/>
          </p:nvPr>
        </p:nvSpPr>
        <p:spPr>
          <a:xfrm>
            <a:off x="420595" y="504611"/>
            <a:ext cx="11350811" cy="775597"/>
          </a:xfrm>
        </p:spPr>
        <p:txBody>
          <a:bodyPr vert="horz"/>
          <a:lstStyle/>
          <a:p>
            <a:r>
              <a:rPr lang="en-US" noProof="0"/>
              <a:t>CTR declines emerge in 2025 with uneven impacts across regions and devices</a:t>
            </a:r>
          </a:p>
        </p:txBody>
      </p:sp>
      <p:sp>
        <p:nvSpPr>
          <p:cNvPr id="15" name="Google Shape;371;p24">
            <a:extLst>
              <a:ext uri="{FF2B5EF4-FFF2-40B4-BE49-F238E27FC236}">
                <a16:creationId xmlns:a16="http://schemas.microsoft.com/office/drawing/2014/main" id="{33CD29AC-C7A2-BC43-FBA7-3A382A7473CA}"/>
              </a:ext>
            </a:extLst>
          </p:cNvPr>
          <p:cNvSpPr txBox="1"/>
          <p:nvPr/>
        </p:nvSpPr>
        <p:spPr>
          <a:xfrm>
            <a:off x="9191625" y="1745127"/>
            <a:ext cx="2592386" cy="3879383"/>
          </a:xfrm>
          <a:prstGeom prst="rect">
            <a:avLst/>
          </a:prstGeom>
          <a:solidFill>
            <a:schemeClr val="bg1">
              <a:lumMod val="95000"/>
            </a:schemeClr>
          </a:solidFill>
          <a:ln>
            <a:noFill/>
          </a:ln>
        </p:spPr>
        <p:txBody>
          <a:bodyPr spcFirstLastPara="1" wrap="square" lIns="91425" tIns="90000" rIns="91425" bIns="45700" anchor="t" anchorCtr="0">
            <a:noAutofit/>
          </a:bodyPr>
          <a:lstStyle/>
          <a:p>
            <a:pPr marL="177800" lvl="0" indent="-177800">
              <a:spcAft>
                <a:spcPts val="800"/>
              </a:spcAft>
              <a:buClr>
                <a:schemeClr val="dk1"/>
              </a:buClr>
              <a:buSzPts val="1400"/>
              <a:buFont typeface="Arial"/>
              <a:buChar char="•"/>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Desktop sees the largest declines</a:t>
            </a:r>
            <a:r>
              <a:rPr lang="en-US" sz="1200" noProof="0">
                <a:solidFill>
                  <a:schemeClr val="tx1"/>
                </a:solidFill>
                <a:latin typeface="IBM Plex Sans" panose="020B0503050203000203" pitchFamily="34" charset="0"/>
                <a:ea typeface="IBM Plex Sans"/>
                <a:cs typeface="IBM Plex Sans"/>
                <a:sym typeface="IBM Plex Sans" panose="020B0503050203000203" pitchFamily="34" charset="0"/>
              </a:rPr>
              <a:t>, since AIO replaces a larger portion of traditional </a:t>
            </a: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link-heavy layouts</a:t>
            </a:r>
          </a:p>
          <a:p>
            <a:pPr marL="177800" lvl="0" indent="-177800">
              <a:spcAft>
                <a:spcPts val="800"/>
              </a:spcAft>
              <a:buClr>
                <a:schemeClr val="dk1"/>
              </a:buClr>
              <a:buSzPts val="1400"/>
              <a:buFont typeface="Arial"/>
              <a:buChar char="•"/>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Mobile remains more resilient</a:t>
            </a:r>
            <a:r>
              <a:rPr lang="en-US" sz="1200" noProof="0">
                <a:solidFill>
                  <a:schemeClr val="tx1"/>
                </a:solidFill>
                <a:latin typeface="IBM Plex Sans" panose="020B0503050203000203" pitchFamily="34" charset="0"/>
                <a:ea typeface="IBM Plex Sans"/>
                <a:cs typeface="IBM Plex Sans"/>
                <a:sym typeface="IBM Plex Sans" panose="020B0503050203000203" pitchFamily="34" charset="0"/>
              </a:rPr>
              <a:t>, with smaller declines or </a:t>
            </a: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modest gains</a:t>
            </a:r>
            <a:r>
              <a:rPr lang="en-US" sz="1200" noProof="0">
                <a:solidFill>
                  <a:schemeClr val="tx1"/>
                </a:solidFill>
                <a:latin typeface="IBM Plex Sans" panose="020B0503050203000203" pitchFamily="34" charset="0"/>
                <a:ea typeface="IBM Plex Sans"/>
                <a:cs typeface="IBM Plex Sans"/>
                <a:sym typeface="IBM Plex Sans" panose="020B0503050203000203" pitchFamily="34" charset="0"/>
              </a:rPr>
              <a:t>, likely because mobile already limits link density</a:t>
            </a:r>
          </a:p>
          <a:p>
            <a:pPr marL="177800" lvl="0" indent="-177800">
              <a:spcAft>
                <a:spcPts val="800"/>
              </a:spcAft>
              <a:buClr>
                <a:schemeClr val="dk1"/>
              </a:buClr>
              <a:buSzPts val="1400"/>
              <a:buFont typeface="Arial"/>
              <a:buChar char="•"/>
            </a:pPr>
            <a:r>
              <a:rPr lang="en-US" sz="1200" b="1" noProof="0">
                <a:solidFill>
                  <a:schemeClr val="tx1"/>
                </a:solidFill>
                <a:latin typeface="IBM Plex Sans"/>
                <a:ea typeface="IBM Plex Sans"/>
                <a:cs typeface="IBM Plex Sans"/>
                <a:sym typeface="IBM Plex Sans" panose="020B0503050203000203" pitchFamily="34" charset="0"/>
              </a:rPr>
              <a:t>The effect of the inclusion of links and ad placements in AI Overviews has not yet appeared</a:t>
            </a:r>
            <a:r>
              <a:rPr lang="en-US" sz="1200" noProof="0">
                <a:solidFill>
                  <a:schemeClr val="tx1"/>
                </a:solidFill>
                <a:latin typeface="IBM Plex Sans"/>
                <a:ea typeface="IBM Plex Sans"/>
                <a:cs typeface="IBM Plex Sans"/>
                <a:sym typeface="IBM Plex Sans" panose="020B0503050203000203" pitchFamily="34" charset="0"/>
              </a:rPr>
              <a:t> in publicly available CTR measurements</a:t>
            </a:r>
            <a:endParaRPr lang="en-US" sz="1200" noProof="0">
              <a:solidFill>
                <a:schemeClr val="tx1"/>
              </a:solidFill>
              <a:latin typeface="IBM Plex Sans"/>
              <a:ea typeface="IBM Plex Sans"/>
              <a:cs typeface="IBM Plex Sans"/>
            </a:endParaRPr>
          </a:p>
        </p:txBody>
      </p:sp>
      <p:sp>
        <p:nvSpPr>
          <p:cNvPr id="19" name="Google Shape;784;g3b0a07b424d_1_872">
            <a:extLst>
              <a:ext uri="{FF2B5EF4-FFF2-40B4-BE49-F238E27FC236}">
                <a16:creationId xmlns:a16="http://schemas.microsoft.com/office/drawing/2014/main" id="{75F8A0E6-1676-DA23-2271-BCC8A5015AF8}"/>
              </a:ext>
            </a:extLst>
          </p:cNvPr>
          <p:cNvSpPr>
            <a:spLocks/>
          </p:cNvSpPr>
          <p:nvPr/>
        </p:nvSpPr>
        <p:spPr>
          <a:xfrm rot="16200000">
            <a:off x="-298745" y="2523849"/>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noProof="0">
                <a:solidFill>
                  <a:schemeClr val="dk1"/>
                </a:solidFill>
                <a:latin typeface="IBM Plex Sans" panose="020B0503050203000203" pitchFamily="34" charset="0"/>
                <a:sym typeface="IBM Plex Sans" panose="020B0503050203000203" pitchFamily="34" charset="0"/>
              </a:rPr>
              <a:t>United States</a:t>
            </a:r>
          </a:p>
        </p:txBody>
      </p:sp>
      <p:sp>
        <p:nvSpPr>
          <p:cNvPr id="20" name="Google Shape;785;g3b0a07b424d_1_872">
            <a:extLst>
              <a:ext uri="{FF2B5EF4-FFF2-40B4-BE49-F238E27FC236}">
                <a16:creationId xmlns:a16="http://schemas.microsoft.com/office/drawing/2014/main" id="{2349977B-DFE3-C7E8-6C61-BA60B09686C7}"/>
              </a:ext>
            </a:extLst>
          </p:cNvPr>
          <p:cNvSpPr>
            <a:spLocks/>
          </p:cNvSpPr>
          <p:nvPr/>
        </p:nvSpPr>
        <p:spPr>
          <a:xfrm rot="16200000">
            <a:off x="-298745" y="4454536"/>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noProof="0" err="1">
                <a:solidFill>
                  <a:schemeClr val="dk1"/>
                </a:solidFill>
                <a:latin typeface="IBM Plex Sans" panose="020B0503050203000203" pitchFamily="34" charset="0"/>
                <a:sym typeface="IBM Plex Sans" panose="020B0503050203000203" pitchFamily="34" charset="0"/>
              </a:rPr>
              <a:t>RoW</a:t>
            </a:r>
            <a:endParaRPr lang="en-US" b="1" noProof="0">
              <a:solidFill>
                <a:schemeClr val="dk1"/>
              </a:solidFill>
              <a:latin typeface="IBM Plex Sans" panose="020B0503050203000203" pitchFamily="34" charset="0"/>
              <a:sym typeface="IBM Plex Sans" panose="020B0503050203000203" pitchFamily="34" charset="0"/>
            </a:endParaRPr>
          </a:p>
        </p:txBody>
      </p:sp>
      <p:sp>
        <p:nvSpPr>
          <p:cNvPr id="26" name="Google Shape;368;p24">
            <a:extLst>
              <a:ext uri="{FF2B5EF4-FFF2-40B4-BE49-F238E27FC236}">
                <a16:creationId xmlns:a16="http://schemas.microsoft.com/office/drawing/2014/main" id="{057CBAB5-4807-4D8D-1A5A-1B1947210E63}"/>
              </a:ext>
            </a:extLst>
          </p:cNvPr>
          <p:cNvSpPr/>
          <p:nvPr/>
        </p:nvSpPr>
        <p:spPr>
          <a:xfrm>
            <a:off x="420594" y="1421128"/>
            <a:ext cx="8590055"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b="1" i="0" u="none" strike="noStrike" cap="none" noProof="0">
                <a:solidFill>
                  <a:schemeClr val="lt1"/>
                </a:solidFill>
                <a:latin typeface="IBM Plex Sans"/>
                <a:ea typeface="IBM Plex Sans"/>
                <a:cs typeface="IBM Plex Sans"/>
                <a:sym typeface="IBM Plex Sans" panose="020B0503050203000203" pitchFamily="34" charset="0"/>
              </a:rPr>
              <a:t>Impact on </a:t>
            </a:r>
            <a:r>
              <a:rPr lang="en-US" b="1" noProof="0">
                <a:solidFill>
                  <a:schemeClr val="lt1"/>
                </a:solidFill>
                <a:latin typeface="IBM Plex Sans"/>
                <a:ea typeface="IBM Plex Sans"/>
                <a:cs typeface="IBM Plex Sans"/>
                <a:sym typeface="IBM Plex Sans" panose="020B0503050203000203" pitchFamily="34" charset="0"/>
              </a:rPr>
              <a:t>Click-Through</a:t>
            </a:r>
            <a:r>
              <a:rPr lang="en-US" b="1" i="0" u="none" strike="noStrike" cap="none" noProof="0">
                <a:solidFill>
                  <a:schemeClr val="lt1"/>
                </a:solidFill>
                <a:latin typeface="IBM Plex Sans"/>
                <a:ea typeface="IBM Plex Sans"/>
                <a:cs typeface="IBM Plex Sans"/>
                <a:sym typeface="IBM Plex Sans" panose="020B0503050203000203" pitchFamily="34" charset="0"/>
              </a:rPr>
              <a:t> Rates </a:t>
            </a:r>
            <a:r>
              <a:rPr lang="en-US" b="1" noProof="0">
                <a:solidFill>
                  <a:schemeClr val="lt1"/>
                </a:solidFill>
                <a:latin typeface="IBM Plex Sans"/>
                <a:ea typeface="IBM Plex Sans"/>
                <a:cs typeface="IBM Plex Sans"/>
                <a:sym typeface="IBM Plex Sans" panose="020B0503050203000203" pitchFamily="34" charset="0"/>
              </a:rPr>
              <a:t>(CTR), 2025</a:t>
            </a:r>
            <a:r>
              <a:rPr lang="en-US" b="1" i="0" u="none" strike="noStrike" cap="none" noProof="0">
                <a:solidFill>
                  <a:schemeClr val="lt1"/>
                </a:solidFill>
                <a:latin typeface="IBM Plex Sans"/>
                <a:ea typeface="IBM Plex Sans"/>
                <a:cs typeface="IBM Plex Sans"/>
                <a:sym typeface="IBM Plex Sans" panose="020B0503050203000203" pitchFamily="34" charset="0"/>
              </a:rPr>
              <a:t> vs</a:t>
            </a:r>
            <a:r>
              <a:rPr lang="en-US" b="1" noProof="0">
                <a:solidFill>
                  <a:schemeClr val="lt1"/>
                </a:solidFill>
                <a:latin typeface="IBM Plex Sans"/>
                <a:ea typeface="IBM Plex Sans"/>
                <a:cs typeface="IBM Plex Sans"/>
                <a:sym typeface="IBM Plex Sans" panose="020B0503050203000203" pitchFamily="34" charset="0"/>
              </a:rPr>
              <a:t>.</a:t>
            </a:r>
            <a:r>
              <a:rPr lang="en-US" b="1" i="0" u="none" strike="noStrike" cap="none" noProof="0">
                <a:solidFill>
                  <a:schemeClr val="lt1"/>
                </a:solidFill>
                <a:latin typeface="IBM Plex Sans"/>
                <a:ea typeface="IBM Plex Sans"/>
                <a:cs typeface="IBM Plex Sans"/>
                <a:sym typeface="IBM Plex Sans" panose="020B0503050203000203" pitchFamily="34" charset="0"/>
              </a:rPr>
              <a:t> </a:t>
            </a:r>
            <a:r>
              <a:rPr lang="en-US" b="1">
                <a:solidFill>
                  <a:schemeClr val="lt1"/>
                </a:solidFill>
                <a:latin typeface="IBM Plex Sans"/>
                <a:ea typeface="IBM Plex Sans"/>
                <a:cs typeface="IBM Plex Sans"/>
                <a:sym typeface="IBM Plex Sans" panose="020B0503050203000203" pitchFamily="34" charset="0"/>
              </a:rPr>
              <a:t>2024</a:t>
            </a:r>
            <a:r>
              <a:rPr lang="en-US" b="1" baseline="30000">
                <a:solidFill>
                  <a:schemeClr val="lt1"/>
                </a:solidFill>
                <a:latin typeface="IBM Plex Sans"/>
                <a:ea typeface="IBM Plex Sans"/>
                <a:cs typeface="IBM Plex Sans"/>
                <a:sym typeface="IBM Plex Sans" panose="020B0503050203000203" pitchFamily="34" charset="0"/>
              </a:rPr>
              <a:t>1–10</a:t>
            </a:r>
            <a:endParaRPr lang="en-US" b="1" i="0" u="none" strike="noStrike" cap="none" baseline="30000" noProof="0">
              <a:solidFill>
                <a:schemeClr val="lt1"/>
              </a:solidFill>
              <a:latin typeface="IBM Plex Sans"/>
              <a:ea typeface="IBM Plex Sans"/>
              <a:cs typeface="IBM Plex Sans"/>
              <a:sym typeface="IBM Plex Sans" panose="020B0503050203000203" pitchFamily="34" charset="0"/>
            </a:endParaRPr>
          </a:p>
        </p:txBody>
      </p:sp>
      <p:sp>
        <p:nvSpPr>
          <p:cNvPr id="27" name="Google Shape;372;p24">
            <a:extLst>
              <a:ext uri="{FF2B5EF4-FFF2-40B4-BE49-F238E27FC236}">
                <a16:creationId xmlns:a16="http://schemas.microsoft.com/office/drawing/2014/main" id="{67D7685B-770D-8775-F050-1BB505F54E8E}"/>
              </a:ext>
            </a:extLst>
          </p:cNvPr>
          <p:cNvSpPr txBox="1"/>
          <p:nvPr/>
        </p:nvSpPr>
        <p:spPr>
          <a:xfrm>
            <a:off x="420595" y="5837843"/>
            <a:ext cx="11350811" cy="461624"/>
          </a:xfrm>
          <a:prstGeom prst="rect">
            <a:avLst/>
          </a:prstGeom>
          <a:solidFill>
            <a:srgbClr val="00B050">
              <a:alpha val="49019"/>
            </a:srgbClr>
          </a:solidFill>
          <a:ln>
            <a:noFill/>
          </a:ln>
        </p:spPr>
        <p:txBody>
          <a:bodyPr spcFirstLastPara="1" wrap="square" lIns="91425" tIns="45700" rIns="91425" bIns="45700" anchor="ctr" anchorCtr="0">
            <a:noAutofit/>
          </a:bodyPr>
          <a:lstStyle/>
          <a:p>
            <a:pPr algn="ctr">
              <a:buSzPts val="1600"/>
            </a:pPr>
            <a:r>
              <a:rPr lang="en-US" b="1" noProof="0">
                <a:solidFill>
                  <a:schemeClr val="tx1"/>
                </a:solidFill>
                <a:latin typeface="IBM Plex Sans"/>
                <a:ea typeface="IBM Plex Sans"/>
                <a:cs typeface="IBM Plex Sans"/>
                <a:sym typeface="IBM Plex Sans" panose="020B0503050203000203" pitchFamily="34" charset="0"/>
              </a:rPr>
              <a:t>CTRs in the U.S. appear more resilient than in other regions, suggesting earlier stabilization as AI Overviews mature; this dynamic is used to estimate future revenue impacts</a:t>
            </a:r>
            <a:endParaRPr lang="en-US" b="1" noProof="0">
              <a:solidFill>
                <a:schemeClr val="tx1"/>
              </a:solidFill>
              <a:latin typeface="IBM Plex Sans"/>
              <a:ea typeface="IBM Plex Sans"/>
              <a:cs typeface="IBM Plex Sans"/>
            </a:endParaRPr>
          </a:p>
        </p:txBody>
      </p:sp>
      <p:sp>
        <p:nvSpPr>
          <p:cNvPr id="34" name="Google Shape;368;p24">
            <a:extLst>
              <a:ext uri="{FF2B5EF4-FFF2-40B4-BE49-F238E27FC236}">
                <a16:creationId xmlns:a16="http://schemas.microsoft.com/office/drawing/2014/main" id="{856A26B9-2270-1E1E-AE74-86D51EDCF93A}"/>
              </a:ext>
            </a:extLst>
          </p:cNvPr>
          <p:cNvSpPr/>
          <p:nvPr/>
        </p:nvSpPr>
        <p:spPr>
          <a:xfrm>
            <a:off x="9191625" y="1421128"/>
            <a:ext cx="257977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lt1"/>
                </a:solidFill>
                <a:latin typeface="IBM Plex Sans" panose="020B0503050203000203" pitchFamily="34" charset="0"/>
                <a:ea typeface="IBM Plex Sans"/>
                <a:cs typeface="IBM Plex Sans"/>
                <a:sym typeface="IBM Plex Sans" panose="020B0503050203000203" pitchFamily="34" charset="0"/>
              </a:rPr>
              <a:t>Insights from research</a:t>
            </a:r>
          </a:p>
        </p:txBody>
      </p:sp>
      <p:graphicFrame>
        <p:nvGraphicFramePr>
          <p:cNvPr id="29" name="Chart 28">
            <a:extLst>
              <a:ext uri="{FF2B5EF4-FFF2-40B4-BE49-F238E27FC236}">
                <a16:creationId xmlns:a16="http://schemas.microsoft.com/office/drawing/2014/main" id="{1D2C70BA-F2D9-B37B-6C1C-2AC754D8E4CA}"/>
              </a:ext>
            </a:extLst>
          </p:cNvPr>
          <p:cNvGraphicFramePr/>
          <p:nvPr/>
        </p:nvGraphicFramePr>
        <p:xfrm>
          <a:off x="861060" y="1861792"/>
          <a:ext cx="8149589" cy="1779647"/>
        </p:xfrm>
        <a:graphic>
          <a:graphicData uri="http://schemas.openxmlformats.org/drawingml/2006/chart">
            <c:chart xmlns:c="http://schemas.openxmlformats.org/drawingml/2006/chart" xmlns:r="http://schemas.openxmlformats.org/officeDocument/2006/relationships" r:id="rId6"/>
          </a:graphicData>
        </a:graphic>
      </p:graphicFrame>
      <p:cxnSp>
        <p:nvCxnSpPr>
          <p:cNvPr id="38" name="Straight Arrow Connector 37">
            <a:extLst>
              <a:ext uri="{FF2B5EF4-FFF2-40B4-BE49-F238E27FC236}">
                <a16:creationId xmlns:a16="http://schemas.microsoft.com/office/drawing/2014/main" id="{241A18D8-0D9D-3DFB-1647-9D5C2EE99515}"/>
              </a:ext>
            </a:extLst>
          </p:cNvPr>
          <p:cNvCxnSpPr>
            <a:cxnSpLocks/>
          </p:cNvCxnSpPr>
          <p:nvPr/>
        </p:nvCxnSpPr>
        <p:spPr>
          <a:xfrm>
            <a:off x="861969" y="2059611"/>
            <a:ext cx="4019313"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Google Shape;368;p24">
            <a:extLst>
              <a:ext uri="{FF2B5EF4-FFF2-40B4-BE49-F238E27FC236}">
                <a16:creationId xmlns:a16="http://schemas.microsoft.com/office/drawing/2014/main" id="{DCCB2C3C-66BD-8D67-CBB1-CE30127E5FE7}"/>
              </a:ext>
            </a:extLst>
          </p:cNvPr>
          <p:cNvSpPr/>
          <p:nvPr/>
        </p:nvSpPr>
        <p:spPr>
          <a:xfrm>
            <a:off x="2690313" y="1939690"/>
            <a:ext cx="791532" cy="23984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Desktop</a:t>
            </a:r>
            <a:endParaRPr lang="en-US" sz="12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40" name="Google Shape;368;p24">
            <a:extLst>
              <a:ext uri="{FF2B5EF4-FFF2-40B4-BE49-F238E27FC236}">
                <a16:creationId xmlns:a16="http://schemas.microsoft.com/office/drawing/2014/main" id="{D565590A-439E-4E0F-C67B-A5B80F76CF3A}"/>
              </a:ext>
            </a:extLst>
          </p:cNvPr>
          <p:cNvSpPr/>
          <p:nvPr/>
        </p:nvSpPr>
        <p:spPr>
          <a:xfrm>
            <a:off x="3651552" y="1845787"/>
            <a:ext cx="1045965" cy="20526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a:ea typeface="IBM Plex Sans"/>
                <a:cs typeface="IBM Plex Sans"/>
                <a:sym typeface="IBM Plex Sans" panose="020B0503050203000203" pitchFamily="34" charset="0"/>
              </a:rPr>
              <a:t>Avg: -0.5%</a:t>
            </a:r>
            <a:endParaRPr lang="en-US" sz="1200" b="1" i="0" u="none" strike="noStrike" cap="none" noProof="0">
              <a:solidFill>
                <a:schemeClr val="tx1"/>
              </a:solidFill>
              <a:latin typeface="IBM Plex Sans"/>
              <a:ea typeface="IBM Plex Sans"/>
              <a:cs typeface="IBM Plex Sans"/>
              <a:sym typeface="IBM Plex Sans" panose="020B0503050203000203" pitchFamily="34" charset="0"/>
            </a:endParaRPr>
          </a:p>
        </p:txBody>
      </p:sp>
      <p:cxnSp>
        <p:nvCxnSpPr>
          <p:cNvPr id="49" name="Straight Arrow Connector 48">
            <a:extLst>
              <a:ext uri="{FF2B5EF4-FFF2-40B4-BE49-F238E27FC236}">
                <a16:creationId xmlns:a16="http://schemas.microsoft.com/office/drawing/2014/main" id="{8B72C373-1A4E-58D1-AE15-EB1E713452C8}"/>
              </a:ext>
            </a:extLst>
          </p:cNvPr>
          <p:cNvCxnSpPr>
            <a:cxnSpLocks/>
          </p:cNvCxnSpPr>
          <p:nvPr/>
        </p:nvCxnSpPr>
        <p:spPr>
          <a:xfrm>
            <a:off x="4988859" y="2059611"/>
            <a:ext cx="4021790"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Google Shape;368;p24">
            <a:extLst>
              <a:ext uri="{FF2B5EF4-FFF2-40B4-BE49-F238E27FC236}">
                <a16:creationId xmlns:a16="http://schemas.microsoft.com/office/drawing/2014/main" id="{25714906-6944-486A-54BC-8FC7B53FDDBA}"/>
              </a:ext>
            </a:extLst>
          </p:cNvPr>
          <p:cNvSpPr/>
          <p:nvPr/>
        </p:nvSpPr>
        <p:spPr>
          <a:xfrm>
            <a:off x="6864348" y="1939690"/>
            <a:ext cx="682628" cy="23984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Mobile</a:t>
            </a:r>
            <a:endParaRPr lang="en-US" sz="12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51" name="Google Shape;368;p24">
            <a:extLst>
              <a:ext uri="{FF2B5EF4-FFF2-40B4-BE49-F238E27FC236}">
                <a16:creationId xmlns:a16="http://schemas.microsoft.com/office/drawing/2014/main" id="{F1EF0E94-9B2A-5D1E-6F29-1EE3D14EDCAF}"/>
              </a:ext>
            </a:extLst>
          </p:cNvPr>
          <p:cNvSpPr/>
          <p:nvPr/>
        </p:nvSpPr>
        <p:spPr>
          <a:xfrm>
            <a:off x="7740849" y="1845787"/>
            <a:ext cx="1100186" cy="20526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a:ea typeface="IBM Plex Sans"/>
                <a:cs typeface="IBM Plex Sans"/>
                <a:sym typeface="IBM Plex Sans" panose="020B0503050203000203" pitchFamily="34" charset="0"/>
              </a:rPr>
              <a:t>Avg: +1.6%</a:t>
            </a:r>
            <a:endParaRPr lang="en-US" sz="1200" b="1" i="0" u="none" strike="noStrike" cap="none" noProof="0">
              <a:solidFill>
                <a:schemeClr val="tx1"/>
              </a:solidFill>
              <a:latin typeface="IBM Plex Sans"/>
              <a:ea typeface="IBM Plex Sans"/>
              <a:cs typeface="IBM Plex Sans"/>
              <a:sym typeface="IBM Plex Sans" panose="020B0503050203000203" pitchFamily="34" charset="0"/>
            </a:endParaRPr>
          </a:p>
        </p:txBody>
      </p:sp>
      <p:graphicFrame>
        <p:nvGraphicFramePr>
          <p:cNvPr id="57" name="Chart 56">
            <a:extLst>
              <a:ext uri="{FF2B5EF4-FFF2-40B4-BE49-F238E27FC236}">
                <a16:creationId xmlns:a16="http://schemas.microsoft.com/office/drawing/2014/main" id="{A3259C5B-A19D-F096-BC86-2FCBA1C3D61F}"/>
              </a:ext>
            </a:extLst>
          </p:cNvPr>
          <p:cNvGraphicFramePr/>
          <p:nvPr/>
        </p:nvGraphicFramePr>
        <p:xfrm>
          <a:off x="861060" y="3785911"/>
          <a:ext cx="8149589" cy="1779647"/>
        </p:xfrm>
        <a:graphic>
          <a:graphicData uri="http://schemas.openxmlformats.org/drawingml/2006/chart">
            <c:chart xmlns:c="http://schemas.openxmlformats.org/drawingml/2006/chart" xmlns:r="http://schemas.openxmlformats.org/officeDocument/2006/relationships" r:id="rId7"/>
          </a:graphicData>
        </a:graphic>
      </p:graphicFrame>
      <p:grpSp>
        <p:nvGrpSpPr>
          <p:cNvPr id="73" name="Group 72">
            <a:extLst>
              <a:ext uri="{FF2B5EF4-FFF2-40B4-BE49-F238E27FC236}">
                <a16:creationId xmlns:a16="http://schemas.microsoft.com/office/drawing/2014/main" id="{B767EE23-5884-0407-C3B5-3A54FB054752}"/>
              </a:ext>
            </a:extLst>
          </p:cNvPr>
          <p:cNvGrpSpPr/>
          <p:nvPr/>
        </p:nvGrpSpPr>
        <p:grpSpPr>
          <a:xfrm>
            <a:off x="928644" y="3735196"/>
            <a:ext cx="8082005" cy="348033"/>
            <a:chOff x="928644" y="5166943"/>
            <a:chExt cx="8082005" cy="348033"/>
          </a:xfrm>
        </p:grpSpPr>
        <p:cxnSp>
          <p:nvCxnSpPr>
            <p:cNvPr id="63" name="Straight Arrow Connector 62">
              <a:extLst>
                <a:ext uri="{FF2B5EF4-FFF2-40B4-BE49-F238E27FC236}">
                  <a16:creationId xmlns:a16="http://schemas.microsoft.com/office/drawing/2014/main" id="{7F66D25F-44EC-2F12-7C69-CAB3193D299D}"/>
                </a:ext>
              </a:extLst>
            </p:cNvPr>
            <p:cNvCxnSpPr>
              <a:cxnSpLocks/>
            </p:cNvCxnSpPr>
            <p:nvPr/>
          </p:nvCxnSpPr>
          <p:spPr>
            <a:xfrm>
              <a:off x="928644" y="5395056"/>
              <a:ext cx="4919706"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Google Shape;368;p24">
              <a:extLst>
                <a:ext uri="{FF2B5EF4-FFF2-40B4-BE49-F238E27FC236}">
                  <a16:creationId xmlns:a16="http://schemas.microsoft.com/office/drawing/2014/main" id="{751C2CE3-154B-2E5C-CEED-3AD3A1B057C2}"/>
                </a:ext>
              </a:extLst>
            </p:cNvPr>
            <p:cNvSpPr/>
            <p:nvPr/>
          </p:nvSpPr>
          <p:spPr>
            <a:xfrm>
              <a:off x="2992731" y="5275135"/>
              <a:ext cx="791532" cy="23984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Desktop</a:t>
              </a:r>
              <a:endParaRPr lang="en-US" sz="12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65" name="Google Shape;368;p24">
              <a:extLst>
                <a:ext uri="{FF2B5EF4-FFF2-40B4-BE49-F238E27FC236}">
                  <a16:creationId xmlns:a16="http://schemas.microsoft.com/office/drawing/2014/main" id="{1BEE9CE7-9973-8FBB-C5DC-2A58C0002F45}"/>
                </a:ext>
              </a:extLst>
            </p:cNvPr>
            <p:cNvSpPr/>
            <p:nvPr/>
          </p:nvSpPr>
          <p:spPr>
            <a:xfrm>
              <a:off x="4411527" y="5179517"/>
              <a:ext cx="1267646" cy="192687"/>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a:ea typeface="IBM Plex Sans"/>
                  <a:cs typeface="IBM Plex Sans"/>
                  <a:sym typeface="IBM Plex Sans" panose="020B0503050203000203" pitchFamily="34" charset="0"/>
                </a:rPr>
                <a:t>Avg: -10.6%</a:t>
              </a:r>
              <a:endParaRPr lang="en-US" sz="1200" b="1" i="0" u="none" strike="noStrike" cap="none" noProof="0">
                <a:solidFill>
                  <a:schemeClr val="tx1"/>
                </a:solidFill>
                <a:latin typeface="IBM Plex Sans"/>
                <a:ea typeface="IBM Plex Sans"/>
                <a:cs typeface="IBM Plex Sans"/>
                <a:sym typeface="IBM Plex Sans" panose="020B0503050203000203" pitchFamily="34" charset="0"/>
              </a:endParaRPr>
            </a:p>
          </p:txBody>
        </p:sp>
        <p:cxnSp>
          <p:nvCxnSpPr>
            <p:cNvPr id="60" name="Straight Arrow Connector 59">
              <a:extLst>
                <a:ext uri="{FF2B5EF4-FFF2-40B4-BE49-F238E27FC236}">
                  <a16:creationId xmlns:a16="http://schemas.microsoft.com/office/drawing/2014/main" id="{E0BECB22-1541-587C-C6F9-589E514755CF}"/>
                </a:ext>
              </a:extLst>
            </p:cNvPr>
            <p:cNvCxnSpPr>
              <a:cxnSpLocks/>
            </p:cNvCxnSpPr>
            <p:nvPr/>
          </p:nvCxnSpPr>
          <p:spPr>
            <a:xfrm>
              <a:off x="5899150" y="5395056"/>
              <a:ext cx="3111499"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Google Shape;368;p24">
              <a:extLst>
                <a:ext uri="{FF2B5EF4-FFF2-40B4-BE49-F238E27FC236}">
                  <a16:creationId xmlns:a16="http://schemas.microsoft.com/office/drawing/2014/main" id="{C000AD8E-76F7-BFBE-D541-E41C11BC73F3}"/>
                </a:ext>
              </a:extLst>
            </p:cNvPr>
            <p:cNvSpPr/>
            <p:nvPr/>
          </p:nvSpPr>
          <p:spPr>
            <a:xfrm>
              <a:off x="7113585" y="5275135"/>
              <a:ext cx="682628" cy="23984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Mobile</a:t>
              </a:r>
              <a:endParaRPr lang="en-US" sz="12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62" name="Google Shape;368;p24">
              <a:extLst>
                <a:ext uri="{FF2B5EF4-FFF2-40B4-BE49-F238E27FC236}">
                  <a16:creationId xmlns:a16="http://schemas.microsoft.com/office/drawing/2014/main" id="{DFE3CE05-55A6-7C94-5B33-32F95A561256}"/>
                </a:ext>
              </a:extLst>
            </p:cNvPr>
            <p:cNvSpPr/>
            <p:nvPr/>
          </p:nvSpPr>
          <p:spPr>
            <a:xfrm>
              <a:off x="7730823" y="5166943"/>
              <a:ext cx="1100186" cy="20526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a:ea typeface="IBM Plex Sans"/>
                  <a:cs typeface="IBM Plex Sans"/>
                  <a:sym typeface="IBM Plex Sans" panose="020B0503050203000203" pitchFamily="34" charset="0"/>
                </a:rPr>
                <a:t>Avg: -0.5%</a:t>
              </a:r>
              <a:endParaRPr lang="en-US" sz="1200" b="1" i="0" u="none" strike="noStrike" cap="none" noProof="0">
                <a:solidFill>
                  <a:schemeClr val="tx1"/>
                </a:solidFill>
                <a:latin typeface="IBM Plex Sans"/>
                <a:ea typeface="IBM Plex Sans"/>
                <a:cs typeface="IBM Plex Sans"/>
                <a:sym typeface="IBM Plex Sans" panose="020B0503050203000203" pitchFamily="34" charset="0"/>
              </a:endParaRPr>
            </a:p>
          </p:txBody>
        </p:sp>
      </p:grpSp>
      <p:cxnSp>
        <p:nvCxnSpPr>
          <p:cNvPr id="8" name="Straight Connector 7">
            <a:extLst>
              <a:ext uri="{FF2B5EF4-FFF2-40B4-BE49-F238E27FC236}">
                <a16:creationId xmlns:a16="http://schemas.microsoft.com/office/drawing/2014/main" id="{4668692B-2E4A-93E7-979F-E550BA8BA18F}"/>
              </a:ext>
            </a:extLst>
          </p:cNvPr>
          <p:cNvCxnSpPr/>
          <p:nvPr/>
        </p:nvCxnSpPr>
        <p:spPr>
          <a:xfrm>
            <a:off x="420594" y="3659742"/>
            <a:ext cx="8590054"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Google Shape;1171;g3b0a07b424d_1_872">
            <a:extLst>
              <a:ext uri="{FF2B5EF4-FFF2-40B4-BE49-F238E27FC236}">
                <a16:creationId xmlns:a16="http://schemas.microsoft.com/office/drawing/2014/main" id="{86ECD12A-F906-088D-BD23-81EAFB184FB9}"/>
              </a:ext>
            </a:extLst>
          </p:cNvPr>
          <p:cNvSpPr txBox="1"/>
          <p:nvPr/>
        </p:nvSpPr>
        <p:spPr>
          <a:xfrm>
            <a:off x="368300" y="6392131"/>
            <a:ext cx="9585900"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Calibri"/>
                <a:cs typeface="Calibri"/>
                <a:sym typeface="Calibri"/>
              </a:rPr>
              <a:t>Sources</a:t>
            </a:r>
            <a:r>
              <a:rPr lang="en-US" sz="700" b="1" i="0" u="none" strike="noStrike" cap="none" noProof="0">
                <a:solidFill>
                  <a:srgbClr val="7F7F7F"/>
                </a:solidFill>
                <a:latin typeface="IBM Plex Sans"/>
                <a:ea typeface="Calibri"/>
                <a:cs typeface="Calibri"/>
                <a:sym typeface="Calibri"/>
              </a:rPr>
              <a:t>: </a:t>
            </a:r>
            <a:r>
              <a:rPr lang="en-US" sz="700" b="0" i="0" u="none" strike="noStrike" cap="none" noProof="0">
                <a:solidFill>
                  <a:srgbClr val="7F7F7F"/>
                </a:solidFill>
                <a:latin typeface="IBM Plex Sans"/>
                <a:ea typeface="Calibri"/>
                <a:cs typeface="Calibri"/>
                <a:sym typeface="Calibri"/>
              </a:rPr>
              <a:t>(1) </a:t>
            </a:r>
            <a:r>
              <a:rPr lang="en-US" sz="700" b="0" i="0" u="sng" strike="noStrike" cap="none" noProof="0" err="1">
                <a:solidFill>
                  <a:srgbClr val="7F7F7F"/>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WordStream</a:t>
            </a:r>
            <a:r>
              <a:rPr lang="en-US" sz="700" b="0" i="0" u="none" strike="noStrike" cap="none" noProof="0">
                <a:solidFill>
                  <a:srgbClr val="7F7F7F"/>
                </a:solidFill>
                <a:latin typeface="IBM Plex Sans"/>
                <a:ea typeface="Calibri"/>
                <a:cs typeface="Calibri"/>
                <a:sym typeface="Calibri"/>
              </a:rPr>
              <a:t>, (2) </a:t>
            </a:r>
            <a:r>
              <a:rPr lang="en-US" sz="700" b="0" i="0" u="sng" strike="noStrike" cap="none" noProof="0">
                <a:solidFill>
                  <a:srgbClr val="7F7F7F"/>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360OM</a:t>
            </a:r>
            <a:r>
              <a:rPr lang="en-US" sz="700" b="0" i="0" u="none" strike="noStrike" cap="none" noProof="0">
                <a:solidFill>
                  <a:srgbClr val="7F7F7F"/>
                </a:solidFill>
                <a:latin typeface="IBM Plex Sans"/>
                <a:ea typeface="Calibri"/>
                <a:cs typeface="Calibri"/>
                <a:sym typeface="Calibri"/>
              </a:rPr>
              <a:t>, (3) </a:t>
            </a:r>
            <a:r>
              <a:rPr lang="en-US" sz="700" b="0" i="0" u="sng" strike="noStrike" cap="none" noProof="0">
                <a:solidFill>
                  <a:srgbClr val="7F7F7F"/>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Seer Interactive</a:t>
            </a:r>
            <a:r>
              <a:rPr lang="en-US" sz="700" b="0" i="0" u="none" strike="noStrike" cap="none" noProof="0">
                <a:solidFill>
                  <a:srgbClr val="7F7F7F"/>
                </a:solidFill>
                <a:latin typeface="IBM Plex Sans"/>
                <a:ea typeface="Calibri"/>
                <a:cs typeface="Calibri"/>
                <a:sym typeface="Calibri"/>
              </a:rPr>
              <a:t>, (4) </a:t>
            </a:r>
            <a:r>
              <a:rPr lang="en-US" sz="700" b="0" i="0" u="sng" strike="noStrike" cap="none" noProof="0">
                <a:solidFill>
                  <a:srgbClr val="7F7F7F"/>
                </a:solidFill>
                <a:latin typeface="IBM Plex Sans"/>
                <a:ea typeface="Calibri"/>
                <a:cs typeface="Calibri"/>
                <a:sym typeface="Calibri"/>
                <a:hlinkClick r:id="rId11">
                  <a:extLst>
                    <a:ext uri="{A12FA001-AC4F-418D-AE19-62706E023703}">
                      <ahyp:hlinkClr xmlns:ahyp="http://schemas.microsoft.com/office/drawing/2018/hyperlinkcolor" val="tx"/>
                    </a:ext>
                  </a:extLst>
                </a:hlinkClick>
              </a:rPr>
              <a:t>Advanced Web Ranking</a:t>
            </a:r>
            <a:r>
              <a:rPr lang="en-US" sz="700" b="0" i="0" u="none" strike="noStrike" cap="none" noProof="0">
                <a:solidFill>
                  <a:srgbClr val="7F7F7F"/>
                </a:solidFill>
                <a:latin typeface="IBM Plex Sans"/>
                <a:ea typeface="Calibri"/>
                <a:cs typeface="Calibri"/>
                <a:sym typeface="Calibri"/>
              </a:rPr>
              <a:t>, (5) </a:t>
            </a:r>
            <a:r>
              <a:rPr lang="en-US" sz="700" b="0" i="0" u="sng" strike="noStrike" cap="none" noProof="0">
                <a:solidFill>
                  <a:srgbClr val="7F7F7F"/>
                </a:solidFill>
                <a:latin typeface="IBM Plex Sans"/>
                <a:ea typeface="Calibri"/>
                <a:cs typeface="Calibri"/>
                <a:sym typeface="Calibri"/>
                <a:hlinkClick r:id="rId12">
                  <a:extLst>
                    <a:ext uri="{A12FA001-AC4F-418D-AE19-62706E023703}">
                      <ahyp:hlinkClr xmlns:ahyp="http://schemas.microsoft.com/office/drawing/2018/hyperlinkcolor" val="tx"/>
                    </a:ext>
                  </a:extLst>
                </a:hlinkClick>
              </a:rPr>
              <a:t>Focus Digital</a:t>
            </a:r>
            <a:r>
              <a:rPr lang="en-US" sz="700" b="0" i="0" u="none" strike="noStrike" cap="none" noProof="0">
                <a:solidFill>
                  <a:srgbClr val="7F7F7F"/>
                </a:solidFill>
                <a:latin typeface="IBM Plex Sans"/>
                <a:ea typeface="Calibri"/>
                <a:cs typeface="Calibri"/>
                <a:sym typeface="Calibri"/>
              </a:rPr>
              <a:t>, (6) </a:t>
            </a:r>
            <a:r>
              <a:rPr lang="en-US" sz="700" b="0" i="0" u="sng" strike="noStrike" cap="none" noProof="0">
                <a:solidFill>
                  <a:srgbClr val="7F7F7F"/>
                </a:solidFill>
                <a:latin typeface="IBM Plex Sans"/>
                <a:ea typeface="Calibri"/>
                <a:cs typeface="Calibri"/>
                <a:sym typeface="Calibri"/>
                <a:hlinkClick r:id="rId13">
                  <a:extLst>
                    <a:ext uri="{A12FA001-AC4F-418D-AE19-62706E023703}">
                      <ahyp:hlinkClr xmlns:ahyp="http://schemas.microsoft.com/office/drawing/2018/hyperlinkcolor" val="tx"/>
                    </a:ext>
                  </a:extLst>
                </a:hlinkClick>
              </a:rPr>
              <a:t>Dentsu</a:t>
            </a:r>
            <a:r>
              <a:rPr lang="en-US" sz="700" b="0" i="0" u="none" strike="noStrike" cap="none" noProof="0">
                <a:solidFill>
                  <a:srgbClr val="7F7F7F"/>
                </a:solidFill>
                <a:latin typeface="IBM Plex Sans"/>
                <a:ea typeface="Calibri"/>
                <a:cs typeface="Calibri"/>
                <a:sym typeface="Calibri"/>
              </a:rPr>
              <a:t>, (7) </a:t>
            </a:r>
            <a:r>
              <a:rPr lang="en-US" sz="700" b="0" i="0" u="sng" strike="noStrike" cap="none" noProof="0" err="1">
                <a:solidFill>
                  <a:srgbClr val="7F7F7F"/>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Karooya</a:t>
            </a:r>
            <a:r>
              <a:rPr lang="en-US" sz="700" b="0" i="0" u="none" strike="noStrike" cap="none" noProof="0">
                <a:solidFill>
                  <a:srgbClr val="7F7F7F"/>
                </a:solidFill>
                <a:latin typeface="IBM Plex Sans"/>
                <a:ea typeface="Calibri"/>
                <a:cs typeface="Calibri"/>
                <a:sym typeface="Calibri"/>
              </a:rPr>
              <a:t>, (8) </a:t>
            </a:r>
            <a:r>
              <a:rPr lang="en-US" sz="700" b="0" i="0" u="sng" strike="noStrike" cap="none" noProof="0" err="1">
                <a:solidFill>
                  <a:srgbClr val="7F7F7F"/>
                </a:solidFill>
                <a:latin typeface="IBM Plex Sans"/>
                <a:ea typeface="Calibri"/>
                <a:cs typeface="Calibri"/>
                <a:sym typeface="Calibri"/>
                <a:hlinkClick r:id="rId15">
                  <a:extLst>
                    <a:ext uri="{A12FA001-AC4F-418D-AE19-62706E023703}">
                      <ahyp:hlinkClr xmlns:ahyp="http://schemas.microsoft.com/office/drawing/2018/hyperlinkcolor" val="tx"/>
                    </a:ext>
                  </a:extLst>
                </a:hlinkClick>
              </a:rPr>
              <a:t>Mordon</a:t>
            </a:r>
            <a:r>
              <a:rPr lang="en-US" sz="700" b="0" i="0" u="sng" strike="noStrike" cap="none" noProof="0">
                <a:solidFill>
                  <a:srgbClr val="7F7F7F"/>
                </a:solidFill>
                <a:latin typeface="IBM Plex Sans"/>
                <a:ea typeface="Calibri"/>
                <a:cs typeface="Calibri"/>
                <a:sym typeface="Calibri"/>
                <a:hlinkClick r:id="rId15">
                  <a:extLst>
                    <a:ext uri="{A12FA001-AC4F-418D-AE19-62706E023703}">
                      <ahyp:hlinkClr xmlns:ahyp="http://schemas.microsoft.com/office/drawing/2018/hyperlinkcolor" val="tx"/>
                    </a:ext>
                  </a:extLst>
                </a:hlinkClick>
              </a:rPr>
              <a:t> </a:t>
            </a:r>
            <a:r>
              <a:rPr lang="en-US" sz="700" b="0" i="0" u="sng" strike="noStrike" cap="none" noProof="0" err="1">
                <a:solidFill>
                  <a:srgbClr val="7F7F7F"/>
                </a:solidFill>
                <a:latin typeface="IBM Plex Sans"/>
                <a:ea typeface="Calibri"/>
                <a:cs typeface="Calibri"/>
                <a:sym typeface="Calibri"/>
                <a:hlinkClick r:id="rId15">
                  <a:extLst>
                    <a:ext uri="{A12FA001-AC4F-418D-AE19-62706E023703}">
                      <ahyp:hlinkClr xmlns:ahyp="http://schemas.microsoft.com/office/drawing/2018/hyperlinkcolor" val="tx"/>
                    </a:ext>
                  </a:extLst>
                </a:hlinkClick>
              </a:rPr>
              <a:t>Inteligence</a:t>
            </a:r>
            <a:r>
              <a:rPr lang="en-US" sz="700" b="0" i="0" u="none" strike="noStrike" cap="none" noProof="0">
                <a:solidFill>
                  <a:srgbClr val="7F7F7F"/>
                </a:solidFill>
                <a:latin typeface="IBM Plex Sans"/>
                <a:ea typeface="Calibri"/>
                <a:cs typeface="Calibri"/>
                <a:sym typeface="Calibri"/>
              </a:rPr>
              <a:t>, (9) </a:t>
            </a:r>
            <a:r>
              <a:rPr lang="en-US" sz="700" b="0" i="0" u="sng" strike="noStrike" cap="none" noProof="0" err="1">
                <a:solidFill>
                  <a:srgbClr val="7F7F7F"/>
                </a:solidFill>
                <a:latin typeface="IBM Plex Sans"/>
                <a:ea typeface="Calibri"/>
                <a:cs typeface="Calibri"/>
                <a:sym typeface="Calibri"/>
                <a:hlinkClick r:id="rId16">
                  <a:extLst>
                    <a:ext uri="{A12FA001-AC4F-418D-AE19-62706E023703}">
                      <ahyp:hlinkClr xmlns:ahyp="http://schemas.microsoft.com/office/drawing/2018/hyperlinkcolor" val="tx"/>
                    </a:ext>
                  </a:extLst>
                </a:hlinkClick>
              </a:rPr>
              <a:t>Semrush</a:t>
            </a:r>
            <a:r>
              <a:rPr lang="en-US" sz="700" b="0" i="0" u="none" strike="noStrike" cap="none" noProof="0">
                <a:solidFill>
                  <a:srgbClr val="7F7F7F"/>
                </a:solidFill>
                <a:latin typeface="IBM Plex Sans"/>
                <a:ea typeface="Calibri"/>
                <a:cs typeface="Calibri"/>
                <a:sym typeface="Calibri"/>
              </a:rPr>
              <a:t>, (10) </a:t>
            </a:r>
            <a:r>
              <a:rPr lang="en-US" sz="700" b="0" i="0" u="sng" strike="noStrike" cap="none" noProof="0">
                <a:solidFill>
                  <a:srgbClr val="7F7F7F"/>
                </a:solidFill>
                <a:latin typeface="IBM Plex Sans"/>
                <a:ea typeface="Calibri"/>
                <a:cs typeface="Calibri"/>
                <a:sym typeface="Calibri"/>
                <a:hlinkClick r:id="rId17">
                  <a:extLst>
                    <a:ext uri="{A12FA001-AC4F-418D-AE19-62706E023703}">
                      <ahyp:hlinkClr xmlns:ahyp="http://schemas.microsoft.com/office/drawing/2018/hyperlinkcolor" val="tx"/>
                    </a:ext>
                  </a:extLst>
                </a:hlinkClick>
              </a:rPr>
              <a:t>SQ Magazine </a:t>
            </a:r>
            <a:endParaRPr lang="en-US" sz="700" b="0" i="0" u="none" strike="noStrike" cap="none" noProof="0">
              <a:solidFill>
                <a:srgbClr val="7F7F7F"/>
              </a:solidFill>
              <a:latin typeface="IBM Plex Sans"/>
              <a:ea typeface="Calibri"/>
              <a:cs typeface="Calibri"/>
            </a:endParaRPr>
          </a:p>
        </p:txBody>
      </p:sp>
      <p:cxnSp>
        <p:nvCxnSpPr>
          <p:cNvPr id="16" name="Straight Connector 15">
            <a:extLst>
              <a:ext uri="{FF2B5EF4-FFF2-40B4-BE49-F238E27FC236}">
                <a16:creationId xmlns:a16="http://schemas.microsoft.com/office/drawing/2014/main" id="{4717036A-86DA-2051-4349-F1113A94B273}"/>
              </a:ext>
            </a:extLst>
          </p:cNvPr>
          <p:cNvCxnSpPr/>
          <p:nvPr/>
        </p:nvCxnSpPr>
        <p:spPr>
          <a:xfrm flipV="1">
            <a:off x="4948518" y="2073058"/>
            <a:ext cx="0" cy="1120364"/>
          </a:xfrm>
          <a:prstGeom prst="line">
            <a:avLst/>
          </a:prstGeom>
          <a:ln>
            <a:solidFill>
              <a:schemeClr val="tx2">
                <a:lumMod val="9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BCBC275-9265-ED60-F5F6-9E0B3977E628}"/>
              </a:ext>
            </a:extLst>
          </p:cNvPr>
          <p:cNvCxnSpPr/>
          <p:nvPr/>
        </p:nvCxnSpPr>
        <p:spPr>
          <a:xfrm flipV="1">
            <a:off x="5848350" y="4083229"/>
            <a:ext cx="0" cy="1120364"/>
          </a:xfrm>
          <a:prstGeom prst="line">
            <a:avLst/>
          </a:prstGeom>
          <a:ln>
            <a:solidFill>
              <a:schemeClr val="tx2">
                <a:lumMod val="90000"/>
              </a:schemeClr>
            </a:solidFill>
          </a:ln>
        </p:spPr>
        <p:style>
          <a:lnRef idx="1">
            <a:schemeClr val="accent1"/>
          </a:lnRef>
          <a:fillRef idx="0">
            <a:schemeClr val="accent1"/>
          </a:fillRef>
          <a:effectRef idx="0">
            <a:schemeClr val="accent1"/>
          </a:effectRef>
          <a:fontRef idx="minor">
            <a:schemeClr val="tx1"/>
          </a:fontRef>
        </p:style>
      </p:cxnSp>
      <p:sp>
        <p:nvSpPr>
          <p:cNvPr id="6" name="CaixaDeTexto 5">
            <a:extLst>
              <a:ext uri="{FF2B5EF4-FFF2-40B4-BE49-F238E27FC236}">
                <a16:creationId xmlns:a16="http://schemas.microsoft.com/office/drawing/2014/main" id="{4B953BE1-5BDA-D0A8-E86D-D2E0844B6F30}"/>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CTR</a:t>
            </a:r>
          </a:p>
        </p:txBody>
      </p:sp>
      <p:cxnSp>
        <p:nvCxnSpPr>
          <p:cNvPr id="21" name="Straight Arrow Connector 62">
            <a:extLst>
              <a:ext uri="{FF2B5EF4-FFF2-40B4-BE49-F238E27FC236}">
                <a16:creationId xmlns:a16="http://schemas.microsoft.com/office/drawing/2014/main" id="{7A5647B6-6CFB-353A-22D7-2C7AB77D9FCD}"/>
              </a:ext>
            </a:extLst>
          </p:cNvPr>
          <p:cNvCxnSpPr>
            <a:cxnSpLocks/>
          </p:cNvCxnSpPr>
          <p:nvPr/>
        </p:nvCxnSpPr>
        <p:spPr>
          <a:xfrm>
            <a:off x="6298373" y="5684085"/>
            <a:ext cx="2560320"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2" name="Google Shape;368;p24">
            <a:extLst>
              <a:ext uri="{FF2B5EF4-FFF2-40B4-BE49-F238E27FC236}">
                <a16:creationId xmlns:a16="http://schemas.microsoft.com/office/drawing/2014/main" id="{49701028-521C-D7AD-A174-597E1FEBEAF4}"/>
              </a:ext>
            </a:extLst>
          </p:cNvPr>
          <p:cNvSpPr/>
          <p:nvPr/>
        </p:nvSpPr>
        <p:spPr>
          <a:xfrm>
            <a:off x="7045480" y="5599985"/>
            <a:ext cx="1052552" cy="166385"/>
          </a:xfrm>
          <a:prstGeom prst="rect">
            <a:avLst/>
          </a:prstGeom>
          <a:solidFill>
            <a:schemeClr val="bg1"/>
          </a:solidFill>
          <a:ln>
            <a:noFill/>
          </a:ln>
        </p:spPr>
        <p:txBody>
          <a:bodyPr spcFirstLastPara="1" wrap="square" lIns="0" tIns="0" rIns="0" bIns="0" anchor="ctr" anchorCtr="0">
            <a:noAutofit/>
          </a:bodyPr>
          <a:lstStyle/>
          <a:p>
            <a:pPr lvl="1" algn="ctr">
              <a:buSzPts val="1600"/>
            </a:pPr>
            <a:r>
              <a:rPr lang="en-US" sz="900" b="1" noProof="0">
                <a:solidFill>
                  <a:schemeClr val="tx1"/>
                </a:solidFill>
                <a:latin typeface="IBM Plex Sans" panose="020B0503050203000203" pitchFamily="34" charset="0"/>
                <a:ea typeface="IBM Plex Sans"/>
                <a:cs typeface="IBM Plex Sans"/>
                <a:sym typeface="IBM Plex Sans" panose="020B0503050203000203" pitchFamily="34" charset="0"/>
              </a:rPr>
              <a:t>Sources credibility</a:t>
            </a:r>
            <a:endParaRPr lang="en-US" sz="9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23" name="Google Shape;368;p24">
            <a:extLst>
              <a:ext uri="{FF2B5EF4-FFF2-40B4-BE49-F238E27FC236}">
                <a16:creationId xmlns:a16="http://schemas.microsoft.com/office/drawing/2014/main" id="{5862338D-CCD3-4F61-F7F5-781BFE5C261B}"/>
              </a:ext>
            </a:extLst>
          </p:cNvPr>
          <p:cNvSpPr/>
          <p:nvPr/>
        </p:nvSpPr>
        <p:spPr>
          <a:xfrm>
            <a:off x="8231894" y="5607062"/>
            <a:ext cx="405805" cy="166385"/>
          </a:xfrm>
          <a:prstGeom prst="rect">
            <a:avLst/>
          </a:prstGeom>
          <a:solidFill>
            <a:schemeClr val="bg1"/>
          </a:solidFill>
          <a:ln>
            <a:noFill/>
          </a:ln>
        </p:spPr>
        <p:txBody>
          <a:bodyPr spcFirstLastPara="1" wrap="square" lIns="0" tIns="0" rIns="0" bIns="0" anchor="ctr" anchorCtr="0">
            <a:noAutofit/>
          </a:bodyPr>
          <a:lstStyle/>
          <a:p>
            <a:pPr lvl="1" algn="ctr">
              <a:buSzPts val="1600"/>
            </a:pPr>
            <a:r>
              <a:rPr lang="en-US" sz="900" b="1" noProof="0">
                <a:solidFill>
                  <a:schemeClr val="tx1"/>
                </a:solidFill>
                <a:latin typeface="IBM Plex Sans" panose="020B0503050203000203" pitchFamily="34" charset="0"/>
                <a:ea typeface="IBM Plex Sans"/>
                <a:cs typeface="IBM Plex Sans"/>
                <a:sym typeface="IBM Plex Sans" panose="020B0503050203000203" pitchFamily="34" charset="0"/>
              </a:rPr>
              <a:t>Lower</a:t>
            </a:r>
            <a:endParaRPr lang="en-US" sz="9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24" name="Google Shape;368;p24">
            <a:extLst>
              <a:ext uri="{FF2B5EF4-FFF2-40B4-BE49-F238E27FC236}">
                <a16:creationId xmlns:a16="http://schemas.microsoft.com/office/drawing/2014/main" id="{BA8077A0-070A-B7B6-BA71-DA765FFABD32}"/>
              </a:ext>
            </a:extLst>
          </p:cNvPr>
          <p:cNvSpPr/>
          <p:nvPr/>
        </p:nvSpPr>
        <p:spPr>
          <a:xfrm>
            <a:off x="6521652" y="5607062"/>
            <a:ext cx="402336" cy="166385"/>
          </a:xfrm>
          <a:prstGeom prst="rect">
            <a:avLst/>
          </a:prstGeom>
          <a:solidFill>
            <a:schemeClr val="bg1"/>
          </a:solidFill>
          <a:ln>
            <a:noFill/>
          </a:ln>
        </p:spPr>
        <p:txBody>
          <a:bodyPr spcFirstLastPara="1" wrap="square" lIns="0" tIns="0" rIns="0" bIns="0" anchor="ctr" anchorCtr="0">
            <a:noAutofit/>
          </a:bodyPr>
          <a:lstStyle/>
          <a:p>
            <a:pPr lvl="1" algn="ctr">
              <a:buSzPts val="1600"/>
            </a:pPr>
            <a:r>
              <a:rPr lang="en-US" sz="900" b="1" noProof="0">
                <a:solidFill>
                  <a:schemeClr val="tx1"/>
                </a:solidFill>
                <a:latin typeface="IBM Plex Sans" panose="020B0503050203000203" pitchFamily="34" charset="0"/>
                <a:ea typeface="IBM Plex Sans"/>
                <a:cs typeface="IBM Plex Sans"/>
                <a:sym typeface="IBM Plex Sans" panose="020B0503050203000203" pitchFamily="34" charset="0"/>
              </a:rPr>
              <a:t>Higher</a:t>
            </a:r>
            <a:endParaRPr lang="en-US" sz="9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28" name="Retângulo 27">
            <a:extLst>
              <a:ext uri="{FF2B5EF4-FFF2-40B4-BE49-F238E27FC236}">
                <a16:creationId xmlns:a16="http://schemas.microsoft.com/office/drawing/2014/main" id="{35E6DC6B-0711-E5D2-4C66-645F7FE11125}"/>
              </a:ext>
            </a:extLst>
          </p:cNvPr>
          <p:cNvSpPr/>
          <p:nvPr/>
        </p:nvSpPr>
        <p:spPr>
          <a:xfrm>
            <a:off x="6167579" y="5550433"/>
            <a:ext cx="2877466" cy="239819"/>
          </a:xfrm>
          <a:prstGeom prst="rect">
            <a:avLst/>
          </a:prstGeom>
          <a:noFill/>
          <a:ln w="3175">
            <a:solidFill>
              <a:schemeClr val="bg1">
                <a:lumMod val="7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US"/>
          </a:p>
        </p:txBody>
      </p:sp>
    </p:spTree>
    <p:extLst>
      <p:ext uri="{BB962C8B-B14F-4D97-AF65-F5344CB8AC3E}">
        <p14:creationId xmlns:p14="http://schemas.microsoft.com/office/powerpoint/2010/main" val="34299669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1119"/>
        <p:cNvGrpSpPr/>
        <p:nvPr/>
      </p:nvGrpSpPr>
      <p:grpSpPr>
        <a:xfrm>
          <a:off x="0" y="0"/>
          <a:ext cx="0" cy="0"/>
          <a:chOff x="0" y="0"/>
          <a:chExt cx="0" cy="0"/>
        </a:xfrm>
      </p:grpSpPr>
      <p:sp>
        <p:nvSpPr>
          <p:cNvPr id="1120" name="Google Shape;1120;g3b32461984d_2_14"/>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marR="0" lvl="0" indent="0" algn="r" rtl="0">
              <a:lnSpc>
                <a:spcPct val="100000"/>
              </a:lnSpc>
              <a:spcBef>
                <a:spcPts val="0"/>
              </a:spcBef>
              <a:spcAft>
                <a:spcPts val="0"/>
              </a:spcAft>
              <a:buClr>
                <a:srgbClr val="000000"/>
              </a:buClr>
              <a:buSzPts val="700"/>
              <a:buFont typeface="Arial"/>
              <a:buNone/>
            </a:pPr>
            <a:fld id="{00000000-1234-1234-1234-123412341234}" type="slidenum">
              <a:rPr lang="en-US" sz="700" b="0" i="0" u="none" strike="noStrike" cap="none" noProof="0" smtClean="0">
                <a:solidFill>
                  <a:srgbClr val="888888"/>
                </a:solidFill>
                <a:latin typeface="IBM Plex Sans"/>
                <a:ea typeface="IBM Plex Sans"/>
                <a:cs typeface="IBM Plex Sans"/>
                <a:sym typeface="IBM Plex Sans"/>
              </a:rPr>
              <a:t>49</a:t>
            </a:fld>
            <a:endParaRPr lang="en-US" sz="700" b="0" i="0" u="none" strike="noStrike" cap="none" noProof="0">
              <a:solidFill>
                <a:srgbClr val="888888"/>
              </a:solidFill>
              <a:latin typeface="IBM Plex Sans"/>
              <a:ea typeface="IBM Plex Sans"/>
              <a:cs typeface="IBM Plex Sans"/>
              <a:sym typeface="IBM Plex Sans"/>
            </a:endParaRPr>
          </a:p>
        </p:txBody>
      </p:sp>
      <p:sp>
        <p:nvSpPr>
          <p:cNvPr id="1121" name="Google Shape;1121;g3b32461984d_2_14"/>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0"/>
              <a:t>We have triangulated and normalized several sources to determine the average CTR growth</a:t>
            </a:r>
          </a:p>
        </p:txBody>
      </p:sp>
      <p:graphicFrame>
        <p:nvGraphicFramePr>
          <p:cNvPr id="1123" name="Google Shape;1123;g3b32461984d_2_14"/>
          <p:cNvGraphicFramePr/>
          <p:nvPr>
            <p:extLst>
              <p:ext uri="{D42A27DB-BD31-4B8C-83A1-F6EECF244321}">
                <p14:modId xmlns:p14="http://schemas.microsoft.com/office/powerpoint/2010/main" val="72674345"/>
              </p:ext>
            </p:extLst>
          </p:nvPr>
        </p:nvGraphicFramePr>
        <p:xfrm>
          <a:off x="420593" y="1379695"/>
          <a:ext cx="11317751" cy="4230705"/>
        </p:xfrm>
        <a:graphic>
          <a:graphicData uri="http://schemas.openxmlformats.org/drawingml/2006/table">
            <a:tbl>
              <a:tblPr>
                <a:noFill/>
                <a:tableStyleId>{E9D8AB58-C5E9-408E-8176-353F6F6D6F9E}</a:tableStyleId>
              </a:tblPr>
              <a:tblGrid>
                <a:gridCol w="1091273">
                  <a:extLst>
                    <a:ext uri="{9D8B030D-6E8A-4147-A177-3AD203B41FA5}">
                      <a16:colId xmlns:a16="http://schemas.microsoft.com/office/drawing/2014/main" val="20000"/>
                    </a:ext>
                  </a:extLst>
                </a:gridCol>
                <a:gridCol w="1447179">
                  <a:extLst>
                    <a:ext uri="{9D8B030D-6E8A-4147-A177-3AD203B41FA5}">
                      <a16:colId xmlns:a16="http://schemas.microsoft.com/office/drawing/2014/main" val="20001"/>
                    </a:ext>
                  </a:extLst>
                </a:gridCol>
                <a:gridCol w="1051164">
                  <a:extLst>
                    <a:ext uri="{9D8B030D-6E8A-4147-A177-3AD203B41FA5}">
                      <a16:colId xmlns:a16="http://schemas.microsoft.com/office/drawing/2014/main" val="20002"/>
                    </a:ext>
                  </a:extLst>
                </a:gridCol>
                <a:gridCol w="1504203">
                  <a:extLst>
                    <a:ext uri="{9D8B030D-6E8A-4147-A177-3AD203B41FA5}">
                      <a16:colId xmlns:a16="http://schemas.microsoft.com/office/drawing/2014/main" val="20003"/>
                    </a:ext>
                  </a:extLst>
                </a:gridCol>
                <a:gridCol w="5118146">
                  <a:extLst>
                    <a:ext uri="{9D8B030D-6E8A-4147-A177-3AD203B41FA5}">
                      <a16:colId xmlns:a16="http://schemas.microsoft.com/office/drawing/2014/main" val="20004"/>
                    </a:ext>
                  </a:extLst>
                </a:gridCol>
                <a:gridCol w="1105786">
                  <a:extLst>
                    <a:ext uri="{9D8B030D-6E8A-4147-A177-3AD203B41FA5}">
                      <a16:colId xmlns:a16="http://schemas.microsoft.com/office/drawing/2014/main" val="20005"/>
                    </a:ext>
                  </a:extLst>
                </a:gridCol>
              </a:tblGrid>
              <a:tr h="324717">
                <a:tc>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dirty="0">
                          <a:solidFill>
                            <a:schemeClr val="lt1"/>
                          </a:solidFill>
                          <a:latin typeface="IBM Plex Sans"/>
                          <a:ea typeface="IBM Plex Sans"/>
                          <a:cs typeface="IBM Plex Sans"/>
                          <a:sym typeface="IBM Plex Sans"/>
                        </a:rPr>
                        <a:t>Region &amp; device</a:t>
                      </a:r>
                      <a:endParaRPr lang="en-US" sz="900" u="none" strike="noStrike" cap="none" noProof="0" dirty="0">
                        <a:latin typeface="IBM Plex Sans"/>
                        <a:ea typeface="IBM Plex Sans"/>
                        <a:cs typeface="IBM Plex Sans"/>
                        <a:sym typeface="IBM Plex Sans"/>
                      </a:endParaRPr>
                    </a:p>
                  </a:txBody>
                  <a:tcPr marL="90000" marR="90000" marT="36000" marB="3600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dirty="0">
                          <a:solidFill>
                            <a:schemeClr val="lt1"/>
                          </a:solidFill>
                          <a:latin typeface="IBM Plex Sans"/>
                          <a:ea typeface="IBM Plex Sans"/>
                          <a:cs typeface="IBM Plex Sans"/>
                          <a:sym typeface="IBM Plex Sans"/>
                        </a:rPr>
                        <a:t>Source</a:t>
                      </a:r>
                      <a:endParaRPr lang="en-US" sz="900" u="none" strike="noStrike" cap="none" noProof="0" dirty="0">
                        <a:latin typeface="IBM Plex Sans"/>
                        <a:ea typeface="IBM Plex Sans"/>
                        <a:cs typeface="IBM Plex Sans"/>
                        <a:sym typeface="IBM Plex Sans"/>
                      </a:endParaRPr>
                    </a:p>
                  </a:txBody>
                  <a:tcPr marL="90000" marR="90000" marT="36000" marB="36000" anchor="ctr">
                    <a:lnL w="12700" cap="flat" cmpd="sng" algn="ctr">
                      <a:solidFill>
                        <a:schemeClr val="bg1">
                          <a:lumMod val="85000"/>
                        </a:schemeClr>
                      </a:solidFill>
                      <a:prstDash val="solid"/>
                      <a:round/>
                      <a:headEnd type="none" w="med" len="med"/>
                      <a:tailEnd type="none" w="med" len="med"/>
                    </a:lnL>
                    <a:lnR w="9525" cap="flat" cmpd="sng">
                      <a:solidFill>
                        <a:srgbClr val="000000">
                          <a:alpha val="0"/>
                        </a:srgbClr>
                      </a:solidFill>
                      <a:prstDash val="solid"/>
                      <a:round/>
                      <a:headEnd type="none" w="sm" len="sm"/>
                      <a:tailEnd type="none" w="sm" len="sm"/>
                    </a:lnR>
                    <a:lnT w="12700" cap="flat" cmpd="sng" algn="ctr">
                      <a:noFill/>
                      <a:prstDash val="solid"/>
                      <a:round/>
                      <a:headEnd type="none" w="med" len="med"/>
                      <a:tailEnd type="none" w="med" len="med"/>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dirty="0">
                          <a:solidFill>
                            <a:schemeClr val="lt1"/>
                          </a:solidFill>
                          <a:latin typeface="IBM Plex Sans"/>
                          <a:ea typeface="IBM Plex Sans"/>
                          <a:cs typeface="IBM Plex Sans"/>
                          <a:sym typeface="IBM Plex Sans"/>
                        </a:rPr>
                        <a:t>CTR</a:t>
                      </a:r>
                      <a:r>
                        <a:rPr lang="en-US" sz="900" b="1" i="0" u="none" strike="noStrike" cap="none" noProof="0" dirty="0">
                          <a:solidFill>
                            <a:schemeClr val="lt1"/>
                          </a:solidFill>
                          <a:latin typeface="IBM Plex Sans"/>
                          <a:ea typeface="IBM Plex Sans"/>
                          <a:cs typeface="IBM Plex Sans"/>
                        </a:rPr>
                        <a:t> </a:t>
                      </a:r>
                      <a:r>
                        <a:rPr lang="en-US" sz="900" b="1" i="0" u="none" strike="noStrike" cap="none" noProof="0" dirty="0">
                          <a:solidFill>
                            <a:schemeClr val="lt1"/>
                          </a:solidFill>
                          <a:latin typeface="IBM Plex Sans"/>
                          <a:ea typeface="IBM Plex Sans"/>
                          <a:cs typeface="IBM Plex Sans"/>
                          <a:sym typeface="IBM Plex Sans"/>
                        </a:rPr>
                        <a:t>variation</a:t>
                      </a:r>
                      <a:r>
                        <a:rPr lang="en-US" sz="900" b="1" i="0" u="none" strike="noStrike" cap="none" noProof="0" dirty="0">
                          <a:solidFill>
                            <a:schemeClr val="lt1"/>
                          </a:solidFill>
                          <a:latin typeface="IBM Plex Sans"/>
                          <a:ea typeface="IBM Plex Sans"/>
                          <a:cs typeface="IBM Plex Sans"/>
                        </a:rPr>
                        <a:t> </a:t>
                      </a:r>
                      <a:r>
                        <a:rPr lang="en-US" sz="900" b="1" i="0" u="none" strike="noStrike" cap="none" noProof="0" dirty="0">
                          <a:solidFill>
                            <a:schemeClr val="lt1"/>
                          </a:solidFill>
                          <a:latin typeface="IBM Plex Sans"/>
                        </a:rPr>
                        <a:t>(2025 vs. 2024)</a:t>
                      </a:r>
                      <a:endParaRPr lang="en-US" sz="900" u="none" strike="noStrike" cap="none" noProof="0" dirty="0">
                        <a:latin typeface="IBM Plex Sans"/>
                        <a:ea typeface="IBM Plex Sans"/>
                        <a:cs typeface="IBM Plex Sans"/>
                        <a:sym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noFill/>
                      <a:prstDash val="solid"/>
                      <a:round/>
                      <a:headEnd type="none" w="med" len="med"/>
                      <a:tailEnd type="none" w="med" len="med"/>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dirty="0">
                          <a:solidFill>
                            <a:schemeClr val="lt1"/>
                          </a:solidFill>
                          <a:latin typeface="IBM Plex Sans"/>
                          <a:ea typeface="IBM Plex Sans"/>
                          <a:cs typeface="IBM Plex Sans"/>
                          <a:sym typeface="IBM Plex Sans"/>
                        </a:rPr>
                        <a:t>Normalized %</a:t>
                      </a:r>
                      <a:endParaRPr lang="en-US" sz="900" u="none" strike="noStrike" cap="none" noProof="0" dirty="0">
                        <a:latin typeface="IBM Plex Sans"/>
                        <a:ea typeface="IBM Plex Sans"/>
                        <a:cs typeface="IBM Plex Sans"/>
                        <a:sym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noFill/>
                      <a:prstDash val="solid"/>
                      <a:round/>
                      <a:headEnd type="none" w="med" len="med"/>
                      <a:tailEnd type="none" w="med" len="med"/>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dirty="0">
                          <a:solidFill>
                            <a:schemeClr val="lt1"/>
                          </a:solidFill>
                          <a:latin typeface="IBM Plex Sans"/>
                          <a:ea typeface="IBM Plex Sans"/>
                          <a:cs typeface="IBM Plex Sans"/>
                          <a:sym typeface="IBM Plex Sans"/>
                        </a:rPr>
                        <a:t>Definition</a:t>
                      </a:r>
                      <a:endParaRPr lang="en-US" sz="900" u="none" strike="noStrike" cap="none" noProof="0" dirty="0">
                        <a:latin typeface="IBM Plex Sans"/>
                        <a:ea typeface="IBM Plex Sans"/>
                        <a:cs typeface="IBM Plex Sans"/>
                        <a:sym typeface="IBM Plex Sans"/>
                      </a:endParaRPr>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no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dirty="0">
                          <a:solidFill>
                            <a:schemeClr val="lt1"/>
                          </a:solidFill>
                          <a:latin typeface="IBM Plex Sans"/>
                          <a:ea typeface="IBM Plex Sans"/>
                          <a:cs typeface="IBM Plex Sans"/>
                          <a:sym typeface="IBM Plex Sans"/>
                        </a:rPr>
                        <a:t>Source Credibility</a:t>
                      </a:r>
                      <a:endParaRPr lang="en-US" sz="900" u="none" strike="noStrike" cap="none" noProof="0" dirty="0">
                        <a:latin typeface="IBM Plex Sans"/>
                        <a:ea typeface="IBM Plex Sans"/>
                        <a:cs typeface="IBM Plex Sans"/>
                        <a:sym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281170">
                <a:tc rowSpan="3">
                  <a:txBody>
                    <a:bodyPr/>
                    <a:lstStyle/>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dirty="0">
                          <a:solidFill>
                            <a:schemeClr val="dk1"/>
                          </a:solidFill>
                          <a:latin typeface="IBM Plex Sans"/>
                          <a:ea typeface="IBM Plex Sans"/>
                          <a:cs typeface="IBM Plex Sans"/>
                          <a:sym typeface="IBM Plex Sans"/>
                        </a:rPr>
                        <a:t>United States Desktop</a:t>
                      </a:r>
                      <a:endParaRPr lang="en-US" sz="800" u="none" strike="noStrike" cap="none" noProof="0" dirty="0">
                        <a:latin typeface="IBM Plex Sans"/>
                        <a:ea typeface="IBM Plex Sans"/>
                        <a:cs typeface="IBM Plex Sans"/>
                        <a:sym typeface="IBM Plex Sans"/>
                      </a:endParaRPr>
                    </a:p>
                  </a:txBody>
                  <a:tcPr marL="90000" marR="90000" marT="36000" marB="36000" anchor="ctr">
                    <a:lnL w="12700" cap="flat" cmpd="sng" algn="ctr">
                      <a:noFill/>
                      <a:prstDash val="solid"/>
                      <a:round/>
                      <a:headEnd type="none" w="med" len="med"/>
                      <a:tailEnd type="none" w="med" len="med"/>
                    </a:lnL>
                    <a:lnR w="9525" cap="flat" cmpd="sng">
                      <a:noFill/>
                      <a:prstDash val="solid"/>
                      <a:round/>
                      <a:headEnd type="none" w="sm" len="sm"/>
                      <a:tailEnd type="none" w="sm" len="sm"/>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l" rtl="0">
                        <a:lnSpc>
                          <a:spcPct val="100000"/>
                        </a:lnSpc>
                        <a:spcBef>
                          <a:spcPts val="0"/>
                        </a:spcBef>
                        <a:spcAft>
                          <a:spcPts val="0"/>
                        </a:spcAft>
                        <a:buClr>
                          <a:srgbClr val="000000"/>
                        </a:buClr>
                        <a:buSzPts val="1000"/>
                        <a:buFont typeface="Arial"/>
                        <a:buNone/>
                      </a:pPr>
                      <a:r>
                        <a:rPr lang="en-US" sz="800" b="0" i="0" u="sng" strike="noStrike" cap="none" noProof="0" dirty="0">
                          <a:solidFill>
                            <a:schemeClr val="tx1"/>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WordStream</a:t>
                      </a:r>
                      <a:endParaRPr lang="en-US" sz="800" b="0" i="0" u="none" strike="noStrike" cap="none" noProof="0" dirty="0">
                        <a:solidFill>
                          <a:schemeClr val="tx1"/>
                        </a:solidFill>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800" b="0" i="0" u="none" strike="noStrike" cap="none" noProof="0" dirty="0">
                          <a:solidFill>
                            <a:srgbClr val="000000"/>
                          </a:solidFill>
                          <a:latin typeface="IBM Plex Sans"/>
                          <a:ea typeface="IBM Plex Sans"/>
                          <a:cs typeface="IBM Plex Sans"/>
                          <a:sym typeface="IBM Plex Sans"/>
                        </a:rPr>
                        <a:t>3.74%</a:t>
                      </a:r>
                      <a:endParaRPr lang="en-US" sz="800" u="none" strike="noStrike" cap="none" noProof="0" dirty="0">
                        <a:latin typeface="IBM Plex Sans"/>
                        <a:ea typeface="IBM Plex Sans"/>
                        <a:cs typeface="IBM Plex Sans"/>
                        <a:sym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ea typeface="IBM Plex Sans"/>
                          <a:cs typeface="IBM Plex Sans"/>
                          <a:sym typeface="IBM Plex Sans"/>
                        </a:rPr>
                        <a:t>3.74%</a:t>
                      </a:r>
                      <a:endParaRPr lang="en-US" sz="800" b="0" i="0" u="none" strike="noStrike" cap="none" noProof="0" dirty="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ea typeface="IBM Plex Sans"/>
                          <a:cs typeface="IBM Plex Sans"/>
                          <a:sym typeface="IBM Plex Sans"/>
                        </a:rPr>
                        <a:t>16,000 campaigns running from April 2024 through March 2025 </a:t>
                      </a:r>
                      <a:r>
                        <a:rPr lang="en-US" sz="800" b="0" i="0" u="none" strike="noStrike" cap="none" noProof="0" dirty="0">
                          <a:solidFill>
                            <a:srgbClr val="000000"/>
                          </a:solidFill>
                          <a:latin typeface="IBM Plex Sans"/>
                          <a:sym typeface="Arial"/>
                        </a:rPr>
                        <a:t>of US-based </a:t>
                      </a:r>
                      <a:r>
                        <a:rPr lang="en-US" sz="800" b="0" i="0" u="none" strike="noStrike" cap="none" noProof="0" dirty="0" err="1">
                          <a:solidFill>
                            <a:srgbClr val="000000"/>
                          </a:solidFill>
                          <a:latin typeface="IBM Plex Sans"/>
                          <a:sym typeface="Arial"/>
                        </a:rPr>
                        <a:t>WordStream</a:t>
                      </a:r>
                      <a:r>
                        <a:rPr lang="en-US" sz="800" b="0" i="0" u="none" strike="noStrike" cap="none" noProof="0" dirty="0">
                          <a:solidFill>
                            <a:srgbClr val="000000"/>
                          </a:solidFill>
                          <a:latin typeface="IBM Plex Sans"/>
                          <a:sym typeface="Arial"/>
                        </a:rPr>
                        <a:t> client accounts in all verticals. D</a:t>
                      </a:r>
                      <a:r>
                        <a:rPr lang="en-US" sz="800" noProof="0" dirty="0">
                          <a:latin typeface="IBM Plex Sans"/>
                        </a:rPr>
                        <a:t>ata reflects search behavior across desktop and mobile</a:t>
                      </a:r>
                      <a:endParaRPr lang="en-US" sz="800" b="0" i="0" u="none" strike="noStrike" cap="none" noProof="0" dirty="0">
                        <a:solidFill>
                          <a:srgbClr val="000000"/>
                        </a:solidFill>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12700" cap="flat" cmpd="sng" algn="ctr">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u="none" strike="noStrike" cap="none" noProof="0" dirty="0">
                          <a:latin typeface="IBM Plex Sans"/>
                          <a:ea typeface="IBM Plex Sans"/>
                          <a:cs typeface="IBM Plex Sans"/>
                          <a:sym typeface="IBM Plex Sans"/>
                        </a:rPr>
                        <a:t>High</a:t>
                      </a:r>
                      <a:endParaRPr lang="en-US" sz="800" b="0" i="0" u="none" strike="noStrike" cap="none" noProof="0" dirty="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solidFill>
                      <a:srgbClr val="E1EFD8"/>
                    </a:solidFill>
                  </a:tcPr>
                </a:tc>
                <a:extLst>
                  <a:ext uri="{0D108BD9-81ED-4DB2-BD59-A6C34878D82A}">
                    <a16:rowId xmlns:a16="http://schemas.microsoft.com/office/drawing/2014/main" val="10001"/>
                  </a:ext>
                </a:extLst>
              </a:tr>
              <a:tr h="324717">
                <a:tc vMerge="1">
                  <a:txBody>
                    <a:bodyPr/>
                    <a:lstStyle/>
                    <a:p>
                      <a:endParaRPr lang="en-US"/>
                    </a:p>
                  </a:txBody>
                  <a:tcPr>
                    <a:lnT w="9525" cap="flat" cmpd="sng" algn="ctr">
                      <a:solidFill>
                        <a:srgbClr val="000000">
                          <a:alpha val="0"/>
                        </a:srgbClr>
                      </a:solidFill>
                      <a:prstDash val="solid"/>
                      <a:round/>
                      <a:headEnd type="none" w="sm" len="sm"/>
                      <a:tailEnd type="none" w="sm" len="sm"/>
                    </a:lnT>
                  </a:tcPr>
                </a:tc>
                <a:tc>
                  <a:txBody>
                    <a:bodyPr/>
                    <a:lstStyle/>
                    <a:p>
                      <a:pPr marL="0" marR="0" lvl="0" indent="0" algn="l" rtl="0">
                        <a:lnSpc>
                          <a:spcPct val="100000"/>
                        </a:lnSpc>
                        <a:spcBef>
                          <a:spcPts val="0"/>
                        </a:spcBef>
                        <a:spcAft>
                          <a:spcPts val="0"/>
                        </a:spcAft>
                        <a:buClr>
                          <a:srgbClr val="000000"/>
                        </a:buClr>
                        <a:buSzPts val="1000"/>
                        <a:buFont typeface="Arial"/>
                        <a:buNone/>
                      </a:pPr>
                      <a:r>
                        <a:rPr lang="en-US" sz="800" b="0" i="0" u="sng" strike="noStrike" cap="none" noProof="0" dirty="0">
                          <a:solidFill>
                            <a:schemeClr val="tx1"/>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Focus Digital</a:t>
                      </a:r>
                      <a:endParaRPr lang="en-US" sz="800" u="none" strike="noStrike" cap="none" noProof="0" dirty="0">
                        <a:solidFill>
                          <a:schemeClr val="tx1"/>
                        </a:solidFill>
                        <a:latin typeface="IBM Plex Sans"/>
                        <a:ea typeface="IBM Plex Sans"/>
                        <a:cs typeface="IBM Plex Sans"/>
                        <a:sym typeface="IBM Plex Sans"/>
                      </a:endParaRPr>
                    </a:p>
                  </a:txBody>
                  <a:tcPr marL="45725" marR="9525" marT="9525" marB="0" anchor="ctr">
                    <a:lnL w="12700" cmpd="sng">
                      <a:noFill/>
                      <a:prstDash val="solid"/>
                    </a:lnL>
                    <a:lnR w="9525" cap="flat" cmpd="sng" algn="ctr">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lgn="ctr">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800" b="0" i="0" u="none" strike="noStrike" cap="none" noProof="0" dirty="0">
                          <a:solidFill>
                            <a:srgbClr val="000000"/>
                          </a:solidFill>
                          <a:latin typeface="IBM Plex Sans"/>
                          <a:ea typeface="IBM Plex Sans"/>
                          <a:cs typeface="IBM Plex Sans"/>
                        </a:rPr>
                        <a:t>1.9</a:t>
                      </a:r>
                      <a:r>
                        <a:rPr lang="en-US" sz="800" b="0" i="0" u="none" strike="noStrike" cap="none" noProof="0" dirty="0">
                          <a:solidFill>
                            <a:srgbClr val="000000"/>
                          </a:solidFill>
                          <a:latin typeface="IBM Plex Sans"/>
                          <a:ea typeface="IBM Plex Sans"/>
                          <a:cs typeface="IBM Plex Sans"/>
                          <a:sym typeface="IBM Plex Sans"/>
                        </a:rPr>
                        <a:t>%</a:t>
                      </a:r>
                      <a:endParaRPr lang="en-US" sz="800" u="none" strike="noStrike" cap="none" noProof="0" dirty="0">
                        <a:latin typeface="IBM Plex Sans"/>
                        <a:ea typeface="IBM Plex Sans"/>
                        <a:cs typeface="IBM Plex Sans"/>
                        <a:sym typeface="IBM Plex Sans"/>
                      </a:endParaRPr>
                    </a:p>
                  </a:txBody>
                  <a:tcPr marL="457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lgn="ctr">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800" b="0" i="0" u="none" strike="noStrike" cap="none" noProof="0" dirty="0">
                          <a:solidFill>
                            <a:schemeClr val="dk1"/>
                          </a:solidFill>
                          <a:latin typeface="IBM Plex Sans"/>
                          <a:ea typeface="IBM Plex Sans"/>
                          <a:cs typeface="IBM Plex Sans"/>
                        </a:rPr>
                        <a:t>1.9</a:t>
                      </a:r>
                      <a:r>
                        <a:rPr lang="en-US" sz="800" b="0" i="0" u="none" strike="noStrike" cap="none" noProof="0" dirty="0">
                          <a:solidFill>
                            <a:schemeClr val="dk1"/>
                          </a:solidFill>
                          <a:latin typeface="IBM Plex Sans"/>
                          <a:ea typeface="IBM Plex Sans"/>
                          <a:cs typeface="IBM Plex Sans"/>
                          <a:sym typeface="IBM Plex Sans"/>
                        </a:rPr>
                        <a:t>%</a:t>
                      </a: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lgn="ctr">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sym typeface="Arial"/>
                        </a:rPr>
                        <a:t>Focuses on B2B/Tech that dominate desktop usage. </a:t>
                      </a:r>
                      <a:r>
                        <a:rPr lang="en-US" sz="800" b="0" i="0" u="none" strike="noStrike" cap="none" noProof="0" dirty="0">
                          <a:solidFill>
                            <a:srgbClr val="000000"/>
                          </a:solidFill>
                          <a:latin typeface="IBM Plex Sans"/>
                          <a:ea typeface="IBM Plex Sans"/>
                          <a:cs typeface="IBM Plex Sans"/>
                          <a:sym typeface="IBM Plex Sans"/>
                        </a:rPr>
                        <a:t>US Google Ads across 23 industries from over 16,000 campaigns from Jan through Sep 2025</a:t>
                      </a:r>
                      <a:endParaRPr lang="pt-BR" dirty="0">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lgn="ctr">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chemeClr val="dk1"/>
                          </a:solidFill>
                          <a:latin typeface="IBM Plex Sans"/>
                          <a:ea typeface="IBM Plex Sans"/>
                          <a:cs typeface="IBM Plex Sans"/>
                          <a:sym typeface="IBM Plex Sans"/>
                        </a:rPr>
                        <a:t>Medium-Low</a:t>
                      </a:r>
                      <a:endParaRPr lang="en-US" sz="800" u="none" strike="noStrike" cap="none" noProof="0" dirty="0">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chemeClr val="lt2"/>
                      </a:solidFill>
                      <a:prstDash val="solid"/>
                      <a:round/>
                      <a:headEnd type="none" w="sm" len="sm"/>
                      <a:tailEnd type="none" w="sm" len="sm"/>
                    </a:lnT>
                    <a:lnB w="12700" cap="flat" cmpd="sng" algn="ctr">
                      <a:solidFill>
                        <a:schemeClr val="lt2"/>
                      </a:solidFill>
                      <a:prstDash val="solid"/>
                      <a:round/>
                      <a:headEnd type="none" w="sm" len="sm"/>
                      <a:tailEnd type="none" w="sm" len="sm"/>
                    </a:lnB>
                    <a:solidFill>
                      <a:srgbClr val="F7CAAC"/>
                    </a:solidFill>
                  </a:tcPr>
                </a:tc>
                <a:extLst>
                  <a:ext uri="{0D108BD9-81ED-4DB2-BD59-A6C34878D82A}">
                    <a16:rowId xmlns:a16="http://schemas.microsoft.com/office/drawing/2014/main" val="10003"/>
                  </a:ext>
                </a:extLst>
              </a:tr>
              <a:tr h="324717">
                <a:tc vMerge="1">
                  <a:txBody>
                    <a:bodyPr/>
                    <a:lstStyle/>
                    <a:p>
                      <a:endParaRPr lang="pt-US"/>
                    </a:p>
                  </a:txBody>
                  <a:tcPr/>
                </a:tc>
                <a:tc>
                  <a:txBody>
                    <a:bodyPr/>
                    <a:lstStyle/>
                    <a:p>
                      <a:pPr marL="0" marR="0" lvl="0" indent="0" algn="l" rtl="0">
                        <a:lnSpc>
                          <a:spcPct val="100000"/>
                        </a:lnSpc>
                        <a:spcBef>
                          <a:spcPts val="0"/>
                        </a:spcBef>
                        <a:spcAft>
                          <a:spcPts val="0"/>
                        </a:spcAft>
                        <a:buClr>
                          <a:srgbClr val="000000"/>
                        </a:buClr>
                        <a:buSzPts val="1000"/>
                        <a:buFont typeface="Arial"/>
                        <a:buNone/>
                      </a:pPr>
                      <a:r>
                        <a:rPr lang="en-US" sz="800" u="none" strike="noStrike" cap="none" noProof="0" dirty="0">
                          <a:solidFill>
                            <a:schemeClr val="tx1"/>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Wordstream Dec 2025</a:t>
                      </a:r>
                      <a:endParaRPr lang="en-US" sz="800" u="none" strike="noStrike" cap="none" noProof="0" dirty="0">
                        <a:solidFill>
                          <a:schemeClr val="tx1"/>
                        </a:solidFill>
                        <a:latin typeface="IBM Plex Sans"/>
                        <a:ea typeface="IBM Plex Sans"/>
                        <a:cs typeface="IBM Plex Sans"/>
                        <a:sym typeface="IBM Plex Sans"/>
                      </a:endParaRPr>
                    </a:p>
                  </a:txBody>
                  <a:tcPr marL="45725" marR="9525" marT="9525" marB="0" anchor="ctr">
                    <a:lnL w="12700" cmpd="sng">
                      <a:noFill/>
                      <a:prstDash val="solid"/>
                    </a:lnL>
                    <a:lnR w="9525" cap="flat" cmpd="sng" algn="ctr">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800" u="none" strike="noStrike" cap="none" noProof="0" dirty="0">
                          <a:latin typeface="IBM Plex Sans"/>
                          <a:ea typeface="IBM Plex Sans"/>
                          <a:cs typeface="IBM Plex Sans"/>
                          <a:sym typeface="IBM Plex Sans"/>
                        </a:rPr>
                        <a:t>-7%</a:t>
                      </a:r>
                    </a:p>
                  </a:txBody>
                  <a:tcPr marL="457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800" b="0" i="0" u="none" strike="noStrike" cap="none" noProof="0" dirty="0">
                          <a:solidFill>
                            <a:schemeClr val="dk1"/>
                          </a:solidFill>
                          <a:latin typeface="IBM Plex Sans"/>
                          <a:ea typeface="IBM Plex Sans"/>
                          <a:cs typeface="IBM Plex Sans"/>
                          <a:sym typeface="IBM Plex Sans"/>
                        </a:rPr>
                        <a:t>-7%</a:t>
                      </a: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ea typeface="IBM Plex Sans"/>
                          <a:cs typeface="IBM Plex Sans"/>
                          <a:sym typeface="IBM Plex Sans"/>
                        </a:rPr>
                        <a:t>Data based on </a:t>
                      </a:r>
                      <a:r>
                        <a:rPr lang="en-US" sz="800" noProof="0" dirty="0">
                          <a:latin typeface="IBM Plex Sans"/>
                        </a:rPr>
                        <a:t>Google’s US rollout of AI Overviews. </a:t>
                      </a:r>
                      <a:r>
                        <a:rPr lang="en-US" sz="800" b="0" i="0" u="none" strike="noStrike" cap="none" noProof="0" dirty="0">
                          <a:solidFill>
                            <a:srgbClr val="000000"/>
                          </a:solidFill>
                          <a:latin typeface="IBM Plex Sans"/>
                          <a:ea typeface="IBM Plex Sans"/>
                          <a:cs typeface="IBM Plex Sans"/>
                          <a:sym typeface="IBM Plex Sans"/>
                        </a:rPr>
                        <a:t>AIOs have decreased CTRs by about 7% </a:t>
                      </a:r>
                      <a:r>
                        <a:rPr lang="en-US" sz="800" b="0" i="0" u="none" strike="noStrike" cap="none" noProof="0" dirty="0">
                          <a:solidFill>
                            <a:srgbClr val="000000"/>
                          </a:solidFill>
                          <a:latin typeface="IBM Plex Sans"/>
                          <a:ea typeface="Arial"/>
                          <a:cs typeface="Arial"/>
                          <a:sym typeface="Arial"/>
                        </a:rPr>
                        <a:t>in desktop click-through rates </a:t>
                      </a:r>
                      <a:r>
                        <a:rPr lang="en-US" sz="800" b="0" i="0" u="none" strike="noStrike" cap="none" noProof="0" dirty="0">
                          <a:solidFill>
                            <a:srgbClr val="000000"/>
                          </a:solidFill>
                          <a:latin typeface="IBM Plex Sans"/>
                          <a:ea typeface="IBM Plex Sans"/>
                          <a:cs typeface="IBM Plex Sans"/>
                          <a:sym typeface="IBM Plex Sans"/>
                        </a:rPr>
                        <a:t>for top-ranking sites</a:t>
                      </a: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lgn="ctr">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u="none" strike="noStrike" cap="none" noProof="0" dirty="0">
                          <a:latin typeface="IBM Plex Sans"/>
                          <a:ea typeface="IBM Plex Sans"/>
                          <a:cs typeface="IBM Plex Sans"/>
                          <a:sym typeface="IBM Plex Sans"/>
                        </a:rPr>
                        <a:t>Medium</a:t>
                      </a:r>
                    </a:p>
                  </a:txBody>
                  <a:tcPr marL="45725" marR="45725" marT="36000" marB="36000" anchor="ctr">
                    <a:lnL w="9525" cap="flat" cmpd="sng" algn="ctr">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solidFill>
                      <a:srgbClr val="F7CAAC"/>
                    </a:solidFill>
                  </a:tcPr>
                </a:tc>
                <a:extLst>
                  <a:ext uri="{0D108BD9-81ED-4DB2-BD59-A6C34878D82A}">
                    <a16:rowId xmlns:a16="http://schemas.microsoft.com/office/drawing/2014/main" val="1720533270"/>
                  </a:ext>
                </a:extLst>
              </a:tr>
              <a:tr h="324717">
                <a:tc rowSpan="3">
                  <a:txBody>
                    <a:bodyPr/>
                    <a:lstStyle/>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dirty="0">
                          <a:solidFill>
                            <a:schemeClr val="dk1"/>
                          </a:solidFill>
                          <a:latin typeface="IBM Plex Sans"/>
                          <a:ea typeface="IBM Plex Sans"/>
                          <a:cs typeface="IBM Plex Sans"/>
                          <a:sym typeface="IBM Plex Sans"/>
                        </a:rPr>
                        <a:t>United States Mobile</a:t>
                      </a:r>
                      <a:endParaRPr lang="en-US" sz="800" u="none" strike="noStrike" cap="none" noProof="0" dirty="0">
                        <a:latin typeface="IBM Plex Sans"/>
                        <a:ea typeface="IBM Plex Sans"/>
                        <a:cs typeface="IBM Plex Sans"/>
                        <a:sym typeface="IBM Plex Sans"/>
                      </a:endParaRPr>
                    </a:p>
                  </a:txBody>
                  <a:tcPr marL="90000" marR="90000" marT="36000" marB="36000" anchor="ctr">
                    <a:lnL w="12700" cap="flat" cmpd="sng" algn="ctr">
                      <a:noFill/>
                      <a:prstDash val="solid"/>
                      <a:round/>
                      <a:headEnd type="none" w="med" len="med"/>
                      <a:tailEnd type="none" w="med" len="med"/>
                    </a:lnL>
                    <a:lnR w="9525" cap="flat" cmpd="sng" algn="ctr">
                      <a:noFill/>
                      <a:prstDash val="solid"/>
                      <a:round/>
                      <a:headEnd type="none" w="sm" len="sm"/>
                      <a:tailEnd type="none" w="sm" len="sm"/>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l" rtl="0">
                        <a:lnSpc>
                          <a:spcPct val="100000"/>
                        </a:lnSpc>
                        <a:spcBef>
                          <a:spcPts val="0"/>
                        </a:spcBef>
                        <a:spcAft>
                          <a:spcPts val="0"/>
                        </a:spcAft>
                        <a:buClr>
                          <a:srgbClr val="000000"/>
                        </a:buClr>
                        <a:buSzPts val="1000"/>
                        <a:buFont typeface="Arial"/>
                        <a:buNone/>
                      </a:pPr>
                      <a:r>
                        <a:rPr lang="en-US" sz="800" b="0" i="0" u="sng" strike="noStrike" cap="none" noProof="0" dirty="0">
                          <a:solidFill>
                            <a:schemeClr val="tx1"/>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WordStream</a:t>
                      </a:r>
                      <a:endParaRPr lang="en-US" sz="800" b="0" i="0" u="none" strike="noStrike" cap="none" noProof="0" dirty="0">
                        <a:solidFill>
                          <a:schemeClr val="tx1"/>
                        </a:solidFill>
                        <a:latin typeface="IBM Plex Sans"/>
                        <a:ea typeface="IBM Plex Sans"/>
                        <a:cs typeface="IBM Plex Sans"/>
                        <a:sym typeface="IBM Plex Sans"/>
                      </a:endParaRPr>
                    </a:p>
                  </a:txBody>
                  <a:tcPr marL="45725" marR="9525" marT="9525" marB="0" anchor="ctr">
                    <a:lnL w="9525" cap="flat" cmpd="sng" algn="ctr">
                      <a:no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800" b="0" i="0" u="none" strike="noStrike" cap="none" noProof="0" dirty="0">
                          <a:solidFill>
                            <a:srgbClr val="000000"/>
                          </a:solidFill>
                          <a:latin typeface="IBM Plex Sans"/>
                          <a:ea typeface="IBM Plex Sans"/>
                          <a:cs typeface="IBM Plex Sans"/>
                          <a:sym typeface="IBM Plex Sans"/>
                        </a:rPr>
                        <a:t>3.74%</a:t>
                      </a:r>
                      <a:endParaRPr lang="en-US" sz="800" u="none" strike="noStrike" cap="none" noProof="0" dirty="0">
                        <a:latin typeface="IBM Plex Sans"/>
                        <a:ea typeface="IBM Plex Sans"/>
                        <a:cs typeface="IBM Plex Sans"/>
                        <a:sym typeface="IBM Plex Sans"/>
                      </a:endParaRPr>
                    </a:p>
                  </a:txBody>
                  <a:tcPr marL="457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ea typeface="IBM Plex Sans"/>
                          <a:cs typeface="IBM Plex Sans"/>
                          <a:sym typeface="IBM Plex Sans"/>
                        </a:rPr>
                        <a:t>3.74%</a:t>
                      </a:r>
                      <a:endParaRPr lang="en-US" sz="800" u="none" strike="noStrike" cap="none" noProof="0" dirty="0">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ea typeface="IBM Plex Sans"/>
                          <a:cs typeface="IBM Plex Sans"/>
                          <a:sym typeface="IBM Plex Sans"/>
                        </a:rPr>
                        <a:t>Averages out CTR across several industries but does not split for mobile vs desktop; assumption of equal growth for mobile and desktop. 16k campaigns from Apr/2024 to Mar/2025 </a:t>
                      </a:r>
                      <a:r>
                        <a:rPr lang="en-US" sz="800" b="0" i="0" u="none" strike="noStrike" cap="none" noProof="0" dirty="0">
                          <a:solidFill>
                            <a:srgbClr val="000000"/>
                          </a:solidFill>
                          <a:latin typeface="IBM Plex Sans"/>
                          <a:sym typeface="Arial"/>
                        </a:rPr>
                        <a:t>of US client accounts</a:t>
                      </a:r>
                      <a:endParaRPr lang="en-US" sz="800" b="0" i="0" u="none" strike="noStrike" cap="none" noProof="0" dirty="0">
                        <a:solidFill>
                          <a:srgbClr val="000000"/>
                        </a:solidFill>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u="none" strike="noStrike" cap="none" noProof="0" dirty="0">
                          <a:latin typeface="IBM Plex Sans"/>
                          <a:ea typeface="IBM Plex Sans"/>
                          <a:cs typeface="IBM Plex Sans"/>
                          <a:sym typeface="IBM Plex Sans"/>
                        </a:rPr>
                        <a:t>Medium</a:t>
                      </a:r>
                      <a:endParaRPr lang="en-US" sz="800" b="0" i="0" u="none" strike="noStrike" cap="none" noProof="0" dirty="0">
                        <a:solidFill>
                          <a:schemeClr val="dk1"/>
                        </a:solidFill>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chemeClr val="lt2"/>
                      </a:solidFill>
                      <a:prstDash val="solid"/>
                      <a:round/>
                      <a:headEnd type="none" w="sm" len="sm"/>
                      <a:tailEnd type="none" w="sm" len="sm"/>
                    </a:lnT>
                    <a:lnB w="9525" cap="flat" cmpd="sng">
                      <a:solidFill>
                        <a:srgbClr val="D8D8D8"/>
                      </a:solidFill>
                      <a:prstDash val="solid"/>
                      <a:round/>
                      <a:headEnd type="none" w="sm" len="sm"/>
                      <a:tailEnd type="none" w="sm" len="sm"/>
                    </a:lnB>
                    <a:solidFill>
                      <a:srgbClr val="FBE4D4"/>
                    </a:solidFill>
                  </a:tcPr>
                </a:tc>
                <a:extLst>
                  <a:ext uri="{0D108BD9-81ED-4DB2-BD59-A6C34878D82A}">
                    <a16:rowId xmlns:a16="http://schemas.microsoft.com/office/drawing/2014/main" val="10005"/>
                  </a:ext>
                </a:extLst>
              </a:tr>
              <a:tr h="389706">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l" rtl="0">
                        <a:lnSpc>
                          <a:spcPct val="100000"/>
                        </a:lnSpc>
                        <a:spcBef>
                          <a:spcPts val="0"/>
                        </a:spcBef>
                        <a:spcAft>
                          <a:spcPts val="0"/>
                        </a:spcAft>
                        <a:buClr>
                          <a:srgbClr val="000000"/>
                        </a:buClr>
                        <a:buSzPts val="1000"/>
                        <a:buFont typeface="Arial"/>
                        <a:buNone/>
                      </a:pPr>
                      <a:r>
                        <a:rPr lang="en-US" sz="800" b="0" i="0" u="sng" strike="noStrike" cap="none" noProof="0" dirty="0">
                          <a:solidFill>
                            <a:schemeClr val="tx1"/>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Focus Digital</a:t>
                      </a:r>
                      <a:endParaRPr lang="en-US" sz="800" u="none" strike="noStrike" cap="none" noProof="0" dirty="0">
                        <a:solidFill>
                          <a:schemeClr val="tx1"/>
                        </a:solidFill>
                        <a:latin typeface="IBM Plex Sans"/>
                        <a:ea typeface="IBM Plex Sans"/>
                        <a:cs typeface="IBM Plex Sans"/>
                        <a:sym typeface="IBM Plex Sans"/>
                      </a:endParaRPr>
                    </a:p>
                  </a:txBody>
                  <a:tcPr marL="45725" marR="9525" marT="9525" marB="0" anchor="ctr">
                    <a:lnL w="12700" cmpd="sng">
                      <a:noFill/>
                      <a:prstDash val="solid"/>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800" b="0" i="0" u="none" strike="noStrike" cap="none" noProof="0" dirty="0">
                          <a:solidFill>
                            <a:srgbClr val="000000"/>
                          </a:solidFill>
                          <a:latin typeface="IBM Plex Sans"/>
                          <a:ea typeface="IBM Plex Sans"/>
                          <a:cs typeface="IBM Plex Sans"/>
                          <a:sym typeface="IBM Plex Sans"/>
                        </a:rPr>
                        <a:t>2.2%</a:t>
                      </a:r>
                      <a:endParaRPr lang="en-US" sz="800" u="none" strike="noStrike" cap="none" noProof="0" dirty="0">
                        <a:latin typeface="IBM Plex Sans"/>
                        <a:ea typeface="IBM Plex Sans"/>
                        <a:cs typeface="IBM Plex Sans"/>
                        <a:sym typeface="IBM Plex Sans"/>
                      </a:endParaRPr>
                    </a:p>
                  </a:txBody>
                  <a:tcPr marL="457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800" b="0" i="0" u="none" strike="noStrike" cap="none" noProof="0" dirty="0">
                          <a:solidFill>
                            <a:schemeClr val="dk1"/>
                          </a:solidFill>
                          <a:latin typeface="IBM Plex Sans"/>
                          <a:ea typeface="IBM Plex Sans"/>
                          <a:cs typeface="IBM Plex Sans"/>
                          <a:sym typeface="IBM Plex Sans"/>
                        </a:rPr>
                        <a:t>2.2%</a:t>
                      </a: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ea typeface="IBM Plex Sans"/>
                          <a:cs typeface="IBM Plex Sans"/>
                          <a:sym typeface="IBM Plex Sans"/>
                        </a:rPr>
                        <a:t>Averages out CTR across 17 industries but does not split for mobile vs desktop; assumption of equal growth for mobile and desktop. R</a:t>
                      </a:r>
                      <a:r>
                        <a:rPr lang="en-US" sz="800" b="0" i="0" u="none" strike="noStrike" cap="none" noProof="0" dirty="0">
                          <a:solidFill>
                            <a:srgbClr val="000000"/>
                          </a:solidFill>
                          <a:latin typeface="IBM Plex Sans"/>
                          <a:sym typeface="Arial"/>
                        </a:rPr>
                        <a:t>eport uses US-centric industry classifications (e.g., "Advocacy," "Auto," "Home Goods") and cites US-based sources</a:t>
                      </a:r>
                      <a:endParaRPr lang="en-US" sz="800" b="0" i="0" u="none" strike="noStrike" cap="none" noProof="0" dirty="0">
                        <a:solidFill>
                          <a:srgbClr val="000000"/>
                        </a:solidFill>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chemeClr val="dk1"/>
                          </a:solidFill>
                          <a:latin typeface="IBM Plex Sans"/>
                          <a:ea typeface="IBM Plex Sans"/>
                          <a:cs typeface="IBM Plex Sans"/>
                          <a:sym typeface="IBM Plex Sans"/>
                        </a:rPr>
                        <a:t>Medium</a:t>
                      </a:r>
                      <a:endParaRPr lang="en-US" sz="800" u="none" strike="noStrike" cap="none" noProof="0" dirty="0">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BE4D4"/>
                    </a:solidFill>
                  </a:tcPr>
                </a:tc>
                <a:extLst>
                  <a:ext uri="{0D108BD9-81ED-4DB2-BD59-A6C34878D82A}">
                    <a16:rowId xmlns:a16="http://schemas.microsoft.com/office/drawing/2014/main" val="10006"/>
                  </a:ext>
                </a:extLst>
              </a:tr>
              <a:tr h="28117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000"/>
                        <a:buFont typeface="Arial"/>
                        <a:buNone/>
                      </a:pPr>
                      <a:r>
                        <a:rPr lang="en-US" sz="800" b="0" i="0" u="sng" strike="noStrike" cap="none" noProof="0" dirty="0">
                          <a:solidFill>
                            <a:schemeClr val="tx1"/>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SemRush</a:t>
                      </a:r>
                      <a:endParaRPr lang="en-US" sz="800" b="0" i="0" u="none" strike="noStrike" cap="none" noProof="0" dirty="0">
                        <a:solidFill>
                          <a:schemeClr val="tx1"/>
                        </a:solidFill>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12700" cap="flat" cmpd="sng" algn="ctr">
                      <a:solidFill>
                        <a:schemeClr val="bg1">
                          <a:lumMod val="85000"/>
                        </a:schemeClr>
                      </a:solidFill>
                      <a:prstDash val="solid"/>
                      <a:round/>
                      <a:headEnd type="none" w="med" len="med"/>
                      <a:tailEnd type="none" w="med" len="med"/>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800" b="0" i="0" u="none" strike="noStrike" cap="none" noProof="0" dirty="0">
                          <a:solidFill>
                            <a:srgbClr val="000000"/>
                          </a:solidFill>
                          <a:latin typeface="IBM Plex Sans"/>
                          <a:ea typeface="IBM Plex Sans"/>
                          <a:cs typeface="IBM Plex Sans"/>
                          <a:sym typeface="IBM Plex Sans"/>
                        </a:rPr>
                        <a:t>-1%</a:t>
                      </a:r>
                      <a:endParaRPr lang="en-US" sz="800" b="0" u="none" strike="noStrike" cap="none" noProof="0" dirty="0">
                        <a:latin typeface="IBM Plex Sans"/>
                        <a:ea typeface="IBM Plex Sans"/>
                        <a:cs typeface="IBM Plex Sans"/>
                        <a:sym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12700" cap="flat" cmpd="sng" algn="ctr">
                      <a:solidFill>
                        <a:schemeClr val="bg1">
                          <a:lumMod val="85000"/>
                        </a:schemeClr>
                      </a:solidFill>
                      <a:prstDash val="solid"/>
                      <a:round/>
                      <a:headEnd type="none" w="med" len="med"/>
                      <a:tailEnd type="none" w="med" len="med"/>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800" b="0" i="0" u="none" strike="noStrike" cap="none" noProof="0" dirty="0">
                          <a:solidFill>
                            <a:schemeClr val="dk1"/>
                          </a:solidFill>
                          <a:latin typeface="IBM Plex Sans"/>
                          <a:ea typeface="IBM Plex Sans"/>
                          <a:cs typeface="IBM Plex Sans"/>
                          <a:sym typeface="IBM Plex Sans"/>
                        </a:rPr>
                        <a:t>-1%</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12700" cap="flat" cmpd="sng" algn="ctr">
                      <a:solidFill>
                        <a:schemeClr val="bg1">
                          <a:lumMod val="85000"/>
                        </a:schemeClr>
                      </a:solidFill>
                      <a:prstDash val="solid"/>
                      <a:round/>
                      <a:headEnd type="none" w="med" len="med"/>
                      <a:tailEnd type="none" w="med" len="med"/>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chemeClr val="dk1"/>
                          </a:solidFill>
                          <a:latin typeface="IBM Plex Sans"/>
                          <a:ea typeface="IBM Plex Sans"/>
                          <a:cs typeface="IBM Plex Sans"/>
                          <a:sym typeface="IBM Plex Sans"/>
                        </a:rPr>
                        <a:t>Source states that the </a:t>
                      </a:r>
                      <a:r>
                        <a:rPr lang="en-US" sz="800" b="0" i="0" u="none" strike="noStrike" cap="none" noProof="0" dirty="0">
                          <a:solidFill>
                            <a:schemeClr val="dk1"/>
                          </a:solidFill>
                          <a:latin typeface="IBM Plex Sans"/>
                          <a:sym typeface="Arial"/>
                        </a:rPr>
                        <a:t>mobile behavior justifies CTR's minor decline. Article mentions several US based examples</a:t>
                      </a:r>
                      <a:endParaRPr lang="en-US" sz="800" b="0" i="0" u="none" strike="noStrike" cap="none" noProof="0" dirty="0">
                        <a:solidFill>
                          <a:schemeClr val="dk1"/>
                        </a:solidFill>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12700" cap="flat" cmpd="sng" algn="ctr">
                      <a:solidFill>
                        <a:schemeClr val="bg1">
                          <a:lumMod val="85000"/>
                        </a:schemeClr>
                      </a:solidFill>
                      <a:prstDash val="solid"/>
                      <a:round/>
                      <a:headEnd type="none" w="med" len="med"/>
                      <a:tailEnd type="none" w="med" len="med"/>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chemeClr val="dk1"/>
                          </a:solidFill>
                          <a:latin typeface="IBM Plex Sans"/>
                          <a:ea typeface="IBM Plex Sans"/>
                          <a:cs typeface="IBM Plex Sans"/>
                          <a:sym typeface="IBM Plex Sans"/>
                        </a:rPr>
                        <a:t>Medium</a:t>
                      </a:r>
                      <a:endParaRPr lang="en-US" sz="800" u="none" strike="noStrike" cap="none" noProof="0" dirty="0">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9525" cap="flat" cmpd="sng">
                      <a:solidFill>
                        <a:srgbClr val="D8D8D8"/>
                      </a:solidFill>
                      <a:prstDash val="solid"/>
                      <a:round/>
                      <a:headEnd type="none" w="sm" len="sm"/>
                      <a:tailEnd type="none" w="sm" len="sm"/>
                    </a:lnT>
                    <a:lnB w="12700" cap="flat" cmpd="sng" algn="ctr">
                      <a:solidFill>
                        <a:schemeClr val="bg1">
                          <a:lumMod val="85000"/>
                        </a:schemeClr>
                      </a:solidFill>
                      <a:prstDash val="solid"/>
                      <a:round/>
                      <a:headEnd type="none" w="med" len="med"/>
                      <a:tailEnd type="none" w="med" len="med"/>
                    </a:lnB>
                    <a:solidFill>
                      <a:srgbClr val="FBE4D4"/>
                    </a:solidFill>
                  </a:tcPr>
                </a:tc>
                <a:extLst>
                  <a:ext uri="{0D108BD9-81ED-4DB2-BD59-A6C34878D82A}">
                    <a16:rowId xmlns:a16="http://schemas.microsoft.com/office/drawing/2014/main" val="10007"/>
                  </a:ext>
                </a:extLst>
              </a:tr>
              <a:tr h="389706">
                <a:tc rowSpan="3">
                  <a:txBody>
                    <a:bodyPr/>
                    <a:lstStyle/>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dirty="0" err="1">
                          <a:solidFill>
                            <a:schemeClr val="dk1"/>
                          </a:solidFill>
                          <a:latin typeface="IBM Plex Sans"/>
                          <a:ea typeface="IBM Plex Sans"/>
                          <a:cs typeface="IBM Plex Sans"/>
                          <a:sym typeface="IBM Plex Sans"/>
                        </a:rPr>
                        <a:t>RoW</a:t>
                      </a:r>
                      <a:r>
                        <a:rPr lang="en-US" sz="800" b="1" i="0" u="none" strike="noStrike" cap="none" noProof="0" dirty="0">
                          <a:solidFill>
                            <a:schemeClr val="dk1"/>
                          </a:solidFill>
                          <a:latin typeface="IBM Plex Sans"/>
                          <a:ea typeface="IBM Plex Sans"/>
                          <a:cs typeface="IBM Plex Sans"/>
                          <a:sym typeface="IBM Plex Sans"/>
                        </a:rPr>
                        <a:t> </a:t>
                      </a:r>
                      <a:endParaRPr lang="en-US" sz="800" u="none" strike="noStrike" cap="none" noProof="0">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dirty="0">
                          <a:solidFill>
                            <a:schemeClr val="dk1"/>
                          </a:solidFill>
                          <a:latin typeface="IBM Plex Sans"/>
                          <a:ea typeface="IBM Plex Sans"/>
                          <a:cs typeface="IBM Plex Sans"/>
                          <a:sym typeface="IBM Plex Sans"/>
                        </a:rPr>
                        <a:t>Desktop</a:t>
                      </a:r>
                      <a:endParaRPr lang="en-US" sz="800" u="none" strike="noStrike" cap="none" noProof="0" dirty="0">
                        <a:latin typeface="IBM Plex Sans"/>
                        <a:ea typeface="IBM Plex Sans"/>
                        <a:cs typeface="IBM Plex Sans"/>
                        <a:sym typeface="IBM Plex Sans"/>
                      </a:endParaRPr>
                    </a:p>
                  </a:txBody>
                  <a:tcPr marL="90000" marR="90000" marT="36000" marB="36000" anchor="ctr">
                    <a:lnL w="12700" cap="flat" cmpd="sng" algn="ctr">
                      <a:noFill/>
                      <a:prstDash val="solid"/>
                      <a:round/>
                      <a:headEnd type="none" w="med" len="med"/>
                      <a:tailEnd type="none" w="med" len="med"/>
                    </a:lnL>
                    <a:lnR w="9525" cap="flat" cmpd="sng">
                      <a:noFill/>
                      <a:prstDash val="solid"/>
                      <a:round/>
                      <a:headEnd type="none" w="sm" len="sm"/>
                      <a:tailEnd type="none" w="sm" len="sm"/>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l" rtl="0">
                        <a:lnSpc>
                          <a:spcPct val="100000"/>
                        </a:lnSpc>
                        <a:spcBef>
                          <a:spcPts val="0"/>
                        </a:spcBef>
                        <a:spcAft>
                          <a:spcPts val="0"/>
                        </a:spcAft>
                        <a:buClr>
                          <a:srgbClr val="000000"/>
                        </a:buClr>
                        <a:buSzPts val="1000"/>
                        <a:buFont typeface="Arial"/>
                        <a:buNone/>
                      </a:pPr>
                      <a:r>
                        <a:rPr lang="en-US" sz="800" b="0" i="0" u="sng" strike="noStrike" cap="none" noProof="0" dirty="0">
                          <a:solidFill>
                            <a:schemeClr val="tx1"/>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Rankfuse</a:t>
                      </a:r>
                      <a:endParaRPr lang="en-US" sz="800" u="none" strike="noStrike" cap="none" noProof="0" dirty="0">
                        <a:solidFill>
                          <a:schemeClr val="tx1"/>
                        </a:solidFill>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bg1">
                          <a:lumMod val="85000"/>
                        </a:schemeClr>
                      </a:solidFill>
                      <a:prstDash val="solid"/>
                      <a:round/>
                      <a:headEnd type="none" w="med" len="med"/>
                      <a:tailEnd type="none" w="med" len="med"/>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800" b="0" i="0" u="none" strike="noStrike" cap="none" noProof="0" dirty="0">
                          <a:solidFill>
                            <a:srgbClr val="000000"/>
                          </a:solidFill>
                          <a:latin typeface="IBM Plex Sans"/>
                          <a:ea typeface="IBM Plex Sans"/>
                          <a:cs typeface="IBM Plex Sans"/>
                          <a:sym typeface="IBM Plex Sans"/>
                        </a:rPr>
                        <a:t>-25.3%</a:t>
                      </a:r>
                      <a:endParaRPr lang="en-US" sz="800" b="0" u="none" strike="noStrike" cap="none" noProof="0" dirty="0">
                        <a:latin typeface="IBM Plex Sans"/>
                        <a:ea typeface="IBM Plex Sans"/>
                        <a:cs typeface="IBM Plex Sans"/>
                        <a:sym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bg1">
                          <a:lumMod val="85000"/>
                        </a:schemeClr>
                      </a:solidFill>
                      <a:prstDash val="solid"/>
                      <a:round/>
                      <a:headEnd type="none" w="med" len="med"/>
                      <a:tailEnd type="none" w="med" len="med"/>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ea typeface="IBM Plex Sans"/>
                          <a:cs typeface="IBM Plex Sans"/>
                          <a:sym typeface="IBM Plex Sans"/>
                        </a:rPr>
                        <a:t>-25.3%</a:t>
                      </a:r>
                      <a:endParaRPr lang="en-US" sz="800" b="0" u="none" strike="noStrike" cap="none" noProof="0" dirty="0">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bg1">
                          <a:lumMod val="85000"/>
                        </a:schemeClr>
                      </a:solidFill>
                      <a:prstDash val="solid"/>
                      <a:round/>
                      <a:headEnd type="none" w="med" len="med"/>
                      <a:tailEnd type="none" w="med" len="med"/>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u="none" strike="noStrike" cap="none" noProof="0" dirty="0">
                          <a:latin typeface="IBM Plex Sans"/>
                          <a:ea typeface="IBM Plex Sans"/>
                          <a:cs typeface="IBM Plex Sans"/>
                          <a:sym typeface="IBM Plex Sans"/>
                        </a:rPr>
                        <a:t>Paid CTR without AI Overviews has fluctuated but shows an overall downward trend from 23.07% to 17.24%, a 25.3% reduction. Considered </a:t>
                      </a:r>
                      <a:r>
                        <a:rPr lang="en-US" sz="800" b="0" u="none" strike="noStrike" cap="none" noProof="0" dirty="0" err="1">
                          <a:latin typeface="IBM Plex Sans"/>
                          <a:ea typeface="IBM Plex Sans"/>
                          <a:cs typeface="IBM Plex Sans"/>
                          <a:sym typeface="IBM Plex Sans"/>
                        </a:rPr>
                        <a:t>RoW</a:t>
                      </a:r>
                      <a:r>
                        <a:rPr lang="en-US" sz="800" b="0" u="none" strike="noStrike" cap="none" noProof="0" dirty="0">
                          <a:latin typeface="IBM Plex Sans"/>
                          <a:ea typeface="IBM Plex Sans"/>
                          <a:cs typeface="IBM Plex Sans"/>
                          <a:sym typeface="IBM Plex Sans"/>
                        </a:rPr>
                        <a:t>, as article frames it as a global behavior change. Article states that paid ads still maintain visual prominence, a technical language used for Desktop SERP architecture </a:t>
                      </a:r>
                      <a:endParaRPr lang="en-US" sz="800" b="0" i="0" u="none" strike="noStrike" cap="none" noProof="0" dirty="0">
                        <a:solidFill>
                          <a:schemeClr val="dk1"/>
                        </a:solidFill>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bg1">
                          <a:lumMod val="85000"/>
                        </a:schemeClr>
                      </a:solidFill>
                      <a:prstDash val="solid"/>
                      <a:round/>
                      <a:headEnd type="none" w="med" len="med"/>
                      <a:tailEnd type="none" w="med" len="med"/>
                    </a:lnT>
                    <a:lnB w="9525" cap="flat" cmpd="sng" algn="ctr">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chemeClr val="dk1"/>
                          </a:solidFill>
                          <a:latin typeface="IBM Plex Sans"/>
                          <a:ea typeface="IBM Plex Sans"/>
                          <a:cs typeface="IBM Plex Sans"/>
                          <a:sym typeface="IBM Plex Sans"/>
                        </a:rPr>
                        <a:t>Medium</a:t>
                      </a:r>
                      <a:endParaRPr lang="en-US" sz="800" u="none" strike="noStrike" cap="none" noProof="0" dirty="0">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solidFill>
                        <a:srgbClr val="BFBFBF"/>
                      </a:solidFill>
                      <a:prstDash val="solid"/>
                      <a:round/>
                      <a:headEnd type="none" w="sm" len="sm"/>
                      <a:tailEnd type="none" w="sm" len="sm"/>
                    </a:lnB>
                    <a:solidFill>
                      <a:srgbClr val="FBE4D4"/>
                    </a:solidFill>
                  </a:tcPr>
                </a:tc>
                <a:extLst>
                  <a:ext uri="{0D108BD9-81ED-4DB2-BD59-A6C34878D82A}">
                    <a16:rowId xmlns:a16="http://schemas.microsoft.com/office/drawing/2014/main" val="10008"/>
                  </a:ext>
                </a:extLst>
              </a:tr>
              <a:tr h="324717">
                <a:tc vMerge="1">
                  <a:txBody>
                    <a:bodyPr/>
                    <a:lstStyle/>
                    <a:p>
                      <a:endParaRPr lang="en-US"/>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l" rtl="0">
                        <a:lnSpc>
                          <a:spcPct val="100000"/>
                        </a:lnSpc>
                        <a:spcBef>
                          <a:spcPts val="0"/>
                        </a:spcBef>
                        <a:spcAft>
                          <a:spcPts val="0"/>
                        </a:spcAft>
                        <a:buClr>
                          <a:srgbClr val="000000"/>
                        </a:buClr>
                        <a:buSzPts val="1000"/>
                        <a:buFont typeface="Arial"/>
                        <a:buNone/>
                      </a:pPr>
                      <a:r>
                        <a:rPr lang="en-US" sz="800" u="sng" strike="noStrike" cap="none" noProof="0" dirty="0">
                          <a:solidFill>
                            <a:schemeClr val="tx1"/>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SEO Clarity</a:t>
                      </a:r>
                      <a:endParaRPr lang="en-US" sz="800" u="none" strike="noStrike" cap="none" noProof="0" dirty="0">
                        <a:solidFill>
                          <a:schemeClr val="tx1"/>
                        </a:solidFill>
                        <a:latin typeface="IBM Plex Sans"/>
                        <a:ea typeface="IBM Plex Sans"/>
                        <a:cs typeface="IBM Plex Sans"/>
                        <a:sym typeface="IBM Plex Sans"/>
                      </a:endParaRPr>
                    </a:p>
                  </a:txBody>
                  <a:tcPr marL="45725" marR="9525" marT="9525" marB="0" anchor="ctr">
                    <a:lnL w="12700" cmpd="sng">
                      <a:noFill/>
                      <a:prstDash val="solid"/>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800" b="0" u="none" strike="noStrike" cap="none" noProof="0" dirty="0">
                          <a:latin typeface="IBM Plex Sans"/>
                          <a:ea typeface="IBM Plex Sans"/>
                          <a:cs typeface="IBM Plex Sans"/>
                          <a:sym typeface="IBM Plex Sans"/>
                        </a:rPr>
                        <a:t>-0.66%</a:t>
                      </a:r>
                    </a:p>
                  </a:txBody>
                  <a:tcPr marL="457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800" b="0" u="none" strike="noStrike" cap="none" noProof="0" dirty="0">
                          <a:latin typeface="IBM Plex Sans"/>
                          <a:ea typeface="IBM Plex Sans"/>
                          <a:cs typeface="IBM Plex Sans"/>
                          <a:sym typeface="IBM Plex Sans"/>
                        </a:rPr>
                        <a:t>-0.66%</a:t>
                      </a: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ea typeface="Arial"/>
                          <a:cs typeface="Arial"/>
                          <a:sym typeface="Arial"/>
                        </a:rPr>
                        <a:t>Position 1 Desktop CTR decline in 2025 compared to 2024: 0.66%</a:t>
                      </a:r>
                      <a:r>
                        <a:rPr lang="en-US" sz="800" b="0" i="0" u="none" strike="noStrike" cap="none" noProof="0" dirty="0">
                          <a:solidFill>
                            <a:srgbClr val="000000"/>
                          </a:solidFill>
                          <a:latin typeface="IBM Plex Sans"/>
                          <a:ea typeface="IBM Plex Sans"/>
                          <a:cs typeface="IBM Plex Sans"/>
                          <a:sym typeface="IBM Plex Sans"/>
                        </a:rPr>
                        <a:t>. </a:t>
                      </a:r>
                      <a:r>
                        <a:rPr lang="en-US" sz="800" b="0" i="0" u="none" strike="noStrike" cap="none" noProof="0" dirty="0">
                          <a:solidFill>
                            <a:srgbClr val="000000"/>
                          </a:solidFill>
                          <a:latin typeface="IBM Plex Sans"/>
                          <a:sym typeface="Arial"/>
                        </a:rPr>
                        <a:t>Methodology included UK in the data set, suggesting it is </a:t>
                      </a:r>
                      <a:r>
                        <a:rPr lang="en-US" sz="800" b="0" i="0" u="none" strike="noStrike" cap="none" noProof="0" dirty="0" err="1">
                          <a:solidFill>
                            <a:srgbClr val="000000"/>
                          </a:solidFill>
                          <a:latin typeface="IBM Plex Sans"/>
                          <a:sym typeface="Arial"/>
                        </a:rPr>
                        <a:t>RoW</a:t>
                      </a:r>
                      <a:endParaRPr lang="en-US" sz="800" b="0" i="0" u="none" strike="noStrike" cap="none" noProof="0" dirty="0">
                        <a:solidFill>
                          <a:srgbClr val="000000"/>
                        </a:solidFill>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u="none" strike="noStrike" cap="none" noProof="0" dirty="0">
                          <a:latin typeface="IBM Plex Sans"/>
                          <a:ea typeface="IBM Plex Sans"/>
                          <a:cs typeface="IBM Plex Sans"/>
                          <a:sym typeface="IBM Plex Sans"/>
                        </a:rPr>
                        <a:t>High</a:t>
                      </a:r>
                    </a:p>
                  </a:txBody>
                  <a:tcPr marL="45725" marR="45725" marT="36000" marB="36000" anchor="ctr">
                    <a:lnL w="9525" cap="flat" cmpd="sng" algn="ctr">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solidFill>
                      <a:srgbClr val="E1EFD8"/>
                    </a:solidFill>
                  </a:tcPr>
                </a:tc>
                <a:extLst>
                  <a:ext uri="{0D108BD9-81ED-4DB2-BD59-A6C34878D82A}">
                    <a16:rowId xmlns:a16="http://schemas.microsoft.com/office/drawing/2014/main" val="10009"/>
                  </a:ext>
                </a:extLst>
              </a:tr>
              <a:tr h="389706">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000"/>
                        <a:buFont typeface="Arial"/>
                        <a:buNone/>
                      </a:pPr>
                      <a:r>
                        <a:rPr lang="en-US" sz="800" b="0" i="0" u="sng" strike="noStrike" cap="none" noProof="0" dirty="0">
                          <a:solidFill>
                            <a:schemeClr val="tx1"/>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Advanced Web Ranking</a:t>
                      </a:r>
                      <a:endParaRPr lang="en-US" sz="800" u="none" strike="noStrike" cap="none" noProof="0" dirty="0">
                        <a:solidFill>
                          <a:schemeClr val="tx1"/>
                        </a:solidFill>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12700" cap="flat" cmpd="sng" algn="ctr">
                      <a:solidFill>
                        <a:schemeClr val="bg1">
                          <a:lumMod val="85000"/>
                        </a:schemeClr>
                      </a:solidFill>
                      <a:prstDash val="solid"/>
                      <a:round/>
                      <a:headEnd type="none" w="med" len="med"/>
                      <a:tailEnd type="none" w="med" len="med"/>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800" b="0" i="0" u="none" strike="noStrike" cap="none" noProof="0" dirty="0">
                          <a:solidFill>
                            <a:srgbClr val="000000"/>
                          </a:solidFill>
                          <a:latin typeface="IBM Plex Sans"/>
                          <a:ea typeface="IBM Plex Sans"/>
                          <a:cs typeface="IBM Plex Sans"/>
                          <a:sym typeface="IBM Plex Sans"/>
                        </a:rPr>
                        <a:t>-1.52%</a:t>
                      </a:r>
                      <a:endParaRPr lang="en-US" sz="800" b="0" u="none" strike="noStrike" cap="none" noProof="0" dirty="0">
                        <a:latin typeface="IBM Plex Sans"/>
                        <a:ea typeface="IBM Plex Sans"/>
                        <a:cs typeface="IBM Plex Sans"/>
                        <a:sym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12700" cap="flat" cmpd="sng" algn="ctr">
                      <a:solidFill>
                        <a:schemeClr val="bg1">
                          <a:lumMod val="85000"/>
                        </a:schemeClr>
                      </a:solidFill>
                      <a:prstDash val="solid"/>
                      <a:round/>
                      <a:headEnd type="none" w="med" len="med"/>
                      <a:tailEnd type="none" w="med" len="med"/>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800" b="0" i="0" u="none" strike="noStrike" cap="none" noProof="0" dirty="0">
                          <a:solidFill>
                            <a:srgbClr val="000000"/>
                          </a:solidFill>
                          <a:latin typeface="IBM Plex Sans"/>
                          <a:ea typeface="IBM Plex Sans"/>
                          <a:cs typeface="IBM Plex Sans"/>
                          <a:sym typeface="IBM Plex Sans"/>
                        </a:rPr>
                        <a:t>-5.94%</a:t>
                      </a:r>
                      <a:endParaRPr lang="en-US" sz="800" b="0" u="none" strike="noStrike" cap="none" noProof="0" dirty="0">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12700" cap="flat" cmpd="sng" algn="ctr">
                      <a:solidFill>
                        <a:schemeClr val="bg1">
                          <a:lumMod val="85000"/>
                        </a:schemeClr>
                      </a:solidFill>
                      <a:prstDash val="solid"/>
                      <a:round/>
                      <a:headEnd type="none" w="med" len="med"/>
                      <a:tailEnd type="none" w="med" len="med"/>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ea typeface="IBM Plex Sans"/>
                          <a:cs typeface="IBM Plex Sans"/>
                          <a:sym typeface="IBM Plex Sans"/>
                        </a:rPr>
                        <a:t>Websites ranked first on desktop witnessed a 1.52 pp. drop in CTR. Thousands of sites and millions of Keywords CTR averages, Q3 2025 vs Q2 2025. </a:t>
                      </a:r>
                      <a:r>
                        <a:rPr lang="en-US" sz="800" b="0" i="0" u="none" strike="noStrike" cap="none" noProof="0" dirty="0">
                          <a:solidFill>
                            <a:srgbClr val="000000"/>
                          </a:solidFill>
                          <a:latin typeface="IBM Plex Sans"/>
                          <a:ea typeface="Arial"/>
                          <a:cs typeface="Arial"/>
                          <a:sym typeface="Arial"/>
                        </a:rPr>
                        <a:t>The data set is international and comprises all the available markets</a:t>
                      </a:r>
                      <a:endParaRPr lang="en-US" sz="800" b="0" i="0" u="none" strike="noStrike" cap="none" noProof="0" dirty="0">
                        <a:solidFill>
                          <a:srgbClr val="000000"/>
                        </a:solidFill>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12700" cap="flat" cmpd="sng" algn="ctr">
                      <a:solidFill>
                        <a:schemeClr val="bg1">
                          <a:lumMod val="85000"/>
                        </a:schemeClr>
                      </a:solidFill>
                      <a:prstDash val="solid"/>
                      <a:round/>
                      <a:headEnd type="none" w="med" len="med"/>
                      <a:tailEnd type="none" w="med" len="med"/>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u="none" strike="noStrike" cap="none" noProof="0" dirty="0">
                          <a:latin typeface="IBM Plex Sans"/>
                          <a:ea typeface="IBM Plex Sans"/>
                          <a:cs typeface="IBM Plex Sans"/>
                          <a:sym typeface="IBM Plex Sans"/>
                        </a:rPr>
                        <a:t>Medium–High</a:t>
                      </a:r>
                      <a:endParaRPr lang="en-US" sz="800" b="0" i="0" u="none" strike="noStrike" cap="none" noProof="0" dirty="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9525" cap="flat" cmpd="sng">
                      <a:solidFill>
                        <a:srgbClr val="BFBFBF"/>
                      </a:solidFill>
                      <a:prstDash val="solid"/>
                      <a:round/>
                      <a:headEnd type="none" w="sm" len="sm"/>
                      <a:tailEnd type="none" w="sm" len="sm"/>
                    </a:lnT>
                    <a:lnB w="12700" cap="flat" cmpd="sng" algn="ctr">
                      <a:solidFill>
                        <a:schemeClr val="bg1">
                          <a:lumMod val="85000"/>
                        </a:schemeClr>
                      </a:solidFill>
                      <a:prstDash val="solid"/>
                      <a:round/>
                      <a:headEnd type="none" w="med" len="med"/>
                      <a:tailEnd type="none" w="med" len="med"/>
                    </a:lnB>
                    <a:solidFill>
                      <a:srgbClr val="FFF2CC"/>
                    </a:solidFill>
                  </a:tcPr>
                </a:tc>
                <a:extLst>
                  <a:ext uri="{0D108BD9-81ED-4DB2-BD59-A6C34878D82A}">
                    <a16:rowId xmlns:a16="http://schemas.microsoft.com/office/drawing/2014/main" val="10010"/>
                  </a:ext>
                </a:extLst>
              </a:tr>
              <a:tr h="324717">
                <a:tc rowSpan="2">
                  <a:txBody>
                    <a:bodyPr/>
                    <a:lstStyle/>
                    <a:p>
                      <a:pPr marL="0" marR="0" lvl="0" indent="0" algn="ctr" rtl="0">
                        <a:lnSpc>
                          <a:spcPct val="100000"/>
                        </a:lnSpc>
                        <a:spcBef>
                          <a:spcPts val="0"/>
                        </a:spcBef>
                        <a:spcAft>
                          <a:spcPts val="0"/>
                        </a:spcAft>
                        <a:buNone/>
                      </a:pPr>
                      <a:r>
                        <a:rPr lang="en-US" sz="800" b="1" i="0" u="none" strike="noStrike" cap="none" noProof="0" err="1">
                          <a:solidFill>
                            <a:schemeClr val="dk1"/>
                          </a:solidFill>
                          <a:latin typeface="IBM Plex Sans"/>
                          <a:ea typeface="IBM Plex Sans"/>
                          <a:cs typeface="IBM Plex Sans"/>
                          <a:sym typeface="IBM Plex Sans"/>
                        </a:rPr>
                        <a:t>RoW</a:t>
                      </a:r>
                      <a:endParaRPr lang="en-US" sz="800" b="1" i="0" u="none" strike="noStrike" cap="none" noProof="0">
                        <a:solidFill>
                          <a:schemeClr val="dk1"/>
                        </a:solidFill>
                        <a:latin typeface="IBM Plex Sans"/>
                        <a:ea typeface="IBM Plex Sans"/>
                        <a:cs typeface="IBM Plex Sans"/>
                        <a:sym typeface="IBM Plex Sans"/>
                      </a:endParaRPr>
                    </a:p>
                    <a:p>
                      <a:pPr marL="0" marR="0" lvl="0" indent="0" algn="ctr" rtl="0">
                        <a:lnSpc>
                          <a:spcPct val="100000"/>
                        </a:lnSpc>
                        <a:spcBef>
                          <a:spcPts val="0"/>
                        </a:spcBef>
                        <a:spcAft>
                          <a:spcPts val="0"/>
                        </a:spcAft>
                        <a:buNone/>
                      </a:pPr>
                      <a:r>
                        <a:rPr lang="en-US" sz="800" b="1" i="0" u="none" strike="noStrike" cap="none" noProof="0" dirty="0">
                          <a:solidFill>
                            <a:schemeClr val="dk1"/>
                          </a:solidFill>
                          <a:latin typeface="IBM Plex Sans"/>
                          <a:ea typeface="IBM Plex Sans"/>
                          <a:cs typeface="IBM Plex Sans"/>
                          <a:sym typeface="IBM Plex Sans"/>
                        </a:rPr>
                        <a:t>Mobile</a:t>
                      </a:r>
                      <a:endParaRPr lang="en-US" sz="1100" noProof="0" dirty="0">
                        <a:latin typeface="IBM Plex Sans"/>
                      </a:endParaRPr>
                    </a:p>
                  </a:txBody>
                  <a:tcPr marL="91450" marR="91450" marT="45725" marB="45725" anchor="ctr">
                    <a:lnL w="12700" cap="flat" cmpd="sng" algn="ctr">
                      <a:noFill/>
                      <a:prstDash val="solid"/>
                      <a:round/>
                      <a:headEnd type="none" w="med" len="med"/>
                      <a:tailEnd type="none" w="med" len="med"/>
                    </a:lnL>
                    <a:lnR w="9525" cap="flat" cmpd="sng">
                      <a:noFill/>
                      <a:prstDash val="solid"/>
                      <a:round/>
                      <a:headEnd type="none" w="sm" len="sm"/>
                      <a:tailEnd type="none" w="sm" len="sm"/>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l" rtl="0">
                        <a:lnSpc>
                          <a:spcPct val="100000"/>
                        </a:lnSpc>
                        <a:spcBef>
                          <a:spcPts val="0"/>
                        </a:spcBef>
                        <a:spcAft>
                          <a:spcPts val="0"/>
                        </a:spcAft>
                        <a:buClr>
                          <a:srgbClr val="000000"/>
                        </a:buClr>
                        <a:buSzPts val="1000"/>
                        <a:buFont typeface="Arial"/>
                        <a:buNone/>
                      </a:pPr>
                      <a:r>
                        <a:rPr lang="en-US" sz="800" b="0" i="0" u="sng" strike="noStrike" cap="none" noProof="0" dirty="0">
                          <a:solidFill>
                            <a:schemeClr val="tx1"/>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SEO Clarity</a:t>
                      </a:r>
                      <a:endParaRPr lang="en-US" sz="800" b="0" i="0" u="none" strike="noStrike" cap="none" noProof="0" dirty="0">
                        <a:solidFill>
                          <a:schemeClr val="tx1"/>
                        </a:solidFill>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bg1">
                          <a:lumMod val="85000"/>
                        </a:schemeClr>
                      </a:solidFill>
                      <a:prstDash val="solid"/>
                      <a:round/>
                      <a:headEnd type="none" w="med" len="med"/>
                      <a:tailEnd type="none" w="med" len="med"/>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800" b="0" u="none" strike="noStrike" cap="none" noProof="0" dirty="0">
                          <a:latin typeface="IBM Plex Sans"/>
                          <a:ea typeface="IBM Plex Sans"/>
                          <a:cs typeface="IBM Plex Sans"/>
                          <a:sym typeface="IBM Plex Sans"/>
                        </a:rPr>
                        <a:t>-0.13%</a:t>
                      </a: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bg1">
                          <a:lumMod val="85000"/>
                        </a:schemeClr>
                      </a:solidFill>
                      <a:prstDash val="solid"/>
                      <a:round/>
                      <a:headEnd type="none" w="med" len="med"/>
                      <a:tailEnd type="none" w="med" len="med"/>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800" b="0" u="none" strike="noStrike" cap="none" noProof="0" dirty="0">
                          <a:latin typeface="IBM Plex Sans"/>
                          <a:ea typeface="IBM Plex Sans"/>
                          <a:cs typeface="IBM Plex Sans"/>
                          <a:sym typeface="IBM Plex Sans"/>
                        </a:rPr>
                        <a:t>-0.13%</a:t>
                      </a:r>
                      <a:endParaRPr lang="en-US" sz="800" b="0" i="0" u="none" strike="noStrike" cap="none" noProof="0" dirty="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bg1">
                          <a:lumMod val="85000"/>
                        </a:schemeClr>
                      </a:solidFill>
                      <a:prstDash val="solid"/>
                      <a:round/>
                      <a:headEnd type="none" w="med" len="med"/>
                      <a:tailEnd type="none" w="med" len="med"/>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ea typeface="Arial"/>
                          <a:cs typeface="Arial"/>
                          <a:sym typeface="Arial"/>
                        </a:rPr>
                        <a:t>Position 1 Mobile CTR decline in 2025 compared to 2024: 0.13%</a:t>
                      </a:r>
                      <a:r>
                        <a:rPr lang="en-US" sz="800" b="0" i="0" u="none" strike="noStrike" cap="none" noProof="0" dirty="0">
                          <a:solidFill>
                            <a:srgbClr val="000000"/>
                          </a:solidFill>
                          <a:latin typeface="IBM Plex Sans"/>
                          <a:ea typeface="IBM Plex Sans"/>
                          <a:cs typeface="IBM Plex Sans"/>
                          <a:sym typeface="IBM Plex Sans"/>
                        </a:rPr>
                        <a:t>. </a:t>
                      </a:r>
                      <a:r>
                        <a:rPr lang="en-US" sz="800" b="0" i="0" u="none" strike="noStrike" cap="none" noProof="0" dirty="0">
                          <a:solidFill>
                            <a:srgbClr val="000000"/>
                          </a:solidFill>
                          <a:latin typeface="IBM Plex Sans"/>
                          <a:sym typeface="Arial"/>
                        </a:rPr>
                        <a:t>Methodology included UK in the data set, suggesting it is </a:t>
                      </a:r>
                      <a:r>
                        <a:rPr lang="en-US" sz="800" b="0" i="0" u="none" strike="noStrike" cap="none" noProof="0" dirty="0" err="1">
                          <a:solidFill>
                            <a:srgbClr val="000000"/>
                          </a:solidFill>
                          <a:latin typeface="IBM Plex Sans"/>
                          <a:sym typeface="Arial"/>
                        </a:rPr>
                        <a:t>RoW</a:t>
                      </a:r>
                      <a:endParaRPr lang="en-US" sz="800" b="0" i="0" u="none" strike="noStrike" cap="none" noProof="0" dirty="0">
                        <a:solidFill>
                          <a:srgbClr val="000000"/>
                        </a:solidFill>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bg1">
                          <a:lumMod val="85000"/>
                        </a:schemeClr>
                      </a:solidFill>
                      <a:prstDash val="solid"/>
                      <a:round/>
                      <a:headEnd type="none" w="med" len="med"/>
                      <a:tailEnd type="none" w="med" len="med"/>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u="none" strike="noStrike" cap="none" noProof="0" dirty="0">
                          <a:latin typeface="IBM Plex Sans"/>
                          <a:ea typeface="IBM Plex Sans"/>
                          <a:cs typeface="IBM Plex Sans"/>
                          <a:sym typeface="IBM Plex Sans"/>
                        </a:rPr>
                        <a:t>High</a:t>
                      </a:r>
                    </a:p>
                  </a:txBody>
                  <a:tcPr marL="45725" marR="45725" marT="36000" marB="36000" anchor="ctr">
                    <a:lnL w="9525" cap="flat" cmpd="sng">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solidFill>
                        <a:srgbClr val="D8D8D8"/>
                      </a:solidFill>
                      <a:prstDash val="solid"/>
                      <a:round/>
                      <a:headEnd type="none" w="sm" len="sm"/>
                      <a:tailEnd type="none" w="sm" len="sm"/>
                    </a:lnB>
                    <a:solidFill>
                      <a:srgbClr val="E1EFD8"/>
                    </a:solidFill>
                  </a:tcPr>
                </a:tc>
                <a:extLst>
                  <a:ext uri="{0D108BD9-81ED-4DB2-BD59-A6C34878D82A}">
                    <a16:rowId xmlns:a16="http://schemas.microsoft.com/office/drawing/2014/main" val="10011"/>
                  </a:ext>
                </a:extLst>
              </a:tr>
              <a:tr h="28117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000"/>
                        <a:buFont typeface="Arial"/>
                        <a:buNone/>
                      </a:pPr>
                      <a:r>
                        <a:rPr lang="en-US" sz="800" b="0" i="0" u="sng" strike="noStrike" cap="none" noProof="0" dirty="0">
                          <a:solidFill>
                            <a:schemeClr val="tx1"/>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Advanced Web Ranking</a:t>
                      </a:r>
                      <a:endParaRPr lang="en-US" sz="800" u="none" strike="noStrike" cap="none" noProof="0" dirty="0">
                        <a:solidFill>
                          <a:schemeClr val="tx1"/>
                        </a:solidFill>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12700" cap="flat" cmpd="sng" algn="ctr">
                      <a:noFill/>
                      <a:prstDash val="solid"/>
                      <a:round/>
                      <a:headEnd type="none" w="med" len="med"/>
                      <a:tailEnd type="none" w="med" len="med"/>
                    </a:lnB>
                  </a:tcPr>
                </a:tc>
                <a:tc>
                  <a:txBody>
                    <a:bodyPr/>
                    <a:lstStyle/>
                    <a:p>
                      <a:pPr marL="0" marR="0" lvl="0" indent="0" algn="ctr" rtl="0">
                        <a:lnSpc>
                          <a:spcPct val="100000"/>
                        </a:lnSpc>
                        <a:spcBef>
                          <a:spcPts val="0"/>
                        </a:spcBef>
                        <a:spcAft>
                          <a:spcPts val="0"/>
                        </a:spcAft>
                        <a:buClr>
                          <a:srgbClr val="000000"/>
                        </a:buClr>
                        <a:buSzPts val="1000"/>
                        <a:buFont typeface="Arial"/>
                        <a:buNone/>
                      </a:pPr>
                      <a:r>
                        <a:rPr lang="en-US" sz="800" b="0" i="0" u="none" strike="noStrike" cap="none" noProof="0" dirty="0">
                          <a:solidFill>
                            <a:srgbClr val="000000"/>
                          </a:solidFill>
                          <a:latin typeface="IBM Plex Sans"/>
                          <a:ea typeface="IBM Plex Sans"/>
                          <a:cs typeface="IBM Plex Sans"/>
                          <a:sym typeface="IBM Plex Sans"/>
                        </a:rPr>
                        <a:t>-0.79%</a:t>
                      </a:r>
                      <a:endParaRPr lang="en-US" sz="800" b="0" u="none" strike="noStrike" cap="none" noProof="0" dirty="0">
                        <a:latin typeface="IBM Plex Sans"/>
                        <a:ea typeface="IBM Plex Sans"/>
                        <a:cs typeface="IBM Plex Sans"/>
                        <a:sym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12700" cap="flat" cmpd="sng" algn="ctr">
                      <a:noFill/>
                      <a:prstDash val="solid"/>
                      <a:round/>
                      <a:headEnd type="none" w="med" len="med"/>
                      <a:tailEnd type="none" w="med" len="med"/>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ea typeface="IBM Plex Sans"/>
                          <a:cs typeface="IBM Plex Sans"/>
                          <a:sym typeface="IBM Plex Sans"/>
                        </a:rPr>
                        <a:t>-0.79%</a:t>
                      </a:r>
                      <a:endParaRPr lang="en-US" sz="800" b="0" u="none" strike="noStrike" cap="none" noProof="0" dirty="0">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12700" cap="flat" cmpd="sng" algn="ctr">
                      <a:noFill/>
                      <a:prstDash val="solid"/>
                      <a:round/>
                      <a:headEnd type="none" w="med" len="med"/>
                      <a:tailEnd type="none" w="med" len="med"/>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dirty="0">
                          <a:solidFill>
                            <a:srgbClr val="000000"/>
                          </a:solidFill>
                          <a:latin typeface="IBM Plex Sans"/>
                          <a:ea typeface="IBM Plex Sans"/>
                          <a:cs typeface="IBM Plex Sans"/>
                          <a:sym typeface="IBM Plex Sans"/>
                        </a:rPr>
                        <a:t>Mobile query CTRs drop on average 0.79% in 2025. </a:t>
                      </a:r>
                      <a:r>
                        <a:rPr lang="en-US" sz="800" b="0" i="0" u="none" strike="noStrike" cap="none" noProof="0" dirty="0">
                          <a:solidFill>
                            <a:srgbClr val="000000"/>
                          </a:solidFill>
                          <a:latin typeface="IBM Plex Sans"/>
                          <a:ea typeface="Arial"/>
                          <a:cs typeface="Arial"/>
                          <a:sym typeface="Arial"/>
                        </a:rPr>
                        <a:t>The data set is international and comprises all the available markets</a:t>
                      </a:r>
                      <a:endParaRPr lang="en-US" sz="800" b="0" i="0" u="none" strike="noStrike" cap="none" noProof="0" dirty="0">
                        <a:solidFill>
                          <a:srgbClr val="000000"/>
                        </a:solidFill>
                        <a:latin typeface="IBM Plex Sans"/>
                        <a:ea typeface="IBM Plex Sans"/>
                        <a:cs typeface="IBM Plex Sans"/>
                        <a:sym typeface="IBM Plex Sans"/>
                      </a:endParaRPr>
                    </a:p>
                  </a:txBody>
                  <a:tcPr marL="45725" marR="45725"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12700" cap="flat" cmpd="sng" algn="ctr">
                      <a:noFill/>
                      <a:prstDash val="solid"/>
                      <a:round/>
                      <a:headEnd type="none" w="med" len="med"/>
                      <a:tailEnd type="none" w="med" len="med"/>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u="none" strike="noStrike" cap="none" noProof="0" dirty="0">
                          <a:latin typeface="IBM Plex Sans"/>
                          <a:ea typeface="IBM Plex Sans"/>
                          <a:cs typeface="IBM Plex Sans"/>
                          <a:sym typeface="IBM Plex Sans"/>
                        </a:rPr>
                        <a:t>Medium–High</a:t>
                      </a:r>
                      <a:endParaRPr lang="en-US" sz="800" b="0" i="0" u="none" strike="noStrike" cap="none" noProof="0" dirty="0">
                        <a:solidFill>
                          <a:schemeClr val="dk1"/>
                        </a:solidFill>
                        <a:latin typeface="IBM Plex Sans"/>
                        <a:ea typeface="IBM Plex Sans"/>
                        <a:cs typeface="IBM Plex Sans"/>
                        <a:sym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9525" cap="flat" cmpd="sng">
                      <a:solidFill>
                        <a:srgbClr val="D8D8D8"/>
                      </a:solidFill>
                      <a:prstDash val="solid"/>
                      <a:round/>
                      <a:headEnd type="none" w="sm" len="sm"/>
                      <a:tailEnd type="none" w="sm" len="sm"/>
                    </a:lnT>
                    <a:lnB w="12700" cap="flat" cmpd="sng" algn="ctr">
                      <a:noFill/>
                      <a:prstDash val="solid"/>
                      <a:round/>
                      <a:headEnd type="none" w="med" len="med"/>
                      <a:tailEnd type="none" w="med" len="med"/>
                    </a:lnB>
                    <a:solidFill>
                      <a:srgbClr val="FFF2CC"/>
                    </a:solidFill>
                  </a:tcPr>
                </a:tc>
                <a:extLst>
                  <a:ext uri="{0D108BD9-81ED-4DB2-BD59-A6C34878D82A}">
                    <a16:rowId xmlns:a16="http://schemas.microsoft.com/office/drawing/2014/main" val="10012"/>
                  </a:ext>
                </a:extLst>
              </a:tr>
            </a:tbl>
          </a:graphicData>
        </a:graphic>
      </p:graphicFrame>
      <p:sp>
        <p:nvSpPr>
          <p:cNvPr id="1124" name="Google Shape;1124;g3b32461984d_2_14"/>
          <p:cNvSpPr txBox="1"/>
          <p:nvPr/>
        </p:nvSpPr>
        <p:spPr>
          <a:xfrm>
            <a:off x="420594" y="6418425"/>
            <a:ext cx="9585900" cy="107722"/>
          </a:xfrm>
          <a:prstGeom prst="rect">
            <a:avLst/>
          </a:prstGeom>
          <a:noFill/>
          <a:ln>
            <a:noFill/>
          </a:ln>
        </p:spPr>
        <p:txBody>
          <a:bodyPr spcFirstLastPara="1" wrap="square" lIns="0" tIns="0" rIns="0" bIns="0" anchor="b" anchorCtr="0">
            <a:spAutoFit/>
          </a:bodyPr>
          <a:lstStyle/>
          <a:p>
            <a:pPr>
              <a:buSzPts val="600"/>
            </a:pPr>
            <a:r>
              <a:rPr lang="en-US" sz="700" b="0" i="0" u="none" strike="noStrike" cap="none" noProof="0">
                <a:solidFill>
                  <a:srgbClr val="7F7F7F"/>
                </a:solidFill>
                <a:latin typeface="IBM Plex Sans"/>
                <a:ea typeface="IBM Plex Sans"/>
                <a:cs typeface="IBM Plex Sans"/>
                <a:sym typeface="IBM Plex Sans"/>
              </a:rPr>
              <a:t>Sources: Each source name in the table contains an embedded hyperlink to the original publication</a:t>
            </a:r>
            <a:endParaRPr lang="en-US" sz="700" b="0" i="0" u="sng" strike="noStrike" cap="none" noProof="0">
              <a:solidFill>
                <a:srgbClr val="7F7F7F"/>
              </a:solidFill>
              <a:latin typeface="IBM Plex Sans"/>
              <a:ea typeface="IBM Plex Sans"/>
              <a:cs typeface="IBM Plex Sans"/>
            </a:endParaRPr>
          </a:p>
        </p:txBody>
      </p:sp>
      <p:sp>
        <p:nvSpPr>
          <p:cNvPr id="1126" name="Google Shape;1126;g3b32461984d_2_14"/>
          <p:cNvSpPr txBox="1"/>
          <p:nvPr/>
        </p:nvSpPr>
        <p:spPr>
          <a:xfrm>
            <a:off x="420595" y="5773020"/>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algn="ctr">
              <a:buSzPts val="1600"/>
            </a:pPr>
            <a:r>
              <a:rPr lang="en-US" sz="1400" b="1" i="0" u="none" strike="noStrike" cap="none" noProof="0">
                <a:solidFill>
                  <a:srgbClr val="000000"/>
                </a:solidFill>
                <a:latin typeface="IBM Plex Sans"/>
                <a:ea typeface="IBM Plex Sans"/>
                <a:cs typeface="IBM Plex Sans"/>
                <a:sym typeface="IBM Plex Sans"/>
              </a:rPr>
              <a:t>There are limited reputable sources for this data, and we have used the most reliable </a:t>
            </a:r>
            <a:r>
              <a:rPr lang="en-US" b="1" noProof="0">
                <a:latin typeface="IBM Plex Sans"/>
                <a:ea typeface="IBM Plex Sans"/>
                <a:cs typeface="IBM Plex Sans"/>
                <a:sym typeface="IBM Plex Sans"/>
              </a:rPr>
              <a:t>available </a:t>
            </a:r>
            <a:r>
              <a:rPr lang="en-US" sz="1400" b="1" i="0" u="none" strike="noStrike" cap="none" noProof="0">
                <a:solidFill>
                  <a:srgbClr val="000000"/>
                </a:solidFill>
                <a:latin typeface="IBM Plex Sans"/>
                <a:ea typeface="IBM Plex Sans"/>
                <a:cs typeface="IBM Plex Sans"/>
                <a:sym typeface="IBM Plex Sans"/>
              </a:rPr>
              <a:t>sources to determine the trend</a:t>
            </a:r>
            <a:endParaRPr lang="en-US" sz="1400" b="0" i="0" u="none" strike="noStrike" cap="none" noProof="0">
              <a:solidFill>
                <a:srgbClr val="000000"/>
              </a:solidFill>
              <a:latin typeface="Arial"/>
              <a:ea typeface="Arial"/>
              <a:cs typeface="Arial"/>
              <a:sym typeface="Arial"/>
            </a:endParaRPr>
          </a:p>
        </p:txBody>
      </p:sp>
      <p:sp>
        <p:nvSpPr>
          <p:cNvPr id="4" name="CaixaDeTexto 3">
            <a:extLst>
              <a:ext uri="{FF2B5EF4-FFF2-40B4-BE49-F238E27FC236}">
                <a16:creationId xmlns:a16="http://schemas.microsoft.com/office/drawing/2014/main" id="{6B6EC0F8-3787-0AE7-140F-6082ED1A3578}"/>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CTR</a:t>
            </a:r>
          </a:p>
        </p:txBody>
      </p:sp>
    </p:spTree>
    <p:extLst>
      <p:ext uri="{BB962C8B-B14F-4D97-AF65-F5344CB8AC3E}">
        <p14:creationId xmlns:p14="http://schemas.microsoft.com/office/powerpoint/2010/main" val="262475491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2592"/>
        <p:cNvGrpSpPr/>
        <p:nvPr/>
      </p:nvGrpSpPr>
      <p:grpSpPr>
        <a:xfrm>
          <a:off x="0" y="0"/>
          <a:ext cx="0" cy="0"/>
          <a:chOff x="0" y="0"/>
          <a:chExt cx="0" cy="0"/>
        </a:xfrm>
      </p:grpSpPr>
      <p:sp>
        <p:nvSpPr>
          <p:cNvPr id="2593" name="Google Shape;2593;g3b23322d595_2_1622"/>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lvl="0"/>
            <a:r>
              <a:rPr lang="en-US" noProof="0"/>
              <a:t>CPC is increasing due to reduced available ad space as AI-generated summaries occupy more of the results page</a:t>
            </a:r>
            <a:r>
              <a:rPr lang="en-US" noProof="0">
                <a:latin typeface="IBM Plex Sans"/>
                <a:ea typeface="IBM Plex Sans"/>
                <a:cs typeface="IBM Plex Sans"/>
                <a:sym typeface="IBM Plex Sans"/>
              </a:rPr>
              <a:t> </a:t>
            </a:r>
            <a:endParaRPr lang="en-US" noProof="0"/>
          </a:p>
        </p:txBody>
      </p:sp>
      <p:sp>
        <p:nvSpPr>
          <p:cNvPr id="2594" name="Google Shape;2594;g3b23322d595_2_1622"/>
          <p:cNvSpPr txBox="1"/>
          <p:nvPr/>
        </p:nvSpPr>
        <p:spPr>
          <a:xfrm>
            <a:off x="2767643" y="1833669"/>
            <a:ext cx="4178134" cy="73866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200"/>
              <a:buFont typeface="Arial"/>
              <a:buNone/>
            </a:pPr>
            <a:r>
              <a:rPr lang="en-US" sz="1200" b="0" i="0" u="none" strike="noStrike" cap="none" noProof="0">
                <a:solidFill>
                  <a:srgbClr val="000000"/>
                </a:solidFill>
                <a:latin typeface="IBM Plex Sans"/>
                <a:ea typeface="IBM Plex Sans"/>
                <a:cs typeface="IBM Plex Sans"/>
                <a:sym typeface="IBM Plex Sans"/>
              </a:rPr>
              <a:t>“The smaller ad space creates a bigger problem: since budgets usually stay fixed in the short to medium term, advertisers end up competing for fewer clicks with the same investment. </a:t>
            </a:r>
            <a:r>
              <a:rPr lang="en-US" sz="1200" b="1" i="0" u="none" strike="noStrike" cap="none" noProof="0">
                <a:solidFill>
                  <a:srgbClr val="000000"/>
                </a:solidFill>
                <a:latin typeface="IBM Plex Sans"/>
                <a:ea typeface="IBM Plex Sans"/>
                <a:cs typeface="IBM Plex Sans"/>
                <a:sym typeface="IBM Plex Sans"/>
              </a:rPr>
              <a:t>This drives up cost-per-click (CPC).</a:t>
            </a:r>
            <a:r>
              <a:rPr lang="en-US" sz="1200" b="0" i="0" u="none" strike="noStrike" cap="none" noProof="0">
                <a:solidFill>
                  <a:srgbClr val="000000"/>
                </a:solidFill>
                <a:latin typeface="IBM Plex Sans"/>
                <a:ea typeface="IBM Plex Sans"/>
                <a:cs typeface="IBM Plex Sans"/>
                <a:sym typeface="IBM Plex Sans"/>
              </a:rPr>
              <a:t>”</a:t>
            </a:r>
            <a:r>
              <a:rPr lang="en-US" sz="1200" b="0" i="0" u="none" strike="noStrike" cap="none" baseline="30000" noProof="0">
                <a:solidFill>
                  <a:srgbClr val="000000"/>
                </a:solidFill>
                <a:latin typeface="IBM Plex Sans"/>
                <a:ea typeface="IBM Plex Sans"/>
                <a:cs typeface="IBM Plex Sans"/>
                <a:sym typeface="IBM Plex Sans"/>
              </a:rPr>
              <a:t>(1)</a:t>
            </a:r>
            <a:endParaRPr lang="en-US" sz="1400" b="0" i="0" u="none" strike="noStrike" cap="none" noProof="0">
              <a:solidFill>
                <a:srgbClr val="000000"/>
              </a:solidFill>
              <a:latin typeface="IBM Plex Sans"/>
              <a:ea typeface="IBM Plex Sans"/>
              <a:cs typeface="IBM Plex Sans"/>
              <a:sym typeface="IBM Plex Sans"/>
            </a:endParaRPr>
          </a:p>
        </p:txBody>
      </p:sp>
      <p:sp>
        <p:nvSpPr>
          <p:cNvPr id="2595" name="Google Shape;2595;g3b23322d595_2_1622"/>
          <p:cNvSpPr txBox="1"/>
          <p:nvPr/>
        </p:nvSpPr>
        <p:spPr>
          <a:xfrm>
            <a:off x="2761210" y="2896103"/>
            <a:ext cx="4114799" cy="55399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200"/>
              <a:buFont typeface="Arial"/>
              <a:buNone/>
            </a:pPr>
            <a:r>
              <a:rPr lang="en-US" sz="1200" b="0" i="0" u="none" strike="noStrike" cap="none" noProof="0">
                <a:solidFill>
                  <a:srgbClr val="000000"/>
                </a:solidFill>
                <a:latin typeface="IBM Plex Sans"/>
                <a:ea typeface="IBM Plex Sans"/>
                <a:cs typeface="IBM Plex Sans"/>
                <a:sym typeface="IBM Plex Sans"/>
              </a:rPr>
              <a:t> “AI Overviews often push ads below the fold. Advertisers must pay more for visibility because the </a:t>
            </a:r>
            <a:r>
              <a:rPr lang="en-US" sz="1200" b="1" i="0" u="none" strike="noStrike" cap="none" noProof="0">
                <a:solidFill>
                  <a:srgbClr val="000000"/>
                </a:solidFill>
                <a:latin typeface="IBM Plex Sans"/>
                <a:ea typeface="IBM Plex Sans"/>
                <a:cs typeface="IBM Plex Sans"/>
                <a:sym typeface="IBM Plex Sans"/>
              </a:rPr>
              <a:t>number of ad placements is shrinking”</a:t>
            </a:r>
            <a:r>
              <a:rPr lang="en-US" sz="1200" b="0" i="0" u="none" strike="noStrike" cap="none" baseline="30000" noProof="0">
                <a:solidFill>
                  <a:srgbClr val="000000"/>
                </a:solidFill>
                <a:latin typeface="IBM Plex Sans"/>
                <a:ea typeface="IBM Plex Sans"/>
                <a:cs typeface="IBM Plex Sans"/>
                <a:sym typeface="IBM Plex Sans"/>
              </a:rPr>
              <a:t>2</a:t>
            </a:r>
            <a:endParaRPr lang="en-US" sz="1400" b="0" i="0" u="none" strike="noStrike" cap="none" noProof="0">
              <a:solidFill>
                <a:srgbClr val="000000"/>
              </a:solidFill>
              <a:latin typeface="IBM Plex Sans"/>
              <a:ea typeface="IBM Plex Sans"/>
              <a:cs typeface="IBM Plex Sans"/>
              <a:sym typeface="IBM Plex Sans"/>
            </a:endParaRPr>
          </a:p>
        </p:txBody>
      </p:sp>
      <p:sp>
        <p:nvSpPr>
          <p:cNvPr id="2596" name="Google Shape;2596;g3b23322d595_2_1622"/>
          <p:cNvSpPr txBox="1"/>
          <p:nvPr/>
        </p:nvSpPr>
        <p:spPr>
          <a:xfrm>
            <a:off x="7280432" y="3226227"/>
            <a:ext cx="4449615" cy="643319"/>
          </a:xfrm>
          <a:prstGeom prst="rect">
            <a:avLst/>
          </a:prstGeom>
          <a:noFill/>
          <a:ln>
            <a:noFill/>
          </a:ln>
        </p:spPr>
        <p:txBody>
          <a:bodyPr spcFirstLastPara="1" wrap="square" lIns="0" tIns="0" rIns="0" bIns="0" anchor="t" anchorCtr="0">
            <a:noAutofit/>
          </a:bodyPr>
          <a:lstStyle/>
          <a:p>
            <a:pPr>
              <a:buSzPts val="1200"/>
            </a:pPr>
            <a:r>
              <a:rPr lang="en-US" sz="1200" b="1" i="0" u="none" strike="noStrike" cap="none" noProof="0">
                <a:solidFill>
                  <a:srgbClr val="000000"/>
                </a:solidFill>
                <a:latin typeface="IBM Plex Sans"/>
                <a:ea typeface="IBM Plex Sans"/>
                <a:cs typeface="IBM Plex Sans"/>
                <a:sym typeface="IBM Plex Sans"/>
              </a:rPr>
              <a:t>Google’s </a:t>
            </a:r>
            <a:r>
              <a:rPr lang="en-US" sz="1200" b="1" noProof="0">
                <a:latin typeface="IBM Plex Sans"/>
                <a:ea typeface="IBM Plex Sans"/>
                <a:cs typeface="IBM Plex Sans"/>
                <a:sym typeface="IBM Plex Sans"/>
              </a:rPr>
              <a:t>U.S.</a:t>
            </a:r>
            <a:r>
              <a:rPr lang="en-US" sz="1200" b="1" i="0" u="none" strike="noStrike" cap="none" noProof="0">
                <a:solidFill>
                  <a:srgbClr val="000000"/>
                </a:solidFill>
                <a:latin typeface="IBM Plex Sans"/>
                <a:ea typeface="IBM Plex Sans"/>
                <a:cs typeface="IBM Plex Sans"/>
                <a:sym typeface="IBM Plex Sans"/>
              </a:rPr>
              <a:t> CPC has been on an upward </a:t>
            </a:r>
            <a:r>
              <a:rPr lang="en-US" sz="1200" b="1" noProof="0">
                <a:latin typeface="IBM Plex Sans"/>
                <a:ea typeface="IBM Plex Sans"/>
                <a:cs typeface="IBM Plex Sans"/>
                <a:sym typeface="IBM Plex Sans"/>
              </a:rPr>
              <a:t>trend since</a:t>
            </a:r>
            <a:r>
              <a:rPr lang="en-US" sz="1200" b="1" i="0" u="none" strike="noStrike" cap="none" noProof="0">
                <a:solidFill>
                  <a:srgbClr val="000000"/>
                </a:solidFill>
                <a:latin typeface="IBM Plex Sans"/>
                <a:ea typeface="IBM Plex Sans"/>
                <a:cs typeface="IBM Plex Sans"/>
                <a:sym typeface="IBM Plex Sans"/>
              </a:rPr>
              <a:t> 2016, </a:t>
            </a:r>
            <a:r>
              <a:rPr lang="en-US" sz="1200" b="1" noProof="0">
                <a:latin typeface="IBM Plex Sans"/>
                <a:ea typeface="IBM Plex Sans"/>
                <a:cs typeface="IBM Plex Sans"/>
                <a:sym typeface="IBM Plex Sans"/>
              </a:rPr>
              <a:t>growing at</a:t>
            </a:r>
            <a:r>
              <a:rPr lang="en-US" sz="1200" b="1" i="0" u="none" strike="noStrike" cap="none" noProof="0">
                <a:solidFill>
                  <a:srgbClr val="000000"/>
                </a:solidFill>
                <a:latin typeface="IBM Plex Sans"/>
                <a:ea typeface="IBM Plex Sans"/>
                <a:cs typeface="IBM Plex Sans"/>
                <a:sym typeface="IBM Plex Sans"/>
              </a:rPr>
              <a:t> ~9% p.a</a:t>
            </a:r>
            <a:r>
              <a:rPr lang="en-US" sz="1200" b="1" i="0" u="none" strike="noStrike" cap="none" baseline="30000" noProof="0">
                <a:solidFill>
                  <a:srgbClr val="000000"/>
                </a:solidFill>
                <a:latin typeface="IBM Plex Sans"/>
                <a:ea typeface="IBM Plex Sans"/>
                <a:cs typeface="IBM Plex Sans"/>
                <a:sym typeface="IBM Plex Sans"/>
              </a:rPr>
              <a:t>7</a:t>
            </a:r>
            <a:r>
              <a:rPr lang="en-US" sz="1200" b="1" i="0" u="none" strike="noStrike" cap="none" noProof="0">
                <a:solidFill>
                  <a:srgbClr val="000000"/>
                </a:solidFill>
                <a:latin typeface="IBM Plex Sans"/>
                <a:ea typeface="IBM Plex Sans"/>
                <a:cs typeface="IBM Plex Sans"/>
                <a:sym typeface="IBM Plex Sans"/>
              </a:rPr>
              <a:t>. </a:t>
            </a:r>
            <a:r>
              <a:rPr lang="en-US" sz="1200" b="0" i="0" u="none" strike="noStrike" cap="none" noProof="0">
                <a:solidFill>
                  <a:srgbClr val="000000"/>
                </a:solidFill>
                <a:latin typeface="IBM Plex Sans"/>
                <a:ea typeface="IBM Plex Sans"/>
                <a:cs typeface="IBM Plex Sans"/>
                <a:sym typeface="IBM Plex Sans"/>
              </a:rPr>
              <a:t>However, since the launch of AI tools </a:t>
            </a:r>
            <a:r>
              <a:rPr lang="en-US" sz="1200" noProof="0">
                <a:latin typeface="IBM Plex Sans"/>
                <a:ea typeface="IBM Plex Sans"/>
                <a:cs typeface="IBM Plex Sans"/>
                <a:sym typeface="IBM Plex Sans"/>
              </a:rPr>
              <a:t>in 2022</a:t>
            </a:r>
            <a:r>
              <a:rPr lang="en-US" sz="1200" b="0" i="0" u="none" strike="noStrike" cap="none" noProof="0">
                <a:solidFill>
                  <a:srgbClr val="000000"/>
                </a:solidFill>
                <a:latin typeface="IBM Plex Sans"/>
                <a:ea typeface="IBM Plex Sans"/>
                <a:cs typeface="IBM Plex Sans"/>
                <a:sym typeface="IBM Plex Sans"/>
              </a:rPr>
              <a:t>, </a:t>
            </a:r>
            <a:r>
              <a:rPr lang="en-US" sz="1200" noProof="0">
                <a:latin typeface="IBM Plex Sans"/>
                <a:ea typeface="IBM Plex Sans"/>
                <a:cs typeface="IBM Plex Sans"/>
                <a:sym typeface="IBM Plex Sans"/>
              </a:rPr>
              <a:t>the incremental </a:t>
            </a:r>
            <a:r>
              <a:rPr lang="en-US" sz="1200" b="0" i="0" u="none" strike="noStrike" cap="none" noProof="0">
                <a:solidFill>
                  <a:srgbClr val="000000"/>
                </a:solidFill>
                <a:latin typeface="IBM Plex Sans"/>
                <a:ea typeface="IBM Plex Sans"/>
                <a:cs typeface="IBM Plex Sans"/>
                <a:sym typeface="IBM Plex Sans"/>
              </a:rPr>
              <a:t>impact on CPC remains unclear.</a:t>
            </a:r>
            <a:r>
              <a:rPr lang="en-US" sz="1200" noProof="0">
                <a:latin typeface="IBM Plex Sans"/>
                <a:ea typeface="IBM Plex Sans"/>
                <a:cs typeface="IBM Plex Sans"/>
                <a:sym typeface="IBM Plex Sans"/>
              </a:rPr>
              <a:t> </a:t>
            </a:r>
            <a:r>
              <a:rPr lang="en-US" sz="1200" b="0" i="0" u="none" strike="noStrike" cap="none" noProof="0">
                <a:solidFill>
                  <a:srgbClr val="000000"/>
                </a:solidFill>
                <a:latin typeface="IBM Plex Sans"/>
                <a:ea typeface="IBM Plex Sans"/>
                <a:cs typeface="IBM Plex Sans"/>
                <a:sym typeface="IBM Plex Sans"/>
              </a:rPr>
              <a:t> </a:t>
            </a:r>
            <a:endParaRPr lang="en-US" sz="1400" b="0" i="0" u="none" strike="noStrike" cap="none" noProof="0">
              <a:solidFill>
                <a:srgbClr val="000000"/>
              </a:solidFill>
              <a:latin typeface="IBM Plex Sans"/>
              <a:ea typeface="IBM Plex Sans"/>
              <a:cs typeface="IBM Plex Sans"/>
              <a:sym typeface="IBM Plex Sans"/>
            </a:endParaRPr>
          </a:p>
        </p:txBody>
      </p:sp>
      <p:cxnSp>
        <p:nvCxnSpPr>
          <p:cNvPr id="2597" name="Google Shape;2597;g3b23322d595_2_1622"/>
          <p:cNvCxnSpPr/>
          <p:nvPr/>
        </p:nvCxnSpPr>
        <p:spPr>
          <a:xfrm>
            <a:off x="612253" y="2611879"/>
            <a:ext cx="6333524" cy="0"/>
          </a:xfrm>
          <a:prstGeom prst="straightConnector1">
            <a:avLst/>
          </a:prstGeom>
          <a:noFill/>
          <a:ln w="9525" cap="flat" cmpd="sng">
            <a:solidFill>
              <a:srgbClr val="BFBFBF"/>
            </a:solidFill>
            <a:prstDash val="solid"/>
            <a:round/>
            <a:headEnd type="none" w="sm" len="sm"/>
            <a:tailEnd type="none" w="sm" len="sm"/>
          </a:ln>
        </p:spPr>
      </p:cxnSp>
      <p:sp>
        <p:nvSpPr>
          <p:cNvPr id="2598" name="Google Shape;2598;g3b23322d595_2_1622">
            <a:hlinkClick r:id="rId3"/>
          </p:cNvPr>
          <p:cNvSpPr txBox="1"/>
          <p:nvPr/>
        </p:nvSpPr>
        <p:spPr>
          <a:xfrm>
            <a:off x="396241" y="6314549"/>
            <a:ext cx="10521696" cy="215444"/>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IBM Plex Sans"/>
                <a:cs typeface="IBM Plex Sans"/>
                <a:sym typeface="IBM Plex Sans"/>
              </a:rPr>
              <a:t>Sources</a:t>
            </a:r>
            <a:r>
              <a:rPr lang="en-US" sz="700" b="1" i="0" u="none" strike="noStrike" cap="none" noProof="0">
                <a:solidFill>
                  <a:srgbClr val="7F7F7F"/>
                </a:solidFill>
                <a:latin typeface="IBM Plex Sans"/>
                <a:ea typeface="IBM Plex Sans"/>
                <a:cs typeface="IBM Plex Sans"/>
                <a:sym typeface="IBM Plex Sans"/>
              </a:rPr>
              <a:t>: </a:t>
            </a:r>
            <a:r>
              <a:rPr lang="en-US" sz="700" b="0" i="0" u="none" strike="noStrike" cap="none" noProof="0">
                <a:solidFill>
                  <a:srgbClr val="7F7F7F"/>
                </a:solidFill>
                <a:latin typeface="IBM Plex Sans"/>
                <a:ea typeface="IBM Plex Sans"/>
                <a:cs typeface="IBM Plex Sans"/>
                <a:sym typeface="IBM Plex Sans"/>
              </a:rPr>
              <a:t>(1)</a:t>
            </a:r>
            <a:r>
              <a:rPr lang="en-US" sz="700" b="0" i="0" u="sng" strike="noStrike" cap="none" noProof="0">
                <a:solidFill>
                  <a:srgbClr val="7F7F7F"/>
                </a:solidFill>
                <a:latin typeface="IBM Plex Sans"/>
                <a:ea typeface="IBM Plex Sans"/>
                <a:cs typeface="IBM Plex Sans"/>
                <a:sym typeface="IBM Plex Sans"/>
              </a:rPr>
              <a:t> </a:t>
            </a:r>
            <a:r>
              <a:rPr lang="en-US" sz="700" b="0" i="0" u="sng" strike="noStrike" cap="none" noProof="0" err="1">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Hamak</a:t>
            </a:r>
            <a:r>
              <a:rPr lang="en-US" sz="700" b="0" i="0" u="sng" strike="noStrike" cap="none" noProof="0">
                <a:solidFill>
                  <a:srgbClr val="7F7F7F"/>
                </a:solidFill>
                <a:latin typeface="IBM Plex Sans"/>
                <a:ea typeface="IBM Plex Sans"/>
                <a:cs typeface="IBM Plex Sans"/>
                <a:sym typeface="IBM Plex Sans"/>
              </a:rPr>
              <a:t> </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OrangeSEO.net</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err="1">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AdExpert</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USIM</a:t>
            </a:r>
            <a:r>
              <a:rPr lang="en-US" sz="700" b="0" i="0" u="none" strike="noStrike" cap="none" noProof="0">
                <a:solidFill>
                  <a:srgbClr val="7F7F7F"/>
                </a:solidFill>
                <a:latin typeface="IBM Plex Sans"/>
                <a:ea typeface="IBM Plex Sans"/>
                <a:cs typeface="IBM Plex Sans"/>
                <a:sym typeface="IBM Plex Sans"/>
              </a:rPr>
              <a:t>, (5) </a:t>
            </a:r>
            <a:r>
              <a:rPr lang="en-US" sz="700"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Search Engine Land</a:t>
            </a:r>
            <a:r>
              <a:rPr lang="en-US" sz="700" noProof="0">
                <a:solidFill>
                  <a:srgbClr val="7F7F7F"/>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Dream Data</a:t>
            </a:r>
            <a:r>
              <a:rPr lang="en-US" sz="700" noProof="0">
                <a:solidFill>
                  <a:srgbClr val="7F7F7F"/>
                </a:solidFill>
                <a:latin typeface="IBM Plex Sans"/>
                <a:ea typeface="IBM Plex Sans"/>
                <a:cs typeface="IBM Plex Sans"/>
                <a:sym typeface="IBM Plex Sans"/>
              </a:rPr>
              <a:t>, </a:t>
            </a:r>
            <a:r>
              <a:rPr lang="en-US" sz="700" noProof="0" err="1">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Wordstream</a:t>
            </a:r>
            <a:r>
              <a:rPr lang="en-US" sz="700" noProof="0">
                <a:solidFill>
                  <a:srgbClr val="7F7F7F"/>
                </a:solidFill>
                <a:latin typeface="IBM Plex Sans"/>
                <a:ea typeface="IBM Plex Sans"/>
                <a:cs typeface="IBM Plex Sans"/>
                <a:sym typeface="IBM Plex Sans"/>
              </a:rPr>
              <a:t>, </a:t>
            </a:r>
            <a:r>
              <a:rPr lang="en-US" sz="700" noProof="0" err="1">
                <a:solidFill>
                  <a:srgbClr val="7F7F7F"/>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Quimbydigital</a:t>
            </a:r>
            <a:r>
              <a:rPr lang="en-US" sz="700" noProof="0">
                <a:solidFill>
                  <a:srgbClr val="7F7F7F"/>
                </a:solidFill>
                <a:latin typeface="IBM Plex Sans"/>
                <a:ea typeface="IBM Plex Sans"/>
                <a:cs typeface="IBM Plex Sans"/>
                <a:sym typeface="IBM Plex Sans"/>
              </a:rPr>
              <a:t>, </a:t>
            </a:r>
            <a:r>
              <a:rPr lang="en-US" sz="700" b="0" i="0" u="none" strike="noStrike" cap="none" noProof="0">
                <a:solidFill>
                  <a:srgbClr val="7F7F7F"/>
                </a:solidFill>
                <a:latin typeface="IBM Plex Sans"/>
                <a:ea typeface="IBM Plex Sans"/>
                <a:cs typeface="IBM Plex Sans"/>
                <a:sym typeface="IBM Plex Sans"/>
              </a:rPr>
              <a:t>(6) </a:t>
            </a:r>
            <a:r>
              <a:rPr lang="en-US" sz="700" b="0" i="0" u="sng" strike="noStrike" cap="none" noProof="0" err="1">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Wordstream</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Growth-</a:t>
            </a:r>
            <a:r>
              <a:rPr lang="en-US" sz="700" b="0" i="0" u="sng" strike="noStrike" cap="none" noProof="0" err="1">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onomics</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Search Engine Land</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err="1">
                <a:solidFill>
                  <a:srgbClr val="7F7F7F"/>
                </a:solidFill>
                <a:latin typeface="IBM Plex Sans"/>
                <a:ea typeface="IBM Plex Sans"/>
                <a:cs typeface="IBM Plex Sans"/>
                <a:sym typeface="IBM Plex Sans"/>
                <a:hlinkClick r:id="rId14">
                  <a:extLst>
                    <a:ext uri="{A12FA001-AC4F-418D-AE19-62706E023703}">
                      <ahyp:hlinkClr xmlns:ahyp="http://schemas.microsoft.com/office/drawing/2018/hyperlinkcolor" val="tx"/>
                    </a:ext>
                  </a:extLst>
                </a:hlinkClick>
              </a:rPr>
              <a:t>Tinuiti</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err="1">
                <a:solidFill>
                  <a:srgbClr val="7F7F7F"/>
                </a:solidFill>
                <a:latin typeface="IBM Plex Sans"/>
                <a:ea typeface="IBM Plex Sans"/>
                <a:cs typeface="IBM Plex Sans"/>
                <a:sym typeface="IBM Plex Sans"/>
                <a:hlinkClick r:id="rId15">
                  <a:extLst>
                    <a:ext uri="{A12FA001-AC4F-418D-AE19-62706E023703}">
                      <ahyp:hlinkClr xmlns:ahyp="http://schemas.microsoft.com/office/drawing/2018/hyperlinkcolor" val="tx"/>
                    </a:ext>
                  </a:extLst>
                </a:hlinkClick>
              </a:rPr>
              <a:t>Wordstream</a:t>
            </a:r>
            <a:r>
              <a:rPr lang="en-US" sz="700" b="0" i="0" u="sng" strike="noStrike" cap="none" noProof="0">
                <a:solidFill>
                  <a:srgbClr val="7F7F7F"/>
                </a:solidFill>
                <a:latin typeface="IBM Plex Sans"/>
                <a:ea typeface="IBM Plex Sans"/>
                <a:cs typeface="IBM Plex Sans"/>
                <a:sym typeface="IBM Plex Sans"/>
                <a:hlinkClick r:id="rId15">
                  <a:extLst>
                    <a:ext uri="{A12FA001-AC4F-418D-AE19-62706E023703}">
                      <ahyp:hlinkClr xmlns:ahyp="http://schemas.microsoft.com/office/drawing/2018/hyperlinkcolor" val="tx"/>
                    </a:ext>
                  </a:extLst>
                </a:hlinkClick>
              </a:rPr>
              <a:t> 2</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OrangeSEO</a:t>
            </a:r>
            <a:r>
              <a:rPr lang="en-US" sz="700" b="0" i="0" u="sng" strike="noStrike" cap="none" noProof="0">
                <a:solidFill>
                  <a:srgbClr val="7F7F7F"/>
                </a:solidFill>
                <a:latin typeface="IBM Plex Sans"/>
                <a:ea typeface="IBM Plex Sans"/>
                <a:cs typeface="IBM Plex Sans"/>
                <a:sym typeface="IBM Plex Sans"/>
              </a:rPr>
              <a:t>, (7) </a:t>
            </a:r>
            <a:r>
              <a:rPr lang="en-US" sz="700" b="0" i="0" u="sng" strike="noStrike" cap="none" noProof="0" err="1">
                <a:solidFill>
                  <a:srgbClr val="7F7F7F"/>
                </a:solidFill>
                <a:latin typeface="IBM Plex Sans"/>
                <a:ea typeface="IBM Plex Sans"/>
                <a:cs typeface="IBM Plex Sans"/>
                <a:sym typeface="IBM Plex Sans"/>
                <a:hlinkClick r:id="rId15">
                  <a:extLst>
                    <a:ext uri="{A12FA001-AC4F-418D-AE19-62706E023703}">
                      <ahyp:hlinkClr xmlns:ahyp="http://schemas.microsoft.com/office/drawing/2018/hyperlinkcolor" val="tx"/>
                    </a:ext>
                  </a:extLst>
                </a:hlinkClick>
              </a:rPr>
              <a:t>Wordstream</a:t>
            </a:r>
            <a:r>
              <a:rPr lang="en-US" sz="700" b="0" i="0" u="sng" strike="noStrike" cap="none" noProof="0">
                <a:solidFill>
                  <a:srgbClr val="7F7F7F"/>
                </a:solidFill>
                <a:latin typeface="IBM Plex Sans"/>
                <a:ea typeface="IBM Plex Sans"/>
                <a:cs typeface="IBM Plex Sans"/>
                <a:sym typeface="IBM Plex Sans"/>
                <a:hlinkClick r:id="rId15">
                  <a:extLst>
                    <a:ext uri="{A12FA001-AC4F-418D-AE19-62706E023703}">
                      <ahyp:hlinkClr xmlns:ahyp="http://schemas.microsoft.com/office/drawing/2018/hyperlinkcolor" val="tx"/>
                    </a:ext>
                  </a:extLst>
                </a:hlinkClick>
              </a:rPr>
              <a:t> 2025</a:t>
            </a:r>
            <a:r>
              <a:rPr lang="en-US" sz="700" b="0" i="0" u="sng" strike="noStrike" cap="none" noProof="0">
                <a:solidFill>
                  <a:srgbClr val="7F7F7F"/>
                </a:solidFill>
                <a:latin typeface="IBM Plex Sans"/>
                <a:ea typeface="IBM Plex Sans"/>
                <a:cs typeface="IBM Plex Sans"/>
                <a:sym typeface="IBM Plex Sans"/>
              </a:rPr>
              <a:t>, </a:t>
            </a:r>
            <a:r>
              <a:rPr lang="en-US" sz="700" b="0" i="0" u="sng" strike="noStrike" cap="none" noProof="0" err="1">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Wordstream</a:t>
            </a:r>
            <a:r>
              <a:rPr lang="en-US" sz="700" b="0" i="0" u="sng" strike="noStrike" cap="none" noProof="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 2024</a:t>
            </a:r>
            <a:r>
              <a:rPr lang="en-US" sz="700" b="0" i="0" u="sng" strike="noStrike" cap="none" noProof="0">
                <a:solidFill>
                  <a:srgbClr val="7F7F7F"/>
                </a:solidFill>
                <a:latin typeface="IBM Plex Sans"/>
                <a:ea typeface="IBM Plex Sans"/>
                <a:cs typeface="IBM Plex Sans"/>
                <a:sym typeface="IBM Plex Sans"/>
              </a:rPr>
              <a:t>, </a:t>
            </a:r>
            <a:r>
              <a:rPr lang="en-US" sz="700" b="0" i="0" u="sng" strike="noStrike" cap="none" noProof="0" err="1">
                <a:solidFill>
                  <a:srgbClr val="7F7F7F"/>
                </a:solidFill>
                <a:latin typeface="IBM Plex Sans"/>
                <a:ea typeface="IBM Plex Sans"/>
                <a:cs typeface="IBM Plex Sans"/>
                <a:sym typeface="IBM Plex Sans"/>
                <a:hlinkClick r:id="rId16">
                  <a:extLst>
                    <a:ext uri="{A12FA001-AC4F-418D-AE19-62706E023703}">
                      <ahyp:hlinkClr xmlns:ahyp="http://schemas.microsoft.com/office/drawing/2018/hyperlinkcolor" val="tx"/>
                    </a:ext>
                  </a:extLst>
                </a:hlinkClick>
              </a:rPr>
              <a:t>Wordstream</a:t>
            </a:r>
            <a:r>
              <a:rPr lang="en-US" sz="700" b="0" i="0" u="sng" strike="noStrike" cap="none" noProof="0">
                <a:solidFill>
                  <a:srgbClr val="7F7F7F"/>
                </a:solidFill>
                <a:latin typeface="IBM Plex Sans"/>
                <a:ea typeface="IBM Plex Sans"/>
                <a:cs typeface="IBM Plex Sans"/>
                <a:sym typeface="IBM Plex Sans"/>
                <a:hlinkClick r:id="rId16">
                  <a:extLst>
                    <a:ext uri="{A12FA001-AC4F-418D-AE19-62706E023703}">
                      <ahyp:hlinkClr xmlns:ahyp="http://schemas.microsoft.com/office/drawing/2018/hyperlinkcolor" val="tx"/>
                    </a:ext>
                  </a:extLst>
                </a:hlinkClick>
              </a:rPr>
              <a:t> 2021</a:t>
            </a:r>
            <a:r>
              <a:rPr lang="en-US" sz="700" b="0" i="0" u="sng" strike="noStrike" cap="none" noProof="0">
                <a:solidFill>
                  <a:srgbClr val="7F7F7F"/>
                </a:solidFill>
                <a:latin typeface="IBM Plex Sans"/>
                <a:ea typeface="IBM Plex Sans"/>
                <a:cs typeface="IBM Plex Sans"/>
                <a:sym typeface="IBM Plex Sans"/>
              </a:rPr>
              <a:t>, </a:t>
            </a:r>
            <a:r>
              <a:rPr lang="en-US" sz="700" b="0" i="0" u="sng" strike="noStrike" cap="none" noProof="0" err="1">
                <a:solidFill>
                  <a:srgbClr val="7F7F7F"/>
                </a:solidFill>
                <a:latin typeface="IBM Plex Sans"/>
                <a:ea typeface="IBM Plex Sans"/>
                <a:cs typeface="IBM Plex Sans"/>
                <a:sym typeface="IBM Plex Sans"/>
                <a:hlinkClick r:id="rId17">
                  <a:extLst>
                    <a:ext uri="{A12FA001-AC4F-418D-AE19-62706E023703}">
                      <ahyp:hlinkClr xmlns:ahyp="http://schemas.microsoft.com/office/drawing/2018/hyperlinkcolor" val="tx"/>
                    </a:ext>
                  </a:extLst>
                </a:hlinkClick>
              </a:rPr>
              <a:t>Wordstream</a:t>
            </a:r>
            <a:r>
              <a:rPr lang="en-US" sz="700" b="0" i="0" u="sng" strike="noStrike" cap="none" noProof="0">
                <a:solidFill>
                  <a:srgbClr val="7F7F7F"/>
                </a:solidFill>
                <a:latin typeface="IBM Plex Sans"/>
                <a:ea typeface="IBM Plex Sans"/>
                <a:cs typeface="IBM Plex Sans"/>
                <a:sym typeface="IBM Plex Sans"/>
                <a:hlinkClick r:id="rId17">
                  <a:extLst>
                    <a:ext uri="{A12FA001-AC4F-418D-AE19-62706E023703}">
                      <ahyp:hlinkClr xmlns:ahyp="http://schemas.microsoft.com/office/drawing/2018/hyperlinkcolor" val="tx"/>
                    </a:ext>
                  </a:extLst>
                </a:hlinkClick>
              </a:rPr>
              <a:t> 2018</a:t>
            </a:r>
            <a:r>
              <a:rPr lang="en-US" sz="700" b="0" i="0" u="sng" strike="noStrike" cap="none" noProof="0">
                <a:solidFill>
                  <a:srgbClr val="7F7F7F"/>
                </a:solidFill>
                <a:latin typeface="IBM Plex Sans"/>
                <a:ea typeface="IBM Plex Sans"/>
                <a:cs typeface="IBM Plex Sans"/>
                <a:sym typeface="IBM Plex Sans"/>
              </a:rPr>
              <a:t>, </a:t>
            </a:r>
            <a:r>
              <a:rPr lang="en-US" sz="700" b="0" i="0" u="sng" strike="noStrike" cap="none" noProof="0" err="1">
                <a:solidFill>
                  <a:srgbClr val="7F7F7F"/>
                </a:solidFill>
                <a:latin typeface="IBM Plex Sans"/>
                <a:ea typeface="IBM Plex Sans"/>
                <a:cs typeface="IBM Plex Sans"/>
                <a:sym typeface="IBM Plex Sans"/>
                <a:hlinkClick r:id="rId18">
                  <a:extLst>
                    <a:ext uri="{A12FA001-AC4F-418D-AE19-62706E023703}">
                      <ahyp:hlinkClr xmlns:ahyp="http://schemas.microsoft.com/office/drawing/2018/hyperlinkcolor" val="tx"/>
                    </a:ext>
                  </a:extLst>
                </a:hlinkClick>
              </a:rPr>
              <a:t>Wordstream</a:t>
            </a:r>
            <a:r>
              <a:rPr lang="en-US" sz="700" b="0" i="0" u="sng" strike="noStrike" cap="none" noProof="0">
                <a:solidFill>
                  <a:srgbClr val="7F7F7F"/>
                </a:solidFill>
                <a:latin typeface="IBM Plex Sans"/>
                <a:ea typeface="IBM Plex Sans"/>
                <a:cs typeface="IBM Plex Sans"/>
                <a:sym typeface="IBM Plex Sans"/>
                <a:hlinkClick r:id="rId18">
                  <a:extLst>
                    <a:ext uri="{A12FA001-AC4F-418D-AE19-62706E023703}">
                      <ahyp:hlinkClr xmlns:ahyp="http://schemas.microsoft.com/office/drawing/2018/hyperlinkcolor" val="tx"/>
                    </a:ext>
                  </a:extLst>
                </a:hlinkClick>
              </a:rPr>
              <a:t> 2016</a:t>
            </a:r>
            <a:r>
              <a:rPr lang="en-US" sz="700" b="0" i="0" u="sng" strike="noStrike" cap="none" noProof="0">
                <a:solidFill>
                  <a:srgbClr val="7F7F7F"/>
                </a:solidFill>
                <a:latin typeface="IBM Plex Sans"/>
                <a:ea typeface="IBM Plex Sans"/>
                <a:cs typeface="IBM Plex Sans"/>
                <a:sym typeface="IBM Plex Sans"/>
              </a:rPr>
              <a:t>  </a:t>
            </a:r>
            <a:r>
              <a:rPr lang="en-US" sz="700" b="0" i="0" u="none" strike="noStrike" cap="none" noProof="0">
                <a:solidFill>
                  <a:srgbClr val="7F7F7F"/>
                </a:solidFill>
                <a:latin typeface="IBM Plex Sans"/>
                <a:ea typeface="IBM Plex Sans"/>
                <a:cs typeface="IBM Plex Sans"/>
                <a:sym typeface="IBM Plex Sans"/>
              </a:rPr>
              <a:t> </a:t>
            </a:r>
            <a:endParaRPr lang="en-US" sz="700" b="0" i="0" u="none" strike="noStrike" cap="none" noProof="0">
              <a:solidFill>
                <a:srgbClr val="7F7F7F"/>
              </a:solidFill>
              <a:highlight>
                <a:srgbClr val="FFFF00"/>
              </a:highlight>
              <a:latin typeface="IBM Plex Sans"/>
              <a:ea typeface="IBM Plex Sans"/>
              <a:cs typeface="IBM Plex Sans"/>
            </a:endParaRPr>
          </a:p>
        </p:txBody>
      </p:sp>
      <p:pic>
        <p:nvPicPr>
          <p:cNvPr id="2599" name="Google Shape;2599;g3b23322d595_2_1622"/>
          <p:cNvPicPr preferRelativeResize="0"/>
          <p:nvPr/>
        </p:nvPicPr>
        <p:blipFill rotWithShape="1">
          <a:blip r:embed="rId19">
            <a:alphaModFix/>
          </a:blip>
          <a:srcRect/>
          <a:stretch/>
        </p:blipFill>
        <p:spPr>
          <a:xfrm>
            <a:off x="584356" y="1897267"/>
            <a:ext cx="611604" cy="194274"/>
          </a:xfrm>
          <a:prstGeom prst="rect">
            <a:avLst/>
          </a:prstGeom>
          <a:noFill/>
          <a:ln>
            <a:noFill/>
          </a:ln>
          <a:effectLst>
            <a:outerShdw blurRad="292100" dist="139700" dir="2700000" algn="tl" rotWithShape="0">
              <a:srgbClr val="333333">
                <a:alpha val="63529"/>
              </a:srgbClr>
            </a:outerShdw>
          </a:effectLst>
        </p:spPr>
      </p:pic>
      <p:pic>
        <p:nvPicPr>
          <p:cNvPr id="2600" name="Google Shape;2600;g3b23322d595_2_1622"/>
          <p:cNvPicPr preferRelativeResize="0"/>
          <p:nvPr/>
        </p:nvPicPr>
        <p:blipFill rotWithShape="1">
          <a:blip r:embed="rId20">
            <a:alphaModFix/>
          </a:blip>
          <a:srcRect/>
          <a:stretch/>
        </p:blipFill>
        <p:spPr>
          <a:xfrm>
            <a:off x="549759" y="2078952"/>
            <a:ext cx="1954423" cy="395043"/>
          </a:xfrm>
          <a:prstGeom prst="rect">
            <a:avLst/>
          </a:prstGeom>
          <a:noFill/>
          <a:ln>
            <a:noFill/>
          </a:ln>
          <a:effectLst>
            <a:outerShdw blurRad="292100" dist="139700" dir="2700000" algn="tl" rotWithShape="0">
              <a:srgbClr val="333333">
                <a:alpha val="63529"/>
              </a:srgbClr>
            </a:outerShdw>
          </a:effectLst>
        </p:spPr>
      </p:pic>
      <p:pic>
        <p:nvPicPr>
          <p:cNvPr id="2601" name="Google Shape;2601;g3b23322d595_2_1622"/>
          <p:cNvPicPr preferRelativeResize="0"/>
          <p:nvPr/>
        </p:nvPicPr>
        <p:blipFill rotWithShape="1">
          <a:blip r:embed="rId21">
            <a:alphaModFix/>
          </a:blip>
          <a:srcRect/>
          <a:stretch/>
        </p:blipFill>
        <p:spPr>
          <a:xfrm>
            <a:off x="612252" y="2731015"/>
            <a:ext cx="1051734" cy="397322"/>
          </a:xfrm>
          <a:prstGeom prst="rect">
            <a:avLst/>
          </a:prstGeom>
          <a:noFill/>
          <a:ln>
            <a:noFill/>
          </a:ln>
          <a:effectLst>
            <a:outerShdw blurRad="292100" dist="139700" dir="2700000" algn="tl" rotWithShape="0">
              <a:srgbClr val="333333">
                <a:alpha val="63529"/>
              </a:srgbClr>
            </a:outerShdw>
          </a:effectLst>
        </p:spPr>
      </p:pic>
      <p:pic>
        <p:nvPicPr>
          <p:cNvPr id="2602" name="Google Shape;2602;g3b23322d595_2_1622"/>
          <p:cNvPicPr preferRelativeResize="0"/>
          <p:nvPr/>
        </p:nvPicPr>
        <p:blipFill rotWithShape="1">
          <a:blip r:embed="rId22">
            <a:alphaModFix/>
          </a:blip>
          <a:srcRect/>
          <a:stretch/>
        </p:blipFill>
        <p:spPr>
          <a:xfrm>
            <a:off x="584356" y="3120834"/>
            <a:ext cx="1499571" cy="462678"/>
          </a:xfrm>
          <a:prstGeom prst="rect">
            <a:avLst/>
          </a:prstGeom>
          <a:noFill/>
          <a:ln>
            <a:noFill/>
          </a:ln>
          <a:effectLst>
            <a:outerShdw blurRad="292100" dist="139700" dir="2700000" algn="tl" rotWithShape="0">
              <a:srgbClr val="333333">
                <a:alpha val="63529"/>
              </a:srgbClr>
            </a:outerShdw>
          </a:effectLst>
        </p:spPr>
      </p:pic>
      <p:sp>
        <p:nvSpPr>
          <p:cNvPr id="2604" name="Google Shape;2604;g3b23322d595_2_1622"/>
          <p:cNvSpPr txBox="1"/>
          <p:nvPr/>
        </p:nvSpPr>
        <p:spPr>
          <a:xfrm>
            <a:off x="420593" y="5881532"/>
            <a:ext cx="11350811" cy="364182"/>
          </a:xfrm>
          <a:prstGeom prst="rect">
            <a:avLst/>
          </a:prstGeom>
          <a:solidFill>
            <a:srgbClr val="9FE1BD"/>
          </a:solidFill>
          <a:ln>
            <a:noFill/>
          </a:ln>
        </p:spPr>
        <p:txBody>
          <a:bodyPr spcFirstLastPara="1" wrap="square" lIns="68550" tIns="68550" rIns="68550" bIns="68550" anchor="ctr" anchorCtr="0">
            <a:noAutofit/>
          </a:bodyPr>
          <a:lstStyle/>
          <a:p>
            <a:pPr algn="ctr">
              <a:buClr>
                <a:srgbClr val="204E79"/>
              </a:buClr>
              <a:buSzPts val="1800"/>
            </a:pPr>
            <a:r>
              <a:rPr lang="en-US" b="1" i="0" u="none" strike="noStrike" cap="none" noProof="0">
                <a:solidFill>
                  <a:srgbClr val="000000"/>
                </a:solidFill>
                <a:latin typeface="IBM Plex Sans"/>
                <a:ea typeface="IBM Plex Sans"/>
                <a:cs typeface="IBM Plex Sans"/>
                <a:sym typeface="IBM Plex Sans"/>
              </a:rPr>
              <a:t>CPC has risen </a:t>
            </a:r>
            <a:r>
              <a:rPr lang="en-US" b="1" noProof="0">
                <a:latin typeface="IBM Plex Sans"/>
                <a:ea typeface="IBM Plex Sans"/>
                <a:cs typeface="IBM Plex Sans"/>
                <a:sym typeface="IBM Plex Sans"/>
              </a:rPr>
              <a:t>largely due</a:t>
            </a:r>
            <a:r>
              <a:rPr lang="en-US" b="1" i="0" u="none" strike="noStrike" cap="none" noProof="0">
                <a:solidFill>
                  <a:srgbClr val="000000"/>
                </a:solidFill>
                <a:latin typeface="IBM Plex Sans"/>
                <a:ea typeface="IBM Plex Sans"/>
                <a:cs typeface="IBM Plex Sans"/>
                <a:sym typeface="IBM Plex Sans"/>
              </a:rPr>
              <a:t> to </a:t>
            </a:r>
            <a:r>
              <a:rPr lang="en-US" b="1" noProof="0">
                <a:latin typeface="IBM Plex Sans"/>
                <a:ea typeface="IBM Plex Sans"/>
                <a:cs typeface="IBM Plex Sans"/>
                <a:sym typeface="IBM Plex Sans"/>
              </a:rPr>
              <a:t>reduced ad space driven by AI</a:t>
            </a:r>
            <a:r>
              <a:rPr lang="en-US" b="1" i="0" u="none" strike="noStrike" cap="none" noProof="0">
                <a:solidFill>
                  <a:srgbClr val="000000"/>
                </a:solidFill>
                <a:latin typeface="IBM Plex Sans"/>
                <a:ea typeface="IBM Plex Sans"/>
                <a:cs typeface="IBM Plex Sans"/>
                <a:sym typeface="IBM Plex Sans"/>
              </a:rPr>
              <a:t> Overviews</a:t>
            </a:r>
            <a:r>
              <a:rPr lang="en-US" b="1" noProof="0">
                <a:latin typeface="IBM Plex Sans"/>
                <a:ea typeface="IBM Plex Sans"/>
                <a:cs typeface="IBM Plex Sans"/>
                <a:sym typeface="IBM Plex Sans"/>
              </a:rPr>
              <a:t>;</a:t>
            </a:r>
            <a:r>
              <a:rPr lang="en-US" b="1" i="0" u="none" strike="noStrike" cap="none" noProof="0">
                <a:solidFill>
                  <a:srgbClr val="000000"/>
                </a:solidFill>
                <a:latin typeface="IBM Plex Sans"/>
                <a:ea typeface="IBM Plex Sans"/>
                <a:cs typeface="IBM Plex Sans"/>
                <a:sym typeface="IBM Plex Sans"/>
              </a:rPr>
              <a:t> </a:t>
            </a:r>
            <a:r>
              <a:rPr lang="en-US" b="1" noProof="0">
                <a:latin typeface="IBM Plex Sans"/>
                <a:ea typeface="IBM Plex Sans"/>
                <a:cs typeface="IBM Plex Sans"/>
                <a:sym typeface="IBM Plex Sans"/>
              </a:rPr>
              <a:t>however, the precise long-term impact remains </a:t>
            </a:r>
            <a:r>
              <a:rPr lang="en-US" b="1" i="0" u="none" strike="noStrike" cap="none" noProof="0">
                <a:solidFill>
                  <a:srgbClr val="000000"/>
                </a:solidFill>
                <a:latin typeface="IBM Plex Sans"/>
                <a:ea typeface="IBM Plex Sans"/>
                <a:cs typeface="IBM Plex Sans"/>
                <a:sym typeface="IBM Plex Sans"/>
              </a:rPr>
              <a:t>unclear </a:t>
            </a:r>
          </a:p>
        </p:txBody>
      </p:sp>
      <p:pic>
        <p:nvPicPr>
          <p:cNvPr id="2605" name="Google Shape;2605;g3b23322d595_2_1622"/>
          <p:cNvPicPr preferRelativeResize="0"/>
          <p:nvPr/>
        </p:nvPicPr>
        <p:blipFill rotWithShape="1">
          <a:blip r:embed="rId23">
            <a:alphaModFix/>
          </a:blip>
          <a:srcRect/>
          <a:stretch/>
        </p:blipFill>
        <p:spPr>
          <a:xfrm>
            <a:off x="549759" y="3982030"/>
            <a:ext cx="960568" cy="275363"/>
          </a:xfrm>
          <a:prstGeom prst="rect">
            <a:avLst/>
          </a:prstGeom>
          <a:noFill/>
          <a:ln>
            <a:noFill/>
          </a:ln>
          <a:effectLst>
            <a:outerShdw blurRad="292100" dist="139700" dir="2700000" algn="tl" rotWithShape="0">
              <a:srgbClr val="333333">
                <a:alpha val="63529"/>
              </a:srgbClr>
            </a:outerShdw>
          </a:effectLst>
        </p:spPr>
      </p:pic>
      <p:sp>
        <p:nvSpPr>
          <p:cNvPr id="2606" name="Google Shape;2606;g3b23322d595_2_1622"/>
          <p:cNvSpPr txBox="1"/>
          <p:nvPr/>
        </p:nvSpPr>
        <p:spPr>
          <a:xfrm>
            <a:off x="2738131" y="3886218"/>
            <a:ext cx="4114799" cy="923330"/>
          </a:xfrm>
          <a:prstGeom prst="rect">
            <a:avLst/>
          </a:prstGeom>
          <a:noFill/>
          <a:ln>
            <a:noFill/>
          </a:ln>
        </p:spPr>
        <p:txBody>
          <a:bodyPr spcFirstLastPara="1" wrap="square" lIns="0" tIns="0" rIns="0" bIns="0" anchor="t" anchorCtr="0">
            <a:spAutoFit/>
          </a:bodyPr>
          <a:lstStyle/>
          <a:p>
            <a:pPr>
              <a:buSzPts val="1200"/>
            </a:pPr>
            <a:r>
              <a:rPr lang="en-US" sz="1200" b="0" i="0" u="none" strike="noStrike" cap="none" noProof="0">
                <a:solidFill>
                  <a:srgbClr val="000000"/>
                </a:solidFill>
                <a:latin typeface="IBM Plex Sans"/>
                <a:ea typeface="IBM Plex Sans"/>
                <a:cs typeface="IBM Plex Sans"/>
                <a:sym typeface="IBM Plex Sans"/>
              </a:rPr>
              <a:t>“The presence of </a:t>
            </a:r>
            <a:r>
              <a:rPr lang="en-US" sz="1200" b="1" i="0" u="none" strike="noStrike" cap="none" noProof="0">
                <a:solidFill>
                  <a:srgbClr val="000000"/>
                </a:solidFill>
                <a:latin typeface="IBM Plex Sans"/>
                <a:ea typeface="IBM Plex Sans"/>
                <a:cs typeface="IBM Plex Sans"/>
                <a:sym typeface="IBM Plex Sans"/>
              </a:rPr>
              <a:t>AI Overviews </a:t>
            </a:r>
            <a:r>
              <a:rPr lang="en-US" sz="1200" b="0" i="0" u="none" strike="noStrike" cap="none" noProof="0">
                <a:solidFill>
                  <a:srgbClr val="000000"/>
                </a:solidFill>
                <a:latin typeface="IBM Plex Sans"/>
                <a:ea typeface="IBM Plex Sans"/>
                <a:cs typeface="IBM Plex Sans"/>
                <a:sym typeface="IBM Plex Sans"/>
              </a:rPr>
              <a:t>has </a:t>
            </a:r>
            <a:r>
              <a:rPr lang="en-US" sz="1200" b="1" i="0" u="none" strike="noStrike" cap="none" noProof="0">
                <a:solidFill>
                  <a:srgbClr val="000000"/>
                </a:solidFill>
                <a:latin typeface="IBM Plex Sans"/>
                <a:ea typeface="IBM Plex Sans"/>
                <a:cs typeface="IBM Plex Sans"/>
                <a:sym typeface="IBM Plex Sans"/>
              </a:rPr>
              <a:t>reshaped</a:t>
            </a:r>
            <a:r>
              <a:rPr lang="en-US" sz="1200" b="0" i="0" u="none" strike="noStrike" cap="none" noProof="0">
                <a:solidFill>
                  <a:srgbClr val="000000"/>
                </a:solidFill>
                <a:latin typeface="IBM Plex Sans"/>
                <a:ea typeface="IBM Plex Sans"/>
                <a:cs typeface="IBM Plex Sans"/>
                <a:sym typeface="IBM Plex Sans"/>
              </a:rPr>
              <a:t> how ads appear in the SERPs: </a:t>
            </a:r>
            <a:r>
              <a:rPr lang="en-US" sz="1200" b="1" noProof="0">
                <a:latin typeface="IBM Plex Sans"/>
                <a:ea typeface="IBM Plex Sans"/>
                <a:cs typeface="IBM Plex Sans"/>
                <a:sym typeface="IBM Plex Sans"/>
              </a:rPr>
              <a:t>traditional</a:t>
            </a:r>
            <a:r>
              <a:rPr lang="en-US" sz="1200" b="1" i="0" u="none" strike="noStrike" cap="none" noProof="0">
                <a:solidFill>
                  <a:srgbClr val="000000"/>
                </a:solidFill>
                <a:latin typeface="IBM Plex Sans"/>
                <a:ea typeface="IBM Plex Sans"/>
                <a:cs typeface="IBM Plex Sans"/>
                <a:sym typeface="IBM Plex Sans"/>
              </a:rPr>
              <a:t> search ads</a:t>
            </a:r>
            <a:r>
              <a:rPr lang="en-US" sz="1200" b="0" i="0" u="none" strike="noStrike" cap="none" noProof="0">
                <a:solidFill>
                  <a:srgbClr val="000000"/>
                </a:solidFill>
                <a:latin typeface="IBM Plex Sans"/>
                <a:ea typeface="IBM Plex Sans"/>
                <a:cs typeface="IBM Plex Sans"/>
                <a:sym typeface="IBM Plex Sans"/>
              </a:rPr>
              <a:t>, which used to sit above organic listings, are now often </a:t>
            </a:r>
            <a:r>
              <a:rPr lang="en-US" sz="1200" b="1" i="0" u="none" strike="noStrike" cap="none" noProof="0">
                <a:solidFill>
                  <a:srgbClr val="000000"/>
                </a:solidFill>
                <a:latin typeface="IBM Plex Sans"/>
                <a:ea typeface="IBM Plex Sans"/>
                <a:cs typeface="IBM Plex Sans"/>
                <a:sym typeface="IBM Plex Sans"/>
              </a:rPr>
              <a:t>pushed below</a:t>
            </a:r>
            <a:r>
              <a:rPr lang="en-US" sz="1200" b="0" i="0" u="none" strike="noStrike" cap="none" noProof="0">
                <a:solidFill>
                  <a:srgbClr val="000000"/>
                </a:solidFill>
                <a:latin typeface="IBM Plex Sans"/>
                <a:ea typeface="IBM Plex Sans"/>
                <a:cs typeface="IBM Plex Sans"/>
                <a:sym typeface="IBM Plex Sans"/>
              </a:rPr>
              <a:t> AI </a:t>
            </a:r>
            <a:r>
              <a:rPr lang="en-US" sz="1200" noProof="0">
                <a:latin typeface="IBM Plex Sans"/>
                <a:ea typeface="IBM Plex Sans"/>
                <a:cs typeface="IBM Plex Sans"/>
                <a:sym typeface="IBM Plex Sans"/>
              </a:rPr>
              <a:t>Overviews</a:t>
            </a:r>
            <a:r>
              <a:rPr lang="en-US" sz="1200" b="0" i="0" u="none" strike="noStrike" cap="none" noProof="0">
                <a:solidFill>
                  <a:srgbClr val="000000"/>
                </a:solidFill>
                <a:latin typeface="IBM Plex Sans"/>
                <a:ea typeface="IBM Plex Sans"/>
                <a:cs typeface="IBM Plex Sans"/>
                <a:sym typeface="IBM Plex Sans"/>
              </a:rPr>
              <a:t> content. Advertisers must now </a:t>
            </a:r>
            <a:r>
              <a:rPr lang="en-US" sz="1200" b="1" i="0" u="none" strike="noStrike" cap="none" noProof="0">
                <a:solidFill>
                  <a:srgbClr val="000000"/>
                </a:solidFill>
                <a:latin typeface="IBM Plex Sans"/>
                <a:ea typeface="IBM Plex Sans"/>
                <a:cs typeface="IBM Plex Sans"/>
                <a:sym typeface="IBM Plex Sans"/>
              </a:rPr>
              <a:t>pay more for visibility</a:t>
            </a:r>
            <a:r>
              <a:rPr lang="en-US" sz="1200" b="0" i="0" u="none" strike="noStrike" cap="none" noProof="0">
                <a:solidFill>
                  <a:srgbClr val="000000"/>
                </a:solidFill>
                <a:latin typeface="IBM Plex Sans"/>
                <a:ea typeface="IBM Plex Sans"/>
                <a:cs typeface="IBM Plex Sans"/>
                <a:sym typeface="IBM Plex Sans"/>
              </a:rPr>
              <a:t>.”</a:t>
            </a:r>
            <a:r>
              <a:rPr lang="en-US" sz="1200" b="0" i="0" u="none" strike="noStrike" cap="none" baseline="30000" noProof="0">
                <a:solidFill>
                  <a:srgbClr val="000000"/>
                </a:solidFill>
                <a:latin typeface="IBM Plex Sans"/>
                <a:ea typeface="IBM Plex Sans"/>
                <a:cs typeface="IBM Plex Sans"/>
                <a:sym typeface="IBM Plex Sans"/>
              </a:rPr>
              <a:t>3</a:t>
            </a:r>
            <a:endParaRPr lang="en-US" sz="1400" b="0" i="0" u="none" strike="noStrike" cap="none" noProof="0">
              <a:solidFill>
                <a:srgbClr val="000000"/>
              </a:solidFill>
              <a:latin typeface="IBM Plex Sans"/>
              <a:ea typeface="IBM Plex Sans"/>
              <a:cs typeface="IBM Plex Sans"/>
              <a:sym typeface="IBM Plex Sans"/>
            </a:endParaRPr>
          </a:p>
        </p:txBody>
      </p:sp>
      <p:pic>
        <p:nvPicPr>
          <p:cNvPr id="2607" name="Google Shape;2607;g3b23322d595_2_1622"/>
          <p:cNvPicPr preferRelativeResize="0"/>
          <p:nvPr/>
        </p:nvPicPr>
        <p:blipFill rotWithShape="1">
          <a:blip r:embed="rId24">
            <a:alphaModFix/>
          </a:blip>
          <a:srcRect/>
          <a:stretch/>
        </p:blipFill>
        <p:spPr>
          <a:xfrm>
            <a:off x="549759" y="4248705"/>
            <a:ext cx="1835839" cy="178860"/>
          </a:xfrm>
          <a:prstGeom prst="rect">
            <a:avLst/>
          </a:prstGeom>
          <a:noFill/>
          <a:ln>
            <a:noFill/>
          </a:ln>
          <a:effectLst>
            <a:outerShdw blurRad="292100" dist="139700" dir="2700000" algn="tl" rotWithShape="0">
              <a:srgbClr val="333333">
                <a:alpha val="63529"/>
              </a:srgbClr>
            </a:outerShdw>
          </a:effectLst>
        </p:spPr>
      </p:pic>
      <p:cxnSp>
        <p:nvCxnSpPr>
          <p:cNvPr id="2608" name="Google Shape;2608;g3b23322d595_2_1622"/>
          <p:cNvCxnSpPr/>
          <p:nvPr/>
        </p:nvCxnSpPr>
        <p:spPr>
          <a:xfrm>
            <a:off x="612253" y="3714305"/>
            <a:ext cx="6333524" cy="0"/>
          </a:xfrm>
          <a:prstGeom prst="straightConnector1">
            <a:avLst/>
          </a:prstGeom>
          <a:noFill/>
          <a:ln w="9525" cap="flat" cmpd="sng">
            <a:solidFill>
              <a:srgbClr val="BFBFBF"/>
            </a:solidFill>
            <a:prstDash val="solid"/>
            <a:round/>
            <a:headEnd type="none" w="sm" len="sm"/>
            <a:tailEnd type="none" w="sm" len="sm"/>
          </a:ln>
        </p:spPr>
      </p:cxnSp>
      <p:sp>
        <p:nvSpPr>
          <p:cNvPr id="2609" name="Google Shape;2609;g3b23322d595_2_1622"/>
          <p:cNvSpPr txBox="1"/>
          <p:nvPr/>
        </p:nvSpPr>
        <p:spPr>
          <a:xfrm>
            <a:off x="2738130" y="4969659"/>
            <a:ext cx="4114799" cy="73866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200"/>
              <a:buFont typeface="Arial"/>
              <a:buNone/>
            </a:pPr>
            <a:r>
              <a:rPr lang="en-US" sz="1200" b="0" i="0" u="none" strike="noStrike" cap="none" noProof="0">
                <a:solidFill>
                  <a:srgbClr val="000000"/>
                </a:solidFill>
                <a:latin typeface="IBM Plex Sans"/>
                <a:ea typeface="IBM Plex Sans"/>
                <a:cs typeface="IBM Plex Sans"/>
                <a:sym typeface="IBM Plex Sans"/>
              </a:rPr>
              <a:t>“</a:t>
            </a:r>
            <a:r>
              <a:rPr lang="en-US" sz="1200" b="1" i="0" u="none" strike="noStrike" cap="none" noProof="0">
                <a:solidFill>
                  <a:srgbClr val="000000"/>
                </a:solidFill>
                <a:latin typeface="IBM Plex Sans"/>
                <a:ea typeface="IBM Plex Sans"/>
                <a:cs typeface="IBM Plex Sans"/>
                <a:sym typeface="IBM Plex Sans"/>
              </a:rPr>
              <a:t>With AIOs taking prime SERP real estate</a:t>
            </a:r>
            <a:r>
              <a:rPr lang="en-US" sz="1200" b="0" i="0" u="none" strike="noStrike" cap="none" noProof="0">
                <a:solidFill>
                  <a:srgbClr val="000000"/>
                </a:solidFill>
                <a:latin typeface="IBM Plex Sans"/>
                <a:ea typeface="IBM Plex Sans"/>
                <a:cs typeface="IBM Plex Sans"/>
                <a:sym typeface="IBM Plex Sans"/>
              </a:rPr>
              <a:t>, competition is driven up as advertisers fight harder and </a:t>
            </a:r>
            <a:r>
              <a:rPr lang="en-US" sz="1200" b="1" i="0" u="none" strike="noStrike" cap="none" noProof="0">
                <a:solidFill>
                  <a:srgbClr val="000000"/>
                </a:solidFill>
                <a:latin typeface="IBM Plex Sans"/>
                <a:ea typeface="IBM Plex Sans"/>
                <a:cs typeface="IBM Plex Sans"/>
                <a:sym typeface="IBM Plex Sans"/>
              </a:rPr>
              <a:t>bid more </a:t>
            </a:r>
            <a:r>
              <a:rPr lang="en-US" sz="1200" b="0" i="0" u="none" strike="noStrike" cap="none" noProof="0">
                <a:solidFill>
                  <a:srgbClr val="000000"/>
                </a:solidFill>
                <a:latin typeface="IBM Plex Sans"/>
                <a:ea typeface="IBM Plex Sans"/>
                <a:cs typeface="IBM Plex Sans"/>
                <a:sym typeface="IBM Plex Sans"/>
              </a:rPr>
              <a:t>to </a:t>
            </a:r>
            <a:r>
              <a:rPr lang="en-US" sz="1200" b="1" i="0" u="none" strike="noStrike" cap="none" noProof="0">
                <a:solidFill>
                  <a:srgbClr val="000000"/>
                </a:solidFill>
                <a:latin typeface="IBM Plex Sans"/>
                <a:ea typeface="IBM Plex Sans"/>
                <a:cs typeface="IBM Plex Sans"/>
                <a:sym typeface="IBM Plex Sans"/>
              </a:rPr>
              <a:t>maintain</a:t>
            </a:r>
            <a:r>
              <a:rPr lang="en-US" sz="1200" b="0" i="0" u="none" strike="noStrike" cap="none" noProof="0">
                <a:solidFill>
                  <a:srgbClr val="000000"/>
                </a:solidFill>
                <a:latin typeface="IBM Plex Sans"/>
                <a:ea typeface="IBM Plex Sans"/>
                <a:cs typeface="IBM Plex Sans"/>
                <a:sym typeface="IBM Plex Sans"/>
              </a:rPr>
              <a:t> </a:t>
            </a:r>
            <a:r>
              <a:rPr lang="en-US" sz="1200" b="1" i="0" u="none" strike="noStrike" cap="none" noProof="0">
                <a:solidFill>
                  <a:srgbClr val="000000"/>
                </a:solidFill>
                <a:latin typeface="IBM Plex Sans"/>
                <a:ea typeface="IBM Plex Sans"/>
                <a:cs typeface="IBM Plex Sans"/>
                <a:sym typeface="IBM Plex Sans"/>
              </a:rPr>
              <a:t>visibility</a:t>
            </a:r>
            <a:r>
              <a:rPr lang="en-US" sz="1200" b="0" i="0" u="none" strike="noStrike" cap="none" noProof="0">
                <a:solidFill>
                  <a:srgbClr val="000000"/>
                </a:solidFill>
                <a:latin typeface="IBM Plex Sans"/>
                <a:ea typeface="IBM Plex Sans"/>
                <a:cs typeface="IBM Plex Sans"/>
                <a:sym typeface="IBM Plex Sans"/>
              </a:rPr>
              <a:t>, especially for ad placements with high-value keywords.”</a:t>
            </a:r>
            <a:r>
              <a:rPr lang="en-US" sz="1200" b="0" i="0" u="none" strike="noStrike" cap="none" baseline="30000" noProof="0">
                <a:solidFill>
                  <a:srgbClr val="000000"/>
                </a:solidFill>
                <a:latin typeface="IBM Plex Sans"/>
                <a:ea typeface="IBM Plex Sans"/>
                <a:cs typeface="IBM Plex Sans"/>
                <a:sym typeface="IBM Plex Sans"/>
              </a:rPr>
              <a:t>4</a:t>
            </a:r>
            <a:endParaRPr lang="en-US" sz="1400" b="0" i="0" u="none" strike="noStrike" cap="none" noProof="0">
              <a:solidFill>
                <a:srgbClr val="000000"/>
              </a:solidFill>
              <a:latin typeface="IBM Plex Sans"/>
              <a:ea typeface="IBM Plex Sans"/>
              <a:cs typeface="IBM Plex Sans"/>
              <a:sym typeface="IBM Plex Sans"/>
            </a:endParaRPr>
          </a:p>
        </p:txBody>
      </p:sp>
      <p:pic>
        <p:nvPicPr>
          <p:cNvPr id="2610" name="Google Shape;2610;g3b23322d595_2_1622"/>
          <p:cNvPicPr preferRelativeResize="0"/>
          <p:nvPr/>
        </p:nvPicPr>
        <p:blipFill rotWithShape="1">
          <a:blip r:embed="rId25">
            <a:alphaModFix/>
          </a:blip>
          <a:srcRect/>
          <a:stretch/>
        </p:blipFill>
        <p:spPr>
          <a:xfrm>
            <a:off x="584356" y="5033630"/>
            <a:ext cx="754565" cy="251074"/>
          </a:xfrm>
          <a:prstGeom prst="rect">
            <a:avLst/>
          </a:prstGeom>
          <a:noFill/>
          <a:ln>
            <a:noFill/>
          </a:ln>
          <a:effectLst>
            <a:outerShdw blurRad="292100" dist="139700" dir="2700000" algn="tl" rotWithShape="0">
              <a:srgbClr val="333333">
                <a:alpha val="63529"/>
              </a:srgbClr>
            </a:outerShdw>
          </a:effectLst>
        </p:spPr>
      </p:pic>
      <p:pic>
        <p:nvPicPr>
          <p:cNvPr id="2611" name="Google Shape;2611;g3b23322d595_2_1622" descr="Desenho de um círculo  O conteúdo gerado por IA pode estar incorreto."/>
          <p:cNvPicPr preferRelativeResize="0"/>
          <p:nvPr/>
        </p:nvPicPr>
        <p:blipFill rotWithShape="1">
          <a:blip r:embed="rId26">
            <a:alphaModFix/>
          </a:blip>
          <a:srcRect/>
          <a:stretch/>
        </p:blipFill>
        <p:spPr>
          <a:xfrm>
            <a:off x="612252" y="5309155"/>
            <a:ext cx="1649839" cy="148944"/>
          </a:xfrm>
          <a:prstGeom prst="rect">
            <a:avLst/>
          </a:prstGeom>
          <a:noFill/>
          <a:ln>
            <a:noFill/>
          </a:ln>
          <a:effectLst>
            <a:outerShdw blurRad="292100" dist="139700" dir="2700000" algn="tl" rotWithShape="0">
              <a:srgbClr val="333333">
                <a:alpha val="63529"/>
              </a:srgbClr>
            </a:outerShdw>
          </a:effectLst>
        </p:spPr>
      </p:pic>
      <p:cxnSp>
        <p:nvCxnSpPr>
          <p:cNvPr id="2612" name="Google Shape;2612;g3b23322d595_2_1622"/>
          <p:cNvCxnSpPr/>
          <p:nvPr/>
        </p:nvCxnSpPr>
        <p:spPr>
          <a:xfrm>
            <a:off x="612253" y="4785338"/>
            <a:ext cx="6333524" cy="0"/>
          </a:xfrm>
          <a:prstGeom prst="straightConnector1">
            <a:avLst/>
          </a:prstGeom>
          <a:noFill/>
          <a:ln w="9525" cap="flat" cmpd="sng">
            <a:solidFill>
              <a:srgbClr val="BFBFBF"/>
            </a:solidFill>
            <a:prstDash val="solid"/>
            <a:round/>
            <a:headEnd type="none" w="sm" len="sm"/>
            <a:tailEnd type="none" w="sm" len="sm"/>
          </a:ln>
        </p:spPr>
      </p:cxnSp>
      <p:sp>
        <p:nvSpPr>
          <p:cNvPr id="2614" name="Google Shape;2614;g3b23322d595_2_1622"/>
          <p:cNvSpPr txBox="1"/>
          <p:nvPr/>
        </p:nvSpPr>
        <p:spPr>
          <a:xfrm>
            <a:off x="474446" y="1277601"/>
            <a:ext cx="6492240" cy="307777"/>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400"/>
            </a:pPr>
            <a:r>
              <a:rPr lang="en-US" b="1" noProof="0">
                <a:solidFill>
                  <a:schemeClr val="lt1"/>
                </a:solidFill>
                <a:latin typeface="IBM Plex Sans"/>
                <a:ea typeface="IBM Plex Sans"/>
                <a:cs typeface="IBM Plex Sans"/>
                <a:sym typeface="IBM Plex Sans"/>
              </a:rPr>
              <a:t>Reduced ad</a:t>
            </a:r>
            <a:r>
              <a:rPr lang="en-US" sz="1400" b="1" i="0" u="none" strike="noStrike" cap="none" noProof="0">
                <a:solidFill>
                  <a:schemeClr val="lt1"/>
                </a:solidFill>
                <a:latin typeface="IBM Plex Sans"/>
                <a:ea typeface="IBM Plex Sans"/>
                <a:cs typeface="IBM Plex Sans"/>
                <a:sym typeface="IBM Plex Sans"/>
              </a:rPr>
              <a:t> space is the </a:t>
            </a:r>
            <a:r>
              <a:rPr lang="en-US" b="1" noProof="0">
                <a:solidFill>
                  <a:schemeClr val="lt1"/>
                </a:solidFill>
                <a:latin typeface="IBM Plex Sans"/>
                <a:ea typeface="IBM Plex Sans"/>
                <a:cs typeface="IBM Plex Sans"/>
                <a:sym typeface="IBM Plex Sans"/>
              </a:rPr>
              <a:t>primary driver of CPC increases from</a:t>
            </a:r>
            <a:r>
              <a:rPr lang="en-US" sz="1400" b="1" i="0" u="none" strike="noStrike" cap="none" noProof="0">
                <a:solidFill>
                  <a:schemeClr val="lt1"/>
                </a:solidFill>
                <a:latin typeface="IBM Plex Sans"/>
                <a:ea typeface="IBM Plex Sans"/>
                <a:cs typeface="IBM Plex Sans"/>
                <a:sym typeface="IBM Plex Sans"/>
              </a:rPr>
              <a:t> AI Overviews</a:t>
            </a:r>
            <a:endParaRPr lang="en-US" b="1" noProof="0">
              <a:solidFill>
                <a:schemeClr val="lt1"/>
              </a:solidFill>
              <a:latin typeface="IBM Plex Sans"/>
            </a:endParaRPr>
          </a:p>
        </p:txBody>
      </p:sp>
      <p:sp>
        <p:nvSpPr>
          <p:cNvPr id="2615" name="Google Shape;2615;g3b23322d595_2_1622"/>
          <p:cNvSpPr txBox="1"/>
          <p:nvPr/>
        </p:nvSpPr>
        <p:spPr>
          <a:xfrm>
            <a:off x="7233718" y="1277601"/>
            <a:ext cx="4572000"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b="1" noProof="0">
                <a:solidFill>
                  <a:schemeClr val="lt1"/>
                </a:solidFill>
                <a:latin typeface="IBM Plex Sans"/>
                <a:ea typeface="IBM Plex Sans"/>
                <a:cs typeface="IBM Plex Sans"/>
                <a:sym typeface="IBM Plex Sans"/>
              </a:rPr>
              <a:t>Meanwhile, CPC has seen a steeper increase</a:t>
            </a:r>
            <a:r>
              <a:rPr lang="en-US" b="1" baseline="30000" noProof="0">
                <a:solidFill>
                  <a:schemeClr val="lt1"/>
                </a:solidFill>
                <a:latin typeface="IBM Plex Sans"/>
                <a:ea typeface="IBM Plex Sans"/>
                <a:cs typeface="IBM Plex Sans"/>
                <a:sym typeface="IBM Plex Sans"/>
              </a:rPr>
              <a:t>5</a:t>
            </a:r>
            <a:endParaRPr lang="en-US" baseline="30000" noProof="0">
              <a:solidFill>
                <a:schemeClr val="lt1"/>
              </a:solidFill>
              <a:latin typeface="IBM Plex Sans"/>
              <a:ea typeface="IBM Plex Sans"/>
              <a:cs typeface="IBM Plex Sans"/>
              <a:sym typeface="IBM Plex Sans"/>
            </a:endParaRPr>
          </a:p>
        </p:txBody>
      </p:sp>
      <p:sp>
        <p:nvSpPr>
          <p:cNvPr id="2616" name="Google Shape;2616;g3b23322d595_2_1622"/>
          <p:cNvSpPr txBox="1"/>
          <p:nvPr/>
        </p:nvSpPr>
        <p:spPr>
          <a:xfrm>
            <a:off x="7233718" y="4012716"/>
            <a:ext cx="4572000"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b="1" noProof="0">
                <a:solidFill>
                  <a:schemeClr val="lt1"/>
                </a:solidFill>
                <a:latin typeface="IBM Plex Sans"/>
                <a:ea typeface="IBM Plex Sans"/>
                <a:cs typeface="IBM Plex Sans"/>
                <a:sym typeface="IBM Plex Sans"/>
              </a:rPr>
              <a:t>CPC % increase vs 2024</a:t>
            </a:r>
            <a:r>
              <a:rPr lang="en-US" b="1" baseline="30000" noProof="0">
                <a:solidFill>
                  <a:schemeClr val="lt1"/>
                </a:solidFill>
                <a:latin typeface="IBM Plex Sans"/>
                <a:ea typeface="IBM Plex Sans"/>
                <a:cs typeface="IBM Plex Sans"/>
                <a:sym typeface="IBM Plex Sans"/>
              </a:rPr>
              <a:t>6</a:t>
            </a:r>
            <a:endParaRPr lang="en-US" baseline="30000" noProof="0">
              <a:solidFill>
                <a:schemeClr val="lt1"/>
              </a:solidFill>
              <a:latin typeface="IBM Plex Sans"/>
              <a:ea typeface="IBM Plex Sans"/>
              <a:cs typeface="IBM Plex Sans"/>
              <a:sym typeface="IBM Plex Sans"/>
            </a:endParaRPr>
          </a:p>
        </p:txBody>
      </p:sp>
      <p:sp>
        <p:nvSpPr>
          <p:cNvPr id="10" name="Google Shape;647;g3b2110f3d24_0_132">
            <a:extLst>
              <a:ext uri="{FF2B5EF4-FFF2-40B4-BE49-F238E27FC236}">
                <a16:creationId xmlns:a16="http://schemas.microsoft.com/office/drawing/2014/main" id="{94429111-B695-9360-729F-AE5C9201457F}"/>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50</a:t>
            </a:fld>
            <a:endParaRPr lang="en-US" noProof="0"/>
          </a:p>
        </p:txBody>
      </p:sp>
      <p:graphicFrame>
        <p:nvGraphicFramePr>
          <p:cNvPr id="11" name="Gráfico 10">
            <a:extLst>
              <a:ext uri="{FF2B5EF4-FFF2-40B4-BE49-F238E27FC236}">
                <a16:creationId xmlns:a16="http://schemas.microsoft.com/office/drawing/2014/main" id="{C4F17A11-7945-9C8D-A6F9-D7893997FE4D}"/>
              </a:ext>
            </a:extLst>
          </p:cNvPr>
          <p:cNvGraphicFramePr/>
          <p:nvPr/>
        </p:nvGraphicFramePr>
        <p:xfrm>
          <a:off x="7262291" y="1703082"/>
          <a:ext cx="4509113" cy="1378393"/>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14" name="Gráfico 13">
            <a:extLst>
              <a:ext uri="{FF2B5EF4-FFF2-40B4-BE49-F238E27FC236}">
                <a16:creationId xmlns:a16="http://schemas.microsoft.com/office/drawing/2014/main" id="{F8918B34-FBE6-4DDD-1C60-9F9970A592CD}"/>
              </a:ext>
            </a:extLst>
          </p:cNvPr>
          <p:cNvGraphicFramePr/>
          <p:nvPr/>
        </p:nvGraphicFramePr>
        <p:xfrm>
          <a:off x="7298310" y="4347883"/>
          <a:ext cx="4503064" cy="1503731"/>
        </p:xfrm>
        <a:graphic>
          <a:graphicData uri="http://schemas.openxmlformats.org/drawingml/2006/chart">
            <c:chart xmlns:c="http://schemas.openxmlformats.org/drawingml/2006/chart" xmlns:r="http://schemas.openxmlformats.org/officeDocument/2006/relationships" r:id="rId28"/>
          </a:graphicData>
        </a:graphic>
      </p:graphicFrame>
      <p:sp>
        <p:nvSpPr>
          <p:cNvPr id="15" name="CaixaDeTexto 14">
            <a:extLst>
              <a:ext uri="{FF2B5EF4-FFF2-40B4-BE49-F238E27FC236}">
                <a16:creationId xmlns:a16="http://schemas.microsoft.com/office/drawing/2014/main" id="{711B7964-CE25-FD39-5ADA-4D8EE91B7064}"/>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CPC</a:t>
            </a:r>
          </a:p>
        </p:txBody>
      </p:sp>
    </p:spTree>
    <p:extLst>
      <p:ext uri="{BB962C8B-B14F-4D97-AF65-F5344CB8AC3E}">
        <p14:creationId xmlns:p14="http://schemas.microsoft.com/office/powerpoint/2010/main" val="150267669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9A1020D0-9A8B-96B1-DC80-AA80B6F64E60}"/>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47" imgH="348" progId="TCLayout.ActiveDocument.1">
                  <p:embed/>
                </p:oleObj>
              </mc:Choice>
              <mc:Fallback>
                <p:oleObj name="think-cell Slide" r:id="rId4" imgW="347" imgH="348" progId="TCLayout.ActiveDocument.1">
                  <p:embed/>
                  <p:pic>
                    <p:nvPicPr>
                      <p:cNvPr id="7" name="think-cell data - do not delete" hidden="1">
                        <a:extLst>
                          <a:ext uri="{FF2B5EF4-FFF2-40B4-BE49-F238E27FC236}">
                            <a16:creationId xmlns:a16="http://schemas.microsoft.com/office/drawing/2014/main" id="{9A1020D0-9A8B-96B1-DC80-AA80B6F64E60}"/>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graphicFrame>
        <p:nvGraphicFramePr>
          <p:cNvPr id="47" name="Chart 46">
            <a:extLst>
              <a:ext uri="{FF2B5EF4-FFF2-40B4-BE49-F238E27FC236}">
                <a16:creationId xmlns:a16="http://schemas.microsoft.com/office/drawing/2014/main" id="{97C447FE-5340-576A-8666-44EB471E0798}"/>
              </a:ext>
            </a:extLst>
          </p:cNvPr>
          <p:cNvGraphicFramePr/>
          <p:nvPr/>
        </p:nvGraphicFramePr>
        <p:xfrm>
          <a:off x="861060" y="1760574"/>
          <a:ext cx="8149589" cy="1779647"/>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8" name="Chart 47">
            <a:extLst>
              <a:ext uri="{FF2B5EF4-FFF2-40B4-BE49-F238E27FC236}">
                <a16:creationId xmlns:a16="http://schemas.microsoft.com/office/drawing/2014/main" id="{9C3FF7C1-F271-DA70-5BFD-95CA4F75DC08}"/>
              </a:ext>
            </a:extLst>
          </p:cNvPr>
          <p:cNvGraphicFramePr/>
          <p:nvPr/>
        </p:nvGraphicFramePr>
        <p:xfrm>
          <a:off x="861060" y="3691261"/>
          <a:ext cx="8149589" cy="1779647"/>
        </p:xfrm>
        <a:graphic>
          <a:graphicData uri="http://schemas.openxmlformats.org/drawingml/2006/chart">
            <c:chart xmlns:c="http://schemas.openxmlformats.org/drawingml/2006/chart" xmlns:r="http://schemas.openxmlformats.org/officeDocument/2006/relationships" r:id="rId7"/>
          </a:graphicData>
        </a:graphic>
      </p:graphicFrame>
      <p:sp>
        <p:nvSpPr>
          <p:cNvPr id="4" name="Slide Number Placeholder 3">
            <a:extLst>
              <a:ext uri="{FF2B5EF4-FFF2-40B4-BE49-F238E27FC236}">
                <a16:creationId xmlns:a16="http://schemas.microsoft.com/office/drawing/2014/main" id="{A9569FF4-7375-A61E-1A67-D7C18E9AFB8D}"/>
              </a:ext>
            </a:extLst>
          </p:cNvPr>
          <p:cNvSpPr>
            <a:spLocks noGrp="1"/>
          </p:cNvSpPr>
          <p:nvPr>
            <p:ph type="sldNum" idx="12"/>
          </p:nvPr>
        </p:nvSpPr>
        <p:spPr>
          <a:xfrm>
            <a:off x="11525219" y="6583101"/>
            <a:ext cx="303288" cy="200055"/>
          </a:xfrm>
        </p:spPr>
        <p:txBody>
          <a:bodyPr/>
          <a:lstStyle/>
          <a:p>
            <a:pPr lvl="0"/>
            <a:fld id="{00000000-1234-1234-1234-123412341234}" type="slidenum">
              <a:rPr lang="en-US" noProof="0" smtClean="0"/>
              <a:pPr lvl="0"/>
              <a:t>51</a:t>
            </a:fld>
            <a:endParaRPr lang="en-US" noProof="0"/>
          </a:p>
        </p:txBody>
      </p:sp>
      <p:sp>
        <p:nvSpPr>
          <p:cNvPr id="5" name="Title 4">
            <a:extLst>
              <a:ext uri="{FF2B5EF4-FFF2-40B4-BE49-F238E27FC236}">
                <a16:creationId xmlns:a16="http://schemas.microsoft.com/office/drawing/2014/main" id="{B7905BF3-A4F2-4160-C864-78B0AD5D5FAB}"/>
              </a:ext>
            </a:extLst>
          </p:cNvPr>
          <p:cNvSpPr>
            <a:spLocks noGrp="1"/>
          </p:cNvSpPr>
          <p:nvPr>
            <p:ph type="title"/>
          </p:nvPr>
        </p:nvSpPr>
        <p:spPr>
          <a:xfrm>
            <a:off x="420595" y="504611"/>
            <a:ext cx="11350811" cy="775597"/>
          </a:xfrm>
        </p:spPr>
        <p:txBody>
          <a:bodyPr vert="horz"/>
          <a:lstStyle/>
          <a:p>
            <a:r>
              <a:rPr lang="en-US" noProof="0"/>
              <a:t>CPC growth accelerated in 2025 as ad space tightened and Google moved to protect revenue</a:t>
            </a:r>
          </a:p>
        </p:txBody>
      </p:sp>
      <p:sp>
        <p:nvSpPr>
          <p:cNvPr id="20" name="Google Shape;784;g3b0a07b424d_1_872">
            <a:extLst>
              <a:ext uri="{FF2B5EF4-FFF2-40B4-BE49-F238E27FC236}">
                <a16:creationId xmlns:a16="http://schemas.microsoft.com/office/drawing/2014/main" id="{C810E455-CECC-7D95-6050-D7E458D910AD}"/>
              </a:ext>
            </a:extLst>
          </p:cNvPr>
          <p:cNvSpPr>
            <a:spLocks/>
          </p:cNvSpPr>
          <p:nvPr/>
        </p:nvSpPr>
        <p:spPr>
          <a:xfrm rot="16200000">
            <a:off x="-298745" y="2479781"/>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noProof="0">
                <a:solidFill>
                  <a:schemeClr val="dk1"/>
                </a:solidFill>
                <a:latin typeface="IBM Plex Sans" panose="020B0503050203000203" pitchFamily="34" charset="0"/>
                <a:sym typeface="IBM Plex Sans" panose="020B0503050203000203" pitchFamily="34" charset="0"/>
              </a:rPr>
              <a:t>United States</a:t>
            </a:r>
          </a:p>
        </p:txBody>
      </p:sp>
      <p:sp>
        <p:nvSpPr>
          <p:cNvPr id="21" name="Google Shape;785;g3b0a07b424d_1_872">
            <a:extLst>
              <a:ext uri="{FF2B5EF4-FFF2-40B4-BE49-F238E27FC236}">
                <a16:creationId xmlns:a16="http://schemas.microsoft.com/office/drawing/2014/main" id="{AEE19B0C-EDC2-FD83-CB42-FD77D0AF7023}"/>
              </a:ext>
            </a:extLst>
          </p:cNvPr>
          <p:cNvSpPr>
            <a:spLocks/>
          </p:cNvSpPr>
          <p:nvPr/>
        </p:nvSpPr>
        <p:spPr>
          <a:xfrm rot="16200000">
            <a:off x="-298745" y="4410468"/>
            <a:ext cx="1779779" cy="341100"/>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noProof="0" err="1">
                <a:solidFill>
                  <a:schemeClr val="dk1"/>
                </a:solidFill>
                <a:latin typeface="IBM Plex Sans" panose="020B0503050203000203" pitchFamily="34" charset="0"/>
                <a:sym typeface="IBM Plex Sans" panose="020B0503050203000203" pitchFamily="34" charset="0"/>
              </a:rPr>
              <a:t>RoW</a:t>
            </a:r>
            <a:endParaRPr lang="en-US" b="1" noProof="0">
              <a:solidFill>
                <a:schemeClr val="dk1"/>
              </a:solidFill>
              <a:latin typeface="IBM Plex Sans" panose="020B0503050203000203" pitchFamily="34" charset="0"/>
              <a:sym typeface="IBM Plex Sans" panose="020B0503050203000203" pitchFamily="34" charset="0"/>
            </a:endParaRPr>
          </a:p>
        </p:txBody>
      </p:sp>
      <p:sp>
        <p:nvSpPr>
          <p:cNvPr id="22" name="Google Shape;368;p24">
            <a:extLst>
              <a:ext uri="{FF2B5EF4-FFF2-40B4-BE49-F238E27FC236}">
                <a16:creationId xmlns:a16="http://schemas.microsoft.com/office/drawing/2014/main" id="{7E6490B0-8F89-6E5C-9879-F92510A1897E}"/>
              </a:ext>
            </a:extLst>
          </p:cNvPr>
          <p:cNvSpPr/>
          <p:nvPr/>
        </p:nvSpPr>
        <p:spPr>
          <a:xfrm>
            <a:off x="420594" y="1377060"/>
            <a:ext cx="8590055"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b="1" i="0" u="none" strike="noStrike" cap="none" noProof="0">
                <a:solidFill>
                  <a:schemeClr val="lt1"/>
                </a:solidFill>
                <a:latin typeface="IBM Plex Sans"/>
                <a:ea typeface="IBM Plex Sans"/>
                <a:cs typeface="IBM Plex Sans"/>
                <a:sym typeface="IBM Plex Sans" panose="020B0503050203000203" pitchFamily="34" charset="0"/>
              </a:rPr>
              <a:t>Cost per Click </a:t>
            </a:r>
            <a:r>
              <a:rPr lang="en-US" b="1" noProof="0">
                <a:solidFill>
                  <a:schemeClr val="lt1"/>
                </a:solidFill>
                <a:latin typeface="IBM Plex Sans"/>
                <a:ea typeface="IBM Plex Sans"/>
                <a:cs typeface="IBM Plex Sans"/>
                <a:sym typeface="IBM Plex Sans" panose="020B0503050203000203" pitchFamily="34" charset="0"/>
              </a:rPr>
              <a:t>(CPC) growth,</a:t>
            </a:r>
            <a:r>
              <a:rPr lang="en-US" b="1" i="0" u="none" strike="noStrike" cap="none" noProof="0">
                <a:solidFill>
                  <a:schemeClr val="lt1"/>
                </a:solidFill>
                <a:latin typeface="IBM Plex Sans"/>
                <a:ea typeface="IBM Plex Sans"/>
                <a:cs typeface="IBM Plex Sans"/>
                <a:sym typeface="IBM Plex Sans" panose="020B0503050203000203" pitchFamily="34" charset="0"/>
              </a:rPr>
              <a:t> 2025 vs</a:t>
            </a:r>
            <a:r>
              <a:rPr lang="en-US" b="1" noProof="0">
                <a:solidFill>
                  <a:schemeClr val="lt1"/>
                </a:solidFill>
                <a:latin typeface="IBM Plex Sans"/>
                <a:ea typeface="IBM Plex Sans"/>
                <a:cs typeface="IBM Plex Sans"/>
                <a:sym typeface="IBM Plex Sans" panose="020B0503050203000203" pitchFamily="34" charset="0"/>
              </a:rPr>
              <a:t>.</a:t>
            </a:r>
            <a:r>
              <a:rPr lang="en-US" b="1" i="0" u="none" strike="noStrike" cap="none" noProof="0">
                <a:solidFill>
                  <a:schemeClr val="lt1"/>
                </a:solidFill>
                <a:latin typeface="IBM Plex Sans"/>
                <a:ea typeface="IBM Plex Sans"/>
                <a:cs typeface="IBM Plex Sans"/>
                <a:sym typeface="IBM Plex Sans" panose="020B0503050203000203" pitchFamily="34" charset="0"/>
              </a:rPr>
              <a:t> </a:t>
            </a:r>
            <a:r>
              <a:rPr lang="en-US" b="1" noProof="0">
                <a:solidFill>
                  <a:schemeClr val="lt1"/>
                </a:solidFill>
                <a:latin typeface="IBM Plex Sans"/>
                <a:ea typeface="IBM Plex Sans"/>
                <a:cs typeface="IBM Plex Sans"/>
                <a:sym typeface="IBM Plex Sans" panose="020B0503050203000203" pitchFamily="34" charset="0"/>
              </a:rPr>
              <a:t>2024</a:t>
            </a:r>
            <a:r>
              <a:rPr lang="en-US" b="1" baseline="30000" noProof="0">
                <a:solidFill>
                  <a:schemeClr val="lt1"/>
                </a:solidFill>
                <a:latin typeface="IBM Plex Sans"/>
                <a:ea typeface="IBM Plex Sans"/>
                <a:cs typeface="IBM Plex Sans"/>
                <a:sym typeface="IBM Plex Sans" panose="020B0503050203000203" pitchFamily="34" charset="0"/>
              </a:rPr>
              <a:t>1–10</a:t>
            </a:r>
            <a:endParaRPr lang="en-US" b="1" i="0" u="none" strike="noStrike" cap="none" baseline="30000" noProof="0">
              <a:solidFill>
                <a:schemeClr val="lt1"/>
              </a:solidFill>
              <a:latin typeface="IBM Plex Sans"/>
              <a:ea typeface="IBM Plex Sans"/>
              <a:cs typeface="IBM Plex Sans"/>
              <a:sym typeface="IBM Plex Sans" panose="020B0503050203000203" pitchFamily="34" charset="0"/>
            </a:endParaRPr>
          </a:p>
        </p:txBody>
      </p:sp>
      <p:grpSp>
        <p:nvGrpSpPr>
          <p:cNvPr id="25" name="Group 24">
            <a:extLst>
              <a:ext uri="{FF2B5EF4-FFF2-40B4-BE49-F238E27FC236}">
                <a16:creationId xmlns:a16="http://schemas.microsoft.com/office/drawing/2014/main" id="{AC563C76-5190-7525-8EF9-0C5E8D542FBE}"/>
              </a:ext>
            </a:extLst>
          </p:cNvPr>
          <p:cNvGrpSpPr/>
          <p:nvPr/>
        </p:nvGrpSpPr>
        <p:grpSpPr>
          <a:xfrm>
            <a:off x="861969" y="1813377"/>
            <a:ext cx="8148680" cy="333744"/>
            <a:chOff x="861969" y="3250545"/>
            <a:chExt cx="8148680" cy="333744"/>
          </a:xfrm>
        </p:grpSpPr>
        <p:cxnSp>
          <p:nvCxnSpPr>
            <p:cNvPr id="26" name="Straight Arrow Connector 25">
              <a:extLst>
                <a:ext uri="{FF2B5EF4-FFF2-40B4-BE49-F238E27FC236}">
                  <a16:creationId xmlns:a16="http://schemas.microsoft.com/office/drawing/2014/main" id="{91A6F33C-CF60-B24C-02AE-837E43F47498}"/>
                </a:ext>
              </a:extLst>
            </p:cNvPr>
            <p:cNvCxnSpPr>
              <a:cxnSpLocks/>
            </p:cNvCxnSpPr>
            <p:nvPr/>
          </p:nvCxnSpPr>
          <p:spPr>
            <a:xfrm>
              <a:off x="861969" y="3464369"/>
              <a:ext cx="3943823"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Google Shape;368;p24">
              <a:extLst>
                <a:ext uri="{FF2B5EF4-FFF2-40B4-BE49-F238E27FC236}">
                  <a16:creationId xmlns:a16="http://schemas.microsoft.com/office/drawing/2014/main" id="{930C8F9E-29AA-49C6-9AF7-049C4DFDCADD}"/>
                </a:ext>
              </a:extLst>
            </p:cNvPr>
            <p:cNvSpPr/>
            <p:nvPr/>
          </p:nvSpPr>
          <p:spPr>
            <a:xfrm>
              <a:off x="2357804" y="3344448"/>
              <a:ext cx="791532" cy="23984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Desktop</a:t>
              </a:r>
              <a:endParaRPr lang="en-US" sz="12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28" name="Google Shape;368;p24">
              <a:extLst>
                <a:ext uri="{FF2B5EF4-FFF2-40B4-BE49-F238E27FC236}">
                  <a16:creationId xmlns:a16="http://schemas.microsoft.com/office/drawing/2014/main" id="{8E6FC5AB-DE46-2F4F-77A1-6AA9CF2479AE}"/>
                </a:ext>
              </a:extLst>
            </p:cNvPr>
            <p:cNvSpPr/>
            <p:nvPr/>
          </p:nvSpPr>
          <p:spPr>
            <a:xfrm>
              <a:off x="3759827" y="3250545"/>
              <a:ext cx="1045965" cy="205261"/>
            </a:xfrm>
            <a:prstGeom prst="rect">
              <a:avLst/>
            </a:prstGeom>
            <a:solidFill>
              <a:schemeClr val="bg1"/>
            </a:solidFill>
            <a:ln>
              <a:noFill/>
            </a:ln>
          </p:spPr>
          <p:txBody>
            <a:bodyPr spcFirstLastPara="1" wrap="non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a:ea typeface="IBM Plex Sans"/>
                  <a:cs typeface="IBM Plex Sans"/>
                  <a:sym typeface="IBM Plex Sans" panose="020B0503050203000203" pitchFamily="34" charset="0"/>
                </a:rPr>
                <a:t>Avg: +6.9%</a:t>
              </a:r>
              <a:endParaRPr lang="en-US" sz="1200" b="1" i="0" u="none" strike="noStrike" cap="none" noProof="0">
                <a:solidFill>
                  <a:schemeClr val="tx1"/>
                </a:solidFill>
                <a:latin typeface="IBM Plex Sans"/>
                <a:ea typeface="IBM Plex Sans"/>
                <a:cs typeface="IBM Plex Sans"/>
                <a:sym typeface="IBM Plex Sans" panose="020B0503050203000203" pitchFamily="34" charset="0"/>
              </a:endParaRPr>
            </a:p>
          </p:txBody>
        </p:sp>
        <p:cxnSp>
          <p:nvCxnSpPr>
            <p:cNvPr id="29" name="Straight Arrow Connector 28">
              <a:extLst>
                <a:ext uri="{FF2B5EF4-FFF2-40B4-BE49-F238E27FC236}">
                  <a16:creationId xmlns:a16="http://schemas.microsoft.com/office/drawing/2014/main" id="{48015685-39ED-5481-483C-C63F41EB7E57}"/>
                </a:ext>
              </a:extLst>
            </p:cNvPr>
            <p:cNvCxnSpPr>
              <a:cxnSpLocks/>
            </p:cNvCxnSpPr>
            <p:nvPr/>
          </p:nvCxnSpPr>
          <p:spPr>
            <a:xfrm>
              <a:off x="5047013" y="3464369"/>
              <a:ext cx="3963636"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Google Shape;368;p24">
              <a:extLst>
                <a:ext uri="{FF2B5EF4-FFF2-40B4-BE49-F238E27FC236}">
                  <a16:creationId xmlns:a16="http://schemas.microsoft.com/office/drawing/2014/main" id="{E92961E1-8EEB-2B0D-4E5C-AC3260048BD5}"/>
                </a:ext>
              </a:extLst>
            </p:cNvPr>
            <p:cNvSpPr/>
            <p:nvPr/>
          </p:nvSpPr>
          <p:spPr>
            <a:xfrm>
              <a:off x="6674343" y="3344448"/>
              <a:ext cx="682628" cy="23984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Mobile</a:t>
              </a:r>
              <a:endParaRPr lang="en-US" sz="12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31" name="Google Shape;368;p24">
              <a:extLst>
                <a:ext uri="{FF2B5EF4-FFF2-40B4-BE49-F238E27FC236}">
                  <a16:creationId xmlns:a16="http://schemas.microsoft.com/office/drawing/2014/main" id="{FF8DEDAE-8F8F-901D-0133-20C8BCCE92AC}"/>
                </a:ext>
              </a:extLst>
            </p:cNvPr>
            <p:cNvSpPr/>
            <p:nvPr/>
          </p:nvSpPr>
          <p:spPr>
            <a:xfrm>
              <a:off x="7740849" y="3250545"/>
              <a:ext cx="1100186" cy="205261"/>
            </a:xfrm>
            <a:prstGeom prst="rect">
              <a:avLst/>
            </a:prstGeom>
            <a:solidFill>
              <a:schemeClr val="bg1"/>
            </a:solidFill>
            <a:ln>
              <a:noFill/>
            </a:ln>
          </p:spPr>
          <p:txBody>
            <a:bodyPr spcFirstLastPara="1" wrap="non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a:ea typeface="IBM Plex Sans"/>
                  <a:cs typeface="IBM Plex Sans"/>
                  <a:sym typeface="IBM Plex Sans" panose="020B0503050203000203" pitchFamily="34" charset="0"/>
                </a:rPr>
                <a:t>Avg: +13.1%</a:t>
              </a:r>
              <a:endParaRPr lang="en-US" sz="1200" b="1" i="0" u="none" strike="noStrike" cap="none" noProof="0">
                <a:solidFill>
                  <a:schemeClr val="tx1"/>
                </a:solidFill>
                <a:latin typeface="IBM Plex Sans"/>
                <a:ea typeface="IBM Plex Sans"/>
                <a:cs typeface="IBM Plex Sans"/>
                <a:sym typeface="IBM Plex Sans" panose="020B0503050203000203" pitchFamily="34" charset="0"/>
              </a:endParaRPr>
            </a:p>
          </p:txBody>
        </p:sp>
      </p:grpSp>
      <p:grpSp>
        <p:nvGrpSpPr>
          <p:cNvPr id="34" name="Group 33">
            <a:extLst>
              <a:ext uri="{FF2B5EF4-FFF2-40B4-BE49-F238E27FC236}">
                <a16:creationId xmlns:a16="http://schemas.microsoft.com/office/drawing/2014/main" id="{700AA80F-D99B-3F91-6420-0D3CC6EDBA76}"/>
              </a:ext>
            </a:extLst>
          </p:cNvPr>
          <p:cNvGrpSpPr/>
          <p:nvPr/>
        </p:nvGrpSpPr>
        <p:grpSpPr>
          <a:xfrm>
            <a:off x="928644" y="3691128"/>
            <a:ext cx="8082005" cy="348033"/>
            <a:chOff x="928644" y="5166943"/>
            <a:chExt cx="8082005" cy="348033"/>
          </a:xfrm>
        </p:grpSpPr>
        <p:cxnSp>
          <p:nvCxnSpPr>
            <p:cNvPr id="35" name="Straight Arrow Connector 34">
              <a:extLst>
                <a:ext uri="{FF2B5EF4-FFF2-40B4-BE49-F238E27FC236}">
                  <a16:creationId xmlns:a16="http://schemas.microsoft.com/office/drawing/2014/main" id="{91D15A31-FB61-F14A-074B-FD44A6DDEF17}"/>
                </a:ext>
              </a:extLst>
            </p:cNvPr>
            <p:cNvCxnSpPr>
              <a:cxnSpLocks/>
            </p:cNvCxnSpPr>
            <p:nvPr/>
          </p:nvCxnSpPr>
          <p:spPr>
            <a:xfrm>
              <a:off x="928644" y="5395056"/>
              <a:ext cx="3877148"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Google Shape;368;p24">
              <a:extLst>
                <a:ext uri="{FF2B5EF4-FFF2-40B4-BE49-F238E27FC236}">
                  <a16:creationId xmlns:a16="http://schemas.microsoft.com/office/drawing/2014/main" id="{2D18C210-DE52-22A1-D6F6-B2DAA6C0F40D}"/>
                </a:ext>
              </a:extLst>
            </p:cNvPr>
            <p:cNvSpPr/>
            <p:nvPr/>
          </p:nvSpPr>
          <p:spPr>
            <a:xfrm>
              <a:off x="2422716" y="5275135"/>
              <a:ext cx="791532" cy="23984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Desktop</a:t>
              </a:r>
              <a:endParaRPr lang="en-US" sz="12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37" name="Google Shape;368;p24">
              <a:extLst>
                <a:ext uri="{FF2B5EF4-FFF2-40B4-BE49-F238E27FC236}">
                  <a16:creationId xmlns:a16="http://schemas.microsoft.com/office/drawing/2014/main" id="{0B25EC20-CACC-625C-9E13-95D5BFE17369}"/>
                </a:ext>
              </a:extLst>
            </p:cNvPr>
            <p:cNvSpPr/>
            <p:nvPr/>
          </p:nvSpPr>
          <p:spPr>
            <a:xfrm>
              <a:off x="3640837" y="5166943"/>
              <a:ext cx="1100186" cy="20526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a:ea typeface="IBM Plex Sans"/>
                  <a:cs typeface="IBM Plex Sans"/>
                  <a:sym typeface="IBM Plex Sans" panose="020B0503050203000203" pitchFamily="34" charset="0"/>
                </a:rPr>
                <a:t>Avg: +9.1%</a:t>
              </a:r>
              <a:endParaRPr lang="en-US" sz="1200" b="1" i="0" u="none" strike="noStrike" cap="none" noProof="0">
                <a:solidFill>
                  <a:schemeClr val="tx1"/>
                </a:solidFill>
                <a:latin typeface="IBM Plex Sans"/>
                <a:ea typeface="IBM Plex Sans"/>
                <a:cs typeface="IBM Plex Sans"/>
                <a:sym typeface="IBM Plex Sans" panose="020B0503050203000203" pitchFamily="34" charset="0"/>
              </a:endParaRPr>
            </a:p>
          </p:txBody>
        </p:sp>
        <p:cxnSp>
          <p:nvCxnSpPr>
            <p:cNvPr id="38" name="Straight Arrow Connector 37">
              <a:extLst>
                <a:ext uri="{FF2B5EF4-FFF2-40B4-BE49-F238E27FC236}">
                  <a16:creationId xmlns:a16="http://schemas.microsoft.com/office/drawing/2014/main" id="{BD52A047-780E-48AC-B2A9-11E478FE8181}"/>
                </a:ext>
              </a:extLst>
            </p:cNvPr>
            <p:cNvCxnSpPr>
              <a:cxnSpLocks/>
            </p:cNvCxnSpPr>
            <p:nvPr/>
          </p:nvCxnSpPr>
          <p:spPr>
            <a:xfrm>
              <a:off x="5047013" y="5395056"/>
              <a:ext cx="3963636"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Google Shape;368;p24">
              <a:extLst>
                <a:ext uri="{FF2B5EF4-FFF2-40B4-BE49-F238E27FC236}">
                  <a16:creationId xmlns:a16="http://schemas.microsoft.com/office/drawing/2014/main" id="{1D506652-46D4-2A0B-CDA5-9D1408C0C8AB}"/>
                </a:ext>
              </a:extLst>
            </p:cNvPr>
            <p:cNvSpPr/>
            <p:nvPr/>
          </p:nvSpPr>
          <p:spPr>
            <a:xfrm>
              <a:off x="6353564" y="5275135"/>
              <a:ext cx="682628" cy="239841"/>
            </a:xfrm>
            <a:prstGeom prst="rect">
              <a:avLst/>
            </a:prstGeom>
            <a:solidFill>
              <a:schemeClr val="bg1"/>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panose="020B0503050203000203" pitchFamily="34" charset="0"/>
                  <a:ea typeface="IBM Plex Sans"/>
                  <a:cs typeface="IBM Plex Sans"/>
                  <a:sym typeface="IBM Plex Sans" panose="020B0503050203000203" pitchFamily="34" charset="0"/>
                </a:rPr>
                <a:t>Mobile</a:t>
              </a:r>
              <a:endParaRPr lang="en-US" sz="12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40" name="Google Shape;368;p24">
              <a:extLst>
                <a:ext uri="{FF2B5EF4-FFF2-40B4-BE49-F238E27FC236}">
                  <a16:creationId xmlns:a16="http://schemas.microsoft.com/office/drawing/2014/main" id="{3C6AE8FA-F69A-5540-1836-70FE174E2CA5}"/>
                </a:ext>
              </a:extLst>
            </p:cNvPr>
            <p:cNvSpPr/>
            <p:nvPr/>
          </p:nvSpPr>
          <p:spPr>
            <a:xfrm>
              <a:off x="7788349" y="5166943"/>
              <a:ext cx="1100186" cy="205261"/>
            </a:xfrm>
            <a:prstGeom prst="rect">
              <a:avLst/>
            </a:prstGeom>
            <a:solidFill>
              <a:schemeClr val="bg1"/>
            </a:solidFill>
            <a:ln>
              <a:noFill/>
            </a:ln>
          </p:spPr>
          <p:txBody>
            <a:bodyPr spcFirstLastPara="1" wrap="non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noProof="0">
                  <a:solidFill>
                    <a:schemeClr val="tx1"/>
                  </a:solidFill>
                  <a:latin typeface="IBM Plex Sans"/>
                  <a:ea typeface="IBM Plex Sans"/>
                  <a:cs typeface="IBM Plex Sans"/>
                  <a:sym typeface="IBM Plex Sans" panose="020B0503050203000203" pitchFamily="34" charset="0"/>
                </a:rPr>
                <a:t>Avg: +11.3%</a:t>
              </a:r>
              <a:endParaRPr lang="en-US" sz="1200" b="1" i="0" u="none" strike="noStrike" cap="none" noProof="0">
                <a:solidFill>
                  <a:schemeClr val="tx1"/>
                </a:solidFill>
                <a:latin typeface="IBM Plex Sans"/>
                <a:ea typeface="IBM Plex Sans"/>
                <a:cs typeface="IBM Plex Sans"/>
                <a:sym typeface="IBM Plex Sans" panose="020B0503050203000203" pitchFamily="34" charset="0"/>
              </a:endParaRPr>
            </a:p>
          </p:txBody>
        </p:sp>
      </p:grpSp>
      <p:sp>
        <p:nvSpPr>
          <p:cNvPr id="41" name="Google Shape;372;p24">
            <a:extLst>
              <a:ext uri="{FF2B5EF4-FFF2-40B4-BE49-F238E27FC236}">
                <a16:creationId xmlns:a16="http://schemas.microsoft.com/office/drawing/2014/main" id="{C122A6FE-AF24-FA14-4FBA-51588E356CF6}"/>
              </a:ext>
            </a:extLst>
          </p:cNvPr>
          <p:cNvSpPr txBox="1"/>
          <p:nvPr/>
        </p:nvSpPr>
        <p:spPr>
          <a:xfrm>
            <a:off x="420595" y="5843344"/>
            <a:ext cx="11350811" cy="419658"/>
          </a:xfrm>
          <a:prstGeom prst="rect">
            <a:avLst/>
          </a:prstGeom>
          <a:solidFill>
            <a:srgbClr val="00B050">
              <a:alpha val="49019"/>
            </a:srgbClr>
          </a:solidFill>
          <a:ln>
            <a:noFill/>
          </a:ln>
        </p:spPr>
        <p:txBody>
          <a:bodyPr spcFirstLastPara="1" wrap="square" lIns="91425" tIns="45700" rIns="91425" bIns="45700" anchor="ctr" anchorCtr="0">
            <a:noAutofit/>
          </a:bodyPr>
          <a:lstStyle/>
          <a:p>
            <a:pPr lvl="0" algn="ctr"/>
            <a:r>
              <a:rPr lang="en-US" b="1" noProof="0">
                <a:latin typeface="IBM Plex Sans"/>
              </a:rPr>
              <a:t>Rising CPCs partially offset CTR pressure, supporting revenue resilience. CPCs are expected to continue growth assumption</a:t>
            </a:r>
            <a:r>
              <a:rPr lang="en-US" b="1" noProof="0">
                <a:solidFill>
                  <a:schemeClr val="tx1"/>
                </a:solidFill>
                <a:latin typeface="IBM Plex Sans"/>
                <a:ea typeface="IBM Plex Sans"/>
                <a:cs typeface="IBM Plex Sans"/>
                <a:sym typeface="IBM Plex Sans" panose="020B0503050203000203" pitchFamily="34" charset="0"/>
              </a:rPr>
              <a:t>s when we estimate future revenue impacts</a:t>
            </a:r>
            <a:endParaRPr lang="en-US" b="1" noProof="0">
              <a:solidFill>
                <a:schemeClr val="tx1"/>
              </a:solidFill>
              <a:latin typeface="IBM Plex Sans"/>
              <a:ea typeface="IBM Plex Sans"/>
              <a:cs typeface="IBM Plex Sans"/>
            </a:endParaRPr>
          </a:p>
        </p:txBody>
      </p:sp>
      <p:sp>
        <p:nvSpPr>
          <p:cNvPr id="42" name="Google Shape;371;p24">
            <a:extLst>
              <a:ext uri="{FF2B5EF4-FFF2-40B4-BE49-F238E27FC236}">
                <a16:creationId xmlns:a16="http://schemas.microsoft.com/office/drawing/2014/main" id="{BD2C18A9-FBAC-C5E8-FC27-8EE307FD069F}"/>
              </a:ext>
            </a:extLst>
          </p:cNvPr>
          <p:cNvSpPr txBox="1"/>
          <p:nvPr/>
        </p:nvSpPr>
        <p:spPr>
          <a:xfrm>
            <a:off x="9191625" y="1701060"/>
            <a:ext cx="2592386" cy="3482985"/>
          </a:xfrm>
          <a:prstGeom prst="rect">
            <a:avLst/>
          </a:prstGeom>
          <a:solidFill>
            <a:schemeClr val="bg1">
              <a:lumMod val="95000"/>
            </a:schemeClr>
          </a:solidFill>
          <a:ln>
            <a:noFill/>
          </a:ln>
        </p:spPr>
        <p:txBody>
          <a:bodyPr spcFirstLastPara="1" wrap="square" lIns="36000" tIns="0" rIns="91425" bIns="45700" anchor="t" anchorCtr="0">
            <a:spAutoFit/>
          </a:bodyPr>
          <a:lstStyle/>
          <a:p>
            <a:pPr marL="228600" indent="-171450">
              <a:spcBef>
                <a:spcPts val="400"/>
              </a:spcBef>
              <a:buClr>
                <a:schemeClr val="dk1"/>
              </a:buClr>
              <a:buSzPts val="1200"/>
              <a:buFont typeface="Arial" panose="020B0604020202020204" pitchFamily="34" charset="0"/>
              <a:buChar char="•"/>
            </a:pPr>
            <a:r>
              <a:rPr lang="en-US" sz="1050" b="1" i="0" u="none" strike="noStrike" cap="none" noProof="0">
                <a:solidFill>
                  <a:srgbClr val="000000"/>
                </a:solidFill>
                <a:latin typeface="IBM Plex Sans"/>
                <a:ea typeface="Calibri"/>
                <a:cs typeface="Calibri"/>
                <a:sym typeface="IBM Plex Sans" panose="020B0503050203000203" pitchFamily="34" charset="0"/>
              </a:rPr>
              <a:t>CPC dynamics reflect multiple overlapping forces. </a:t>
            </a:r>
            <a:r>
              <a:rPr lang="en-US" sz="1050" i="0" u="none" strike="noStrike" cap="none" noProof="0">
                <a:solidFill>
                  <a:srgbClr val="000000"/>
                </a:solidFill>
                <a:latin typeface="IBM Plex Sans"/>
                <a:ea typeface="Calibri"/>
                <a:cs typeface="Calibri"/>
                <a:sym typeface="IBM Plex Sans" panose="020B0503050203000203" pitchFamily="34" charset="0"/>
              </a:rPr>
              <a:t>AI Overviews could contribute by tightening visible ad inventory, while market competition, algorithmic bidding, and platform updates also influence pricing</a:t>
            </a:r>
            <a:r>
              <a:rPr lang="en-US" sz="1050" i="0" u="none" strike="noStrike" cap="none" baseline="30000" noProof="0">
                <a:solidFill>
                  <a:srgbClr val="000000"/>
                </a:solidFill>
                <a:latin typeface="IBM Plex Sans"/>
                <a:ea typeface="Calibri"/>
                <a:cs typeface="Calibri"/>
                <a:sym typeface="IBM Plex Sans" panose="020B0503050203000203" pitchFamily="34" charset="0"/>
              </a:rPr>
              <a:t>11</a:t>
            </a:r>
            <a:endParaRPr lang="en-US" sz="1050" i="0" u="none" strike="noStrike" cap="none" baseline="30000" noProof="0">
              <a:solidFill>
                <a:srgbClr val="000000"/>
              </a:solidFill>
              <a:latin typeface="IBM Plex Sans"/>
              <a:ea typeface="Calibri"/>
              <a:cs typeface="Calibri"/>
            </a:endParaRPr>
          </a:p>
          <a:p>
            <a:pPr marL="228600" lvl="0" indent="-171450">
              <a:spcBef>
                <a:spcPts val="400"/>
              </a:spcBef>
              <a:buClr>
                <a:schemeClr val="dk1"/>
              </a:buClr>
              <a:buSzPts val="1200"/>
              <a:buFont typeface="Arial" panose="020B0604020202020204" pitchFamily="34" charset="0"/>
              <a:buChar char="•"/>
            </a:pPr>
            <a:r>
              <a:rPr lang="en-US" sz="1050" b="1">
                <a:latin typeface="IBM Plex Sans" panose="020B0503050203000203" pitchFamily="34" charset="0"/>
              </a:rPr>
              <a:t>Desktop growth is lower</a:t>
            </a:r>
            <a:r>
              <a:rPr lang="en-US" sz="1050">
                <a:latin typeface="IBM Plex Sans" panose="020B0503050203000203" pitchFamily="34" charset="0"/>
              </a:rPr>
              <a:t>, reflecting a </a:t>
            </a:r>
            <a:r>
              <a:rPr lang="en-US" sz="1050" b="1">
                <a:latin typeface="IBM Plex Sans" panose="020B0503050203000203" pitchFamily="34" charset="0"/>
              </a:rPr>
              <a:t>smaller and more mature user base</a:t>
            </a:r>
            <a:r>
              <a:rPr lang="en-US" sz="1050">
                <a:latin typeface="IBM Plex Sans" panose="020B0503050203000203" pitchFamily="34" charset="0"/>
              </a:rPr>
              <a:t> relative to mobile</a:t>
            </a:r>
            <a:r>
              <a:rPr lang="en-US" sz="1050" baseline="30000">
                <a:latin typeface="IBM Plex Sans" panose="020B0503050203000203" pitchFamily="34" charset="0"/>
              </a:rPr>
              <a:t>11</a:t>
            </a:r>
            <a:endParaRPr lang="en-US" sz="1050" b="0" i="0" u="none" strike="noStrike" cap="none" baseline="30000" noProof="0">
              <a:solidFill>
                <a:srgbClr val="000000"/>
              </a:solidFill>
              <a:latin typeface="IBM Plex Sans" panose="020B0503050203000203" pitchFamily="34" charset="0"/>
              <a:sym typeface="IBM Plex Sans" panose="020B0503050203000203" pitchFamily="34" charset="0"/>
            </a:endParaRPr>
          </a:p>
          <a:p>
            <a:pPr marL="228600" marR="0" lvl="0" indent="-171450" algn="l" rtl="0">
              <a:lnSpc>
                <a:spcPct val="100000"/>
              </a:lnSpc>
              <a:spcBef>
                <a:spcPts val="400"/>
              </a:spcBef>
              <a:spcAft>
                <a:spcPts val="0"/>
              </a:spcAft>
              <a:buClr>
                <a:schemeClr val="dk1"/>
              </a:buClr>
              <a:buSzPts val="1200"/>
              <a:buFont typeface="Arial" panose="020B0604020202020204" pitchFamily="34" charset="0"/>
              <a:buChar char="•"/>
            </a:pPr>
            <a:r>
              <a:rPr lang="en-US" sz="1050" b="1" i="0" u="none" strike="noStrike" cap="none" noProof="0">
                <a:solidFill>
                  <a:srgbClr val="000000"/>
                </a:solidFill>
                <a:latin typeface="IBM Plex Sans"/>
                <a:ea typeface="Calibri"/>
                <a:cs typeface="Calibri"/>
                <a:sym typeface="IBM Plex Sans" panose="020B0503050203000203" pitchFamily="34" charset="0"/>
              </a:rPr>
              <a:t>“AI Overviews often push ads below the fold. Advertisers must pay more for visibility</a:t>
            </a:r>
            <a:r>
              <a:rPr lang="en-US" sz="1050" b="0" i="0" u="none" strike="noStrike" cap="none" noProof="0">
                <a:solidFill>
                  <a:srgbClr val="000000"/>
                </a:solidFill>
                <a:latin typeface="IBM Plex Sans"/>
                <a:ea typeface="Calibri"/>
                <a:cs typeface="Calibri"/>
                <a:sym typeface="IBM Plex Sans" panose="020B0503050203000203" pitchFamily="34" charset="0"/>
              </a:rPr>
              <a:t> because the number of ad placements is shrinking”¹²</a:t>
            </a:r>
            <a:endParaRPr lang="en-US" sz="1050" b="1" i="0" u="none" strike="noStrike" cap="none" noProof="0">
              <a:solidFill>
                <a:schemeClr val="dk1"/>
              </a:solidFill>
              <a:latin typeface="IBM Plex Sans"/>
              <a:ea typeface="Calibri"/>
              <a:cs typeface="Calibri"/>
              <a:sym typeface="IBM Plex Sans" panose="020B0503050203000203" pitchFamily="34" charset="0"/>
            </a:endParaRPr>
          </a:p>
          <a:p>
            <a:pPr marL="228600" marR="0" lvl="0" indent="-171450" algn="l" rtl="0">
              <a:lnSpc>
                <a:spcPct val="100000"/>
              </a:lnSpc>
              <a:spcBef>
                <a:spcPts val="400"/>
              </a:spcBef>
              <a:spcAft>
                <a:spcPts val="0"/>
              </a:spcAft>
              <a:buClr>
                <a:schemeClr val="dk1"/>
              </a:buClr>
              <a:buSzPts val="1200"/>
              <a:buFont typeface="Arial" panose="020B0604020202020204" pitchFamily="34" charset="0"/>
              <a:buChar char="•"/>
            </a:pPr>
            <a:r>
              <a:rPr lang="en-US" sz="1050" b="1" i="0" u="none" strike="noStrike" cap="none" noProof="0">
                <a:solidFill>
                  <a:schemeClr val="dk1"/>
                </a:solidFill>
                <a:latin typeface="IBM Plex Sans"/>
                <a:ea typeface="Calibri"/>
                <a:cs typeface="Calibri"/>
                <a:sym typeface="IBM Plex Sans" panose="020B0503050203000203" pitchFamily="34" charset="0"/>
              </a:rPr>
              <a:t>“AI Overviews </a:t>
            </a:r>
            <a:r>
              <a:rPr lang="en-US" sz="1050" noProof="0">
                <a:solidFill>
                  <a:schemeClr val="dk1"/>
                </a:solidFill>
                <a:latin typeface="IBM Plex Sans"/>
                <a:ea typeface="Calibri"/>
                <a:cs typeface="Calibri"/>
                <a:sym typeface="IBM Plex Sans" panose="020B0503050203000203" pitchFamily="34" charset="0"/>
              </a:rPr>
              <a:t>have</a:t>
            </a:r>
            <a:r>
              <a:rPr lang="en-US" sz="1050" b="0" i="0" u="none" strike="noStrike" cap="none" noProof="0">
                <a:solidFill>
                  <a:schemeClr val="dk1"/>
                </a:solidFill>
                <a:latin typeface="IBM Plex Sans"/>
                <a:ea typeface="Calibri"/>
                <a:cs typeface="Calibri"/>
                <a:sym typeface="IBM Plex Sans" panose="020B0503050203000203" pitchFamily="34" charset="0"/>
              </a:rPr>
              <a:t> </a:t>
            </a:r>
            <a:r>
              <a:rPr lang="en-US" sz="1050" b="1" i="0" u="none" strike="noStrike" cap="none" noProof="0">
                <a:solidFill>
                  <a:schemeClr val="dk1"/>
                </a:solidFill>
                <a:latin typeface="IBM Plex Sans"/>
                <a:ea typeface="Calibri"/>
                <a:cs typeface="Calibri"/>
                <a:sym typeface="IBM Plex Sans" panose="020B0503050203000203" pitchFamily="34" charset="0"/>
              </a:rPr>
              <a:t>reshaped</a:t>
            </a:r>
            <a:r>
              <a:rPr lang="en-US" sz="1050" b="0" i="0" u="none" strike="noStrike" cap="none" noProof="0">
                <a:solidFill>
                  <a:schemeClr val="dk1"/>
                </a:solidFill>
                <a:latin typeface="IBM Plex Sans"/>
                <a:ea typeface="Calibri"/>
                <a:cs typeface="Calibri"/>
                <a:sym typeface="IBM Plex Sans" panose="020B0503050203000203" pitchFamily="34" charset="0"/>
              </a:rPr>
              <a:t> how ads appear in the SERPs, </a:t>
            </a:r>
            <a:r>
              <a:rPr lang="en-US" sz="1050" b="1" i="0" u="none" strike="noStrike" cap="none" noProof="0">
                <a:solidFill>
                  <a:schemeClr val="dk1"/>
                </a:solidFill>
                <a:latin typeface="IBM Plex Sans"/>
                <a:ea typeface="Calibri"/>
                <a:cs typeface="Calibri"/>
                <a:sym typeface="IBM Plex Sans" panose="020B0503050203000203" pitchFamily="34" charset="0"/>
              </a:rPr>
              <a:t>pushing ads below </a:t>
            </a:r>
            <a:r>
              <a:rPr lang="en-US" sz="1050" b="0" i="0" u="none" strike="noStrike" cap="none" noProof="0">
                <a:solidFill>
                  <a:schemeClr val="dk1"/>
                </a:solidFill>
                <a:latin typeface="IBM Plex Sans"/>
                <a:ea typeface="Calibri"/>
                <a:cs typeface="Calibri"/>
                <a:sym typeface="IBM Plex Sans" panose="020B0503050203000203" pitchFamily="34" charset="0"/>
              </a:rPr>
              <a:t>the AIO content. Advertisers must now </a:t>
            </a:r>
            <a:r>
              <a:rPr lang="en-US" sz="1050" b="1" i="0" u="none" strike="noStrike" cap="none" noProof="0">
                <a:solidFill>
                  <a:schemeClr val="dk1"/>
                </a:solidFill>
                <a:latin typeface="IBM Plex Sans"/>
                <a:ea typeface="Calibri"/>
                <a:cs typeface="Calibri"/>
                <a:sym typeface="IBM Plex Sans" panose="020B0503050203000203" pitchFamily="34" charset="0"/>
              </a:rPr>
              <a:t>pay more for visibility”</a:t>
            </a:r>
            <a:r>
              <a:rPr lang="en-US" sz="1050" b="1" i="0" u="none" strike="noStrike" cap="none" baseline="30000" noProof="0">
                <a:solidFill>
                  <a:schemeClr val="dk1"/>
                </a:solidFill>
                <a:latin typeface="IBM Plex Sans"/>
                <a:ea typeface="Calibri"/>
                <a:cs typeface="Calibri"/>
                <a:sym typeface="IBM Plex Sans" panose="020B0503050203000203" pitchFamily="34" charset="0"/>
              </a:rPr>
              <a:t>13</a:t>
            </a:r>
            <a:endParaRPr lang="en-US" sz="1050" b="0" i="0" u="none" strike="noStrike" cap="none" baseline="30000" noProof="0">
              <a:solidFill>
                <a:schemeClr val="dk1"/>
              </a:solidFill>
              <a:latin typeface="IBM Plex Sans"/>
              <a:ea typeface="Calibri"/>
              <a:cs typeface="Calibri"/>
              <a:sym typeface="IBM Plex Sans" panose="020B0503050203000203" pitchFamily="34" charset="0"/>
            </a:endParaRPr>
          </a:p>
        </p:txBody>
      </p:sp>
      <p:sp>
        <p:nvSpPr>
          <p:cNvPr id="43" name="Google Shape;368;p24">
            <a:extLst>
              <a:ext uri="{FF2B5EF4-FFF2-40B4-BE49-F238E27FC236}">
                <a16:creationId xmlns:a16="http://schemas.microsoft.com/office/drawing/2014/main" id="{8D2802F1-5EE2-4AD8-9CFA-E24D1FDFF296}"/>
              </a:ext>
            </a:extLst>
          </p:cNvPr>
          <p:cNvSpPr/>
          <p:nvPr/>
        </p:nvSpPr>
        <p:spPr>
          <a:xfrm>
            <a:off x="9191625" y="1377060"/>
            <a:ext cx="257977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lt1"/>
                </a:solidFill>
                <a:latin typeface="IBM Plex Sans" panose="020B0503050203000203" pitchFamily="34" charset="0"/>
                <a:ea typeface="IBM Plex Sans"/>
                <a:cs typeface="IBM Plex Sans"/>
                <a:sym typeface="IBM Plex Sans" panose="020B0503050203000203" pitchFamily="34" charset="0"/>
              </a:rPr>
              <a:t>Insights from research</a:t>
            </a:r>
          </a:p>
        </p:txBody>
      </p:sp>
      <p:sp>
        <p:nvSpPr>
          <p:cNvPr id="44" name="Google Shape;640;g3b02545ca76_0_381">
            <a:extLst>
              <a:ext uri="{FF2B5EF4-FFF2-40B4-BE49-F238E27FC236}">
                <a16:creationId xmlns:a16="http://schemas.microsoft.com/office/drawing/2014/main" id="{0E6D6AE2-0B3A-23D1-5900-6364128953BA}"/>
              </a:ext>
            </a:extLst>
          </p:cNvPr>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a:buSzPts val="600"/>
            </a:pPr>
            <a:r>
              <a:rPr lang="en-US" sz="700" noProof="0">
                <a:solidFill>
                  <a:srgbClr val="7F7F7F"/>
                </a:solidFill>
                <a:latin typeface="IBM Plex Sans"/>
                <a:sym typeface="IBM Plex Sans" panose="020B0503050203000203" pitchFamily="34" charset="0"/>
              </a:rPr>
              <a:t>Sources: (1) </a:t>
            </a:r>
            <a:r>
              <a:rPr lang="en-US" sz="700" noProof="0">
                <a:solidFill>
                  <a:srgbClr val="7F7F7F"/>
                </a:solidFill>
                <a:latin typeface="IBM Plex Sans"/>
                <a:sym typeface="IBM Plex Sans" panose="020B0503050203000203" pitchFamily="34" charset="0"/>
                <a:hlinkClick r:id="rId8">
                  <a:extLst>
                    <a:ext uri="{A12FA001-AC4F-418D-AE19-62706E023703}">
                      <ahyp:hlinkClr xmlns:ahyp="http://schemas.microsoft.com/office/drawing/2018/hyperlinkcolor" val="tx"/>
                    </a:ext>
                  </a:extLst>
                </a:hlinkClick>
              </a:rPr>
              <a:t>Magna Global</a:t>
            </a:r>
            <a:r>
              <a:rPr lang="en-US" sz="700" noProof="0">
                <a:solidFill>
                  <a:srgbClr val="7F7F7F"/>
                </a:solidFill>
                <a:latin typeface="IBM Plex Sans"/>
                <a:sym typeface="IBM Plex Sans" panose="020B0503050203000203" pitchFamily="34" charset="0"/>
              </a:rPr>
              <a:t>, (2) </a:t>
            </a:r>
            <a:r>
              <a:rPr lang="en-US" sz="700" noProof="0">
                <a:solidFill>
                  <a:srgbClr val="7F7F7F"/>
                </a:solidFill>
                <a:latin typeface="IBM Plex Sans"/>
                <a:sym typeface="IBM Plex Sans" panose="020B0503050203000203" pitchFamily="34" charset="0"/>
                <a:hlinkClick r:id="rId9">
                  <a:extLst>
                    <a:ext uri="{A12FA001-AC4F-418D-AE19-62706E023703}">
                      <ahyp:hlinkClr xmlns:ahyp="http://schemas.microsoft.com/office/drawing/2018/hyperlinkcolor" val="tx"/>
                    </a:ext>
                  </a:extLst>
                </a:hlinkClick>
              </a:rPr>
              <a:t>ISBA</a:t>
            </a:r>
            <a:r>
              <a:rPr lang="en-US" sz="700" noProof="0">
                <a:solidFill>
                  <a:srgbClr val="7F7F7F"/>
                </a:solidFill>
                <a:latin typeface="IBM Plex Sans"/>
                <a:sym typeface="IBM Plex Sans" panose="020B0503050203000203" pitchFamily="34" charset="0"/>
              </a:rPr>
              <a:t>, (3) </a:t>
            </a:r>
            <a:r>
              <a:rPr lang="en-US" sz="700" noProof="0">
                <a:solidFill>
                  <a:srgbClr val="7F7F7F"/>
                </a:solidFill>
                <a:latin typeface="IBM Plex Sans"/>
                <a:sym typeface="IBM Plex Sans" panose="020B0503050203000203" pitchFamily="34" charset="0"/>
                <a:hlinkClick r:id="rId10">
                  <a:extLst>
                    <a:ext uri="{A12FA001-AC4F-418D-AE19-62706E023703}">
                      <ahyp:hlinkClr xmlns:ahyp="http://schemas.microsoft.com/office/drawing/2018/hyperlinkcolor" val="tx"/>
                    </a:ext>
                  </a:extLst>
                </a:hlinkClick>
              </a:rPr>
              <a:t>WPP Media</a:t>
            </a:r>
            <a:r>
              <a:rPr lang="en-US" sz="700" noProof="0">
                <a:solidFill>
                  <a:srgbClr val="7F7F7F"/>
                </a:solidFill>
                <a:latin typeface="IBM Plex Sans"/>
                <a:sym typeface="IBM Plex Sans" panose="020B0503050203000203" pitchFamily="34" charset="0"/>
              </a:rPr>
              <a:t>, (4) </a:t>
            </a:r>
            <a:r>
              <a:rPr lang="en-US" sz="700" noProof="0">
                <a:solidFill>
                  <a:srgbClr val="7F7F7F"/>
                </a:solidFill>
                <a:latin typeface="IBM Plex Sans"/>
                <a:sym typeface="IBM Plex Sans" panose="020B0503050203000203" pitchFamily="34" charset="0"/>
                <a:hlinkClick r:id="rId11">
                  <a:extLst>
                    <a:ext uri="{A12FA001-AC4F-418D-AE19-62706E023703}">
                      <ahyp:hlinkClr xmlns:ahyp="http://schemas.microsoft.com/office/drawing/2018/hyperlinkcolor" val="tx"/>
                    </a:ext>
                  </a:extLst>
                </a:hlinkClick>
              </a:rPr>
              <a:t>Dentsu</a:t>
            </a:r>
            <a:r>
              <a:rPr lang="en-US" sz="700" noProof="0">
                <a:solidFill>
                  <a:srgbClr val="7F7F7F"/>
                </a:solidFill>
                <a:latin typeface="IBM Plex Sans"/>
                <a:sym typeface="IBM Plex Sans" panose="020B0503050203000203" pitchFamily="34" charset="0"/>
              </a:rPr>
              <a:t>, (5) </a:t>
            </a:r>
            <a:r>
              <a:rPr lang="en-US" sz="700" noProof="0">
                <a:solidFill>
                  <a:srgbClr val="7F7F7F"/>
                </a:solidFill>
                <a:latin typeface="IBM Plex Sans"/>
                <a:sym typeface="IBM Plex Sans" panose="020B0503050203000203" pitchFamily="34" charset="0"/>
                <a:hlinkClick r:id="rId12">
                  <a:extLst>
                    <a:ext uri="{A12FA001-AC4F-418D-AE19-62706E023703}">
                      <ahyp:hlinkClr xmlns:ahyp="http://schemas.microsoft.com/office/drawing/2018/hyperlinkcolor" val="tx"/>
                    </a:ext>
                  </a:extLst>
                </a:hlinkClick>
              </a:rPr>
              <a:t>Karooya</a:t>
            </a:r>
            <a:r>
              <a:rPr lang="en-US" sz="700" noProof="0">
                <a:solidFill>
                  <a:srgbClr val="7F7F7F"/>
                </a:solidFill>
                <a:latin typeface="IBM Plex Sans"/>
                <a:sym typeface="IBM Plex Sans" panose="020B0503050203000203" pitchFamily="34" charset="0"/>
              </a:rPr>
              <a:t>, (6) </a:t>
            </a:r>
            <a:r>
              <a:rPr lang="en-US" sz="700" noProof="0">
                <a:solidFill>
                  <a:srgbClr val="7F7F7F"/>
                </a:solidFill>
                <a:latin typeface="IBM Plex Sans"/>
                <a:sym typeface="IBM Plex Sans" panose="020B0503050203000203" pitchFamily="34" charset="0"/>
                <a:hlinkClick r:id="rId13">
                  <a:extLst>
                    <a:ext uri="{A12FA001-AC4F-418D-AE19-62706E023703}">
                      <ahyp:hlinkClr xmlns:ahyp="http://schemas.microsoft.com/office/drawing/2018/hyperlinkcolor" val="tx"/>
                    </a:ext>
                  </a:extLst>
                </a:hlinkClick>
              </a:rPr>
              <a:t>Dentsu</a:t>
            </a:r>
            <a:r>
              <a:rPr lang="en-US" sz="700" noProof="0">
                <a:solidFill>
                  <a:srgbClr val="7F7F7F"/>
                </a:solidFill>
                <a:latin typeface="IBM Plex Sans"/>
                <a:sym typeface="IBM Plex Sans" panose="020B0503050203000203" pitchFamily="34" charset="0"/>
              </a:rPr>
              <a:t>, (7) </a:t>
            </a:r>
            <a:r>
              <a:rPr lang="en-US" sz="700" noProof="0">
                <a:solidFill>
                  <a:srgbClr val="7F7F7F"/>
                </a:solidFill>
                <a:latin typeface="IBM Plex Sans"/>
                <a:sym typeface="IBM Plex Sans" panose="020B0503050203000203" pitchFamily="34" charset="0"/>
                <a:hlinkClick r:id="rId14">
                  <a:extLst>
                    <a:ext uri="{A12FA001-AC4F-418D-AE19-62706E023703}">
                      <ahyp:hlinkClr xmlns:ahyp="http://schemas.microsoft.com/office/drawing/2018/hyperlinkcolor" val="tx"/>
                    </a:ext>
                  </a:extLst>
                </a:hlinkClick>
              </a:rPr>
              <a:t>Skai</a:t>
            </a:r>
            <a:r>
              <a:rPr lang="en-US" sz="700" noProof="0">
                <a:solidFill>
                  <a:srgbClr val="7F7F7F"/>
                </a:solidFill>
                <a:latin typeface="IBM Plex Sans"/>
                <a:sym typeface="IBM Plex Sans" panose="020B0503050203000203" pitchFamily="34" charset="0"/>
              </a:rPr>
              <a:t>, (8) </a:t>
            </a:r>
            <a:r>
              <a:rPr lang="en-US" sz="700" noProof="0">
                <a:solidFill>
                  <a:srgbClr val="7F7F7F"/>
                </a:solidFill>
                <a:latin typeface="IBM Plex Sans"/>
                <a:sym typeface="IBM Plex Sans" panose="020B0503050203000203" pitchFamily="34" charset="0"/>
                <a:hlinkClick r:id="rId15">
                  <a:extLst>
                    <a:ext uri="{A12FA001-AC4F-418D-AE19-62706E023703}">
                      <ahyp:hlinkClr xmlns:ahyp="http://schemas.microsoft.com/office/drawing/2018/hyperlinkcolor" val="tx"/>
                    </a:ext>
                  </a:extLst>
                </a:hlinkClick>
              </a:rPr>
              <a:t>SQ Magazine</a:t>
            </a:r>
            <a:r>
              <a:rPr lang="en-US" sz="700" noProof="0">
                <a:solidFill>
                  <a:srgbClr val="7F7F7F"/>
                </a:solidFill>
                <a:latin typeface="IBM Plex Sans"/>
                <a:sym typeface="IBM Plex Sans" panose="020B0503050203000203" pitchFamily="34" charset="0"/>
              </a:rPr>
              <a:t>, (9) </a:t>
            </a:r>
            <a:r>
              <a:rPr lang="en-US" sz="700" noProof="0">
                <a:solidFill>
                  <a:srgbClr val="7F7F7F"/>
                </a:solidFill>
                <a:latin typeface="IBM Plex Sans"/>
                <a:sym typeface="IBM Plex Sans" panose="020B0503050203000203" pitchFamily="34" charset="0"/>
                <a:hlinkClick r:id="rId16">
                  <a:extLst>
                    <a:ext uri="{A12FA001-AC4F-418D-AE19-62706E023703}">
                      <ahyp:hlinkClr xmlns:ahyp="http://schemas.microsoft.com/office/drawing/2018/hyperlinkcolor" val="tx"/>
                    </a:ext>
                  </a:extLst>
                </a:hlinkClick>
              </a:rPr>
              <a:t>Karooya</a:t>
            </a:r>
            <a:r>
              <a:rPr lang="en-US" sz="700" noProof="0">
                <a:solidFill>
                  <a:srgbClr val="7F7F7F"/>
                </a:solidFill>
                <a:latin typeface="IBM Plex Sans"/>
                <a:sym typeface="IBM Plex Sans" panose="020B0503050203000203" pitchFamily="34" charset="0"/>
              </a:rPr>
              <a:t>, (10) </a:t>
            </a:r>
            <a:r>
              <a:rPr lang="en-US" sz="700" noProof="0">
                <a:solidFill>
                  <a:srgbClr val="7F7F7F"/>
                </a:solidFill>
                <a:latin typeface="IBM Plex Sans"/>
                <a:sym typeface="IBM Plex Sans" panose="020B0503050203000203" pitchFamily="34" charset="0"/>
                <a:hlinkClick r:id="rId17">
                  <a:extLst>
                    <a:ext uri="{A12FA001-AC4F-418D-AE19-62706E023703}">
                      <ahyp:hlinkClr xmlns:ahyp="http://schemas.microsoft.com/office/drawing/2018/hyperlinkcolor" val="tx"/>
                    </a:ext>
                  </a:extLst>
                </a:hlinkClick>
              </a:rPr>
              <a:t>Dentsu</a:t>
            </a:r>
            <a:r>
              <a:rPr lang="en-US" sz="700" noProof="0">
                <a:solidFill>
                  <a:srgbClr val="7F7F7F"/>
                </a:solidFill>
                <a:latin typeface="IBM Plex Sans"/>
                <a:sym typeface="IBM Plex Sans" panose="020B0503050203000203" pitchFamily="34" charset="0"/>
              </a:rPr>
              <a:t>, (11) </a:t>
            </a:r>
            <a:r>
              <a:rPr lang="en-US" sz="700" noProof="0" err="1">
                <a:solidFill>
                  <a:srgbClr val="7F7F7F"/>
                </a:solidFill>
                <a:latin typeface="IBM Plex Sans"/>
                <a:sym typeface="IBM Plex Sans" panose="020B0503050203000203" pitchFamily="34" charset="0"/>
              </a:rPr>
              <a:t>Wordstream</a:t>
            </a:r>
            <a:r>
              <a:rPr lang="en-US" sz="700" noProof="0">
                <a:solidFill>
                  <a:srgbClr val="7F7F7F"/>
                </a:solidFill>
                <a:latin typeface="IBM Plex Sans"/>
                <a:sym typeface="IBM Plex Sans" panose="020B0503050203000203" pitchFamily="34" charset="0"/>
              </a:rPr>
              <a:t> data from: </a:t>
            </a:r>
            <a:r>
              <a:rPr lang="en-US" sz="700" noProof="0">
                <a:solidFill>
                  <a:srgbClr val="7F7F7F"/>
                </a:solidFill>
                <a:latin typeface="IBM Plex Sans"/>
                <a:sym typeface="IBM Plex Sans" panose="020B0503050203000203" pitchFamily="34" charset="0"/>
                <a:hlinkClick r:id="rId18">
                  <a:extLst>
                    <a:ext uri="{A12FA001-AC4F-418D-AE19-62706E023703}">
                      <ahyp:hlinkClr xmlns:ahyp="http://schemas.microsoft.com/office/drawing/2018/hyperlinkcolor" val="tx"/>
                    </a:ext>
                  </a:extLst>
                </a:hlinkClick>
              </a:rPr>
              <a:t>2025</a:t>
            </a:r>
            <a:r>
              <a:rPr lang="en-US" sz="700" noProof="0">
                <a:solidFill>
                  <a:srgbClr val="7F7F7F"/>
                </a:solidFill>
                <a:latin typeface="IBM Plex Sans"/>
                <a:sym typeface="IBM Plex Sans" panose="020B0503050203000203" pitchFamily="34" charset="0"/>
              </a:rPr>
              <a:t>, </a:t>
            </a:r>
            <a:r>
              <a:rPr lang="en-US" sz="700" noProof="0">
                <a:solidFill>
                  <a:srgbClr val="7F7F7F"/>
                </a:solidFill>
                <a:latin typeface="IBM Plex Sans"/>
                <a:sym typeface="IBM Plex Sans" panose="020B0503050203000203" pitchFamily="34" charset="0"/>
                <a:hlinkClick r:id="rId19">
                  <a:extLst>
                    <a:ext uri="{A12FA001-AC4F-418D-AE19-62706E023703}">
                      <ahyp:hlinkClr xmlns:ahyp="http://schemas.microsoft.com/office/drawing/2018/hyperlinkcolor" val="tx"/>
                    </a:ext>
                  </a:extLst>
                </a:hlinkClick>
              </a:rPr>
              <a:t>2024</a:t>
            </a:r>
            <a:r>
              <a:rPr lang="en-US" sz="700" noProof="0">
                <a:solidFill>
                  <a:srgbClr val="7F7F7F"/>
                </a:solidFill>
                <a:latin typeface="IBM Plex Sans"/>
                <a:sym typeface="IBM Plex Sans" panose="020B0503050203000203" pitchFamily="34" charset="0"/>
              </a:rPr>
              <a:t>, </a:t>
            </a:r>
            <a:r>
              <a:rPr lang="en-US" sz="700" noProof="0">
                <a:solidFill>
                  <a:srgbClr val="7F7F7F"/>
                </a:solidFill>
                <a:latin typeface="IBM Plex Sans"/>
                <a:sym typeface="IBM Plex Sans" panose="020B0503050203000203" pitchFamily="34" charset="0"/>
                <a:hlinkClick r:id="rId20">
                  <a:extLst>
                    <a:ext uri="{A12FA001-AC4F-418D-AE19-62706E023703}">
                      <ahyp:hlinkClr xmlns:ahyp="http://schemas.microsoft.com/office/drawing/2018/hyperlinkcolor" val="tx"/>
                    </a:ext>
                  </a:extLst>
                </a:hlinkClick>
              </a:rPr>
              <a:t>2021</a:t>
            </a:r>
            <a:r>
              <a:rPr lang="en-US" sz="700" noProof="0">
                <a:solidFill>
                  <a:srgbClr val="7F7F7F"/>
                </a:solidFill>
                <a:latin typeface="IBM Plex Sans"/>
                <a:sym typeface="IBM Plex Sans" panose="020B0503050203000203" pitchFamily="34" charset="0"/>
              </a:rPr>
              <a:t>, </a:t>
            </a:r>
            <a:r>
              <a:rPr lang="en-US" sz="700" noProof="0">
                <a:solidFill>
                  <a:srgbClr val="7F7F7F"/>
                </a:solidFill>
                <a:latin typeface="IBM Plex Sans"/>
                <a:sym typeface="IBM Plex Sans" panose="020B0503050203000203" pitchFamily="34" charset="0"/>
                <a:hlinkClick r:id="rId21">
                  <a:extLst>
                    <a:ext uri="{A12FA001-AC4F-418D-AE19-62706E023703}">
                      <ahyp:hlinkClr xmlns:ahyp="http://schemas.microsoft.com/office/drawing/2018/hyperlinkcolor" val="tx"/>
                    </a:ext>
                  </a:extLst>
                </a:hlinkClick>
              </a:rPr>
              <a:t>2018</a:t>
            </a:r>
            <a:r>
              <a:rPr lang="en-US" sz="700" noProof="0">
                <a:solidFill>
                  <a:srgbClr val="7F7F7F"/>
                </a:solidFill>
                <a:latin typeface="IBM Plex Sans"/>
                <a:sym typeface="IBM Plex Sans" panose="020B0503050203000203" pitchFamily="34" charset="0"/>
              </a:rPr>
              <a:t>, </a:t>
            </a:r>
            <a:r>
              <a:rPr lang="en-US" sz="700" noProof="0">
                <a:solidFill>
                  <a:srgbClr val="7F7F7F"/>
                </a:solidFill>
                <a:latin typeface="IBM Plex Sans"/>
                <a:sym typeface="IBM Plex Sans" panose="020B0503050203000203" pitchFamily="34" charset="0"/>
                <a:hlinkClick r:id="rId22">
                  <a:extLst>
                    <a:ext uri="{A12FA001-AC4F-418D-AE19-62706E023703}">
                      <ahyp:hlinkClr xmlns:ahyp="http://schemas.microsoft.com/office/drawing/2018/hyperlinkcolor" val="tx"/>
                    </a:ext>
                  </a:extLst>
                </a:hlinkClick>
              </a:rPr>
              <a:t>2016</a:t>
            </a:r>
            <a:r>
              <a:rPr lang="en-US" sz="700" noProof="0">
                <a:solidFill>
                  <a:srgbClr val="7F7F7F"/>
                </a:solidFill>
                <a:latin typeface="IBM Plex Sans"/>
                <a:sym typeface="IBM Plex Sans" panose="020B0503050203000203" pitchFamily="34" charset="0"/>
              </a:rPr>
              <a:t>, (12) </a:t>
            </a:r>
            <a:r>
              <a:rPr lang="en-US" sz="700" noProof="0">
                <a:solidFill>
                  <a:srgbClr val="7F7F7F"/>
                </a:solidFill>
                <a:latin typeface="IBM Plex Sans"/>
                <a:sym typeface="IBM Plex Sans" panose="020B0503050203000203" pitchFamily="34" charset="0"/>
                <a:hlinkClick r:id="rId23">
                  <a:extLst>
                    <a:ext uri="{A12FA001-AC4F-418D-AE19-62706E023703}">
                      <ahyp:hlinkClr xmlns:ahyp="http://schemas.microsoft.com/office/drawing/2018/hyperlinkcolor" val="tx"/>
                    </a:ext>
                  </a:extLst>
                </a:hlinkClick>
              </a:rPr>
              <a:t>OrangeSEO.net</a:t>
            </a:r>
            <a:r>
              <a:rPr lang="en-US" sz="700" noProof="0">
                <a:solidFill>
                  <a:srgbClr val="7F7F7F"/>
                </a:solidFill>
                <a:latin typeface="IBM Plex Sans"/>
                <a:sym typeface="IBM Plex Sans" panose="020B0503050203000203" pitchFamily="34" charset="0"/>
              </a:rPr>
              <a:t>, (13) </a:t>
            </a:r>
            <a:r>
              <a:rPr lang="en-US" sz="700" noProof="0">
                <a:solidFill>
                  <a:srgbClr val="7F7F7F"/>
                </a:solidFill>
                <a:latin typeface="IBM Plex Sans"/>
                <a:sym typeface="IBM Plex Sans" panose="020B0503050203000203" pitchFamily="34" charset="0"/>
                <a:hlinkClick r:id="rId24">
                  <a:extLst>
                    <a:ext uri="{A12FA001-AC4F-418D-AE19-62706E023703}">
                      <ahyp:hlinkClr xmlns:ahyp="http://schemas.microsoft.com/office/drawing/2018/hyperlinkcolor" val="tx"/>
                    </a:ext>
                  </a:extLst>
                </a:hlinkClick>
              </a:rPr>
              <a:t>AdExpert</a:t>
            </a:r>
            <a:r>
              <a:rPr lang="en-US" sz="700" noProof="0">
                <a:solidFill>
                  <a:srgbClr val="7F7F7F"/>
                </a:solidFill>
                <a:latin typeface="IBM Plex Sans"/>
                <a:sym typeface="IBM Plex Sans" panose="020B0503050203000203" pitchFamily="34" charset="0"/>
              </a:rPr>
              <a:t>     </a:t>
            </a:r>
            <a:endParaRPr lang="en-US" sz="700" noProof="0">
              <a:solidFill>
                <a:srgbClr val="7F7F7F"/>
              </a:solidFill>
              <a:latin typeface="IBM Plex Sans"/>
            </a:endParaRPr>
          </a:p>
        </p:txBody>
      </p:sp>
      <p:cxnSp>
        <p:nvCxnSpPr>
          <p:cNvPr id="55" name="Straight Connector 54">
            <a:extLst>
              <a:ext uri="{FF2B5EF4-FFF2-40B4-BE49-F238E27FC236}">
                <a16:creationId xmlns:a16="http://schemas.microsoft.com/office/drawing/2014/main" id="{41195A3B-1C51-0203-F719-CF447516BEE7}"/>
              </a:ext>
            </a:extLst>
          </p:cNvPr>
          <p:cNvCxnSpPr/>
          <p:nvPr/>
        </p:nvCxnSpPr>
        <p:spPr>
          <a:xfrm>
            <a:off x="420594" y="3615674"/>
            <a:ext cx="8590054"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D7F0E0C-BD50-618E-7821-365C89F160B2}"/>
              </a:ext>
            </a:extLst>
          </p:cNvPr>
          <p:cNvCxnSpPr/>
          <p:nvPr/>
        </p:nvCxnSpPr>
        <p:spPr>
          <a:xfrm flipV="1">
            <a:off x="4920829" y="2098641"/>
            <a:ext cx="0" cy="1120364"/>
          </a:xfrm>
          <a:prstGeom prst="line">
            <a:avLst/>
          </a:prstGeom>
          <a:ln>
            <a:solidFill>
              <a:schemeClr val="tx2">
                <a:lumMod val="9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1CC214D7-50C9-BEBD-7F64-88EDEC6CA08F}"/>
              </a:ext>
            </a:extLst>
          </p:cNvPr>
          <p:cNvCxnSpPr/>
          <p:nvPr/>
        </p:nvCxnSpPr>
        <p:spPr>
          <a:xfrm flipV="1">
            <a:off x="4888919" y="4039161"/>
            <a:ext cx="0" cy="1120364"/>
          </a:xfrm>
          <a:prstGeom prst="line">
            <a:avLst/>
          </a:prstGeom>
          <a:ln>
            <a:solidFill>
              <a:schemeClr val="tx2">
                <a:lumMod val="90000"/>
              </a:schemeClr>
            </a:solidFill>
          </a:ln>
        </p:spPr>
        <p:style>
          <a:lnRef idx="1">
            <a:schemeClr val="accent1"/>
          </a:lnRef>
          <a:fillRef idx="0">
            <a:schemeClr val="accent1"/>
          </a:fillRef>
          <a:effectRef idx="0">
            <a:schemeClr val="accent1"/>
          </a:effectRef>
          <a:fontRef idx="minor">
            <a:schemeClr val="tx1"/>
          </a:fontRef>
        </p:style>
      </p:cxnSp>
      <p:sp>
        <p:nvSpPr>
          <p:cNvPr id="6" name="CaixaDeTexto 5">
            <a:extLst>
              <a:ext uri="{FF2B5EF4-FFF2-40B4-BE49-F238E27FC236}">
                <a16:creationId xmlns:a16="http://schemas.microsoft.com/office/drawing/2014/main" id="{29FAAC09-DA8B-EC5C-EF37-69BC10A02228}"/>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CPC</a:t>
            </a:r>
          </a:p>
        </p:txBody>
      </p:sp>
      <p:cxnSp>
        <p:nvCxnSpPr>
          <p:cNvPr id="8" name="Straight Arrow Connector 62">
            <a:extLst>
              <a:ext uri="{FF2B5EF4-FFF2-40B4-BE49-F238E27FC236}">
                <a16:creationId xmlns:a16="http://schemas.microsoft.com/office/drawing/2014/main" id="{A25788F4-97A9-4A02-DED3-2B2691020A3D}"/>
              </a:ext>
            </a:extLst>
          </p:cNvPr>
          <p:cNvCxnSpPr>
            <a:cxnSpLocks/>
          </p:cNvCxnSpPr>
          <p:nvPr/>
        </p:nvCxnSpPr>
        <p:spPr>
          <a:xfrm>
            <a:off x="6298373" y="5684085"/>
            <a:ext cx="2560320" cy="0"/>
          </a:xfrm>
          <a:prstGeom prst="straightConnector1">
            <a:avLst/>
          </a:prstGeom>
          <a:ln w="63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Google Shape;368;p24">
            <a:extLst>
              <a:ext uri="{FF2B5EF4-FFF2-40B4-BE49-F238E27FC236}">
                <a16:creationId xmlns:a16="http://schemas.microsoft.com/office/drawing/2014/main" id="{2E1F8847-4A0D-7245-4A18-482E520F9E95}"/>
              </a:ext>
            </a:extLst>
          </p:cNvPr>
          <p:cNvSpPr/>
          <p:nvPr/>
        </p:nvSpPr>
        <p:spPr>
          <a:xfrm>
            <a:off x="7045480" y="5599985"/>
            <a:ext cx="1052552" cy="166385"/>
          </a:xfrm>
          <a:prstGeom prst="rect">
            <a:avLst/>
          </a:prstGeom>
          <a:solidFill>
            <a:schemeClr val="bg1"/>
          </a:solidFill>
          <a:ln>
            <a:noFill/>
          </a:ln>
        </p:spPr>
        <p:txBody>
          <a:bodyPr spcFirstLastPara="1" wrap="square" lIns="0" tIns="0" rIns="0" bIns="0" anchor="ctr" anchorCtr="0">
            <a:noAutofit/>
          </a:bodyPr>
          <a:lstStyle/>
          <a:p>
            <a:pPr lvl="1" algn="ctr">
              <a:buSzPts val="1600"/>
            </a:pPr>
            <a:r>
              <a:rPr lang="en-US" sz="900" b="1" noProof="0">
                <a:solidFill>
                  <a:schemeClr val="tx1"/>
                </a:solidFill>
                <a:latin typeface="IBM Plex Sans" panose="020B0503050203000203" pitchFamily="34" charset="0"/>
                <a:ea typeface="IBM Plex Sans"/>
                <a:cs typeface="IBM Plex Sans"/>
                <a:sym typeface="IBM Plex Sans" panose="020B0503050203000203" pitchFamily="34" charset="0"/>
              </a:rPr>
              <a:t>Sources credibility</a:t>
            </a:r>
            <a:endParaRPr lang="en-US" sz="9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10" name="Google Shape;368;p24">
            <a:extLst>
              <a:ext uri="{FF2B5EF4-FFF2-40B4-BE49-F238E27FC236}">
                <a16:creationId xmlns:a16="http://schemas.microsoft.com/office/drawing/2014/main" id="{ABC121BC-7BD1-3977-395B-32F5854E974C}"/>
              </a:ext>
            </a:extLst>
          </p:cNvPr>
          <p:cNvSpPr/>
          <p:nvPr/>
        </p:nvSpPr>
        <p:spPr>
          <a:xfrm>
            <a:off x="8231894" y="5607062"/>
            <a:ext cx="405805" cy="166385"/>
          </a:xfrm>
          <a:prstGeom prst="rect">
            <a:avLst/>
          </a:prstGeom>
          <a:solidFill>
            <a:schemeClr val="bg1"/>
          </a:solidFill>
          <a:ln>
            <a:noFill/>
          </a:ln>
        </p:spPr>
        <p:txBody>
          <a:bodyPr spcFirstLastPara="1" wrap="square" lIns="0" tIns="0" rIns="0" bIns="0" anchor="ctr" anchorCtr="0">
            <a:noAutofit/>
          </a:bodyPr>
          <a:lstStyle/>
          <a:p>
            <a:pPr lvl="1" algn="ctr">
              <a:buSzPts val="1600"/>
            </a:pPr>
            <a:r>
              <a:rPr lang="en-US" sz="900" b="1" noProof="0">
                <a:solidFill>
                  <a:schemeClr val="tx1"/>
                </a:solidFill>
                <a:latin typeface="IBM Plex Sans" panose="020B0503050203000203" pitchFamily="34" charset="0"/>
                <a:ea typeface="IBM Plex Sans"/>
                <a:cs typeface="IBM Plex Sans"/>
                <a:sym typeface="IBM Plex Sans" panose="020B0503050203000203" pitchFamily="34" charset="0"/>
              </a:rPr>
              <a:t>Lower</a:t>
            </a:r>
            <a:endParaRPr lang="en-US" sz="9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11" name="Google Shape;368;p24">
            <a:extLst>
              <a:ext uri="{FF2B5EF4-FFF2-40B4-BE49-F238E27FC236}">
                <a16:creationId xmlns:a16="http://schemas.microsoft.com/office/drawing/2014/main" id="{9090EA46-564D-76C2-EA89-F70B90C07A8C}"/>
              </a:ext>
            </a:extLst>
          </p:cNvPr>
          <p:cNvSpPr/>
          <p:nvPr/>
        </p:nvSpPr>
        <p:spPr>
          <a:xfrm>
            <a:off x="6521652" y="5607062"/>
            <a:ext cx="402336" cy="166385"/>
          </a:xfrm>
          <a:prstGeom prst="rect">
            <a:avLst/>
          </a:prstGeom>
          <a:solidFill>
            <a:schemeClr val="bg1"/>
          </a:solidFill>
          <a:ln>
            <a:noFill/>
          </a:ln>
        </p:spPr>
        <p:txBody>
          <a:bodyPr spcFirstLastPara="1" wrap="square" lIns="0" tIns="0" rIns="0" bIns="0" anchor="ctr" anchorCtr="0">
            <a:noAutofit/>
          </a:bodyPr>
          <a:lstStyle/>
          <a:p>
            <a:pPr lvl="1" algn="ctr">
              <a:buSzPts val="1600"/>
            </a:pPr>
            <a:r>
              <a:rPr lang="en-US" sz="900" b="1" noProof="0">
                <a:solidFill>
                  <a:schemeClr val="tx1"/>
                </a:solidFill>
                <a:latin typeface="IBM Plex Sans" panose="020B0503050203000203" pitchFamily="34" charset="0"/>
                <a:ea typeface="IBM Plex Sans"/>
                <a:cs typeface="IBM Plex Sans"/>
                <a:sym typeface="IBM Plex Sans" panose="020B0503050203000203" pitchFamily="34" charset="0"/>
              </a:rPr>
              <a:t>Higher</a:t>
            </a:r>
            <a:endParaRPr lang="en-US" sz="900" b="1" i="0" u="none" strike="noStrike" cap="none" noProof="0">
              <a:solidFill>
                <a:schemeClr val="tx1"/>
              </a:solidFill>
              <a:latin typeface="IBM Plex Sans" panose="020B0503050203000203" pitchFamily="34" charset="0"/>
              <a:ea typeface="IBM Plex Sans"/>
              <a:cs typeface="IBM Plex Sans"/>
              <a:sym typeface="IBM Plex Sans" panose="020B0503050203000203" pitchFamily="34" charset="0"/>
            </a:endParaRPr>
          </a:p>
        </p:txBody>
      </p:sp>
      <p:sp>
        <p:nvSpPr>
          <p:cNvPr id="13" name="Retângulo 12">
            <a:extLst>
              <a:ext uri="{FF2B5EF4-FFF2-40B4-BE49-F238E27FC236}">
                <a16:creationId xmlns:a16="http://schemas.microsoft.com/office/drawing/2014/main" id="{4F7AAD06-7954-3CBE-83AB-E8AF8630D7CC}"/>
              </a:ext>
            </a:extLst>
          </p:cNvPr>
          <p:cNvSpPr/>
          <p:nvPr/>
        </p:nvSpPr>
        <p:spPr>
          <a:xfrm>
            <a:off x="6167579" y="5550433"/>
            <a:ext cx="2877466" cy="239819"/>
          </a:xfrm>
          <a:prstGeom prst="rect">
            <a:avLst/>
          </a:prstGeom>
          <a:noFill/>
          <a:ln w="3175">
            <a:solidFill>
              <a:schemeClr val="bg1">
                <a:lumMod val="7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US"/>
          </a:p>
        </p:txBody>
      </p:sp>
    </p:spTree>
    <p:extLst>
      <p:ext uri="{BB962C8B-B14F-4D97-AF65-F5344CB8AC3E}">
        <p14:creationId xmlns:p14="http://schemas.microsoft.com/office/powerpoint/2010/main" val="96756095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1131"/>
        <p:cNvGrpSpPr/>
        <p:nvPr/>
      </p:nvGrpSpPr>
      <p:grpSpPr>
        <a:xfrm>
          <a:off x="0" y="0"/>
          <a:ext cx="0" cy="0"/>
          <a:chOff x="0" y="0"/>
          <a:chExt cx="0" cy="0"/>
        </a:xfrm>
      </p:grpSpPr>
      <p:sp>
        <p:nvSpPr>
          <p:cNvPr id="1132" name="Google Shape;1132;g3b32461984d_2_25"/>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marR="0" lvl="0" indent="0" algn="r" rtl="0">
              <a:lnSpc>
                <a:spcPct val="100000"/>
              </a:lnSpc>
              <a:spcBef>
                <a:spcPts val="0"/>
              </a:spcBef>
              <a:spcAft>
                <a:spcPts val="0"/>
              </a:spcAft>
              <a:buClr>
                <a:srgbClr val="000000"/>
              </a:buClr>
              <a:buSzPts val="700"/>
              <a:buFont typeface="Arial"/>
              <a:buNone/>
            </a:pPr>
            <a:fld id="{00000000-1234-1234-1234-123412341234}" type="slidenum">
              <a:rPr lang="en-US" sz="700" b="0" i="0" u="none" strike="noStrike" cap="none" noProof="0" smtClean="0">
                <a:solidFill>
                  <a:srgbClr val="888888"/>
                </a:solidFill>
                <a:latin typeface="IBM Plex Sans"/>
                <a:ea typeface="IBM Plex Sans"/>
                <a:cs typeface="IBM Plex Sans"/>
                <a:sym typeface="IBM Plex Sans"/>
              </a:rPr>
              <a:t>52</a:t>
            </a:fld>
            <a:endParaRPr lang="en-US" sz="700" b="0" i="0" u="none" strike="noStrike" cap="none" noProof="0">
              <a:solidFill>
                <a:srgbClr val="888888"/>
              </a:solidFill>
              <a:latin typeface="IBM Plex Sans"/>
              <a:ea typeface="IBM Plex Sans"/>
              <a:cs typeface="IBM Plex Sans"/>
              <a:sym typeface="IBM Plex Sans"/>
            </a:endParaRPr>
          </a:p>
        </p:txBody>
      </p:sp>
      <p:sp>
        <p:nvSpPr>
          <p:cNvPr id="1133" name="Google Shape;1133;g3b32461984d_2_25"/>
          <p:cNvSpPr txBox="1">
            <a:spLocks noGrp="1"/>
          </p:cNvSpPr>
          <p:nvPr>
            <p:ph type="title"/>
          </p:nvPr>
        </p:nvSpPr>
        <p:spPr>
          <a:xfrm>
            <a:off x="420595" y="504611"/>
            <a:ext cx="11554154" cy="387798"/>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CPC 2025 vs 2024 variation: data sources and normalization</a:t>
            </a:r>
          </a:p>
        </p:txBody>
      </p:sp>
      <p:graphicFrame>
        <p:nvGraphicFramePr>
          <p:cNvPr id="1135" name="Google Shape;1135;g3b32461984d_2_25"/>
          <p:cNvGraphicFramePr/>
          <p:nvPr>
            <p:extLst>
              <p:ext uri="{D42A27DB-BD31-4B8C-83A1-F6EECF244321}">
                <p14:modId xmlns:p14="http://schemas.microsoft.com/office/powerpoint/2010/main" val="2944645591"/>
              </p:ext>
            </p:extLst>
          </p:nvPr>
        </p:nvGraphicFramePr>
        <p:xfrm>
          <a:off x="420595" y="1120588"/>
          <a:ext cx="11259775" cy="4846536"/>
        </p:xfrm>
        <a:graphic>
          <a:graphicData uri="http://schemas.openxmlformats.org/drawingml/2006/table">
            <a:tbl>
              <a:tblPr>
                <a:noFill/>
                <a:tableStyleId>{E9D8AB58-C5E9-408E-8176-353F6F6D6F9E}</a:tableStyleId>
              </a:tblPr>
              <a:tblGrid>
                <a:gridCol w="1181823">
                  <a:extLst>
                    <a:ext uri="{9D8B030D-6E8A-4147-A177-3AD203B41FA5}">
                      <a16:colId xmlns:a16="http://schemas.microsoft.com/office/drawing/2014/main" val="20000"/>
                    </a:ext>
                  </a:extLst>
                </a:gridCol>
                <a:gridCol w="792881">
                  <a:extLst>
                    <a:ext uri="{9D8B030D-6E8A-4147-A177-3AD203B41FA5}">
                      <a16:colId xmlns:a16="http://schemas.microsoft.com/office/drawing/2014/main" val="20002"/>
                    </a:ext>
                  </a:extLst>
                </a:gridCol>
                <a:gridCol w="1222668">
                  <a:extLst>
                    <a:ext uri="{9D8B030D-6E8A-4147-A177-3AD203B41FA5}">
                      <a16:colId xmlns:a16="http://schemas.microsoft.com/office/drawing/2014/main" val="20003"/>
                    </a:ext>
                  </a:extLst>
                </a:gridCol>
                <a:gridCol w="1006667">
                  <a:extLst>
                    <a:ext uri="{9D8B030D-6E8A-4147-A177-3AD203B41FA5}">
                      <a16:colId xmlns:a16="http://schemas.microsoft.com/office/drawing/2014/main" val="20004"/>
                    </a:ext>
                  </a:extLst>
                </a:gridCol>
                <a:gridCol w="6079817">
                  <a:extLst>
                    <a:ext uri="{9D8B030D-6E8A-4147-A177-3AD203B41FA5}">
                      <a16:colId xmlns:a16="http://schemas.microsoft.com/office/drawing/2014/main" val="20005"/>
                    </a:ext>
                  </a:extLst>
                </a:gridCol>
                <a:gridCol w="975919">
                  <a:extLst>
                    <a:ext uri="{9D8B030D-6E8A-4147-A177-3AD203B41FA5}">
                      <a16:colId xmlns:a16="http://schemas.microsoft.com/office/drawing/2014/main" val="20006"/>
                    </a:ext>
                  </a:extLst>
                </a:gridCol>
              </a:tblGrid>
              <a:tr h="366309">
                <a:tc>
                  <a:txBody>
                    <a:bodyPr/>
                    <a:lstStyle/>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a:solidFill>
                            <a:schemeClr val="lt1"/>
                          </a:solidFill>
                          <a:latin typeface="IBM Plex Sans"/>
                          <a:ea typeface="IBM Plex Sans"/>
                          <a:cs typeface="IBM Plex Sans"/>
                          <a:sym typeface="IBM Plex Sans"/>
                        </a:rPr>
                        <a:t>Region &amp; device</a:t>
                      </a:r>
                      <a:endParaRPr lang="en-US" sz="800" u="none" strike="noStrike" cap="none" noProof="0">
                        <a:latin typeface="IBM Plex Sans"/>
                        <a:ea typeface="IBM Plex Sans"/>
                        <a:cs typeface="IBM Plex Sans"/>
                        <a:sym typeface="IBM Plex Sans"/>
                      </a:endParaRPr>
                    </a:p>
                  </a:txBody>
                  <a:tcPr marL="90000" marR="90000" marT="36000" marB="36000" anchor="ctr">
                    <a:lnL w="12700" cap="flat" cmpd="sng" algn="ctr">
                      <a:noFill/>
                      <a:prstDash val="solid"/>
                      <a:round/>
                      <a:headEnd type="none" w="med" len="med"/>
                      <a:tailEnd type="none" w="med" len="med"/>
                    </a:lnL>
                    <a:lnR w="9525" cap="flat" cmpd="sng">
                      <a:solidFill>
                        <a:srgbClr val="000000">
                          <a:alpha val="0"/>
                        </a:srgbClr>
                      </a:solidFill>
                      <a:prstDash val="solid"/>
                      <a:round/>
                      <a:headEnd type="none" w="sm" len="sm"/>
                      <a:tailEnd type="none" w="sm" len="sm"/>
                    </a:lnR>
                    <a:lnT w="12700" cap="flat" cmpd="sng" algn="ctr">
                      <a:noFill/>
                      <a:prstDash val="solid"/>
                      <a:round/>
                      <a:headEnd type="none" w="med" len="med"/>
                      <a:tailEnd type="none" w="med" len="med"/>
                    </a:lnT>
                    <a:lnB w="9525" cap="flat" cmpd="sng">
                      <a:no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1" i="0" u="none" strike="noStrike" cap="none" noProof="0">
                          <a:solidFill>
                            <a:schemeClr val="lt1"/>
                          </a:solidFill>
                          <a:latin typeface="IBM Plex Sans"/>
                          <a:ea typeface="IBM Plex Sans"/>
                          <a:cs typeface="IBM Plex Sans"/>
                          <a:sym typeface="IBM Plex Sans"/>
                        </a:rPr>
                        <a:t>Source</a:t>
                      </a:r>
                      <a:endParaRPr lang="en-US" sz="800" u="none" strike="noStrike" cap="none" noProof="0">
                        <a:latin typeface="IBM Plex Sans"/>
                        <a:ea typeface="IBM Plex Sans"/>
                        <a:cs typeface="IBM Plex Sans"/>
                        <a:sym typeface="IBM Plex Sans"/>
                      </a:endParaRPr>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no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a:solidFill>
                            <a:schemeClr val="lt1"/>
                          </a:solidFill>
                          <a:latin typeface="IBM Plex Sans"/>
                          <a:ea typeface="IBM Plex Sans"/>
                          <a:cs typeface="IBM Plex Sans"/>
                          <a:sym typeface="IBM Plex Sans"/>
                        </a:rPr>
                        <a:t>CPC 2025 vs 2024 variation</a:t>
                      </a:r>
                      <a:endParaRPr lang="en-US" sz="800" u="none" strike="noStrike" cap="none" noProof="0">
                        <a:latin typeface="IBM Plex Sans"/>
                        <a:ea typeface="IBM Plex Sans"/>
                        <a:cs typeface="IBM Plex Sans"/>
                        <a:sym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no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a:solidFill>
                            <a:schemeClr val="lt1"/>
                          </a:solidFill>
                          <a:latin typeface="IBM Plex Sans"/>
                          <a:ea typeface="IBM Plex Sans"/>
                          <a:cs typeface="IBM Plex Sans"/>
                          <a:sym typeface="IBM Plex Sans"/>
                        </a:rPr>
                        <a:t>Normalized %</a:t>
                      </a:r>
                      <a:endParaRPr lang="en-US" sz="800" u="none" strike="noStrike" cap="none" noProof="0">
                        <a:latin typeface="IBM Plex Sans"/>
                        <a:ea typeface="IBM Plex Sans"/>
                        <a:cs typeface="IBM Plex Sans"/>
                        <a:sym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no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1" i="0" u="none" strike="noStrike" cap="none" noProof="0">
                          <a:solidFill>
                            <a:schemeClr val="lt1"/>
                          </a:solidFill>
                          <a:latin typeface="IBM Plex Sans"/>
                          <a:ea typeface="IBM Plex Sans"/>
                          <a:cs typeface="IBM Plex Sans"/>
                          <a:sym typeface="IBM Plex Sans"/>
                        </a:rPr>
                        <a:t>Comment</a:t>
                      </a:r>
                      <a:endParaRPr lang="en-US" sz="800" u="none" strike="noStrike" cap="none" noProof="0">
                        <a:latin typeface="IBM Plex Sans"/>
                        <a:ea typeface="IBM Plex Sans"/>
                        <a:cs typeface="IBM Plex Sans"/>
                        <a:sym typeface="IBM Plex Sans"/>
                      </a:endParaRPr>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no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1" i="0" u="none" strike="noStrike" cap="none" noProof="0">
                          <a:solidFill>
                            <a:schemeClr val="lt1"/>
                          </a:solidFill>
                          <a:latin typeface="IBM Plex Sans"/>
                          <a:ea typeface="IBM Plex Sans"/>
                          <a:cs typeface="IBM Plex Sans"/>
                          <a:sym typeface="IBM Plex Sans"/>
                        </a:rPr>
                        <a:t>Source Credibility</a:t>
                      </a:r>
                      <a:endParaRPr lang="en-US" sz="800" u="none" strike="noStrike" cap="none" noProof="0">
                        <a:latin typeface="IBM Plex Sans"/>
                        <a:ea typeface="IBM Plex Sans"/>
                        <a:cs typeface="IBM Plex Sans"/>
                        <a:sym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211331">
                <a:tc rowSpan="5">
                  <a:txBody>
                    <a:bodyPr/>
                    <a:lstStyle/>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a:solidFill>
                            <a:schemeClr val="dk1"/>
                          </a:solidFill>
                          <a:latin typeface="IBM Plex Sans"/>
                          <a:ea typeface="IBM Plex Sans"/>
                          <a:cs typeface="IBM Plex Sans"/>
                          <a:sym typeface="IBM Plex Sans"/>
                        </a:rPr>
                        <a:t>United States Desktop</a:t>
                      </a:r>
                      <a:endParaRPr lang="en-US" sz="800" u="none" strike="noStrike" cap="none" noProof="0">
                        <a:latin typeface="IBM Plex Sans"/>
                        <a:ea typeface="IBM Plex Sans"/>
                        <a:cs typeface="IBM Plex Sans"/>
                        <a:sym typeface="IBM Plex Sans"/>
                      </a:endParaRPr>
                    </a:p>
                  </a:txBody>
                  <a:tcPr marL="90000" marR="90000" marT="36000" marB="36000" anchor="ctr">
                    <a:lnL w="12700" cap="flat" cmpd="sng" algn="ctr">
                      <a:noFill/>
                      <a:prstDash val="solid"/>
                      <a:round/>
                      <a:headEnd type="none" w="med" len="med"/>
                      <a:tailEnd type="none" w="med" len="med"/>
                    </a:lnL>
                    <a:lnR w="9525" cap="flat" cmpd="sng" algn="ctr">
                      <a:noFill/>
                      <a:prstDash val="solid"/>
                      <a:round/>
                      <a:headEnd type="none" w="sm" len="sm"/>
                      <a:tailEnd type="none" w="sm" len="sm"/>
                    </a:lnR>
                    <a:lnT w="9525" cap="flat" cmpd="sng">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7FD7A7"/>
                    </a:solidFill>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a:solidFill>
                            <a:srgbClr val="000000"/>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Magna Global</a:t>
                      </a:r>
                      <a:endParaRPr lang="en-US" sz="800" u="none" strike="noStrike" cap="none" noProof="0">
                        <a:latin typeface="IBM Plex Sans"/>
                        <a:ea typeface="IBM Plex Sans"/>
                        <a:cs typeface="IBM Plex Sans"/>
                        <a:sym typeface="IBM Plex Sans"/>
                      </a:endParaRPr>
                    </a:p>
                  </a:txBody>
                  <a:tcPr marL="45725" marR="9525" marT="9525" marB="0" anchor="ctr">
                    <a:lnL w="9525" cap="flat" cmpd="sng" algn="ctr">
                      <a:noFill/>
                      <a:prstDash val="solid"/>
                      <a:round/>
                      <a:headEnd type="none" w="sm" len="sm"/>
                      <a:tailEnd type="none" w="sm" len="sm"/>
                    </a:lnL>
                    <a:lnR w="12700" cap="flat" cmpd="sng">
                      <a:solidFill>
                        <a:srgbClr val="D8D8D8"/>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7.00%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7.00%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Search and Retail Media ads (e.g., Google, Amazon, Walmart) is used to represent search revenue</a:t>
                      </a:r>
                    </a:p>
                  </a:txBody>
                  <a:tcPr marL="45725" marR="45725" marT="36000" marB="36000" anchor="ctr">
                    <a:lnL w="12700" cap="flat" cmpd="sng" algn="ctr">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Medium</a:t>
                      </a:r>
                      <a:endParaRPr lang="en-US" sz="800" u="none" strike="noStrike" cap="none" noProof="0">
                        <a:latin typeface="IBM Plex Sans"/>
                        <a:ea typeface="IBM Plex Sans"/>
                        <a:cs typeface="IBM Plex Sans"/>
                        <a:sym typeface="IBM Plex Sans"/>
                      </a:endParaRPr>
                    </a:p>
                  </a:txBody>
                  <a:tcPr marL="45725" marR="45725" marT="36000" marB="36000" anchor="ctr">
                    <a:lnL w="12700" cap="flat" cmpd="sng">
                      <a:solidFill>
                        <a:srgbClr val="D8D8D8"/>
                      </a:solidFill>
                      <a:prstDash val="solid"/>
                      <a:round/>
                      <a:headEnd type="none" w="sm" len="sm"/>
                      <a:tailEnd type="none" w="sm" len="sm"/>
                    </a:lnL>
                    <a:lnR w="12700" cap="flat" cmpd="sng" algn="ctr">
                      <a:noFill/>
                      <a:prstDash val="solid"/>
                      <a:round/>
                      <a:headEnd type="none" w="med" len="med"/>
                      <a:tailEnd type="none" w="med" len="med"/>
                    </a:lnR>
                    <a:lnT w="9525" cap="flat" cmpd="sng">
                      <a:solidFill>
                        <a:srgbClr val="000000">
                          <a:alpha val="0"/>
                        </a:srgbClr>
                      </a:solidFill>
                      <a:prstDash val="solid"/>
                      <a:round/>
                      <a:headEnd type="none" w="sm" len="sm"/>
                      <a:tailEnd type="none" w="sm" len="sm"/>
                    </a:lnT>
                    <a:lnB w="12700" cap="flat" cmpd="sng" algn="ctr">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10001"/>
                  </a:ext>
                </a:extLst>
              </a:tr>
              <a:tr h="253598">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a:solidFill>
                            <a:srgbClr val="000000"/>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ISBA</a:t>
                      </a:r>
                      <a:endParaRPr lang="en-US" sz="800" u="none" strike="noStrike" cap="none" noProof="0">
                        <a:latin typeface="IBM Plex Sans"/>
                        <a:ea typeface="IBM Plex Sans"/>
                        <a:cs typeface="IBM Plex Sans"/>
                        <a:sym typeface="IBM Plex Sans"/>
                      </a:endParaRPr>
                    </a:p>
                  </a:txBody>
                  <a:tcPr marL="45725" marR="9525" marT="9525" marB="0" anchor="ctr">
                    <a:lnL w="9525" cap="flat" cmpd="sng" algn="ctr">
                      <a:no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6.30%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6.30%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Uses media inflation rate and digital channels (search, social video, retail media) to reflect price growth</a:t>
                      </a:r>
                    </a:p>
                  </a:txBody>
                  <a:tcPr marL="45725" marR="45725" marT="36000" marB="3600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no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Medium</a:t>
                      </a:r>
                      <a:endParaRPr lang="en-US" sz="800" u="none" strike="noStrike" cap="none" noProof="0">
                        <a:latin typeface="IBM Plex Sans"/>
                        <a:ea typeface="IBM Plex Sans"/>
                        <a:cs typeface="IBM Plex Sans"/>
                        <a:sym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1492366448"/>
                  </a:ext>
                </a:extLst>
              </a:tr>
              <a:tr h="211331">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err="1">
                          <a:solidFill>
                            <a:srgbClr val="000000"/>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WPPMedia</a:t>
                      </a:r>
                      <a:endParaRPr lang="en-US" sz="800" b="0" i="0" u="none" strike="noStrike" cap="none" noProof="0">
                        <a:solidFill>
                          <a:srgbClr val="000000"/>
                        </a:solidFill>
                        <a:latin typeface="IBM Plex Sans"/>
                        <a:ea typeface="IBM Plex Sans"/>
                        <a:cs typeface="IBM Plex Sans"/>
                        <a:sym typeface="IBM Plex Sans"/>
                      </a:endParaRPr>
                    </a:p>
                  </a:txBody>
                  <a:tcPr marL="45725" marR="9525" marT="9525" marB="0" anchor="ctr">
                    <a:lnL w="12700" cmpd="sng">
                      <a:noFill/>
                      <a:prstDash val="solid"/>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5.60%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5.60%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Uses ad revenue growth through searches and socials to represent search revenue</a:t>
                      </a:r>
                    </a:p>
                  </a:txBody>
                  <a:tcPr marL="45725" marR="45725" marT="36000" marB="36000" anchor="ctr">
                    <a:lnL w="12700" cap="flat" cmpd="sng" algn="ctr">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Medium</a:t>
                      </a:r>
                      <a:endParaRPr lang="en-US" sz="800" u="none" strike="noStrike" cap="none" noProof="0">
                        <a:latin typeface="IBM Plex Sans"/>
                        <a:ea typeface="IBM Plex Sans"/>
                        <a:cs typeface="IBM Plex Sans"/>
                        <a:sym typeface="IBM Plex Sans"/>
                      </a:endParaRPr>
                    </a:p>
                  </a:txBody>
                  <a:tcPr marL="45725" marR="45725" marT="36000" marB="36000" anchor="ctr">
                    <a:lnL w="12700" cap="flat" cmpd="sng">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10002"/>
                  </a:ext>
                </a:extLst>
              </a:tr>
              <a:tr h="253598">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a:solidFill>
                            <a:srgbClr val="000000"/>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Dentsu</a:t>
                      </a:r>
                      <a:endParaRPr lang="en-US" sz="800" u="none" strike="noStrike" cap="none" noProof="0">
                        <a:latin typeface="IBM Plex Sans"/>
                        <a:ea typeface="IBM Plex Sans"/>
                        <a:cs typeface="IBM Plex Sans"/>
                        <a:sym typeface="IBM Plex Sans"/>
                      </a:endParaRPr>
                    </a:p>
                  </a:txBody>
                  <a:tcPr marL="45725" marR="9525" marT="9525" marB="0" anchor="ctr">
                    <a:lnL w="12700" cmpd="sng">
                      <a:noFill/>
                      <a:prstDash val="solid"/>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6.70%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6.70%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Uses Paid social (ecosystem that blends shopping, video, search, and gaming capabilities) as a proxy to represent search rev</a:t>
                      </a:r>
                      <a:endParaRPr lang="en-US" sz="800" noProof="0">
                        <a:latin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rgbClr val="000000"/>
                          </a:solidFill>
                          <a:latin typeface="IBM Plex Sans"/>
                          <a:ea typeface="IBM Plex Sans"/>
                          <a:cs typeface="IBM Plex Sans"/>
                          <a:sym typeface="IBM Plex Sans"/>
                        </a:rPr>
                        <a:t>Medium</a:t>
                      </a:r>
                      <a:endParaRPr lang="en-US" sz="800" b="0" i="0" u="none" strike="noStrike" cap="none" noProof="0">
                        <a:solidFill>
                          <a:schemeClr val="dk1"/>
                        </a:solidFill>
                        <a:latin typeface="IBM Plex Sans"/>
                        <a:ea typeface="IBM Plex Sans"/>
                        <a:cs typeface="IBM Plex Sans"/>
                        <a:sym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10003"/>
                  </a:ext>
                </a:extLst>
              </a:tr>
              <a:tr h="366309">
                <a:tc vMerge="1">
                  <a:txBody>
                    <a:bodyPr/>
                    <a:lstStyle/>
                    <a:p>
                      <a:endParaRPr lang="en-US"/>
                    </a:p>
                  </a:txBody>
                  <a:tcPr>
                    <a:lnT w="12700" cap="flat" cmpd="sng" algn="ctr">
                      <a:solidFill>
                        <a:srgbClr val="BFBFBF"/>
                      </a:solidFill>
                      <a:prstDash val="solid"/>
                      <a:round/>
                      <a:headEnd type="none" w="sm" len="sm"/>
                      <a:tailEnd type="none" w="sm" len="sm"/>
                    </a:lnT>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err="1">
                          <a:solidFill>
                            <a:srgbClr val="000000"/>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Karooya</a:t>
                      </a:r>
                      <a:endParaRPr lang="en-US" sz="800" b="0" i="0" u="none" strike="noStrike" cap="none" noProof="0">
                        <a:solidFill>
                          <a:srgbClr val="000000"/>
                        </a:solidFill>
                        <a:latin typeface="IBM Plex Sans"/>
                        <a:ea typeface="IBM Plex Sans"/>
                        <a:cs typeface="IBM Plex Sans"/>
                        <a:sym typeface="IBM Plex Sans"/>
                      </a:endParaRPr>
                    </a:p>
                  </a:txBody>
                  <a:tcPr marL="45725" marR="9525" marT="9525" marB="0" anchor="ctr">
                    <a:lnL w="12700" cmpd="sng">
                      <a:noFill/>
                      <a:prstDash val="solid"/>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7.00%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7.00%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Leveraging anonymized campaign data, </a:t>
                      </a:r>
                      <a:r>
                        <a:rPr lang="en-US" sz="800" b="0" i="0" u="none" strike="noStrike" cap="none" noProof="0">
                          <a:solidFill>
                            <a:schemeClr val="dk1"/>
                          </a:solidFill>
                          <a:latin typeface="IBM Plex Sans"/>
                          <a:ea typeface="IBM Plex Sans"/>
                          <a:cs typeface="IBM Plex Sans"/>
                        </a:rPr>
                        <a:t>this</a:t>
                      </a:r>
                      <a:r>
                        <a:rPr lang="en-US" sz="800" b="0" i="0" u="none" strike="noStrike" cap="none" noProof="0">
                          <a:solidFill>
                            <a:schemeClr val="dk1"/>
                          </a:solidFill>
                          <a:latin typeface="IBM Plex Sans"/>
                          <a:ea typeface="IBM Plex Sans"/>
                          <a:cs typeface="IBM Plex Sans"/>
                          <a:sym typeface="IBM Plex Sans"/>
                        </a:rPr>
                        <a:t> report provides a platform-by-platform breakdown—including Google, Meta, and Amazon</a:t>
                      </a:r>
                    </a:p>
                  </a:txBody>
                  <a:tcPr marL="45725" marR="45725" marT="36000" marB="3600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rgbClr val="000000"/>
                          </a:solidFill>
                          <a:latin typeface="IBM Plex Sans"/>
                          <a:ea typeface="IBM Plex Sans"/>
                          <a:cs typeface="IBM Plex Sans"/>
                          <a:sym typeface="IBM Plex Sans"/>
                        </a:rPr>
                        <a:t>High</a:t>
                      </a:r>
                      <a:endParaRPr lang="en-US" sz="800" b="0" i="0" u="none" strike="noStrike" cap="none" noProof="0">
                        <a:solidFill>
                          <a:schemeClr val="dk1"/>
                        </a:solidFill>
                        <a:latin typeface="IBM Plex Sans"/>
                        <a:ea typeface="IBM Plex Sans"/>
                        <a:cs typeface="IBM Plex Sans"/>
                        <a:sym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solidFill>
                      <a:srgbClr val="E2EFD8"/>
                    </a:solidFill>
                  </a:tcPr>
                </a:tc>
                <a:extLst>
                  <a:ext uri="{0D108BD9-81ED-4DB2-BD59-A6C34878D82A}">
                    <a16:rowId xmlns:a16="http://schemas.microsoft.com/office/drawing/2014/main" val="10005"/>
                  </a:ext>
                </a:extLst>
              </a:tr>
              <a:tr h="211331">
                <a:tc rowSpan="5">
                  <a:txBody>
                    <a:bodyPr/>
                    <a:lstStyle/>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a:solidFill>
                            <a:schemeClr val="dk1"/>
                          </a:solidFill>
                          <a:latin typeface="IBM Plex Sans"/>
                          <a:sym typeface="Arial"/>
                        </a:rPr>
                        <a:t>United States Mobile</a:t>
                      </a:r>
                    </a:p>
                  </a:txBody>
                  <a:tcPr anchor="ctr">
                    <a:lnL w="12700" cap="flat" cmpd="sng" algn="ctr">
                      <a:noFill/>
                      <a:prstDash val="solid"/>
                      <a:round/>
                      <a:headEnd type="none" w="med" len="med"/>
                      <a:tailEnd type="none" w="med" len="med"/>
                    </a:lnL>
                    <a:lnR w="12700" cmpd="sng">
                      <a:noFill/>
                      <a:prstDash val="solid"/>
                    </a:lnR>
                    <a:lnT w="12700" cap="flat" cmpd="sng" algn="ctr">
                      <a:noFill/>
                      <a:prstDash val="solid"/>
                      <a:round/>
                      <a:headEnd type="none" w="sm" len="sm"/>
                      <a:tailEnd type="none" w="sm" len="sm"/>
                    </a:lnT>
                    <a:lnB w="12700" cmpd="sng">
                      <a:noFill/>
                      <a:prstDash val="solid"/>
                    </a:lnB>
                    <a:lnTlToBr w="12700" cmpd="sng">
                      <a:noFill/>
                      <a:prstDash val="solid"/>
                    </a:lnTlToBr>
                    <a:lnBlToTr w="12700" cmpd="sng">
                      <a:noFill/>
                      <a:prstDash val="solid"/>
                    </a:lnBlToTr>
                    <a:solidFill>
                      <a:srgbClr val="7FD8A6"/>
                    </a:solidFill>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err="1">
                          <a:solidFill>
                            <a:srgbClr val="000000"/>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Karooya</a:t>
                      </a:r>
                      <a:endParaRPr lang="en-US" sz="800" b="0" i="0" u="none" strike="noStrike" cap="none" noProof="0">
                        <a:solidFill>
                          <a:srgbClr val="000000"/>
                        </a:solidFill>
                        <a:latin typeface="IBM Plex Sans"/>
                        <a:ea typeface="IBM Plex Sans"/>
                        <a:cs typeface="IBM Plex Sans"/>
                        <a:sym typeface="IBM Plex Sans"/>
                      </a:endParaRPr>
                    </a:p>
                  </a:txBody>
                  <a:tcPr marL="45725" marR="9525" marT="9525" marB="0" anchor="ctr">
                    <a:lnL w="12700" cmpd="sng">
                      <a:noFill/>
                      <a:prstDash val="solid"/>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13.00%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13.00%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Uses Shopping [via Mobile] CPC as a proxy for search revenue assuming clicks led to </a:t>
                      </a:r>
                      <a:r>
                        <a:rPr lang="en-US" sz="800" b="0" i="0" u="none" strike="noStrike" cap="none" noProof="0">
                          <a:solidFill>
                            <a:schemeClr val="dk1"/>
                          </a:solidFill>
                          <a:latin typeface="IBM Plex Sans"/>
                          <a:ea typeface="IBM Plex Sans"/>
                          <a:cs typeface="IBM Plex Sans"/>
                        </a:rPr>
                        <a:t>purchase</a:t>
                      </a:r>
                      <a:endParaRPr lang="en-US" sz="800" noProof="0">
                        <a:latin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Medium</a:t>
                      </a:r>
                      <a:endParaRPr lang="en-US" sz="800" u="none" strike="noStrike" cap="none" noProof="0">
                        <a:latin typeface="IBM Plex Sans"/>
                        <a:ea typeface="IBM Plex Sans"/>
                        <a:cs typeface="IBM Plex Sans"/>
                        <a:sym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D8D8D8"/>
                      </a:solidFill>
                      <a:prstDash val="solid"/>
                      <a:round/>
                      <a:headEnd type="none" w="sm" len="sm"/>
                      <a:tailEnd type="none" w="sm" len="sm"/>
                    </a:lnT>
                    <a:lnB w="12700" cap="flat" cmpd="sng">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10008"/>
                  </a:ext>
                </a:extLst>
              </a:tr>
              <a:tr h="211331">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a:solidFill>
                            <a:srgbClr val="000000"/>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Magna Global</a:t>
                      </a:r>
                      <a:endParaRPr lang="en-US" sz="800" u="none" strike="noStrike" cap="none" noProof="0">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12.00%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solidFill>
                        <a:srgbClr val="D8D8D8"/>
                      </a:solidFill>
                      <a:prstDash val="solid"/>
                      <a:round/>
                      <a:headEnd type="none" w="sm" len="sm"/>
                      <a:tailEnd type="none" w="sm" len="sm"/>
                    </a:lnT>
                    <a:lnB w="12700"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12.00%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solidFill>
                        <a:srgbClr val="D8D8D8"/>
                      </a:solidFill>
                      <a:prstDash val="solid"/>
                      <a:round/>
                      <a:headEnd type="none" w="sm" len="sm"/>
                      <a:tailEnd type="none" w="sm" len="sm"/>
                    </a:lnT>
                    <a:lnB w="12700"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Search and Retail Media ads (e.g., Google, Amazon, Walmart) is used to represent search revenue</a:t>
                      </a:r>
                    </a:p>
                  </a:txBody>
                  <a:tcPr marL="45725" marR="45725" marT="36000" marB="36000" anchor="ctr">
                    <a:lnL w="12700" cap="flat" cmpd="sng" algn="ctr">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Medium</a:t>
                      </a:r>
                      <a:endParaRPr lang="en-US" sz="800" u="none" strike="noStrike" cap="none" noProof="0">
                        <a:latin typeface="IBM Plex Sans"/>
                        <a:ea typeface="IBM Plex Sans"/>
                        <a:cs typeface="IBM Plex Sans"/>
                        <a:sym typeface="IBM Plex Sans"/>
                      </a:endParaRPr>
                    </a:p>
                  </a:txBody>
                  <a:tcPr marL="45725" marR="45725" marT="36000" marB="36000" anchor="ctr">
                    <a:lnL w="12700" cap="flat" cmpd="sng">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solidFill>
                        <a:srgbClr val="D8D8D8"/>
                      </a:solidFill>
                      <a:prstDash val="solid"/>
                      <a:round/>
                      <a:headEnd type="none" w="sm" len="sm"/>
                      <a:tailEnd type="none" w="sm" len="sm"/>
                    </a:lnT>
                    <a:lnB w="12700" cap="flat" cmpd="sng">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10009"/>
                  </a:ext>
                </a:extLst>
              </a:tr>
              <a:tr h="211331">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a:solidFill>
                            <a:srgbClr val="000000"/>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Skai</a:t>
                      </a:r>
                      <a:endParaRPr lang="en-US" sz="800" b="0" i="0" u="none" strike="noStrike" cap="none" noProof="0">
                        <a:solidFill>
                          <a:srgbClr val="000000"/>
                        </a:solidFill>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18.00%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solidFill>
                        <a:srgbClr val="D8D8D8"/>
                      </a:solidFill>
                      <a:prstDash val="solid"/>
                      <a:round/>
                      <a:headEnd type="none" w="sm" len="sm"/>
                      <a:tailEnd type="none" w="sm" len="sm"/>
                    </a:lnT>
                    <a:lnB w="12700"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18.00%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solidFill>
                        <a:srgbClr val="D8D8D8"/>
                      </a:solidFill>
                      <a:prstDash val="solid"/>
                      <a:round/>
                      <a:headEnd type="none" w="sm" len="sm"/>
                      <a:tailEnd type="none" w="sm" len="sm"/>
                    </a:lnT>
                    <a:lnB w="12700"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Uses increase in CPC for Amazon Sponsored Brands</a:t>
                      </a:r>
                    </a:p>
                  </a:txBody>
                  <a:tcPr marL="45725" marR="45725" marT="36000" marB="36000" anchor="ctr">
                    <a:lnL w="12700" cap="flat" cmpd="sng" algn="ctr">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Medium</a:t>
                      </a:r>
                      <a:endParaRPr lang="en-US" sz="800" u="none" strike="noStrike" cap="none" noProof="0">
                        <a:latin typeface="IBM Plex Sans"/>
                        <a:ea typeface="IBM Plex Sans"/>
                        <a:cs typeface="IBM Plex Sans"/>
                        <a:sym typeface="IBM Plex Sans"/>
                      </a:endParaRPr>
                    </a:p>
                  </a:txBody>
                  <a:tcPr marL="45725" marR="45725" marT="36000" marB="36000" anchor="ctr">
                    <a:lnL w="12700" cap="flat" cmpd="sng">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solidFill>
                        <a:srgbClr val="D8D8D8"/>
                      </a:solidFill>
                      <a:prstDash val="solid"/>
                      <a:round/>
                      <a:headEnd type="none" w="sm" len="sm"/>
                      <a:tailEnd type="none" w="sm" len="sm"/>
                    </a:lnT>
                    <a:lnB w="12700" cap="flat" cmpd="sng">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10010"/>
                  </a:ext>
                </a:extLst>
              </a:tr>
              <a:tr h="211331">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a:solidFill>
                            <a:srgbClr val="000000"/>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WPP Media</a:t>
                      </a:r>
                      <a:endParaRPr lang="en-US" sz="800" u="none" strike="noStrike" cap="none" noProof="0">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13.50%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solidFill>
                        <a:srgbClr val="D8D8D8"/>
                      </a:solidFill>
                      <a:prstDash val="solid"/>
                      <a:round/>
                      <a:headEnd type="none" w="sm" len="sm"/>
                      <a:tailEnd type="none" w="sm" len="sm"/>
                    </a:lnT>
                    <a:lnB w="12700"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13.50%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solidFill>
                        <a:srgbClr val="D8D8D8"/>
                      </a:solidFill>
                      <a:prstDash val="solid"/>
                      <a:round/>
                      <a:headEnd type="none" w="sm" len="sm"/>
                      <a:tailEnd type="none" w="sm" len="sm"/>
                    </a:lnT>
                    <a:lnB w="12700"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Uses ad revenue growth through searches and socials to represent search revenue</a:t>
                      </a:r>
                    </a:p>
                  </a:txBody>
                  <a:tcPr marL="45725" marR="45725" marT="36000" marB="36000" anchor="ctr">
                    <a:lnL w="12700" cap="flat" cmpd="sng" algn="ctr">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Medium</a:t>
                      </a:r>
                      <a:endParaRPr lang="en-US" sz="800" u="none" strike="noStrike" cap="none" noProof="0">
                        <a:latin typeface="IBM Plex Sans"/>
                        <a:ea typeface="IBM Plex Sans"/>
                        <a:cs typeface="IBM Plex Sans"/>
                        <a:sym typeface="IBM Plex Sans"/>
                      </a:endParaRPr>
                    </a:p>
                  </a:txBody>
                  <a:tcPr marL="45725" marR="45725" marT="36000" marB="36000" anchor="ctr">
                    <a:lnL w="12700" cap="flat" cmpd="sng">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solidFill>
                        <a:srgbClr val="D8D8D8"/>
                      </a:solidFill>
                      <a:prstDash val="solid"/>
                      <a:round/>
                      <a:headEnd type="none" w="sm" len="sm"/>
                      <a:tailEnd type="none" w="sm" len="sm"/>
                    </a:lnT>
                    <a:lnB w="12700" cap="flat" cmpd="sng">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10011"/>
                  </a:ext>
                </a:extLst>
              </a:tr>
              <a:tr h="253598">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a:solidFill>
                            <a:srgbClr val="000000"/>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Dentsu</a:t>
                      </a:r>
                      <a:endParaRPr lang="en-US" sz="800" u="none" strike="noStrike" cap="none" noProof="0">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9.00%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solidFill>
                        <a:srgbClr val="D8D8D8"/>
                      </a:solidFill>
                      <a:prstDash val="solid"/>
                      <a:round/>
                      <a:headEnd type="none" w="sm" len="sm"/>
                      <a:tailEnd type="none" w="sm" len="sm"/>
                    </a:lnT>
                    <a:lnB w="12700"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9.00%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solidFill>
                        <a:srgbClr val="D8D8D8"/>
                      </a:solidFill>
                      <a:prstDash val="solid"/>
                      <a:round/>
                      <a:headEnd type="none" w="sm" len="sm"/>
                      <a:tailEnd type="none" w="sm" len="sm"/>
                    </a:lnT>
                    <a:lnB w="12700" cap="flat" cmpd="sng" algn="ctr">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Uses Paid social (ecosystem that blends shopping, video, search, and gaming capabilities) as a proxy to represent search rev</a:t>
                      </a:r>
                      <a:endParaRPr lang="en-US" sz="800" noProof="0">
                        <a:latin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rgbClr val="000000"/>
                          </a:solidFill>
                          <a:latin typeface="IBM Plex Sans"/>
                          <a:ea typeface="IBM Plex Sans"/>
                          <a:cs typeface="IBM Plex Sans"/>
                          <a:sym typeface="IBM Plex Sans"/>
                        </a:rPr>
                        <a:t>Medium</a:t>
                      </a:r>
                      <a:endParaRPr lang="en-US" sz="800" b="0" i="0" u="none" strike="noStrike" cap="none" noProof="0">
                        <a:solidFill>
                          <a:schemeClr val="dk1"/>
                        </a:solidFill>
                        <a:latin typeface="IBM Plex Sans"/>
                        <a:ea typeface="IBM Plex Sans"/>
                        <a:cs typeface="IBM Plex Sans"/>
                        <a:sym typeface="IBM Plex Sans"/>
                      </a:endParaRPr>
                    </a:p>
                  </a:txBody>
                  <a:tcPr marL="45725" marR="45725" marT="36000" marB="36000" anchor="ctr">
                    <a:lnL w="12700" cap="flat" cmpd="sng">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solidFill>
                        <a:srgbClr val="D8D8D8"/>
                      </a:solidFill>
                      <a:prstDash val="solid"/>
                      <a:round/>
                      <a:headEnd type="none" w="sm" len="sm"/>
                      <a:tailEnd type="none" w="sm" len="sm"/>
                    </a:lnT>
                    <a:lnB w="12700" cap="flat" cmpd="sng" algn="ctr">
                      <a:solidFill>
                        <a:srgbClr val="BFBFBF"/>
                      </a:solidFill>
                      <a:prstDash val="solid"/>
                      <a:round/>
                      <a:headEnd type="none" w="sm" len="sm"/>
                      <a:tailEnd type="none" w="sm" len="sm"/>
                    </a:lnB>
                    <a:solidFill>
                      <a:srgbClr val="FBE5D4"/>
                    </a:solidFill>
                  </a:tcPr>
                </a:tc>
                <a:extLst>
                  <a:ext uri="{0D108BD9-81ED-4DB2-BD59-A6C34878D82A}">
                    <a16:rowId xmlns:a16="http://schemas.microsoft.com/office/drawing/2014/main" val="10012"/>
                  </a:ext>
                </a:extLst>
              </a:tr>
              <a:tr h="253598">
                <a:tc rowSpan="4">
                  <a:txBody>
                    <a:bodyPr/>
                    <a:lstStyle/>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err="1">
                          <a:solidFill>
                            <a:schemeClr val="dk1"/>
                          </a:solidFill>
                          <a:latin typeface="IBM Plex Sans"/>
                          <a:ea typeface="IBM Plex Sans"/>
                          <a:cs typeface="IBM Plex Sans"/>
                          <a:sym typeface="IBM Plex Sans"/>
                        </a:rPr>
                        <a:t>RoW</a:t>
                      </a:r>
                      <a:r>
                        <a:rPr lang="en-US" sz="800" b="1" i="0" u="none" strike="noStrike" cap="none" noProof="0">
                          <a:solidFill>
                            <a:schemeClr val="dk1"/>
                          </a:solidFill>
                          <a:latin typeface="IBM Plex Sans"/>
                          <a:ea typeface="IBM Plex Sans"/>
                          <a:cs typeface="IBM Plex Sans"/>
                          <a:sym typeface="IBM Plex Sans"/>
                        </a:rPr>
                        <a:t> </a:t>
                      </a:r>
                      <a:endParaRPr lang="en-US" sz="800" u="none" strike="noStrike" cap="none" noProof="0">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a:solidFill>
                            <a:schemeClr val="dk1"/>
                          </a:solidFill>
                          <a:latin typeface="IBM Plex Sans"/>
                          <a:ea typeface="IBM Plex Sans"/>
                          <a:cs typeface="IBM Plex Sans"/>
                          <a:sym typeface="IBM Plex Sans"/>
                        </a:rPr>
                        <a:t>Desktop</a:t>
                      </a:r>
                      <a:endParaRPr lang="en-US" sz="800" u="none" strike="noStrike" cap="none" noProof="0">
                        <a:latin typeface="IBM Plex Sans"/>
                        <a:ea typeface="IBM Plex Sans"/>
                        <a:cs typeface="IBM Plex Sans"/>
                        <a:sym typeface="IBM Plex Sans"/>
                      </a:endParaRPr>
                    </a:p>
                  </a:txBody>
                  <a:tcPr marL="90000" marR="90000" marT="36000" marB="36000" anchor="ctr">
                    <a:lnL w="12700" cap="flat" cmpd="sng" algn="ctr">
                      <a:noFill/>
                      <a:prstDash val="solid"/>
                      <a:round/>
                      <a:headEnd type="none" w="med" len="med"/>
                      <a:tailEnd type="none" w="med" len="med"/>
                    </a:lnL>
                    <a:lnR w="9525"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noFill/>
                      <a:prstDash val="solid"/>
                      <a:round/>
                      <a:headEnd type="none" w="sm" len="sm"/>
                      <a:tailEnd type="none" w="sm" len="sm"/>
                    </a:lnB>
                    <a:lnTlToBr w="12700" cmpd="sng">
                      <a:noFill/>
                      <a:prstDash val="solid"/>
                    </a:lnTlToBr>
                    <a:lnBlToTr w="12700" cmpd="sng">
                      <a:noFill/>
                      <a:prstDash val="solid"/>
                    </a:lnBlToTr>
                    <a:solidFill>
                      <a:srgbClr val="7FD7A7"/>
                    </a:solidFill>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a:solidFill>
                            <a:srgbClr val="000000"/>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Dentsu</a:t>
                      </a:r>
                      <a:endParaRPr lang="en-US" sz="800" u="none" strike="noStrike" cap="none" noProof="0">
                        <a:latin typeface="IBM Plex Sans"/>
                        <a:ea typeface="IBM Plex Sans"/>
                        <a:cs typeface="IBM Plex Sans"/>
                        <a:sym typeface="IBM Plex Sans"/>
                      </a:endParaRPr>
                    </a:p>
                  </a:txBody>
                  <a:tcPr marL="45725" marR="9525" marT="9525" marB="0" anchor="ctr">
                    <a:lnL w="9525" cap="flat" cmpd="sng" algn="ctr">
                      <a:no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BFBFBF"/>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8.30%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BFBFBF"/>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8.30%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BFBFBF"/>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Uses Paid social (ecosystem that blends shopping, video, search, and gaming capabilities) as a proxy to represent search rev</a:t>
                      </a:r>
                      <a:endParaRPr lang="en-US" sz="800" noProof="0">
                        <a:latin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BFBFBF"/>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rgbClr val="000000"/>
                          </a:solidFill>
                          <a:latin typeface="IBM Plex Sans"/>
                          <a:ea typeface="IBM Plex Sans"/>
                          <a:cs typeface="IBM Plex Sans"/>
                          <a:sym typeface="IBM Plex Sans"/>
                        </a:rPr>
                        <a:t>Medium</a:t>
                      </a:r>
                      <a:endParaRPr lang="en-US" sz="800" b="0" i="0" u="none" strike="noStrike" cap="none" noProof="0">
                        <a:solidFill>
                          <a:schemeClr val="dk1"/>
                        </a:solidFill>
                        <a:latin typeface="IBM Plex Sans"/>
                        <a:ea typeface="IBM Plex Sans"/>
                        <a:cs typeface="IBM Plex Sans"/>
                        <a:sym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BFBFBF"/>
                      </a:solidFill>
                      <a:prstDash val="solid"/>
                      <a:round/>
                      <a:headEnd type="none" w="sm" len="sm"/>
                      <a:tailEnd type="none" w="sm" len="sm"/>
                    </a:lnT>
                    <a:lnB w="12700" cap="flat" cmpd="sng" algn="ctr">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10013"/>
                  </a:ext>
                </a:extLst>
              </a:tr>
              <a:tr h="253598">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a:solidFill>
                            <a:srgbClr val="000000"/>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ISBA</a:t>
                      </a:r>
                      <a:endParaRPr lang="en-US" sz="800" u="none" strike="noStrike" cap="none" noProof="0">
                        <a:latin typeface="IBM Plex Sans"/>
                        <a:ea typeface="IBM Plex Sans"/>
                        <a:cs typeface="IBM Plex Sans"/>
                        <a:sym typeface="IBM Plex Sans"/>
                      </a:endParaRPr>
                    </a:p>
                  </a:txBody>
                  <a:tcPr marL="45725" marR="9525" marT="9525" marB="0" anchor="ctr">
                    <a:lnL w="9525" cap="flat" cmpd="sng" algn="ctr">
                      <a:no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11.00%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11.00%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Uses media inflation rate and digital channels (search, social video, retail media) to reflect price growth</a:t>
                      </a:r>
                    </a:p>
                  </a:txBody>
                  <a:tcPr marL="45725" marR="45725" marT="36000" marB="3600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Medium</a:t>
                      </a:r>
                      <a:endParaRPr lang="en-US" sz="800" u="none" strike="noStrike" cap="none" noProof="0">
                        <a:latin typeface="IBM Plex Sans"/>
                        <a:ea typeface="IBM Plex Sans"/>
                        <a:cs typeface="IBM Plex Sans"/>
                        <a:sym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4248976646"/>
                  </a:ext>
                </a:extLst>
              </a:tr>
              <a:tr h="211331">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a:solidFill>
                            <a:srgbClr val="000000"/>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Magna Global</a:t>
                      </a:r>
                      <a:endParaRPr lang="en-US" sz="800" u="none" strike="noStrike" cap="none" noProof="0">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8.00%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8.00%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Uses keyword Search in digital advertising as a proxy for search revenues</a:t>
                      </a:r>
                      <a:endParaRPr lang="en-US" sz="800" noProof="0">
                        <a:latin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Medium</a:t>
                      </a:r>
                      <a:endParaRPr lang="en-US" sz="800" u="none" strike="noStrike" cap="none" noProof="0">
                        <a:latin typeface="IBM Plex Sans"/>
                        <a:ea typeface="IBM Plex Sans"/>
                        <a:cs typeface="IBM Plex Sans"/>
                        <a:sym typeface="IBM Plex Sans"/>
                      </a:endParaRPr>
                    </a:p>
                  </a:txBody>
                  <a:tcPr marL="45725" marR="45725" marT="36000" marB="36000" anchor="ctr">
                    <a:lnL w="12700" cap="flat" cmpd="sng">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10014"/>
                  </a:ext>
                </a:extLst>
              </a:tr>
              <a:tr h="366309">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err="1">
                          <a:solidFill>
                            <a:srgbClr val="000000"/>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WordStream</a:t>
                      </a:r>
                      <a:endParaRPr lang="en-US" sz="800" b="0" i="0" u="none" strike="noStrike" cap="none" noProof="0">
                        <a:solidFill>
                          <a:srgbClr val="000000"/>
                        </a:solidFill>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u="none" strike="noStrike" cap="none" noProof="0">
                          <a:latin typeface="IBM Plex Sans"/>
                          <a:ea typeface="IBM Plex Sans"/>
                          <a:cs typeface="IBM Plex Sans"/>
                          <a:sym typeface="IBM Plex Sans"/>
                        </a:rPr>
                        <a:t>8.9%</a:t>
                      </a: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u="none" strike="noStrike" cap="none" noProof="0">
                          <a:latin typeface="IBM Plex Sans"/>
                          <a:ea typeface="IBM Plex Sans"/>
                          <a:cs typeface="IBM Plex Sans"/>
                          <a:sym typeface="IBM Plex Sans"/>
                        </a:rPr>
                        <a:t>8.9%</a:t>
                      </a: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Average of all </a:t>
                      </a:r>
                      <a:r>
                        <a:rPr lang="en-US" sz="800" b="0" i="0" u="none" strike="noStrike" cap="none" noProof="0" err="1">
                          <a:solidFill>
                            <a:schemeClr val="dk1"/>
                          </a:solidFill>
                          <a:latin typeface="IBM Plex Sans"/>
                          <a:ea typeface="IBM Plex Sans"/>
                          <a:cs typeface="IBM Plex Sans"/>
                          <a:sym typeface="IBM Plex Sans"/>
                        </a:rPr>
                        <a:t>RoW</a:t>
                      </a:r>
                      <a:r>
                        <a:rPr lang="en-US" sz="800" b="0" i="0" u="none" strike="noStrike" cap="none" noProof="0">
                          <a:solidFill>
                            <a:schemeClr val="dk1"/>
                          </a:solidFill>
                          <a:latin typeface="IBM Plex Sans"/>
                          <a:ea typeface="IBM Plex Sans"/>
                          <a:cs typeface="IBM Plex Sans"/>
                          <a:sym typeface="IBM Plex Sans"/>
                        </a:rPr>
                        <a:t> countries in the report. Benchmarked CPCs by running a 15,000‑keyword dataset through Google Keyword Planner and indexing each country against the US</a:t>
                      </a:r>
                    </a:p>
                  </a:txBody>
                  <a:tcPr marL="45725" marR="45725" marT="36000" marB="36000" anchor="ctr">
                    <a:lnL w="12700" cap="flat" cmpd="sng" algn="ctr">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High</a:t>
                      </a:r>
                    </a:p>
                  </a:txBody>
                  <a:tcPr marL="45725" marR="45725" marT="36000" marB="36000" anchor="ctr">
                    <a:lnL w="12700" cap="flat" cmpd="sng">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solidFill>
                      <a:srgbClr val="E2EFD8"/>
                    </a:solidFill>
                  </a:tcPr>
                </a:tc>
                <a:extLst>
                  <a:ext uri="{0D108BD9-81ED-4DB2-BD59-A6C34878D82A}">
                    <a16:rowId xmlns:a16="http://schemas.microsoft.com/office/drawing/2014/main" val="10015"/>
                  </a:ext>
                </a:extLst>
              </a:tr>
              <a:tr h="211331">
                <a:tc rowSpan="4">
                  <a:txBody>
                    <a:bodyPr/>
                    <a:lstStyle/>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err="1">
                          <a:solidFill>
                            <a:schemeClr val="dk1"/>
                          </a:solidFill>
                          <a:latin typeface="IBM Plex Sans"/>
                          <a:ea typeface="IBM Plex Sans"/>
                          <a:cs typeface="IBM Plex Sans"/>
                          <a:sym typeface="IBM Plex Sans"/>
                        </a:rPr>
                        <a:t>RoW</a:t>
                      </a:r>
                      <a:endParaRPr lang="en-US" sz="800" u="none" strike="noStrike" cap="none" noProof="0">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200"/>
                        <a:buFont typeface="Arial"/>
                        <a:buNone/>
                      </a:pPr>
                      <a:r>
                        <a:rPr lang="en-US" sz="800" b="1" i="0" u="none" strike="noStrike" cap="none" noProof="0">
                          <a:solidFill>
                            <a:schemeClr val="dk1"/>
                          </a:solidFill>
                          <a:latin typeface="IBM Plex Sans"/>
                          <a:ea typeface="IBM Plex Sans"/>
                          <a:cs typeface="IBM Plex Sans"/>
                          <a:sym typeface="IBM Plex Sans"/>
                        </a:rPr>
                        <a:t>Mobile</a:t>
                      </a:r>
                      <a:endParaRPr lang="en-US" sz="800" u="none" strike="noStrike" cap="none" noProof="0">
                        <a:latin typeface="IBM Plex Sans"/>
                        <a:ea typeface="IBM Plex Sans"/>
                        <a:cs typeface="IBM Plex Sans"/>
                        <a:sym typeface="IBM Plex Sans"/>
                      </a:endParaRPr>
                    </a:p>
                  </a:txBody>
                  <a:tcPr marL="90000" marR="90000" marT="36000" marB="36000" anchor="ctr">
                    <a:lnL w="12700" cap="flat" cmpd="sng" algn="ctr">
                      <a:noFill/>
                      <a:prstDash val="solid"/>
                      <a:round/>
                      <a:headEnd type="none" w="med" len="med"/>
                      <a:tailEnd type="none" w="med" len="med"/>
                    </a:lnL>
                    <a:lnR w="9525" cap="flat" cmpd="sng" algn="ctr">
                      <a:noFill/>
                      <a:prstDash val="solid"/>
                      <a:round/>
                      <a:headEnd type="none" w="sm" len="sm"/>
                      <a:tailEnd type="none" w="sm" len="sm"/>
                    </a:lnR>
                    <a:lnT w="12700" cap="flat" cmpd="sng" algn="ctr">
                      <a:noFill/>
                      <a:prstDash val="solid"/>
                      <a:round/>
                      <a:headEnd type="none" w="sm" len="sm"/>
                      <a:tailEnd type="none" w="sm" len="sm"/>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a:solidFill>
                            <a:srgbClr val="000000"/>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Dentsu</a:t>
                      </a:r>
                      <a:endParaRPr lang="en-US" sz="800" u="none" strike="noStrike" cap="none" noProof="0">
                        <a:latin typeface="IBM Plex Sans"/>
                        <a:ea typeface="IBM Plex Sans"/>
                        <a:cs typeface="IBM Plex Sans"/>
                        <a:sym typeface="IBM Plex Sans"/>
                      </a:endParaRPr>
                    </a:p>
                  </a:txBody>
                  <a:tcPr marL="45725" marR="9525" marT="9525" marB="0" anchor="ctr">
                    <a:lnL w="9525" cap="flat" cmpd="sng" algn="ctr">
                      <a:no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13.90%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13.90%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Retail media (advertisers capitalizing on the high value of retailer consumer data ) </a:t>
                      </a:r>
                    </a:p>
                  </a:txBody>
                  <a:tcPr marL="45725" marR="45725" marT="36000" marB="3600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Medium</a:t>
                      </a:r>
                      <a:endParaRPr lang="en-US" sz="800" u="none" strike="noStrike" cap="none" noProof="0">
                        <a:latin typeface="IBM Plex Sans"/>
                        <a:ea typeface="IBM Plex Sans"/>
                        <a:cs typeface="IBM Plex Sans"/>
                        <a:sym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10018"/>
                  </a:ext>
                </a:extLst>
              </a:tr>
              <a:tr h="211331">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SQ</a:t>
                      </a:r>
                      <a:endParaRPr lang="en-US" sz="800" u="none" strike="noStrike" cap="none" noProof="0">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12.30%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12.30%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Proxy: Global mobile ad spend to represent majority of revenue through mobile segment</a:t>
                      </a:r>
                    </a:p>
                  </a:txBody>
                  <a:tcPr marL="45725" marR="45725" marT="36000" marB="36000" anchor="ctr">
                    <a:lnL w="12700" cap="flat" cmpd="sng" algn="ctr">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Medium</a:t>
                      </a:r>
                      <a:endParaRPr lang="en-US" sz="800" u="none" strike="noStrike" cap="none" noProof="0">
                        <a:latin typeface="IBM Plex Sans"/>
                        <a:ea typeface="IBM Plex Sans"/>
                        <a:cs typeface="IBM Plex Sans"/>
                        <a:sym typeface="IBM Plex Sans"/>
                      </a:endParaRPr>
                    </a:p>
                  </a:txBody>
                  <a:tcPr marL="45725" marR="45725" marT="36000" marB="36000" anchor="ctr">
                    <a:lnL w="12700" cap="flat" cmpd="sng">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10019"/>
                  </a:ext>
                </a:extLst>
              </a:tr>
              <a:tr h="211331">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a:solidFill>
                            <a:srgbClr val="000000"/>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WPP Media</a:t>
                      </a:r>
                      <a:endParaRPr lang="en-US" sz="800" u="none" strike="noStrike" cap="none" noProof="0">
                        <a:latin typeface="IBM Plex Sans"/>
                        <a:ea typeface="IBM Plex Sans"/>
                        <a:cs typeface="IBM Plex Sans"/>
                        <a:sym typeface="IBM Plex Sans"/>
                      </a:endParaRPr>
                    </a:p>
                  </a:txBody>
                  <a:tcPr marL="45725" marR="9525" marT="9525" marB="0" anchor="ctr">
                    <a:lnL w="9525" cap="flat" cmpd="sng" algn="ctr">
                      <a:no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10.00%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b="0" i="0" u="none" strike="noStrike" cap="none" noProof="0">
                          <a:solidFill>
                            <a:srgbClr val="000000"/>
                          </a:solidFill>
                          <a:latin typeface="IBM Plex Sans"/>
                          <a:ea typeface="IBM Plex Sans"/>
                          <a:cs typeface="IBM Plex Sans"/>
                          <a:sym typeface="IBM Plex Sans"/>
                        </a:rPr>
                        <a:t>10.00%</a:t>
                      </a:r>
                      <a:endParaRPr lang="en-US" sz="800" u="none" strike="noStrike" cap="none" noProof="0">
                        <a:latin typeface="IBM Plex Sans"/>
                        <a:ea typeface="IBM Plex Sans"/>
                        <a:cs typeface="IBM Plex Sans"/>
                        <a:sym typeface="IBM Plex Sans"/>
                      </a:endParaRPr>
                    </a:p>
                  </a:txBody>
                  <a:tcPr marL="9525" marR="9525" marT="9525" marB="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Uses ad revenue growth through searches and socials to represent search revenue</a:t>
                      </a:r>
                    </a:p>
                  </a:txBody>
                  <a:tcPr marL="45725" marR="45725" marT="36000" marB="36000" anchor="ctr">
                    <a:lnL w="12700" cap="flat" cmpd="sng" algn="ctr">
                      <a:solidFill>
                        <a:srgbClr val="D8D8D8"/>
                      </a:solidFill>
                      <a:prstDash val="solid"/>
                      <a:round/>
                      <a:headEnd type="none" w="sm" len="sm"/>
                      <a:tailEnd type="none" w="sm" len="sm"/>
                    </a:lnL>
                    <a:lnR w="12700" cap="flat" cmpd="sng" algn="ctr">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Medium</a:t>
                      </a:r>
                      <a:endParaRPr lang="en-US" sz="800" u="none" strike="noStrike" cap="none" noProof="0">
                        <a:latin typeface="IBM Plex Sans"/>
                        <a:ea typeface="IBM Plex Sans"/>
                        <a:cs typeface="IBM Plex Sans"/>
                        <a:sym typeface="IBM Plex Sans"/>
                      </a:endParaRPr>
                    </a:p>
                  </a:txBody>
                  <a:tcPr marL="45725" marR="45725" marT="36000" marB="36000" anchor="ctr">
                    <a:lnL w="12700" cap="flat" cmpd="sng" algn="ctr">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D8D8D8"/>
                      </a:solidFill>
                      <a:prstDash val="solid"/>
                      <a:round/>
                      <a:headEnd type="none" w="sm" len="sm"/>
                      <a:tailEnd type="none" w="sm" len="sm"/>
                    </a:lnT>
                    <a:lnB w="12700" cap="flat" cmpd="sng" algn="ctr">
                      <a:solidFill>
                        <a:srgbClr val="D8D8D8"/>
                      </a:solidFill>
                      <a:prstDash val="solid"/>
                      <a:round/>
                      <a:headEnd type="none" w="sm" len="sm"/>
                      <a:tailEnd type="none" w="sm" len="sm"/>
                    </a:lnB>
                    <a:solidFill>
                      <a:srgbClr val="FBE5D4"/>
                    </a:solidFill>
                  </a:tcPr>
                </a:tc>
                <a:extLst>
                  <a:ext uri="{0D108BD9-81ED-4DB2-BD59-A6C34878D82A}">
                    <a16:rowId xmlns:a16="http://schemas.microsoft.com/office/drawing/2014/main" val="2404209635"/>
                  </a:ext>
                </a:extLst>
              </a:tr>
              <a:tr h="366309">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800" b="0" i="0" u="sng" strike="noStrike" cap="none" noProof="0" err="1">
                          <a:solidFill>
                            <a:srgbClr val="000000"/>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WordStream</a:t>
                      </a:r>
                      <a:endParaRPr lang="en-US" sz="800" b="0" i="0" u="none" strike="noStrike" cap="none" noProof="0">
                        <a:solidFill>
                          <a:srgbClr val="000000"/>
                        </a:solidFill>
                        <a:latin typeface="IBM Plex Sans"/>
                        <a:ea typeface="IBM Plex Sans"/>
                        <a:cs typeface="IBM Plex Sans"/>
                        <a:sym typeface="IBM Plex Sans"/>
                      </a:endParaRPr>
                    </a:p>
                  </a:txBody>
                  <a:tcPr marL="45725" marR="9525" marT="9525" marB="0" anchor="ctr">
                    <a:lnL w="9525" cap="flat" cmpd="sng">
                      <a:no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noFill/>
                      <a:prstDash val="solid"/>
                      <a:round/>
                      <a:headEnd type="none" w="med" len="med"/>
                      <a:tailEnd type="none" w="med" len="med"/>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u="none" strike="noStrike" cap="none" noProof="0">
                          <a:latin typeface="IBM Plex Sans"/>
                          <a:ea typeface="IBM Plex Sans"/>
                          <a:cs typeface="IBM Plex Sans"/>
                        </a:rPr>
                        <a:t>8.90</a:t>
                      </a:r>
                      <a:r>
                        <a:rPr lang="en-US" sz="800" u="none" strike="noStrike" cap="none" noProof="0">
                          <a:latin typeface="IBM Plex Sans"/>
                          <a:ea typeface="IBM Plex Sans"/>
                          <a:cs typeface="IBM Plex Sans"/>
                          <a:sym typeface="IBM Plex Sans"/>
                        </a:rPr>
                        <a:t>%</a:t>
                      </a: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noFill/>
                      <a:prstDash val="solid"/>
                      <a:round/>
                      <a:headEnd type="none" w="med" len="med"/>
                      <a:tailEnd type="none" w="med" len="med"/>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800" u="none" strike="noStrike" cap="none" noProof="0">
                          <a:latin typeface="IBM Plex Sans"/>
                          <a:ea typeface="IBM Plex Sans"/>
                          <a:cs typeface="IBM Plex Sans"/>
                        </a:rPr>
                        <a:t>8.90</a:t>
                      </a:r>
                      <a:r>
                        <a:rPr lang="en-US" sz="800" u="none" strike="noStrike" cap="none" noProof="0">
                          <a:latin typeface="IBM Plex Sans"/>
                          <a:ea typeface="IBM Plex Sans"/>
                          <a:cs typeface="IBM Plex Sans"/>
                          <a:sym typeface="IBM Plex Sans"/>
                        </a:rPr>
                        <a:t>%</a:t>
                      </a:r>
                    </a:p>
                  </a:txBody>
                  <a:tcPr marL="9525" marR="9525" marT="9525" marB="0" anchor="ctr">
                    <a:lnL w="12700" cap="flat" cmpd="sng">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noFill/>
                      <a:prstDash val="solid"/>
                      <a:round/>
                      <a:headEnd type="none" w="med" len="med"/>
                      <a:tailEnd type="none" w="med" len="med"/>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Average of all </a:t>
                      </a:r>
                      <a:r>
                        <a:rPr lang="en-US" sz="800" b="0" i="0" u="none" strike="noStrike" cap="none" noProof="0" err="1">
                          <a:solidFill>
                            <a:schemeClr val="dk1"/>
                          </a:solidFill>
                          <a:latin typeface="IBM Plex Sans"/>
                          <a:ea typeface="IBM Plex Sans"/>
                          <a:cs typeface="IBM Plex Sans"/>
                          <a:sym typeface="IBM Plex Sans"/>
                        </a:rPr>
                        <a:t>RoW</a:t>
                      </a:r>
                      <a:r>
                        <a:rPr lang="en-US" sz="800" b="0" i="0" u="none" strike="noStrike" cap="none" noProof="0">
                          <a:solidFill>
                            <a:schemeClr val="dk1"/>
                          </a:solidFill>
                          <a:latin typeface="IBM Plex Sans"/>
                          <a:ea typeface="IBM Plex Sans"/>
                          <a:cs typeface="IBM Plex Sans"/>
                          <a:sym typeface="IBM Plex Sans"/>
                        </a:rPr>
                        <a:t> countries in the report. Benchmarked CPCs by running a 15,000‑keyword dataset through Google Keyword Planner and indexing each country against the US</a:t>
                      </a:r>
                    </a:p>
                  </a:txBody>
                  <a:tcPr marL="45725" marR="45725" marT="36000" marB="36000" anchor="ctr">
                    <a:lnL w="12700" cap="flat" cmpd="sng" algn="ctr">
                      <a:solidFill>
                        <a:srgbClr val="D8D8D8"/>
                      </a:solidFill>
                      <a:prstDash val="solid"/>
                      <a:round/>
                      <a:headEnd type="none" w="sm" len="sm"/>
                      <a:tailEnd type="none" w="sm" len="sm"/>
                    </a:lnL>
                    <a:lnR w="12700" cap="flat" cmpd="sng">
                      <a:solidFill>
                        <a:srgbClr val="D8D8D8"/>
                      </a:solidFill>
                      <a:prstDash val="solid"/>
                      <a:round/>
                      <a:headEnd type="none" w="sm" len="sm"/>
                      <a:tailEnd type="none" w="sm" len="sm"/>
                    </a:lnR>
                    <a:lnT w="12700" cap="flat" cmpd="sng" algn="ctr">
                      <a:solidFill>
                        <a:srgbClr val="D8D8D8"/>
                      </a:solidFill>
                      <a:prstDash val="solid"/>
                      <a:round/>
                      <a:headEnd type="none" w="sm" len="sm"/>
                      <a:tailEnd type="none" w="sm" len="sm"/>
                    </a:lnT>
                    <a:lnB w="12700" cap="flat" cmpd="sng" algn="ctr">
                      <a:noFill/>
                      <a:prstDash val="solid"/>
                      <a:round/>
                      <a:headEnd type="none" w="med" len="med"/>
                      <a:tailEnd type="none" w="med" len="med"/>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800" b="0" i="0" u="none" strike="noStrike" cap="none" noProof="0">
                          <a:solidFill>
                            <a:schemeClr val="dk1"/>
                          </a:solidFill>
                          <a:latin typeface="IBM Plex Sans"/>
                          <a:ea typeface="IBM Plex Sans"/>
                          <a:cs typeface="IBM Plex Sans"/>
                          <a:sym typeface="IBM Plex Sans"/>
                        </a:rPr>
                        <a:t>High</a:t>
                      </a:r>
                    </a:p>
                  </a:txBody>
                  <a:tcPr marL="45725" marR="45725" marT="36000" marB="36000" anchor="ctr">
                    <a:lnL w="12700" cap="flat" cmpd="sng">
                      <a:solidFill>
                        <a:srgbClr val="D8D8D8"/>
                      </a:solidFill>
                      <a:prstDash val="solid"/>
                      <a:round/>
                      <a:headEnd type="none" w="sm" len="sm"/>
                      <a:tailEnd type="none" w="sm" len="sm"/>
                    </a:lnL>
                    <a:lnR w="12700" cap="flat" cmpd="sng" algn="ctr">
                      <a:noFill/>
                      <a:prstDash val="solid"/>
                      <a:round/>
                      <a:headEnd type="none" w="med" len="med"/>
                      <a:tailEnd type="none" w="med" len="med"/>
                    </a:lnR>
                    <a:lnT w="12700" cap="flat" cmpd="sng" algn="ctr">
                      <a:solidFill>
                        <a:srgbClr val="D8D8D8"/>
                      </a:solidFill>
                      <a:prstDash val="solid"/>
                      <a:round/>
                      <a:headEnd type="none" w="sm" len="sm"/>
                      <a:tailEnd type="none" w="sm" len="sm"/>
                    </a:lnT>
                    <a:lnB w="12700" cap="flat" cmpd="sng" algn="ctr">
                      <a:noFill/>
                      <a:prstDash val="solid"/>
                      <a:round/>
                      <a:headEnd type="none" w="med" len="med"/>
                      <a:tailEnd type="none" w="med" len="med"/>
                    </a:lnB>
                    <a:solidFill>
                      <a:srgbClr val="E2EFD8"/>
                    </a:solidFill>
                  </a:tcPr>
                </a:tc>
                <a:extLst>
                  <a:ext uri="{0D108BD9-81ED-4DB2-BD59-A6C34878D82A}">
                    <a16:rowId xmlns:a16="http://schemas.microsoft.com/office/drawing/2014/main" val="10020"/>
                  </a:ext>
                </a:extLst>
              </a:tr>
            </a:tbl>
          </a:graphicData>
        </a:graphic>
      </p:graphicFrame>
      <p:sp>
        <p:nvSpPr>
          <p:cNvPr id="1136" name="Google Shape;1136;g3b32461984d_2_25"/>
          <p:cNvSpPr txBox="1"/>
          <p:nvPr/>
        </p:nvSpPr>
        <p:spPr>
          <a:xfrm>
            <a:off x="411524" y="6352555"/>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700"/>
              <a:buFont typeface="Arial"/>
              <a:buNone/>
            </a:pPr>
            <a:r>
              <a:rPr lang="en-US" sz="700" b="0" i="0" u="none" strike="noStrike" cap="none" noProof="0">
                <a:solidFill>
                  <a:srgbClr val="7F7F7F"/>
                </a:solidFill>
                <a:latin typeface="IBM Plex Sans"/>
                <a:ea typeface="IBM Plex Sans"/>
                <a:cs typeface="IBM Plex Sans"/>
                <a:sym typeface="IBM Plex Sans"/>
              </a:rPr>
              <a:t>Sources: (1) </a:t>
            </a:r>
            <a:r>
              <a:rPr lang="en-US" sz="700" b="0" i="0" u="sng" strike="noStrike" cap="none"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Magna Global</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ISBA</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WPP Media</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Dentsu</a:t>
            </a:r>
            <a:r>
              <a:rPr lang="en-US" sz="700" b="0" i="0" u="none" strike="noStrike" cap="none" noProof="0">
                <a:solidFill>
                  <a:srgbClr val="7F7F7F"/>
                </a:solidFill>
                <a:latin typeface="IBM Plex Sans"/>
                <a:ea typeface="IBM Plex Sans"/>
                <a:cs typeface="IBM Plex Sans"/>
                <a:sym typeface="IBM Plex Sans"/>
              </a:rPr>
              <a:t>, (5) </a:t>
            </a:r>
            <a:r>
              <a:rPr lang="en-US" sz="700" b="0" i="0" u="sng" strike="noStrike" cap="none" noProof="0" err="1">
                <a:solidFill>
                  <a:srgbClr val="7F7F7F"/>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Karooya</a:t>
            </a:r>
            <a:r>
              <a:rPr lang="en-US" sz="700" b="0" i="0" u="none" strike="noStrike" cap="none" noProof="0">
                <a:solidFill>
                  <a:srgbClr val="7F7F7F"/>
                </a:solidFill>
                <a:latin typeface="IBM Plex Sans"/>
                <a:ea typeface="IBM Plex Sans"/>
                <a:cs typeface="IBM Plex Sans"/>
                <a:sym typeface="IBM Plex Sans"/>
              </a:rPr>
              <a:t>, (6) </a:t>
            </a:r>
            <a:r>
              <a:rPr lang="en-US" sz="700" b="0" i="0" u="sng" strike="noStrike" cap="none" noProof="0">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Dentsu</a:t>
            </a:r>
            <a:r>
              <a:rPr lang="en-US" sz="700" b="0" i="0" u="none" strike="noStrike" cap="none" noProof="0">
                <a:solidFill>
                  <a:srgbClr val="7F7F7F"/>
                </a:solidFill>
                <a:latin typeface="IBM Plex Sans"/>
                <a:ea typeface="IBM Plex Sans"/>
                <a:cs typeface="IBM Plex Sans"/>
                <a:sym typeface="IBM Plex Sans"/>
              </a:rPr>
              <a:t>, (7) </a:t>
            </a:r>
            <a:r>
              <a:rPr lang="en-US" sz="700" b="0" i="0" u="sng" strike="noStrike" cap="none"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Skai</a:t>
            </a:r>
            <a:r>
              <a:rPr lang="en-US" sz="700" b="0" i="0" u="none" strike="noStrike" cap="none" noProof="0">
                <a:solidFill>
                  <a:srgbClr val="7F7F7F"/>
                </a:solidFill>
                <a:latin typeface="IBM Plex Sans"/>
                <a:ea typeface="IBM Plex Sans"/>
                <a:cs typeface="IBM Plex Sans"/>
                <a:sym typeface="IBM Plex Sans"/>
              </a:rPr>
              <a:t>, (8) </a:t>
            </a:r>
            <a:r>
              <a:rPr lang="en-US" sz="700" b="0" i="0" u="sng" strike="noStrike" cap="none" noProof="0">
                <a:solidFill>
                  <a:srgbClr val="7F7F7F"/>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SQ Magazine</a:t>
            </a:r>
            <a:r>
              <a:rPr lang="en-US" sz="700" b="0" i="0" u="none" strike="noStrike" cap="none" noProof="0">
                <a:solidFill>
                  <a:srgbClr val="7F7F7F"/>
                </a:solidFill>
                <a:latin typeface="IBM Plex Sans"/>
                <a:ea typeface="IBM Plex Sans"/>
                <a:cs typeface="IBM Plex Sans"/>
                <a:sym typeface="IBM Plex Sans"/>
              </a:rPr>
              <a:t>, (9) </a:t>
            </a:r>
            <a:r>
              <a:rPr lang="en-US" sz="700" b="0" i="0" u="sng" strike="noStrike" cap="none" noProof="0" err="1">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Karooya</a:t>
            </a:r>
            <a:r>
              <a:rPr lang="en-US" sz="700" b="0" i="0" u="none" strike="noStrike" cap="none" noProof="0">
                <a:solidFill>
                  <a:srgbClr val="7F7F7F"/>
                </a:solidFill>
                <a:latin typeface="IBM Plex Sans"/>
                <a:ea typeface="IBM Plex Sans"/>
                <a:cs typeface="IBM Plex Sans"/>
                <a:sym typeface="IBM Plex Sans"/>
              </a:rPr>
              <a:t>, (10) </a:t>
            </a:r>
            <a:r>
              <a:rPr lang="en-US" sz="700" b="0" i="0" u="sng" strike="noStrike" cap="none" noProof="0">
                <a:solidFill>
                  <a:srgbClr val="7F7F7F"/>
                </a:solidFill>
                <a:latin typeface="IBM Plex Sans"/>
                <a:ea typeface="IBM Plex Sans"/>
                <a:cs typeface="IBM Plex Sans"/>
                <a:sym typeface="IBM Plex Sans"/>
                <a:hlinkClick r:id="rId14">
                  <a:extLst>
                    <a:ext uri="{A12FA001-AC4F-418D-AE19-62706E023703}">
                      <ahyp:hlinkClr xmlns:ahyp="http://schemas.microsoft.com/office/drawing/2018/hyperlinkcolor" val="tx"/>
                    </a:ext>
                  </a:extLst>
                </a:hlinkClick>
              </a:rPr>
              <a:t>Dentsu</a:t>
            </a:r>
            <a:r>
              <a:rPr lang="en-US" sz="700" b="0" i="0" u="none" strike="noStrike" cap="none" noProof="0">
                <a:solidFill>
                  <a:srgbClr val="7F7F7F"/>
                </a:solidFill>
                <a:latin typeface="IBM Plex Sans"/>
                <a:ea typeface="IBM Plex Sans"/>
                <a:cs typeface="IBM Plex Sans"/>
                <a:sym typeface="IBM Plex Sans"/>
              </a:rPr>
              <a:t>, (11) </a:t>
            </a:r>
            <a:r>
              <a:rPr lang="en-US" sz="700" b="0" i="0" u="none" strike="noStrike" cap="none" noProof="0" err="1">
                <a:solidFill>
                  <a:srgbClr val="7F7F7F"/>
                </a:solidFill>
                <a:latin typeface="IBM Plex Sans"/>
                <a:ea typeface="IBM Plex Sans"/>
                <a:cs typeface="IBM Plex Sans"/>
                <a:sym typeface="IBM Plex Sans"/>
              </a:rPr>
              <a:t>Wordstream</a:t>
            </a:r>
            <a:r>
              <a:rPr lang="en-US" sz="700" b="0" i="0" u="none" strike="noStrike" cap="none" noProof="0">
                <a:solidFill>
                  <a:srgbClr val="7F7F7F"/>
                </a:solidFill>
                <a:latin typeface="IBM Plex Sans"/>
                <a:ea typeface="IBM Plex Sans"/>
                <a:cs typeface="IBM Plex Sans"/>
                <a:sym typeface="IBM Plex Sans"/>
              </a:rPr>
              <a:t> data from: </a:t>
            </a:r>
            <a:r>
              <a:rPr lang="en-US" sz="700" b="0" i="0" u="sng" strike="noStrike" cap="none" noProof="0">
                <a:solidFill>
                  <a:srgbClr val="7F7F7F"/>
                </a:solidFill>
                <a:latin typeface="IBM Plex Sans"/>
                <a:ea typeface="IBM Plex Sans"/>
                <a:cs typeface="IBM Plex Sans"/>
                <a:sym typeface="IBM Plex Sans"/>
                <a:hlinkClick r:id="rId15">
                  <a:extLst>
                    <a:ext uri="{A12FA001-AC4F-418D-AE19-62706E023703}">
                      <ahyp:hlinkClr xmlns:ahyp="http://schemas.microsoft.com/office/drawing/2018/hyperlinkcolor" val="tx"/>
                    </a:ext>
                  </a:extLst>
                </a:hlinkClick>
              </a:rPr>
              <a:t>2025</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16">
                  <a:extLst>
                    <a:ext uri="{A12FA001-AC4F-418D-AE19-62706E023703}">
                      <ahyp:hlinkClr xmlns:ahyp="http://schemas.microsoft.com/office/drawing/2018/hyperlinkcolor" val="tx"/>
                    </a:ext>
                  </a:extLst>
                </a:hlinkClick>
              </a:rPr>
              <a:t>2024</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17">
                  <a:extLst>
                    <a:ext uri="{A12FA001-AC4F-418D-AE19-62706E023703}">
                      <ahyp:hlinkClr xmlns:ahyp="http://schemas.microsoft.com/office/drawing/2018/hyperlinkcolor" val="tx"/>
                    </a:ext>
                  </a:extLst>
                </a:hlinkClick>
              </a:rPr>
              <a:t>2021</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18">
                  <a:extLst>
                    <a:ext uri="{A12FA001-AC4F-418D-AE19-62706E023703}">
                      <ahyp:hlinkClr xmlns:ahyp="http://schemas.microsoft.com/office/drawing/2018/hyperlinkcolor" val="tx"/>
                    </a:ext>
                  </a:extLst>
                </a:hlinkClick>
              </a:rPr>
              <a:t>2018</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19">
                  <a:extLst>
                    <a:ext uri="{A12FA001-AC4F-418D-AE19-62706E023703}">
                      <ahyp:hlinkClr xmlns:ahyp="http://schemas.microsoft.com/office/drawing/2018/hyperlinkcolor" val="tx"/>
                    </a:ext>
                  </a:extLst>
                </a:hlinkClick>
              </a:rPr>
              <a:t>2016</a:t>
            </a:r>
            <a:r>
              <a:rPr lang="en-US" sz="700" b="0" i="0" u="none" strike="noStrike" cap="none" noProof="0">
                <a:solidFill>
                  <a:srgbClr val="7F7F7F"/>
                </a:solidFill>
                <a:latin typeface="IBM Plex Sans"/>
                <a:ea typeface="IBM Plex Sans"/>
                <a:cs typeface="IBM Plex Sans"/>
                <a:sym typeface="IBM Plex Sans"/>
              </a:rPr>
              <a:t>, (12) </a:t>
            </a:r>
            <a:r>
              <a:rPr lang="en-US" sz="700" b="0" i="0" u="sng" strike="noStrike" cap="none" noProof="0">
                <a:solidFill>
                  <a:srgbClr val="7F7F7F"/>
                </a:solidFill>
                <a:latin typeface="IBM Plex Sans"/>
                <a:ea typeface="IBM Plex Sans"/>
                <a:cs typeface="IBM Plex Sans"/>
                <a:sym typeface="IBM Plex Sans"/>
                <a:hlinkClick r:id="rId20">
                  <a:extLst>
                    <a:ext uri="{A12FA001-AC4F-418D-AE19-62706E023703}">
                      <ahyp:hlinkClr xmlns:ahyp="http://schemas.microsoft.com/office/drawing/2018/hyperlinkcolor" val="tx"/>
                    </a:ext>
                  </a:extLst>
                </a:hlinkClick>
              </a:rPr>
              <a:t>OrangeSEO.net</a:t>
            </a:r>
            <a:r>
              <a:rPr lang="en-US" sz="700" b="0" i="0" u="none" strike="noStrike" cap="none" noProof="0">
                <a:solidFill>
                  <a:srgbClr val="7F7F7F"/>
                </a:solidFill>
                <a:latin typeface="IBM Plex Sans"/>
                <a:ea typeface="IBM Plex Sans"/>
                <a:cs typeface="IBM Plex Sans"/>
                <a:sym typeface="IBM Plex Sans"/>
              </a:rPr>
              <a:t>, (13) </a:t>
            </a:r>
            <a:r>
              <a:rPr lang="en-US" sz="700" b="0" i="0" u="sng" strike="noStrike" cap="none" noProof="0" err="1">
                <a:solidFill>
                  <a:srgbClr val="7F7F7F"/>
                </a:solidFill>
                <a:latin typeface="IBM Plex Sans"/>
                <a:ea typeface="IBM Plex Sans"/>
                <a:cs typeface="IBM Plex Sans"/>
                <a:sym typeface="IBM Plex Sans"/>
                <a:hlinkClick r:id="rId21">
                  <a:extLst>
                    <a:ext uri="{A12FA001-AC4F-418D-AE19-62706E023703}">
                      <ahyp:hlinkClr xmlns:ahyp="http://schemas.microsoft.com/office/drawing/2018/hyperlinkcolor" val="tx"/>
                    </a:ext>
                  </a:extLst>
                </a:hlinkClick>
              </a:rPr>
              <a:t>AdExpert</a:t>
            </a:r>
            <a:r>
              <a:rPr lang="en-US" sz="700" b="0" i="0" u="none" strike="noStrike" cap="none" noProof="0">
                <a:solidFill>
                  <a:srgbClr val="7F7F7F"/>
                </a:solidFill>
                <a:latin typeface="IBM Plex Sans"/>
                <a:ea typeface="IBM Plex Sans"/>
                <a:cs typeface="IBM Plex Sans"/>
                <a:sym typeface="IBM Plex Sans"/>
              </a:rPr>
              <a:t>     </a:t>
            </a:r>
            <a:endParaRPr lang="en-US" sz="700" b="0" i="0" u="none" strike="noStrike" cap="none" noProof="0">
              <a:solidFill>
                <a:srgbClr val="7F7F7F"/>
              </a:solidFill>
              <a:latin typeface="IBM Plex Sans"/>
            </a:endParaRPr>
          </a:p>
        </p:txBody>
      </p:sp>
      <p:sp>
        <p:nvSpPr>
          <p:cNvPr id="4" name="CaixaDeTexto 3">
            <a:extLst>
              <a:ext uri="{FF2B5EF4-FFF2-40B4-BE49-F238E27FC236}">
                <a16:creationId xmlns:a16="http://schemas.microsoft.com/office/drawing/2014/main" id="{810F0C38-54BB-3524-0BC7-1E46748ED6A0}"/>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CPC</a:t>
            </a:r>
          </a:p>
        </p:txBody>
      </p:sp>
    </p:spTree>
    <p:extLst>
      <p:ext uri="{BB962C8B-B14F-4D97-AF65-F5344CB8AC3E}">
        <p14:creationId xmlns:p14="http://schemas.microsoft.com/office/powerpoint/2010/main" val="400472598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1142"/>
        <p:cNvGrpSpPr/>
        <p:nvPr/>
      </p:nvGrpSpPr>
      <p:grpSpPr>
        <a:xfrm>
          <a:off x="0" y="0"/>
          <a:ext cx="0" cy="0"/>
          <a:chOff x="0" y="0"/>
          <a:chExt cx="0" cy="0"/>
        </a:xfrm>
      </p:grpSpPr>
      <p:sp>
        <p:nvSpPr>
          <p:cNvPr id="1143" name="Google Shape;1143;g3b32461984d_2_35"/>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marR="0" lvl="0" indent="0" algn="r" rtl="0">
              <a:lnSpc>
                <a:spcPct val="100000"/>
              </a:lnSpc>
              <a:spcBef>
                <a:spcPts val="0"/>
              </a:spcBef>
              <a:spcAft>
                <a:spcPts val="0"/>
              </a:spcAft>
              <a:buClr>
                <a:srgbClr val="000000"/>
              </a:buClr>
              <a:buSzPts val="700"/>
              <a:buFont typeface="Arial"/>
              <a:buNone/>
            </a:pPr>
            <a:fld id="{00000000-1234-1234-1234-123412341234}" type="slidenum">
              <a:rPr lang="en-US" sz="700" b="0" i="0" u="none" strike="noStrike" cap="none" noProof="0" smtClean="0">
                <a:solidFill>
                  <a:srgbClr val="888888"/>
                </a:solidFill>
                <a:latin typeface="IBM Plex Sans"/>
                <a:ea typeface="IBM Plex Sans"/>
                <a:cs typeface="IBM Plex Sans"/>
                <a:sym typeface="IBM Plex Sans"/>
              </a:rPr>
              <a:t>53</a:t>
            </a:fld>
            <a:endParaRPr lang="en-US" sz="700" b="0" i="0" u="none" strike="noStrike" cap="none" noProof="0">
              <a:solidFill>
                <a:srgbClr val="888888"/>
              </a:solidFill>
              <a:latin typeface="IBM Plex Sans"/>
              <a:ea typeface="IBM Plex Sans"/>
              <a:cs typeface="IBM Plex Sans"/>
              <a:sym typeface="IBM Plex Sans"/>
            </a:endParaRPr>
          </a:p>
        </p:txBody>
      </p:sp>
      <p:sp>
        <p:nvSpPr>
          <p:cNvPr id="1144" name="Google Shape;1144;g3b32461984d_2_35"/>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pPr lvl="0"/>
            <a:r>
              <a:rPr lang="en-US" noProof="0"/>
              <a:t>2026–2030 projection: data sources and normalization</a:t>
            </a:r>
          </a:p>
        </p:txBody>
      </p:sp>
      <p:graphicFrame>
        <p:nvGraphicFramePr>
          <p:cNvPr id="1146" name="Google Shape;1146;g3b32461984d_2_35"/>
          <p:cNvGraphicFramePr/>
          <p:nvPr>
            <p:extLst>
              <p:ext uri="{D42A27DB-BD31-4B8C-83A1-F6EECF244321}">
                <p14:modId xmlns:p14="http://schemas.microsoft.com/office/powerpoint/2010/main" val="1570014006"/>
              </p:ext>
            </p:extLst>
          </p:nvPr>
        </p:nvGraphicFramePr>
        <p:xfrm>
          <a:off x="420594" y="1120588"/>
          <a:ext cx="11238006" cy="4827477"/>
        </p:xfrm>
        <a:graphic>
          <a:graphicData uri="http://schemas.openxmlformats.org/drawingml/2006/table">
            <a:tbl>
              <a:tblPr>
                <a:noFill/>
                <a:tableStyleId>{E9D8AB58-C5E9-408E-8176-353F6F6D6F9E}</a:tableStyleId>
              </a:tblPr>
              <a:tblGrid>
                <a:gridCol w="1162729">
                  <a:extLst>
                    <a:ext uri="{9D8B030D-6E8A-4147-A177-3AD203B41FA5}">
                      <a16:colId xmlns:a16="http://schemas.microsoft.com/office/drawing/2014/main" val="20000"/>
                    </a:ext>
                  </a:extLst>
                </a:gridCol>
                <a:gridCol w="1624309">
                  <a:extLst>
                    <a:ext uri="{9D8B030D-6E8A-4147-A177-3AD203B41FA5}">
                      <a16:colId xmlns:a16="http://schemas.microsoft.com/office/drawing/2014/main" val="20002"/>
                    </a:ext>
                  </a:extLst>
                </a:gridCol>
                <a:gridCol w="1101689">
                  <a:extLst>
                    <a:ext uri="{9D8B030D-6E8A-4147-A177-3AD203B41FA5}">
                      <a16:colId xmlns:a16="http://schemas.microsoft.com/office/drawing/2014/main" val="20003"/>
                    </a:ext>
                  </a:extLst>
                </a:gridCol>
                <a:gridCol w="1081539">
                  <a:extLst>
                    <a:ext uri="{9D8B030D-6E8A-4147-A177-3AD203B41FA5}">
                      <a16:colId xmlns:a16="http://schemas.microsoft.com/office/drawing/2014/main" val="20004"/>
                    </a:ext>
                  </a:extLst>
                </a:gridCol>
                <a:gridCol w="5292052">
                  <a:extLst>
                    <a:ext uri="{9D8B030D-6E8A-4147-A177-3AD203B41FA5}">
                      <a16:colId xmlns:a16="http://schemas.microsoft.com/office/drawing/2014/main" val="20005"/>
                    </a:ext>
                  </a:extLst>
                </a:gridCol>
                <a:gridCol w="975688">
                  <a:extLst>
                    <a:ext uri="{9D8B030D-6E8A-4147-A177-3AD203B41FA5}">
                      <a16:colId xmlns:a16="http://schemas.microsoft.com/office/drawing/2014/main" val="20006"/>
                    </a:ext>
                  </a:extLst>
                </a:gridCol>
              </a:tblGrid>
              <a:tr h="446955">
                <a:tc>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Region &amp; device</a:t>
                      </a:r>
                      <a:endParaRPr lang="en-US" sz="14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Source</a:t>
                      </a:r>
                      <a:endParaRPr lang="en-US" sz="1400" u="none" strike="noStrike" cap="none" noProof="0">
                        <a:latin typeface="IBM Plex Sans"/>
                      </a:endParaRPr>
                    </a:p>
                  </a:txBody>
                  <a:tcPr marL="90000" marR="9000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CPC </a:t>
                      </a:r>
                      <a:r>
                        <a:rPr lang="en-US" sz="1000" b="1" i="0" u="none" strike="noStrike" cap="none" noProof="0">
                          <a:solidFill>
                            <a:schemeClr val="lt1"/>
                          </a:solidFill>
                          <a:latin typeface="IBM Plex Sans"/>
                          <a:ea typeface="IBM Plex Sans"/>
                          <a:cs typeface="IBM Plex Sans"/>
                        </a:rPr>
                        <a:t>growth (2026-2030)</a:t>
                      </a:r>
                      <a:r>
                        <a:rPr lang="en-US" sz="1000" b="1" i="0" u="none" strike="noStrike" cap="none" noProof="0">
                          <a:solidFill>
                            <a:schemeClr val="lt1"/>
                          </a:solidFill>
                          <a:latin typeface="IBM Plex Sans"/>
                          <a:ea typeface="IBM Plex Sans"/>
                          <a:cs typeface="IBM Plex Sans"/>
                          <a:sym typeface="IBM Plex Sans"/>
                        </a:rPr>
                        <a:t> </a:t>
                      </a:r>
                      <a:endParaRPr lang="en-US" sz="1000" b="1" i="0" u="none" strike="noStrike" cap="none" noProof="0">
                        <a:solidFill>
                          <a:schemeClr val="lt1"/>
                        </a:solidFill>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Normalized %</a:t>
                      </a:r>
                      <a:endParaRPr lang="en-US" sz="1000" u="none" strike="noStrike" cap="none" noProof="0">
                        <a:latin typeface="IBM Plex Sans"/>
                        <a:ea typeface="IBM Plex Sans"/>
                        <a:cs typeface="IBM Plex Sans"/>
                        <a:sym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Comment</a:t>
                      </a:r>
                      <a:endParaRPr lang="en-US" sz="14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1" i="0" u="none" strike="noStrike" cap="none" noProof="0">
                          <a:solidFill>
                            <a:schemeClr val="lt1"/>
                          </a:solidFill>
                          <a:latin typeface="IBM Plex Sans"/>
                          <a:ea typeface="IBM Plex Sans"/>
                          <a:cs typeface="IBM Plex Sans"/>
                          <a:sym typeface="IBM Plex Sans"/>
                        </a:rPr>
                        <a:t>Source Credibility</a:t>
                      </a:r>
                      <a:endParaRPr lang="en-US" sz="14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380997">
                <a:tc rowSpan="3">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United States Desktop</a:t>
                      </a:r>
                      <a:endParaRPr lang="en-US" sz="1400" u="none" strike="noStrike" cap="none" noProof="0">
                        <a:latin typeface="IBM Plex Sans"/>
                      </a:endParaRPr>
                    </a:p>
                    <a:p>
                      <a:pPr marL="0" marR="0" lvl="0" indent="0" algn="ctr" rtl="0">
                        <a:lnSpc>
                          <a:spcPct val="100000"/>
                        </a:lnSpc>
                        <a:spcBef>
                          <a:spcPts val="0"/>
                        </a:spcBef>
                        <a:spcAft>
                          <a:spcPts val="0"/>
                        </a:spcAft>
                        <a:buClr>
                          <a:srgbClr val="000000"/>
                        </a:buClr>
                        <a:buSzPts val="1200"/>
                        <a:buFont typeface="Arial"/>
                        <a:buNone/>
                      </a:pPr>
                      <a:endParaRPr lang="en-US" sz="1000" b="1" i="0" u="none" strike="noStrike" cap="none" noProof="0">
                        <a:solidFill>
                          <a:schemeClr val="dk1"/>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Avg: 8.2%</a:t>
                      </a:r>
                      <a:endParaRPr lang="en-US" sz="14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7F7F7F"/>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100"/>
                        <a:buFont typeface="Arial"/>
                        <a:buNone/>
                      </a:pPr>
                      <a:r>
                        <a:rPr lang="en-US" sz="1100" b="0" i="0" u="sng" strike="noStrike" cap="none" noProof="0">
                          <a:solidFill>
                            <a:srgbClr val="000000"/>
                          </a:solidFill>
                          <a:latin typeface="IBM Plex Sans"/>
                          <a:ea typeface="Calibri"/>
                          <a:cs typeface="Calibri"/>
                          <a:sym typeface="Calibri"/>
                          <a:hlinkClick r:id="rId3">
                            <a:extLst>
                              <a:ext uri="{A12FA001-AC4F-418D-AE19-62706E023703}">
                                <ahyp:hlinkClr xmlns:ahyp="http://schemas.microsoft.com/office/drawing/2018/hyperlinkcolor" val="tx"/>
                              </a:ext>
                            </a:extLst>
                          </a:hlinkClick>
                        </a:rPr>
                        <a:t>Grand View Research</a:t>
                      </a:r>
                      <a:endParaRPr lang="en-US" sz="1400" u="none" strike="noStrike" cap="none" noProof="0">
                        <a:latin typeface="IBM Plex Sans"/>
                      </a:endParaRPr>
                    </a:p>
                  </a:txBody>
                  <a:tcPr marL="45725" marR="9525" marT="9525"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12700" cap="flat" cmpd="sng" algn="ctr">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13.7%</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13.7%</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Uses digital ad market growth to represent search revenue (incl</a:t>
                      </a:r>
                      <a:r>
                        <a:rPr lang="en-US" sz="1000" b="0" i="0" u="none" strike="noStrike" cap="none" noProof="0">
                          <a:solidFill>
                            <a:schemeClr val="dk1"/>
                          </a:solidFill>
                          <a:latin typeface="IBM Plex Sans"/>
                          <a:ea typeface="IBM Plex Sans"/>
                          <a:cs typeface="IBM Plex Sans"/>
                        </a:rPr>
                        <a:t>.</a:t>
                      </a:r>
                      <a:r>
                        <a:rPr lang="en-US" sz="1000" b="0" i="0" u="none" strike="noStrike" cap="none" noProof="0">
                          <a:solidFill>
                            <a:schemeClr val="dk1"/>
                          </a:solidFill>
                          <a:latin typeface="IBM Plex Sans"/>
                          <a:ea typeface="IBM Plex Sans"/>
                          <a:cs typeface="IBM Plex Sans"/>
                          <a:sym typeface="IBM Plex Sans"/>
                        </a:rPr>
                        <a:t> Amazon in calcs)</a:t>
                      </a:r>
                      <a:endParaRPr lang="en-US" sz="1400" u="none" strike="noStrike" cap="none"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Medium</a:t>
                      </a:r>
                      <a:endParaRPr lang="en-US" sz="1400" u="none" strike="noStrike" cap="none"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12700" cap="flat" cmpd="sng">
                      <a:solidFill>
                        <a:schemeClr val="lt2"/>
                      </a:solidFill>
                      <a:prstDash val="solid"/>
                      <a:round/>
                      <a:headEnd type="none" w="sm" len="sm"/>
                      <a:tailEnd type="none" w="sm" len="sm"/>
                    </a:lnB>
                    <a:solidFill>
                      <a:srgbClr val="FBE4D4"/>
                    </a:solidFill>
                  </a:tcPr>
                </a:tc>
                <a:extLst>
                  <a:ext uri="{0D108BD9-81ED-4DB2-BD59-A6C34878D82A}">
                    <a16:rowId xmlns:a16="http://schemas.microsoft.com/office/drawing/2014/main" val="10001"/>
                  </a:ext>
                </a:extLst>
              </a:tr>
              <a:tr h="380997">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1100" b="0" i="0" u="sng" strike="noStrike" cap="none" noProof="0">
                          <a:solidFill>
                            <a:srgbClr val="000000"/>
                          </a:solidFill>
                          <a:latin typeface="IBM Plex Sans"/>
                          <a:ea typeface="Calibri"/>
                          <a:cs typeface="Calibri"/>
                          <a:sym typeface="Calibri"/>
                          <a:hlinkClick r:id="rId4">
                            <a:extLst>
                              <a:ext uri="{A12FA001-AC4F-418D-AE19-62706E023703}">
                                <ahyp:hlinkClr xmlns:ahyp="http://schemas.microsoft.com/office/drawing/2018/hyperlinkcolor" val="tx"/>
                              </a:ext>
                            </a:extLst>
                          </a:hlinkClick>
                        </a:rPr>
                        <a:t>ISBA</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lgn="ctr">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6.30%</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6.30%</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Uses inflation increase in US Paid Search – proxy for </a:t>
                      </a:r>
                      <a:r>
                        <a:rPr lang="en-US" sz="1000" b="0" i="0" u="none" strike="noStrike" cap="none" noProof="0">
                          <a:solidFill>
                            <a:schemeClr val="dk1"/>
                          </a:solidFill>
                          <a:latin typeface="IBM Plex Sans"/>
                          <a:ea typeface="IBM Plex Sans"/>
                          <a:cs typeface="IBM Plex Sans"/>
                        </a:rPr>
                        <a:t>search</a:t>
                      </a:r>
                      <a:r>
                        <a:rPr lang="en-US" sz="1000" b="0" i="0" u="none" strike="noStrike" cap="none" noProof="0">
                          <a:solidFill>
                            <a:schemeClr val="dk1"/>
                          </a:solidFill>
                          <a:latin typeface="IBM Plex Sans"/>
                          <a:ea typeface="IBM Plex Sans"/>
                          <a:cs typeface="IBM Plex Sans"/>
                          <a:sym typeface="IBM Plex Sans"/>
                        </a:rPr>
                        <a:t> </a:t>
                      </a:r>
                      <a:r>
                        <a:rPr lang="en-US" sz="1000" b="0" i="0" u="none" strike="noStrike" cap="none" noProof="0">
                          <a:solidFill>
                            <a:schemeClr val="dk1"/>
                          </a:solidFill>
                          <a:latin typeface="IBM Plex Sans"/>
                          <a:ea typeface="IBM Plex Sans"/>
                          <a:cs typeface="IBM Plex Sans"/>
                        </a:rPr>
                        <a:t>revenue </a:t>
                      </a:r>
                      <a:r>
                        <a:rPr lang="en-US" sz="1000" b="0" i="0" u="none" strike="noStrike" cap="none" noProof="0">
                          <a:solidFill>
                            <a:schemeClr val="dk1"/>
                          </a:solidFill>
                          <a:latin typeface="IBM Plex Sans"/>
                          <a:ea typeface="IBM Plex Sans"/>
                          <a:cs typeface="IBM Plex Sans"/>
                          <a:sym typeface="IBM Plex Sans"/>
                        </a:rPr>
                        <a:t>across several ads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Medium</a:t>
                      </a:r>
                      <a:endParaRPr lang="en-US" sz="1400" u="none" strike="noStrike" cap="none"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chemeClr val="lt2"/>
                      </a:solidFill>
                      <a:prstDash val="solid"/>
                      <a:round/>
                      <a:headEnd type="none" w="sm" len="sm"/>
                      <a:tailEnd type="none" w="sm" len="sm"/>
                    </a:lnB>
                    <a:solidFill>
                      <a:srgbClr val="FBE4D4"/>
                    </a:solidFill>
                  </a:tcPr>
                </a:tc>
                <a:extLst>
                  <a:ext uri="{0D108BD9-81ED-4DB2-BD59-A6C34878D82A}">
                    <a16:rowId xmlns:a16="http://schemas.microsoft.com/office/drawing/2014/main" val="10002"/>
                  </a:ext>
                </a:extLst>
              </a:tr>
              <a:tr h="489213">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1100" b="0" i="0" u="sng" strike="noStrike" cap="none" noProof="0">
                          <a:solidFill>
                            <a:srgbClr val="000000"/>
                          </a:solidFill>
                          <a:latin typeface="IBM Plex Sans"/>
                          <a:ea typeface="Calibri"/>
                          <a:cs typeface="Calibri"/>
                          <a:sym typeface="Calibri"/>
                          <a:hlinkClick r:id="rId5">
                            <a:extLst>
                              <a:ext uri="{A12FA001-AC4F-418D-AE19-62706E023703}">
                                <ahyp:hlinkClr xmlns:ahyp="http://schemas.microsoft.com/office/drawing/2018/hyperlinkcolor" val="tx"/>
                              </a:ext>
                            </a:extLst>
                          </a:hlinkClick>
                        </a:rPr>
                        <a:t>Magna Global</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chemeClr val="lt2"/>
                      </a:solidFill>
                      <a:prstDash val="solid"/>
                      <a:round/>
                      <a:headEnd type="none" w="sm" len="sm"/>
                      <a:tailEnd type="none" w="sm" len="sm"/>
                    </a:lnT>
                    <a:lnB w="12700" cap="flat" cmpd="sng" algn="ctr">
                      <a:solidFill>
                        <a:srgbClr val="AEABAB"/>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4.60%</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rgbClr val="AEABAB"/>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4.60%</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rgbClr val="AEABAB"/>
                      </a:solidFill>
                      <a:prstDash val="solid"/>
                      <a:round/>
                      <a:headEnd type="none" w="sm" len="sm"/>
                      <a:tailEnd type="none" w="sm" len="sm"/>
                    </a:lnB>
                  </a:tcPr>
                </a:tc>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000" b="0" i="0" u="none" strike="noStrike" cap="none" noProof="0">
                          <a:solidFill>
                            <a:schemeClr val="dk1"/>
                          </a:solidFill>
                          <a:latin typeface="IBM Plex Sans"/>
                          <a:ea typeface="IBM Plex Sans"/>
                          <a:cs typeface="IBM Plex Sans"/>
                          <a:sym typeface="IBM Plex Sans"/>
                        </a:rPr>
                        <a:t>Uses digital ad market growth to represent search revenue (incl</a:t>
                      </a:r>
                      <a:r>
                        <a:rPr lang="en-US" sz="1000" b="0" i="0" u="none" strike="noStrike" cap="none" noProof="0">
                          <a:solidFill>
                            <a:schemeClr val="dk1"/>
                          </a:solidFill>
                          <a:latin typeface="IBM Plex Sans"/>
                          <a:ea typeface="IBM Plex Sans"/>
                          <a:cs typeface="IBM Plex Sans"/>
                        </a:rPr>
                        <a:t>.</a:t>
                      </a:r>
                      <a:r>
                        <a:rPr lang="en-US" sz="1000" b="0" i="0" u="none" strike="noStrike" cap="none" noProof="0">
                          <a:solidFill>
                            <a:schemeClr val="dk1"/>
                          </a:solidFill>
                          <a:latin typeface="IBM Plex Sans"/>
                          <a:ea typeface="IBM Plex Sans"/>
                          <a:cs typeface="IBM Plex Sans"/>
                          <a:sym typeface="IBM Plex Sans"/>
                        </a:rPr>
                        <a:t> Google, Amazon, Walmart)</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rgbClr val="AEABAB"/>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Medium</a:t>
                      </a:r>
                      <a:endParaRPr lang="en-US" sz="1400" u="none" strike="noStrike" cap="none"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chemeClr val="lt2"/>
                      </a:solidFill>
                      <a:prstDash val="solid"/>
                      <a:round/>
                      <a:headEnd type="none" w="sm" len="sm"/>
                      <a:tailEnd type="none" w="sm" len="sm"/>
                    </a:lnT>
                    <a:lnB w="12700" cap="flat" cmpd="sng">
                      <a:solidFill>
                        <a:srgbClr val="AEABAB"/>
                      </a:solidFill>
                      <a:prstDash val="solid"/>
                      <a:round/>
                      <a:headEnd type="none" w="sm" len="sm"/>
                      <a:tailEnd type="none" w="sm" len="sm"/>
                    </a:lnB>
                    <a:solidFill>
                      <a:srgbClr val="FBE4D4"/>
                    </a:solidFill>
                  </a:tcPr>
                </a:tc>
                <a:extLst>
                  <a:ext uri="{0D108BD9-81ED-4DB2-BD59-A6C34878D82A}">
                    <a16:rowId xmlns:a16="http://schemas.microsoft.com/office/drawing/2014/main" val="10003"/>
                  </a:ext>
                </a:extLst>
              </a:tr>
              <a:tr h="380997">
                <a:tc rowSpan="3">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United States Mobile</a:t>
                      </a:r>
                      <a:endParaRPr lang="en-US" sz="1400" u="none" strike="noStrike" cap="none" noProof="0">
                        <a:latin typeface="IBM Plex Sans"/>
                      </a:endParaRPr>
                    </a:p>
                    <a:p>
                      <a:pPr marL="0" marR="0" lvl="0" indent="0" algn="ctr" rtl="0">
                        <a:lnSpc>
                          <a:spcPct val="100000"/>
                        </a:lnSpc>
                        <a:spcBef>
                          <a:spcPts val="0"/>
                        </a:spcBef>
                        <a:spcAft>
                          <a:spcPts val="0"/>
                        </a:spcAft>
                        <a:buClr>
                          <a:srgbClr val="000000"/>
                        </a:buClr>
                        <a:buSzPts val="1200"/>
                        <a:buFont typeface="Arial"/>
                        <a:buNone/>
                      </a:pPr>
                      <a:endParaRPr lang="en-US" sz="1000" b="1" i="0" u="none" strike="noStrike" cap="none" noProof="0">
                        <a:solidFill>
                          <a:schemeClr val="dk1"/>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Avg: 11.2%</a:t>
                      </a:r>
                      <a:endParaRPr lang="en-US" sz="14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7F7F7F"/>
                      </a:solidFill>
                      <a:prstDash val="solid"/>
                      <a:round/>
                      <a:headEnd type="none" w="sm" len="sm"/>
                      <a:tailEnd type="none" w="sm" len="sm"/>
                    </a:lnT>
                    <a:lnB w="12700" cap="flat" cmpd="sng">
                      <a:solidFill>
                        <a:srgbClr val="AEABAB"/>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100"/>
                        <a:buFont typeface="Arial"/>
                        <a:buNone/>
                      </a:pPr>
                      <a:r>
                        <a:rPr lang="en-US" sz="1100" b="0" i="0" u="sng" strike="noStrike" cap="none" noProof="0">
                          <a:solidFill>
                            <a:srgbClr val="000000"/>
                          </a:solidFill>
                          <a:latin typeface="IBM Plex Sans"/>
                          <a:ea typeface="Calibri"/>
                          <a:cs typeface="Calibri"/>
                          <a:sym typeface="Calibri"/>
                          <a:hlinkClick r:id="rId3">
                            <a:extLst>
                              <a:ext uri="{A12FA001-AC4F-418D-AE19-62706E023703}">
                                <ahyp:hlinkClr xmlns:ahyp="http://schemas.microsoft.com/office/drawing/2018/hyperlinkcolor" val="tx"/>
                              </a:ext>
                            </a:extLst>
                          </a:hlinkClick>
                        </a:rPr>
                        <a:t>Grand View Research</a:t>
                      </a:r>
                      <a:endParaRPr lang="en-US" sz="1100" u="none" strike="noStrike" cap="none" noProof="0">
                        <a:latin typeface="IBM Plex Sans"/>
                      </a:endParaRPr>
                    </a:p>
                  </a:txBody>
                  <a:tcPr marL="45725" marR="9525" marT="9525"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lgn="ctr">
                      <a:solidFill>
                        <a:srgbClr val="AEABAB"/>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14.70%</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14.70%</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Uses digital ad market growth to represent search revenue (incl</a:t>
                      </a:r>
                      <a:r>
                        <a:rPr lang="en-US" sz="1000" b="0" i="0" u="none" strike="noStrike" cap="none" noProof="0">
                          <a:solidFill>
                            <a:schemeClr val="dk1"/>
                          </a:solidFill>
                          <a:latin typeface="IBM Plex Sans"/>
                          <a:ea typeface="IBM Plex Sans"/>
                          <a:cs typeface="IBM Plex Sans"/>
                        </a:rPr>
                        <a:t>.</a:t>
                      </a:r>
                      <a:r>
                        <a:rPr lang="en-US" sz="1000" b="0" i="0" u="none" strike="noStrike" cap="none" noProof="0">
                          <a:solidFill>
                            <a:schemeClr val="dk1"/>
                          </a:solidFill>
                          <a:latin typeface="IBM Plex Sans"/>
                          <a:ea typeface="IBM Plex Sans"/>
                          <a:cs typeface="IBM Plex Sans"/>
                          <a:sym typeface="IBM Plex Sans"/>
                        </a:rPr>
                        <a:t> Amazon in calcs)</a:t>
                      </a:r>
                      <a:endParaRPr lang="en-US" sz="1000" u="none" strike="noStrike" cap="none"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Medium</a:t>
                      </a:r>
                      <a:endParaRPr lang="en-US" sz="1400" u="none" strike="noStrike" cap="none"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9525" cap="flat" cmpd="sng">
                      <a:solidFill>
                        <a:srgbClr val="D8D8D8"/>
                      </a:solidFill>
                      <a:prstDash val="solid"/>
                      <a:round/>
                      <a:headEnd type="none" w="sm" len="sm"/>
                      <a:tailEnd type="none" w="sm" len="sm"/>
                    </a:lnB>
                    <a:solidFill>
                      <a:srgbClr val="FBE4D4"/>
                    </a:solidFill>
                  </a:tcPr>
                </a:tc>
                <a:extLst>
                  <a:ext uri="{0D108BD9-81ED-4DB2-BD59-A6C34878D82A}">
                    <a16:rowId xmlns:a16="http://schemas.microsoft.com/office/drawing/2014/main" val="10004"/>
                  </a:ext>
                </a:extLst>
              </a:tr>
              <a:tr h="489213">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1100" b="0" i="0" u="sng" strike="noStrike" cap="none" noProof="0">
                          <a:solidFill>
                            <a:srgbClr val="000000"/>
                          </a:solidFill>
                          <a:latin typeface="IBM Plex Sans"/>
                          <a:ea typeface="Calibri"/>
                          <a:cs typeface="Calibri"/>
                          <a:sym typeface="Calibri"/>
                          <a:hlinkClick r:id="rId6">
                            <a:extLst>
                              <a:ext uri="{A12FA001-AC4F-418D-AE19-62706E023703}">
                                <ahyp:hlinkClr xmlns:ahyp="http://schemas.microsoft.com/office/drawing/2018/hyperlinkcolor" val="tx"/>
                              </a:ext>
                            </a:extLst>
                          </a:hlinkClick>
                        </a:rPr>
                        <a:t>Dentsu</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8.30%</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8.30%</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Uses Paid social (ecosystem that blends shopping, video, search, and gaming capabilities) as a proxy to represent search </a:t>
                      </a:r>
                      <a:r>
                        <a:rPr lang="en-US" sz="1000" b="0" i="0" u="none" strike="noStrike" cap="none" noProof="0">
                          <a:solidFill>
                            <a:schemeClr val="dk1"/>
                          </a:solidFill>
                          <a:latin typeface="IBM Plex Sans"/>
                          <a:ea typeface="IBM Plex Sans"/>
                          <a:cs typeface="IBM Plex Sans"/>
                        </a:rPr>
                        <a:t>revenue</a:t>
                      </a:r>
                      <a:endParaRPr lang="en-US" sz="1000"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Medium</a:t>
                      </a:r>
                      <a:endParaRPr lang="en-US" sz="1400" u="none" strike="noStrike" cap="none"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BE4D4"/>
                    </a:solidFill>
                  </a:tcPr>
                </a:tc>
                <a:extLst>
                  <a:ext uri="{0D108BD9-81ED-4DB2-BD59-A6C34878D82A}">
                    <a16:rowId xmlns:a16="http://schemas.microsoft.com/office/drawing/2014/main" val="10005"/>
                  </a:ext>
                </a:extLst>
              </a:tr>
              <a:tr h="489213">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1100" b="0" i="0" u="sng" strike="noStrike" cap="none" noProof="0">
                          <a:solidFill>
                            <a:srgbClr val="000000"/>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Mordor Intelligence</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7F7F7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10.61%</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7F7F7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10.61%</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7F7F7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Uses the online Advertising Market Size and Share to represent searches as the largest share of ad spend comes from this segment</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7F7F7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Medium</a:t>
                      </a:r>
                      <a:endParaRPr lang="en-US" sz="1400" u="none" strike="noStrike" cap="none"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7F7F7F"/>
                      </a:solidFill>
                      <a:prstDash val="solid"/>
                      <a:round/>
                      <a:headEnd type="none" w="sm" len="sm"/>
                      <a:tailEnd type="none" w="sm" len="sm"/>
                    </a:lnB>
                    <a:solidFill>
                      <a:srgbClr val="FBE4D4"/>
                    </a:solidFill>
                  </a:tcPr>
                </a:tc>
                <a:extLst>
                  <a:ext uri="{0D108BD9-81ED-4DB2-BD59-A6C34878D82A}">
                    <a16:rowId xmlns:a16="http://schemas.microsoft.com/office/drawing/2014/main" val="10006"/>
                  </a:ext>
                </a:extLst>
              </a:tr>
              <a:tr h="489213">
                <a:tc rowSpan="2">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err="1">
                          <a:solidFill>
                            <a:schemeClr val="dk1"/>
                          </a:solidFill>
                          <a:latin typeface="IBM Plex Sans"/>
                          <a:ea typeface="IBM Plex Sans"/>
                          <a:cs typeface="IBM Plex Sans"/>
                          <a:sym typeface="IBM Plex Sans"/>
                        </a:rPr>
                        <a:t>RoW</a:t>
                      </a:r>
                      <a:r>
                        <a:rPr lang="en-US" sz="1000" b="1" i="0" u="none" strike="noStrike" cap="none" noProof="0">
                          <a:solidFill>
                            <a:schemeClr val="dk1"/>
                          </a:solidFill>
                          <a:latin typeface="IBM Plex Sans"/>
                          <a:ea typeface="IBM Plex Sans"/>
                          <a:cs typeface="IBM Plex Sans"/>
                          <a:sym typeface="IBM Plex Sans"/>
                        </a:rPr>
                        <a:t> </a:t>
                      </a:r>
                      <a:endParaRPr lang="en-US" sz="1400" u="none" strike="noStrike" cap="none" noProof="0">
                        <a:latin typeface="IBM Plex Sans"/>
                      </a:endParaRPr>
                    </a:p>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Desktop</a:t>
                      </a:r>
                      <a:endParaRPr lang="en-US" sz="1400" u="none" strike="noStrike" cap="none" noProof="0">
                        <a:latin typeface="IBM Plex Sans"/>
                      </a:endParaRPr>
                    </a:p>
                    <a:p>
                      <a:pPr marL="0" marR="0" lvl="0" indent="0" algn="ctr" rtl="0">
                        <a:lnSpc>
                          <a:spcPct val="100000"/>
                        </a:lnSpc>
                        <a:spcBef>
                          <a:spcPts val="0"/>
                        </a:spcBef>
                        <a:spcAft>
                          <a:spcPts val="0"/>
                        </a:spcAft>
                        <a:buClr>
                          <a:srgbClr val="000000"/>
                        </a:buClr>
                        <a:buSzPts val="1200"/>
                        <a:buFont typeface="Arial"/>
                        <a:buNone/>
                      </a:pPr>
                      <a:endParaRPr lang="en-US" sz="1000" b="1" i="0" u="none" strike="noStrike" cap="none" noProof="0">
                        <a:solidFill>
                          <a:schemeClr val="dk1"/>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Avg: 17.9%</a:t>
                      </a:r>
                      <a:endParaRPr lang="en-US" sz="14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12700" cap="flat" cmpd="sng">
                      <a:solidFill>
                        <a:srgbClr val="AEABAB"/>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100"/>
                        <a:buFont typeface="Arial"/>
                        <a:buNone/>
                      </a:pPr>
                      <a:r>
                        <a:rPr lang="en-US" sz="1100" b="0" i="0" u="sng" strike="noStrike" cap="none" noProof="0">
                          <a:solidFill>
                            <a:srgbClr val="000000"/>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Mordor Intelligence</a:t>
                      </a:r>
                      <a:endParaRPr lang="en-US" sz="1100" u="none" strike="noStrike" cap="none" noProof="0">
                        <a:latin typeface="IBM Plex Sans"/>
                      </a:endParaRPr>
                    </a:p>
                  </a:txBody>
                  <a:tcPr marL="45725" marR="9525" marT="9525"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7F7F7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20.32%</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7F7F7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20.32%</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7F7F7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Uses advertising to represent searches as the largest share of ad spend comes from this segment</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7F7F7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Medium</a:t>
                      </a:r>
                      <a:endParaRPr lang="en-US" sz="1400" u="none" strike="noStrike" cap="none"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7F7F7F"/>
                      </a:solidFill>
                      <a:prstDash val="solid"/>
                      <a:round/>
                      <a:headEnd type="none" w="sm" len="sm"/>
                      <a:tailEnd type="none" w="sm" len="sm"/>
                    </a:lnT>
                    <a:lnB w="9525" cap="flat" cmpd="sng">
                      <a:solidFill>
                        <a:srgbClr val="BFBFBF"/>
                      </a:solidFill>
                      <a:prstDash val="solid"/>
                      <a:round/>
                      <a:headEnd type="none" w="sm" len="sm"/>
                      <a:tailEnd type="none" w="sm" len="sm"/>
                    </a:lnB>
                    <a:solidFill>
                      <a:srgbClr val="FBE4D4"/>
                    </a:solidFill>
                  </a:tcPr>
                </a:tc>
                <a:extLst>
                  <a:ext uri="{0D108BD9-81ED-4DB2-BD59-A6C34878D82A}">
                    <a16:rowId xmlns:a16="http://schemas.microsoft.com/office/drawing/2014/main" val="10007"/>
                  </a:ext>
                </a:extLst>
              </a:tr>
              <a:tr h="395733">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1100" b="0" i="0" u="sng" strike="noStrike" cap="none" noProof="0">
                          <a:solidFill>
                            <a:srgbClr val="000000"/>
                          </a:solidFill>
                          <a:latin typeface="IBM Plex Sans"/>
                          <a:ea typeface="Calibri"/>
                          <a:cs typeface="Calibri"/>
                          <a:sym typeface="Calibri"/>
                          <a:hlinkClick r:id="rId3">
                            <a:extLst>
                              <a:ext uri="{A12FA001-AC4F-418D-AE19-62706E023703}">
                                <ahyp:hlinkClr xmlns:ahyp="http://schemas.microsoft.com/office/drawing/2018/hyperlinkcolor" val="tx"/>
                              </a:ext>
                            </a:extLst>
                          </a:hlinkClick>
                        </a:rPr>
                        <a:t>Grand View Research</a:t>
                      </a:r>
                      <a:endParaRPr lang="en-US" sz="11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15.40%</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15.40%</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Uses digital ad market growth to represent search revenue (incl</a:t>
                      </a:r>
                      <a:r>
                        <a:rPr lang="en-US" sz="1000" b="0" i="0" u="none" strike="noStrike" cap="none" noProof="0">
                          <a:solidFill>
                            <a:schemeClr val="dk1"/>
                          </a:solidFill>
                          <a:latin typeface="IBM Plex Sans"/>
                          <a:ea typeface="IBM Plex Sans"/>
                          <a:cs typeface="IBM Plex Sans"/>
                        </a:rPr>
                        <a:t>.</a:t>
                      </a:r>
                      <a:r>
                        <a:rPr lang="en-US" sz="1000" b="0" i="0" u="none" strike="noStrike" cap="none" noProof="0">
                          <a:solidFill>
                            <a:schemeClr val="dk1"/>
                          </a:solidFill>
                          <a:latin typeface="IBM Plex Sans"/>
                          <a:ea typeface="IBM Plex Sans"/>
                          <a:cs typeface="IBM Plex Sans"/>
                          <a:sym typeface="IBM Plex Sans"/>
                        </a:rPr>
                        <a:t> Amazon in calcs)</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Medium</a:t>
                      </a:r>
                      <a:endParaRPr lang="en-US" sz="1400" u="none" strike="noStrike" cap="none"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solidFill>
                      <a:srgbClr val="FBE4D4"/>
                    </a:solidFill>
                  </a:tcPr>
                </a:tc>
                <a:extLst>
                  <a:ext uri="{0D108BD9-81ED-4DB2-BD59-A6C34878D82A}">
                    <a16:rowId xmlns:a16="http://schemas.microsoft.com/office/drawing/2014/main" val="10008"/>
                  </a:ext>
                </a:extLst>
              </a:tr>
              <a:tr h="380997">
                <a:tc rowSpan="2">
                  <a:txBody>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err="1">
                          <a:solidFill>
                            <a:schemeClr val="dk1"/>
                          </a:solidFill>
                          <a:latin typeface="IBM Plex Sans"/>
                          <a:ea typeface="IBM Plex Sans"/>
                          <a:cs typeface="IBM Plex Sans"/>
                          <a:sym typeface="IBM Plex Sans"/>
                        </a:rPr>
                        <a:t>RoW</a:t>
                      </a:r>
                      <a:endParaRPr lang="en-US" sz="1400" u="none" strike="noStrike" cap="none" noProof="0">
                        <a:latin typeface="IBM Plex Sans"/>
                      </a:endParaRPr>
                    </a:p>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Mobile</a:t>
                      </a:r>
                      <a:endParaRPr lang="en-US" sz="1400" u="none" strike="noStrike" cap="none" noProof="0">
                        <a:latin typeface="IBM Plex Sans"/>
                      </a:endParaRPr>
                    </a:p>
                    <a:p>
                      <a:pPr marL="0" marR="0" lvl="0" indent="0" algn="ctr" rtl="0">
                        <a:lnSpc>
                          <a:spcPct val="100000"/>
                        </a:lnSpc>
                        <a:spcBef>
                          <a:spcPts val="0"/>
                        </a:spcBef>
                        <a:spcAft>
                          <a:spcPts val="0"/>
                        </a:spcAft>
                        <a:buClr>
                          <a:srgbClr val="000000"/>
                        </a:buClr>
                        <a:buSzPts val="1200"/>
                        <a:buFont typeface="Arial"/>
                        <a:buNone/>
                      </a:pPr>
                      <a:endParaRPr lang="en-US" sz="1000" b="1" i="0" u="none" strike="noStrike" cap="none" noProof="0">
                        <a:solidFill>
                          <a:schemeClr val="dk1"/>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chemeClr val="dk1"/>
                          </a:solidFill>
                          <a:latin typeface="IBM Plex Sans"/>
                          <a:ea typeface="IBM Plex Sans"/>
                          <a:cs typeface="IBM Plex Sans"/>
                          <a:sym typeface="IBM Plex Sans"/>
                        </a:rPr>
                        <a:t>Avg: 19.0%</a:t>
                      </a:r>
                      <a:endParaRPr lang="en-US" sz="1400" u="none" strike="noStrike" cap="none" noProof="0">
                        <a:latin typeface="IBM Plex Sans"/>
                      </a:endParaRPr>
                    </a:p>
                  </a:txBody>
                  <a:tcPr marL="90000" marR="90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AEABAB"/>
                      </a:solidFill>
                      <a:prstDash val="solid"/>
                      <a:round/>
                      <a:headEnd type="none" w="sm" len="sm"/>
                      <a:tailEnd type="none" w="sm" len="sm"/>
                    </a:lnT>
                    <a:lnB w="12700" cap="flat" cmpd="sng">
                      <a:solidFill>
                        <a:srgbClr val="AEABAB"/>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rgbClr val="000000"/>
                        </a:buClr>
                        <a:buSzPts val="1100"/>
                        <a:buFont typeface="Arial"/>
                        <a:buNone/>
                      </a:pPr>
                      <a:r>
                        <a:rPr lang="en-US" sz="1100" b="0" i="0" u="sng" strike="noStrike" cap="none" noProof="0">
                          <a:solidFill>
                            <a:srgbClr val="000000"/>
                          </a:solidFill>
                          <a:latin typeface="IBM Plex Sans"/>
                          <a:ea typeface="Calibri"/>
                          <a:cs typeface="Calibri"/>
                          <a:sym typeface="Calibri"/>
                          <a:hlinkClick r:id="rId3">
                            <a:extLst>
                              <a:ext uri="{A12FA001-AC4F-418D-AE19-62706E023703}">
                                <ahyp:hlinkClr xmlns:ahyp="http://schemas.microsoft.com/office/drawing/2018/hyperlinkcolor" val="tx"/>
                              </a:ext>
                            </a:extLst>
                          </a:hlinkClick>
                        </a:rPr>
                        <a:t>Grand View Research</a:t>
                      </a:r>
                      <a:endParaRPr lang="en-US" sz="1100" u="none" strike="noStrike" cap="none" noProof="0">
                        <a:latin typeface="IBM Plex Sans"/>
                      </a:endParaRPr>
                    </a:p>
                  </a:txBody>
                  <a:tcPr marL="45725" marR="9525" marT="9525"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17.00%</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17.00%</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Uses digital ad market growth in Asia Pacific to represent search revenue globally</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Medium</a:t>
                      </a:r>
                      <a:endParaRPr lang="en-US" sz="1400" u="none" strike="noStrike" cap="none"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D8D8D8"/>
                      </a:solidFill>
                      <a:prstDash val="solid"/>
                      <a:round/>
                      <a:headEnd type="none" w="sm" len="sm"/>
                      <a:tailEnd type="none" w="sm" len="sm"/>
                    </a:lnB>
                    <a:solidFill>
                      <a:srgbClr val="FBE4D4"/>
                    </a:solidFill>
                  </a:tcPr>
                </a:tc>
                <a:extLst>
                  <a:ext uri="{0D108BD9-81ED-4DB2-BD59-A6C34878D82A}">
                    <a16:rowId xmlns:a16="http://schemas.microsoft.com/office/drawing/2014/main" val="10009"/>
                  </a:ext>
                </a:extLst>
              </a:tr>
              <a:tr h="503949">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1100"/>
                        <a:buFont typeface="Arial"/>
                        <a:buNone/>
                      </a:pPr>
                      <a:r>
                        <a:rPr lang="en-US" sz="1100" b="0" i="0" u="sng" strike="noStrike" cap="none" noProof="0">
                          <a:solidFill>
                            <a:srgbClr val="000000"/>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Mordor Intelligence</a:t>
                      </a:r>
                      <a:endParaRPr lang="en-US" sz="11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20.97%</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000000"/>
                          </a:solidFill>
                          <a:latin typeface="IBM Plex Sans"/>
                          <a:ea typeface="Calibri"/>
                          <a:cs typeface="Calibri"/>
                          <a:sym typeface="Calibri"/>
                        </a:rPr>
                        <a:t>20.97%</a:t>
                      </a:r>
                      <a:endParaRPr lang="en-US" sz="1400" u="none" strike="noStrike" cap="none" noProof="0">
                        <a:latin typeface="IBM Plex Sans"/>
                      </a:endParaRPr>
                    </a:p>
                  </a:txBody>
                  <a:tcPr marL="457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Uses the online Advertising Market Size and Share in the Middle East to represent </a:t>
                      </a:r>
                      <a:r>
                        <a:rPr lang="en-US" sz="1000" b="0" i="0" u="none" strike="noStrike" cap="none" noProof="0">
                          <a:solidFill>
                            <a:schemeClr val="dk1"/>
                          </a:solidFill>
                          <a:latin typeface="IBM Plex Sans"/>
                          <a:ea typeface="IBM Plex Sans"/>
                          <a:cs typeface="IBM Plex Sans"/>
                        </a:rPr>
                        <a:t>search</a:t>
                      </a:r>
                      <a:r>
                        <a:rPr lang="en-US" sz="1000" b="0" i="0" u="none" strike="noStrike" cap="none" noProof="0">
                          <a:solidFill>
                            <a:schemeClr val="dk1"/>
                          </a:solidFill>
                          <a:latin typeface="IBM Plex Sans"/>
                          <a:ea typeface="IBM Plex Sans"/>
                          <a:cs typeface="IBM Plex Sans"/>
                          <a:sym typeface="IBM Plex Sans"/>
                        </a:rPr>
                        <a:t> </a:t>
                      </a:r>
                      <a:r>
                        <a:rPr lang="en-US" sz="1000" b="0" i="0" u="none" strike="noStrike" cap="none" noProof="0">
                          <a:solidFill>
                            <a:schemeClr val="dk1"/>
                          </a:solidFill>
                          <a:latin typeface="IBM Plex Sans"/>
                          <a:ea typeface="IBM Plex Sans"/>
                          <a:cs typeface="IBM Plex Sans"/>
                        </a:rPr>
                        <a:t>as</a:t>
                      </a:r>
                      <a:r>
                        <a:rPr lang="en-US" sz="1000" b="0" i="0" u="none" strike="noStrike" cap="none" noProof="0">
                          <a:solidFill>
                            <a:schemeClr val="dk1"/>
                          </a:solidFill>
                          <a:latin typeface="IBM Plex Sans"/>
                          <a:ea typeface="IBM Plex Sans"/>
                          <a:cs typeface="IBM Plex Sans"/>
                          <a:sym typeface="IBM Plex Sans"/>
                        </a:rPr>
                        <a:t> the largest share of ad spend comes from this segment</a:t>
                      </a: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noProof="0">
                          <a:solidFill>
                            <a:schemeClr val="dk1"/>
                          </a:solidFill>
                          <a:latin typeface="IBM Plex Sans"/>
                          <a:ea typeface="IBM Plex Sans"/>
                          <a:cs typeface="IBM Plex Sans"/>
                          <a:sym typeface="IBM Plex Sans"/>
                        </a:rPr>
                        <a:t>Medium</a:t>
                      </a:r>
                      <a:endParaRPr lang="en-US" sz="1400" u="none" strike="noStrike" cap="none" noProof="0">
                        <a:latin typeface="IBM Plex Sans"/>
                      </a:endParaRPr>
                    </a:p>
                  </a:txBody>
                  <a:tcPr marL="45725" marR="45725"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BE4D4"/>
                    </a:solidFill>
                  </a:tcPr>
                </a:tc>
                <a:extLst>
                  <a:ext uri="{0D108BD9-81ED-4DB2-BD59-A6C34878D82A}">
                    <a16:rowId xmlns:a16="http://schemas.microsoft.com/office/drawing/2014/main" val="10010"/>
                  </a:ext>
                </a:extLst>
              </a:tr>
            </a:tbl>
          </a:graphicData>
        </a:graphic>
      </p:graphicFrame>
      <p:sp>
        <p:nvSpPr>
          <p:cNvPr id="1147" name="Google Shape;1147;g3b32461984d_2_35"/>
          <p:cNvSpPr txBox="1"/>
          <p:nvPr/>
        </p:nvSpPr>
        <p:spPr>
          <a:xfrm>
            <a:off x="420594" y="6276648"/>
            <a:ext cx="9585900" cy="215444"/>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700"/>
              <a:buFont typeface="Arial"/>
              <a:buNone/>
            </a:pPr>
            <a:r>
              <a:rPr lang="en-US" sz="700" b="0" i="0" u="none" strike="noStrike" cap="none" noProof="0">
                <a:solidFill>
                  <a:srgbClr val="7F7F7F"/>
                </a:solidFill>
                <a:latin typeface="IBM Plex Sans"/>
                <a:ea typeface="IBM Plex Sans"/>
                <a:cs typeface="IBM Plex Sans"/>
                <a:sym typeface="IBM Plex Sans"/>
              </a:rPr>
              <a:t>Sources</a:t>
            </a:r>
            <a:r>
              <a:rPr lang="en-US" sz="700" b="1" i="0" u="none" strike="noStrike" cap="none" noProof="0">
                <a:solidFill>
                  <a:srgbClr val="7F7F7F"/>
                </a:solidFill>
                <a:latin typeface="IBM Plex Sans"/>
                <a:ea typeface="IBM Plex Sans"/>
                <a:cs typeface="IBM Plex Sans"/>
                <a:sym typeface="IBM Plex Sans"/>
              </a:rPr>
              <a:t>: </a:t>
            </a:r>
            <a:r>
              <a:rPr lang="en-US" sz="700" b="0" i="0" u="none" strike="noStrike" cap="none" noProof="0">
                <a:solidFill>
                  <a:srgbClr val="7F7F7F"/>
                </a:solidFill>
                <a:latin typeface="IBM Plex Sans"/>
                <a:ea typeface="IBM Plex Sans"/>
                <a:cs typeface="IBM Plex Sans"/>
                <a:sym typeface="IBM Plex Sans"/>
              </a:rPr>
              <a:t>(1) </a:t>
            </a:r>
            <a:r>
              <a:rPr lang="en-US" sz="700" b="0" i="0" u="sng" strike="noStrike" cap="none"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Grand View Research</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ISBA</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Magna Global</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Grand View Research</a:t>
            </a:r>
            <a:r>
              <a:rPr lang="en-US" sz="700" b="0" i="0" u="none" strike="noStrike" cap="none" noProof="0">
                <a:solidFill>
                  <a:srgbClr val="7F7F7F"/>
                </a:solidFill>
                <a:latin typeface="IBM Plex Sans"/>
                <a:ea typeface="IBM Plex Sans"/>
                <a:cs typeface="IBM Plex Sans"/>
                <a:sym typeface="IBM Plex Sans"/>
              </a:rPr>
              <a:t>, (5) </a:t>
            </a:r>
            <a:r>
              <a:rPr lang="en-US" sz="700" b="0" i="0" u="sng" strike="noStrike" cap="none" noProof="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Dentsu</a:t>
            </a:r>
            <a:r>
              <a:rPr lang="en-US" sz="700" b="0" i="0" u="none" strike="noStrike" cap="none" noProof="0">
                <a:solidFill>
                  <a:srgbClr val="7F7F7F"/>
                </a:solidFill>
                <a:latin typeface="IBM Plex Sans"/>
                <a:ea typeface="IBM Plex Sans"/>
                <a:cs typeface="IBM Plex Sans"/>
                <a:sym typeface="IBM Plex Sans"/>
              </a:rPr>
              <a:t>, (6) </a:t>
            </a:r>
            <a:r>
              <a:rPr lang="en-US" sz="700" b="0" i="0" u="sng" strike="noStrike" cap="none" noProof="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Mordor Intelligence</a:t>
            </a:r>
            <a:r>
              <a:rPr lang="en-US" sz="700" b="0" i="0" u="none" strike="noStrike" cap="none" noProof="0">
                <a:solidFill>
                  <a:srgbClr val="7F7F7F"/>
                </a:solidFill>
                <a:latin typeface="IBM Plex Sans"/>
                <a:ea typeface="IBM Plex Sans"/>
                <a:cs typeface="IBM Plex Sans"/>
                <a:sym typeface="IBM Plex Sans"/>
              </a:rPr>
              <a:t>, (7) </a:t>
            </a:r>
            <a:r>
              <a:rPr lang="en-US" sz="700" b="0" i="0" u="sng" strike="noStrike" cap="none"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Mordor Intelligence</a:t>
            </a:r>
            <a:r>
              <a:rPr lang="en-US" sz="700" b="0" i="0" u="none" strike="noStrike" cap="none" noProof="0">
                <a:solidFill>
                  <a:srgbClr val="7F7F7F"/>
                </a:solidFill>
                <a:latin typeface="IBM Plex Sans"/>
                <a:ea typeface="IBM Plex Sans"/>
                <a:cs typeface="IBM Plex Sans"/>
                <a:sym typeface="IBM Plex Sans"/>
              </a:rPr>
              <a:t>, (8) </a:t>
            </a:r>
            <a:r>
              <a:rPr lang="en-US" sz="700" b="0" i="0" u="sng" strike="noStrike" cap="none" noProof="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Grand View Research</a:t>
            </a:r>
            <a:r>
              <a:rPr lang="en-US" sz="700" b="0" i="0" u="none" strike="noStrike" cap="none" noProof="0">
                <a:solidFill>
                  <a:srgbClr val="7F7F7F"/>
                </a:solidFill>
                <a:latin typeface="IBM Plex Sans"/>
                <a:ea typeface="IBM Plex Sans"/>
                <a:cs typeface="IBM Plex Sans"/>
                <a:sym typeface="IBM Plex Sans"/>
              </a:rPr>
              <a:t>, (9) </a:t>
            </a:r>
            <a:r>
              <a:rPr lang="en-US" sz="700" b="0" i="0" u="sng" strike="noStrike" cap="none" noProof="0">
                <a:solidFill>
                  <a:srgbClr val="7F7F7F"/>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Mordor Intelligence</a:t>
            </a:r>
            <a:r>
              <a:rPr lang="en-US" sz="700" b="0" i="0" u="none" strike="noStrike" cap="none" noProof="0">
                <a:solidFill>
                  <a:srgbClr val="7F7F7F"/>
                </a:solidFill>
                <a:latin typeface="IBM Plex Sans"/>
                <a:ea typeface="IBM Plex Sans"/>
                <a:cs typeface="IBM Plex Sans"/>
                <a:sym typeface="IBM Plex Sans"/>
              </a:rPr>
              <a:t>, (10), </a:t>
            </a:r>
            <a:r>
              <a:rPr lang="en-US" sz="700" b="0" i="0" u="sng" strike="noStrike" cap="none" noProof="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Grand View Research</a:t>
            </a:r>
            <a:r>
              <a:rPr lang="en-US" sz="700" b="0" i="0" u="none" strike="noStrike" cap="none" noProof="0">
                <a:solidFill>
                  <a:srgbClr val="7F7F7F"/>
                </a:solidFill>
                <a:latin typeface="IBM Plex Sans"/>
                <a:ea typeface="IBM Plex Sans"/>
                <a:cs typeface="IBM Plex Sans"/>
                <a:sym typeface="IBM Plex Sans"/>
              </a:rPr>
              <a:t>, (11) </a:t>
            </a:r>
            <a:r>
              <a:rPr lang="en-US" sz="700" b="0" i="0" u="sng" strike="noStrike" cap="none"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Mordor Intelligence</a:t>
            </a:r>
            <a:r>
              <a:rPr lang="en-US" sz="700" b="0" i="0" u="none" strike="noStrike" cap="none" noProof="0">
                <a:solidFill>
                  <a:srgbClr val="7F7F7F"/>
                </a:solidFill>
                <a:latin typeface="IBM Plex Sans"/>
                <a:ea typeface="IBM Plex Sans"/>
                <a:cs typeface="IBM Plex Sans"/>
                <a:sym typeface="IBM Plex Sans"/>
              </a:rPr>
              <a:t>, (12) </a:t>
            </a:r>
            <a:r>
              <a:rPr lang="en-US" sz="700" b="0" i="0" u="sng" strike="noStrike" cap="none" noProof="0">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Mordor Intelligence</a:t>
            </a:r>
            <a:endParaRPr lang="en-US" sz="700" b="0" i="0" u="none" strike="noStrike" cap="none" noProof="0">
              <a:solidFill>
                <a:srgbClr val="7F7F7F"/>
              </a:solidFill>
              <a:latin typeface="IBM Plex Sans"/>
              <a:ea typeface="IBM Plex Sans"/>
              <a:cs typeface="IBM Plex Sans"/>
              <a:sym typeface="IBM Plex Sans"/>
            </a:endParaRPr>
          </a:p>
        </p:txBody>
      </p:sp>
      <p:sp>
        <p:nvSpPr>
          <p:cNvPr id="4" name="CaixaDeTexto 3">
            <a:extLst>
              <a:ext uri="{FF2B5EF4-FFF2-40B4-BE49-F238E27FC236}">
                <a16:creationId xmlns:a16="http://schemas.microsoft.com/office/drawing/2014/main" id="{FDFDFB9F-61A2-FA00-993F-842BDBD65BA5}"/>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CPC</a:t>
            </a:r>
          </a:p>
        </p:txBody>
      </p:sp>
    </p:spTree>
    <p:extLst>
      <p:ext uri="{BB962C8B-B14F-4D97-AF65-F5344CB8AC3E}">
        <p14:creationId xmlns:p14="http://schemas.microsoft.com/office/powerpoint/2010/main" val="163286842"/>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1740"/>
        <p:cNvGrpSpPr/>
        <p:nvPr/>
      </p:nvGrpSpPr>
      <p:grpSpPr>
        <a:xfrm>
          <a:off x="0" y="0"/>
          <a:ext cx="0" cy="0"/>
          <a:chOff x="0" y="0"/>
          <a:chExt cx="0" cy="0"/>
        </a:xfrm>
      </p:grpSpPr>
      <p:sp>
        <p:nvSpPr>
          <p:cNvPr id="1741" name="Google Shape;1741;g3b23322d595_2_790"/>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54</a:t>
            </a:fld>
            <a:endParaRPr lang="en-US" noProof="0"/>
          </a:p>
        </p:txBody>
      </p:sp>
      <p:sp>
        <p:nvSpPr>
          <p:cNvPr id="1743" name="Google Shape;1743;g3b23322d595_2_790"/>
          <p:cNvSpPr txBox="1"/>
          <p:nvPr/>
        </p:nvSpPr>
        <p:spPr>
          <a:xfrm>
            <a:off x="454212" y="6636840"/>
            <a:ext cx="8890024" cy="215444"/>
          </a:xfrm>
          <a:prstGeom prst="rect">
            <a:avLst/>
          </a:prstGeom>
          <a:noFill/>
          <a:ln>
            <a:noFill/>
          </a:ln>
        </p:spPr>
        <p:txBody>
          <a:bodyPr spcFirstLastPara="1" wrap="square" lIns="0" tIns="0" rIns="0" bIns="0" anchor="b" anchorCtr="0">
            <a:spAutoFit/>
          </a:bodyPr>
          <a:lstStyle/>
          <a:p>
            <a:pPr>
              <a:buSzPts val="700"/>
            </a:pPr>
            <a:r>
              <a:rPr lang="en-US" sz="700" b="0" i="0" u="none" strike="noStrike" cap="none" noProof="0">
                <a:solidFill>
                  <a:srgbClr val="7F7F7F"/>
                </a:solidFill>
                <a:latin typeface="IBM Plex Sans"/>
                <a:ea typeface="Quattrocento Sans"/>
                <a:cs typeface="Quattrocento Sans"/>
                <a:sym typeface="Quattrocento Sans"/>
              </a:rPr>
              <a:t>Sources: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1)</a:t>
            </a:r>
            <a:r>
              <a:rPr lang="en-US" sz="700" noProof="0">
                <a:solidFill>
                  <a:srgbClr val="7F7F7F"/>
                </a:solidFill>
                <a:latin typeface="IBM Plex Sans"/>
                <a:ea typeface="Quattrocento Sans"/>
                <a:cs typeface="Quattrocento Sans"/>
                <a:sym typeface="Quattrocento Sans"/>
              </a:rPr>
              <a:t> </a:t>
            </a:r>
            <a:r>
              <a:rPr lang="en-US" sz="700" b="0" i="0" u="none" strike="noStrike" cap="none" noProof="0">
                <a:solidFill>
                  <a:srgbClr val="7F7F7F"/>
                </a:solidFill>
                <a:latin typeface="IBM Plex Sans"/>
                <a:ea typeface="Quattrocento Sans"/>
                <a:cs typeface="Quattrocento Sans"/>
                <a:sym typeface="Quattrocento Sans"/>
              </a:rPr>
              <a:t>Brave</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link</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2)Brave</a:t>
            </a:r>
            <a:r>
              <a:rPr lang="en-US" sz="700"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link</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3)Google</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link</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4) Opera</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link</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5) Brave</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link</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6) Google</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link</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7) </a:t>
            </a:r>
            <a:r>
              <a:rPr lang="en-US" sz="700" b="0" i="0" u="sng" strike="noStrike" cap="none" noProof="0">
                <a:solidFill>
                  <a:srgbClr val="7F7F7F"/>
                </a:solidFill>
                <a:latin typeface="IBM Plex Sans"/>
                <a:ea typeface="Quattrocento Sans"/>
                <a:cs typeface="Quattrocento Sans"/>
                <a:sym typeface="Quattrocento Sans"/>
                <a:hlinkClick r:id="rId9">
                  <a:extLst>
                    <a:ext uri="{A12FA001-AC4F-418D-AE19-62706E023703}">
                      <ahyp:hlinkClr xmlns:ahyp="http://schemas.microsoft.com/office/drawing/2018/hyperlinkcolor" val="tx"/>
                    </a:ext>
                  </a:extLst>
                </a:hlinkClick>
              </a:rPr>
              <a:t>Search Engine Land</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8) </a:t>
            </a:r>
            <a:r>
              <a:rPr lang="en-US" sz="700" b="0" i="0" u="sng" strike="noStrike" cap="none" noProof="0">
                <a:solidFill>
                  <a:srgbClr val="7F7F7F"/>
                </a:solidFill>
                <a:latin typeface="IBM Plex Sans"/>
                <a:ea typeface="Quattrocento Sans"/>
                <a:cs typeface="Quattrocento Sans"/>
                <a:sym typeface="Quattrocento Sans"/>
                <a:hlinkClick r:id="rId10">
                  <a:extLst>
                    <a:ext uri="{A12FA001-AC4F-418D-AE19-62706E023703}">
                      <ahyp:hlinkClr xmlns:ahyp="http://schemas.microsoft.com/office/drawing/2018/hyperlinkcolor" val="tx"/>
                    </a:ext>
                  </a:extLst>
                </a:hlinkClick>
              </a:rPr>
              <a:t>Seeking Alpha</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9) </a:t>
            </a:r>
            <a:r>
              <a:rPr lang="en-US" sz="700" b="0" i="0" u="sng" strike="noStrike" cap="none" noProof="0">
                <a:solidFill>
                  <a:srgbClr val="7F7F7F"/>
                </a:solidFill>
                <a:latin typeface="IBM Plex Sans"/>
                <a:ea typeface="Quattrocento Sans"/>
                <a:cs typeface="Quattrocento Sans"/>
                <a:sym typeface="Quattrocento Sans"/>
                <a:hlinkClick r:id="rId11">
                  <a:extLst>
                    <a:ext uri="{A12FA001-AC4F-418D-AE19-62706E023703}">
                      <ahyp:hlinkClr xmlns:ahyp="http://schemas.microsoft.com/office/drawing/2018/hyperlinkcolor" val="tx"/>
                    </a:ext>
                  </a:extLst>
                </a:hlinkClick>
              </a:rPr>
              <a:t>Edge</a:t>
            </a:r>
            <a:r>
              <a:rPr lang="en-US" sz="700" b="0" i="0" u="none" strike="noStrike" cap="none" noProof="0">
                <a:solidFill>
                  <a:srgbClr val="7F7F7F"/>
                </a:solidFill>
                <a:latin typeface="IBM Plex Sans"/>
                <a:ea typeface="Quattrocento Sans"/>
                <a:cs typeface="Quattrocento Sans"/>
                <a:sym typeface="Quattrocento Sans"/>
              </a:rPr>
              <a:t> and </a:t>
            </a:r>
            <a:r>
              <a:rPr lang="en-US" sz="700" b="0" i="0" u="sng" strike="noStrike" cap="none" noProof="0">
                <a:solidFill>
                  <a:srgbClr val="7F7F7F"/>
                </a:solidFill>
                <a:latin typeface="IBM Plex Sans"/>
                <a:ea typeface="Quattrocento Sans"/>
                <a:cs typeface="Quattrocento Sans"/>
                <a:sym typeface="Quattrocento Sans"/>
                <a:hlinkClick r:id="rId12">
                  <a:extLst>
                    <a:ext uri="{A12FA001-AC4F-418D-AE19-62706E023703}">
                      <ahyp:hlinkClr xmlns:ahyp="http://schemas.microsoft.com/office/drawing/2018/hyperlinkcolor" val="tx"/>
                    </a:ext>
                  </a:extLst>
                </a:hlinkClick>
              </a:rPr>
              <a:t>Edge</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10) </a:t>
            </a:r>
            <a:r>
              <a:rPr lang="en-US" sz="700" b="0" i="0" u="sng" strike="noStrike" cap="none" noProof="0">
                <a:solidFill>
                  <a:srgbClr val="7F7F7F"/>
                </a:solidFill>
                <a:latin typeface="IBM Plex Sans"/>
                <a:ea typeface="Quattrocento Sans"/>
                <a:cs typeface="Quattrocento Sans"/>
                <a:sym typeface="Quattrocento Sans"/>
                <a:hlinkClick r:id="rId13">
                  <a:extLst>
                    <a:ext uri="{A12FA001-AC4F-418D-AE19-62706E023703}">
                      <ahyp:hlinkClr xmlns:ahyp="http://schemas.microsoft.com/office/drawing/2018/hyperlinkcolor" val="tx"/>
                    </a:ext>
                  </a:extLst>
                </a:hlinkClick>
              </a:rPr>
              <a:t>Microsoft</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11) </a:t>
            </a:r>
            <a:r>
              <a:rPr lang="en-US" sz="700" b="0" i="0" u="sng" strike="noStrike" cap="none" noProof="0">
                <a:solidFill>
                  <a:srgbClr val="7F7F7F"/>
                </a:solidFill>
                <a:latin typeface="IBM Plex Sans"/>
                <a:ea typeface="Quattrocento Sans"/>
                <a:cs typeface="Quattrocento Sans"/>
                <a:sym typeface="Quattrocento Sans"/>
                <a:hlinkClick r:id="rId14">
                  <a:extLst>
                    <a:ext uri="{A12FA001-AC4F-418D-AE19-62706E023703}">
                      <ahyp:hlinkClr xmlns:ahyp="http://schemas.microsoft.com/office/drawing/2018/hyperlinkcolor" val="tx"/>
                    </a:ext>
                  </a:extLst>
                </a:hlinkClick>
              </a:rPr>
              <a:t>Open AI</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12) </a:t>
            </a:r>
            <a:r>
              <a:rPr lang="en-US" sz="700" b="0" i="0" u="sng" strike="noStrike" cap="none" noProof="0">
                <a:solidFill>
                  <a:srgbClr val="7F7F7F"/>
                </a:solidFill>
                <a:latin typeface="IBM Plex Sans"/>
                <a:ea typeface="Quattrocento Sans"/>
                <a:cs typeface="Quattrocento Sans"/>
                <a:sym typeface="Quattrocento Sans"/>
                <a:hlinkClick r:id="rId15">
                  <a:extLst>
                    <a:ext uri="{A12FA001-AC4F-418D-AE19-62706E023703}">
                      <ahyp:hlinkClr xmlns:ahyp="http://schemas.microsoft.com/office/drawing/2018/hyperlinkcolor" val="tx"/>
                    </a:ext>
                  </a:extLst>
                </a:hlinkClick>
              </a:rPr>
              <a:t>Gen AI</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13) </a:t>
            </a:r>
            <a:r>
              <a:rPr lang="en-US" sz="700" b="0" i="0" u="sng" strike="noStrike" cap="none" noProof="0">
                <a:solidFill>
                  <a:srgbClr val="7F7F7F"/>
                </a:solidFill>
                <a:latin typeface="IBM Plex Sans"/>
                <a:ea typeface="Quattrocento Sans"/>
                <a:cs typeface="Quattrocento Sans"/>
                <a:sym typeface="Quattrocento Sans"/>
                <a:hlinkClick r:id="rId16">
                  <a:extLst>
                    <a:ext uri="{A12FA001-AC4F-418D-AE19-62706E023703}">
                      <ahyp:hlinkClr xmlns:ahyp="http://schemas.microsoft.com/office/drawing/2018/hyperlinkcolor" val="tx"/>
                    </a:ext>
                  </a:extLst>
                </a:hlinkClick>
              </a:rPr>
              <a:t>Perplexity</a:t>
            </a:r>
            <a:r>
              <a:rPr lang="en-US" sz="700" b="0" i="0" u="none" strike="noStrike" cap="none" noProof="0">
                <a:solidFill>
                  <a:srgbClr val="7F7F7F"/>
                </a:solidFill>
                <a:latin typeface="IBM Plex Sans"/>
                <a:ea typeface="Quattrocento Sans"/>
                <a:cs typeface="Quattrocento Sans"/>
                <a:sym typeface="Quattrocento Sans"/>
              </a:rPr>
              <a:t> and </a:t>
            </a:r>
            <a:r>
              <a:rPr lang="en-US" sz="700" b="0" i="0" u="sng" strike="noStrike" cap="none" noProof="0">
                <a:solidFill>
                  <a:srgbClr val="7F7F7F"/>
                </a:solidFill>
                <a:latin typeface="IBM Plex Sans"/>
                <a:ea typeface="Quattrocento Sans"/>
                <a:cs typeface="Quattrocento Sans"/>
                <a:sym typeface="Quattrocento Sans"/>
                <a:hlinkClick r:id="rId17">
                  <a:extLst>
                    <a:ext uri="{A12FA001-AC4F-418D-AE19-62706E023703}">
                      <ahyp:hlinkClr xmlns:ahyp="http://schemas.microsoft.com/office/drawing/2018/hyperlinkcolor" val="tx"/>
                    </a:ext>
                  </a:extLst>
                </a:hlinkClick>
              </a:rPr>
              <a:t>Perplexity</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14) </a:t>
            </a:r>
            <a:r>
              <a:rPr lang="en-US" sz="700" b="0" i="0" u="sng" strike="noStrike" cap="none" noProof="0">
                <a:solidFill>
                  <a:srgbClr val="7F7F7F"/>
                </a:solidFill>
                <a:latin typeface="IBM Plex Sans"/>
                <a:ea typeface="Quattrocento Sans"/>
                <a:cs typeface="Quattrocento Sans"/>
                <a:sym typeface="Quattrocento Sans"/>
                <a:hlinkClick r:id="rId18">
                  <a:extLst>
                    <a:ext uri="{A12FA001-AC4F-418D-AE19-62706E023703}">
                      <ahyp:hlinkClr xmlns:ahyp="http://schemas.microsoft.com/office/drawing/2018/hyperlinkcolor" val="tx"/>
                    </a:ext>
                  </a:extLst>
                </a:hlinkClick>
              </a:rPr>
              <a:t>Comet </a:t>
            </a:r>
            <a:r>
              <a:rPr lang="en-US" sz="700" b="0" i="0" u="none" strike="noStrike" cap="none" noProof="0">
                <a:solidFill>
                  <a:srgbClr val="7F7F7F"/>
                </a:solidFill>
                <a:latin typeface="IBM Plex Sans"/>
                <a:ea typeface="Quattrocento Sans"/>
                <a:cs typeface="Quattrocento Sans"/>
                <a:sym typeface="Quattrocento Sans"/>
              </a:rPr>
              <a:t>and </a:t>
            </a:r>
            <a:r>
              <a:rPr lang="en-US" sz="700" b="0" i="0" u="sng" strike="noStrike" cap="none" noProof="0">
                <a:solidFill>
                  <a:srgbClr val="7F7F7F"/>
                </a:solidFill>
                <a:latin typeface="IBM Plex Sans"/>
                <a:ea typeface="Quattrocento Sans"/>
                <a:cs typeface="Quattrocento Sans"/>
                <a:sym typeface="Quattrocento Sans"/>
                <a:hlinkClick r:id="rId19">
                  <a:extLst>
                    <a:ext uri="{A12FA001-AC4F-418D-AE19-62706E023703}">
                      <ahyp:hlinkClr xmlns:ahyp="http://schemas.microsoft.com/office/drawing/2018/hyperlinkcolor" val="tx"/>
                    </a:ext>
                  </a:extLst>
                </a:hlinkClick>
              </a:rPr>
              <a:t>Comet</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sym typeface="Quattrocento Sans"/>
              </a:rPr>
              <a:t>(15) </a:t>
            </a:r>
            <a:r>
              <a:rPr lang="en-US" sz="700" noProof="0">
                <a:solidFill>
                  <a:srgbClr val="7F7F7F"/>
                </a:solidFill>
                <a:latin typeface="IBM Plex Sans"/>
                <a:sym typeface="Quattrocento Sans"/>
                <a:hlinkClick r:id="rId20">
                  <a:extLst>
                    <a:ext uri="{A12FA001-AC4F-418D-AE19-62706E023703}">
                      <ahyp:hlinkClr xmlns:ahyp="http://schemas.microsoft.com/office/drawing/2018/hyperlinkcolor" val="tx"/>
                    </a:ext>
                  </a:extLst>
                </a:hlinkClick>
              </a:rPr>
              <a:t>Firefox</a:t>
            </a:r>
            <a:r>
              <a:rPr lang="en-US" sz="700" noProof="0">
                <a:solidFill>
                  <a:srgbClr val="7F7F7F"/>
                </a:solidFill>
                <a:latin typeface="IBM Plex Sans"/>
                <a:sym typeface="Quattrocento Sans"/>
              </a:rPr>
              <a:t>, (17) </a:t>
            </a:r>
            <a:r>
              <a:rPr lang="en-US" sz="700" noProof="0">
                <a:solidFill>
                  <a:srgbClr val="7F7F7F"/>
                </a:solidFill>
                <a:latin typeface="IBM Plex Sans"/>
                <a:sym typeface="Quattrocento Sans"/>
                <a:hlinkClick r:id="rId21">
                  <a:extLst>
                    <a:ext uri="{A12FA001-AC4F-418D-AE19-62706E023703}">
                      <ahyp:hlinkClr xmlns:ahyp="http://schemas.microsoft.com/office/drawing/2018/hyperlinkcolor" val="tx"/>
                    </a:ext>
                  </a:extLst>
                </a:hlinkClick>
              </a:rPr>
              <a:t>Mozilla AI Chatbot</a:t>
            </a:r>
          </a:p>
        </p:txBody>
      </p:sp>
      <p:graphicFrame>
        <p:nvGraphicFramePr>
          <p:cNvPr id="1744" name="Google Shape;1744;g3b23322d595_2_790"/>
          <p:cNvGraphicFramePr/>
          <p:nvPr>
            <p:extLst>
              <p:ext uri="{D42A27DB-BD31-4B8C-83A1-F6EECF244321}">
                <p14:modId xmlns:p14="http://schemas.microsoft.com/office/powerpoint/2010/main" val="3740765110"/>
              </p:ext>
            </p:extLst>
          </p:nvPr>
        </p:nvGraphicFramePr>
        <p:xfrm>
          <a:off x="450091" y="1653145"/>
          <a:ext cx="11075126" cy="4167475"/>
        </p:xfrm>
        <a:graphic>
          <a:graphicData uri="http://schemas.openxmlformats.org/drawingml/2006/table">
            <a:tbl>
              <a:tblPr>
                <a:noFill/>
                <a:tableStyleId>{16461213-F4DB-495F-93F5-F8E8B3FAFA39}</a:tableStyleId>
              </a:tblPr>
              <a:tblGrid>
                <a:gridCol w="1806594">
                  <a:extLst>
                    <a:ext uri="{9D8B030D-6E8A-4147-A177-3AD203B41FA5}">
                      <a16:colId xmlns:a16="http://schemas.microsoft.com/office/drawing/2014/main" val="20000"/>
                    </a:ext>
                  </a:extLst>
                </a:gridCol>
                <a:gridCol w="1324076">
                  <a:extLst>
                    <a:ext uri="{9D8B030D-6E8A-4147-A177-3AD203B41FA5}">
                      <a16:colId xmlns:a16="http://schemas.microsoft.com/office/drawing/2014/main" val="20001"/>
                    </a:ext>
                  </a:extLst>
                </a:gridCol>
                <a:gridCol w="1324076">
                  <a:extLst>
                    <a:ext uri="{9D8B030D-6E8A-4147-A177-3AD203B41FA5}">
                      <a16:colId xmlns:a16="http://schemas.microsoft.com/office/drawing/2014/main" val="20002"/>
                    </a:ext>
                  </a:extLst>
                </a:gridCol>
                <a:gridCol w="1324076">
                  <a:extLst>
                    <a:ext uri="{9D8B030D-6E8A-4147-A177-3AD203B41FA5}">
                      <a16:colId xmlns:a16="http://schemas.microsoft.com/office/drawing/2014/main" val="20003"/>
                    </a:ext>
                  </a:extLst>
                </a:gridCol>
                <a:gridCol w="1324076">
                  <a:extLst>
                    <a:ext uri="{9D8B030D-6E8A-4147-A177-3AD203B41FA5}">
                      <a16:colId xmlns:a16="http://schemas.microsoft.com/office/drawing/2014/main" val="2326128416"/>
                    </a:ext>
                  </a:extLst>
                </a:gridCol>
                <a:gridCol w="1324076">
                  <a:extLst>
                    <a:ext uri="{9D8B030D-6E8A-4147-A177-3AD203B41FA5}">
                      <a16:colId xmlns:a16="http://schemas.microsoft.com/office/drawing/2014/main" val="20004"/>
                    </a:ext>
                  </a:extLst>
                </a:gridCol>
                <a:gridCol w="1324076">
                  <a:extLst>
                    <a:ext uri="{9D8B030D-6E8A-4147-A177-3AD203B41FA5}">
                      <a16:colId xmlns:a16="http://schemas.microsoft.com/office/drawing/2014/main" val="20006"/>
                    </a:ext>
                  </a:extLst>
                </a:gridCol>
                <a:gridCol w="1324076">
                  <a:extLst>
                    <a:ext uri="{9D8B030D-6E8A-4147-A177-3AD203B41FA5}">
                      <a16:colId xmlns:a16="http://schemas.microsoft.com/office/drawing/2014/main" val="20007"/>
                    </a:ext>
                  </a:extLst>
                </a:gridCol>
              </a:tblGrid>
              <a:tr h="329175">
                <a:tc>
                  <a:txBody>
                    <a:bodyPr/>
                    <a:lstStyle/>
                    <a:p>
                      <a:pPr marL="0" marR="0" lvl="0" indent="0" algn="ctr" rtl="0">
                        <a:lnSpc>
                          <a:spcPct val="100000"/>
                        </a:lnSpc>
                        <a:spcBef>
                          <a:spcPts val="0"/>
                        </a:spcBef>
                        <a:spcAft>
                          <a:spcPts val="0"/>
                        </a:spcAft>
                        <a:buClr>
                          <a:srgbClr val="000000"/>
                        </a:buClr>
                        <a:buSzPts val="1100"/>
                        <a:buFont typeface="Arial"/>
                        <a:buNone/>
                      </a:pPr>
                      <a:endParaRPr lang="en-US" sz="900" u="none" strike="noStrike" cap="none" baseline="30000" noProof="0">
                        <a:solidFill>
                          <a:schemeClr val="dk1"/>
                        </a:solidFill>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204E79"/>
                        </a:buClr>
                        <a:buSzPts val="1100"/>
                        <a:buFont typeface="Calibri"/>
                        <a:buNone/>
                      </a:pPr>
                      <a:r>
                        <a:rPr lang="en-US" sz="900" b="1" i="0" u="none" strike="noStrike" cap="none" noProof="0">
                          <a:solidFill>
                            <a:schemeClr val="lt1"/>
                          </a:solidFill>
                          <a:latin typeface="IBM Plex Sans"/>
                          <a:ea typeface="IBM Plex Sans"/>
                          <a:cs typeface="IBM Plex Sans"/>
                          <a:sym typeface="IBM Plex Sans"/>
                        </a:rPr>
                        <a:t>Firefox + AI chatbot sidebar</a:t>
                      </a:r>
                      <a:r>
                        <a:rPr lang="en-US" sz="900" b="1" i="0" u="none" strike="noStrike" cap="none" baseline="30000" noProof="0">
                          <a:solidFill>
                            <a:schemeClr val="lt1"/>
                          </a:solidFill>
                          <a:latin typeface="IBM Plex Sans"/>
                          <a:ea typeface="IBM Plex Sans"/>
                          <a:cs typeface="IBM Plex Sans"/>
                          <a:sym typeface="IBM Plex Sans"/>
                        </a:rPr>
                        <a:t>16,17</a:t>
                      </a:r>
                      <a:endParaRPr lang="en-US" sz="900" u="none" strike="noStrike" cap="none" baseline="30000" noProof="0">
                        <a:solidFill>
                          <a:schemeClr val="lt1"/>
                        </a:solidFill>
                        <a:latin typeface="IBM Plex Sans"/>
                        <a:ea typeface="IBM Plex Sans"/>
                        <a:cs typeface="IBM Plex Sans"/>
                        <a:sym typeface="IBM Plex Sans"/>
                      </a:endParaRP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Brave + </a:t>
                      </a:r>
                      <a:endParaRPr lang="en-US" sz="900" u="none" strike="noStrike" cap="none" noProof="0">
                        <a:solidFill>
                          <a:schemeClr val="lt1"/>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Leo AI</a:t>
                      </a:r>
                      <a:r>
                        <a:rPr lang="en-US" sz="900" u="none" strike="noStrike" cap="none" baseline="30000" noProof="0">
                          <a:solidFill>
                            <a:schemeClr val="lt1"/>
                          </a:solidFill>
                          <a:latin typeface="IBM Plex Sans"/>
                          <a:ea typeface="IBM Plex Sans"/>
                          <a:cs typeface="IBM Plex Sans"/>
                          <a:sym typeface="IBM Plex Sans"/>
                        </a:rPr>
                        <a:t>1,2</a:t>
                      </a:r>
                      <a:endParaRPr lang="en-US" sz="900" u="none" strike="noStrike" cap="none" noProof="0">
                        <a:solidFill>
                          <a:schemeClr val="lt1"/>
                        </a:solidFill>
                        <a:latin typeface="IBM Plex Sans"/>
                        <a:ea typeface="IBM Plex Sans"/>
                        <a:cs typeface="IBM Plex Sans"/>
                        <a:sym typeface="IBM Plex Sans"/>
                      </a:endParaRP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Chrome + Gemini AI</a:t>
                      </a:r>
                      <a:r>
                        <a:rPr lang="en-US" sz="900" u="none" strike="noStrike" cap="none" baseline="30000" noProof="0">
                          <a:solidFill>
                            <a:schemeClr val="lt1"/>
                          </a:solidFill>
                          <a:latin typeface="IBM Plex Sans"/>
                          <a:ea typeface="IBM Plex Sans"/>
                          <a:cs typeface="IBM Plex Sans"/>
                          <a:sym typeface="IBM Plex Sans"/>
                        </a:rPr>
                        <a:t>3</a:t>
                      </a:r>
                      <a:endParaRPr lang="en-US" sz="900" u="none" strike="noStrike" cap="none" noProof="0">
                        <a:solidFill>
                          <a:schemeClr val="lt1"/>
                        </a:solidFill>
                        <a:latin typeface="IBM Plex Sans"/>
                        <a:ea typeface="IBM Plex Sans"/>
                        <a:cs typeface="IBM Plex Sans"/>
                        <a:sym typeface="IBM Plex Sans"/>
                      </a:endParaRP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Edge + Copilot</a:t>
                      </a:r>
                      <a:r>
                        <a:rPr lang="en-US" sz="900" b="1" u="none" strike="noStrike" cap="none" baseline="30000" noProof="0">
                          <a:solidFill>
                            <a:schemeClr val="lt1"/>
                          </a:solidFill>
                          <a:latin typeface="IBM Plex Sans"/>
                          <a:ea typeface="IBM Plex Sans"/>
                          <a:cs typeface="IBM Plex Sans"/>
                          <a:sym typeface="IBM Plex Sans"/>
                        </a:rPr>
                        <a:t>9,10</a:t>
                      </a:r>
                    </a:p>
                  </a:txBody>
                  <a:tcPr marL="91450" marR="9145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Opera + </a:t>
                      </a:r>
                      <a:endParaRPr lang="en-US" sz="900" u="none" strike="noStrike" cap="none" noProof="0">
                        <a:solidFill>
                          <a:schemeClr val="lt1"/>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Aria AI</a:t>
                      </a:r>
                      <a:r>
                        <a:rPr lang="en-US" sz="900" b="1" u="none" strike="noStrike" cap="none" baseline="30000" noProof="0">
                          <a:solidFill>
                            <a:schemeClr val="lt1"/>
                          </a:solidFill>
                          <a:latin typeface="IBM Plex Sans"/>
                          <a:ea typeface="IBM Plex Sans"/>
                          <a:cs typeface="IBM Plex Sans"/>
                          <a:sym typeface="IBM Plex Sans"/>
                        </a:rPr>
                        <a:t>4</a:t>
                      </a:r>
                      <a:endParaRPr lang="en-US" sz="900" u="none" strike="noStrike" cap="none" noProof="0">
                        <a:solidFill>
                          <a:schemeClr val="lt1"/>
                        </a:solidFill>
                        <a:latin typeface="IBM Plex Sans"/>
                        <a:ea typeface="IBM Plex Sans"/>
                        <a:cs typeface="IBM Plex Sans"/>
                        <a:sym typeface="IBM Plex Sans"/>
                      </a:endParaRP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Atlas </a:t>
                      </a:r>
                      <a:endParaRPr lang="en-US" sz="900" u="none" strike="noStrike" cap="none" noProof="0">
                        <a:solidFill>
                          <a:schemeClr val="lt1"/>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a:t>
                      </a:r>
                      <a:r>
                        <a:rPr lang="en-US" sz="900" b="1" u="none" strike="noStrike" cap="none" noProof="0">
                          <a:solidFill>
                            <a:schemeClr val="lt1"/>
                          </a:solidFill>
                          <a:latin typeface="IBM Plex Sans"/>
                          <a:ea typeface="IBM Plex Sans"/>
                          <a:cs typeface="IBM Plex Sans"/>
                        </a:rPr>
                        <a:t>ChatGPT</a:t>
                      </a:r>
                      <a:r>
                        <a:rPr lang="en-US" sz="900" b="1" u="none" strike="noStrike" cap="none" noProof="0">
                          <a:solidFill>
                            <a:schemeClr val="lt1"/>
                          </a:solidFill>
                          <a:latin typeface="IBM Plex Sans"/>
                          <a:ea typeface="IBM Plex Sans"/>
                          <a:cs typeface="IBM Plex Sans"/>
                          <a:sym typeface="IBM Plex Sans"/>
                        </a:rPr>
                        <a:t>)</a:t>
                      </a:r>
                      <a:r>
                        <a:rPr lang="en-US" sz="900" b="1" u="none" strike="noStrike" cap="none" baseline="30000" noProof="0">
                          <a:solidFill>
                            <a:schemeClr val="lt1"/>
                          </a:solidFill>
                          <a:latin typeface="IBM Plex Sans"/>
                          <a:ea typeface="IBM Plex Sans"/>
                          <a:cs typeface="IBM Plex Sans"/>
                          <a:sym typeface="IBM Plex Sans"/>
                        </a:rPr>
                        <a:t>11,12</a:t>
                      </a:r>
                      <a:endParaRPr lang="en-US" sz="900" u="none" strike="noStrike" cap="none" noProof="0">
                        <a:solidFill>
                          <a:schemeClr val="lt1"/>
                        </a:solidFill>
                        <a:latin typeface="IBM Plex Sans"/>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Comet (Perplexity)</a:t>
                      </a:r>
                      <a:r>
                        <a:rPr lang="en-US" sz="900" b="1" u="none" strike="noStrike" cap="none" baseline="30000" noProof="0">
                          <a:solidFill>
                            <a:schemeClr val="lt1"/>
                          </a:solidFill>
                          <a:latin typeface="IBM Plex Sans"/>
                          <a:ea typeface="IBM Plex Sans"/>
                          <a:cs typeface="IBM Plex Sans"/>
                          <a:sym typeface="IBM Plex Sans"/>
                        </a:rPr>
                        <a:t>13,14</a:t>
                      </a:r>
                      <a:endParaRPr lang="en-US" sz="900" u="none" strike="noStrike" cap="none" noProof="0">
                        <a:solidFill>
                          <a:schemeClr val="lt1"/>
                        </a:solidFill>
                        <a:latin typeface="IBM Plex Sans"/>
                        <a:ea typeface="IBM Plex Sans"/>
                        <a:cs typeface="IBM Plex Sans"/>
                        <a:sym typeface="IBM Plex Sans"/>
                      </a:endParaRP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365775">
                <a:tc>
                  <a:txBody>
                    <a:bodyPr/>
                    <a:lstStyle/>
                    <a:p>
                      <a:pPr marL="0" marR="0" lvl="0" indent="0" algn="l" rtl="0">
                        <a:lnSpc>
                          <a:spcPct val="100000"/>
                        </a:lnSpc>
                        <a:spcBef>
                          <a:spcPts val="0"/>
                        </a:spcBef>
                        <a:spcAft>
                          <a:spcPts val="0"/>
                        </a:spcAft>
                        <a:buClr>
                          <a:schemeClr val="lt1"/>
                        </a:buClr>
                        <a:buSzPts val="1100"/>
                        <a:buFont typeface="Arial"/>
                        <a:buNone/>
                      </a:pPr>
                      <a:r>
                        <a:rPr lang="en-US" sz="900" b="1" u="none" strike="noStrike" cap="none" noProof="0">
                          <a:solidFill>
                            <a:schemeClr val="dk1"/>
                          </a:solidFill>
                          <a:latin typeface="IBM Plex Sans"/>
                          <a:ea typeface="IBM Plex Sans"/>
                          <a:cs typeface="IBM Plex Sans"/>
                          <a:sym typeface="IBM Plex Sans"/>
                        </a:rPr>
                        <a:t>1. Model variants</a:t>
                      </a:r>
                      <a:endParaRPr lang="en-US" sz="900" u="none" strike="noStrike" cap="none" noProof="0">
                        <a:solidFill>
                          <a:schemeClr val="dk1"/>
                        </a:solidFill>
                        <a:latin typeface="IBM Plex Sans"/>
                        <a:ea typeface="IBM Plex Sans"/>
                        <a:cs typeface="IBM Plex Sans"/>
                        <a:sym typeface="IBM Plex Sans"/>
                      </a:endParaRPr>
                    </a:p>
                    <a:p>
                      <a:pPr marL="0" marR="0" lvl="0" indent="0" algn="l" rtl="0">
                        <a:lnSpc>
                          <a:spcPct val="100000"/>
                        </a:lnSpc>
                        <a:spcBef>
                          <a:spcPts val="0"/>
                        </a:spcBef>
                        <a:spcAft>
                          <a:spcPts val="0"/>
                        </a:spcAft>
                        <a:buClr>
                          <a:schemeClr val="lt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(multiple sizes and versions)</a:t>
                      </a: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365775">
                <a:tc>
                  <a:txBody>
                    <a:bodyPr/>
                    <a:lstStyle/>
                    <a:p>
                      <a:pPr marL="0" marR="0" lvl="0" indent="0" algn="l" rtl="0">
                        <a:lnSpc>
                          <a:spcPct val="100000"/>
                        </a:lnSpc>
                        <a:spcBef>
                          <a:spcPts val="0"/>
                        </a:spcBef>
                        <a:spcAft>
                          <a:spcPts val="0"/>
                        </a:spcAft>
                        <a:buClr>
                          <a:schemeClr val="lt1"/>
                        </a:buClr>
                        <a:buSzPts val="1100"/>
                        <a:buFont typeface="Arial"/>
                        <a:buNone/>
                      </a:pPr>
                      <a:r>
                        <a:rPr lang="en-US" sz="900" b="1" i="0" u="none" strike="noStrike" cap="none" noProof="0">
                          <a:solidFill>
                            <a:schemeClr val="dk1"/>
                          </a:solidFill>
                          <a:latin typeface="IBM Plex Sans"/>
                          <a:ea typeface="IBM Plex Sans"/>
                          <a:cs typeface="IBM Plex Sans"/>
                          <a:sym typeface="IBM Plex Sans"/>
                        </a:rPr>
                        <a:t>2. Browser &amp; OS integration</a:t>
                      </a:r>
                      <a:endParaRPr lang="en-US" sz="900" u="none" strike="noStrike" cap="none" noProof="0">
                        <a:solidFill>
                          <a:schemeClr val="dk1"/>
                        </a:solidFill>
                        <a:latin typeface="IBM Plex Sans"/>
                        <a:ea typeface="IBM Plex Sans"/>
                        <a:cs typeface="IBM Plex Sans"/>
                        <a:sym typeface="IBM Plex Sans"/>
                      </a:endParaRPr>
                    </a:p>
                    <a:p>
                      <a:pPr marL="0" marR="0" lvl="0" indent="0" algn="l" rtl="0">
                        <a:lnSpc>
                          <a:spcPct val="100000"/>
                        </a:lnSpc>
                        <a:spcBef>
                          <a:spcPts val="0"/>
                        </a:spcBef>
                        <a:spcAft>
                          <a:spcPts val="0"/>
                        </a:spcAft>
                        <a:buClr>
                          <a:schemeClr val="lt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(works </a:t>
                      </a:r>
                      <a:r>
                        <a:rPr lang="en-US" sz="900" b="0" i="0" u="none" strike="noStrike" cap="none" noProof="0">
                          <a:solidFill>
                            <a:schemeClr val="dk1"/>
                          </a:solidFill>
                          <a:latin typeface="IBM Plex Sans"/>
                          <a:ea typeface="IBM Plex Sans"/>
                          <a:cs typeface="IBM Plex Sans"/>
                        </a:rPr>
                        <a:t>seamlessly</a:t>
                      </a:r>
                      <a:r>
                        <a:rPr lang="en-US" sz="900" b="0" i="0" u="none" strike="noStrike" cap="none" noProof="0">
                          <a:solidFill>
                            <a:schemeClr val="dk1"/>
                          </a:solidFill>
                          <a:latin typeface="IBM Plex Sans"/>
                          <a:ea typeface="IBM Plex Sans"/>
                          <a:cs typeface="IBM Plex Sans"/>
                          <a:sym typeface="IBM Plex Sans"/>
                        </a:rPr>
                        <a:t> across devices</a:t>
                      </a:r>
                      <a:endParaRPr lang="en-US" sz="900" u="none" strike="noStrike" cap="none" noProof="0">
                        <a:solidFill>
                          <a:schemeClr val="dk1"/>
                        </a:solidFill>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FF0000"/>
                          </a:solidFill>
                          <a:latin typeface="IBM Plex Sans"/>
                          <a:ea typeface="IBM Plex Sans"/>
                          <a:cs typeface="IBM Plex Sans"/>
                          <a:sym typeface="IBM Plex Sans"/>
                        </a:rPr>
                        <a:t>🗶</a:t>
                      </a:r>
                      <a:endParaRPr lang="en-US" sz="1100" b="0" u="none" strike="noStrike" cap="none" noProof="0">
                        <a:solidFill>
                          <a:srgbClr val="FF0000"/>
                        </a:solidFill>
                        <a:latin typeface="IBM Plex Sans"/>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FF0000"/>
                          </a:solidFill>
                          <a:latin typeface="IBM Plex Sans"/>
                          <a:ea typeface="IBM Plex Sans"/>
                          <a:cs typeface="IBM Plex Sans"/>
                          <a:sym typeface="IBM Plex Sans"/>
                        </a:rPr>
                        <a:t>🗶</a:t>
                      </a:r>
                      <a:endParaRPr lang="en-US" sz="1100" b="0" u="none" strike="noStrike" cap="none" noProof="0">
                        <a:solidFill>
                          <a:srgbClr val="FF0000"/>
                        </a:solidFill>
                        <a:latin typeface="IBM Plex Sans"/>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746489788"/>
                  </a:ext>
                </a:extLst>
              </a:tr>
              <a:tr h="365775">
                <a:tc>
                  <a:txBody>
                    <a:bodyPr/>
                    <a:lstStyle/>
                    <a:p>
                      <a:pPr marL="0" marR="0" lvl="0" indent="0" algn="l" rtl="0">
                        <a:lnSpc>
                          <a:spcPct val="100000"/>
                        </a:lnSpc>
                        <a:spcBef>
                          <a:spcPts val="0"/>
                        </a:spcBef>
                        <a:spcAft>
                          <a:spcPts val="0"/>
                        </a:spcAft>
                        <a:buClr>
                          <a:schemeClr val="lt1"/>
                        </a:buClr>
                        <a:buSzPts val="1100"/>
                        <a:buFont typeface="Arial"/>
                        <a:buNone/>
                      </a:pPr>
                      <a:r>
                        <a:rPr lang="en-US" sz="900" b="1" u="none" strike="noStrike" cap="none" noProof="0">
                          <a:solidFill>
                            <a:schemeClr val="dk1"/>
                          </a:solidFill>
                          <a:latin typeface="IBM Plex Sans"/>
                          <a:ea typeface="IBM Plex Sans"/>
                          <a:cs typeface="IBM Plex Sans"/>
                          <a:sym typeface="IBM Plex Sans"/>
                        </a:rPr>
                        <a:t>3. Safety focus</a:t>
                      </a:r>
                      <a:endParaRPr lang="en-US" sz="900" u="none" strike="noStrike" cap="none" noProof="0">
                        <a:solidFill>
                          <a:schemeClr val="dk1"/>
                        </a:solidFill>
                        <a:latin typeface="IBM Plex Sans"/>
                        <a:ea typeface="IBM Plex Sans"/>
                        <a:cs typeface="IBM Plex Sans"/>
                        <a:sym typeface="IBM Plex Sans"/>
                      </a:endParaRPr>
                    </a:p>
                    <a:p>
                      <a:pPr marL="0" marR="0" lvl="0" indent="0" algn="l" rtl="0">
                        <a:lnSpc>
                          <a:spcPct val="100000"/>
                        </a:lnSpc>
                        <a:spcBef>
                          <a:spcPts val="0"/>
                        </a:spcBef>
                        <a:spcAft>
                          <a:spcPts val="0"/>
                        </a:spcAft>
                        <a:buClr>
                          <a:schemeClr val="lt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(strong guardrails/reliability)</a:t>
                      </a: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488302765"/>
                  </a:ext>
                </a:extLst>
              </a:tr>
              <a:tr h="365775">
                <a:tc>
                  <a:txBody>
                    <a:bodyPr/>
                    <a:lstStyle/>
                    <a:p>
                      <a:pPr marL="0" marR="0" lvl="0" indent="0" algn="l" rtl="0">
                        <a:lnSpc>
                          <a:spcPct val="100000"/>
                        </a:lnSpc>
                        <a:spcBef>
                          <a:spcPts val="0"/>
                        </a:spcBef>
                        <a:spcAft>
                          <a:spcPts val="0"/>
                        </a:spcAft>
                        <a:buClr>
                          <a:schemeClr val="lt1"/>
                        </a:buClr>
                        <a:buSzPts val="1100"/>
                        <a:buFont typeface="Arial"/>
                        <a:buNone/>
                      </a:pPr>
                      <a:r>
                        <a:rPr lang="en-US" sz="900" b="1" u="none" strike="noStrike" cap="none" noProof="0">
                          <a:solidFill>
                            <a:schemeClr val="dk1"/>
                          </a:solidFill>
                          <a:latin typeface="IBM Plex Sans"/>
                          <a:ea typeface="IBM Plex Sans"/>
                          <a:cs typeface="IBM Plex Sans"/>
                          <a:sym typeface="IBM Plex Sans"/>
                        </a:rPr>
                        <a:t>4. Privacy guarantees</a:t>
                      </a:r>
                      <a:endParaRPr lang="en-US" sz="900" u="none" strike="noStrike" cap="none" noProof="0">
                        <a:solidFill>
                          <a:schemeClr val="dk1"/>
                        </a:solidFill>
                        <a:latin typeface="IBM Plex Sans"/>
                        <a:ea typeface="IBM Plex Sans"/>
                        <a:cs typeface="IBM Plex Sans"/>
                        <a:sym typeface="IBM Plex Sans"/>
                      </a:endParaRPr>
                    </a:p>
                    <a:p>
                      <a:pPr marL="0" marR="0" lvl="0" indent="0" algn="l" rtl="0">
                        <a:lnSpc>
                          <a:spcPct val="100000"/>
                        </a:lnSpc>
                        <a:spcBef>
                          <a:spcPts val="0"/>
                        </a:spcBef>
                        <a:spcAft>
                          <a:spcPts val="0"/>
                        </a:spcAft>
                        <a:buClr>
                          <a:schemeClr val="lt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(user data protected)</a:t>
                      </a: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FF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064124636"/>
                  </a:ext>
                </a:extLst>
              </a:tr>
              <a:tr h="365775">
                <a:tc>
                  <a:txBody>
                    <a:bodyPr/>
                    <a:lstStyle/>
                    <a:p>
                      <a:pPr marL="0" marR="0" lvl="0" indent="0" algn="l" rtl="0">
                        <a:lnSpc>
                          <a:spcPct val="100000"/>
                        </a:lnSpc>
                        <a:spcBef>
                          <a:spcPts val="0"/>
                        </a:spcBef>
                        <a:spcAft>
                          <a:spcPts val="0"/>
                        </a:spcAft>
                        <a:buClr>
                          <a:schemeClr val="lt1"/>
                        </a:buClr>
                        <a:buSzPts val="1100"/>
                        <a:buFont typeface="Arial"/>
                        <a:buNone/>
                      </a:pPr>
                      <a:r>
                        <a:rPr lang="en-US" sz="900" b="1" u="none" strike="noStrike" cap="none" noProof="0">
                          <a:solidFill>
                            <a:schemeClr val="dk1"/>
                          </a:solidFill>
                          <a:latin typeface="IBM Plex Sans"/>
                          <a:ea typeface="IBM Plex Sans"/>
                          <a:cs typeface="IBM Plex Sans"/>
                          <a:sym typeface="IBM Plex Sans"/>
                        </a:rPr>
                        <a:t>5. Developer tools</a:t>
                      </a:r>
                      <a:endParaRPr lang="en-US" sz="900" u="none" strike="noStrike" cap="none" noProof="0">
                        <a:solidFill>
                          <a:schemeClr val="dk1"/>
                        </a:solidFill>
                        <a:latin typeface="IBM Plex Sans"/>
                        <a:ea typeface="IBM Plex Sans"/>
                        <a:cs typeface="IBM Plex Sans"/>
                        <a:sym typeface="IBM Plex Sans"/>
                      </a:endParaRPr>
                    </a:p>
                    <a:p>
                      <a:pPr marL="0" marR="0" lvl="0" indent="0" algn="l" rtl="0">
                        <a:lnSpc>
                          <a:spcPct val="100000"/>
                        </a:lnSpc>
                        <a:spcBef>
                          <a:spcPts val="0"/>
                        </a:spcBef>
                        <a:spcAft>
                          <a:spcPts val="0"/>
                        </a:spcAft>
                        <a:buClr>
                          <a:schemeClr val="lt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(SDKs, API tools for building)</a:t>
                      </a:r>
                      <a:endParaRPr lang="en-US" sz="900" u="none" strike="noStrike" cap="none" noProof="0">
                        <a:solidFill>
                          <a:schemeClr val="dk1"/>
                        </a:solidFill>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327957040"/>
                  </a:ext>
                </a:extLst>
              </a:tr>
              <a:tr h="365775">
                <a:tc>
                  <a:txBody>
                    <a:bodyPr/>
                    <a:lstStyle/>
                    <a:p>
                      <a:pPr marL="0" marR="0" lvl="0" indent="0" algn="l" rtl="0">
                        <a:lnSpc>
                          <a:spcPct val="100000"/>
                        </a:lnSpc>
                        <a:spcBef>
                          <a:spcPts val="0"/>
                        </a:spcBef>
                        <a:spcAft>
                          <a:spcPts val="0"/>
                        </a:spcAft>
                        <a:buClr>
                          <a:schemeClr val="lt1"/>
                        </a:buClr>
                        <a:buSzPts val="1100"/>
                        <a:buFont typeface="Arial"/>
                        <a:buNone/>
                      </a:pPr>
                      <a:r>
                        <a:rPr lang="en-US" sz="900" b="1" u="none" strike="noStrike" cap="none" noProof="0">
                          <a:solidFill>
                            <a:schemeClr val="dk1"/>
                          </a:solidFill>
                          <a:latin typeface="IBM Plex Sans"/>
                          <a:ea typeface="IBM Plex Sans"/>
                          <a:cs typeface="IBM Plex Sans"/>
                          <a:sym typeface="IBM Plex Sans"/>
                        </a:rPr>
                        <a:t>6. Production integration</a:t>
                      </a:r>
                      <a:endParaRPr lang="en-US" sz="900" u="none" strike="noStrike" cap="none" noProof="0">
                        <a:solidFill>
                          <a:schemeClr val="dk1"/>
                        </a:solidFill>
                        <a:latin typeface="IBM Plex Sans"/>
                        <a:ea typeface="IBM Plex Sans"/>
                        <a:cs typeface="IBM Plex Sans"/>
                        <a:sym typeface="IBM Plex Sans"/>
                      </a:endParaRPr>
                    </a:p>
                    <a:p>
                      <a:pPr marL="0" marR="0" lvl="0" indent="0" algn="l" rtl="0">
                        <a:lnSpc>
                          <a:spcPct val="100000"/>
                        </a:lnSpc>
                        <a:spcBef>
                          <a:spcPts val="0"/>
                        </a:spcBef>
                        <a:spcAft>
                          <a:spcPts val="0"/>
                        </a:spcAft>
                        <a:buClr>
                          <a:schemeClr val="lt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(APIs for real products)</a:t>
                      </a: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FF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chemeClr val="dk1"/>
                          </a:solidFill>
                          <a:latin typeface="IBM Plex Sans"/>
                          <a:ea typeface="IBM Plex Sans"/>
                          <a:cs typeface="IBM Plex Sans"/>
                          <a:sym typeface="IBM Plex Sans"/>
                        </a:rPr>
                        <a:t>✔</a:t>
                      </a:r>
                      <a:endParaRPr lang="en-US" sz="1100" b="0" u="none" strike="noStrike" cap="none" noProof="0">
                        <a:solidFill>
                          <a:schemeClr val="dk1"/>
                        </a:solidFill>
                        <a:latin typeface="IBM Plex Sans"/>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4"/>
                  </a:ext>
                </a:extLst>
              </a:tr>
              <a:tr h="365775">
                <a:tc>
                  <a:txBody>
                    <a:bodyPr/>
                    <a:lstStyle/>
                    <a:p>
                      <a:pPr marL="0" marR="0" lvl="0" indent="0" algn="l" rtl="0">
                        <a:lnSpc>
                          <a:spcPct val="100000"/>
                        </a:lnSpc>
                        <a:spcBef>
                          <a:spcPts val="0"/>
                        </a:spcBef>
                        <a:spcAft>
                          <a:spcPts val="0"/>
                        </a:spcAft>
                        <a:buClr>
                          <a:schemeClr val="lt1"/>
                        </a:buClr>
                        <a:buSzPts val="1100"/>
                        <a:buFont typeface="Arial"/>
                        <a:buNone/>
                      </a:pPr>
                      <a:r>
                        <a:rPr lang="en-US" sz="900" b="1" u="none" strike="noStrike" cap="none" noProof="0">
                          <a:solidFill>
                            <a:schemeClr val="dk1"/>
                          </a:solidFill>
                          <a:latin typeface="IBM Plex Sans"/>
                          <a:ea typeface="IBM Plex Sans"/>
                          <a:cs typeface="IBM Plex Sans"/>
                          <a:sym typeface="IBM Plex Sans"/>
                        </a:rPr>
                        <a:t>7. Coding assistance</a:t>
                      </a:r>
                      <a:endParaRPr lang="en-US" sz="900" u="none" strike="noStrike" cap="none" noProof="0">
                        <a:solidFill>
                          <a:schemeClr val="dk1"/>
                        </a:solidFill>
                        <a:latin typeface="IBM Plex Sans"/>
                        <a:ea typeface="IBM Plex Sans"/>
                        <a:cs typeface="IBM Plex Sans"/>
                        <a:sym typeface="IBM Plex Sans"/>
                      </a:endParaRPr>
                    </a:p>
                    <a:p>
                      <a:pPr marL="0" marR="0" lvl="0" indent="0" algn="l" rtl="0">
                        <a:lnSpc>
                          <a:spcPct val="100000"/>
                        </a:lnSpc>
                        <a:spcBef>
                          <a:spcPts val="0"/>
                        </a:spcBef>
                        <a:spcAft>
                          <a:spcPts val="0"/>
                        </a:spcAft>
                        <a:buClr>
                          <a:schemeClr val="lt1"/>
                        </a:buClr>
                        <a:buSzPts val="1100"/>
                        <a:buFont typeface="Arial"/>
                        <a:buNone/>
                      </a:pPr>
                      <a:r>
                        <a:rPr lang="en-US" sz="900" b="0" u="none" strike="noStrike" cap="none" noProof="0">
                          <a:solidFill>
                            <a:schemeClr val="dk1"/>
                          </a:solidFill>
                          <a:latin typeface="IBM Plex Sans"/>
                          <a:ea typeface="IBM Plex Sans"/>
                          <a:cs typeface="IBM Plex Sans"/>
                          <a:sym typeface="IBM Plex Sans"/>
                        </a:rPr>
                        <a:t>(help writing and fixing code)</a:t>
                      </a: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FF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94182150"/>
                  </a:ext>
                </a:extLst>
              </a:tr>
              <a:tr h="365775">
                <a:tc>
                  <a:txBody>
                    <a:bodyPr/>
                    <a:lstStyle/>
                    <a:p>
                      <a:pPr marL="0" marR="0" lvl="0" indent="0" algn="l" rtl="0">
                        <a:lnSpc>
                          <a:spcPct val="100000"/>
                        </a:lnSpc>
                        <a:spcBef>
                          <a:spcPts val="0"/>
                        </a:spcBef>
                        <a:spcAft>
                          <a:spcPts val="0"/>
                        </a:spcAft>
                        <a:buClr>
                          <a:schemeClr val="lt1"/>
                        </a:buClr>
                        <a:buSzPts val="1100"/>
                        <a:buFont typeface="Arial"/>
                        <a:buNone/>
                      </a:pPr>
                      <a:r>
                        <a:rPr lang="en-US" sz="900" b="1" i="0" u="none" strike="noStrike" cap="none" noProof="0">
                          <a:solidFill>
                            <a:schemeClr val="dk1"/>
                          </a:solidFill>
                          <a:latin typeface="IBM Plex Sans"/>
                          <a:ea typeface="IBM Plex Sans"/>
                          <a:cs typeface="IBM Plex Sans"/>
                          <a:sym typeface="IBM Plex Sans"/>
                        </a:rPr>
                        <a:t>8. Extensions/Add-ons </a:t>
                      </a:r>
                      <a:endParaRPr lang="en-US" sz="900" u="none" strike="noStrike" cap="none" noProof="0">
                        <a:solidFill>
                          <a:schemeClr val="dk1"/>
                        </a:solidFill>
                        <a:latin typeface="IBM Plex Sans"/>
                        <a:ea typeface="IBM Plex Sans"/>
                        <a:cs typeface="IBM Plex Sans"/>
                        <a:sym typeface="IBM Plex Sans"/>
                      </a:endParaRPr>
                    </a:p>
                    <a:p>
                      <a:pPr marL="0" marR="0" lvl="0" indent="0" algn="l" rtl="0">
                        <a:lnSpc>
                          <a:spcPct val="100000"/>
                        </a:lnSpc>
                        <a:spcBef>
                          <a:spcPts val="0"/>
                        </a:spcBef>
                        <a:spcAft>
                          <a:spcPts val="0"/>
                        </a:spcAft>
                        <a:buClr>
                          <a:schemeClr val="lt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a:t>
                      </a:r>
                      <a:r>
                        <a:rPr lang="en-US" sz="900" b="0" i="0" u="none" strike="noStrike" cap="none" noProof="0">
                          <a:solidFill>
                            <a:schemeClr val="dk1"/>
                          </a:solidFill>
                          <a:latin typeface="IBM Plex Sans"/>
                          <a:ea typeface="IBM Plex Sans"/>
                          <a:cs typeface="IBM Plex Sans"/>
                        </a:rPr>
                        <a:t>supports</a:t>
                      </a:r>
                      <a:r>
                        <a:rPr lang="en-US" sz="900" b="0" i="0" u="none" strike="noStrike" cap="none" noProof="0">
                          <a:solidFill>
                            <a:schemeClr val="dk1"/>
                          </a:solidFill>
                          <a:latin typeface="IBM Plex Sans"/>
                          <a:ea typeface="IBM Plex Sans"/>
                          <a:cs typeface="IBM Plex Sans"/>
                          <a:sym typeface="IBM Plex Sans"/>
                        </a:rPr>
                        <a:t> plugins)</a:t>
                      </a:r>
                      <a:endParaRPr lang="en-US" sz="900" u="none" strike="noStrike" cap="none" noProof="0">
                        <a:solidFill>
                          <a:schemeClr val="dk1"/>
                        </a:solidFill>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i="0" u="none" strike="noStrike" cap="none" noProof="0">
                          <a:solidFill>
                            <a:srgbClr val="FF0000"/>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8"/>
                  </a:ext>
                </a:extLst>
              </a:tr>
              <a:tr h="557475">
                <a:tc>
                  <a:txBody>
                    <a:bodyPr/>
                    <a:lstStyle/>
                    <a:p>
                      <a:pPr marL="0" marR="0" lvl="0" indent="0" algn="l" rtl="0">
                        <a:lnSpc>
                          <a:spcPct val="100000"/>
                        </a:lnSpc>
                        <a:spcBef>
                          <a:spcPts val="0"/>
                        </a:spcBef>
                        <a:spcAft>
                          <a:spcPts val="0"/>
                        </a:spcAft>
                        <a:buClr>
                          <a:schemeClr val="lt1"/>
                        </a:buClr>
                        <a:buSzPts val="1100"/>
                        <a:buFont typeface="Calibri"/>
                        <a:buNone/>
                      </a:pPr>
                      <a:r>
                        <a:rPr lang="en-US" sz="900" b="1" i="0" u="none" strike="noStrike" cap="none" noProof="0">
                          <a:solidFill>
                            <a:schemeClr val="dk1"/>
                          </a:solidFill>
                          <a:latin typeface="IBM Plex Sans"/>
                          <a:ea typeface="IBM Plex Sans"/>
                          <a:cs typeface="IBM Plex Sans"/>
                          <a:sym typeface="IBM Plex Sans"/>
                        </a:rPr>
                        <a:t>AI Monetization</a:t>
                      </a:r>
                      <a:endParaRPr lang="en-US" sz="900" u="none" strike="noStrike" cap="none" noProof="0">
                        <a:solidFill>
                          <a:schemeClr val="dk1"/>
                        </a:solidFill>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204E79"/>
                        </a:buClr>
                        <a:buSzPts val="1100"/>
                        <a:buFont typeface="Calibri"/>
                        <a:buNone/>
                      </a:pPr>
                      <a:r>
                        <a:rPr lang="en-US" sz="900" u="none" strike="noStrike" cap="none" noProof="0">
                          <a:solidFill>
                            <a:schemeClr val="dk1"/>
                          </a:solidFill>
                          <a:latin typeface="IBM Plex Sans"/>
                          <a:ea typeface="IBM Plex Sans"/>
                          <a:cs typeface="IBM Plex Sans"/>
                          <a:sym typeface="IBM Plex Sans"/>
                        </a:rPr>
                        <a:t>NA / BYO Key</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204E79"/>
                        </a:buClr>
                        <a:buSzPts val="1100"/>
                        <a:buFont typeface="Calibri"/>
                        <a:buNone/>
                      </a:pPr>
                      <a:r>
                        <a:rPr lang="en-US" sz="900" u="none" strike="noStrike" cap="none" noProof="0">
                          <a:solidFill>
                            <a:schemeClr val="dk1"/>
                          </a:solidFill>
                          <a:latin typeface="IBM Plex Sans"/>
                          <a:ea typeface="IBM Plex Sans"/>
                          <a:cs typeface="IBM Plex Sans"/>
                          <a:sym typeface="IBM Plex Sans"/>
                        </a:rPr>
                        <a:t>Leo Premium ($15/</a:t>
                      </a:r>
                      <a:r>
                        <a:rPr lang="en-US" sz="900" u="none" strike="noStrike" cap="none" noProof="0" err="1">
                          <a:solidFill>
                            <a:schemeClr val="dk1"/>
                          </a:solidFill>
                          <a:latin typeface="IBM Plex Sans"/>
                          <a:ea typeface="IBM Plex Sans"/>
                          <a:cs typeface="IBM Plex Sans"/>
                          <a:sym typeface="IBM Plex Sans"/>
                        </a:rPr>
                        <a:t>mo</a:t>
                      </a:r>
                      <a:r>
                        <a:rPr lang="en-US" sz="900" u="none" strike="noStrike" cap="none" noProof="0">
                          <a:solidFill>
                            <a:schemeClr val="dk1"/>
                          </a:solidFill>
                          <a:latin typeface="IBM Plex Sans"/>
                          <a:ea typeface="IBM Plex Sans"/>
                          <a:cs typeface="IBM Plex Sans"/>
                          <a:sym typeface="IBM Plex Sans"/>
                        </a:rPr>
                        <a:t>)</a:t>
                      </a:r>
                      <a:r>
                        <a:rPr lang="en-US" sz="900" b="0" i="0" u="none" strike="noStrike" cap="none" baseline="30000" noProof="0">
                          <a:solidFill>
                            <a:schemeClr val="dk1"/>
                          </a:solidFill>
                          <a:latin typeface="IBM Plex Sans"/>
                          <a:ea typeface="IBM Plex Sans"/>
                          <a:cs typeface="IBM Plex Sans"/>
                          <a:sym typeface="IBM Plex Sans"/>
                        </a:rPr>
                        <a:t>5</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204E79"/>
                        </a:buClr>
                        <a:buSzPts val="1100"/>
                        <a:buFont typeface="Calibri"/>
                        <a:buNone/>
                      </a:pPr>
                      <a:r>
                        <a:rPr lang="en-US" sz="900" u="none" strike="noStrike" cap="none" noProof="0">
                          <a:solidFill>
                            <a:schemeClr val="dk1"/>
                          </a:solidFill>
                          <a:latin typeface="IBM Plex Sans"/>
                          <a:ea typeface="IBM Plex Sans"/>
                          <a:cs typeface="IBM Plex Sans"/>
                          <a:sym typeface="IBM Plex Sans"/>
                        </a:rPr>
                        <a:t>Gemini Advanced ($20/</a:t>
                      </a:r>
                      <a:r>
                        <a:rPr lang="en-US" sz="900" u="none" strike="noStrike" cap="none" noProof="0" err="1">
                          <a:solidFill>
                            <a:schemeClr val="dk1"/>
                          </a:solidFill>
                          <a:latin typeface="IBM Plex Sans"/>
                          <a:ea typeface="IBM Plex Sans"/>
                          <a:cs typeface="IBM Plex Sans"/>
                          <a:sym typeface="IBM Plex Sans"/>
                        </a:rPr>
                        <a:t>mo</a:t>
                      </a:r>
                      <a:r>
                        <a:rPr lang="en-US" sz="900" u="none" strike="noStrike" cap="none" noProof="0">
                          <a:solidFill>
                            <a:schemeClr val="dk1"/>
                          </a:solidFill>
                          <a:latin typeface="IBM Plex Sans"/>
                          <a:ea typeface="IBM Plex Sans"/>
                          <a:cs typeface="IBM Plex Sans"/>
                          <a:sym typeface="IBM Plex Sans"/>
                        </a:rPr>
                        <a:t>), Direct ad monetization, Sponsored ads in AI overviews</a:t>
                      </a:r>
                      <a:r>
                        <a:rPr lang="en-US" sz="900" b="0" i="0" u="none" strike="noStrike" cap="none" baseline="30000" noProof="0">
                          <a:solidFill>
                            <a:schemeClr val="dk1"/>
                          </a:solidFill>
                          <a:latin typeface="IBM Plex Sans"/>
                          <a:ea typeface="IBM Plex Sans"/>
                          <a:cs typeface="IBM Plex Sans"/>
                          <a:sym typeface="IBM Plex Sans"/>
                        </a:rPr>
                        <a:t>6,7</a:t>
                      </a:r>
                      <a:endParaRPr lang="en-US" sz="900" u="none" strike="noStrike" cap="none" noProof="0">
                        <a:solidFill>
                          <a:schemeClr val="dk1"/>
                        </a:solidFill>
                        <a:latin typeface="IBM Plex Sans"/>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204E79"/>
                        </a:buClr>
                        <a:buSzPts val="1100"/>
                        <a:buFont typeface="Calibri"/>
                        <a:buNone/>
                        <a:tabLst/>
                        <a:defRPr/>
                      </a:pPr>
                      <a:r>
                        <a:rPr lang="en-US" sz="900" b="0" i="0" u="none" strike="noStrike" cap="none" noProof="0">
                          <a:solidFill>
                            <a:schemeClr val="dk1"/>
                          </a:solidFill>
                          <a:latin typeface="IBM Plex Sans"/>
                          <a:ea typeface="Arial"/>
                          <a:cs typeface="Arial"/>
                          <a:sym typeface="Arial"/>
                        </a:rPr>
                        <a:t>Microsoft 365 Copilot ($10/</a:t>
                      </a:r>
                      <a:r>
                        <a:rPr lang="en-US" sz="900" b="0" i="0" u="none" strike="noStrike" cap="none" noProof="0" err="1">
                          <a:solidFill>
                            <a:schemeClr val="dk1"/>
                          </a:solidFill>
                          <a:latin typeface="IBM Plex Sans"/>
                          <a:ea typeface="Arial"/>
                          <a:cs typeface="Arial"/>
                          <a:sym typeface="Arial"/>
                        </a:rPr>
                        <a:t>mo</a:t>
                      </a:r>
                      <a:r>
                        <a:rPr lang="en-US" sz="900" b="0" i="0" u="none" strike="noStrike" cap="none" noProof="0">
                          <a:solidFill>
                            <a:schemeClr val="dk1"/>
                          </a:solidFill>
                          <a:latin typeface="IBM Plex Sans"/>
                          <a:ea typeface="Arial"/>
                          <a:cs typeface="Arial"/>
                          <a:sym typeface="Arial"/>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204E79"/>
                        </a:buClr>
                        <a:buSzPts val="1100"/>
                        <a:buFont typeface="Calibri"/>
                        <a:buNone/>
                      </a:pPr>
                      <a:r>
                        <a:rPr lang="en-US" sz="900" b="0" i="0" u="none" strike="noStrike" cap="none" noProof="0">
                          <a:solidFill>
                            <a:schemeClr val="dk1"/>
                          </a:solidFill>
                          <a:latin typeface="IBM Plex Sans"/>
                          <a:ea typeface="IBM Plex Sans"/>
                          <a:cs typeface="IBM Plex Sans"/>
                          <a:sym typeface="IBM Plex Sans"/>
                        </a:rPr>
                        <a:t>Opera Neon ($20/</a:t>
                      </a:r>
                      <a:r>
                        <a:rPr lang="en-US" sz="900" b="0" i="0" u="none" strike="noStrike" cap="none" noProof="0" err="1">
                          <a:solidFill>
                            <a:schemeClr val="dk1"/>
                          </a:solidFill>
                          <a:latin typeface="IBM Plex Sans"/>
                          <a:ea typeface="IBM Plex Sans"/>
                          <a:cs typeface="IBM Plex Sans"/>
                          <a:sym typeface="IBM Plex Sans"/>
                        </a:rPr>
                        <a:t>mo</a:t>
                      </a:r>
                      <a:r>
                        <a:rPr lang="en-US" sz="900" b="0" i="0" u="none" strike="noStrike" cap="none" noProof="0">
                          <a:solidFill>
                            <a:schemeClr val="dk1"/>
                          </a:solidFill>
                          <a:latin typeface="IBM Plex Sans"/>
                          <a:ea typeface="IBM Plex Sans"/>
                          <a:cs typeface="IBM Plex Sans"/>
                          <a:sym typeface="IBM Plex Sans"/>
                        </a:rPr>
                        <a:t>), AI-driven ad revenue </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204E79"/>
                        </a:buClr>
                        <a:buSzPts val="1100"/>
                        <a:buFont typeface="Calibri"/>
                        <a:buNone/>
                      </a:pPr>
                      <a:r>
                        <a:rPr lang="en-US" sz="900" b="0" i="0" u="none" strike="noStrike" cap="none" noProof="0">
                          <a:solidFill>
                            <a:schemeClr val="dk1"/>
                          </a:solidFill>
                          <a:latin typeface="IBM Plex Sans"/>
                          <a:ea typeface="IBM Plex Sans"/>
                          <a:cs typeface="IBM Plex Sans"/>
                          <a:sym typeface="IBM Plex Sans"/>
                        </a:rPr>
                        <a:t>Plus ($20/user/</a:t>
                      </a:r>
                      <a:r>
                        <a:rPr lang="en-US" sz="900" b="0" i="0" u="none" strike="noStrike" cap="none" noProof="0" err="1">
                          <a:solidFill>
                            <a:schemeClr val="dk1"/>
                          </a:solidFill>
                          <a:latin typeface="IBM Plex Sans"/>
                          <a:ea typeface="IBM Plex Sans"/>
                          <a:cs typeface="IBM Plex Sans"/>
                          <a:sym typeface="IBM Plex Sans"/>
                        </a:rPr>
                        <a:t>mo</a:t>
                      </a:r>
                      <a:r>
                        <a:rPr lang="en-US" sz="900" b="0" i="0" u="none" strike="noStrike" cap="none" noProof="0">
                          <a:solidFill>
                            <a:schemeClr val="dk1"/>
                          </a:solidFill>
                          <a:latin typeface="IBM Plex Sans"/>
                          <a:ea typeface="IBM Plex Sans"/>
                          <a:cs typeface="IBM Plex Sans"/>
                          <a:sym typeface="IBM Plex Sans"/>
                        </a:rPr>
                        <a:t>), Pro ($200/user/</a:t>
                      </a:r>
                      <a:r>
                        <a:rPr lang="en-US" sz="900" b="0" i="0" u="none" strike="noStrike" cap="none" noProof="0" err="1">
                          <a:solidFill>
                            <a:schemeClr val="dk1"/>
                          </a:solidFill>
                          <a:latin typeface="IBM Plex Sans"/>
                          <a:ea typeface="IBM Plex Sans"/>
                          <a:cs typeface="IBM Plex Sans"/>
                          <a:sym typeface="IBM Plex Sans"/>
                        </a:rPr>
                        <a:t>mo</a:t>
                      </a:r>
                      <a:r>
                        <a:rPr lang="en-US" sz="900" b="0" i="0" u="none" strike="noStrike" cap="none" noProof="0">
                          <a:solidFill>
                            <a:schemeClr val="dk1"/>
                          </a:solidFill>
                          <a:latin typeface="IBM Plex Sans"/>
                          <a:ea typeface="IBM Plex Sans"/>
                          <a:cs typeface="IBM Plex Sans"/>
                          <a:sym typeface="IBM Plex Sans"/>
                        </a:rPr>
                        <a:t>)</a:t>
                      </a:r>
                      <a:endParaRPr lang="en-US" sz="900" u="none" strike="noStrike" cap="none" noProof="0">
                        <a:solidFill>
                          <a:schemeClr val="dk1"/>
                        </a:solidFill>
                        <a:latin typeface="IBM Plex Sans"/>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204E79"/>
                        </a:buClr>
                        <a:buSzPts val="1100"/>
                        <a:buFont typeface="Calibri"/>
                        <a:buNone/>
                      </a:pPr>
                      <a:r>
                        <a:rPr lang="en-US" sz="900" b="0" i="0" u="none" strike="noStrike" cap="none" noProof="0">
                          <a:solidFill>
                            <a:schemeClr val="dk1"/>
                          </a:solidFill>
                          <a:latin typeface="IBM Plex Sans"/>
                          <a:ea typeface="IBM Plex Sans"/>
                          <a:cs typeface="IBM Plex Sans"/>
                          <a:sym typeface="IBM Plex Sans"/>
                        </a:rPr>
                        <a:t>Plus ($5/</a:t>
                      </a:r>
                      <a:r>
                        <a:rPr lang="en-US" sz="900" b="0" i="0" u="none" strike="noStrike" cap="none" noProof="0" err="1">
                          <a:solidFill>
                            <a:schemeClr val="dk1"/>
                          </a:solidFill>
                          <a:latin typeface="IBM Plex Sans"/>
                          <a:ea typeface="IBM Plex Sans"/>
                          <a:cs typeface="IBM Plex Sans"/>
                          <a:sym typeface="IBM Plex Sans"/>
                        </a:rPr>
                        <a:t>mo</a:t>
                      </a:r>
                      <a:r>
                        <a:rPr lang="en-US" sz="900" b="0" i="0" u="none" strike="noStrike" cap="none" noProof="0">
                          <a:solidFill>
                            <a:schemeClr val="dk1"/>
                          </a:solidFill>
                          <a:latin typeface="IBM Plex Sans"/>
                          <a:ea typeface="IBM Plex Sans"/>
                          <a:cs typeface="IBM Plex Sans"/>
                          <a:sym typeface="IBM Plex Sans"/>
                        </a:rPr>
                        <a:t>), Pro ($20/</a:t>
                      </a:r>
                      <a:r>
                        <a:rPr lang="en-US" sz="900" b="0" i="0" u="none" strike="noStrike" cap="none" noProof="0" err="1">
                          <a:solidFill>
                            <a:schemeClr val="dk1"/>
                          </a:solidFill>
                          <a:latin typeface="IBM Plex Sans"/>
                          <a:ea typeface="IBM Plex Sans"/>
                          <a:cs typeface="IBM Plex Sans"/>
                          <a:sym typeface="IBM Plex Sans"/>
                        </a:rPr>
                        <a:t>mo</a:t>
                      </a:r>
                      <a:r>
                        <a:rPr lang="en-US" sz="900" b="0" i="0" u="none" strike="noStrike" cap="none" noProof="0">
                          <a:solidFill>
                            <a:schemeClr val="dk1"/>
                          </a:solidFill>
                          <a:latin typeface="IBM Plex Sans"/>
                          <a:ea typeface="IBM Plex Sans"/>
                          <a:cs typeface="IBM Plex Sans"/>
                          <a:sym typeface="IBM Plex Sans"/>
                        </a:rPr>
                        <a:t>), Max ($200/</a:t>
                      </a:r>
                      <a:r>
                        <a:rPr lang="en-US" sz="900" b="0" i="0" u="none" strike="noStrike" cap="none" noProof="0" err="1">
                          <a:solidFill>
                            <a:schemeClr val="dk1"/>
                          </a:solidFill>
                          <a:latin typeface="IBM Plex Sans"/>
                          <a:ea typeface="IBM Plex Sans"/>
                          <a:cs typeface="IBM Plex Sans"/>
                          <a:sym typeface="IBM Plex Sans"/>
                        </a:rPr>
                        <a:t>mo</a:t>
                      </a:r>
                      <a:r>
                        <a:rPr lang="en-US" sz="900" b="0" i="0" u="none" strike="noStrike" cap="none" noProof="0">
                          <a:solidFill>
                            <a:schemeClr val="dk1"/>
                          </a:solidFill>
                          <a:latin typeface="IBM Plex Sans"/>
                          <a:ea typeface="IBM Plex Sans"/>
                          <a:cs typeface="IBM Plex Sans"/>
                          <a:sym typeface="IBM Plex Sans"/>
                        </a:rPr>
                        <a:t>), Ads + sponsored revenue</a:t>
                      </a:r>
                      <a:endParaRPr lang="en-US" sz="900" u="none" strike="noStrike" cap="none" noProof="0">
                        <a:solidFill>
                          <a:schemeClr val="dk1"/>
                        </a:solidFill>
                        <a:latin typeface="IBM Plex Sans"/>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10"/>
                  </a:ext>
                </a:extLst>
              </a:tr>
            </a:tbl>
          </a:graphicData>
        </a:graphic>
      </p:graphicFrame>
      <p:pic>
        <p:nvPicPr>
          <p:cNvPr id="1745" name="Google Shape;1745;g3b23322d595_2_790" descr="A logo of a google chrome browser  Description automatically generated"/>
          <p:cNvPicPr preferRelativeResize="0"/>
          <p:nvPr/>
        </p:nvPicPr>
        <p:blipFill rotWithShape="1">
          <a:blip r:embed="rId22">
            <a:alphaModFix/>
          </a:blip>
          <a:srcRect/>
          <a:stretch/>
        </p:blipFill>
        <p:spPr>
          <a:xfrm>
            <a:off x="5380707" y="1231834"/>
            <a:ext cx="392015" cy="397125"/>
          </a:xfrm>
          <a:prstGeom prst="rect">
            <a:avLst/>
          </a:prstGeom>
          <a:noFill/>
          <a:ln>
            <a:noFill/>
          </a:ln>
        </p:spPr>
      </p:pic>
      <p:pic>
        <p:nvPicPr>
          <p:cNvPr id="1747" name="Google Shape;1747;g3b23322d595_2_790"/>
          <p:cNvPicPr preferRelativeResize="0"/>
          <p:nvPr/>
        </p:nvPicPr>
        <p:blipFill rotWithShape="1">
          <a:blip r:embed="rId23">
            <a:alphaModFix/>
          </a:blip>
          <a:srcRect/>
          <a:stretch/>
        </p:blipFill>
        <p:spPr>
          <a:xfrm>
            <a:off x="4052429" y="1231834"/>
            <a:ext cx="376554" cy="397125"/>
          </a:xfrm>
          <a:prstGeom prst="rect">
            <a:avLst/>
          </a:prstGeom>
          <a:noFill/>
          <a:ln>
            <a:noFill/>
          </a:ln>
        </p:spPr>
      </p:pic>
      <p:pic>
        <p:nvPicPr>
          <p:cNvPr id="1748" name="Google Shape;1748;g3b23322d595_2_790"/>
          <p:cNvPicPr preferRelativeResize="0"/>
          <p:nvPr/>
        </p:nvPicPr>
        <p:blipFill rotWithShape="1">
          <a:blip r:embed="rId24">
            <a:alphaModFix/>
          </a:blip>
          <a:srcRect/>
          <a:stretch/>
        </p:blipFill>
        <p:spPr>
          <a:xfrm>
            <a:off x="7855179" y="1231834"/>
            <a:ext cx="739479" cy="397125"/>
          </a:xfrm>
          <a:prstGeom prst="rect">
            <a:avLst/>
          </a:prstGeom>
          <a:noFill/>
          <a:ln>
            <a:noFill/>
          </a:ln>
        </p:spPr>
      </p:pic>
      <p:pic>
        <p:nvPicPr>
          <p:cNvPr id="1749" name="Google Shape;1749;g3b23322d595_2_790" descr="File:Firefox logo, 2019.png - Wikimedia Commons"/>
          <p:cNvPicPr preferRelativeResize="0"/>
          <p:nvPr/>
        </p:nvPicPr>
        <p:blipFill rotWithShape="1">
          <a:blip r:embed="rId25">
            <a:alphaModFix/>
          </a:blip>
          <a:srcRect/>
          <a:stretch/>
        </p:blipFill>
        <p:spPr>
          <a:xfrm>
            <a:off x="2725646" y="1231834"/>
            <a:ext cx="396397" cy="397125"/>
          </a:xfrm>
          <a:prstGeom prst="rect">
            <a:avLst/>
          </a:prstGeom>
          <a:noFill/>
          <a:ln>
            <a:noFill/>
          </a:ln>
        </p:spPr>
      </p:pic>
      <p:pic>
        <p:nvPicPr>
          <p:cNvPr id="1750" name="Google Shape;1750;g3b23322d595_2_790"/>
          <p:cNvPicPr preferRelativeResize="0"/>
          <p:nvPr/>
        </p:nvPicPr>
        <p:blipFill rotWithShape="1">
          <a:blip r:embed="rId26">
            <a:alphaModFix/>
          </a:blip>
          <a:srcRect/>
          <a:stretch/>
        </p:blipFill>
        <p:spPr>
          <a:xfrm>
            <a:off x="9344283" y="1231834"/>
            <a:ext cx="405357" cy="397125"/>
          </a:xfrm>
          <a:prstGeom prst="rect">
            <a:avLst/>
          </a:prstGeom>
          <a:noFill/>
          <a:ln>
            <a:noFill/>
          </a:ln>
        </p:spPr>
      </p:pic>
      <p:grpSp>
        <p:nvGrpSpPr>
          <p:cNvPr id="1751" name="Google Shape;1751;g3b23322d595_2_790"/>
          <p:cNvGrpSpPr/>
          <p:nvPr/>
        </p:nvGrpSpPr>
        <p:grpSpPr>
          <a:xfrm>
            <a:off x="10664958" y="1231834"/>
            <a:ext cx="397125" cy="397125"/>
            <a:chOff x="4863204" y="5226860"/>
            <a:chExt cx="457200" cy="457200"/>
          </a:xfrm>
        </p:grpSpPr>
        <p:sp>
          <p:nvSpPr>
            <p:cNvPr id="1752" name="Google Shape;1752;g3b23322d595_2_790"/>
            <p:cNvSpPr/>
            <p:nvPr/>
          </p:nvSpPr>
          <p:spPr>
            <a:xfrm>
              <a:off x="4863204" y="5226860"/>
              <a:ext cx="457200" cy="4572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a:ea typeface="IBM Plex Sans"/>
                <a:cs typeface="IBM Plex Sans"/>
                <a:sym typeface="IBM Plex Sans"/>
              </a:endParaRPr>
            </a:p>
          </p:txBody>
        </p:sp>
        <p:pic>
          <p:nvPicPr>
            <p:cNvPr id="1753" name="Google Shape;1753;g3b23322d595_2_790"/>
            <p:cNvPicPr preferRelativeResize="0"/>
            <p:nvPr/>
          </p:nvPicPr>
          <p:blipFill rotWithShape="1">
            <a:blip r:embed="rId27">
              <a:alphaModFix/>
            </a:blip>
            <a:srcRect l="1915" r="4213" b="2769"/>
            <a:stretch/>
          </p:blipFill>
          <p:spPr>
            <a:xfrm>
              <a:off x="4867058" y="5227010"/>
              <a:ext cx="449492" cy="456900"/>
            </a:xfrm>
            <a:prstGeom prst="rect">
              <a:avLst/>
            </a:prstGeom>
            <a:noFill/>
            <a:ln>
              <a:noFill/>
            </a:ln>
          </p:spPr>
        </p:pic>
        <p:sp>
          <p:nvSpPr>
            <p:cNvPr id="1754" name="Google Shape;1754;g3b23322d595_2_790"/>
            <p:cNvSpPr/>
            <p:nvPr/>
          </p:nvSpPr>
          <p:spPr>
            <a:xfrm>
              <a:off x="4863204" y="5226860"/>
              <a:ext cx="457200" cy="457200"/>
            </a:xfrm>
            <a:prstGeom prst="ellipse">
              <a:avLst/>
            </a:prstGeom>
            <a:noFill/>
            <a:ln w="25400" cap="flat" cmpd="sng">
              <a:solidFill>
                <a:srgbClr val="34545D"/>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a:ea typeface="IBM Plex Sans"/>
                <a:cs typeface="IBM Plex Sans"/>
                <a:sym typeface="IBM Plex Sans"/>
              </a:endParaRPr>
            </a:p>
          </p:txBody>
        </p:sp>
      </p:grpSp>
      <p:sp>
        <p:nvSpPr>
          <p:cNvPr id="11" name="Google Shape;1653;g3b23322d595_2_700">
            <a:extLst>
              <a:ext uri="{FF2B5EF4-FFF2-40B4-BE49-F238E27FC236}">
                <a16:creationId xmlns:a16="http://schemas.microsoft.com/office/drawing/2014/main" id="{D8A1C76B-D276-3719-4DC3-717C50D72E44}"/>
              </a:ext>
            </a:extLst>
          </p:cNvPr>
          <p:cNvSpPr txBox="1"/>
          <p:nvPr/>
        </p:nvSpPr>
        <p:spPr>
          <a:xfrm>
            <a:off x="450091" y="5958339"/>
            <a:ext cx="11350811" cy="449718"/>
          </a:xfrm>
          <a:prstGeom prst="rect">
            <a:avLst/>
          </a:prstGeom>
          <a:solidFill>
            <a:srgbClr val="00B050">
              <a:alpha val="48235"/>
            </a:srgbClr>
          </a:solidFill>
          <a:ln>
            <a:noFill/>
          </a:ln>
        </p:spPr>
        <p:txBody>
          <a:bodyPr spcFirstLastPara="1" wrap="square" lIns="91425" tIns="45700" rIns="91425" bIns="45700" anchor="ctr" anchorCtr="0">
            <a:noAutofit/>
          </a:bodyPr>
          <a:lstStyle/>
          <a:p>
            <a:pPr algn="ctr">
              <a:buSzPts val="1600"/>
            </a:pPr>
            <a:r>
              <a:rPr lang="en-US" b="1" noProof="0">
                <a:solidFill>
                  <a:schemeClr val="dk1"/>
                </a:solidFill>
                <a:latin typeface="IBM Plex Sans"/>
              </a:rPr>
              <a:t>Firefox leads on privacy, safety, and extensibility, but lacks built-in AI capabilities such as coding assistance and production-grade APIs, leaving it behind more integrated AI browsers like Chrome + Gemini</a:t>
            </a:r>
          </a:p>
        </p:txBody>
      </p:sp>
      <p:pic>
        <p:nvPicPr>
          <p:cNvPr id="1028" name="Picture 4" descr="Icon image">
            <a:extLst>
              <a:ext uri="{FF2B5EF4-FFF2-40B4-BE49-F238E27FC236}">
                <a16:creationId xmlns:a16="http://schemas.microsoft.com/office/drawing/2014/main" id="{D1AC7FC0-4937-BCDA-55DA-F661A204DDEF}"/>
              </a:ext>
            </a:extLst>
          </p:cNvPr>
          <p:cNvPicPr>
            <a:picLocks noChangeAspect="1" noChangeArrowheads="1"/>
          </p:cNvPicPr>
          <p:nvPr/>
        </p:nvPicPr>
        <p:blipFill rotWithShape="1">
          <a:blip r:embed="rId28">
            <a:extLst>
              <a:ext uri="{28A0092B-C50C-407E-A947-70E740481C1C}">
                <a14:useLocalDpi xmlns:a14="http://schemas.microsoft.com/office/drawing/2010/main" val="0"/>
              </a:ext>
            </a:extLst>
          </a:blip>
          <a:srcRect l="11642" t="14003" r="9699" b="13802"/>
          <a:stretch>
            <a:fillRect/>
          </a:stretch>
        </p:blipFill>
        <p:spPr bwMode="auto">
          <a:xfrm>
            <a:off x="6627084" y="1168466"/>
            <a:ext cx="474338" cy="435356"/>
          </a:xfrm>
          <a:prstGeom prst="rect">
            <a:avLst/>
          </a:prstGeom>
          <a:noFill/>
          <a:extLst>
            <a:ext uri="{909E8E84-426E-40DD-AFC4-6F175D3DCCD1}">
              <a14:hiddenFill xmlns:a14="http://schemas.microsoft.com/office/drawing/2010/main">
                <a:solidFill>
                  <a:srgbClr val="FFFFFF"/>
                </a:solidFill>
              </a14:hiddenFill>
            </a:ext>
          </a:extLst>
        </p:spPr>
      </p:pic>
      <p:sp>
        <p:nvSpPr>
          <p:cNvPr id="22" name="Google Shape;1652;g3b23322d595_2_700">
            <a:extLst>
              <a:ext uri="{FF2B5EF4-FFF2-40B4-BE49-F238E27FC236}">
                <a16:creationId xmlns:a16="http://schemas.microsoft.com/office/drawing/2014/main" id="{EEFCD1DB-B0DB-C914-198D-B9E94CCA7022}"/>
              </a:ext>
            </a:extLst>
          </p:cNvPr>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r>
              <a:rPr lang="en-US" noProof="0"/>
              <a:t>Browsers competitive landscape: capabilities and monetization</a:t>
            </a:r>
          </a:p>
        </p:txBody>
      </p:sp>
      <p:sp>
        <p:nvSpPr>
          <p:cNvPr id="16" name="CaixaDeTexto 15">
            <a:extLst>
              <a:ext uri="{FF2B5EF4-FFF2-40B4-BE49-F238E27FC236}">
                <a16:creationId xmlns:a16="http://schemas.microsoft.com/office/drawing/2014/main" id="{B6C3975F-DF4D-86A4-7855-9A5846AF72AE}"/>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competitive landscape: browsers</a:t>
            </a:r>
          </a:p>
        </p:txBody>
      </p:sp>
    </p:spTree>
    <p:extLst>
      <p:ext uri="{BB962C8B-B14F-4D97-AF65-F5344CB8AC3E}">
        <p14:creationId xmlns:p14="http://schemas.microsoft.com/office/powerpoint/2010/main" val="393377762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1740">
          <a:extLst>
            <a:ext uri="{FF2B5EF4-FFF2-40B4-BE49-F238E27FC236}">
              <a16:creationId xmlns:a16="http://schemas.microsoft.com/office/drawing/2014/main" id="{E84499E8-9DCB-7ADB-DB56-F5407C8A3BD6}"/>
            </a:ext>
          </a:extLst>
        </p:cNvPr>
        <p:cNvGrpSpPr/>
        <p:nvPr/>
      </p:nvGrpSpPr>
      <p:grpSpPr>
        <a:xfrm>
          <a:off x="0" y="0"/>
          <a:ext cx="0" cy="0"/>
          <a:chOff x="0" y="0"/>
          <a:chExt cx="0" cy="0"/>
        </a:xfrm>
      </p:grpSpPr>
      <p:sp>
        <p:nvSpPr>
          <p:cNvPr id="1741" name="Google Shape;1741;g3b23322d595_2_790">
            <a:extLst>
              <a:ext uri="{FF2B5EF4-FFF2-40B4-BE49-F238E27FC236}">
                <a16:creationId xmlns:a16="http://schemas.microsoft.com/office/drawing/2014/main" id="{0B6E2B4E-45AC-CF51-837E-0D41138FEF75}"/>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55</a:t>
            </a:fld>
            <a:endParaRPr lang="en-US" noProof="0"/>
          </a:p>
        </p:txBody>
      </p:sp>
      <p:sp>
        <p:nvSpPr>
          <p:cNvPr id="1742" name="Google Shape;1742;g3b23322d595_2_790">
            <a:extLst>
              <a:ext uri="{FF2B5EF4-FFF2-40B4-BE49-F238E27FC236}">
                <a16:creationId xmlns:a16="http://schemas.microsoft.com/office/drawing/2014/main" id="{690659A4-C6C4-215E-2AC2-D6B08A7F45FB}"/>
              </a:ext>
            </a:extLst>
          </p:cNvPr>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r>
              <a:rPr lang="en-US" noProof="0"/>
              <a:t>Monetization strategies reflect core business models: ads, subscriptions, and ecosystems</a:t>
            </a:r>
          </a:p>
        </p:txBody>
      </p:sp>
      <p:sp>
        <p:nvSpPr>
          <p:cNvPr id="1743" name="Google Shape;1743;g3b23322d595_2_790">
            <a:extLst>
              <a:ext uri="{FF2B5EF4-FFF2-40B4-BE49-F238E27FC236}">
                <a16:creationId xmlns:a16="http://schemas.microsoft.com/office/drawing/2014/main" id="{96E9D30E-E4C9-5409-2705-2659E39E7258}"/>
              </a:ext>
            </a:extLst>
          </p:cNvPr>
          <p:cNvSpPr txBox="1"/>
          <p:nvPr/>
        </p:nvSpPr>
        <p:spPr>
          <a:xfrm>
            <a:off x="420595" y="6296433"/>
            <a:ext cx="10638141" cy="215444"/>
          </a:xfrm>
          <a:prstGeom prst="rect">
            <a:avLst/>
          </a:prstGeom>
          <a:noFill/>
          <a:ln>
            <a:noFill/>
          </a:ln>
        </p:spPr>
        <p:txBody>
          <a:bodyPr spcFirstLastPara="1" wrap="square" lIns="0" tIns="0" rIns="0" bIns="0" anchor="b" anchorCtr="0">
            <a:spAutoFit/>
          </a:bodyPr>
          <a:lstStyle/>
          <a:p>
            <a:pPr>
              <a:buSzPts val="700"/>
            </a:pPr>
            <a:r>
              <a:rPr lang="en-US" sz="700" b="0" i="0" u="none" strike="noStrike" cap="none" noProof="0">
                <a:solidFill>
                  <a:srgbClr val="7F7F7F"/>
                </a:solidFill>
                <a:latin typeface="IBM Plex Sans"/>
                <a:ea typeface="Quattrocento Sans"/>
                <a:cs typeface="Quattrocento Sans"/>
                <a:sym typeface="Quattrocento Sans"/>
              </a:rPr>
              <a:t>Sources: </a:t>
            </a:r>
            <a:r>
              <a:rPr lang="en-US" sz="700" noProof="0">
                <a:solidFill>
                  <a:srgbClr val="7F7F7F"/>
                </a:solidFill>
                <a:latin typeface="IBM Plex Sans"/>
                <a:ea typeface="Quattrocento Sans"/>
                <a:cs typeface="Quattrocento Sans"/>
                <a:sym typeface="Quattrocento Sans"/>
              </a:rPr>
              <a:t>(1) Firefox: </a:t>
            </a:r>
            <a:r>
              <a:rPr lang="en-US" sz="700"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Mozilla</a:t>
            </a:r>
            <a:r>
              <a:rPr lang="en-US" sz="700" noProof="0">
                <a:solidFill>
                  <a:srgbClr val="7F7F7F"/>
                </a:solidFill>
                <a:latin typeface="IBM Plex Sans"/>
                <a:ea typeface="Quattrocento Sans"/>
                <a:cs typeface="Quattrocento Sans"/>
                <a:sym typeface="Quattrocento Sans"/>
              </a:rPr>
              <a:t>, </a:t>
            </a:r>
            <a:r>
              <a:rPr lang="en-US" sz="700" noProof="0" err="1">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TechWire</a:t>
            </a:r>
            <a:r>
              <a:rPr lang="en-US" sz="700"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 Asia</a:t>
            </a:r>
            <a:r>
              <a:rPr lang="en-US" sz="700" noProof="0">
                <a:solidFill>
                  <a:srgbClr val="7F7F7F"/>
                </a:solidFill>
                <a:latin typeface="IBM Plex Sans"/>
                <a:ea typeface="Quattrocento Sans"/>
                <a:cs typeface="Quattrocento Sans"/>
                <a:sym typeface="Quattrocento Sans"/>
              </a:rPr>
              <a:t>, (2) Brave: </a:t>
            </a:r>
            <a:r>
              <a:rPr lang="en-US" sz="700"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Brave</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Rewards</a:t>
            </a:r>
            <a:r>
              <a:rPr lang="en-US" sz="700" noProof="0">
                <a:solidFill>
                  <a:srgbClr val="7F7F7F"/>
                </a:solidFill>
                <a:latin typeface="IBM Plex Sans"/>
                <a:ea typeface="Quattrocento Sans"/>
                <a:cs typeface="Quattrocento Sans"/>
                <a:sym typeface="Quattrocento Sans"/>
              </a:rPr>
              <a:t>, (3) Chrome: </a:t>
            </a:r>
            <a:r>
              <a:rPr lang="en-US" sz="700" noProof="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Google</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Google</a:t>
            </a:r>
            <a:r>
              <a:rPr lang="en-US" sz="700" noProof="0">
                <a:solidFill>
                  <a:srgbClr val="7F7F7F"/>
                </a:solidFill>
                <a:latin typeface="IBM Plex Sans"/>
                <a:ea typeface="Quattrocento Sans"/>
                <a:cs typeface="Quattrocento Sans"/>
                <a:sym typeface="Quattrocento Sans"/>
              </a:rPr>
              <a:t>, (4) Edge: </a:t>
            </a:r>
            <a:r>
              <a:rPr lang="en-US" sz="700" noProof="0">
                <a:solidFill>
                  <a:srgbClr val="7F7F7F"/>
                </a:solidFill>
                <a:latin typeface="IBM Plex Sans"/>
                <a:ea typeface="Quattrocento Sans"/>
                <a:cs typeface="Quattrocento Sans"/>
                <a:sym typeface="Quattrocento Sans"/>
                <a:hlinkClick r:id="rId9">
                  <a:extLst>
                    <a:ext uri="{A12FA001-AC4F-418D-AE19-62706E023703}">
                      <ahyp:hlinkClr xmlns:ahyp="http://schemas.microsoft.com/office/drawing/2018/hyperlinkcolor" val="tx"/>
                    </a:ext>
                  </a:extLst>
                </a:hlinkClick>
              </a:rPr>
              <a:t>Microsoft</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10">
                  <a:extLst>
                    <a:ext uri="{A12FA001-AC4F-418D-AE19-62706E023703}">
                      <ahyp:hlinkClr xmlns:ahyp="http://schemas.microsoft.com/office/drawing/2018/hyperlinkcolor" val="tx"/>
                    </a:ext>
                  </a:extLst>
                </a:hlinkClick>
              </a:rPr>
              <a:t>Microsoft</a:t>
            </a:r>
            <a:r>
              <a:rPr lang="en-US" sz="700" noProof="0">
                <a:solidFill>
                  <a:srgbClr val="7F7F7F"/>
                </a:solidFill>
                <a:latin typeface="IBM Plex Sans"/>
                <a:ea typeface="Quattrocento Sans"/>
                <a:cs typeface="Quattrocento Sans"/>
                <a:sym typeface="Quattrocento Sans"/>
              </a:rPr>
              <a:t>, (5) Opera: </a:t>
            </a:r>
            <a:r>
              <a:rPr lang="en-US" sz="700" noProof="0">
                <a:solidFill>
                  <a:srgbClr val="7F7F7F"/>
                </a:solidFill>
                <a:latin typeface="IBM Plex Sans"/>
                <a:ea typeface="Quattrocento Sans"/>
                <a:cs typeface="Quattrocento Sans"/>
                <a:sym typeface="Quattrocento Sans"/>
                <a:hlinkClick r:id="rId11">
                  <a:extLst>
                    <a:ext uri="{A12FA001-AC4F-418D-AE19-62706E023703}">
                      <ahyp:hlinkClr xmlns:ahyp="http://schemas.microsoft.com/office/drawing/2018/hyperlinkcolor" val="tx"/>
                    </a:ext>
                  </a:extLst>
                </a:hlinkClick>
              </a:rPr>
              <a:t>Investor</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12">
                  <a:extLst>
                    <a:ext uri="{A12FA001-AC4F-418D-AE19-62706E023703}">
                      <ahyp:hlinkClr xmlns:ahyp="http://schemas.microsoft.com/office/drawing/2018/hyperlinkcolor" val="tx"/>
                    </a:ext>
                  </a:extLst>
                </a:hlinkClick>
              </a:rPr>
              <a:t>Freedom24</a:t>
            </a:r>
            <a:r>
              <a:rPr lang="en-US" sz="700" noProof="0">
                <a:solidFill>
                  <a:srgbClr val="7F7F7F"/>
                </a:solidFill>
                <a:latin typeface="IBM Plex Sans"/>
                <a:ea typeface="Quattrocento Sans"/>
                <a:cs typeface="Quattrocento Sans"/>
                <a:sym typeface="Quattrocento Sans"/>
              </a:rPr>
              <a:t>, (6) Atlas: </a:t>
            </a:r>
            <a:r>
              <a:rPr lang="en-US" sz="700" noProof="0">
                <a:solidFill>
                  <a:srgbClr val="7F7F7F"/>
                </a:solidFill>
                <a:latin typeface="IBM Plex Sans"/>
                <a:ea typeface="Quattrocento Sans"/>
                <a:cs typeface="Quattrocento Sans"/>
                <a:sym typeface="Quattrocento Sans"/>
                <a:hlinkClick r:id="rId13">
                  <a:extLst>
                    <a:ext uri="{A12FA001-AC4F-418D-AE19-62706E023703}">
                      <ahyp:hlinkClr xmlns:ahyp="http://schemas.microsoft.com/office/drawing/2018/hyperlinkcolor" val="tx"/>
                    </a:ext>
                  </a:extLst>
                </a:hlinkClick>
              </a:rPr>
              <a:t>Intuition Labs</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14">
                  <a:extLst>
                    <a:ext uri="{A12FA001-AC4F-418D-AE19-62706E023703}">
                      <ahyp:hlinkClr xmlns:ahyp="http://schemas.microsoft.com/office/drawing/2018/hyperlinkcolor" val="tx"/>
                    </a:ext>
                  </a:extLst>
                </a:hlinkClick>
              </a:rPr>
              <a:t>OpenAI</a:t>
            </a:r>
            <a:r>
              <a:rPr lang="en-US" sz="700" noProof="0">
                <a:solidFill>
                  <a:srgbClr val="7F7F7F"/>
                </a:solidFill>
                <a:latin typeface="IBM Plex Sans"/>
                <a:ea typeface="Quattrocento Sans"/>
                <a:cs typeface="Quattrocento Sans"/>
                <a:sym typeface="Quattrocento Sans"/>
              </a:rPr>
              <a:t> . (7) Comet: </a:t>
            </a:r>
            <a:r>
              <a:rPr lang="en-US" sz="700" noProof="0">
                <a:solidFill>
                  <a:srgbClr val="7F7F7F"/>
                </a:solidFill>
                <a:latin typeface="IBM Plex Sans"/>
                <a:ea typeface="Quattrocento Sans"/>
                <a:cs typeface="Quattrocento Sans"/>
                <a:sym typeface="Quattrocento Sans"/>
                <a:hlinkClick r:id="rId15">
                  <a:extLst>
                    <a:ext uri="{A12FA001-AC4F-418D-AE19-62706E023703}">
                      <ahyp:hlinkClr xmlns:ahyp="http://schemas.microsoft.com/office/drawing/2018/hyperlinkcolor" val="tx"/>
                    </a:ext>
                  </a:extLst>
                </a:hlinkClick>
              </a:rPr>
              <a:t>Perplexity</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16">
                  <a:extLst>
                    <a:ext uri="{A12FA001-AC4F-418D-AE19-62706E023703}">
                      <ahyp:hlinkClr xmlns:ahyp="http://schemas.microsoft.com/office/drawing/2018/hyperlinkcolor" val="tx"/>
                    </a:ext>
                  </a:extLst>
                </a:hlinkClick>
              </a:rPr>
              <a:t>Search Engine Journal</a:t>
            </a:r>
            <a:r>
              <a:rPr lang="en-US" sz="700" noProof="0">
                <a:solidFill>
                  <a:srgbClr val="7F7F7F"/>
                </a:solidFill>
                <a:latin typeface="IBM Plex Sans"/>
                <a:ea typeface="Quattrocento Sans"/>
                <a:cs typeface="Quattrocento Sans"/>
                <a:sym typeface="Quattrocento Sans"/>
              </a:rPr>
              <a:t>, (8) </a:t>
            </a:r>
            <a:r>
              <a:rPr lang="en-US" sz="700" noProof="0" err="1">
                <a:solidFill>
                  <a:srgbClr val="7F7F7F"/>
                </a:solidFill>
                <a:latin typeface="IBM Plex Sans"/>
                <a:ea typeface="Quattrocento Sans"/>
                <a:cs typeface="Quattrocento Sans"/>
                <a:sym typeface="Quattrocento Sans"/>
                <a:hlinkClick r:id="rId17">
                  <a:extLst>
                    <a:ext uri="{A12FA001-AC4F-418D-AE19-62706E023703}">
                      <ahyp:hlinkClr xmlns:ahyp="http://schemas.microsoft.com/office/drawing/2018/hyperlinkcolor" val="tx"/>
                    </a:ext>
                  </a:extLst>
                </a:hlinkClick>
              </a:rPr>
              <a:t>Smartexe</a:t>
            </a:r>
            <a:r>
              <a:rPr lang="en-US" sz="700" noProof="0">
                <a:solidFill>
                  <a:srgbClr val="7F7F7F"/>
                </a:solidFill>
                <a:latin typeface="IBM Plex Sans"/>
                <a:ea typeface="Quattrocento Sans"/>
                <a:cs typeface="Quattrocento Sans"/>
                <a:sym typeface="Quattrocento Sans"/>
              </a:rPr>
              <a:t>, </a:t>
            </a:r>
            <a:endParaRPr lang="en-US" sz="700" noProof="0">
              <a:solidFill>
                <a:srgbClr val="7F7F7F"/>
              </a:solidFill>
              <a:latin typeface="IBM Plex Sans"/>
              <a:ea typeface="Quattrocento Sans"/>
              <a:sym typeface="Quattrocento Sans"/>
            </a:endParaRPr>
          </a:p>
          <a:p>
            <a:pPr marL="0" marR="0" lvl="0" indent="0" algn="l">
              <a:lnSpc>
                <a:spcPct val="100000"/>
              </a:lnSpc>
              <a:spcBef>
                <a:spcPts val="0"/>
              </a:spcBef>
              <a:spcAft>
                <a:spcPts val="0"/>
              </a:spcAft>
              <a:buSzPts val="700"/>
              <a:buFont typeface="Arial"/>
              <a:buNone/>
            </a:pPr>
            <a:r>
              <a:rPr lang="en-US" sz="700" noProof="0">
                <a:solidFill>
                  <a:srgbClr val="7F7F7F"/>
                </a:solidFill>
                <a:latin typeface="IBM Plex Sans"/>
                <a:ea typeface="Quattrocento Sans"/>
                <a:cs typeface="Quattrocento Sans"/>
                <a:sym typeface="Quattrocento Sans"/>
              </a:rPr>
              <a:t>(9) </a:t>
            </a:r>
            <a:r>
              <a:rPr lang="en-US" sz="700" noProof="0">
                <a:solidFill>
                  <a:srgbClr val="7F7F7F"/>
                </a:solidFill>
                <a:latin typeface="IBM Plex Sans"/>
                <a:ea typeface="Quattrocento Sans"/>
                <a:cs typeface="Quattrocento Sans"/>
                <a:sym typeface="Quattrocento Sans"/>
                <a:hlinkClick r:id="rId18">
                  <a:extLst>
                    <a:ext uri="{A12FA001-AC4F-418D-AE19-62706E023703}">
                      <ahyp:hlinkClr xmlns:ahyp="http://schemas.microsoft.com/office/drawing/2018/hyperlinkcolor" val="tx"/>
                    </a:ext>
                  </a:extLst>
                </a:hlinkClick>
              </a:rPr>
              <a:t>Scribd</a:t>
            </a:r>
            <a:endParaRPr lang="en-US" sz="700" noProof="0">
              <a:solidFill>
                <a:srgbClr val="7F7F7F"/>
              </a:solidFill>
              <a:latin typeface="IBM Plex Sans"/>
              <a:hlinkClick r:id="rId18">
                <a:extLst>
                  <a:ext uri="{A12FA001-AC4F-418D-AE19-62706E023703}">
                    <ahyp:hlinkClr xmlns:ahyp="http://schemas.microsoft.com/office/drawing/2018/hyperlinkcolor" val="tx"/>
                  </a:ext>
                </a:extLst>
              </a:hlinkClick>
            </a:endParaRPr>
          </a:p>
        </p:txBody>
      </p:sp>
      <p:graphicFrame>
        <p:nvGraphicFramePr>
          <p:cNvPr id="1744" name="Google Shape;1744;g3b23322d595_2_790">
            <a:extLst>
              <a:ext uri="{FF2B5EF4-FFF2-40B4-BE49-F238E27FC236}">
                <a16:creationId xmlns:a16="http://schemas.microsoft.com/office/drawing/2014/main" id="{4880BC20-3F4C-102A-6BAC-D333A63FE3ED}"/>
              </a:ext>
            </a:extLst>
          </p:cNvPr>
          <p:cNvGraphicFramePr/>
          <p:nvPr>
            <p:extLst>
              <p:ext uri="{D42A27DB-BD31-4B8C-83A1-F6EECF244321}">
                <p14:modId xmlns:p14="http://schemas.microsoft.com/office/powerpoint/2010/main" val="983522592"/>
              </p:ext>
            </p:extLst>
          </p:nvPr>
        </p:nvGraphicFramePr>
        <p:xfrm>
          <a:off x="450091" y="1847191"/>
          <a:ext cx="11075125" cy="3620794"/>
        </p:xfrm>
        <a:graphic>
          <a:graphicData uri="http://schemas.openxmlformats.org/drawingml/2006/table">
            <a:tbl>
              <a:tblPr>
                <a:noFill/>
                <a:tableStyleId>{16461213-F4DB-495F-93F5-F8E8B3FAFA39}</a:tableStyleId>
              </a:tblPr>
              <a:tblGrid>
                <a:gridCol w="1131821">
                  <a:extLst>
                    <a:ext uri="{9D8B030D-6E8A-4147-A177-3AD203B41FA5}">
                      <a16:colId xmlns:a16="http://schemas.microsoft.com/office/drawing/2014/main" val="20000"/>
                    </a:ext>
                  </a:extLst>
                </a:gridCol>
                <a:gridCol w="1420472">
                  <a:extLst>
                    <a:ext uri="{9D8B030D-6E8A-4147-A177-3AD203B41FA5}">
                      <a16:colId xmlns:a16="http://schemas.microsoft.com/office/drawing/2014/main" val="20001"/>
                    </a:ext>
                  </a:extLst>
                </a:gridCol>
                <a:gridCol w="1420472">
                  <a:extLst>
                    <a:ext uri="{9D8B030D-6E8A-4147-A177-3AD203B41FA5}">
                      <a16:colId xmlns:a16="http://schemas.microsoft.com/office/drawing/2014/main" val="20002"/>
                    </a:ext>
                  </a:extLst>
                </a:gridCol>
                <a:gridCol w="1420472">
                  <a:extLst>
                    <a:ext uri="{9D8B030D-6E8A-4147-A177-3AD203B41FA5}">
                      <a16:colId xmlns:a16="http://schemas.microsoft.com/office/drawing/2014/main" val="20003"/>
                    </a:ext>
                  </a:extLst>
                </a:gridCol>
                <a:gridCol w="1420472">
                  <a:extLst>
                    <a:ext uri="{9D8B030D-6E8A-4147-A177-3AD203B41FA5}">
                      <a16:colId xmlns:a16="http://schemas.microsoft.com/office/drawing/2014/main" val="2326128416"/>
                    </a:ext>
                  </a:extLst>
                </a:gridCol>
                <a:gridCol w="1420472">
                  <a:extLst>
                    <a:ext uri="{9D8B030D-6E8A-4147-A177-3AD203B41FA5}">
                      <a16:colId xmlns:a16="http://schemas.microsoft.com/office/drawing/2014/main" val="20004"/>
                    </a:ext>
                  </a:extLst>
                </a:gridCol>
                <a:gridCol w="1420472">
                  <a:extLst>
                    <a:ext uri="{9D8B030D-6E8A-4147-A177-3AD203B41FA5}">
                      <a16:colId xmlns:a16="http://schemas.microsoft.com/office/drawing/2014/main" val="20006"/>
                    </a:ext>
                  </a:extLst>
                </a:gridCol>
                <a:gridCol w="1420472">
                  <a:extLst>
                    <a:ext uri="{9D8B030D-6E8A-4147-A177-3AD203B41FA5}">
                      <a16:colId xmlns:a16="http://schemas.microsoft.com/office/drawing/2014/main" val="20007"/>
                    </a:ext>
                  </a:extLst>
                </a:gridCol>
              </a:tblGrid>
              <a:tr h="517093">
                <a:tc>
                  <a:txBody>
                    <a:bodyPr/>
                    <a:lstStyle/>
                    <a:p>
                      <a:pPr marL="0" marR="0" lvl="0" indent="0" algn="ctr" rtl="0">
                        <a:lnSpc>
                          <a:spcPct val="100000"/>
                        </a:lnSpc>
                        <a:spcBef>
                          <a:spcPts val="0"/>
                        </a:spcBef>
                        <a:spcAft>
                          <a:spcPts val="0"/>
                        </a:spcAft>
                        <a:buClr>
                          <a:srgbClr val="000000"/>
                        </a:buClr>
                        <a:buSzPts val="1100"/>
                        <a:buFont typeface="Arial"/>
                        <a:buNone/>
                      </a:pPr>
                      <a:endParaRPr lang="en-US" sz="900" u="none" strike="noStrike" cap="none" baseline="30000" noProof="0">
                        <a:solidFill>
                          <a:schemeClr val="dk1"/>
                        </a:solidFill>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204E79"/>
                        </a:buClr>
                        <a:buSzPts val="1100"/>
                        <a:buFont typeface="Calibri"/>
                        <a:buNone/>
                      </a:pPr>
                      <a:r>
                        <a:rPr lang="en-US" sz="900" b="1" i="0" u="none" strike="noStrike" cap="none" noProof="0">
                          <a:solidFill>
                            <a:schemeClr val="lt1"/>
                          </a:solidFill>
                          <a:latin typeface="IBM Plex Sans"/>
                          <a:ea typeface="IBM Plex Sans"/>
                          <a:cs typeface="IBM Plex Sans"/>
                          <a:sym typeface="IBM Plex Sans"/>
                        </a:rPr>
                        <a:t>Firefox</a:t>
                      </a:r>
                      <a:r>
                        <a:rPr lang="en-US" sz="900" b="1" i="0" u="none" strike="noStrike" cap="none" baseline="30000" noProof="0">
                          <a:solidFill>
                            <a:schemeClr val="lt1"/>
                          </a:solidFill>
                          <a:latin typeface="IBM Plex Sans"/>
                          <a:ea typeface="IBM Plex Sans"/>
                          <a:cs typeface="IBM Plex Sans"/>
                          <a:sym typeface="IBM Plex Sans"/>
                        </a:rPr>
                        <a:t>1</a:t>
                      </a:r>
                      <a:endParaRPr lang="en-US" sz="900" u="none" strike="noStrike" cap="none" baseline="30000" noProof="0">
                        <a:solidFill>
                          <a:schemeClr val="lt1"/>
                        </a:solidFill>
                        <a:latin typeface="IBM Plex Sans"/>
                        <a:ea typeface="IBM Plex Sans"/>
                        <a:cs typeface="IBM Plex Sans"/>
                        <a:sym typeface="IBM Plex Sans"/>
                      </a:endParaRP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Brave</a:t>
                      </a:r>
                      <a:r>
                        <a:rPr lang="en-US" sz="900" b="1" u="none" strike="noStrike" cap="none" baseline="30000" noProof="0">
                          <a:solidFill>
                            <a:schemeClr val="lt1"/>
                          </a:solidFill>
                          <a:latin typeface="IBM Plex Sans"/>
                          <a:ea typeface="IBM Plex Sans"/>
                          <a:cs typeface="IBM Plex Sans"/>
                          <a:sym typeface="IBM Plex Sans"/>
                        </a:rPr>
                        <a:t>2</a:t>
                      </a:r>
                      <a:endParaRPr lang="en-US" sz="900" u="none" strike="noStrike" cap="none" baseline="30000" noProof="0">
                        <a:solidFill>
                          <a:schemeClr val="lt1"/>
                        </a:solidFill>
                        <a:latin typeface="IBM Plex Sans"/>
                        <a:ea typeface="IBM Plex Sans"/>
                        <a:cs typeface="IBM Plex Sans"/>
                        <a:sym typeface="IBM Plex Sans"/>
                      </a:endParaRP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Chrome</a:t>
                      </a:r>
                      <a:r>
                        <a:rPr lang="en-US" sz="900" b="1" u="none" strike="noStrike" cap="none" baseline="30000" noProof="0">
                          <a:solidFill>
                            <a:schemeClr val="lt1"/>
                          </a:solidFill>
                          <a:latin typeface="IBM Plex Sans"/>
                          <a:ea typeface="IBM Plex Sans"/>
                          <a:cs typeface="IBM Plex Sans"/>
                          <a:sym typeface="IBM Plex Sans"/>
                        </a:rPr>
                        <a:t>3</a:t>
                      </a:r>
                      <a:endParaRPr lang="en-US" sz="900" u="none" strike="noStrike" cap="none" baseline="30000" noProof="0">
                        <a:solidFill>
                          <a:schemeClr val="lt1"/>
                        </a:solidFill>
                        <a:latin typeface="IBM Plex Sans"/>
                        <a:ea typeface="IBM Plex Sans"/>
                        <a:cs typeface="IBM Plex Sans"/>
                        <a:sym typeface="IBM Plex Sans"/>
                      </a:endParaRP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Edge</a:t>
                      </a:r>
                      <a:r>
                        <a:rPr lang="en-US" sz="900" b="1" u="none" strike="noStrike" cap="none" baseline="30000" noProof="0">
                          <a:solidFill>
                            <a:schemeClr val="lt1"/>
                          </a:solidFill>
                          <a:latin typeface="IBM Plex Sans"/>
                          <a:ea typeface="IBM Plex Sans"/>
                          <a:cs typeface="IBM Plex Sans"/>
                          <a:sym typeface="IBM Plex Sans"/>
                        </a:rPr>
                        <a:t>4</a:t>
                      </a:r>
                    </a:p>
                  </a:txBody>
                  <a:tcPr marL="91450" marR="9145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Opera</a:t>
                      </a:r>
                      <a:r>
                        <a:rPr lang="en-US" sz="900" b="1" u="none" strike="noStrike" cap="none" baseline="30000" noProof="0">
                          <a:solidFill>
                            <a:schemeClr val="lt1"/>
                          </a:solidFill>
                          <a:latin typeface="IBM Plex Sans"/>
                          <a:ea typeface="IBM Plex Sans"/>
                          <a:cs typeface="IBM Plex Sans"/>
                          <a:sym typeface="IBM Plex Sans"/>
                        </a:rPr>
                        <a:t>5</a:t>
                      </a:r>
                      <a:endParaRPr lang="en-US" sz="900" u="none" strike="noStrike" cap="none" baseline="30000" noProof="0">
                        <a:solidFill>
                          <a:schemeClr val="lt1"/>
                        </a:solidFill>
                        <a:latin typeface="IBM Plex Sans"/>
                        <a:ea typeface="IBM Plex Sans"/>
                        <a:cs typeface="IBM Plex Sans"/>
                        <a:sym typeface="IBM Plex Sans"/>
                      </a:endParaRP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Atlas </a:t>
                      </a:r>
                      <a:endParaRPr lang="en-US" sz="900" u="none" strike="noStrike" cap="none" noProof="0">
                        <a:solidFill>
                          <a:schemeClr val="lt1"/>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a:t>
                      </a:r>
                      <a:r>
                        <a:rPr lang="en-US" sz="900" b="1" u="none" strike="noStrike" cap="none" noProof="0">
                          <a:solidFill>
                            <a:schemeClr val="lt1"/>
                          </a:solidFill>
                          <a:latin typeface="IBM Plex Sans"/>
                          <a:ea typeface="IBM Plex Sans"/>
                          <a:cs typeface="IBM Plex Sans"/>
                        </a:rPr>
                        <a:t>ChatGPT</a:t>
                      </a:r>
                      <a:r>
                        <a:rPr lang="en-US" sz="900" b="1" u="none" strike="noStrike" cap="none" noProof="0">
                          <a:solidFill>
                            <a:schemeClr val="lt1"/>
                          </a:solidFill>
                          <a:latin typeface="IBM Plex Sans"/>
                          <a:ea typeface="IBM Plex Sans"/>
                          <a:cs typeface="IBM Plex Sans"/>
                          <a:sym typeface="IBM Plex Sans"/>
                        </a:rPr>
                        <a:t>)</a:t>
                      </a:r>
                      <a:r>
                        <a:rPr lang="en-US" sz="900" b="1" u="none" strike="noStrike" cap="none" baseline="30000" noProof="0">
                          <a:solidFill>
                            <a:schemeClr val="lt1"/>
                          </a:solidFill>
                          <a:latin typeface="IBM Plex Sans"/>
                          <a:ea typeface="IBM Plex Sans"/>
                          <a:cs typeface="IBM Plex Sans"/>
                          <a:sym typeface="IBM Plex Sans"/>
                        </a:rPr>
                        <a:t>6</a:t>
                      </a:r>
                      <a:endParaRPr lang="en-US" sz="900" u="none" strike="noStrike" cap="none" baseline="30000" noProof="0">
                        <a:solidFill>
                          <a:schemeClr val="lt1"/>
                        </a:solidFill>
                        <a:latin typeface="IBM Plex Sans"/>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Comet </a:t>
                      </a:r>
                    </a:p>
                    <a:p>
                      <a:pPr marL="0" marR="0" lvl="0" indent="0" algn="ctr" rtl="0">
                        <a:lnSpc>
                          <a:spcPct val="100000"/>
                        </a:lnSpc>
                        <a:spcBef>
                          <a:spcPts val="0"/>
                        </a:spcBef>
                        <a:spcAft>
                          <a:spcPts val="0"/>
                        </a:spcAft>
                        <a:buClr>
                          <a:srgbClr val="000000"/>
                        </a:buClr>
                        <a:buSzPts val="1100"/>
                        <a:buFont typeface="Arial"/>
                        <a:buNone/>
                      </a:pPr>
                      <a:r>
                        <a:rPr lang="en-US" sz="900" b="1" u="none" strike="noStrike" cap="none" noProof="0">
                          <a:solidFill>
                            <a:schemeClr val="lt1"/>
                          </a:solidFill>
                          <a:latin typeface="IBM Plex Sans"/>
                          <a:ea typeface="IBM Plex Sans"/>
                          <a:cs typeface="IBM Plex Sans"/>
                          <a:sym typeface="IBM Plex Sans"/>
                        </a:rPr>
                        <a:t>(Perplexity)</a:t>
                      </a:r>
                      <a:r>
                        <a:rPr lang="en-US" sz="900" b="1" u="none" strike="noStrike" cap="none" baseline="30000" noProof="0">
                          <a:solidFill>
                            <a:schemeClr val="lt1"/>
                          </a:solidFill>
                          <a:latin typeface="IBM Plex Sans"/>
                          <a:ea typeface="IBM Plex Sans"/>
                          <a:cs typeface="IBM Plex Sans"/>
                          <a:sym typeface="IBM Plex Sans"/>
                        </a:rPr>
                        <a:t>7</a:t>
                      </a:r>
                      <a:endParaRPr lang="en-US" sz="900" u="none" strike="noStrike" cap="none" baseline="30000" noProof="0">
                        <a:solidFill>
                          <a:schemeClr val="lt1"/>
                        </a:solidFill>
                        <a:latin typeface="IBM Plex Sans"/>
                        <a:ea typeface="IBM Plex Sans"/>
                        <a:cs typeface="IBM Plex Sans"/>
                        <a:sym typeface="IBM Plex Sans"/>
                      </a:endParaRP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832485">
                <a:tc>
                  <a:txBody>
                    <a:bodyPr/>
                    <a:lstStyle/>
                    <a:p>
                      <a:pPr marL="0" marR="0" lvl="0" indent="0" algn="l" rtl="0">
                        <a:lnSpc>
                          <a:spcPct val="100000"/>
                        </a:lnSpc>
                        <a:spcBef>
                          <a:spcPts val="0"/>
                        </a:spcBef>
                        <a:spcAft>
                          <a:spcPts val="0"/>
                        </a:spcAft>
                        <a:buClr>
                          <a:schemeClr val="lt1"/>
                        </a:buClr>
                        <a:buSzPts val="1100"/>
                        <a:buFont typeface="Arial"/>
                        <a:buNone/>
                      </a:pPr>
                      <a:r>
                        <a:rPr lang="en-US" sz="900" b="1" u="none" strike="noStrike" cap="none" noProof="0">
                          <a:solidFill>
                            <a:schemeClr val="dk1"/>
                          </a:solidFill>
                          <a:latin typeface="IBM Plex Sans"/>
                          <a:ea typeface="IBM Plex Sans"/>
                          <a:cs typeface="IBM Plex Sans"/>
                          <a:sym typeface="IBM Plex Sans"/>
                        </a:rPr>
                        <a:t>1. Primary monetization model</a:t>
                      </a:r>
                      <a:endParaRPr lang="en-US" sz="900" b="0" i="0" u="none" strike="noStrike" cap="none" noProof="0">
                        <a:solidFill>
                          <a:schemeClr val="dk1"/>
                        </a:solidFill>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algn="ctr" fontAlgn="b">
                        <a:buNone/>
                      </a:pPr>
                      <a:r>
                        <a:rPr lang="en-US" sz="900" b="1" i="0" u="none" strike="noStrike" noProof="0">
                          <a:solidFill>
                            <a:srgbClr val="1F1F1F"/>
                          </a:solidFill>
                          <a:effectLst/>
                          <a:latin typeface="IBM Plex Sans"/>
                        </a:rPr>
                        <a:t>Search Engine Royalties:</a:t>
                      </a:r>
                      <a:r>
                        <a:rPr lang="en-US" sz="900" b="0" i="0" u="none" strike="noStrike" noProof="0">
                          <a:solidFill>
                            <a:srgbClr val="1F1F1F"/>
                          </a:solidFill>
                          <a:effectLst/>
                          <a:latin typeface="IBM Plex Sans"/>
                        </a:rPr>
                        <a:t> 85% of revenue comes from </a:t>
                      </a:r>
                      <a:r>
                        <a:rPr lang="en-US" sz="900" b="1" i="0" u="none" strike="noStrike" noProof="0">
                          <a:solidFill>
                            <a:srgbClr val="1F1F1F"/>
                          </a:solidFill>
                          <a:effectLst/>
                          <a:latin typeface="IBM Plex Sans"/>
                        </a:rPr>
                        <a:t>Google</a:t>
                      </a:r>
                      <a:r>
                        <a:rPr lang="en-US" sz="900" b="0" i="0" u="none" strike="noStrike" noProof="0">
                          <a:solidFill>
                            <a:srgbClr val="1F1F1F"/>
                          </a:solidFill>
                          <a:effectLst/>
                          <a:latin typeface="IBM Plex Sans"/>
                        </a:rPr>
                        <a:t> (and others) for default search status</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Privacy Ad-Network &amp; Premium AI:</a:t>
                      </a:r>
                      <a:r>
                        <a:rPr lang="en-US" sz="900" b="0" i="0" u="none" strike="noStrike" noProof="0">
                          <a:solidFill>
                            <a:srgbClr val="1F1F1F"/>
                          </a:solidFill>
                          <a:effectLst/>
                          <a:latin typeface="IBM Plex Sans"/>
                        </a:rPr>
                        <a:t> Users earn </a:t>
                      </a:r>
                      <a:r>
                        <a:rPr lang="en-US" sz="900" b="1" i="0" u="none" strike="noStrike" noProof="0">
                          <a:solidFill>
                            <a:srgbClr val="1F1F1F"/>
                          </a:solidFill>
                          <a:effectLst/>
                          <a:latin typeface="IBM Plex Sans"/>
                        </a:rPr>
                        <a:t>BAT tokens</a:t>
                      </a:r>
                      <a:r>
                        <a:rPr lang="en-US" sz="900" b="0" i="0" u="none" strike="noStrike" noProof="0">
                          <a:solidFill>
                            <a:srgbClr val="1F1F1F"/>
                          </a:solidFill>
                          <a:effectLst/>
                          <a:latin typeface="IBM Plex Sans"/>
                        </a:rPr>
                        <a:t> for viewing ads; Leo AI Premium subscription</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Search Ads &amp; First-Party Data:</a:t>
                      </a:r>
                      <a:r>
                        <a:rPr lang="en-US" sz="900" b="0" i="0" u="none" strike="noStrike" noProof="0">
                          <a:solidFill>
                            <a:srgbClr val="1F1F1F"/>
                          </a:solidFill>
                          <a:effectLst/>
                          <a:latin typeface="IBM Plex Sans"/>
                        </a:rPr>
                        <a:t> Feeds Google's $300B+ ad engine </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Search Ads (Bing) &amp; Enterprise Ecosystem:</a:t>
                      </a:r>
                      <a:r>
                        <a:rPr lang="en-US" sz="900" b="0" i="0" u="none" strike="noStrike" noProof="0">
                          <a:solidFill>
                            <a:srgbClr val="1F1F1F"/>
                          </a:solidFill>
                          <a:effectLst/>
                          <a:latin typeface="IBM Plex Sans"/>
                        </a:rPr>
                        <a:t> Monetizes via Bing and as a "front door" for </a:t>
                      </a:r>
                      <a:r>
                        <a:rPr lang="en-US" sz="900" b="1" i="0" u="none" strike="noStrike" noProof="0">
                          <a:solidFill>
                            <a:srgbClr val="1F1F1F"/>
                          </a:solidFill>
                          <a:effectLst/>
                          <a:latin typeface="IBM Plex Sans"/>
                        </a:rPr>
                        <a:t>Microsoft 365</a:t>
                      </a:r>
                      <a:r>
                        <a:rPr lang="en-US" sz="900" b="0" i="0" u="none" strike="noStrike" noProof="0">
                          <a:solidFill>
                            <a:srgbClr val="1F1F1F"/>
                          </a:solidFill>
                          <a:effectLst/>
                          <a:latin typeface="IBM Plex Sans"/>
                        </a:rPr>
                        <a:t> commercial subscriptions</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Ads (65%) &amp; Search (35%):</a:t>
                      </a:r>
                      <a:r>
                        <a:rPr lang="en-US" sz="900" b="0" i="0" u="none" strike="noStrike" noProof="0">
                          <a:solidFill>
                            <a:srgbClr val="1F1F1F"/>
                          </a:solidFill>
                          <a:effectLst/>
                          <a:latin typeface="IBM Plex Sans"/>
                        </a:rPr>
                        <a:t> Monetizes via its own ad network, speed dials, and technology licensing</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Subscriptions &amp; Data Pipeline:</a:t>
                      </a:r>
                      <a:r>
                        <a:rPr lang="en-US" sz="900" b="0" i="0" u="none" strike="noStrike" noProof="0">
                          <a:solidFill>
                            <a:srgbClr val="1F1F1F"/>
                          </a:solidFill>
                          <a:effectLst/>
                          <a:latin typeface="IBM Plex Sans"/>
                        </a:rPr>
                        <a:t> Tiered model (Free/Pro/Plus); monetizes via high-value </a:t>
                      </a:r>
                      <a:r>
                        <a:rPr lang="en-US" sz="900" b="1" i="0" u="none" strike="noStrike" noProof="0">
                          <a:solidFill>
                            <a:srgbClr val="1F1F1F"/>
                          </a:solidFill>
                          <a:effectLst/>
                          <a:latin typeface="IBM Plex Sans"/>
                        </a:rPr>
                        <a:t>Agent Mode</a:t>
                      </a:r>
                      <a:r>
                        <a:rPr lang="en-US" sz="900" b="0" i="0" u="none" strike="noStrike" noProof="0">
                          <a:solidFill>
                            <a:srgbClr val="1F1F1F"/>
                          </a:solidFill>
                          <a:effectLst/>
                          <a:latin typeface="IBM Plex Sans"/>
                        </a:rPr>
                        <a:t> tasks and user signals</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Revenue Sharing &amp; Subscriptions:</a:t>
                      </a:r>
                      <a:r>
                        <a:rPr lang="en-US" sz="900" b="0" i="0" u="none" strike="noStrike" noProof="0">
                          <a:solidFill>
                            <a:srgbClr val="1F1F1F"/>
                          </a:solidFill>
                          <a:effectLst/>
                          <a:latin typeface="IBM Plex Sans"/>
                        </a:rPr>
                        <a:t> </a:t>
                      </a:r>
                      <a:r>
                        <a:rPr lang="en-US" sz="900" b="1" i="0" u="none" strike="noStrike" noProof="0">
                          <a:solidFill>
                            <a:srgbClr val="1F1F1F"/>
                          </a:solidFill>
                          <a:effectLst/>
                          <a:latin typeface="IBM Plex Sans"/>
                        </a:rPr>
                        <a:t>Comet Plus</a:t>
                      </a:r>
                      <a:r>
                        <a:rPr lang="en-US" sz="900" b="0" i="0" u="none" strike="noStrike" noProof="0">
                          <a:solidFill>
                            <a:srgbClr val="1F1F1F"/>
                          </a:solidFill>
                          <a:effectLst/>
                          <a:latin typeface="IBM Plex Sans"/>
                        </a:rPr>
                        <a:t> ($5/</a:t>
                      </a:r>
                      <a:r>
                        <a:rPr lang="en-US" sz="900" b="0" i="0" u="none" strike="noStrike" noProof="0" err="1">
                          <a:solidFill>
                            <a:srgbClr val="1F1F1F"/>
                          </a:solidFill>
                          <a:effectLst/>
                          <a:latin typeface="IBM Plex Sans"/>
                        </a:rPr>
                        <a:t>mo</a:t>
                      </a:r>
                      <a:r>
                        <a:rPr lang="en-US" sz="900" b="0" i="0" u="none" strike="noStrike" noProof="0">
                          <a:solidFill>
                            <a:srgbClr val="1F1F1F"/>
                          </a:solidFill>
                          <a:effectLst/>
                          <a:latin typeface="IBM Plex Sans"/>
                        </a:rPr>
                        <a:t>) funds a $42.5M pool to pay publishers for AI citations</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832485">
                <a:tc>
                  <a:txBody>
                    <a:bodyPr/>
                    <a:lstStyle/>
                    <a:p>
                      <a:pPr marL="0" marR="0" lvl="0" indent="0" algn="l" rtl="0">
                        <a:lnSpc>
                          <a:spcPct val="100000"/>
                        </a:lnSpc>
                        <a:spcBef>
                          <a:spcPts val="0"/>
                        </a:spcBef>
                        <a:spcAft>
                          <a:spcPts val="0"/>
                        </a:spcAft>
                        <a:buClr>
                          <a:schemeClr val="lt1"/>
                        </a:buClr>
                        <a:buSzPts val="1100"/>
                        <a:buFont typeface="Arial"/>
                        <a:buNone/>
                      </a:pPr>
                      <a:r>
                        <a:rPr lang="en-US" sz="900" b="1" i="0" u="none" strike="noStrike" cap="none" noProof="0">
                          <a:solidFill>
                            <a:schemeClr val="dk1"/>
                          </a:solidFill>
                          <a:latin typeface="IBM Plex Sans"/>
                          <a:ea typeface="IBM Plex Sans"/>
                          <a:cs typeface="IBM Plex Sans"/>
                          <a:sym typeface="IBM Plex Sans"/>
                        </a:rPr>
                        <a:t>2. Key differentials</a:t>
                      </a:r>
                      <a:r>
                        <a:rPr lang="en-US" sz="900" b="1" i="0" u="none" strike="noStrike" cap="none" baseline="30000" noProof="0">
                          <a:solidFill>
                            <a:schemeClr val="dk1"/>
                          </a:solidFill>
                          <a:latin typeface="IBM Plex Sans"/>
                          <a:ea typeface="IBM Plex Sans"/>
                          <a:cs typeface="IBM Plex Sans"/>
                          <a:sym typeface="IBM Plex Sans"/>
                        </a:rPr>
                        <a:t>8,9</a:t>
                      </a:r>
                      <a:endParaRPr lang="en-US" sz="900" u="none" strike="noStrike" cap="none" baseline="30000" noProof="0">
                        <a:solidFill>
                          <a:schemeClr val="dk1"/>
                        </a:solidFill>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algn="ctr" fontAlgn="b">
                        <a:buNone/>
                      </a:pPr>
                      <a:r>
                        <a:rPr lang="en-US" sz="900" b="1" i="0" u="none" strike="noStrike" noProof="0">
                          <a:solidFill>
                            <a:srgbClr val="1F1F1F"/>
                          </a:solidFill>
                          <a:effectLst/>
                          <a:latin typeface="IBM Plex Sans"/>
                        </a:rPr>
                        <a:t>Privacy Sovereign Tech:</a:t>
                      </a:r>
                      <a:r>
                        <a:rPr lang="en-US" sz="900" b="0" i="0" u="none" strike="noStrike" noProof="0">
                          <a:solidFill>
                            <a:srgbClr val="1F1F1F"/>
                          </a:solidFill>
                          <a:effectLst/>
                          <a:latin typeface="IBM Plex Sans"/>
                        </a:rPr>
                        <a:t> Only major independent engine (Gecko); non-profit mission-driven focus on "Trustworthy AI"</a:t>
                      </a:r>
                      <a:endParaRPr lang="en-US" sz="900" b="1" i="0" u="none" strike="noStrike" noProof="0">
                        <a:solidFill>
                          <a:srgbClr val="1F1F1F"/>
                        </a:solidFill>
                        <a:effectLst/>
                        <a:latin typeface="IBM Plex Sans" panose="020B0503050203000203" pitchFamily="34" charset="0"/>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Native Ad-Blocker:</a:t>
                      </a:r>
                      <a:r>
                        <a:rPr lang="en-US" sz="900" b="0" i="0" u="none" strike="noStrike" noProof="0">
                          <a:solidFill>
                            <a:srgbClr val="1F1F1F"/>
                          </a:solidFill>
                          <a:effectLst/>
                          <a:latin typeface="IBM Plex Sans"/>
                        </a:rPr>
                        <a:t> Extreme privacy-by-default; integrated crypto wallet and decentralized features</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0" i="0" u="none" strike="noStrike" noProof="0">
                          <a:solidFill>
                            <a:srgbClr val="1F1F1F"/>
                          </a:solidFill>
                          <a:effectLst/>
                          <a:latin typeface="IBM Plex Sans"/>
                        </a:rPr>
                        <a:t>Deepest integration with Google Workspace and </a:t>
                      </a:r>
                      <a:r>
                        <a:rPr lang="en-US" sz="900" b="1" i="0" u="none" strike="noStrike" noProof="0">
                          <a:solidFill>
                            <a:srgbClr val="1F1F1F"/>
                          </a:solidFill>
                          <a:effectLst/>
                          <a:latin typeface="IBM Plex Sans"/>
                        </a:rPr>
                        <a:t>Gemini 2.0/3.0</a:t>
                      </a:r>
                      <a:r>
                        <a:rPr lang="en-US" sz="900" b="0" i="0" u="none" strike="noStrike" noProof="0">
                          <a:solidFill>
                            <a:srgbClr val="1F1F1F"/>
                          </a:solidFill>
                          <a:effectLst/>
                          <a:latin typeface="IBM Plex Sans"/>
                        </a:rPr>
                        <a:t>; largest extension ecosystem</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Edge for Business:</a:t>
                      </a:r>
                      <a:r>
                        <a:rPr lang="en-US" sz="900" b="0" i="0" u="none" strike="noStrike" noProof="0">
                          <a:solidFill>
                            <a:srgbClr val="1F1F1F"/>
                          </a:solidFill>
                          <a:effectLst/>
                          <a:latin typeface="IBM Plex Sans"/>
                        </a:rPr>
                        <a:t> Specialized enterprise security and native </a:t>
                      </a:r>
                      <a:r>
                        <a:rPr lang="en-US" sz="900" b="1" i="0" u="none" strike="noStrike" noProof="0">
                          <a:solidFill>
                            <a:srgbClr val="1F1F1F"/>
                          </a:solidFill>
                          <a:effectLst/>
                          <a:latin typeface="IBM Plex Sans"/>
                        </a:rPr>
                        <a:t>Microsoft 365 Copilot</a:t>
                      </a:r>
                      <a:r>
                        <a:rPr lang="en-US" sz="900" b="0" i="0" u="none" strike="noStrike" noProof="0">
                          <a:solidFill>
                            <a:srgbClr val="1F1F1F"/>
                          </a:solidFill>
                          <a:effectLst/>
                          <a:latin typeface="IBM Plex Sans"/>
                        </a:rPr>
                        <a:t> integration</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Specialized Browsers:</a:t>
                      </a:r>
                      <a:r>
                        <a:rPr lang="en-US" sz="900" b="0" i="0" u="none" strike="noStrike" noProof="0">
                          <a:solidFill>
                            <a:srgbClr val="1F1F1F"/>
                          </a:solidFill>
                          <a:effectLst/>
                          <a:latin typeface="IBM Plex Sans"/>
                        </a:rPr>
                        <a:t> Opera One (Main) and Opera GX (Gaming) with built-in sidebar apps and VPN</a:t>
                      </a:r>
                      <a:endParaRPr lang="en-US" sz="900" b="1" i="0" u="none" strike="noStrike" noProof="0">
                        <a:solidFill>
                          <a:srgbClr val="1F1F1F"/>
                        </a:solidFill>
                        <a:effectLst/>
                        <a:latin typeface="IBM Plex Sans" panose="020B0503050203000203" pitchFamily="34" charset="0"/>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"Agentic UI":</a:t>
                      </a:r>
                      <a:r>
                        <a:rPr lang="en-US" sz="900" b="0" i="0" u="none" strike="noStrike" noProof="0">
                          <a:solidFill>
                            <a:srgbClr val="1F1F1F"/>
                          </a:solidFill>
                          <a:effectLst/>
                          <a:latin typeface="IBM Plex Sans"/>
                        </a:rPr>
                        <a:t> A browser built around the "OWL" architecture that allows the AI to "see" and "click" on pages</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Publisher-First Model:</a:t>
                      </a:r>
                      <a:r>
                        <a:rPr lang="en-US" sz="900" b="0" i="0" u="none" strike="noStrike" noProof="0">
                          <a:solidFill>
                            <a:srgbClr val="1F1F1F"/>
                          </a:solidFill>
                          <a:effectLst/>
                          <a:latin typeface="IBM Plex Sans"/>
                        </a:rPr>
                        <a:t> Directly compensates creators when their content is used to answer a query or complete a task</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746489788"/>
                  </a:ext>
                </a:extLst>
              </a:tr>
              <a:tr h="606246">
                <a:tc>
                  <a:txBody>
                    <a:bodyPr/>
                    <a:lstStyle/>
                    <a:p>
                      <a:pPr marL="0" marR="0" lvl="0" indent="0" algn="l" rtl="0">
                        <a:lnSpc>
                          <a:spcPct val="100000"/>
                        </a:lnSpc>
                        <a:spcBef>
                          <a:spcPts val="0"/>
                        </a:spcBef>
                        <a:spcAft>
                          <a:spcPts val="0"/>
                        </a:spcAft>
                        <a:buClr>
                          <a:schemeClr val="lt1"/>
                        </a:buClr>
                        <a:buSzPts val="1100"/>
                        <a:buFont typeface="Arial"/>
                        <a:buNone/>
                      </a:pPr>
                      <a:r>
                        <a:rPr lang="en-US" sz="900" b="1" u="none" strike="noStrike" cap="none" noProof="0">
                          <a:solidFill>
                            <a:schemeClr val="dk1"/>
                          </a:solidFill>
                          <a:latin typeface="IBM Plex Sans"/>
                          <a:ea typeface="IBM Plex Sans"/>
                          <a:cs typeface="IBM Plex Sans"/>
                          <a:sym typeface="IBM Plex Sans"/>
                        </a:rPr>
                        <a:t>3. Price (Consumer)</a:t>
                      </a: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algn="ctr" fontAlgn="b">
                        <a:buNone/>
                      </a:pPr>
                      <a:r>
                        <a:rPr lang="en-US" sz="900" b="0" i="0" u="none" strike="noStrike" noProof="0">
                          <a:solidFill>
                            <a:srgbClr val="1F1F1F"/>
                          </a:solidFill>
                          <a:effectLst/>
                          <a:latin typeface="IBM Plex Sans"/>
                        </a:rPr>
                        <a:t>Free</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0" i="0" u="none" strike="noStrike" noProof="0">
                          <a:solidFill>
                            <a:srgbClr val="1F1F1F"/>
                          </a:solidFill>
                          <a:effectLst/>
                          <a:latin typeface="IBM Plex Sans"/>
                        </a:rPr>
                        <a:t>Free / $15/</a:t>
                      </a:r>
                      <a:r>
                        <a:rPr lang="en-US" sz="900" b="0" i="0" u="none" strike="noStrike" noProof="0" err="1">
                          <a:solidFill>
                            <a:srgbClr val="1F1F1F"/>
                          </a:solidFill>
                          <a:effectLst/>
                          <a:latin typeface="IBM Plex Sans"/>
                        </a:rPr>
                        <a:t>mo</a:t>
                      </a:r>
                      <a:r>
                        <a:rPr lang="en-US" sz="900" b="0" i="0" u="none" strike="noStrike" noProof="0">
                          <a:solidFill>
                            <a:srgbClr val="1F1F1F"/>
                          </a:solidFill>
                          <a:effectLst/>
                          <a:latin typeface="IBM Plex Sans"/>
                        </a:rPr>
                        <a:t> (Leo Premium)</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0" i="0" u="none" strike="noStrike" noProof="0">
                          <a:solidFill>
                            <a:srgbClr val="1F1F1F"/>
                          </a:solidFill>
                          <a:effectLst/>
                          <a:latin typeface="IBM Plex Sans"/>
                        </a:rPr>
                        <a:t>Free</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0" i="0" u="none" strike="noStrike" noProof="0">
                          <a:solidFill>
                            <a:srgbClr val="1F1F1F"/>
                          </a:solidFill>
                          <a:effectLst/>
                          <a:latin typeface="IBM Plex Sans"/>
                        </a:rPr>
                        <a:t>Free</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0" i="0" u="none" strike="noStrike" noProof="0">
                          <a:solidFill>
                            <a:srgbClr val="1F1F1F"/>
                          </a:solidFill>
                          <a:effectLst/>
                          <a:latin typeface="IBM Plex Sans"/>
                        </a:rPr>
                        <a:t>Free</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0" i="0" u="none" strike="noStrike" noProof="0">
                          <a:solidFill>
                            <a:srgbClr val="1F1F1F"/>
                          </a:solidFill>
                          <a:effectLst/>
                          <a:latin typeface="IBM Plex Sans"/>
                        </a:rPr>
                        <a:t>Free (Basic) / $20/</a:t>
                      </a:r>
                      <a:r>
                        <a:rPr lang="en-US" sz="900" b="0" i="0" u="none" strike="noStrike" noProof="0" err="1">
                          <a:solidFill>
                            <a:srgbClr val="1F1F1F"/>
                          </a:solidFill>
                          <a:effectLst/>
                          <a:latin typeface="IBM Plex Sans"/>
                        </a:rPr>
                        <a:t>mo</a:t>
                      </a:r>
                      <a:r>
                        <a:rPr lang="en-US" sz="900" b="0" i="0" u="none" strike="noStrike" noProof="0">
                          <a:solidFill>
                            <a:srgbClr val="1F1F1F"/>
                          </a:solidFill>
                          <a:effectLst/>
                          <a:latin typeface="IBM Plex Sans"/>
                        </a:rPr>
                        <a:t> (Agent Mode)</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0" i="0" u="none" strike="noStrike" noProof="0">
                          <a:solidFill>
                            <a:srgbClr val="1F1F1F"/>
                          </a:solidFill>
                          <a:effectLst/>
                          <a:latin typeface="IBM Plex Sans"/>
                        </a:rPr>
                        <a:t>Free (Basic) / $5-20/</a:t>
                      </a:r>
                      <a:r>
                        <a:rPr lang="en-US" sz="900" b="0" i="0" u="none" strike="noStrike" noProof="0" err="1">
                          <a:solidFill>
                            <a:srgbClr val="1F1F1F"/>
                          </a:solidFill>
                          <a:effectLst/>
                          <a:latin typeface="IBM Plex Sans"/>
                        </a:rPr>
                        <a:t>mo</a:t>
                      </a:r>
                      <a:r>
                        <a:rPr lang="en-US" sz="900" b="0" i="0" u="none" strike="noStrike" noProof="0">
                          <a:solidFill>
                            <a:srgbClr val="1F1F1F"/>
                          </a:solidFill>
                          <a:effectLst/>
                          <a:latin typeface="IBM Plex Sans"/>
                        </a:rPr>
                        <a:t> (Comet Plus)</a:t>
                      </a:r>
                    </a:p>
                  </a:txBody>
                  <a:tcPr marL="9525" marR="9525" marT="9525"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488302765"/>
                  </a:ext>
                </a:extLst>
              </a:tr>
              <a:tr h="832485">
                <a:tc>
                  <a:txBody>
                    <a:bodyPr/>
                    <a:lstStyle/>
                    <a:p>
                      <a:pPr marL="0" marR="0" lvl="0" indent="0" algn="l" rtl="0">
                        <a:lnSpc>
                          <a:spcPct val="100000"/>
                        </a:lnSpc>
                        <a:spcBef>
                          <a:spcPts val="0"/>
                        </a:spcBef>
                        <a:spcAft>
                          <a:spcPts val="0"/>
                        </a:spcAft>
                        <a:buClr>
                          <a:schemeClr val="lt1"/>
                        </a:buClr>
                        <a:buSzPts val="1100"/>
                        <a:buFont typeface="Arial"/>
                        <a:buNone/>
                      </a:pPr>
                      <a:r>
                        <a:rPr lang="en-US" sz="900" b="1" u="none" strike="noStrike" cap="none" noProof="0">
                          <a:solidFill>
                            <a:schemeClr val="dk1"/>
                          </a:solidFill>
                          <a:latin typeface="IBM Plex Sans"/>
                          <a:ea typeface="IBM Plex Sans"/>
                          <a:cs typeface="IBM Plex Sans"/>
                          <a:sym typeface="IBM Plex Sans"/>
                        </a:rPr>
                        <a:t>4. Agentic capabilities (future AI differentiators)</a:t>
                      </a:r>
                      <a:endParaRPr lang="en-US" sz="900" b="0" i="0" u="none" strike="noStrike" cap="none" noProof="0">
                        <a:solidFill>
                          <a:schemeClr val="dk1"/>
                        </a:solidFill>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algn="ctr" fontAlgn="b">
                        <a:buNone/>
                      </a:pPr>
                      <a:r>
                        <a:rPr lang="en-US" sz="900" b="1" i="0" u="none" strike="noStrike" noProof="0">
                          <a:solidFill>
                            <a:srgbClr val="1F1F1F"/>
                          </a:solidFill>
                          <a:effectLst/>
                          <a:latin typeface="IBM Plex Sans"/>
                        </a:rPr>
                        <a:t>Privacy-Focused AI:</a:t>
                      </a:r>
                      <a:r>
                        <a:rPr lang="en-US" sz="900" b="0" i="0" u="none" strike="noStrike" noProof="0">
                          <a:solidFill>
                            <a:srgbClr val="1F1F1F"/>
                          </a:solidFill>
                          <a:effectLst/>
                          <a:latin typeface="IBM Plex Sans"/>
                        </a:rPr>
                        <a:t> Local LLM integration for summarization that doesn't send data to the cloud</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Brave Leo:</a:t>
                      </a:r>
                      <a:r>
                        <a:rPr lang="en-US" sz="900" b="0" i="0" u="none" strike="noStrike" noProof="0">
                          <a:solidFill>
                            <a:srgbClr val="1F1F1F"/>
                          </a:solidFill>
                          <a:effectLst/>
                          <a:latin typeface="IBM Plex Sans"/>
                        </a:rPr>
                        <a:t> Uses "Trusted Execution Environments" (TEEs) for verifiably private AI research and automation</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Integrated Gemini:</a:t>
                      </a:r>
                      <a:r>
                        <a:rPr lang="en-US" sz="900" b="0" i="0" u="none" strike="noStrike" noProof="0">
                          <a:solidFill>
                            <a:srgbClr val="1F1F1F"/>
                          </a:solidFill>
                          <a:effectLst/>
                          <a:latin typeface="IBM Plex Sans"/>
                        </a:rPr>
                        <a:t> Contextual on-page assistance, automated tab management, and research synthesis</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Copilot Agents:</a:t>
                      </a:r>
                      <a:r>
                        <a:rPr lang="en-US" sz="900" b="0" i="0" u="none" strike="noStrike" noProof="0">
                          <a:solidFill>
                            <a:srgbClr val="1F1F1F"/>
                          </a:solidFill>
                          <a:effectLst/>
                          <a:latin typeface="IBM Plex Sans"/>
                        </a:rPr>
                        <a:t> Directly executes tasks within M365 apps (drafting emails, organizing files, planning meetings)</a:t>
                      </a:r>
                      <a:endParaRPr lang="en-US" sz="900" b="1" i="0" u="none" strike="noStrike" noProof="0">
                        <a:solidFill>
                          <a:srgbClr val="1F1F1F"/>
                        </a:solidFill>
                        <a:effectLst/>
                        <a:latin typeface="IBM Plex Sans" panose="020B0503050203000203" pitchFamily="34" charset="0"/>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Opera Neon:</a:t>
                      </a:r>
                      <a:r>
                        <a:rPr lang="en-US" sz="900" b="0" i="0" u="none" strike="noStrike" noProof="0">
                          <a:solidFill>
                            <a:srgbClr val="1F1F1F"/>
                          </a:solidFill>
                          <a:effectLst/>
                          <a:latin typeface="IBM Plex Sans"/>
                        </a:rPr>
                        <a:t> An experimental "agentic" version that handles multi-project tasks and form-filling automation</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Agent Mode:</a:t>
                      </a:r>
                      <a:r>
                        <a:rPr lang="en-US" sz="900" b="0" i="0" u="none" strike="noStrike" noProof="0">
                          <a:solidFill>
                            <a:srgbClr val="1F1F1F"/>
                          </a:solidFill>
                          <a:effectLst/>
                          <a:latin typeface="IBM Plex Sans"/>
                        </a:rPr>
                        <a:t> Autonomously navigates the web, fills out forms, books travel, and manages shopping carts</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900" b="1" i="0" u="none" strike="noStrike" noProof="0">
                          <a:solidFill>
                            <a:srgbClr val="1F1F1F"/>
                          </a:solidFill>
                          <a:effectLst/>
                          <a:latin typeface="IBM Plex Sans"/>
                        </a:rPr>
                        <a:t>Comet Assistant:</a:t>
                      </a:r>
                      <a:r>
                        <a:rPr lang="en-US" sz="900" b="0" i="0" u="none" strike="noStrike" noProof="0">
                          <a:solidFill>
                            <a:srgbClr val="1F1F1F"/>
                          </a:solidFill>
                          <a:effectLst/>
                          <a:latin typeface="IBM Plex Sans"/>
                        </a:rPr>
                        <a:t> Multi-step research across tabs; synthesizes information from disparate sources into a single action</a:t>
                      </a:r>
                      <a:endParaRPr lang="en-US" sz="900" b="1" i="0" u="none" strike="noStrike" noProof="0">
                        <a:solidFill>
                          <a:srgbClr val="1F1F1F"/>
                        </a:solidFill>
                        <a:effectLst/>
                        <a:latin typeface="IBM Plex Sans"/>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064124636"/>
                  </a:ext>
                </a:extLst>
              </a:tr>
            </a:tbl>
          </a:graphicData>
        </a:graphic>
      </p:graphicFrame>
      <p:pic>
        <p:nvPicPr>
          <p:cNvPr id="1745" name="Google Shape;1745;g3b23322d595_2_790" descr="A logo of a google chrome browser  Description automatically generated">
            <a:extLst>
              <a:ext uri="{FF2B5EF4-FFF2-40B4-BE49-F238E27FC236}">
                <a16:creationId xmlns:a16="http://schemas.microsoft.com/office/drawing/2014/main" id="{E40655BF-7F4E-2C65-8A3E-01E50B165BCD}"/>
              </a:ext>
            </a:extLst>
          </p:cNvPr>
          <p:cNvPicPr preferRelativeResize="0"/>
          <p:nvPr/>
        </p:nvPicPr>
        <p:blipFill rotWithShape="1">
          <a:blip r:embed="rId19">
            <a:alphaModFix/>
          </a:blip>
          <a:srcRect/>
          <a:stretch/>
        </p:blipFill>
        <p:spPr>
          <a:xfrm>
            <a:off x="4951174" y="1425881"/>
            <a:ext cx="392015" cy="397125"/>
          </a:xfrm>
          <a:prstGeom prst="rect">
            <a:avLst/>
          </a:prstGeom>
          <a:noFill/>
          <a:ln>
            <a:noFill/>
          </a:ln>
        </p:spPr>
      </p:pic>
      <p:pic>
        <p:nvPicPr>
          <p:cNvPr id="1747" name="Google Shape;1747;g3b23322d595_2_790">
            <a:extLst>
              <a:ext uri="{FF2B5EF4-FFF2-40B4-BE49-F238E27FC236}">
                <a16:creationId xmlns:a16="http://schemas.microsoft.com/office/drawing/2014/main" id="{D0B1FC0D-272A-A318-FE7C-0F2506EB8BAD}"/>
              </a:ext>
            </a:extLst>
          </p:cNvPr>
          <p:cNvPicPr preferRelativeResize="0"/>
          <p:nvPr/>
        </p:nvPicPr>
        <p:blipFill rotWithShape="1">
          <a:blip r:embed="rId20">
            <a:alphaModFix/>
          </a:blip>
          <a:srcRect/>
          <a:stretch/>
        </p:blipFill>
        <p:spPr>
          <a:xfrm>
            <a:off x="3531521" y="1425881"/>
            <a:ext cx="376554" cy="397125"/>
          </a:xfrm>
          <a:prstGeom prst="rect">
            <a:avLst/>
          </a:prstGeom>
          <a:noFill/>
          <a:ln>
            <a:noFill/>
          </a:ln>
        </p:spPr>
      </p:pic>
      <p:pic>
        <p:nvPicPr>
          <p:cNvPr id="1748" name="Google Shape;1748;g3b23322d595_2_790">
            <a:extLst>
              <a:ext uri="{FF2B5EF4-FFF2-40B4-BE49-F238E27FC236}">
                <a16:creationId xmlns:a16="http://schemas.microsoft.com/office/drawing/2014/main" id="{1619231A-22CB-5B3F-D27E-5E6DEC29F75C}"/>
              </a:ext>
            </a:extLst>
          </p:cNvPr>
          <p:cNvPicPr preferRelativeResize="0"/>
          <p:nvPr/>
        </p:nvPicPr>
        <p:blipFill rotWithShape="1">
          <a:blip r:embed="rId21">
            <a:alphaModFix/>
          </a:blip>
          <a:srcRect/>
          <a:stretch/>
        </p:blipFill>
        <p:spPr>
          <a:xfrm>
            <a:off x="7607392" y="1425881"/>
            <a:ext cx="739479" cy="397125"/>
          </a:xfrm>
          <a:prstGeom prst="rect">
            <a:avLst/>
          </a:prstGeom>
          <a:noFill/>
          <a:ln>
            <a:noFill/>
          </a:ln>
        </p:spPr>
      </p:pic>
      <p:pic>
        <p:nvPicPr>
          <p:cNvPr id="1749" name="Google Shape;1749;g3b23322d595_2_790" descr="File:Firefox logo, 2019.png - Wikimedia Commons">
            <a:extLst>
              <a:ext uri="{FF2B5EF4-FFF2-40B4-BE49-F238E27FC236}">
                <a16:creationId xmlns:a16="http://schemas.microsoft.com/office/drawing/2014/main" id="{6CFAD364-F09E-A8A0-9894-702CE0B2AB5F}"/>
              </a:ext>
            </a:extLst>
          </p:cNvPr>
          <p:cNvPicPr preferRelativeResize="0"/>
          <p:nvPr/>
        </p:nvPicPr>
        <p:blipFill rotWithShape="1">
          <a:blip r:embed="rId22">
            <a:alphaModFix/>
          </a:blip>
          <a:srcRect/>
          <a:stretch/>
        </p:blipFill>
        <p:spPr>
          <a:xfrm>
            <a:off x="2119589" y="1425881"/>
            <a:ext cx="396397" cy="397125"/>
          </a:xfrm>
          <a:prstGeom prst="rect">
            <a:avLst/>
          </a:prstGeom>
          <a:noFill/>
          <a:ln>
            <a:noFill/>
          </a:ln>
        </p:spPr>
      </p:pic>
      <p:pic>
        <p:nvPicPr>
          <p:cNvPr id="1750" name="Google Shape;1750;g3b23322d595_2_790">
            <a:extLst>
              <a:ext uri="{FF2B5EF4-FFF2-40B4-BE49-F238E27FC236}">
                <a16:creationId xmlns:a16="http://schemas.microsoft.com/office/drawing/2014/main" id="{AC172708-68B5-8FBD-E272-2B1E178B1D3C}"/>
              </a:ext>
            </a:extLst>
          </p:cNvPr>
          <p:cNvPicPr preferRelativeResize="0"/>
          <p:nvPr/>
        </p:nvPicPr>
        <p:blipFill rotWithShape="1">
          <a:blip r:embed="rId23">
            <a:alphaModFix/>
          </a:blip>
          <a:srcRect/>
          <a:stretch/>
        </p:blipFill>
        <p:spPr>
          <a:xfrm>
            <a:off x="9186770" y="1425881"/>
            <a:ext cx="405357" cy="397125"/>
          </a:xfrm>
          <a:prstGeom prst="rect">
            <a:avLst/>
          </a:prstGeom>
          <a:noFill/>
          <a:ln>
            <a:noFill/>
          </a:ln>
        </p:spPr>
      </p:pic>
      <p:grpSp>
        <p:nvGrpSpPr>
          <p:cNvPr id="1751" name="Google Shape;1751;g3b23322d595_2_790">
            <a:extLst>
              <a:ext uri="{FF2B5EF4-FFF2-40B4-BE49-F238E27FC236}">
                <a16:creationId xmlns:a16="http://schemas.microsoft.com/office/drawing/2014/main" id="{89FC7C75-3F7A-FE87-BEF2-684F3E32C736}"/>
              </a:ext>
            </a:extLst>
          </p:cNvPr>
          <p:cNvGrpSpPr/>
          <p:nvPr/>
        </p:nvGrpSpPr>
        <p:grpSpPr>
          <a:xfrm>
            <a:off x="10643692" y="1425881"/>
            <a:ext cx="397125" cy="397125"/>
            <a:chOff x="4863204" y="5226860"/>
            <a:chExt cx="457200" cy="457200"/>
          </a:xfrm>
        </p:grpSpPr>
        <p:sp>
          <p:nvSpPr>
            <p:cNvPr id="1752" name="Google Shape;1752;g3b23322d595_2_790">
              <a:extLst>
                <a:ext uri="{FF2B5EF4-FFF2-40B4-BE49-F238E27FC236}">
                  <a16:creationId xmlns:a16="http://schemas.microsoft.com/office/drawing/2014/main" id="{AEE24BFB-7248-2BC2-7757-ACC251F546A0}"/>
                </a:ext>
              </a:extLst>
            </p:cNvPr>
            <p:cNvSpPr/>
            <p:nvPr/>
          </p:nvSpPr>
          <p:spPr>
            <a:xfrm>
              <a:off x="4863204" y="5226860"/>
              <a:ext cx="457200" cy="4572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a:ea typeface="IBM Plex Sans"/>
                <a:cs typeface="IBM Plex Sans"/>
                <a:sym typeface="IBM Plex Sans"/>
              </a:endParaRPr>
            </a:p>
          </p:txBody>
        </p:sp>
        <p:pic>
          <p:nvPicPr>
            <p:cNvPr id="1753" name="Google Shape;1753;g3b23322d595_2_790">
              <a:extLst>
                <a:ext uri="{FF2B5EF4-FFF2-40B4-BE49-F238E27FC236}">
                  <a16:creationId xmlns:a16="http://schemas.microsoft.com/office/drawing/2014/main" id="{6B97B891-8372-612B-B3F9-601CA7AEA8F6}"/>
                </a:ext>
              </a:extLst>
            </p:cNvPr>
            <p:cNvPicPr preferRelativeResize="0"/>
            <p:nvPr/>
          </p:nvPicPr>
          <p:blipFill rotWithShape="1">
            <a:blip r:embed="rId24">
              <a:alphaModFix/>
            </a:blip>
            <a:srcRect l="1915" r="4213" b="2769"/>
            <a:stretch/>
          </p:blipFill>
          <p:spPr>
            <a:xfrm>
              <a:off x="4867058" y="5227010"/>
              <a:ext cx="449492" cy="456900"/>
            </a:xfrm>
            <a:prstGeom prst="rect">
              <a:avLst/>
            </a:prstGeom>
            <a:noFill/>
            <a:ln>
              <a:noFill/>
            </a:ln>
          </p:spPr>
        </p:pic>
        <p:sp>
          <p:nvSpPr>
            <p:cNvPr id="1754" name="Google Shape;1754;g3b23322d595_2_790">
              <a:extLst>
                <a:ext uri="{FF2B5EF4-FFF2-40B4-BE49-F238E27FC236}">
                  <a16:creationId xmlns:a16="http://schemas.microsoft.com/office/drawing/2014/main" id="{010C621A-DCE7-3184-F07F-DB569F544E59}"/>
                </a:ext>
              </a:extLst>
            </p:cNvPr>
            <p:cNvSpPr/>
            <p:nvPr/>
          </p:nvSpPr>
          <p:spPr>
            <a:xfrm>
              <a:off x="4863204" y="5226860"/>
              <a:ext cx="457200" cy="457200"/>
            </a:xfrm>
            <a:prstGeom prst="ellipse">
              <a:avLst/>
            </a:prstGeom>
            <a:noFill/>
            <a:ln w="25400" cap="flat" cmpd="sng">
              <a:solidFill>
                <a:srgbClr val="34545D"/>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a:ea typeface="IBM Plex Sans"/>
                <a:cs typeface="IBM Plex Sans"/>
                <a:sym typeface="IBM Plex Sans"/>
              </a:endParaRPr>
            </a:p>
          </p:txBody>
        </p:sp>
      </p:grpSp>
      <p:sp>
        <p:nvSpPr>
          <p:cNvPr id="11" name="Google Shape;1653;g3b23322d595_2_700">
            <a:extLst>
              <a:ext uri="{FF2B5EF4-FFF2-40B4-BE49-F238E27FC236}">
                <a16:creationId xmlns:a16="http://schemas.microsoft.com/office/drawing/2014/main" id="{136509AE-B914-924A-FDDF-B4CDDC0F47B3}"/>
              </a:ext>
            </a:extLst>
          </p:cNvPr>
          <p:cNvSpPr txBox="1"/>
          <p:nvPr/>
        </p:nvSpPr>
        <p:spPr>
          <a:xfrm>
            <a:off x="425901" y="5575128"/>
            <a:ext cx="11387096" cy="594670"/>
          </a:xfrm>
          <a:prstGeom prst="rect">
            <a:avLst/>
          </a:prstGeom>
          <a:solidFill>
            <a:srgbClr val="00B050">
              <a:alpha val="48235"/>
            </a:srgbClr>
          </a:solidFill>
          <a:ln>
            <a:noFill/>
          </a:ln>
        </p:spPr>
        <p:txBody>
          <a:bodyPr spcFirstLastPara="1" wrap="square" lIns="91425" tIns="45700" rIns="91425" bIns="45700" anchor="ctr" anchorCtr="0">
            <a:noAutofit/>
          </a:bodyPr>
          <a:lstStyle/>
          <a:p>
            <a:pPr lvl="0" algn="ctr">
              <a:buSzPts val="1600"/>
            </a:pPr>
            <a:r>
              <a:rPr lang="en-US" b="1" noProof="0">
                <a:latin typeface="IBM Plex Sans" panose="020B0503050203000203" pitchFamily="34" charset="0"/>
              </a:rPr>
              <a:t>Traditional (Firefox/Chrome/Edge) are bundling AI to protect their differential moats, while AI-native entrants (Atlas/Comet) are charging for 'time-saved' through task automation</a:t>
            </a:r>
            <a:endParaRPr lang="en-US" b="1" noProof="0">
              <a:solidFill>
                <a:schemeClr val="dk1"/>
              </a:solidFill>
              <a:latin typeface="IBM Plex Sans" panose="020B0503050203000203" pitchFamily="34" charset="0"/>
            </a:endParaRPr>
          </a:p>
        </p:txBody>
      </p:sp>
      <p:pic>
        <p:nvPicPr>
          <p:cNvPr id="1028" name="Picture 4" descr="Icon image">
            <a:extLst>
              <a:ext uri="{FF2B5EF4-FFF2-40B4-BE49-F238E27FC236}">
                <a16:creationId xmlns:a16="http://schemas.microsoft.com/office/drawing/2014/main" id="{7B41AB19-9510-76F9-56DA-DD3E21ECFA98}"/>
              </a:ext>
            </a:extLst>
          </p:cNvPr>
          <p:cNvPicPr>
            <a:picLocks noChangeAspect="1" noChangeArrowheads="1"/>
          </p:cNvPicPr>
          <p:nvPr/>
        </p:nvPicPr>
        <p:blipFill rotWithShape="1">
          <a:blip r:embed="rId25">
            <a:extLst>
              <a:ext uri="{28A0092B-C50C-407E-A947-70E740481C1C}">
                <a14:useLocalDpi xmlns:a14="http://schemas.microsoft.com/office/drawing/2010/main" val="0"/>
              </a:ext>
            </a:extLst>
          </a:blip>
          <a:srcRect l="11642" t="14003" r="9699" b="13802"/>
          <a:stretch>
            <a:fillRect/>
          </a:stretch>
        </p:blipFill>
        <p:spPr bwMode="auto">
          <a:xfrm>
            <a:off x="6310088" y="1362513"/>
            <a:ext cx="474338" cy="435356"/>
          </a:xfrm>
          <a:prstGeom prst="rect">
            <a:avLst/>
          </a:prstGeom>
          <a:noFill/>
          <a:extLst>
            <a:ext uri="{909E8E84-426E-40DD-AFC4-6F175D3DCCD1}">
              <a14:hiddenFill xmlns:a14="http://schemas.microsoft.com/office/drawing/2010/main">
                <a:solidFill>
                  <a:srgbClr val="FFFFFF"/>
                </a:solidFill>
              </a14:hiddenFill>
            </a:ext>
          </a:extLst>
        </p:spPr>
      </p:pic>
      <p:sp>
        <p:nvSpPr>
          <p:cNvPr id="4" name="CaixaDeTexto 3">
            <a:extLst>
              <a:ext uri="{FF2B5EF4-FFF2-40B4-BE49-F238E27FC236}">
                <a16:creationId xmlns:a16="http://schemas.microsoft.com/office/drawing/2014/main" id="{B8320838-4CD7-B5FE-405F-8AAC87A6606D}"/>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competitive landscape: browsers</a:t>
            </a:r>
          </a:p>
        </p:txBody>
      </p:sp>
    </p:spTree>
    <p:extLst>
      <p:ext uri="{BB962C8B-B14F-4D97-AF65-F5344CB8AC3E}">
        <p14:creationId xmlns:p14="http://schemas.microsoft.com/office/powerpoint/2010/main" val="141072814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1647"/>
        <p:cNvGrpSpPr/>
        <p:nvPr/>
      </p:nvGrpSpPr>
      <p:grpSpPr>
        <a:xfrm>
          <a:off x="0" y="0"/>
          <a:ext cx="0" cy="0"/>
          <a:chOff x="0" y="0"/>
          <a:chExt cx="0" cy="0"/>
        </a:xfrm>
      </p:grpSpPr>
      <p:sp>
        <p:nvSpPr>
          <p:cNvPr id="1648" name="Google Shape;1648;g3b23322d595_2_700"/>
          <p:cNvSpPr/>
          <p:nvPr/>
        </p:nvSpPr>
        <p:spPr>
          <a:xfrm>
            <a:off x="4796920" y="3613767"/>
            <a:ext cx="3960000" cy="1602162"/>
          </a:xfrm>
          <a:prstGeom prst="rect">
            <a:avLst/>
          </a:prstGeom>
          <a:gradFill>
            <a:gsLst>
              <a:gs pos="0">
                <a:srgbClr val="AF94D2"/>
              </a:gs>
              <a:gs pos="50000">
                <a:srgbClr val="CCBEE1"/>
              </a:gs>
              <a:gs pos="100000">
                <a:srgbClr val="E6E0EF"/>
              </a:gs>
            </a:gsLst>
            <a:lin ang="1350000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100" b="0" i="0" u="none" strike="noStrike" cap="none" noProof="0">
              <a:solidFill>
                <a:srgbClr val="FFFFFF"/>
              </a:solidFill>
              <a:latin typeface="IBM Plex Sans"/>
              <a:ea typeface="IBM Plex Sans"/>
              <a:cs typeface="IBM Plex Sans"/>
              <a:sym typeface="IBM Plex Sans"/>
            </a:endParaRPr>
          </a:p>
        </p:txBody>
      </p:sp>
      <p:sp>
        <p:nvSpPr>
          <p:cNvPr id="1649" name="Google Shape;1649;g3b23322d595_2_700"/>
          <p:cNvSpPr txBox="1"/>
          <p:nvPr/>
        </p:nvSpPr>
        <p:spPr>
          <a:xfrm>
            <a:off x="6819270" y="3613767"/>
            <a:ext cx="1937650" cy="338524"/>
          </a:xfrm>
          <a:prstGeom prst="rect">
            <a:avLst/>
          </a:prstGeom>
          <a:noFill/>
          <a:ln>
            <a:noFill/>
          </a:ln>
        </p:spPr>
        <p:txBody>
          <a:bodyPr spcFirstLastPara="1" wrap="square" lIns="91425" tIns="91425" rIns="91425" bIns="91425" anchor="t" anchorCtr="0">
            <a:spAutoFit/>
          </a:bodyPr>
          <a:lstStyle/>
          <a:p>
            <a:pPr marL="0" marR="0" lvl="0" indent="0" algn="r" rtl="0">
              <a:lnSpc>
                <a:spcPct val="100000"/>
              </a:lnSpc>
              <a:spcBef>
                <a:spcPts val="0"/>
              </a:spcBef>
              <a:spcAft>
                <a:spcPts val="0"/>
              </a:spcAft>
              <a:buClr>
                <a:srgbClr val="000000"/>
              </a:buClr>
              <a:buSzPts val="1400"/>
              <a:buFont typeface="Arial"/>
              <a:buNone/>
            </a:pPr>
            <a:r>
              <a:rPr lang="en-US" sz="1000" b="1" i="0" u="none" strike="noStrike" cap="none" noProof="0">
                <a:solidFill>
                  <a:srgbClr val="000000"/>
                </a:solidFill>
                <a:latin typeface="IBM Plex Sans"/>
                <a:ea typeface="IBM Plex Sans"/>
                <a:cs typeface="IBM Plex Sans"/>
                <a:sym typeface="IBM Plex Sans"/>
              </a:rPr>
              <a:t>Low Privacy, High Safety</a:t>
            </a:r>
            <a:endParaRPr lang="en-US" sz="1000" b="0" i="0" u="none" strike="noStrike" cap="none" noProof="0">
              <a:solidFill>
                <a:srgbClr val="000000"/>
              </a:solidFill>
              <a:latin typeface="IBM Plex Sans"/>
              <a:ea typeface="IBM Plex Sans"/>
              <a:cs typeface="IBM Plex Sans"/>
              <a:sym typeface="IBM Plex Sans"/>
            </a:endParaRPr>
          </a:p>
        </p:txBody>
      </p:sp>
      <p:sp>
        <p:nvSpPr>
          <p:cNvPr id="1650" name="Google Shape;1650;g3b23322d595_2_700"/>
          <p:cNvSpPr txBox="1"/>
          <p:nvPr/>
        </p:nvSpPr>
        <p:spPr>
          <a:xfrm>
            <a:off x="6125496" y="4569629"/>
            <a:ext cx="2631424" cy="646300"/>
          </a:xfrm>
          <a:prstGeom prst="rect">
            <a:avLst/>
          </a:prstGeom>
          <a:noFill/>
          <a:ln>
            <a:noFill/>
          </a:ln>
        </p:spPr>
        <p:txBody>
          <a:bodyPr spcFirstLastPara="1" wrap="square" lIns="91425" tIns="91425" rIns="91425" bIns="91425" anchor="t" anchorCtr="0">
            <a:spAutoFit/>
          </a:bodyPr>
          <a:lstStyle/>
          <a:p>
            <a:pPr marL="0" marR="0" lvl="0" indent="0" algn="r" rtl="0">
              <a:lnSpc>
                <a:spcPct val="100000"/>
              </a:lnSpc>
              <a:spcBef>
                <a:spcPts val="0"/>
              </a:spcBef>
              <a:spcAft>
                <a:spcPts val="0"/>
              </a:spcAft>
              <a:buClr>
                <a:srgbClr val="000000"/>
              </a:buClr>
              <a:buSzPts val="1400"/>
              <a:buFont typeface="Arial"/>
              <a:buNone/>
            </a:pPr>
            <a:r>
              <a:rPr lang="en-US" sz="1000" b="0" i="0" u="none" strike="noStrike" cap="none" noProof="0">
                <a:solidFill>
                  <a:srgbClr val="000000"/>
                </a:solidFill>
                <a:latin typeface="IBM Plex Sans"/>
                <a:ea typeface="IBM Plex Sans"/>
                <a:cs typeface="IBM Plex Sans"/>
                <a:sym typeface="IBM Plex Sans"/>
              </a:rPr>
              <a:t>Strong guardrails and production-ready systems, but significant privacy concerns due to data aggregation for models</a:t>
            </a:r>
          </a:p>
        </p:txBody>
      </p:sp>
      <p:sp>
        <p:nvSpPr>
          <p:cNvPr id="1651" name="Google Shape;1651;g3b23322d595_2_700"/>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56</a:t>
            </a:fld>
            <a:endParaRPr lang="en-US" noProof="0"/>
          </a:p>
        </p:txBody>
      </p:sp>
      <p:sp>
        <p:nvSpPr>
          <p:cNvPr id="1652" name="Google Shape;1652;g3b23322d595_2_700"/>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Privacy and safety have become a key battleground, with Firefox and Brave leading the charge</a:t>
            </a:r>
          </a:p>
        </p:txBody>
      </p:sp>
      <p:sp>
        <p:nvSpPr>
          <p:cNvPr id="1653" name="Google Shape;1653;g3b23322d595_2_700"/>
          <p:cNvSpPr txBox="1"/>
          <p:nvPr/>
        </p:nvSpPr>
        <p:spPr>
          <a:xfrm>
            <a:off x="450091" y="5671889"/>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dk1"/>
                </a:solidFill>
                <a:latin typeface="IBM Plex Sans"/>
                <a:ea typeface="IBM Plex Sans"/>
                <a:cs typeface="IBM Plex Sans"/>
                <a:sym typeface="IBM Plex Sans"/>
              </a:rPr>
              <a:t>Firefox and Brave are emerging as clear leaders</a:t>
            </a:r>
            <a:r>
              <a:rPr lang="en-US" b="1" noProof="0">
                <a:solidFill>
                  <a:schemeClr val="dk1"/>
                </a:solidFill>
                <a:latin typeface="IBM Plex Sans"/>
                <a:ea typeface="IBM Plex Sans"/>
                <a:cs typeface="IBM Plex Sans"/>
                <a:sym typeface="IBM Plex Sans"/>
              </a:rPr>
              <a:t>,</a:t>
            </a:r>
            <a:r>
              <a:rPr lang="en-US" b="1" i="0" u="none" strike="noStrike" cap="none" noProof="0">
                <a:solidFill>
                  <a:schemeClr val="dk1"/>
                </a:solidFill>
                <a:latin typeface="IBM Plex Sans"/>
                <a:ea typeface="IBM Plex Sans"/>
                <a:cs typeface="IBM Plex Sans"/>
                <a:sym typeface="IBM Plex Sans"/>
              </a:rPr>
              <a:t> while AI-native entrants lag in reliability and incumbents lag in privacy</a:t>
            </a:r>
            <a:endParaRPr lang="en-US" b="0" i="0" u="none" strike="noStrike" cap="none" noProof="0">
              <a:solidFill>
                <a:schemeClr val="dk1"/>
              </a:solidFill>
              <a:latin typeface="IBM Plex Sans"/>
              <a:sym typeface="Arial"/>
            </a:endParaRPr>
          </a:p>
        </p:txBody>
      </p:sp>
      <p:sp>
        <p:nvSpPr>
          <p:cNvPr id="1654" name="Google Shape;1654;g3b23322d595_2_700"/>
          <p:cNvSpPr txBox="1"/>
          <p:nvPr/>
        </p:nvSpPr>
        <p:spPr>
          <a:xfrm>
            <a:off x="418621" y="6304963"/>
            <a:ext cx="9776028" cy="215444"/>
          </a:xfrm>
          <a:prstGeom prst="rect">
            <a:avLst/>
          </a:prstGeom>
          <a:noFill/>
          <a:ln>
            <a:noFill/>
          </a:ln>
        </p:spPr>
        <p:txBody>
          <a:bodyPr spcFirstLastPara="1" wrap="square" lIns="0" tIns="0" rIns="0" bIns="0" anchor="b" anchorCtr="0">
            <a:spAutoFit/>
          </a:bodyPr>
          <a:lstStyle/>
          <a:p>
            <a:pPr>
              <a:buSzPts val="700"/>
            </a:pPr>
            <a:r>
              <a:rPr lang="en-US" sz="700" b="0" i="0" u="none" strike="noStrike" cap="none" noProof="0">
                <a:solidFill>
                  <a:srgbClr val="7F7F7F"/>
                </a:solidFill>
                <a:latin typeface="IBM Plex Sans"/>
                <a:ea typeface="Quattrocento Sans"/>
                <a:cs typeface="Quattrocento Sans"/>
                <a:sym typeface="Quattrocento Sans"/>
              </a:rPr>
              <a:t>Sources: (1) Brave: </a:t>
            </a:r>
            <a:r>
              <a:rPr lang="en-US" sz="700" u="sng"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Brave</a:t>
            </a:r>
            <a:r>
              <a:rPr lang="en-US" sz="700" u="sng" noProof="0">
                <a:solidFill>
                  <a:srgbClr val="7F7F7F"/>
                </a:solidFill>
                <a:latin typeface="IBM Plex Sans"/>
                <a:ea typeface="Quattrocento Sans"/>
                <a:cs typeface="Quattrocento Sans"/>
                <a:sym typeface="Quattrocento Sans"/>
              </a:rPr>
              <a:t>,</a:t>
            </a:r>
            <a:r>
              <a:rPr lang="en-US" sz="700" noProof="0">
                <a:solidFill>
                  <a:srgbClr val="7F7F7F"/>
                </a:solidFill>
                <a:latin typeface="IBM Plex Sans"/>
                <a:ea typeface="Quattrocento Sans"/>
                <a:cs typeface="Quattrocento Sans"/>
                <a:sym typeface="Quattrocento Sans"/>
              </a:rPr>
              <a:t> </a:t>
            </a:r>
            <a:r>
              <a:rPr lang="en-US" sz="700" u="sng"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Brave</a:t>
            </a:r>
            <a:r>
              <a:rPr lang="en-US" sz="700" noProof="0">
                <a:solidFill>
                  <a:srgbClr val="7F7F7F"/>
                </a:solidFill>
                <a:latin typeface="IBM Plex Sans"/>
                <a:ea typeface="Quattrocento Sans"/>
                <a:cs typeface="Quattrocento Sans"/>
                <a:sym typeface="Quattrocento Sans"/>
              </a:rPr>
              <a:t>, </a:t>
            </a:r>
            <a:r>
              <a:rPr lang="en-US" sz="700" u="sng"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Brave</a:t>
            </a:r>
            <a:r>
              <a:rPr lang="en-US" sz="700" b="0" i="0" u="none" strike="noStrike" cap="none" noProof="0">
                <a:solidFill>
                  <a:srgbClr val="7F7F7F"/>
                </a:solidFill>
                <a:latin typeface="IBM Plex Sans"/>
                <a:ea typeface="Quattrocento Sans"/>
                <a:cs typeface="Quattrocento Sans"/>
                <a:sym typeface="Quattrocento Sans"/>
              </a:rPr>
              <a:t> (2) Chrome</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Proton</a:t>
            </a:r>
            <a:r>
              <a:rPr lang="en-US" sz="700" noProof="0">
                <a:solidFill>
                  <a:srgbClr val="7F7F7F"/>
                </a:solidFill>
                <a:latin typeface="IBM Plex Sans"/>
                <a:ea typeface="Quattrocento Sans"/>
                <a:cs typeface="Quattrocento Sans"/>
                <a:sym typeface="Quattrocento Sans"/>
              </a:rPr>
              <a:t>, </a:t>
            </a:r>
            <a:r>
              <a:rPr lang="en-US" sz="700" noProof="0" err="1">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DealFront</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Google</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9">
                  <a:extLst>
                    <a:ext uri="{A12FA001-AC4F-418D-AE19-62706E023703}">
                      <ahyp:hlinkClr xmlns:ahyp="http://schemas.microsoft.com/office/drawing/2018/hyperlinkcolor" val="tx"/>
                    </a:ext>
                  </a:extLst>
                </a:hlinkClick>
              </a:rPr>
              <a:t>Support Google</a:t>
            </a:r>
            <a:r>
              <a:rPr lang="en-US" sz="700" u="sng" noProof="0">
                <a:solidFill>
                  <a:srgbClr val="7F7F7F"/>
                </a:solidFill>
                <a:latin typeface="IBM Plex Sans"/>
                <a:ea typeface="Quattrocento Sans"/>
                <a:cs typeface="Quattrocento Sans"/>
                <a:sym typeface="Quattrocento Sans"/>
              </a:rPr>
              <a:t>, </a:t>
            </a:r>
            <a:r>
              <a:rPr lang="en-US" sz="700" u="sng" noProof="0">
                <a:solidFill>
                  <a:srgbClr val="7F7F7F"/>
                </a:solidFill>
                <a:latin typeface="IBM Plex Sans"/>
                <a:ea typeface="Quattrocento Sans"/>
                <a:cs typeface="Quattrocento Sans"/>
                <a:sym typeface="Quattrocento Sans"/>
                <a:hlinkClick r:id="rId10">
                  <a:extLst>
                    <a:ext uri="{A12FA001-AC4F-418D-AE19-62706E023703}">
                      <ahyp:hlinkClr xmlns:ahyp="http://schemas.microsoft.com/office/drawing/2018/hyperlinkcolor" val="tx"/>
                    </a:ext>
                  </a:extLst>
                </a:hlinkClick>
              </a:rPr>
              <a:t>Search Engine Land</a:t>
            </a:r>
            <a:r>
              <a:rPr lang="en-US" sz="700" b="0" i="0" u="none" strike="noStrike" cap="none" noProof="0">
                <a:solidFill>
                  <a:srgbClr val="7F7F7F"/>
                </a:solidFill>
                <a:latin typeface="IBM Plex Sans"/>
                <a:ea typeface="Quattrocento Sans"/>
                <a:cs typeface="Quattrocento Sans"/>
                <a:sym typeface="Quattrocento Sans"/>
              </a:rPr>
              <a:t> (3) Opera</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11">
                  <a:extLst>
                    <a:ext uri="{A12FA001-AC4F-418D-AE19-62706E023703}">
                      <ahyp:hlinkClr xmlns:ahyp="http://schemas.microsoft.com/office/drawing/2018/hyperlinkcolor" val="tx"/>
                    </a:ext>
                  </a:extLst>
                </a:hlinkClick>
              </a:rPr>
              <a:t>Opera</a:t>
            </a:r>
            <a:r>
              <a:rPr lang="en-US" sz="700" b="0" i="0" u="sng" strike="noStrike" cap="none" noProof="0">
                <a:solidFill>
                  <a:srgbClr val="7F7F7F"/>
                </a:solidFill>
                <a:latin typeface="IBM Plex Sans"/>
                <a:ea typeface="Quattrocento Sans"/>
                <a:cs typeface="Quattrocento Sans"/>
                <a:sym typeface="Quattrocento Sans"/>
              </a:rPr>
              <a:t>, </a:t>
            </a:r>
            <a:r>
              <a:rPr lang="en-US" sz="700" u="sng" noProof="0">
                <a:solidFill>
                  <a:srgbClr val="7F7F7F"/>
                </a:solidFill>
                <a:latin typeface="IBM Plex Sans"/>
                <a:ea typeface="Quattrocento Sans"/>
                <a:cs typeface="Quattrocento Sans"/>
                <a:sym typeface="Quattrocento Sans"/>
                <a:hlinkClick r:id="rId12">
                  <a:extLst>
                    <a:ext uri="{A12FA001-AC4F-418D-AE19-62706E023703}">
                      <ahyp:hlinkClr xmlns:ahyp="http://schemas.microsoft.com/office/drawing/2018/hyperlinkcolor" val="tx"/>
                    </a:ext>
                  </a:extLst>
                </a:hlinkClick>
              </a:rPr>
              <a:t>Seeking Alpha</a:t>
            </a:r>
            <a:r>
              <a:rPr lang="en-US" sz="700" b="0" i="0" u="none" strike="noStrike" cap="none" noProof="0">
                <a:solidFill>
                  <a:srgbClr val="7F7F7F"/>
                </a:solidFill>
                <a:latin typeface="IBM Plex Sans"/>
                <a:ea typeface="Quattrocento Sans"/>
                <a:cs typeface="Quattrocento Sans"/>
                <a:sym typeface="Quattrocento Sans"/>
              </a:rPr>
              <a:t>; (4) Edge: </a:t>
            </a:r>
            <a:r>
              <a:rPr lang="en-US" sz="700" b="0" i="0" u="none" strike="noStrike" cap="none" noProof="0">
                <a:solidFill>
                  <a:srgbClr val="7F7F7F"/>
                </a:solidFill>
                <a:latin typeface="IBM Plex Sans"/>
                <a:ea typeface="Quattrocento Sans"/>
                <a:cs typeface="Quattrocento Sans"/>
                <a:sym typeface="Quattrocento Sans"/>
                <a:hlinkClick r:id="rId13">
                  <a:extLst>
                    <a:ext uri="{A12FA001-AC4F-418D-AE19-62706E023703}">
                      <ahyp:hlinkClr xmlns:ahyp="http://schemas.microsoft.com/office/drawing/2018/hyperlinkcolor" val="tx"/>
                    </a:ext>
                  </a:extLst>
                </a:hlinkClick>
              </a:rPr>
              <a:t>Kahana</a:t>
            </a:r>
            <a:r>
              <a:rPr lang="en-US" sz="700" b="0" i="0" u="none" strike="noStrike" cap="none" noProof="0">
                <a:solidFill>
                  <a:srgbClr val="7F7F7F"/>
                </a:solidFill>
                <a:latin typeface="IBM Plex Sans"/>
                <a:ea typeface="Quattrocento Sans"/>
                <a:cs typeface="Quattrocento Sans"/>
                <a:sym typeface="Quattrocento Sans"/>
              </a:rPr>
              <a:t>, </a:t>
            </a:r>
            <a:r>
              <a:rPr lang="en-US" sz="700" b="0" i="0" u="none" strike="noStrike" cap="none" noProof="0">
                <a:solidFill>
                  <a:srgbClr val="7F7F7F"/>
                </a:solidFill>
                <a:latin typeface="IBM Plex Sans"/>
                <a:ea typeface="Quattrocento Sans"/>
                <a:cs typeface="Quattrocento Sans"/>
                <a:sym typeface="Quattrocento Sans"/>
                <a:hlinkClick r:id="rId14">
                  <a:extLst>
                    <a:ext uri="{A12FA001-AC4F-418D-AE19-62706E023703}">
                      <ahyp:hlinkClr xmlns:ahyp="http://schemas.microsoft.com/office/drawing/2018/hyperlinkcolor" val="tx"/>
                    </a:ext>
                  </a:extLst>
                </a:hlinkClick>
              </a:rPr>
              <a:t>Microsoft</a:t>
            </a:r>
            <a:r>
              <a:rPr lang="en-US" sz="700" b="0" i="0" u="none" strike="noStrike" cap="none" noProof="0">
                <a:solidFill>
                  <a:srgbClr val="7F7F7F"/>
                </a:solidFill>
                <a:latin typeface="IBM Plex Sans"/>
                <a:ea typeface="Quattrocento Sans"/>
                <a:cs typeface="Quattrocento Sans"/>
                <a:sym typeface="Quattrocento Sans"/>
              </a:rPr>
              <a:t>, (5) Comet: </a:t>
            </a:r>
            <a:r>
              <a:rPr lang="en-US" sz="700" u="sng" noProof="0">
                <a:solidFill>
                  <a:srgbClr val="7F7F7F"/>
                </a:solidFill>
                <a:latin typeface="IBM Plex Sans"/>
                <a:ea typeface="Quattrocento Sans"/>
                <a:cs typeface="Quattrocento Sans"/>
                <a:sym typeface="Quattrocento Sans"/>
                <a:hlinkClick r:id="rId15">
                  <a:extLst>
                    <a:ext uri="{A12FA001-AC4F-418D-AE19-62706E023703}">
                      <ahyp:hlinkClr xmlns:ahyp="http://schemas.microsoft.com/office/drawing/2018/hyperlinkcolor" val="tx"/>
                    </a:ext>
                  </a:extLst>
                </a:hlinkClick>
              </a:rPr>
              <a:t>Perplexity</a:t>
            </a:r>
            <a:r>
              <a:rPr lang="en-US" sz="700" u="sng" noProof="0">
                <a:solidFill>
                  <a:srgbClr val="7F7F7F"/>
                </a:solidFill>
                <a:latin typeface="IBM Plex Sans"/>
                <a:ea typeface="Quattrocento Sans"/>
                <a:cs typeface="Quattrocento Sans"/>
                <a:sym typeface="Quattrocento Sans"/>
              </a:rPr>
              <a:t>, </a:t>
            </a:r>
            <a:r>
              <a:rPr lang="en-US" sz="700" u="sng" noProof="0">
                <a:solidFill>
                  <a:srgbClr val="7F7F7F"/>
                </a:solidFill>
                <a:latin typeface="IBM Plex Sans"/>
                <a:ea typeface="Quattrocento Sans"/>
                <a:cs typeface="Quattrocento Sans"/>
                <a:sym typeface="Quattrocento Sans"/>
                <a:hlinkClick r:id="rId16">
                  <a:extLst>
                    <a:ext uri="{A12FA001-AC4F-418D-AE19-62706E023703}">
                      <ahyp:hlinkClr xmlns:ahyp="http://schemas.microsoft.com/office/drawing/2018/hyperlinkcolor" val="tx"/>
                    </a:ext>
                  </a:extLst>
                </a:hlinkClick>
              </a:rPr>
              <a:t>Perplexity</a:t>
            </a:r>
            <a:r>
              <a:rPr lang="en-US" sz="700" u="sng" noProof="0">
                <a:solidFill>
                  <a:srgbClr val="7F7F7F"/>
                </a:solidFill>
                <a:latin typeface="IBM Plex Sans"/>
                <a:ea typeface="Quattrocento Sans"/>
                <a:cs typeface="Quattrocento Sans"/>
                <a:sym typeface="Quattrocento Sans"/>
              </a:rPr>
              <a:t>, </a:t>
            </a:r>
            <a:r>
              <a:rPr lang="en-US" sz="700" u="sng" noProof="0">
                <a:solidFill>
                  <a:srgbClr val="7F7F7F"/>
                </a:solidFill>
                <a:latin typeface="IBM Plex Sans"/>
                <a:ea typeface="Quattrocento Sans"/>
                <a:cs typeface="Quattrocento Sans"/>
                <a:sym typeface="Quattrocento Sans"/>
                <a:hlinkClick r:id="rId17">
                  <a:extLst>
                    <a:ext uri="{A12FA001-AC4F-418D-AE19-62706E023703}">
                      <ahyp:hlinkClr xmlns:ahyp="http://schemas.microsoft.com/office/drawing/2018/hyperlinkcolor" val="tx"/>
                    </a:ext>
                  </a:extLst>
                </a:hlinkClick>
              </a:rPr>
              <a:t>Comet</a:t>
            </a:r>
            <a:r>
              <a:rPr lang="en-US" sz="700" u="sng" noProof="0">
                <a:solidFill>
                  <a:srgbClr val="7F7F7F"/>
                </a:solidFill>
                <a:latin typeface="IBM Plex Sans"/>
                <a:ea typeface="Quattrocento Sans"/>
                <a:cs typeface="Quattrocento Sans"/>
                <a:sym typeface="Quattrocento Sans"/>
              </a:rPr>
              <a:t>, </a:t>
            </a:r>
            <a:r>
              <a:rPr lang="en-US" sz="700" u="sng" noProof="0">
                <a:solidFill>
                  <a:srgbClr val="7F7F7F"/>
                </a:solidFill>
                <a:latin typeface="IBM Plex Sans"/>
                <a:ea typeface="Quattrocento Sans"/>
                <a:cs typeface="Quattrocento Sans"/>
                <a:sym typeface="Quattrocento Sans"/>
                <a:hlinkClick r:id="rId18">
                  <a:extLst>
                    <a:ext uri="{A12FA001-AC4F-418D-AE19-62706E023703}">
                      <ahyp:hlinkClr xmlns:ahyp="http://schemas.microsoft.com/office/drawing/2018/hyperlinkcolor" val="tx"/>
                    </a:ext>
                  </a:extLst>
                </a:hlinkClick>
              </a:rPr>
              <a:t>Comet</a:t>
            </a:r>
            <a:r>
              <a:rPr lang="en-US" sz="700" noProof="0">
                <a:solidFill>
                  <a:srgbClr val="7F7F7F"/>
                </a:solidFill>
                <a:latin typeface="IBM Plex Sans"/>
                <a:ea typeface="Quattrocento Sans"/>
                <a:cs typeface="Quattrocento Sans"/>
                <a:sym typeface="Quattrocento Sans"/>
              </a:rPr>
              <a:t>, (6) Firefox: </a:t>
            </a:r>
            <a:r>
              <a:rPr lang="en-US" sz="700" noProof="0">
                <a:solidFill>
                  <a:srgbClr val="7F7F7F"/>
                </a:solidFill>
                <a:latin typeface="IBM Plex Sans"/>
                <a:ea typeface="Quattrocento Sans"/>
                <a:cs typeface="Quattrocento Sans"/>
                <a:sym typeface="Quattrocento Sans"/>
                <a:hlinkClick r:id="rId19">
                  <a:extLst>
                    <a:ext uri="{A12FA001-AC4F-418D-AE19-62706E023703}">
                      <ahyp:hlinkClr xmlns:ahyp="http://schemas.microsoft.com/office/drawing/2018/hyperlinkcolor" val="tx"/>
                    </a:ext>
                  </a:extLst>
                </a:hlinkClick>
              </a:rPr>
              <a:t>Mozilla</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20">
                  <a:extLst>
                    <a:ext uri="{A12FA001-AC4F-418D-AE19-62706E023703}">
                      <ahyp:hlinkClr xmlns:ahyp="http://schemas.microsoft.com/office/drawing/2018/hyperlinkcolor" val="tx"/>
                    </a:ext>
                  </a:extLst>
                </a:hlinkClick>
              </a:rPr>
              <a:t>Cyber Insider</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21">
                  <a:extLst>
                    <a:ext uri="{A12FA001-AC4F-418D-AE19-62706E023703}">
                      <ahyp:hlinkClr xmlns:ahyp="http://schemas.microsoft.com/office/drawing/2018/hyperlinkcolor" val="tx"/>
                    </a:ext>
                  </a:extLst>
                </a:hlinkClick>
              </a:rPr>
              <a:t>Tech Radar</a:t>
            </a:r>
            <a:r>
              <a:rPr lang="en-US" sz="700" noProof="0">
                <a:solidFill>
                  <a:srgbClr val="7F7F7F"/>
                </a:solidFill>
                <a:latin typeface="IBM Plex Sans"/>
                <a:ea typeface="Quattrocento Sans"/>
                <a:cs typeface="Quattrocento Sans"/>
                <a:sym typeface="Quattrocento Sans"/>
              </a:rPr>
              <a:t>, (7) Atlas: </a:t>
            </a:r>
            <a:r>
              <a:rPr lang="en-US" sz="700" noProof="0">
                <a:solidFill>
                  <a:srgbClr val="7F7F7F"/>
                </a:solidFill>
                <a:latin typeface="IBM Plex Sans"/>
                <a:ea typeface="Quattrocento Sans"/>
                <a:cs typeface="Quattrocento Sans"/>
                <a:sym typeface="Quattrocento Sans"/>
                <a:hlinkClick r:id="rId22">
                  <a:extLst>
                    <a:ext uri="{A12FA001-AC4F-418D-AE19-62706E023703}">
                      <ahyp:hlinkClr xmlns:ahyp="http://schemas.microsoft.com/office/drawing/2018/hyperlinkcolor" val="tx"/>
                    </a:ext>
                  </a:extLst>
                </a:hlinkClick>
              </a:rPr>
              <a:t>Proton</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23">
                  <a:extLst>
                    <a:ext uri="{A12FA001-AC4F-418D-AE19-62706E023703}">
                      <ahyp:hlinkClr xmlns:ahyp="http://schemas.microsoft.com/office/drawing/2018/hyperlinkcolor" val="tx"/>
                    </a:ext>
                  </a:extLst>
                </a:hlinkClick>
              </a:rPr>
              <a:t>Quartz</a:t>
            </a:r>
            <a:r>
              <a:rPr lang="en-US" sz="700"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hlinkClick r:id="rId24">
                  <a:extLst>
                    <a:ext uri="{A12FA001-AC4F-418D-AE19-62706E023703}">
                      <ahyp:hlinkClr xmlns:ahyp="http://schemas.microsoft.com/office/drawing/2018/hyperlinkcolor" val="tx"/>
                    </a:ext>
                  </a:extLst>
                </a:hlinkClick>
              </a:rPr>
              <a:t>Tuta</a:t>
            </a:r>
            <a:r>
              <a:rPr lang="en-US" sz="700" noProof="0">
                <a:solidFill>
                  <a:srgbClr val="7F7F7F"/>
                </a:solidFill>
                <a:latin typeface="IBM Plex Sans"/>
                <a:ea typeface="Quattrocento Sans"/>
                <a:cs typeface="Quattrocento Sans"/>
                <a:sym typeface="Quattrocento Sans"/>
              </a:rPr>
              <a:t>, (8) </a:t>
            </a:r>
            <a:r>
              <a:rPr lang="en-US" sz="700" noProof="0">
                <a:solidFill>
                  <a:srgbClr val="7F7F7F"/>
                </a:solidFill>
                <a:latin typeface="IBM Plex Sans"/>
                <a:ea typeface="Quattrocento Sans"/>
                <a:cs typeface="Quattrocento Sans"/>
                <a:sym typeface="Quattrocento Sans"/>
                <a:hlinkClick r:id="rId25">
                  <a:extLst>
                    <a:ext uri="{A12FA001-AC4F-418D-AE19-62706E023703}">
                      <ahyp:hlinkClr xmlns:ahyp="http://schemas.microsoft.com/office/drawing/2018/hyperlinkcolor" val="tx"/>
                    </a:ext>
                  </a:extLst>
                </a:hlinkClick>
              </a:rPr>
              <a:t>McKinsey</a:t>
            </a:r>
            <a:r>
              <a:rPr lang="en-US" sz="700" noProof="0">
                <a:solidFill>
                  <a:srgbClr val="7F7F7F"/>
                </a:solidFill>
                <a:latin typeface="IBM Plex Sans"/>
                <a:ea typeface="Quattrocento Sans"/>
                <a:cs typeface="Quattrocento Sans"/>
                <a:sym typeface="Quattrocento Sans"/>
              </a:rPr>
              <a:t>, (9) </a:t>
            </a:r>
            <a:r>
              <a:rPr lang="en-US" sz="700" noProof="0">
                <a:solidFill>
                  <a:srgbClr val="7F7F7F"/>
                </a:solidFill>
                <a:latin typeface="IBM Plex Sans"/>
                <a:ea typeface="Quattrocento Sans"/>
                <a:cs typeface="Quattrocento Sans"/>
                <a:sym typeface="Quattrocento Sans"/>
                <a:hlinkClick r:id="rId26">
                  <a:extLst>
                    <a:ext uri="{A12FA001-AC4F-418D-AE19-62706E023703}">
                      <ahyp:hlinkClr xmlns:ahyp="http://schemas.microsoft.com/office/drawing/2018/hyperlinkcolor" val="tx"/>
                    </a:ext>
                  </a:extLst>
                </a:hlinkClick>
              </a:rPr>
              <a:t>E&amp;Y</a:t>
            </a:r>
            <a:r>
              <a:rPr lang="en-US" sz="700" noProof="0">
                <a:solidFill>
                  <a:srgbClr val="7F7F7F"/>
                </a:solidFill>
                <a:latin typeface="IBM Plex Sans"/>
                <a:ea typeface="Quattrocento Sans"/>
                <a:cs typeface="Quattrocento Sans"/>
                <a:sym typeface="Quattrocento Sans"/>
              </a:rPr>
              <a:t>, (10) </a:t>
            </a:r>
            <a:r>
              <a:rPr lang="en-US" sz="700" noProof="0">
                <a:solidFill>
                  <a:srgbClr val="7F7F7F"/>
                </a:solidFill>
                <a:latin typeface="IBM Plex Sans"/>
                <a:ea typeface="Quattrocento Sans"/>
                <a:cs typeface="Quattrocento Sans"/>
                <a:sym typeface="Quattrocento Sans"/>
                <a:hlinkClick r:id="rId27">
                  <a:extLst>
                    <a:ext uri="{A12FA001-AC4F-418D-AE19-62706E023703}">
                      <ahyp:hlinkClr xmlns:ahyp="http://schemas.microsoft.com/office/drawing/2018/hyperlinkcolor" val="tx"/>
                    </a:ext>
                  </a:extLst>
                </a:hlinkClick>
              </a:rPr>
              <a:t>Security Brief</a:t>
            </a:r>
            <a:r>
              <a:rPr lang="en-US" sz="700" noProof="0">
                <a:solidFill>
                  <a:srgbClr val="7F7F7F"/>
                </a:solidFill>
                <a:latin typeface="IBM Plex Sans"/>
                <a:ea typeface="Quattrocento Sans"/>
                <a:cs typeface="Quattrocento Sans"/>
                <a:sym typeface="Quattrocento Sans"/>
              </a:rPr>
              <a:t>, (11) </a:t>
            </a:r>
            <a:r>
              <a:rPr lang="en-US" sz="700" noProof="0" err="1">
                <a:solidFill>
                  <a:srgbClr val="7F7F7F"/>
                </a:solidFill>
                <a:latin typeface="IBM Plex Sans"/>
                <a:ea typeface="Quattrocento Sans"/>
                <a:cs typeface="Quattrocento Sans"/>
                <a:sym typeface="Quattrocento Sans"/>
                <a:hlinkClick r:id="rId28">
                  <a:extLst>
                    <a:ext uri="{A12FA001-AC4F-418D-AE19-62706E023703}">
                      <ahyp:hlinkClr xmlns:ahyp="http://schemas.microsoft.com/office/drawing/2018/hyperlinkcolor" val="tx"/>
                    </a:ext>
                  </a:extLst>
                </a:hlinkClick>
              </a:rPr>
              <a:t>ITLawCo</a:t>
            </a:r>
            <a:r>
              <a:rPr lang="en-US" sz="700" noProof="0">
                <a:solidFill>
                  <a:srgbClr val="7F7F7F"/>
                </a:solidFill>
                <a:latin typeface="IBM Plex Sans"/>
                <a:ea typeface="Quattrocento Sans"/>
                <a:cs typeface="Quattrocento Sans"/>
                <a:sym typeface="Quattrocento Sans"/>
              </a:rPr>
              <a:t>, (12) </a:t>
            </a:r>
            <a:r>
              <a:rPr lang="en-US" sz="700" noProof="0">
                <a:solidFill>
                  <a:srgbClr val="7F7F7F"/>
                </a:solidFill>
                <a:latin typeface="IBM Plex Sans"/>
                <a:ea typeface="Quattrocento Sans"/>
                <a:cs typeface="Quattrocento Sans"/>
                <a:sym typeface="Quattrocento Sans"/>
                <a:hlinkClick r:id="rId29">
                  <a:extLst>
                    <a:ext uri="{A12FA001-AC4F-418D-AE19-62706E023703}">
                      <ahyp:hlinkClr xmlns:ahyp="http://schemas.microsoft.com/office/drawing/2018/hyperlinkcolor" val="tx"/>
                    </a:ext>
                  </a:extLst>
                </a:hlinkClick>
              </a:rPr>
              <a:t>Data Law trends</a:t>
            </a:r>
            <a:r>
              <a:rPr lang="en-US" sz="700" noProof="0">
                <a:solidFill>
                  <a:srgbClr val="7F7F7F"/>
                </a:solidFill>
                <a:latin typeface="IBM Plex Sans"/>
                <a:ea typeface="Quattrocento Sans"/>
                <a:cs typeface="Quattrocento Sans"/>
                <a:sym typeface="Quattrocento Sans"/>
              </a:rPr>
              <a:t>, (13) </a:t>
            </a:r>
            <a:r>
              <a:rPr lang="en-US" sz="700" noProof="0">
                <a:solidFill>
                  <a:srgbClr val="7F7F7F"/>
                </a:solidFill>
                <a:latin typeface="IBM Plex Sans"/>
                <a:ea typeface="Quattrocento Sans"/>
                <a:cs typeface="Quattrocento Sans"/>
                <a:sym typeface="Quattrocento Sans"/>
                <a:hlinkClick r:id="rId30">
                  <a:extLst>
                    <a:ext uri="{A12FA001-AC4F-418D-AE19-62706E023703}">
                      <ahyp:hlinkClr xmlns:ahyp="http://schemas.microsoft.com/office/drawing/2018/hyperlinkcolor" val="tx"/>
                    </a:ext>
                  </a:extLst>
                </a:hlinkClick>
              </a:rPr>
              <a:t>Lead Advisors</a:t>
            </a:r>
            <a:r>
              <a:rPr lang="en-US" sz="700" noProof="0">
                <a:solidFill>
                  <a:srgbClr val="7F7F7F"/>
                </a:solidFill>
                <a:latin typeface="IBM Plex Sans"/>
                <a:ea typeface="Quattrocento Sans"/>
                <a:cs typeface="Quattrocento Sans"/>
                <a:sym typeface="Quattrocento Sans"/>
              </a:rPr>
              <a:t>, (14) </a:t>
            </a:r>
            <a:r>
              <a:rPr lang="en-US" sz="700" noProof="0">
                <a:solidFill>
                  <a:srgbClr val="7F7F7F"/>
                </a:solidFill>
                <a:latin typeface="IBM Plex Sans"/>
                <a:ea typeface="Quattrocento Sans"/>
                <a:cs typeface="Quattrocento Sans"/>
                <a:sym typeface="Quattrocento Sans"/>
                <a:hlinkClick r:id="rId31">
                  <a:extLst>
                    <a:ext uri="{A12FA001-AC4F-418D-AE19-62706E023703}">
                      <ahyp:hlinkClr xmlns:ahyp="http://schemas.microsoft.com/office/drawing/2018/hyperlinkcolor" val="tx"/>
                    </a:ext>
                  </a:extLst>
                </a:hlinkClick>
              </a:rPr>
              <a:t>Gupta Deepak</a:t>
            </a:r>
            <a:r>
              <a:rPr lang="en-US" sz="700" noProof="0">
                <a:solidFill>
                  <a:srgbClr val="7F7F7F"/>
                </a:solidFill>
                <a:latin typeface="IBM Plex Sans"/>
                <a:ea typeface="Quattrocento Sans"/>
                <a:cs typeface="Quattrocento Sans"/>
                <a:sym typeface="Quattrocento Sans"/>
              </a:rPr>
              <a:t>, </a:t>
            </a:r>
            <a:endParaRPr lang="en-US" sz="700" b="0" i="0" u="none" strike="noStrike" cap="none" noProof="0">
              <a:solidFill>
                <a:srgbClr val="7F7F7F"/>
              </a:solidFill>
              <a:latin typeface="IBM Plex Sans"/>
              <a:ea typeface="Quattrocento Sans"/>
              <a:cs typeface="Quattrocento Sans"/>
              <a:sym typeface="Quattrocento Sans"/>
            </a:endParaRPr>
          </a:p>
        </p:txBody>
      </p:sp>
      <p:sp>
        <p:nvSpPr>
          <p:cNvPr id="1655" name="Google Shape;1655;g3b23322d595_2_700"/>
          <p:cNvSpPr txBox="1"/>
          <p:nvPr/>
        </p:nvSpPr>
        <p:spPr>
          <a:xfrm>
            <a:off x="450091" y="1422111"/>
            <a:ext cx="8387974"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200"/>
              <a:buFont typeface="IBM Plex Sans"/>
              <a:buNone/>
            </a:pPr>
            <a:r>
              <a:rPr lang="en-US" sz="1200" b="1" i="0" u="none" strike="noStrike" cap="none" noProof="0">
                <a:solidFill>
                  <a:schemeClr val="lt1"/>
                </a:solidFill>
                <a:latin typeface="IBM Plex Sans"/>
                <a:ea typeface="IBM Plex Sans"/>
                <a:cs typeface="IBM Plex Sans"/>
                <a:sym typeface="IBM Plex Sans"/>
              </a:rPr>
              <a:t>Privacy and Safety Distribution</a:t>
            </a:r>
            <a:r>
              <a:rPr lang="en-US" sz="1200" b="1" i="0" u="none" strike="noStrike" cap="none" baseline="30000" noProof="0">
                <a:solidFill>
                  <a:schemeClr val="lt1"/>
                </a:solidFill>
                <a:latin typeface="IBM Plex Sans"/>
                <a:ea typeface="IBM Plex Sans"/>
                <a:cs typeface="IBM Plex Sans"/>
                <a:sym typeface="IBM Plex Sans"/>
              </a:rPr>
              <a:t>1,2,3,4,5,6,7</a:t>
            </a:r>
            <a:endParaRPr lang="en-US" sz="1800" b="0" i="0" u="none" strike="noStrike" cap="none" baseline="30000" noProof="0">
              <a:solidFill>
                <a:schemeClr val="dk1"/>
              </a:solidFill>
              <a:latin typeface="Arial"/>
              <a:ea typeface="Arial"/>
              <a:cs typeface="Arial"/>
              <a:sym typeface="Arial"/>
            </a:endParaRPr>
          </a:p>
        </p:txBody>
      </p:sp>
      <p:sp>
        <p:nvSpPr>
          <p:cNvPr id="1656" name="Google Shape;1656;g3b23322d595_2_700"/>
          <p:cNvSpPr txBox="1"/>
          <p:nvPr/>
        </p:nvSpPr>
        <p:spPr>
          <a:xfrm>
            <a:off x="9228913" y="1422111"/>
            <a:ext cx="2571987"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200"/>
              <a:buFont typeface="IBM Plex Sans"/>
              <a:buNone/>
            </a:pPr>
            <a:r>
              <a:rPr lang="en-US" sz="1200" b="1" i="0" u="none" strike="noStrike" cap="none" noProof="0">
                <a:solidFill>
                  <a:schemeClr val="lt1"/>
                </a:solidFill>
                <a:latin typeface="IBM Plex Sans"/>
                <a:ea typeface="IBM Plex Sans"/>
                <a:cs typeface="IBM Plex Sans"/>
                <a:sym typeface="IBM Plex Sans"/>
              </a:rPr>
              <a:t>Insights from research</a:t>
            </a:r>
            <a:endParaRPr lang="en-US" sz="1800" b="0" i="0" u="none" strike="noStrike" cap="none" noProof="0">
              <a:solidFill>
                <a:schemeClr val="dk1"/>
              </a:solidFill>
              <a:latin typeface="Arial"/>
              <a:ea typeface="Arial"/>
              <a:cs typeface="Arial"/>
              <a:sym typeface="Arial"/>
            </a:endParaRPr>
          </a:p>
        </p:txBody>
      </p:sp>
      <p:sp>
        <p:nvSpPr>
          <p:cNvPr id="1657" name="Google Shape;1657;g3b23322d595_2_700"/>
          <p:cNvSpPr txBox="1"/>
          <p:nvPr/>
        </p:nvSpPr>
        <p:spPr>
          <a:xfrm>
            <a:off x="9228913" y="1811193"/>
            <a:ext cx="2571987" cy="3732356"/>
          </a:xfrm>
          <a:prstGeom prst="rect">
            <a:avLst/>
          </a:prstGeom>
          <a:solidFill>
            <a:srgbClr val="F2F2F2"/>
          </a:solidFill>
          <a:ln>
            <a:noFill/>
          </a:ln>
        </p:spPr>
        <p:txBody>
          <a:bodyPr spcFirstLastPara="1" wrap="square" lIns="91425" tIns="45700" rIns="91425" bIns="45700" anchor="t" anchorCtr="0">
            <a:noAutofit/>
          </a:bodyPr>
          <a:lstStyle/>
          <a:p>
            <a:pPr marL="179705" marR="0" lvl="0" indent="-179705" algn="l" rtl="0">
              <a:lnSpc>
                <a:spcPct val="100000"/>
              </a:lnSpc>
              <a:spcBef>
                <a:spcPts val="400"/>
              </a:spcBef>
              <a:spcAft>
                <a:spcPts val="0"/>
              </a:spcAft>
              <a:buClr>
                <a:srgbClr val="000000"/>
              </a:buClr>
              <a:buSzPts val="1200"/>
              <a:buFont typeface="Arial"/>
              <a:buChar char="•"/>
            </a:pPr>
            <a:r>
              <a:rPr lang="en-US" sz="1050" b="0" i="0" u="none" strike="noStrike" cap="none" noProof="0">
                <a:solidFill>
                  <a:srgbClr val="000000"/>
                </a:solidFill>
                <a:latin typeface="IBM Plex Sans"/>
                <a:ea typeface="IBM Plex Sans"/>
                <a:cs typeface="IBM Plex Sans"/>
                <a:sym typeface="IBM Plex Sans"/>
              </a:rPr>
              <a:t>“Responsible AI” is becoming a real differentiator, users and enterprises increasingly value </a:t>
            </a:r>
            <a:r>
              <a:rPr lang="en-US" sz="1050" b="1" i="0" u="none" strike="noStrike" cap="none" noProof="0">
                <a:solidFill>
                  <a:srgbClr val="000000"/>
                </a:solidFill>
                <a:latin typeface="IBM Plex Sans"/>
                <a:ea typeface="IBM Plex Sans"/>
                <a:cs typeface="IBM Plex Sans"/>
                <a:sym typeface="IBM Plex Sans"/>
              </a:rPr>
              <a:t>trust, control, and reliability</a:t>
            </a:r>
            <a:r>
              <a:rPr lang="en-US" sz="1050" b="1" i="0" u="none" strike="noStrike" cap="none" baseline="30000" noProof="0">
                <a:solidFill>
                  <a:srgbClr val="000000"/>
                </a:solidFill>
                <a:latin typeface="IBM Plex Sans"/>
                <a:ea typeface="IBM Plex Sans"/>
                <a:cs typeface="IBM Plex Sans"/>
                <a:sym typeface="IBM Plex Sans"/>
              </a:rPr>
              <a:t>8,9</a:t>
            </a:r>
            <a:endParaRPr lang="en-US" sz="1050" b="0" i="0" u="none" strike="noStrike" cap="none" baseline="30000" noProof="0">
              <a:solidFill>
                <a:srgbClr val="000000"/>
              </a:solidFill>
              <a:latin typeface="IBM Plex Sans"/>
              <a:ea typeface="IBM Plex Sans"/>
              <a:cs typeface="IBM Plex Sans"/>
            </a:endParaRPr>
          </a:p>
          <a:p>
            <a:pPr marL="179705" indent="-179705">
              <a:spcBef>
                <a:spcPts val="800"/>
              </a:spcBef>
              <a:buSzPts val="1200"/>
              <a:buFont typeface="Arial"/>
              <a:buChar char="•"/>
            </a:pPr>
            <a:r>
              <a:rPr lang="en-US" sz="1050" b="1" i="0" u="none" strike="noStrike" cap="none" noProof="0">
                <a:solidFill>
                  <a:srgbClr val="000000"/>
                </a:solidFill>
                <a:latin typeface="IBM Plex Sans"/>
                <a:ea typeface="IBM Plex Sans"/>
                <a:cs typeface="IBM Plex Sans"/>
                <a:sym typeface="IBM Plex Sans"/>
              </a:rPr>
              <a:t>AI-native </a:t>
            </a:r>
            <a:r>
              <a:rPr lang="en-US" sz="1050" b="1" noProof="0">
                <a:latin typeface="IBM Plex Sans"/>
                <a:ea typeface="IBM Plex Sans"/>
                <a:cs typeface="IBM Plex Sans"/>
                <a:sym typeface="IBM Plex Sans"/>
              </a:rPr>
              <a:t>entrants</a:t>
            </a:r>
            <a:r>
              <a:rPr lang="en-US" sz="1050" b="1" i="0" u="none" strike="noStrike" cap="none" noProof="0">
                <a:solidFill>
                  <a:srgbClr val="000000"/>
                </a:solidFill>
                <a:latin typeface="IBM Plex Sans"/>
                <a:ea typeface="IBM Plex Sans"/>
                <a:cs typeface="IBM Plex Sans"/>
                <a:sym typeface="IBM Plex Sans"/>
              </a:rPr>
              <a:t> </a:t>
            </a:r>
            <a:r>
              <a:rPr lang="en-US" sz="1050" b="1" noProof="0">
                <a:latin typeface="IBM Plex Sans"/>
                <a:ea typeface="IBM Plex Sans"/>
                <a:cs typeface="IBM Plex Sans"/>
                <a:sym typeface="IBM Plex Sans"/>
              </a:rPr>
              <a:t>bring additional risk</a:t>
            </a:r>
            <a:r>
              <a:rPr lang="en-US" sz="1050" b="0" i="0" u="none" strike="noStrike" cap="none" noProof="0">
                <a:solidFill>
                  <a:srgbClr val="000000"/>
                </a:solidFill>
                <a:latin typeface="IBM Plex Sans"/>
                <a:ea typeface="IBM Plex Sans"/>
                <a:cs typeface="IBM Plex Sans"/>
                <a:sym typeface="IBM Plex Sans"/>
              </a:rPr>
              <a:t>, as their safety systems are early-stage and privacy policies remain vague or untested</a:t>
            </a:r>
            <a:r>
              <a:rPr lang="en-US" sz="1050" b="0" i="0" u="none" strike="noStrike" cap="none" baseline="30000" noProof="0">
                <a:solidFill>
                  <a:srgbClr val="000000"/>
                </a:solidFill>
                <a:latin typeface="IBM Plex Sans"/>
                <a:ea typeface="IBM Plex Sans"/>
                <a:cs typeface="IBM Plex Sans"/>
                <a:sym typeface="IBM Plex Sans"/>
              </a:rPr>
              <a:t>10,11</a:t>
            </a:r>
            <a:endParaRPr lang="en-US" sz="1050" b="0" i="0" u="none" strike="noStrike" cap="none" baseline="30000" noProof="0">
              <a:solidFill>
                <a:srgbClr val="000000"/>
              </a:solidFill>
              <a:latin typeface="IBM Plex Sans"/>
              <a:ea typeface="IBM Plex Sans"/>
              <a:cs typeface="IBM Plex Sans"/>
            </a:endParaRPr>
          </a:p>
          <a:p>
            <a:pPr marL="179705" marR="0" lvl="0" indent="-179705" algn="l" rtl="0">
              <a:lnSpc>
                <a:spcPct val="100000"/>
              </a:lnSpc>
              <a:spcBef>
                <a:spcPts val="800"/>
              </a:spcBef>
              <a:spcAft>
                <a:spcPts val="0"/>
              </a:spcAft>
              <a:buClr>
                <a:srgbClr val="000000"/>
              </a:buClr>
              <a:buSzPts val="1200"/>
              <a:buFont typeface="Arial"/>
              <a:buChar char="•"/>
            </a:pPr>
            <a:r>
              <a:rPr lang="en-US" sz="1050" b="0" i="0" u="none" strike="noStrike" cap="none" noProof="0">
                <a:solidFill>
                  <a:srgbClr val="000000"/>
                </a:solidFill>
                <a:latin typeface="IBM Plex Sans"/>
                <a:ea typeface="IBM Plex Sans"/>
                <a:cs typeface="IBM Plex Sans"/>
                <a:sym typeface="IBM Plex Sans"/>
              </a:rPr>
              <a:t>The incumbents have the most mature guardrails and infrastructure, but their </a:t>
            </a:r>
            <a:r>
              <a:rPr lang="en-US" sz="1050" b="1" i="0" u="none" strike="noStrike" cap="none" noProof="0">
                <a:solidFill>
                  <a:srgbClr val="000000"/>
                </a:solidFill>
                <a:latin typeface="IBM Plex Sans"/>
                <a:ea typeface="IBM Plex Sans"/>
                <a:cs typeface="IBM Plex Sans"/>
                <a:sym typeface="IBM Plex Sans"/>
              </a:rPr>
              <a:t>business models depend on data aggregation</a:t>
            </a:r>
            <a:r>
              <a:rPr lang="en-US" sz="1050" b="0" i="0" u="none" strike="noStrike" cap="none" noProof="0">
                <a:solidFill>
                  <a:srgbClr val="000000"/>
                </a:solidFill>
                <a:latin typeface="IBM Plex Sans"/>
                <a:ea typeface="IBM Plex Sans"/>
                <a:cs typeface="IBM Plex Sans"/>
                <a:sym typeface="IBM Plex Sans"/>
              </a:rPr>
              <a:t>, reducing user confidence in their privacy claims</a:t>
            </a:r>
            <a:r>
              <a:rPr lang="en-US" sz="1050" b="0" i="0" u="none" strike="noStrike" cap="none" baseline="30000" noProof="0">
                <a:solidFill>
                  <a:srgbClr val="000000"/>
                </a:solidFill>
                <a:latin typeface="IBM Plex Sans"/>
                <a:ea typeface="IBM Plex Sans"/>
                <a:cs typeface="IBM Plex Sans"/>
                <a:sym typeface="IBM Plex Sans"/>
              </a:rPr>
              <a:t>12</a:t>
            </a:r>
            <a:endParaRPr lang="en-US" sz="1050" b="0" i="0" u="none" strike="noStrike" cap="none" baseline="30000" noProof="0">
              <a:solidFill>
                <a:srgbClr val="000000"/>
              </a:solidFill>
              <a:latin typeface="IBM Plex Sans"/>
              <a:ea typeface="IBM Plex Sans"/>
              <a:cs typeface="IBM Plex Sans"/>
            </a:endParaRPr>
          </a:p>
          <a:p>
            <a:pPr marL="179705" marR="0" lvl="0" indent="-179705" algn="l" rtl="0">
              <a:lnSpc>
                <a:spcPct val="100000"/>
              </a:lnSpc>
              <a:spcBef>
                <a:spcPts val="800"/>
              </a:spcBef>
              <a:spcAft>
                <a:spcPts val="400"/>
              </a:spcAft>
              <a:buClr>
                <a:srgbClr val="000000"/>
              </a:buClr>
              <a:buSzPts val="1200"/>
              <a:buFont typeface="Arial"/>
              <a:buChar char="•"/>
            </a:pPr>
            <a:r>
              <a:rPr lang="en-US" sz="1050" b="1" i="0" u="none" strike="noStrike" cap="none" noProof="0">
                <a:solidFill>
                  <a:srgbClr val="000000"/>
                </a:solidFill>
                <a:latin typeface="IBM Plex Sans"/>
                <a:ea typeface="IBM Plex Sans"/>
                <a:cs typeface="IBM Plex Sans"/>
                <a:sym typeface="IBM Plex Sans"/>
              </a:rPr>
              <a:t>Firefox and Brave occupy a premium, high-trust niche</a:t>
            </a:r>
            <a:r>
              <a:rPr lang="en-US" sz="1050" b="0" i="0" u="none" strike="noStrike" cap="none" noProof="0">
                <a:solidFill>
                  <a:srgbClr val="000000"/>
                </a:solidFill>
                <a:latin typeface="IBM Plex Sans"/>
                <a:ea typeface="IBM Plex Sans"/>
                <a:cs typeface="IBM Plex Sans"/>
                <a:sym typeface="IBM Plex Sans"/>
              </a:rPr>
              <a:t>. This positions them to capture users who want AI without sacrificing control or privacy</a:t>
            </a:r>
            <a:r>
              <a:rPr lang="en-US" sz="1050" b="0" i="0" u="none" strike="noStrike" cap="none" baseline="30000" noProof="0">
                <a:solidFill>
                  <a:srgbClr val="000000"/>
                </a:solidFill>
                <a:latin typeface="IBM Plex Sans"/>
                <a:ea typeface="IBM Plex Sans"/>
                <a:cs typeface="IBM Plex Sans"/>
                <a:sym typeface="IBM Plex Sans"/>
              </a:rPr>
              <a:t>13,14</a:t>
            </a:r>
            <a:endParaRPr lang="en-US" sz="1050" b="0" i="0" u="none" strike="noStrike" cap="none" baseline="30000" noProof="0">
              <a:solidFill>
                <a:srgbClr val="000000"/>
              </a:solidFill>
              <a:latin typeface="IBM Plex Sans"/>
              <a:ea typeface="IBM Plex Sans"/>
              <a:cs typeface="IBM Plex Sans"/>
            </a:endParaRPr>
          </a:p>
        </p:txBody>
      </p:sp>
      <p:cxnSp>
        <p:nvCxnSpPr>
          <p:cNvPr id="1658" name="Google Shape;1658;g3b23322d595_2_700"/>
          <p:cNvCxnSpPr/>
          <p:nvPr/>
        </p:nvCxnSpPr>
        <p:spPr>
          <a:xfrm rot="10800000">
            <a:off x="677493" y="1811193"/>
            <a:ext cx="0" cy="3486057"/>
          </a:xfrm>
          <a:prstGeom prst="straightConnector1">
            <a:avLst/>
          </a:prstGeom>
          <a:noFill/>
          <a:ln w="12700" cap="flat" cmpd="sng">
            <a:solidFill>
              <a:schemeClr val="dk1"/>
            </a:solidFill>
            <a:prstDash val="solid"/>
            <a:round/>
            <a:headEnd type="none" w="sm" len="sm"/>
            <a:tailEnd type="triangle" w="med" len="med"/>
          </a:ln>
        </p:spPr>
      </p:cxnSp>
      <p:cxnSp>
        <p:nvCxnSpPr>
          <p:cNvPr id="1659" name="Google Shape;1659;g3b23322d595_2_700"/>
          <p:cNvCxnSpPr/>
          <p:nvPr/>
        </p:nvCxnSpPr>
        <p:spPr>
          <a:xfrm>
            <a:off x="673311" y="5292754"/>
            <a:ext cx="8164754" cy="0"/>
          </a:xfrm>
          <a:prstGeom prst="straightConnector1">
            <a:avLst/>
          </a:prstGeom>
          <a:noFill/>
          <a:ln w="12700" cap="flat" cmpd="sng">
            <a:solidFill>
              <a:schemeClr val="dk1"/>
            </a:solidFill>
            <a:prstDash val="solid"/>
            <a:round/>
            <a:headEnd type="none" w="sm" len="sm"/>
            <a:tailEnd type="triangle" w="med" len="med"/>
          </a:ln>
        </p:spPr>
      </p:cxnSp>
      <p:sp>
        <p:nvSpPr>
          <p:cNvPr id="1660" name="Google Shape;1660;g3b23322d595_2_700"/>
          <p:cNvSpPr txBox="1"/>
          <p:nvPr/>
        </p:nvSpPr>
        <p:spPr>
          <a:xfrm>
            <a:off x="3248045" y="5350752"/>
            <a:ext cx="3015286" cy="169277"/>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000" b="0" i="0" u="none" strike="noStrike" cap="none" noProof="0">
                <a:solidFill>
                  <a:srgbClr val="000000"/>
                </a:solidFill>
                <a:latin typeface="IBM Plex Sans"/>
                <a:ea typeface="IBM Plex Sans"/>
                <a:cs typeface="IBM Plex Sans"/>
                <a:sym typeface="IBM Plex Sans"/>
              </a:rPr>
              <a:t>Safety Focus (Guardrails/Reliability)</a:t>
            </a:r>
          </a:p>
        </p:txBody>
      </p:sp>
      <p:sp>
        <p:nvSpPr>
          <p:cNvPr id="1661" name="Google Shape;1661;g3b23322d595_2_700"/>
          <p:cNvSpPr txBox="1"/>
          <p:nvPr/>
        </p:nvSpPr>
        <p:spPr>
          <a:xfrm rot="-5400000">
            <a:off x="6310" y="3469582"/>
            <a:ext cx="1056839" cy="169277"/>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000" b="0" i="0" u="none" strike="noStrike" cap="none" noProof="0">
                <a:solidFill>
                  <a:srgbClr val="000000"/>
                </a:solidFill>
                <a:latin typeface="IBM Plex Sans"/>
                <a:ea typeface="IBM Plex Sans"/>
                <a:cs typeface="IBM Plex Sans"/>
                <a:sym typeface="IBM Plex Sans"/>
              </a:rPr>
              <a:t>Privacy Focus</a:t>
            </a:r>
          </a:p>
        </p:txBody>
      </p:sp>
      <p:cxnSp>
        <p:nvCxnSpPr>
          <p:cNvPr id="1662" name="Google Shape;1662;g3b23322d595_2_700"/>
          <p:cNvCxnSpPr/>
          <p:nvPr/>
        </p:nvCxnSpPr>
        <p:spPr>
          <a:xfrm>
            <a:off x="746442" y="3578449"/>
            <a:ext cx="8010478" cy="0"/>
          </a:xfrm>
          <a:prstGeom prst="straightConnector1">
            <a:avLst/>
          </a:prstGeom>
          <a:noFill/>
          <a:ln w="9525" cap="flat" cmpd="sng">
            <a:solidFill>
              <a:srgbClr val="BFBFBF"/>
            </a:solidFill>
            <a:prstDash val="solid"/>
            <a:round/>
            <a:headEnd type="none" w="sm" len="sm"/>
            <a:tailEnd type="none" w="sm" len="sm"/>
          </a:ln>
        </p:spPr>
      </p:cxnSp>
      <p:cxnSp>
        <p:nvCxnSpPr>
          <p:cNvPr id="1663" name="Google Shape;1663;g3b23322d595_2_700"/>
          <p:cNvCxnSpPr/>
          <p:nvPr/>
        </p:nvCxnSpPr>
        <p:spPr>
          <a:xfrm rot="10800000" flipH="1">
            <a:off x="4751232" y="1940966"/>
            <a:ext cx="897" cy="3274962"/>
          </a:xfrm>
          <a:prstGeom prst="straightConnector1">
            <a:avLst/>
          </a:prstGeom>
          <a:noFill/>
          <a:ln w="9525" cap="flat" cmpd="sng">
            <a:solidFill>
              <a:srgbClr val="BFBFBF"/>
            </a:solidFill>
            <a:prstDash val="solid"/>
            <a:round/>
            <a:headEnd type="none" w="sm" len="sm"/>
            <a:tailEnd type="none" w="sm" len="sm"/>
          </a:ln>
        </p:spPr>
      </p:cxnSp>
      <p:sp>
        <p:nvSpPr>
          <p:cNvPr id="1664" name="Google Shape;1664;g3b23322d595_2_700"/>
          <p:cNvSpPr/>
          <p:nvPr/>
        </p:nvSpPr>
        <p:spPr>
          <a:xfrm>
            <a:off x="746442" y="1940967"/>
            <a:ext cx="3960000" cy="1602162"/>
          </a:xfrm>
          <a:prstGeom prst="rect">
            <a:avLst/>
          </a:prstGeom>
          <a:gradFill>
            <a:gsLst>
              <a:gs pos="0">
                <a:srgbClr val="AF94D2"/>
              </a:gs>
              <a:gs pos="50000">
                <a:srgbClr val="CCBEE1"/>
              </a:gs>
              <a:gs pos="100000">
                <a:srgbClr val="E6E0EF"/>
              </a:gs>
            </a:gsLst>
            <a:lin ang="270000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100" b="0" i="0" u="none" strike="noStrike" cap="none" noProof="0">
              <a:solidFill>
                <a:srgbClr val="FFFFFF"/>
              </a:solidFill>
              <a:latin typeface="IBM Plex Sans"/>
              <a:ea typeface="IBM Plex Sans"/>
              <a:cs typeface="IBM Plex Sans"/>
              <a:sym typeface="IBM Plex Sans"/>
            </a:endParaRPr>
          </a:p>
        </p:txBody>
      </p:sp>
      <p:sp>
        <p:nvSpPr>
          <p:cNvPr id="1665" name="Google Shape;1665;g3b23322d595_2_700"/>
          <p:cNvSpPr/>
          <p:nvPr/>
        </p:nvSpPr>
        <p:spPr>
          <a:xfrm>
            <a:off x="746442" y="3613767"/>
            <a:ext cx="3960000" cy="1602162"/>
          </a:xfrm>
          <a:prstGeom prst="rect">
            <a:avLst/>
          </a:prstGeom>
          <a:gradFill>
            <a:gsLst>
              <a:gs pos="0">
                <a:srgbClr val="AF94D2"/>
              </a:gs>
              <a:gs pos="50000">
                <a:srgbClr val="CCBEE1"/>
              </a:gs>
              <a:gs pos="100000">
                <a:srgbClr val="E6E0EF"/>
              </a:gs>
            </a:gsLst>
            <a:lin ang="1890000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100" b="0" i="0" u="none" strike="noStrike" cap="none" noProof="0">
              <a:solidFill>
                <a:srgbClr val="FFFFFF"/>
              </a:solidFill>
              <a:latin typeface="IBM Plex Sans"/>
              <a:ea typeface="IBM Plex Sans"/>
              <a:cs typeface="IBM Plex Sans"/>
              <a:sym typeface="IBM Plex Sans"/>
            </a:endParaRPr>
          </a:p>
        </p:txBody>
      </p:sp>
      <p:sp>
        <p:nvSpPr>
          <p:cNvPr id="1666" name="Google Shape;1666;g3b23322d595_2_700"/>
          <p:cNvSpPr/>
          <p:nvPr/>
        </p:nvSpPr>
        <p:spPr>
          <a:xfrm>
            <a:off x="4796920" y="1940967"/>
            <a:ext cx="3960000" cy="1602162"/>
          </a:xfrm>
          <a:prstGeom prst="rect">
            <a:avLst/>
          </a:prstGeom>
          <a:gradFill>
            <a:gsLst>
              <a:gs pos="0">
                <a:srgbClr val="AF94D2"/>
              </a:gs>
              <a:gs pos="50000">
                <a:srgbClr val="CCBEE1"/>
              </a:gs>
              <a:gs pos="100000">
                <a:srgbClr val="E6E0EF"/>
              </a:gs>
            </a:gsLst>
            <a:lin ang="810000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100" b="0" i="0" u="none" strike="noStrike" cap="none" noProof="0">
              <a:solidFill>
                <a:srgbClr val="FFFFFF"/>
              </a:solidFill>
              <a:latin typeface="IBM Plex Sans"/>
              <a:ea typeface="IBM Plex Sans"/>
              <a:cs typeface="IBM Plex Sans"/>
              <a:sym typeface="IBM Plex Sans"/>
            </a:endParaRPr>
          </a:p>
        </p:txBody>
      </p:sp>
      <p:sp>
        <p:nvSpPr>
          <p:cNvPr id="1667" name="Google Shape;1667;g3b23322d595_2_700"/>
          <p:cNvSpPr txBox="1"/>
          <p:nvPr/>
        </p:nvSpPr>
        <p:spPr>
          <a:xfrm>
            <a:off x="746442" y="3937810"/>
            <a:ext cx="2058366" cy="800189"/>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000" b="1" i="0" u="none" strike="noStrike" cap="none" noProof="0">
                <a:solidFill>
                  <a:srgbClr val="000000"/>
                </a:solidFill>
                <a:latin typeface="IBM Plex Sans"/>
                <a:ea typeface="IBM Plex Sans"/>
                <a:cs typeface="IBM Plex Sans"/>
                <a:sym typeface="IBM Plex Sans"/>
              </a:rPr>
              <a:t>Ambiguous</a:t>
            </a:r>
            <a:endParaRPr lang="en-US" sz="10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1400"/>
              <a:buFont typeface="Arial"/>
              <a:buNone/>
            </a:pPr>
            <a:r>
              <a:rPr lang="en-US" sz="1000" b="0" i="0" u="none" strike="noStrike" cap="none" noProof="0">
                <a:solidFill>
                  <a:srgbClr val="000000"/>
                </a:solidFill>
                <a:latin typeface="IBM Plex Sans"/>
                <a:ea typeface="IBM Plex Sans"/>
                <a:cs typeface="IBM Plex Sans"/>
                <a:sym typeface="IBM Plex Sans"/>
              </a:rPr>
              <a:t>Privacy and safety models are still in early stages and not yet proven at scale</a:t>
            </a:r>
          </a:p>
        </p:txBody>
      </p:sp>
      <p:sp>
        <p:nvSpPr>
          <p:cNvPr id="1668" name="Google Shape;1668;g3b23322d595_2_700"/>
          <p:cNvSpPr txBox="1"/>
          <p:nvPr/>
        </p:nvSpPr>
        <p:spPr>
          <a:xfrm>
            <a:off x="6582971" y="2188065"/>
            <a:ext cx="2173949" cy="954077"/>
          </a:xfrm>
          <a:prstGeom prst="rect">
            <a:avLst/>
          </a:prstGeom>
          <a:noFill/>
          <a:ln>
            <a:noFill/>
          </a:ln>
        </p:spPr>
        <p:txBody>
          <a:bodyPr spcFirstLastPara="1" wrap="square" lIns="91425" tIns="91425" rIns="91425" bIns="91425" anchor="t" anchorCtr="0">
            <a:spAutoFit/>
          </a:bodyPr>
          <a:lstStyle/>
          <a:p>
            <a:pPr marL="0" marR="0" lvl="0" indent="0" algn="r" rtl="0">
              <a:lnSpc>
                <a:spcPct val="100000"/>
              </a:lnSpc>
              <a:spcBef>
                <a:spcPts val="0"/>
              </a:spcBef>
              <a:spcAft>
                <a:spcPts val="0"/>
              </a:spcAft>
              <a:buClr>
                <a:srgbClr val="000000"/>
              </a:buClr>
              <a:buSzPts val="1400"/>
              <a:buFont typeface="Arial"/>
              <a:buNone/>
            </a:pPr>
            <a:r>
              <a:rPr lang="en-US" sz="1000" b="1" i="0" u="none" strike="noStrike" cap="none" noProof="0">
                <a:solidFill>
                  <a:srgbClr val="000000"/>
                </a:solidFill>
                <a:latin typeface="IBM Plex Sans"/>
                <a:ea typeface="IBM Plex Sans"/>
                <a:cs typeface="IBM Plex Sans"/>
                <a:sym typeface="IBM Plex Sans"/>
              </a:rPr>
              <a:t>High Privacy, High Safety</a:t>
            </a:r>
            <a:endParaRPr lang="en-US" sz="1000" b="0" i="0" u="none" strike="noStrike" cap="none" noProof="0">
              <a:solidFill>
                <a:srgbClr val="000000"/>
              </a:solidFill>
              <a:latin typeface="IBM Plex Sans"/>
              <a:ea typeface="IBM Plex Sans"/>
              <a:cs typeface="IBM Plex Sans"/>
              <a:sym typeface="IBM Plex Sans"/>
            </a:endParaRPr>
          </a:p>
          <a:p>
            <a:pPr algn="r">
              <a:buSzPts val="1400"/>
            </a:pPr>
            <a:r>
              <a:rPr lang="en-US" sz="1000" b="0" i="0" u="none" strike="noStrike" cap="none" noProof="0">
                <a:solidFill>
                  <a:srgbClr val="000000"/>
                </a:solidFill>
                <a:latin typeface="IBM Plex Sans"/>
                <a:ea typeface="IBM Plex Sans"/>
                <a:cs typeface="IBM Plex Sans"/>
                <a:sym typeface="IBM Plex Sans"/>
              </a:rPr>
              <a:t>Strong privacy posture, open-source trust, and explicit user data protection guarantees</a:t>
            </a:r>
            <a:r>
              <a:rPr lang="en-US" sz="1000" noProof="0">
                <a:latin typeface="IBM Plex Sans"/>
                <a:ea typeface="IBM Plex Sans"/>
                <a:cs typeface="IBM Plex Sans"/>
                <a:sym typeface="IBM Plex Sans"/>
              </a:rPr>
              <a:t>,</a:t>
            </a:r>
            <a:r>
              <a:rPr lang="en-US" sz="1000" b="0" i="0" u="none" strike="noStrike" cap="none" noProof="0">
                <a:solidFill>
                  <a:srgbClr val="000000"/>
                </a:solidFill>
                <a:latin typeface="IBM Plex Sans"/>
                <a:ea typeface="IBM Plex Sans"/>
                <a:cs typeface="IBM Plex Sans"/>
                <a:sym typeface="IBM Plex Sans"/>
              </a:rPr>
              <a:t> </a:t>
            </a:r>
            <a:r>
              <a:rPr lang="en-US" sz="1000" noProof="0">
                <a:latin typeface="IBM Plex Sans"/>
                <a:ea typeface="IBM Plex Sans"/>
                <a:cs typeface="IBM Plex Sans"/>
                <a:sym typeface="IBM Plex Sans"/>
              </a:rPr>
              <a:t>with cautions</a:t>
            </a:r>
            <a:r>
              <a:rPr lang="en-US" sz="1000" b="0" i="0" u="none" strike="noStrike" cap="none" noProof="0">
                <a:solidFill>
                  <a:srgbClr val="000000"/>
                </a:solidFill>
                <a:latin typeface="IBM Plex Sans"/>
                <a:ea typeface="IBM Plex Sans"/>
                <a:cs typeface="IBM Plex Sans"/>
                <a:sym typeface="IBM Plex Sans"/>
              </a:rPr>
              <a:t> but reliable integration</a:t>
            </a:r>
          </a:p>
        </p:txBody>
      </p:sp>
      <p:sp>
        <p:nvSpPr>
          <p:cNvPr id="1669" name="Google Shape;1669;g3b23322d595_2_700"/>
          <p:cNvSpPr txBox="1"/>
          <p:nvPr/>
        </p:nvSpPr>
        <p:spPr>
          <a:xfrm>
            <a:off x="4971229" y="3613767"/>
            <a:ext cx="2080727" cy="954077"/>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000" b="1" i="0" u="none" strike="noStrike" cap="none" noProof="0">
                <a:solidFill>
                  <a:srgbClr val="000000"/>
                </a:solidFill>
                <a:latin typeface="IBM Plex Sans"/>
                <a:ea typeface="IBM Plex Sans"/>
                <a:cs typeface="IBM Plex Sans"/>
                <a:sym typeface="IBM Plex Sans"/>
              </a:rPr>
              <a:t>Mid-Tier</a:t>
            </a:r>
            <a:endParaRPr lang="en-US" sz="10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1400"/>
              <a:buFont typeface="Arial"/>
              <a:buNone/>
            </a:pPr>
            <a:r>
              <a:rPr lang="en-US" sz="1000" b="0" i="0" u="none" strike="noStrike" cap="none" noProof="0">
                <a:solidFill>
                  <a:srgbClr val="000000"/>
                </a:solidFill>
                <a:latin typeface="IBM Plex Sans"/>
                <a:ea typeface="IBM Plex Sans"/>
                <a:cs typeface="IBM Plex Sans"/>
                <a:sym typeface="IBM Plex Sans"/>
              </a:rPr>
              <a:t>Positioned in the middle, without the strong privacy narrative of Brave/Firefox or the deep safety systems of Google/ Microsoft</a:t>
            </a:r>
          </a:p>
        </p:txBody>
      </p:sp>
      <p:pic>
        <p:nvPicPr>
          <p:cNvPr id="1670" name="Google Shape;1670;g3b23322d595_2_700"/>
          <p:cNvPicPr preferRelativeResize="0"/>
          <p:nvPr/>
        </p:nvPicPr>
        <p:blipFill rotWithShape="1">
          <a:blip r:embed="rId32">
            <a:alphaModFix/>
          </a:blip>
          <a:srcRect/>
          <a:stretch/>
        </p:blipFill>
        <p:spPr>
          <a:xfrm>
            <a:off x="5213393" y="2508343"/>
            <a:ext cx="443200" cy="467411"/>
          </a:xfrm>
          <a:prstGeom prst="rect">
            <a:avLst/>
          </a:prstGeom>
          <a:noFill/>
          <a:ln>
            <a:noFill/>
          </a:ln>
        </p:spPr>
      </p:pic>
      <p:pic>
        <p:nvPicPr>
          <p:cNvPr id="1671" name="Google Shape;1671;g3b23322d595_2_700"/>
          <p:cNvPicPr preferRelativeResize="0"/>
          <p:nvPr/>
        </p:nvPicPr>
        <p:blipFill rotWithShape="1">
          <a:blip r:embed="rId33">
            <a:alphaModFix/>
          </a:blip>
          <a:srcRect/>
          <a:stretch/>
        </p:blipFill>
        <p:spPr>
          <a:xfrm>
            <a:off x="4298547" y="3335339"/>
            <a:ext cx="905368" cy="486213"/>
          </a:xfrm>
          <a:prstGeom prst="rect">
            <a:avLst/>
          </a:prstGeom>
          <a:noFill/>
          <a:ln>
            <a:noFill/>
          </a:ln>
        </p:spPr>
      </p:pic>
      <p:pic>
        <p:nvPicPr>
          <p:cNvPr id="1672" name="Google Shape;1672;g3b23322d595_2_700" descr="File:Firefox logo, 2019.png - Wikimedia Commons"/>
          <p:cNvPicPr preferRelativeResize="0"/>
          <p:nvPr/>
        </p:nvPicPr>
        <p:blipFill rotWithShape="1">
          <a:blip r:embed="rId34">
            <a:alphaModFix/>
          </a:blip>
          <a:srcRect/>
          <a:stretch/>
        </p:blipFill>
        <p:spPr>
          <a:xfrm>
            <a:off x="5789620" y="2519669"/>
            <a:ext cx="443944" cy="444758"/>
          </a:xfrm>
          <a:prstGeom prst="rect">
            <a:avLst/>
          </a:prstGeom>
          <a:noFill/>
          <a:ln>
            <a:noFill/>
          </a:ln>
        </p:spPr>
      </p:pic>
      <p:pic>
        <p:nvPicPr>
          <p:cNvPr id="1673" name="Google Shape;1673;g3b23322d595_2_700"/>
          <p:cNvPicPr preferRelativeResize="0"/>
          <p:nvPr/>
        </p:nvPicPr>
        <p:blipFill rotWithShape="1">
          <a:blip r:embed="rId35">
            <a:alphaModFix/>
          </a:blip>
          <a:srcRect/>
          <a:stretch/>
        </p:blipFill>
        <p:spPr>
          <a:xfrm>
            <a:off x="3692540" y="4165244"/>
            <a:ext cx="509554" cy="499208"/>
          </a:xfrm>
          <a:prstGeom prst="rect">
            <a:avLst/>
          </a:prstGeom>
          <a:noFill/>
          <a:ln>
            <a:noFill/>
          </a:ln>
        </p:spPr>
      </p:pic>
      <p:pic>
        <p:nvPicPr>
          <p:cNvPr id="1674" name="Google Shape;1674;g3b23322d595_2_700"/>
          <p:cNvPicPr preferRelativeResize="0"/>
          <p:nvPr/>
        </p:nvPicPr>
        <p:blipFill rotWithShape="1">
          <a:blip r:embed="rId36">
            <a:alphaModFix/>
          </a:blip>
          <a:srcRect/>
          <a:stretch/>
        </p:blipFill>
        <p:spPr>
          <a:xfrm>
            <a:off x="3015606" y="4160073"/>
            <a:ext cx="509550" cy="509550"/>
          </a:xfrm>
          <a:prstGeom prst="rect">
            <a:avLst/>
          </a:prstGeom>
          <a:noFill/>
          <a:ln>
            <a:noFill/>
          </a:ln>
        </p:spPr>
      </p:pic>
      <p:pic>
        <p:nvPicPr>
          <p:cNvPr id="1028" name="Picture 4">
            <a:extLst>
              <a:ext uri="{FF2B5EF4-FFF2-40B4-BE49-F238E27FC236}">
                <a16:creationId xmlns:a16="http://schemas.microsoft.com/office/drawing/2014/main" id="{02F49CD0-32EE-DD6C-56E4-ADA59BBA0E08}"/>
              </a:ext>
            </a:extLst>
          </p:cNvPr>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7694890" y="4200281"/>
            <a:ext cx="391475" cy="39302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a:extLst>
              <a:ext uri="{FF2B5EF4-FFF2-40B4-BE49-F238E27FC236}">
                <a16:creationId xmlns:a16="http://schemas.microsoft.com/office/drawing/2014/main" id="{B95E7267-17B0-9D94-49A9-053C41AB15ED}"/>
              </a:ext>
            </a:extLst>
          </p:cNvPr>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8224031" y="4200281"/>
            <a:ext cx="393022" cy="393022"/>
          </a:xfrm>
          <a:prstGeom prst="rect">
            <a:avLst/>
          </a:prstGeom>
          <a:noFill/>
          <a:extLst>
            <a:ext uri="{909E8E84-426E-40DD-AFC4-6F175D3DCCD1}">
              <a14:hiddenFill xmlns:a14="http://schemas.microsoft.com/office/drawing/2010/main">
                <a:solidFill>
                  <a:srgbClr val="FFFFFF"/>
                </a:solidFill>
              </a14:hiddenFill>
            </a:ext>
          </a:extLst>
        </p:spPr>
      </p:pic>
      <p:sp>
        <p:nvSpPr>
          <p:cNvPr id="7" name="CaixaDeTexto 6">
            <a:extLst>
              <a:ext uri="{FF2B5EF4-FFF2-40B4-BE49-F238E27FC236}">
                <a16:creationId xmlns:a16="http://schemas.microsoft.com/office/drawing/2014/main" id="{4D6ED5F3-D153-33DF-03FE-274BC736308C}"/>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competitive landscape: browsers</a:t>
            </a:r>
          </a:p>
        </p:txBody>
      </p:sp>
    </p:spTree>
    <p:extLst>
      <p:ext uri="{BB962C8B-B14F-4D97-AF65-F5344CB8AC3E}">
        <p14:creationId xmlns:p14="http://schemas.microsoft.com/office/powerpoint/2010/main" val="77073123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1599">
          <a:extLst>
            <a:ext uri="{FF2B5EF4-FFF2-40B4-BE49-F238E27FC236}">
              <a16:creationId xmlns:a16="http://schemas.microsoft.com/office/drawing/2014/main" id="{7DAE63F9-DD1B-0526-A7A2-046CE9F9C6DC}"/>
            </a:ext>
          </a:extLst>
        </p:cNvPr>
        <p:cNvGrpSpPr/>
        <p:nvPr/>
      </p:nvGrpSpPr>
      <p:grpSpPr>
        <a:xfrm>
          <a:off x="0" y="0"/>
          <a:ext cx="0" cy="0"/>
          <a:chOff x="0" y="0"/>
          <a:chExt cx="0" cy="0"/>
        </a:xfrm>
      </p:grpSpPr>
      <p:sp>
        <p:nvSpPr>
          <p:cNvPr id="1600" name="Google Shape;1600;g3b23322d595_2_653">
            <a:extLst>
              <a:ext uri="{FF2B5EF4-FFF2-40B4-BE49-F238E27FC236}">
                <a16:creationId xmlns:a16="http://schemas.microsoft.com/office/drawing/2014/main" id="{CEE5C9F3-7243-23E5-49BF-15187EBA88BF}"/>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57</a:t>
            </a:fld>
            <a:endParaRPr lang="en-US" noProof="0"/>
          </a:p>
        </p:txBody>
      </p:sp>
      <p:sp>
        <p:nvSpPr>
          <p:cNvPr id="1601" name="Google Shape;1601;g3b23322d595_2_653">
            <a:extLst>
              <a:ext uri="{FF2B5EF4-FFF2-40B4-BE49-F238E27FC236}">
                <a16:creationId xmlns:a16="http://schemas.microsoft.com/office/drawing/2014/main" id="{8F246D5E-5CC2-4E26-01B5-07F479A9D4B4}"/>
              </a:ext>
            </a:extLst>
          </p:cNvPr>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AI leaders are pulling away, and the maturity gap is now structural</a:t>
            </a:r>
          </a:p>
        </p:txBody>
      </p:sp>
      <p:sp>
        <p:nvSpPr>
          <p:cNvPr id="1602" name="Google Shape;1602;g3b23322d595_2_653">
            <a:extLst>
              <a:ext uri="{FF2B5EF4-FFF2-40B4-BE49-F238E27FC236}">
                <a16:creationId xmlns:a16="http://schemas.microsoft.com/office/drawing/2014/main" id="{BA53AAC9-835C-4047-FC93-2A7B59066EED}"/>
              </a:ext>
            </a:extLst>
          </p:cNvPr>
          <p:cNvSpPr txBox="1"/>
          <p:nvPr/>
        </p:nvSpPr>
        <p:spPr>
          <a:xfrm>
            <a:off x="450091" y="5808394"/>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dk1"/>
                </a:solidFill>
                <a:latin typeface="IBM Plex Sans"/>
                <a:ea typeface="IBM Plex Sans"/>
                <a:cs typeface="IBM Plex Sans"/>
                <a:sym typeface="IBM Plex Sans"/>
              </a:rPr>
              <a:t>Leading organizations (Google, Microsoft) operate at a transformational level where AI defines their entire product and business strategy, while everyone else is still climbing the maturity curve </a:t>
            </a:r>
            <a:endParaRPr lang="en-US" sz="2000" b="0" i="0" u="none" strike="noStrike" cap="none" noProof="0">
              <a:solidFill>
                <a:schemeClr val="dk1"/>
              </a:solidFill>
              <a:latin typeface="Arial"/>
              <a:ea typeface="Arial"/>
              <a:cs typeface="Arial"/>
              <a:sym typeface="Arial"/>
            </a:endParaRPr>
          </a:p>
        </p:txBody>
      </p:sp>
      <p:sp>
        <p:nvSpPr>
          <p:cNvPr id="1603" name="Google Shape;1603;g3b23322d595_2_653">
            <a:extLst>
              <a:ext uri="{FF2B5EF4-FFF2-40B4-BE49-F238E27FC236}">
                <a16:creationId xmlns:a16="http://schemas.microsoft.com/office/drawing/2014/main" id="{DBFF46E6-88F9-7F1E-4EC7-504159F4D6ED}"/>
              </a:ext>
            </a:extLst>
          </p:cNvPr>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700"/>
              <a:buFont typeface="Arial"/>
              <a:buNone/>
            </a:pPr>
            <a:r>
              <a:rPr lang="en-US" sz="700" b="0" i="0" u="none" strike="noStrike" cap="none" noProof="0">
                <a:solidFill>
                  <a:srgbClr val="7F7F7F"/>
                </a:solidFill>
                <a:latin typeface="IBM Plex Sans"/>
                <a:ea typeface="Quattrocento Sans"/>
                <a:cs typeface="Quattrocento Sans"/>
                <a:sym typeface="Quattrocento Sans"/>
              </a:rPr>
              <a:t>Sources: (1) </a:t>
            </a:r>
            <a:r>
              <a:rPr lang="en-US" sz="700" b="0" i="0" u="none"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Gartner</a:t>
            </a:r>
            <a:endParaRPr lang="en-US" sz="700" b="0" i="0" u="none" strike="noStrike" cap="none" noProof="0">
              <a:solidFill>
                <a:srgbClr val="7F7F7F"/>
              </a:solidFill>
              <a:latin typeface="IBM Plex Sans"/>
              <a:ea typeface="Quattrocento Sans"/>
              <a:cs typeface="Quattrocento Sans"/>
              <a:hlinkClick r:id="rId3">
                <a:extLst>
                  <a:ext uri="{A12FA001-AC4F-418D-AE19-62706E023703}">
                    <ahyp:hlinkClr xmlns:ahyp="http://schemas.microsoft.com/office/drawing/2018/hyperlinkcolor" val="tx"/>
                  </a:ext>
                </a:extLst>
              </a:hlinkClick>
            </a:endParaRPr>
          </a:p>
        </p:txBody>
      </p:sp>
      <p:sp>
        <p:nvSpPr>
          <p:cNvPr id="1605" name="Google Shape;1605;g3b23322d595_2_653">
            <a:extLst>
              <a:ext uri="{FF2B5EF4-FFF2-40B4-BE49-F238E27FC236}">
                <a16:creationId xmlns:a16="http://schemas.microsoft.com/office/drawing/2014/main" id="{748952B5-CB69-4FE3-B4D4-08A6143B7C91}"/>
              </a:ext>
            </a:extLst>
          </p:cNvPr>
          <p:cNvSpPr/>
          <p:nvPr/>
        </p:nvSpPr>
        <p:spPr>
          <a:xfrm>
            <a:off x="477743" y="2126786"/>
            <a:ext cx="11205193" cy="91440"/>
          </a:xfrm>
          <a:prstGeom prst="roundRect">
            <a:avLst>
              <a:gd name="adj" fmla="val 16667"/>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000" b="0" i="0" u="none" strike="noStrike" cap="none" noProof="0">
              <a:solidFill>
                <a:schemeClr val="dk1"/>
              </a:solidFill>
              <a:latin typeface="IBM Plex Sans"/>
              <a:ea typeface="IBM Plex Sans"/>
              <a:cs typeface="IBM Plex Sans"/>
              <a:sym typeface="IBM Plex Sans"/>
            </a:endParaRPr>
          </a:p>
        </p:txBody>
      </p:sp>
      <p:sp>
        <p:nvSpPr>
          <p:cNvPr id="1606" name="Google Shape;1606;g3b23322d595_2_653">
            <a:extLst>
              <a:ext uri="{FF2B5EF4-FFF2-40B4-BE49-F238E27FC236}">
                <a16:creationId xmlns:a16="http://schemas.microsoft.com/office/drawing/2014/main" id="{598E3574-18B5-3459-2932-39FA9BDF96CD}"/>
              </a:ext>
            </a:extLst>
          </p:cNvPr>
          <p:cNvSpPr txBox="1"/>
          <p:nvPr/>
        </p:nvSpPr>
        <p:spPr>
          <a:xfrm>
            <a:off x="894440" y="1752780"/>
            <a:ext cx="1483288" cy="323165"/>
          </a:xfrm>
          <a:prstGeom prst="rect">
            <a:avLst/>
          </a:prstGeom>
          <a:noFill/>
          <a:ln>
            <a:noFill/>
          </a:ln>
        </p:spPr>
        <p:txBody>
          <a:bodyPr spcFirstLastPara="1" wrap="square" lIns="91425" tIns="0" rIns="91425" bIns="0" anchor="b"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1050" b="0" i="0" u="none" strike="noStrike" cap="none" noProof="0">
                <a:solidFill>
                  <a:schemeClr val="dk1"/>
                </a:solidFill>
                <a:latin typeface="IBM Plex Sans"/>
                <a:ea typeface="IBM Plex Sans"/>
                <a:cs typeface="IBM Plex Sans"/>
                <a:sym typeface="IBM Plex Sans"/>
              </a:rPr>
              <a:t>Weakest</a:t>
            </a:r>
          </a:p>
          <a:p>
            <a:pPr marL="0" marR="0" lvl="0" indent="0" algn="ctr" rtl="0">
              <a:lnSpc>
                <a:spcPct val="100000"/>
              </a:lnSpc>
              <a:spcBef>
                <a:spcPts val="0"/>
              </a:spcBef>
              <a:spcAft>
                <a:spcPts val="0"/>
              </a:spcAft>
              <a:buClr>
                <a:srgbClr val="000000"/>
              </a:buClr>
              <a:buSzPts val="1000"/>
              <a:buFont typeface="Arial"/>
              <a:buNone/>
            </a:pPr>
            <a:r>
              <a:rPr lang="en-US" sz="1050" b="0" i="0" u="none" strike="noStrike" cap="none" noProof="0">
                <a:solidFill>
                  <a:schemeClr val="dk1"/>
                </a:solidFill>
                <a:latin typeface="IBM Plex Sans"/>
                <a:ea typeface="IBM Plex Sans"/>
                <a:cs typeface="IBM Plex Sans"/>
                <a:sym typeface="IBM Plex Sans"/>
              </a:rPr>
              <a:t>(not a full browser)</a:t>
            </a:r>
          </a:p>
        </p:txBody>
      </p:sp>
      <p:sp>
        <p:nvSpPr>
          <p:cNvPr id="1607" name="Google Shape;1607;g3b23322d595_2_653">
            <a:extLst>
              <a:ext uri="{FF2B5EF4-FFF2-40B4-BE49-F238E27FC236}">
                <a16:creationId xmlns:a16="http://schemas.microsoft.com/office/drawing/2014/main" id="{3CE0A336-D66C-BDF2-A99C-3C1EA912AD6E}"/>
              </a:ext>
            </a:extLst>
          </p:cNvPr>
          <p:cNvSpPr txBox="1"/>
          <p:nvPr/>
        </p:nvSpPr>
        <p:spPr>
          <a:xfrm>
            <a:off x="3116568" y="1914362"/>
            <a:ext cx="1483288" cy="161583"/>
          </a:xfrm>
          <a:prstGeom prst="rect">
            <a:avLst/>
          </a:prstGeom>
          <a:noFill/>
          <a:ln>
            <a:noFill/>
          </a:ln>
        </p:spPr>
        <p:txBody>
          <a:bodyPr spcFirstLastPara="1" wrap="square" lIns="91425" tIns="0" rIns="91425" bIns="0" anchor="b"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1050" b="0" i="0" u="none" strike="noStrike" cap="none" noProof="0">
                <a:solidFill>
                  <a:schemeClr val="dk1"/>
                </a:solidFill>
                <a:latin typeface="IBM Plex Sans"/>
                <a:ea typeface="IBM Plex Sans"/>
                <a:cs typeface="IBM Plex Sans"/>
                <a:sym typeface="IBM Plex Sans"/>
              </a:rPr>
              <a:t>Emerging</a:t>
            </a:r>
          </a:p>
        </p:txBody>
      </p:sp>
      <p:sp>
        <p:nvSpPr>
          <p:cNvPr id="1608" name="Google Shape;1608;g3b23322d595_2_653">
            <a:extLst>
              <a:ext uri="{FF2B5EF4-FFF2-40B4-BE49-F238E27FC236}">
                <a16:creationId xmlns:a16="http://schemas.microsoft.com/office/drawing/2014/main" id="{304C70FE-3C12-B94C-08BE-E83C70FBA641}"/>
              </a:ext>
            </a:extLst>
          </p:cNvPr>
          <p:cNvSpPr txBox="1"/>
          <p:nvPr/>
        </p:nvSpPr>
        <p:spPr>
          <a:xfrm>
            <a:off x="5338696" y="1752780"/>
            <a:ext cx="1483288" cy="323165"/>
          </a:xfrm>
          <a:prstGeom prst="rect">
            <a:avLst/>
          </a:prstGeom>
          <a:noFill/>
          <a:ln>
            <a:noFill/>
          </a:ln>
        </p:spPr>
        <p:txBody>
          <a:bodyPr spcFirstLastPara="1" wrap="square" lIns="91425" tIns="0" rIns="91425" bIns="0" anchor="b"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1050" b="0" i="0" u="none" strike="noStrike" cap="none" noProof="0">
                <a:solidFill>
                  <a:schemeClr val="dk1"/>
                </a:solidFill>
                <a:latin typeface="IBM Plex Sans"/>
                <a:ea typeface="IBM Plex Sans"/>
                <a:cs typeface="IBM Plex Sans"/>
                <a:sym typeface="IBM Plex Sans"/>
              </a:rPr>
              <a:t>Inconsistent </a:t>
            </a:r>
          </a:p>
          <a:p>
            <a:pPr marL="0" marR="0" lvl="0" indent="0" algn="ctr" rtl="0">
              <a:lnSpc>
                <a:spcPct val="100000"/>
              </a:lnSpc>
              <a:spcBef>
                <a:spcPts val="0"/>
              </a:spcBef>
              <a:spcAft>
                <a:spcPts val="0"/>
              </a:spcAft>
              <a:buClr>
                <a:srgbClr val="000000"/>
              </a:buClr>
              <a:buSzPts val="1000"/>
              <a:buFont typeface="Arial"/>
              <a:buNone/>
            </a:pPr>
            <a:r>
              <a:rPr lang="en-US" sz="1050" b="0" i="0" u="none" strike="noStrike" cap="none" noProof="0">
                <a:solidFill>
                  <a:schemeClr val="dk1"/>
                </a:solidFill>
                <a:latin typeface="IBM Plex Sans"/>
                <a:ea typeface="IBM Plex Sans"/>
                <a:cs typeface="IBM Plex Sans"/>
                <a:sym typeface="IBM Plex Sans"/>
              </a:rPr>
              <a:t>but powerful</a:t>
            </a:r>
          </a:p>
        </p:txBody>
      </p:sp>
      <p:sp>
        <p:nvSpPr>
          <p:cNvPr id="1609" name="Google Shape;1609;g3b23322d595_2_653">
            <a:extLst>
              <a:ext uri="{FF2B5EF4-FFF2-40B4-BE49-F238E27FC236}">
                <a16:creationId xmlns:a16="http://schemas.microsoft.com/office/drawing/2014/main" id="{C72641D3-5525-3955-AF86-CC6956CD4A0C}"/>
              </a:ext>
            </a:extLst>
          </p:cNvPr>
          <p:cNvSpPr txBox="1"/>
          <p:nvPr/>
        </p:nvSpPr>
        <p:spPr>
          <a:xfrm>
            <a:off x="7560824" y="1914362"/>
            <a:ext cx="1483288" cy="161583"/>
          </a:xfrm>
          <a:prstGeom prst="rect">
            <a:avLst/>
          </a:prstGeom>
          <a:noFill/>
          <a:ln>
            <a:noFill/>
          </a:ln>
        </p:spPr>
        <p:txBody>
          <a:bodyPr spcFirstLastPara="1" wrap="square" lIns="91425" tIns="0" rIns="91425" bIns="0" anchor="b"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1050" b="0" i="0" u="none" strike="noStrike" cap="none" noProof="0">
                <a:solidFill>
                  <a:schemeClr val="dk1"/>
                </a:solidFill>
                <a:latin typeface="IBM Plex Sans"/>
                <a:ea typeface="IBM Plex Sans"/>
                <a:cs typeface="IBM Plex Sans"/>
                <a:sym typeface="IBM Plex Sans"/>
              </a:rPr>
              <a:t>Mid-tier</a:t>
            </a:r>
          </a:p>
        </p:txBody>
      </p:sp>
      <p:sp>
        <p:nvSpPr>
          <p:cNvPr id="1610" name="Google Shape;1610;g3b23322d595_2_653">
            <a:extLst>
              <a:ext uri="{FF2B5EF4-FFF2-40B4-BE49-F238E27FC236}">
                <a16:creationId xmlns:a16="http://schemas.microsoft.com/office/drawing/2014/main" id="{E57AB6D9-7221-BDE8-5CDA-0D1B35A1EAD8}"/>
              </a:ext>
            </a:extLst>
          </p:cNvPr>
          <p:cNvSpPr txBox="1"/>
          <p:nvPr/>
        </p:nvSpPr>
        <p:spPr>
          <a:xfrm>
            <a:off x="10026019" y="1752780"/>
            <a:ext cx="1483288" cy="323165"/>
          </a:xfrm>
          <a:prstGeom prst="rect">
            <a:avLst/>
          </a:prstGeom>
          <a:noFill/>
          <a:ln>
            <a:noFill/>
          </a:ln>
        </p:spPr>
        <p:txBody>
          <a:bodyPr spcFirstLastPara="1" wrap="square" lIns="91425" tIns="0" rIns="91425" bIns="0" anchor="b"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1050" b="0" i="0" u="none" strike="noStrike" cap="none" noProof="0">
                <a:solidFill>
                  <a:schemeClr val="dk1"/>
                </a:solidFill>
                <a:latin typeface="IBM Plex Sans"/>
                <a:ea typeface="IBM Plex Sans"/>
                <a:cs typeface="IBM Plex Sans"/>
                <a:sym typeface="IBM Plex Sans"/>
              </a:rPr>
              <a:t>Strongest</a:t>
            </a:r>
          </a:p>
          <a:p>
            <a:pPr marL="0" marR="0" lvl="0" indent="0" algn="ctr" rtl="0">
              <a:lnSpc>
                <a:spcPct val="100000"/>
              </a:lnSpc>
              <a:spcBef>
                <a:spcPts val="0"/>
              </a:spcBef>
              <a:spcAft>
                <a:spcPts val="0"/>
              </a:spcAft>
              <a:buClr>
                <a:srgbClr val="000000"/>
              </a:buClr>
              <a:buSzPts val="1000"/>
              <a:buFont typeface="Arial"/>
              <a:buNone/>
            </a:pPr>
            <a:r>
              <a:rPr lang="en-US" sz="1050" b="0" i="0" u="none" strike="noStrike" cap="none" noProof="0">
                <a:solidFill>
                  <a:schemeClr val="dk1"/>
                </a:solidFill>
                <a:latin typeface="IBM Plex Sans"/>
                <a:ea typeface="IBM Plex Sans"/>
                <a:cs typeface="IBM Plex Sans"/>
                <a:sym typeface="IBM Plex Sans"/>
              </a:rPr>
              <a:t>(deeply embedded)</a:t>
            </a:r>
          </a:p>
        </p:txBody>
      </p:sp>
      <p:pic>
        <p:nvPicPr>
          <p:cNvPr id="1611" name="Google Shape;1611;g3b23322d595_2_653">
            <a:extLst>
              <a:ext uri="{FF2B5EF4-FFF2-40B4-BE49-F238E27FC236}">
                <a16:creationId xmlns:a16="http://schemas.microsoft.com/office/drawing/2014/main" id="{C7E2C589-925F-62B0-1690-C423982B0C43}"/>
              </a:ext>
            </a:extLst>
          </p:cNvPr>
          <p:cNvPicPr preferRelativeResize="0"/>
          <p:nvPr/>
        </p:nvPicPr>
        <p:blipFill rotWithShape="1">
          <a:blip r:embed="rId4">
            <a:alphaModFix/>
          </a:blip>
          <a:srcRect/>
          <a:stretch/>
        </p:blipFill>
        <p:spPr>
          <a:xfrm>
            <a:off x="8151112" y="2257508"/>
            <a:ext cx="302712" cy="319248"/>
          </a:xfrm>
          <a:prstGeom prst="rect">
            <a:avLst/>
          </a:prstGeom>
          <a:noFill/>
          <a:ln>
            <a:noFill/>
          </a:ln>
        </p:spPr>
      </p:pic>
      <p:pic>
        <p:nvPicPr>
          <p:cNvPr id="1612" name="Google Shape;1612;g3b23322d595_2_653" descr="A logo of a google chrome browser  Description automatically generated">
            <a:extLst>
              <a:ext uri="{FF2B5EF4-FFF2-40B4-BE49-F238E27FC236}">
                <a16:creationId xmlns:a16="http://schemas.microsoft.com/office/drawing/2014/main" id="{4C31D49F-AC68-47F7-2F5D-3214EEB5D1A1}"/>
              </a:ext>
            </a:extLst>
          </p:cNvPr>
          <p:cNvPicPr preferRelativeResize="0"/>
          <p:nvPr/>
        </p:nvPicPr>
        <p:blipFill rotWithShape="1">
          <a:blip r:embed="rId5">
            <a:alphaModFix/>
          </a:blip>
          <a:srcRect/>
          <a:stretch/>
        </p:blipFill>
        <p:spPr>
          <a:xfrm>
            <a:off x="11128612" y="2257508"/>
            <a:ext cx="316885" cy="321015"/>
          </a:xfrm>
          <a:prstGeom prst="rect">
            <a:avLst/>
          </a:prstGeom>
          <a:noFill/>
          <a:ln>
            <a:noFill/>
          </a:ln>
        </p:spPr>
      </p:pic>
      <p:pic>
        <p:nvPicPr>
          <p:cNvPr id="1613" name="Google Shape;1613;g3b23322d595_2_653">
            <a:extLst>
              <a:ext uri="{FF2B5EF4-FFF2-40B4-BE49-F238E27FC236}">
                <a16:creationId xmlns:a16="http://schemas.microsoft.com/office/drawing/2014/main" id="{30B1D691-F99E-4B1C-424F-08CA1A4B87AA}"/>
              </a:ext>
            </a:extLst>
          </p:cNvPr>
          <p:cNvPicPr preferRelativeResize="0"/>
          <p:nvPr/>
        </p:nvPicPr>
        <p:blipFill rotWithShape="1">
          <a:blip r:embed="rId6">
            <a:alphaModFix/>
          </a:blip>
          <a:srcRect/>
          <a:stretch/>
        </p:blipFill>
        <p:spPr>
          <a:xfrm>
            <a:off x="9011572" y="2257508"/>
            <a:ext cx="618378" cy="332090"/>
          </a:xfrm>
          <a:prstGeom prst="rect">
            <a:avLst/>
          </a:prstGeom>
          <a:noFill/>
          <a:ln>
            <a:noFill/>
          </a:ln>
        </p:spPr>
      </p:pic>
      <p:pic>
        <p:nvPicPr>
          <p:cNvPr id="1614" name="Google Shape;1614;g3b23322d595_2_653" descr="File:Firefox logo, 2019.png - Wikimedia Commons">
            <a:extLst>
              <a:ext uri="{FF2B5EF4-FFF2-40B4-BE49-F238E27FC236}">
                <a16:creationId xmlns:a16="http://schemas.microsoft.com/office/drawing/2014/main" id="{EB21720A-50F9-E5F7-7601-5DB81BFA31D2}"/>
              </a:ext>
            </a:extLst>
          </p:cNvPr>
          <p:cNvPicPr preferRelativeResize="0"/>
          <p:nvPr/>
        </p:nvPicPr>
        <p:blipFill rotWithShape="1">
          <a:blip r:embed="rId7">
            <a:alphaModFix/>
          </a:blip>
          <a:srcRect/>
          <a:stretch/>
        </p:blipFill>
        <p:spPr>
          <a:xfrm>
            <a:off x="3706603" y="2257508"/>
            <a:ext cx="303219" cy="303775"/>
          </a:xfrm>
          <a:prstGeom prst="rect">
            <a:avLst/>
          </a:prstGeom>
          <a:noFill/>
          <a:ln>
            <a:noFill/>
          </a:ln>
        </p:spPr>
      </p:pic>
      <p:pic>
        <p:nvPicPr>
          <p:cNvPr id="1616" name="Google Shape;1616;g3b23322d595_2_653">
            <a:extLst>
              <a:ext uri="{FF2B5EF4-FFF2-40B4-BE49-F238E27FC236}">
                <a16:creationId xmlns:a16="http://schemas.microsoft.com/office/drawing/2014/main" id="{D7612D51-8E50-F584-D93C-2AD4349DE6BE}"/>
              </a:ext>
            </a:extLst>
          </p:cNvPr>
          <p:cNvPicPr preferRelativeResize="0"/>
          <p:nvPr/>
        </p:nvPicPr>
        <p:blipFill rotWithShape="1">
          <a:blip r:embed="rId8">
            <a:alphaModFix/>
          </a:blip>
          <a:srcRect/>
          <a:stretch/>
        </p:blipFill>
        <p:spPr>
          <a:xfrm>
            <a:off x="1488216" y="2272020"/>
            <a:ext cx="295736" cy="290225"/>
          </a:xfrm>
          <a:prstGeom prst="rect">
            <a:avLst/>
          </a:prstGeom>
          <a:noFill/>
          <a:ln>
            <a:noFill/>
          </a:ln>
        </p:spPr>
      </p:pic>
      <p:pic>
        <p:nvPicPr>
          <p:cNvPr id="1617" name="Google Shape;1617;g3b23322d595_2_653">
            <a:extLst>
              <a:ext uri="{FF2B5EF4-FFF2-40B4-BE49-F238E27FC236}">
                <a16:creationId xmlns:a16="http://schemas.microsoft.com/office/drawing/2014/main" id="{27BEA41B-3B7F-B4BD-C19D-27841CBADBD4}"/>
              </a:ext>
            </a:extLst>
          </p:cNvPr>
          <p:cNvPicPr preferRelativeResize="0"/>
          <p:nvPr/>
        </p:nvPicPr>
        <p:blipFill rotWithShape="1">
          <a:blip r:embed="rId9">
            <a:alphaModFix/>
          </a:blip>
          <a:srcRect/>
          <a:stretch/>
        </p:blipFill>
        <p:spPr>
          <a:xfrm>
            <a:off x="5922144" y="2257508"/>
            <a:ext cx="316393" cy="309968"/>
          </a:xfrm>
          <a:prstGeom prst="rect">
            <a:avLst/>
          </a:prstGeom>
          <a:noFill/>
          <a:ln>
            <a:noFill/>
          </a:ln>
        </p:spPr>
      </p:pic>
      <p:sp>
        <p:nvSpPr>
          <p:cNvPr id="1618" name="Google Shape;1618;g3b23322d595_2_653">
            <a:extLst>
              <a:ext uri="{FF2B5EF4-FFF2-40B4-BE49-F238E27FC236}">
                <a16:creationId xmlns:a16="http://schemas.microsoft.com/office/drawing/2014/main" id="{C51AE306-EC68-EED2-C4F8-59DFFAC7920E}"/>
              </a:ext>
            </a:extLst>
          </p:cNvPr>
          <p:cNvSpPr/>
          <p:nvPr/>
        </p:nvSpPr>
        <p:spPr>
          <a:xfrm>
            <a:off x="417632" y="1745039"/>
            <a:ext cx="11366382" cy="1179959"/>
          </a:xfrm>
          <a:prstGeom prst="rect">
            <a:avLst/>
          </a:prstGeom>
          <a:noFill/>
          <a:ln w="9525" cap="flat" cmpd="sng">
            <a:solidFill>
              <a:srgbClr val="BFBFBF"/>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000" b="0" i="0" u="none" strike="noStrike" cap="none" noProof="0">
              <a:solidFill>
                <a:schemeClr val="dk1"/>
              </a:solidFill>
              <a:latin typeface="IBM Plex Sans"/>
              <a:ea typeface="IBM Plex Sans"/>
              <a:cs typeface="IBM Plex Sans"/>
              <a:sym typeface="IBM Plex Sans"/>
            </a:endParaRPr>
          </a:p>
        </p:txBody>
      </p:sp>
      <p:sp>
        <p:nvSpPr>
          <p:cNvPr id="7" name="Google Shape;1606;g3b23322d595_2_653">
            <a:extLst>
              <a:ext uri="{FF2B5EF4-FFF2-40B4-BE49-F238E27FC236}">
                <a16:creationId xmlns:a16="http://schemas.microsoft.com/office/drawing/2014/main" id="{CC5A828A-454B-E74B-483C-BF04D3D02124}"/>
              </a:ext>
            </a:extLst>
          </p:cNvPr>
          <p:cNvSpPr txBox="1"/>
          <p:nvPr/>
        </p:nvSpPr>
        <p:spPr>
          <a:xfrm>
            <a:off x="894314" y="2593273"/>
            <a:ext cx="1483288" cy="323165"/>
          </a:xfrm>
          <a:prstGeom prst="rect">
            <a:avLst/>
          </a:prstGeom>
          <a:noFill/>
          <a:ln>
            <a:noFill/>
          </a:ln>
        </p:spPr>
        <p:txBody>
          <a:bodyPr spcFirstLastPara="1" wrap="square" lIns="91425" tIns="0" rIns="91425" bIns="0" anchor="b" anchorCtr="0">
            <a:spAutoFit/>
          </a:bodyPr>
          <a:lstStyle/>
          <a:p>
            <a:pPr algn="ctr">
              <a:buSzPts val="1000"/>
            </a:pPr>
            <a:r>
              <a:rPr lang="en-US" sz="1050" b="0" i="0" u="none" strike="noStrike" cap="none" noProof="0">
                <a:solidFill>
                  <a:schemeClr val="tx1"/>
                </a:solidFill>
                <a:latin typeface="IBM Plex Sans"/>
                <a:ea typeface="IBM Plex Sans"/>
                <a:cs typeface="IBM Plex Sans"/>
                <a:sym typeface="IBM Plex Sans"/>
              </a:rPr>
              <a:t>Comet + </a:t>
            </a:r>
            <a:endParaRPr lang="en-US" sz="1050" noProof="0">
              <a:solidFill>
                <a:schemeClr val="tx1"/>
              </a:solidFill>
              <a:latin typeface="IBM Plex Sans"/>
              <a:ea typeface="IBM Plex Sans"/>
              <a:cs typeface="IBM Plex Sans"/>
              <a:sym typeface="IBM Plex Sans"/>
            </a:endParaRPr>
          </a:p>
          <a:p>
            <a:pPr marL="0" marR="0" lvl="0" indent="0" algn="ctr">
              <a:lnSpc>
                <a:spcPct val="100000"/>
              </a:lnSpc>
              <a:spcBef>
                <a:spcPts val="0"/>
              </a:spcBef>
              <a:spcAft>
                <a:spcPts val="0"/>
              </a:spcAft>
              <a:buSzPts val="1000"/>
              <a:buFont typeface="Arial"/>
              <a:buNone/>
            </a:pPr>
            <a:r>
              <a:rPr lang="en-US" sz="1050" b="0" i="0" u="none" strike="noStrike" cap="none" noProof="0">
                <a:solidFill>
                  <a:schemeClr val="tx1"/>
                </a:solidFill>
                <a:latin typeface="IBM Plex Sans"/>
                <a:ea typeface="IBM Plex Sans"/>
                <a:cs typeface="IBM Plex Sans"/>
                <a:sym typeface="IBM Plex Sans"/>
              </a:rPr>
              <a:t>Perplexity</a:t>
            </a:r>
            <a:endParaRPr lang="en-US" sz="1050" b="0" i="0" u="none" strike="noStrike" cap="none" noProof="0">
              <a:solidFill>
                <a:schemeClr val="tx1"/>
              </a:solidFill>
              <a:latin typeface="IBM Plex Sans"/>
              <a:ea typeface="IBM Plex Sans"/>
              <a:cs typeface="IBM Plex Sans"/>
            </a:endParaRPr>
          </a:p>
        </p:txBody>
      </p:sp>
      <p:sp>
        <p:nvSpPr>
          <p:cNvPr id="9" name="Google Shape;1606;g3b23322d595_2_653">
            <a:extLst>
              <a:ext uri="{FF2B5EF4-FFF2-40B4-BE49-F238E27FC236}">
                <a16:creationId xmlns:a16="http://schemas.microsoft.com/office/drawing/2014/main" id="{E7DFB8E6-0D2A-F9B0-BACB-DCC2B20B88D2}"/>
              </a:ext>
            </a:extLst>
          </p:cNvPr>
          <p:cNvSpPr txBox="1"/>
          <p:nvPr/>
        </p:nvSpPr>
        <p:spPr>
          <a:xfrm>
            <a:off x="3107546" y="2611980"/>
            <a:ext cx="1483288" cy="161583"/>
          </a:xfrm>
          <a:prstGeom prst="rect">
            <a:avLst/>
          </a:prstGeom>
          <a:noFill/>
          <a:ln>
            <a:noFill/>
          </a:ln>
        </p:spPr>
        <p:txBody>
          <a:bodyPr spcFirstLastPara="1" wrap="square" lIns="91425" tIns="0" rIns="91425" bIns="0" anchor="b"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1050" b="0" i="0" u="none" strike="noStrike" cap="none" noProof="0">
                <a:solidFill>
                  <a:schemeClr val="tx1"/>
                </a:solidFill>
                <a:latin typeface="IBM Plex Sans"/>
                <a:ea typeface="IBM Plex Sans"/>
                <a:cs typeface="IBM Plex Sans"/>
                <a:sym typeface="IBM Plex Sans"/>
              </a:rPr>
              <a:t>Firefox</a:t>
            </a:r>
          </a:p>
        </p:txBody>
      </p:sp>
      <p:sp>
        <p:nvSpPr>
          <p:cNvPr id="10" name="Google Shape;1606;g3b23322d595_2_653">
            <a:extLst>
              <a:ext uri="{FF2B5EF4-FFF2-40B4-BE49-F238E27FC236}">
                <a16:creationId xmlns:a16="http://schemas.microsoft.com/office/drawing/2014/main" id="{058D6CB7-CC33-94C4-5A91-66F57A0F88AC}"/>
              </a:ext>
            </a:extLst>
          </p:cNvPr>
          <p:cNvSpPr txBox="1"/>
          <p:nvPr/>
        </p:nvSpPr>
        <p:spPr>
          <a:xfrm>
            <a:off x="5338696" y="2593273"/>
            <a:ext cx="1483288" cy="323165"/>
          </a:xfrm>
          <a:prstGeom prst="rect">
            <a:avLst/>
          </a:prstGeom>
          <a:noFill/>
          <a:ln>
            <a:noFill/>
          </a:ln>
        </p:spPr>
        <p:txBody>
          <a:bodyPr spcFirstLastPara="1" wrap="square" lIns="91425" tIns="0" rIns="91425" bIns="0" anchor="b" anchorCtr="0">
            <a:spAutoFit/>
          </a:bodyPr>
          <a:lstStyle/>
          <a:p>
            <a:pPr algn="ctr">
              <a:buSzPts val="1000"/>
            </a:pPr>
            <a:r>
              <a:rPr lang="en-US" sz="1050" b="0" i="0" u="none" strike="noStrike" cap="none" noProof="0">
                <a:solidFill>
                  <a:schemeClr val="tx1"/>
                </a:solidFill>
                <a:latin typeface="IBM Plex Sans"/>
                <a:ea typeface="IBM Plex Sans"/>
                <a:cs typeface="IBM Plex Sans"/>
                <a:sym typeface="IBM Plex Sans"/>
              </a:rPr>
              <a:t>Atlas + </a:t>
            </a:r>
            <a:endParaRPr lang="en-US" sz="1050" noProof="0">
              <a:solidFill>
                <a:schemeClr val="tx1"/>
              </a:solidFill>
              <a:latin typeface="IBM Plex Sans"/>
              <a:ea typeface="IBM Plex Sans"/>
              <a:cs typeface="IBM Plex Sans"/>
              <a:sym typeface="IBM Plex Sans"/>
            </a:endParaRPr>
          </a:p>
          <a:p>
            <a:pPr marL="0" marR="0" lvl="0" indent="0" algn="ctr">
              <a:lnSpc>
                <a:spcPct val="100000"/>
              </a:lnSpc>
              <a:spcBef>
                <a:spcPts val="0"/>
              </a:spcBef>
              <a:spcAft>
                <a:spcPts val="0"/>
              </a:spcAft>
              <a:buSzPts val="1000"/>
              <a:buFont typeface="Arial"/>
              <a:buNone/>
            </a:pPr>
            <a:r>
              <a:rPr lang="en-US" sz="1050" b="0" i="0" u="none" strike="noStrike" cap="none" noProof="0">
                <a:solidFill>
                  <a:schemeClr val="tx1"/>
                </a:solidFill>
                <a:latin typeface="IBM Plex Sans"/>
                <a:ea typeface="IBM Plex Sans"/>
                <a:cs typeface="IBM Plex Sans"/>
                <a:sym typeface="IBM Plex Sans"/>
              </a:rPr>
              <a:t>ChatGPT</a:t>
            </a:r>
            <a:endParaRPr lang="en-US" sz="1050" b="0" i="0" u="none" strike="noStrike" cap="none" noProof="0">
              <a:solidFill>
                <a:schemeClr val="tx1"/>
              </a:solidFill>
              <a:latin typeface="IBM Plex Sans"/>
              <a:ea typeface="IBM Plex Sans"/>
              <a:cs typeface="IBM Plex Sans"/>
            </a:endParaRPr>
          </a:p>
        </p:txBody>
      </p:sp>
      <p:sp>
        <p:nvSpPr>
          <p:cNvPr id="11" name="Google Shape;1606;g3b23322d595_2_653">
            <a:extLst>
              <a:ext uri="{FF2B5EF4-FFF2-40B4-BE49-F238E27FC236}">
                <a16:creationId xmlns:a16="http://schemas.microsoft.com/office/drawing/2014/main" id="{DADD881B-5879-034D-1D90-2EE414940AA1}"/>
              </a:ext>
            </a:extLst>
          </p:cNvPr>
          <p:cNvSpPr txBox="1"/>
          <p:nvPr/>
        </p:nvSpPr>
        <p:spPr>
          <a:xfrm>
            <a:off x="7551928" y="2593273"/>
            <a:ext cx="1483288" cy="323165"/>
          </a:xfrm>
          <a:prstGeom prst="rect">
            <a:avLst/>
          </a:prstGeom>
          <a:noFill/>
          <a:ln>
            <a:noFill/>
          </a:ln>
        </p:spPr>
        <p:txBody>
          <a:bodyPr spcFirstLastPara="1" wrap="square" lIns="91425" tIns="0" rIns="91425" bIns="0" anchor="b" anchorCtr="0">
            <a:spAutoFit/>
          </a:bodyPr>
          <a:lstStyle/>
          <a:p>
            <a:pPr algn="ctr">
              <a:buSzPts val="1000"/>
            </a:pPr>
            <a:r>
              <a:rPr lang="en-US" sz="1050" b="0" i="0" u="none" strike="noStrike" cap="none" noProof="0">
                <a:solidFill>
                  <a:schemeClr val="tx1"/>
                </a:solidFill>
                <a:latin typeface="IBM Plex Sans"/>
                <a:ea typeface="IBM Plex Sans"/>
                <a:cs typeface="IBM Plex Sans"/>
                <a:sym typeface="IBM Plex Sans"/>
              </a:rPr>
              <a:t>Brave + </a:t>
            </a:r>
            <a:endParaRPr lang="en-US" sz="1050" noProof="0">
              <a:solidFill>
                <a:schemeClr val="tx1"/>
              </a:solidFill>
              <a:latin typeface="IBM Plex Sans"/>
              <a:ea typeface="IBM Plex Sans"/>
              <a:cs typeface="IBM Plex Sans"/>
              <a:sym typeface="IBM Plex Sans"/>
            </a:endParaRPr>
          </a:p>
          <a:p>
            <a:pPr marL="0" marR="0" lvl="0" indent="0" algn="ctr">
              <a:lnSpc>
                <a:spcPct val="100000"/>
              </a:lnSpc>
              <a:spcBef>
                <a:spcPts val="0"/>
              </a:spcBef>
              <a:spcAft>
                <a:spcPts val="0"/>
              </a:spcAft>
              <a:buSzPts val="1000"/>
              <a:buFont typeface="Arial"/>
              <a:buNone/>
            </a:pPr>
            <a:r>
              <a:rPr lang="en-US" sz="1050" b="0" i="0" u="none" strike="noStrike" cap="none" noProof="0">
                <a:solidFill>
                  <a:schemeClr val="tx1"/>
                </a:solidFill>
                <a:latin typeface="IBM Plex Sans"/>
                <a:ea typeface="IBM Plex Sans"/>
                <a:cs typeface="IBM Plex Sans"/>
                <a:sym typeface="IBM Plex Sans"/>
              </a:rPr>
              <a:t>Leo AI</a:t>
            </a:r>
            <a:endParaRPr lang="en-US" sz="1050" b="0" i="0" u="none" strike="noStrike" cap="none" noProof="0">
              <a:solidFill>
                <a:schemeClr val="tx1"/>
              </a:solidFill>
              <a:latin typeface="IBM Plex Sans"/>
              <a:ea typeface="IBM Plex Sans"/>
              <a:cs typeface="IBM Plex Sans"/>
            </a:endParaRPr>
          </a:p>
        </p:txBody>
      </p:sp>
      <p:sp>
        <p:nvSpPr>
          <p:cNvPr id="12" name="Google Shape;1606;g3b23322d595_2_653">
            <a:extLst>
              <a:ext uri="{FF2B5EF4-FFF2-40B4-BE49-F238E27FC236}">
                <a16:creationId xmlns:a16="http://schemas.microsoft.com/office/drawing/2014/main" id="{7A72411F-CF80-A09F-803E-E6FF5184C780}"/>
              </a:ext>
            </a:extLst>
          </p:cNvPr>
          <p:cNvSpPr txBox="1"/>
          <p:nvPr/>
        </p:nvSpPr>
        <p:spPr>
          <a:xfrm>
            <a:off x="8592377" y="2593273"/>
            <a:ext cx="1483288" cy="323165"/>
          </a:xfrm>
          <a:prstGeom prst="rect">
            <a:avLst/>
          </a:prstGeom>
          <a:noFill/>
          <a:ln>
            <a:noFill/>
          </a:ln>
        </p:spPr>
        <p:txBody>
          <a:bodyPr spcFirstLastPara="1" wrap="square" lIns="91425" tIns="0" rIns="91425" bIns="0" anchor="b" anchorCtr="0">
            <a:spAutoFit/>
          </a:bodyPr>
          <a:lstStyle/>
          <a:p>
            <a:pPr algn="ctr">
              <a:buSzPts val="1000"/>
            </a:pPr>
            <a:r>
              <a:rPr lang="en-US" sz="1050" b="0" i="0" u="none" strike="noStrike" cap="none" noProof="0">
                <a:solidFill>
                  <a:schemeClr val="tx1"/>
                </a:solidFill>
                <a:latin typeface="IBM Plex Sans"/>
                <a:ea typeface="IBM Plex Sans"/>
                <a:cs typeface="IBM Plex Sans"/>
                <a:sym typeface="IBM Plex Sans"/>
              </a:rPr>
              <a:t>Opera + </a:t>
            </a:r>
            <a:endParaRPr lang="en-US" sz="1050" noProof="0">
              <a:solidFill>
                <a:schemeClr val="tx1"/>
              </a:solidFill>
              <a:latin typeface="IBM Plex Sans"/>
              <a:ea typeface="IBM Plex Sans"/>
              <a:cs typeface="IBM Plex Sans"/>
              <a:sym typeface="IBM Plex Sans"/>
            </a:endParaRPr>
          </a:p>
          <a:p>
            <a:pPr marL="0" marR="0" lvl="0" indent="0" algn="ctr">
              <a:lnSpc>
                <a:spcPct val="100000"/>
              </a:lnSpc>
              <a:spcBef>
                <a:spcPts val="0"/>
              </a:spcBef>
              <a:spcAft>
                <a:spcPts val="0"/>
              </a:spcAft>
              <a:buSzPts val="1000"/>
              <a:buFont typeface="Arial"/>
              <a:buNone/>
            </a:pPr>
            <a:r>
              <a:rPr lang="en-US" sz="1050" b="0" i="0" u="none" strike="noStrike" cap="none" noProof="0">
                <a:solidFill>
                  <a:schemeClr val="tx1"/>
                </a:solidFill>
                <a:latin typeface="IBM Plex Sans"/>
                <a:ea typeface="IBM Plex Sans"/>
                <a:cs typeface="IBM Plex Sans"/>
                <a:sym typeface="IBM Plex Sans"/>
              </a:rPr>
              <a:t>Aria AI</a:t>
            </a:r>
            <a:endParaRPr lang="en-US" sz="1050" b="0" i="0" u="none" strike="noStrike" cap="none" noProof="0">
              <a:solidFill>
                <a:schemeClr val="tx1"/>
              </a:solidFill>
              <a:latin typeface="IBM Plex Sans"/>
              <a:ea typeface="IBM Plex Sans"/>
              <a:cs typeface="IBM Plex Sans"/>
            </a:endParaRPr>
          </a:p>
        </p:txBody>
      </p:sp>
      <p:sp>
        <p:nvSpPr>
          <p:cNvPr id="13" name="Google Shape;1606;g3b23322d595_2_653">
            <a:extLst>
              <a:ext uri="{FF2B5EF4-FFF2-40B4-BE49-F238E27FC236}">
                <a16:creationId xmlns:a16="http://schemas.microsoft.com/office/drawing/2014/main" id="{71C8E0A1-5C8D-CF2D-F7E8-B3C7F398B59F}"/>
              </a:ext>
            </a:extLst>
          </p:cNvPr>
          <p:cNvSpPr txBox="1"/>
          <p:nvPr/>
        </p:nvSpPr>
        <p:spPr>
          <a:xfrm>
            <a:off x="9568990" y="2593273"/>
            <a:ext cx="1464239" cy="323165"/>
          </a:xfrm>
          <a:prstGeom prst="rect">
            <a:avLst/>
          </a:prstGeom>
          <a:noFill/>
          <a:ln>
            <a:noFill/>
          </a:ln>
        </p:spPr>
        <p:txBody>
          <a:bodyPr spcFirstLastPara="1" wrap="square" lIns="91425" tIns="0" rIns="91425" bIns="0" anchor="b" anchorCtr="0">
            <a:spAutoFit/>
          </a:bodyPr>
          <a:lstStyle/>
          <a:p>
            <a:pPr algn="ctr">
              <a:buSzPts val="1000"/>
            </a:pPr>
            <a:r>
              <a:rPr lang="en-US" sz="1050" b="0" i="0" u="none" strike="noStrike" cap="none" noProof="0">
                <a:solidFill>
                  <a:schemeClr val="tx1"/>
                </a:solidFill>
                <a:latin typeface="IBM Plex Sans"/>
                <a:ea typeface="IBM Plex Sans"/>
                <a:cs typeface="IBM Plex Sans"/>
                <a:sym typeface="IBM Plex Sans"/>
              </a:rPr>
              <a:t>Edge + </a:t>
            </a:r>
            <a:endParaRPr lang="en-US" sz="1050" noProof="0">
              <a:solidFill>
                <a:schemeClr val="tx1"/>
              </a:solidFill>
              <a:latin typeface="IBM Plex Sans"/>
              <a:ea typeface="IBM Plex Sans"/>
              <a:cs typeface="IBM Plex Sans"/>
              <a:sym typeface="IBM Plex Sans"/>
            </a:endParaRPr>
          </a:p>
          <a:p>
            <a:pPr marL="0" marR="0" lvl="0" indent="0" algn="ctr">
              <a:lnSpc>
                <a:spcPct val="100000"/>
              </a:lnSpc>
              <a:spcBef>
                <a:spcPts val="0"/>
              </a:spcBef>
              <a:spcAft>
                <a:spcPts val="0"/>
              </a:spcAft>
              <a:buSzPts val="1000"/>
              <a:buFont typeface="Arial"/>
              <a:buNone/>
            </a:pPr>
            <a:r>
              <a:rPr lang="en-US" sz="1050" b="0" i="0" u="none" strike="noStrike" cap="none" noProof="0">
                <a:solidFill>
                  <a:schemeClr val="tx1"/>
                </a:solidFill>
                <a:latin typeface="IBM Plex Sans"/>
                <a:ea typeface="IBM Plex Sans"/>
                <a:cs typeface="IBM Plex Sans"/>
                <a:sym typeface="IBM Plex Sans"/>
              </a:rPr>
              <a:t>Copilot</a:t>
            </a:r>
            <a:endParaRPr lang="en-US" sz="1050" b="0" i="0" u="none" strike="noStrike" cap="none" noProof="0">
              <a:solidFill>
                <a:schemeClr val="tx1"/>
              </a:solidFill>
              <a:latin typeface="IBM Plex Sans"/>
              <a:ea typeface="IBM Plex Sans"/>
              <a:cs typeface="IBM Plex Sans"/>
            </a:endParaRPr>
          </a:p>
        </p:txBody>
      </p:sp>
      <p:sp>
        <p:nvSpPr>
          <p:cNvPr id="14" name="Google Shape;1606;g3b23322d595_2_653">
            <a:extLst>
              <a:ext uri="{FF2B5EF4-FFF2-40B4-BE49-F238E27FC236}">
                <a16:creationId xmlns:a16="http://schemas.microsoft.com/office/drawing/2014/main" id="{E94EBEAE-9BFD-25D1-9C99-CB67740E8183}"/>
              </a:ext>
            </a:extLst>
          </p:cNvPr>
          <p:cNvSpPr txBox="1"/>
          <p:nvPr/>
        </p:nvSpPr>
        <p:spPr>
          <a:xfrm>
            <a:off x="10790104" y="2593273"/>
            <a:ext cx="1013105" cy="323165"/>
          </a:xfrm>
          <a:prstGeom prst="rect">
            <a:avLst/>
          </a:prstGeom>
          <a:noFill/>
          <a:ln>
            <a:noFill/>
          </a:ln>
        </p:spPr>
        <p:txBody>
          <a:bodyPr spcFirstLastPara="1" wrap="square" lIns="91425" tIns="0" rIns="91425" bIns="0" anchor="b" anchorCtr="0">
            <a:spAutoFit/>
          </a:bodyPr>
          <a:lstStyle/>
          <a:p>
            <a:pPr algn="ctr">
              <a:buSzPts val="1000"/>
            </a:pPr>
            <a:r>
              <a:rPr lang="en-US" sz="1050" b="0" i="0" u="none" strike="noStrike" cap="none" noProof="0">
                <a:solidFill>
                  <a:schemeClr val="tx1"/>
                </a:solidFill>
                <a:latin typeface="IBM Plex Sans"/>
                <a:ea typeface="IBM Plex Sans"/>
                <a:cs typeface="IBM Plex Sans"/>
                <a:sym typeface="IBM Plex Sans"/>
              </a:rPr>
              <a:t>Chrome + </a:t>
            </a:r>
            <a:endParaRPr lang="en-US" sz="1050" noProof="0">
              <a:solidFill>
                <a:schemeClr val="tx1"/>
              </a:solidFill>
              <a:latin typeface="IBM Plex Sans"/>
              <a:ea typeface="IBM Plex Sans"/>
              <a:cs typeface="IBM Plex Sans"/>
              <a:sym typeface="IBM Plex Sans"/>
            </a:endParaRPr>
          </a:p>
          <a:p>
            <a:pPr marL="0" marR="0" lvl="0" indent="0" algn="ctr">
              <a:lnSpc>
                <a:spcPct val="100000"/>
              </a:lnSpc>
              <a:spcBef>
                <a:spcPts val="0"/>
              </a:spcBef>
              <a:spcAft>
                <a:spcPts val="0"/>
              </a:spcAft>
              <a:buSzPts val="1000"/>
              <a:buFont typeface="Arial"/>
              <a:buNone/>
            </a:pPr>
            <a:r>
              <a:rPr lang="en-US" sz="1050" b="0" i="0" u="none" strike="noStrike" cap="none" noProof="0">
                <a:solidFill>
                  <a:schemeClr val="tx1"/>
                </a:solidFill>
                <a:latin typeface="IBM Plex Sans"/>
                <a:ea typeface="IBM Plex Sans"/>
                <a:cs typeface="IBM Plex Sans"/>
                <a:sym typeface="IBM Plex Sans"/>
              </a:rPr>
              <a:t>Gemini</a:t>
            </a:r>
            <a:endParaRPr lang="en-US" sz="1050" b="0" i="0" u="none" strike="noStrike" cap="none" noProof="0">
              <a:solidFill>
                <a:schemeClr val="tx1"/>
              </a:solidFill>
              <a:latin typeface="IBM Plex Sans"/>
              <a:ea typeface="IBM Plex Sans"/>
              <a:cs typeface="IBM Plex Sans"/>
            </a:endParaRPr>
          </a:p>
        </p:txBody>
      </p:sp>
      <p:pic>
        <p:nvPicPr>
          <p:cNvPr id="2050" name="Picture 2" descr="Microsoft Edge - Wikipedia">
            <a:extLst>
              <a:ext uri="{FF2B5EF4-FFF2-40B4-BE49-F238E27FC236}">
                <a16:creationId xmlns:a16="http://schemas.microsoft.com/office/drawing/2014/main" id="{CD2CE93D-8A4D-CD45-EC9E-7C930E77653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101579" y="2248162"/>
            <a:ext cx="340864" cy="340864"/>
          </a:xfrm>
          <a:prstGeom prst="rect">
            <a:avLst/>
          </a:prstGeom>
          <a:noFill/>
          <a:extLst>
            <a:ext uri="{909E8E84-426E-40DD-AFC4-6F175D3DCCD1}">
              <a14:hiddenFill xmlns:a14="http://schemas.microsoft.com/office/drawing/2010/main">
                <a:solidFill>
                  <a:srgbClr val="FFFFFF"/>
                </a:solidFill>
              </a14:hiddenFill>
            </a:ext>
          </a:extLst>
        </p:spPr>
      </p:pic>
      <p:sp>
        <p:nvSpPr>
          <p:cNvPr id="2" name="Google Shape;1655;g3b23322d595_2_700">
            <a:extLst>
              <a:ext uri="{FF2B5EF4-FFF2-40B4-BE49-F238E27FC236}">
                <a16:creationId xmlns:a16="http://schemas.microsoft.com/office/drawing/2014/main" id="{38B900B6-8AA5-B739-F574-F2BDFA171E0A}"/>
              </a:ext>
            </a:extLst>
          </p:cNvPr>
          <p:cNvSpPr txBox="1"/>
          <p:nvPr/>
        </p:nvSpPr>
        <p:spPr>
          <a:xfrm>
            <a:off x="420594" y="3062246"/>
            <a:ext cx="11380308" cy="276831"/>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200"/>
              <a:buFont typeface="IBM Plex Sans"/>
              <a:buNone/>
            </a:pPr>
            <a:r>
              <a:rPr lang="en-US" sz="1200" b="1" i="0" u="none" strike="noStrike" cap="none" noProof="0">
                <a:solidFill>
                  <a:schemeClr val="lt1"/>
                </a:solidFill>
                <a:latin typeface="IBM Plex Sans"/>
                <a:ea typeface="IBM Plex Sans"/>
                <a:cs typeface="IBM Plex Sans"/>
                <a:sym typeface="IBM Plex Sans"/>
              </a:rPr>
              <a:t>Gartner’s AI Maturity Model </a:t>
            </a:r>
            <a:endParaRPr lang="en-US" sz="1800" b="0" i="0" u="none" strike="noStrike" cap="none" noProof="0">
              <a:solidFill>
                <a:schemeClr val="dk1"/>
              </a:solidFill>
              <a:latin typeface="Arial"/>
              <a:ea typeface="Arial"/>
              <a:cs typeface="Arial"/>
              <a:sym typeface="Arial"/>
            </a:endParaRPr>
          </a:p>
        </p:txBody>
      </p:sp>
      <p:graphicFrame>
        <p:nvGraphicFramePr>
          <p:cNvPr id="3" name="Table 2">
            <a:extLst>
              <a:ext uri="{FF2B5EF4-FFF2-40B4-BE49-F238E27FC236}">
                <a16:creationId xmlns:a16="http://schemas.microsoft.com/office/drawing/2014/main" id="{417D79CA-FD52-CDFC-1259-A2A66934A795}"/>
              </a:ext>
            </a:extLst>
          </p:cNvPr>
          <p:cNvGraphicFramePr>
            <a:graphicFrameLocks noGrp="1"/>
          </p:cNvGraphicFramePr>
          <p:nvPr/>
        </p:nvGraphicFramePr>
        <p:xfrm>
          <a:off x="741405" y="3378571"/>
          <a:ext cx="11041623" cy="2286000"/>
        </p:xfrm>
        <a:graphic>
          <a:graphicData uri="http://schemas.openxmlformats.org/drawingml/2006/table">
            <a:tbl>
              <a:tblPr firstRow="1" bandRow="1">
                <a:tableStyleId>{16461213-F4DB-495F-93F5-F8E8B3FAFA39}</a:tableStyleId>
              </a:tblPr>
              <a:tblGrid>
                <a:gridCol w="790833">
                  <a:extLst>
                    <a:ext uri="{9D8B030D-6E8A-4147-A177-3AD203B41FA5}">
                      <a16:colId xmlns:a16="http://schemas.microsoft.com/office/drawing/2014/main" val="2564528064"/>
                    </a:ext>
                  </a:extLst>
                </a:gridCol>
                <a:gridCol w="1643448">
                  <a:extLst>
                    <a:ext uri="{9D8B030D-6E8A-4147-A177-3AD203B41FA5}">
                      <a16:colId xmlns:a16="http://schemas.microsoft.com/office/drawing/2014/main" val="3571832887"/>
                    </a:ext>
                  </a:extLst>
                </a:gridCol>
                <a:gridCol w="5908367">
                  <a:extLst>
                    <a:ext uri="{9D8B030D-6E8A-4147-A177-3AD203B41FA5}">
                      <a16:colId xmlns:a16="http://schemas.microsoft.com/office/drawing/2014/main" val="1622183363"/>
                    </a:ext>
                  </a:extLst>
                </a:gridCol>
                <a:gridCol w="2698975">
                  <a:extLst>
                    <a:ext uri="{9D8B030D-6E8A-4147-A177-3AD203B41FA5}">
                      <a16:colId xmlns:a16="http://schemas.microsoft.com/office/drawing/2014/main" val="1421328435"/>
                    </a:ext>
                  </a:extLst>
                </a:gridCol>
              </a:tblGrid>
              <a:tr h="370840">
                <a:tc>
                  <a:txBody>
                    <a:bodyPr/>
                    <a:lstStyle/>
                    <a:p>
                      <a:r>
                        <a:rPr lang="en-US" b="1" noProof="0">
                          <a:latin typeface="IBM Plex Sans" panose="020B0503050203000203" pitchFamily="34" charset="0"/>
                        </a:rPr>
                        <a:t>Level 5</a:t>
                      </a:r>
                    </a:p>
                  </a:txBody>
                  <a:tcPr anchor="ctr">
                    <a:solidFill>
                      <a:srgbClr val="9BD9AB"/>
                    </a:solidFill>
                  </a:tcPr>
                </a:tc>
                <a:tc>
                  <a:txBody>
                    <a:bodyPr/>
                    <a:lstStyle/>
                    <a:p>
                      <a:r>
                        <a:rPr lang="en-US" b="1" noProof="0">
                          <a:solidFill>
                            <a:schemeClr val="bg1"/>
                          </a:solidFill>
                          <a:latin typeface="IBM Plex Sans" panose="020B0503050203000203" pitchFamily="34" charset="0"/>
                        </a:rPr>
                        <a:t>Transformational</a:t>
                      </a:r>
                    </a:p>
                  </a:txBody>
                  <a:tcPr anchor="ctr">
                    <a:solidFill>
                      <a:srgbClr val="7030A0"/>
                    </a:solidFill>
                  </a:tcPr>
                </a:tc>
                <a:tc>
                  <a:txBody>
                    <a:bodyPr/>
                    <a:lstStyle/>
                    <a:p>
                      <a:pPr marL="171450" indent="-171450">
                        <a:buFont typeface="Arial" panose="020B0604020202020204" pitchFamily="34" charset="0"/>
                        <a:buChar char="•"/>
                      </a:pPr>
                      <a:r>
                        <a:rPr lang="en-US" sz="1200" noProof="0">
                          <a:latin typeface="IBM Plex Sans" panose="020B0503050203000203" pitchFamily="34" charset="0"/>
                        </a:rPr>
                        <a:t>AI becomes core to business strategy and operating models</a:t>
                      </a:r>
                    </a:p>
                    <a:p>
                      <a:pPr marL="171450" indent="-171450">
                        <a:buFont typeface="Arial" panose="020B0604020202020204" pitchFamily="34" charset="0"/>
                        <a:buChar char="•"/>
                      </a:pPr>
                      <a:r>
                        <a:rPr lang="en-US" sz="1200" noProof="0">
                          <a:latin typeface="IBM Plex Sans" panose="020B0503050203000203" pitchFamily="34" charset="0"/>
                        </a:rPr>
                        <a:t>AI drives new products, revenue streams, and competitive advantage</a:t>
                      </a:r>
                    </a:p>
                  </a:txBody>
                  <a:tcPr anchor="ctr"/>
                </a:tc>
                <a:tc>
                  <a:txBody>
                    <a:bodyPr/>
                    <a:lstStyle/>
                    <a:p>
                      <a:endParaRPr lang="en-US" noProof="0">
                        <a:latin typeface="IBM Plex Sans" panose="020B0503050203000203" pitchFamily="34" charset="0"/>
                      </a:endParaRPr>
                    </a:p>
                  </a:txBody>
                  <a:tcPr anchor="ctr"/>
                </a:tc>
                <a:extLst>
                  <a:ext uri="{0D108BD9-81ED-4DB2-BD59-A6C34878D82A}">
                    <a16:rowId xmlns:a16="http://schemas.microsoft.com/office/drawing/2014/main" val="1286881095"/>
                  </a:ext>
                </a:extLst>
              </a:tr>
              <a:tr h="370840">
                <a:tc>
                  <a:txBody>
                    <a:bodyPr/>
                    <a:lstStyle/>
                    <a:p>
                      <a:r>
                        <a:rPr lang="en-US" b="1" noProof="0">
                          <a:latin typeface="IBM Plex Sans" panose="020B0503050203000203" pitchFamily="34" charset="0"/>
                        </a:rPr>
                        <a:t>Level 4</a:t>
                      </a:r>
                    </a:p>
                  </a:txBody>
                  <a:tcPr anchor="ctr">
                    <a:solidFill>
                      <a:srgbClr val="9BD9AB"/>
                    </a:solidFill>
                  </a:tcPr>
                </a:tc>
                <a:tc>
                  <a:txBody>
                    <a:bodyPr/>
                    <a:lstStyle/>
                    <a:p>
                      <a:r>
                        <a:rPr lang="en-US" b="1" noProof="0">
                          <a:solidFill>
                            <a:schemeClr val="bg1"/>
                          </a:solidFill>
                          <a:latin typeface="IBM Plex Sans" panose="020B0503050203000203" pitchFamily="34" charset="0"/>
                        </a:rPr>
                        <a:t>Systemic</a:t>
                      </a:r>
                    </a:p>
                  </a:txBody>
                  <a:tcPr anchor="ctr">
                    <a:solidFill>
                      <a:srgbClr val="7030A0"/>
                    </a:solidFill>
                  </a:tcPr>
                </a:tc>
                <a:tc>
                  <a:txBody>
                    <a:bodyPr/>
                    <a:lstStyle/>
                    <a:p>
                      <a:pPr marL="171450" indent="-171450">
                        <a:buFont typeface="Arial" panose="020B0604020202020204" pitchFamily="34" charset="0"/>
                        <a:buChar char="•"/>
                      </a:pPr>
                      <a:r>
                        <a:rPr lang="en-US" sz="1200" noProof="0">
                          <a:latin typeface="IBM Plex Sans" panose="020B0503050203000203" pitchFamily="34" charset="0"/>
                        </a:rPr>
                        <a:t>AI is integrated across multiple business functions</a:t>
                      </a:r>
                    </a:p>
                    <a:p>
                      <a:pPr marL="171450" indent="-171450">
                        <a:buFont typeface="Arial" panose="020B0604020202020204" pitchFamily="34" charset="0"/>
                        <a:buChar char="•"/>
                      </a:pPr>
                      <a:r>
                        <a:rPr lang="en-US" sz="1200" noProof="0">
                          <a:latin typeface="IBM Plex Sans" panose="020B0503050203000203" pitchFamily="34" charset="0"/>
                        </a:rPr>
                        <a:t>Shared platforms, reusable components, and enterprise‑wide standards emerge</a:t>
                      </a:r>
                    </a:p>
                  </a:txBody>
                  <a:tcPr anchor="ctr"/>
                </a:tc>
                <a:tc>
                  <a:txBody>
                    <a:bodyPr/>
                    <a:lstStyle/>
                    <a:p>
                      <a:endParaRPr lang="en-US" noProof="0">
                        <a:latin typeface="IBM Plex Sans" panose="020B0503050203000203" pitchFamily="34" charset="0"/>
                      </a:endParaRPr>
                    </a:p>
                  </a:txBody>
                  <a:tcPr anchor="ctr"/>
                </a:tc>
                <a:extLst>
                  <a:ext uri="{0D108BD9-81ED-4DB2-BD59-A6C34878D82A}">
                    <a16:rowId xmlns:a16="http://schemas.microsoft.com/office/drawing/2014/main" val="3462246696"/>
                  </a:ext>
                </a:extLst>
              </a:tr>
              <a:tr h="370840">
                <a:tc>
                  <a:txBody>
                    <a:bodyPr/>
                    <a:lstStyle/>
                    <a:p>
                      <a:r>
                        <a:rPr lang="en-US" b="1" noProof="0">
                          <a:latin typeface="IBM Plex Sans" panose="020B0503050203000203" pitchFamily="34" charset="0"/>
                        </a:rPr>
                        <a:t>Level 3</a:t>
                      </a:r>
                    </a:p>
                  </a:txBody>
                  <a:tcPr anchor="ctr">
                    <a:solidFill>
                      <a:srgbClr val="9BD9AB"/>
                    </a:solidFill>
                  </a:tcPr>
                </a:tc>
                <a:tc>
                  <a:txBody>
                    <a:bodyPr/>
                    <a:lstStyle/>
                    <a:p>
                      <a:r>
                        <a:rPr lang="en-US" b="1" noProof="0">
                          <a:solidFill>
                            <a:schemeClr val="bg1"/>
                          </a:solidFill>
                          <a:latin typeface="IBM Plex Sans" panose="020B0503050203000203" pitchFamily="34" charset="0"/>
                        </a:rPr>
                        <a:t>Operational</a:t>
                      </a:r>
                    </a:p>
                  </a:txBody>
                  <a:tcPr anchor="ctr">
                    <a:solidFill>
                      <a:srgbClr val="7030A0"/>
                    </a:solidFill>
                  </a:tcPr>
                </a:tc>
                <a:tc>
                  <a:txBody>
                    <a:bodyPr/>
                    <a:lstStyle/>
                    <a:p>
                      <a:pPr marL="171450" indent="-171450">
                        <a:buFont typeface="Arial" panose="020B0604020202020204" pitchFamily="34" charset="0"/>
                        <a:buChar char="•"/>
                      </a:pPr>
                      <a:r>
                        <a:rPr lang="en-US" sz="1200" noProof="0">
                          <a:latin typeface="IBM Plex Sans" panose="020B0503050203000203" pitchFamily="34" charset="0"/>
                        </a:rPr>
                        <a:t>AI is deployed in production for specific use cases</a:t>
                      </a:r>
                    </a:p>
                    <a:p>
                      <a:pPr marL="171450" indent="-171450">
                        <a:buFont typeface="Arial" panose="020B0604020202020204" pitchFamily="34" charset="0"/>
                        <a:buChar char="•"/>
                      </a:pPr>
                      <a:r>
                        <a:rPr lang="en-US" sz="1200" noProof="0">
                          <a:latin typeface="IBM Plex Sans" panose="020B0503050203000203" pitchFamily="34" charset="0"/>
                        </a:rPr>
                        <a:t>Governance, data pipelines, and monitoring begin to formalize</a:t>
                      </a:r>
                    </a:p>
                  </a:txBody>
                  <a:tcPr anchor="ctr"/>
                </a:tc>
                <a:tc>
                  <a:txBody>
                    <a:bodyPr/>
                    <a:lstStyle/>
                    <a:p>
                      <a:endParaRPr lang="en-US" noProof="0">
                        <a:latin typeface="IBM Plex Sans" panose="020B0503050203000203" pitchFamily="34" charset="0"/>
                      </a:endParaRPr>
                    </a:p>
                  </a:txBody>
                  <a:tcPr anchor="ctr"/>
                </a:tc>
                <a:extLst>
                  <a:ext uri="{0D108BD9-81ED-4DB2-BD59-A6C34878D82A}">
                    <a16:rowId xmlns:a16="http://schemas.microsoft.com/office/drawing/2014/main" val="628937896"/>
                  </a:ext>
                </a:extLst>
              </a:tr>
              <a:tr h="370840">
                <a:tc>
                  <a:txBody>
                    <a:bodyPr/>
                    <a:lstStyle/>
                    <a:p>
                      <a:r>
                        <a:rPr lang="en-US" b="1" noProof="0">
                          <a:latin typeface="IBM Plex Sans" panose="020B0503050203000203" pitchFamily="34" charset="0"/>
                        </a:rPr>
                        <a:t>Level 2</a:t>
                      </a:r>
                    </a:p>
                  </a:txBody>
                  <a:tcPr anchor="ctr">
                    <a:solidFill>
                      <a:srgbClr val="9BD9AB"/>
                    </a:solidFill>
                  </a:tcPr>
                </a:tc>
                <a:tc>
                  <a:txBody>
                    <a:bodyPr/>
                    <a:lstStyle/>
                    <a:p>
                      <a:r>
                        <a:rPr lang="en-US" b="1" noProof="0">
                          <a:solidFill>
                            <a:schemeClr val="bg1"/>
                          </a:solidFill>
                          <a:latin typeface="IBM Plex Sans" panose="020B0503050203000203" pitchFamily="34" charset="0"/>
                        </a:rPr>
                        <a:t>Active</a:t>
                      </a:r>
                    </a:p>
                  </a:txBody>
                  <a:tcPr anchor="ctr">
                    <a:solidFill>
                      <a:srgbClr val="7030A0"/>
                    </a:solidFill>
                  </a:tcPr>
                </a:tc>
                <a:tc>
                  <a:txBody>
                    <a:bodyPr/>
                    <a:lstStyle/>
                    <a:p>
                      <a:pPr marL="171450" indent="-171450">
                        <a:buFont typeface="Arial" panose="020B0604020202020204" pitchFamily="34" charset="0"/>
                        <a:buChar char="•"/>
                      </a:pPr>
                      <a:r>
                        <a:rPr lang="en-US" sz="1200" noProof="0">
                          <a:latin typeface="IBM Plex Sans" panose="020B0503050203000203" pitchFamily="34" charset="0"/>
                        </a:rPr>
                        <a:t>Teams begin running pilots and proofs‑of‑concept</a:t>
                      </a:r>
                    </a:p>
                    <a:p>
                      <a:pPr marL="171450" indent="-171450">
                        <a:buFont typeface="Arial" panose="020B0604020202020204" pitchFamily="34" charset="0"/>
                        <a:buChar char="•"/>
                      </a:pPr>
                      <a:r>
                        <a:rPr lang="en-US" sz="1200" noProof="0">
                          <a:latin typeface="IBM Plex Sans" panose="020B0503050203000203" pitchFamily="34" charset="0"/>
                        </a:rPr>
                        <a:t>AI is still isolated, with inconsistent value and no enterprise governance</a:t>
                      </a:r>
                    </a:p>
                  </a:txBody>
                  <a:tcPr anchor="ctr"/>
                </a:tc>
                <a:tc>
                  <a:txBody>
                    <a:bodyPr/>
                    <a:lstStyle/>
                    <a:p>
                      <a:endParaRPr lang="en-US" b="1" noProof="0">
                        <a:latin typeface="IBM Plex Sans" panose="020B0503050203000203" pitchFamily="34" charset="0"/>
                      </a:endParaRPr>
                    </a:p>
                  </a:txBody>
                  <a:tcPr anchor="ctr"/>
                </a:tc>
                <a:extLst>
                  <a:ext uri="{0D108BD9-81ED-4DB2-BD59-A6C34878D82A}">
                    <a16:rowId xmlns:a16="http://schemas.microsoft.com/office/drawing/2014/main" val="1857747679"/>
                  </a:ext>
                </a:extLst>
              </a:tr>
              <a:tr h="370840">
                <a:tc>
                  <a:txBody>
                    <a:bodyPr/>
                    <a:lstStyle/>
                    <a:p>
                      <a:r>
                        <a:rPr lang="en-US" b="1" noProof="0">
                          <a:latin typeface="IBM Plex Sans" panose="020B0503050203000203" pitchFamily="34" charset="0"/>
                        </a:rPr>
                        <a:t>Level 1</a:t>
                      </a:r>
                    </a:p>
                  </a:txBody>
                  <a:tcPr anchor="ctr">
                    <a:solidFill>
                      <a:srgbClr val="9BD9AB"/>
                    </a:solidFill>
                  </a:tcPr>
                </a:tc>
                <a:tc>
                  <a:txBody>
                    <a:bodyPr/>
                    <a:lstStyle/>
                    <a:p>
                      <a:r>
                        <a:rPr lang="en-US" b="1" noProof="0">
                          <a:solidFill>
                            <a:schemeClr val="bg1"/>
                          </a:solidFill>
                          <a:latin typeface="IBM Plex Sans" panose="020B0503050203000203" pitchFamily="34" charset="0"/>
                        </a:rPr>
                        <a:t>Awareness</a:t>
                      </a:r>
                    </a:p>
                  </a:txBody>
                  <a:tcPr anchor="ctr">
                    <a:solidFill>
                      <a:srgbClr val="7030A0"/>
                    </a:solidFill>
                  </a:tcPr>
                </a:tc>
                <a:tc>
                  <a:txBody>
                    <a:bodyPr/>
                    <a:lstStyle/>
                    <a:p>
                      <a:pPr marL="171450" indent="-171450">
                        <a:buFont typeface="Arial" panose="020B0604020202020204" pitchFamily="34" charset="0"/>
                        <a:buChar char="•"/>
                      </a:pPr>
                      <a:r>
                        <a:rPr lang="en-US" sz="1200" noProof="0">
                          <a:latin typeface="IBM Plex Sans" panose="020B0503050203000203" pitchFamily="34" charset="0"/>
                        </a:rPr>
                        <a:t>Organizations are exploring AI but have no formal strategy</a:t>
                      </a:r>
                    </a:p>
                    <a:p>
                      <a:pPr marL="171450" indent="-171450">
                        <a:buFont typeface="Arial" panose="020B0604020202020204" pitchFamily="34" charset="0"/>
                        <a:buChar char="•"/>
                      </a:pPr>
                      <a:r>
                        <a:rPr lang="en-US" sz="1200" noProof="0">
                          <a:latin typeface="IBM Plex Sans" panose="020B0503050203000203" pitchFamily="34" charset="0"/>
                        </a:rPr>
                        <a:t>Activities: ad‑hoc experiments, learning, early discussions</a:t>
                      </a:r>
                    </a:p>
                  </a:txBody>
                  <a:tcPr anchor="ctr"/>
                </a:tc>
                <a:tc>
                  <a:txBody>
                    <a:bodyPr/>
                    <a:lstStyle/>
                    <a:p>
                      <a:endParaRPr lang="en-US" noProof="0">
                        <a:latin typeface="IBM Plex Sans" panose="020B0503050203000203" pitchFamily="34" charset="0"/>
                      </a:endParaRPr>
                    </a:p>
                  </a:txBody>
                  <a:tcPr anchor="ctr"/>
                </a:tc>
                <a:extLst>
                  <a:ext uri="{0D108BD9-81ED-4DB2-BD59-A6C34878D82A}">
                    <a16:rowId xmlns:a16="http://schemas.microsoft.com/office/drawing/2014/main" val="3786275428"/>
                  </a:ext>
                </a:extLst>
              </a:tr>
            </a:tbl>
          </a:graphicData>
        </a:graphic>
      </p:graphicFrame>
      <p:pic>
        <p:nvPicPr>
          <p:cNvPr id="6" name="Google Shape;1612;g3b23322d595_2_653" descr="A logo of a google chrome browser  Description automatically generated">
            <a:extLst>
              <a:ext uri="{FF2B5EF4-FFF2-40B4-BE49-F238E27FC236}">
                <a16:creationId xmlns:a16="http://schemas.microsoft.com/office/drawing/2014/main" id="{6792AF8F-74F2-95BE-14E5-7E98F04EF99C}"/>
              </a:ext>
            </a:extLst>
          </p:cNvPr>
          <p:cNvPicPr preferRelativeResize="0"/>
          <p:nvPr/>
        </p:nvPicPr>
        <p:blipFill rotWithShape="1">
          <a:blip r:embed="rId5">
            <a:alphaModFix/>
          </a:blip>
          <a:srcRect/>
          <a:stretch/>
        </p:blipFill>
        <p:spPr>
          <a:xfrm>
            <a:off x="9568990" y="3447574"/>
            <a:ext cx="316885" cy="321015"/>
          </a:xfrm>
          <a:prstGeom prst="rect">
            <a:avLst/>
          </a:prstGeom>
          <a:noFill/>
          <a:ln>
            <a:noFill/>
          </a:ln>
        </p:spPr>
      </p:pic>
      <p:pic>
        <p:nvPicPr>
          <p:cNvPr id="8" name="Picture 2" descr="Microsoft Edge - Wikipedia">
            <a:extLst>
              <a:ext uri="{FF2B5EF4-FFF2-40B4-BE49-F238E27FC236}">
                <a16:creationId xmlns:a16="http://schemas.microsoft.com/office/drawing/2014/main" id="{BA2AB5EE-7BD8-85CC-91E8-9587DBD134C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262637" y="3447574"/>
            <a:ext cx="340864" cy="340864"/>
          </a:xfrm>
          <a:prstGeom prst="rect">
            <a:avLst/>
          </a:prstGeom>
          <a:noFill/>
          <a:extLst>
            <a:ext uri="{909E8E84-426E-40DD-AFC4-6F175D3DCCD1}">
              <a14:hiddenFill xmlns:a14="http://schemas.microsoft.com/office/drawing/2010/main">
                <a:solidFill>
                  <a:srgbClr val="FFFFFF"/>
                </a:solidFill>
              </a14:hiddenFill>
            </a:ext>
          </a:extLst>
        </p:spPr>
      </p:pic>
      <p:pic>
        <p:nvPicPr>
          <p:cNvPr id="15" name="Google Shape;1616;g3b23322d595_2_653">
            <a:extLst>
              <a:ext uri="{FF2B5EF4-FFF2-40B4-BE49-F238E27FC236}">
                <a16:creationId xmlns:a16="http://schemas.microsoft.com/office/drawing/2014/main" id="{0FBCAF3A-BDB2-4DB6-F228-BFE2D45742F0}"/>
              </a:ext>
            </a:extLst>
          </p:cNvPr>
          <p:cNvPicPr preferRelativeResize="0"/>
          <p:nvPr/>
        </p:nvPicPr>
        <p:blipFill rotWithShape="1">
          <a:blip r:embed="rId8">
            <a:alphaModFix/>
          </a:blip>
          <a:srcRect/>
          <a:stretch/>
        </p:blipFill>
        <p:spPr>
          <a:xfrm>
            <a:off x="10285199" y="3917589"/>
            <a:ext cx="295736" cy="290225"/>
          </a:xfrm>
          <a:prstGeom prst="rect">
            <a:avLst/>
          </a:prstGeom>
          <a:noFill/>
          <a:ln>
            <a:noFill/>
          </a:ln>
        </p:spPr>
      </p:pic>
      <p:pic>
        <p:nvPicPr>
          <p:cNvPr id="16" name="Google Shape;1611;g3b23322d595_2_653">
            <a:extLst>
              <a:ext uri="{FF2B5EF4-FFF2-40B4-BE49-F238E27FC236}">
                <a16:creationId xmlns:a16="http://schemas.microsoft.com/office/drawing/2014/main" id="{98C0AC89-7A58-6727-F32E-B8FF71C4A6CC}"/>
              </a:ext>
            </a:extLst>
          </p:cNvPr>
          <p:cNvPicPr preferRelativeResize="0"/>
          <p:nvPr/>
        </p:nvPicPr>
        <p:blipFill rotWithShape="1">
          <a:blip r:embed="rId4">
            <a:alphaModFix/>
          </a:blip>
          <a:srcRect/>
          <a:stretch/>
        </p:blipFill>
        <p:spPr>
          <a:xfrm>
            <a:off x="9924309" y="4362269"/>
            <a:ext cx="302712" cy="319248"/>
          </a:xfrm>
          <a:prstGeom prst="rect">
            <a:avLst/>
          </a:prstGeom>
          <a:noFill/>
          <a:ln>
            <a:noFill/>
          </a:ln>
        </p:spPr>
      </p:pic>
      <p:pic>
        <p:nvPicPr>
          <p:cNvPr id="17" name="Google Shape;1613;g3b23322d595_2_653">
            <a:extLst>
              <a:ext uri="{FF2B5EF4-FFF2-40B4-BE49-F238E27FC236}">
                <a16:creationId xmlns:a16="http://schemas.microsoft.com/office/drawing/2014/main" id="{66D6EA48-980D-A2C8-A535-A5552C2F51E1}"/>
              </a:ext>
            </a:extLst>
          </p:cNvPr>
          <p:cNvPicPr preferRelativeResize="0"/>
          <p:nvPr/>
        </p:nvPicPr>
        <p:blipFill rotWithShape="1">
          <a:blip r:embed="rId6">
            <a:alphaModFix/>
          </a:blip>
          <a:srcRect/>
          <a:stretch/>
        </p:blipFill>
        <p:spPr>
          <a:xfrm>
            <a:off x="10470499" y="4362269"/>
            <a:ext cx="618378" cy="332090"/>
          </a:xfrm>
          <a:prstGeom prst="rect">
            <a:avLst/>
          </a:prstGeom>
          <a:noFill/>
          <a:ln>
            <a:noFill/>
          </a:ln>
        </p:spPr>
      </p:pic>
      <p:pic>
        <p:nvPicPr>
          <p:cNvPr id="18" name="Google Shape;1614;g3b23322d595_2_653" descr="File:Firefox logo, 2019.png - Wikimedia Commons">
            <a:extLst>
              <a:ext uri="{FF2B5EF4-FFF2-40B4-BE49-F238E27FC236}">
                <a16:creationId xmlns:a16="http://schemas.microsoft.com/office/drawing/2014/main" id="{503B129B-0FA5-B895-1A66-787ECA878370}"/>
              </a:ext>
            </a:extLst>
          </p:cNvPr>
          <p:cNvPicPr preferRelativeResize="0"/>
          <p:nvPr/>
        </p:nvPicPr>
        <p:blipFill rotWithShape="1">
          <a:blip r:embed="rId7">
            <a:alphaModFix/>
          </a:blip>
          <a:srcRect/>
          <a:stretch/>
        </p:blipFill>
        <p:spPr>
          <a:xfrm>
            <a:off x="10281459" y="4827740"/>
            <a:ext cx="303219" cy="303775"/>
          </a:xfrm>
          <a:prstGeom prst="rect">
            <a:avLst/>
          </a:prstGeom>
          <a:noFill/>
          <a:ln>
            <a:noFill/>
          </a:ln>
        </p:spPr>
      </p:pic>
      <p:pic>
        <p:nvPicPr>
          <p:cNvPr id="19" name="Google Shape;1617;g3b23322d595_2_653">
            <a:extLst>
              <a:ext uri="{FF2B5EF4-FFF2-40B4-BE49-F238E27FC236}">
                <a16:creationId xmlns:a16="http://schemas.microsoft.com/office/drawing/2014/main" id="{343F250D-0592-4C55-505D-2B8EFE1DE6B6}"/>
              </a:ext>
            </a:extLst>
          </p:cNvPr>
          <p:cNvPicPr preferRelativeResize="0"/>
          <p:nvPr/>
        </p:nvPicPr>
        <p:blipFill rotWithShape="1">
          <a:blip r:embed="rId9">
            <a:alphaModFix/>
          </a:blip>
          <a:srcRect/>
          <a:stretch/>
        </p:blipFill>
        <p:spPr>
          <a:xfrm>
            <a:off x="10980263" y="3447574"/>
            <a:ext cx="316393" cy="309968"/>
          </a:xfrm>
          <a:prstGeom prst="rect">
            <a:avLst/>
          </a:prstGeom>
          <a:noFill/>
          <a:ln>
            <a:noFill/>
          </a:ln>
        </p:spPr>
      </p:pic>
      <p:sp>
        <p:nvSpPr>
          <p:cNvPr id="24" name="Arrow: Down 23">
            <a:extLst>
              <a:ext uri="{FF2B5EF4-FFF2-40B4-BE49-F238E27FC236}">
                <a16:creationId xmlns:a16="http://schemas.microsoft.com/office/drawing/2014/main" id="{6B8DA9AC-ABC0-6196-5FA7-10AC351A74C4}"/>
              </a:ext>
            </a:extLst>
          </p:cNvPr>
          <p:cNvSpPr/>
          <p:nvPr/>
        </p:nvSpPr>
        <p:spPr>
          <a:xfrm>
            <a:off x="413020" y="3447574"/>
            <a:ext cx="291314" cy="2216997"/>
          </a:xfrm>
          <a:prstGeom prst="downArrow">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22" name="CaixaDeTexto 21">
            <a:extLst>
              <a:ext uri="{FF2B5EF4-FFF2-40B4-BE49-F238E27FC236}">
                <a16:creationId xmlns:a16="http://schemas.microsoft.com/office/drawing/2014/main" id="{205586FB-6F25-B65A-2895-AEE395897620}"/>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competitive landscape: browsers</a:t>
            </a:r>
          </a:p>
        </p:txBody>
      </p:sp>
      <p:sp>
        <p:nvSpPr>
          <p:cNvPr id="21" name="Google Shape;1655;g3b23322d595_2_700">
            <a:extLst>
              <a:ext uri="{FF2B5EF4-FFF2-40B4-BE49-F238E27FC236}">
                <a16:creationId xmlns:a16="http://schemas.microsoft.com/office/drawing/2014/main" id="{C91AC041-84B5-62D8-3BBC-6D798811F905}"/>
              </a:ext>
            </a:extLst>
          </p:cNvPr>
          <p:cNvSpPr txBox="1"/>
          <p:nvPr/>
        </p:nvSpPr>
        <p:spPr>
          <a:xfrm>
            <a:off x="420594" y="1397182"/>
            <a:ext cx="11362434" cy="270986"/>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200"/>
            </a:pPr>
            <a:r>
              <a:rPr lang="en-US" sz="1200" b="1" i="0" u="none" strike="noStrike" cap="none" noProof="0">
                <a:solidFill>
                  <a:schemeClr val="lt1"/>
                </a:solidFill>
                <a:latin typeface="IBM Plex Sans"/>
                <a:ea typeface="IBM Plex Sans"/>
                <a:cs typeface="IBM Plex Sans"/>
                <a:sym typeface="IBM Plex Sans"/>
              </a:rPr>
              <a:t>Degree of AI–Browser Integration </a:t>
            </a:r>
            <a:endParaRPr lang="en-US" sz="1800" b="0" i="0" u="none" strike="noStrike" cap="none" noProof="0">
              <a:solidFill>
                <a:schemeClr val="dk1"/>
              </a:solidFill>
              <a:latin typeface="Arial"/>
              <a:ea typeface="Arial"/>
              <a:cs typeface="Arial"/>
              <a:sym typeface="Arial"/>
            </a:endParaRPr>
          </a:p>
        </p:txBody>
      </p:sp>
    </p:spTree>
    <p:extLst>
      <p:ext uri="{BB962C8B-B14F-4D97-AF65-F5344CB8AC3E}">
        <p14:creationId xmlns:p14="http://schemas.microsoft.com/office/powerpoint/2010/main" val="49275802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1508"/>
        <p:cNvGrpSpPr/>
        <p:nvPr/>
      </p:nvGrpSpPr>
      <p:grpSpPr>
        <a:xfrm>
          <a:off x="0" y="0"/>
          <a:ext cx="0" cy="0"/>
          <a:chOff x="0" y="0"/>
          <a:chExt cx="0" cy="0"/>
        </a:xfrm>
      </p:grpSpPr>
      <p:sp>
        <p:nvSpPr>
          <p:cNvPr id="1509" name="Google Shape;1509;g3b23322d595_2_565"/>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58</a:t>
            </a:fld>
            <a:endParaRPr lang="en-US" noProof="0"/>
          </a:p>
        </p:txBody>
      </p:sp>
      <p:sp>
        <p:nvSpPr>
          <p:cNvPr id="1510" name="Google Shape;1510;g3b23322d595_2_565"/>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Alternative platforms grow but Google’s core search remains resilient</a:t>
            </a:r>
          </a:p>
        </p:txBody>
      </p:sp>
      <p:sp>
        <p:nvSpPr>
          <p:cNvPr id="1511" name="Google Shape;1511;g3b23322d595_2_565"/>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a:buSzPts val="600"/>
            </a:pPr>
            <a:r>
              <a:rPr lang="en-US" sz="700" b="0" i="0" u="none" strike="noStrike" cap="none" noProof="0">
                <a:solidFill>
                  <a:srgbClr val="7F7F7F"/>
                </a:solidFill>
                <a:latin typeface="IBM Plex Sans"/>
                <a:ea typeface="Quattrocento Sans"/>
                <a:cs typeface="Quattrocento Sans"/>
                <a:sym typeface="Quattrocento Sans"/>
              </a:rPr>
              <a:t>Sources: (1)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DemandSage</a:t>
            </a:r>
            <a:r>
              <a:rPr lang="en-US" sz="700" u="sng" noProof="0">
                <a:solidFill>
                  <a:srgbClr val="7F7F7F"/>
                </a:solidFill>
                <a:latin typeface="IBM Plex Sans"/>
                <a:ea typeface="Quattrocento Sans"/>
                <a:cs typeface="Quattrocento Sans"/>
                <a:sym typeface="Quattrocento Sans"/>
              </a:rPr>
              <a:t>,</a:t>
            </a:r>
            <a:r>
              <a:rPr lang="en-US" sz="700" noProof="0">
                <a:solidFill>
                  <a:srgbClr val="7F7F7F"/>
                </a:solidFill>
                <a:latin typeface="IBM Plex Sans"/>
                <a:ea typeface="Quattrocento Sans"/>
                <a:cs typeface="Quattrocento Sans"/>
                <a:sym typeface="Quattrocento Sans"/>
              </a:rPr>
              <a:t> (</a:t>
            </a:r>
            <a:r>
              <a:rPr lang="en-US" sz="700" b="0" i="0" u="none" strike="noStrike" cap="none" noProof="0">
                <a:solidFill>
                  <a:srgbClr val="7F7F7F"/>
                </a:solidFill>
                <a:latin typeface="IBM Plex Sans"/>
                <a:ea typeface="Quattrocento Sans"/>
                <a:cs typeface="Quattrocento Sans"/>
                <a:sym typeface="Quattrocento Sans"/>
              </a:rPr>
              <a:t>2) </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DemandSage</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3) </a:t>
            </a:r>
            <a:r>
              <a:rPr lang="en-US" sz="700" b="0" i="0" u="sng" strike="noStrike" cap="none"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SEO</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(4)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Demand Sage</a:t>
            </a:r>
            <a:r>
              <a:rPr lang="en-US" sz="700" b="0" i="0" u="none" strike="noStrike" cap="none" noProof="0">
                <a:solidFill>
                  <a:srgbClr val="7F7F7F"/>
                </a:solidFill>
                <a:latin typeface="IBM Plex Sans"/>
                <a:ea typeface="Quattrocento Sans"/>
                <a:cs typeface="Quattrocento Sans"/>
                <a:sym typeface="Quattrocento Sans"/>
              </a:rPr>
              <a:t>, (5) </a:t>
            </a:r>
            <a:r>
              <a:rPr lang="en-US" sz="700" b="0" i="0" u="sng" strike="noStrike" cap="none"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Demand Sage</a:t>
            </a:r>
            <a:r>
              <a:rPr lang="en-US" sz="700" b="0" i="0" u="sng" strike="noStrike" cap="none" noProof="0">
                <a:solidFill>
                  <a:srgbClr val="7F7F7F"/>
                </a:solidFill>
                <a:latin typeface="IBM Plex Sans"/>
                <a:ea typeface="Quattrocento Sans"/>
                <a:cs typeface="Quattrocento Sans"/>
                <a:sym typeface="Quattrocento Sans"/>
              </a:rPr>
              <a:t>, (6) </a:t>
            </a:r>
            <a:r>
              <a:rPr lang="en-US" sz="700" b="0" i="0" u="sng" strike="noStrike" cap="none" noProof="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SQ</a:t>
            </a:r>
            <a:r>
              <a:rPr lang="en-US" sz="700" b="0" i="0" u="sng" strike="noStrike" cap="none"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(7) </a:t>
            </a:r>
            <a:r>
              <a:rPr lang="en-US" sz="700" b="0" i="0" u="sng" strike="noStrike" cap="none"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Financesonline</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(8) </a:t>
            </a:r>
            <a:r>
              <a:rPr lang="en-US" sz="700" b="0" i="0" u="sng" strike="noStrike" cap="none" noProof="0">
                <a:solidFill>
                  <a:srgbClr val="7F7F7F"/>
                </a:solidFill>
                <a:latin typeface="IBM Plex Sans"/>
                <a:ea typeface="Quattrocento Sans"/>
                <a:cs typeface="Quattrocento Sans"/>
                <a:sym typeface="Quattrocento Sans"/>
                <a:hlinkClick r:id="rId9">
                  <a:extLst>
                    <a:ext uri="{A12FA001-AC4F-418D-AE19-62706E023703}">
                      <ahyp:hlinkClr xmlns:ahyp="http://schemas.microsoft.com/office/drawing/2018/hyperlinkcolor" val="tx"/>
                    </a:ext>
                  </a:extLst>
                </a:hlinkClick>
              </a:rPr>
              <a:t>ExplodingTopics</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(9) </a:t>
            </a:r>
            <a:r>
              <a:rPr lang="en-US" sz="700" b="0" i="0" u="sng" strike="noStrike" cap="none" noProof="0">
                <a:solidFill>
                  <a:srgbClr val="7F7F7F"/>
                </a:solidFill>
                <a:latin typeface="IBM Plex Sans"/>
                <a:ea typeface="Quattrocento Sans"/>
                <a:cs typeface="Quattrocento Sans"/>
                <a:sym typeface="Quattrocento Sans"/>
                <a:hlinkClick r:id="rId10">
                  <a:extLst>
                    <a:ext uri="{A12FA001-AC4F-418D-AE19-62706E023703}">
                      <ahyp:hlinkClr xmlns:ahyp="http://schemas.microsoft.com/office/drawing/2018/hyperlinkcolor" val="tx"/>
                    </a:ext>
                  </a:extLst>
                </a:hlinkClick>
              </a:rPr>
              <a:t>Oberlo</a:t>
            </a:r>
            <a:r>
              <a:rPr lang="en-US" sz="700" b="0" i="0" u="none" strike="noStrike" cap="none" noProof="0">
                <a:solidFill>
                  <a:srgbClr val="7F7F7F"/>
                </a:solidFill>
                <a:latin typeface="IBM Plex Sans"/>
                <a:ea typeface="Quattrocento Sans"/>
                <a:cs typeface="Quattrocento Sans"/>
                <a:sym typeface="Quattrocento Sans"/>
              </a:rPr>
              <a:t>, (10) </a:t>
            </a:r>
            <a:r>
              <a:rPr lang="en-US" sz="700" b="0" i="0" u="sng" strike="noStrike" cap="none" noProof="0">
                <a:solidFill>
                  <a:srgbClr val="7F7F7F"/>
                </a:solidFill>
                <a:latin typeface="IBM Plex Sans"/>
                <a:ea typeface="Quattrocento Sans"/>
                <a:cs typeface="Quattrocento Sans"/>
                <a:sym typeface="Quattrocento Sans"/>
                <a:hlinkClick r:id="rId11">
                  <a:extLst>
                    <a:ext uri="{A12FA001-AC4F-418D-AE19-62706E023703}">
                      <ahyp:hlinkClr xmlns:ahyp="http://schemas.microsoft.com/office/drawing/2018/hyperlinkcolor" val="tx"/>
                    </a:ext>
                  </a:extLst>
                </a:hlinkClick>
              </a:rPr>
              <a:t>SQ</a:t>
            </a:r>
            <a:r>
              <a:rPr lang="en-US" sz="700" b="0" i="0" u="none" strike="noStrike" cap="none" noProof="0">
                <a:solidFill>
                  <a:srgbClr val="7F7F7F"/>
                </a:solidFill>
                <a:latin typeface="IBM Plex Sans"/>
                <a:ea typeface="Quattrocento Sans"/>
                <a:cs typeface="Quattrocento Sans"/>
                <a:sym typeface="Quattrocento Sans"/>
              </a:rPr>
              <a:t> [11) </a:t>
            </a:r>
            <a:r>
              <a:rPr lang="en-US" sz="700" b="0" i="0" u="sng" strike="noStrike" cap="none" noProof="0">
                <a:solidFill>
                  <a:srgbClr val="7F7F7F"/>
                </a:solidFill>
                <a:latin typeface="IBM Plex Sans"/>
                <a:ea typeface="Quattrocento Sans"/>
                <a:cs typeface="Quattrocento Sans"/>
                <a:sym typeface="Quattrocento Sans"/>
                <a:hlinkClick r:id="rId12">
                  <a:extLst>
                    <a:ext uri="{A12FA001-AC4F-418D-AE19-62706E023703}">
                      <ahyp:hlinkClr xmlns:ahyp="http://schemas.microsoft.com/office/drawing/2018/hyperlinkcolor" val="tx"/>
                    </a:ext>
                  </a:extLst>
                </a:hlinkClick>
              </a:rPr>
              <a:t>Statista</a:t>
            </a:r>
            <a:r>
              <a:rPr lang="en-US" sz="700" b="0" i="0" u="none" strike="noStrike" cap="none"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13">
                  <a:extLst>
                    <a:ext uri="{A12FA001-AC4F-418D-AE19-62706E023703}">
                      <ahyp:hlinkClr xmlns:ahyp="http://schemas.microsoft.com/office/drawing/2018/hyperlinkcolor" val="tx"/>
                    </a:ext>
                  </a:extLst>
                </a:hlinkClick>
              </a:rPr>
              <a:t>Statista</a:t>
            </a:r>
            <a:r>
              <a:rPr lang="en-US" sz="700" b="0" i="0" u="none" strike="noStrike" cap="none"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14">
                  <a:extLst>
                    <a:ext uri="{A12FA001-AC4F-418D-AE19-62706E023703}">
                      <ahyp:hlinkClr xmlns:ahyp="http://schemas.microsoft.com/office/drawing/2018/hyperlinkcolor" val="tx"/>
                    </a:ext>
                  </a:extLst>
                </a:hlinkClick>
              </a:rPr>
              <a:t>DemandSage</a:t>
            </a:r>
            <a:r>
              <a:rPr lang="en-US" sz="700" b="0" i="0" u="sng" strike="noStrike" cap="none" noProof="0">
                <a:solidFill>
                  <a:srgbClr val="7F7F7F"/>
                </a:solidFill>
                <a:latin typeface="IBM Plex Sans"/>
                <a:ea typeface="Quattrocento Sans"/>
                <a:cs typeface="Quattrocento Sans"/>
                <a:sym typeface="Quattrocento Sans"/>
              </a:rPr>
              <a:t>, (12) </a:t>
            </a:r>
            <a:r>
              <a:rPr lang="en-US" sz="700" b="0" i="0" u="sng" strike="noStrike" cap="none" noProof="0">
                <a:solidFill>
                  <a:srgbClr val="7F7F7F"/>
                </a:solidFill>
                <a:latin typeface="IBM Plex Sans"/>
                <a:ea typeface="Quattrocento Sans"/>
                <a:cs typeface="Quattrocento Sans"/>
                <a:sym typeface="Quattrocento Sans"/>
                <a:hlinkClick r:id="rId15">
                  <a:extLst>
                    <a:ext uri="{A12FA001-AC4F-418D-AE19-62706E023703}">
                      <ahyp:hlinkClr xmlns:ahyp="http://schemas.microsoft.com/office/drawing/2018/hyperlinkcolor" val="tx"/>
                    </a:ext>
                  </a:extLst>
                </a:hlinkClick>
              </a:rPr>
              <a:t>Investing.com</a:t>
            </a:r>
            <a:endParaRPr lang="en-US" sz="700" b="0" i="0" u="none" strike="noStrike" cap="none" noProof="0">
              <a:solidFill>
                <a:srgbClr val="7F7F7F"/>
              </a:solidFill>
              <a:latin typeface="IBM Plex Sans"/>
              <a:ea typeface="Quattrocento Sans"/>
              <a:cs typeface="Quattrocento Sans"/>
              <a:hlinkClick r:id="" action="ppaction://noaction">
                <a:extLst>
                  <a:ext uri="{A12FA001-AC4F-418D-AE19-62706E023703}">
                    <ahyp:hlinkClr xmlns:ahyp="http://schemas.microsoft.com/office/drawing/2018/hyperlinkcolor" val="tx"/>
                  </a:ext>
                </a:extLst>
              </a:hlinkClick>
            </a:endParaRPr>
          </a:p>
        </p:txBody>
      </p:sp>
      <p:sp>
        <p:nvSpPr>
          <p:cNvPr id="1512" name="Google Shape;1512;g3b23322d595_2_565"/>
          <p:cNvSpPr txBox="1"/>
          <p:nvPr/>
        </p:nvSpPr>
        <p:spPr>
          <a:xfrm>
            <a:off x="450092" y="5743576"/>
            <a:ext cx="11350810" cy="471660"/>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b="1" i="0" u="none" strike="noStrike" cap="none" noProof="0">
                <a:solidFill>
                  <a:schemeClr val="dk1"/>
                </a:solidFill>
                <a:latin typeface="IBM Plex Sans"/>
                <a:ea typeface="IBM Plex Sans"/>
                <a:cs typeface="IBM Plex Sans"/>
                <a:sym typeface="IBM Plex Sans"/>
              </a:rPr>
              <a:t>New search platforms have expanded TAM rather than taking market share from traditional search engines</a:t>
            </a:r>
            <a:endParaRPr lang="en-US" b="0" i="0" u="none" strike="noStrike" cap="none" noProof="0">
              <a:solidFill>
                <a:schemeClr val="dk1"/>
              </a:solidFill>
              <a:latin typeface="IBM Plex Sans"/>
              <a:ea typeface="Arial"/>
              <a:cs typeface="Arial"/>
            </a:endParaRPr>
          </a:p>
        </p:txBody>
      </p:sp>
      <p:sp>
        <p:nvSpPr>
          <p:cNvPr id="1513" name="Google Shape;1513;g3b23322d595_2_565"/>
          <p:cNvSpPr/>
          <p:nvPr/>
        </p:nvSpPr>
        <p:spPr>
          <a:xfrm>
            <a:off x="7097953" y="1318137"/>
            <a:ext cx="4698083" cy="426991"/>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1">
                <a:solidFill>
                  <a:schemeClr val="lt1"/>
                </a:solidFill>
                <a:latin typeface="IBM Plex Sans"/>
                <a:ea typeface="IBM Plex Sans"/>
                <a:cs typeface="IBM Plex Sans"/>
                <a:sym typeface="IBM Plex Sans"/>
              </a:rPr>
              <a:t>Insights from research</a:t>
            </a:r>
            <a:endParaRPr lang="en-US" sz="1800" b="0" i="0" u="none" strike="noStrike" cap="none" noProof="1">
              <a:solidFill>
                <a:schemeClr val="dk1"/>
              </a:solidFill>
              <a:latin typeface="Arial"/>
              <a:ea typeface="Arial"/>
              <a:cs typeface="Arial"/>
              <a:sym typeface="Arial"/>
            </a:endParaRPr>
          </a:p>
        </p:txBody>
      </p:sp>
      <p:sp>
        <p:nvSpPr>
          <p:cNvPr id="1514" name="Google Shape;1514;g3b23322d595_2_565"/>
          <p:cNvSpPr txBox="1"/>
          <p:nvPr/>
        </p:nvSpPr>
        <p:spPr>
          <a:xfrm>
            <a:off x="7097953" y="1745128"/>
            <a:ext cx="4698082" cy="3804773"/>
          </a:xfrm>
          <a:prstGeom prst="rect">
            <a:avLst/>
          </a:prstGeom>
          <a:solidFill>
            <a:srgbClr val="F2F2F2"/>
          </a:solidFill>
          <a:ln>
            <a:noFill/>
          </a:ln>
        </p:spPr>
        <p:txBody>
          <a:bodyPr spcFirstLastPara="1" wrap="square" lIns="91425" tIns="90000" rIns="91425" bIns="45700" anchor="t" anchorCtr="0">
            <a:noAutofit/>
          </a:bodyPr>
          <a:lstStyle/>
          <a:p>
            <a:pPr marL="177800" indent="-177800">
              <a:buClr>
                <a:schemeClr val="dk1"/>
              </a:buClr>
              <a:buSzPts val="1400"/>
              <a:buFont typeface="Arial"/>
              <a:buChar char="•"/>
            </a:pPr>
            <a:r>
              <a:rPr lang="en-US" b="0" i="0" u="none" strike="noStrike" cap="none" noProof="0">
                <a:solidFill>
                  <a:schemeClr val="dk1"/>
                </a:solidFill>
                <a:latin typeface="IBM Plex Sans"/>
                <a:ea typeface="IBM Plex Sans"/>
                <a:cs typeface="IBM Plex Sans"/>
                <a:sym typeface="IBM Plex Sans"/>
              </a:rPr>
              <a:t>Alternative search platforms have </a:t>
            </a:r>
            <a:r>
              <a:rPr lang="en-US" b="1" i="0" u="none" strike="noStrike" cap="none" noProof="0">
                <a:solidFill>
                  <a:schemeClr val="dk1"/>
                </a:solidFill>
                <a:latin typeface="IBM Plex Sans"/>
                <a:ea typeface="IBM Plex Sans"/>
                <a:cs typeface="IBM Plex Sans"/>
                <a:sym typeface="IBM Plex Sans"/>
              </a:rPr>
              <a:t>sustained user growth since 2019,</a:t>
            </a:r>
            <a:r>
              <a:rPr lang="en-US" b="0" i="0" u="none" strike="noStrike" cap="none" noProof="0">
                <a:solidFill>
                  <a:schemeClr val="dk1"/>
                </a:solidFill>
                <a:latin typeface="IBM Plex Sans"/>
                <a:ea typeface="IBM Plex Sans"/>
                <a:cs typeface="IBM Plex Sans"/>
                <a:sym typeface="IBM Plex Sans"/>
              </a:rPr>
              <a:t> with YouTube reaching ~2.3B and Facebook ~3.0B monthly active users</a:t>
            </a:r>
            <a:r>
              <a:rPr lang="en-US" noProof="0">
                <a:solidFill>
                  <a:schemeClr val="dk1"/>
                </a:solidFill>
                <a:latin typeface="IBM Plex Sans"/>
                <a:ea typeface="IBM Plex Sans"/>
                <a:cs typeface="IBM Plex Sans"/>
                <a:sym typeface="IBM Plex Sans"/>
              </a:rPr>
              <a:t>;</a:t>
            </a:r>
            <a:r>
              <a:rPr lang="en-US" b="0" i="0" u="none" strike="noStrike" cap="none" noProof="0">
                <a:solidFill>
                  <a:schemeClr val="dk1"/>
                </a:solidFill>
                <a:latin typeface="IBM Plex Sans"/>
                <a:ea typeface="IBM Plex Sans"/>
                <a:cs typeface="IBM Plex Sans"/>
                <a:sym typeface="IBM Plex Sans"/>
              </a:rPr>
              <a:t> however, </a:t>
            </a:r>
            <a:r>
              <a:rPr lang="en-US" noProof="0">
                <a:solidFill>
                  <a:schemeClr val="dk1"/>
                </a:solidFill>
                <a:latin typeface="IBM Plex Sans"/>
                <a:ea typeface="IBM Plex Sans"/>
                <a:cs typeface="IBM Plex Sans"/>
                <a:sym typeface="IBM Plex Sans"/>
              </a:rPr>
              <a:t>TikTok</a:t>
            </a:r>
            <a:r>
              <a:rPr lang="en-US" b="0" i="0" u="none" strike="noStrike" cap="none" noProof="0">
                <a:solidFill>
                  <a:schemeClr val="dk1"/>
                </a:solidFill>
                <a:latin typeface="IBM Plex Sans"/>
                <a:ea typeface="IBM Plex Sans"/>
                <a:cs typeface="IBM Plex Sans"/>
                <a:sym typeface="IBM Plex Sans"/>
              </a:rPr>
              <a:t> </a:t>
            </a:r>
            <a:r>
              <a:rPr lang="en-US" noProof="0">
                <a:solidFill>
                  <a:schemeClr val="dk1"/>
                </a:solidFill>
                <a:latin typeface="IBM Plex Sans"/>
                <a:ea typeface="IBM Plex Sans"/>
                <a:cs typeface="IBM Plex Sans"/>
                <a:sym typeface="IBM Plex Sans"/>
              </a:rPr>
              <a:t>has not </a:t>
            </a:r>
            <a:r>
              <a:rPr lang="en-US" b="0" i="0" u="none" strike="noStrike" cap="none" noProof="0">
                <a:solidFill>
                  <a:schemeClr val="dk1"/>
                </a:solidFill>
                <a:latin typeface="IBM Plex Sans"/>
                <a:ea typeface="IBM Plex Sans"/>
                <a:cs typeface="IBM Plex Sans"/>
                <a:sym typeface="IBM Plex Sans"/>
              </a:rPr>
              <a:t>seen </a:t>
            </a:r>
            <a:r>
              <a:rPr lang="en-US" noProof="0">
                <a:solidFill>
                  <a:schemeClr val="dk1"/>
                </a:solidFill>
                <a:latin typeface="IBM Plex Sans"/>
                <a:ea typeface="IBM Plex Sans"/>
                <a:cs typeface="IBM Plex Sans"/>
                <a:sym typeface="IBM Plex Sans"/>
              </a:rPr>
              <a:t>comparable</a:t>
            </a:r>
            <a:r>
              <a:rPr lang="en-US" b="0" i="0" u="none" strike="noStrike" cap="none" noProof="0">
                <a:solidFill>
                  <a:schemeClr val="dk1"/>
                </a:solidFill>
                <a:latin typeface="IBM Plex Sans"/>
                <a:ea typeface="IBM Plex Sans"/>
                <a:cs typeface="IBM Plex Sans"/>
                <a:sym typeface="IBM Plex Sans"/>
              </a:rPr>
              <a:t> growth</a:t>
            </a:r>
            <a:r>
              <a:rPr lang="en-US" b="0" i="0" u="none" strike="noStrike" cap="none" baseline="30000" noProof="0">
                <a:solidFill>
                  <a:schemeClr val="dk1"/>
                </a:solidFill>
                <a:latin typeface="IBM Plex Sans"/>
                <a:ea typeface="IBM Plex Sans"/>
                <a:cs typeface="IBM Plex Sans"/>
                <a:sym typeface="IBM Plex Sans"/>
              </a:rPr>
              <a:t>1,2,3,4,5,6</a:t>
            </a:r>
            <a:endParaRPr lang="en-US" sz="1800" b="0" i="0" u="none" strike="noStrike" cap="none" noProof="0">
              <a:solidFill>
                <a:schemeClr val="dk1"/>
              </a:solidFill>
              <a:latin typeface="IBM Plex Sans"/>
              <a:sym typeface="Arial"/>
            </a:endParaRPr>
          </a:p>
          <a:p>
            <a:pPr marL="177800" indent="-177800">
              <a:spcBef>
                <a:spcPts val="600"/>
              </a:spcBef>
              <a:buClr>
                <a:schemeClr val="dk1"/>
              </a:buClr>
              <a:buSzPts val="1400"/>
              <a:buFont typeface="Arial"/>
              <a:buChar char="•"/>
            </a:pPr>
            <a:r>
              <a:rPr lang="en-US" noProof="0">
                <a:solidFill>
                  <a:schemeClr val="dk1"/>
                </a:solidFill>
                <a:latin typeface="IBM Plex Sans"/>
                <a:ea typeface="IBM Plex Sans"/>
                <a:cs typeface="IBM Plex Sans"/>
                <a:sym typeface="IBM Plex Sans"/>
              </a:rPr>
              <a:t>During the same period, </a:t>
            </a:r>
            <a:r>
              <a:rPr lang="en-US" b="1" noProof="0">
                <a:solidFill>
                  <a:schemeClr val="dk1"/>
                </a:solidFill>
                <a:latin typeface="IBM Plex Sans"/>
                <a:ea typeface="IBM Plex Sans"/>
                <a:cs typeface="IBM Plex Sans"/>
                <a:sym typeface="IBM Plex Sans"/>
              </a:rPr>
              <a:t>Google’s Ad Revenue is expected to increase from</a:t>
            </a:r>
            <a:r>
              <a:rPr lang="en-US" noProof="0">
                <a:solidFill>
                  <a:schemeClr val="dk1"/>
                </a:solidFill>
                <a:latin typeface="IBM Plex Sans"/>
                <a:ea typeface="IBM Plex Sans"/>
                <a:cs typeface="IBM Plex Sans"/>
                <a:sym typeface="IBM Plex Sans"/>
              </a:rPr>
              <a:t> $265 billion to $298 billion</a:t>
            </a:r>
            <a:r>
              <a:rPr lang="en-US" baseline="30000" noProof="0">
                <a:solidFill>
                  <a:schemeClr val="dk1"/>
                </a:solidFill>
                <a:latin typeface="IBM Plex Sans"/>
                <a:ea typeface="IBM Plex Sans"/>
                <a:cs typeface="IBM Plex Sans"/>
                <a:sym typeface="IBM Plex Sans"/>
              </a:rPr>
              <a:t>11</a:t>
            </a:r>
            <a:endParaRPr lang="en-US" b="0" i="0" u="none" strike="noStrike" cap="none" noProof="0">
              <a:solidFill>
                <a:schemeClr val="dk1"/>
              </a:solidFill>
              <a:latin typeface="IBM Plex Sans"/>
              <a:ea typeface="IBM Plex Sans"/>
              <a:cs typeface="IBM Plex Sans"/>
              <a:sym typeface="IBM Plex Sans"/>
            </a:endParaRPr>
          </a:p>
          <a:p>
            <a:pPr marL="925830" lvl="1" indent="-285750">
              <a:spcBef>
                <a:spcPts val="600"/>
              </a:spcBef>
              <a:buClr>
                <a:schemeClr val="dk1"/>
              </a:buClr>
              <a:buSzPts val="1400"/>
              <a:buFont typeface="Courier New" panose="02070309020205020404" pitchFamily="49" charset="0"/>
              <a:buChar char="o"/>
            </a:pPr>
            <a:r>
              <a:rPr lang="en-US" b="0" i="0" u="none" strike="noStrike" cap="none" noProof="0">
                <a:solidFill>
                  <a:schemeClr val="dk1"/>
                </a:solidFill>
                <a:latin typeface="IBM Plex Sans"/>
                <a:ea typeface="IBM Plex Sans"/>
                <a:cs typeface="IBM Plex Sans"/>
                <a:sym typeface="IBM Plex Sans"/>
              </a:rPr>
              <a:t>Google's </a:t>
            </a:r>
            <a:r>
              <a:rPr lang="en-US" b="1" i="0" u="none" strike="noStrike" cap="none" noProof="0">
                <a:solidFill>
                  <a:schemeClr val="dk1"/>
                </a:solidFill>
                <a:latin typeface="IBM Plex Sans"/>
                <a:ea typeface="IBM Plex Sans"/>
                <a:cs typeface="IBM Plex Sans"/>
                <a:sym typeface="IBM Plex Sans"/>
              </a:rPr>
              <a:t>daily search volume has increased from 8.3B </a:t>
            </a:r>
            <a:r>
              <a:rPr lang="en-US" b="0" i="0" u="none" strike="noStrike" cap="none" noProof="0">
                <a:solidFill>
                  <a:schemeClr val="dk1"/>
                </a:solidFill>
                <a:latin typeface="IBM Plex Sans"/>
                <a:ea typeface="IBM Plex Sans"/>
                <a:cs typeface="IBM Plex Sans"/>
                <a:sym typeface="IBM Plex Sans"/>
              </a:rPr>
              <a:t>to </a:t>
            </a:r>
            <a:r>
              <a:rPr lang="en-US" b="1" i="0" u="none" strike="noStrike" cap="none" noProof="0">
                <a:solidFill>
                  <a:schemeClr val="dk1"/>
                </a:solidFill>
                <a:latin typeface="IBM Plex Sans"/>
                <a:ea typeface="IBM Plex Sans"/>
                <a:cs typeface="IBM Plex Sans"/>
                <a:sym typeface="IBM Plex Sans"/>
              </a:rPr>
              <a:t>8.9B searches per day </a:t>
            </a:r>
            <a:r>
              <a:rPr lang="en-US" b="0" i="0" u="none" strike="noStrike" cap="none" noProof="0">
                <a:solidFill>
                  <a:schemeClr val="dk1"/>
                </a:solidFill>
                <a:latin typeface="IBM Plex Sans"/>
                <a:ea typeface="IBM Plex Sans"/>
                <a:cs typeface="IBM Plex Sans"/>
                <a:sym typeface="IBM Plex Sans"/>
              </a:rPr>
              <a:t>in 2025. alongside growth</a:t>
            </a:r>
            <a:r>
              <a:rPr lang="en-US" noProof="0">
                <a:solidFill>
                  <a:schemeClr val="dk1"/>
                </a:solidFill>
                <a:latin typeface="IBM Plex Sans"/>
                <a:ea typeface="IBM Plex Sans"/>
                <a:cs typeface="IBM Plex Sans"/>
                <a:sym typeface="IBM Plex Sans"/>
              </a:rPr>
              <a:t> in</a:t>
            </a:r>
            <a:r>
              <a:rPr lang="en-US" b="0" i="0" u="none" strike="noStrike" cap="none" noProof="0">
                <a:solidFill>
                  <a:schemeClr val="dk1"/>
                </a:solidFill>
                <a:latin typeface="IBM Plex Sans"/>
                <a:ea typeface="IBM Plex Sans"/>
                <a:cs typeface="IBM Plex Sans"/>
                <a:sym typeface="IBM Plex Sans"/>
              </a:rPr>
              <a:t> alternative platforms</a:t>
            </a:r>
            <a:r>
              <a:rPr lang="en-US" b="0" i="0" u="none" strike="noStrike" cap="none" baseline="30000" noProof="0">
                <a:solidFill>
                  <a:schemeClr val="dk1"/>
                </a:solidFill>
                <a:latin typeface="IBM Plex Sans"/>
                <a:ea typeface="IBM Plex Sans"/>
                <a:cs typeface="IBM Plex Sans"/>
                <a:sym typeface="IBM Plex Sans"/>
              </a:rPr>
              <a:t>7,8,9,10</a:t>
            </a:r>
            <a:endParaRPr lang="en-US" sz="1800" b="0" i="0" u="none" strike="noStrike" cap="none" noProof="0">
              <a:solidFill>
                <a:schemeClr val="dk1"/>
              </a:solidFill>
              <a:latin typeface="IBM Plex Sans"/>
              <a:sym typeface="Arial"/>
            </a:endParaRPr>
          </a:p>
        </p:txBody>
      </p:sp>
      <p:grpSp>
        <p:nvGrpSpPr>
          <p:cNvPr id="2" name="Group 1">
            <a:extLst>
              <a:ext uri="{FF2B5EF4-FFF2-40B4-BE49-F238E27FC236}">
                <a16:creationId xmlns:a16="http://schemas.microsoft.com/office/drawing/2014/main" id="{1843FA8E-2317-05FF-E309-6F4FB339B30B}"/>
              </a:ext>
            </a:extLst>
          </p:cNvPr>
          <p:cNvGrpSpPr/>
          <p:nvPr/>
        </p:nvGrpSpPr>
        <p:grpSpPr>
          <a:xfrm>
            <a:off x="435616" y="2080770"/>
            <a:ext cx="6185113" cy="3454992"/>
            <a:chOff x="435616" y="1890270"/>
            <a:chExt cx="6185113" cy="3454992"/>
          </a:xfrm>
        </p:grpSpPr>
        <p:graphicFrame>
          <p:nvGraphicFramePr>
            <p:cNvPr id="9" name="Google Shape;1415;p21">
              <a:extLst>
                <a:ext uri="{FF2B5EF4-FFF2-40B4-BE49-F238E27FC236}">
                  <a16:creationId xmlns:a16="http://schemas.microsoft.com/office/drawing/2014/main" id="{3A978B4F-5C28-535A-CBB6-711BAA3FEE44}"/>
                </a:ext>
              </a:extLst>
            </p:cNvPr>
            <p:cNvGraphicFramePr/>
            <p:nvPr/>
          </p:nvGraphicFramePr>
          <p:xfrm>
            <a:off x="771525" y="1890272"/>
            <a:ext cx="5588000" cy="3204562"/>
          </p:xfrm>
          <a:graphic>
            <a:graphicData uri="http://schemas.openxmlformats.org/drawingml/2006/chart">
              <c:chart xmlns:c="http://schemas.openxmlformats.org/drawingml/2006/chart" xmlns:r="http://schemas.openxmlformats.org/officeDocument/2006/relationships" r:id="rId16"/>
            </a:graphicData>
          </a:graphic>
        </p:graphicFrame>
        <p:sp>
          <p:nvSpPr>
            <p:cNvPr id="10" name="Google Shape;1416;p21">
              <a:extLst>
                <a:ext uri="{FF2B5EF4-FFF2-40B4-BE49-F238E27FC236}">
                  <a16:creationId xmlns:a16="http://schemas.microsoft.com/office/drawing/2014/main" id="{60AFE3E3-15EF-4C1A-2B73-67A923F96B4C}"/>
                </a:ext>
              </a:extLst>
            </p:cNvPr>
            <p:cNvSpPr/>
            <p:nvPr/>
          </p:nvSpPr>
          <p:spPr>
            <a:xfrm>
              <a:off x="5878847" y="4872370"/>
              <a:ext cx="79502" cy="136525"/>
            </a:xfrm>
            <a:prstGeom prst="rect">
              <a:avLst/>
            </a:prstGeom>
            <a:noFill/>
            <a:ln>
              <a:noFill/>
            </a:ln>
          </p:spPr>
          <p:txBody>
            <a:bodyPr spcFirstLastPara="1" wrap="square" lIns="0" tIns="0" rIns="0" bIns="0" anchor="ctr" anchorCtr="0">
              <a:noAutofit/>
            </a:bodyPr>
            <a:lstStyle/>
            <a:p>
              <a:pPr marL="0" marR="0" lvl="0" indent="0" algn="l" rtl="0">
                <a:lnSpc>
                  <a:spcPct val="90000"/>
                </a:lnSpc>
                <a:spcBef>
                  <a:spcPts val="0"/>
                </a:spcBef>
                <a:spcAft>
                  <a:spcPts val="0"/>
                </a:spcAft>
                <a:buClr>
                  <a:srgbClr val="000000"/>
                </a:buClr>
                <a:buSzPts val="1000"/>
                <a:buFont typeface="Arial"/>
                <a:buNone/>
              </a:pPr>
              <a:endParaRPr lang="en-US" sz="1000" b="0" i="0" u="none" strike="noStrike" cap="none" noProof="0">
                <a:solidFill>
                  <a:schemeClr val="dk1"/>
                </a:solidFill>
                <a:latin typeface="IBM Plex Sans" panose="020B0503050203000203" pitchFamily="34" charset="0"/>
                <a:ea typeface="Calibri"/>
                <a:cs typeface="Calibri"/>
                <a:sym typeface="Calibri"/>
              </a:endParaRPr>
            </a:p>
          </p:txBody>
        </p:sp>
        <p:sp>
          <p:nvSpPr>
            <p:cNvPr id="11" name="Google Shape;1417;p21">
              <a:extLst>
                <a:ext uri="{FF2B5EF4-FFF2-40B4-BE49-F238E27FC236}">
                  <a16:creationId xmlns:a16="http://schemas.microsoft.com/office/drawing/2014/main" id="{D73ACA87-5E60-43EA-10A6-E496C1A8FACF}"/>
                </a:ext>
              </a:extLst>
            </p:cNvPr>
            <p:cNvSpPr/>
            <p:nvPr/>
          </p:nvSpPr>
          <p:spPr>
            <a:xfrm>
              <a:off x="1372451" y="4903650"/>
              <a:ext cx="333520" cy="1524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000" b="0" i="0" u="none" strike="noStrike" cap="none" noProof="0">
                  <a:solidFill>
                    <a:schemeClr val="dk1"/>
                  </a:solidFill>
                  <a:latin typeface="IBM Plex Sans" panose="020B0503050203000203" pitchFamily="34" charset="0"/>
                  <a:ea typeface="Calibri"/>
                  <a:cs typeface="Calibri"/>
                  <a:sym typeface="Calibri"/>
                </a:rPr>
                <a:t>2019</a:t>
              </a:r>
            </a:p>
          </p:txBody>
        </p:sp>
        <p:sp>
          <p:nvSpPr>
            <p:cNvPr id="12" name="Google Shape;1418;p21">
              <a:extLst>
                <a:ext uri="{FF2B5EF4-FFF2-40B4-BE49-F238E27FC236}">
                  <a16:creationId xmlns:a16="http://schemas.microsoft.com/office/drawing/2014/main" id="{7A7109A0-5DAA-352A-E229-801B325C33F6}"/>
                </a:ext>
              </a:extLst>
            </p:cNvPr>
            <p:cNvSpPr/>
            <p:nvPr/>
          </p:nvSpPr>
          <p:spPr>
            <a:xfrm>
              <a:off x="2711007" y="4903650"/>
              <a:ext cx="333520" cy="1524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000" b="0" i="0" u="none" strike="noStrike" cap="none" noProof="0">
                  <a:solidFill>
                    <a:schemeClr val="dk1"/>
                  </a:solidFill>
                  <a:latin typeface="IBM Plex Sans" panose="020B0503050203000203" pitchFamily="34" charset="0"/>
                  <a:ea typeface="Calibri"/>
                  <a:cs typeface="Calibri"/>
                  <a:sym typeface="Calibri"/>
                </a:rPr>
                <a:t>2021</a:t>
              </a:r>
            </a:p>
          </p:txBody>
        </p:sp>
        <p:sp>
          <p:nvSpPr>
            <p:cNvPr id="13" name="Google Shape;1419;p21">
              <a:extLst>
                <a:ext uri="{FF2B5EF4-FFF2-40B4-BE49-F238E27FC236}">
                  <a16:creationId xmlns:a16="http://schemas.microsoft.com/office/drawing/2014/main" id="{143AF09E-BBD3-3696-799D-E2749B0E4E47}"/>
                </a:ext>
              </a:extLst>
            </p:cNvPr>
            <p:cNvSpPr/>
            <p:nvPr/>
          </p:nvSpPr>
          <p:spPr>
            <a:xfrm>
              <a:off x="3380285" y="4903650"/>
              <a:ext cx="333520" cy="1524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000" b="0" i="0" u="none" strike="noStrike" cap="none" noProof="0">
                  <a:solidFill>
                    <a:schemeClr val="dk1"/>
                  </a:solidFill>
                  <a:latin typeface="IBM Plex Sans" panose="020B0503050203000203" pitchFamily="34" charset="0"/>
                  <a:ea typeface="Calibri"/>
                  <a:cs typeface="Calibri"/>
                  <a:sym typeface="Calibri"/>
                </a:rPr>
                <a:t>2022</a:t>
              </a:r>
            </a:p>
          </p:txBody>
        </p:sp>
        <p:sp>
          <p:nvSpPr>
            <p:cNvPr id="14" name="Google Shape;1420;p21">
              <a:extLst>
                <a:ext uri="{FF2B5EF4-FFF2-40B4-BE49-F238E27FC236}">
                  <a16:creationId xmlns:a16="http://schemas.microsoft.com/office/drawing/2014/main" id="{6B635891-D2ED-DD44-9E22-59BFFE31E9D0}"/>
                </a:ext>
              </a:extLst>
            </p:cNvPr>
            <p:cNvSpPr/>
            <p:nvPr/>
          </p:nvSpPr>
          <p:spPr>
            <a:xfrm>
              <a:off x="4718841" y="4903650"/>
              <a:ext cx="333520" cy="1524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000" b="0" i="0" u="none" strike="noStrike" cap="none" noProof="0">
                  <a:solidFill>
                    <a:schemeClr val="dk1"/>
                  </a:solidFill>
                  <a:latin typeface="IBM Plex Sans" panose="020B0503050203000203" pitchFamily="34" charset="0"/>
                  <a:ea typeface="Calibri"/>
                  <a:cs typeface="Calibri"/>
                  <a:sym typeface="Calibri"/>
                </a:rPr>
                <a:t>2024</a:t>
              </a:r>
            </a:p>
          </p:txBody>
        </p:sp>
        <p:sp>
          <p:nvSpPr>
            <p:cNvPr id="15" name="Google Shape;1429;p21">
              <a:extLst>
                <a:ext uri="{FF2B5EF4-FFF2-40B4-BE49-F238E27FC236}">
                  <a16:creationId xmlns:a16="http://schemas.microsoft.com/office/drawing/2014/main" id="{0B2A93A4-A200-2954-78D8-676C6430F864}"/>
                </a:ext>
              </a:extLst>
            </p:cNvPr>
            <p:cNvSpPr txBox="1"/>
            <p:nvPr/>
          </p:nvSpPr>
          <p:spPr>
            <a:xfrm rot="16200000">
              <a:off x="-1043575" y="3369462"/>
              <a:ext cx="3204564" cy="246181"/>
            </a:xfrm>
            <a:prstGeom prst="rect">
              <a:avLst/>
            </a:prstGeom>
            <a:noFill/>
            <a:ln>
              <a:noFill/>
            </a:ln>
          </p:spPr>
          <p:txBody>
            <a:bodyPr spcFirstLastPara="1" wrap="square" lIns="91425" tIns="45700" rIns="91425" bIns="45700" anchor="ctr" anchorCtr="0">
              <a:spAutoFit/>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rgbClr val="000000"/>
                  </a:solidFill>
                  <a:latin typeface="IBM Plex Sans" panose="020B0503050203000203" pitchFamily="34" charset="0"/>
                  <a:ea typeface="Calibri"/>
                  <a:cs typeface="Calibri"/>
                  <a:sym typeface="Calibri"/>
                </a:rPr>
                <a:t>Monthly Active Users </a:t>
              </a:r>
              <a:r>
                <a:rPr lang="en-US" sz="1000" b="0" i="0" u="none" strike="noStrike" cap="none" noProof="0">
                  <a:solidFill>
                    <a:srgbClr val="000000"/>
                  </a:solidFill>
                  <a:latin typeface="IBM Plex Sans" panose="020B0503050203000203" pitchFamily="34" charset="0"/>
                  <a:ea typeface="Calibri"/>
                  <a:cs typeface="Calibri"/>
                  <a:sym typeface="Calibri"/>
                </a:rPr>
                <a:t>(Millions)</a:t>
              </a:r>
              <a:endParaRPr lang="en-US" sz="1050" b="0" i="0" u="none" strike="noStrike" cap="none" noProof="0">
                <a:solidFill>
                  <a:srgbClr val="000000"/>
                </a:solidFill>
                <a:latin typeface="IBM Plex Sans" panose="020B0503050203000203" pitchFamily="34" charset="0"/>
                <a:sym typeface="Arial"/>
              </a:endParaRPr>
            </a:p>
          </p:txBody>
        </p:sp>
        <p:sp>
          <p:nvSpPr>
            <p:cNvPr id="16" name="Google Shape;1431;p21">
              <a:extLst>
                <a:ext uri="{FF2B5EF4-FFF2-40B4-BE49-F238E27FC236}">
                  <a16:creationId xmlns:a16="http://schemas.microsoft.com/office/drawing/2014/main" id="{DFF0DE10-4310-F1D2-3D93-3E519A8B11A6}"/>
                </a:ext>
              </a:extLst>
            </p:cNvPr>
            <p:cNvSpPr/>
            <p:nvPr/>
          </p:nvSpPr>
          <p:spPr>
            <a:xfrm>
              <a:off x="5388117" y="4903650"/>
              <a:ext cx="333520" cy="1524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000" b="0" i="0" u="none" strike="noStrike" cap="none" noProof="0">
                  <a:solidFill>
                    <a:schemeClr val="dk1"/>
                  </a:solidFill>
                  <a:latin typeface="IBM Plex Sans" panose="020B0503050203000203" pitchFamily="34" charset="0"/>
                  <a:ea typeface="Calibri"/>
                  <a:cs typeface="Calibri"/>
                  <a:sym typeface="Calibri"/>
                </a:rPr>
                <a:t>2025</a:t>
              </a:r>
            </a:p>
          </p:txBody>
        </p:sp>
        <p:sp>
          <p:nvSpPr>
            <p:cNvPr id="17" name="Google Shape;1432;p21">
              <a:extLst>
                <a:ext uri="{FF2B5EF4-FFF2-40B4-BE49-F238E27FC236}">
                  <a16:creationId xmlns:a16="http://schemas.microsoft.com/office/drawing/2014/main" id="{A86F6512-0BB5-EE45-3885-6FEBB245F5D5}"/>
                </a:ext>
              </a:extLst>
            </p:cNvPr>
            <p:cNvSpPr txBox="1"/>
            <p:nvPr/>
          </p:nvSpPr>
          <p:spPr>
            <a:xfrm rot="16200000">
              <a:off x="4895357" y="3369461"/>
              <a:ext cx="3204564" cy="246181"/>
            </a:xfrm>
            <a:prstGeom prst="rect">
              <a:avLst/>
            </a:prstGeom>
            <a:noFill/>
            <a:ln>
              <a:noFill/>
            </a:ln>
          </p:spPr>
          <p:txBody>
            <a:bodyPr spcFirstLastPara="1" wrap="square" lIns="91425" tIns="45700" rIns="91425" bIns="45700" anchor="ctr" anchorCtr="0">
              <a:spAutoFit/>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noProof="0">
                  <a:solidFill>
                    <a:srgbClr val="000000"/>
                  </a:solidFill>
                  <a:latin typeface="IBM Plex Sans" panose="020B0503050203000203" pitchFamily="34" charset="0"/>
                  <a:ea typeface="Calibri"/>
                  <a:cs typeface="Calibri"/>
                  <a:sym typeface="Calibri"/>
                </a:rPr>
                <a:t>Google Ad Revenue </a:t>
              </a:r>
              <a:r>
                <a:rPr lang="en-US" sz="1000" b="0" i="0" u="none" strike="noStrike" cap="none" noProof="0">
                  <a:solidFill>
                    <a:srgbClr val="000000"/>
                  </a:solidFill>
                  <a:latin typeface="IBM Plex Sans" panose="020B0503050203000203" pitchFamily="34" charset="0"/>
                  <a:ea typeface="Calibri"/>
                  <a:cs typeface="Calibri"/>
                  <a:sym typeface="Calibri"/>
                </a:rPr>
                <a:t>(Billions)</a:t>
              </a:r>
              <a:endParaRPr lang="en-US" sz="1050" b="0" i="0" u="none" strike="noStrike" cap="none" noProof="0">
                <a:solidFill>
                  <a:srgbClr val="000000"/>
                </a:solidFill>
                <a:latin typeface="IBM Plex Sans" panose="020B0503050203000203" pitchFamily="34" charset="0"/>
                <a:sym typeface="Arial"/>
              </a:endParaRPr>
            </a:p>
          </p:txBody>
        </p:sp>
        <p:sp>
          <p:nvSpPr>
            <p:cNvPr id="18" name="Google Shape;1435;p21">
              <a:extLst>
                <a:ext uri="{FF2B5EF4-FFF2-40B4-BE49-F238E27FC236}">
                  <a16:creationId xmlns:a16="http://schemas.microsoft.com/office/drawing/2014/main" id="{E94105D8-4880-1176-DD4D-B76505AF0196}"/>
                </a:ext>
              </a:extLst>
            </p:cNvPr>
            <p:cNvSpPr/>
            <p:nvPr/>
          </p:nvSpPr>
          <p:spPr>
            <a:xfrm>
              <a:off x="2041729" y="4903650"/>
              <a:ext cx="333520" cy="1524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000" b="0" i="0" u="none" strike="noStrike" cap="none" noProof="0">
                  <a:solidFill>
                    <a:schemeClr val="dk1"/>
                  </a:solidFill>
                  <a:latin typeface="IBM Plex Sans" panose="020B0503050203000203" pitchFamily="34" charset="0"/>
                  <a:ea typeface="Calibri"/>
                  <a:cs typeface="Calibri"/>
                  <a:sym typeface="Calibri"/>
                </a:rPr>
                <a:t>2020</a:t>
              </a:r>
            </a:p>
          </p:txBody>
        </p:sp>
        <p:sp>
          <p:nvSpPr>
            <p:cNvPr id="19" name="Google Shape;1436;p21">
              <a:extLst>
                <a:ext uri="{FF2B5EF4-FFF2-40B4-BE49-F238E27FC236}">
                  <a16:creationId xmlns:a16="http://schemas.microsoft.com/office/drawing/2014/main" id="{D11EED40-1C9B-A078-4F62-6559D0163E0B}"/>
                </a:ext>
              </a:extLst>
            </p:cNvPr>
            <p:cNvSpPr/>
            <p:nvPr/>
          </p:nvSpPr>
          <p:spPr>
            <a:xfrm>
              <a:off x="4049563" y="4903650"/>
              <a:ext cx="333520" cy="1524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000" b="0" i="0" u="none" strike="noStrike" cap="none" noProof="0">
                  <a:solidFill>
                    <a:schemeClr val="dk1"/>
                  </a:solidFill>
                  <a:latin typeface="IBM Plex Sans" panose="020B0503050203000203" pitchFamily="34" charset="0"/>
                  <a:ea typeface="Calibri"/>
                  <a:cs typeface="Calibri"/>
                  <a:sym typeface="Calibri"/>
                </a:rPr>
                <a:t>2023</a:t>
              </a:r>
            </a:p>
          </p:txBody>
        </p:sp>
        <p:grpSp>
          <p:nvGrpSpPr>
            <p:cNvPr id="20" name="Group 19">
              <a:extLst>
                <a:ext uri="{FF2B5EF4-FFF2-40B4-BE49-F238E27FC236}">
                  <a16:creationId xmlns:a16="http://schemas.microsoft.com/office/drawing/2014/main" id="{0EEA47A8-F00E-6EF6-2FEF-48CE77AEB6E2}"/>
                </a:ext>
              </a:extLst>
            </p:cNvPr>
            <p:cNvGrpSpPr/>
            <p:nvPr/>
          </p:nvGrpSpPr>
          <p:grpSpPr>
            <a:xfrm>
              <a:off x="1985568" y="5223024"/>
              <a:ext cx="3071426" cy="122238"/>
              <a:chOff x="1507121" y="5268013"/>
              <a:chExt cx="3071426" cy="122238"/>
            </a:xfrm>
          </p:grpSpPr>
          <p:grpSp>
            <p:nvGrpSpPr>
              <p:cNvPr id="21" name="Group 20">
                <a:extLst>
                  <a:ext uri="{FF2B5EF4-FFF2-40B4-BE49-F238E27FC236}">
                    <a16:creationId xmlns:a16="http://schemas.microsoft.com/office/drawing/2014/main" id="{F27B1D40-A2FF-32E2-E8BD-08B4862E552E}"/>
                  </a:ext>
                </a:extLst>
              </p:cNvPr>
              <p:cNvGrpSpPr/>
              <p:nvPr/>
            </p:nvGrpSpPr>
            <p:grpSpPr>
              <a:xfrm>
                <a:off x="1507121" y="5268013"/>
                <a:ext cx="779635" cy="122238"/>
                <a:chOff x="1507121" y="5268013"/>
                <a:chExt cx="779635" cy="122238"/>
              </a:xfrm>
            </p:grpSpPr>
            <p:sp>
              <p:nvSpPr>
                <p:cNvPr id="31" name="Google Shape;1422;p21">
                  <a:extLst>
                    <a:ext uri="{FF2B5EF4-FFF2-40B4-BE49-F238E27FC236}">
                      <a16:creationId xmlns:a16="http://schemas.microsoft.com/office/drawing/2014/main" id="{A8B320D3-A8DE-24ED-DE5A-E5366E8901E7}"/>
                    </a:ext>
                  </a:extLst>
                </p:cNvPr>
                <p:cNvSpPr/>
                <p:nvPr/>
              </p:nvSpPr>
              <p:spPr>
                <a:xfrm>
                  <a:off x="1507121" y="5272775"/>
                  <a:ext cx="142875" cy="106363"/>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000" b="0" i="0" u="none" strike="noStrike" cap="none" noProof="0">
                    <a:solidFill>
                      <a:schemeClr val="lt1"/>
                    </a:solidFill>
                    <a:latin typeface="IBM Plex Sans" panose="020B0503050203000203" pitchFamily="34" charset="0"/>
                    <a:ea typeface="Calibri"/>
                    <a:cs typeface="Calibri"/>
                    <a:sym typeface="Calibri"/>
                  </a:endParaRPr>
                </a:p>
              </p:txBody>
            </p:sp>
            <p:sp>
              <p:nvSpPr>
                <p:cNvPr id="32" name="Google Shape;1425;p21">
                  <a:extLst>
                    <a:ext uri="{FF2B5EF4-FFF2-40B4-BE49-F238E27FC236}">
                      <a16:creationId xmlns:a16="http://schemas.microsoft.com/office/drawing/2014/main" id="{958B2CD7-14F7-9B78-CAA4-C24BC98A5FD0}"/>
                    </a:ext>
                  </a:extLst>
                </p:cNvPr>
                <p:cNvSpPr/>
                <p:nvPr/>
              </p:nvSpPr>
              <p:spPr>
                <a:xfrm>
                  <a:off x="1700795" y="5268013"/>
                  <a:ext cx="585961" cy="122238"/>
                </a:xfrm>
                <a:prstGeom prst="rect">
                  <a:avLst/>
                </a:prstGeom>
                <a:no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Clr>
                      <a:srgbClr val="000000"/>
                    </a:buClr>
                    <a:buSzPts val="800"/>
                    <a:buFont typeface="Arial"/>
                    <a:buNone/>
                  </a:pPr>
                  <a:r>
                    <a:rPr lang="en-US" sz="1000" noProof="0">
                      <a:solidFill>
                        <a:schemeClr val="dk1"/>
                      </a:solidFill>
                      <a:latin typeface="IBM Plex Sans"/>
                      <a:ea typeface="Calibri"/>
                      <a:cs typeface="Calibri"/>
                      <a:sym typeface="Calibri"/>
                    </a:rPr>
                    <a:t>Facebook</a:t>
                  </a:r>
                  <a:endParaRPr lang="en-US" sz="1000" b="0" i="0" u="none" strike="noStrike" cap="none" noProof="0">
                    <a:solidFill>
                      <a:schemeClr val="dk1"/>
                    </a:solidFill>
                    <a:latin typeface="IBM Plex Sans" panose="020B0503050203000203" pitchFamily="34" charset="0"/>
                    <a:ea typeface="Calibri"/>
                    <a:cs typeface="Calibri"/>
                    <a:sym typeface="Calibri"/>
                  </a:endParaRPr>
                </a:p>
              </p:txBody>
            </p:sp>
          </p:grpSp>
          <p:grpSp>
            <p:nvGrpSpPr>
              <p:cNvPr id="22" name="Group 21">
                <a:extLst>
                  <a:ext uri="{FF2B5EF4-FFF2-40B4-BE49-F238E27FC236}">
                    <a16:creationId xmlns:a16="http://schemas.microsoft.com/office/drawing/2014/main" id="{4224A763-7031-06D6-FAED-E0232AA9A4A2}"/>
                  </a:ext>
                </a:extLst>
              </p:cNvPr>
              <p:cNvGrpSpPr/>
              <p:nvPr/>
            </p:nvGrpSpPr>
            <p:grpSpPr>
              <a:xfrm>
                <a:off x="2375249" y="5268013"/>
                <a:ext cx="705091" cy="122238"/>
                <a:chOff x="1585778" y="5268013"/>
                <a:chExt cx="705091" cy="122238"/>
              </a:xfrm>
            </p:grpSpPr>
            <p:sp>
              <p:nvSpPr>
                <p:cNvPr id="29" name="Google Shape;1422;p21">
                  <a:extLst>
                    <a:ext uri="{FF2B5EF4-FFF2-40B4-BE49-F238E27FC236}">
                      <a16:creationId xmlns:a16="http://schemas.microsoft.com/office/drawing/2014/main" id="{7D12CBFB-D9EF-6057-8C11-62500B82CDD7}"/>
                    </a:ext>
                  </a:extLst>
                </p:cNvPr>
                <p:cNvSpPr/>
                <p:nvPr/>
              </p:nvSpPr>
              <p:spPr>
                <a:xfrm>
                  <a:off x="1585778" y="5272775"/>
                  <a:ext cx="142875" cy="106363"/>
                </a:xfrm>
                <a:prstGeom prst="rect">
                  <a:avLst/>
                </a:prstGeom>
                <a:solidFill>
                  <a:srgbClr val="9DC3E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000" b="0" i="0" u="none" strike="noStrike" cap="none" noProof="0">
                    <a:solidFill>
                      <a:schemeClr val="lt1"/>
                    </a:solidFill>
                    <a:latin typeface="IBM Plex Sans" panose="020B0503050203000203" pitchFamily="34" charset="0"/>
                    <a:ea typeface="Calibri"/>
                    <a:cs typeface="Calibri"/>
                    <a:sym typeface="Calibri"/>
                  </a:endParaRPr>
                </a:p>
              </p:txBody>
            </p:sp>
            <p:sp>
              <p:nvSpPr>
                <p:cNvPr id="30" name="Google Shape;1425;p21">
                  <a:extLst>
                    <a:ext uri="{FF2B5EF4-FFF2-40B4-BE49-F238E27FC236}">
                      <a16:creationId xmlns:a16="http://schemas.microsoft.com/office/drawing/2014/main" id="{CB30BF07-B988-2BE3-F21B-A52222187CF4}"/>
                    </a:ext>
                  </a:extLst>
                </p:cNvPr>
                <p:cNvSpPr/>
                <p:nvPr/>
              </p:nvSpPr>
              <p:spPr>
                <a:xfrm>
                  <a:off x="1779452" y="5268013"/>
                  <a:ext cx="511417" cy="122238"/>
                </a:xfrm>
                <a:prstGeom prst="rect">
                  <a:avLst/>
                </a:prstGeom>
                <a:no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Clr>
                      <a:srgbClr val="000000"/>
                    </a:buClr>
                    <a:buSzPts val="800"/>
                    <a:buFont typeface="Arial"/>
                    <a:buNone/>
                  </a:pPr>
                  <a:r>
                    <a:rPr lang="en-US" sz="1000" noProof="0">
                      <a:solidFill>
                        <a:schemeClr val="dk1"/>
                      </a:solidFill>
                      <a:latin typeface="IBM Plex Sans"/>
                      <a:ea typeface="Calibri"/>
                      <a:cs typeface="Calibri"/>
                      <a:sym typeface="Calibri"/>
                    </a:rPr>
                    <a:t>YouTube</a:t>
                  </a:r>
                  <a:endParaRPr lang="en-US" sz="1000" b="0" i="0" u="none" strike="noStrike" cap="none" noProof="0">
                    <a:solidFill>
                      <a:schemeClr val="dk1"/>
                    </a:solidFill>
                    <a:latin typeface="IBM Plex Sans" panose="020B0503050203000203" pitchFamily="34" charset="0"/>
                    <a:ea typeface="Calibri"/>
                    <a:cs typeface="Calibri"/>
                    <a:sym typeface="Calibri"/>
                  </a:endParaRPr>
                </a:p>
              </p:txBody>
            </p:sp>
          </p:grpSp>
          <p:grpSp>
            <p:nvGrpSpPr>
              <p:cNvPr id="23" name="Group 22">
                <a:extLst>
                  <a:ext uri="{FF2B5EF4-FFF2-40B4-BE49-F238E27FC236}">
                    <a16:creationId xmlns:a16="http://schemas.microsoft.com/office/drawing/2014/main" id="{1CE60C56-6BFC-9299-E4A6-FED35F3DE62F}"/>
                  </a:ext>
                </a:extLst>
              </p:cNvPr>
              <p:cNvGrpSpPr/>
              <p:nvPr/>
            </p:nvGrpSpPr>
            <p:grpSpPr>
              <a:xfrm>
                <a:off x="3168833" y="5268013"/>
                <a:ext cx="712567" cy="122238"/>
                <a:chOff x="1674269" y="5268013"/>
                <a:chExt cx="712567" cy="122238"/>
              </a:xfrm>
            </p:grpSpPr>
            <p:sp>
              <p:nvSpPr>
                <p:cNvPr id="27" name="Google Shape;1422;p21">
                  <a:extLst>
                    <a:ext uri="{FF2B5EF4-FFF2-40B4-BE49-F238E27FC236}">
                      <a16:creationId xmlns:a16="http://schemas.microsoft.com/office/drawing/2014/main" id="{90166056-4FD8-3092-3490-B06A53055E6D}"/>
                    </a:ext>
                  </a:extLst>
                </p:cNvPr>
                <p:cNvSpPr/>
                <p:nvPr/>
              </p:nvSpPr>
              <p:spPr>
                <a:xfrm>
                  <a:off x="1674269" y="5272775"/>
                  <a:ext cx="142875" cy="106363"/>
                </a:xfrm>
                <a:prstGeom prst="rect">
                  <a:avLst/>
                </a:prstGeom>
                <a:solidFill>
                  <a:srgbClr val="C197E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000" b="0" i="0" u="none" strike="noStrike" cap="none" noProof="0">
                    <a:solidFill>
                      <a:schemeClr val="lt1"/>
                    </a:solidFill>
                    <a:latin typeface="IBM Plex Sans" panose="020B0503050203000203" pitchFamily="34" charset="0"/>
                    <a:ea typeface="Calibri"/>
                    <a:cs typeface="Calibri"/>
                    <a:sym typeface="Calibri"/>
                  </a:endParaRPr>
                </a:p>
              </p:txBody>
            </p:sp>
            <p:sp>
              <p:nvSpPr>
                <p:cNvPr id="28" name="Google Shape;1425;p21">
                  <a:extLst>
                    <a:ext uri="{FF2B5EF4-FFF2-40B4-BE49-F238E27FC236}">
                      <a16:creationId xmlns:a16="http://schemas.microsoft.com/office/drawing/2014/main" id="{503C7CB0-D368-0FFB-D997-EAC48F061CF0}"/>
                    </a:ext>
                  </a:extLst>
                </p:cNvPr>
                <p:cNvSpPr/>
                <p:nvPr/>
              </p:nvSpPr>
              <p:spPr>
                <a:xfrm>
                  <a:off x="1867943" y="5268013"/>
                  <a:ext cx="518893" cy="122238"/>
                </a:xfrm>
                <a:prstGeom prst="rect">
                  <a:avLst/>
                </a:prstGeom>
                <a:noFill/>
                <a:ln>
                  <a:noFill/>
                </a:ln>
              </p:spPr>
              <p:txBody>
                <a:bodyPr spcFirstLastPara="1" wrap="square" lIns="0" tIns="0" rIns="0" bIns="0" anchor="ctr" anchorCtr="0">
                  <a:noAutofit/>
                </a:bodyPr>
                <a:lstStyle/>
                <a:p>
                  <a:pPr>
                    <a:buSzPts val="800"/>
                  </a:pPr>
                  <a:r>
                    <a:rPr lang="en-US" sz="1000" b="0" i="0" u="none" strike="noStrike" cap="none" noProof="0">
                      <a:solidFill>
                        <a:schemeClr val="dk1"/>
                      </a:solidFill>
                      <a:latin typeface="IBM Plex Sans" panose="020B0503050203000203" pitchFamily="34" charset="0"/>
                      <a:ea typeface="Calibri"/>
                      <a:cs typeface="Calibri"/>
                      <a:sym typeface="Calibri"/>
                    </a:rPr>
                    <a:t>TikTok</a:t>
                  </a:r>
                </a:p>
              </p:txBody>
            </p:sp>
          </p:grpSp>
          <p:grpSp>
            <p:nvGrpSpPr>
              <p:cNvPr id="24" name="Group 23">
                <a:extLst>
                  <a:ext uri="{FF2B5EF4-FFF2-40B4-BE49-F238E27FC236}">
                    <a16:creationId xmlns:a16="http://schemas.microsoft.com/office/drawing/2014/main" id="{07C13B26-4EAE-0958-D2BD-6CEE1671CFD6}"/>
                  </a:ext>
                </a:extLst>
              </p:cNvPr>
              <p:cNvGrpSpPr/>
              <p:nvPr/>
            </p:nvGrpSpPr>
            <p:grpSpPr>
              <a:xfrm>
                <a:off x="3833876" y="5268013"/>
                <a:ext cx="744671" cy="122238"/>
                <a:chOff x="1575946" y="5268013"/>
                <a:chExt cx="744671" cy="122238"/>
              </a:xfrm>
            </p:grpSpPr>
            <p:sp>
              <p:nvSpPr>
                <p:cNvPr id="25" name="Google Shape;1422;p21">
                  <a:extLst>
                    <a:ext uri="{FF2B5EF4-FFF2-40B4-BE49-F238E27FC236}">
                      <a16:creationId xmlns:a16="http://schemas.microsoft.com/office/drawing/2014/main" id="{CB1E39F8-168E-D2B9-AAFC-50C1D2C32159}"/>
                    </a:ext>
                  </a:extLst>
                </p:cNvPr>
                <p:cNvSpPr/>
                <p:nvPr/>
              </p:nvSpPr>
              <p:spPr>
                <a:xfrm>
                  <a:off x="1575946" y="5272775"/>
                  <a:ext cx="142875" cy="106363"/>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000" b="0" i="0" u="none" strike="noStrike" cap="none" noProof="0">
                    <a:solidFill>
                      <a:schemeClr val="lt1"/>
                    </a:solidFill>
                    <a:latin typeface="IBM Plex Sans" panose="020B0503050203000203" pitchFamily="34" charset="0"/>
                    <a:ea typeface="Calibri"/>
                    <a:cs typeface="Calibri"/>
                    <a:sym typeface="Calibri"/>
                  </a:endParaRPr>
                </a:p>
              </p:txBody>
            </p:sp>
            <p:sp>
              <p:nvSpPr>
                <p:cNvPr id="26" name="Google Shape;1425;p21">
                  <a:extLst>
                    <a:ext uri="{FF2B5EF4-FFF2-40B4-BE49-F238E27FC236}">
                      <a16:creationId xmlns:a16="http://schemas.microsoft.com/office/drawing/2014/main" id="{737FACD4-D733-FAF6-C14A-3A526100FE07}"/>
                    </a:ext>
                  </a:extLst>
                </p:cNvPr>
                <p:cNvSpPr/>
                <p:nvPr/>
              </p:nvSpPr>
              <p:spPr>
                <a:xfrm>
                  <a:off x="1769620" y="5268013"/>
                  <a:ext cx="550997" cy="122238"/>
                </a:xfrm>
                <a:prstGeom prst="rect">
                  <a:avLst/>
                </a:prstGeom>
                <a:no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Clr>
                      <a:srgbClr val="000000"/>
                    </a:buClr>
                    <a:buSzPts val="800"/>
                    <a:buFont typeface="Arial"/>
                    <a:buNone/>
                  </a:pPr>
                  <a:r>
                    <a:rPr lang="en-US" sz="1000" b="0" i="0" u="none" strike="noStrike" cap="none" noProof="0">
                      <a:solidFill>
                        <a:schemeClr val="dk1"/>
                      </a:solidFill>
                      <a:latin typeface="IBM Plex Sans" panose="020B0503050203000203" pitchFamily="34" charset="0"/>
                      <a:ea typeface="Calibri"/>
                      <a:cs typeface="Calibri"/>
                      <a:sym typeface="Calibri"/>
                    </a:rPr>
                    <a:t>Google</a:t>
                  </a:r>
                </a:p>
              </p:txBody>
            </p:sp>
          </p:grpSp>
        </p:grpSp>
      </p:grpSp>
      <p:sp>
        <p:nvSpPr>
          <p:cNvPr id="6" name="CaixaDeTexto 5">
            <a:extLst>
              <a:ext uri="{FF2B5EF4-FFF2-40B4-BE49-F238E27FC236}">
                <a16:creationId xmlns:a16="http://schemas.microsoft.com/office/drawing/2014/main" id="{FCD3CB9C-A7A0-1D00-0B96-DEAD9649B76C}"/>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competitive landscape: search engines</a:t>
            </a:r>
          </a:p>
        </p:txBody>
      </p:sp>
      <p:sp>
        <p:nvSpPr>
          <p:cNvPr id="5" name="Google Shape;1513;g3b23322d595_2_565">
            <a:extLst>
              <a:ext uri="{FF2B5EF4-FFF2-40B4-BE49-F238E27FC236}">
                <a16:creationId xmlns:a16="http://schemas.microsoft.com/office/drawing/2014/main" id="{A330B55A-15C3-9A0D-8982-41777A18FD2A}"/>
              </a:ext>
            </a:extLst>
          </p:cNvPr>
          <p:cNvSpPr/>
          <p:nvPr/>
        </p:nvSpPr>
        <p:spPr>
          <a:xfrm>
            <a:off x="450092" y="1322238"/>
            <a:ext cx="6570140" cy="426991"/>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b="1" noProof="1">
                <a:solidFill>
                  <a:schemeClr val="lt1"/>
                </a:solidFill>
                <a:latin typeface="IBM Plex Sans"/>
              </a:rPr>
              <a:t>Monthly Active Users of alternative search platforms (millions) and Google Ad Revenue (billions), </a:t>
            </a:r>
            <a:r>
              <a:rPr lang="en-US" b="1" noProof="1">
                <a:solidFill>
                  <a:schemeClr val="bg1"/>
                </a:solidFill>
                <a:latin typeface="IBM Plex Sans"/>
              </a:rPr>
              <a:t>2019–2025</a:t>
            </a:r>
            <a:r>
              <a:rPr lang="en-US" baseline="30000" noProof="1">
                <a:solidFill>
                  <a:schemeClr val="bg1"/>
                </a:solidFill>
                <a:latin typeface="IBM Plex Sans"/>
                <a:ea typeface="IBM Plex Sans"/>
                <a:cs typeface="IBM Plex Sans"/>
                <a:sym typeface="IBM Plex Sans"/>
              </a:rPr>
              <a:t>1,2,3,4,5,6,11</a:t>
            </a:r>
            <a:endParaRPr lang="en-US" b="1" noProof="1">
              <a:solidFill>
                <a:schemeClr val="bg1"/>
              </a:solidFill>
              <a:latin typeface="IBM Plex Sans"/>
            </a:endParaRPr>
          </a:p>
        </p:txBody>
      </p:sp>
    </p:spTree>
    <p:extLst>
      <p:ext uri="{BB962C8B-B14F-4D97-AF65-F5344CB8AC3E}">
        <p14:creationId xmlns:p14="http://schemas.microsoft.com/office/powerpoint/2010/main" val="60761335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1334"/>
        <p:cNvGrpSpPr/>
        <p:nvPr/>
      </p:nvGrpSpPr>
      <p:grpSpPr>
        <a:xfrm>
          <a:off x="0" y="0"/>
          <a:ext cx="0" cy="0"/>
          <a:chOff x="0" y="0"/>
          <a:chExt cx="0" cy="0"/>
        </a:xfrm>
      </p:grpSpPr>
      <p:sp>
        <p:nvSpPr>
          <p:cNvPr id="1335" name="Google Shape;1335;g3b23322d595_2_396"/>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pPr lvl="0"/>
            <a:r>
              <a:rPr lang="en-US" noProof="0"/>
              <a:t>Different surfaces win across user needs and moments</a:t>
            </a:r>
          </a:p>
        </p:txBody>
      </p:sp>
      <p:sp>
        <p:nvSpPr>
          <p:cNvPr id="1336" name="Google Shape;1336;g3b23322d595_2_396"/>
          <p:cNvSpPr/>
          <p:nvPr/>
        </p:nvSpPr>
        <p:spPr>
          <a:xfrm>
            <a:off x="293595" y="6603308"/>
            <a:ext cx="8923558" cy="246221"/>
          </a:xfrm>
          <a:prstGeom prst="roundRect">
            <a:avLst>
              <a:gd name="adj" fmla="val 0"/>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000"/>
              <a:buFont typeface="Arial"/>
              <a:buNone/>
            </a:pPr>
            <a:r>
              <a:rPr lang="en-US" sz="700" b="0" i="0" u="none" strike="noStrike" cap="none" noProof="0">
                <a:solidFill>
                  <a:srgbClr val="7F7F7F"/>
                </a:solidFill>
                <a:latin typeface="IBM Plex Sans"/>
                <a:ea typeface="Quattrocento Sans"/>
                <a:cs typeface="Quattrocento Sans"/>
                <a:sym typeface="Quattrocento Sans"/>
              </a:rPr>
              <a:t>Sources: (1)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Cmswire</a:t>
            </a:r>
            <a:r>
              <a:rPr lang="en-US" sz="700" b="0" i="0" u="none" strike="noStrike" cap="none" noProof="0">
                <a:solidFill>
                  <a:srgbClr val="7F7F7F"/>
                </a:solidFill>
                <a:latin typeface="IBM Plex Sans"/>
                <a:ea typeface="Quattrocento Sans"/>
                <a:cs typeface="Quattrocento Sans"/>
                <a:sym typeface="Quattrocento Sans"/>
              </a:rPr>
              <a:t>]; (2) </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Medium</a:t>
            </a:r>
            <a:r>
              <a:rPr lang="en-US" sz="700" b="0" i="0" u="none" strike="noStrike" cap="none" noProof="0">
                <a:solidFill>
                  <a:srgbClr val="7F7F7F"/>
                </a:solidFill>
                <a:latin typeface="IBM Plex Sans"/>
                <a:ea typeface="Quattrocento Sans"/>
                <a:cs typeface="Quattrocento Sans"/>
                <a:sym typeface="Quattrocento Sans"/>
              </a:rPr>
              <a:t>]; (3)</a:t>
            </a:r>
            <a:r>
              <a:rPr lang="en-US" sz="700" b="0" i="0" u="sng" strike="noStrike" cap="none"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Perplesity.ai</a:t>
            </a:r>
            <a:r>
              <a:rPr lang="en-US" sz="700" b="0" i="0" u="none" strike="noStrike" cap="none" noProof="0">
                <a:solidFill>
                  <a:srgbClr val="7F7F7F"/>
                </a:solidFill>
                <a:latin typeface="IBM Plex Sans"/>
                <a:ea typeface="Quattrocento Sans"/>
                <a:cs typeface="Quattrocento Sans"/>
                <a:sym typeface="Quattrocento Sans"/>
              </a:rPr>
              <a:t>; (4) </a:t>
            </a:r>
            <a:r>
              <a:rPr lang="en-US" sz="700" b="0" i="0" u="sng" strike="noStrike" cap="none"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Prerender.io</a:t>
            </a:r>
            <a:r>
              <a:rPr lang="en-US" sz="700" b="0" i="0" u="none" strike="noStrike" cap="none" noProof="0">
                <a:solidFill>
                  <a:srgbClr val="7F7F7F"/>
                </a:solidFill>
                <a:latin typeface="IBM Plex Sans"/>
                <a:ea typeface="Quattrocento Sans"/>
                <a:cs typeface="Quattrocento Sans"/>
                <a:sym typeface="Quattrocento Sans"/>
              </a:rPr>
              <a:t>; (5)</a:t>
            </a:r>
            <a:r>
              <a:rPr lang="en-US" sz="700" b="0" i="0" u="sng" strike="noStrike" cap="none" noProof="0">
                <a:solidFill>
                  <a:srgbClr val="7F7F7F"/>
                </a:solidFill>
                <a:latin typeface="IBM Plex Sans"/>
                <a:ea typeface="Quattrocento Sans"/>
                <a:cs typeface="Quattrocento Sans"/>
                <a:sym typeface="Quattrocento Sans"/>
              </a:rPr>
              <a:t> </a:t>
            </a:r>
            <a:r>
              <a:rPr lang="en-US" sz="700" b="0" i="0" u="sng" strike="noStrike" cap="none" noProof="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Matthew Edgar</a:t>
            </a:r>
            <a:r>
              <a:rPr lang="en-US" sz="700" b="0" i="0" u="none" strike="noStrike" cap="none" noProof="0">
                <a:solidFill>
                  <a:srgbClr val="7F7F7F"/>
                </a:solidFill>
                <a:latin typeface="IBM Plex Sans"/>
                <a:ea typeface="Quattrocento Sans"/>
                <a:cs typeface="Quattrocento Sans"/>
                <a:sym typeface="Quattrocento Sans"/>
              </a:rPr>
              <a:t>; (6) </a:t>
            </a:r>
            <a:r>
              <a:rPr lang="en-US" sz="700" b="0" i="0" u="sng" strike="noStrike" cap="none"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Digital Marketing Institute</a:t>
            </a:r>
            <a:r>
              <a:rPr lang="en-US" sz="700" b="0" i="0" u="none" strike="noStrike" cap="none" noProof="0">
                <a:solidFill>
                  <a:srgbClr val="7F7F7F"/>
                </a:solidFill>
                <a:latin typeface="IBM Plex Sans"/>
                <a:ea typeface="Quattrocento Sans"/>
                <a:cs typeface="Quattrocento Sans"/>
                <a:sym typeface="Quattrocento Sans"/>
              </a:rPr>
              <a:t>, (7) </a:t>
            </a:r>
            <a:r>
              <a:rPr lang="en-US" sz="700" b="0" i="0" u="sng" strike="noStrike" cap="none" noProof="0">
                <a:solidFill>
                  <a:srgbClr val="7F7F7F"/>
                </a:solidFill>
                <a:latin typeface="IBM Plex Sans"/>
                <a:ea typeface="Quattrocento Sans"/>
                <a:cs typeface="Quattrocento Sans"/>
                <a:sym typeface="Quattrocento Sans"/>
                <a:hlinkClick r:id="rId9">
                  <a:extLst>
                    <a:ext uri="{A12FA001-AC4F-418D-AE19-62706E023703}">
                      <ahyp:hlinkClr xmlns:ahyp="http://schemas.microsoft.com/office/drawing/2018/hyperlinkcolor" val="tx"/>
                    </a:ext>
                  </a:extLst>
                </a:hlinkClick>
              </a:rPr>
              <a:t>ResearchGate</a:t>
            </a:r>
            <a:r>
              <a:rPr lang="en-US" sz="700" b="0" i="0" u="none" strike="noStrike" cap="none" noProof="0">
                <a:solidFill>
                  <a:srgbClr val="7F7F7F"/>
                </a:solidFill>
                <a:latin typeface="IBM Plex Sans"/>
                <a:ea typeface="Quattrocento Sans"/>
                <a:cs typeface="Quattrocento Sans"/>
                <a:sym typeface="Quattrocento Sans"/>
              </a:rPr>
              <a:t>, (8) </a:t>
            </a:r>
            <a:r>
              <a:rPr lang="en-US" sz="700" b="0" i="0" u="sng" strike="noStrike" cap="none" noProof="0">
                <a:solidFill>
                  <a:srgbClr val="7F7F7F"/>
                </a:solidFill>
                <a:latin typeface="IBM Plex Sans"/>
                <a:ea typeface="Quattrocento Sans"/>
                <a:cs typeface="Quattrocento Sans"/>
                <a:sym typeface="Quattrocento Sans"/>
                <a:hlinkClick r:id="rId10">
                  <a:extLst>
                    <a:ext uri="{A12FA001-AC4F-418D-AE19-62706E023703}">
                      <ahyp:hlinkClr xmlns:ahyp="http://schemas.microsoft.com/office/drawing/2018/hyperlinkcolor" val="tx"/>
                    </a:ext>
                  </a:extLst>
                </a:hlinkClick>
              </a:rPr>
              <a:t>NoGood.io</a:t>
            </a:r>
            <a:r>
              <a:rPr lang="en-US" sz="700" b="0" i="0" u="none" strike="noStrike" cap="none" noProof="0">
                <a:solidFill>
                  <a:srgbClr val="7F7F7F"/>
                </a:solidFill>
                <a:latin typeface="IBM Plex Sans"/>
                <a:ea typeface="Quattrocento Sans"/>
                <a:cs typeface="Quattrocento Sans"/>
                <a:sym typeface="Quattrocento Sans"/>
              </a:rPr>
              <a:t>, (9) </a:t>
            </a:r>
            <a:r>
              <a:rPr lang="en-US" sz="700" b="0" i="0" u="sng" strike="noStrike" cap="none" noProof="0">
                <a:solidFill>
                  <a:srgbClr val="7F7F7F"/>
                </a:solidFill>
                <a:latin typeface="IBM Plex Sans"/>
                <a:ea typeface="Quattrocento Sans"/>
                <a:cs typeface="Quattrocento Sans"/>
                <a:sym typeface="Quattrocento Sans"/>
                <a:hlinkClick r:id="rId11">
                  <a:extLst>
                    <a:ext uri="{A12FA001-AC4F-418D-AE19-62706E023703}">
                      <ahyp:hlinkClr xmlns:ahyp="http://schemas.microsoft.com/office/drawing/2018/hyperlinkcolor" val="tx"/>
                    </a:ext>
                  </a:extLst>
                </a:hlinkClick>
              </a:rPr>
              <a:t>OpenAI</a:t>
            </a:r>
            <a:r>
              <a:rPr lang="en-US" sz="700" b="0" i="0" u="none" strike="noStrike" cap="none" noProof="0">
                <a:solidFill>
                  <a:srgbClr val="7F7F7F"/>
                </a:solidFill>
                <a:latin typeface="IBM Plex Sans"/>
                <a:ea typeface="Quattrocento Sans"/>
                <a:cs typeface="Quattrocento Sans"/>
                <a:sym typeface="Quattrocento Sans"/>
              </a:rPr>
              <a:t>, (10) </a:t>
            </a:r>
            <a:r>
              <a:rPr lang="en-US" sz="700" b="0" i="0" u="sng" strike="noStrike" cap="none" noProof="0">
                <a:solidFill>
                  <a:srgbClr val="7F7F7F"/>
                </a:solidFill>
                <a:latin typeface="IBM Plex Sans"/>
                <a:ea typeface="Quattrocento Sans"/>
                <a:cs typeface="Quattrocento Sans"/>
                <a:sym typeface="Quattrocento Sans"/>
                <a:hlinkClick r:id="rId12">
                  <a:extLst>
                    <a:ext uri="{A12FA001-AC4F-418D-AE19-62706E023703}">
                      <ahyp:hlinkClr xmlns:ahyp="http://schemas.microsoft.com/office/drawing/2018/hyperlinkcolor" val="tx"/>
                    </a:ext>
                  </a:extLst>
                </a:hlinkClick>
              </a:rPr>
              <a:t>KPMG</a:t>
            </a:r>
            <a:r>
              <a:rPr lang="en-US" sz="700" b="0" i="0" u="none" strike="noStrike" cap="none" noProof="0">
                <a:solidFill>
                  <a:srgbClr val="7F7F7F"/>
                </a:solidFill>
                <a:latin typeface="IBM Plex Sans"/>
                <a:ea typeface="Quattrocento Sans"/>
                <a:cs typeface="Quattrocento Sans"/>
                <a:sym typeface="Quattrocento Sans"/>
              </a:rPr>
              <a:t>, (11) </a:t>
            </a:r>
            <a:r>
              <a:rPr lang="en-US" sz="700" b="0" i="0" u="sng" strike="noStrike" cap="none" noProof="0">
                <a:solidFill>
                  <a:srgbClr val="7F7F7F"/>
                </a:solidFill>
                <a:latin typeface="IBM Plex Sans"/>
                <a:ea typeface="Quattrocento Sans"/>
                <a:cs typeface="Quattrocento Sans"/>
                <a:sym typeface="Quattrocento Sans"/>
                <a:hlinkClick r:id="rId13">
                  <a:extLst>
                    <a:ext uri="{A12FA001-AC4F-418D-AE19-62706E023703}">
                      <ahyp:hlinkClr xmlns:ahyp="http://schemas.microsoft.com/office/drawing/2018/hyperlinkcolor" val="tx"/>
                    </a:ext>
                  </a:extLst>
                </a:hlinkClick>
              </a:rPr>
              <a:t>Silicone Angle</a:t>
            </a:r>
            <a:r>
              <a:rPr lang="en-US" sz="700" b="0" i="0" u="none" strike="noStrike" cap="none" noProof="0">
                <a:solidFill>
                  <a:srgbClr val="7F7F7F"/>
                </a:solidFill>
                <a:latin typeface="IBM Plex Sans"/>
                <a:ea typeface="Quattrocento Sans"/>
                <a:cs typeface="Quattrocento Sans"/>
                <a:sym typeface="Quattrocento Sans"/>
              </a:rPr>
              <a:t>, (12) </a:t>
            </a:r>
            <a:r>
              <a:rPr lang="en-US" sz="700" b="0" i="0" u="sng" strike="noStrike" cap="none" noProof="0">
                <a:solidFill>
                  <a:srgbClr val="7F7F7F"/>
                </a:solidFill>
                <a:latin typeface="IBM Plex Sans"/>
                <a:ea typeface="Quattrocento Sans"/>
                <a:cs typeface="Quattrocento Sans"/>
                <a:sym typeface="Quattrocento Sans"/>
                <a:hlinkClick r:id="rId14">
                  <a:extLst>
                    <a:ext uri="{A12FA001-AC4F-418D-AE19-62706E023703}">
                      <ahyp:hlinkClr xmlns:ahyp="http://schemas.microsoft.com/office/drawing/2018/hyperlinkcolor" val="tx"/>
                    </a:ext>
                  </a:extLst>
                </a:hlinkClick>
              </a:rPr>
              <a:t>LinkedIN</a:t>
            </a:r>
            <a:r>
              <a:rPr lang="en-US" sz="700" b="0" i="0" u="none" strike="noStrike" cap="none" noProof="0">
                <a:solidFill>
                  <a:srgbClr val="7F7F7F"/>
                </a:solidFill>
                <a:latin typeface="IBM Plex Sans"/>
                <a:ea typeface="Quattrocento Sans"/>
                <a:cs typeface="Quattrocento Sans"/>
                <a:sym typeface="Quattrocento Sans"/>
              </a:rPr>
              <a:t>, (13) </a:t>
            </a:r>
            <a:r>
              <a:rPr lang="en-US" sz="700" b="0" i="0" u="sng" strike="noStrike" cap="none" noProof="0">
                <a:solidFill>
                  <a:srgbClr val="7F7F7F"/>
                </a:solidFill>
                <a:latin typeface="IBM Plex Sans"/>
                <a:ea typeface="Quattrocento Sans"/>
                <a:cs typeface="Quattrocento Sans"/>
                <a:sym typeface="Quattrocento Sans"/>
                <a:hlinkClick r:id="rId15">
                  <a:extLst>
                    <a:ext uri="{A12FA001-AC4F-418D-AE19-62706E023703}">
                      <ahyp:hlinkClr xmlns:ahyp="http://schemas.microsoft.com/office/drawing/2018/hyperlinkcolor" val="tx"/>
                    </a:ext>
                  </a:extLst>
                </a:hlinkClick>
              </a:rPr>
              <a:t>Omnious</a:t>
            </a:r>
            <a:r>
              <a:rPr lang="en-US" sz="700" b="0" i="0" u="none" strike="noStrike" cap="none" noProof="0">
                <a:solidFill>
                  <a:srgbClr val="7F7F7F"/>
                </a:solidFill>
                <a:latin typeface="IBM Plex Sans"/>
                <a:ea typeface="Quattrocento Sans"/>
                <a:cs typeface="Quattrocento Sans"/>
                <a:sym typeface="Quattrocento Sans"/>
              </a:rPr>
              <a:t>, (14) </a:t>
            </a:r>
            <a:r>
              <a:rPr lang="en-US" sz="700" b="0" i="0" u="sng" strike="noStrike" cap="none" noProof="0">
                <a:solidFill>
                  <a:srgbClr val="7F7F7F"/>
                </a:solidFill>
                <a:latin typeface="IBM Plex Sans"/>
                <a:ea typeface="Quattrocento Sans"/>
                <a:cs typeface="Quattrocento Sans"/>
                <a:sym typeface="Quattrocento Sans"/>
                <a:hlinkClick r:id="rId16">
                  <a:extLst>
                    <a:ext uri="{A12FA001-AC4F-418D-AE19-62706E023703}">
                      <ahyp:hlinkClr xmlns:ahyp="http://schemas.microsoft.com/office/drawing/2018/hyperlinkcolor" val="tx"/>
                    </a:ext>
                  </a:extLst>
                </a:hlinkClick>
              </a:rPr>
              <a:t>Entail AI</a:t>
            </a:r>
            <a:endParaRPr lang="en-US" sz="700" b="0" i="0" u="none" strike="noStrike" cap="none" noProof="0">
              <a:solidFill>
                <a:srgbClr val="7F7F7F"/>
              </a:solidFill>
              <a:latin typeface="IBM Plex Sans"/>
            </a:endParaRPr>
          </a:p>
        </p:txBody>
      </p:sp>
      <p:grpSp>
        <p:nvGrpSpPr>
          <p:cNvPr id="1338" name="Google Shape;1338;g3b23322d595_2_396"/>
          <p:cNvGrpSpPr/>
          <p:nvPr/>
        </p:nvGrpSpPr>
        <p:grpSpPr>
          <a:xfrm>
            <a:off x="9204452" y="954277"/>
            <a:ext cx="2550090" cy="276999"/>
            <a:chOff x="9233923" y="1415183"/>
            <a:chExt cx="2550090" cy="276999"/>
          </a:xfrm>
        </p:grpSpPr>
        <p:sp>
          <p:nvSpPr>
            <p:cNvPr id="1339" name="Google Shape;1339;g3b23322d595_2_396"/>
            <p:cNvSpPr txBox="1"/>
            <p:nvPr/>
          </p:nvSpPr>
          <p:spPr>
            <a:xfrm>
              <a:off x="9233923" y="1415183"/>
              <a:ext cx="643458" cy="276999"/>
            </a:xfrm>
            <a:prstGeom prst="rect">
              <a:avLst/>
            </a:prstGeom>
            <a:noFill/>
            <a:ln>
              <a:noFill/>
            </a:ln>
          </p:spPr>
          <p:txBody>
            <a:bodyPr spcFirstLastPara="1" wrap="square" lIns="0" tIns="0" rIns="0" bIns="0" anchor="ctr" anchorCtr="0">
              <a:spAutoFit/>
            </a:bodyPr>
            <a:lstStyle/>
            <a:p>
              <a:pPr marL="0" marR="0" lvl="0" indent="0" algn="l" rtl="0">
                <a:lnSpc>
                  <a:spcPct val="100000"/>
                </a:lnSpc>
                <a:spcBef>
                  <a:spcPts val="0"/>
                </a:spcBef>
                <a:spcAft>
                  <a:spcPts val="0"/>
                </a:spcAft>
                <a:buClr>
                  <a:srgbClr val="000000"/>
                </a:buClr>
                <a:buSzPts val="700"/>
                <a:buFont typeface="Arial"/>
                <a:buNone/>
              </a:pPr>
              <a:r>
                <a:rPr lang="en-US" sz="900" b="1" i="0" u="none" strike="noStrike" cap="none" noProof="0">
                  <a:solidFill>
                    <a:srgbClr val="7030A0"/>
                  </a:solidFill>
                  <a:latin typeface="IBM Plex Sans"/>
                  <a:ea typeface="IBM Plex Sans"/>
                  <a:cs typeface="IBM Plex Sans"/>
                  <a:sym typeface="IBM Plex Sans"/>
                </a:rPr>
                <a:t>Key for user needs:</a:t>
              </a:r>
            </a:p>
          </p:txBody>
        </p:sp>
        <p:grpSp>
          <p:nvGrpSpPr>
            <p:cNvPr id="1340" name="Google Shape;1340;g3b23322d595_2_396"/>
            <p:cNvGrpSpPr/>
            <p:nvPr/>
          </p:nvGrpSpPr>
          <p:grpSpPr>
            <a:xfrm>
              <a:off x="9979366" y="1422541"/>
              <a:ext cx="1804647" cy="261500"/>
              <a:chOff x="9979366" y="1590822"/>
              <a:chExt cx="1804647" cy="261500"/>
            </a:xfrm>
          </p:grpSpPr>
          <p:grpSp>
            <p:nvGrpSpPr>
              <p:cNvPr id="1341" name="Google Shape;1341;g3b23322d595_2_396"/>
              <p:cNvGrpSpPr/>
              <p:nvPr/>
            </p:nvGrpSpPr>
            <p:grpSpPr>
              <a:xfrm>
                <a:off x="9979366" y="1590822"/>
                <a:ext cx="427988" cy="261500"/>
                <a:chOff x="10163559" y="1590822"/>
                <a:chExt cx="427988" cy="261500"/>
              </a:xfrm>
            </p:grpSpPr>
            <p:sp>
              <p:nvSpPr>
                <p:cNvPr id="1342" name="Google Shape;1342;g3b23322d595_2_396"/>
                <p:cNvSpPr/>
                <p:nvPr/>
              </p:nvSpPr>
              <p:spPr>
                <a:xfrm>
                  <a:off x="10316053" y="1590822"/>
                  <a:ext cx="123001" cy="123001"/>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43" name="Google Shape;1343;g3b23322d595_2_396"/>
                <p:cNvSpPr txBox="1"/>
                <p:nvPr/>
              </p:nvSpPr>
              <p:spPr>
                <a:xfrm>
                  <a:off x="10163559" y="1713823"/>
                  <a:ext cx="427988"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700"/>
                    <a:buFont typeface="Arial"/>
                    <a:buNone/>
                  </a:pPr>
                  <a:r>
                    <a:rPr lang="en-US" sz="900" b="0" i="0" u="none" strike="noStrike" cap="none" noProof="0">
                      <a:solidFill>
                        <a:schemeClr val="dk1"/>
                      </a:solidFill>
                      <a:latin typeface="IBM Plex Sans"/>
                      <a:ea typeface="IBM Plex Sans"/>
                      <a:cs typeface="IBM Plex Sans"/>
                      <a:sym typeface="IBM Plex Sans"/>
                    </a:rPr>
                    <a:t>Not met</a:t>
                  </a:r>
                </a:p>
              </p:txBody>
            </p:sp>
          </p:grpSp>
          <p:cxnSp>
            <p:nvCxnSpPr>
              <p:cNvPr id="1344" name="Google Shape;1344;g3b23322d595_2_396"/>
              <p:cNvCxnSpPr/>
              <p:nvPr/>
            </p:nvCxnSpPr>
            <p:spPr>
              <a:xfrm rot="10800000" flipH="1">
                <a:off x="10340495" y="1652323"/>
                <a:ext cx="300037" cy="1800"/>
              </a:xfrm>
              <a:prstGeom prst="straightConnector1">
                <a:avLst/>
              </a:prstGeom>
              <a:noFill/>
              <a:ln w="9525" cap="flat" cmpd="sng">
                <a:solidFill>
                  <a:schemeClr val="dk1"/>
                </a:solidFill>
                <a:prstDash val="solid"/>
                <a:round/>
                <a:headEnd type="none" w="sm" len="sm"/>
                <a:tailEnd type="triangle" w="med" len="med"/>
              </a:ln>
            </p:spPr>
          </p:cxnSp>
          <p:grpSp>
            <p:nvGrpSpPr>
              <p:cNvPr id="1345" name="Google Shape;1345;g3b23322d595_2_396"/>
              <p:cNvGrpSpPr/>
              <p:nvPr/>
            </p:nvGrpSpPr>
            <p:grpSpPr>
              <a:xfrm>
                <a:off x="10517427" y="1591723"/>
                <a:ext cx="675883" cy="260599"/>
                <a:chOff x="10739829" y="1591723"/>
                <a:chExt cx="675883" cy="260599"/>
              </a:xfrm>
            </p:grpSpPr>
            <p:sp>
              <p:nvSpPr>
                <p:cNvPr id="1346" name="Google Shape;1346;g3b23322d595_2_396"/>
                <p:cNvSpPr txBox="1"/>
                <p:nvPr/>
              </p:nvSpPr>
              <p:spPr>
                <a:xfrm>
                  <a:off x="10739829" y="1713823"/>
                  <a:ext cx="675883"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700"/>
                    <a:buFont typeface="Arial"/>
                    <a:buNone/>
                  </a:pPr>
                  <a:r>
                    <a:rPr lang="en-US" sz="900" b="0" i="0" u="none" strike="noStrike" cap="none" noProof="0">
                      <a:solidFill>
                        <a:schemeClr val="dk1"/>
                      </a:solidFill>
                      <a:latin typeface="IBM Plex Sans"/>
                      <a:ea typeface="IBM Plex Sans"/>
                      <a:cs typeface="IBM Plex Sans"/>
                      <a:sym typeface="IBM Plex Sans"/>
                    </a:rPr>
                    <a:t>Partially met</a:t>
                  </a:r>
                  <a:endParaRPr lang="en-US" sz="1800" b="0" i="0" u="none" strike="noStrike" cap="none" noProof="0">
                    <a:solidFill>
                      <a:schemeClr val="dk1"/>
                    </a:solidFill>
                    <a:latin typeface="Arial"/>
                    <a:ea typeface="Arial"/>
                    <a:cs typeface="Arial"/>
                    <a:sym typeface="Arial"/>
                  </a:endParaRPr>
                </a:p>
              </p:txBody>
            </p:sp>
            <p:grpSp>
              <p:nvGrpSpPr>
                <p:cNvPr id="1347" name="Google Shape;1347;g3b23322d595_2_396"/>
                <p:cNvGrpSpPr/>
                <p:nvPr/>
              </p:nvGrpSpPr>
              <p:grpSpPr>
                <a:xfrm>
                  <a:off x="11016270" y="1591723"/>
                  <a:ext cx="123001" cy="123001"/>
                  <a:chOff x="8123752" y="1553876"/>
                  <a:chExt cx="131701" cy="123001"/>
                </a:xfrm>
              </p:grpSpPr>
              <p:sp>
                <p:nvSpPr>
                  <p:cNvPr id="1348" name="Google Shape;1348;g3b23322d595_2_396"/>
                  <p:cNvSpPr/>
                  <p:nvPr/>
                </p:nvSpPr>
                <p:spPr>
                  <a:xfrm>
                    <a:off x="8123753" y="1553876"/>
                    <a:ext cx="131700" cy="123000"/>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49" name="Google Shape;1349;g3b23322d595_2_396"/>
                  <p:cNvSpPr/>
                  <p:nvPr/>
                </p:nvSpPr>
                <p:spPr>
                  <a:xfrm>
                    <a:off x="8123752" y="1553877"/>
                    <a:ext cx="131700" cy="123000"/>
                  </a:xfrm>
                  <a:prstGeom prst="pie">
                    <a:avLst>
                      <a:gd name="adj1" fmla="val 542198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cxnSp>
            <p:nvCxnSpPr>
              <p:cNvPr id="1350" name="Google Shape;1350;g3b23322d595_2_396"/>
              <p:cNvCxnSpPr/>
              <p:nvPr/>
            </p:nvCxnSpPr>
            <p:spPr>
              <a:xfrm>
                <a:off x="11098329" y="1651423"/>
                <a:ext cx="300037" cy="1800"/>
              </a:xfrm>
              <a:prstGeom prst="straightConnector1">
                <a:avLst/>
              </a:prstGeom>
              <a:noFill/>
              <a:ln w="9525" cap="flat" cmpd="sng">
                <a:solidFill>
                  <a:schemeClr val="dk1"/>
                </a:solidFill>
                <a:prstDash val="solid"/>
                <a:round/>
                <a:headEnd type="none" w="sm" len="sm"/>
                <a:tailEnd type="triangle" w="med" len="med"/>
              </a:ln>
            </p:spPr>
          </p:cxnSp>
          <p:grpSp>
            <p:nvGrpSpPr>
              <p:cNvPr id="1351" name="Google Shape;1351;g3b23322d595_2_396"/>
              <p:cNvGrpSpPr/>
              <p:nvPr/>
            </p:nvGrpSpPr>
            <p:grpSpPr>
              <a:xfrm>
                <a:off x="11303385" y="1591723"/>
                <a:ext cx="480628" cy="260599"/>
                <a:chOff x="11303385" y="1591723"/>
                <a:chExt cx="480628" cy="260599"/>
              </a:xfrm>
            </p:grpSpPr>
            <p:sp>
              <p:nvSpPr>
                <p:cNvPr id="1352" name="Google Shape;1352;g3b23322d595_2_396"/>
                <p:cNvSpPr/>
                <p:nvPr/>
              </p:nvSpPr>
              <p:spPr>
                <a:xfrm>
                  <a:off x="11482199" y="1591723"/>
                  <a:ext cx="123001" cy="123001"/>
                </a:xfrm>
                <a:prstGeom prst="flowChartConnector">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53" name="Google Shape;1353;g3b23322d595_2_396"/>
                <p:cNvSpPr txBox="1"/>
                <p:nvPr/>
              </p:nvSpPr>
              <p:spPr>
                <a:xfrm>
                  <a:off x="11303385" y="1713823"/>
                  <a:ext cx="480628"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700"/>
                    <a:buFont typeface="Arial"/>
                    <a:buNone/>
                  </a:pPr>
                  <a:r>
                    <a:rPr lang="en-US" sz="900" b="0" i="0" u="none" strike="noStrike" cap="none" noProof="0">
                      <a:solidFill>
                        <a:schemeClr val="dk1"/>
                      </a:solidFill>
                      <a:latin typeface="IBM Plex Sans"/>
                      <a:ea typeface="IBM Plex Sans"/>
                      <a:cs typeface="IBM Plex Sans"/>
                      <a:sym typeface="IBM Plex Sans"/>
                    </a:rPr>
                    <a:t>Fully met</a:t>
                  </a:r>
                  <a:endParaRPr lang="en-US" sz="1800" b="0" i="0" u="none" strike="noStrike" cap="none" noProof="0">
                    <a:solidFill>
                      <a:schemeClr val="dk1"/>
                    </a:solidFill>
                    <a:latin typeface="Arial"/>
                    <a:ea typeface="Arial"/>
                    <a:cs typeface="Arial"/>
                    <a:sym typeface="Arial"/>
                  </a:endParaRPr>
                </a:p>
              </p:txBody>
            </p:sp>
          </p:grpSp>
        </p:grpSp>
      </p:grpSp>
      <p:graphicFrame>
        <p:nvGraphicFramePr>
          <p:cNvPr id="1354" name="Google Shape;1354;g3b23322d595_2_396"/>
          <p:cNvGraphicFramePr/>
          <p:nvPr/>
        </p:nvGraphicFramePr>
        <p:xfrm>
          <a:off x="712381" y="1281837"/>
          <a:ext cx="11088510" cy="4683753"/>
        </p:xfrm>
        <a:graphic>
          <a:graphicData uri="http://schemas.openxmlformats.org/drawingml/2006/table">
            <a:tbl>
              <a:tblPr>
                <a:noFill/>
                <a:tableStyleId>{16461213-F4DB-495F-93F5-F8E8B3FAFA39}</a:tableStyleId>
              </a:tblPr>
              <a:tblGrid>
                <a:gridCol w="1137684">
                  <a:extLst>
                    <a:ext uri="{9D8B030D-6E8A-4147-A177-3AD203B41FA5}">
                      <a16:colId xmlns:a16="http://schemas.microsoft.com/office/drawing/2014/main" val="20000"/>
                    </a:ext>
                  </a:extLst>
                </a:gridCol>
                <a:gridCol w="757570">
                  <a:extLst>
                    <a:ext uri="{9D8B030D-6E8A-4147-A177-3AD203B41FA5}">
                      <a16:colId xmlns:a16="http://schemas.microsoft.com/office/drawing/2014/main" val="20001"/>
                    </a:ext>
                  </a:extLst>
                </a:gridCol>
                <a:gridCol w="757570">
                  <a:extLst>
                    <a:ext uri="{9D8B030D-6E8A-4147-A177-3AD203B41FA5}">
                      <a16:colId xmlns:a16="http://schemas.microsoft.com/office/drawing/2014/main" val="20002"/>
                    </a:ext>
                  </a:extLst>
                </a:gridCol>
                <a:gridCol w="757570">
                  <a:extLst>
                    <a:ext uri="{9D8B030D-6E8A-4147-A177-3AD203B41FA5}">
                      <a16:colId xmlns:a16="http://schemas.microsoft.com/office/drawing/2014/main" val="20003"/>
                    </a:ext>
                  </a:extLst>
                </a:gridCol>
                <a:gridCol w="757570">
                  <a:extLst>
                    <a:ext uri="{9D8B030D-6E8A-4147-A177-3AD203B41FA5}">
                      <a16:colId xmlns:a16="http://schemas.microsoft.com/office/drawing/2014/main" val="20004"/>
                    </a:ext>
                  </a:extLst>
                </a:gridCol>
                <a:gridCol w="3386146">
                  <a:extLst>
                    <a:ext uri="{9D8B030D-6E8A-4147-A177-3AD203B41FA5}">
                      <a16:colId xmlns:a16="http://schemas.microsoft.com/office/drawing/2014/main" val="20005"/>
                    </a:ext>
                  </a:extLst>
                </a:gridCol>
                <a:gridCol w="3534400">
                  <a:extLst>
                    <a:ext uri="{9D8B030D-6E8A-4147-A177-3AD203B41FA5}">
                      <a16:colId xmlns:a16="http://schemas.microsoft.com/office/drawing/2014/main" val="20006"/>
                    </a:ext>
                  </a:extLst>
                </a:gridCol>
              </a:tblGrid>
              <a:tr h="369290">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User need</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Traditional Search</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AI</a:t>
                      </a:r>
                      <a:endParaRPr lang="en-US" sz="1400" u="none" strike="noStrike" cap="none" noProof="0">
                        <a:latin typeface="IBM Plex Sans"/>
                      </a:endParaRPr>
                    </a:p>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Overviews</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AI</a:t>
                      </a:r>
                      <a:endParaRPr lang="en-US" sz="1400" u="none" strike="noStrike" cap="none" noProof="0">
                        <a:latin typeface="IBM Plex Sans"/>
                      </a:endParaRPr>
                    </a:p>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Tools</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Social Search</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Rationale</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lt1"/>
                          </a:solidFill>
                          <a:latin typeface="IBM Plex Sans"/>
                          <a:ea typeface="IBM Plex Sans"/>
                          <a:cs typeface="IBM Plex Sans"/>
                          <a:sym typeface="IBM Plex Sans"/>
                        </a:rPr>
                        <a:t>What changed? (2025 vs. 2024)</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369290">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ea typeface="IBM Plex Sans"/>
                          <a:cs typeface="IBM Plex Sans"/>
                          <a:sym typeface="IBM Plex Sans"/>
                        </a:rPr>
                        <a:t>Direct Answers &amp; Personalization</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AI tools better at providing direct and tailored responses</a:t>
                      </a:r>
                      <a:r>
                        <a:rPr lang="en-US" sz="900" b="0" i="0" u="none" strike="noStrike" cap="none" baseline="30000" noProof="0">
                          <a:solidFill>
                            <a:schemeClr val="dk1"/>
                          </a:solidFill>
                          <a:latin typeface="IBM Plex Sans"/>
                          <a:ea typeface="IBM Plex Sans"/>
                          <a:cs typeface="IBM Plex Sans"/>
                          <a:sym typeface="IBM Plex Sans"/>
                        </a:rPr>
                        <a:t>1,3</a:t>
                      </a:r>
                    </a:p>
                  </a:txBody>
                  <a:tcPr marL="72000" marR="7200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AI Tools improved and Overviews rolled out globally, increasing coverage and consistency of instant answers</a:t>
                      </a:r>
                      <a:r>
                        <a:rPr lang="en-US" sz="900" b="0" i="0" u="none" strike="noStrike" cap="none" baseline="30000" noProof="0">
                          <a:solidFill>
                            <a:schemeClr val="dk1"/>
                          </a:solidFill>
                          <a:latin typeface="IBM Plex Sans"/>
                          <a:ea typeface="IBM Plex Sans"/>
                          <a:cs typeface="IBM Plex Sans"/>
                          <a:sym typeface="IBM Plex Sans"/>
                        </a:rPr>
                        <a:t>6</a:t>
                      </a:r>
                    </a:p>
                  </a:txBody>
                  <a:tcPr marL="72000" marR="7200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1"/>
                  </a:ext>
                </a:extLst>
              </a:tr>
              <a:tr h="369290">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ea typeface="IBM Plex Sans"/>
                          <a:cs typeface="IBM Plex Sans"/>
                          <a:sym typeface="IBM Plex Sans"/>
                        </a:rPr>
                        <a:t>Enhanced Query Understanding</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AI algorithms improve interpretation of search queries; they identify and prioritize high-quality, relevant content</a:t>
                      </a:r>
                      <a:r>
                        <a:rPr lang="en-US" sz="900" b="0" i="0" u="none" strike="noStrike" cap="none" baseline="30000" noProof="0">
                          <a:solidFill>
                            <a:schemeClr val="dk1"/>
                          </a:solidFill>
                          <a:latin typeface="IBM Plex Sans"/>
                          <a:ea typeface="IBM Plex Sans"/>
                          <a:cs typeface="IBM Plex Sans"/>
                          <a:sym typeface="IBM Plex Sans"/>
                        </a:rPr>
                        <a:t>2</a:t>
                      </a:r>
                    </a:p>
                  </a:txBody>
                  <a:tcPr marL="72000" marR="7200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chemeClr val="dk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AI Overviews and Tools improved slightly with better handling of complex queries, though hallucinations still limit reliability</a:t>
                      </a:r>
                      <a:r>
                        <a:rPr lang="en-US" sz="900" b="0" i="0" u="none" strike="noStrike" cap="none" baseline="30000" noProof="0">
                          <a:solidFill>
                            <a:schemeClr val="dk1"/>
                          </a:solidFill>
                          <a:latin typeface="IBM Plex Sans"/>
                          <a:ea typeface="IBM Plex Sans"/>
                          <a:cs typeface="IBM Plex Sans"/>
                          <a:sym typeface="IBM Plex Sans"/>
                        </a:rPr>
                        <a:t>7</a:t>
                      </a:r>
                    </a:p>
                  </a:txBody>
                  <a:tcPr marL="72000" marR="7200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2"/>
                  </a:ext>
                </a:extLst>
              </a:tr>
              <a:tr h="497260">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ea typeface="IBM Plex Sans"/>
                          <a:cs typeface="IBM Plex Sans"/>
                          <a:sym typeface="IBM Plex Sans"/>
                        </a:rPr>
                        <a:t>Multimodal Search Options</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AI Tools </a:t>
                      </a:r>
                      <a:r>
                        <a:rPr lang="en-US" sz="900" b="0" i="0" u="none" strike="noStrike" cap="none" noProof="0">
                          <a:solidFill>
                            <a:schemeClr val="dk1"/>
                          </a:solidFill>
                          <a:latin typeface="IBM Plex Sans"/>
                          <a:ea typeface="IBM Plex Sans"/>
                          <a:cs typeface="IBM Plex Sans"/>
                        </a:rPr>
                        <a:t>enable</a:t>
                      </a:r>
                      <a:r>
                        <a:rPr lang="en-US" sz="900" b="0" i="0" u="none" strike="noStrike" cap="none" noProof="0">
                          <a:solidFill>
                            <a:schemeClr val="dk1"/>
                          </a:solidFill>
                          <a:latin typeface="IBM Plex Sans"/>
                          <a:ea typeface="IBM Plex Sans"/>
                          <a:cs typeface="IBM Plex Sans"/>
                          <a:sym typeface="IBM Plex Sans"/>
                        </a:rPr>
                        <a:t> </a:t>
                      </a:r>
                      <a:r>
                        <a:rPr lang="en-US" sz="900" b="0" i="0" u="none" strike="noStrike" cap="none" noProof="0">
                          <a:solidFill>
                            <a:schemeClr val="dk1"/>
                          </a:solidFill>
                          <a:latin typeface="IBM Plex Sans"/>
                          <a:ea typeface="IBM Plex Sans"/>
                          <a:cs typeface="IBM Plex Sans"/>
                        </a:rPr>
                        <a:t>users to</a:t>
                      </a:r>
                      <a:r>
                        <a:rPr lang="en-US" sz="900" b="0" i="0" u="none" strike="noStrike" cap="none" noProof="0">
                          <a:solidFill>
                            <a:schemeClr val="dk1"/>
                          </a:solidFill>
                          <a:latin typeface="IBM Plex Sans"/>
                          <a:ea typeface="IBM Plex Sans"/>
                          <a:cs typeface="IBM Plex Sans"/>
                          <a:sym typeface="IBM Plex Sans"/>
                        </a:rPr>
                        <a:t> initiate searches using </a:t>
                      </a:r>
                      <a:r>
                        <a:rPr lang="en-US" sz="900" b="0" i="0" u="none" strike="noStrike" cap="none" noProof="0">
                          <a:solidFill>
                            <a:schemeClr val="dk1"/>
                          </a:solidFill>
                          <a:latin typeface="IBM Plex Sans"/>
                          <a:ea typeface="IBM Plex Sans"/>
                          <a:cs typeface="IBM Plex Sans"/>
                        </a:rPr>
                        <a:t>multiple input</a:t>
                      </a:r>
                      <a:r>
                        <a:rPr lang="en-US" sz="900" b="0" i="0" u="none" strike="noStrike" cap="none" noProof="0">
                          <a:solidFill>
                            <a:schemeClr val="dk1"/>
                          </a:solidFill>
                          <a:latin typeface="IBM Plex Sans"/>
                          <a:ea typeface="IBM Plex Sans"/>
                          <a:cs typeface="IBM Plex Sans"/>
                          <a:sym typeface="IBM Plex Sans"/>
                        </a:rPr>
                        <a:t> types </a:t>
                      </a:r>
                      <a:r>
                        <a:rPr lang="en-US" sz="900" b="0" i="0" u="none" strike="noStrike" cap="none" noProof="0">
                          <a:solidFill>
                            <a:schemeClr val="dk1"/>
                          </a:solidFill>
                          <a:latin typeface="IBM Plex Sans"/>
                          <a:ea typeface="IBM Plex Sans"/>
                          <a:cs typeface="IBM Plex Sans"/>
                        </a:rPr>
                        <a:t>(</a:t>
                      </a:r>
                      <a:r>
                        <a:rPr lang="en-US" sz="900" b="0" i="0" u="none" strike="noStrike" cap="none" noProof="0">
                          <a:solidFill>
                            <a:schemeClr val="dk1"/>
                          </a:solidFill>
                          <a:latin typeface="IBM Plex Sans"/>
                          <a:ea typeface="IBM Plex Sans"/>
                          <a:cs typeface="IBM Plex Sans"/>
                          <a:sym typeface="IBM Plex Sans"/>
                        </a:rPr>
                        <a:t>voice, images, videos</a:t>
                      </a:r>
                      <a:r>
                        <a:rPr lang="en-US" sz="900" b="0" i="0" u="none" strike="noStrike" cap="none" noProof="0">
                          <a:solidFill>
                            <a:schemeClr val="dk1"/>
                          </a:solidFill>
                          <a:latin typeface="IBM Plex Sans"/>
                          <a:ea typeface="IBM Plex Sans"/>
                          <a:cs typeface="IBM Plex Sans"/>
                        </a:rPr>
                        <a:t>),</a:t>
                      </a:r>
                      <a:r>
                        <a:rPr lang="en-US" sz="900" b="0" i="0" u="none" strike="noStrike" cap="none" noProof="0">
                          <a:solidFill>
                            <a:schemeClr val="dk1"/>
                          </a:solidFill>
                          <a:latin typeface="IBM Plex Sans"/>
                          <a:ea typeface="IBM Plex Sans"/>
                          <a:cs typeface="IBM Plex Sans"/>
                          <a:sym typeface="IBM Plex Sans"/>
                        </a:rPr>
                        <a:t> </a:t>
                      </a:r>
                      <a:r>
                        <a:rPr lang="en-US" sz="900" b="0" i="0" u="none" strike="noStrike" cap="none" noProof="0">
                          <a:solidFill>
                            <a:schemeClr val="dk1"/>
                          </a:solidFill>
                          <a:latin typeface="IBM Plex Sans"/>
                          <a:ea typeface="IBM Plex Sans"/>
                          <a:cs typeface="IBM Plex Sans"/>
                        </a:rPr>
                        <a:t>whereas</a:t>
                      </a:r>
                      <a:r>
                        <a:rPr lang="en-US" sz="900" b="0" i="0" u="none" strike="noStrike" cap="none" noProof="0">
                          <a:solidFill>
                            <a:schemeClr val="dk1"/>
                          </a:solidFill>
                          <a:latin typeface="IBM Plex Sans"/>
                          <a:ea typeface="IBM Plex Sans"/>
                          <a:cs typeface="IBM Plex Sans"/>
                          <a:sym typeface="IBM Plex Sans"/>
                        </a:rPr>
                        <a:t> traditional tools </a:t>
                      </a:r>
                      <a:r>
                        <a:rPr lang="en-US" sz="900" b="0" i="0" u="none" strike="noStrike" cap="none" noProof="0">
                          <a:solidFill>
                            <a:schemeClr val="dk1"/>
                          </a:solidFill>
                          <a:latin typeface="IBM Plex Sans"/>
                          <a:ea typeface="IBM Plex Sans"/>
                          <a:cs typeface="IBM Plex Sans"/>
                        </a:rPr>
                        <a:t>remain</a:t>
                      </a:r>
                      <a:r>
                        <a:rPr lang="en-US" sz="900" b="0" i="0" u="none" strike="noStrike" cap="none" noProof="0">
                          <a:solidFill>
                            <a:schemeClr val="dk1"/>
                          </a:solidFill>
                          <a:latin typeface="IBM Plex Sans"/>
                          <a:ea typeface="IBM Plex Sans"/>
                          <a:cs typeface="IBM Plex Sans"/>
                          <a:sym typeface="IBM Plex Sans"/>
                        </a:rPr>
                        <a:t> more limited</a:t>
                      </a:r>
                      <a:r>
                        <a:rPr lang="en-US" sz="900" b="0" i="0" u="none" strike="noStrike" cap="none" baseline="30000" noProof="0">
                          <a:solidFill>
                            <a:schemeClr val="dk1"/>
                          </a:solidFill>
                          <a:latin typeface="IBM Plex Sans"/>
                          <a:ea typeface="IBM Plex Sans"/>
                          <a:cs typeface="IBM Plex Sans"/>
                          <a:sym typeface="IBM Plex Sans"/>
                        </a:rPr>
                        <a:t>1,2</a:t>
                      </a:r>
                    </a:p>
                  </a:txBody>
                  <a:tcPr marL="72000" marR="7200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chemeClr val="dk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AI Tools improved significantly with broader support for images, screenshots and PDFs, widening the gap with traditional search</a:t>
                      </a:r>
                      <a:r>
                        <a:rPr lang="en-US" sz="900" b="0" i="0" u="none" strike="noStrike" cap="none" baseline="30000" noProof="0">
                          <a:solidFill>
                            <a:schemeClr val="dk1"/>
                          </a:solidFill>
                          <a:latin typeface="IBM Plex Sans"/>
                          <a:ea typeface="IBM Plex Sans"/>
                          <a:cs typeface="IBM Plex Sans"/>
                          <a:sym typeface="IBM Plex Sans"/>
                        </a:rPr>
                        <a:t>8</a:t>
                      </a:r>
                    </a:p>
                  </a:txBody>
                  <a:tcPr marL="72000" marR="7200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tcPr>
                </a:tc>
                <a:extLst>
                  <a:ext uri="{0D108BD9-81ED-4DB2-BD59-A6C34878D82A}">
                    <a16:rowId xmlns:a16="http://schemas.microsoft.com/office/drawing/2014/main" val="10003"/>
                  </a:ext>
                </a:extLst>
              </a:tr>
              <a:tr h="497260">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ea typeface="IBM Plex Sans"/>
                          <a:cs typeface="IBM Plex Sans"/>
                          <a:sym typeface="IBM Plex Sans"/>
                        </a:rPr>
                        <a:t>Response Quality </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AI tools and  Overviews provide high-quality and relevant responses; traditional tools results require sifting, keywords</a:t>
                      </a:r>
                      <a:r>
                        <a:rPr lang="en-US" sz="900" b="0" i="0" u="none" strike="noStrike" cap="none" baseline="30000" noProof="0">
                          <a:solidFill>
                            <a:schemeClr val="dk1"/>
                          </a:solidFill>
                          <a:latin typeface="IBM Plex Sans"/>
                          <a:ea typeface="IBM Plex Sans"/>
                          <a:cs typeface="IBM Plex Sans"/>
                          <a:sym typeface="IBM Plex Sans"/>
                        </a:rPr>
                        <a:t>2,3</a:t>
                      </a:r>
                    </a:p>
                  </a:txBody>
                  <a:tcPr marL="72000" marR="7200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chemeClr val="dk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Public perception worsened as AI errors and hallucinations became more visible with AIO appearing in ~50 percent of searches</a:t>
                      </a:r>
                      <a:r>
                        <a:rPr lang="en-US" sz="900" b="0" i="0" u="none" strike="noStrike" cap="none" baseline="30000" noProof="0">
                          <a:solidFill>
                            <a:schemeClr val="dk1"/>
                          </a:solidFill>
                          <a:latin typeface="IBM Plex Sans"/>
                          <a:ea typeface="IBM Plex Sans"/>
                          <a:cs typeface="IBM Plex Sans"/>
                          <a:sym typeface="IBM Plex Sans"/>
                        </a:rPr>
                        <a:t>12</a:t>
                      </a:r>
                    </a:p>
                  </a:txBody>
                  <a:tcPr marL="72000" marR="7200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3304326831"/>
                  </a:ext>
                </a:extLst>
              </a:tr>
              <a:tr h="369290">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sym typeface="Arial"/>
                        </a:rPr>
                        <a:t>Discovery &amp; inspiration</a:t>
                      </a:r>
                    </a:p>
                  </a:txBody>
                  <a:tcPr marL="72000" marR="72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sym typeface="Arial"/>
                        </a:rPr>
                        <a:t>Users increasingly start shopping, travel, and lifestyle exploration on social platforms and creator-led content</a:t>
                      </a:r>
                      <a:endParaRPr lang="en-US" sz="900" b="0" i="0" u="none" strike="noStrike" cap="none" noProof="0">
                        <a:solidFill>
                          <a:schemeClr val="dk1"/>
                        </a:solidFill>
                        <a:latin typeface="IBM Plex Sans"/>
                        <a:ea typeface="IBM Plex Sans"/>
                        <a:cs typeface="IBM Plex Sans"/>
                        <a:sym typeface="IBM Plex Sans"/>
                      </a:endParaRPr>
                    </a:p>
                  </a:txBody>
                  <a:tcPr marL="72000" marR="7200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defTabSz="914400" rtl="0" eaLnBrk="1" fontAlgn="auto" latinLnBrk="0" hangingPunct="1">
                        <a:lnSpc>
                          <a:spcPct val="100000"/>
                        </a:lnSpc>
                        <a:spcBef>
                          <a:spcPts val="0"/>
                        </a:spcBef>
                        <a:spcAft>
                          <a:spcPts val="0"/>
                        </a:spcAft>
                        <a:buClr>
                          <a:schemeClr val="dk1"/>
                        </a:buClr>
                        <a:buSzPts val="1100"/>
                        <a:buFont typeface="Arial"/>
                        <a:buNone/>
                        <a:tabLst/>
                        <a:defRPr/>
                      </a:pPr>
                      <a:r>
                        <a:rPr lang="en-US" sz="900" b="0" i="0" u="none" strike="noStrike" cap="none" baseline="0" noProof="0">
                          <a:solidFill>
                            <a:schemeClr val="dk1"/>
                          </a:solidFill>
                          <a:latin typeface="IBM Plex Sans"/>
                          <a:ea typeface="IBM Plex Sans"/>
                          <a:cs typeface="IBM Plex Sans"/>
                          <a:sym typeface="IBM Plex Sans"/>
                        </a:rPr>
                        <a:t>Social platforms expanded in-search discovery features </a:t>
                      </a:r>
                    </a:p>
                  </a:txBody>
                  <a:tcPr marL="72000" marR="7200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2828784382"/>
                  </a:ext>
                </a:extLst>
              </a:tr>
              <a:tr h="369290">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sym typeface="Arial"/>
                        </a:rPr>
                        <a:t>Commerce &amp; Product Eval.</a:t>
                      </a:r>
                    </a:p>
                  </a:txBody>
                  <a:tcPr marL="72000" marR="72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900" b="0" i="0" u="none" strike="noStrike" cap="none" baseline="0" noProof="0">
                          <a:solidFill>
                            <a:schemeClr val="dk1"/>
                          </a:solidFill>
                          <a:latin typeface="IBM Plex Sans"/>
                          <a:ea typeface="IBM Plex Sans"/>
                          <a:cs typeface="IBM Plex Sans"/>
                          <a:sym typeface="IBM Plex Sans"/>
                        </a:rPr>
                        <a:t>Social and AI-assisted surfaces increasingly complement traditional search for evaluation</a:t>
                      </a:r>
                    </a:p>
                  </a:txBody>
                  <a:tcPr marL="72000" marR="7200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defTabSz="914400" rtl="0" eaLnBrk="1" fontAlgn="auto" latinLnBrk="0" hangingPunct="1">
                        <a:lnSpc>
                          <a:spcPct val="100000"/>
                        </a:lnSpc>
                        <a:spcBef>
                          <a:spcPts val="0"/>
                        </a:spcBef>
                        <a:spcAft>
                          <a:spcPts val="0"/>
                        </a:spcAft>
                        <a:buClr>
                          <a:schemeClr val="dk1"/>
                        </a:buClr>
                        <a:buSzPts val="1100"/>
                        <a:buFont typeface="Arial"/>
                        <a:buNone/>
                        <a:tabLst/>
                        <a:defRPr/>
                      </a:pPr>
                      <a:r>
                        <a:rPr lang="en-US" sz="900" b="0" i="0" u="none" strike="noStrike" cap="none" baseline="0" noProof="0">
                          <a:solidFill>
                            <a:schemeClr val="dk1"/>
                          </a:solidFill>
                          <a:latin typeface="IBM Plex Sans"/>
                          <a:ea typeface="IBM Plex Sans"/>
                          <a:cs typeface="IBM Plex Sans"/>
                          <a:sym typeface="IBM Plex Sans"/>
                        </a:rPr>
                        <a:t>AI Overviews, shoppable social formats, and in-chat comparisons improved evaluation workflows</a:t>
                      </a:r>
                    </a:p>
                  </a:txBody>
                  <a:tcPr marL="72000" marR="7200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2530995937"/>
                  </a:ext>
                </a:extLst>
              </a:tr>
              <a:tr h="643517">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ea typeface="IBM Plex Sans"/>
                          <a:cs typeface="IBM Plex Sans"/>
                          <a:sym typeface="IBM Plex Sans"/>
                        </a:rPr>
                        <a:t>Real-Time Information</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Traditional tools and Summaries provide real-time and up-to-date responses; AI tools continue to have cut-off dates</a:t>
                      </a:r>
                      <a:r>
                        <a:rPr lang="en-US" sz="900" b="0" i="0" u="none" strike="noStrike" cap="none" baseline="30000" noProof="0">
                          <a:solidFill>
                            <a:schemeClr val="dk1"/>
                          </a:solidFill>
                          <a:latin typeface="IBM Plex Sans"/>
                          <a:ea typeface="IBM Plex Sans"/>
                          <a:cs typeface="IBM Plex Sans"/>
                          <a:sym typeface="IBM Plex Sans"/>
                        </a:rPr>
                        <a:t>2, 14</a:t>
                      </a:r>
                    </a:p>
                  </a:txBody>
                  <a:tcPr marL="72000" marR="7200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chemeClr val="dk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AI Tools improved with more real-time grounding and live web retrieval, but accuracy on fast-changing information remains inconsistent, so traditional search </a:t>
                      </a:r>
                      <a:r>
                        <a:rPr lang="en-US" sz="900" b="0" i="0" u="none" strike="noStrike" cap="none" noProof="0">
                          <a:solidFill>
                            <a:schemeClr val="dk1"/>
                          </a:solidFill>
                          <a:latin typeface="IBM Plex Sans"/>
                          <a:ea typeface="IBM Plex Sans"/>
                          <a:cs typeface="IBM Plex Sans"/>
                        </a:rPr>
                        <a:t>remains </a:t>
                      </a:r>
                      <a:r>
                        <a:rPr lang="en-US" sz="900" b="0" i="0" u="none" strike="noStrike" cap="none" noProof="0">
                          <a:solidFill>
                            <a:schemeClr val="dk1"/>
                          </a:solidFill>
                          <a:latin typeface="IBM Plex Sans"/>
                          <a:ea typeface="IBM Plex Sans"/>
                          <a:cs typeface="IBM Plex Sans"/>
                          <a:sym typeface="IBM Plex Sans"/>
                        </a:rPr>
                        <a:t>more reliable</a:t>
                      </a:r>
                      <a:r>
                        <a:rPr lang="en-US" sz="900" b="0" i="0" u="none" strike="noStrike" cap="none" noProof="0">
                          <a:solidFill>
                            <a:schemeClr val="dk1"/>
                          </a:solidFill>
                          <a:latin typeface="IBM Plex Sans"/>
                          <a:ea typeface="IBM Plex Sans"/>
                          <a:cs typeface="IBM Plex Sans"/>
                        </a:rPr>
                        <a:t>,</a:t>
                      </a:r>
                      <a:r>
                        <a:rPr lang="en-US" sz="900" b="0" i="0" u="none" strike="noStrike" cap="none" noProof="0">
                          <a:solidFill>
                            <a:schemeClr val="dk1"/>
                          </a:solidFill>
                          <a:latin typeface="IBM Plex Sans"/>
                          <a:ea typeface="IBM Plex Sans"/>
                          <a:cs typeface="IBM Plex Sans"/>
                          <a:sym typeface="IBM Plex Sans"/>
                        </a:rPr>
                        <a:t> </a:t>
                      </a:r>
                      <a:r>
                        <a:rPr lang="en-US" sz="900" b="0" i="0" u="none" strike="noStrike" cap="none" noProof="0">
                          <a:solidFill>
                            <a:schemeClr val="dk1"/>
                          </a:solidFill>
                          <a:latin typeface="IBM Plex Sans"/>
                          <a:ea typeface="IBM Plex Sans"/>
                          <a:cs typeface="IBM Plex Sans"/>
                        </a:rPr>
                        <a:t>including </a:t>
                      </a:r>
                      <a:r>
                        <a:rPr lang="en-US" sz="900" b="0" i="0" u="none" strike="noStrike" cap="none" noProof="0">
                          <a:solidFill>
                            <a:schemeClr val="dk1"/>
                          </a:solidFill>
                          <a:latin typeface="IBM Plex Sans"/>
                          <a:ea typeface="IBM Plex Sans"/>
                          <a:cs typeface="IBM Plex Sans"/>
                          <a:sym typeface="IBM Plex Sans"/>
                        </a:rPr>
                        <a:t>Google’s AI Overviews </a:t>
                      </a:r>
                      <a:r>
                        <a:rPr lang="en-US" sz="900" b="0" i="0" u="none" strike="noStrike" cap="none" baseline="30000" noProof="0">
                          <a:solidFill>
                            <a:schemeClr val="dk1"/>
                          </a:solidFill>
                          <a:latin typeface="IBM Plex Sans"/>
                          <a:ea typeface="IBM Plex Sans"/>
                          <a:cs typeface="IBM Plex Sans"/>
                          <a:sym typeface="IBM Plex Sans"/>
                        </a:rPr>
                        <a:t>9,14</a:t>
                      </a:r>
                    </a:p>
                  </a:txBody>
                  <a:tcPr marL="72000" marR="7200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4"/>
                  </a:ext>
                </a:extLst>
              </a:tr>
              <a:tr h="351003">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ea typeface="IBM Plex Sans"/>
                          <a:cs typeface="IBM Plex Sans"/>
                          <a:sym typeface="IBM Plex Sans"/>
                        </a:rPr>
                        <a:t>Privacy / Trust</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Traditional search trustworthy; AI tools &amp; Overviews are known to hallucinate / privacy concerns</a:t>
                      </a:r>
                      <a:r>
                        <a:rPr lang="en-US" sz="900" b="0" i="0" u="none" strike="noStrike" cap="none" baseline="30000" noProof="0">
                          <a:solidFill>
                            <a:schemeClr val="dk1"/>
                          </a:solidFill>
                          <a:latin typeface="IBM Plex Sans"/>
                          <a:ea typeface="IBM Plex Sans"/>
                          <a:cs typeface="IBM Plex Sans"/>
                          <a:sym typeface="IBM Plex Sans"/>
                        </a:rPr>
                        <a:t>2,3</a:t>
                      </a:r>
                    </a:p>
                  </a:txBody>
                  <a:tcPr marL="72000" marR="7200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chemeClr val="dk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AI declined as user trust dropped due to more public hallucination cases and concerns around opaque sourcing</a:t>
                      </a:r>
                      <a:r>
                        <a:rPr lang="en-US" sz="900" b="0" i="0" u="none" strike="noStrike" cap="none" baseline="30000" noProof="0">
                          <a:solidFill>
                            <a:schemeClr val="dk1"/>
                          </a:solidFill>
                          <a:latin typeface="IBM Plex Sans"/>
                          <a:ea typeface="IBM Plex Sans"/>
                          <a:cs typeface="IBM Plex Sans"/>
                          <a:sym typeface="IBM Plex Sans"/>
                        </a:rPr>
                        <a:t>10</a:t>
                      </a:r>
                    </a:p>
                  </a:txBody>
                  <a:tcPr marL="72000" marR="7200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5"/>
                  </a:ext>
                </a:extLst>
              </a:tr>
              <a:tr h="351003">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ea typeface="IBM Plex Sans"/>
                          <a:cs typeface="IBM Plex Sans"/>
                          <a:sym typeface="IBM Plex Sans"/>
                        </a:rPr>
                        <a:t>Accessibility</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Traditional tools and summaries are accessible to most users while AI tools more advanced and often paid for</a:t>
                      </a:r>
                      <a:r>
                        <a:rPr lang="en-US" sz="900" b="0" i="0" u="none" strike="noStrike" cap="none" baseline="30000" noProof="0">
                          <a:solidFill>
                            <a:schemeClr val="dk1"/>
                          </a:solidFill>
                          <a:latin typeface="IBM Plex Sans"/>
                          <a:ea typeface="IBM Plex Sans"/>
                          <a:cs typeface="IBM Plex Sans"/>
                          <a:sym typeface="IBM Plex Sans"/>
                        </a:rPr>
                        <a:t>4</a:t>
                      </a:r>
                    </a:p>
                  </a:txBody>
                  <a:tcPr marL="72000" marR="7200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chemeClr val="dk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AI Tools continues to require login or paid tiers, while Overviews and traditional search remained universally accessible</a:t>
                      </a:r>
                      <a:r>
                        <a:rPr lang="en-US" sz="900" b="0" i="0" u="none" strike="noStrike" cap="none" baseline="30000" noProof="0">
                          <a:solidFill>
                            <a:schemeClr val="dk1"/>
                          </a:solidFill>
                          <a:latin typeface="IBM Plex Sans"/>
                          <a:ea typeface="IBM Plex Sans"/>
                          <a:cs typeface="IBM Plex Sans"/>
                          <a:sym typeface="IBM Plex Sans"/>
                        </a:rPr>
                        <a:t>11</a:t>
                      </a:r>
                    </a:p>
                  </a:txBody>
                  <a:tcPr marL="72000" marR="7200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6"/>
                  </a:ext>
                </a:extLst>
              </a:tr>
              <a:tr h="497260">
                <a:tc>
                  <a:txBody>
                    <a:bodyPr/>
                    <a:lstStyle/>
                    <a:p>
                      <a:pPr marL="0" marR="0" lvl="0" indent="0" algn="l" rtl="0">
                        <a:lnSpc>
                          <a:spcPct val="100000"/>
                        </a:lnSpc>
                        <a:spcBef>
                          <a:spcPts val="0"/>
                        </a:spcBef>
                        <a:spcAft>
                          <a:spcPts val="0"/>
                        </a:spcAft>
                        <a:buClr>
                          <a:srgbClr val="000000"/>
                        </a:buClr>
                        <a:buSzPts val="1200"/>
                        <a:buFont typeface="Arial"/>
                        <a:buNone/>
                      </a:pPr>
                      <a:r>
                        <a:rPr lang="en-US" sz="900" b="1" i="0" u="none" strike="noStrike" cap="none" noProof="0">
                          <a:solidFill>
                            <a:schemeClr val="dk1"/>
                          </a:solidFill>
                          <a:latin typeface="IBM Plex Sans"/>
                          <a:ea typeface="IBM Plex Sans"/>
                          <a:cs typeface="IBM Plex Sans"/>
                          <a:sym typeface="IBM Plex Sans"/>
                        </a:rPr>
                        <a:t>Dynamic/Static </a:t>
                      </a:r>
                      <a:endParaRPr lang="en-US" sz="1400" u="none" strike="noStrike" cap="none" noProof="0">
                        <a:latin typeface="IBM Plex Sans"/>
                      </a:endParaRPr>
                    </a:p>
                  </a:txBody>
                  <a:tcPr marL="72000" marR="7200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baseline="30000"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endParaRPr lang="en-US" sz="900" b="0" i="0" u="none" strike="noStrike" cap="none" noProof="0">
                        <a:solidFill>
                          <a:schemeClr val="dk1"/>
                        </a:solidFill>
                        <a:latin typeface="IBM Plex Sans"/>
                        <a:ea typeface="IBM Plex Sans"/>
                        <a:cs typeface="IBM Plex Sans"/>
                        <a:sym typeface="IBM Plex Sans"/>
                      </a:endParaRPr>
                    </a:p>
                  </a:txBody>
                  <a:tcPr marL="72000" marR="7200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1200"/>
                        <a:buFont typeface="Arial"/>
                        <a:buNone/>
                      </a:pPr>
                      <a:r>
                        <a:rPr lang="en-US" sz="900" b="0" i="0" u="none" strike="noStrike" cap="none" noProof="0">
                          <a:solidFill>
                            <a:schemeClr val="dk1"/>
                          </a:solidFill>
                          <a:latin typeface="IBM Plex Sans"/>
                          <a:ea typeface="IBM Plex Sans"/>
                          <a:cs typeface="IBM Plex Sans"/>
                          <a:sym typeface="IBM Plex Sans"/>
                        </a:rPr>
                        <a:t>AI tools provide dynamic and tailored responses; traditional search results are more static and less personalized</a:t>
                      </a:r>
                      <a:r>
                        <a:rPr lang="en-US" sz="900" b="0" i="0" u="none" strike="noStrike" cap="none" noProof="0">
                          <a:solidFill>
                            <a:schemeClr val="dk1"/>
                          </a:solidFill>
                          <a:latin typeface="IBM Plex Sans"/>
                          <a:ea typeface="IBM Plex Sans"/>
                          <a:cs typeface="IBM Plex Sans"/>
                        </a:rPr>
                        <a:t>,</a:t>
                      </a:r>
                      <a:r>
                        <a:rPr lang="en-US" sz="900" b="0" i="0" u="none" strike="noStrike" cap="none" noProof="0">
                          <a:solidFill>
                            <a:schemeClr val="dk1"/>
                          </a:solidFill>
                          <a:latin typeface="IBM Plex Sans"/>
                          <a:ea typeface="IBM Plex Sans"/>
                          <a:cs typeface="IBM Plex Sans"/>
                          <a:sym typeface="IBM Plex Sans"/>
                        </a:rPr>
                        <a:t> Overviews </a:t>
                      </a:r>
                      <a:r>
                        <a:rPr lang="en-US" sz="900" b="0" i="0" u="none" strike="noStrike" cap="none" noProof="0">
                          <a:solidFill>
                            <a:schemeClr val="dk1"/>
                          </a:solidFill>
                          <a:latin typeface="IBM Plex Sans"/>
                          <a:ea typeface="IBM Plex Sans"/>
                          <a:cs typeface="IBM Plex Sans"/>
                        </a:rPr>
                        <a:t>sit</a:t>
                      </a:r>
                      <a:r>
                        <a:rPr lang="en-US" sz="900" b="0" i="0" u="none" strike="noStrike" cap="none" noProof="0">
                          <a:solidFill>
                            <a:schemeClr val="dk1"/>
                          </a:solidFill>
                          <a:latin typeface="IBM Plex Sans"/>
                          <a:ea typeface="IBM Plex Sans"/>
                          <a:cs typeface="IBM Plex Sans"/>
                          <a:sym typeface="IBM Plex Sans"/>
                        </a:rPr>
                        <a:t> in between</a:t>
                      </a:r>
                      <a:r>
                        <a:rPr lang="en-US" sz="900" b="0" i="0" u="none" strike="noStrike" cap="none" baseline="30000" noProof="0">
                          <a:solidFill>
                            <a:schemeClr val="dk1"/>
                          </a:solidFill>
                          <a:latin typeface="IBM Plex Sans"/>
                          <a:ea typeface="IBM Plex Sans"/>
                          <a:cs typeface="IBM Plex Sans"/>
                          <a:sym typeface="IBM Plex Sans"/>
                        </a:rPr>
                        <a:t>4,5</a:t>
                      </a:r>
                    </a:p>
                  </a:txBody>
                  <a:tcPr marL="72000" marR="7200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chemeClr val="dk1"/>
                        </a:buClr>
                        <a:buSzPts val="1100"/>
                        <a:buFont typeface="Arial"/>
                        <a:buNone/>
                      </a:pPr>
                      <a:r>
                        <a:rPr lang="en-US" sz="900" b="0" i="0" u="none" strike="noStrike" cap="none" noProof="0">
                          <a:solidFill>
                            <a:schemeClr val="dk1"/>
                          </a:solidFill>
                          <a:latin typeface="IBM Plex Sans"/>
                          <a:ea typeface="IBM Plex Sans"/>
                          <a:cs typeface="IBM Plex Sans"/>
                          <a:sym typeface="IBM Plex Sans"/>
                        </a:rPr>
                        <a:t>AI improved, offering more adaptive and conversational responses, while traditional search remained unchanged, Summaries are still improving</a:t>
                      </a:r>
                      <a:r>
                        <a:rPr lang="en-US" sz="900" b="0" i="0" u="none" strike="noStrike" cap="none" baseline="30000" noProof="0">
                          <a:solidFill>
                            <a:schemeClr val="dk1"/>
                          </a:solidFill>
                          <a:latin typeface="IBM Plex Sans"/>
                          <a:ea typeface="IBM Plex Sans"/>
                          <a:cs typeface="IBM Plex Sans"/>
                          <a:sym typeface="IBM Plex Sans"/>
                        </a:rPr>
                        <a:t>13</a:t>
                      </a:r>
                    </a:p>
                  </a:txBody>
                  <a:tcPr marL="72000" marR="7200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8"/>
                  </a:ext>
                </a:extLst>
              </a:tr>
            </a:tbl>
          </a:graphicData>
        </a:graphic>
      </p:graphicFrame>
      <p:grpSp>
        <p:nvGrpSpPr>
          <p:cNvPr id="1355" name="Google Shape;1355;g3b23322d595_2_396"/>
          <p:cNvGrpSpPr/>
          <p:nvPr/>
        </p:nvGrpSpPr>
        <p:grpSpPr>
          <a:xfrm>
            <a:off x="2092384" y="1728593"/>
            <a:ext cx="236959" cy="236959"/>
            <a:chOff x="1958755" y="1987227"/>
            <a:chExt cx="279148" cy="279148"/>
          </a:xfrm>
        </p:grpSpPr>
        <p:sp>
          <p:nvSpPr>
            <p:cNvPr id="1356" name="Google Shape;1356;g3b23322d595_2_396"/>
            <p:cNvSpPr/>
            <p:nvPr/>
          </p:nvSpPr>
          <p:spPr>
            <a:xfrm>
              <a:off x="1958755" y="198722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57" name="Google Shape;1357;g3b23322d595_2_396"/>
            <p:cNvSpPr/>
            <p:nvPr/>
          </p:nvSpPr>
          <p:spPr>
            <a:xfrm>
              <a:off x="1958755" y="1987227"/>
              <a:ext cx="279148" cy="279148"/>
            </a:xfrm>
            <a:prstGeom prst="pie">
              <a:avLst>
                <a:gd name="adj1" fmla="val 13542287"/>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58" name="Google Shape;1358;g3b23322d595_2_396"/>
          <p:cNvGrpSpPr/>
          <p:nvPr/>
        </p:nvGrpSpPr>
        <p:grpSpPr>
          <a:xfrm>
            <a:off x="2092384" y="2088632"/>
            <a:ext cx="236959" cy="236959"/>
            <a:chOff x="1958755" y="2442765"/>
            <a:chExt cx="279148" cy="279148"/>
          </a:xfrm>
        </p:grpSpPr>
        <p:sp>
          <p:nvSpPr>
            <p:cNvPr id="1359" name="Google Shape;1359;g3b23322d595_2_396"/>
            <p:cNvSpPr/>
            <p:nvPr/>
          </p:nvSpPr>
          <p:spPr>
            <a:xfrm>
              <a:off x="1958755" y="2442765"/>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60" name="Google Shape;1360;g3b23322d595_2_396"/>
            <p:cNvSpPr/>
            <p:nvPr/>
          </p:nvSpPr>
          <p:spPr>
            <a:xfrm>
              <a:off x="1958755" y="2442765"/>
              <a:ext cx="279148" cy="279148"/>
            </a:xfrm>
            <a:prstGeom prst="pie">
              <a:avLst>
                <a:gd name="adj1" fmla="val 10727326"/>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61" name="Google Shape;1361;g3b23322d595_2_396"/>
          <p:cNvGrpSpPr/>
          <p:nvPr/>
        </p:nvGrpSpPr>
        <p:grpSpPr>
          <a:xfrm>
            <a:off x="2092384" y="2528067"/>
            <a:ext cx="236959" cy="236959"/>
            <a:chOff x="1958755" y="2898303"/>
            <a:chExt cx="279148" cy="279148"/>
          </a:xfrm>
        </p:grpSpPr>
        <p:sp>
          <p:nvSpPr>
            <p:cNvPr id="1362" name="Google Shape;1362;g3b23322d595_2_396"/>
            <p:cNvSpPr/>
            <p:nvPr/>
          </p:nvSpPr>
          <p:spPr>
            <a:xfrm>
              <a:off x="1958755" y="2898303"/>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63" name="Google Shape;1363;g3b23322d595_2_396"/>
            <p:cNvSpPr/>
            <p:nvPr/>
          </p:nvSpPr>
          <p:spPr>
            <a:xfrm>
              <a:off x="1958755" y="2898303"/>
              <a:ext cx="279148" cy="279148"/>
            </a:xfrm>
            <a:prstGeom prst="pie">
              <a:avLst>
                <a:gd name="adj1" fmla="val 13542287"/>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64" name="Google Shape;1364;g3b23322d595_2_396"/>
          <p:cNvGrpSpPr/>
          <p:nvPr/>
        </p:nvGrpSpPr>
        <p:grpSpPr>
          <a:xfrm>
            <a:off x="2092384" y="4364024"/>
            <a:ext cx="236959" cy="236959"/>
            <a:chOff x="1958755" y="3353841"/>
            <a:chExt cx="279148" cy="279148"/>
          </a:xfrm>
        </p:grpSpPr>
        <p:sp>
          <p:nvSpPr>
            <p:cNvPr id="1365" name="Google Shape;1365;g3b23322d595_2_396"/>
            <p:cNvSpPr/>
            <p:nvPr/>
          </p:nvSpPr>
          <p:spPr>
            <a:xfrm>
              <a:off x="1958755" y="3353841"/>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66" name="Google Shape;1366;g3b23322d595_2_396"/>
            <p:cNvSpPr/>
            <p:nvPr/>
          </p:nvSpPr>
          <p:spPr>
            <a:xfrm>
              <a:off x="1958755" y="3353841"/>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67" name="Google Shape;1367;g3b23322d595_2_396"/>
          <p:cNvGrpSpPr/>
          <p:nvPr/>
        </p:nvGrpSpPr>
        <p:grpSpPr>
          <a:xfrm>
            <a:off x="2092384" y="4839190"/>
            <a:ext cx="236959" cy="236959"/>
            <a:chOff x="1958755" y="3809379"/>
            <a:chExt cx="279148" cy="279148"/>
          </a:xfrm>
        </p:grpSpPr>
        <p:sp>
          <p:nvSpPr>
            <p:cNvPr id="1368" name="Google Shape;1368;g3b23322d595_2_396"/>
            <p:cNvSpPr/>
            <p:nvPr/>
          </p:nvSpPr>
          <p:spPr>
            <a:xfrm>
              <a:off x="1958755" y="3809379"/>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69" name="Google Shape;1369;g3b23322d595_2_396"/>
            <p:cNvSpPr/>
            <p:nvPr/>
          </p:nvSpPr>
          <p:spPr>
            <a:xfrm>
              <a:off x="1958755" y="3809379"/>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70" name="Google Shape;1370;g3b23322d595_2_396"/>
          <p:cNvGrpSpPr/>
          <p:nvPr/>
        </p:nvGrpSpPr>
        <p:grpSpPr>
          <a:xfrm>
            <a:off x="2092384" y="5185206"/>
            <a:ext cx="236959" cy="236959"/>
            <a:chOff x="1958755" y="4264917"/>
            <a:chExt cx="279148" cy="279148"/>
          </a:xfrm>
        </p:grpSpPr>
        <p:sp>
          <p:nvSpPr>
            <p:cNvPr id="1371" name="Google Shape;1371;g3b23322d595_2_396"/>
            <p:cNvSpPr/>
            <p:nvPr/>
          </p:nvSpPr>
          <p:spPr>
            <a:xfrm>
              <a:off x="1958755" y="426491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72" name="Google Shape;1372;g3b23322d595_2_396"/>
            <p:cNvSpPr/>
            <p:nvPr/>
          </p:nvSpPr>
          <p:spPr>
            <a:xfrm>
              <a:off x="1958755" y="4264917"/>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73" name="Google Shape;1373;g3b23322d595_2_396"/>
          <p:cNvGrpSpPr/>
          <p:nvPr/>
        </p:nvGrpSpPr>
        <p:grpSpPr>
          <a:xfrm>
            <a:off x="2092384" y="3024873"/>
            <a:ext cx="236959" cy="236959"/>
            <a:chOff x="1958755" y="4720455"/>
            <a:chExt cx="279148" cy="279148"/>
          </a:xfrm>
        </p:grpSpPr>
        <p:sp>
          <p:nvSpPr>
            <p:cNvPr id="1374" name="Google Shape;1374;g3b23322d595_2_396"/>
            <p:cNvSpPr/>
            <p:nvPr/>
          </p:nvSpPr>
          <p:spPr>
            <a:xfrm>
              <a:off x="1958755" y="4720455"/>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75" name="Google Shape;1375;g3b23322d595_2_396"/>
            <p:cNvSpPr/>
            <p:nvPr/>
          </p:nvSpPr>
          <p:spPr>
            <a:xfrm>
              <a:off x="1958755" y="4720455"/>
              <a:ext cx="279148" cy="279148"/>
            </a:xfrm>
            <a:prstGeom prst="pie">
              <a:avLst>
                <a:gd name="adj1" fmla="val 5483848"/>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76" name="Google Shape;1376;g3b23322d595_2_396"/>
          <p:cNvGrpSpPr/>
          <p:nvPr/>
        </p:nvGrpSpPr>
        <p:grpSpPr>
          <a:xfrm>
            <a:off x="2092384" y="5605574"/>
            <a:ext cx="236959" cy="236959"/>
            <a:chOff x="1958755" y="5191868"/>
            <a:chExt cx="279148" cy="279148"/>
          </a:xfrm>
        </p:grpSpPr>
        <p:sp>
          <p:nvSpPr>
            <p:cNvPr id="1377" name="Google Shape;1377;g3b23322d595_2_396"/>
            <p:cNvSpPr/>
            <p:nvPr/>
          </p:nvSpPr>
          <p:spPr>
            <a:xfrm>
              <a:off x="1958755" y="5191868"/>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78" name="Google Shape;1378;g3b23322d595_2_396"/>
            <p:cNvSpPr/>
            <p:nvPr/>
          </p:nvSpPr>
          <p:spPr>
            <a:xfrm>
              <a:off x="1958755" y="5191868"/>
              <a:ext cx="279148" cy="279148"/>
            </a:xfrm>
            <a:prstGeom prst="pie">
              <a:avLst>
                <a:gd name="adj1" fmla="val 13542287"/>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79" name="Google Shape;1379;g3b23322d595_2_396"/>
          <p:cNvGrpSpPr/>
          <p:nvPr/>
        </p:nvGrpSpPr>
        <p:grpSpPr>
          <a:xfrm>
            <a:off x="3597894" y="1728593"/>
            <a:ext cx="236959" cy="236959"/>
            <a:chOff x="3164630" y="1987227"/>
            <a:chExt cx="279148" cy="279148"/>
          </a:xfrm>
        </p:grpSpPr>
        <p:sp>
          <p:nvSpPr>
            <p:cNvPr id="1380" name="Google Shape;1380;g3b23322d595_2_396"/>
            <p:cNvSpPr/>
            <p:nvPr/>
          </p:nvSpPr>
          <p:spPr>
            <a:xfrm>
              <a:off x="3164630" y="198722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81" name="Google Shape;1381;g3b23322d595_2_396"/>
            <p:cNvSpPr/>
            <p:nvPr/>
          </p:nvSpPr>
          <p:spPr>
            <a:xfrm>
              <a:off x="3164630" y="1987227"/>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82" name="Google Shape;1382;g3b23322d595_2_396"/>
          <p:cNvGrpSpPr/>
          <p:nvPr/>
        </p:nvGrpSpPr>
        <p:grpSpPr>
          <a:xfrm>
            <a:off x="3597894" y="2088632"/>
            <a:ext cx="236959" cy="236959"/>
            <a:chOff x="3164630" y="2442765"/>
            <a:chExt cx="279148" cy="279148"/>
          </a:xfrm>
        </p:grpSpPr>
        <p:sp>
          <p:nvSpPr>
            <p:cNvPr id="1383" name="Google Shape;1383;g3b23322d595_2_396"/>
            <p:cNvSpPr/>
            <p:nvPr/>
          </p:nvSpPr>
          <p:spPr>
            <a:xfrm>
              <a:off x="3164630" y="2442765"/>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84" name="Google Shape;1384;g3b23322d595_2_396"/>
            <p:cNvSpPr/>
            <p:nvPr/>
          </p:nvSpPr>
          <p:spPr>
            <a:xfrm>
              <a:off x="3164630" y="2442765"/>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85" name="Google Shape;1385;g3b23322d595_2_396"/>
          <p:cNvGrpSpPr/>
          <p:nvPr/>
        </p:nvGrpSpPr>
        <p:grpSpPr>
          <a:xfrm>
            <a:off x="3597894" y="2528067"/>
            <a:ext cx="236959" cy="236959"/>
            <a:chOff x="3164630" y="2898303"/>
            <a:chExt cx="279148" cy="279148"/>
          </a:xfrm>
        </p:grpSpPr>
        <p:sp>
          <p:nvSpPr>
            <p:cNvPr id="1386" name="Google Shape;1386;g3b23322d595_2_396"/>
            <p:cNvSpPr/>
            <p:nvPr/>
          </p:nvSpPr>
          <p:spPr>
            <a:xfrm>
              <a:off x="3164630" y="2898303"/>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87" name="Google Shape;1387;g3b23322d595_2_396"/>
            <p:cNvSpPr/>
            <p:nvPr/>
          </p:nvSpPr>
          <p:spPr>
            <a:xfrm>
              <a:off x="3164630" y="2898303"/>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88" name="Google Shape;1388;g3b23322d595_2_396"/>
          <p:cNvGrpSpPr/>
          <p:nvPr/>
        </p:nvGrpSpPr>
        <p:grpSpPr>
          <a:xfrm>
            <a:off x="3597894" y="4839190"/>
            <a:ext cx="236959" cy="236959"/>
            <a:chOff x="3164630" y="3809379"/>
            <a:chExt cx="279148" cy="279148"/>
          </a:xfrm>
        </p:grpSpPr>
        <p:sp>
          <p:nvSpPr>
            <p:cNvPr id="1389" name="Google Shape;1389;g3b23322d595_2_396"/>
            <p:cNvSpPr/>
            <p:nvPr/>
          </p:nvSpPr>
          <p:spPr>
            <a:xfrm>
              <a:off x="3164630" y="3809379"/>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90" name="Google Shape;1390;g3b23322d595_2_396"/>
            <p:cNvSpPr/>
            <p:nvPr/>
          </p:nvSpPr>
          <p:spPr>
            <a:xfrm>
              <a:off x="3164630" y="3809379"/>
              <a:ext cx="279148" cy="279148"/>
            </a:xfrm>
            <a:prstGeom prst="pie">
              <a:avLst>
                <a:gd name="adj1" fmla="val 10751346"/>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91" name="Google Shape;1391;g3b23322d595_2_396"/>
          <p:cNvGrpSpPr/>
          <p:nvPr/>
        </p:nvGrpSpPr>
        <p:grpSpPr>
          <a:xfrm>
            <a:off x="3597894" y="5185206"/>
            <a:ext cx="236959" cy="236959"/>
            <a:chOff x="3164630" y="4264917"/>
            <a:chExt cx="279148" cy="279148"/>
          </a:xfrm>
        </p:grpSpPr>
        <p:sp>
          <p:nvSpPr>
            <p:cNvPr id="1392" name="Google Shape;1392;g3b23322d595_2_396"/>
            <p:cNvSpPr/>
            <p:nvPr/>
          </p:nvSpPr>
          <p:spPr>
            <a:xfrm>
              <a:off x="3164630" y="426491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93" name="Google Shape;1393;g3b23322d595_2_396"/>
            <p:cNvSpPr/>
            <p:nvPr/>
          </p:nvSpPr>
          <p:spPr>
            <a:xfrm>
              <a:off x="3164630" y="4264917"/>
              <a:ext cx="279148" cy="279148"/>
            </a:xfrm>
            <a:prstGeom prst="pie">
              <a:avLst>
                <a:gd name="adj1" fmla="val 535289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94" name="Google Shape;1394;g3b23322d595_2_396"/>
          <p:cNvGrpSpPr/>
          <p:nvPr/>
        </p:nvGrpSpPr>
        <p:grpSpPr>
          <a:xfrm>
            <a:off x="3597894" y="5605574"/>
            <a:ext cx="236959" cy="236959"/>
            <a:chOff x="3164630" y="5191868"/>
            <a:chExt cx="279148" cy="279148"/>
          </a:xfrm>
        </p:grpSpPr>
        <p:sp>
          <p:nvSpPr>
            <p:cNvPr id="1395" name="Google Shape;1395;g3b23322d595_2_396"/>
            <p:cNvSpPr/>
            <p:nvPr/>
          </p:nvSpPr>
          <p:spPr>
            <a:xfrm>
              <a:off x="3164630" y="5191868"/>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96" name="Google Shape;1396;g3b23322d595_2_396"/>
            <p:cNvSpPr/>
            <p:nvPr/>
          </p:nvSpPr>
          <p:spPr>
            <a:xfrm>
              <a:off x="3164630" y="5191868"/>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97" name="Google Shape;1397;g3b23322d595_2_396"/>
          <p:cNvGrpSpPr/>
          <p:nvPr/>
        </p:nvGrpSpPr>
        <p:grpSpPr>
          <a:xfrm>
            <a:off x="4351264" y="1722243"/>
            <a:ext cx="236959" cy="236959"/>
            <a:chOff x="1958755" y="1987227"/>
            <a:chExt cx="279148" cy="279148"/>
          </a:xfrm>
        </p:grpSpPr>
        <p:sp>
          <p:nvSpPr>
            <p:cNvPr id="1398" name="Google Shape;1398;g3b23322d595_2_396"/>
            <p:cNvSpPr/>
            <p:nvPr/>
          </p:nvSpPr>
          <p:spPr>
            <a:xfrm>
              <a:off x="1958755" y="198722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399" name="Google Shape;1399;g3b23322d595_2_396"/>
            <p:cNvSpPr/>
            <p:nvPr/>
          </p:nvSpPr>
          <p:spPr>
            <a:xfrm>
              <a:off x="1958755" y="1987227"/>
              <a:ext cx="279148" cy="279148"/>
            </a:xfrm>
            <a:prstGeom prst="pie">
              <a:avLst>
                <a:gd name="adj1" fmla="val 13542287"/>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00" name="Google Shape;1400;g3b23322d595_2_396"/>
          <p:cNvGrpSpPr/>
          <p:nvPr/>
        </p:nvGrpSpPr>
        <p:grpSpPr>
          <a:xfrm>
            <a:off x="4351264" y="2088632"/>
            <a:ext cx="236959" cy="236959"/>
            <a:chOff x="1958755" y="2442765"/>
            <a:chExt cx="279148" cy="279148"/>
          </a:xfrm>
        </p:grpSpPr>
        <p:sp>
          <p:nvSpPr>
            <p:cNvPr id="1401" name="Google Shape;1401;g3b23322d595_2_396"/>
            <p:cNvSpPr/>
            <p:nvPr/>
          </p:nvSpPr>
          <p:spPr>
            <a:xfrm>
              <a:off x="1958755" y="2442765"/>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02" name="Google Shape;1402;g3b23322d595_2_396"/>
            <p:cNvSpPr/>
            <p:nvPr/>
          </p:nvSpPr>
          <p:spPr>
            <a:xfrm>
              <a:off x="1958755" y="2442765"/>
              <a:ext cx="279148" cy="279148"/>
            </a:xfrm>
            <a:prstGeom prst="pie">
              <a:avLst>
                <a:gd name="adj1" fmla="val 10727326"/>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06" name="Google Shape;1406;g3b23322d595_2_396"/>
          <p:cNvGrpSpPr/>
          <p:nvPr/>
        </p:nvGrpSpPr>
        <p:grpSpPr>
          <a:xfrm>
            <a:off x="4351264" y="4364024"/>
            <a:ext cx="236959" cy="236959"/>
            <a:chOff x="1958755" y="3353841"/>
            <a:chExt cx="279148" cy="279148"/>
          </a:xfrm>
        </p:grpSpPr>
        <p:sp>
          <p:nvSpPr>
            <p:cNvPr id="1407" name="Google Shape;1407;g3b23322d595_2_396"/>
            <p:cNvSpPr/>
            <p:nvPr/>
          </p:nvSpPr>
          <p:spPr>
            <a:xfrm>
              <a:off x="1958755" y="3353841"/>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08" name="Google Shape;1408;g3b23322d595_2_396"/>
            <p:cNvSpPr/>
            <p:nvPr/>
          </p:nvSpPr>
          <p:spPr>
            <a:xfrm>
              <a:off x="1958755" y="3353841"/>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09" name="Google Shape;1409;g3b23322d595_2_396"/>
          <p:cNvGrpSpPr/>
          <p:nvPr/>
        </p:nvGrpSpPr>
        <p:grpSpPr>
          <a:xfrm>
            <a:off x="4351264" y="4839190"/>
            <a:ext cx="236959" cy="236959"/>
            <a:chOff x="1958755" y="4720455"/>
            <a:chExt cx="279148" cy="279148"/>
          </a:xfrm>
        </p:grpSpPr>
        <p:sp>
          <p:nvSpPr>
            <p:cNvPr id="1410" name="Google Shape;1410;g3b23322d595_2_396"/>
            <p:cNvSpPr/>
            <p:nvPr/>
          </p:nvSpPr>
          <p:spPr>
            <a:xfrm>
              <a:off x="1958755" y="4720455"/>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11" name="Google Shape;1411;g3b23322d595_2_396"/>
            <p:cNvSpPr/>
            <p:nvPr/>
          </p:nvSpPr>
          <p:spPr>
            <a:xfrm>
              <a:off x="1958755" y="4720455"/>
              <a:ext cx="279148" cy="279148"/>
            </a:xfrm>
            <a:prstGeom prst="pie">
              <a:avLst>
                <a:gd name="adj1" fmla="val 5483848"/>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12" name="Google Shape;1412;g3b23322d595_2_396"/>
          <p:cNvGrpSpPr/>
          <p:nvPr/>
        </p:nvGrpSpPr>
        <p:grpSpPr>
          <a:xfrm>
            <a:off x="4351264" y="5185206"/>
            <a:ext cx="236959" cy="236959"/>
            <a:chOff x="1958755" y="4264917"/>
            <a:chExt cx="279148" cy="279148"/>
          </a:xfrm>
        </p:grpSpPr>
        <p:sp>
          <p:nvSpPr>
            <p:cNvPr id="1413" name="Google Shape;1413;g3b23322d595_2_396"/>
            <p:cNvSpPr/>
            <p:nvPr/>
          </p:nvSpPr>
          <p:spPr>
            <a:xfrm>
              <a:off x="1958755" y="426491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14" name="Google Shape;1414;g3b23322d595_2_396"/>
            <p:cNvSpPr/>
            <p:nvPr/>
          </p:nvSpPr>
          <p:spPr>
            <a:xfrm>
              <a:off x="1958755" y="4264917"/>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15" name="Google Shape;1415;g3b23322d595_2_396"/>
          <p:cNvGrpSpPr/>
          <p:nvPr/>
        </p:nvGrpSpPr>
        <p:grpSpPr>
          <a:xfrm>
            <a:off x="4351264" y="3024873"/>
            <a:ext cx="236959" cy="236959"/>
            <a:chOff x="1958755" y="4264917"/>
            <a:chExt cx="279148" cy="279148"/>
          </a:xfrm>
        </p:grpSpPr>
        <p:sp>
          <p:nvSpPr>
            <p:cNvPr id="1416" name="Google Shape;1416;g3b23322d595_2_396"/>
            <p:cNvSpPr/>
            <p:nvPr/>
          </p:nvSpPr>
          <p:spPr>
            <a:xfrm>
              <a:off x="1958755" y="426491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17" name="Google Shape;1417;g3b23322d595_2_396"/>
            <p:cNvSpPr/>
            <p:nvPr/>
          </p:nvSpPr>
          <p:spPr>
            <a:xfrm>
              <a:off x="1958755" y="4264917"/>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18" name="Google Shape;1418;g3b23322d595_2_396"/>
          <p:cNvGrpSpPr/>
          <p:nvPr/>
        </p:nvGrpSpPr>
        <p:grpSpPr>
          <a:xfrm>
            <a:off x="4351264" y="5605574"/>
            <a:ext cx="236959" cy="236959"/>
            <a:chOff x="1958755" y="4720455"/>
            <a:chExt cx="279148" cy="279148"/>
          </a:xfrm>
        </p:grpSpPr>
        <p:sp>
          <p:nvSpPr>
            <p:cNvPr id="1419" name="Google Shape;1419;g3b23322d595_2_396"/>
            <p:cNvSpPr/>
            <p:nvPr/>
          </p:nvSpPr>
          <p:spPr>
            <a:xfrm>
              <a:off x="1958755" y="4720455"/>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20" name="Google Shape;1420;g3b23322d595_2_396"/>
            <p:cNvSpPr/>
            <p:nvPr/>
          </p:nvSpPr>
          <p:spPr>
            <a:xfrm>
              <a:off x="1958755" y="4720455"/>
              <a:ext cx="279148" cy="279148"/>
            </a:xfrm>
            <a:prstGeom prst="pie">
              <a:avLst>
                <a:gd name="adj1" fmla="val 5483848"/>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21" name="Google Shape;1421;g3b23322d595_2_396"/>
          <p:cNvGrpSpPr/>
          <p:nvPr/>
        </p:nvGrpSpPr>
        <p:grpSpPr>
          <a:xfrm>
            <a:off x="2845139" y="4364024"/>
            <a:ext cx="236959" cy="236959"/>
            <a:chOff x="1958755" y="3353841"/>
            <a:chExt cx="279148" cy="279148"/>
          </a:xfrm>
        </p:grpSpPr>
        <p:sp>
          <p:nvSpPr>
            <p:cNvPr id="1422" name="Google Shape;1422;g3b23322d595_2_396"/>
            <p:cNvSpPr/>
            <p:nvPr/>
          </p:nvSpPr>
          <p:spPr>
            <a:xfrm>
              <a:off x="1958755" y="3353841"/>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23" name="Google Shape;1423;g3b23322d595_2_396"/>
            <p:cNvSpPr/>
            <p:nvPr/>
          </p:nvSpPr>
          <p:spPr>
            <a:xfrm>
              <a:off x="1958755" y="3353841"/>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24" name="Google Shape;1424;g3b23322d595_2_396"/>
          <p:cNvGrpSpPr/>
          <p:nvPr/>
        </p:nvGrpSpPr>
        <p:grpSpPr>
          <a:xfrm>
            <a:off x="3597894" y="4364024"/>
            <a:ext cx="236959" cy="236959"/>
            <a:chOff x="3164630" y="4264917"/>
            <a:chExt cx="279148" cy="279148"/>
          </a:xfrm>
        </p:grpSpPr>
        <p:sp>
          <p:nvSpPr>
            <p:cNvPr id="1425" name="Google Shape;1425;g3b23322d595_2_396"/>
            <p:cNvSpPr/>
            <p:nvPr/>
          </p:nvSpPr>
          <p:spPr>
            <a:xfrm>
              <a:off x="3164630" y="426491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26" name="Google Shape;1426;g3b23322d595_2_396"/>
            <p:cNvSpPr/>
            <p:nvPr/>
          </p:nvSpPr>
          <p:spPr>
            <a:xfrm>
              <a:off x="3164630" y="4264917"/>
              <a:ext cx="279148" cy="279148"/>
            </a:xfrm>
            <a:prstGeom prst="pie">
              <a:avLst>
                <a:gd name="adj1" fmla="val 535289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27" name="Google Shape;1427;g3b23322d595_2_396"/>
          <p:cNvGrpSpPr/>
          <p:nvPr/>
        </p:nvGrpSpPr>
        <p:grpSpPr>
          <a:xfrm>
            <a:off x="2845139" y="5185206"/>
            <a:ext cx="236959" cy="236959"/>
            <a:chOff x="1958755" y="4264917"/>
            <a:chExt cx="279148" cy="279148"/>
          </a:xfrm>
        </p:grpSpPr>
        <p:sp>
          <p:nvSpPr>
            <p:cNvPr id="1428" name="Google Shape;1428;g3b23322d595_2_396"/>
            <p:cNvSpPr/>
            <p:nvPr/>
          </p:nvSpPr>
          <p:spPr>
            <a:xfrm>
              <a:off x="1958755" y="426491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29" name="Google Shape;1429;g3b23322d595_2_396"/>
            <p:cNvSpPr/>
            <p:nvPr/>
          </p:nvSpPr>
          <p:spPr>
            <a:xfrm>
              <a:off x="1958755" y="4264917"/>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30" name="Google Shape;1430;g3b23322d595_2_396"/>
          <p:cNvGrpSpPr/>
          <p:nvPr/>
        </p:nvGrpSpPr>
        <p:grpSpPr>
          <a:xfrm>
            <a:off x="2845139" y="5605574"/>
            <a:ext cx="236959" cy="236959"/>
            <a:chOff x="1958755" y="4720455"/>
            <a:chExt cx="279148" cy="279148"/>
          </a:xfrm>
        </p:grpSpPr>
        <p:sp>
          <p:nvSpPr>
            <p:cNvPr id="1431" name="Google Shape;1431;g3b23322d595_2_396"/>
            <p:cNvSpPr/>
            <p:nvPr/>
          </p:nvSpPr>
          <p:spPr>
            <a:xfrm>
              <a:off x="1958755" y="4720455"/>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32" name="Google Shape;1432;g3b23322d595_2_396"/>
            <p:cNvSpPr/>
            <p:nvPr/>
          </p:nvSpPr>
          <p:spPr>
            <a:xfrm>
              <a:off x="1958755" y="4720455"/>
              <a:ext cx="279148" cy="279148"/>
            </a:xfrm>
            <a:prstGeom prst="pie">
              <a:avLst>
                <a:gd name="adj1" fmla="val 5483848"/>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33" name="Google Shape;1433;g3b23322d595_2_396"/>
          <p:cNvGrpSpPr/>
          <p:nvPr/>
        </p:nvGrpSpPr>
        <p:grpSpPr>
          <a:xfrm>
            <a:off x="2845139" y="1728593"/>
            <a:ext cx="236959" cy="236959"/>
            <a:chOff x="3164630" y="1987227"/>
            <a:chExt cx="279148" cy="279148"/>
          </a:xfrm>
        </p:grpSpPr>
        <p:sp>
          <p:nvSpPr>
            <p:cNvPr id="1434" name="Google Shape;1434;g3b23322d595_2_396"/>
            <p:cNvSpPr/>
            <p:nvPr/>
          </p:nvSpPr>
          <p:spPr>
            <a:xfrm>
              <a:off x="3164630" y="198722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35" name="Google Shape;1435;g3b23322d595_2_396"/>
            <p:cNvSpPr/>
            <p:nvPr/>
          </p:nvSpPr>
          <p:spPr>
            <a:xfrm>
              <a:off x="3164630" y="1987227"/>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36" name="Google Shape;1436;g3b23322d595_2_396"/>
          <p:cNvGrpSpPr/>
          <p:nvPr/>
        </p:nvGrpSpPr>
        <p:grpSpPr>
          <a:xfrm>
            <a:off x="3597894" y="3024873"/>
            <a:ext cx="236959" cy="236959"/>
            <a:chOff x="1958755" y="4264917"/>
            <a:chExt cx="279148" cy="279148"/>
          </a:xfrm>
        </p:grpSpPr>
        <p:sp>
          <p:nvSpPr>
            <p:cNvPr id="1437" name="Google Shape;1437;g3b23322d595_2_396"/>
            <p:cNvSpPr/>
            <p:nvPr/>
          </p:nvSpPr>
          <p:spPr>
            <a:xfrm>
              <a:off x="1958755" y="426491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38" name="Google Shape;1438;g3b23322d595_2_396"/>
            <p:cNvSpPr/>
            <p:nvPr/>
          </p:nvSpPr>
          <p:spPr>
            <a:xfrm>
              <a:off x="1958755" y="4264917"/>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39" name="Google Shape;1439;g3b23322d595_2_396"/>
          <p:cNvGrpSpPr/>
          <p:nvPr/>
        </p:nvGrpSpPr>
        <p:grpSpPr>
          <a:xfrm>
            <a:off x="2845139" y="3024873"/>
            <a:ext cx="236959" cy="236959"/>
            <a:chOff x="1958755" y="4264917"/>
            <a:chExt cx="279148" cy="279148"/>
          </a:xfrm>
        </p:grpSpPr>
        <p:sp>
          <p:nvSpPr>
            <p:cNvPr id="1440" name="Google Shape;1440;g3b23322d595_2_396"/>
            <p:cNvSpPr/>
            <p:nvPr/>
          </p:nvSpPr>
          <p:spPr>
            <a:xfrm>
              <a:off x="1958755" y="426491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41" name="Google Shape;1441;g3b23322d595_2_396"/>
            <p:cNvSpPr/>
            <p:nvPr/>
          </p:nvSpPr>
          <p:spPr>
            <a:xfrm>
              <a:off x="1958755" y="4264917"/>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42" name="Google Shape;1442;g3b23322d595_2_396"/>
          <p:cNvGrpSpPr/>
          <p:nvPr/>
        </p:nvGrpSpPr>
        <p:grpSpPr>
          <a:xfrm>
            <a:off x="2845139" y="4839190"/>
            <a:ext cx="236959" cy="236959"/>
            <a:chOff x="3164630" y="3809379"/>
            <a:chExt cx="279148" cy="279148"/>
          </a:xfrm>
        </p:grpSpPr>
        <p:sp>
          <p:nvSpPr>
            <p:cNvPr id="1443" name="Google Shape;1443;g3b23322d595_2_396"/>
            <p:cNvSpPr/>
            <p:nvPr/>
          </p:nvSpPr>
          <p:spPr>
            <a:xfrm>
              <a:off x="3164630" y="3809379"/>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44" name="Google Shape;1444;g3b23322d595_2_396"/>
            <p:cNvSpPr/>
            <p:nvPr/>
          </p:nvSpPr>
          <p:spPr>
            <a:xfrm>
              <a:off x="3164630" y="3809379"/>
              <a:ext cx="279148" cy="279148"/>
            </a:xfrm>
            <a:prstGeom prst="pie">
              <a:avLst>
                <a:gd name="adj1" fmla="val 10751346"/>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45" name="Google Shape;1445;g3b23322d595_2_396"/>
          <p:cNvGrpSpPr/>
          <p:nvPr/>
        </p:nvGrpSpPr>
        <p:grpSpPr>
          <a:xfrm>
            <a:off x="2845139" y="2528067"/>
            <a:ext cx="236959" cy="236959"/>
            <a:chOff x="1958755" y="2898303"/>
            <a:chExt cx="279148" cy="279148"/>
          </a:xfrm>
        </p:grpSpPr>
        <p:sp>
          <p:nvSpPr>
            <p:cNvPr id="1446" name="Google Shape;1446;g3b23322d595_2_396"/>
            <p:cNvSpPr/>
            <p:nvPr/>
          </p:nvSpPr>
          <p:spPr>
            <a:xfrm>
              <a:off x="1958755" y="2898303"/>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47" name="Google Shape;1447;g3b23322d595_2_396"/>
            <p:cNvSpPr/>
            <p:nvPr/>
          </p:nvSpPr>
          <p:spPr>
            <a:xfrm>
              <a:off x="1958755" y="2898303"/>
              <a:ext cx="279148" cy="279148"/>
            </a:xfrm>
            <a:prstGeom prst="pie">
              <a:avLst>
                <a:gd name="adj1" fmla="val 13542287"/>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448" name="Google Shape;1448;g3b23322d595_2_396"/>
          <p:cNvGrpSpPr/>
          <p:nvPr/>
        </p:nvGrpSpPr>
        <p:grpSpPr>
          <a:xfrm>
            <a:off x="2845139" y="2088632"/>
            <a:ext cx="236959" cy="236959"/>
            <a:chOff x="3164630" y="2442765"/>
            <a:chExt cx="279148" cy="279148"/>
          </a:xfrm>
        </p:grpSpPr>
        <p:sp>
          <p:nvSpPr>
            <p:cNvPr id="1449" name="Google Shape;1449;g3b23322d595_2_396"/>
            <p:cNvSpPr/>
            <p:nvPr/>
          </p:nvSpPr>
          <p:spPr>
            <a:xfrm>
              <a:off x="3164630" y="2442765"/>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450" name="Google Shape;1450;g3b23322d595_2_396"/>
            <p:cNvSpPr/>
            <p:nvPr/>
          </p:nvSpPr>
          <p:spPr>
            <a:xfrm>
              <a:off x="3164630" y="2442765"/>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sp>
        <p:nvSpPr>
          <p:cNvPr id="1451" name="Google Shape;1451;g3b23322d595_2_396"/>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59</a:t>
            </a:fld>
            <a:endParaRPr lang="en-US" noProof="0"/>
          </a:p>
        </p:txBody>
      </p:sp>
      <p:grpSp>
        <p:nvGrpSpPr>
          <p:cNvPr id="10" name="Google Shape;1385;g3b23322d595_2_396">
            <a:extLst>
              <a:ext uri="{FF2B5EF4-FFF2-40B4-BE49-F238E27FC236}">
                <a16:creationId xmlns:a16="http://schemas.microsoft.com/office/drawing/2014/main" id="{44BB5C2F-75EA-EF0F-4FEF-7684320FA30A}"/>
              </a:ext>
            </a:extLst>
          </p:cNvPr>
          <p:cNvGrpSpPr/>
          <p:nvPr/>
        </p:nvGrpSpPr>
        <p:grpSpPr>
          <a:xfrm>
            <a:off x="4351264" y="2528067"/>
            <a:ext cx="236959" cy="236959"/>
            <a:chOff x="3164630" y="2898303"/>
            <a:chExt cx="279148" cy="279148"/>
          </a:xfrm>
        </p:grpSpPr>
        <p:sp>
          <p:nvSpPr>
            <p:cNvPr id="11" name="Google Shape;1386;g3b23322d595_2_396">
              <a:extLst>
                <a:ext uri="{FF2B5EF4-FFF2-40B4-BE49-F238E27FC236}">
                  <a16:creationId xmlns:a16="http://schemas.microsoft.com/office/drawing/2014/main" id="{38FFEE44-52DD-95AC-8BE0-CF90CE10499D}"/>
                </a:ext>
              </a:extLst>
            </p:cNvPr>
            <p:cNvSpPr/>
            <p:nvPr/>
          </p:nvSpPr>
          <p:spPr>
            <a:xfrm>
              <a:off x="3164630" y="2898303"/>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2" name="Google Shape;1387;g3b23322d595_2_396">
              <a:extLst>
                <a:ext uri="{FF2B5EF4-FFF2-40B4-BE49-F238E27FC236}">
                  <a16:creationId xmlns:a16="http://schemas.microsoft.com/office/drawing/2014/main" id="{A5C3109A-F34F-D158-11EA-A9B42E59E752}"/>
                </a:ext>
              </a:extLst>
            </p:cNvPr>
            <p:cNvSpPr/>
            <p:nvPr/>
          </p:nvSpPr>
          <p:spPr>
            <a:xfrm>
              <a:off x="3164630" y="2898303"/>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3" name="Google Shape;1361;g3b23322d595_2_396">
            <a:extLst>
              <a:ext uri="{FF2B5EF4-FFF2-40B4-BE49-F238E27FC236}">
                <a16:creationId xmlns:a16="http://schemas.microsoft.com/office/drawing/2014/main" id="{A25A156E-5711-DFC5-622F-B71F76789661}"/>
              </a:ext>
            </a:extLst>
          </p:cNvPr>
          <p:cNvGrpSpPr/>
          <p:nvPr/>
        </p:nvGrpSpPr>
        <p:grpSpPr>
          <a:xfrm>
            <a:off x="2092384" y="3456116"/>
            <a:ext cx="236959" cy="236959"/>
            <a:chOff x="1958755" y="2898303"/>
            <a:chExt cx="279148" cy="279148"/>
          </a:xfrm>
        </p:grpSpPr>
        <p:sp>
          <p:nvSpPr>
            <p:cNvPr id="14" name="Google Shape;1362;g3b23322d595_2_396">
              <a:extLst>
                <a:ext uri="{FF2B5EF4-FFF2-40B4-BE49-F238E27FC236}">
                  <a16:creationId xmlns:a16="http://schemas.microsoft.com/office/drawing/2014/main" id="{76EE2CA8-BE8D-0357-BBDF-EA1F6C9FF60A}"/>
                </a:ext>
              </a:extLst>
            </p:cNvPr>
            <p:cNvSpPr/>
            <p:nvPr/>
          </p:nvSpPr>
          <p:spPr>
            <a:xfrm>
              <a:off x="1958755" y="2898303"/>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5" name="Google Shape;1363;g3b23322d595_2_396">
              <a:extLst>
                <a:ext uri="{FF2B5EF4-FFF2-40B4-BE49-F238E27FC236}">
                  <a16:creationId xmlns:a16="http://schemas.microsoft.com/office/drawing/2014/main" id="{F3355A12-F450-CCCE-2197-2BB964792360}"/>
                </a:ext>
              </a:extLst>
            </p:cNvPr>
            <p:cNvSpPr/>
            <p:nvPr/>
          </p:nvSpPr>
          <p:spPr>
            <a:xfrm>
              <a:off x="1958755" y="2898303"/>
              <a:ext cx="279148" cy="279148"/>
            </a:xfrm>
            <a:prstGeom prst="pie">
              <a:avLst>
                <a:gd name="adj1" fmla="val 13542287"/>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6" name="Google Shape;1445;g3b23322d595_2_396">
            <a:extLst>
              <a:ext uri="{FF2B5EF4-FFF2-40B4-BE49-F238E27FC236}">
                <a16:creationId xmlns:a16="http://schemas.microsoft.com/office/drawing/2014/main" id="{61F0E2D9-A9A3-49C3-5017-A67E29A5A412}"/>
              </a:ext>
            </a:extLst>
          </p:cNvPr>
          <p:cNvGrpSpPr/>
          <p:nvPr/>
        </p:nvGrpSpPr>
        <p:grpSpPr>
          <a:xfrm>
            <a:off x="2845139" y="3455416"/>
            <a:ext cx="236959" cy="236959"/>
            <a:chOff x="1958755" y="2898303"/>
            <a:chExt cx="279148" cy="279148"/>
          </a:xfrm>
        </p:grpSpPr>
        <p:sp>
          <p:nvSpPr>
            <p:cNvPr id="17" name="Google Shape;1446;g3b23322d595_2_396">
              <a:extLst>
                <a:ext uri="{FF2B5EF4-FFF2-40B4-BE49-F238E27FC236}">
                  <a16:creationId xmlns:a16="http://schemas.microsoft.com/office/drawing/2014/main" id="{9B5C0850-A3D9-CC5F-4C22-1D35115AFDDC}"/>
                </a:ext>
              </a:extLst>
            </p:cNvPr>
            <p:cNvSpPr/>
            <p:nvPr/>
          </p:nvSpPr>
          <p:spPr>
            <a:xfrm>
              <a:off x="1958755" y="2898303"/>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8" name="Google Shape;1447;g3b23322d595_2_396">
              <a:extLst>
                <a:ext uri="{FF2B5EF4-FFF2-40B4-BE49-F238E27FC236}">
                  <a16:creationId xmlns:a16="http://schemas.microsoft.com/office/drawing/2014/main" id="{BD24D1A0-A885-1F45-9CEC-830235627ED3}"/>
                </a:ext>
              </a:extLst>
            </p:cNvPr>
            <p:cNvSpPr/>
            <p:nvPr/>
          </p:nvSpPr>
          <p:spPr>
            <a:xfrm>
              <a:off x="1958755" y="2898303"/>
              <a:ext cx="279148" cy="279148"/>
            </a:xfrm>
            <a:prstGeom prst="pie">
              <a:avLst>
                <a:gd name="adj1" fmla="val 13542287"/>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19" name="Google Shape;1385;g3b23322d595_2_396">
            <a:extLst>
              <a:ext uri="{FF2B5EF4-FFF2-40B4-BE49-F238E27FC236}">
                <a16:creationId xmlns:a16="http://schemas.microsoft.com/office/drawing/2014/main" id="{2905D315-A4E3-D88A-591E-08108CC162A4}"/>
              </a:ext>
            </a:extLst>
          </p:cNvPr>
          <p:cNvGrpSpPr/>
          <p:nvPr/>
        </p:nvGrpSpPr>
        <p:grpSpPr>
          <a:xfrm>
            <a:off x="4351264" y="3459891"/>
            <a:ext cx="236959" cy="236959"/>
            <a:chOff x="3164630" y="2898303"/>
            <a:chExt cx="279148" cy="279148"/>
          </a:xfrm>
        </p:grpSpPr>
        <p:sp>
          <p:nvSpPr>
            <p:cNvPr id="20" name="Google Shape;1386;g3b23322d595_2_396">
              <a:extLst>
                <a:ext uri="{FF2B5EF4-FFF2-40B4-BE49-F238E27FC236}">
                  <a16:creationId xmlns:a16="http://schemas.microsoft.com/office/drawing/2014/main" id="{D9E46B8B-F8F0-26F7-F6A7-C56232FEF5AD}"/>
                </a:ext>
              </a:extLst>
            </p:cNvPr>
            <p:cNvSpPr/>
            <p:nvPr/>
          </p:nvSpPr>
          <p:spPr>
            <a:xfrm>
              <a:off x="3164630" y="2898303"/>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21" name="Google Shape;1387;g3b23322d595_2_396">
              <a:extLst>
                <a:ext uri="{FF2B5EF4-FFF2-40B4-BE49-F238E27FC236}">
                  <a16:creationId xmlns:a16="http://schemas.microsoft.com/office/drawing/2014/main" id="{2543D9C9-E91B-645D-1574-B07DA3825E7F}"/>
                </a:ext>
              </a:extLst>
            </p:cNvPr>
            <p:cNvSpPr/>
            <p:nvPr/>
          </p:nvSpPr>
          <p:spPr>
            <a:xfrm>
              <a:off x="3164630" y="2898303"/>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22" name="Google Shape;1424;g3b23322d595_2_396">
            <a:extLst>
              <a:ext uri="{FF2B5EF4-FFF2-40B4-BE49-F238E27FC236}">
                <a16:creationId xmlns:a16="http://schemas.microsoft.com/office/drawing/2014/main" id="{43DFB447-E6B1-630D-06FE-6DB3A813B347}"/>
              </a:ext>
            </a:extLst>
          </p:cNvPr>
          <p:cNvGrpSpPr/>
          <p:nvPr/>
        </p:nvGrpSpPr>
        <p:grpSpPr>
          <a:xfrm>
            <a:off x="3597894" y="3466555"/>
            <a:ext cx="236959" cy="236959"/>
            <a:chOff x="3164630" y="4264917"/>
            <a:chExt cx="279148" cy="279148"/>
          </a:xfrm>
        </p:grpSpPr>
        <p:sp>
          <p:nvSpPr>
            <p:cNvPr id="23" name="Google Shape;1425;g3b23322d595_2_396">
              <a:extLst>
                <a:ext uri="{FF2B5EF4-FFF2-40B4-BE49-F238E27FC236}">
                  <a16:creationId xmlns:a16="http://schemas.microsoft.com/office/drawing/2014/main" id="{DE9022A5-DC35-EE6D-3E4F-AA2EC98E469E}"/>
                </a:ext>
              </a:extLst>
            </p:cNvPr>
            <p:cNvSpPr/>
            <p:nvPr/>
          </p:nvSpPr>
          <p:spPr>
            <a:xfrm>
              <a:off x="3164630" y="4264917"/>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24" name="Google Shape;1426;g3b23322d595_2_396">
              <a:extLst>
                <a:ext uri="{FF2B5EF4-FFF2-40B4-BE49-F238E27FC236}">
                  <a16:creationId xmlns:a16="http://schemas.microsoft.com/office/drawing/2014/main" id="{78DDFC48-857D-AA45-1103-9820F86976B1}"/>
                </a:ext>
              </a:extLst>
            </p:cNvPr>
            <p:cNvSpPr/>
            <p:nvPr/>
          </p:nvSpPr>
          <p:spPr>
            <a:xfrm>
              <a:off x="3164630" y="4264917"/>
              <a:ext cx="279148" cy="279148"/>
            </a:xfrm>
            <a:prstGeom prst="pie">
              <a:avLst>
                <a:gd name="adj1" fmla="val 535289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25" name="Google Shape;1364;g3b23322d595_2_396">
            <a:extLst>
              <a:ext uri="{FF2B5EF4-FFF2-40B4-BE49-F238E27FC236}">
                <a16:creationId xmlns:a16="http://schemas.microsoft.com/office/drawing/2014/main" id="{BFBFB2EE-D0CB-16F3-C47E-71BE4BA3731C}"/>
              </a:ext>
            </a:extLst>
          </p:cNvPr>
          <p:cNvGrpSpPr/>
          <p:nvPr/>
        </p:nvGrpSpPr>
        <p:grpSpPr>
          <a:xfrm>
            <a:off x="2092384" y="3834440"/>
            <a:ext cx="236959" cy="236959"/>
            <a:chOff x="1958755" y="3353841"/>
            <a:chExt cx="279148" cy="279148"/>
          </a:xfrm>
        </p:grpSpPr>
        <p:sp>
          <p:nvSpPr>
            <p:cNvPr id="26" name="Google Shape;1365;g3b23322d595_2_396">
              <a:extLst>
                <a:ext uri="{FF2B5EF4-FFF2-40B4-BE49-F238E27FC236}">
                  <a16:creationId xmlns:a16="http://schemas.microsoft.com/office/drawing/2014/main" id="{2D612FCC-F59B-6ADF-FD9B-7A3E260480C2}"/>
                </a:ext>
              </a:extLst>
            </p:cNvPr>
            <p:cNvSpPr/>
            <p:nvPr/>
          </p:nvSpPr>
          <p:spPr>
            <a:xfrm>
              <a:off x="1958755" y="3353841"/>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27" name="Google Shape;1366;g3b23322d595_2_396">
              <a:extLst>
                <a:ext uri="{FF2B5EF4-FFF2-40B4-BE49-F238E27FC236}">
                  <a16:creationId xmlns:a16="http://schemas.microsoft.com/office/drawing/2014/main" id="{461145B7-4AE2-FEA4-393D-336EFC21F596}"/>
                </a:ext>
              </a:extLst>
            </p:cNvPr>
            <p:cNvSpPr/>
            <p:nvPr/>
          </p:nvSpPr>
          <p:spPr>
            <a:xfrm>
              <a:off x="1958755" y="3353841"/>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28" name="Google Shape;1430;g3b23322d595_2_396">
            <a:extLst>
              <a:ext uri="{FF2B5EF4-FFF2-40B4-BE49-F238E27FC236}">
                <a16:creationId xmlns:a16="http://schemas.microsoft.com/office/drawing/2014/main" id="{6EE12A7F-A4D5-4134-2EA9-7B35878A4676}"/>
              </a:ext>
            </a:extLst>
          </p:cNvPr>
          <p:cNvGrpSpPr/>
          <p:nvPr/>
        </p:nvGrpSpPr>
        <p:grpSpPr>
          <a:xfrm>
            <a:off x="2845139" y="3834440"/>
            <a:ext cx="236959" cy="236959"/>
            <a:chOff x="1958755" y="4720455"/>
            <a:chExt cx="279148" cy="279148"/>
          </a:xfrm>
        </p:grpSpPr>
        <p:sp>
          <p:nvSpPr>
            <p:cNvPr id="29" name="Google Shape;1431;g3b23322d595_2_396">
              <a:extLst>
                <a:ext uri="{FF2B5EF4-FFF2-40B4-BE49-F238E27FC236}">
                  <a16:creationId xmlns:a16="http://schemas.microsoft.com/office/drawing/2014/main" id="{0908239D-4F40-3A81-F8D5-84F684C93893}"/>
                </a:ext>
              </a:extLst>
            </p:cNvPr>
            <p:cNvSpPr/>
            <p:nvPr/>
          </p:nvSpPr>
          <p:spPr>
            <a:xfrm>
              <a:off x="1958755" y="4720455"/>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30" name="Google Shape;1432;g3b23322d595_2_396">
              <a:extLst>
                <a:ext uri="{FF2B5EF4-FFF2-40B4-BE49-F238E27FC236}">
                  <a16:creationId xmlns:a16="http://schemas.microsoft.com/office/drawing/2014/main" id="{CE7CF1D3-90CB-FAB7-4263-B7CF38F25F7D}"/>
                </a:ext>
              </a:extLst>
            </p:cNvPr>
            <p:cNvSpPr/>
            <p:nvPr/>
          </p:nvSpPr>
          <p:spPr>
            <a:xfrm>
              <a:off x="1958755" y="4720455"/>
              <a:ext cx="279148" cy="279148"/>
            </a:xfrm>
            <a:prstGeom prst="pie">
              <a:avLst>
                <a:gd name="adj1" fmla="val 5483848"/>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31" name="Google Shape;1364;g3b23322d595_2_396">
            <a:extLst>
              <a:ext uri="{FF2B5EF4-FFF2-40B4-BE49-F238E27FC236}">
                <a16:creationId xmlns:a16="http://schemas.microsoft.com/office/drawing/2014/main" id="{9E8FFC1A-C450-C7BD-4294-62A34719531D}"/>
              </a:ext>
            </a:extLst>
          </p:cNvPr>
          <p:cNvGrpSpPr/>
          <p:nvPr/>
        </p:nvGrpSpPr>
        <p:grpSpPr>
          <a:xfrm>
            <a:off x="4351264" y="3834440"/>
            <a:ext cx="236959" cy="236959"/>
            <a:chOff x="1958755" y="3353841"/>
            <a:chExt cx="279148" cy="279148"/>
          </a:xfrm>
        </p:grpSpPr>
        <p:sp>
          <p:nvSpPr>
            <p:cNvPr id="32" name="Google Shape;1365;g3b23322d595_2_396">
              <a:extLst>
                <a:ext uri="{FF2B5EF4-FFF2-40B4-BE49-F238E27FC236}">
                  <a16:creationId xmlns:a16="http://schemas.microsoft.com/office/drawing/2014/main" id="{AE86B0CF-6A85-AAF7-AC7A-ADB0022DC0B2}"/>
                </a:ext>
              </a:extLst>
            </p:cNvPr>
            <p:cNvSpPr/>
            <p:nvPr/>
          </p:nvSpPr>
          <p:spPr>
            <a:xfrm>
              <a:off x="1958755" y="3353841"/>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33" name="Google Shape;1366;g3b23322d595_2_396">
              <a:extLst>
                <a:ext uri="{FF2B5EF4-FFF2-40B4-BE49-F238E27FC236}">
                  <a16:creationId xmlns:a16="http://schemas.microsoft.com/office/drawing/2014/main" id="{026C9650-843A-2FEC-FA21-6E08ECC7BE7F}"/>
                </a:ext>
              </a:extLst>
            </p:cNvPr>
            <p:cNvSpPr/>
            <p:nvPr/>
          </p:nvSpPr>
          <p:spPr>
            <a:xfrm>
              <a:off x="1958755" y="3353841"/>
              <a:ext cx="279148" cy="279148"/>
            </a:xfrm>
            <a:prstGeom prst="pie">
              <a:avLst>
                <a:gd name="adj1" fmla="val 21582469"/>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grpSp>
        <p:nvGrpSpPr>
          <p:cNvPr id="37" name="Google Shape;1388;g3b23322d595_2_396">
            <a:extLst>
              <a:ext uri="{FF2B5EF4-FFF2-40B4-BE49-F238E27FC236}">
                <a16:creationId xmlns:a16="http://schemas.microsoft.com/office/drawing/2014/main" id="{494F1F74-57A6-40DD-ADF6-B94A7A4DD212}"/>
              </a:ext>
            </a:extLst>
          </p:cNvPr>
          <p:cNvGrpSpPr/>
          <p:nvPr/>
        </p:nvGrpSpPr>
        <p:grpSpPr>
          <a:xfrm>
            <a:off x="3597894" y="3847692"/>
            <a:ext cx="236959" cy="236959"/>
            <a:chOff x="3164630" y="3809379"/>
            <a:chExt cx="279148" cy="279148"/>
          </a:xfrm>
        </p:grpSpPr>
        <p:sp>
          <p:nvSpPr>
            <p:cNvPr id="38" name="Google Shape;1389;g3b23322d595_2_396">
              <a:extLst>
                <a:ext uri="{FF2B5EF4-FFF2-40B4-BE49-F238E27FC236}">
                  <a16:creationId xmlns:a16="http://schemas.microsoft.com/office/drawing/2014/main" id="{17480D07-3265-AC6B-B040-65F6E5413A3A}"/>
                </a:ext>
              </a:extLst>
            </p:cNvPr>
            <p:cNvSpPr/>
            <p:nvPr/>
          </p:nvSpPr>
          <p:spPr>
            <a:xfrm>
              <a:off x="3164630" y="3809379"/>
              <a:ext cx="279148" cy="279148"/>
            </a:xfrm>
            <a:prstGeom prst="flowChartConnector">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39" name="Google Shape;1390;g3b23322d595_2_396">
              <a:extLst>
                <a:ext uri="{FF2B5EF4-FFF2-40B4-BE49-F238E27FC236}">
                  <a16:creationId xmlns:a16="http://schemas.microsoft.com/office/drawing/2014/main" id="{95F74AE1-39B1-4D83-04C5-AF2B9269A529}"/>
                </a:ext>
              </a:extLst>
            </p:cNvPr>
            <p:cNvSpPr/>
            <p:nvPr/>
          </p:nvSpPr>
          <p:spPr>
            <a:xfrm>
              <a:off x="3164630" y="3809379"/>
              <a:ext cx="279148" cy="279148"/>
            </a:xfrm>
            <a:prstGeom prst="pie">
              <a:avLst>
                <a:gd name="adj1" fmla="val 10751346"/>
                <a:gd name="adj2" fmla="val 16200000"/>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chemeClr val="dk1"/>
                </a:solidFill>
                <a:latin typeface="Arial"/>
                <a:ea typeface="Arial"/>
                <a:cs typeface="Arial"/>
                <a:sym typeface="Arial"/>
              </a:endParaRPr>
            </a:p>
          </p:txBody>
        </p:sp>
      </p:grpSp>
      <p:sp>
        <p:nvSpPr>
          <p:cNvPr id="4" name="CaixaDeTexto 3">
            <a:extLst>
              <a:ext uri="{FF2B5EF4-FFF2-40B4-BE49-F238E27FC236}">
                <a16:creationId xmlns:a16="http://schemas.microsoft.com/office/drawing/2014/main" id="{D057D545-D5C7-8951-A673-C3ED74D9B91B}"/>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competitive landscape: search engines</a:t>
            </a:r>
          </a:p>
        </p:txBody>
      </p:sp>
      <p:sp>
        <p:nvSpPr>
          <p:cNvPr id="5" name="Google Shape;1337;g3b23322d595_2_396">
            <a:extLst>
              <a:ext uri="{FF2B5EF4-FFF2-40B4-BE49-F238E27FC236}">
                <a16:creationId xmlns:a16="http://schemas.microsoft.com/office/drawing/2014/main" id="{9CA8EC04-FC2D-4F0E-53B3-892D1BA05B67}"/>
              </a:ext>
            </a:extLst>
          </p:cNvPr>
          <p:cNvSpPr txBox="1"/>
          <p:nvPr/>
        </p:nvSpPr>
        <p:spPr>
          <a:xfrm rot="16200000">
            <a:off x="-312823" y="2367553"/>
            <a:ext cx="1722478" cy="283464"/>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900" b="1" i="0" u="none" strike="noStrike" cap="none" noProof="0">
                <a:solidFill>
                  <a:schemeClr val="dk1"/>
                </a:solidFill>
                <a:latin typeface="IBM Plex Sans"/>
                <a:ea typeface="IBM Plex Sans"/>
                <a:cs typeface="IBM Plex Sans"/>
                <a:sym typeface="IBM Plex Sans"/>
              </a:rPr>
              <a:t>AI strengths</a:t>
            </a:r>
            <a:endParaRPr lang="en-US" sz="900" b="0" i="0" u="none" strike="noStrike" cap="none" noProof="0">
              <a:solidFill>
                <a:schemeClr val="dk1"/>
              </a:solidFill>
              <a:latin typeface="Arial"/>
              <a:ea typeface="Arial"/>
              <a:cs typeface="Arial"/>
              <a:sym typeface="Arial"/>
            </a:endParaRPr>
          </a:p>
        </p:txBody>
      </p:sp>
      <p:sp>
        <p:nvSpPr>
          <p:cNvPr id="34" name="Google Shape;1337;g3b23322d595_2_396">
            <a:extLst>
              <a:ext uri="{FF2B5EF4-FFF2-40B4-BE49-F238E27FC236}">
                <a16:creationId xmlns:a16="http://schemas.microsoft.com/office/drawing/2014/main" id="{73F2934D-56DC-5726-C2B7-DA37E1B2C91E}"/>
              </a:ext>
            </a:extLst>
          </p:cNvPr>
          <p:cNvSpPr txBox="1"/>
          <p:nvPr/>
        </p:nvSpPr>
        <p:spPr>
          <a:xfrm rot="16200000">
            <a:off x="183579" y="3605479"/>
            <a:ext cx="731520" cy="285312"/>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900" b="1" i="0" u="none" strike="noStrike" cap="none" noProof="0">
                <a:solidFill>
                  <a:schemeClr val="dk1"/>
                </a:solidFill>
                <a:latin typeface="IBM Plex Sans"/>
                <a:ea typeface="IBM Plex Sans"/>
                <a:cs typeface="IBM Plex Sans"/>
                <a:sym typeface="IBM Plex Sans"/>
              </a:rPr>
              <a:t>Social strengths</a:t>
            </a:r>
            <a:endParaRPr lang="en-US" sz="900" b="0" i="0" u="none" strike="noStrike" cap="none" noProof="0">
              <a:solidFill>
                <a:schemeClr val="dk1"/>
              </a:solidFill>
              <a:latin typeface="Arial"/>
              <a:ea typeface="Arial"/>
              <a:cs typeface="Arial"/>
              <a:sym typeface="Arial"/>
            </a:endParaRPr>
          </a:p>
        </p:txBody>
      </p:sp>
      <p:sp>
        <p:nvSpPr>
          <p:cNvPr id="35" name="Google Shape;1337;g3b23322d595_2_396">
            <a:extLst>
              <a:ext uri="{FF2B5EF4-FFF2-40B4-BE49-F238E27FC236}">
                <a16:creationId xmlns:a16="http://schemas.microsoft.com/office/drawing/2014/main" id="{05C65374-BB14-3A1B-B476-D9FFCD844E88}"/>
              </a:ext>
            </a:extLst>
          </p:cNvPr>
          <p:cNvSpPr txBox="1"/>
          <p:nvPr/>
        </p:nvSpPr>
        <p:spPr>
          <a:xfrm rot="16200000">
            <a:off x="-117661" y="4655446"/>
            <a:ext cx="1332152" cy="283464"/>
          </a:xfrm>
          <a:prstGeom prst="rect">
            <a:avLst/>
          </a:prstGeom>
          <a:solidFill>
            <a:srgbClr val="7FD7A7"/>
          </a:solidFill>
          <a:ln>
            <a:noFill/>
          </a:ln>
        </p:spPr>
        <p:txBody>
          <a:bodyPr spcFirstLastPara="1" wrap="square" lIns="68550" tIns="68550" rIns="68550" bIns="68550" anchor="ctr" anchorCtr="0">
            <a:noAutofit/>
          </a:bodyPr>
          <a:lstStyle/>
          <a:p>
            <a:pPr lvl="0" algn="ctr">
              <a:buSzPts val="1800"/>
            </a:pPr>
            <a:r>
              <a:rPr lang="en-US" sz="900" b="1">
                <a:solidFill>
                  <a:schemeClr val="dk1"/>
                </a:solidFill>
                <a:latin typeface="IBM Plex Sans"/>
                <a:ea typeface="IBM Plex Sans"/>
                <a:cs typeface="IBM Plex Sans"/>
                <a:sym typeface="IBM Plex Sans"/>
              </a:rPr>
              <a:t>Traditional strengths</a:t>
            </a:r>
            <a:endParaRPr lang="en-US" sz="900">
              <a:solidFill>
                <a:schemeClr val="dk1"/>
              </a:solidFill>
            </a:endParaRPr>
          </a:p>
        </p:txBody>
      </p:sp>
      <p:sp>
        <p:nvSpPr>
          <p:cNvPr id="36" name="Google Shape;1337;g3b23322d595_2_396">
            <a:extLst>
              <a:ext uri="{FF2B5EF4-FFF2-40B4-BE49-F238E27FC236}">
                <a16:creationId xmlns:a16="http://schemas.microsoft.com/office/drawing/2014/main" id="{E96A14E8-D844-9A38-3174-5D22A1408298}"/>
              </a:ext>
            </a:extLst>
          </p:cNvPr>
          <p:cNvSpPr txBox="1"/>
          <p:nvPr/>
        </p:nvSpPr>
        <p:spPr>
          <a:xfrm rot="16200000">
            <a:off x="305851" y="5581293"/>
            <a:ext cx="485129" cy="283464"/>
          </a:xfrm>
          <a:prstGeom prst="rect">
            <a:avLst/>
          </a:prstGeom>
          <a:solidFill>
            <a:srgbClr val="7FD7A7"/>
          </a:soli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sz="900" b="1">
                <a:solidFill>
                  <a:schemeClr val="dk1"/>
                </a:solidFill>
                <a:latin typeface="IBM Plex Sans"/>
                <a:sym typeface="IBM Plex Sans"/>
              </a:rPr>
              <a:t>Mixed</a:t>
            </a:r>
            <a:endParaRPr lang="en-US" sz="900" b="0" i="0" u="none" strike="noStrike" cap="none" noProof="0">
              <a:solidFill>
                <a:schemeClr val="dk1"/>
              </a:solidFill>
              <a:latin typeface="Arial"/>
              <a:ea typeface="Arial"/>
              <a:cs typeface="Arial"/>
              <a:sym typeface="Arial"/>
            </a:endParaRPr>
          </a:p>
        </p:txBody>
      </p:sp>
      <p:sp>
        <p:nvSpPr>
          <p:cNvPr id="42" name="Google Shape;372;p24">
            <a:extLst>
              <a:ext uri="{FF2B5EF4-FFF2-40B4-BE49-F238E27FC236}">
                <a16:creationId xmlns:a16="http://schemas.microsoft.com/office/drawing/2014/main" id="{2816611C-CA4B-3DAE-5AE8-98FDCEB0930D}"/>
              </a:ext>
            </a:extLst>
          </p:cNvPr>
          <p:cNvSpPr txBox="1"/>
          <p:nvPr/>
        </p:nvSpPr>
        <p:spPr>
          <a:xfrm>
            <a:off x="434932" y="6060452"/>
            <a:ext cx="11350811" cy="308895"/>
          </a:xfrm>
          <a:prstGeom prst="rect">
            <a:avLst/>
          </a:prstGeom>
          <a:solidFill>
            <a:srgbClr val="00B050">
              <a:alpha val="49019"/>
            </a:srgbClr>
          </a:solidFill>
          <a:ln>
            <a:noFill/>
          </a:ln>
        </p:spPr>
        <p:txBody>
          <a:bodyPr spcFirstLastPara="1" wrap="square" lIns="91425" tIns="45700" rIns="91425" bIns="45700" anchor="ctr" anchorCtr="0">
            <a:noAutofit/>
          </a:bodyPr>
          <a:lstStyle/>
          <a:p>
            <a:pPr lvl="0" algn="ctr">
              <a:buSzPts val="1800"/>
            </a:pPr>
            <a:r>
              <a:rPr lang="en-US" b="1">
                <a:solidFill>
                  <a:schemeClr val="dk1"/>
                </a:solidFill>
                <a:latin typeface="IBM Plex Sans"/>
                <a:ea typeface="IBM Plex Sans"/>
                <a:cs typeface="IBM Plex Sans"/>
                <a:sym typeface="IBM Plex Sans"/>
              </a:rPr>
              <a:t>Search is no longer one experience. Different surfaces win at different moments, with AI Overviews acting as the connective layer</a:t>
            </a:r>
            <a:endParaRPr lang="en-US">
              <a:solidFill>
                <a:schemeClr val="dk1"/>
              </a:solidFill>
            </a:endParaRPr>
          </a:p>
        </p:txBody>
      </p:sp>
    </p:spTree>
    <p:extLst>
      <p:ext uri="{BB962C8B-B14F-4D97-AF65-F5344CB8AC3E}">
        <p14:creationId xmlns:p14="http://schemas.microsoft.com/office/powerpoint/2010/main" val="190715677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1273"/>
        <p:cNvGrpSpPr/>
        <p:nvPr/>
      </p:nvGrpSpPr>
      <p:grpSpPr>
        <a:xfrm>
          <a:off x="0" y="0"/>
          <a:ext cx="0" cy="0"/>
          <a:chOff x="0" y="0"/>
          <a:chExt cx="0" cy="0"/>
        </a:xfrm>
      </p:grpSpPr>
      <p:sp>
        <p:nvSpPr>
          <p:cNvPr id="1274" name="Google Shape;1274;g3b23322d595_2_337"/>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pPr lvl="0"/>
            <a:r>
              <a:rPr lang="en-US" noProof="0">
                <a:solidFill>
                  <a:schemeClr val="dk1"/>
                </a:solidFill>
                <a:latin typeface="IBM Plex Sans"/>
                <a:ea typeface="IBM Plex Sans"/>
                <a:cs typeface="IBM Plex Sans"/>
                <a:sym typeface="IBM Plex Sans"/>
              </a:rPr>
              <a:t>AI answers come with a price tag in monetized </a:t>
            </a:r>
            <a:r>
              <a:rPr lang="en-US" noProof="0"/>
              <a:t>search (1/2)</a:t>
            </a:r>
            <a:endParaRPr lang="en-US" noProof="0">
              <a:solidFill>
                <a:schemeClr val="dk1"/>
              </a:solidFill>
              <a:latin typeface="IBM Plex Sans"/>
              <a:ea typeface="IBM Plex Sans"/>
              <a:cs typeface="IBM Plex Sans"/>
              <a:sym typeface="IBM Plex Sans"/>
            </a:endParaRPr>
          </a:p>
        </p:txBody>
      </p:sp>
      <p:sp>
        <p:nvSpPr>
          <p:cNvPr id="1276" name="Google Shape;1276;g3b23322d595_2_337"/>
          <p:cNvSpPr/>
          <p:nvPr/>
        </p:nvSpPr>
        <p:spPr>
          <a:xfrm>
            <a:off x="316685" y="6315583"/>
            <a:ext cx="10681456" cy="152946"/>
          </a:xfrm>
          <a:prstGeom prst="roundRect">
            <a:avLst>
              <a:gd name="adj" fmla="val 0"/>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700"/>
              <a:buFont typeface="Arial"/>
              <a:buNone/>
            </a:pPr>
            <a:r>
              <a:rPr lang="en-US" sz="700" b="0" i="0" u="none" strike="noStrike" cap="none" noProof="0">
                <a:solidFill>
                  <a:srgbClr val="7F7F7F"/>
                </a:solidFill>
                <a:latin typeface="IBM Plex Sans"/>
                <a:ea typeface="Quattrocento Sans"/>
                <a:cs typeface="Quattrocento Sans"/>
                <a:sym typeface="Quattrocento Sans"/>
              </a:rPr>
              <a:t>Sources: (1)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Google</a:t>
            </a:r>
            <a:r>
              <a:rPr lang="en-US" sz="700" b="0" i="0" u="none" strike="noStrike" cap="none" noProof="0">
                <a:solidFill>
                  <a:srgbClr val="7F7F7F"/>
                </a:solidFill>
                <a:latin typeface="IBM Plex Sans"/>
                <a:ea typeface="Quattrocento Sans"/>
                <a:cs typeface="Quattrocento Sans"/>
                <a:sym typeface="Quattrocento Sans"/>
              </a:rPr>
              <a:t>, (2) </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SEO</a:t>
            </a:r>
            <a:r>
              <a:rPr lang="en-US" sz="700" b="0" i="0" u="none" strike="noStrike" cap="none" noProof="0">
                <a:solidFill>
                  <a:srgbClr val="7F7F7F"/>
                </a:solidFill>
                <a:latin typeface="IBM Plex Sans"/>
                <a:ea typeface="Quattrocento Sans"/>
                <a:cs typeface="Quattrocento Sans"/>
                <a:sym typeface="Quattrocento Sans"/>
              </a:rPr>
              <a:t>, (3) </a:t>
            </a:r>
            <a:r>
              <a:rPr lang="en-US" sz="700" b="0" i="0" u="sng" strike="noStrike" cap="none" noProof="0" err="1">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Groas</a:t>
            </a:r>
            <a:r>
              <a:rPr lang="en-US" sz="700" b="0" i="0" u="none" strike="noStrike" cap="none" noProof="0">
                <a:solidFill>
                  <a:srgbClr val="7F7F7F"/>
                </a:solidFill>
                <a:latin typeface="IBM Plex Sans"/>
                <a:ea typeface="Quattrocento Sans"/>
                <a:cs typeface="Quattrocento Sans"/>
                <a:sym typeface="Quattrocento Sans"/>
              </a:rPr>
              <a:t>, (4) </a:t>
            </a:r>
            <a:r>
              <a:rPr lang="en-US" sz="700" b="0" i="0" u="sng" strike="noStrike" cap="none"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Search Engine Land</a:t>
            </a:r>
            <a:r>
              <a:rPr lang="en-US" sz="700" b="0" i="0" u="none" strike="noStrike" cap="none" noProof="0">
                <a:solidFill>
                  <a:srgbClr val="7F7F7F"/>
                </a:solidFill>
                <a:latin typeface="IBM Plex Sans"/>
                <a:ea typeface="Quattrocento Sans"/>
                <a:cs typeface="Quattrocento Sans"/>
                <a:sym typeface="Quattrocento Sans"/>
              </a:rPr>
              <a:t>, (5) </a:t>
            </a:r>
            <a:r>
              <a:rPr lang="en-US" sz="700" b="0" i="0" u="sng" strike="noStrike" cap="none" noProof="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Search Engine Land,</a:t>
            </a:r>
            <a:r>
              <a:rPr lang="en-US" sz="700" b="0" i="0" u="none" strike="noStrike" cap="none" noProof="0">
                <a:solidFill>
                  <a:srgbClr val="7F7F7F"/>
                </a:solidFill>
                <a:latin typeface="IBM Plex Sans"/>
                <a:ea typeface="Quattrocento Sans"/>
                <a:cs typeface="Quattrocento Sans"/>
                <a:sym typeface="Quattrocento Sans"/>
              </a:rPr>
              <a:t> (6) </a:t>
            </a:r>
            <a:r>
              <a:rPr lang="en-US" sz="700" b="0" i="0" u="sng" strike="noStrike" cap="none"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Microsoft</a:t>
            </a:r>
            <a:r>
              <a:rPr lang="en-US" sz="700" b="0" i="0" u="none" strike="noStrike" cap="none" noProof="0">
                <a:solidFill>
                  <a:srgbClr val="7F7F7F"/>
                </a:solidFill>
                <a:latin typeface="IBM Plex Sans"/>
                <a:ea typeface="Quattrocento Sans"/>
                <a:cs typeface="Quattrocento Sans"/>
                <a:sym typeface="Quattrocento Sans"/>
              </a:rPr>
              <a:t>, (7) </a:t>
            </a:r>
            <a:r>
              <a:rPr lang="en-US" sz="700" b="0" i="0" u="sng" strike="noStrike" cap="none" noProof="0">
                <a:solidFill>
                  <a:srgbClr val="7F7F7F"/>
                </a:solidFill>
                <a:latin typeface="IBM Plex Sans"/>
                <a:ea typeface="Quattrocento Sans"/>
                <a:cs typeface="Quattrocento Sans"/>
                <a:sym typeface="Quattrocento Sans"/>
                <a:hlinkClick r:id="rId9">
                  <a:extLst>
                    <a:ext uri="{A12FA001-AC4F-418D-AE19-62706E023703}">
                      <ahyp:hlinkClr xmlns:ahyp="http://schemas.microsoft.com/office/drawing/2018/hyperlinkcolor" val="tx"/>
                    </a:ext>
                  </a:extLst>
                </a:hlinkClick>
              </a:rPr>
              <a:t>Adweek</a:t>
            </a:r>
            <a:r>
              <a:rPr lang="en-US" sz="700" b="0" i="0" u="none" strike="noStrike" cap="none" noProof="0">
                <a:solidFill>
                  <a:srgbClr val="7F7F7F"/>
                </a:solidFill>
                <a:latin typeface="IBM Plex Sans"/>
                <a:ea typeface="Quattrocento Sans"/>
                <a:cs typeface="Quattrocento Sans"/>
                <a:sym typeface="Quattrocento Sans"/>
              </a:rPr>
              <a:t>, (8) </a:t>
            </a:r>
            <a:r>
              <a:rPr lang="en-US" sz="700" b="0" i="0" u="sng" strike="noStrike" cap="none" noProof="0">
                <a:solidFill>
                  <a:srgbClr val="7F7F7F"/>
                </a:solidFill>
                <a:latin typeface="IBM Plex Sans"/>
                <a:ea typeface="Quattrocento Sans"/>
                <a:cs typeface="Quattrocento Sans"/>
                <a:sym typeface="Quattrocento Sans"/>
                <a:hlinkClick r:id="rId10">
                  <a:extLst>
                    <a:ext uri="{A12FA001-AC4F-418D-AE19-62706E023703}">
                      <ahyp:hlinkClr xmlns:ahyp="http://schemas.microsoft.com/office/drawing/2018/hyperlinkcolor" val="tx"/>
                    </a:ext>
                  </a:extLst>
                </a:hlinkClick>
              </a:rPr>
              <a:t>Bing</a:t>
            </a:r>
            <a:r>
              <a:rPr lang="en-US" sz="700" b="0" i="0" u="none" strike="noStrike" cap="none" noProof="0">
                <a:solidFill>
                  <a:srgbClr val="7F7F7F"/>
                </a:solidFill>
                <a:latin typeface="IBM Plex Sans"/>
                <a:ea typeface="Quattrocento Sans"/>
                <a:cs typeface="Quattrocento Sans"/>
                <a:sym typeface="Quattrocento Sans"/>
              </a:rPr>
              <a:t>, (9) </a:t>
            </a:r>
            <a:r>
              <a:rPr lang="en-US" sz="700" b="0" i="0" u="sng" strike="noStrike" cap="none" noProof="0">
                <a:solidFill>
                  <a:srgbClr val="7F7F7F"/>
                </a:solidFill>
                <a:latin typeface="IBM Plex Sans"/>
                <a:ea typeface="Quattrocento Sans"/>
                <a:cs typeface="Quattrocento Sans"/>
                <a:sym typeface="Quattrocento Sans"/>
                <a:hlinkClick r:id="rId11">
                  <a:extLst>
                    <a:ext uri="{A12FA001-AC4F-418D-AE19-62706E023703}">
                      <ahyp:hlinkClr xmlns:ahyp="http://schemas.microsoft.com/office/drawing/2018/hyperlinkcolor" val="tx"/>
                    </a:ext>
                  </a:extLst>
                </a:hlinkClick>
              </a:rPr>
              <a:t>Brave</a:t>
            </a:r>
            <a:r>
              <a:rPr lang="en-US" sz="700" b="0" i="0" u="none" strike="noStrike" cap="none" noProof="0">
                <a:solidFill>
                  <a:srgbClr val="7F7F7F"/>
                </a:solidFill>
                <a:latin typeface="IBM Plex Sans"/>
                <a:ea typeface="Quattrocento Sans"/>
                <a:cs typeface="Quattrocento Sans"/>
                <a:sym typeface="Quattrocento Sans"/>
              </a:rPr>
              <a:t>, (10) </a:t>
            </a:r>
            <a:r>
              <a:rPr lang="en-US" sz="700" b="0" i="0" u="sng" strike="noStrike" cap="none" noProof="0">
                <a:solidFill>
                  <a:srgbClr val="7F7F7F"/>
                </a:solidFill>
                <a:latin typeface="IBM Plex Sans"/>
                <a:ea typeface="Quattrocento Sans"/>
                <a:cs typeface="Quattrocento Sans"/>
                <a:sym typeface="Quattrocento Sans"/>
                <a:hlinkClick r:id="rId12">
                  <a:extLst>
                    <a:ext uri="{A12FA001-AC4F-418D-AE19-62706E023703}">
                      <ahyp:hlinkClr xmlns:ahyp="http://schemas.microsoft.com/office/drawing/2018/hyperlinkcolor" val="tx"/>
                    </a:ext>
                  </a:extLst>
                </a:hlinkClick>
              </a:rPr>
              <a:t>Brave Blog</a:t>
            </a:r>
            <a:r>
              <a:rPr lang="en-US" sz="700" b="0" i="0" u="none" strike="noStrike" cap="none" noProof="0">
                <a:solidFill>
                  <a:srgbClr val="7F7F7F"/>
                </a:solidFill>
                <a:latin typeface="IBM Plex Sans"/>
                <a:ea typeface="Quattrocento Sans"/>
                <a:cs typeface="Quattrocento Sans"/>
                <a:sym typeface="Quattrocento Sans"/>
              </a:rPr>
              <a:t>, (11) </a:t>
            </a:r>
            <a:r>
              <a:rPr lang="en-US" sz="700" b="0" i="0" u="sng" strike="noStrike" cap="none" noProof="0">
                <a:solidFill>
                  <a:srgbClr val="7F7F7F"/>
                </a:solidFill>
                <a:latin typeface="IBM Plex Sans"/>
                <a:ea typeface="Quattrocento Sans"/>
                <a:cs typeface="Quattrocento Sans"/>
                <a:sym typeface="Quattrocento Sans"/>
                <a:hlinkClick r:id="rId13">
                  <a:extLst>
                    <a:ext uri="{A12FA001-AC4F-418D-AE19-62706E023703}">
                      <ahyp:hlinkClr xmlns:ahyp="http://schemas.microsoft.com/office/drawing/2018/hyperlinkcolor" val="tx"/>
                    </a:ext>
                  </a:extLst>
                </a:hlinkClick>
              </a:rPr>
              <a:t>Brave</a:t>
            </a:r>
            <a:r>
              <a:rPr lang="en-US" sz="700" b="0" i="0" u="none" strike="noStrike" cap="none" noProof="0">
                <a:solidFill>
                  <a:srgbClr val="7F7F7F"/>
                </a:solidFill>
                <a:latin typeface="IBM Plex Sans"/>
                <a:ea typeface="Quattrocento Sans"/>
                <a:cs typeface="Quattrocento Sans"/>
                <a:sym typeface="Quattrocento Sans"/>
              </a:rPr>
              <a:t> , (12) </a:t>
            </a:r>
            <a:r>
              <a:rPr lang="en-US" sz="700" b="0" i="0" u="sng" strike="noStrike" cap="none" noProof="0">
                <a:solidFill>
                  <a:srgbClr val="7F7F7F"/>
                </a:solidFill>
                <a:latin typeface="IBM Plex Sans"/>
                <a:ea typeface="Quattrocento Sans"/>
                <a:cs typeface="Quattrocento Sans"/>
                <a:sym typeface="Quattrocento Sans"/>
                <a:hlinkClick r:id="rId14">
                  <a:extLst>
                    <a:ext uri="{A12FA001-AC4F-418D-AE19-62706E023703}">
                      <ahyp:hlinkClr xmlns:ahyp="http://schemas.microsoft.com/office/drawing/2018/hyperlinkcolor" val="tx"/>
                    </a:ext>
                  </a:extLst>
                </a:hlinkClick>
              </a:rPr>
              <a:t>Support Brave</a:t>
            </a:r>
            <a:r>
              <a:rPr lang="en-US" sz="700" b="0" i="0" u="none" strike="noStrike" cap="none" noProof="0">
                <a:solidFill>
                  <a:srgbClr val="7F7F7F"/>
                </a:solidFill>
                <a:latin typeface="IBM Plex Sans"/>
                <a:ea typeface="Quattrocento Sans"/>
                <a:cs typeface="Quattrocento Sans"/>
                <a:sym typeface="Quattrocento Sans"/>
              </a:rPr>
              <a:t>, (13) </a:t>
            </a:r>
            <a:r>
              <a:rPr lang="en-US" sz="700" b="0" i="0" u="sng" strike="noStrike" cap="none" noProof="0">
                <a:solidFill>
                  <a:srgbClr val="7F7F7F"/>
                </a:solidFill>
                <a:latin typeface="IBM Plex Sans"/>
                <a:ea typeface="Quattrocento Sans"/>
                <a:cs typeface="Quattrocento Sans"/>
                <a:sym typeface="Quattrocento Sans"/>
                <a:hlinkClick r:id="rId15">
                  <a:extLst>
                    <a:ext uri="{A12FA001-AC4F-418D-AE19-62706E023703}">
                      <ahyp:hlinkClr xmlns:ahyp="http://schemas.microsoft.com/office/drawing/2018/hyperlinkcolor" val="tx"/>
                    </a:ext>
                  </a:extLst>
                </a:hlinkClick>
              </a:rPr>
              <a:t>DuckDuckGo</a:t>
            </a:r>
            <a:r>
              <a:rPr lang="en-US" sz="700" b="0" i="0" u="none" strike="noStrike" cap="none" noProof="0">
                <a:solidFill>
                  <a:srgbClr val="7F7F7F"/>
                </a:solidFill>
                <a:latin typeface="IBM Plex Sans"/>
                <a:ea typeface="Quattrocento Sans"/>
                <a:cs typeface="Quattrocento Sans"/>
                <a:sym typeface="Quattrocento Sans"/>
              </a:rPr>
              <a:t>, (14) </a:t>
            </a:r>
            <a:r>
              <a:rPr lang="en-US" sz="700" b="0" i="0" u="sng" strike="noStrike" cap="none" noProof="0" err="1">
                <a:solidFill>
                  <a:srgbClr val="7F7F7F"/>
                </a:solidFill>
                <a:latin typeface="IBM Plex Sans"/>
                <a:ea typeface="Quattrocento Sans"/>
                <a:cs typeface="Quattrocento Sans"/>
                <a:sym typeface="Quattrocento Sans"/>
                <a:hlinkClick r:id="rId16">
                  <a:extLst>
                    <a:ext uri="{A12FA001-AC4F-418D-AE19-62706E023703}">
                      <ahyp:hlinkClr xmlns:ahyp="http://schemas.microsoft.com/office/drawing/2018/hyperlinkcolor" val="tx"/>
                    </a:ext>
                  </a:extLst>
                </a:hlinkClick>
              </a:rPr>
              <a:t>Vizologi</a:t>
            </a:r>
            <a:r>
              <a:rPr lang="en-US" sz="700" b="0" i="0" u="none" strike="noStrike" cap="none" noProof="0">
                <a:solidFill>
                  <a:srgbClr val="7F7F7F"/>
                </a:solidFill>
                <a:latin typeface="IBM Plex Sans"/>
                <a:ea typeface="Quattrocento Sans"/>
                <a:cs typeface="Quattrocento Sans"/>
                <a:sym typeface="Quattrocento Sans"/>
              </a:rPr>
              <a:t>, (15) </a:t>
            </a:r>
            <a:r>
              <a:rPr lang="en-US" sz="700" b="0" i="0" u="sng" strike="noStrike" cap="none" noProof="0">
                <a:solidFill>
                  <a:srgbClr val="7F7F7F"/>
                </a:solidFill>
                <a:latin typeface="IBM Plex Sans"/>
                <a:ea typeface="Quattrocento Sans"/>
                <a:cs typeface="Quattrocento Sans"/>
                <a:sym typeface="Quattrocento Sans"/>
                <a:hlinkClick r:id="rId17">
                  <a:extLst>
                    <a:ext uri="{A12FA001-AC4F-418D-AE19-62706E023703}">
                      <ahyp:hlinkClr xmlns:ahyp="http://schemas.microsoft.com/office/drawing/2018/hyperlinkcolor" val="tx"/>
                    </a:ext>
                  </a:extLst>
                </a:hlinkClick>
              </a:rPr>
              <a:t>Perplexity</a:t>
            </a:r>
            <a:r>
              <a:rPr lang="en-US" sz="700" b="0" i="0" u="none" strike="noStrike" cap="none" noProof="0">
                <a:solidFill>
                  <a:srgbClr val="7F7F7F"/>
                </a:solidFill>
                <a:latin typeface="IBM Plex Sans"/>
                <a:ea typeface="Quattrocento Sans"/>
                <a:cs typeface="Quattrocento Sans"/>
                <a:sym typeface="Quattrocento Sans"/>
              </a:rPr>
              <a:t>, (16) </a:t>
            </a:r>
            <a:r>
              <a:rPr lang="en-US" sz="700" b="0" i="0" u="sng" strike="noStrike" cap="none" noProof="0">
                <a:solidFill>
                  <a:srgbClr val="7F7F7F"/>
                </a:solidFill>
                <a:latin typeface="IBM Plex Sans"/>
                <a:ea typeface="Quattrocento Sans"/>
                <a:cs typeface="Quattrocento Sans"/>
                <a:sym typeface="Quattrocento Sans"/>
                <a:hlinkClick r:id="rId18">
                  <a:extLst>
                    <a:ext uri="{A12FA001-AC4F-418D-AE19-62706E023703}">
                      <ahyp:hlinkClr xmlns:ahyp="http://schemas.microsoft.com/office/drawing/2018/hyperlinkcolor" val="tx"/>
                    </a:ext>
                  </a:extLst>
                </a:hlinkClick>
              </a:rPr>
              <a:t>Perplexity pricing</a:t>
            </a:r>
            <a:r>
              <a:rPr lang="en-US" sz="700" b="0" i="0" u="none" strike="noStrike" cap="none" noProof="0">
                <a:solidFill>
                  <a:srgbClr val="7F7F7F"/>
                </a:solidFill>
                <a:latin typeface="IBM Plex Sans"/>
                <a:ea typeface="Quattrocento Sans"/>
                <a:cs typeface="Quattrocento Sans"/>
                <a:sym typeface="Quattrocento Sans"/>
              </a:rPr>
              <a:t>, (17) </a:t>
            </a:r>
            <a:r>
              <a:rPr lang="en-US" sz="700" b="0" i="0" u="sng" strike="noStrike" cap="none" noProof="0">
                <a:solidFill>
                  <a:srgbClr val="7F7F7F"/>
                </a:solidFill>
                <a:latin typeface="IBM Plex Sans"/>
                <a:ea typeface="Quattrocento Sans"/>
                <a:cs typeface="Quattrocento Sans"/>
                <a:sym typeface="Quattrocento Sans"/>
                <a:hlinkClick r:id="rId19">
                  <a:extLst>
                    <a:ext uri="{A12FA001-AC4F-418D-AE19-62706E023703}">
                      <ahyp:hlinkClr xmlns:ahyp="http://schemas.microsoft.com/office/drawing/2018/hyperlinkcolor" val="tx"/>
                    </a:ext>
                  </a:extLst>
                </a:hlinkClick>
              </a:rPr>
              <a:t>Reuters</a:t>
            </a:r>
            <a:endParaRPr lang="en-US" sz="700" b="0" i="0" u="none" strike="noStrike" cap="none" noProof="0">
              <a:solidFill>
                <a:srgbClr val="7F7F7F"/>
              </a:solidFill>
              <a:latin typeface="IBM Plex Sans"/>
              <a:ea typeface="Quattrocento Sans"/>
              <a:cs typeface="Quattrocento Sans"/>
            </a:endParaRPr>
          </a:p>
        </p:txBody>
      </p:sp>
      <p:sp>
        <p:nvSpPr>
          <p:cNvPr id="1283" name="Google Shape;1283;g3b23322d595_2_337"/>
          <p:cNvSpPr txBox="1"/>
          <p:nvPr/>
        </p:nvSpPr>
        <p:spPr>
          <a:xfrm>
            <a:off x="7360251" y="1525628"/>
            <a:ext cx="4316611" cy="894828"/>
          </a:xfrm>
          <a:prstGeom prst="rect">
            <a:avLst/>
          </a:prstGeom>
          <a:solidFill>
            <a:srgbClr val="F2F2F2"/>
          </a:solidFill>
          <a:ln>
            <a:noFill/>
          </a:ln>
        </p:spPr>
        <p:txBody>
          <a:bodyPr spcFirstLastPara="1" wrap="square" lIns="91425" tIns="90000" rIns="91425" bIns="45700" anchor="t" anchorCtr="0">
            <a:noAutofit/>
          </a:bodyPr>
          <a:lstStyle/>
          <a:p>
            <a:pPr marL="177800" marR="0" lvl="0" indent="-177800" algn="l" rtl="0">
              <a:lnSpc>
                <a:spcPct val="100000"/>
              </a:lnSpc>
              <a:spcBef>
                <a:spcPts val="0"/>
              </a:spcBef>
              <a:spcAft>
                <a:spcPts val="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Search ads on generative AI experiences (Copilot)</a:t>
            </a:r>
            <a:r>
              <a:rPr lang="en-US" sz="1000" b="0" i="0" u="none" strike="noStrike" cap="none" baseline="30000" noProof="0">
                <a:solidFill>
                  <a:schemeClr val="dk1"/>
                </a:solidFill>
                <a:latin typeface="IBM Plex Sans"/>
                <a:ea typeface="IBM Plex Sans"/>
                <a:cs typeface="IBM Plex Sans"/>
                <a:sym typeface="IBM Plex Sans"/>
              </a:rPr>
              <a:t>6</a:t>
            </a:r>
            <a:endParaRPr lang="en-US" sz="1800" b="0" i="0" u="none" strike="noStrike" cap="none" noProof="0">
              <a:solidFill>
                <a:schemeClr val="dk1"/>
              </a:solidFill>
              <a:latin typeface="Arial"/>
              <a:ea typeface="Arial"/>
              <a:cs typeface="Arial"/>
              <a:sym typeface="Arial"/>
            </a:endParaRPr>
          </a:p>
          <a:p>
            <a:pPr marL="177800" marR="0" lvl="0" indent="-177800" algn="l" rtl="0">
              <a:lnSpc>
                <a:spcPct val="100000"/>
              </a:lnSpc>
              <a:spcBef>
                <a:spcPts val="200"/>
              </a:spcBef>
              <a:spcAft>
                <a:spcPts val="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New Compare &amp; Decide ads inside chat</a:t>
            </a:r>
            <a:r>
              <a:rPr lang="en-US" sz="1000" b="0" i="0" u="none" strike="noStrike" cap="none" baseline="30000" noProof="0">
                <a:solidFill>
                  <a:schemeClr val="dk1"/>
                </a:solidFill>
                <a:latin typeface="IBM Plex Sans"/>
                <a:ea typeface="IBM Plex Sans"/>
                <a:cs typeface="IBM Plex Sans"/>
                <a:sym typeface="IBM Plex Sans"/>
              </a:rPr>
              <a:t>7</a:t>
            </a:r>
            <a:endParaRPr lang="en-US" sz="1800" b="0" i="0" u="none" strike="noStrike" cap="none" noProof="0">
              <a:solidFill>
                <a:schemeClr val="dk1"/>
              </a:solidFill>
              <a:latin typeface="Arial"/>
              <a:ea typeface="Arial"/>
              <a:cs typeface="Arial"/>
              <a:sym typeface="Arial"/>
            </a:endParaRPr>
          </a:p>
          <a:p>
            <a:pPr marL="177800" marR="0" lvl="0" indent="-177800" algn="l" rtl="0">
              <a:lnSpc>
                <a:spcPct val="100000"/>
              </a:lnSpc>
              <a:spcBef>
                <a:spcPts val="200"/>
              </a:spcBef>
              <a:spcAft>
                <a:spcPts val="20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Higher conversion intent in AI journeys: 76% higher than traditional search surfaces</a:t>
            </a:r>
            <a:r>
              <a:rPr lang="en-US" sz="1000" b="0" i="0" u="none" strike="noStrike" cap="none" baseline="30000" noProof="0">
                <a:solidFill>
                  <a:schemeClr val="dk1"/>
                </a:solidFill>
                <a:latin typeface="IBM Plex Sans"/>
                <a:ea typeface="IBM Plex Sans"/>
                <a:cs typeface="IBM Plex Sans"/>
                <a:sym typeface="IBM Plex Sans"/>
              </a:rPr>
              <a:t>8</a:t>
            </a:r>
            <a:endParaRPr lang="en-US" sz="1800" b="0" i="0" u="none" strike="noStrike" cap="none" noProof="0">
              <a:solidFill>
                <a:schemeClr val="dk1"/>
              </a:solidFill>
              <a:latin typeface="Arial"/>
              <a:ea typeface="Arial"/>
              <a:cs typeface="Arial"/>
              <a:sym typeface="Arial"/>
            </a:endParaRPr>
          </a:p>
        </p:txBody>
      </p:sp>
      <p:sp>
        <p:nvSpPr>
          <p:cNvPr id="1284" name="Google Shape;1284;g3b23322d595_2_337"/>
          <p:cNvSpPr/>
          <p:nvPr/>
        </p:nvSpPr>
        <p:spPr>
          <a:xfrm>
            <a:off x="6339352" y="1191714"/>
            <a:ext cx="5337511" cy="315452"/>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000" b="1" i="0" u="none" strike="noStrike" cap="none" noProof="0">
                <a:solidFill>
                  <a:schemeClr val="lt1"/>
                </a:solidFill>
                <a:latin typeface="IBM Plex Sans"/>
                <a:ea typeface="IBM Plex Sans"/>
                <a:cs typeface="IBM Plex Sans"/>
                <a:sym typeface="IBM Plex Sans"/>
              </a:rPr>
              <a:t>Bing</a:t>
            </a:r>
            <a:endParaRPr lang="en-US" sz="1800" b="0" i="0" u="none" strike="noStrike" cap="none" noProof="0">
              <a:solidFill>
                <a:schemeClr val="dk1"/>
              </a:solidFill>
              <a:latin typeface="Arial"/>
              <a:ea typeface="Arial"/>
              <a:cs typeface="Arial"/>
              <a:sym typeface="Arial"/>
            </a:endParaRPr>
          </a:p>
        </p:txBody>
      </p:sp>
      <p:sp>
        <p:nvSpPr>
          <p:cNvPr id="1285" name="Google Shape;1285;g3b23322d595_2_337"/>
          <p:cNvSpPr txBox="1"/>
          <p:nvPr/>
        </p:nvSpPr>
        <p:spPr>
          <a:xfrm>
            <a:off x="1470991" y="1507166"/>
            <a:ext cx="4316611" cy="894827"/>
          </a:xfrm>
          <a:prstGeom prst="rect">
            <a:avLst/>
          </a:prstGeom>
          <a:solidFill>
            <a:srgbClr val="F2F2F2"/>
          </a:solidFill>
          <a:ln>
            <a:noFill/>
          </a:ln>
        </p:spPr>
        <p:txBody>
          <a:bodyPr spcFirstLastPara="1" wrap="square" lIns="91425" tIns="90000" rIns="91425" bIns="45700" anchor="t" anchorCtr="0">
            <a:noAutofit/>
          </a:bodyPr>
          <a:lstStyle/>
          <a:p>
            <a:pPr marL="177800" marR="0" lvl="0" indent="-177800" algn="l" rtl="0">
              <a:lnSpc>
                <a:spcPct val="100000"/>
              </a:lnSpc>
              <a:spcBef>
                <a:spcPts val="0"/>
              </a:spcBef>
              <a:spcAft>
                <a:spcPts val="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Ads inside AI Overviews (text, Shopping, local, app ads)</a:t>
            </a:r>
            <a:r>
              <a:rPr lang="en-US" sz="1000" b="0" i="0" u="none" strike="noStrike" cap="none" baseline="30000" noProof="0">
                <a:solidFill>
                  <a:schemeClr val="dk1"/>
                </a:solidFill>
                <a:latin typeface="IBM Plex Sans"/>
                <a:ea typeface="IBM Plex Sans"/>
                <a:cs typeface="IBM Plex Sans"/>
                <a:sym typeface="IBM Plex Sans"/>
              </a:rPr>
              <a:t>1,2</a:t>
            </a:r>
            <a:endParaRPr lang="en-US" sz="1800" b="0" i="0" u="none" strike="noStrike" cap="none" noProof="0">
              <a:solidFill>
                <a:schemeClr val="dk1"/>
              </a:solidFill>
              <a:latin typeface="Arial"/>
              <a:ea typeface="Arial"/>
              <a:cs typeface="Arial"/>
              <a:sym typeface="Arial"/>
            </a:endParaRPr>
          </a:p>
          <a:p>
            <a:pPr marL="177800" indent="-177800">
              <a:spcBef>
                <a:spcPts val="200"/>
              </a:spcBef>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New AI Overview ad formats &amp; </a:t>
            </a:r>
            <a:r>
              <a:rPr lang="en-US" sz="1000" noProof="0">
                <a:solidFill>
                  <a:schemeClr val="dk1"/>
                </a:solidFill>
                <a:latin typeface="IBM Plex Sans"/>
                <a:ea typeface="IBM Plex Sans"/>
                <a:cs typeface="IBM Plex Sans"/>
                <a:sym typeface="IBM Plex Sans"/>
              </a:rPr>
              <a:t>performance measurement</a:t>
            </a:r>
            <a:r>
              <a:rPr lang="en-US" sz="1000" baseline="30000" noProof="0">
                <a:solidFill>
                  <a:schemeClr val="dk1"/>
                </a:solidFill>
                <a:latin typeface="IBM Plex Sans"/>
                <a:ea typeface="IBM Plex Sans"/>
                <a:cs typeface="IBM Plex Sans"/>
                <a:sym typeface="IBM Plex Sans"/>
              </a:rPr>
              <a:t>3</a:t>
            </a:r>
            <a:endParaRPr lang="en-US" sz="1800" b="0" i="0" u="none" strike="noStrike" cap="none" noProof="0">
              <a:solidFill>
                <a:schemeClr val="dk1"/>
              </a:solidFill>
              <a:latin typeface="Arial"/>
              <a:ea typeface="Arial"/>
              <a:cs typeface="Arial"/>
              <a:sym typeface="Arial"/>
            </a:endParaRPr>
          </a:p>
          <a:p>
            <a:pPr marL="177800" marR="0" lvl="0" indent="-177800" algn="l" rtl="0">
              <a:lnSpc>
                <a:spcPct val="100000"/>
              </a:lnSpc>
              <a:spcBef>
                <a:spcPts val="200"/>
              </a:spcBef>
              <a:spcAft>
                <a:spcPts val="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AI Max monetizes “net-new queries” surfaced by AI</a:t>
            </a:r>
            <a:r>
              <a:rPr lang="en-US" sz="1000" b="0" i="0" u="none" strike="noStrike" cap="none" baseline="30000" noProof="0">
                <a:solidFill>
                  <a:schemeClr val="dk1"/>
                </a:solidFill>
                <a:latin typeface="IBM Plex Sans"/>
                <a:ea typeface="IBM Plex Sans"/>
                <a:cs typeface="IBM Plex Sans"/>
                <a:sym typeface="IBM Plex Sans"/>
              </a:rPr>
              <a:t>4</a:t>
            </a:r>
            <a:endParaRPr lang="en-US" sz="1800" b="0" i="0" u="none" strike="noStrike" cap="none" noProof="0">
              <a:solidFill>
                <a:schemeClr val="dk1"/>
              </a:solidFill>
              <a:latin typeface="Arial"/>
              <a:ea typeface="Arial"/>
              <a:cs typeface="Arial"/>
              <a:sym typeface="Arial"/>
            </a:endParaRPr>
          </a:p>
          <a:p>
            <a:pPr marL="177800" marR="0" lvl="0" indent="-177800" algn="l" rtl="0">
              <a:lnSpc>
                <a:spcPct val="100000"/>
              </a:lnSpc>
              <a:spcBef>
                <a:spcPts val="200"/>
              </a:spcBef>
              <a:spcAft>
                <a:spcPts val="20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Global rollout of ads in AI Overviews by end of 2025</a:t>
            </a:r>
            <a:r>
              <a:rPr lang="en-US" sz="1000" b="0" i="0" u="none" strike="noStrike" cap="none" baseline="30000" noProof="0">
                <a:solidFill>
                  <a:schemeClr val="dk1"/>
                </a:solidFill>
                <a:latin typeface="IBM Plex Sans"/>
                <a:ea typeface="IBM Plex Sans"/>
                <a:cs typeface="IBM Plex Sans"/>
                <a:sym typeface="IBM Plex Sans"/>
              </a:rPr>
              <a:t>5</a:t>
            </a:r>
            <a:endParaRPr lang="en-US" sz="1800" b="0" i="0" u="none" strike="noStrike" cap="none" noProof="0">
              <a:solidFill>
                <a:schemeClr val="dk1"/>
              </a:solidFill>
              <a:latin typeface="Arial"/>
              <a:ea typeface="Arial"/>
              <a:cs typeface="Arial"/>
              <a:sym typeface="Arial"/>
            </a:endParaRPr>
          </a:p>
        </p:txBody>
      </p:sp>
      <p:sp>
        <p:nvSpPr>
          <p:cNvPr id="1286" name="Google Shape;1286;g3b23322d595_2_337"/>
          <p:cNvSpPr/>
          <p:nvPr/>
        </p:nvSpPr>
        <p:spPr>
          <a:xfrm>
            <a:off x="450091" y="1191714"/>
            <a:ext cx="5337511"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000" b="1" i="0" u="none" strike="noStrike" cap="none" noProof="0">
                <a:solidFill>
                  <a:schemeClr val="lt1"/>
                </a:solidFill>
                <a:latin typeface="IBM Plex Sans"/>
                <a:ea typeface="IBM Plex Sans"/>
                <a:cs typeface="IBM Plex Sans"/>
                <a:sym typeface="IBM Plex Sans"/>
              </a:rPr>
              <a:t>Google</a:t>
            </a:r>
            <a:endParaRPr lang="en-US" sz="1800" b="0" i="0" u="none" strike="noStrike" cap="none" noProof="0">
              <a:solidFill>
                <a:schemeClr val="dk1"/>
              </a:solidFill>
              <a:latin typeface="Arial"/>
              <a:ea typeface="Arial"/>
              <a:cs typeface="Arial"/>
              <a:sym typeface="Arial"/>
            </a:endParaRPr>
          </a:p>
        </p:txBody>
      </p:sp>
      <p:pic>
        <p:nvPicPr>
          <p:cNvPr id="1287" name="Google Shape;1287;g3b23322d595_2_337"/>
          <p:cNvPicPr preferRelativeResize="0"/>
          <p:nvPr/>
        </p:nvPicPr>
        <p:blipFill rotWithShape="1">
          <a:blip r:embed="rId20">
            <a:alphaModFix/>
            <a:extLst>
              <a:ext uri="{BEBA8EAE-BF5A-486C-A8C5-ECC9F3942E4B}">
                <a14:imgProps xmlns:a14="http://schemas.microsoft.com/office/drawing/2010/main">
                  <a14:imgLayer r:embed="rId21">
                    <a14:imgEffect>
                      <a14:backgroundRemoval t="10000" b="90000" l="10000" r="90000"/>
                    </a14:imgEffect>
                  </a14:imgLayer>
                </a14:imgProps>
              </a:ext>
            </a:extLst>
          </a:blip>
          <a:srcRect/>
          <a:stretch/>
        </p:blipFill>
        <p:spPr>
          <a:xfrm>
            <a:off x="6404400" y="1627989"/>
            <a:ext cx="955851" cy="715965"/>
          </a:xfrm>
          <a:prstGeom prst="rect">
            <a:avLst/>
          </a:prstGeom>
          <a:noFill/>
          <a:ln>
            <a:noFill/>
          </a:ln>
        </p:spPr>
      </p:pic>
      <p:pic>
        <p:nvPicPr>
          <p:cNvPr id="1288" name="Google Shape;1288;g3b23322d595_2_337"/>
          <p:cNvPicPr preferRelativeResize="0"/>
          <p:nvPr/>
        </p:nvPicPr>
        <p:blipFill rotWithShape="1">
          <a:blip r:embed="rId22">
            <a:alphaModFix/>
          </a:blip>
          <a:srcRect/>
          <a:stretch/>
        </p:blipFill>
        <p:spPr>
          <a:xfrm>
            <a:off x="676493" y="1633320"/>
            <a:ext cx="641195" cy="656582"/>
          </a:xfrm>
          <a:prstGeom prst="rect">
            <a:avLst/>
          </a:prstGeom>
          <a:noFill/>
          <a:ln>
            <a:noFill/>
          </a:ln>
        </p:spPr>
      </p:pic>
      <p:sp>
        <p:nvSpPr>
          <p:cNvPr id="1292" name="Google Shape;1292;g3b23322d595_2_337"/>
          <p:cNvSpPr txBox="1"/>
          <p:nvPr/>
        </p:nvSpPr>
        <p:spPr>
          <a:xfrm>
            <a:off x="3765117" y="2662537"/>
            <a:ext cx="2137788" cy="430847"/>
          </a:xfrm>
          <a:prstGeom prst="rect">
            <a:avLst/>
          </a:prstGeom>
          <a:noFill/>
          <a:ln>
            <a:noFill/>
          </a:ln>
        </p:spPr>
        <p:txBody>
          <a:bodyPr spcFirstLastPara="1" wrap="square" lIns="91425" tIns="45700" rIns="90000" bIns="45700" anchor="t" anchorCtr="0">
            <a:spAutoFit/>
          </a:bodyPr>
          <a:lstStyle/>
          <a:p>
            <a:pPr marL="0" marR="0" lvl="0" indent="0" rtl="0">
              <a:lnSpc>
                <a:spcPct val="100000"/>
              </a:lnSpc>
              <a:spcBef>
                <a:spcPts val="0"/>
              </a:spcBef>
              <a:spcAft>
                <a:spcPts val="0"/>
              </a:spcAft>
              <a:buClr>
                <a:srgbClr val="000000"/>
              </a:buClr>
              <a:buSzPts val="1400"/>
              <a:buFont typeface="Arial"/>
              <a:buNone/>
            </a:pPr>
            <a:r>
              <a:rPr lang="en-US" sz="1100" b="1" i="0" u="none" strike="noStrike" cap="none" noProof="0">
                <a:solidFill>
                  <a:schemeClr val="dk1"/>
                </a:solidFill>
                <a:latin typeface="IBM Plex Sans"/>
                <a:ea typeface="IBM Plex Sans"/>
                <a:cs typeface="IBM Plex Sans"/>
                <a:sym typeface="IBM Plex Sans"/>
              </a:rPr>
              <a:t>Google AI answers carry </a:t>
            </a:r>
            <a:br>
              <a:rPr lang="en-US" sz="1100" b="1" i="0" u="none" strike="noStrike" cap="none" noProof="0">
                <a:latin typeface="IBM Plex Sans"/>
                <a:ea typeface="IBM Plex Sans"/>
                <a:cs typeface="IBM Plex Sans"/>
              </a:rPr>
            </a:br>
            <a:r>
              <a:rPr lang="en-US" sz="1100" b="1" noProof="0">
                <a:solidFill>
                  <a:schemeClr val="dk1"/>
                </a:solidFill>
                <a:latin typeface="IBM Plex Sans"/>
                <a:ea typeface="IBM Plex Sans"/>
                <a:cs typeface="IBM Plex Sans"/>
                <a:sym typeface="IBM Plex Sans"/>
              </a:rPr>
              <a:t>ads</a:t>
            </a:r>
            <a:r>
              <a:rPr lang="en-US" sz="1100" b="1" i="0" u="none" strike="noStrike" cap="none" noProof="0">
                <a:solidFill>
                  <a:schemeClr val="dk1"/>
                </a:solidFill>
                <a:latin typeface="IBM Plex Sans"/>
                <a:ea typeface="IBM Plex Sans"/>
                <a:cs typeface="IBM Plex Sans"/>
                <a:sym typeface="IBM Plex Sans"/>
              </a:rPr>
              <a:t> and shopping links</a:t>
            </a:r>
            <a:endParaRPr lang="en-US" sz="2400" b="0" i="0" u="none" strike="noStrike" cap="none" noProof="0">
              <a:solidFill>
                <a:schemeClr val="dk1"/>
              </a:solidFill>
              <a:latin typeface="Arial"/>
              <a:ea typeface="Arial"/>
              <a:cs typeface="Arial"/>
              <a:sym typeface="Arial"/>
            </a:endParaRPr>
          </a:p>
        </p:txBody>
      </p:sp>
      <p:sp>
        <p:nvSpPr>
          <p:cNvPr id="1294" name="Google Shape;1294;g3b23322d595_2_337"/>
          <p:cNvSpPr txBox="1"/>
          <p:nvPr/>
        </p:nvSpPr>
        <p:spPr>
          <a:xfrm>
            <a:off x="9409685" y="2508649"/>
            <a:ext cx="2137788" cy="769401"/>
          </a:xfrm>
          <a:prstGeom prst="rect">
            <a:avLst/>
          </a:prstGeom>
          <a:noFill/>
          <a:ln>
            <a:noFill/>
          </a:ln>
        </p:spPr>
        <p:txBody>
          <a:bodyPr spcFirstLastPara="1" wrap="square" lIns="91425" tIns="45700" rIns="90000" bIns="45700" anchor="t" anchorCtr="0">
            <a:spAutoFit/>
          </a:bodyPr>
          <a:lstStyle/>
          <a:p>
            <a:pPr marL="0" marR="0" lvl="0" indent="0" rtl="0">
              <a:lnSpc>
                <a:spcPct val="100000"/>
              </a:lnSpc>
              <a:spcBef>
                <a:spcPts val="0"/>
              </a:spcBef>
              <a:spcAft>
                <a:spcPts val="0"/>
              </a:spcAft>
              <a:buClr>
                <a:srgbClr val="000000"/>
              </a:buClr>
              <a:buSzPts val="1400"/>
              <a:buFont typeface="Arial"/>
              <a:buNone/>
            </a:pPr>
            <a:r>
              <a:rPr lang="en-US" sz="1100" b="1" i="0" u="none" strike="noStrike" cap="none" noProof="0">
                <a:solidFill>
                  <a:schemeClr val="dk1"/>
                </a:solidFill>
                <a:latin typeface="IBM Plex Sans"/>
                <a:ea typeface="IBM Plex Sans"/>
                <a:cs typeface="IBM Plex Sans"/>
                <a:sym typeface="IBM Plex Sans"/>
              </a:rPr>
              <a:t>Bing turns AI answers </a:t>
            </a:r>
            <a:br>
              <a:rPr lang="en-US" sz="1100" b="1" i="0" u="none" strike="noStrike" cap="none" noProof="0">
                <a:solidFill>
                  <a:schemeClr val="dk1"/>
                </a:solidFill>
                <a:latin typeface="IBM Plex Sans"/>
                <a:ea typeface="IBM Plex Sans"/>
                <a:cs typeface="IBM Plex Sans"/>
                <a:sym typeface="IBM Plex Sans"/>
              </a:rPr>
            </a:br>
            <a:r>
              <a:rPr lang="en-US" sz="1100" b="1" i="0" u="none" strike="noStrike" cap="none" noProof="0">
                <a:solidFill>
                  <a:schemeClr val="dk1"/>
                </a:solidFill>
                <a:latin typeface="IBM Plex Sans"/>
                <a:ea typeface="IBM Plex Sans"/>
                <a:cs typeface="IBM Plex Sans"/>
                <a:sym typeface="IBM Plex Sans"/>
              </a:rPr>
              <a:t>into shoppable, comparison-style ad canvases with higher conversion rates</a:t>
            </a:r>
            <a:endParaRPr lang="en-US" sz="2400" b="0" i="0" u="none" strike="noStrike" cap="none" noProof="0">
              <a:solidFill>
                <a:schemeClr val="dk1"/>
              </a:solidFill>
              <a:latin typeface="Arial"/>
              <a:ea typeface="Arial"/>
              <a:cs typeface="Arial"/>
              <a:sym typeface="Arial"/>
            </a:endParaRPr>
          </a:p>
        </p:txBody>
      </p:sp>
      <p:pic>
        <p:nvPicPr>
          <p:cNvPr id="1298" name="Google Shape;1298;g3b23322d595_2_337" descr="Transforming Search and Advertising with Generative AI | Microsoft ..."/>
          <p:cNvPicPr preferRelativeResize="0"/>
          <p:nvPr/>
        </p:nvPicPr>
        <p:blipFill rotWithShape="1">
          <a:blip r:embed="rId23">
            <a:alphaModFix/>
          </a:blip>
          <a:srcRect/>
          <a:stretch/>
        </p:blipFill>
        <p:spPr>
          <a:xfrm>
            <a:off x="6521587" y="2508649"/>
            <a:ext cx="2353259" cy="3031032"/>
          </a:xfrm>
          <a:prstGeom prst="rect">
            <a:avLst/>
          </a:prstGeom>
          <a:noFill/>
          <a:ln>
            <a:noFill/>
          </a:ln>
        </p:spPr>
      </p:pic>
      <p:sp>
        <p:nvSpPr>
          <p:cNvPr id="1302" name="Google Shape;1302;g3b23322d595_2_337"/>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60</a:t>
            </a:fld>
            <a:endParaRPr lang="en-US" noProof="0"/>
          </a:p>
        </p:txBody>
      </p:sp>
      <p:pic>
        <p:nvPicPr>
          <p:cNvPr id="3" name="Picture 2">
            <a:extLst>
              <a:ext uri="{FF2B5EF4-FFF2-40B4-BE49-F238E27FC236}">
                <a16:creationId xmlns:a16="http://schemas.microsoft.com/office/drawing/2014/main" id="{F8C385AB-CB1E-7007-12DC-B92AD9F2A064}"/>
              </a:ext>
            </a:extLst>
          </p:cNvPr>
          <p:cNvPicPr>
            <a:picLocks noChangeAspect="1"/>
          </p:cNvPicPr>
          <p:nvPr/>
        </p:nvPicPr>
        <p:blipFill>
          <a:blip r:embed="rId24"/>
          <a:stretch>
            <a:fillRect/>
          </a:stretch>
        </p:blipFill>
        <p:spPr>
          <a:xfrm>
            <a:off x="645616" y="2496257"/>
            <a:ext cx="2656455" cy="2916797"/>
          </a:xfrm>
          <a:prstGeom prst="rect">
            <a:avLst/>
          </a:prstGeom>
        </p:spPr>
      </p:pic>
      <p:sp>
        <p:nvSpPr>
          <p:cNvPr id="9" name="Google Shape;1066;p70">
            <a:extLst>
              <a:ext uri="{FF2B5EF4-FFF2-40B4-BE49-F238E27FC236}">
                <a16:creationId xmlns:a16="http://schemas.microsoft.com/office/drawing/2014/main" id="{416F15BB-065A-0EAD-2776-AB8FD1B03674}"/>
              </a:ext>
            </a:extLst>
          </p:cNvPr>
          <p:cNvSpPr txBox="1"/>
          <p:nvPr/>
        </p:nvSpPr>
        <p:spPr>
          <a:xfrm>
            <a:off x="420595" y="5836625"/>
            <a:ext cx="11350625" cy="472310"/>
          </a:xfrm>
          <a:prstGeom prst="rect">
            <a:avLst/>
          </a:prstGeom>
          <a:solidFill>
            <a:srgbClr val="00B050">
              <a:alpha val="48627"/>
            </a:srgbClr>
          </a:solidFill>
          <a:ln>
            <a:noFill/>
          </a:ln>
        </p:spPr>
        <p:txBody>
          <a:bodyPr spcFirstLastPara="1" wrap="square" lIns="91425" tIns="45700" rIns="91425" bIns="45700" anchor="ctr" anchorCtr="0">
            <a:noAutofit/>
          </a:bodyPr>
          <a:lstStyle/>
          <a:p>
            <a:pPr lvl="0" algn="ctr"/>
            <a:r>
              <a:rPr lang="en-US" b="1" noProof="0">
                <a:latin typeface="IBM Plex Sans" panose="020B0503050203000203" pitchFamily="34" charset="0"/>
              </a:rPr>
              <a:t>Search platforms are embedding ads and commerce directly into AI summaries</a:t>
            </a:r>
            <a:endParaRPr lang="en-US" sz="1400" b="1" i="0" u="none" strike="noStrike" cap="none" noProof="0">
              <a:solidFill>
                <a:schemeClr val="dk1"/>
              </a:solidFill>
              <a:latin typeface="IBM Plex Sans" panose="020B0503050203000203" pitchFamily="34" charset="0"/>
              <a:ea typeface="IBM Plex Sans"/>
              <a:cs typeface="IBM Plex Sans"/>
              <a:sym typeface="IBM Plex Sans"/>
            </a:endParaRPr>
          </a:p>
        </p:txBody>
      </p:sp>
      <p:sp>
        <p:nvSpPr>
          <p:cNvPr id="5" name="CaixaDeTexto 4">
            <a:extLst>
              <a:ext uri="{FF2B5EF4-FFF2-40B4-BE49-F238E27FC236}">
                <a16:creationId xmlns:a16="http://schemas.microsoft.com/office/drawing/2014/main" id="{EBC6C7A0-A5DF-3F29-87AF-B6B015F03AB0}"/>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competitive landscape: search engines</a:t>
            </a:r>
          </a:p>
        </p:txBody>
      </p:sp>
    </p:spTree>
    <p:extLst>
      <p:ext uri="{BB962C8B-B14F-4D97-AF65-F5344CB8AC3E}">
        <p14:creationId xmlns:p14="http://schemas.microsoft.com/office/powerpoint/2010/main" val="968877681"/>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1273">
          <a:extLst>
            <a:ext uri="{FF2B5EF4-FFF2-40B4-BE49-F238E27FC236}">
              <a16:creationId xmlns:a16="http://schemas.microsoft.com/office/drawing/2014/main" id="{745FCA84-B18B-FE84-5220-B4E77B7727CE}"/>
            </a:ext>
          </a:extLst>
        </p:cNvPr>
        <p:cNvGrpSpPr/>
        <p:nvPr/>
      </p:nvGrpSpPr>
      <p:grpSpPr>
        <a:xfrm>
          <a:off x="0" y="0"/>
          <a:ext cx="0" cy="0"/>
          <a:chOff x="0" y="0"/>
          <a:chExt cx="0" cy="0"/>
        </a:xfrm>
      </p:grpSpPr>
      <p:sp>
        <p:nvSpPr>
          <p:cNvPr id="1274" name="Google Shape;1274;g3b23322d595_2_337">
            <a:extLst>
              <a:ext uri="{FF2B5EF4-FFF2-40B4-BE49-F238E27FC236}">
                <a16:creationId xmlns:a16="http://schemas.microsoft.com/office/drawing/2014/main" id="{F0A2DF95-D894-6C7A-A09C-11D4F8BE0D19}"/>
              </a:ext>
            </a:extLst>
          </p:cNvPr>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pPr lvl="0"/>
            <a:r>
              <a:rPr lang="en-US" noProof="0">
                <a:latin typeface="IBM Plex Sans"/>
                <a:ea typeface="IBM Plex Sans"/>
                <a:cs typeface="IBM Plex Sans"/>
                <a:sym typeface="IBM Plex Sans"/>
              </a:rPr>
              <a:t>AI answers come with a price tag in monetized </a:t>
            </a:r>
            <a:r>
              <a:rPr lang="en-US" noProof="0"/>
              <a:t>search (2/2)</a:t>
            </a:r>
            <a:endParaRPr lang="en-US" noProof="0">
              <a:latin typeface="IBM Plex Sans"/>
              <a:ea typeface="IBM Plex Sans"/>
              <a:cs typeface="IBM Plex Sans"/>
              <a:sym typeface="IBM Plex Sans"/>
            </a:endParaRPr>
          </a:p>
        </p:txBody>
      </p:sp>
      <p:sp>
        <p:nvSpPr>
          <p:cNvPr id="1276" name="Google Shape;1276;g3b23322d595_2_337">
            <a:extLst>
              <a:ext uri="{FF2B5EF4-FFF2-40B4-BE49-F238E27FC236}">
                <a16:creationId xmlns:a16="http://schemas.microsoft.com/office/drawing/2014/main" id="{55D6E00B-85CA-5F83-78D8-51973959993D}"/>
              </a:ext>
            </a:extLst>
          </p:cNvPr>
          <p:cNvSpPr/>
          <p:nvPr/>
        </p:nvSpPr>
        <p:spPr>
          <a:xfrm>
            <a:off x="420594" y="6445469"/>
            <a:ext cx="9858843" cy="92333"/>
          </a:xfrm>
          <a:prstGeom prst="roundRect">
            <a:avLst>
              <a:gd name="adj" fmla="val 0"/>
            </a:avLst>
          </a:prstGeom>
          <a:noFill/>
          <a:ln>
            <a:noFill/>
          </a:ln>
        </p:spPr>
        <p:txBody>
          <a:bodyPr spcFirstLastPara="1" wrap="square" lIns="0" tIns="0" rIns="0" bIns="0" anchor="b" anchorCtr="0">
            <a:noAutofit/>
          </a:bodyPr>
          <a:lstStyle/>
          <a:p>
            <a:pPr>
              <a:buSzPts val="700"/>
            </a:pPr>
            <a:r>
              <a:rPr lang="en-US" sz="700" noProof="0">
                <a:solidFill>
                  <a:srgbClr val="7F7F7F"/>
                </a:solidFill>
                <a:latin typeface="IBM Plex Sans"/>
                <a:ea typeface="Quattrocento Sans"/>
                <a:cs typeface="Quattrocento Sans"/>
                <a:sym typeface="Quattrocento Sans"/>
              </a:rPr>
              <a:t>Sources: (1) </a:t>
            </a:r>
            <a:r>
              <a:rPr lang="en-US" sz="700" u="sng"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Google</a:t>
            </a:r>
            <a:r>
              <a:rPr lang="en-US" sz="700" noProof="0">
                <a:solidFill>
                  <a:srgbClr val="7F7F7F"/>
                </a:solidFill>
                <a:latin typeface="IBM Plex Sans"/>
                <a:ea typeface="Quattrocento Sans"/>
                <a:cs typeface="Quattrocento Sans"/>
                <a:sym typeface="Quattrocento Sans"/>
              </a:rPr>
              <a:t>, (2) </a:t>
            </a:r>
            <a:r>
              <a:rPr lang="en-US" sz="700" u="sng"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SEO</a:t>
            </a:r>
            <a:r>
              <a:rPr lang="en-US" sz="700" noProof="0">
                <a:solidFill>
                  <a:srgbClr val="7F7F7F"/>
                </a:solidFill>
                <a:latin typeface="IBM Plex Sans"/>
                <a:ea typeface="Quattrocento Sans"/>
                <a:cs typeface="Quattrocento Sans"/>
                <a:sym typeface="Quattrocento Sans"/>
              </a:rPr>
              <a:t>, (3) </a:t>
            </a:r>
            <a:r>
              <a:rPr lang="en-US" sz="700" u="sng" noProof="0" err="1">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Groas</a:t>
            </a:r>
            <a:r>
              <a:rPr lang="en-US" sz="700" noProof="0">
                <a:solidFill>
                  <a:srgbClr val="7F7F7F"/>
                </a:solidFill>
                <a:latin typeface="IBM Plex Sans"/>
                <a:ea typeface="Quattrocento Sans"/>
                <a:cs typeface="Quattrocento Sans"/>
                <a:sym typeface="Quattrocento Sans"/>
              </a:rPr>
              <a:t>, (4) </a:t>
            </a:r>
            <a:r>
              <a:rPr lang="en-US" sz="700" u="sng"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Search Engine Land</a:t>
            </a:r>
            <a:r>
              <a:rPr lang="en-US" sz="700" noProof="0">
                <a:solidFill>
                  <a:srgbClr val="7F7F7F"/>
                </a:solidFill>
                <a:latin typeface="IBM Plex Sans"/>
                <a:ea typeface="Quattrocento Sans"/>
                <a:cs typeface="Quattrocento Sans"/>
                <a:sym typeface="Quattrocento Sans"/>
              </a:rPr>
              <a:t>, (5) </a:t>
            </a:r>
            <a:r>
              <a:rPr lang="en-US" sz="700" u="sng" noProof="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Search Engine Land,</a:t>
            </a:r>
            <a:r>
              <a:rPr lang="en-US" sz="700" noProof="0">
                <a:solidFill>
                  <a:srgbClr val="7F7F7F"/>
                </a:solidFill>
                <a:latin typeface="IBM Plex Sans"/>
                <a:ea typeface="Quattrocento Sans"/>
                <a:cs typeface="Quattrocento Sans"/>
                <a:sym typeface="Quattrocento Sans"/>
              </a:rPr>
              <a:t> (6) </a:t>
            </a:r>
            <a:r>
              <a:rPr lang="en-US" sz="700" u="sng"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Microsoft</a:t>
            </a:r>
            <a:r>
              <a:rPr lang="en-US" sz="700" noProof="0">
                <a:solidFill>
                  <a:srgbClr val="7F7F7F"/>
                </a:solidFill>
                <a:latin typeface="IBM Plex Sans"/>
                <a:ea typeface="Quattrocento Sans"/>
                <a:cs typeface="Quattrocento Sans"/>
                <a:sym typeface="Quattrocento Sans"/>
              </a:rPr>
              <a:t>, (</a:t>
            </a:r>
            <a:r>
              <a:rPr lang="en-US" sz="700" b="0" i="0" u="none" strike="noStrike" cap="none" noProof="0">
                <a:solidFill>
                  <a:srgbClr val="7F7F7F"/>
                </a:solidFill>
                <a:latin typeface="IBM Plex Sans"/>
                <a:ea typeface="Quattrocento Sans"/>
                <a:cs typeface="Quattrocento Sans"/>
                <a:sym typeface="Quattrocento Sans"/>
              </a:rPr>
              <a:t>7</a:t>
            </a:r>
            <a:r>
              <a:rPr lang="en-US" sz="700" noProof="0">
                <a:solidFill>
                  <a:srgbClr val="7F7F7F"/>
                </a:solidFill>
                <a:latin typeface="IBM Plex Sans"/>
                <a:ea typeface="Quattrocento Sans"/>
                <a:cs typeface="Quattrocento Sans"/>
                <a:sym typeface="Quattrocento Sans"/>
              </a:rPr>
              <a:t>) </a:t>
            </a:r>
            <a:r>
              <a:rPr lang="en-US" sz="700" u="sng" noProof="0">
                <a:solidFill>
                  <a:srgbClr val="7F7F7F"/>
                </a:solidFill>
                <a:latin typeface="IBM Plex Sans"/>
                <a:ea typeface="Quattrocento Sans"/>
                <a:cs typeface="Quattrocento Sans"/>
                <a:sym typeface="Quattrocento Sans"/>
                <a:hlinkClick r:id="rId9">
                  <a:extLst>
                    <a:ext uri="{A12FA001-AC4F-418D-AE19-62706E023703}">
                      <ahyp:hlinkClr xmlns:ahyp="http://schemas.microsoft.com/office/drawing/2018/hyperlinkcolor" val="tx"/>
                    </a:ext>
                  </a:extLst>
                </a:hlinkClick>
              </a:rPr>
              <a:t>Adweek</a:t>
            </a:r>
            <a:r>
              <a:rPr lang="en-US" sz="700" noProof="0">
                <a:solidFill>
                  <a:srgbClr val="7F7F7F"/>
                </a:solidFill>
                <a:latin typeface="IBM Plex Sans"/>
                <a:ea typeface="Quattrocento Sans"/>
                <a:cs typeface="Quattrocento Sans"/>
                <a:sym typeface="Quattrocento Sans"/>
              </a:rPr>
              <a:t>, (8) </a:t>
            </a:r>
            <a:r>
              <a:rPr lang="en-US" sz="700" u="sng" noProof="0">
                <a:solidFill>
                  <a:srgbClr val="7F7F7F"/>
                </a:solidFill>
                <a:latin typeface="IBM Plex Sans"/>
                <a:ea typeface="Quattrocento Sans"/>
                <a:cs typeface="Quattrocento Sans"/>
                <a:sym typeface="Quattrocento Sans"/>
                <a:hlinkClick r:id="rId10">
                  <a:extLst>
                    <a:ext uri="{A12FA001-AC4F-418D-AE19-62706E023703}">
                      <ahyp:hlinkClr xmlns:ahyp="http://schemas.microsoft.com/office/drawing/2018/hyperlinkcolor" val="tx"/>
                    </a:ext>
                  </a:extLst>
                </a:hlinkClick>
              </a:rPr>
              <a:t>Bing</a:t>
            </a:r>
            <a:r>
              <a:rPr lang="en-US" sz="700" noProof="0">
                <a:solidFill>
                  <a:srgbClr val="7F7F7F"/>
                </a:solidFill>
                <a:latin typeface="IBM Plex Sans"/>
                <a:ea typeface="Quattrocento Sans"/>
                <a:cs typeface="Quattrocento Sans"/>
                <a:sym typeface="Quattrocento Sans"/>
              </a:rPr>
              <a:t>, (9) </a:t>
            </a:r>
            <a:r>
              <a:rPr lang="en-US" sz="700" u="sng" noProof="0">
                <a:solidFill>
                  <a:srgbClr val="7F7F7F"/>
                </a:solidFill>
                <a:latin typeface="IBM Plex Sans"/>
                <a:ea typeface="Quattrocento Sans"/>
                <a:cs typeface="Quattrocento Sans"/>
                <a:sym typeface="Quattrocento Sans"/>
                <a:hlinkClick r:id="rId11">
                  <a:extLst>
                    <a:ext uri="{A12FA001-AC4F-418D-AE19-62706E023703}">
                      <ahyp:hlinkClr xmlns:ahyp="http://schemas.microsoft.com/office/drawing/2018/hyperlinkcolor" val="tx"/>
                    </a:ext>
                  </a:extLst>
                </a:hlinkClick>
              </a:rPr>
              <a:t>Brave</a:t>
            </a:r>
            <a:r>
              <a:rPr lang="en-US" sz="700" noProof="0">
                <a:solidFill>
                  <a:srgbClr val="7F7F7F"/>
                </a:solidFill>
                <a:latin typeface="IBM Plex Sans"/>
                <a:ea typeface="Quattrocento Sans"/>
                <a:cs typeface="Quattrocento Sans"/>
                <a:sym typeface="Quattrocento Sans"/>
              </a:rPr>
              <a:t>, (10) </a:t>
            </a:r>
            <a:r>
              <a:rPr lang="en-US" sz="700" u="sng" noProof="0">
                <a:solidFill>
                  <a:srgbClr val="7F7F7F"/>
                </a:solidFill>
                <a:latin typeface="IBM Plex Sans"/>
                <a:ea typeface="Quattrocento Sans"/>
                <a:cs typeface="Quattrocento Sans"/>
                <a:sym typeface="Quattrocento Sans"/>
                <a:hlinkClick r:id="rId12">
                  <a:extLst>
                    <a:ext uri="{A12FA001-AC4F-418D-AE19-62706E023703}">
                      <ahyp:hlinkClr xmlns:ahyp="http://schemas.microsoft.com/office/drawing/2018/hyperlinkcolor" val="tx"/>
                    </a:ext>
                  </a:extLst>
                </a:hlinkClick>
              </a:rPr>
              <a:t>Brave Blog</a:t>
            </a:r>
            <a:r>
              <a:rPr lang="en-US" sz="700" noProof="0">
                <a:solidFill>
                  <a:srgbClr val="7F7F7F"/>
                </a:solidFill>
                <a:latin typeface="IBM Plex Sans"/>
                <a:ea typeface="Quattrocento Sans"/>
                <a:cs typeface="Quattrocento Sans"/>
                <a:sym typeface="Quattrocento Sans"/>
              </a:rPr>
              <a:t>, (11) </a:t>
            </a:r>
            <a:r>
              <a:rPr lang="en-US" sz="700" u="sng" noProof="0">
                <a:solidFill>
                  <a:srgbClr val="7F7F7F"/>
                </a:solidFill>
                <a:latin typeface="IBM Plex Sans"/>
                <a:ea typeface="Quattrocento Sans"/>
                <a:cs typeface="Quattrocento Sans"/>
                <a:sym typeface="Quattrocento Sans"/>
                <a:hlinkClick r:id="rId13">
                  <a:extLst>
                    <a:ext uri="{A12FA001-AC4F-418D-AE19-62706E023703}">
                      <ahyp:hlinkClr xmlns:ahyp="http://schemas.microsoft.com/office/drawing/2018/hyperlinkcolor" val="tx"/>
                    </a:ext>
                  </a:extLst>
                </a:hlinkClick>
              </a:rPr>
              <a:t>Brave</a:t>
            </a:r>
            <a:r>
              <a:rPr lang="en-US" sz="700" noProof="0">
                <a:solidFill>
                  <a:srgbClr val="7F7F7F"/>
                </a:solidFill>
                <a:latin typeface="IBM Plex Sans"/>
                <a:ea typeface="Quattrocento Sans"/>
                <a:cs typeface="Quattrocento Sans"/>
                <a:sym typeface="Quattrocento Sans"/>
              </a:rPr>
              <a:t> , (12) </a:t>
            </a:r>
            <a:r>
              <a:rPr lang="en-US" sz="700" u="sng" noProof="0">
                <a:solidFill>
                  <a:srgbClr val="7F7F7F"/>
                </a:solidFill>
                <a:latin typeface="IBM Plex Sans"/>
                <a:ea typeface="Quattrocento Sans"/>
                <a:cs typeface="Quattrocento Sans"/>
                <a:sym typeface="Quattrocento Sans"/>
                <a:hlinkClick r:id="rId14">
                  <a:extLst>
                    <a:ext uri="{A12FA001-AC4F-418D-AE19-62706E023703}">
                      <ahyp:hlinkClr xmlns:ahyp="http://schemas.microsoft.com/office/drawing/2018/hyperlinkcolor" val="tx"/>
                    </a:ext>
                  </a:extLst>
                </a:hlinkClick>
              </a:rPr>
              <a:t>Support Brave</a:t>
            </a:r>
            <a:r>
              <a:rPr lang="en-US" sz="700" noProof="0">
                <a:solidFill>
                  <a:srgbClr val="7F7F7F"/>
                </a:solidFill>
                <a:latin typeface="IBM Plex Sans"/>
                <a:ea typeface="Quattrocento Sans"/>
                <a:cs typeface="Quattrocento Sans"/>
                <a:sym typeface="Quattrocento Sans"/>
              </a:rPr>
              <a:t>, (13) </a:t>
            </a:r>
            <a:r>
              <a:rPr lang="en-US" sz="700" u="sng" noProof="0">
                <a:solidFill>
                  <a:srgbClr val="7F7F7F"/>
                </a:solidFill>
                <a:latin typeface="IBM Plex Sans"/>
                <a:ea typeface="Quattrocento Sans"/>
                <a:cs typeface="Quattrocento Sans"/>
                <a:sym typeface="Quattrocento Sans"/>
                <a:hlinkClick r:id="rId15">
                  <a:extLst>
                    <a:ext uri="{A12FA001-AC4F-418D-AE19-62706E023703}">
                      <ahyp:hlinkClr xmlns:ahyp="http://schemas.microsoft.com/office/drawing/2018/hyperlinkcolor" val="tx"/>
                    </a:ext>
                  </a:extLst>
                </a:hlinkClick>
              </a:rPr>
              <a:t>DuckDuckGo</a:t>
            </a:r>
            <a:r>
              <a:rPr lang="en-US" sz="700" noProof="0">
                <a:solidFill>
                  <a:srgbClr val="7F7F7F"/>
                </a:solidFill>
                <a:latin typeface="IBM Plex Sans"/>
                <a:ea typeface="Quattrocento Sans"/>
                <a:cs typeface="Quattrocento Sans"/>
                <a:sym typeface="Quattrocento Sans"/>
              </a:rPr>
              <a:t>, (14) </a:t>
            </a:r>
            <a:r>
              <a:rPr lang="en-US" sz="700" u="sng" noProof="0" err="1">
                <a:solidFill>
                  <a:srgbClr val="7F7F7F"/>
                </a:solidFill>
                <a:latin typeface="IBM Plex Sans"/>
                <a:ea typeface="Quattrocento Sans"/>
                <a:cs typeface="Quattrocento Sans"/>
                <a:sym typeface="Quattrocento Sans"/>
                <a:hlinkClick r:id="rId16">
                  <a:extLst>
                    <a:ext uri="{A12FA001-AC4F-418D-AE19-62706E023703}">
                      <ahyp:hlinkClr xmlns:ahyp="http://schemas.microsoft.com/office/drawing/2018/hyperlinkcolor" val="tx"/>
                    </a:ext>
                  </a:extLst>
                </a:hlinkClick>
              </a:rPr>
              <a:t>Vizologi</a:t>
            </a:r>
            <a:r>
              <a:rPr lang="en-US" sz="700" noProof="0">
                <a:solidFill>
                  <a:srgbClr val="7F7F7F"/>
                </a:solidFill>
                <a:latin typeface="IBM Plex Sans"/>
                <a:ea typeface="Quattrocento Sans"/>
                <a:cs typeface="Quattrocento Sans"/>
                <a:sym typeface="Quattrocento Sans"/>
              </a:rPr>
              <a:t>, (15) </a:t>
            </a:r>
            <a:r>
              <a:rPr lang="en-US" sz="700" u="sng" noProof="0">
                <a:solidFill>
                  <a:srgbClr val="7F7F7F"/>
                </a:solidFill>
                <a:latin typeface="IBM Plex Sans"/>
                <a:ea typeface="Quattrocento Sans"/>
                <a:cs typeface="Quattrocento Sans"/>
                <a:sym typeface="Quattrocento Sans"/>
                <a:hlinkClick r:id="rId17">
                  <a:extLst>
                    <a:ext uri="{A12FA001-AC4F-418D-AE19-62706E023703}">
                      <ahyp:hlinkClr xmlns:ahyp="http://schemas.microsoft.com/office/drawing/2018/hyperlinkcolor" val="tx"/>
                    </a:ext>
                  </a:extLst>
                </a:hlinkClick>
              </a:rPr>
              <a:t>Perplexity</a:t>
            </a:r>
            <a:r>
              <a:rPr lang="en-US" sz="700" noProof="0">
                <a:solidFill>
                  <a:srgbClr val="7F7F7F"/>
                </a:solidFill>
                <a:latin typeface="IBM Plex Sans"/>
                <a:ea typeface="Quattrocento Sans"/>
                <a:cs typeface="Quattrocento Sans"/>
                <a:sym typeface="Quattrocento Sans"/>
              </a:rPr>
              <a:t>, (16) </a:t>
            </a:r>
            <a:r>
              <a:rPr lang="en-US" sz="700" u="sng" noProof="0">
                <a:solidFill>
                  <a:srgbClr val="7F7F7F"/>
                </a:solidFill>
                <a:latin typeface="IBM Plex Sans"/>
                <a:ea typeface="Quattrocento Sans"/>
                <a:cs typeface="Quattrocento Sans"/>
                <a:sym typeface="Quattrocento Sans"/>
                <a:hlinkClick r:id="rId18">
                  <a:extLst>
                    <a:ext uri="{A12FA001-AC4F-418D-AE19-62706E023703}">
                      <ahyp:hlinkClr xmlns:ahyp="http://schemas.microsoft.com/office/drawing/2018/hyperlinkcolor" val="tx"/>
                    </a:ext>
                  </a:extLst>
                </a:hlinkClick>
              </a:rPr>
              <a:t>Perplexity pricing</a:t>
            </a:r>
            <a:r>
              <a:rPr lang="en-US" sz="700" noProof="0">
                <a:solidFill>
                  <a:srgbClr val="7F7F7F"/>
                </a:solidFill>
                <a:latin typeface="IBM Plex Sans"/>
                <a:ea typeface="Quattrocento Sans"/>
                <a:cs typeface="Quattrocento Sans"/>
                <a:sym typeface="Quattrocento Sans"/>
              </a:rPr>
              <a:t>, (17) </a:t>
            </a:r>
            <a:r>
              <a:rPr lang="en-US" sz="700" u="sng" noProof="0">
                <a:solidFill>
                  <a:srgbClr val="7F7F7F"/>
                </a:solidFill>
                <a:latin typeface="IBM Plex Sans"/>
                <a:ea typeface="Quattrocento Sans"/>
                <a:cs typeface="Quattrocento Sans"/>
                <a:sym typeface="Quattrocento Sans"/>
                <a:hlinkClick r:id="rId19">
                  <a:extLst>
                    <a:ext uri="{A12FA001-AC4F-418D-AE19-62706E023703}">
                      <ahyp:hlinkClr xmlns:ahyp="http://schemas.microsoft.com/office/drawing/2018/hyperlinkcolor" val="tx"/>
                    </a:ext>
                  </a:extLst>
                </a:hlinkClick>
              </a:rPr>
              <a:t>Reuters</a:t>
            </a:r>
            <a:endParaRPr lang="en-US" sz="700" noProof="0">
              <a:solidFill>
                <a:srgbClr val="7F7F7F"/>
              </a:solidFill>
              <a:latin typeface="IBM Plex Sans"/>
            </a:endParaRPr>
          </a:p>
        </p:txBody>
      </p:sp>
      <p:sp>
        <p:nvSpPr>
          <p:cNvPr id="1284" name="Google Shape;1284;g3b23322d595_2_337">
            <a:extLst>
              <a:ext uri="{FF2B5EF4-FFF2-40B4-BE49-F238E27FC236}">
                <a16:creationId xmlns:a16="http://schemas.microsoft.com/office/drawing/2014/main" id="{5A8D7FA3-308E-333A-A90F-AAAB9B814120}"/>
              </a:ext>
            </a:extLst>
          </p:cNvPr>
          <p:cNvSpPr/>
          <p:nvPr/>
        </p:nvSpPr>
        <p:spPr>
          <a:xfrm>
            <a:off x="4379472" y="1278799"/>
            <a:ext cx="3433055"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000" b="1" noProof="0">
                <a:solidFill>
                  <a:schemeClr val="lt1"/>
                </a:solidFill>
                <a:latin typeface="IBM Plex Sans"/>
                <a:ea typeface="IBM Plex Sans"/>
                <a:cs typeface="IBM Plex Sans"/>
                <a:sym typeface="IBM Plex Sans"/>
              </a:rPr>
              <a:t>DuckDuckGo</a:t>
            </a:r>
            <a:endParaRPr lang="en-US" sz="1800" noProof="0">
              <a:solidFill>
                <a:schemeClr val="dk1"/>
              </a:solidFill>
            </a:endParaRPr>
          </a:p>
        </p:txBody>
      </p:sp>
      <p:sp>
        <p:nvSpPr>
          <p:cNvPr id="1286" name="Google Shape;1286;g3b23322d595_2_337">
            <a:extLst>
              <a:ext uri="{FF2B5EF4-FFF2-40B4-BE49-F238E27FC236}">
                <a16:creationId xmlns:a16="http://schemas.microsoft.com/office/drawing/2014/main" id="{DCE0D5DF-40FA-27EB-AAA0-3CC6C2CC1371}"/>
              </a:ext>
            </a:extLst>
          </p:cNvPr>
          <p:cNvSpPr/>
          <p:nvPr/>
        </p:nvSpPr>
        <p:spPr>
          <a:xfrm>
            <a:off x="450092" y="1278799"/>
            <a:ext cx="3433055"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000" b="1" noProof="0">
                <a:solidFill>
                  <a:schemeClr val="lt1"/>
                </a:solidFill>
                <a:latin typeface="IBM Plex Sans"/>
                <a:ea typeface="IBM Plex Sans"/>
                <a:cs typeface="IBM Plex Sans"/>
                <a:sym typeface="IBM Plex Sans"/>
              </a:rPr>
              <a:t>Brave</a:t>
            </a:r>
            <a:endParaRPr lang="en-US" sz="1800" noProof="0">
              <a:solidFill>
                <a:schemeClr val="dk1"/>
              </a:solidFill>
            </a:endParaRPr>
          </a:p>
        </p:txBody>
      </p:sp>
      <p:sp>
        <p:nvSpPr>
          <p:cNvPr id="1302" name="Google Shape;1302;g3b23322d595_2_337">
            <a:extLst>
              <a:ext uri="{FF2B5EF4-FFF2-40B4-BE49-F238E27FC236}">
                <a16:creationId xmlns:a16="http://schemas.microsoft.com/office/drawing/2014/main" id="{9615EFD4-2F61-F3F7-C292-BFD8F84A17E2}"/>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61</a:t>
            </a:fld>
            <a:endParaRPr lang="en-US" noProof="0"/>
          </a:p>
        </p:txBody>
      </p:sp>
      <p:sp>
        <p:nvSpPr>
          <p:cNvPr id="9" name="Google Shape;1066;p70">
            <a:extLst>
              <a:ext uri="{FF2B5EF4-FFF2-40B4-BE49-F238E27FC236}">
                <a16:creationId xmlns:a16="http://schemas.microsoft.com/office/drawing/2014/main" id="{1ED95FA3-EB40-8822-6D4F-7103B09964C6}"/>
              </a:ext>
            </a:extLst>
          </p:cNvPr>
          <p:cNvSpPr txBox="1"/>
          <p:nvPr/>
        </p:nvSpPr>
        <p:spPr>
          <a:xfrm>
            <a:off x="420595" y="5705656"/>
            <a:ext cx="11350625" cy="472310"/>
          </a:xfrm>
          <a:prstGeom prst="rect">
            <a:avLst/>
          </a:prstGeom>
          <a:solidFill>
            <a:srgbClr val="00B050">
              <a:alpha val="48627"/>
            </a:srgbClr>
          </a:solidFill>
          <a:ln>
            <a:noFill/>
          </a:ln>
        </p:spPr>
        <p:txBody>
          <a:bodyPr spcFirstLastPara="1" wrap="square" lIns="91425" tIns="45700" rIns="91425" bIns="45700" anchor="ctr" anchorCtr="0">
            <a:noAutofit/>
          </a:bodyPr>
          <a:lstStyle/>
          <a:p>
            <a:pPr lvl="0" algn="ctr"/>
            <a:r>
              <a:rPr lang="en-US" b="1" noProof="0">
                <a:latin typeface="IBM Plex Sans" panose="020B0503050203000203" pitchFamily="34" charset="0"/>
              </a:rPr>
              <a:t>Across AI-native and privacy-led platforms, AI answers are monetized through ads, subscriptions, and commerce</a:t>
            </a:r>
            <a:endParaRPr lang="en-US" sz="1400" b="1" i="0" u="none" strike="noStrike" cap="none" noProof="0">
              <a:solidFill>
                <a:schemeClr val="dk1"/>
              </a:solidFill>
              <a:latin typeface="IBM Plex Sans" panose="020B0503050203000203" pitchFamily="34" charset="0"/>
              <a:ea typeface="IBM Plex Sans"/>
              <a:cs typeface="IBM Plex Sans"/>
              <a:sym typeface="IBM Plex Sans"/>
            </a:endParaRPr>
          </a:p>
        </p:txBody>
      </p:sp>
      <p:sp>
        <p:nvSpPr>
          <p:cNvPr id="2" name="Google Shape;1284;g3b23322d595_2_337">
            <a:extLst>
              <a:ext uri="{FF2B5EF4-FFF2-40B4-BE49-F238E27FC236}">
                <a16:creationId xmlns:a16="http://schemas.microsoft.com/office/drawing/2014/main" id="{9D87501B-67EF-9E26-31AF-0F9A9F2C3FB7}"/>
              </a:ext>
            </a:extLst>
          </p:cNvPr>
          <p:cNvSpPr/>
          <p:nvPr/>
        </p:nvSpPr>
        <p:spPr>
          <a:xfrm>
            <a:off x="8308853" y="1282470"/>
            <a:ext cx="3433055"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000" b="1" i="0" u="none" strike="noStrike" cap="none" noProof="0">
                <a:solidFill>
                  <a:schemeClr val="lt1"/>
                </a:solidFill>
                <a:latin typeface="IBM Plex Sans"/>
                <a:ea typeface="IBM Plex Sans"/>
                <a:cs typeface="IBM Plex Sans"/>
                <a:sym typeface="IBM Plex Sans"/>
              </a:rPr>
              <a:t>Perplexity</a:t>
            </a:r>
            <a:endParaRPr lang="en-US" sz="1800" b="0" i="0" u="none" strike="noStrike" cap="none" noProof="0">
              <a:solidFill>
                <a:schemeClr val="dk1"/>
              </a:solidFill>
              <a:latin typeface="Arial"/>
              <a:ea typeface="Arial"/>
              <a:cs typeface="Arial"/>
              <a:sym typeface="Arial"/>
            </a:endParaRPr>
          </a:p>
        </p:txBody>
      </p:sp>
      <p:pic>
        <p:nvPicPr>
          <p:cNvPr id="7" name="Google Shape;1289;g3b23322d595_2_337">
            <a:extLst>
              <a:ext uri="{FF2B5EF4-FFF2-40B4-BE49-F238E27FC236}">
                <a16:creationId xmlns:a16="http://schemas.microsoft.com/office/drawing/2014/main" id="{DE60EFEF-F324-1D77-F704-E6D448E5EB5B}"/>
              </a:ext>
            </a:extLst>
          </p:cNvPr>
          <p:cNvPicPr preferRelativeResize="0"/>
          <p:nvPr/>
        </p:nvPicPr>
        <p:blipFill rotWithShape="1">
          <a:blip r:embed="rId20">
            <a:alphaModFix/>
          </a:blip>
          <a:srcRect/>
          <a:stretch/>
        </p:blipFill>
        <p:spPr>
          <a:xfrm>
            <a:off x="450090" y="1716991"/>
            <a:ext cx="666411" cy="702816"/>
          </a:xfrm>
          <a:prstGeom prst="rect">
            <a:avLst/>
          </a:prstGeom>
          <a:noFill/>
          <a:ln>
            <a:noFill/>
          </a:ln>
        </p:spPr>
      </p:pic>
      <p:pic>
        <p:nvPicPr>
          <p:cNvPr id="8" name="Google Shape;1290;g3b23322d595_2_337">
            <a:extLst>
              <a:ext uri="{FF2B5EF4-FFF2-40B4-BE49-F238E27FC236}">
                <a16:creationId xmlns:a16="http://schemas.microsoft.com/office/drawing/2014/main" id="{1BA62763-FD3C-F3F8-9E5D-F4FBFC80B855}"/>
              </a:ext>
            </a:extLst>
          </p:cNvPr>
          <p:cNvPicPr preferRelativeResize="0"/>
          <p:nvPr/>
        </p:nvPicPr>
        <p:blipFill rotWithShape="1">
          <a:blip r:embed="rId21">
            <a:alphaModFix/>
          </a:blip>
          <a:srcRect/>
          <a:stretch/>
        </p:blipFill>
        <p:spPr>
          <a:xfrm>
            <a:off x="4379472" y="1669346"/>
            <a:ext cx="774456" cy="774456"/>
          </a:xfrm>
          <a:prstGeom prst="rect">
            <a:avLst/>
          </a:prstGeom>
          <a:noFill/>
          <a:ln>
            <a:noFill/>
          </a:ln>
        </p:spPr>
      </p:pic>
      <p:pic>
        <p:nvPicPr>
          <p:cNvPr id="10" name="Google Shape;1291;g3b23322d595_2_337">
            <a:extLst>
              <a:ext uri="{FF2B5EF4-FFF2-40B4-BE49-F238E27FC236}">
                <a16:creationId xmlns:a16="http://schemas.microsoft.com/office/drawing/2014/main" id="{78C20CB7-1858-383B-DCAB-365AD33894B6}"/>
              </a:ext>
            </a:extLst>
          </p:cNvPr>
          <p:cNvPicPr preferRelativeResize="0"/>
          <p:nvPr/>
        </p:nvPicPr>
        <p:blipFill rotWithShape="1">
          <a:blip r:embed="rId22">
            <a:alphaModFix/>
          </a:blip>
          <a:srcRect l="2" t="25827" r="76629" b="25281"/>
          <a:stretch>
            <a:fillRect/>
          </a:stretch>
        </p:blipFill>
        <p:spPr>
          <a:xfrm>
            <a:off x="8496089" y="1669346"/>
            <a:ext cx="649012" cy="760295"/>
          </a:xfrm>
          <a:prstGeom prst="rect">
            <a:avLst/>
          </a:prstGeom>
          <a:noFill/>
          <a:ln>
            <a:noFill/>
          </a:ln>
        </p:spPr>
      </p:pic>
      <p:sp>
        <p:nvSpPr>
          <p:cNvPr id="11" name="Google Shape;1277;g3b23322d595_2_337">
            <a:extLst>
              <a:ext uri="{FF2B5EF4-FFF2-40B4-BE49-F238E27FC236}">
                <a16:creationId xmlns:a16="http://schemas.microsoft.com/office/drawing/2014/main" id="{DA9643C0-4A3A-ECA2-1F23-7366860F1998}"/>
              </a:ext>
            </a:extLst>
          </p:cNvPr>
          <p:cNvSpPr txBox="1"/>
          <p:nvPr/>
        </p:nvSpPr>
        <p:spPr>
          <a:xfrm>
            <a:off x="9319260" y="1608731"/>
            <a:ext cx="2424987" cy="1129072"/>
          </a:xfrm>
          <a:prstGeom prst="rect">
            <a:avLst/>
          </a:prstGeom>
          <a:solidFill>
            <a:srgbClr val="F2F2F2"/>
          </a:solidFill>
          <a:ln>
            <a:noFill/>
          </a:ln>
        </p:spPr>
        <p:txBody>
          <a:bodyPr spcFirstLastPara="1" wrap="square" lIns="91425" tIns="90000" rIns="91425" bIns="45700" anchor="t" anchorCtr="0">
            <a:noAutofit/>
          </a:bodyPr>
          <a:lstStyle/>
          <a:p>
            <a:pPr marL="177800" marR="0" lvl="0" indent="-177800" algn="l" rtl="0">
              <a:lnSpc>
                <a:spcPct val="100000"/>
              </a:lnSpc>
              <a:spcBef>
                <a:spcPts val="0"/>
              </a:spcBef>
              <a:spcAft>
                <a:spcPts val="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Subscriptions &amp; enterprise pricing</a:t>
            </a:r>
            <a:r>
              <a:rPr lang="en-US" sz="1000" b="0" i="0" u="none" strike="noStrike" cap="none" baseline="30000" noProof="0">
                <a:solidFill>
                  <a:schemeClr val="dk1"/>
                </a:solidFill>
                <a:latin typeface="IBM Plex Sans"/>
                <a:ea typeface="IBM Plex Sans"/>
                <a:cs typeface="IBM Plex Sans"/>
                <a:sym typeface="IBM Plex Sans"/>
              </a:rPr>
              <a:t>16</a:t>
            </a:r>
            <a:endParaRPr lang="en-US" sz="1800" b="0" i="0" u="none" strike="noStrike" cap="none" noProof="0">
              <a:solidFill>
                <a:schemeClr val="dk1"/>
              </a:solidFill>
              <a:latin typeface="Arial"/>
              <a:ea typeface="Arial"/>
              <a:cs typeface="Arial"/>
              <a:sym typeface="Arial"/>
            </a:endParaRPr>
          </a:p>
          <a:p>
            <a:pPr marL="177800" marR="0" lvl="0" indent="-177800" algn="l" rtl="0">
              <a:lnSpc>
                <a:spcPct val="100000"/>
              </a:lnSpc>
              <a:spcBef>
                <a:spcPts val="200"/>
              </a:spcBef>
              <a:spcAft>
                <a:spcPts val="20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AI commerce: integrated PayPal checkout directly inside Perplexity’s chat interface</a:t>
            </a:r>
            <a:r>
              <a:rPr lang="en-US" sz="1000" b="0" i="0" u="none" strike="noStrike" cap="none" baseline="30000" noProof="0">
                <a:solidFill>
                  <a:schemeClr val="dk1"/>
                </a:solidFill>
                <a:latin typeface="IBM Plex Sans"/>
                <a:ea typeface="IBM Plex Sans"/>
                <a:cs typeface="IBM Plex Sans"/>
                <a:sym typeface="IBM Plex Sans"/>
              </a:rPr>
              <a:t>17</a:t>
            </a:r>
            <a:endParaRPr lang="en-US" sz="1800" b="0" i="0" u="none" strike="noStrike" cap="none" noProof="0">
              <a:solidFill>
                <a:schemeClr val="dk1"/>
              </a:solidFill>
              <a:latin typeface="Arial"/>
              <a:ea typeface="Arial"/>
              <a:cs typeface="Arial"/>
              <a:sym typeface="Arial"/>
            </a:endParaRPr>
          </a:p>
        </p:txBody>
      </p:sp>
      <p:sp>
        <p:nvSpPr>
          <p:cNvPr id="12" name="Google Shape;1279;g3b23322d595_2_337">
            <a:extLst>
              <a:ext uri="{FF2B5EF4-FFF2-40B4-BE49-F238E27FC236}">
                <a16:creationId xmlns:a16="http://schemas.microsoft.com/office/drawing/2014/main" id="{08573A7F-D1BC-64AA-56E3-524407541DC6}"/>
              </a:ext>
            </a:extLst>
          </p:cNvPr>
          <p:cNvSpPr txBox="1"/>
          <p:nvPr/>
        </p:nvSpPr>
        <p:spPr>
          <a:xfrm>
            <a:off x="5318997" y="1602300"/>
            <a:ext cx="2493530" cy="1129072"/>
          </a:xfrm>
          <a:prstGeom prst="rect">
            <a:avLst/>
          </a:prstGeom>
          <a:solidFill>
            <a:srgbClr val="F2F2F2"/>
          </a:solidFill>
          <a:ln>
            <a:noFill/>
          </a:ln>
        </p:spPr>
        <p:txBody>
          <a:bodyPr spcFirstLastPara="1" wrap="square" lIns="91425" tIns="90000" rIns="91425" bIns="45700" anchor="t" anchorCtr="0">
            <a:noAutofit/>
          </a:bodyPr>
          <a:lstStyle/>
          <a:p>
            <a:pPr marL="177800" marR="0" lvl="0" indent="-177800" algn="l" rtl="0">
              <a:lnSpc>
                <a:spcPct val="100000"/>
              </a:lnSpc>
              <a:spcBef>
                <a:spcPts val="0"/>
              </a:spcBef>
              <a:spcAft>
                <a:spcPts val="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Contextual ads and subscriptions: private, keyword-based ads and Privacy Pro subs</a:t>
            </a:r>
            <a:r>
              <a:rPr lang="en-US" sz="1000" b="0" i="0" u="none" strike="noStrike" cap="none" baseline="30000" noProof="0">
                <a:solidFill>
                  <a:schemeClr val="dk1"/>
                </a:solidFill>
                <a:latin typeface="IBM Plex Sans"/>
                <a:ea typeface="IBM Plex Sans"/>
                <a:cs typeface="IBM Plex Sans"/>
                <a:sym typeface="IBM Plex Sans"/>
              </a:rPr>
              <a:t>13</a:t>
            </a:r>
            <a:endParaRPr lang="en-US" sz="1800" b="0" i="0" u="none" strike="noStrike" cap="none" noProof="0">
              <a:solidFill>
                <a:schemeClr val="dk1"/>
              </a:solidFill>
              <a:latin typeface="Arial"/>
              <a:ea typeface="Arial"/>
              <a:cs typeface="Arial"/>
              <a:sym typeface="Arial"/>
            </a:endParaRPr>
          </a:p>
          <a:p>
            <a:pPr marL="177800" marR="0" lvl="0" indent="-177800" algn="l" rtl="0">
              <a:lnSpc>
                <a:spcPct val="100000"/>
              </a:lnSpc>
              <a:spcBef>
                <a:spcPts val="200"/>
              </a:spcBef>
              <a:spcAft>
                <a:spcPts val="20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New Compare &amp; Decide ads inside chat</a:t>
            </a:r>
            <a:r>
              <a:rPr lang="en-US" sz="1000" b="0" i="0" u="none" strike="noStrike" cap="none" baseline="30000" noProof="0">
                <a:solidFill>
                  <a:schemeClr val="dk1"/>
                </a:solidFill>
                <a:latin typeface="IBM Plex Sans"/>
                <a:ea typeface="IBM Plex Sans"/>
                <a:cs typeface="IBM Plex Sans"/>
                <a:sym typeface="IBM Plex Sans"/>
              </a:rPr>
              <a:t>14</a:t>
            </a:r>
            <a:endParaRPr lang="en-US" sz="1800" b="0" i="0" u="none" strike="noStrike" cap="none" noProof="0">
              <a:solidFill>
                <a:schemeClr val="dk1"/>
              </a:solidFill>
              <a:latin typeface="Arial"/>
              <a:ea typeface="Arial"/>
              <a:cs typeface="Arial"/>
              <a:sym typeface="Arial"/>
            </a:endParaRPr>
          </a:p>
        </p:txBody>
      </p:sp>
      <p:sp>
        <p:nvSpPr>
          <p:cNvPr id="13" name="Google Shape;1281;g3b23322d595_2_337">
            <a:extLst>
              <a:ext uri="{FF2B5EF4-FFF2-40B4-BE49-F238E27FC236}">
                <a16:creationId xmlns:a16="http://schemas.microsoft.com/office/drawing/2014/main" id="{66127D2F-11D8-5570-78A5-41AB6E6EF278}"/>
              </a:ext>
            </a:extLst>
          </p:cNvPr>
          <p:cNvSpPr txBox="1"/>
          <p:nvPr/>
        </p:nvSpPr>
        <p:spPr>
          <a:xfrm>
            <a:off x="1307408" y="1602799"/>
            <a:ext cx="2570483" cy="1131123"/>
          </a:xfrm>
          <a:prstGeom prst="rect">
            <a:avLst/>
          </a:prstGeom>
          <a:solidFill>
            <a:srgbClr val="F2F2F2"/>
          </a:solidFill>
          <a:ln>
            <a:noFill/>
          </a:ln>
        </p:spPr>
        <p:txBody>
          <a:bodyPr spcFirstLastPara="1" wrap="square" lIns="91425" tIns="90000" rIns="91425" bIns="45700" anchor="t" anchorCtr="0">
            <a:noAutofit/>
          </a:bodyPr>
          <a:lstStyle/>
          <a:p>
            <a:pPr marL="177800" marR="0" lvl="0" indent="-177800" algn="l" rtl="0">
              <a:lnSpc>
                <a:spcPct val="100000"/>
              </a:lnSpc>
              <a:spcBef>
                <a:spcPts val="0"/>
              </a:spcBef>
              <a:spcAft>
                <a:spcPts val="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Ask Brave/Answer with AI: AI results with rich elements</a:t>
            </a:r>
            <a:r>
              <a:rPr lang="en-US" sz="1000" b="0" i="0" u="none" strike="noStrike" cap="none" baseline="30000" noProof="0">
                <a:solidFill>
                  <a:schemeClr val="dk1"/>
                </a:solidFill>
                <a:latin typeface="IBM Plex Sans"/>
                <a:ea typeface="IBM Plex Sans"/>
                <a:cs typeface="IBM Plex Sans"/>
                <a:sym typeface="IBM Plex Sans"/>
              </a:rPr>
              <a:t>9, 10</a:t>
            </a:r>
            <a:endParaRPr lang="en-US" sz="1800" b="0" i="0" u="none" strike="noStrike" cap="none" noProof="0">
              <a:solidFill>
                <a:schemeClr val="dk1"/>
              </a:solidFill>
              <a:latin typeface="Arial"/>
              <a:ea typeface="Arial"/>
              <a:cs typeface="Arial"/>
              <a:sym typeface="Arial"/>
            </a:endParaRPr>
          </a:p>
          <a:p>
            <a:pPr marL="177800" marR="0" lvl="0" indent="-177800" algn="l" rtl="0">
              <a:lnSpc>
                <a:spcPct val="100000"/>
              </a:lnSpc>
              <a:spcBef>
                <a:spcPts val="200"/>
              </a:spcBef>
              <a:spcAft>
                <a:spcPts val="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Search ads on Brave Search</a:t>
            </a:r>
            <a:r>
              <a:rPr lang="en-US" sz="1000" b="0" i="0" u="none" strike="noStrike" cap="none" baseline="30000" noProof="0">
                <a:solidFill>
                  <a:schemeClr val="dk1"/>
                </a:solidFill>
                <a:latin typeface="IBM Plex Sans"/>
                <a:ea typeface="IBM Plex Sans"/>
                <a:cs typeface="IBM Plex Sans"/>
                <a:sym typeface="IBM Plex Sans"/>
              </a:rPr>
              <a:t>11</a:t>
            </a:r>
            <a:endParaRPr lang="en-US" sz="1800" b="0" i="0" u="none" strike="noStrike" cap="none" noProof="0">
              <a:solidFill>
                <a:schemeClr val="dk1"/>
              </a:solidFill>
              <a:latin typeface="Arial"/>
              <a:ea typeface="Arial"/>
              <a:cs typeface="Arial"/>
              <a:sym typeface="Arial"/>
            </a:endParaRPr>
          </a:p>
          <a:p>
            <a:pPr marL="177800" indent="-177800">
              <a:spcBef>
                <a:spcPts val="200"/>
              </a:spcBef>
              <a:spcAft>
                <a:spcPts val="200"/>
              </a:spcAft>
              <a:buClr>
                <a:schemeClr val="dk1"/>
              </a:buClr>
              <a:buSzPts val="1000"/>
              <a:buFont typeface="Arial"/>
              <a:buChar char="•"/>
            </a:pPr>
            <a:r>
              <a:rPr lang="en-US" sz="1000" b="0" i="0" u="none" strike="noStrike" cap="none" noProof="0">
                <a:solidFill>
                  <a:schemeClr val="dk1"/>
                </a:solidFill>
                <a:latin typeface="IBM Plex Sans"/>
                <a:ea typeface="IBM Plex Sans"/>
                <a:cs typeface="IBM Plex Sans"/>
                <a:sym typeface="IBM Plex Sans"/>
              </a:rPr>
              <a:t>Dual model: ad-supported </a:t>
            </a:r>
            <a:r>
              <a:rPr lang="en-US" sz="1000" noProof="0">
                <a:solidFill>
                  <a:schemeClr val="dk1"/>
                </a:solidFill>
                <a:latin typeface="IBM Plex Sans"/>
                <a:ea typeface="IBM Plex Sans"/>
                <a:cs typeface="IBM Plex Sans"/>
                <a:sym typeface="IBM Plex Sans"/>
              </a:rPr>
              <a:t>and subscription-based;</a:t>
            </a:r>
            <a:r>
              <a:rPr lang="en-US" sz="1000" b="0" i="0" u="none" strike="noStrike" cap="none" noProof="0">
                <a:solidFill>
                  <a:schemeClr val="dk1"/>
                </a:solidFill>
                <a:latin typeface="IBM Plex Sans"/>
                <a:ea typeface="IBM Plex Sans"/>
                <a:cs typeface="IBM Plex Sans"/>
                <a:sym typeface="IBM Plex Sans"/>
              </a:rPr>
              <a:t> users can pay for Premium to remove ads</a:t>
            </a:r>
            <a:r>
              <a:rPr lang="en-US" sz="1000" b="0" i="0" u="none" strike="noStrike" cap="none" baseline="30000" noProof="0">
                <a:solidFill>
                  <a:schemeClr val="dk1"/>
                </a:solidFill>
                <a:latin typeface="IBM Plex Sans"/>
                <a:ea typeface="IBM Plex Sans"/>
                <a:cs typeface="IBM Plex Sans"/>
                <a:sym typeface="IBM Plex Sans"/>
              </a:rPr>
              <a:t>12</a:t>
            </a:r>
            <a:endParaRPr lang="en-US" sz="1800" b="0" i="0" u="none" strike="noStrike" cap="none" noProof="0">
              <a:solidFill>
                <a:schemeClr val="dk1"/>
              </a:solidFill>
              <a:latin typeface="Arial"/>
              <a:ea typeface="Arial"/>
              <a:cs typeface="Arial"/>
              <a:sym typeface="Arial"/>
            </a:endParaRPr>
          </a:p>
        </p:txBody>
      </p:sp>
      <p:sp>
        <p:nvSpPr>
          <p:cNvPr id="14" name="Google Shape;1293;g3b23322d595_2_337">
            <a:extLst>
              <a:ext uri="{FF2B5EF4-FFF2-40B4-BE49-F238E27FC236}">
                <a16:creationId xmlns:a16="http://schemas.microsoft.com/office/drawing/2014/main" id="{25240F80-2490-3238-CBE9-6173D8542C38}"/>
              </a:ext>
            </a:extLst>
          </p:cNvPr>
          <p:cNvSpPr txBox="1"/>
          <p:nvPr/>
        </p:nvSpPr>
        <p:spPr>
          <a:xfrm>
            <a:off x="8308852" y="5135282"/>
            <a:ext cx="3433055" cy="400069"/>
          </a:xfrm>
          <a:prstGeom prst="rect">
            <a:avLst/>
          </a:prstGeom>
          <a:noFill/>
          <a:ln>
            <a:noFill/>
          </a:ln>
        </p:spPr>
        <p:txBody>
          <a:bodyPr spcFirstLastPara="1" wrap="square" lIns="91425" tIns="45700" rIns="90000" bIns="45700" anchor="t" anchorCtr="0">
            <a:spAutoFit/>
          </a:bodyPr>
          <a:lstStyle/>
          <a:p>
            <a:pPr algn="ctr">
              <a:buSzPts val="1400"/>
            </a:pPr>
            <a:r>
              <a:rPr lang="en-US" sz="1000" b="1" i="0" u="none" strike="noStrike" cap="none" noProof="0">
                <a:solidFill>
                  <a:schemeClr val="dk1"/>
                </a:solidFill>
                <a:latin typeface="IBM Plex Sans"/>
                <a:ea typeface="IBM Plex Sans"/>
                <a:cs typeface="IBM Plex Sans"/>
                <a:sym typeface="IBM Plex Sans"/>
              </a:rPr>
              <a:t>Perplexity links AI answers to direct commerce and subscriptions instead of classic search ads</a:t>
            </a:r>
            <a:endParaRPr lang="en-US" sz="1800" b="0" i="0" u="none" strike="noStrike" cap="none" noProof="0">
              <a:solidFill>
                <a:schemeClr val="dk1"/>
              </a:solidFill>
              <a:latin typeface="Arial"/>
              <a:ea typeface="Arial"/>
              <a:cs typeface="Arial"/>
              <a:sym typeface="Arial"/>
            </a:endParaRPr>
          </a:p>
        </p:txBody>
      </p:sp>
      <p:sp>
        <p:nvSpPr>
          <p:cNvPr id="15" name="Google Shape;1295;g3b23322d595_2_337">
            <a:extLst>
              <a:ext uri="{FF2B5EF4-FFF2-40B4-BE49-F238E27FC236}">
                <a16:creationId xmlns:a16="http://schemas.microsoft.com/office/drawing/2014/main" id="{317617D9-C21B-1F44-EBBD-9F0E95C906FE}"/>
              </a:ext>
            </a:extLst>
          </p:cNvPr>
          <p:cNvSpPr txBox="1"/>
          <p:nvPr/>
        </p:nvSpPr>
        <p:spPr>
          <a:xfrm>
            <a:off x="556562" y="5124650"/>
            <a:ext cx="3321329" cy="400069"/>
          </a:xfrm>
          <a:prstGeom prst="rect">
            <a:avLst/>
          </a:prstGeom>
          <a:noFill/>
          <a:ln>
            <a:noFill/>
          </a:ln>
        </p:spPr>
        <p:txBody>
          <a:bodyPr spcFirstLastPara="1" wrap="square" lIns="91425" tIns="45700" rIns="90000" bIns="45700" anchor="t" anchorCtr="0">
            <a:spAutoFit/>
          </a:bodyPr>
          <a:lstStyle/>
          <a:p>
            <a:pPr algn="ctr">
              <a:buSzPts val="1400"/>
            </a:pPr>
            <a:r>
              <a:rPr lang="en-US" sz="1000" b="1" i="0" u="none" strike="noStrike" cap="none" noProof="0">
                <a:solidFill>
                  <a:schemeClr val="dk1"/>
                </a:solidFill>
                <a:latin typeface="IBM Plex Sans"/>
                <a:ea typeface="IBM Plex Sans"/>
                <a:cs typeface="IBM Plex Sans"/>
                <a:sym typeface="IBM Plex Sans"/>
              </a:rPr>
              <a:t>Brave monetizes AI answers via classic search ads </a:t>
            </a:r>
            <a:r>
              <a:rPr lang="en-US" sz="1000" b="1" noProof="0">
                <a:solidFill>
                  <a:schemeClr val="dk1"/>
                </a:solidFill>
                <a:latin typeface="IBM Plex Sans"/>
                <a:ea typeface="IBM Plex Sans"/>
                <a:cs typeface="IBM Plex Sans"/>
                <a:sym typeface="IBM Plex Sans"/>
              </a:rPr>
              <a:t>with an optional paid, </a:t>
            </a:r>
            <a:r>
              <a:rPr lang="en-US" sz="1000" b="1" i="0" u="none" strike="noStrike" cap="none" noProof="0">
                <a:solidFill>
                  <a:schemeClr val="dk1"/>
                </a:solidFill>
                <a:latin typeface="IBM Plex Sans"/>
                <a:ea typeface="IBM Plex Sans"/>
                <a:cs typeface="IBM Plex Sans"/>
                <a:sym typeface="IBM Plex Sans"/>
              </a:rPr>
              <a:t>ad-free AI search</a:t>
            </a:r>
            <a:endParaRPr lang="en-US" sz="1800" b="0" i="0" u="none" strike="noStrike" cap="none" noProof="0">
              <a:solidFill>
                <a:schemeClr val="dk1"/>
              </a:solidFill>
              <a:latin typeface="Arial"/>
              <a:ea typeface="Arial"/>
              <a:cs typeface="Arial"/>
              <a:sym typeface="Arial"/>
            </a:endParaRPr>
          </a:p>
        </p:txBody>
      </p:sp>
      <p:sp>
        <p:nvSpPr>
          <p:cNvPr id="16" name="Google Shape;1296;g3b23322d595_2_337">
            <a:extLst>
              <a:ext uri="{FF2B5EF4-FFF2-40B4-BE49-F238E27FC236}">
                <a16:creationId xmlns:a16="http://schemas.microsoft.com/office/drawing/2014/main" id="{378DEF0E-930A-3D17-A688-F9FA11D00990}"/>
              </a:ext>
            </a:extLst>
          </p:cNvPr>
          <p:cNvSpPr txBox="1"/>
          <p:nvPr/>
        </p:nvSpPr>
        <p:spPr>
          <a:xfrm>
            <a:off x="4233254" y="5135282"/>
            <a:ext cx="3635976" cy="400069"/>
          </a:xfrm>
          <a:prstGeom prst="rect">
            <a:avLst/>
          </a:prstGeom>
          <a:noFill/>
          <a:ln>
            <a:noFill/>
          </a:ln>
        </p:spPr>
        <p:txBody>
          <a:bodyPr spcFirstLastPara="1" wrap="square" lIns="91425" tIns="45700" rIns="90000" bIns="45700" anchor="t"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1000" b="1" i="0" u="none" strike="noStrike" cap="none" noProof="0">
                <a:solidFill>
                  <a:schemeClr val="dk1"/>
                </a:solidFill>
                <a:latin typeface="IBM Plex Sans"/>
                <a:ea typeface="IBM Plex Sans"/>
                <a:cs typeface="IBM Plex Sans"/>
                <a:sym typeface="IBM Plex Sans"/>
              </a:rPr>
              <a:t>DDG monetizes AI answers with contextual ads and affiliate product links, while still pitching privacy</a:t>
            </a:r>
            <a:endParaRPr lang="en-US" sz="1800" b="0" i="0" u="none" strike="noStrike" cap="none" noProof="0">
              <a:solidFill>
                <a:schemeClr val="dk1"/>
              </a:solidFill>
              <a:latin typeface="Arial"/>
              <a:ea typeface="Arial"/>
              <a:cs typeface="Arial"/>
              <a:sym typeface="Arial"/>
            </a:endParaRPr>
          </a:p>
        </p:txBody>
      </p:sp>
      <p:pic>
        <p:nvPicPr>
          <p:cNvPr id="1026" name="Picture 2" descr="Perplexity AI Icon Black Logo PNG Vector (SVG) Free Download">
            <a:extLst>
              <a:ext uri="{FF2B5EF4-FFF2-40B4-BE49-F238E27FC236}">
                <a16:creationId xmlns:a16="http://schemas.microsoft.com/office/drawing/2014/main" id="{11857A0A-A833-F46D-698E-4E5C014D118C}"/>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8354452" y="1606470"/>
            <a:ext cx="823171" cy="823171"/>
          </a:xfrm>
          <a:prstGeom prst="rect">
            <a:avLst/>
          </a:prstGeom>
          <a:noFill/>
          <a:extLst>
            <a:ext uri="{909E8E84-426E-40DD-AFC4-6F175D3DCCD1}">
              <a14:hiddenFill xmlns:a14="http://schemas.microsoft.com/office/drawing/2010/main">
                <a:solidFill>
                  <a:srgbClr val="FFFFFF"/>
                </a:solidFill>
              </a14:hiddenFill>
            </a:ext>
          </a:extLst>
        </p:spPr>
      </p:pic>
      <p:pic>
        <p:nvPicPr>
          <p:cNvPr id="17" name="Google Shape;1299;g3b23322d595_2_337" descr="Brave launches Search Ads in key markets, after successful test ...">
            <a:extLst>
              <a:ext uri="{FF2B5EF4-FFF2-40B4-BE49-F238E27FC236}">
                <a16:creationId xmlns:a16="http://schemas.microsoft.com/office/drawing/2014/main" id="{1F10A5EC-FE18-6656-98B8-538B55D27795}"/>
              </a:ext>
            </a:extLst>
          </p:cNvPr>
          <p:cNvPicPr preferRelativeResize="0"/>
          <p:nvPr/>
        </p:nvPicPr>
        <p:blipFill rotWithShape="1">
          <a:blip r:embed="rId24">
            <a:alphaModFix/>
          </a:blip>
          <a:srcRect t="1963" b="1149"/>
          <a:stretch/>
        </p:blipFill>
        <p:spPr>
          <a:xfrm>
            <a:off x="474012" y="2887768"/>
            <a:ext cx="3467784" cy="2160542"/>
          </a:xfrm>
          <a:prstGeom prst="rect">
            <a:avLst/>
          </a:prstGeom>
          <a:noFill/>
          <a:ln>
            <a:noFill/>
          </a:ln>
        </p:spPr>
      </p:pic>
      <p:pic>
        <p:nvPicPr>
          <p:cNvPr id="18" name="Google Shape;1300;g3b23322d595_2_337" descr="DuckDuckGo Is Getting Into AI Search Results, Too | Lifehacker">
            <a:extLst>
              <a:ext uri="{FF2B5EF4-FFF2-40B4-BE49-F238E27FC236}">
                <a16:creationId xmlns:a16="http://schemas.microsoft.com/office/drawing/2014/main" id="{D454A265-1DE3-05F0-3FF6-7915FE690616}"/>
              </a:ext>
            </a:extLst>
          </p:cNvPr>
          <p:cNvPicPr preferRelativeResize="0"/>
          <p:nvPr/>
        </p:nvPicPr>
        <p:blipFill rotWithShape="1">
          <a:blip r:embed="rId25">
            <a:alphaModFix/>
          </a:blip>
          <a:srcRect l="1476" r="1474"/>
          <a:stretch/>
        </p:blipFill>
        <p:spPr>
          <a:xfrm>
            <a:off x="4281119" y="2877445"/>
            <a:ext cx="3588111" cy="2079639"/>
          </a:xfrm>
          <a:prstGeom prst="rect">
            <a:avLst/>
          </a:prstGeom>
          <a:noFill/>
          <a:ln>
            <a:noFill/>
          </a:ln>
        </p:spPr>
      </p:pic>
      <p:pic>
        <p:nvPicPr>
          <p:cNvPr id="19" name="Google Shape;1301;g3b23322d595_2_337">
            <a:extLst>
              <a:ext uri="{FF2B5EF4-FFF2-40B4-BE49-F238E27FC236}">
                <a16:creationId xmlns:a16="http://schemas.microsoft.com/office/drawing/2014/main" id="{03621820-E8B2-3831-A83B-E72A9FFBC06F}"/>
              </a:ext>
            </a:extLst>
          </p:cNvPr>
          <p:cNvPicPr preferRelativeResize="0"/>
          <p:nvPr/>
        </p:nvPicPr>
        <p:blipFill rotWithShape="1">
          <a:blip r:embed="rId26">
            <a:alphaModFix/>
          </a:blip>
          <a:srcRect t="4888" b="7836"/>
          <a:stretch/>
        </p:blipFill>
        <p:spPr>
          <a:xfrm>
            <a:off x="8308852" y="2877444"/>
            <a:ext cx="3409136" cy="1983503"/>
          </a:xfrm>
          <a:prstGeom prst="rect">
            <a:avLst/>
          </a:prstGeom>
          <a:noFill/>
          <a:ln>
            <a:noFill/>
          </a:ln>
        </p:spPr>
      </p:pic>
      <p:sp>
        <p:nvSpPr>
          <p:cNvPr id="5" name="CaixaDeTexto 4">
            <a:extLst>
              <a:ext uri="{FF2B5EF4-FFF2-40B4-BE49-F238E27FC236}">
                <a16:creationId xmlns:a16="http://schemas.microsoft.com/office/drawing/2014/main" id="{AA2C63B9-E404-EC00-9EBF-23F7F3CE7C85}"/>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competitive landscape: search engines</a:t>
            </a:r>
          </a:p>
        </p:txBody>
      </p:sp>
    </p:spTree>
    <p:extLst>
      <p:ext uri="{BB962C8B-B14F-4D97-AF65-F5344CB8AC3E}">
        <p14:creationId xmlns:p14="http://schemas.microsoft.com/office/powerpoint/2010/main" val="54457822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1570">
          <a:extLst>
            <a:ext uri="{FF2B5EF4-FFF2-40B4-BE49-F238E27FC236}">
              <a16:creationId xmlns:a16="http://schemas.microsoft.com/office/drawing/2014/main" id="{976E80CD-7BFE-2C15-A03E-1920E1D4AD2B}"/>
            </a:ext>
          </a:extLst>
        </p:cNvPr>
        <p:cNvGrpSpPr/>
        <p:nvPr/>
      </p:nvGrpSpPr>
      <p:grpSpPr>
        <a:xfrm>
          <a:off x="0" y="0"/>
          <a:ext cx="0" cy="0"/>
          <a:chOff x="0" y="0"/>
          <a:chExt cx="0" cy="0"/>
        </a:xfrm>
      </p:grpSpPr>
      <p:sp>
        <p:nvSpPr>
          <p:cNvPr id="1571" name="Google Shape;1571;g3b23322d595_2_625">
            <a:extLst>
              <a:ext uri="{FF2B5EF4-FFF2-40B4-BE49-F238E27FC236}">
                <a16:creationId xmlns:a16="http://schemas.microsoft.com/office/drawing/2014/main" id="{3EC25264-C086-F33E-A126-02CB6D68B97F}"/>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62</a:t>
            </a:fld>
            <a:endParaRPr lang="en-US" noProof="0"/>
          </a:p>
        </p:txBody>
      </p:sp>
      <p:sp>
        <p:nvSpPr>
          <p:cNvPr id="1572" name="Google Shape;1572;g3b23322d595_2_625">
            <a:extLst>
              <a:ext uri="{FF2B5EF4-FFF2-40B4-BE49-F238E27FC236}">
                <a16:creationId xmlns:a16="http://schemas.microsoft.com/office/drawing/2014/main" id="{06044C6D-21AE-FA12-DB1A-44E67DA22328}"/>
              </a:ext>
            </a:extLst>
          </p:cNvPr>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r>
              <a:rPr lang="en-US" noProof="0"/>
              <a:t>How major search players are adapting, compared with native AI players</a:t>
            </a:r>
          </a:p>
        </p:txBody>
      </p:sp>
      <p:sp>
        <p:nvSpPr>
          <p:cNvPr id="1573" name="Google Shape;1573;g3b23322d595_2_625">
            <a:extLst>
              <a:ext uri="{FF2B5EF4-FFF2-40B4-BE49-F238E27FC236}">
                <a16:creationId xmlns:a16="http://schemas.microsoft.com/office/drawing/2014/main" id="{26EC6A88-093B-01EA-A408-9D188AA55976}"/>
              </a:ext>
            </a:extLst>
          </p:cNvPr>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700"/>
              <a:buFont typeface="Arial"/>
              <a:buNone/>
            </a:pPr>
            <a:r>
              <a:rPr lang="en-US" sz="700" b="0" i="0" u="none" strike="noStrike" cap="none" noProof="0">
                <a:solidFill>
                  <a:srgbClr val="7F7F7F"/>
                </a:solidFill>
                <a:latin typeface="IBM Plex Sans"/>
                <a:ea typeface="Quattrocento Sans"/>
                <a:cs typeface="Quattrocento Sans"/>
                <a:sym typeface="Quattrocento Sans"/>
              </a:rPr>
              <a:t>Sources: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1)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Google</a:t>
            </a:r>
            <a:r>
              <a:rPr lang="en-US" sz="700" b="0" i="0" u="none" strike="noStrike" cap="none" noProof="0">
                <a:solidFill>
                  <a:srgbClr val="7F7F7F"/>
                </a:solidFill>
                <a:latin typeface="IBM Plex Sans"/>
                <a:ea typeface="Quattrocento Sans"/>
                <a:cs typeface="Quattrocento Sans"/>
                <a:sym typeface="Quattrocento Sans"/>
              </a:rPr>
              <a:t> and </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Google</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2) </a:t>
            </a:r>
            <a:r>
              <a:rPr lang="en-US" sz="700" b="0" i="0" u="sng" strike="noStrike" cap="none"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Bing</a:t>
            </a:r>
            <a:r>
              <a:rPr lang="en-US" sz="700" b="0" i="0" u="none" strike="noStrike" cap="none" noProof="0">
                <a:solidFill>
                  <a:srgbClr val="7F7F7F"/>
                </a:solidFill>
                <a:latin typeface="IBM Plex Sans"/>
                <a:ea typeface="Quattrocento Sans"/>
                <a:cs typeface="Quattrocento Sans"/>
                <a:sym typeface="Quattrocento Sans"/>
              </a:rPr>
              <a:t> and </a:t>
            </a:r>
            <a:r>
              <a:rPr lang="en-US" sz="700" b="0" i="0" u="sng" strike="noStrike" cap="none"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Bing</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3) </a:t>
            </a:r>
            <a:r>
              <a:rPr lang="en-US" sz="700" b="0" i="0" u="sng" strike="noStrike" cap="none" noProof="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Yandex</a:t>
            </a:r>
            <a:r>
              <a:rPr lang="en-US" sz="700" b="0" i="0" u="none" strike="noStrike" cap="none" noProof="0">
                <a:solidFill>
                  <a:srgbClr val="7F7F7F"/>
                </a:solidFill>
                <a:latin typeface="IBM Plex Sans"/>
                <a:ea typeface="Quattrocento Sans"/>
                <a:cs typeface="Quattrocento Sans"/>
                <a:sym typeface="Quattrocento Sans"/>
              </a:rPr>
              <a:t> and </a:t>
            </a:r>
            <a:r>
              <a:rPr lang="en-US" sz="700" b="0" i="0" u="sng" strike="noStrike" cap="none"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Yandex</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4) </a:t>
            </a:r>
            <a:r>
              <a:rPr lang="en-US" sz="700" b="0" i="0" u="sng" strike="noStrike" cap="none" noProof="0">
                <a:solidFill>
                  <a:srgbClr val="7F7F7F"/>
                </a:solidFill>
                <a:latin typeface="IBM Plex Sans"/>
                <a:ea typeface="Quattrocento Sans"/>
                <a:cs typeface="Quattrocento Sans"/>
                <a:sym typeface="Quattrocento Sans"/>
                <a:hlinkClick r:id="rId9">
                  <a:extLst>
                    <a:ext uri="{A12FA001-AC4F-418D-AE19-62706E023703}">
                      <ahyp:hlinkClr xmlns:ahyp="http://schemas.microsoft.com/office/drawing/2018/hyperlinkcolor" val="tx"/>
                    </a:ext>
                  </a:extLst>
                </a:hlinkClick>
              </a:rPr>
              <a:t>Tech Crunch</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5) </a:t>
            </a:r>
            <a:r>
              <a:rPr lang="en-US" sz="700" b="0" i="0" u="sng" strike="noStrike" cap="none" noProof="0" err="1">
                <a:solidFill>
                  <a:srgbClr val="7F7F7F"/>
                </a:solidFill>
                <a:latin typeface="IBM Plex Sans"/>
                <a:ea typeface="Quattrocento Sans"/>
                <a:cs typeface="Quattrocento Sans"/>
                <a:sym typeface="Quattrocento Sans"/>
                <a:hlinkClick r:id="rId10">
                  <a:extLst>
                    <a:ext uri="{A12FA001-AC4F-418D-AE19-62706E023703}">
                      <ahyp:hlinkClr xmlns:ahyp="http://schemas.microsoft.com/office/drawing/2018/hyperlinkcolor" val="tx"/>
                    </a:ext>
                  </a:extLst>
                </a:hlinkClick>
              </a:rPr>
              <a:t>Beebom</a:t>
            </a:r>
            <a:r>
              <a:rPr lang="en-US" sz="700" b="0" i="0" u="none" strike="noStrike" cap="none" noProof="0">
                <a:solidFill>
                  <a:srgbClr val="7F7F7F"/>
                </a:solidFill>
                <a:latin typeface="IBM Plex Sans"/>
                <a:ea typeface="Quattrocento Sans"/>
                <a:cs typeface="Quattrocento Sans"/>
                <a:sym typeface="Quattrocento Sans"/>
              </a:rPr>
              <a:t> and </a:t>
            </a:r>
            <a:r>
              <a:rPr lang="en-US" sz="700" b="0" i="0" u="sng" strike="noStrike" cap="none" noProof="0" err="1">
                <a:solidFill>
                  <a:srgbClr val="7F7F7F"/>
                </a:solidFill>
                <a:latin typeface="IBM Plex Sans"/>
                <a:ea typeface="Quattrocento Sans"/>
                <a:cs typeface="Quattrocento Sans"/>
                <a:sym typeface="Quattrocento Sans"/>
                <a:hlinkClick r:id="rId11">
                  <a:extLst>
                    <a:ext uri="{A12FA001-AC4F-418D-AE19-62706E023703}">
                      <ahyp:hlinkClr xmlns:ahyp="http://schemas.microsoft.com/office/drawing/2018/hyperlinkcolor" val="tx"/>
                    </a:ext>
                  </a:extLst>
                </a:hlinkClick>
              </a:rPr>
              <a:t>Techcrunch</a:t>
            </a:r>
            <a:r>
              <a:rPr lang="en-US" sz="700" u="sng"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6) </a:t>
            </a:r>
            <a:r>
              <a:rPr lang="en-US" sz="700" b="0" i="0" u="sng" strike="noStrike" cap="none" noProof="0">
                <a:solidFill>
                  <a:srgbClr val="7F7F7F"/>
                </a:solidFill>
                <a:latin typeface="IBM Plex Sans"/>
                <a:ea typeface="Quattrocento Sans"/>
                <a:cs typeface="Quattrocento Sans"/>
                <a:sym typeface="Quattrocento Sans"/>
                <a:hlinkClick r:id="rId12">
                  <a:extLst>
                    <a:ext uri="{A12FA001-AC4F-418D-AE19-62706E023703}">
                      <ahyp:hlinkClr xmlns:ahyp="http://schemas.microsoft.com/office/drawing/2018/hyperlinkcolor" val="tx"/>
                    </a:ext>
                  </a:extLst>
                </a:hlinkClick>
              </a:rPr>
              <a:t>OpenAI</a:t>
            </a:r>
            <a:endParaRPr lang="en-US" sz="700" b="0" i="0" u="none" strike="noStrike" cap="none" noProof="0">
              <a:solidFill>
                <a:srgbClr val="7F7F7F"/>
              </a:solidFill>
              <a:latin typeface="IBM Plex Sans"/>
            </a:endParaRPr>
          </a:p>
        </p:txBody>
      </p:sp>
      <p:sp>
        <p:nvSpPr>
          <p:cNvPr id="1574" name="Google Shape;1574;g3b23322d595_2_625">
            <a:extLst>
              <a:ext uri="{FF2B5EF4-FFF2-40B4-BE49-F238E27FC236}">
                <a16:creationId xmlns:a16="http://schemas.microsoft.com/office/drawing/2014/main" id="{334D2B93-1A94-F6FE-CAF8-314AF730362F}"/>
              </a:ext>
            </a:extLst>
          </p:cNvPr>
          <p:cNvSpPr txBox="1"/>
          <p:nvPr/>
        </p:nvSpPr>
        <p:spPr>
          <a:xfrm>
            <a:off x="450091" y="5671889"/>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noProof="0">
                <a:solidFill>
                  <a:schemeClr val="dk1"/>
                </a:solidFill>
                <a:latin typeface="IBM Plex Sans"/>
                <a:ea typeface="IBM Plex Sans"/>
                <a:cs typeface="IBM Plex Sans"/>
                <a:sym typeface="IBM Plex Sans"/>
              </a:rPr>
              <a:t>S</a:t>
            </a:r>
            <a:r>
              <a:rPr lang="en-US" b="1" i="0" u="none" strike="noStrike" cap="none" noProof="0">
                <a:solidFill>
                  <a:schemeClr val="dk1"/>
                </a:solidFill>
                <a:latin typeface="IBM Plex Sans"/>
                <a:ea typeface="IBM Plex Sans"/>
                <a:cs typeface="IBM Plex Sans"/>
                <a:sym typeface="IBM Plex Sans"/>
              </a:rPr>
              <a:t>earch engines are absorbing AI faster than AI players are absorbing search, as search is an ecosystem that can be added on to compared to AI-only which is a feature</a:t>
            </a:r>
            <a:endParaRPr lang="en-US" b="0" i="0" u="none" strike="noStrike" cap="none" noProof="0">
              <a:solidFill>
                <a:schemeClr val="dk1"/>
              </a:solidFill>
              <a:latin typeface="IBM Plex Sans"/>
              <a:sym typeface="Arial"/>
            </a:endParaRPr>
          </a:p>
        </p:txBody>
      </p:sp>
      <p:graphicFrame>
        <p:nvGraphicFramePr>
          <p:cNvPr id="9" name="Google Shape;1744;g3b23322d595_2_790">
            <a:extLst>
              <a:ext uri="{FF2B5EF4-FFF2-40B4-BE49-F238E27FC236}">
                <a16:creationId xmlns:a16="http://schemas.microsoft.com/office/drawing/2014/main" id="{4B88305E-87F4-6F5E-0103-5B4C3DDF7749}"/>
              </a:ext>
            </a:extLst>
          </p:cNvPr>
          <p:cNvGraphicFramePr/>
          <p:nvPr>
            <p:extLst>
              <p:ext uri="{D42A27DB-BD31-4B8C-83A1-F6EECF244321}">
                <p14:modId xmlns:p14="http://schemas.microsoft.com/office/powerpoint/2010/main" val="2136051798"/>
              </p:ext>
            </p:extLst>
          </p:nvPr>
        </p:nvGraphicFramePr>
        <p:xfrm>
          <a:off x="450091" y="1586439"/>
          <a:ext cx="11316115" cy="3796715"/>
        </p:xfrm>
        <a:graphic>
          <a:graphicData uri="http://schemas.openxmlformats.org/drawingml/2006/table">
            <a:tbl>
              <a:tblPr>
                <a:noFill/>
                <a:tableStyleId>{16461213-F4DB-495F-93F5-F8E8B3FAFA39}</a:tableStyleId>
              </a:tblPr>
              <a:tblGrid>
                <a:gridCol w="1477184">
                  <a:extLst>
                    <a:ext uri="{9D8B030D-6E8A-4147-A177-3AD203B41FA5}">
                      <a16:colId xmlns:a16="http://schemas.microsoft.com/office/drawing/2014/main" val="20000"/>
                    </a:ext>
                  </a:extLst>
                </a:gridCol>
                <a:gridCol w="1477184">
                  <a:extLst>
                    <a:ext uri="{9D8B030D-6E8A-4147-A177-3AD203B41FA5}">
                      <a16:colId xmlns:a16="http://schemas.microsoft.com/office/drawing/2014/main" val="1264908681"/>
                    </a:ext>
                  </a:extLst>
                </a:gridCol>
                <a:gridCol w="929083">
                  <a:extLst>
                    <a:ext uri="{9D8B030D-6E8A-4147-A177-3AD203B41FA5}">
                      <a16:colId xmlns:a16="http://schemas.microsoft.com/office/drawing/2014/main" val="20001"/>
                    </a:ext>
                  </a:extLst>
                </a:gridCol>
                <a:gridCol w="929083">
                  <a:extLst>
                    <a:ext uri="{9D8B030D-6E8A-4147-A177-3AD203B41FA5}">
                      <a16:colId xmlns:a16="http://schemas.microsoft.com/office/drawing/2014/main" val="20002"/>
                    </a:ext>
                  </a:extLst>
                </a:gridCol>
                <a:gridCol w="929083">
                  <a:extLst>
                    <a:ext uri="{9D8B030D-6E8A-4147-A177-3AD203B41FA5}">
                      <a16:colId xmlns:a16="http://schemas.microsoft.com/office/drawing/2014/main" val="20003"/>
                    </a:ext>
                  </a:extLst>
                </a:gridCol>
                <a:gridCol w="929083">
                  <a:extLst>
                    <a:ext uri="{9D8B030D-6E8A-4147-A177-3AD203B41FA5}">
                      <a16:colId xmlns:a16="http://schemas.microsoft.com/office/drawing/2014/main" val="20004"/>
                    </a:ext>
                  </a:extLst>
                </a:gridCol>
                <a:gridCol w="929083">
                  <a:extLst>
                    <a:ext uri="{9D8B030D-6E8A-4147-A177-3AD203B41FA5}">
                      <a16:colId xmlns:a16="http://schemas.microsoft.com/office/drawing/2014/main" val="20006"/>
                    </a:ext>
                  </a:extLst>
                </a:gridCol>
                <a:gridCol w="929083">
                  <a:extLst>
                    <a:ext uri="{9D8B030D-6E8A-4147-A177-3AD203B41FA5}">
                      <a16:colId xmlns:a16="http://schemas.microsoft.com/office/drawing/2014/main" val="20007"/>
                    </a:ext>
                  </a:extLst>
                </a:gridCol>
                <a:gridCol w="929083">
                  <a:extLst>
                    <a:ext uri="{9D8B030D-6E8A-4147-A177-3AD203B41FA5}">
                      <a16:colId xmlns:a16="http://schemas.microsoft.com/office/drawing/2014/main" val="4046442424"/>
                    </a:ext>
                  </a:extLst>
                </a:gridCol>
                <a:gridCol w="929083">
                  <a:extLst>
                    <a:ext uri="{9D8B030D-6E8A-4147-A177-3AD203B41FA5}">
                      <a16:colId xmlns:a16="http://schemas.microsoft.com/office/drawing/2014/main" val="2413183195"/>
                    </a:ext>
                  </a:extLst>
                </a:gridCol>
                <a:gridCol w="929083">
                  <a:extLst>
                    <a:ext uri="{9D8B030D-6E8A-4147-A177-3AD203B41FA5}">
                      <a16:colId xmlns:a16="http://schemas.microsoft.com/office/drawing/2014/main" val="816260860"/>
                    </a:ext>
                  </a:extLst>
                </a:gridCol>
              </a:tblGrid>
              <a:tr h="281985">
                <a:tc>
                  <a:txBody>
                    <a:bodyPr/>
                    <a:lstStyle/>
                    <a:p>
                      <a:pPr marL="0" marR="0" lvl="0" indent="0" algn="ctr" rtl="0">
                        <a:lnSpc>
                          <a:spcPct val="100000"/>
                        </a:lnSpc>
                        <a:spcBef>
                          <a:spcPts val="0"/>
                        </a:spcBef>
                        <a:spcAft>
                          <a:spcPts val="0"/>
                        </a:spcAft>
                        <a:buClr>
                          <a:srgbClr val="000000"/>
                        </a:buClr>
                        <a:buSzPts val="1100"/>
                        <a:buFont typeface="Arial"/>
                        <a:buNone/>
                      </a:pPr>
                      <a:endParaRPr lang="en-US" sz="1000" u="none" strike="noStrike" cap="none" baseline="30000" noProof="0">
                        <a:solidFill>
                          <a:schemeClr val="dk1"/>
                        </a:solidFill>
                        <a:latin typeface="IBM Plex Sans" panose="020B0503050203000203" pitchFamily="34" charset="0"/>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endParaRPr lang="en-US" sz="1000" u="none" strike="noStrike" cap="none" baseline="30000" noProof="0">
                        <a:solidFill>
                          <a:schemeClr val="dk1"/>
                        </a:solidFill>
                        <a:latin typeface="IBM Plex Sans" panose="020B0503050203000203" pitchFamily="34" charset="0"/>
                        <a:ea typeface="IBM Plex Sans"/>
                        <a:cs typeface="IBM Plex Sans"/>
                        <a:sym typeface="IBM Plex Sans"/>
                      </a:endParaRPr>
                    </a:p>
                  </a:txBody>
                  <a:tcPr marL="91450" marR="91450" marT="45725" marB="457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tcPr>
                </a:tc>
                <a:tc gridSpan="6">
                  <a:txBody>
                    <a:bodyPr/>
                    <a:lstStyle/>
                    <a:p>
                      <a:pPr marL="0" marR="0" lvl="0" indent="0" algn="ctr" rtl="0">
                        <a:lnSpc>
                          <a:spcPct val="100000"/>
                        </a:lnSpc>
                        <a:spcBef>
                          <a:spcPts val="0"/>
                        </a:spcBef>
                        <a:spcAft>
                          <a:spcPts val="0"/>
                        </a:spcAft>
                        <a:buClr>
                          <a:srgbClr val="000000"/>
                        </a:buClr>
                        <a:buSzPts val="1100"/>
                        <a:buFont typeface="Arial"/>
                        <a:buNone/>
                      </a:pPr>
                      <a:r>
                        <a:rPr lang="en-US" sz="1200" b="1" u="none" strike="noStrike" cap="none" noProof="0">
                          <a:solidFill>
                            <a:schemeClr val="lt1"/>
                          </a:solidFill>
                          <a:latin typeface="IBM Plex Sans" panose="020B0503050203000203" pitchFamily="34" charset="0"/>
                          <a:ea typeface="IBM Plex Sans"/>
                          <a:cs typeface="IBM Plex Sans"/>
                          <a:sym typeface="IBM Plex Sans"/>
                        </a:rPr>
                        <a:t>Traditional Search Players</a:t>
                      </a:r>
                    </a:p>
                  </a:txBody>
                  <a:tcPr marL="91450" marR="91450" marT="36000" marB="36000" anchor="ctr">
                    <a:lnL w="9525" cap="flat" cmpd="sng" algn="ctr">
                      <a:solidFill>
                        <a:srgbClr val="000000">
                          <a:alpha val="0"/>
                        </a:srgbClr>
                      </a:solidFill>
                      <a:prstDash val="solid"/>
                      <a:round/>
                      <a:headEnd type="none" w="sm" len="sm"/>
                      <a:tailEnd type="none" w="sm" len="sm"/>
                    </a:lnL>
                    <a:lnR w="38100" cap="flat" cmpd="sng" algn="ctr">
                      <a:solidFill>
                        <a:schemeClr val="bg1">
                          <a:lumMod val="65000"/>
                        </a:schemeClr>
                      </a:solidFill>
                      <a:prstDash val="solid"/>
                      <a:round/>
                      <a:headEnd type="none" w="med" len="med"/>
                      <a:tailEnd type="none" w="med" len="med"/>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hMerge="1">
                  <a:txBody>
                    <a:bodyPr/>
                    <a:lstStyle/>
                    <a:p>
                      <a:pPr marL="0" marR="0" lvl="0" indent="0" algn="ctr" rtl="0">
                        <a:lnSpc>
                          <a:spcPct val="100000"/>
                        </a:lnSpc>
                        <a:spcBef>
                          <a:spcPts val="0"/>
                        </a:spcBef>
                        <a:spcAft>
                          <a:spcPts val="0"/>
                        </a:spcAft>
                        <a:buClr>
                          <a:srgbClr val="000000"/>
                        </a:buClr>
                        <a:buSzPts val="1100"/>
                        <a:buFont typeface="Arial"/>
                        <a:buNone/>
                      </a:pPr>
                      <a:endParaRPr sz="1000" b="1" u="none" strike="noStrike" cap="none">
                        <a:solidFill>
                          <a:schemeClr val="lt1"/>
                        </a:solidFill>
                        <a:latin typeface="IBM Plex Sans" panose="020B0503050203000203" pitchFamily="34" charset="0"/>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hMerge="1">
                  <a:txBody>
                    <a:bodyPr/>
                    <a:lstStyle/>
                    <a:p>
                      <a:pPr marL="0" marR="0" lvl="0" indent="0" algn="ctr" rtl="0">
                        <a:lnSpc>
                          <a:spcPct val="100000"/>
                        </a:lnSpc>
                        <a:spcBef>
                          <a:spcPts val="0"/>
                        </a:spcBef>
                        <a:spcAft>
                          <a:spcPts val="0"/>
                        </a:spcAft>
                        <a:buClr>
                          <a:srgbClr val="000000"/>
                        </a:buClr>
                        <a:buSzPts val="1100"/>
                        <a:buFont typeface="Arial"/>
                        <a:buNone/>
                      </a:pPr>
                      <a:endParaRPr sz="1000" b="1" u="none" strike="noStrike" cap="none">
                        <a:solidFill>
                          <a:schemeClr val="lt1"/>
                        </a:solidFill>
                        <a:latin typeface="IBM Plex Sans" panose="020B0503050203000203" pitchFamily="34" charset="0"/>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hMerge="1">
                  <a:txBody>
                    <a:bodyPr/>
                    <a:lstStyle/>
                    <a:p>
                      <a:pPr marL="0" marR="0" lvl="0" indent="0" algn="ctr" rtl="0">
                        <a:lnSpc>
                          <a:spcPct val="100000"/>
                        </a:lnSpc>
                        <a:spcBef>
                          <a:spcPts val="0"/>
                        </a:spcBef>
                        <a:spcAft>
                          <a:spcPts val="0"/>
                        </a:spcAft>
                        <a:buClr>
                          <a:srgbClr val="000000"/>
                        </a:buClr>
                        <a:buSzPts val="1100"/>
                        <a:buFont typeface="Arial"/>
                        <a:buNone/>
                      </a:pPr>
                      <a:endParaRPr sz="1000" b="1" u="none" strike="noStrike" cap="none">
                        <a:solidFill>
                          <a:schemeClr val="lt1"/>
                        </a:solidFill>
                        <a:latin typeface="IBM Plex Sans" panose="020B0503050203000203" pitchFamily="34" charset="0"/>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hMerge="1">
                  <a:txBody>
                    <a:bodyPr/>
                    <a:lstStyle/>
                    <a:p>
                      <a:pPr marL="0" marR="0" lvl="0" indent="0" algn="ctr" rtl="0">
                        <a:lnSpc>
                          <a:spcPct val="100000"/>
                        </a:lnSpc>
                        <a:spcBef>
                          <a:spcPts val="0"/>
                        </a:spcBef>
                        <a:spcAft>
                          <a:spcPts val="0"/>
                        </a:spcAft>
                        <a:buClr>
                          <a:srgbClr val="000000"/>
                        </a:buClr>
                        <a:buSzPts val="1100"/>
                        <a:buFont typeface="Arial"/>
                        <a:buNone/>
                      </a:pPr>
                      <a:endParaRPr sz="1000" b="1" u="none" strike="noStrike" cap="none">
                        <a:solidFill>
                          <a:schemeClr val="lt1"/>
                        </a:solidFill>
                        <a:latin typeface="IBM Plex Sans" panose="020B0503050203000203" pitchFamily="34" charset="0"/>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hMerge="1">
                  <a:txBody>
                    <a:bodyPr/>
                    <a:lstStyle/>
                    <a:p>
                      <a:pPr marL="0" marR="0" lvl="0" indent="0" algn="ctr" rtl="0">
                        <a:lnSpc>
                          <a:spcPct val="100000"/>
                        </a:lnSpc>
                        <a:spcBef>
                          <a:spcPts val="0"/>
                        </a:spcBef>
                        <a:spcAft>
                          <a:spcPts val="0"/>
                        </a:spcAft>
                        <a:buClr>
                          <a:srgbClr val="000000"/>
                        </a:buClr>
                        <a:buSzPts val="1100"/>
                        <a:buFont typeface="Arial"/>
                        <a:buNone/>
                      </a:pPr>
                      <a:endParaRPr sz="1000" b="1" u="none" strike="noStrike" cap="none">
                        <a:solidFill>
                          <a:schemeClr val="lt1"/>
                        </a:solidFill>
                        <a:latin typeface="IBM Plex Sans" panose="020B0503050203000203" pitchFamily="34" charset="0"/>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38100" cap="flat" cmpd="sng" algn="ctr">
                      <a:solidFill>
                        <a:schemeClr val="bg1">
                          <a:lumMod val="65000"/>
                        </a:schemeClr>
                      </a:solidFill>
                      <a:prstDash val="solid"/>
                      <a:round/>
                      <a:headEnd type="none" w="med" len="med"/>
                      <a:tailEnd type="none" w="med" len="med"/>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gridSpan="3">
                  <a:txBody>
                    <a:bodyPr/>
                    <a:lstStyle/>
                    <a:p>
                      <a:pPr marL="0" marR="0" lvl="0" indent="0" algn="ctr" rtl="0">
                        <a:lnSpc>
                          <a:spcPct val="100000"/>
                        </a:lnSpc>
                        <a:spcBef>
                          <a:spcPts val="0"/>
                        </a:spcBef>
                        <a:spcAft>
                          <a:spcPts val="0"/>
                        </a:spcAft>
                        <a:buClr>
                          <a:srgbClr val="000000"/>
                        </a:buClr>
                        <a:buSzPts val="1100"/>
                        <a:buFont typeface="Arial"/>
                        <a:buNone/>
                      </a:pPr>
                      <a:r>
                        <a:rPr lang="en-US" sz="1200" b="1" u="none" strike="noStrike" cap="none" noProof="0">
                          <a:solidFill>
                            <a:schemeClr val="lt1"/>
                          </a:solidFill>
                          <a:latin typeface="IBM Plex Sans" panose="020B0503050203000203" pitchFamily="34" charset="0"/>
                          <a:ea typeface="IBM Plex Sans"/>
                          <a:cs typeface="IBM Plex Sans"/>
                          <a:sym typeface="IBM Plex Sans"/>
                        </a:rPr>
                        <a:t>Native AI Players</a:t>
                      </a:r>
                    </a:p>
                  </a:txBody>
                  <a:tcPr marL="91450" marR="91450" marT="36000" marB="36000" anchor="ctr">
                    <a:lnL w="38100" cap="flat" cmpd="sng" algn="ctr">
                      <a:solidFill>
                        <a:schemeClr val="bg1">
                          <a:lumMod val="65000"/>
                        </a:schemeClr>
                      </a:solidFill>
                      <a:prstDash val="solid"/>
                      <a:round/>
                      <a:headEnd type="none" w="med" len="med"/>
                      <a:tailEnd type="none" w="med" len="med"/>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hMerge="1">
                  <a:txBody>
                    <a:bodyPr/>
                    <a:lstStyle/>
                    <a:p>
                      <a:pPr marL="0" marR="0" lvl="0" indent="0" algn="ctr" rtl="0">
                        <a:lnSpc>
                          <a:spcPct val="100000"/>
                        </a:lnSpc>
                        <a:spcBef>
                          <a:spcPts val="0"/>
                        </a:spcBef>
                        <a:spcAft>
                          <a:spcPts val="0"/>
                        </a:spcAft>
                        <a:buClr>
                          <a:srgbClr val="000000"/>
                        </a:buClr>
                        <a:buSzPts val="1100"/>
                        <a:buFont typeface="Arial"/>
                        <a:buNone/>
                      </a:pPr>
                      <a:endParaRPr sz="1000" b="1" u="none" strike="noStrike" cap="none">
                        <a:solidFill>
                          <a:schemeClr val="lt1"/>
                        </a:solidFill>
                        <a:latin typeface="IBM Plex Sans" panose="020B0503050203000203" pitchFamily="34" charset="0"/>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hMerge="1">
                  <a:txBody>
                    <a:bodyPr/>
                    <a:lstStyle/>
                    <a:p>
                      <a:pPr marL="0" marR="0" lvl="0" indent="0" algn="ctr" rtl="0">
                        <a:lnSpc>
                          <a:spcPct val="100000"/>
                        </a:lnSpc>
                        <a:spcBef>
                          <a:spcPts val="0"/>
                        </a:spcBef>
                        <a:spcAft>
                          <a:spcPts val="0"/>
                        </a:spcAft>
                        <a:buClr>
                          <a:srgbClr val="000000"/>
                        </a:buClr>
                        <a:buSzPts val="1100"/>
                        <a:buFont typeface="Arial"/>
                        <a:buNone/>
                      </a:pPr>
                      <a:endParaRPr sz="1000" b="1" u="none" strike="noStrike" cap="none">
                        <a:solidFill>
                          <a:schemeClr val="lt1"/>
                        </a:solidFill>
                        <a:latin typeface="IBM Plex Sans" panose="020B0503050203000203" pitchFamily="34" charset="0"/>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2073533470"/>
                  </a:ext>
                </a:extLst>
              </a:tr>
              <a:tr h="595376">
                <a:tc>
                  <a:txBody>
                    <a:bodyPr/>
                    <a:lstStyle/>
                    <a:p>
                      <a:pPr marL="0" marR="0" lvl="0" indent="0" algn="ctr" rtl="0">
                        <a:lnSpc>
                          <a:spcPct val="100000"/>
                        </a:lnSpc>
                        <a:spcBef>
                          <a:spcPts val="0"/>
                        </a:spcBef>
                        <a:spcAft>
                          <a:spcPts val="0"/>
                        </a:spcAft>
                        <a:buClr>
                          <a:srgbClr val="000000"/>
                        </a:buClr>
                        <a:buSzPts val="1100"/>
                        <a:buFont typeface="Arial"/>
                        <a:buNone/>
                      </a:pPr>
                      <a:endParaRPr lang="en-US" sz="1000" u="none" strike="noStrike" cap="none" baseline="30000" noProof="0">
                        <a:solidFill>
                          <a:schemeClr val="dk1"/>
                        </a:solidFill>
                        <a:latin typeface="IBM Plex Sans" panose="020B0503050203000203" pitchFamily="34" charset="0"/>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endParaRPr lang="en-US" sz="1000" u="none" strike="noStrike" cap="none" baseline="30000" noProof="0">
                        <a:solidFill>
                          <a:schemeClr val="dk1"/>
                        </a:solidFill>
                        <a:latin typeface="IBM Plex Sans" panose="020B0503050203000203" pitchFamily="34" charset="0"/>
                        <a:ea typeface="IBM Plex Sans"/>
                        <a:cs typeface="IBM Plex Sans"/>
                        <a:sym typeface="IBM Plex Sans"/>
                      </a:endParaRPr>
                    </a:p>
                  </a:txBody>
                  <a:tcPr marL="91450" marR="91450" marT="45725" marB="457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endParaRPr lang="en-US" sz="1000" b="1" u="none" strike="noStrike" cap="none" noProof="0">
                        <a:solidFill>
                          <a:schemeClr val="lt1"/>
                        </a:solidFill>
                        <a:latin typeface="IBM Plex Sans" panose="020B0503050203000203" pitchFamily="34" charset="0"/>
                        <a:ea typeface="IBM Plex Sans"/>
                        <a:cs typeface="IBM Plex Sans"/>
                        <a:sym typeface="IBM Plex Sans"/>
                      </a:endParaRP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bg1"/>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000" b="1" u="none" strike="noStrike" cap="none" noProof="0">
                          <a:solidFill>
                            <a:schemeClr val="lt1"/>
                          </a:solidFill>
                          <a:latin typeface="IBM Plex Sans" panose="020B0503050203000203" pitchFamily="34" charset="0"/>
                          <a:ea typeface="IBM Plex Sans"/>
                          <a:cs typeface="IBM Plex Sans"/>
                          <a:sym typeface="IBM Plex Sans"/>
                        </a:rPr>
                        <a:t>Bing</a:t>
                      </a: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bg1"/>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000" b="1" u="none" strike="noStrike" cap="none" noProof="0">
                          <a:solidFill>
                            <a:schemeClr val="lt1"/>
                          </a:solidFill>
                          <a:latin typeface="IBM Plex Sans" panose="020B0503050203000203" pitchFamily="34" charset="0"/>
                          <a:ea typeface="IBM Plex Sans"/>
                          <a:cs typeface="IBM Plex Sans"/>
                          <a:sym typeface="IBM Plex Sans"/>
                        </a:rPr>
                        <a:t>Yandex</a:t>
                      </a: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bg1"/>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000" b="1" u="none" strike="noStrike" cap="none" noProof="0">
                          <a:solidFill>
                            <a:schemeClr val="lt1"/>
                          </a:solidFill>
                          <a:latin typeface="IBM Plex Sans" panose="020B0503050203000203" pitchFamily="34" charset="0"/>
                          <a:ea typeface="IBM Plex Sans"/>
                          <a:cs typeface="IBM Plex Sans"/>
                          <a:sym typeface="IBM Plex Sans"/>
                        </a:rPr>
                        <a:t>Yahoo</a:t>
                      </a: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bg1"/>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000" b="1" u="none" strike="noStrike" cap="none" noProof="0">
                          <a:solidFill>
                            <a:schemeClr val="lt1"/>
                          </a:solidFill>
                          <a:latin typeface="IBM Plex Sans" panose="020B0503050203000203" pitchFamily="34" charset="0"/>
                          <a:ea typeface="IBM Plex Sans"/>
                          <a:cs typeface="IBM Plex Sans"/>
                          <a:sym typeface="IBM Plex Sans"/>
                        </a:rPr>
                        <a:t>DuckDuckGo</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bg1"/>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000" b="1" u="none" strike="noStrike" cap="none" noProof="0">
                          <a:solidFill>
                            <a:schemeClr val="lt1"/>
                          </a:solidFill>
                          <a:latin typeface="IBM Plex Sans" panose="020B0503050203000203" pitchFamily="34" charset="0"/>
                          <a:ea typeface="IBM Plex Sans"/>
                          <a:cs typeface="IBM Plex Sans"/>
                          <a:sym typeface="IBM Plex Sans"/>
                        </a:rPr>
                        <a:t>Opera</a:t>
                      </a:r>
                    </a:p>
                  </a:txBody>
                  <a:tcPr marL="91450" marR="91450" marT="36000" marB="36000" anchor="ctr">
                    <a:lnL w="9525" cap="flat" cmpd="sng">
                      <a:solidFill>
                        <a:srgbClr val="000000">
                          <a:alpha val="0"/>
                        </a:srgbClr>
                      </a:solidFill>
                      <a:prstDash val="solid"/>
                      <a:round/>
                      <a:headEnd type="none" w="sm" len="sm"/>
                      <a:tailEnd type="none" w="sm" len="sm"/>
                    </a:lnL>
                    <a:lnR w="38100" cap="flat" cmpd="sng" algn="ctr">
                      <a:solidFill>
                        <a:schemeClr val="bg1">
                          <a:lumMod val="65000"/>
                        </a:schemeClr>
                      </a:solidFill>
                      <a:prstDash val="solid"/>
                      <a:round/>
                      <a:headEnd type="none" w="med" len="med"/>
                      <a:tailEnd type="none" w="med" len="med"/>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bg1"/>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000" b="1" u="none" strike="noStrike" cap="none" noProof="0">
                          <a:solidFill>
                            <a:schemeClr val="lt1"/>
                          </a:solidFill>
                          <a:latin typeface="IBM Plex Sans" panose="020B0503050203000203" pitchFamily="34" charset="0"/>
                          <a:ea typeface="IBM Plex Sans"/>
                          <a:cs typeface="IBM Plex Sans"/>
                          <a:sym typeface="IBM Plex Sans"/>
                        </a:rPr>
                        <a:t>Perplexity</a:t>
                      </a:r>
                    </a:p>
                  </a:txBody>
                  <a:tcPr marL="91450" marR="91450" marT="36000" marB="36000" anchor="ctr">
                    <a:lnL w="38100" cap="flat" cmpd="sng" algn="ctr">
                      <a:solidFill>
                        <a:schemeClr val="bg1">
                          <a:lumMod val="65000"/>
                        </a:schemeClr>
                      </a:solidFill>
                      <a:prstDash val="solid"/>
                      <a:round/>
                      <a:headEnd type="none" w="med" len="med"/>
                      <a:tailEnd type="none" w="med" len="med"/>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bg1"/>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000" b="1" u="none" strike="noStrike" cap="none" noProof="0">
                          <a:solidFill>
                            <a:schemeClr val="lt1"/>
                          </a:solidFill>
                          <a:latin typeface="IBM Plex Sans" panose="020B0503050203000203" pitchFamily="34" charset="0"/>
                          <a:ea typeface="IBM Plex Sans"/>
                          <a:cs typeface="IBM Plex Sans"/>
                          <a:sym typeface="IBM Plex Sans"/>
                        </a:rPr>
                        <a:t>OpenAI</a:t>
                      </a:r>
                    </a:p>
                  </a:txBody>
                  <a:tcPr marL="91450" marR="91450" marT="36000" marB="360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bg1"/>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000" b="1" u="none" strike="noStrike" cap="none" noProof="0">
                          <a:solidFill>
                            <a:schemeClr val="lt1"/>
                          </a:solidFill>
                          <a:latin typeface="IBM Plex Sans" panose="020B0503050203000203" pitchFamily="34" charset="0"/>
                          <a:ea typeface="IBM Plex Sans"/>
                          <a:cs typeface="IBM Plex Sans"/>
                          <a:sym typeface="IBM Plex Sans"/>
                        </a:rPr>
                        <a:t>Claude</a:t>
                      </a: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bg1"/>
                    </a:solidFill>
                  </a:tcPr>
                </a:tc>
                <a:extLst>
                  <a:ext uri="{0D108BD9-81ED-4DB2-BD59-A6C34878D82A}">
                    <a16:rowId xmlns:a16="http://schemas.microsoft.com/office/drawing/2014/main" val="10000"/>
                  </a:ext>
                </a:extLst>
              </a:tr>
              <a:tr h="486559">
                <a:tc>
                  <a:txBody>
                    <a:bodyPr/>
                    <a:lstStyle/>
                    <a:p>
                      <a:pPr algn="l" fontAlgn="ctr">
                        <a:buNone/>
                      </a:pPr>
                      <a:r>
                        <a:rPr lang="en-US" sz="1100" b="1" i="0" u="none" strike="noStrike" noProof="0">
                          <a:solidFill>
                            <a:srgbClr val="000000"/>
                          </a:solidFill>
                          <a:effectLst/>
                          <a:latin typeface="IBM Plex Sans" panose="020B0503050203000203" pitchFamily="34" charset="0"/>
                        </a:rPr>
                        <a:t>AI Integration</a:t>
                      </a: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algn="l" fontAlgn="ctr">
                        <a:buNone/>
                      </a:pPr>
                      <a:r>
                        <a:rPr lang="en-US" sz="1000" b="0" i="0" u="none" strike="noStrike" noProof="0">
                          <a:solidFill>
                            <a:srgbClr val="000000"/>
                          </a:solidFill>
                          <a:effectLst/>
                          <a:latin typeface="IBM Plex Sans" panose="020B0503050203000203" pitchFamily="34" charset="0"/>
                        </a:rPr>
                        <a:t>How deeply AI is embedded into the search experience</a:t>
                      </a:r>
                    </a:p>
                  </a:txBody>
                  <a:tcPr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38100" cap="flat" cmpd="sng" algn="ctr">
                      <a:solidFill>
                        <a:schemeClr val="bg1">
                          <a:lumMod val="65000"/>
                        </a:schemeClr>
                      </a:solidFill>
                      <a:prstDash val="solid"/>
                      <a:round/>
                      <a:headEnd type="none" w="med" len="med"/>
                      <a:tailEnd type="none" w="med" len="med"/>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38100" cap="flat" cmpd="sng" algn="ctr">
                      <a:solidFill>
                        <a:schemeClr val="bg1">
                          <a:lumMod val="65000"/>
                        </a:schemeClr>
                      </a:solidFill>
                      <a:prstDash val="solid"/>
                      <a:round/>
                      <a:headEnd type="none" w="med" len="med"/>
                      <a:tailEnd type="none" w="med" len="med"/>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486559">
                <a:tc>
                  <a:txBody>
                    <a:bodyPr/>
                    <a:lstStyle/>
                    <a:p>
                      <a:pPr algn="l" fontAlgn="ctr">
                        <a:buNone/>
                      </a:pPr>
                      <a:r>
                        <a:rPr lang="en-US" sz="1100" b="1" i="0" u="none" strike="noStrike" noProof="0">
                          <a:solidFill>
                            <a:srgbClr val="000000"/>
                          </a:solidFill>
                          <a:effectLst/>
                          <a:latin typeface="IBM Plex Sans" panose="020B0503050203000203" pitchFamily="34" charset="0"/>
                        </a:rPr>
                        <a:t>AI Answer Engine</a:t>
                      </a: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algn="l" fontAlgn="ctr">
                        <a:buNone/>
                      </a:pPr>
                      <a:r>
                        <a:rPr lang="en-US" sz="1000" b="0" i="0" u="none" strike="noStrike" noProof="0">
                          <a:solidFill>
                            <a:srgbClr val="000000"/>
                          </a:solidFill>
                          <a:effectLst/>
                          <a:latin typeface="IBM Plex Sans" panose="020B0503050203000203" pitchFamily="34" charset="0"/>
                        </a:rPr>
                        <a:t>Whether they offer conversational, synthesized answers</a:t>
                      </a:r>
                    </a:p>
                  </a:txBody>
                  <a:tcPr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lang="en-US" sz="1100" b="0" u="none" strike="noStrike" cap="none" noProof="0">
                          <a:solidFill>
                            <a:srgbClr val="FF0000"/>
                          </a:solidFill>
                          <a:latin typeface="IBM Plex Sans"/>
                          <a:ea typeface="IBM Plex Sans"/>
                          <a:cs typeface="IBM Plex Sans"/>
                          <a:sym typeface="IBM Plex Sans"/>
                        </a:rPr>
                        <a:t>🗶</a:t>
                      </a:r>
                    </a:p>
                    <a:p>
                      <a:pPr algn="ctr" fontAlgn="ctr">
                        <a:buNone/>
                      </a:pPr>
                      <a:endParaRPr lang="en-US" sz="1100" b="0" i="0" u="none" strike="noStrike" noProof="0">
                        <a:solidFill>
                          <a:srgbClr val="000000"/>
                        </a:solidFill>
                        <a:effectLst/>
                        <a:latin typeface="Aptos Narrow" panose="020B0004020202020204" pitchFamily="34" charset="0"/>
                      </a:endParaRP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38100" cap="flat" cmpd="sng" algn="ctr">
                      <a:solidFill>
                        <a:schemeClr val="bg1">
                          <a:lumMod val="65000"/>
                        </a:schemeClr>
                      </a:solidFill>
                      <a:prstDash val="solid"/>
                      <a:round/>
                      <a:headEnd type="none" w="med" len="med"/>
                      <a:tailEnd type="none" w="med" len="med"/>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38100" cap="flat" cmpd="sng" algn="ctr">
                      <a:solidFill>
                        <a:schemeClr val="bg1">
                          <a:lumMod val="65000"/>
                        </a:schemeClr>
                      </a:solidFill>
                      <a:prstDash val="solid"/>
                      <a:round/>
                      <a:headEnd type="none" w="med" len="med"/>
                      <a:tailEnd type="none" w="med" len="med"/>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746489788"/>
                  </a:ext>
                </a:extLst>
              </a:tr>
              <a:tr h="486559">
                <a:tc>
                  <a:txBody>
                    <a:bodyPr/>
                    <a:lstStyle/>
                    <a:p>
                      <a:pPr algn="l" fontAlgn="ctr">
                        <a:buNone/>
                      </a:pPr>
                      <a:r>
                        <a:rPr lang="en-US" sz="1100" b="1" i="0" u="none" strike="noStrike" noProof="0">
                          <a:solidFill>
                            <a:srgbClr val="000000"/>
                          </a:solidFill>
                          <a:effectLst/>
                          <a:latin typeface="IBM Plex Sans" panose="020B0503050203000203" pitchFamily="34" charset="0"/>
                        </a:rPr>
                        <a:t>Search Index Ownership</a:t>
                      </a: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algn="l" fontAlgn="ctr">
                        <a:buNone/>
                      </a:pPr>
                      <a:r>
                        <a:rPr lang="en-US" sz="1000" b="0" i="0" u="none" strike="noStrike" noProof="0">
                          <a:solidFill>
                            <a:srgbClr val="000000"/>
                          </a:solidFill>
                          <a:effectLst/>
                          <a:latin typeface="IBM Plex Sans" panose="020B0503050203000203" pitchFamily="34" charset="0"/>
                        </a:rPr>
                        <a:t>Do they own their own index or rely on another provider</a:t>
                      </a:r>
                    </a:p>
                  </a:txBody>
                  <a:tcPr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38100" cap="flat" cmpd="sng" algn="ctr">
                      <a:solidFill>
                        <a:schemeClr val="bg1">
                          <a:lumMod val="65000"/>
                        </a:schemeClr>
                      </a:solidFill>
                      <a:prstDash val="solid"/>
                      <a:round/>
                      <a:headEnd type="none" w="med" len="med"/>
                      <a:tailEnd type="none" w="med" len="med"/>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38100" cap="flat" cmpd="sng" algn="ctr">
                      <a:solidFill>
                        <a:schemeClr val="bg1">
                          <a:lumMod val="65000"/>
                        </a:schemeClr>
                      </a:solidFill>
                      <a:prstDash val="solid"/>
                      <a:round/>
                      <a:headEnd type="none" w="med" len="med"/>
                      <a:tailEnd type="none" w="med" len="med"/>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488302765"/>
                  </a:ext>
                </a:extLst>
              </a:tr>
              <a:tr h="486559">
                <a:tc>
                  <a:txBody>
                    <a:bodyPr/>
                    <a:lstStyle/>
                    <a:p>
                      <a:pPr algn="l" fontAlgn="ctr">
                        <a:buNone/>
                      </a:pPr>
                      <a:r>
                        <a:rPr lang="en-US" sz="1100" b="1" i="0" u="none" strike="noStrike" noProof="0">
                          <a:solidFill>
                            <a:srgbClr val="000000"/>
                          </a:solidFill>
                          <a:effectLst/>
                          <a:latin typeface="IBM Plex Sans" panose="020B0503050203000203" pitchFamily="34" charset="0"/>
                        </a:rPr>
                        <a:t>Personalization &amp; Context</a:t>
                      </a: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algn="l" fontAlgn="ctr">
                        <a:buNone/>
                      </a:pPr>
                      <a:r>
                        <a:rPr lang="en-US" sz="1000" b="0" i="0" u="none" strike="noStrike" noProof="0">
                          <a:solidFill>
                            <a:srgbClr val="000000"/>
                          </a:solidFill>
                          <a:effectLst/>
                          <a:latin typeface="IBM Plex Sans" panose="020B0503050203000203" pitchFamily="34" charset="0"/>
                        </a:rPr>
                        <a:t>Use of user context, history, or device signals</a:t>
                      </a:r>
                    </a:p>
                  </a:txBody>
                  <a:tcPr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38100" cap="flat" cmpd="sng" algn="ctr">
                      <a:solidFill>
                        <a:schemeClr val="bg1">
                          <a:lumMod val="65000"/>
                        </a:schemeClr>
                      </a:solidFill>
                      <a:prstDash val="solid"/>
                      <a:round/>
                      <a:headEnd type="none" w="med" len="med"/>
                      <a:tailEnd type="none" w="med" len="med"/>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38100" cap="flat" cmpd="sng" algn="ctr">
                      <a:solidFill>
                        <a:schemeClr val="bg1">
                          <a:lumMod val="65000"/>
                        </a:schemeClr>
                      </a:solidFill>
                      <a:prstDash val="solid"/>
                      <a:round/>
                      <a:headEnd type="none" w="med" len="med"/>
                      <a:tailEnd type="none" w="med" len="med"/>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064124636"/>
                  </a:ext>
                </a:extLst>
              </a:tr>
              <a:tr h="486559">
                <a:tc>
                  <a:txBody>
                    <a:bodyPr/>
                    <a:lstStyle/>
                    <a:p>
                      <a:pPr algn="l" fontAlgn="ctr">
                        <a:buNone/>
                      </a:pPr>
                      <a:r>
                        <a:rPr lang="en-US" sz="1100" b="1" i="0" u="none" strike="noStrike" noProof="0">
                          <a:solidFill>
                            <a:srgbClr val="000000"/>
                          </a:solidFill>
                          <a:effectLst/>
                          <a:latin typeface="IBM Plex Sans" panose="020B0503050203000203" pitchFamily="34" charset="0"/>
                        </a:rPr>
                        <a:t>Browser / OS Integration</a:t>
                      </a: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algn="l" fontAlgn="ctr">
                        <a:buNone/>
                      </a:pPr>
                      <a:r>
                        <a:rPr lang="en-US" sz="1000" b="0" i="0" u="none" strike="noStrike" noProof="0">
                          <a:solidFill>
                            <a:srgbClr val="000000"/>
                          </a:solidFill>
                          <a:effectLst/>
                          <a:latin typeface="IBM Plex Sans" panose="020B0503050203000203" pitchFamily="34" charset="0"/>
                        </a:rPr>
                        <a:t>Where the search/AI is embedded</a:t>
                      </a:r>
                    </a:p>
                  </a:txBody>
                  <a:tcPr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chemeClr val="dk1"/>
                          </a:solidFill>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38100" cap="flat" cmpd="sng" algn="ctr">
                      <a:solidFill>
                        <a:schemeClr val="bg1">
                          <a:lumMod val="65000"/>
                        </a:schemeClr>
                      </a:solidFill>
                      <a:prstDash val="solid"/>
                      <a:round/>
                      <a:headEnd type="none" w="med" len="med"/>
                      <a:tailEnd type="none" w="med" len="med"/>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38100" cap="flat" cmpd="sng" algn="ctr">
                      <a:solidFill>
                        <a:schemeClr val="bg1">
                          <a:lumMod val="65000"/>
                        </a:schemeClr>
                      </a:solidFill>
                      <a:prstDash val="solid"/>
                      <a:round/>
                      <a:headEnd type="none" w="med" len="med"/>
                      <a:tailEnd type="none" w="med" len="med"/>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327957040"/>
                  </a:ext>
                </a:extLst>
              </a:tr>
              <a:tr h="486559">
                <a:tc>
                  <a:txBody>
                    <a:bodyPr/>
                    <a:lstStyle/>
                    <a:p>
                      <a:pPr algn="l" fontAlgn="ctr">
                        <a:buNone/>
                      </a:pPr>
                      <a:r>
                        <a:rPr lang="en-US" sz="1100" b="1" i="0" u="none" strike="noStrike" noProof="0">
                          <a:solidFill>
                            <a:srgbClr val="000000"/>
                          </a:solidFill>
                          <a:effectLst/>
                          <a:latin typeface="IBM Plex Sans" panose="020B0503050203000203" pitchFamily="34" charset="0"/>
                        </a:rPr>
                        <a:t>Developer Ecosystem</a:t>
                      </a: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algn="l" fontAlgn="ctr">
                        <a:buNone/>
                      </a:pPr>
                      <a:r>
                        <a:rPr lang="en-US" sz="1000" b="0" i="0" u="none" strike="noStrike" noProof="0">
                          <a:solidFill>
                            <a:srgbClr val="000000"/>
                          </a:solidFill>
                          <a:effectLst/>
                          <a:latin typeface="IBM Plex Sans" panose="020B0503050203000203" pitchFamily="34" charset="0"/>
                        </a:rPr>
                        <a:t>APIs, plugins, extensions, and agent frameworks</a:t>
                      </a:r>
                    </a:p>
                  </a:txBody>
                  <a:tcPr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FF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100" b="0" u="none" strike="noStrike" cap="none" noProof="0">
                          <a:solidFill>
                            <a:srgbClr val="FF0000"/>
                          </a:solidFill>
                          <a:latin typeface="IBM Plex Sans"/>
                          <a:ea typeface="IBM Plex Sans"/>
                          <a:cs typeface="IBM Plex Sans"/>
                          <a:sym typeface="IBM Plex Sans"/>
                        </a:rPr>
                        <a:t>🗶</a:t>
                      </a:r>
                    </a:p>
                  </a:txBody>
                  <a:tcPr marL="7620" marR="7620" marT="7620" marB="0" anchor="ctr">
                    <a:lnL w="9525" cap="flat" cmpd="sng">
                      <a:solidFill>
                        <a:srgbClr val="000000">
                          <a:alpha val="0"/>
                        </a:srgbClr>
                      </a:solidFill>
                      <a:prstDash val="solid"/>
                      <a:round/>
                      <a:headEnd type="none" w="sm" len="sm"/>
                      <a:tailEnd type="none" w="sm" len="sm"/>
                    </a:lnL>
                    <a:lnR w="38100" cap="flat" cmpd="sng" algn="ctr">
                      <a:solidFill>
                        <a:schemeClr val="bg1">
                          <a:lumMod val="65000"/>
                        </a:schemeClr>
                      </a:solidFill>
                      <a:prstDash val="solid"/>
                      <a:round/>
                      <a:headEnd type="none" w="med" len="med"/>
                      <a:tailEnd type="none" w="med" len="med"/>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38100" cap="flat" cmpd="sng" algn="ctr">
                      <a:solidFill>
                        <a:schemeClr val="bg1">
                          <a:lumMod val="65000"/>
                        </a:schemeClr>
                      </a:solidFill>
                      <a:prstDash val="solid"/>
                      <a:round/>
                      <a:headEnd type="none" w="med" len="med"/>
                      <a:tailEnd type="none" w="med" len="med"/>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pic>
        <p:nvPicPr>
          <p:cNvPr id="19" name="Google Shape;1592;g3b23322d595_2_625">
            <a:extLst>
              <a:ext uri="{FF2B5EF4-FFF2-40B4-BE49-F238E27FC236}">
                <a16:creationId xmlns:a16="http://schemas.microsoft.com/office/drawing/2014/main" id="{BC269E22-C2D8-D3CD-135A-43EA758F0012}"/>
              </a:ext>
            </a:extLst>
          </p:cNvPr>
          <p:cNvPicPr preferRelativeResize="0">
            <a:picLocks noChangeAspect="1"/>
          </p:cNvPicPr>
          <p:nvPr/>
        </p:nvPicPr>
        <p:blipFill rotWithShape="1">
          <a:blip r:embed="rId13">
            <a:alphaModFix/>
          </a:blip>
          <a:srcRect/>
          <a:stretch/>
        </p:blipFill>
        <p:spPr>
          <a:xfrm>
            <a:off x="9057497" y="1964292"/>
            <a:ext cx="748952" cy="393888"/>
          </a:xfrm>
          <a:prstGeom prst="rect">
            <a:avLst/>
          </a:prstGeom>
          <a:noFill/>
          <a:ln>
            <a:noFill/>
          </a:ln>
        </p:spPr>
      </p:pic>
      <p:pic>
        <p:nvPicPr>
          <p:cNvPr id="20" name="Google Shape;1593;g3b23322d595_2_625">
            <a:extLst>
              <a:ext uri="{FF2B5EF4-FFF2-40B4-BE49-F238E27FC236}">
                <a16:creationId xmlns:a16="http://schemas.microsoft.com/office/drawing/2014/main" id="{95BA820B-84FB-80D6-9144-F94931571F61}"/>
              </a:ext>
            </a:extLst>
          </p:cNvPr>
          <p:cNvPicPr preferRelativeResize="0">
            <a:picLocks noChangeAspect="1"/>
          </p:cNvPicPr>
          <p:nvPr/>
        </p:nvPicPr>
        <p:blipFill rotWithShape="1">
          <a:blip r:embed="rId14">
            <a:alphaModFix/>
          </a:blip>
          <a:srcRect t="28762" b="21590"/>
          <a:stretch>
            <a:fillRect/>
          </a:stretch>
        </p:blipFill>
        <p:spPr>
          <a:xfrm>
            <a:off x="10910017" y="2017403"/>
            <a:ext cx="773533" cy="287668"/>
          </a:xfrm>
          <a:prstGeom prst="rect">
            <a:avLst/>
          </a:prstGeom>
          <a:noFill/>
          <a:ln>
            <a:noFill/>
          </a:ln>
        </p:spPr>
      </p:pic>
      <p:pic>
        <p:nvPicPr>
          <p:cNvPr id="21" name="Google Shape;1594;g3b23322d595_2_625">
            <a:extLst>
              <a:ext uri="{FF2B5EF4-FFF2-40B4-BE49-F238E27FC236}">
                <a16:creationId xmlns:a16="http://schemas.microsoft.com/office/drawing/2014/main" id="{0EC4A40E-47D3-1810-0D42-401ACED1893D}"/>
              </a:ext>
            </a:extLst>
          </p:cNvPr>
          <p:cNvPicPr preferRelativeResize="0">
            <a:picLocks noChangeAspect="1"/>
          </p:cNvPicPr>
          <p:nvPr/>
        </p:nvPicPr>
        <p:blipFill rotWithShape="1">
          <a:blip r:embed="rId15">
            <a:alphaModFix/>
          </a:blip>
          <a:srcRect/>
          <a:stretch/>
        </p:blipFill>
        <p:spPr>
          <a:xfrm>
            <a:off x="10051471" y="1992624"/>
            <a:ext cx="639284" cy="337226"/>
          </a:xfrm>
          <a:prstGeom prst="rect">
            <a:avLst/>
          </a:prstGeom>
          <a:noFill/>
          <a:ln>
            <a:noFill/>
          </a:ln>
        </p:spPr>
      </p:pic>
      <p:pic>
        <p:nvPicPr>
          <p:cNvPr id="22" name="Google Shape;1581;g3b23322d595_2_625" descr="Google logo - Wikipedia">
            <a:extLst>
              <a:ext uri="{FF2B5EF4-FFF2-40B4-BE49-F238E27FC236}">
                <a16:creationId xmlns:a16="http://schemas.microsoft.com/office/drawing/2014/main" id="{B5F8C5A5-9DC8-DA72-BD39-249F05B31FD8}"/>
              </a:ext>
            </a:extLst>
          </p:cNvPr>
          <p:cNvPicPr preferRelativeResize="0">
            <a:picLocks noChangeAspect="1"/>
          </p:cNvPicPr>
          <p:nvPr/>
        </p:nvPicPr>
        <p:blipFill rotWithShape="1">
          <a:blip r:embed="rId16">
            <a:clrChange>
              <a:clrFrom>
                <a:srgbClr val="FFFFFF"/>
              </a:clrFrom>
              <a:clrTo>
                <a:srgbClr val="FFFFFF">
                  <a:alpha val="0"/>
                </a:srgbClr>
              </a:clrTo>
            </a:clrChange>
            <a:alphaModFix/>
          </a:blip>
          <a:srcRect/>
          <a:stretch/>
        </p:blipFill>
        <p:spPr>
          <a:xfrm>
            <a:off x="3559776" y="2066775"/>
            <a:ext cx="633437" cy="188925"/>
          </a:xfrm>
          <a:prstGeom prst="rect">
            <a:avLst/>
          </a:prstGeom>
          <a:noFill/>
          <a:ln>
            <a:noFill/>
          </a:ln>
        </p:spPr>
      </p:pic>
      <p:pic>
        <p:nvPicPr>
          <p:cNvPr id="23" name="Google Shape;1582;g3b23322d595_2_625">
            <a:extLst>
              <a:ext uri="{FF2B5EF4-FFF2-40B4-BE49-F238E27FC236}">
                <a16:creationId xmlns:a16="http://schemas.microsoft.com/office/drawing/2014/main" id="{EC47AF7A-AAA2-41CE-CC0A-4AA16A1ED0A8}"/>
              </a:ext>
            </a:extLst>
          </p:cNvPr>
          <p:cNvPicPr preferRelativeResize="0">
            <a:picLocks noChangeAspect="1"/>
          </p:cNvPicPr>
          <p:nvPr/>
        </p:nvPicPr>
        <p:blipFill rotWithShape="1">
          <a:blip r:embed="rId17">
            <a:alphaModFix/>
          </a:blip>
          <a:srcRect/>
          <a:stretch/>
        </p:blipFill>
        <p:spPr>
          <a:xfrm>
            <a:off x="4478993" y="1983658"/>
            <a:ext cx="639287" cy="355159"/>
          </a:xfrm>
          <a:prstGeom prst="rect">
            <a:avLst/>
          </a:prstGeom>
          <a:noFill/>
          <a:ln>
            <a:noFill/>
          </a:ln>
        </p:spPr>
      </p:pic>
      <p:pic>
        <p:nvPicPr>
          <p:cNvPr id="24" name="Google Shape;1583;g3b23322d595_2_625">
            <a:extLst>
              <a:ext uri="{FF2B5EF4-FFF2-40B4-BE49-F238E27FC236}">
                <a16:creationId xmlns:a16="http://schemas.microsoft.com/office/drawing/2014/main" id="{6E6FBCC2-B020-AED0-1BD4-3243BE1DBF25}"/>
              </a:ext>
            </a:extLst>
          </p:cNvPr>
          <p:cNvPicPr preferRelativeResize="0">
            <a:picLocks noChangeAspect="1"/>
          </p:cNvPicPr>
          <p:nvPr/>
        </p:nvPicPr>
        <p:blipFill rotWithShape="1">
          <a:blip r:embed="rId18">
            <a:alphaModFix/>
          </a:blip>
          <a:srcRect/>
          <a:stretch/>
        </p:blipFill>
        <p:spPr>
          <a:xfrm>
            <a:off x="5461612" y="2035507"/>
            <a:ext cx="532807" cy="251460"/>
          </a:xfrm>
          <a:prstGeom prst="rect">
            <a:avLst/>
          </a:prstGeom>
          <a:noFill/>
          <a:ln>
            <a:noFill/>
          </a:ln>
        </p:spPr>
      </p:pic>
      <p:pic>
        <p:nvPicPr>
          <p:cNvPr id="1028" name="Picture 4" descr="yahoo-logo-png-transparent-background ...">
            <a:extLst>
              <a:ext uri="{FF2B5EF4-FFF2-40B4-BE49-F238E27FC236}">
                <a16:creationId xmlns:a16="http://schemas.microsoft.com/office/drawing/2014/main" id="{1747BB44-1E58-4078-9B58-A2B993081B6C}"/>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367512" y="2066775"/>
            <a:ext cx="569705" cy="188925"/>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Microsoft tracking scripts ...">
            <a:extLst>
              <a:ext uri="{FF2B5EF4-FFF2-40B4-BE49-F238E27FC236}">
                <a16:creationId xmlns:a16="http://schemas.microsoft.com/office/drawing/2014/main" id="{CDFD2B2A-2315-C094-93E6-43593EEDD6D5}"/>
              </a:ext>
            </a:extLst>
          </p:cNvPr>
          <p:cNvPicPr preferRelativeResize="0">
            <a:picLocks noChangeAspect="1" noChangeArrowheads="1"/>
          </p:cNvPicPr>
          <p:nvPr/>
        </p:nvPicPr>
        <p:blipFill rotWithShape="1">
          <a:blip r:embed="rId20">
            <a:extLst>
              <a:ext uri="{28A0092B-C50C-407E-A947-70E740481C1C}">
                <a14:useLocalDpi xmlns:a14="http://schemas.microsoft.com/office/drawing/2010/main" val="0"/>
              </a:ext>
            </a:extLst>
          </a:blip>
          <a:srcRect t="24928" b="27717"/>
          <a:stretch>
            <a:fillRect/>
          </a:stretch>
        </p:blipFill>
        <p:spPr bwMode="auto">
          <a:xfrm>
            <a:off x="7161530" y="2046937"/>
            <a:ext cx="870093" cy="228600"/>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Opera Browser Symbol Brand Logo With Name Design Software ...">
            <a:extLst>
              <a:ext uri="{FF2B5EF4-FFF2-40B4-BE49-F238E27FC236}">
                <a16:creationId xmlns:a16="http://schemas.microsoft.com/office/drawing/2014/main" id="{80233AC1-5EFD-8977-6A53-16ACB858EA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8307332" y="1978357"/>
            <a:ext cx="407773" cy="365760"/>
          </a:xfrm>
          <a:prstGeom prst="rect">
            <a:avLst/>
          </a:prstGeom>
          <a:noFill/>
          <a:extLst>
            <a:ext uri="{909E8E84-426E-40DD-AFC4-6F175D3DCCD1}">
              <a14:hiddenFill xmlns:a14="http://schemas.microsoft.com/office/drawing/2010/main">
                <a:solidFill>
                  <a:srgbClr val="FFFFFF"/>
                </a:solidFill>
              </a14:hiddenFill>
            </a:ext>
          </a:extLst>
        </p:spPr>
      </p:pic>
      <p:sp>
        <p:nvSpPr>
          <p:cNvPr id="6" name="CaixaDeTexto 5">
            <a:extLst>
              <a:ext uri="{FF2B5EF4-FFF2-40B4-BE49-F238E27FC236}">
                <a16:creationId xmlns:a16="http://schemas.microsoft.com/office/drawing/2014/main" id="{D247DFD9-B14B-84B4-2749-D41879066DF8}"/>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competitive landscape: search engines</a:t>
            </a:r>
          </a:p>
        </p:txBody>
      </p:sp>
    </p:spTree>
    <p:extLst>
      <p:ext uri="{BB962C8B-B14F-4D97-AF65-F5344CB8AC3E}">
        <p14:creationId xmlns:p14="http://schemas.microsoft.com/office/powerpoint/2010/main" val="341240931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1759"/>
        <p:cNvGrpSpPr/>
        <p:nvPr/>
      </p:nvGrpSpPr>
      <p:grpSpPr>
        <a:xfrm>
          <a:off x="0" y="0"/>
          <a:ext cx="0" cy="0"/>
          <a:chOff x="0" y="0"/>
          <a:chExt cx="0" cy="0"/>
        </a:xfrm>
      </p:grpSpPr>
      <p:sp>
        <p:nvSpPr>
          <p:cNvPr id="1760" name="Google Shape;1760;g3b23322d595_2_808"/>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63</a:t>
            </a:fld>
            <a:endParaRPr lang="en-US" noProof="0"/>
          </a:p>
        </p:txBody>
      </p:sp>
      <p:sp>
        <p:nvSpPr>
          <p:cNvPr id="1761" name="Google Shape;1761;g3b23322d595_2_808"/>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Atlas adds ChatGPT to the browser, understands context, and completes tasks with no switching or copy-pasting</a:t>
            </a:r>
          </a:p>
        </p:txBody>
      </p:sp>
      <p:sp>
        <p:nvSpPr>
          <p:cNvPr id="1763" name="Google Shape;1763;g3b23322d595_2_808"/>
          <p:cNvSpPr txBox="1"/>
          <p:nvPr/>
        </p:nvSpPr>
        <p:spPr>
          <a:xfrm>
            <a:off x="450091" y="5751264"/>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algn="ctr">
              <a:buSzPts val="1600"/>
            </a:pPr>
            <a:r>
              <a:rPr lang="en-US" sz="1200" b="1" i="0" u="none" strike="noStrike" cap="none" noProof="0">
                <a:solidFill>
                  <a:schemeClr val="dk1"/>
                </a:solidFill>
                <a:latin typeface="IBM Plex Sans"/>
                <a:ea typeface="IBM Plex Sans"/>
                <a:cs typeface="IBM Plex Sans"/>
                <a:sym typeface="IBM Plex Sans"/>
              </a:rPr>
              <a:t>Atlas is emerging as the first AI browser with </a:t>
            </a:r>
            <a:r>
              <a:rPr lang="en-US" sz="1200" b="1" noProof="0">
                <a:solidFill>
                  <a:schemeClr val="dk1"/>
                </a:solidFill>
                <a:latin typeface="IBM Plex Sans"/>
                <a:ea typeface="IBM Plex Sans"/>
                <a:cs typeface="IBM Plex Sans"/>
                <a:sym typeface="IBM Plex Sans"/>
              </a:rPr>
              <a:t>sufficient</a:t>
            </a:r>
            <a:r>
              <a:rPr lang="en-US" sz="1200" b="1" i="0" u="none" strike="noStrike" cap="none" noProof="0">
                <a:solidFill>
                  <a:schemeClr val="dk1"/>
                </a:solidFill>
                <a:latin typeface="IBM Plex Sans"/>
                <a:ea typeface="IBM Plex Sans"/>
                <a:cs typeface="IBM Plex Sans"/>
                <a:sym typeface="IBM Plex Sans"/>
              </a:rPr>
              <a:t> reach to challenge Google’s dominance</a:t>
            </a:r>
            <a:r>
              <a:rPr lang="en-US" sz="1200" b="1" noProof="0">
                <a:solidFill>
                  <a:schemeClr val="dk1"/>
                </a:solidFill>
                <a:latin typeface="IBM Plex Sans"/>
                <a:ea typeface="IBM Plex Sans"/>
                <a:cs typeface="IBM Plex Sans"/>
                <a:sym typeface="IBM Plex Sans"/>
              </a:rPr>
              <a:t>,</a:t>
            </a:r>
            <a:r>
              <a:rPr lang="en-US" sz="1200" b="1" i="0" u="none" strike="noStrike" cap="none" noProof="0">
                <a:solidFill>
                  <a:schemeClr val="dk1"/>
                </a:solidFill>
                <a:latin typeface="IBM Plex Sans"/>
                <a:ea typeface="IBM Plex Sans"/>
                <a:cs typeface="IBM Plex Sans"/>
                <a:sym typeface="IBM Plex Sans"/>
              </a:rPr>
              <a:t> forcing </a:t>
            </a:r>
            <a:r>
              <a:rPr lang="en-US" sz="1200" b="1" noProof="0">
                <a:solidFill>
                  <a:schemeClr val="dk1"/>
                </a:solidFill>
                <a:latin typeface="IBM Plex Sans"/>
                <a:ea typeface="IBM Plex Sans"/>
                <a:cs typeface="IBM Plex Sans"/>
                <a:sym typeface="IBM Plex Sans"/>
              </a:rPr>
              <a:t>other </a:t>
            </a:r>
            <a:r>
              <a:rPr lang="en-US" sz="1200" b="1" i="0" u="none" strike="noStrike" cap="none" noProof="0">
                <a:solidFill>
                  <a:schemeClr val="dk1"/>
                </a:solidFill>
                <a:latin typeface="IBM Plex Sans"/>
                <a:ea typeface="IBM Plex Sans"/>
                <a:cs typeface="IBM Plex Sans"/>
                <a:sym typeface="IBM Plex Sans"/>
              </a:rPr>
              <a:t>AI </a:t>
            </a:r>
            <a:r>
              <a:rPr lang="en-US" sz="1200" b="1" noProof="0">
                <a:solidFill>
                  <a:schemeClr val="dk1"/>
                </a:solidFill>
                <a:latin typeface="IBM Plex Sans"/>
                <a:ea typeface="IBM Plex Sans"/>
                <a:cs typeface="IBM Plex Sans"/>
                <a:sym typeface="IBM Plex Sans"/>
              </a:rPr>
              <a:t>players</a:t>
            </a:r>
            <a:r>
              <a:rPr lang="en-US" sz="1200" b="1" i="0" u="none" strike="noStrike" cap="none" noProof="0">
                <a:solidFill>
                  <a:schemeClr val="dk1"/>
                </a:solidFill>
                <a:latin typeface="IBM Plex Sans"/>
                <a:ea typeface="IBM Plex Sans"/>
                <a:cs typeface="IBM Plex Sans"/>
                <a:sym typeface="IBM Plex Sans"/>
              </a:rPr>
              <a:t> to respond or risk losing the </a:t>
            </a:r>
            <a:r>
              <a:rPr lang="en-US" sz="1200" b="1" noProof="0">
                <a:solidFill>
                  <a:schemeClr val="dk1"/>
                </a:solidFill>
                <a:latin typeface="IBM Plex Sans"/>
                <a:ea typeface="IBM Plex Sans"/>
                <a:cs typeface="IBM Plex Sans"/>
                <a:sym typeface="IBM Plex Sans"/>
              </a:rPr>
              <a:t>internet's interface</a:t>
            </a:r>
            <a:r>
              <a:rPr lang="en-US" sz="1200" b="1" i="0" u="none" strike="noStrike" cap="none" noProof="0">
                <a:solidFill>
                  <a:schemeClr val="dk1"/>
                </a:solidFill>
                <a:latin typeface="IBM Plex Sans"/>
                <a:ea typeface="IBM Plex Sans"/>
                <a:cs typeface="IBM Plex Sans"/>
                <a:sym typeface="IBM Plex Sans"/>
              </a:rPr>
              <a:t> layer </a:t>
            </a:r>
            <a:endParaRPr lang="en-US" sz="1800" b="0" i="0" u="none" strike="noStrike" cap="none" noProof="0">
              <a:solidFill>
                <a:schemeClr val="dk1"/>
              </a:solidFill>
              <a:latin typeface="IBM Plex Sans"/>
              <a:ea typeface="Arial"/>
              <a:cs typeface="Arial"/>
            </a:endParaRPr>
          </a:p>
        </p:txBody>
      </p:sp>
      <p:sp>
        <p:nvSpPr>
          <p:cNvPr id="1764" name="Google Shape;1764;g3b23322d595_2_808"/>
          <p:cNvSpPr txBox="1"/>
          <p:nvPr/>
        </p:nvSpPr>
        <p:spPr>
          <a:xfrm>
            <a:off x="449955" y="1422111"/>
            <a:ext cx="11350811" cy="327856"/>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High-level App </a:t>
            </a:r>
            <a:r>
              <a:rPr lang="en-US" b="1" noProof="0">
                <a:solidFill>
                  <a:schemeClr val="lt1"/>
                </a:solidFill>
                <a:latin typeface="IBM Plex Sans"/>
                <a:ea typeface="IBM Plex Sans"/>
                <a:cs typeface="IBM Plex Sans"/>
                <a:sym typeface="IBM Plex Sans"/>
              </a:rPr>
              <a:t>Overview</a:t>
            </a:r>
            <a:r>
              <a:rPr lang="en-US" b="1" baseline="30000" noProof="0">
                <a:solidFill>
                  <a:schemeClr val="lt1"/>
                </a:solidFill>
                <a:latin typeface="IBM Plex Sans"/>
                <a:ea typeface="IBM Plex Sans"/>
                <a:cs typeface="IBM Plex Sans"/>
                <a:sym typeface="IBM Plex Sans"/>
              </a:rPr>
              <a:t>1,2,3,4</a:t>
            </a:r>
            <a:r>
              <a:rPr lang="en-US" sz="1400" b="1" i="0" u="none" strike="noStrike" cap="none" noProof="0">
                <a:solidFill>
                  <a:schemeClr val="lt1"/>
                </a:solidFill>
                <a:latin typeface="IBM Plex Sans"/>
                <a:ea typeface="IBM Plex Sans"/>
                <a:cs typeface="IBM Plex Sans"/>
                <a:sym typeface="IBM Plex Sans"/>
              </a:rPr>
              <a:t> </a:t>
            </a:r>
            <a:endParaRPr lang="en-US" sz="1800" b="0" i="0" u="none" strike="noStrike" cap="none" noProof="0">
              <a:solidFill>
                <a:schemeClr val="lt1"/>
              </a:solidFill>
              <a:latin typeface="Arial"/>
              <a:ea typeface="Arial"/>
              <a:cs typeface="Arial"/>
              <a:sym typeface="Arial"/>
            </a:endParaRPr>
          </a:p>
        </p:txBody>
      </p:sp>
      <p:pic>
        <p:nvPicPr>
          <p:cNvPr id="2" name="Picture 1">
            <a:extLst>
              <a:ext uri="{FF2B5EF4-FFF2-40B4-BE49-F238E27FC236}">
                <a16:creationId xmlns:a16="http://schemas.microsoft.com/office/drawing/2014/main" id="{CC01E719-AD8A-B747-7B49-BF4BFC1148A0}"/>
              </a:ext>
            </a:extLst>
          </p:cNvPr>
          <p:cNvPicPr>
            <a:picLocks noChangeAspect="1"/>
          </p:cNvPicPr>
          <p:nvPr/>
        </p:nvPicPr>
        <p:blipFill>
          <a:blip r:embed="rId3"/>
          <a:stretch>
            <a:fillRect/>
          </a:stretch>
        </p:blipFill>
        <p:spPr>
          <a:xfrm>
            <a:off x="3397835" y="1788261"/>
            <a:ext cx="5420481" cy="3858163"/>
          </a:xfrm>
          <a:prstGeom prst="rect">
            <a:avLst/>
          </a:prstGeom>
          <a:ln>
            <a:noFill/>
          </a:ln>
          <a:effectLst>
            <a:outerShdw blurRad="292100" dist="139700" dir="2700000" algn="tl" rotWithShape="0">
              <a:srgbClr val="333333">
                <a:alpha val="65000"/>
              </a:srgbClr>
            </a:outerShdw>
          </a:effectLst>
        </p:spPr>
      </p:pic>
      <p:sp>
        <p:nvSpPr>
          <p:cNvPr id="7" name="Google Shape;568;p18">
            <a:extLst>
              <a:ext uri="{FF2B5EF4-FFF2-40B4-BE49-F238E27FC236}">
                <a16:creationId xmlns:a16="http://schemas.microsoft.com/office/drawing/2014/main" id="{6ED77A3C-239A-EB76-AF86-1A479E53F502}"/>
              </a:ext>
            </a:extLst>
          </p:cNvPr>
          <p:cNvSpPr txBox="1">
            <a:spLocks/>
          </p:cNvSpPr>
          <p:nvPr/>
        </p:nvSpPr>
        <p:spPr>
          <a:xfrm>
            <a:off x="321270" y="1839301"/>
            <a:ext cx="793171" cy="664797"/>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rgbClr val="1E4E79"/>
              </a:buClr>
              <a:buSzPts val="2800"/>
              <a:buFont typeface="Arial"/>
              <a:buChar char="•"/>
              <a:defRPr sz="2800" b="1" i="0" u="none" strike="noStrike" cap="none">
                <a:solidFill>
                  <a:srgbClr val="1E4E79"/>
                </a:solidFill>
                <a:latin typeface="Calibri"/>
                <a:ea typeface="Calibri"/>
                <a:cs typeface="Calibri"/>
                <a:sym typeface="Calibri"/>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IBM Plex Sans"/>
                <a:ea typeface="IBM Plex Sans"/>
                <a:cs typeface="IBM Plex Sans"/>
                <a:sym typeface="IBM Plex Sans"/>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IBM Plex Sans"/>
                <a:ea typeface="IBM Plex Sans"/>
                <a:cs typeface="IBM Plex Sans"/>
                <a:sym typeface="IBM Plex Sans"/>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IBM Plex Sans"/>
                <a:ea typeface="IBM Plex Sans"/>
                <a:cs typeface="IBM Plex Sans"/>
                <a:sym typeface="IBM Plex Sans"/>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IBM Plex Sans"/>
                <a:ea typeface="IBM Plex Sans"/>
                <a:cs typeface="IBM Plex Sans"/>
                <a:sym typeface="IBM Plex Sans"/>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pPr marL="0" marR="0" lvl="0" indent="0" algn="r" defTabSz="914400" rtl="0" eaLnBrk="1" fontAlgn="auto" latinLnBrk="0" hangingPunct="1">
              <a:lnSpc>
                <a:spcPct val="90000"/>
              </a:lnSpc>
              <a:spcBef>
                <a:spcPts val="0"/>
              </a:spcBef>
              <a:spcAft>
                <a:spcPts val="0"/>
              </a:spcAft>
              <a:buClr>
                <a:srgbClr val="1E4E79"/>
              </a:buClr>
              <a:buSzPts val="1800"/>
              <a:buFont typeface="Arial"/>
              <a:buNone/>
              <a:tabLst/>
              <a:defRPr/>
            </a:pPr>
            <a:r>
              <a:rPr kumimoji="0" lang="en-US" sz="1200" b="0" i="0" u="none" strike="noStrike" kern="0" cap="none" spc="0" normalizeH="0" baseline="0" noProof="0">
                <a:ln>
                  <a:noFill/>
                </a:ln>
                <a:solidFill>
                  <a:schemeClr val="tx1"/>
                </a:solidFill>
                <a:effectLst/>
                <a:uLnTx/>
                <a:uFillTx/>
                <a:latin typeface="IBM Plex Sans" panose="020B0503050203000203" pitchFamily="34" charset="0"/>
                <a:sym typeface="Calibri"/>
              </a:rPr>
              <a:t>AI assistance on any webpage</a:t>
            </a:r>
          </a:p>
        </p:txBody>
      </p:sp>
      <p:pic>
        <p:nvPicPr>
          <p:cNvPr id="9" name="Picture 8">
            <a:extLst>
              <a:ext uri="{FF2B5EF4-FFF2-40B4-BE49-F238E27FC236}">
                <a16:creationId xmlns:a16="http://schemas.microsoft.com/office/drawing/2014/main" id="{C3C27F39-E1E3-6318-B9D4-CD129E90FDCE}"/>
              </a:ext>
            </a:extLst>
          </p:cNvPr>
          <p:cNvPicPr>
            <a:picLocks noChangeAspect="1"/>
          </p:cNvPicPr>
          <p:nvPr/>
        </p:nvPicPr>
        <p:blipFill>
          <a:blip r:embed="rId4"/>
          <a:stretch>
            <a:fillRect/>
          </a:stretch>
        </p:blipFill>
        <p:spPr>
          <a:xfrm>
            <a:off x="1301465" y="1807988"/>
            <a:ext cx="1874515" cy="1151913"/>
          </a:xfrm>
          <a:prstGeom prst="rect">
            <a:avLst/>
          </a:prstGeom>
          <a:ln>
            <a:noFill/>
          </a:ln>
          <a:effectLst>
            <a:outerShdw blurRad="292100" dist="139700" dir="2700000" algn="tl" rotWithShape="0">
              <a:srgbClr val="333333">
                <a:alpha val="65000"/>
              </a:srgbClr>
            </a:outerShdw>
          </a:effectLst>
        </p:spPr>
      </p:pic>
      <p:pic>
        <p:nvPicPr>
          <p:cNvPr id="11" name="Picture 10">
            <a:extLst>
              <a:ext uri="{FF2B5EF4-FFF2-40B4-BE49-F238E27FC236}">
                <a16:creationId xmlns:a16="http://schemas.microsoft.com/office/drawing/2014/main" id="{E8AC055C-C235-7EBA-F54D-3011D3377416}"/>
              </a:ext>
            </a:extLst>
          </p:cNvPr>
          <p:cNvPicPr>
            <a:picLocks noChangeAspect="1"/>
          </p:cNvPicPr>
          <p:nvPr/>
        </p:nvPicPr>
        <p:blipFill>
          <a:blip r:embed="rId5"/>
          <a:stretch>
            <a:fillRect/>
          </a:stretch>
        </p:blipFill>
        <p:spPr>
          <a:xfrm>
            <a:off x="1288836" y="3014385"/>
            <a:ext cx="1925719" cy="1151913"/>
          </a:xfrm>
          <a:prstGeom prst="rect">
            <a:avLst/>
          </a:prstGeom>
          <a:ln>
            <a:noFill/>
          </a:ln>
          <a:effectLst>
            <a:outerShdw blurRad="292100" dist="139700" dir="2700000" algn="tl" rotWithShape="0">
              <a:srgbClr val="333333">
                <a:alpha val="65000"/>
              </a:srgbClr>
            </a:outerShdw>
          </a:effectLst>
        </p:spPr>
      </p:pic>
      <p:pic>
        <p:nvPicPr>
          <p:cNvPr id="546" name="Graphic 545" descr="Arrow: Rotate left with solid fill">
            <a:extLst>
              <a:ext uri="{FF2B5EF4-FFF2-40B4-BE49-F238E27FC236}">
                <a16:creationId xmlns:a16="http://schemas.microsoft.com/office/drawing/2014/main" id="{CE48A819-8C0B-4E95-0B21-3F6A1286C002}"/>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rot="18303936">
            <a:off x="776488" y="2619044"/>
            <a:ext cx="914400" cy="914400"/>
          </a:xfrm>
          <a:prstGeom prst="rect">
            <a:avLst/>
          </a:prstGeom>
        </p:spPr>
      </p:pic>
      <p:pic>
        <p:nvPicPr>
          <p:cNvPr id="548" name="Picture 547">
            <a:extLst>
              <a:ext uri="{FF2B5EF4-FFF2-40B4-BE49-F238E27FC236}">
                <a16:creationId xmlns:a16="http://schemas.microsoft.com/office/drawing/2014/main" id="{24B68E4B-B408-A6F5-7CA0-B060575BECBE}"/>
              </a:ext>
            </a:extLst>
          </p:cNvPr>
          <p:cNvPicPr>
            <a:picLocks noChangeAspect="1"/>
          </p:cNvPicPr>
          <p:nvPr/>
        </p:nvPicPr>
        <p:blipFill>
          <a:blip r:embed="rId7"/>
          <a:stretch>
            <a:fillRect/>
          </a:stretch>
        </p:blipFill>
        <p:spPr>
          <a:xfrm>
            <a:off x="681060" y="4006639"/>
            <a:ext cx="2649743" cy="1551193"/>
          </a:xfrm>
          <a:prstGeom prst="rect">
            <a:avLst/>
          </a:prstGeom>
          <a:ln>
            <a:noFill/>
          </a:ln>
          <a:effectLst>
            <a:outerShdw blurRad="292100" dist="139700" dir="2700000" algn="tl" rotWithShape="0">
              <a:srgbClr val="333333">
                <a:alpha val="65000"/>
              </a:srgbClr>
            </a:outerShdw>
          </a:effectLst>
        </p:spPr>
      </p:pic>
      <p:grpSp>
        <p:nvGrpSpPr>
          <p:cNvPr id="559" name="Group 558">
            <a:extLst>
              <a:ext uri="{FF2B5EF4-FFF2-40B4-BE49-F238E27FC236}">
                <a16:creationId xmlns:a16="http://schemas.microsoft.com/office/drawing/2014/main" id="{01595303-69AC-9F1D-96A6-DCA8A7FE9568}"/>
              </a:ext>
            </a:extLst>
          </p:cNvPr>
          <p:cNvGrpSpPr/>
          <p:nvPr/>
        </p:nvGrpSpPr>
        <p:grpSpPr>
          <a:xfrm>
            <a:off x="8862198" y="1927615"/>
            <a:ext cx="3028738" cy="2780435"/>
            <a:chOff x="8118780" y="1311383"/>
            <a:chExt cx="3137015" cy="2780435"/>
          </a:xfrm>
        </p:grpSpPr>
        <p:pic>
          <p:nvPicPr>
            <p:cNvPr id="550" name="Picture 549">
              <a:extLst>
                <a:ext uri="{FF2B5EF4-FFF2-40B4-BE49-F238E27FC236}">
                  <a16:creationId xmlns:a16="http://schemas.microsoft.com/office/drawing/2014/main" id="{7503A8F8-1EE6-53BA-A7EB-A19E1AA0D8B9}"/>
                </a:ext>
              </a:extLst>
            </p:cNvPr>
            <p:cNvPicPr>
              <a:picLocks noChangeAspect="1"/>
            </p:cNvPicPr>
            <p:nvPr/>
          </p:nvPicPr>
          <p:blipFill>
            <a:blip r:embed="rId8"/>
            <a:stretch>
              <a:fillRect/>
            </a:stretch>
          </p:blipFill>
          <p:spPr>
            <a:xfrm>
              <a:off x="9033180" y="1311383"/>
              <a:ext cx="1828800" cy="1217080"/>
            </a:xfrm>
            <a:prstGeom prst="rect">
              <a:avLst/>
            </a:prstGeom>
            <a:ln>
              <a:noFill/>
            </a:ln>
            <a:effectLst>
              <a:outerShdw blurRad="292100" dist="139700" dir="2700000" algn="tl" rotWithShape="0">
                <a:srgbClr val="333333">
                  <a:alpha val="65000"/>
                </a:srgbClr>
              </a:outerShdw>
            </a:effectLst>
          </p:spPr>
        </p:pic>
        <p:pic>
          <p:nvPicPr>
            <p:cNvPr id="552" name="Picture 551">
              <a:extLst>
                <a:ext uri="{FF2B5EF4-FFF2-40B4-BE49-F238E27FC236}">
                  <a16:creationId xmlns:a16="http://schemas.microsoft.com/office/drawing/2014/main" id="{0D33DCEC-0600-7BF8-A01D-A4C6CA7F45B1}"/>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118780" y="2002603"/>
              <a:ext cx="1828800" cy="1210620"/>
            </a:xfrm>
            <a:prstGeom prst="rect">
              <a:avLst/>
            </a:prstGeom>
            <a:ln>
              <a:noFill/>
            </a:ln>
            <a:effectLst>
              <a:outerShdw blurRad="292100" dist="139700" dir="2700000" algn="tl" rotWithShape="0">
                <a:srgbClr val="333333">
                  <a:alpha val="65000"/>
                </a:srgbClr>
              </a:outerShdw>
            </a:effectLst>
          </p:spPr>
        </p:pic>
        <p:pic>
          <p:nvPicPr>
            <p:cNvPr id="554" name="Picture 553">
              <a:extLst>
                <a:ext uri="{FF2B5EF4-FFF2-40B4-BE49-F238E27FC236}">
                  <a16:creationId xmlns:a16="http://schemas.microsoft.com/office/drawing/2014/main" id="{BC602C20-DF0C-52CD-40DA-FE9691559C59}"/>
                </a:ext>
              </a:extLst>
            </p:cNvPr>
            <p:cNvPicPr>
              <a:picLocks noChangeAspect="1"/>
            </p:cNvPicPr>
            <p:nvPr/>
          </p:nvPicPr>
          <p:blipFill>
            <a:blip r:embed="rId10"/>
            <a:stretch>
              <a:fillRect/>
            </a:stretch>
          </p:blipFill>
          <p:spPr>
            <a:xfrm>
              <a:off x="9426995" y="2940118"/>
              <a:ext cx="1828800" cy="1151700"/>
            </a:xfrm>
            <a:prstGeom prst="rect">
              <a:avLst/>
            </a:prstGeom>
            <a:ln>
              <a:noFill/>
            </a:ln>
            <a:effectLst>
              <a:outerShdw blurRad="292100" dist="139700" dir="2700000" algn="tl" rotWithShape="0">
                <a:srgbClr val="333333">
                  <a:alpha val="65000"/>
                </a:srgbClr>
              </a:outerShdw>
            </a:effectLst>
          </p:spPr>
        </p:pic>
        <p:pic>
          <p:nvPicPr>
            <p:cNvPr id="556" name="Graphic 555" descr="Arrow: Rotate left with solid fill">
              <a:extLst>
                <a:ext uri="{FF2B5EF4-FFF2-40B4-BE49-F238E27FC236}">
                  <a16:creationId xmlns:a16="http://schemas.microsoft.com/office/drawing/2014/main" id="{6A38FC14-6186-B140-A39B-86D99FCA5184}"/>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rot="20599932">
              <a:off x="8676783" y="1699212"/>
              <a:ext cx="599439" cy="599439"/>
            </a:xfrm>
            <a:prstGeom prst="rect">
              <a:avLst/>
            </a:prstGeom>
          </p:spPr>
        </p:pic>
        <p:pic>
          <p:nvPicPr>
            <p:cNvPr id="557" name="Graphic 556" descr="Arrow: Rotate left with solid fill">
              <a:extLst>
                <a:ext uri="{FF2B5EF4-FFF2-40B4-BE49-F238E27FC236}">
                  <a16:creationId xmlns:a16="http://schemas.microsoft.com/office/drawing/2014/main" id="{824B4771-6263-119C-08FC-54FC648560F3}"/>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rot="5552931" flipH="1" flipV="1">
              <a:off x="9045017" y="3080310"/>
              <a:ext cx="566166" cy="566166"/>
            </a:xfrm>
            <a:prstGeom prst="rect">
              <a:avLst/>
            </a:prstGeom>
          </p:spPr>
        </p:pic>
      </p:grpSp>
      <p:sp>
        <p:nvSpPr>
          <p:cNvPr id="558" name="Google Shape;568;p18">
            <a:extLst>
              <a:ext uri="{FF2B5EF4-FFF2-40B4-BE49-F238E27FC236}">
                <a16:creationId xmlns:a16="http://schemas.microsoft.com/office/drawing/2014/main" id="{FA5999BB-039A-4CD7-6B00-9136208BBA2C}"/>
              </a:ext>
            </a:extLst>
          </p:cNvPr>
          <p:cNvSpPr txBox="1">
            <a:spLocks/>
          </p:cNvSpPr>
          <p:nvPr/>
        </p:nvSpPr>
        <p:spPr>
          <a:xfrm>
            <a:off x="9344652" y="4768513"/>
            <a:ext cx="2494295" cy="830997"/>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rgbClr val="1E4E79"/>
              </a:buClr>
              <a:buSzPts val="2800"/>
              <a:buFont typeface="Arial"/>
              <a:buChar char="•"/>
              <a:defRPr sz="2800" b="1" i="0" u="none" strike="noStrike" cap="none">
                <a:solidFill>
                  <a:srgbClr val="1E4E79"/>
                </a:solidFill>
                <a:latin typeface="Calibri"/>
                <a:ea typeface="Calibri"/>
                <a:cs typeface="Calibri"/>
                <a:sym typeface="Calibri"/>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IBM Plex Sans"/>
                <a:ea typeface="IBM Plex Sans"/>
                <a:cs typeface="IBM Plex Sans"/>
                <a:sym typeface="IBM Plex Sans"/>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IBM Plex Sans"/>
                <a:ea typeface="IBM Plex Sans"/>
                <a:cs typeface="IBM Plex Sans"/>
                <a:sym typeface="IBM Plex Sans"/>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IBM Plex Sans"/>
                <a:ea typeface="IBM Plex Sans"/>
                <a:cs typeface="IBM Plex Sans"/>
                <a:sym typeface="IBM Plex Sans"/>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IBM Plex Sans"/>
                <a:ea typeface="IBM Plex Sans"/>
                <a:cs typeface="IBM Plex Sans"/>
                <a:sym typeface="IBM Plex Sans"/>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pPr marL="0" marR="0" lvl="0" indent="0" algn="l" defTabSz="914400" rtl="0" eaLnBrk="1" fontAlgn="auto" latinLnBrk="0" hangingPunct="1">
              <a:lnSpc>
                <a:spcPct val="90000"/>
              </a:lnSpc>
              <a:spcBef>
                <a:spcPts val="0"/>
              </a:spcBef>
              <a:spcAft>
                <a:spcPts val="0"/>
              </a:spcAft>
              <a:buClr>
                <a:srgbClr val="1E4E79"/>
              </a:buClr>
              <a:buSzPts val="1800"/>
              <a:buFont typeface="Arial"/>
              <a:buNone/>
              <a:tabLst/>
              <a:defRPr/>
            </a:pPr>
            <a:r>
              <a:rPr kumimoji="0" lang="en-US" sz="1200" b="1" i="0" u="none" strike="noStrike" kern="0" cap="none" spc="0" normalizeH="0" baseline="0" noProof="0">
                <a:ln>
                  <a:noFill/>
                </a:ln>
                <a:solidFill>
                  <a:schemeClr val="tx1"/>
                </a:solidFill>
                <a:effectLst/>
                <a:uLnTx/>
                <a:uFillTx/>
                <a:latin typeface="IBM Plex Sans" panose="020B0503050203000203" pitchFamily="34" charset="0"/>
                <a:sym typeface="Calibri"/>
              </a:rPr>
              <a:t>Organization via Agent Mode </a:t>
            </a:r>
          </a:p>
          <a:p>
            <a:pPr marL="0" marR="0" lvl="0" indent="0" algn="l" defTabSz="914400" rtl="0" eaLnBrk="1" fontAlgn="auto" latinLnBrk="0" hangingPunct="1">
              <a:lnSpc>
                <a:spcPct val="90000"/>
              </a:lnSpc>
              <a:spcBef>
                <a:spcPts val="0"/>
              </a:spcBef>
              <a:spcAft>
                <a:spcPts val="0"/>
              </a:spcAft>
              <a:buClr>
                <a:srgbClr val="1E4E79"/>
              </a:buClr>
              <a:buSzPts val="1800"/>
              <a:buFont typeface="Arial"/>
              <a:buNone/>
              <a:tabLst/>
              <a:defRPr/>
            </a:pPr>
            <a:r>
              <a:rPr kumimoji="0" lang="en-US" sz="1200" b="0" i="0" u="none" strike="noStrike" kern="0" cap="none" spc="0" normalizeH="0" baseline="0" noProof="0">
                <a:ln>
                  <a:noFill/>
                </a:ln>
                <a:solidFill>
                  <a:schemeClr val="tx1"/>
                </a:solidFill>
                <a:effectLst/>
                <a:uLnTx/>
                <a:uFillTx/>
                <a:latin typeface="IBM Plex Sans" panose="020B0503050203000203" pitchFamily="34" charset="0"/>
                <a:sym typeface="Calibri"/>
              </a:rPr>
              <a:t>For instance: ask for a recipe, locate a nearby supermarket, add the ingredients to the cart, and schedule delivery.</a:t>
            </a:r>
          </a:p>
        </p:txBody>
      </p:sp>
      <p:sp>
        <p:nvSpPr>
          <p:cNvPr id="12" name="Google Shape;568;p18">
            <a:extLst>
              <a:ext uri="{FF2B5EF4-FFF2-40B4-BE49-F238E27FC236}">
                <a16:creationId xmlns:a16="http://schemas.microsoft.com/office/drawing/2014/main" id="{CDB8DAF2-98A5-AA0C-2ACA-91D874B06D62}"/>
              </a:ext>
            </a:extLst>
          </p:cNvPr>
          <p:cNvSpPr txBox="1">
            <a:spLocks/>
          </p:cNvSpPr>
          <p:nvPr/>
        </p:nvSpPr>
        <p:spPr>
          <a:xfrm>
            <a:off x="449955" y="4283637"/>
            <a:ext cx="1303955" cy="997196"/>
          </a:xfrm>
          <a:prstGeom prst="rect">
            <a:avLst/>
          </a:prstGeom>
          <a:solidFill>
            <a:schemeClr val="bg1"/>
          </a:solid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rgbClr val="1E4E79"/>
              </a:buClr>
              <a:buSzPts val="2800"/>
              <a:buFont typeface="Arial"/>
              <a:buChar char="•"/>
              <a:defRPr sz="2800" b="1" i="0" u="none" strike="noStrike" cap="none">
                <a:solidFill>
                  <a:srgbClr val="1E4E79"/>
                </a:solidFill>
                <a:latin typeface="Calibri"/>
                <a:ea typeface="Calibri"/>
                <a:cs typeface="Calibri"/>
                <a:sym typeface="Calibri"/>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IBM Plex Sans"/>
                <a:ea typeface="IBM Plex Sans"/>
                <a:cs typeface="IBM Plex Sans"/>
                <a:sym typeface="IBM Plex Sans"/>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IBM Plex Sans"/>
                <a:ea typeface="IBM Plex Sans"/>
                <a:cs typeface="IBM Plex Sans"/>
                <a:sym typeface="IBM Plex Sans"/>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IBM Plex Sans"/>
                <a:ea typeface="IBM Plex Sans"/>
                <a:cs typeface="IBM Plex Sans"/>
                <a:sym typeface="IBM Plex Sans"/>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IBM Plex Sans"/>
                <a:ea typeface="IBM Plex Sans"/>
                <a:cs typeface="IBM Plex Sans"/>
                <a:sym typeface="IBM Plex Sans"/>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pPr marL="0" marR="0" lvl="0" indent="0" algn="r" defTabSz="914400" rtl="0" eaLnBrk="1" fontAlgn="auto" latinLnBrk="0" hangingPunct="1">
              <a:lnSpc>
                <a:spcPct val="90000"/>
              </a:lnSpc>
              <a:spcBef>
                <a:spcPts val="0"/>
              </a:spcBef>
              <a:spcAft>
                <a:spcPts val="0"/>
              </a:spcAft>
              <a:buClr>
                <a:srgbClr val="1E4E79"/>
              </a:buClr>
              <a:buSzPts val="1800"/>
              <a:buFont typeface="Arial"/>
              <a:buNone/>
              <a:tabLst/>
              <a:defRPr/>
            </a:pPr>
            <a:r>
              <a:rPr kumimoji="0" lang="en-US" sz="1200" b="1" i="0" u="none" strike="noStrike" kern="0" cap="none" spc="0" normalizeH="0" baseline="0" noProof="0">
                <a:ln>
                  <a:noFill/>
                </a:ln>
                <a:solidFill>
                  <a:schemeClr val="tx1"/>
                </a:solidFill>
                <a:effectLst/>
                <a:uLnTx/>
                <a:uFillTx/>
                <a:latin typeface="IBM Plex Sans" panose="020B0503050203000203" pitchFamily="34" charset="0"/>
                <a:sym typeface="Calibri"/>
              </a:rPr>
              <a:t>“Browser Memory”</a:t>
            </a:r>
          </a:p>
          <a:p>
            <a:pPr marL="0" marR="0" lvl="0" indent="0" algn="r" defTabSz="914400" rtl="0" eaLnBrk="1" fontAlgn="auto" latinLnBrk="0" hangingPunct="1">
              <a:lnSpc>
                <a:spcPct val="90000"/>
              </a:lnSpc>
              <a:spcBef>
                <a:spcPts val="0"/>
              </a:spcBef>
              <a:spcAft>
                <a:spcPts val="0"/>
              </a:spcAft>
              <a:buClr>
                <a:srgbClr val="1E4E79"/>
              </a:buClr>
              <a:buSzPts val="1800"/>
              <a:buFont typeface="Arial"/>
              <a:buNone/>
              <a:tabLst/>
              <a:defRPr/>
            </a:pPr>
            <a:r>
              <a:rPr kumimoji="0" lang="en-US" sz="1200" b="0" i="0" u="none" strike="noStrike" kern="0" cap="none" spc="0" normalizeH="0" baseline="0" noProof="0">
                <a:ln>
                  <a:noFill/>
                </a:ln>
                <a:solidFill>
                  <a:schemeClr val="tx1"/>
                </a:solidFill>
                <a:effectLst/>
                <a:uLnTx/>
                <a:uFillTx/>
                <a:latin typeface="IBM Plex Sans" panose="020B0503050203000203" pitchFamily="34" charset="0"/>
                <a:sym typeface="Calibri"/>
              </a:rPr>
              <a:t>Optionally recalls past sites to help with new, related tasks</a:t>
            </a:r>
          </a:p>
        </p:txBody>
      </p:sp>
      <p:sp>
        <p:nvSpPr>
          <p:cNvPr id="5" name="CaixaDeTexto 4">
            <a:extLst>
              <a:ext uri="{FF2B5EF4-FFF2-40B4-BE49-F238E27FC236}">
                <a16:creationId xmlns:a16="http://schemas.microsoft.com/office/drawing/2014/main" id="{AA708C7D-8373-6BFB-5C69-E51846975F71}"/>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ChatGPT/Atlas</a:t>
            </a:r>
          </a:p>
        </p:txBody>
      </p:sp>
      <p:sp>
        <p:nvSpPr>
          <p:cNvPr id="10" name="Google Shape;1776;g3b23322d595_2_821">
            <a:extLst>
              <a:ext uri="{FF2B5EF4-FFF2-40B4-BE49-F238E27FC236}">
                <a16:creationId xmlns:a16="http://schemas.microsoft.com/office/drawing/2014/main" id="{F96916BF-926C-D503-D7B4-CD63856E810A}"/>
              </a:ext>
            </a:extLst>
          </p:cNvPr>
          <p:cNvSpPr txBox="1"/>
          <p:nvPr/>
        </p:nvSpPr>
        <p:spPr>
          <a:xfrm>
            <a:off x="420595" y="6400447"/>
            <a:ext cx="10171205" cy="107722"/>
          </a:xfrm>
          <a:prstGeom prst="rect">
            <a:avLst/>
          </a:prstGeom>
          <a:noFill/>
          <a:ln>
            <a:noFill/>
          </a:ln>
        </p:spPr>
        <p:txBody>
          <a:bodyPr spcFirstLastPara="1" wrap="square" lIns="0" tIns="0" rIns="0" bIns="0" anchor="b" anchorCtr="0">
            <a:spAutoFit/>
          </a:bodyPr>
          <a:lstStyle/>
          <a:p>
            <a:pPr>
              <a:buSzPts val="700"/>
            </a:pPr>
            <a:r>
              <a:rPr lang="en-US" sz="700" b="0" i="0" u="none" strike="noStrike" cap="none" noProof="0">
                <a:solidFill>
                  <a:srgbClr val="7F7F7F"/>
                </a:solidFill>
                <a:latin typeface="IBM Plex Sans"/>
                <a:ea typeface="Quattrocento Sans"/>
                <a:cs typeface="Quattrocento Sans"/>
                <a:sym typeface="Quattrocento Sans"/>
              </a:rPr>
              <a:t>Sources: (1) </a:t>
            </a:r>
            <a:r>
              <a:rPr lang="en-US" sz="700" b="0" i="0" u="none" strike="noStrike" cap="none" noProof="0">
                <a:solidFill>
                  <a:srgbClr val="7F7F7F"/>
                </a:solidFill>
                <a:latin typeface="IBM Plex Sans"/>
                <a:ea typeface="Quattrocento Sans"/>
                <a:cs typeface="Quattrocento Sans"/>
                <a:sym typeface="Quattrocento Sans"/>
                <a:hlinkClick r:id="rId11">
                  <a:extLst>
                    <a:ext uri="{A12FA001-AC4F-418D-AE19-62706E023703}">
                      <ahyp:hlinkClr xmlns:ahyp="http://schemas.microsoft.com/office/drawing/2018/hyperlinkcolor" val="tx"/>
                    </a:ext>
                  </a:extLst>
                </a:hlinkClick>
              </a:rPr>
              <a:t>OpenAI</a:t>
            </a:r>
            <a:r>
              <a:rPr lang="en-US" sz="700" b="0" i="0" u="none" strike="noStrike" cap="none" noProof="0">
                <a:solidFill>
                  <a:srgbClr val="7F7F7F"/>
                </a:solidFill>
                <a:latin typeface="IBM Plex Sans"/>
                <a:ea typeface="Quattrocento Sans"/>
                <a:cs typeface="Quattrocento Sans"/>
                <a:sym typeface="Quattrocento Sans"/>
              </a:rPr>
              <a:t>, </a:t>
            </a:r>
            <a:r>
              <a:rPr lang="en-US" sz="700" b="0" i="0" u="none" strike="noStrike" cap="none" noProof="0">
                <a:solidFill>
                  <a:srgbClr val="7F7F7F"/>
                </a:solidFill>
                <a:latin typeface="IBM Plex Sans"/>
                <a:ea typeface="Quattrocento Sans"/>
                <a:cs typeface="Quattrocento Sans"/>
                <a:sym typeface="Quattrocento Sans"/>
                <a:hlinkClick r:id="rId12">
                  <a:extLst>
                    <a:ext uri="{A12FA001-AC4F-418D-AE19-62706E023703}">
                      <ahyp:hlinkClr xmlns:ahyp="http://schemas.microsoft.com/office/drawing/2018/hyperlinkcolor" val="tx"/>
                    </a:ext>
                  </a:extLst>
                </a:hlinkClick>
              </a:rPr>
              <a:t>Open AI</a:t>
            </a:r>
            <a:r>
              <a:rPr lang="en-US" sz="700" b="0" i="0" u="none" strike="noStrike" cap="none" noProof="0">
                <a:solidFill>
                  <a:srgbClr val="7F7F7F"/>
                </a:solidFill>
                <a:latin typeface="IBM Plex Sans"/>
                <a:ea typeface="Quattrocento Sans"/>
                <a:cs typeface="Quattrocento Sans"/>
                <a:sym typeface="Quattrocento Sans"/>
              </a:rPr>
              <a:t>, (2)</a:t>
            </a:r>
            <a:r>
              <a:rPr lang="en-US" sz="700" noProof="0">
                <a:solidFill>
                  <a:srgbClr val="7F7F7F"/>
                </a:solidFill>
                <a:latin typeface="IBM Plex Sans"/>
                <a:ea typeface="Quattrocento Sans"/>
                <a:cs typeface="Quattrocento Sans"/>
                <a:sym typeface="Quattrocento Sans"/>
              </a:rPr>
              <a:t> </a:t>
            </a:r>
            <a:r>
              <a:rPr lang="en-US" sz="700" b="0" i="0" u="none" strike="noStrike" cap="none" noProof="0" err="1">
                <a:solidFill>
                  <a:srgbClr val="7F7F7F"/>
                </a:solidFill>
                <a:latin typeface="IBM Plex Sans"/>
                <a:ea typeface="Quattrocento Sans"/>
                <a:cs typeface="Quattrocento Sans"/>
                <a:sym typeface="Quattrocento Sans"/>
                <a:hlinkClick r:id="rId13">
                  <a:extLst>
                    <a:ext uri="{A12FA001-AC4F-418D-AE19-62706E023703}">
                      <ahyp:hlinkClr xmlns:ahyp="http://schemas.microsoft.com/office/drawing/2018/hyperlinkcolor" val="tx"/>
                    </a:ext>
                  </a:extLst>
                </a:hlinkClick>
              </a:rPr>
              <a:t>EfficientApp</a:t>
            </a:r>
            <a:r>
              <a:rPr lang="en-US" sz="700" b="0" i="0" u="none" strike="noStrike" cap="none" noProof="0">
                <a:solidFill>
                  <a:srgbClr val="7F7F7F"/>
                </a:solidFill>
                <a:latin typeface="IBM Plex Sans"/>
                <a:ea typeface="Quattrocento Sans"/>
                <a:cs typeface="Quattrocento Sans"/>
                <a:sym typeface="Quattrocento Sans"/>
              </a:rPr>
              <a:t>, (3) </a:t>
            </a:r>
            <a:r>
              <a:rPr lang="en-US" sz="700" b="0" i="0" u="none" strike="noStrike" cap="none" noProof="0">
                <a:solidFill>
                  <a:srgbClr val="7F7F7F"/>
                </a:solidFill>
                <a:latin typeface="IBM Plex Sans"/>
                <a:ea typeface="Quattrocento Sans"/>
                <a:cs typeface="Quattrocento Sans"/>
                <a:sym typeface="Quattrocento Sans"/>
                <a:hlinkClick r:id="rId14">
                  <a:extLst>
                    <a:ext uri="{A12FA001-AC4F-418D-AE19-62706E023703}">
                      <ahyp:hlinkClr xmlns:ahyp="http://schemas.microsoft.com/office/drawing/2018/hyperlinkcolor" val="tx"/>
                    </a:ext>
                  </a:extLst>
                </a:hlinkClick>
              </a:rPr>
              <a:t>The Guardian</a:t>
            </a:r>
            <a:r>
              <a:rPr lang="en-US" sz="700" b="0" i="0" u="none" strike="noStrike" cap="none" noProof="0">
                <a:solidFill>
                  <a:srgbClr val="7F7F7F"/>
                </a:solidFill>
                <a:latin typeface="IBM Plex Sans"/>
                <a:ea typeface="Quattrocento Sans"/>
                <a:cs typeface="Quattrocento Sans"/>
                <a:sym typeface="Quattrocento Sans"/>
              </a:rPr>
              <a:t>, (4) </a:t>
            </a:r>
            <a:r>
              <a:rPr lang="en-US" sz="700" b="0" i="0" u="none" strike="noStrike" cap="none" noProof="0" err="1">
                <a:solidFill>
                  <a:srgbClr val="7F7F7F"/>
                </a:solidFill>
                <a:latin typeface="IBM Plex Sans"/>
                <a:ea typeface="Quattrocento Sans"/>
                <a:cs typeface="Quattrocento Sans"/>
                <a:sym typeface="Quattrocento Sans"/>
                <a:hlinkClick r:id="rId15">
                  <a:extLst>
                    <a:ext uri="{A12FA001-AC4F-418D-AE19-62706E023703}">
                      <ahyp:hlinkClr xmlns:ahyp="http://schemas.microsoft.com/office/drawing/2018/hyperlinkcolor" val="tx"/>
                    </a:ext>
                  </a:extLst>
                </a:hlinkClick>
              </a:rPr>
              <a:t>APNews</a:t>
            </a:r>
            <a:endParaRPr lang="en-US" sz="700" b="0" i="0" u="none" strike="noStrike" cap="none" noProof="0">
              <a:solidFill>
                <a:srgbClr val="7F7F7F"/>
              </a:solidFill>
              <a:latin typeface="IBM Plex Sans"/>
              <a:ea typeface="Quattrocento Sans"/>
              <a:cs typeface="Quattrocento Sans"/>
              <a:sym typeface="Quattrocento Sans"/>
              <a:hlinkClick r:id="rId15">
                <a:extLst>
                  <a:ext uri="{A12FA001-AC4F-418D-AE19-62706E023703}">
                    <ahyp:hlinkClr xmlns:ahyp="http://schemas.microsoft.com/office/drawing/2018/hyperlinkcolor" val="tx"/>
                  </a:ext>
                </a:extLst>
              </a:hlinkClick>
            </a:endParaRPr>
          </a:p>
        </p:txBody>
      </p:sp>
    </p:spTree>
    <p:extLst>
      <p:ext uri="{BB962C8B-B14F-4D97-AF65-F5344CB8AC3E}">
        <p14:creationId xmlns:p14="http://schemas.microsoft.com/office/powerpoint/2010/main" val="375106082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1773"/>
        <p:cNvGrpSpPr/>
        <p:nvPr/>
      </p:nvGrpSpPr>
      <p:grpSpPr>
        <a:xfrm>
          <a:off x="0" y="0"/>
          <a:ext cx="0" cy="0"/>
          <a:chOff x="0" y="0"/>
          <a:chExt cx="0" cy="0"/>
        </a:xfrm>
      </p:grpSpPr>
      <p:sp>
        <p:nvSpPr>
          <p:cNvPr id="1774" name="Google Shape;1774;g3b23322d595_2_821"/>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64</a:t>
            </a:fld>
            <a:endParaRPr lang="en-US" noProof="0"/>
          </a:p>
        </p:txBody>
      </p:sp>
      <p:sp>
        <p:nvSpPr>
          <p:cNvPr id="1775" name="Google Shape;1775;g3b23322d595_2_821"/>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SzPts val="1800"/>
              <a:buNone/>
            </a:pPr>
            <a:r>
              <a:rPr lang="en-US" noProof="0"/>
              <a:t>The key difference between traditional browsers and ChatGPT Atlas is Agent Mode, which can complete multi-step workflows</a:t>
            </a:r>
          </a:p>
        </p:txBody>
      </p:sp>
      <p:sp>
        <p:nvSpPr>
          <p:cNvPr id="1776" name="Google Shape;1776;g3b23322d595_2_821"/>
          <p:cNvSpPr txBox="1"/>
          <p:nvPr/>
        </p:nvSpPr>
        <p:spPr>
          <a:xfrm>
            <a:off x="420595" y="6662385"/>
            <a:ext cx="10171205" cy="107722"/>
          </a:xfrm>
          <a:prstGeom prst="rect">
            <a:avLst/>
          </a:prstGeom>
          <a:noFill/>
          <a:ln>
            <a:noFill/>
          </a:ln>
        </p:spPr>
        <p:txBody>
          <a:bodyPr spcFirstLastPara="1" wrap="square" lIns="0" tIns="0" rIns="0" bIns="0" anchor="b" anchorCtr="0">
            <a:spAutoFit/>
          </a:bodyPr>
          <a:lstStyle/>
          <a:p>
            <a:pPr>
              <a:buSzPts val="700"/>
            </a:pPr>
            <a:r>
              <a:rPr lang="en-US" sz="700" b="0" i="0" u="none" strike="noStrike" cap="none" noProof="0">
                <a:solidFill>
                  <a:srgbClr val="7F7F7F"/>
                </a:solidFill>
                <a:latin typeface="IBM Plex Sans"/>
                <a:ea typeface="Quattrocento Sans"/>
                <a:cs typeface="Quattrocento Sans"/>
                <a:sym typeface="Quattrocento Sans"/>
              </a:rPr>
              <a:t>Sources: (1) </a:t>
            </a:r>
            <a:r>
              <a:rPr lang="en-US" sz="700" b="0" i="0" u="none"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OpenAI</a:t>
            </a:r>
            <a:r>
              <a:rPr lang="en-US" sz="700" b="0" i="0" u="none" strike="noStrike" cap="none" noProof="0">
                <a:solidFill>
                  <a:srgbClr val="7F7F7F"/>
                </a:solidFill>
                <a:latin typeface="IBM Plex Sans"/>
                <a:ea typeface="Quattrocento Sans"/>
                <a:cs typeface="Quattrocento Sans"/>
                <a:sym typeface="Quattrocento Sans"/>
              </a:rPr>
              <a:t>, </a:t>
            </a:r>
            <a:r>
              <a:rPr lang="en-US" sz="700" b="0" i="0" u="none"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Open AI</a:t>
            </a:r>
            <a:r>
              <a:rPr lang="en-US" sz="700" b="0" i="0" u="none" strike="noStrike" cap="none" noProof="0">
                <a:solidFill>
                  <a:srgbClr val="7F7F7F"/>
                </a:solidFill>
                <a:latin typeface="IBM Plex Sans"/>
                <a:ea typeface="Quattrocento Sans"/>
                <a:cs typeface="Quattrocento Sans"/>
                <a:sym typeface="Quattrocento Sans"/>
              </a:rPr>
              <a:t>, (2)</a:t>
            </a:r>
            <a:r>
              <a:rPr lang="en-US" sz="700" noProof="0">
                <a:solidFill>
                  <a:srgbClr val="7F7F7F"/>
                </a:solidFill>
                <a:latin typeface="IBM Plex Sans"/>
                <a:ea typeface="Quattrocento Sans"/>
                <a:cs typeface="Quattrocento Sans"/>
                <a:sym typeface="Quattrocento Sans"/>
              </a:rPr>
              <a:t> </a:t>
            </a:r>
            <a:r>
              <a:rPr lang="en-US" sz="700" b="0" i="0" u="none" strike="noStrike" cap="none" noProof="0" err="1">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EfficientApp</a:t>
            </a:r>
            <a:r>
              <a:rPr lang="en-US" sz="700" b="0" i="0" u="none" strike="noStrike" cap="none" noProof="0">
                <a:solidFill>
                  <a:srgbClr val="7F7F7F"/>
                </a:solidFill>
                <a:latin typeface="IBM Plex Sans"/>
                <a:ea typeface="Quattrocento Sans"/>
                <a:cs typeface="Quattrocento Sans"/>
                <a:sym typeface="Quattrocento Sans"/>
              </a:rPr>
              <a:t>, (3) </a:t>
            </a:r>
            <a:r>
              <a:rPr lang="en-US" sz="700" b="0" i="0" u="none" strike="noStrike" cap="none"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The Guardian</a:t>
            </a:r>
            <a:r>
              <a:rPr lang="en-US" sz="700" b="0" i="0" u="none" strike="noStrike" cap="none" noProof="0">
                <a:solidFill>
                  <a:srgbClr val="7F7F7F"/>
                </a:solidFill>
                <a:latin typeface="IBM Plex Sans"/>
                <a:ea typeface="Quattrocento Sans"/>
                <a:cs typeface="Quattrocento Sans"/>
                <a:sym typeface="Quattrocento Sans"/>
              </a:rPr>
              <a:t>, (4) </a:t>
            </a:r>
            <a:r>
              <a:rPr lang="en-US" sz="700" b="0" i="0" u="none" strike="noStrike" cap="none" noProof="0" err="1">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APNews</a:t>
            </a:r>
            <a:endParaRPr lang="en-US" sz="700" b="0" i="0" u="none" strike="noStrike" cap="none" noProof="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endParaRPr>
          </a:p>
        </p:txBody>
      </p:sp>
      <p:sp>
        <p:nvSpPr>
          <p:cNvPr id="1777" name="Google Shape;1777;g3b23322d595_2_821"/>
          <p:cNvSpPr txBox="1"/>
          <p:nvPr/>
        </p:nvSpPr>
        <p:spPr>
          <a:xfrm>
            <a:off x="450091" y="6041215"/>
            <a:ext cx="11350811" cy="478421"/>
          </a:xfrm>
          <a:prstGeom prst="rect">
            <a:avLst/>
          </a:prstGeom>
          <a:solidFill>
            <a:srgbClr val="00B050">
              <a:alpha val="48235"/>
            </a:srgbClr>
          </a:solidFill>
          <a:ln>
            <a:noFill/>
          </a:ln>
        </p:spPr>
        <p:txBody>
          <a:bodyPr spcFirstLastPara="1" wrap="square" lIns="91425" tIns="45700" rIns="91425" bIns="45700" anchor="ctr" anchorCtr="0">
            <a:noAutofit/>
          </a:bodyPr>
          <a:lstStyle/>
          <a:p>
            <a:pPr algn="ctr"/>
            <a:r>
              <a:rPr lang="en-US" b="1" i="0" u="none" strike="noStrike" cap="none" noProof="0">
                <a:solidFill>
                  <a:schemeClr val="dk1"/>
                </a:solidFill>
                <a:latin typeface="IBM Plex Sans"/>
                <a:ea typeface="IBM Plex Sans"/>
                <a:sym typeface="IBM Plex Sans"/>
              </a:rPr>
              <a:t>Atlas introduces agent-based browsing concepts, but remains early-stage, limited in availability, and unproven at scale</a:t>
            </a:r>
            <a:r>
              <a:rPr lang="en-US" b="1" noProof="0">
                <a:solidFill>
                  <a:schemeClr val="dk1"/>
                </a:solidFill>
                <a:latin typeface="IBM Plex Sans"/>
                <a:ea typeface="IBM Plex Sans"/>
                <a:sym typeface="IBM Plex Sans"/>
              </a:rPr>
              <a:t>; traditional browsers offer independence, privacy, </a:t>
            </a:r>
            <a:r>
              <a:rPr lang="en-US" b="1" i="0" u="none" strike="noStrike" cap="none" noProof="0">
                <a:solidFill>
                  <a:schemeClr val="dk1"/>
                </a:solidFill>
                <a:latin typeface="IBM Plex Sans"/>
                <a:ea typeface="IBM Plex Sans"/>
                <a:sym typeface="IBM Plex Sans"/>
              </a:rPr>
              <a:t>and </a:t>
            </a:r>
            <a:r>
              <a:rPr lang="en-US" b="1" noProof="0">
                <a:solidFill>
                  <a:schemeClr val="dk1"/>
                </a:solidFill>
                <a:latin typeface="IBM Plex Sans"/>
                <a:ea typeface="IBM Plex Sans"/>
                <a:sym typeface="IBM Plex Sans"/>
              </a:rPr>
              <a:t>cross‑platform reach</a:t>
            </a:r>
            <a:endParaRPr lang="en-US" b="1" noProof="0">
              <a:solidFill>
                <a:schemeClr val="dk1"/>
              </a:solidFill>
              <a:latin typeface="IBM Plex Sans"/>
            </a:endParaRPr>
          </a:p>
        </p:txBody>
      </p:sp>
      <p:graphicFrame>
        <p:nvGraphicFramePr>
          <p:cNvPr id="1778" name="Google Shape;1778;g3b23322d595_2_821"/>
          <p:cNvGraphicFramePr/>
          <p:nvPr>
            <p:extLst>
              <p:ext uri="{D42A27DB-BD31-4B8C-83A1-F6EECF244321}">
                <p14:modId xmlns:p14="http://schemas.microsoft.com/office/powerpoint/2010/main" val="3080198346"/>
              </p:ext>
            </p:extLst>
          </p:nvPr>
        </p:nvGraphicFramePr>
        <p:xfrm>
          <a:off x="450091" y="1738675"/>
          <a:ext cx="11350825" cy="4206320"/>
        </p:xfrm>
        <a:graphic>
          <a:graphicData uri="http://schemas.openxmlformats.org/drawingml/2006/table">
            <a:tbl>
              <a:tblPr>
                <a:noFill/>
                <a:tableStyleId>{16461213-F4DB-495F-93F5-F8E8B3FAFA39}</a:tableStyleId>
              </a:tblPr>
              <a:tblGrid>
                <a:gridCol w="1189125">
                  <a:extLst>
                    <a:ext uri="{9D8B030D-6E8A-4147-A177-3AD203B41FA5}">
                      <a16:colId xmlns:a16="http://schemas.microsoft.com/office/drawing/2014/main" val="20000"/>
                    </a:ext>
                  </a:extLst>
                </a:gridCol>
                <a:gridCol w="5080850">
                  <a:extLst>
                    <a:ext uri="{9D8B030D-6E8A-4147-A177-3AD203B41FA5}">
                      <a16:colId xmlns:a16="http://schemas.microsoft.com/office/drawing/2014/main" val="20001"/>
                    </a:ext>
                  </a:extLst>
                </a:gridCol>
                <a:gridCol w="5080850">
                  <a:extLst>
                    <a:ext uri="{9D8B030D-6E8A-4147-A177-3AD203B41FA5}">
                      <a16:colId xmlns:a16="http://schemas.microsoft.com/office/drawing/2014/main" val="20002"/>
                    </a:ext>
                  </a:extLst>
                </a:gridCol>
              </a:tblGrid>
              <a:tr h="230931">
                <a:tc>
                  <a:txBody>
                    <a:bodyPr/>
                    <a:lstStyle/>
                    <a:p>
                      <a:pPr marL="0" marR="0" lvl="0" indent="0" algn="l" rtl="0">
                        <a:lnSpc>
                          <a:spcPct val="100000"/>
                        </a:lnSpc>
                        <a:spcBef>
                          <a:spcPts val="0"/>
                        </a:spcBef>
                        <a:spcAft>
                          <a:spcPts val="0"/>
                        </a:spcAft>
                        <a:buClr>
                          <a:schemeClr val="dk1"/>
                        </a:buClr>
                        <a:buSzPts val="1100"/>
                        <a:buFont typeface="Arial"/>
                        <a:buNone/>
                      </a:pPr>
                      <a:r>
                        <a:rPr lang="en-US" sz="1200" b="1" u="none" strike="noStrike" cap="none" noProof="0">
                          <a:solidFill>
                            <a:schemeClr val="lt1"/>
                          </a:solidFill>
                          <a:latin typeface="IBM Plex Sans"/>
                          <a:ea typeface="IBM Plex Sans"/>
                          <a:cs typeface="IBM Plex Sans"/>
                        </a:rPr>
                        <a:t>Feature</a:t>
                      </a:r>
                      <a:r>
                        <a:rPr lang="en-US" sz="1200" b="1" u="none" strike="noStrike" cap="none" baseline="30000" noProof="0">
                          <a:solidFill>
                            <a:schemeClr val="lt1"/>
                          </a:solidFill>
                          <a:latin typeface="IBM Plex Sans"/>
                          <a:ea typeface="IBM Plex Sans"/>
                          <a:cs typeface="IBM Plex Sans"/>
                        </a:rPr>
                        <a:t>1,2,3,4</a:t>
                      </a:r>
                      <a:endParaRPr lang="en-US" sz="1200" u="none" strike="noStrike" cap="none" baseline="30000" noProof="0">
                        <a:solidFill>
                          <a:schemeClr val="lt1"/>
                        </a:solidFill>
                        <a:latin typeface="IBM Plex Sans"/>
                        <a:ea typeface="IBM Plex Sans"/>
                        <a:cs typeface="IBM Plex Sans"/>
                        <a:sym typeface="IBM Plex Sans"/>
                      </a:endParaRPr>
                    </a:p>
                  </a:txBody>
                  <a:tcPr marL="90000" marR="90000" marT="45725" marB="45725" anchor="b">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chemeClr val="dk1"/>
                        </a:buClr>
                        <a:buSzPts val="1100"/>
                        <a:buFont typeface="Arial"/>
                        <a:buNone/>
                      </a:pPr>
                      <a:r>
                        <a:rPr lang="en-US" sz="1200" b="1" u="none" strike="noStrike" cap="none" noProof="0">
                          <a:solidFill>
                            <a:schemeClr val="lt1"/>
                          </a:solidFill>
                          <a:latin typeface="IBM Plex Sans"/>
                          <a:ea typeface="IBM Plex Sans"/>
                          <a:cs typeface="IBM Plex Sans"/>
                          <a:sym typeface="IBM Plex Sans"/>
                        </a:rPr>
                        <a:t>ChatGPT Atlas</a:t>
                      </a:r>
                      <a:endParaRPr lang="en-US" sz="1200" u="none" strike="noStrike" cap="none" noProof="0">
                        <a:solidFill>
                          <a:schemeClr val="lt1"/>
                        </a:solidFill>
                        <a:latin typeface="IBM Plex Sans"/>
                        <a:ea typeface="IBM Plex Sans"/>
                        <a:cs typeface="IBM Plex Sans"/>
                        <a:sym typeface="IBM Plex Sans"/>
                      </a:endParaRPr>
                    </a:p>
                  </a:txBody>
                  <a:tcPr marL="90000" marR="90000" marT="45725" marB="45725" anchor="b">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chemeClr val="dk1"/>
                        </a:buClr>
                        <a:buSzPts val="1100"/>
                        <a:buFont typeface="Arial"/>
                        <a:buNone/>
                      </a:pPr>
                      <a:r>
                        <a:rPr lang="en-US" sz="1200" b="1" u="none" strike="noStrike" cap="none" noProof="0">
                          <a:solidFill>
                            <a:schemeClr val="lt1"/>
                          </a:solidFill>
                          <a:latin typeface="IBM Plex Sans"/>
                          <a:ea typeface="IBM Plex Sans"/>
                          <a:cs typeface="IBM Plex Sans"/>
                          <a:sym typeface="IBM Plex Sans"/>
                        </a:rPr>
                        <a:t>Firefox</a:t>
                      </a:r>
                      <a:endParaRPr lang="en-US" sz="1200" u="none" strike="noStrike" cap="none" noProof="0">
                        <a:solidFill>
                          <a:schemeClr val="lt1"/>
                        </a:solidFill>
                        <a:latin typeface="IBM Plex Sans"/>
                        <a:ea typeface="IBM Plex Sans"/>
                        <a:cs typeface="IBM Plex Sans"/>
                        <a:sym typeface="IBM Plex Sans"/>
                      </a:endParaRPr>
                    </a:p>
                  </a:txBody>
                  <a:tcPr marL="90000" marR="90000" marT="45725" marB="45725" anchor="b">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384880">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dk1"/>
                          </a:solidFill>
                          <a:latin typeface="IBM Plex Sans"/>
                          <a:ea typeface="IBM Plex Sans"/>
                          <a:cs typeface="IBM Plex Sans"/>
                          <a:sym typeface="IBM Plex Sans"/>
                        </a:rPr>
                        <a:t>Core</a:t>
                      </a:r>
                      <a:endParaRPr lang="en-US" sz="1200" u="none" strike="noStrike" cap="none" noProof="0">
                        <a:solidFill>
                          <a:schemeClr val="dk1"/>
                        </a:solidFill>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chemeClr val="dk1"/>
                        </a:buClr>
                        <a:buSzPts val="600"/>
                        <a:buFont typeface="Arial"/>
                        <a:buNone/>
                      </a:pPr>
                      <a:r>
                        <a:rPr lang="en-US" sz="1200" u="none" strike="noStrike" cap="none" noProof="0">
                          <a:latin typeface="IBM Plex Sans"/>
                          <a:ea typeface="IBM Plex Sans"/>
                          <a:cs typeface="IBM Plex Sans"/>
                          <a:sym typeface="IBM Plex Sans"/>
                        </a:rPr>
                        <a:t>AI-powered “super-assistant” that aims to complete tasks</a:t>
                      </a:r>
                      <a:endParaRPr lang="en-US" sz="1400" u="none" strike="noStrike" cap="none" noProof="0">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270" marR="0" lvl="0" indent="0" algn="l" rtl="0">
                        <a:lnSpc>
                          <a:spcPct val="100000"/>
                        </a:lnSpc>
                        <a:spcBef>
                          <a:spcPts val="0"/>
                        </a:spcBef>
                        <a:spcAft>
                          <a:spcPts val="0"/>
                        </a:spcAft>
                        <a:buClr>
                          <a:srgbClr val="000000"/>
                        </a:buClr>
                        <a:buSzPts val="1100"/>
                        <a:buFont typeface="Arial"/>
                        <a:buNone/>
                      </a:pPr>
                      <a:r>
                        <a:rPr lang="en-US" sz="1200" u="none" strike="noStrike" cap="none" noProof="0">
                          <a:latin typeface="IBM Plex Sans"/>
                          <a:ea typeface="IBM Plex Sans"/>
                          <a:cs typeface="IBM Plex Sans"/>
                          <a:sym typeface="IBM Plex Sans"/>
                        </a:rPr>
                        <a:t>Traditional web browser focused on user control, privacy, and </a:t>
                      </a:r>
                      <a:r>
                        <a:rPr lang="en-US" sz="1200" u="none" strike="noStrike" cap="none" noProof="0">
                          <a:latin typeface="IBM Plex Sans"/>
                          <a:ea typeface="IBM Plex Sans"/>
                          <a:cs typeface="IBM Plex Sans"/>
                        </a:rPr>
                        <a:t>an open-source</a:t>
                      </a:r>
                      <a:r>
                        <a:rPr lang="en-US" sz="1200" u="none" strike="noStrike" cap="none" noProof="0">
                          <a:latin typeface="IBM Plex Sans"/>
                          <a:ea typeface="IBM Plex Sans"/>
                          <a:cs typeface="IBM Plex Sans"/>
                          <a:sym typeface="IBM Plex Sans"/>
                        </a:rPr>
                        <a:t> model</a:t>
                      </a:r>
                      <a:endParaRPr lang="en-US" sz="1400" u="none" strike="noStrike" cap="none" noProof="0">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1"/>
                  </a:ext>
                </a:extLst>
              </a:tr>
              <a:tr h="384880">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dk1"/>
                          </a:solidFill>
                          <a:latin typeface="IBM Plex Sans"/>
                          <a:ea typeface="IBM Plex Sans"/>
                          <a:cs typeface="IBM Plex Sans"/>
                          <a:sym typeface="IBM Plex Sans"/>
                        </a:rPr>
                        <a:t>AI Integration</a:t>
                      </a:r>
                      <a:endParaRPr lang="en-US" sz="1200" u="none" strike="noStrike" cap="none" noProof="0">
                        <a:solidFill>
                          <a:schemeClr val="dk1"/>
                        </a:solidFill>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chemeClr val="dk1"/>
                        </a:buClr>
                        <a:buSzPts val="600"/>
                        <a:buFont typeface="Arial"/>
                        <a:buNone/>
                      </a:pPr>
                      <a:r>
                        <a:rPr lang="en-US" sz="1200" u="none" strike="noStrike" cap="none" noProof="0">
                          <a:latin typeface="IBM Plex Sans"/>
                          <a:ea typeface="IBM Plex Sans"/>
                          <a:cs typeface="IBM Plex Sans"/>
                          <a:sym typeface="IBM Plex Sans"/>
                        </a:rPr>
                        <a:t>Deeply integrated; the AI can read, summarize, act on content, fill forms, and automate tasks in real time with Agent Mode</a:t>
                      </a:r>
                      <a:endParaRPr lang="en-US" sz="1400" u="none" strike="noStrike" cap="none" noProof="0">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270" marR="0" lvl="0" indent="0" algn="l" rtl="0">
                        <a:lnSpc>
                          <a:spcPct val="100000"/>
                        </a:lnSpc>
                        <a:spcBef>
                          <a:spcPts val="0"/>
                        </a:spcBef>
                        <a:spcAft>
                          <a:spcPts val="0"/>
                        </a:spcAft>
                        <a:buClr>
                          <a:srgbClr val="000000"/>
                        </a:buClr>
                        <a:buSzPts val="1100"/>
                        <a:buFont typeface="Arial"/>
                        <a:buNone/>
                      </a:pPr>
                      <a:r>
                        <a:rPr lang="en-US" sz="1200" u="none" strike="noStrike" cap="none" noProof="0">
                          <a:latin typeface="IBM Plex Sans"/>
                          <a:ea typeface="IBM Plex Sans"/>
                          <a:cs typeface="IBM Plex Sans"/>
                          <a:sym typeface="IBM Plex Sans"/>
                        </a:rPr>
                        <a:t>AI is a secondary feature, primarily available via add-ons or sidebar chatbots</a:t>
                      </a:r>
                      <a:r>
                        <a:rPr lang="en-US" sz="1200" u="none" strike="noStrike" cap="none" noProof="0">
                          <a:latin typeface="IBM Plex Sans"/>
                          <a:ea typeface="IBM Plex Sans"/>
                          <a:cs typeface="IBM Plex Sans"/>
                        </a:rPr>
                        <a:t> (e.g., </a:t>
                      </a:r>
                      <a:r>
                        <a:rPr lang="en-US" sz="1200" u="none" strike="noStrike" cap="none" noProof="0">
                          <a:latin typeface="IBM Plex Sans"/>
                          <a:ea typeface="IBM Plex Sans"/>
                          <a:cs typeface="IBM Plex Sans"/>
                          <a:sym typeface="IBM Plex Sans"/>
                        </a:rPr>
                        <a:t>Gemini or Perplexity</a:t>
                      </a:r>
                      <a:r>
                        <a:rPr lang="en-US" sz="1200" u="none" strike="noStrike" cap="none" noProof="0">
                          <a:latin typeface="IBM Plex Sans"/>
                          <a:ea typeface="IBM Plex Sans"/>
                          <a:cs typeface="IBM Plex Sans"/>
                        </a:rPr>
                        <a:t>),</a:t>
                      </a:r>
                      <a:r>
                        <a:rPr lang="en-US" sz="1200" u="none" strike="noStrike" cap="none" noProof="0">
                          <a:latin typeface="IBM Plex Sans"/>
                          <a:ea typeface="IBM Plex Sans"/>
                          <a:cs typeface="IBM Plex Sans"/>
                          <a:sym typeface="IBM Plex Sans"/>
                        </a:rPr>
                        <a:t> that access the web page</a:t>
                      </a:r>
                      <a:endParaRPr lang="en-US" sz="1400" u="none" strike="noStrike" cap="none" noProof="0">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538828">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dk1"/>
                          </a:solidFill>
                          <a:latin typeface="IBM Plex Sans"/>
                          <a:ea typeface="IBM Plex Sans"/>
                          <a:cs typeface="IBM Plex Sans"/>
                          <a:sym typeface="IBM Plex Sans"/>
                        </a:rPr>
                        <a:t>Browser Engine</a:t>
                      </a:r>
                      <a:endParaRPr lang="en-US" sz="1200" u="none" strike="noStrike" cap="none" noProof="0">
                        <a:solidFill>
                          <a:schemeClr val="dk1"/>
                        </a:solidFill>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chemeClr val="dk1"/>
                        </a:buClr>
                        <a:buSzPts val="600"/>
                        <a:buFont typeface="Arial"/>
                        <a:buNone/>
                      </a:pPr>
                      <a:r>
                        <a:rPr lang="en-US" sz="1200" u="none" strike="noStrike" cap="none" noProof="0">
                          <a:latin typeface="IBM Plex Sans"/>
                          <a:ea typeface="IBM Plex Sans"/>
                          <a:cs typeface="IBM Plex Sans"/>
                          <a:sym typeface="IBM Plex Sans"/>
                        </a:rPr>
                        <a:t>Built on the Chromium engine, ensuring compatibility with most Chrome extensions. It was developed </a:t>
                      </a:r>
                      <a:r>
                        <a:rPr lang="en-US" sz="1200" u="none" strike="noStrike" cap="none" noProof="0">
                          <a:latin typeface="IBM Plex Sans"/>
                          <a:ea typeface="IBM Plex Sans"/>
                          <a:cs typeface="IBM Plex Sans"/>
                        </a:rPr>
                        <a:t>with the OpenAI</a:t>
                      </a:r>
                      <a:r>
                        <a:rPr lang="en-US" sz="1200" u="none" strike="noStrike" cap="none" noProof="0">
                          <a:latin typeface="IBM Plex Sans"/>
                          <a:ea typeface="IBM Plex Sans"/>
                          <a:cs typeface="IBM Plex Sans"/>
                          <a:sym typeface="IBM Plex Sans"/>
                        </a:rPr>
                        <a:t> Web Layer (OWL), a </a:t>
                      </a:r>
                      <a:r>
                        <a:rPr lang="en-US" sz="1200" u="none" strike="noStrike" cap="none" noProof="0">
                          <a:latin typeface="IBM Plex Sans"/>
                          <a:ea typeface="IBM Plex Sans"/>
                          <a:cs typeface="IBM Plex Sans"/>
                        </a:rPr>
                        <a:t>new, customized</a:t>
                      </a:r>
                      <a:r>
                        <a:rPr lang="en-US" sz="1200" u="none" strike="noStrike" cap="none" noProof="0">
                          <a:latin typeface="IBM Plex Sans"/>
                          <a:ea typeface="IBM Plex Sans"/>
                          <a:cs typeface="IBM Plex Sans"/>
                          <a:sym typeface="IBM Plex Sans"/>
                        </a:rPr>
                        <a:t> architecture that decouples the UI from Chromium</a:t>
                      </a:r>
                      <a:endParaRPr lang="en-US" sz="1400" u="none" strike="noStrike" cap="none" noProof="0">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270" marR="0" lvl="0" indent="0" algn="l" rtl="0">
                        <a:lnSpc>
                          <a:spcPct val="100000"/>
                        </a:lnSpc>
                        <a:spcBef>
                          <a:spcPts val="0"/>
                        </a:spcBef>
                        <a:spcAft>
                          <a:spcPts val="0"/>
                        </a:spcAft>
                        <a:buClr>
                          <a:srgbClr val="000000"/>
                        </a:buClr>
                        <a:buSzPts val="1100"/>
                        <a:buFont typeface="Arial"/>
                        <a:buNone/>
                      </a:pPr>
                      <a:r>
                        <a:rPr lang="en-US" sz="1200" u="none" strike="noStrike" cap="none" noProof="0">
                          <a:latin typeface="IBM Plex Sans"/>
                          <a:ea typeface="IBM Plex Sans"/>
                          <a:cs typeface="IBM Plex Sans"/>
                          <a:sym typeface="IBM Plex Sans"/>
                        </a:rPr>
                        <a:t>Uses its own Gecko/Quantum browser engine, making it unique among major non-Apple browsers and an alternative to Google’s dominance</a:t>
                      </a:r>
                      <a:endParaRPr lang="en-US" sz="1400" u="none" strike="noStrike" cap="none" noProof="0">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3"/>
                  </a:ext>
                </a:extLst>
              </a:tr>
              <a:tr h="384880">
                <a:tc>
                  <a:txBody>
                    <a:bodyPr/>
                    <a:lstStyle/>
                    <a:p>
                      <a:pPr marL="0" marR="0" lvl="0" indent="0" algn="l"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ea typeface="IBM Plex Sans"/>
                          <a:cs typeface="IBM Plex Sans"/>
                          <a:sym typeface="IBM Plex Sans"/>
                        </a:rPr>
                        <a:t>Memory</a:t>
                      </a: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chemeClr val="dk1"/>
                        </a:buClr>
                        <a:buSzPts val="600"/>
                        <a:buFont typeface="Arial"/>
                        <a:buNone/>
                      </a:pPr>
                      <a:r>
                        <a:rPr lang="en-US" sz="1200" u="none" strike="noStrike" cap="none" noProof="0">
                          <a:latin typeface="IBM Plex Sans"/>
                          <a:ea typeface="IBM Plex Sans"/>
                          <a:cs typeface="IBM Plex Sans"/>
                          <a:sym typeface="IBM Plex Sans"/>
                        </a:rPr>
                        <a:t>Builds a persistent “memory” of browsing history and tasks to learn your workflow and provides continuity across sessions</a:t>
                      </a:r>
                      <a:endParaRPr lang="en-US" sz="1400" u="none" strike="noStrike" cap="none" noProof="0">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270" marR="0" lvl="0" indent="0" algn="l" rtl="0">
                        <a:lnSpc>
                          <a:spcPct val="100000"/>
                        </a:lnSpc>
                        <a:spcBef>
                          <a:spcPts val="0"/>
                        </a:spcBef>
                        <a:spcAft>
                          <a:spcPts val="0"/>
                        </a:spcAft>
                        <a:buClr>
                          <a:srgbClr val="000000"/>
                        </a:buClr>
                        <a:buSzPts val="1100"/>
                        <a:buFont typeface="Arial"/>
                        <a:buNone/>
                      </a:pPr>
                      <a:r>
                        <a:rPr lang="en-US" sz="1200" b="0" i="0" u="none" strike="noStrike" cap="none" noProof="0">
                          <a:solidFill>
                            <a:schemeClr val="dk1"/>
                          </a:solidFill>
                          <a:latin typeface="IBM Plex Sans"/>
                          <a:ea typeface="IBM Plex Sans"/>
                          <a:cs typeface="IBM Plex Sans"/>
                          <a:sym typeface="IBM Plex Sans"/>
                        </a:rPr>
                        <a:t>Does not have a built-in AI memory, </a:t>
                      </a:r>
                      <a:r>
                        <a:rPr lang="en-US" sz="1200" b="0" i="0" u="none" strike="noStrike" cap="none" noProof="0">
                          <a:solidFill>
                            <a:schemeClr val="dk1"/>
                          </a:solidFill>
                          <a:latin typeface="IBM Plex Sans"/>
                          <a:ea typeface="IBM Plex Sans"/>
                          <a:cs typeface="IBM Plex Sans"/>
                        </a:rPr>
                        <a:t>though</a:t>
                      </a:r>
                      <a:r>
                        <a:rPr lang="en-US" sz="1200" b="0" i="0" u="none" strike="noStrike" cap="none" noProof="0">
                          <a:solidFill>
                            <a:schemeClr val="dk1"/>
                          </a:solidFill>
                          <a:latin typeface="IBM Plex Sans"/>
                          <a:ea typeface="IBM Plex Sans"/>
                          <a:cs typeface="IBM Plex Sans"/>
                          <a:sym typeface="IBM Plex Sans"/>
                        </a:rPr>
                        <a:t> it offers features like bookmarking and syncing between devices</a:t>
                      </a:r>
                      <a:endParaRPr lang="en-US" sz="1400" u="none" strike="noStrike" cap="none" noProof="0">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4"/>
                  </a:ext>
                </a:extLst>
              </a:tr>
              <a:tr h="538828">
                <a:tc>
                  <a:txBody>
                    <a:bodyPr/>
                    <a:lstStyle/>
                    <a:p>
                      <a:pPr marL="0" marR="0" lvl="0" indent="0" algn="l"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ea typeface="IBM Plex Sans"/>
                          <a:cs typeface="IBM Plex Sans"/>
                          <a:sym typeface="IBM Plex Sans"/>
                        </a:rPr>
                        <a:t>Data Privacy</a:t>
                      </a: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chemeClr val="dk1"/>
                        </a:buClr>
                        <a:buSzPts val="600"/>
                        <a:buFont typeface="Arial"/>
                        <a:buNone/>
                      </a:pPr>
                      <a:r>
                        <a:rPr lang="en-US" sz="1200" u="none" strike="noStrike" cap="none" noProof="0">
                          <a:latin typeface="IBM Plex Sans"/>
                          <a:ea typeface="IBM Plex Sans"/>
                          <a:cs typeface="IBM Plex Sans"/>
                          <a:sym typeface="IBM Plex Sans"/>
                        </a:rPr>
                        <a:t>Offers clear privacy controls, </a:t>
                      </a:r>
                      <a:r>
                        <a:rPr lang="en-US" sz="1200" u="none" strike="noStrike" cap="none" noProof="0">
                          <a:latin typeface="IBM Plex Sans"/>
                          <a:ea typeface="IBM Plex Sans"/>
                          <a:cs typeface="IBM Plex Sans"/>
                        </a:rPr>
                        <a:t>including opting</a:t>
                      </a:r>
                      <a:r>
                        <a:rPr lang="en-US" sz="1200" u="none" strike="noStrike" cap="none" noProof="0">
                          <a:latin typeface="IBM Plex Sans"/>
                          <a:ea typeface="IBM Plex Sans"/>
                          <a:cs typeface="IBM Plex Sans"/>
                          <a:sym typeface="IBM Plex Sans"/>
                        </a:rPr>
                        <a:t> out of AI training and incognito mode, </a:t>
                      </a:r>
                      <a:r>
                        <a:rPr lang="en-US" sz="1200" u="none" strike="noStrike" cap="none" noProof="0">
                          <a:latin typeface="IBM Plex Sans"/>
                          <a:ea typeface="IBM Plex Sans"/>
                          <a:cs typeface="IBM Plex Sans"/>
                        </a:rPr>
                        <a:t>however, </a:t>
                      </a:r>
                      <a:r>
                        <a:rPr lang="en-US" sz="1200" u="none" strike="noStrike" cap="none" noProof="0">
                          <a:latin typeface="IBM Plex Sans"/>
                          <a:ea typeface="IBM Plex Sans"/>
                          <a:cs typeface="IBM Plex Sans"/>
                          <a:sym typeface="IBM Plex Sans"/>
                        </a:rPr>
                        <a:t>the AI layer processes page data for synthesis, which may concern some privacy advocates</a:t>
                      </a:r>
                      <a:endParaRPr lang="en-US" sz="1400" u="none" strike="noStrike" cap="none" noProof="0">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270" marR="0" lvl="0" indent="0" algn="l" rtl="0">
                        <a:lnSpc>
                          <a:spcPct val="100000"/>
                        </a:lnSpc>
                        <a:spcBef>
                          <a:spcPts val="0"/>
                        </a:spcBef>
                        <a:spcAft>
                          <a:spcPts val="0"/>
                        </a:spcAft>
                        <a:buClr>
                          <a:schemeClr val="dk1"/>
                        </a:buClr>
                        <a:buSzPts val="1100"/>
                        <a:buFont typeface="Arial"/>
                        <a:buNone/>
                      </a:pPr>
                      <a:r>
                        <a:rPr lang="en-US" sz="1200" b="0" i="0" u="none" strike="noStrike" cap="none" noProof="0">
                          <a:solidFill>
                            <a:schemeClr val="dk1"/>
                          </a:solidFill>
                          <a:latin typeface="IBM Plex Sans"/>
                          <a:ea typeface="IBM Plex Sans"/>
                          <a:cs typeface="IBM Plex Sans"/>
                          <a:sym typeface="IBM Plex Sans"/>
                        </a:rPr>
                        <a:t>Known for strong, built-in privacy features like robust ad and fingerprinting blocking, with a development focus on on-device, privacy-preserving AI</a:t>
                      </a:r>
                      <a:endParaRPr lang="en-US" sz="1400" u="none" strike="noStrike" cap="none" noProof="0">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5"/>
                  </a:ext>
                </a:extLst>
              </a:tr>
              <a:tr h="384880">
                <a:tc>
                  <a:txBody>
                    <a:bodyPr/>
                    <a:lstStyle/>
                    <a:p>
                      <a:pPr marL="0" marR="0" lvl="0" indent="0" algn="l"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ea typeface="IBM Plex Sans"/>
                          <a:cs typeface="IBM Plex Sans"/>
                          <a:sym typeface="IBM Plex Sans"/>
                        </a:rPr>
                        <a:t>Deployment</a:t>
                      </a: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chemeClr val="dk1"/>
                        </a:buClr>
                        <a:buSzPts val="600"/>
                        <a:buFont typeface="Arial"/>
                        <a:buNone/>
                      </a:pPr>
                      <a:r>
                        <a:rPr lang="en-US" sz="1200" u="none" strike="noStrike" cap="none" noProof="0">
                          <a:latin typeface="IBM Plex Sans"/>
                          <a:ea typeface="IBM Plex Sans"/>
                          <a:cs typeface="IBM Plex Sans"/>
                          <a:sym typeface="IBM Plex Sans"/>
                        </a:rPr>
                        <a:t>Only available as a dedicated application for macOS, with Windows and mobile versions planned</a:t>
                      </a:r>
                      <a:endParaRPr lang="en-US" sz="1400" u="none" strike="noStrike" cap="none" noProof="0">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1270" marR="0" lvl="0" indent="0" algn="l" rtl="0">
                        <a:lnSpc>
                          <a:spcPct val="100000"/>
                        </a:lnSpc>
                        <a:spcBef>
                          <a:spcPts val="0"/>
                        </a:spcBef>
                        <a:spcAft>
                          <a:spcPts val="0"/>
                        </a:spcAft>
                        <a:buClr>
                          <a:schemeClr val="dk1"/>
                        </a:buClr>
                        <a:buSzPts val="1100"/>
                        <a:buFont typeface="Arial"/>
                        <a:buNone/>
                      </a:pPr>
                      <a:r>
                        <a:rPr lang="en-US" sz="1200" b="0" i="0" u="none" strike="noStrike" cap="none" noProof="0">
                          <a:solidFill>
                            <a:schemeClr val="dk1"/>
                          </a:solidFill>
                          <a:latin typeface="IBM Plex Sans"/>
                          <a:ea typeface="IBM Plex Sans"/>
                          <a:cs typeface="IBM Plex Sans"/>
                          <a:sym typeface="IBM Plex Sans"/>
                        </a:rPr>
                        <a:t>Supports web-based deployment and is available across a wide range of platforms (desktop and mobile)</a:t>
                      </a:r>
                      <a:endParaRPr lang="en-US" sz="1400" u="none" strike="noStrike" cap="none" noProof="0">
                        <a:latin typeface="IBM Plex Sans"/>
                        <a:ea typeface="IBM Plex Sans"/>
                        <a:cs typeface="IBM Plex Sans"/>
                        <a:sym typeface="IBM Plex Sans"/>
                      </a:endParaRPr>
                    </a:p>
                  </a:txBody>
                  <a:tcPr marL="90000" marR="9000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6"/>
                  </a:ext>
                </a:extLst>
              </a:tr>
              <a:tr h="538828">
                <a:tc>
                  <a:txBody>
                    <a:bodyPr/>
                    <a:lstStyle/>
                    <a:p>
                      <a:pPr marL="0" marR="0" lvl="0" indent="0" algn="l" rtl="0">
                        <a:lnSpc>
                          <a:spcPct val="100000"/>
                        </a:lnSpc>
                        <a:spcBef>
                          <a:spcPts val="0"/>
                        </a:spcBef>
                        <a:spcAft>
                          <a:spcPts val="0"/>
                        </a:spcAft>
                        <a:buClr>
                          <a:srgbClr val="000000"/>
                        </a:buClr>
                        <a:buSzPts val="1200"/>
                        <a:buFont typeface="Arial"/>
                        <a:buNone/>
                      </a:pPr>
                      <a:r>
                        <a:rPr lang="en-US" sz="1200" b="1" i="0" u="none" strike="noStrike" cap="none" noProof="0">
                          <a:solidFill>
                            <a:schemeClr val="dk1"/>
                          </a:solidFill>
                          <a:latin typeface="IBM Plex Sans"/>
                          <a:ea typeface="IBM Plex Sans"/>
                          <a:cs typeface="IBM Plex Sans"/>
                          <a:sym typeface="IBM Plex Sans"/>
                        </a:rPr>
                        <a:t>Challenges</a:t>
                      </a:r>
                    </a:p>
                  </a:txBody>
                  <a:tcPr marL="90000" marR="90000" marT="45725" marB="457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l" rtl="0">
                        <a:lnSpc>
                          <a:spcPct val="100000"/>
                        </a:lnSpc>
                        <a:spcBef>
                          <a:spcPts val="0"/>
                        </a:spcBef>
                        <a:spcAft>
                          <a:spcPts val="0"/>
                        </a:spcAft>
                        <a:buClr>
                          <a:schemeClr val="dk1"/>
                        </a:buClr>
                        <a:buSzPts val="600"/>
                        <a:buFont typeface="Arial"/>
                        <a:buNone/>
                      </a:pPr>
                      <a:r>
                        <a:rPr lang="en-US" sz="1200" b="0" i="0" u="none" strike="noStrike" cap="none" noProof="0">
                          <a:solidFill>
                            <a:srgbClr val="000000"/>
                          </a:solidFill>
                          <a:latin typeface="IBM Plex Sans"/>
                          <a:sym typeface="Arial"/>
                        </a:rPr>
                        <a:t>Early-stage </a:t>
                      </a:r>
                      <a:r>
                        <a:rPr lang="en-US" sz="1200" b="0" i="0" u="none" strike="noStrike" cap="none" noProof="0">
                          <a:solidFill>
                            <a:srgbClr val="000000"/>
                          </a:solidFill>
                          <a:latin typeface="IBM Plex Sans"/>
                        </a:rPr>
                        <a:t>with limited</a:t>
                      </a:r>
                      <a:r>
                        <a:rPr lang="en-US" sz="1200" b="0" i="0" u="none" strike="noStrike" cap="none" noProof="0">
                          <a:solidFill>
                            <a:srgbClr val="000000"/>
                          </a:solidFill>
                          <a:latin typeface="IBM Plex Sans"/>
                          <a:sym typeface="Arial"/>
                        </a:rPr>
                        <a:t> availability</a:t>
                      </a:r>
                      <a:r>
                        <a:rPr lang="en-US" sz="1200" b="0" i="0" u="none" strike="noStrike" cap="none" noProof="0">
                          <a:solidFill>
                            <a:srgbClr val="000000"/>
                          </a:solidFill>
                          <a:latin typeface="IBM Plex Sans"/>
                        </a:rPr>
                        <a:t>;</a:t>
                      </a:r>
                      <a:r>
                        <a:rPr lang="en-US" sz="1200" b="0" i="0" u="none" strike="noStrike" cap="none" noProof="0">
                          <a:solidFill>
                            <a:srgbClr val="000000"/>
                          </a:solidFill>
                          <a:latin typeface="IBM Plex Sans"/>
                          <a:sym typeface="Arial"/>
                        </a:rPr>
                        <a:t> requires a paid ChatGPT </a:t>
                      </a:r>
                      <a:r>
                        <a:rPr lang="en-US" sz="1200" b="0" i="0" u="none" strike="noStrike" cap="none" noProof="0">
                          <a:solidFill>
                            <a:srgbClr val="000000"/>
                          </a:solidFill>
                          <a:latin typeface="IBM Plex Sans"/>
                        </a:rPr>
                        <a:t>subscription and has </a:t>
                      </a:r>
                      <a:r>
                        <a:rPr lang="en-US" sz="1200" b="0" i="0" u="none" strike="noStrike" cap="none" noProof="0">
                          <a:solidFill>
                            <a:srgbClr val="000000"/>
                          </a:solidFill>
                          <a:latin typeface="IBM Plex Sans"/>
                          <a:sym typeface="Arial"/>
                        </a:rPr>
                        <a:t>unproven user adoption, raising questions around scale, monetization sustainability, and privacy</a:t>
                      </a:r>
                      <a:endParaRPr lang="en-US" sz="1200" b="0" i="0" u="none" strike="noStrike" cap="none" noProof="0">
                        <a:solidFill>
                          <a:srgbClr val="000000"/>
                        </a:solidFill>
                        <a:latin typeface="IBM Plex Sans"/>
                        <a:ea typeface="IBM Plex Sans"/>
                        <a:cs typeface="IBM Plex Sans"/>
                        <a:sym typeface="IBM Plex Sans"/>
                      </a:endParaRPr>
                    </a:p>
                  </a:txBody>
                  <a:tcPr marL="90000" marR="90000" marT="45725" marB="457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1270" marR="0" lvl="0" indent="0" algn="l" rtl="0">
                        <a:lnSpc>
                          <a:spcPct val="100000"/>
                        </a:lnSpc>
                        <a:spcBef>
                          <a:spcPts val="0"/>
                        </a:spcBef>
                        <a:spcAft>
                          <a:spcPts val="0"/>
                        </a:spcAft>
                        <a:buClr>
                          <a:schemeClr val="dk1"/>
                        </a:buClr>
                        <a:buSzPts val="1100"/>
                        <a:buFont typeface="Arial"/>
                        <a:buNone/>
                      </a:pPr>
                      <a:r>
                        <a:rPr lang="en-US" sz="1200" b="0" i="0" u="none" strike="noStrike" cap="none" noProof="0" dirty="0">
                          <a:solidFill>
                            <a:srgbClr val="000000"/>
                          </a:solidFill>
                          <a:latin typeface="IBM Plex Sans"/>
                          <a:sym typeface="Arial"/>
                        </a:rPr>
                        <a:t>Lacks native, deeply integrated AI and agent-based workflows; AI remains secondary and fragmented, limiting competitiveness versus AI-native browsers despite strong privacy and cross-platform reach</a:t>
                      </a:r>
                      <a:endParaRPr lang="en-US" sz="1200" b="0" i="0" u="none" strike="noStrike" cap="none" noProof="0" dirty="0">
                        <a:solidFill>
                          <a:srgbClr val="000000"/>
                        </a:solidFill>
                        <a:latin typeface="IBM Plex Sans"/>
                        <a:ea typeface="IBM Plex Sans"/>
                        <a:cs typeface="IBM Plex Sans"/>
                        <a:sym typeface="IBM Plex Sans"/>
                      </a:endParaRPr>
                    </a:p>
                  </a:txBody>
                  <a:tcPr marL="90000" marR="90000" marT="45725" marB="457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34119029"/>
                  </a:ext>
                </a:extLst>
              </a:tr>
            </a:tbl>
          </a:graphicData>
        </a:graphic>
      </p:graphicFrame>
      <p:pic>
        <p:nvPicPr>
          <p:cNvPr id="1779" name="Google Shape;1779;g3b23322d595_2_821" descr="File:Firefox logo, 2019.png - Wikimedia Commons"/>
          <p:cNvPicPr preferRelativeResize="0"/>
          <p:nvPr/>
        </p:nvPicPr>
        <p:blipFill rotWithShape="1">
          <a:blip r:embed="rId8">
            <a:alphaModFix/>
          </a:blip>
          <a:srcRect/>
          <a:stretch/>
        </p:blipFill>
        <p:spPr>
          <a:xfrm>
            <a:off x="9023472" y="1285175"/>
            <a:ext cx="463486" cy="436836"/>
          </a:xfrm>
          <a:prstGeom prst="rect">
            <a:avLst/>
          </a:prstGeom>
          <a:noFill/>
          <a:ln>
            <a:noFill/>
          </a:ln>
        </p:spPr>
      </p:pic>
      <p:pic>
        <p:nvPicPr>
          <p:cNvPr id="1780" name="Google Shape;1780;g3b23322d595_2_821"/>
          <p:cNvPicPr preferRelativeResize="0"/>
          <p:nvPr/>
        </p:nvPicPr>
        <p:blipFill rotWithShape="1">
          <a:blip r:embed="rId9">
            <a:alphaModFix/>
          </a:blip>
          <a:srcRect/>
          <a:stretch/>
        </p:blipFill>
        <p:spPr>
          <a:xfrm>
            <a:off x="3931923" y="1285175"/>
            <a:ext cx="463832" cy="436837"/>
          </a:xfrm>
          <a:prstGeom prst="rect">
            <a:avLst/>
          </a:prstGeom>
          <a:noFill/>
          <a:ln>
            <a:noFill/>
          </a:ln>
        </p:spPr>
      </p:pic>
      <p:sp>
        <p:nvSpPr>
          <p:cNvPr id="5" name="CaixaDeTexto 4">
            <a:extLst>
              <a:ext uri="{FF2B5EF4-FFF2-40B4-BE49-F238E27FC236}">
                <a16:creationId xmlns:a16="http://schemas.microsoft.com/office/drawing/2014/main" id="{D6073A88-FADE-7DEF-838B-41C64CF3C162}"/>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ChatGPT/Atlas</a:t>
            </a:r>
          </a:p>
        </p:txBody>
      </p:sp>
    </p:spTree>
    <p:extLst>
      <p:ext uri="{BB962C8B-B14F-4D97-AF65-F5344CB8AC3E}">
        <p14:creationId xmlns:p14="http://schemas.microsoft.com/office/powerpoint/2010/main" val="218037499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2866"/>
        <p:cNvGrpSpPr/>
        <p:nvPr/>
      </p:nvGrpSpPr>
      <p:grpSpPr>
        <a:xfrm>
          <a:off x="0" y="0"/>
          <a:ext cx="0" cy="0"/>
          <a:chOff x="0" y="0"/>
          <a:chExt cx="0" cy="0"/>
        </a:xfrm>
      </p:grpSpPr>
      <p:graphicFrame>
        <p:nvGraphicFramePr>
          <p:cNvPr id="6" name="Gráfico 5">
            <a:extLst>
              <a:ext uri="{FF2B5EF4-FFF2-40B4-BE49-F238E27FC236}">
                <a16:creationId xmlns:a16="http://schemas.microsoft.com/office/drawing/2014/main" id="{548C7528-3E28-6E2A-C5BB-5A8A126E4227}"/>
              </a:ext>
            </a:extLst>
          </p:cNvPr>
          <p:cNvGraphicFramePr/>
          <p:nvPr>
            <p:extLst>
              <p:ext uri="{D42A27DB-BD31-4B8C-83A1-F6EECF244321}">
                <p14:modId xmlns:p14="http://schemas.microsoft.com/office/powerpoint/2010/main" val="1029866298"/>
              </p:ext>
            </p:extLst>
          </p:nvPr>
        </p:nvGraphicFramePr>
        <p:xfrm>
          <a:off x="346526" y="1933482"/>
          <a:ext cx="6740074" cy="3393987"/>
        </p:xfrm>
        <a:graphic>
          <a:graphicData uri="http://schemas.openxmlformats.org/drawingml/2006/chart">
            <c:chart xmlns:c="http://schemas.openxmlformats.org/drawingml/2006/chart" xmlns:r="http://schemas.openxmlformats.org/officeDocument/2006/relationships" r:id="rId3"/>
          </a:graphicData>
        </a:graphic>
      </p:graphicFrame>
      <p:sp>
        <p:nvSpPr>
          <p:cNvPr id="2867" name="Google Shape;2867;g3b23322d595_2_1884"/>
          <p:cNvSpPr txBox="1">
            <a:spLocks noGrp="1"/>
          </p:cNvSpPr>
          <p:nvPr>
            <p:ph type="body" idx="1"/>
          </p:nvPr>
        </p:nvSpPr>
        <p:spPr>
          <a:xfrm>
            <a:off x="472644" y="509815"/>
            <a:ext cx="11377246" cy="720197"/>
          </a:xfrm>
          <a:prstGeom prst="rect">
            <a:avLst/>
          </a:prstGeom>
          <a:noFill/>
          <a:ln>
            <a:noFill/>
          </a:ln>
        </p:spPr>
        <p:txBody>
          <a:bodyPr spcFirstLastPara="1" wrap="square" lIns="0" tIns="0" rIns="0" bIns="0" anchor="t" anchorCtr="0">
            <a:spAutoFit/>
          </a:bodyPr>
          <a:lstStyle/>
          <a:p>
            <a:pPr marL="0" indent="0">
              <a:spcBef>
                <a:spcPts val="0"/>
              </a:spcBef>
              <a:buSzPts val="1800"/>
              <a:buNone/>
            </a:pPr>
            <a:r>
              <a:rPr lang="en-US" sz="2600" b="0" noProof="0">
                <a:solidFill>
                  <a:schemeClr val="dk1"/>
                </a:solidFill>
                <a:latin typeface="IBM Plex Sans"/>
                <a:ea typeface="IBM Plex Sans"/>
                <a:cs typeface="IBM Plex Sans"/>
                <a:sym typeface="IBM Plex Sans"/>
              </a:rPr>
              <a:t>ChatGPT’s timeline: how conversational AI is being systematically integrated into search and tasks to strengthen its platform position</a:t>
            </a:r>
          </a:p>
        </p:txBody>
      </p:sp>
      <p:sp>
        <p:nvSpPr>
          <p:cNvPr id="2868" name="Google Shape;2868;g3b23322d595_2_1884"/>
          <p:cNvSpPr txBox="1"/>
          <p:nvPr/>
        </p:nvSpPr>
        <p:spPr>
          <a:xfrm>
            <a:off x="395653" y="6316092"/>
            <a:ext cx="10259639" cy="215444"/>
          </a:xfrm>
          <a:prstGeom prst="rect">
            <a:avLst/>
          </a:prstGeom>
          <a:noFill/>
          <a:ln>
            <a:noFill/>
          </a:ln>
        </p:spPr>
        <p:txBody>
          <a:bodyPr spcFirstLastPara="1" wrap="square" lIns="0" tIns="0" rIns="0" bIns="0" anchor="t" anchorCtr="0">
            <a:spAutoFit/>
          </a:bodyPr>
          <a:lstStyle/>
          <a:p>
            <a:pPr lvl="0">
              <a:buSzPts val="600"/>
            </a:pPr>
            <a:r>
              <a:rPr lang="en-US" sz="700" b="0" i="0" u="none" strike="noStrike" cap="none" noProof="0">
                <a:solidFill>
                  <a:srgbClr val="7F7F7F"/>
                </a:solidFill>
                <a:latin typeface="IBM Plex Sans"/>
                <a:ea typeface="Calibri"/>
                <a:cs typeface="Calibri"/>
                <a:sym typeface="Calibri"/>
              </a:rPr>
              <a:t>Sources: (1) </a:t>
            </a:r>
            <a:r>
              <a:rPr lang="en-US" sz="700" b="0" i="0" u="none" strike="noStrike" cap="none" noProof="0">
                <a:solidFill>
                  <a:srgbClr val="7F7F7F"/>
                </a:solidFill>
                <a:latin typeface="IBM Plex Sans"/>
                <a:ea typeface="Calibri"/>
                <a:cs typeface="Calibri"/>
                <a:sym typeface="Calibri"/>
                <a:hlinkClick r:id="rId4">
                  <a:extLst>
                    <a:ext uri="{A12FA001-AC4F-418D-AE19-62706E023703}">
                      <ahyp:hlinkClr xmlns:ahyp="http://schemas.microsoft.com/office/drawing/2018/hyperlinkcolor" val="tx"/>
                    </a:ext>
                  </a:extLst>
                </a:hlinkClick>
              </a:rPr>
              <a:t>OpenAI 2022</a:t>
            </a:r>
            <a:r>
              <a:rPr lang="en-US" sz="700" b="0" i="0" u="none" strike="noStrike" cap="none" noProof="0">
                <a:solidFill>
                  <a:srgbClr val="7F7F7F"/>
                </a:solidFill>
                <a:latin typeface="IBM Plex Sans"/>
                <a:ea typeface="Calibri"/>
                <a:cs typeface="Calibri"/>
                <a:sym typeface="Calibri"/>
              </a:rPr>
              <a:t>, (2) </a:t>
            </a:r>
            <a:r>
              <a:rPr lang="en-US" sz="700" b="0" i="0" u="none" strike="noStrike" cap="none" noProof="0">
                <a:solidFill>
                  <a:srgbClr val="7F7F7F"/>
                </a:solidFill>
                <a:latin typeface="IBM Plex Sans"/>
                <a:ea typeface="Calibri"/>
                <a:cs typeface="Calibri"/>
                <a:sym typeface="Calibri"/>
                <a:hlinkClick r:id="rId5">
                  <a:extLst>
                    <a:ext uri="{A12FA001-AC4F-418D-AE19-62706E023703}">
                      <ahyp:hlinkClr xmlns:ahyp="http://schemas.microsoft.com/office/drawing/2018/hyperlinkcolor" val="tx"/>
                    </a:ext>
                  </a:extLst>
                </a:hlinkClick>
              </a:rPr>
              <a:t>Reuters 2023</a:t>
            </a:r>
            <a:r>
              <a:rPr lang="en-US" sz="700" b="0" i="0" u="none" strike="noStrike" cap="none" noProof="0">
                <a:solidFill>
                  <a:srgbClr val="7F7F7F"/>
                </a:solidFill>
                <a:latin typeface="IBM Plex Sans"/>
                <a:ea typeface="Calibri"/>
                <a:cs typeface="Calibri"/>
                <a:sym typeface="Calibri"/>
              </a:rPr>
              <a:t>, (3) </a:t>
            </a:r>
            <a:r>
              <a:rPr lang="en-US" sz="700" b="0" i="0" u="none" strike="noStrike" cap="none" noProof="0">
                <a:solidFill>
                  <a:srgbClr val="7F7F7F"/>
                </a:solidFill>
                <a:latin typeface="IBM Plex Sans"/>
                <a:ea typeface="Calibri"/>
                <a:cs typeface="Calibri"/>
                <a:sym typeface="Calibri"/>
                <a:hlinkClick r:id="rId6">
                  <a:extLst>
                    <a:ext uri="{A12FA001-AC4F-418D-AE19-62706E023703}">
                      <ahyp:hlinkClr xmlns:ahyp="http://schemas.microsoft.com/office/drawing/2018/hyperlinkcolor" val="tx"/>
                    </a:ext>
                  </a:extLst>
                </a:hlinkClick>
              </a:rPr>
              <a:t>Reuters 2024</a:t>
            </a:r>
            <a:r>
              <a:rPr lang="en-US" sz="700" b="0" i="0" u="none" strike="noStrike" cap="none" noProof="0">
                <a:solidFill>
                  <a:srgbClr val="7F7F7F"/>
                </a:solidFill>
                <a:latin typeface="IBM Plex Sans"/>
                <a:ea typeface="Calibri"/>
                <a:cs typeface="Calibri"/>
                <a:sym typeface="Calibri"/>
              </a:rPr>
              <a:t>, (4) </a:t>
            </a:r>
            <a:r>
              <a:rPr lang="en-US" sz="700" b="0" i="0" u="none" strike="noStrike" cap="none" noProof="0">
                <a:solidFill>
                  <a:srgbClr val="7F7F7F"/>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The Verge 2024</a:t>
            </a:r>
            <a:r>
              <a:rPr lang="en-US" sz="700" b="0" i="0" u="none" strike="noStrike" cap="none" noProof="0">
                <a:solidFill>
                  <a:srgbClr val="7F7F7F"/>
                </a:solidFill>
                <a:latin typeface="IBM Plex Sans"/>
                <a:ea typeface="Calibri"/>
                <a:cs typeface="Calibri"/>
                <a:sym typeface="Calibri"/>
              </a:rPr>
              <a:t>, (5) </a:t>
            </a:r>
            <a:r>
              <a:rPr lang="en-US" sz="700" b="0" i="0" u="none" strike="noStrike" cap="none" noProof="0">
                <a:solidFill>
                  <a:srgbClr val="7F7F7F"/>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Reuters 2025</a:t>
            </a:r>
            <a:r>
              <a:rPr lang="en-US" sz="700" b="0" i="0" u="none" strike="noStrike" cap="none" noProof="0">
                <a:solidFill>
                  <a:srgbClr val="7F7F7F"/>
                </a:solidFill>
                <a:latin typeface="IBM Plex Sans"/>
                <a:ea typeface="Calibri"/>
                <a:cs typeface="Calibri"/>
                <a:sym typeface="Calibri"/>
              </a:rPr>
              <a:t>, (6) </a:t>
            </a:r>
            <a:r>
              <a:rPr lang="en-US" sz="700" b="0" i="0" u="none" strike="noStrike" cap="none" noProof="0">
                <a:solidFill>
                  <a:srgbClr val="7F7F7F"/>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CDN 2025</a:t>
            </a:r>
            <a:r>
              <a:rPr lang="en-US" sz="700" b="0" i="0" u="none" strike="noStrike" cap="none" noProof="0">
                <a:solidFill>
                  <a:srgbClr val="7F7F7F"/>
                </a:solidFill>
                <a:latin typeface="IBM Plex Sans"/>
                <a:ea typeface="Calibri"/>
                <a:cs typeface="Calibri"/>
                <a:sym typeface="Calibri"/>
              </a:rPr>
              <a:t>,  (7) </a:t>
            </a:r>
            <a:r>
              <a:rPr lang="en-US" sz="700" b="0" i="0" u="none" strike="noStrike" cap="none" noProof="0">
                <a:solidFill>
                  <a:srgbClr val="7F7F7F"/>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Business Insider 2025</a:t>
            </a:r>
            <a:r>
              <a:rPr lang="en-US" sz="700" b="0" i="0" u="none" strike="noStrike" cap="none" noProof="0">
                <a:solidFill>
                  <a:srgbClr val="7F7F7F"/>
                </a:solidFill>
                <a:latin typeface="IBM Plex Sans"/>
                <a:ea typeface="Calibri"/>
                <a:cs typeface="Calibri"/>
                <a:sym typeface="Calibri"/>
              </a:rPr>
              <a:t>, (8) </a:t>
            </a:r>
            <a:r>
              <a:rPr lang="en-US" sz="700" b="0" i="0" u="none" strike="noStrike" cap="none" noProof="0">
                <a:solidFill>
                  <a:srgbClr val="7F7F7F"/>
                </a:solidFill>
                <a:latin typeface="IBM Plex Sans"/>
                <a:ea typeface="Calibri"/>
                <a:cs typeface="Calibri"/>
                <a:sym typeface="Calibri"/>
                <a:hlinkClick r:id="rId11">
                  <a:extLst>
                    <a:ext uri="{A12FA001-AC4F-418D-AE19-62706E023703}">
                      <ahyp:hlinkClr xmlns:ahyp="http://schemas.microsoft.com/office/drawing/2018/hyperlinkcolor" val="tx"/>
                    </a:ext>
                  </a:extLst>
                </a:hlinkClick>
              </a:rPr>
              <a:t>OpenAI 2026</a:t>
            </a:r>
            <a:r>
              <a:rPr lang="en-US" sz="700" b="0" i="0" u="none" strike="noStrike" cap="none" noProof="0">
                <a:solidFill>
                  <a:srgbClr val="7F7F7F"/>
                </a:solidFill>
                <a:latin typeface="IBM Plex Sans"/>
                <a:ea typeface="Calibri"/>
                <a:cs typeface="Calibri"/>
                <a:sym typeface="Calibri"/>
              </a:rPr>
              <a:t>, (9) </a:t>
            </a:r>
            <a:r>
              <a:rPr lang="en-US" sz="700" b="0" i="0" u="none" strike="noStrike" cap="none" noProof="0">
                <a:solidFill>
                  <a:srgbClr val="7F7F7F"/>
                </a:solidFill>
                <a:latin typeface="IBM Plex Sans"/>
                <a:ea typeface="Calibri"/>
                <a:cs typeface="Calibri"/>
                <a:sym typeface="Calibri"/>
                <a:hlinkClick r:id="rId11">
                  <a:extLst>
                    <a:ext uri="{A12FA001-AC4F-418D-AE19-62706E023703}">
                      <ahyp:hlinkClr xmlns:ahyp="http://schemas.microsoft.com/office/drawing/2018/hyperlinkcolor" val="tx"/>
                    </a:ext>
                  </a:extLst>
                </a:hlinkClick>
              </a:rPr>
              <a:t>OpenAI</a:t>
            </a:r>
            <a:r>
              <a:rPr lang="en-US" sz="700" b="0" i="0" u="none" strike="noStrike" cap="none" noProof="0">
                <a:solidFill>
                  <a:srgbClr val="7F7F7F"/>
                </a:solidFill>
                <a:latin typeface="IBM Plex Sans"/>
                <a:ea typeface="Calibri"/>
                <a:cs typeface="Calibri"/>
                <a:sym typeface="Calibri"/>
              </a:rPr>
              <a:t>, (10) </a:t>
            </a:r>
            <a:r>
              <a:rPr lang="en-US" sz="700" b="0" i="0" u="none" strike="noStrike" cap="none" noProof="0">
                <a:solidFill>
                  <a:srgbClr val="7F7F7F"/>
                </a:solidFill>
                <a:latin typeface="IBM Plex Sans"/>
                <a:ea typeface="Calibri"/>
                <a:cs typeface="Calibri"/>
                <a:sym typeface="Calibri"/>
                <a:hlinkClick r:id="rId12">
                  <a:extLst>
                    <a:ext uri="{A12FA001-AC4F-418D-AE19-62706E023703}">
                      <ahyp:hlinkClr xmlns:ahyp="http://schemas.microsoft.com/office/drawing/2018/hyperlinkcolor" val="tx"/>
                    </a:ext>
                  </a:extLst>
                </a:hlinkClick>
              </a:rPr>
              <a:t>New York Times</a:t>
            </a:r>
            <a:r>
              <a:rPr lang="en-US" sz="700" b="0" i="0" u="none" strike="noStrike" cap="none" noProof="0">
                <a:solidFill>
                  <a:srgbClr val="7F7F7F"/>
                </a:solidFill>
                <a:latin typeface="IBM Plex Sans"/>
                <a:ea typeface="Calibri"/>
                <a:cs typeface="Calibri"/>
                <a:sym typeface="Calibri"/>
              </a:rPr>
              <a:t>, (11) </a:t>
            </a:r>
            <a:r>
              <a:rPr lang="en-US" sz="700" b="0" i="0" u="none" strike="noStrike" cap="none" noProof="0">
                <a:solidFill>
                  <a:srgbClr val="7F7F7F"/>
                </a:solidFill>
                <a:latin typeface="IBM Plex Sans"/>
                <a:ea typeface="Calibri"/>
                <a:cs typeface="Calibri"/>
                <a:sym typeface="Calibri"/>
                <a:hlinkClick r:id="rId13">
                  <a:extLst>
                    <a:ext uri="{A12FA001-AC4F-418D-AE19-62706E023703}">
                      <ahyp:hlinkClr xmlns:ahyp="http://schemas.microsoft.com/office/drawing/2018/hyperlinkcolor" val="tx"/>
                    </a:ext>
                  </a:extLst>
                </a:hlinkClick>
              </a:rPr>
              <a:t>OpenAI GPTs</a:t>
            </a:r>
            <a:r>
              <a:rPr lang="en-US" sz="700" b="0" i="0" u="none" strike="noStrike" cap="none" noProof="0">
                <a:solidFill>
                  <a:srgbClr val="7F7F7F"/>
                </a:solidFill>
                <a:latin typeface="IBM Plex Sans"/>
                <a:ea typeface="Calibri"/>
                <a:cs typeface="Calibri"/>
                <a:sym typeface="Calibri"/>
              </a:rPr>
              <a:t>, (12) </a:t>
            </a:r>
            <a:r>
              <a:rPr lang="en-US" sz="700" b="0" i="0" u="none" strike="noStrike" cap="none" noProof="0">
                <a:solidFill>
                  <a:srgbClr val="7F7F7F"/>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OpenAI </a:t>
            </a:r>
            <a:r>
              <a:rPr lang="en-US" sz="700" b="0" i="0" u="none" strike="noStrike" cap="none" noProof="0" err="1">
                <a:solidFill>
                  <a:srgbClr val="7F7F7F"/>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SearchGPT</a:t>
            </a:r>
            <a:r>
              <a:rPr lang="en-US" sz="700" b="0" i="0" u="none" strike="noStrike" cap="none" noProof="0">
                <a:solidFill>
                  <a:srgbClr val="7F7F7F"/>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 Jul 2024</a:t>
            </a:r>
            <a:r>
              <a:rPr lang="en-US" sz="700" b="0" i="0" u="none" strike="noStrike" cap="none" noProof="0">
                <a:solidFill>
                  <a:srgbClr val="7F7F7F"/>
                </a:solidFill>
                <a:latin typeface="IBM Plex Sans"/>
                <a:ea typeface="Calibri"/>
                <a:cs typeface="Calibri"/>
                <a:sym typeface="Calibri"/>
              </a:rPr>
              <a:t>, (13) </a:t>
            </a:r>
            <a:r>
              <a:rPr lang="en-US" sz="700" b="0" i="0" u="none" strike="noStrike" cap="none" noProof="0">
                <a:solidFill>
                  <a:srgbClr val="7F7F7F"/>
                </a:solidFill>
                <a:latin typeface="IBM Plex Sans"/>
                <a:ea typeface="Calibri"/>
                <a:cs typeface="Calibri"/>
                <a:sym typeface="Calibri"/>
                <a:hlinkClick r:id="rId15">
                  <a:extLst>
                    <a:ext uri="{A12FA001-AC4F-418D-AE19-62706E023703}">
                      <ahyp:hlinkClr xmlns:ahyp="http://schemas.microsoft.com/office/drawing/2018/hyperlinkcolor" val="tx"/>
                    </a:ext>
                  </a:extLst>
                </a:hlinkClick>
              </a:rPr>
              <a:t>OpenAI Search GPT Oct 2024</a:t>
            </a:r>
            <a:endParaRPr lang="en-US" sz="700" b="0" i="0" u="none" strike="noStrike" cap="none" noProof="0">
              <a:solidFill>
                <a:srgbClr val="7F7F7F"/>
              </a:solidFill>
              <a:latin typeface="IBM Plex Sans"/>
              <a:ea typeface="Calibri"/>
              <a:cs typeface="Calibri"/>
            </a:endParaRPr>
          </a:p>
        </p:txBody>
      </p:sp>
      <p:sp>
        <p:nvSpPr>
          <p:cNvPr id="2869" name="Google Shape;2869;g3b23322d595_2_1884"/>
          <p:cNvSpPr txBox="1"/>
          <p:nvPr/>
        </p:nvSpPr>
        <p:spPr>
          <a:xfrm>
            <a:off x="395654" y="5756940"/>
            <a:ext cx="11377246" cy="446764"/>
          </a:xfrm>
          <a:prstGeom prst="rect">
            <a:avLst/>
          </a:prstGeom>
          <a:solidFill>
            <a:srgbClr val="00B050">
              <a:alpha val="48235"/>
            </a:srgbClr>
          </a:solidFill>
          <a:ln>
            <a:noFill/>
          </a:ln>
        </p:spPr>
        <p:txBody>
          <a:bodyPr spcFirstLastPara="1" wrap="square" lIns="91425" tIns="45700" rIns="91425" bIns="45700" anchor="ctr" anchorCtr="0">
            <a:noAutofit/>
          </a:bodyPr>
          <a:lstStyle/>
          <a:p>
            <a:pPr lvl="0" algn="ctr">
              <a:buClr>
                <a:schemeClr val="dk1"/>
              </a:buClr>
              <a:buSzPts val="1600"/>
            </a:pPr>
            <a:r>
              <a:rPr lang="en-US" b="1" noProof="0">
                <a:solidFill>
                  <a:schemeClr val="dk1"/>
                </a:solidFill>
                <a:latin typeface="IBM Plex Sans"/>
              </a:rPr>
              <a:t>By expanding use cases beyond search, ChatGPT is positioning itself as a multi-purpose platform increasingly rivaling traditional search engines</a:t>
            </a:r>
            <a:endParaRPr lang="en-US" b="1" noProof="0">
              <a:solidFill>
                <a:schemeClr val="dk1"/>
              </a:solidFill>
              <a:latin typeface="IBM Plex Sans"/>
              <a:sym typeface="IBM Plex Sans"/>
            </a:endParaRPr>
          </a:p>
        </p:txBody>
      </p:sp>
      <p:sp>
        <p:nvSpPr>
          <p:cNvPr id="2873" name="Google Shape;2873;g3b23322d595_2_1884"/>
          <p:cNvSpPr txBox="1"/>
          <p:nvPr/>
        </p:nvSpPr>
        <p:spPr>
          <a:xfrm>
            <a:off x="514321" y="3628809"/>
            <a:ext cx="1302685" cy="89325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100" b="1" i="0" u="none" strike="noStrike" cap="none" noProof="0">
                <a:solidFill>
                  <a:srgbClr val="000000"/>
                </a:solidFill>
                <a:latin typeface="IBM Plex Sans"/>
                <a:ea typeface="IBM Plex Sans"/>
                <a:cs typeface="IBM Plex Sans"/>
                <a:sym typeface="IBM Plex Sans"/>
              </a:rPr>
              <a:t>Nov 30, 2022</a:t>
            </a:r>
            <a:endParaRPr lang="en-US" sz="1100" b="0" i="0" u="none" strike="noStrike" cap="none" noProof="0">
              <a:solidFill>
                <a:srgbClr val="000000"/>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r>
              <a:rPr lang="en-US" sz="1100" b="0" i="0" u="none" strike="noStrike" cap="none" noProof="0">
                <a:solidFill>
                  <a:srgbClr val="000000"/>
                </a:solidFill>
                <a:latin typeface="IBM Plex Sans"/>
                <a:ea typeface="IBM Plex Sans"/>
                <a:cs typeface="IBM Plex Sans"/>
                <a:sym typeface="IBM Plex Sans"/>
              </a:rPr>
              <a:t>ChatGPT (GPT-3.5) Public Launch</a:t>
            </a:r>
          </a:p>
        </p:txBody>
      </p:sp>
      <p:sp>
        <p:nvSpPr>
          <p:cNvPr id="2879" name="Google Shape;2879;g3b23322d595_2_1884"/>
          <p:cNvSpPr txBox="1"/>
          <p:nvPr/>
        </p:nvSpPr>
        <p:spPr>
          <a:xfrm>
            <a:off x="2195563" y="2754291"/>
            <a:ext cx="1437029" cy="89325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100" b="1" i="0" u="none" strike="noStrike" cap="none" noProof="0">
                <a:solidFill>
                  <a:srgbClr val="000000"/>
                </a:solidFill>
                <a:latin typeface="IBM Plex Sans"/>
                <a:ea typeface="IBM Plex Sans"/>
                <a:cs typeface="IBM Plex Sans"/>
                <a:sym typeface="IBM Plex Sans"/>
              </a:rPr>
              <a:t>Jul 26, 2024</a:t>
            </a:r>
            <a:endParaRPr lang="en-US" sz="1100" b="0" i="0" u="none" strike="noStrike" cap="none" noProof="0">
              <a:solidFill>
                <a:srgbClr val="000000"/>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r>
              <a:rPr lang="en-US" sz="1100" b="0" i="0" u="none" strike="noStrike" cap="none" noProof="0">
                <a:solidFill>
                  <a:srgbClr val="000000"/>
                </a:solidFill>
                <a:latin typeface="IBM Plex Sans"/>
                <a:ea typeface="IBM Plex Sans"/>
                <a:cs typeface="IBM Plex Sans"/>
                <a:sym typeface="IBM Plex Sans"/>
              </a:rPr>
              <a:t>ChatGPT Search (</a:t>
            </a:r>
            <a:r>
              <a:rPr lang="en-US" sz="1100" b="0" i="0" u="none" strike="noStrike" cap="none" noProof="0" err="1">
                <a:solidFill>
                  <a:srgbClr val="000000"/>
                </a:solidFill>
                <a:latin typeface="IBM Plex Sans"/>
                <a:ea typeface="IBM Plex Sans"/>
                <a:cs typeface="IBM Plex Sans"/>
                <a:sym typeface="IBM Plex Sans"/>
              </a:rPr>
              <a:t>SearchGPT</a:t>
            </a:r>
            <a:r>
              <a:rPr lang="en-US" sz="1100" b="0" i="0" u="none" strike="noStrike" cap="none" noProof="0">
                <a:solidFill>
                  <a:srgbClr val="000000"/>
                </a:solidFill>
                <a:latin typeface="IBM Plex Sans"/>
                <a:ea typeface="IBM Plex Sans"/>
                <a:cs typeface="IBM Plex Sans"/>
                <a:sym typeface="IBM Plex Sans"/>
              </a:rPr>
              <a:t>) launched to a limited test group</a:t>
            </a:r>
            <a:r>
              <a:rPr lang="en-US" sz="1100" b="0" i="0" u="none" strike="noStrike" cap="none" baseline="30000" noProof="0">
                <a:solidFill>
                  <a:srgbClr val="000000"/>
                </a:solidFill>
                <a:latin typeface="IBM Plex Sans"/>
                <a:ea typeface="IBM Plex Sans"/>
                <a:cs typeface="IBM Plex Sans"/>
                <a:sym typeface="IBM Plex Sans"/>
              </a:rPr>
              <a:t>12</a:t>
            </a:r>
          </a:p>
        </p:txBody>
      </p:sp>
      <p:sp>
        <p:nvSpPr>
          <p:cNvPr id="2881" name="Google Shape;2881;g3b23322d595_2_1884"/>
          <p:cNvSpPr txBox="1"/>
          <p:nvPr/>
        </p:nvSpPr>
        <p:spPr>
          <a:xfrm>
            <a:off x="3139309" y="4103709"/>
            <a:ext cx="1302685" cy="89325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100" b="1" i="0" u="none" strike="noStrike" cap="none" noProof="0">
                <a:solidFill>
                  <a:srgbClr val="000000"/>
                </a:solidFill>
                <a:latin typeface="IBM Plex Sans"/>
                <a:ea typeface="IBM Plex Sans"/>
                <a:cs typeface="IBM Plex Sans"/>
                <a:sym typeface="IBM Plex Sans"/>
              </a:rPr>
              <a:t>Dec 16, 2024</a:t>
            </a:r>
            <a:endParaRPr lang="en-US" sz="1100" b="0" i="0" u="none" strike="noStrike" cap="none" noProof="0">
              <a:solidFill>
                <a:srgbClr val="000000"/>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r>
              <a:rPr lang="en-US" sz="1100" b="0" i="0" u="none" strike="noStrike" cap="none" noProof="0">
                <a:solidFill>
                  <a:srgbClr val="000000"/>
                </a:solidFill>
                <a:latin typeface="IBM Plex Sans"/>
                <a:ea typeface="IBM Plex Sans"/>
                <a:cs typeface="IBM Plex Sans"/>
                <a:sym typeface="IBM Plex Sans"/>
              </a:rPr>
              <a:t>ChatGPT Search rolled out broadly to users</a:t>
            </a:r>
            <a:r>
              <a:rPr lang="en-US" sz="1100" b="0" i="0" u="none" strike="noStrike" cap="none" baseline="30000" noProof="0">
                <a:solidFill>
                  <a:srgbClr val="000000"/>
                </a:solidFill>
                <a:latin typeface="IBM Plex Sans"/>
                <a:ea typeface="IBM Plex Sans"/>
                <a:cs typeface="IBM Plex Sans"/>
                <a:sym typeface="IBM Plex Sans"/>
              </a:rPr>
              <a:t>13</a:t>
            </a:r>
          </a:p>
        </p:txBody>
      </p:sp>
      <p:sp>
        <p:nvSpPr>
          <p:cNvPr id="2882" name="Google Shape;2882;g3b23322d595_2_1884"/>
          <p:cNvSpPr txBox="1"/>
          <p:nvPr/>
        </p:nvSpPr>
        <p:spPr>
          <a:xfrm>
            <a:off x="5804022" y="2833402"/>
            <a:ext cx="1274035" cy="89325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100" b="1" i="0" u="none" strike="noStrike" cap="none" noProof="0">
                <a:solidFill>
                  <a:srgbClr val="000000"/>
                </a:solidFill>
                <a:latin typeface="IBM Plex Sans"/>
                <a:ea typeface="IBM Plex Sans"/>
                <a:cs typeface="IBM Plex Sans"/>
                <a:sym typeface="IBM Plex Sans"/>
              </a:rPr>
              <a:t>2026 (expected)</a:t>
            </a:r>
            <a:endParaRPr lang="en-US" sz="1100" b="0" i="0" u="none" strike="noStrike" cap="none" noProof="0">
              <a:solidFill>
                <a:srgbClr val="000000"/>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r>
              <a:rPr lang="en-US" sz="1100" b="0" i="0" u="none" strike="noStrike" cap="none" noProof="0">
                <a:solidFill>
                  <a:srgbClr val="000000"/>
                </a:solidFill>
                <a:latin typeface="IBM Plex Sans"/>
                <a:ea typeface="IBM Plex Sans"/>
                <a:cs typeface="IBM Plex Sans"/>
                <a:sym typeface="IBM Plex Sans"/>
              </a:rPr>
              <a:t>ChatGPT Advertising launch (announced)</a:t>
            </a:r>
          </a:p>
        </p:txBody>
      </p:sp>
      <p:sp>
        <p:nvSpPr>
          <p:cNvPr id="2883" name="Google Shape;2883;g3b23322d595_2_1884"/>
          <p:cNvSpPr txBox="1"/>
          <p:nvPr/>
        </p:nvSpPr>
        <p:spPr>
          <a:xfrm>
            <a:off x="4342633" y="2209037"/>
            <a:ext cx="1086214" cy="89325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100" b="1" i="0" u="none" strike="noStrike" cap="none" noProof="0">
                <a:solidFill>
                  <a:srgbClr val="000000"/>
                </a:solidFill>
                <a:latin typeface="IBM Plex Sans"/>
                <a:ea typeface="IBM Plex Sans"/>
                <a:cs typeface="IBM Plex Sans"/>
                <a:sym typeface="IBM Plex Sans"/>
              </a:rPr>
              <a:t>2025</a:t>
            </a:r>
            <a:endParaRPr lang="en-US" sz="1100" b="0" i="0" u="none" strike="noStrike" cap="none" noProof="0">
              <a:solidFill>
                <a:srgbClr val="000000"/>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r>
              <a:rPr lang="en-US" sz="1100" b="0" i="0" u="none" strike="noStrike" cap="none" noProof="0">
                <a:solidFill>
                  <a:srgbClr val="000000"/>
                </a:solidFill>
                <a:latin typeface="IBM Plex Sans"/>
                <a:ea typeface="IBM Plex Sans"/>
                <a:cs typeface="IBM Plex Sans"/>
                <a:sym typeface="IBM Plex Sans"/>
              </a:rPr>
              <a:t>ChatGPT user base and traffic growth</a:t>
            </a:r>
          </a:p>
        </p:txBody>
      </p:sp>
      <p:sp>
        <p:nvSpPr>
          <p:cNvPr id="5" name="Google Shape;647;g3b2110f3d24_0_132">
            <a:extLst>
              <a:ext uri="{FF2B5EF4-FFF2-40B4-BE49-F238E27FC236}">
                <a16:creationId xmlns:a16="http://schemas.microsoft.com/office/drawing/2014/main" id="{0501C376-E02D-8741-3945-4A01E8944915}"/>
              </a:ext>
            </a:extLst>
          </p:cNvPr>
          <p:cNvSpPr txBox="1">
            <a:spLocks/>
          </p:cNvSpPr>
          <p:nvPr/>
        </p:nvSpPr>
        <p:spPr>
          <a:xfrm>
            <a:off x="11525219" y="6583144"/>
            <a:ext cx="303300" cy="20001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a:buSzPts val="700"/>
            </a:pPr>
            <a:fld id="{00000000-1234-1234-1234-123412341234}" type="slidenum">
              <a:rPr lang="en-US" sz="700" noProof="0" smtClean="0">
                <a:solidFill>
                  <a:schemeClr val="tx2">
                    <a:lumMod val="75000"/>
                  </a:schemeClr>
                </a:solidFill>
                <a:latin typeface="IBM Plex Sans" panose="020B0503050203000203" pitchFamily="34" charset="0"/>
              </a:rPr>
              <a:pPr algn="r">
                <a:buSzPts val="700"/>
              </a:pPr>
              <a:t>65</a:t>
            </a:fld>
            <a:endParaRPr lang="en-US" sz="700" noProof="0">
              <a:solidFill>
                <a:schemeClr val="tx2">
                  <a:lumMod val="75000"/>
                </a:schemeClr>
              </a:solidFill>
              <a:latin typeface="IBM Plex Sans" panose="020B0503050203000203" pitchFamily="34" charset="0"/>
            </a:endParaRPr>
          </a:p>
        </p:txBody>
      </p:sp>
      <p:sp>
        <p:nvSpPr>
          <p:cNvPr id="7" name="Google Shape;1987;g3b23322d595_2_1029">
            <a:extLst>
              <a:ext uri="{FF2B5EF4-FFF2-40B4-BE49-F238E27FC236}">
                <a16:creationId xmlns:a16="http://schemas.microsoft.com/office/drawing/2014/main" id="{D744E184-6053-BDBE-685A-90D3A7B9F658}"/>
              </a:ext>
            </a:extLst>
          </p:cNvPr>
          <p:cNvSpPr txBox="1"/>
          <p:nvPr/>
        </p:nvSpPr>
        <p:spPr>
          <a:xfrm>
            <a:off x="410736" y="1546641"/>
            <a:ext cx="5377815" cy="307736"/>
          </a:xfrm>
          <a:prstGeom prst="rect">
            <a:avLst/>
          </a:prstGeom>
          <a:noFill/>
          <a:ln>
            <a:noFill/>
          </a:ln>
        </p:spPr>
        <p:txBody>
          <a:bodyPr spcFirstLastPara="1" wrap="square" lIns="91425" tIns="45700" rIns="91425" bIns="45700" anchor="t" anchorCtr="0">
            <a:spAutoFit/>
          </a:bodyPr>
          <a:lstStyle/>
          <a:p>
            <a:r>
              <a:rPr lang="en-US" b="1" noProof="0" dirty="0">
                <a:latin typeface="IBM Plex Sans"/>
                <a:ea typeface="IBM Plex Sans"/>
                <a:cs typeface="IBM Plex Sans"/>
                <a:sym typeface="IBM Plex Sans"/>
              </a:rPr>
              <a:t>ChatGPT Weekly Active Users (WAU), </a:t>
            </a:r>
            <a:r>
              <a:rPr lang="en-US" b="1" dirty="0">
                <a:latin typeface="IBM Plex Sans"/>
                <a:ea typeface="IBM Plex Sans"/>
                <a:cs typeface="IBM Plex Sans"/>
                <a:sym typeface="IBM Plex Sans"/>
              </a:rPr>
              <a:t>2022-2025</a:t>
            </a:r>
            <a:r>
              <a:rPr lang="en-US" b="1" baseline="30000" dirty="0">
                <a:latin typeface="IBM Plex Sans"/>
                <a:ea typeface="IBM Plex Sans"/>
                <a:cs typeface="IBM Plex Sans"/>
                <a:sym typeface="IBM Plex Sans"/>
              </a:rPr>
              <a:t>1–7</a:t>
            </a:r>
            <a:endParaRPr lang="en-US" b="0" i="0" u="none" strike="noStrike" cap="none" baseline="30000" noProof="0" dirty="0">
              <a:solidFill>
                <a:srgbClr val="000000"/>
              </a:solidFill>
              <a:latin typeface="IBM Plex Sans"/>
              <a:ea typeface="IBM Plex Sans"/>
              <a:cs typeface="IBM Plex Sans"/>
            </a:endParaRPr>
          </a:p>
        </p:txBody>
      </p:sp>
      <p:cxnSp>
        <p:nvCxnSpPr>
          <p:cNvPr id="8" name="Google Shape;1988;g3b23322d595_2_1029">
            <a:extLst>
              <a:ext uri="{FF2B5EF4-FFF2-40B4-BE49-F238E27FC236}">
                <a16:creationId xmlns:a16="http://schemas.microsoft.com/office/drawing/2014/main" id="{80D42B65-46DC-E451-93F1-300700D639C3}"/>
              </a:ext>
            </a:extLst>
          </p:cNvPr>
          <p:cNvCxnSpPr>
            <a:cxnSpLocks/>
          </p:cNvCxnSpPr>
          <p:nvPr/>
        </p:nvCxnSpPr>
        <p:spPr>
          <a:xfrm flipV="1">
            <a:off x="379208" y="1804036"/>
            <a:ext cx="6583680" cy="50379"/>
          </a:xfrm>
          <a:prstGeom prst="straightConnector1">
            <a:avLst/>
          </a:prstGeom>
          <a:noFill/>
          <a:ln w="9525" cap="flat" cmpd="sng">
            <a:solidFill>
              <a:schemeClr val="dk1"/>
            </a:solidFill>
            <a:prstDash val="solid"/>
            <a:miter lim="800000"/>
            <a:headEnd type="none" w="sm" len="sm"/>
            <a:tailEnd type="none" w="sm" len="sm"/>
          </a:ln>
        </p:spPr>
      </p:cxnSp>
      <p:sp>
        <p:nvSpPr>
          <p:cNvPr id="9" name="Google Shape;1991;g3b23322d595_2_1029">
            <a:extLst>
              <a:ext uri="{FF2B5EF4-FFF2-40B4-BE49-F238E27FC236}">
                <a16:creationId xmlns:a16="http://schemas.microsoft.com/office/drawing/2014/main" id="{515D3961-A51F-5102-FB7D-94364E3168C2}"/>
              </a:ext>
            </a:extLst>
          </p:cNvPr>
          <p:cNvSpPr/>
          <p:nvPr/>
        </p:nvSpPr>
        <p:spPr>
          <a:xfrm>
            <a:off x="7234776" y="1901661"/>
            <a:ext cx="4610697" cy="3393987"/>
          </a:xfrm>
          <a:prstGeom prst="rect">
            <a:avLst/>
          </a:prstGeom>
          <a:solidFill>
            <a:srgbClr val="F2F2F2"/>
          </a:solidFill>
          <a:ln>
            <a:noFill/>
          </a:ln>
        </p:spPr>
        <p:txBody>
          <a:bodyPr spcFirstLastPara="1" wrap="square" lIns="91425" tIns="45700" rIns="91425" bIns="45700" anchor="t" anchorCtr="0">
            <a:noAutofit/>
          </a:bodyPr>
          <a:lstStyle/>
          <a:p>
            <a:pPr marL="171450" lvl="0" indent="-171450">
              <a:spcBef>
                <a:spcPts val="300"/>
              </a:spcBef>
              <a:buSzPts val="1200"/>
              <a:buFont typeface="Calibri"/>
              <a:buChar char="▪"/>
            </a:pPr>
            <a:r>
              <a:rPr lang="en-US" noProof="0" dirty="0">
                <a:latin typeface="IBM Plex Sans"/>
              </a:rPr>
              <a:t>ChatGPT is increasingly used as a research and task-orchestration layer—synthesizing information, coordinating tools, and guiding multi-step workflows rather than answering isolated queries</a:t>
            </a:r>
            <a:r>
              <a:rPr lang="en-US" baseline="30000" noProof="0" dirty="0">
                <a:latin typeface="IBM Plex Sans"/>
              </a:rPr>
              <a:t>10</a:t>
            </a:r>
          </a:p>
          <a:p>
            <a:pPr marL="171450" lvl="0" indent="-171450">
              <a:spcBef>
                <a:spcPts val="300"/>
              </a:spcBef>
              <a:buSzPts val="1200"/>
              <a:buFont typeface="Calibri"/>
              <a:buChar char="▪"/>
            </a:pPr>
            <a:r>
              <a:rPr lang="en-US" noProof="0" dirty="0">
                <a:latin typeface="IBM Plex Sans"/>
              </a:rPr>
              <a:t>By integrating with third-party tools and services, conversational AI extends monetization beyond the search moment into creation, execution, and transactional flows</a:t>
            </a:r>
            <a:r>
              <a:rPr lang="en-US" baseline="30000" noProof="0" dirty="0">
                <a:latin typeface="IBM Plex Sans"/>
              </a:rPr>
              <a:t>11</a:t>
            </a:r>
          </a:p>
          <a:p>
            <a:pPr marL="171450" lvl="0" indent="-171450">
              <a:spcBef>
                <a:spcPts val="300"/>
              </a:spcBef>
              <a:buSzPts val="1200"/>
              <a:buFont typeface="Calibri"/>
              <a:buChar char="▪"/>
            </a:pPr>
            <a:r>
              <a:rPr lang="en-US" noProof="0" dirty="0">
                <a:latin typeface="IBM Plex Sans"/>
              </a:rPr>
              <a:t>ChatGPT reached ~800M weekly active users by late 2025, achieving the scale required to meaningfully influence search and discovery behavior</a:t>
            </a:r>
            <a:r>
              <a:rPr lang="en-US" baseline="30000" noProof="0" dirty="0">
                <a:latin typeface="IBM Plex Sans"/>
              </a:rPr>
              <a:t>8</a:t>
            </a:r>
            <a:endParaRPr lang="en-US" baseline="30000" noProof="0" dirty="0">
              <a:latin typeface="IBM Plex Sans"/>
              <a:sym typeface="IBM Plex Sans"/>
            </a:endParaRPr>
          </a:p>
          <a:p>
            <a:pPr marL="171450" lvl="0" indent="-171450">
              <a:spcBef>
                <a:spcPts val="300"/>
              </a:spcBef>
              <a:buSzPts val="1200"/>
              <a:buFont typeface="Calibri"/>
              <a:buChar char="▪"/>
            </a:pPr>
            <a:r>
              <a:rPr lang="en-US" noProof="0" dirty="0">
                <a:latin typeface="IBM Plex Sans"/>
              </a:rPr>
              <a:t>Chat-based queries are higher-intent and more contextual than traditional keyword searches, unveiling new monetization formats</a:t>
            </a:r>
            <a:r>
              <a:rPr lang="en-US" baseline="30000" noProof="0" dirty="0">
                <a:latin typeface="IBM Plex Sans"/>
              </a:rPr>
              <a:t>9</a:t>
            </a:r>
            <a:endParaRPr lang="en-US" noProof="0" dirty="0">
              <a:latin typeface="IBM Plex Sans"/>
              <a:ea typeface="IBM Plex Sans"/>
              <a:cs typeface="IBM Plex Sans"/>
              <a:sym typeface="IBM Plex Sans"/>
            </a:endParaRPr>
          </a:p>
        </p:txBody>
      </p:sp>
      <p:sp>
        <p:nvSpPr>
          <p:cNvPr id="10" name="Google Shape;1992;g3b23322d595_2_1029">
            <a:extLst>
              <a:ext uri="{FF2B5EF4-FFF2-40B4-BE49-F238E27FC236}">
                <a16:creationId xmlns:a16="http://schemas.microsoft.com/office/drawing/2014/main" id="{7B0914D5-B2AC-A2DB-5326-2CADCAA6FA63}"/>
              </a:ext>
            </a:extLst>
          </p:cNvPr>
          <p:cNvSpPr txBox="1"/>
          <p:nvPr/>
        </p:nvSpPr>
        <p:spPr>
          <a:xfrm>
            <a:off x="7111815" y="1546641"/>
            <a:ext cx="4438804" cy="307736"/>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600"/>
              <a:buFont typeface="Arial"/>
              <a:buNone/>
            </a:pPr>
            <a:r>
              <a:rPr lang="en-US" sz="1400" b="1" i="0" u="none" strike="noStrike" cap="none" noProof="0">
                <a:solidFill>
                  <a:srgbClr val="000000"/>
                </a:solidFill>
                <a:latin typeface="IBM Plex Sans"/>
                <a:ea typeface="IBM Plex Sans"/>
                <a:cs typeface="IBM Plex Sans"/>
                <a:sym typeface="IBM Plex Sans"/>
              </a:rPr>
              <a:t>Insights from research</a:t>
            </a:r>
            <a:endParaRPr lang="en-US" sz="1200" b="0" i="0" u="none" strike="noStrike" cap="none" noProof="0">
              <a:solidFill>
                <a:srgbClr val="000000"/>
              </a:solidFill>
              <a:latin typeface="IBM Plex Sans"/>
              <a:ea typeface="IBM Plex Sans"/>
              <a:cs typeface="IBM Plex Sans"/>
              <a:sym typeface="IBM Plex Sans"/>
            </a:endParaRPr>
          </a:p>
        </p:txBody>
      </p:sp>
      <p:cxnSp>
        <p:nvCxnSpPr>
          <p:cNvPr id="20" name="Google Shape;1988;g3b23322d595_2_1029">
            <a:extLst>
              <a:ext uri="{FF2B5EF4-FFF2-40B4-BE49-F238E27FC236}">
                <a16:creationId xmlns:a16="http://schemas.microsoft.com/office/drawing/2014/main" id="{71355F06-47F1-4E02-E87A-C268B9FC788D}"/>
              </a:ext>
            </a:extLst>
          </p:cNvPr>
          <p:cNvCxnSpPr>
            <a:cxnSpLocks/>
          </p:cNvCxnSpPr>
          <p:nvPr/>
        </p:nvCxnSpPr>
        <p:spPr>
          <a:xfrm flipV="1">
            <a:off x="7109460" y="1766419"/>
            <a:ext cx="4754880" cy="50379"/>
          </a:xfrm>
          <a:prstGeom prst="straightConnector1">
            <a:avLst/>
          </a:prstGeom>
          <a:noFill/>
          <a:ln w="9525" cap="flat" cmpd="sng">
            <a:solidFill>
              <a:schemeClr val="dk1"/>
            </a:solidFill>
            <a:prstDash val="solid"/>
            <a:miter lim="800000"/>
            <a:headEnd type="none" w="sm" len="sm"/>
            <a:tailEnd type="none" w="sm" len="sm"/>
          </a:ln>
        </p:spPr>
      </p:cxnSp>
      <p:sp>
        <p:nvSpPr>
          <p:cNvPr id="12" name="CaixaDeTexto 11">
            <a:extLst>
              <a:ext uri="{FF2B5EF4-FFF2-40B4-BE49-F238E27FC236}">
                <a16:creationId xmlns:a16="http://schemas.microsoft.com/office/drawing/2014/main" id="{91D318D3-6D88-9335-DCDD-142C8CFC374A}"/>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ChatGPT/Atlas</a:t>
            </a:r>
          </a:p>
        </p:txBody>
      </p:sp>
    </p:spTree>
    <p:extLst>
      <p:ext uri="{BB962C8B-B14F-4D97-AF65-F5344CB8AC3E}">
        <p14:creationId xmlns:p14="http://schemas.microsoft.com/office/powerpoint/2010/main" val="181653879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2888"/>
        <p:cNvGrpSpPr/>
        <p:nvPr/>
      </p:nvGrpSpPr>
      <p:grpSpPr>
        <a:xfrm>
          <a:off x="0" y="0"/>
          <a:ext cx="0" cy="0"/>
          <a:chOff x="0" y="0"/>
          <a:chExt cx="0" cy="0"/>
        </a:xfrm>
      </p:grpSpPr>
      <p:sp>
        <p:nvSpPr>
          <p:cNvPr id="2889" name="Google Shape;2889;g3b23322d595_2_1904"/>
          <p:cNvSpPr txBox="1">
            <a:spLocks noGrp="1"/>
          </p:cNvSpPr>
          <p:nvPr>
            <p:ph type="body" idx="1"/>
          </p:nvPr>
        </p:nvSpPr>
        <p:spPr>
          <a:xfrm>
            <a:off x="472643" y="508001"/>
            <a:ext cx="11101800" cy="360099"/>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SzPts val="1800"/>
              <a:buNone/>
            </a:pPr>
            <a:r>
              <a:rPr lang="en-US" sz="2600" b="0" noProof="0">
                <a:solidFill>
                  <a:schemeClr val="dk1"/>
                </a:solidFill>
                <a:latin typeface="IBM Plex Sans"/>
                <a:ea typeface="IBM Plex Sans"/>
                <a:cs typeface="IBM Plex Sans"/>
                <a:sym typeface="IBM Plex Sans"/>
              </a:rPr>
              <a:t>The launch of ChatGPT advertising</a:t>
            </a:r>
          </a:p>
        </p:txBody>
      </p:sp>
      <p:sp>
        <p:nvSpPr>
          <p:cNvPr id="2890" name="Google Shape;2890;g3b23322d595_2_1904">
            <a:hlinkClick r:id="rId3"/>
          </p:cNvPr>
          <p:cNvSpPr txBox="1"/>
          <p:nvPr/>
        </p:nvSpPr>
        <p:spPr>
          <a:xfrm>
            <a:off x="395654" y="6370519"/>
            <a:ext cx="8652600" cy="107722"/>
          </a:xfrm>
          <a:prstGeom prst="rect">
            <a:avLst/>
          </a:prstGeom>
          <a:noFill/>
          <a:ln>
            <a:noFill/>
          </a:ln>
        </p:spPr>
        <p:txBody>
          <a:bodyPr spcFirstLastPara="1" wrap="square" lIns="0" tIns="0" rIns="0" bIns="0" anchor="t" anchorCtr="0">
            <a:spAutoFit/>
          </a:bodyPr>
          <a:lstStyle/>
          <a:p>
            <a:pPr>
              <a:buSzPts val="600"/>
            </a:pPr>
            <a:r>
              <a:rPr lang="en-US" sz="700" b="0" i="0" u="none" strike="noStrike" cap="none" noProof="0" dirty="0">
                <a:solidFill>
                  <a:srgbClr val="7F7F7F"/>
                </a:solidFill>
                <a:latin typeface="IBM Plex Sans"/>
                <a:ea typeface="Calibri"/>
                <a:cs typeface="Calibri"/>
                <a:sym typeface="Calibri"/>
              </a:rPr>
              <a:t>Sources: (1) </a:t>
            </a:r>
            <a:r>
              <a:rPr lang="en-US" sz="700" b="0" i="0" u="none" strike="noStrike" cap="none" noProof="0" dirty="0">
                <a:solidFill>
                  <a:srgbClr val="7F7F7F"/>
                </a:solidFill>
                <a:latin typeface="IBM Plex Sans"/>
                <a:ea typeface="Calibri"/>
                <a:cs typeface="Calibri"/>
                <a:sym typeface="Calibri"/>
                <a:hlinkClick r:id="rId4">
                  <a:extLst>
                    <a:ext uri="{A12FA001-AC4F-418D-AE19-62706E023703}">
                      <ahyp:hlinkClr xmlns:ahyp="http://schemas.microsoft.com/office/drawing/2018/hyperlinkcolor" val="tx"/>
                    </a:ext>
                  </a:extLst>
                </a:hlinkClick>
              </a:rPr>
              <a:t>Mashable</a:t>
            </a:r>
            <a:r>
              <a:rPr lang="en-US" sz="700" b="0" i="0" u="none" strike="noStrike" cap="none" noProof="0" dirty="0">
                <a:solidFill>
                  <a:srgbClr val="7F7F7F"/>
                </a:solidFill>
                <a:latin typeface="IBM Plex Sans"/>
                <a:ea typeface="Calibri"/>
                <a:cs typeface="Calibri"/>
                <a:sym typeface="Calibri"/>
              </a:rPr>
              <a:t> (2)</a:t>
            </a:r>
            <a:r>
              <a:rPr lang="en-US" sz="700" b="0" i="0" u="none" strike="noStrike" cap="none" noProof="0" dirty="0">
                <a:solidFill>
                  <a:srgbClr val="7F7F7F"/>
                </a:solidFill>
                <a:latin typeface="IBM Plex Sans"/>
                <a:ea typeface="Calibri"/>
                <a:cs typeface="Calibri"/>
                <a:sym typeface="Calibri"/>
                <a:hlinkClick r:id="rId5">
                  <a:extLst>
                    <a:ext uri="{A12FA001-AC4F-418D-AE19-62706E023703}">
                      <ahyp:hlinkClr xmlns:ahyp="http://schemas.microsoft.com/office/drawing/2018/hyperlinkcolor" val="tx"/>
                    </a:ext>
                  </a:extLst>
                </a:hlinkClick>
              </a:rPr>
              <a:t>Search Engine Land</a:t>
            </a:r>
            <a:r>
              <a:rPr lang="en-US" sz="700" b="0" i="0" u="none" strike="noStrike" cap="none" noProof="0" dirty="0">
                <a:solidFill>
                  <a:srgbClr val="7F7F7F"/>
                </a:solidFill>
                <a:latin typeface="IBM Plex Sans"/>
                <a:ea typeface="Calibri"/>
                <a:cs typeface="Calibri"/>
                <a:sym typeface="Calibri"/>
              </a:rPr>
              <a:t> (3) </a:t>
            </a:r>
            <a:r>
              <a:rPr lang="en-US" sz="700" b="0" i="0" u="none" strike="noStrike" cap="none" noProof="0" dirty="0">
                <a:solidFill>
                  <a:srgbClr val="7F7F7F"/>
                </a:solidFill>
                <a:latin typeface="IBM Plex Sans"/>
                <a:ea typeface="Calibri"/>
                <a:cs typeface="Calibri"/>
                <a:sym typeface="Calibri"/>
                <a:hlinkClick r:id="rId6">
                  <a:extLst>
                    <a:ext uri="{A12FA001-AC4F-418D-AE19-62706E023703}">
                      <ahyp:hlinkClr xmlns:ahyp="http://schemas.microsoft.com/office/drawing/2018/hyperlinkcolor" val="tx"/>
                    </a:ext>
                  </a:extLst>
                </a:hlinkClick>
              </a:rPr>
              <a:t>Almcorp</a:t>
            </a:r>
            <a:r>
              <a:rPr lang="en-US" sz="700" b="0" i="0" u="none" strike="noStrike" cap="none" noProof="0" dirty="0">
                <a:solidFill>
                  <a:srgbClr val="7F7F7F"/>
                </a:solidFill>
                <a:latin typeface="IBM Plex Sans"/>
                <a:ea typeface="Calibri"/>
                <a:cs typeface="Calibri"/>
                <a:sym typeface="Calibri"/>
              </a:rPr>
              <a:t> (4) </a:t>
            </a:r>
            <a:r>
              <a:rPr lang="en-US" sz="700" b="0" i="0" u="none" strike="noStrike" cap="none" noProof="0" dirty="0">
                <a:solidFill>
                  <a:srgbClr val="7F7F7F"/>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Design Musketeer</a:t>
            </a:r>
            <a:r>
              <a:rPr lang="en-US" sz="700" b="0" i="0" u="none" strike="noStrike" cap="none" noProof="0" dirty="0">
                <a:solidFill>
                  <a:srgbClr val="7F7F7F"/>
                </a:solidFill>
                <a:latin typeface="IBM Plex Sans"/>
                <a:ea typeface="Calibri"/>
                <a:cs typeface="Calibri"/>
                <a:sym typeface="Calibri"/>
              </a:rPr>
              <a:t> (5) ChatGPT query on Jan 12</a:t>
            </a:r>
            <a:r>
              <a:rPr lang="en-US" sz="700" b="0" i="0" u="none" strike="noStrike" cap="none" baseline="30000" noProof="0" dirty="0">
                <a:solidFill>
                  <a:srgbClr val="7F7F7F"/>
                </a:solidFill>
                <a:latin typeface="IBM Plex Sans"/>
                <a:ea typeface="Calibri"/>
                <a:cs typeface="Calibri"/>
                <a:sym typeface="Calibri"/>
              </a:rPr>
              <a:t>th</a:t>
            </a:r>
            <a:r>
              <a:rPr lang="en-US" sz="700" b="0" i="0" u="none" strike="noStrike" cap="none" noProof="0" dirty="0">
                <a:solidFill>
                  <a:srgbClr val="7F7F7F"/>
                </a:solidFill>
                <a:latin typeface="IBM Plex Sans"/>
                <a:ea typeface="Calibri"/>
                <a:cs typeface="Calibri"/>
                <a:sym typeface="Calibri"/>
              </a:rPr>
              <a:t> 2026: “</a:t>
            </a:r>
            <a:r>
              <a:rPr lang="en-US" sz="700" noProof="0" dirty="0">
                <a:solidFill>
                  <a:srgbClr val="7F7F7F"/>
                </a:solidFill>
                <a:latin typeface="IBM Plex Sans"/>
                <a:cs typeface="Calibri"/>
              </a:rPr>
              <a:t>find me some high-end ergonomic chairs to buy in the USA</a:t>
            </a:r>
            <a:r>
              <a:rPr lang="en-US" sz="700" noProof="0" dirty="0">
                <a:solidFill>
                  <a:srgbClr val="7F7F7F"/>
                </a:solidFill>
                <a:latin typeface="IBM Plex Sans"/>
                <a:cs typeface="Calibri"/>
                <a:sym typeface="Calibri"/>
              </a:rPr>
              <a:t>”, (6)  </a:t>
            </a:r>
            <a:r>
              <a:rPr lang="en-US" sz="700" noProof="0" dirty="0">
                <a:solidFill>
                  <a:srgbClr val="7F7F7F"/>
                </a:solidFill>
                <a:latin typeface="IBM Plex Sans"/>
                <a:cs typeface="Calibri"/>
                <a:sym typeface="Calibri"/>
                <a:hlinkClick r:id="rId8">
                  <a:extLst>
                    <a:ext uri="{A12FA001-AC4F-418D-AE19-62706E023703}">
                      <ahyp:hlinkClr xmlns:ahyp="http://schemas.microsoft.com/office/drawing/2018/hyperlinkcolor" val="tx"/>
                    </a:ext>
                  </a:extLst>
                </a:hlinkClick>
              </a:rPr>
              <a:t>OpenAI</a:t>
            </a:r>
            <a:r>
              <a:rPr lang="en-US" sz="700" noProof="0" dirty="0">
                <a:solidFill>
                  <a:srgbClr val="7F7F7F"/>
                </a:solidFill>
                <a:latin typeface="IBM Plex Sans"/>
                <a:cs typeface="Calibri"/>
                <a:sym typeface="Calibri"/>
              </a:rPr>
              <a:t> and </a:t>
            </a:r>
            <a:r>
              <a:rPr lang="en-US" sz="700">
                <a:solidFill>
                  <a:srgbClr val="7F7F7F"/>
                </a:solidFill>
                <a:latin typeface="IBM Plex Sans"/>
                <a:cs typeface="Calibri"/>
                <a:sym typeface="Calibri"/>
                <a:hlinkClick r:id="rId9">
                  <a:extLst>
                    <a:ext uri="{A12FA001-AC4F-418D-AE19-62706E023703}">
                      <ahyp:hlinkClr xmlns:ahyp="http://schemas.microsoft.com/office/drawing/2018/hyperlinkcolor" val="tx"/>
                    </a:ext>
                  </a:extLst>
                </a:hlinkClick>
              </a:rPr>
              <a:t>OpenAI</a:t>
            </a:r>
            <a:endParaRPr lang="en-US" sz="700" noProof="0" dirty="0">
              <a:solidFill>
                <a:srgbClr val="7F7F7F"/>
              </a:solidFill>
              <a:latin typeface="IBM Plex Sans"/>
              <a:cs typeface="Calibri"/>
            </a:endParaRPr>
          </a:p>
        </p:txBody>
      </p:sp>
      <p:sp>
        <p:nvSpPr>
          <p:cNvPr id="2891" name="Google Shape;2891;g3b23322d595_2_1904"/>
          <p:cNvSpPr txBox="1"/>
          <p:nvPr/>
        </p:nvSpPr>
        <p:spPr>
          <a:xfrm>
            <a:off x="395654" y="5760830"/>
            <a:ext cx="11377246" cy="540584"/>
          </a:xfrm>
          <a:prstGeom prst="rect">
            <a:avLst/>
          </a:prstGeom>
          <a:solidFill>
            <a:srgbClr val="00B050">
              <a:alpha val="48235"/>
            </a:srgbClr>
          </a:solidFill>
          <a:ln>
            <a:noFill/>
          </a:ln>
        </p:spPr>
        <p:txBody>
          <a:bodyPr spcFirstLastPara="1" wrap="square" lIns="91425" tIns="45700" rIns="91425" bIns="45700" anchor="ctr" anchorCtr="0">
            <a:noAutofit/>
          </a:bodyPr>
          <a:lstStyle/>
          <a:p>
            <a:pPr algn="ctr">
              <a:buClr>
                <a:schemeClr val="dk1"/>
              </a:buClr>
              <a:buSzPts val="1600"/>
            </a:pPr>
            <a:r>
              <a:rPr lang="en-US" sz="1400" b="1" noProof="0">
                <a:solidFill>
                  <a:schemeClr val="dk1"/>
                </a:solidFill>
                <a:latin typeface="IBM Plex Sans"/>
                <a:ea typeface="IBM Plex Sans"/>
                <a:cs typeface="IBM Plex Sans"/>
                <a:sym typeface="IBM Plex Sans"/>
              </a:rPr>
              <a:t>AI is shifting the entire digital economy from “monetizing clicks” to “monetizing intent,” and sectors like news, music, and entertainment must adapt </a:t>
            </a:r>
            <a:r>
              <a:rPr lang="en-US" b="1" noProof="0">
                <a:solidFill>
                  <a:schemeClr val="dk1"/>
                </a:solidFill>
                <a:latin typeface="IBM Plex Sans"/>
                <a:ea typeface="IBM Plex Sans"/>
                <a:cs typeface="IBM Plex Sans"/>
                <a:sym typeface="IBM Plex Sans"/>
              </a:rPr>
              <a:t>accordingly</a:t>
            </a:r>
            <a:endParaRPr lang="en-US" sz="1400" b="1" noProof="0">
              <a:solidFill>
                <a:schemeClr val="dk1"/>
              </a:solidFill>
              <a:latin typeface="IBM Plex Sans"/>
              <a:ea typeface="IBM Plex Sans"/>
              <a:cs typeface="IBM Plex Sans"/>
              <a:sym typeface="IBM Plex Sans"/>
            </a:endParaRPr>
          </a:p>
        </p:txBody>
      </p:sp>
      <p:sp>
        <p:nvSpPr>
          <p:cNvPr id="2893" name="Google Shape;2893;g3b23322d595_2_1904"/>
          <p:cNvSpPr txBox="1"/>
          <p:nvPr/>
        </p:nvSpPr>
        <p:spPr>
          <a:xfrm>
            <a:off x="5581379" y="1554762"/>
            <a:ext cx="6273527" cy="3831805"/>
          </a:xfrm>
          <a:prstGeom prst="rect">
            <a:avLst/>
          </a:prstGeom>
          <a:noFill/>
          <a:ln>
            <a:noFill/>
          </a:ln>
        </p:spPr>
        <p:txBody>
          <a:bodyPr spcFirstLastPara="1" wrap="square" lIns="91425" tIns="91425" rIns="91425" bIns="91425" anchor="t" anchorCtr="0">
            <a:noAutofit/>
          </a:bodyPr>
          <a:lstStyle/>
          <a:p>
            <a:pPr lvl="0">
              <a:spcAft>
                <a:spcPts val="1200"/>
              </a:spcAft>
              <a:buSzPts val="1200"/>
            </a:pPr>
            <a:r>
              <a:rPr lang="en-US" sz="1600" b="1" i="0" u="none" strike="noStrike" cap="none" noProof="0" dirty="0">
                <a:solidFill>
                  <a:srgbClr val="000000"/>
                </a:solidFill>
                <a:latin typeface="IBM Plex Sans" panose="020B0503050203000203" pitchFamily="34" charset="0"/>
                <a:ea typeface="Calibri"/>
                <a:cs typeface="Calibri"/>
                <a:sym typeface="Calibri"/>
              </a:rPr>
              <a:t>Timeline: </a:t>
            </a:r>
            <a:r>
              <a:rPr lang="en-US" sz="1600" b="0" i="0" u="none" strike="noStrike" cap="none" noProof="0" dirty="0">
                <a:solidFill>
                  <a:srgbClr val="000000"/>
                </a:solidFill>
                <a:latin typeface="IBM Plex Sans" panose="020B0503050203000203" pitchFamily="34" charset="0"/>
                <a:ea typeface="Calibri"/>
                <a:cs typeface="Calibri"/>
                <a:sym typeface="Calibri"/>
              </a:rPr>
              <a:t>Gradual rollout is expected to begin in </a:t>
            </a:r>
            <a:r>
              <a:rPr lang="en-US" sz="1600" b="1" i="0" u="none" strike="noStrike" cap="none" noProof="0" dirty="0">
                <a:solidFill>
                  <a:srgbClr val="7030A0"/>
                </a:solidFill>
                <a:latin typeface="IBM Plex Sans" panose="020B0503050203000203" pitchFamily="34" charset="0"/>
                <a:ea typeface="Calibri"/>
                <a:cs typeface="Calibri"/>
                <a:sym typeface="Calibri"/>
              </a:rPr>
              <a:t>early 2026</a:t>
            </a:r>
            <a:r>
              <a:rPr lang="en-US" sz="1600" b="1" baseline="30000" noProof="0" dirty="0">
                <a:solidFill>
                  <a:schemeClr val="tx1"/>
                </a:solidFill>
                <a:latin typeface="IBM Plex Sans" panose="020B0503050203000203" pitchFamily="34" charset="0"/>
                <a:ea typeface="Calibri"/>
                <a:cs typeface="Calibri"/>
                <a:sym typeface="Calibri"/>
              </a:rPr>
              <a:t>1</a:t>
            </a:r>
            <a:r>
              <a:rPr lang="en-US" sz="1600" b="1" i="0" u="none" strike="noStrike" cap="none" noProof="0" dirty="0">
                <a:solidFill>
                  <a:srgbClr val="7030A0"/>
                </a:solidFill>
                <a:latin typeface="IBM Plex Sans" panose="020B0503050203000203" pitchFamily="34" charset="0"/>
                <a:ea typeface="Calibri"/>
                <a:cs typeface="Calibri"/>
                <a:sym typeface="Calibri"/>
              </a:rPr>
              <a:t>, </a:t>
            </a:r>
            <a:r>
              <a:rPr lang="en-US" sz="1600" noProof="0" dirty="0">
                <a:latin typeface="IBM Plex Sans" panose="020B0503050203000203" pitchFamily="34" charset="0"/>
                <a:cs typeface="Calibri"/>
                <a:sym typeface="Calibri"/>
              </a:rPr>
              <a:t>with focus on Free and Go tiers</a:t>
            </a:r>
            <a:endParaRPr lang="en-US" sz="1600" b="0" i="0" u="none" strike="noStrike" cap="none" noProof="0" dirty="0">
              <a:solidFill>
                <a:srgbClr val="000000"/>
              </a:solidFill>
              <a:latin typeface="IBM Plex Sans" panose="020B0503050203000203" pitchFamily="34" charset="0"/>
              <a:ea typeface="Calibri"/>
              <a:cs typeface="Calibri"/>
              <a:sym typeface="Calibri"/>
            </a:endParaRPr>
          </a:p>
          <a:p>
            <a:pPr lvl="0">
              <a:spcAft>
                <a:spcPts val="1200"/>
              </a:spcAft>
              <a:buSzPts val="1200"/>
            </a:pPr>
            <a:r>
              <a:rPr lang="en-US" sz="1600" b="1" i="0" u="none" strike="noStrike" cap="none" noProof="0" dirty="0">
                <a:solidFill>
                  <a:srgbClr val="000000"/>
                </a:solidFill>
                <a:latin typeface="IBM Plex Sans" panose="020B0503050203000203" pitchFamily="34" charset="0"/>
                <a:ea typeface="Calibri"/>
                <a:cs typeface="Calibri"/>
                <a:sym typeface="Calibri"/>
              </a:rPr>
              <a:t>Strategic rationa</a:t>
            </a:r>
            <a:r>
              <a:rPr lang="en-US" sz="1600" b="1" noProof="0" dirty="0">
                <a:latin typeface="IBM Plex Sans" panose="020B0503050203000203" pitchFamily="34" charset="0"/>
                <a:ea typeface="Calibri"/>
                <a:cs typeface="Calibri"/>
                <a:sym typeface="Calibri"/>
              </a:rPr>
              <a:t>le: </a:t>
            </a:r>
            <a:r>
              <a:rPr lang="en-US" sz="1600" dirty="0">
                <a:latin typeface="IBM Plex Sans" panose="020B0503050203000203" pitchFamily="34" charset="0"/>
                <a:cs typeface="Calibri"/>
              </a:rPr>
              <a:t>Sustains free-tier access and affordable Go subscriptions by offsetting high computational costs of advanced AI models</a:t>
            </a:r>
            <a:r>
              <a:rPr lang="en-US" sz="1600" baseline="30000" dirty="0">
                <a:latin typeface="IBM Plex Sans" panose="020B0503050203000203" pitchFamily="34" charset="0"/>
                <a:cs typeface="Calibri"/>
              </a:rPr>
              <a:t>6</a:t>
            </a:r>
            <a:endParaRPr lang="en-US" sz="1600" b="1" i="0" u="none" strike="noStrike" cap="none" noProof="0" dirty="0">
              <a:solidFill>
                <a:srgbClr val="000000"/>
              </a:solidFill>
              <a:latin typeface="IBM Plex Sans" panose="020B0503050203000203" pitchFamily="34" charset="0"/>
              <a:ea typeface="Calibri"/>
              <a:cs typeface="Calibri"/>
              <a:sym typeface="Calibri"/>
            </a:endParaRPr>
          </a:p>
          <a:p>
            <a:pPr marL="0" marR="0" lvl="0" indent="0" algn="l" rtl="0">
              <a:lnSpc>
                <a:spcPct val="100000"/>
              </a:lnSpc>
              <a:spcBef>
                <a:spcPts val="0"/>
              </a:spcBef>
              <a:spcAft>
                <a:spcPts val="1200"/>
              </a:spcAft>
              <a:buClr>
                <a:srgbClr val="000000"/>
              </a:buClr>
              <a:buSzPts val="1200"/>
              <a:buFont typeface="Arial"/>
              <a:buNone/>
            </a:pPr>
            <a:r>
              <a:rPr lang="en-US" sz="1600" b="1" i="0" u="none" strike="noStrike" cap="none" noProof="0" dirty="0">
                <a:solidFill>
                  <a:srgbClr val="000000"/>
                </a:solidFill>
                <a:latin typeface="IBM Plex Sans" panose="020B0503050203000203" pitchFamily="34" charset="0"/>
                <a:ea typeface="Calibri"/>
                <a:cs typeface="Calibri"/>
                <a:sym typeface="Calibri"/>
              </a:rPr>
              <a:t>Scale: </a:t>
            </a:r>
            <a:r>
              <a:rPr lang="en-US" sz="1600" b="0" i="0" u="none" strike="noStrike" cap="none" noProof="0" dirty="0">
                <a:solidFill>
                  <a:srgbClr val="000000"/>
                </a:solidFill>
                <a:latin typeface="IBM Plex Sans" panose="020B0503050203000203" pitchFamily="34" charset="0"/>
                <a:ea typeface="Calibri"/>
                <a:cs typeface="Calibri"/>
                <a:sym typeface="Calibri"/>
              </a:rPr>
              <a:t>OpenAI projects </a:t>
            </a:r>
            <a:r>
              <a:rPr lang="en-US" sz="1600" b="1" i="0" u="none" strike="noStrike" cap="none" noProof="0" dirty="0">
                <a:solidFill>
                  <a:srgbClr val="7030A0"/>
                </a:solidFill>
                <a:latin typeface="IBM Plex Sans" panose="020B0503050203000203" pitchFamily="34" charset="0"/>
                <a:ea typeface="Calibri"/>
                <a:cs typeface="Calibri"/>
                <a:sym typeface="Calibri"/>
              </a:rPr>
              <a:t>$1 billion</a:t>
            </a:r>
            <a:r>
              <a:rPr lang="en-US" sz="1600" b="1" i="0" u="none" strike="noStrike" cap="none" noProof="0" dirty="0">
                <a:solidFill>
                  <a:srgbClr val="204E79"/>
                </a:solidFill>
                <a:latin typeface="IBM Plex Sans" panose="020B0503050203000203" pitchFamily="34" charset="0"/>
                <a:ea typeface="Calibri"/>
                <a:cs typeface="Calibri"/>
                <a:sym typeface="Calibri"/>
              </a:rPr>
              <a:t> </a:t>
            </a:r>
            <a:r>
              <a:rPr lang="en-US" sz="1600" b="0" i="0" u="none" strike="noStrike" cap="none" noProof="0" dirty="0">
                <a:solidFill>
                  <a:srgbClr val="000000"/>
                </a:solidFill>
                <a:latin typeface="IBM Plex Sans" panose="020B0503050203000203" pitchFamily="34" charset="0"/>
                <a:ea typeface="Calibri"/>
                <a:cs typeface="Calibri"/>
                <a:sym typeface="Calibri"/>
              </a:rPr>
              <a:t>in ad revenue in 2026, growing to nearly </a:t>
            </a:r>
            <a:r>
              <a:rPr lang="en-US" sz="1600" b="1" i="0" u="none" strike="noStrike" cap="none" noProof="0" dirty="0">
                <a:solidFill>
                  <a:srgbClr val="7030A0"/>
                </a:solidFill>
                <a:latin typeface="IBM Plex Sans" panose="020B0503050203000203" pitchFamily="34" charset="0"/>
                <a:ea typeface="Calibri"/>
                <a:cs typeface="Calibri"/>
                <a:sym typeface="Calibri"/>
              </a:rPr>
              <a:t>$25 billion</a:t>
            </a:r>
            <a:r>
              <a:rPr lang="en-US" sz="1600" b="1" i="0" u="none" strike="noStrike" cap="none" noProof="0" dirty="0">
                <a:solidFill>
                  <a:srgbClr val="204E79"/>
                </a:solidFill>
                <a:latin typeface="IBM Plex Sans" panose="020B0503050203000203" pitchFamily="34" charset="0"/>
                <a:ea typeface="Calibri"/>
                <a:cs typeface="Calibri"/>
                <a:sym typeface="Calibri"/>
              </a:rPr>
              <a:t> </a:t>
            </a:r>
            <a:r>
              <a:rPr lang="en-US" sz="1600" b="0" i="0" u="none" strike="noStrike" cap="none" noProof="0" dirty="0">
                <a:solidFill>
                  <a:srgbClr val="000000"/>
                </a:solidFill>
                <a:latin typeface="IBM Plex Sans" panose="020B0503050203000203" pitchFamily="34" charset="0"/>
                <a:ea typeface="Calibri"/>
                <a:cs typeface="Calibri"/>
                <a:sym typeface="Calibri"/>
              </a:rPr>
              <a:t>by 2029</a:t>
            </a:r>
            <a:r>
              <a:rPr lang="en-US" sz="1600" b="0" i="0" u="none" strike="noStrike" cap="none" baseline="30000" noProof="0" dirty="0">
                <a:solidFill>
                  <a:srgbClr val="000000"/>
                </a:solidFill>
                <a:latin typeface="IBM Plex Sans" panose="020B0503050203000203" pitchFamily="34" charset="0"/>
                <a:ea typeface="Calibri"/>
                <a:cs typeface="Calibri"/>
                <a:sym typeface="Calibri"/>
              </a:rPr>
              <a:t>2</a:t>
            </a:r>
            <a:r>
              <a:rPr lang="en-US" sz="1600" b="0" i="0" u="none" strike="noStrike" cap="none" noProof="0" dirty="0">
                <a:solidFill>
                  <a:srgbClr val="000000"/>
                </a:solidFill>
                <a:latin typeface="IBM Plex Sans" panose="020B0503050203000203" pitchFamily="34" charset="0"/>
                <a:ea typeface="Calibri"/>
                <a:cs typeface="Calibri"/>
                <a:sym typeface="Calibri"/>
              </a:rPr>
              <a:t>. The platform has ~800 million weekly active users</a:t>
            </a:r>
            <a:r>
              <a:rPr lang="en-US" sz="1600" b="0" i="0" u="none" strike="noStrike" cap="none" baseline="30000" noProof="0" dirty="0">
                <a:solidFill>
                  <a:srgbClr val="000000"/>
                </a:solidFill>
                <a:latin typeface="IBM Plex Sans" panose="020B0503050203000203" pitchFamily="34" charset="0"/>
                <a:ea typeface="Calibri"/>
                <a:cs typeface="Calibri"/>
                <a:sym typeface="Calibri"/>
              </a:rPr>
              <a:t>3</a:t>
            </a:r>
            <a:endParaRPr lang="en-US" sz="1600" b="0" i="0" u="none" strike="noStrike" cap="none" noProof="0" dirty="0">
              <a:solidFill>
                <a:srgbClr val="000000"/>
              </a:solidFill>
              <a:latin typeface="IBM Plex Sans" panose="020B0503050203000203" pitchFamily="34" charset="0"/>
              <a:ea typeface="Calibri"/>
              <a:cs typeface="Calibri"/>
              <a:sym typeface="Calibri"/>
            </a:endParaRPr>
          </a:p>
          <a:p>
            <a:pPr marL="0" marR="0" lvl="0" indent="0" algn="l" rtl="0">
              <a:lnSpc>
                <a:spcPct val="100000"/>
              </a:lnSpc>
              <a:spcBef>
                <a:spcPts val="0"/>
              </a:spcBef>
              <a:spcAft>
                <a:spcPts val="1200"/>
              </a:spcAft>
              <a:buClr>
                <a:srgbClr val="000000"/>
              </a:buClr>
              <a:buSzPts val="1200"/>
              <a:buFont typeface="Arial"/>
              <a:buNone/>
            </a:pPr>
            <a:r>
              <a:rPr lang="en-US" sz="1600" b="1" i="0" u="none" strike="noStrike" cap="none" noProof="0" dirty="0">
                <a:solidFill>
                  <a:srgbClr val="000000"/>
                </a:solidFill>
                <a:latin typeface="IBM Plex Sans" panose="020B0503050203000203" pitchFamily="34" charset="0"/>
                <a:ea typeface="Calibri"/>
                <a:cs typeface="Calibri"/>
                <a:sym typeface="Calibri"/>
              </a:rPr>
              <a:t>Potential formats: </a:t>
            </a:r>
            <a:r>
              <a:rPr lang="en-US" sz="1600" b="0" i="0" u="none" strike="noStrike" cap="none" noProof="0" dirty="0">
                <a:solidFill>
                  <a:srgbClr val="000000"/>
                </a:solidFill>
                <a:latin typeface="IBM Plex Sans" panose="020B0503050203000203" pitchFamily="34" charset="0"/>
                <a:ea typeface="Calibri"/>
                <a:cs typeface="Calibri"/>
                <a:sym typeface="Calibri"/>
              </a:rPr>
              <a:t>Ads will be contextual and integrated, likely appearing as</a:t>
            </a:r>
            <a:r>
              <a:rPr lang="en-US" sz="1600" b="0" i="0" u="none" strike="noStrike" cap="none" baseline="30000" noProof="0" dirty="0">
                <a:solidFill>
                  <a:srgbClr val="000000"/>
                </a:solidFill>
                <a:latin typeface="IBM Plex Sans" panose="020B0503050203000203" pitchFamily="34" charset="0"/>
                <a:ea typeface="Calibri"/>
                <a:cs typeface="Calibri"/>
                <a:sym typeface="Calibri"/>
              </a:rPr>
              <a:t>4</a:t>
            </a:r>
            <a:r>
              <a:rPr lang="en-US" sz="1600" b="0" i="0" u="none" strike="noStrike" cap="none" noProof="0" dirty="0">
                <a:solidFill>
                  <a:srgbClr val="000000"/>
                </a:solidFill>
                <a:latin typeface="IBM Plex Sans" panose="020B0503050203000203" pitchFamily="34" charset="0"/>
                <a:ea typeface="Calibri"/>
                <a:cs typeface="Calibri"/>
                <a:sym typeface="Calibri"/>
              </a:rPr>
              <a:t>:</a:t>
            </a:r>
            <a:endParaRPr lang="en-US" sz="1600" b="0" i="0" u="none" strike="noStrike" cap="none" noProof="0" dirty="0">
              <a:solidFill>
                <a:srgbClr val="000000"/>
              </a:solidFill>
              <a:latin typeface="IBM Plex Sans" panose="020B0503050203000203" pitchFamily="34" charset="0"/>
              <a:sym typeface="Arial"/>
            </a:endParaRPr>
          </a:p>
          <a:p>
            <a:pPr marL="576266" marR="0" lvl="0" indent="-285750" algn="l" rtl="0">
              <a:lnSpc>
                <a:spcPct val="100000"/>
              </a:lnSpc>
              <a:spcBef>
                <a:spcPts val="0"/>
              </a:spcBef>
              <a:spcAft>
                <a:spcPts val="0"/>
              </a:spcAft>
              <a:buClr>
                <a:srgbClr val="000000"/>
              </a:buClr>
              <a:buSzPts val="1200"/>
              <a:buFont typeface="Arial" panose="020B0604020202020204" pitchFamily="34" charset="0"/>
              <a:buChar char="•"/>
            </a:pPr>
            <a:r>
              <a:rPr lang="en-US" sz="1600" b="0" i="0" u="none" strike="noStrike" cap="none" noProof="0" dirty="0">
                <a:solidFill>
                  <a:srgbClr val="000000"/>
                </a:solidFill>
                <a:latin typeface="IBM Plex Sans" panose="020B0503050203000203" pitchFamily="34" charset="0"/>
                <a:ea typeface="Calibri"/>
                <a:cs typeface="Calibri"/>
                <a:sym typeface="Calibri"/>
              </a:rPr>
              <a:t>Sponsored recommendations woven into responses</a:t>
            </a:r>
            <a:endParaRPr lang="en-US" sz="1600" b="0" i="0" u="none" strike="noStrike" cap="none" noProof="0" dirty="0">
              <a:solidFill>
                <a:srgbClr val="000000"/>
              </a:solidFill>
              <a:latin typeface="IBM Plex Sans" panose="020B0503050203000203" pitchFamily="34" charset="0"/>
              <a:sym typeface="Arial"/>
            </a:endParaRPr>
          </a:p>
          <a:p>
            <a:pPr marL="576266" marR="0" lvl="0" indent="-285750" algn="l" rtl="0">
              <a:lnSpc>
                <a:spcPct val="100000"/>
              </a:lnSpc>
              <a:spcBef>
                <a:spcPts val="0"/>
              </a:spcBef>
              <a:spcAft>
                <a:spcPts val="0"/>
              </a:spcAft>
              <a:buClr>
                <a:srgbClr val="000000"/>
              </a:buClr>
              <a:buSzPts val="1200"/>
              <a:buFont typeface="Arial" panose="020B0604020202020204" pitchFamily="34" charset="0"/>
              <a:buChar char="•"/>
            </a:pPr>
            <a:r>
              <a:rPr lang="en-US" sz="1600" b="0" i="0" u="none" strike="noStrike" cap="none" noProof="0" dirty="0">
                <a:solidFill>
                  <a:srgbClr val="000000"/>
                </a:solidFill>
                <a:latin typeface="IBM Plex Sans" panose="020B0503050203000203" pitchFamily="34" charset="0"/>
                <a:ea typeface="Calibri"/>
                <a:cs typeface="Calibri"/>
                <a:sym typeface="Calibri"/>
              </a:rPr>
              <a:t>Embedded links like traditional search ads</a:t>
            </a:r>
            <a:endParaRPr lang="en-US" sz="1600" b="0" i="0" u="none" strike="noStrike" cap="none" noProof="0" dirty="0">
              <a:solidFill>
                <a:srgbClr val="000000"/>
              </a:solidFill>
              <a:latin typeface="IBM Plex Sans" panose="020B0503050203000203" pitchFamily="34" charset="0"/>
              <a:sym typeface="Arial"/>
            </a:endParaRPr>
          </a:p>
          <a:p>
            <a:pPr marL="576266" marR="0" lvl="0" indent="-285750" algn="l" rtl="0">
              <a:lnSpc>
                <a:spcPct val="100000"/>
              </a:lnSpc>
              <a:spcBef>
                <a:spcPts val="0"/>
              </a:spcBef>
              <a:spcAft>
                <a:spcPts val="0"/>
              </a:spcAft>
              <a:buClr>
                <a:srgbClr val="000000"/>
              </a:buClr>
              <a:buSzPts val="1200"/>
              <a:buFont typeface="Arial" panose="020B0604020202020204" pitchFamily="34" charset="0"/>
              <a:buChar char="•"/>
            </a:pPr>
            <a:r>
              <a:rPr lang="en-US" sz="1600" b="0" i="0" u="none" strike="noStrike" cap="none" noProof="0" dirty="0">
                <a:solidFill>
                  <a:srgbClr val="000000"/>
                </a:solidFill>
                <a:latin typeface="IBM Plex Sans" panose="020B0503050203000203" pitchFamily="34" charset="0"/>
                <a:ea typeface="Calibri"/>
                <a:cs typeface="Calibri"/>
                <a:sym typeface="Calibri"/>
              </a:rPr>
              <a:t>Visual carousels for product queries</a:t>
            </a:r>
          </a:p>
          <a:p>
            <a:pPr marL="576266" marR="0" lvl="0" indent="-285750" algn="l" rtl="0">
              <a:lnSpc>
                <a:spcPct val="100000"/>
              </a:lnSpc>
              <a:spcBef>
                <a:spcPts val="0"/>
              </a:spcBef>
              <a:spcAft>
                <a:spcPts val="0"/>
              </a:spcAft>
              <a:buClr>
                <a:srgbClr val="000000"/>
              </a:buClr>
              <a:buSzPts val="1200"/>
              <a:buFont typeface="Arial" panose="020B0604020202020204" pitchFamily="34" charset="0"/>
              <a:buChar char="•"/>
            </a:pPr>
            <a:r>
              <a:rPr lang="en-US" sz="1600" noProof="0" dirty="0">
                <a:latin typeface="IBM Plex Sans" panose="020B0503050203000203" pitchFamily="34" charset="0"/>
                <a:cs typeface="Calibri"/>
                <a:sym typeface="Calibri"/>
              </a:rPr>
              <a:t>OpenAI </a:t>
            </a:r>
            <a:endParaRPr lang="en-US" sz="1600" b="0" i="0" u="none" strike="noStrike" cap="none" noProof="0" dirty="0">
              <a:solidFill>
                <a:srgbClr val="000000"/>
              </a:solidFill>
              <a:latin typeface="IBM Plex Sans" panose="020B0503050203000203" pitchFamily="34" charset="0"/>
              <a:sym typeface="Arial"/>
            </a:endParaRPr>
          </a:p>
        </p:txBody>
      </p:sp>
      <p:sp>
        <p:nvSpPr>
          <p:cNvPr id="2895" name="Google Shape;2895;g3b23322d595_2_1904"/>
          <p:cNvSpPr txBox="1"/>
          <p:nvPr/>
        </p:nvSpPr>
        <p:spPr>
          <a:xfrm>
            <a:off x="5590673" y="1234209"/>
            <a:ext cx="6264234"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What we know</a:t>
            </a:r>
            <a:endParaRPr lang="en-US" noProof="0"/>
          </a:p>
        </p:txBody>
      </p:sp>
      <p:sp>
        <p:nvSpPr>
          <p:cNvPr id="10" name="Google Shape;647;g3b2110f3d24_0_132">
            <a:extLst>
              <a:ext uri="{FF2B5EF4-FFF2-40B4-BE49-F238E27FC236}">
                <a16:creationId xmlns:a16="http://schemas.microsoft.com/office/drawing/2014/main" id="{0EAC8FD0-65A5-A3C9-25B1-3943014FDB84}"/>
              </a:ext>
            </a:extLst>
          </p:cNvPr>
          <p:cNvSpPr txBox="1">
            <a:spLocks/>
          </p:cNvSpPr>
          <p:nvPr/>
        </p:nvSpPr>
        <p:spPr>
          <a:xfrm>
            <a:off x="11525219" y="6583144"/>
            <a:ext cx="303300" cy="20001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a:buSzPts val="700"/>
            </a:pPr>
            <a:fld id="{00000000-1234-1234-1234-123412341234}" type="slidenum">
              <a:rPr lang="en-US" sz="700" noProof="0" smtClean="0">
                <a:solidFill>
                  <a:schemeClr val="tx2">
                    <a:lumMod val="75000"/>
                  </a:schemeClr>
                </a:solidFill>
                <a:latin typeface="IBM Plex Sans" panose="020B0503050203000203" pitchFamily="34" charset="0"/>
              </a:rPr>
              <a:pPr algn="r">
                <a:buSzPts val="700"/>
              </a:pPr>
              <a:t>66</a:t>
            </a:fld>
            <a:endParaRPr lang="en-US" sz="700" noProof="0">
              <a:solidFill>
                <a:schemeClr val="tx2">
                  <a:lumMod val="75000"/>
                </a:schemeClr>
              </a:solidFill>
              <a:latin typeface="IBM Plex Sans" panose="020B0503050203000203" pitchFamily="34" charset="0"/>
            </a:endParaRPr>
          </a:p>
        </p:txBody>
      </p:sp>
      <p:pic>
        <p:nvPicPr>
          <p:cNvPr id="19" name="Imagem 18" descr="Uma imagem contendo Diagrama  O conteúdo gerado por IA pode estar incorreto.">
            <a:extLst>
              <a:ext uri="{FF2B5EF4-FFF2-40B4-BE49-F238E27FC236}">
                <a16:creationId xmlns:a16="http://schemas.microsoft.com/office/drawing/2014/main" id="{FD630D94-B2C1-ECEB-8A75-2AD58975E84B}"/>
              </a:ext>
            </a:extLst>
          </p:cNvPr>
          <p:cNvPicPr>
            <a:picLocks noChangeAspect="1"/>
          </p:cNvPicPr>
          <p:nvPr/>
        </p:nvPicPr>
        <p:blipFill>
          <a:blip r:embed="rId10"/>
          <a:stretch>
            <a:fillRect/>
          </a:stretch>
        </p:blipFill>
        <p:spPr>
          <a:xfrm>
            <a:off x="1052731" y="1964709"/>
            <a:ext cx="3587478" cy="3620850"/>
          </a:xfrm>
          <a:prstGeom prst="rect">
            <a:avLst/>
          </a:prstGeom>
        </p:spPr>
      </p:pic>
      <p:sp>
        <p:nvSpPr>
          <p:cNvPr id="22" name="Google Shape;2682;g3b23322d595_2_1700">
            <a:extLst>
              <a:ext uri="{FF2B5EF4-FFF2-40B4-BE49-F238E27FC236}">
                <a16:creationId xmlns:a16="http://schemas.microsoft.com/office/drawing/2014/main" id="{762A597D-D5BE-CD4D-EC4D-996432AB7AD1}"/>
              </a:ext>
            </a:extLst>
          </p:cNvPr>
          <p:cNvSpPr txBox="1"/>
          <p:nvPr/>
        </p:nvSpPr>
        <p:spPr>
          <a:xfrm>
            <a:off x="371912" y="1483515"/>
            <a:ext cx="4960115" cy="403328"/>
          </a:xfrm>
          <a:prstGeom prst="rect">
            <a:avLst/>
          </a:prstGeom>
          <a:noFill/>
          <a:ln>
            <a:noFill/>
          </a:ln>
        </p:spPr>
        <p:txBody>
          <a:bodyPr spcFirstLastPara="1" wrap="square" lIns="91425" tIns="91425" rIns="91425" bIns="91425" anchor="t" anchorCtr="0">
            <a:noAutofit/>
          </a:bodyPr>
          <a:lstStyle/>
          <a:p>
            <a:pPr>
              <a:buSzPts val="1400"/>
            </a:pPr>
            <a:r>
              <a:rPr lang="en-US" sz="1600" noProof="0" dirty="0">
                <a:latin typeface="IBM Plex Sans"/>
                <a:ea typeface="IBM Plex Sans"/>
                <a:cs typeface="IBM Plex Sans"/>
                <a:sym typeface="IBM Plex Sans"/>
              </a:rPr>
              <a:t>Query: "</a:t>
            </a:r>
            <a:r>
              <a:rPr lang="en-US" sz="1600" b="0" i="0" u="none" strike="noStrike" cap="none" noProof="0" dirty="0">
                <a:solidFill>
                  <a:srgbClr val="000000"/>
                </a:solidFill>
                <a:latin typeface="IBM Plex Sans"/>
                <a:ea typeface="IBM Plex Sans"/>
                <a:cs typeface="IBM Plex Sans"/>
                <a:sym typeface="IBM Plex Sans"/>
              </a:rPr>
              <a:t>find </a:t>
            </a:r>
            <a:r>
              <a:rPr lang="en-US" sz="1600" noProof="0" dirty="0">
                <a:latin typeface="IBM Plex Sans"/>
              </a:rPr>
              <a:t>high-end ergonomic chairs to buy"</a:t>
            </a:r>
            <a:r>
              <a:rPr lang="en-US" sz="1600" baseline="30000" noProof="0" dirty="0">
                <a:latin typeface="IBM Plex Sans"/>
              </a:rPr>
              <a:t>5</a:t>
            </a:r>
            <a:endParaRPr lang="en-US" sz="1600" b="0" i="0" u="none" strike="noStrike" cap="none" baseline="30000" noProof="0" dirty="0">
              <a:solidFill>
                <a:srgbClr val="000000"/>
              </a:solidFill>
              <a:latin typeface="IBM Plex Sans"/>
              <a:ea typeface="IBM Plex Sans"/>
              <a:cs typeface="IBM Plex Sans"/>
            </a:endParaRPr>
          </a:p>
        </p:txBody>
      </p:sp>
      <p:sp>
        <p:nvSpPr>
          <p:cNvPr id="12" name="Google Shape;2895;g3b23322d595_2_1904">
            <a:extLst>
              <a:ext uri="{FF2B5EF4-FFF2-40B4-BE49-F238E27FC236}">
                <a16:creationId xmlns:a16="http://schemas.microsoft.com/office/drawing/2014/main" id="{5A074736-C4EE-5053-5F22-FE8CC14BE499}"/>
              </a:ext>
            </a:extLst>
          </p:cNvPr>
          <p:cNvSpPr txBox="1"/>
          <p:nvPr/>
        </p:nvSpPr>
        <p:spPr>
          <a:xfrm>
            <a:off x="371912" y="1234209"/>
            <a:ext cx="5023763"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ChatGPT current results</a:t>
            </a:r>
            <a:endParaRPr lang="en-US" noProof="0"/>
          </a:p>
        </p:txBody>
      </p:sp>
      <p:sp>
        <p:nvSpPr>
          <p:cNvPr id="14" name="CaixaDeTexto 13">
            <a:extLst>
              <a:ext uri="{FF2B5EF4-FFF2-40B4-BE49-F238E27FC236}">
                <a16:creationId xmlns:a16="http://schemas.microsoft.com/office/drawing/2014/main" id="{1142CA37-38DA-60A1-22C2-1404DD3C954D}"/>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ChatGPT/Atlas</a:t>
            </a:r>
          </a:p>
        </p:txBody>
      </p:sp>
    </p:spTree>
    <p:extLst>
      <p:ext uri="{BB962C8B-B14F-4D97-AF65-F5344CB8AC3E}">
        <p14:creationId xmlns:p14="http://schemas.microsoft.com/office/powerpoint/2010/main" val="141691357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2367"/>
        <p:cNvGrpSpPr/>
        <p:nvPr/>
      </p:nvGrpSpPr>
      <p:grpSpPr>
        <a:xfrm>
          <a:off x="0" y="0"/>
          <a:ext cx="0" cy="0"/>
          <a:chOff x="0" y="0"/>
          <a:chExt cx="0" cy="0"/>
        </a:xfrm>
      </p:grpSpPr>
      <p:sp>
        <p:nvSpPr>
          <p:cNvPr id="2368" name="Google Shape;2368;g3b23322d595_2_1403"/>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lvl="0">
              <a:buSzPts val="1800"/>
            </a:pPr>
            <a:r>
              <a:rPr lang="en-US" noProof="0"/>
              <a:t>AI adoption at scale remains loss-making, as free and premium users fail to cover compute costs</a:t>
            </a:r>
          </a:p>
        </p:txBody>
      </p:sp>
      <p:sp>
        <p:nvSpPr>
          <p:cNvPr id="2369" name="Google Shape;2369;g3b23322d595_2_1403"/>
          <p:cNvSpPr txBox="1"/>
          <p:nvPr/>
        </p:nvSpPr>
        <p:spPr>
          <a:xfrm>
            <a:off x="408591" y="6376017"/>
            <a:ext cx="8458200" cy="107722"/>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IBM Plex Sans"/>
                <a:cs typeface="IBM Plex Sans"/>
                <a:sym typeface="IBM Plex Sans"/>
              </a:rPr>
              <a:t>Sources: (1) </a:t>
            </a:r>
            <a:r>
              <a:rPr lang="en-US" sz="700" b="0" i="0" u="sng" strike="noStrike" cap="none" noProof="0" err="1">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DemandSage</a:t>
            </a:r>
            <a:r>
              <a:rPr lang="en-US" sz="700" b="0" i="0" u="none" strike="noStrike" cap="none" noProof="0">
                <a:solidFill>
                  <a:srgbClr val="7F7F7F"/>
                </a:solidFill>
                <a:latin typeface="IBM Plex Sans"/>
                <a:ea typeface="IBM Plex Sans"/>
                <a:cs typeface="IBM Plex Sans"/>
                <a:sym typeface="IBM Plex Sans"/>
              </a:rPr>
              <a:t>, </a:t>
            </a:r>
            <a:r>
              <a:rPr lang="en-US" sz="700" b="0" i="0" u="sng" strike="noStrike" cap="none" noProof="0" err="1">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Nerynav</a:t>
            </a:r>
            <a:r>
              <a:rPr lang="en-US" sz="700" b="0" i="0" u="none" strike="noStrike" cap="none" noProof="0">
                <a:solidFill>
                  <a:srgbClr val="7F7F7F"/>
                </a:solidFill>
                <a:latin typeface="IBM Plex Sans"/>
                <a:ea typeface="IBM Plex Sans"/>
                <a:cs typeface="IBM Plex Sans"/>
                <a:sym typeface="IBM Plex Sans"/>
              </a:rPr>
              <a:t> and </a:t>
            </a:r>
            <a:r>
              <a:rPr lang="en-US" sz="700" b="0" i="0" u="sng" strike="noStrike" cap="none" noProof="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Backlinko</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ChatGPT</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The Information</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Washington Post</a:t>
            </a:r>
            <a:r>
              <a:rPr lang="en-US" sz="700" b="0" i="0" u="none" strike="noStrike" cap="none" noProof="0">
                <a:solidFill>
                  <a:srgbClr val="7F7F7F"/>
                </a:solidFill>
                <a:latin typeface="IBM Plex Sans"/>
                <a:ea typeface="IBM Plex Sans"/>
                <a:cs typeface="IBM Plex Sans"/>
                <a:sym typeface="IBM Plex Sans"/>
              </a:rPr>
              <a:t>, (5) </a:t>
            </a:r>
            <a:r>
              <a:rPr lang="en-US" sz="700" b="0" i="0" u="sng" strike="noStrike" cap="none" noProof="0" err="1">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SemiAnalysis</a:t>
            </a:r>
            <a:endParaRPr lang="en-US" sz="700" b="0" i="0" u="none" strike="noStrike" cap="none" noProof="0">
              <a:solidFill>
                <a:srgbClr val="7F7F7F"/>
              </a:solidFill>
              <a:latin typeface="IBM Plex Sans"/>
              <a:ea typeface="IBM Plex Sans"/>
              <a:cs typeface="IBM Plex Sans"/>
            </a:endParaRPr>
          </a:p>
        </p:txBody>
      </p:sp>
      <p:sp>
        <p:nvSpPr>
          <p:cNvPr id="2370" name="Google Shape;2370;g3b23322d595_2_1403"/>
          <p:cNvSpPr txBox="1"/>
          <p:nvPr/>
        </p:nvSpPr>
        <p:spPr>
          <a:xfrm>
            <a:off x="408591" y="6215508"/>
            <a:ext cx="8458200" cy="107722"/>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1" i="1" u="none" strike="noStrike" cap="none" noProof="0">
                <a:solidFill>
                  <a:srgbClr val="7F7F7F"/>
                </a:solidFill>
                <a:latin typeface="IBM Plex Sans"/>
                <a:ea typeface="IBM Plex Sans"/>
                <a:cs typeface="IBM Plex Sans"/>
                <a:sym typeface="IBM Plex Sans"/>
              </a:rPr>
              <a:t>*</a:t>
            </a:r>
            <a:r>
              <a:rPr lang="en-US" sz="700" b="0" i="1" u="none" strike="noStrike" cap="none" noProof="0">
                <a:solidFill>
                  <a:srgbClr val="7F7F7F"/>
                </a:solidFill>
                <a:latin typeface="IBM Plex Sans"/>
                <a:ea typeface="IBM Plex Sans"/>
                <a:cs typeface="IBM Plex Sans"/>
                <a:sym typeface="IBM Plex Sans"/>
              </a:rPr>
              <a:t> Metrics are calculated based on the estimated user count, revenue / user, and estimated cost / user</a:t>
            </a:r>
            <a:endParaRPr lang="en-US" sz="700" b="0" i="1" u="none" strike="noStrike" cap="none" noProof="0">
              <a:solidFill>
                <a:srgbClr val="7F7F7F"/>
              </a:solidFill>
              <a:latin typeface="IBM Plex Sans"/>
              <a:ea typeface="IBM Plex Sans"/>
              <a:cs typeface="IBM Plex Sans"/>
            </a:endParaRPr>
          </a:p>
        </p:txBody>
      </p:sp>
      <p:sp>
        <p:nvSpPr>
          <p:cNvPr id="2371" name="Google Shape;2371;g3b23322d595_2_1403"/>
          <p:cNvSpPr txBox="1"/>
          <p:nvPr/>
        </p:nvSpPr>
        <p:spPr>
          <a:xfrm>
            <a:off x="3024646" y="5082925"/>
            <a:ext cx="2234400" cy="369302"/>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372" name="Google Shape;2372;g3b23322d595_2_1403"/>
          <p:cNvSpPr txBox="1"/>
          <p:nvPr/>
        </p:nvSpPr>
        <p:spPr>
          <a:xfrm>
            <a:off x="433817" y="5436947"/>
            <a:ext cx="11354291" cy="598200"/>
          </a:xfrm>
          <a:prstGeom prst="rect">
            <a:avLst/>
          </a:prstGeom>
          <a:solidFill>
            <a:srgbClr val="7FD7A7"/>
          </a:solidFill>
          <a:ln>
            <a:noFill/>
          </a:ln>
        </p:spPr>
        <p:txBody>
          <a:bodyPr spcFirstLastPara="1" wrap="square" lIns="68550" tIns="68550" rIns="68550" bIns="68550" anchor="ctr" anchorCtr="0">
            <a:noAutofit/>
          </a:bodyPr>
          <a:lstStyle/>
          <a:p>
            <a:pPr algn="ctr">
              <a:buClr>
                <a:srgbClr val="204E79"/>
              </a:buClr>
              <a:buSzPts val="1600"/>
            </a:pPr>
            <a:r>
              <a:rPr lang="en-US" b="1" i="0" u="none" strike="noStrike" cap="none" noProof="0">
                <a:solidFill>
                  <a:srgbClr val="000000"/>
                </a:solidFill>
                <a:latin typeface="IBM Plex Sans"/>
                <a:ea typeface="IBM Plex Sans"/>
                <a:cs typeface="IBM Plex Sans"/>
                <a:sym typeface="IBM Plex Sans"/>
              </a:rPr>
              <a:t>Cash burn implies tighter free usage limits or higher pricing over time, which may constrain AI tool </a:t>
            </a:r>
            <a:r>
              <a:rPr lang="en-US" b="1" noProof="0">
                <a:latin typeface="IBM Plex Sans"/>
                <a:ea typeface="IBM Plex Sans"/>
                <a:cs typeface="IBM Plex Sans"/>
                <a:sym typeface="IBM Plex Sans"/>
              </a:rPr>
              <a:t>adoption</a:t>
            </a:r>
            <a:r>
              <a:rPr lang="en-US" b="1" i="0" u="none" strike="noStrike" cap="none" noProof="0">
                <a:solidFill>
                  <a:srgbClr val="000000"/>
                </a:solidFill>
                <a:latin typeface="IBM Plex Sans"/>
                <a:ea typeface="IBM Plex Sans"/>
                <a:cs typeface="IBM Plex Sans"/>
                <a:sym typeface="IBM Plex Sans"/>
              </a:rPr>
              <a:t> and keep traditional search as the primary</a:t>
            </a:r>
            <a:r>
              <a:rPr lang="en-US" b="1" noProof="0">
                <a:latin typeface="IBM Plex Sans"/>
                <a:ea typeface="IBM Plex Sans"/>
                <a:cs typeface="IBM Plex Sans"/>
                <a:sym typeface="IBM Plex Sans"/>
              </a:rPr>
              <a:t> option</a:t>
            </a:r>
            <a:endParaRPr lang="en-US" b="1" i="0" u="none" strike="noStrike" cap="none" noProof="0">
              <a:solidFill>
                <a:srgbClr val="000000"/>
              </a:solidFill>
              <a:latin typeface="IBM Plex Sans"/>
              <a:ea typeface="IBM Plex Sans"/>
              <a:cs typeface="IBM Plex Sans"/>
            </a:endParaRPr>
          </a:p>
        </p:txBody>
      </p:sp>
      <p:grpSp>
        <p:nvGrpSpPr>
          <p:cNvPr id="2373" name="Google Shape;2373;g3b23322d595_2_1403"/>
          <p:cNvGrpSpPr/>
          <p:nvPr/>
        </p:nvGrpSpPr>
        <p:grpSpPr>
          <a:xfrm>
            <a:off x="433817" y="1484312"/>
            <a:ext cx="11354291" cy="3649163"/>
            <a:chOff x="574250" y="1100450"/>
            <a:chExt cx="10679400" cy="4033025"/>
          </a:xfrm>
        </p:grpSpPr>
        <p:sp>
          <p:nvSpPr>
            <p:cNvPr id="2374" name="Google Shape;2374;g3b23322d595_2_1403"/>
            <p:cNvSpPr/>
            <p:nvPr/>
          </p:nvSpPr>
          <p:spPr>
            <a:xfrm>
              <a:off x="3248026" y="1100450"/>
              <a:ext cx="2142000" cy="274200"/>
            </a:xfrm>
            <a:prstGeom prst="roundRect">
              <a:avLst>
                <a:gd name="adj" fmla="val 16667"/>
              </a:avLst>
            </a:prstGeom>
            <a:solidFill>
              <a:srgbClr val="7030A0"/>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FFFFFF"/>
                  </a:solidFill>
                  <a:latin typeface="IBM Plex Sans"/>
                  <a:ea typeface="IBM Plex Sans"/>
                  <a:cs typeface="IBM Plex Sans"/>
                  <a:sym typeface="IBM Plex Sans"/>
                </a:rPr>
                <a:t>Free Users</a:t>
              </a:r>
              <a:endParaRPr lang="en-US" sz="1200" b="0" i="0" u="none" strike="noStrike" cap="none" noProof="0">
                <a:solidFill>
                  <a:srgbClr val="FFFFFF"/>
                </a:solidFill>
                <a:highlight>
                  <a:srgbClr val="223764"/>
                </a:highlight>
                <a:latin typeface="IBM Plex Sans"/>
                <a:ea typeface="IBM Plex Sans"/>
                <a:cs typeface="IBM Plex Sans"/>
                <a:sym typeface="IBM Plex Sans"/>
              </a:endParaRPr>
            </a:p>
          </p:txBody>
        </p:sp>
        <p:sp>
          <p:nvSpPr>
            <p:cNvPr id="2375" name="Google Shape;2375;g3b23322d595_2_1403"/>
            <p:cNvSpPr/>
            <p:nvPr/>
          </p:nvSpPr>
          <p:spPr>
            <a:xfrm>
              <a:off x="6009076" y="1100450"/>
              <a:ext cx="2234400" cy="274200"/>
            </a:xfrm>
            <a:prstGeom prst="roundRect">
              <a:avLst>
                <a:gd name="adj" fmla="val 16667"/>
              </a:avLst>
            </a:prstGeom>
            <a:solidFill>
              <a:srgbClr val="7030A0"/>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FFFFFF"/>
                  </a:solidFill>
                  <a:latin typeface="IBM Plex Sans"/>
                  <a:ea typeface="IBM Plex Sans"/>
                  <a:cs typeface="IBM Plex Sans"/>
                  <a:sym typeface="IBM Plex Sans"/>
                </a:rPr>
                <a:t>Plus Users ($20)</a:t>
              </a:r>
            </a:p>
          </p:txBody>
        </p:sp>
        <p:sp>
          <p:nvSpPr>
            <p:cNvPr id="2376" name="Google Shape;2376;g3b23322d595_2_1403"/>
            <p:cNvSpPr/>
            <p:nvPr/>
          </p:nvSpPr>
          <p:spPr>
            <a:xfrm>
              <a:off x="8862526" y="1100450"/>
              <a:ext cx="2327400" cy="274200"/>
            </a:xfrm>
            <a:prstGeom prst="roundRect">
              <a:avLst>
                <a:gd name="adj" fmla="val 16667"/>
              </a:avLst>
            </a:prstGeom>
            <a:solidFill>
              <a:srgbClr val="7030A0"/>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FFFFFF"/>
                  </a:solidFill>
                  <a:latin typeface="IBM Plex Sans"/>
                  <a:ea typeface="IBM Plex Sans"/>
                  <a:cs typeface="IBM Plex Sans"/>
                  <a:sym typeface="IBM Plex Sans"/>
                </a:rPr>
                <a:t>Pro Users ($200)</a:t>
              </a:r>
            </a:p>
          </p:txBody>
        </p:sp>
        <p:sp>
          <p:nvSpPr>
            <p:cNvPr id="2377" name="Google Shape;2377;g3b23322d595_2_1403"/>
            <p:cNvSpPr/>
            <p:nvPr/>
          </p:nvSpPr>
          <p:spPr>
            <a:xfrm>
              <a:off x="574250" y="3005880"/>
              <a:ext cx="1950900" cy="563700"/>
            </a:xfrm>
            <a:prstGeom prst="roundRect">
              <a:avLst>
                <a:gd name="adj" fmla="val 16667"/>
              </a:avLst>
            </a:prstGeom>
            <a:solidFill>
              <a:srgbClr val="F0EA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Est. Cost / User</a:t>
              </a:r>
            </a:p>
          </p:txBody>
        </p:sp>
        <p:sp>
          <p:nvSpPr>
            <p:cNvPr id="2378" name="Google Shape;2378;g3b23322d595_2_1403"/>
            <p:cNvSpPr/>
            <p:nvPr/>
          </p:nvSpPr>
          <p:spPr>
            <a:xfrm>
              <a:off x="574250" y="3787827"/>
              <a:ext cx="1950900" cy="563700"/>
            </a:xfrm>
            <a:prstGeom prst="roundRect">
              <a:avLst>
                <a:gd name="adj" fmla="val 16667"/>
              </a:avLst>
            </a:prstGeom>
            <a:solidFill>
              <a:srgbClr val="F0EA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Net P&amp;L / User*</a:t>
              </a:r>
            </a:p>
          </p:txBody>
        </p:sp>
        <p:sp>
          <p:nvSpPr>
            <p:cNvPr id="2379" name="Google Shape;2379;g3b23322d595_2_1403"/>
            <p:cNvSpPr/>
            <p:nvPr/>
          </p:nvSpPr>
          <p:spPr>
            <a:xfrm>
              <a:off x="574250" y="4569775"/>
              <a:ext cx="1950900" cy="563700"/>
            </a:xfrm>
            <a:prstGeom prst="roundRect">
              <a:avLst>
                <a:gd name="adj" fmla="val 16667"/>
              </a:avLst>
            </a:prstGeom>
            <a:solidFill>
              <a:srgbClr val="F0EA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Total Monthly Impact*</a:t>
              </a:r>
            </a:p>
          </p:txBody>
        </p:sp>
        <p:cxnSp>
          <p:nvCxnSpPr>
            <p:cNvPr id="2380" name="Google Shape;2380;g3b23322d595_2_1403"/>
            <p:cNvCxnSpPr/>
            <p:nvPr/>
          </p:nvCxnSpPr>
          <p:spPr>
            <a:xfrm>
              <a:off x="5699550" y="1100450"/>
              <a:ext cx="0" cy="4032900"/>
            </a:xfrm>
            <a:prstGeom prst="straightConnector1">
              <a:avLst/>
            </a:prstGeom>
            <a:noFill/>
            <a:ln w="9525" cap="flat" cmpd="sng">
              <a:solidFill>
                <a:srgbClr val="DBDBDB"/>
              </a:solidFill>
              <a:prstDash val="solid"/>
              <a:miter lim="800000"/>
              <a:headEnd type="none" w="sm" len="sm"/>
              <a:tailEnd type="none" w="sm" len="sm"/>
            </a:ln>
          </p:spPr>
        </p:cxnSp>
        <p:cxnSp>
          <p:nvCxnSpPr>
            <p:cNvPr id="2381" name="Google Shape;2381;g3b23322d595_2_1403"/>
            <p:cNvCxnSpPr/>
            <p:nvPr/>
          </p:nvCxnSpPr>
          <p:spPr>
            <a:xfrm>
              <a:off x="8553000" y="1100450"/>
              <a:ext cx="0" cy="4032900"/>
            </a:xfrm>
            <a:prstGeom prst="straightConnector1">
              <a:avLst/>
            </a:prstGeom>
            <a:noFill/>
            <a:ln w="9525" cap="flat" cmpd="sng">
              <a:solidFill>
                <a:srgbClr val="DBDBDB"/>
              </a:solidFill>
              <a:prstDash val="solid"/>
              <a:miter lim="800000"/>
              <a:headEnd type="none" w="sm" len="sm"/>
              <a:tailEnd type="none" w="sm" len="sm"/>
            </a:ln>
          </p:spPr>
        </p:cxnSp>
        <p:sp>
          <p:nvSpPr>
            <p:cNvPr id="2382" name="Google Shape;2382;g3b23322d595_2_1403"/>
            <p:cNvSpPr/>
            <p:nvPr/>
          </p:nvSpPr>
          <p:spPr>
            <a:xfrm>
              <a:off x="574250" y="1610650"/>
              <a:ext cx="1950900" cy="274200"/>
            </a:xfrm>
            <a:prstGeom prst="roundRect">
              <a:avLst>
                <a:gd name="adj" fmla="val 16667"/>
              </a:avLst>
            </a:prstGeom>
            <a:solidFill>
              <a:srgbClr val="F0EA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Share of Users*</a:t>
              </a:r>
            </a:p>
          </p:txBody>
        </p:sp>
        <p:sp>
          <p:nvSpPr>
            <p:cNvPr id="2383" name="Google Shape;2383;g3b23322d595_2_1403"/>
            <p:cNvSpPr/>
            <p:nvPr/>
          </p:nvSpPr>
          <p:spPr>
            <a:xfrm>
              <a:off x="3248025" y="1591900"/>
              <a:ext cx="2142000" cy="274200"/>
            </a:xfrm>
            <a:prstGeom prst="rect">
              <a:avLst/>
            </a:prstGeom>
            <a:solidFill>
              <a:schemeClr val="l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~98.5%</a:t>
              </a:r>
            </a:p>
          </p:txBody>
        </p:sp>
        <p:sp>
          <p:nvSpPr>
            <p:cNvPr id="2384" name="Google Shape;2384;g3b23322d595_2_1403"/>
            <p:cNvSpPr/>
            <p:nvPr/>
          </p:nvSpPr>
          <p:spPr>
            <a:xfrm>
              <a:off x="6023200" y="1591900"/>
              <a:ext cx="104700" cy="274200"/>
            </a:xfrm>
            <a:prstGeom prst="rect">
              <a:avLst/>
            </a:prstGeom>
            <a:solidFill>
              <a:schemeClr val="l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385" name="Google Shape;2385;g3b23322d595_2_1403"/>
            <p:cNvSpPr txBox="1"/>
            <p:nvPr/>
          </p:nvSpPr>
          <p:spPr>
            <a:xfrm>
              <a:off x="6098775" y="1528900"/>
              <a:ext cx="8199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~1.4%</a:t>
              </a:r>
            </a:p>
          </p:txBody>
        </p:sp>
        <p:sp>
          <p:nvSpPr>
            <p:cNvPr id="2386" name="Google Shape;2386;g3b23322d595_2_1403"/>
            <p:cNvSpPr/>
            <p:nvPr/>
          </p:nvSpPr>
          <p:spPr>
            <a:xfrm>
              <a:off x="8862525" y="1591900"/>
              <a:ext cx="30000" cy="274200"/>
            </a:xfrm>
            <a:prstGeom prst="rect">
              <a:avLst/>
            </a:prstGeom>
            <a:solidFill>
              <a:schemeClr val="l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387" name="Google Shape;2387;g3b23322d595_2_1403"/>
            <p:cNvSpPr txBox="1"/>
            <p:nvPr/>
          </p:nvSpPr>
          <p:spPr>
            <a:xfrm>
              <a:off x="8938100" y="1528900"/>
              <a:ext cx="8199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&lt;0.1%</a:t>
              </a:r>
            </a:p>
          </p:txBody>
        </p:sp>
        <p:sp>
          <p:nvSpPr>
            <p:cNvPr id="2388" name="Google Shape;2388;g3b23322d595_2_1403"/>
            <p:cNvSpPr/>
            <p:nvPr/>
          </p:nvSpPr>
          <p:spPr>
            <a:xfrm>
              <a:off x="574250" y="2059317"/>
              <a:ext cx="1950900" cy="274200"/>
            </a:xfrm>
            <a:prstGeom prst="roundRect">
              <a:avLst>
                <a:gd name="adj" fmla="val 16667"/>
              </a:avLst>
            </a:prstGeom>
            <a:solidFill>
              <a:srgbClr val="F0EA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Est. User Count</a:t>
              </a:r>
            </a:p>
          </p:txBody>
        </p:sp>
        <p:sp>
          <p:nvSpPr>
            <p:cNvPr id="2389" name="Google Shape;2389;g3b23322d595_2_1403"/>
            <p:cNvSpPr/>
            <p:nvPr/>
          </p:nvSpPr>
          <p:spPr>
            <a:xfrm>
              <a:off x="3248025" y="2040575"/>
              <a:ext cx="2142000" cy="274200"/>
            </a:xfrm>
            <a:prstGeom prst="rect">
              <a:avLst/>
            </a:prstGeom>
            <a:solidFill>
              <a:schemeClr val="l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~788 Million</a:t>
              </a:r>
              <a:r>
                <a:rPr lang="en-US" sz="1100" b="1" i="0" u="none" strike="noStrike" cap="none" baseline="30000" noProof="0">
                  <a:solidFill>
                    <a:srgbClr val="000000"/>
                  </a:solidFill>
                  <a:latin typeface="IBM Plex Sans"/>
                  <a:ea typeface="IBM Plex Sans"/>
                  <a:cs typeface="IBM Plex Sans"/>
                  <a:sym typeface="IBM Plex Sans"/>
                </a:rPr>
                <a:t>1</a:t>
              </a:r>
              <a:endParaRPr lang="en-US" sz="1200" b="0" i="0" u="none" strike="noStrike" cap="none" noProof="0">
                <a:solidFill>
                  <a:srgbClr val="000000"/>
                </a:solidFill>
                <a:latin typeface="IBM Plex Sans"/>
                <a:ea typeface="IBM Plex Sans"/>
                <a:cs typeface="IBM Plex Sans"/>
                <a:sym typeface="IBM Plex Sans"/>
              </a:endParaRPr>
            </a:p>
          </p:txBody>
        </p:sp>
        <p:sp>
          <p:nvSpPr>
            <p:cNvPr id="2390" name="Google Shape;2390;g3b23322d595_2_1403"/>
            <p:cNvSpPr/>
            <p:nvPr/>
          </p:nvSpPr>
          <p:spPr>
            <a:xfrm>
              <a:off x="6023193" y="2040566"/>
              <a:ext cx="30000" cy="274200"/>
            </a:xfrm>
            <a:prstGeom prst="rect">
              <a:avLst/>
            </a:prstGeom>
            <a:solidFill>
              <a:schemeClr val="l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391" name="Google Shape;2391;g3b23322d595_2_1403"/>
            <p:cNvSpPr txBox="1"/>
            <p:nvPr/>
          </p:nvSpPr>
          <p:spPr>
            <a:xfrm>
              <a:off x="6098782" y="1977566"/>
              <a:ext cx="12801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~11 Million</a:t>
              </a:r>
              <a:r>
                <a:rPr lang="en-US" sz="1100" b="1" i="0" u="none" strike="noStrike" cap="none" baseline="30000" noProof="0">
                  <a:solidFill>
                    <a:srgbClr val="000000"/>
                  </a:solidFill>
                  <a:latin typeface="IBM Plex Sans"/>
                  <a:ea typeface="IBM Plex Sans"/>
                  <a:cs typeface="IBM Plex Sans"/>
                  <a:sym typeface="IBM Plex Sans"/>
                </a:rPr>
                <a:t>1</a:t>
              </a:r>
              <a:endParaRPr lang="en-US" sz="1200" b="0" i="0" u="none" strike="noStrike" cap="none" noProof="0">
                <a:solidFill>
                  <a:srgbClr val="000000"/>
                </a:solidFill>
                <a:latin typeface="IBM Plex Sans"/>
                <a:ea typeface="IBM Plex Sans"/>
                <a:cs typeface="IBM Plex Sans"/>
                <a:sym typeface="IBM Plex Sans"/>
              </a:endParaRPr>
            </a:p>
          </p:txBody>
        </p:sp>
        <p:sp>
          <p:nvSpPr>
            <p:cNvPr id="2392" name="Google Shape;2392;g3b23322d595_2_1403"/>
            <p:cNvSpPr/>
            <p:nvPr/>
          </p:nvSpPr>
          <p:spPr>
            <a:xfrm>
              <a:off x="8862516" y="2040566"/>
              <a:ext cx="8100" cy="274200"/>
            </a:xfrm>
            <a:prstGeom prst="rect">
              <a:avLst/>
            </a:prstGeom>
            <a:solidFill>
              <a:schemeClr val="l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393" name="Google Shape;2393;g3b23322d595_2_1403"/>
            <p:cNvSpPr txBox="1"/>
            <p:nvPr/>
          </p:nvSpPr>
          <p:spPr>
            <a:xfrm>
              <a:off x="8938107" y="1977566"/>
              <a:ext cx="12801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~100,000</a:t>
              </a:r>
              <a:r>
                <a:rPr lang="en-US" sz="1100" b="1" i="0" u="none" strike="noStrike" cap="none" baseline="30000" noProof="0">
                  <a:solidFill>
                    <a:srgbClr val="000000"/>
                  </a:solidFill>
                  <a:latin typeface="IBM Plex Sans"/>
                  <a:ea typeface="IBM Plex Sans"/>
                  <a:cs typeface="IBM Plex Sans"/>
                  <a:sym typeface="IBM Plex Sans"/>
                </a:rPr>
                <a:t>1</a:t>
              </a:r>
              <a:endParaRPr lang="en-US" sz="1200" b="0" i="0" u="none" strike="noStrike" cap="none" noProof="0">
                <a:solidFill>
                  <a:srgbClr val="000000"/>
                </a:solidFill>
                <a:latin typeface="IBM Plex Sans"/>
                <a:ea typeface="IBM Plex Sans"/>
                <a:cs typeface="IBM Plex Sans"/>
                <a:sym typeface="IBM Plex Sans"/>
              </a:endParaRPr>
            </a:p>
          </p:txBody>
        </p:sp>
        <p:sp>
          <p:nvSpPr>
            <p:cNvPr id="2394" name="Google Shape;2394;g3b23322d595_2_1403"/>
            <p:cNvSpPr/>
            <p:nvPr/>
          </p:nvSpPr>
          <p:spPr>
            <a:xfrm>
              <a:off x="6009075" y="2489257"/>
              <a:ext cx="201300" cy="274200"/>
            </a:xfrm>
            <a:prstGeom prst="rect">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395" name="Google Shape;2395;g3b23322d595_2_1403"/>
            <p:cNvSpPr txBox="1"/>
            <p:nvPr/>
          </p:nvSpPr>
          <p:spPr>
            <a:xfrm>
              <a:off x="3155449" y="2426250"/>
              <a:ext cx="13728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$0.00</a:t>
              </a:r>
              <a:r>
                <a:rPr lang="en-US" sz="1100" b="1" i="0" u="none" strike="noStrike" cap="none" baseline="30000" noProof="0">
                  <a:solidFill>
                    <a:srgbClr val="000000"/>
                  </a:solidFill>
                  <a:latin typeface="IBM Plex Sans"/>
                  <a:ea typeface="IBM Plex Sans"/>
                  <a:cs typeface="IBM Plex Sans"/>
                  <a:sym typeface="IBM Plex Sans"/>
                </a:rPr>
                <a:t>2</a:t>
              </a:r>
              <a:endParaRPr lang="en-US" sz="1200" b="0" i="0" u="none" strike="noStrike" cap="none" noProof="0">
                <a:solidFill>
                  <a:srgbClr val="000000"/>
                </a:solidFill>
                <a:latin typeface="IBM Plex Sans"/>
                <a:ea typeface="IBM Plex Sans"/>
                <a:cs typeface="IBM Plex Sans"/>
                <a:sym typeface="IBM Plex Sans"/>
              </a:endParaRPr>
            </a:p>
          </p:txBody>
        </p:sp>
        <p:sp>
          <p:nvSpPr>
            <p:cNvPr id="2396" name="Google Shape;2396;g3b23322d595_2_1403"/>
            <p:cNvSpPr/>
            <p:nvPr/>
          </p:nvSpPr>
          <p:spPr>
            <a:xfrm>
              <a:off x="574250" y="2508012"/>
              <a:ext cx="1950900" cy="274200"/>
            </a:xfrm>
            <a:prstGeom prst="roundRect">
              <a:avLst>
                <a:gd name="adj" fmla="val 16667"/>
              </a:avLst>
            </a:prstGeom>
            <a:solidFill>
              <a:srgbClr val="F0EA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Revenue / User</a:t>
              </a:r>
            </a:p>
          </p:txBody>
        </p:sp>
        <p:sp>
          <p:nvSpPr>
            <p:cNvPr id="2397" name="Google Shape;2397;g3b23322d595_2_1403"/>
            <p:cNvSpPr/>
            <p:nvPr/>
          </p:nvSpPr>
          <p:spPr>
            <a:xfrm>
              <a:off x="8847100" y="2489257"/>
              <a:ext cx="2052300" cy="274200"/>
            </a:xfrm>
            <a:prstGeom prst="rect">
              <a:avLst/>
            </a:prstGeom>
            <a:solidFill>
              <a:schemeClr val="l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$200.00</a:t>
              </a:r>
              <a:r>
                <a:rPr lang="en-US" sz="1100" b="1" i="0" u="none" strike="noStrike" cap="none" baseline="30000" noProof="0">
                  <a:solidFill>
                    <a:srgbClr val="000000"/>
                  </a:solidFill>
                  <a:latin typeface="IBM Plex Sans"/>
                  <a:ea typeface="IBM Plex Sans"/>
                  <a:cs typeface="IBM Plex Sans"/>
                  <a:sym typeface="IBM Plex Sans"/>
                </a:rPr>
                <a:t>2</a:t>
              </a:r>
              <a:endParaRPr lang="en-US" sz="1200" b="0" i="0" u="none" strike="noStrike" cap="none" noProof="0">
                <a:solidFill>
                  <a:srgbClr val="000000"/>
                </a:solidFill>
                <a:latin typeface="IBM Plex Sans"/>
                <a:ea typeface="IBM Plex Sans"/>
                <a:cs typeface="IBM Plex Sans"/>
                <a:sym typeface="IBM Plex Sans"/>
              </a:endParaRPr>
            </a:p>
          </p:txBody>
        </p:sp>
        <p:sp>
          <p:nvSpPr>
            <p:cNvPr id="2398" name="Google Shape;2398;g3b23322d595_2_1403"/>
            <p:cNvSpPr txBox="1"/>
            <p:nvPr/>
          </p:nvSpPr>
          <p:spPr>
            <a:xfrm>
              <a:off x="6285532" y="2426232"/>
              <a:ext cx="12801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$20.00</a:t>
              </a:r>
              <a:r>
                <a:rPr lang="en-US" sz="1100" b="1" i="0" u="none" strike="noStrike" cap="none" baseline="30000" noProof="0">
                  <a:solidFill>
                    <a:srgbClr val="000000"/>
                  </a:solidFill>
                  <a:latin typeface="IBM Plex Sans"/>
                  <a:ea typeface="IBM Plex Sans"/>
                  <a:cs typeface="IBM Plex Sans"/>
                  <a:sym typeface="IBM Plex Sans"/>
                </a:rPr>
                <a:t>2</a:t>
              </a:r>
              <a:endParaRPr lang="en-US" sz="1200" b="0" i="0" u="none" strike="noStrike" cap="none" noProof="0">
                <a:solidFill>
                  <a:srgbClr val="000000"/>
                </a:solidFill>
                <a:latin typeface="IBM Plex Sans"/>
                <a:ea typeface="IBM Plex Sans"/>
                <a:cs typeface="IBM Plex Sans"/>
                <a:sym typeface="IBM Plex Sans"/>
              </a:endParaRPr>
            </a:p>
          </p:txBody>
        </p:sp>
        <p:sp>
          <p:nvSpPr>
            <p:cNvPr id="2399" name="Google Shape;2399;g3b23322d595_2_1403"/>
            <p:cNvSpPr/>
            <p:nvPr/>
          </p:nvSpPr>
          <p:spPr>
            <a:xfrm>
              <a:off x="5344425" y="3150625"/>
              <a:ext cx="45600" cy="274200"/>
            </a:xfrm>
            <a:prstGeom prst="rect">
              <a:avLst/>
            </a:prstGeom>
            <a:solidFill>
              <a:srgbClr val="F0EAF5"/>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cxnSp>
          <p:nvCxnSpPr>
            <p:cNvPr id="2400" name="Google Shape;2400;g3b23322d595_2_1403"/>
            <p:cNvCxnSpPr/>
            <p:nvPr/>
          </p:nvCxnSpPr>
          <p:spPr>
            <a:xfrm>
              <a:off x="5390025" y="3096225"/>
              <a:ext cx="6300" cy="439500"/>
            </a:xfrm>
            <a:prstGeom prst="straightConnector1">
              <a:avLst/>
            </a:prstGeom>
            <a:noFill/>
            <a:ln w="9525" cap="flat" cmpd="sng">
              <a:solidFill>
                <a:srgbClr val="BFBFBF"/>
              </a:solidFill>
              <a:prstDash val="solid"/>
              <a:miter lim="800000"/>
              <a:headEnd type="none" w="sm" len="sm"/>
              <a:tailEnd type="none" w="sm" len="sm"/>
            </a:ln>
          </p:spPr>
        </p:cxnSp>
        <p:sp>
          <p:nvSpPr>
            <p:cNvPr id="2401" name="Google Shape;2401;g3b23322d595_2_1403"/>
            <p:cNvSpPr txBox="1"/>
            <p:nvPr/>
          </p:nvSpPr>
          <p:spPr>
            <a:xfrm>
              <a:off x="4477050" y="3096225"/>
              <a:ext cx="7356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-$1.50</a:t>
              </a:r>
              <a:r>
                <a:rPr lang="en-US" sz="1100" b="1" i="0" u="none" strike="noStrike" cap="none" baseline="30000" noProof="0">
                  <a:solidFill>
                    <a:srgbClr val="000000"/>
                  </a:solidFill>
                  <a:latin typeface="IBM Plex Sans"/>
                  <a:ea typeface="IBM Plex Sans"/>
                  <a:cs typeface="IBM Plex Sans"/>
                  <a:sym typeface="IBM Plex Sans"/>
                </a:rPr>
                <a:t>3</a:t>
              </a:r>
              <a:endParaRPr lang="en-US" sz="1200" b="0" i="0" u="none" strike="noStrike" cap="none" noProof="0">
                <a:solidFill>
                  <a:srgbClr val="000000"/>
                </a:solidFill>
                <a:latin typeface="IBM Plex Sans"/>
                <a:ea typeface="IBM Plex Sans"/>
                <a:cs typeface="IBM Plex Sans"/>
                <a:sym typeface="IBM Plex Sans"/>
              </a:endParaRPr>
            </a:p>
          </p:txBody>
        </p:sp>
        <p:sp>
          <p:nvSpPr>
            <p:cNvPr id="2402" name="Google Shape;2402;g3b23322d595_2_1403"/>
            <p:cNvSpPr/>
            <p:nvPr/>
          </p:nvSpPr>
          <p:spPr>
            <a:xfrm>
              <a:off x="7786276" y="3150625"/>
              <a:ext cx="457200" cy="274200"/>
            </a:xfrm>
            <a:prstGeom prst="rect">
              <a:avLst/>
            </a:prstGeom>
            <a:solidFill>
              <a:srgbClr val="F0EAF5"/>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cxnSp>
          <p:nvCxnSpPr>
            <p:cNvPr id="2403" name="Google Shape;2403;g3b23322d595_2_1403"/>
            <p:cNvCxnSpPr/>
            <p:nvPr/>
          </p:nvCxnSpPr>
          <p:spPr>
            <a:xfrm>
              <a:off x="8237176" y="3076575"/>
              <a:ext cx="6300" cy="439500"/>
            </a:xfrm>
            <a:prstGeom prst="straightConnector1">
              <a:avLst/>
            </a:prstGeom>
            <a:noFill/>
            <a:ln w="9525" cap="flat" cmpd="sng">
              <a:solidFill>
                <a:srgbClr val="BFBFBF"/>
              </a:solidFill>
              <a:prstDash val="solid"/>
              <a:miter lim="800000"/>
              <a:headEnd type="none" w="sm" len="sm"/>
              <a:tailEnd type="none" w="sm" len="sm"/>
            </a:ln>
          </p:spPr>
        </p:cxnSp>
        <p:sp>
          <p:nvSpPr>
            <p:cNvPr id="2404" name="Google Shape;2404;g3b23322d595_2_1403"/>
            <p:cNvSpPr txBox="1"/>
            <p:nvPr/>
          </p:nvSpPr>
          <p:spPr>
            <a:xfrm>
              <a:off x="7001975" y="3096225"/>
              <a:ext cx="8019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-$11.60</a:t>
              </a:r>
              <a:r>
                <a:rPr lang="en-US" sz="1100" b="1" i="0" u="none" strike="noStrike" cap="none" baseline="30000" noProof="0">
                  <a:solidFill>
                    <a:srgbClr val="000000"/>
                  </a:solidFill>
                  <a:latin typeface="IBM Plex Sans"/>
                  <a:ea typeface="IBM Plex Sans"/>
                  <a:cs typeface="IBM Plex Sans"/>
                  <a:sym typeface="IBM Plex Sans"/>
                </a:rPr>
                <a:t>4</a:t>
              </a:r>
              <a:endParaRPr lang="en-US" sz="1200" b="0" i="0" u="none" strike="noStrike" cap="none" noProof="0">
                <a:solidFill>
                  <a:srgbClr val="000000"/>
                </a:solidFill>
                <a:latin typeface="IBM Plex Sans"/>
                <a:ea typeface="IBM Plex Sans"/>
                <a:cs typeface="IBM Plex Sans"/>
                <a:sym typeface="IBM Plex Sans"/>
              </a:endParaRPr>
            </a:p>
          </p:txBody>
        </p:sp>
        <p:sp>
          <p:nvSpPr>
            <p:cNvPr id="2405" name="Google Shape;2405;g3b23322d595_2_1403"/>
            <p:cNvSpPr/>
            <p:nvPr/>
          </p:nvSpPr>
          <p:spPr>
            <a:xfrm>
              <a:off x="9354826" y="3159225"/>
              <a:ext cx="1828800" cy="274200"/>
            </a:xfrm>
            <a:prstGeom prst="rect">
              <a:avLst/>
            </a:prstGeom>
            <a:solidFill>
              <a:srgbClr val="F0EAF5"/>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-$225.00</a:t>
              </a:r>
              <a:r>
                <a:rPr lang="en-US" sz="1100" b="1" i="0" u="none" strike="noStrike" cap="none" baseline="30000" noProof="0">
                  <a:solidFill>
                    <a:srgbClr val="000000"/>
                  </a:solidFill>
                  <a:latin typeface="IBM Plex Sans"/>
                  <a:ea typeface="IBM Plex Sans"/>
                  <a:cs typeface="IBM Plex Sans"/>
                  <a:sym typeface="IBM Plex Sans"/>
                </a:rPr>
                <a:t>5</a:t>
              </a:r>
              <a:endParaRPr lang="en-US" sz="1200" b="0" i="0" u="none" strike="noStrike" cap="none" noProof="0">
                <a:solidFill>
                  <a:srgbClr val="000000"/>
                </a:solidFill>
                <a:latin typeface="IBM Plex Sans"/>
                <a:ea typeface="IBM Plex Sans"/>
                <a:cs typeface="IBM Plex Sans"/>
                <a:sym typeface="IBM Plex Sans"/>
              </a:endParaRPr>
            </a:p>
          </p:txBody>
        </p:sp>
        <p:cxnSp>
          <p:nvCxnSpPr>
            <p:cNvPr id="2406" name="Google Shape;2406;g3b23322d595_2_1403"/>
            <p:cNvCxnSpPr/>
            <p:nvPr/>
          </p:nvCxnSpPr>
          <p:spPr>
            <a:xfrm>
              <a:off x="11183626" y="3076575"/>
              <a:ext cx="6300" cy="439500"/>
            </a:xfrm>
            <a:prstGeom prst="straightConnector1">
              <a:avLst/>
            </a:prstGeom>
            <a:noFill/>
            <a:ln w="9525" cap="flat" cmpd="sng">
              <a:solidFill>
                <a:srgbClr val="BFBFBF"/>
              </a:solidFill>
              <a:prstDash val="solid"/>
              <a:miter lim="800000"/>
              <a:headEnd type="none" w="sm" len="sm"/>
              <a:tailEnd type="none" w="sm" len="sm"/>
            </a:ln>
          </p:spPr>
        </p:cxnSp>
        <p:sp>
          <p:nvSpPr>
            <p:cNvPr id="2407" name="Google Shape;2407;g3b23322d595_2_1403"/>
            <p:cNvSpPr txBox="1"/>
            <p:nvPr/>
          </p:nvSpPr>
          <p:spPr>
            <a:xfrm>
              <a:off x="8553000" y="3076575"/>
              <a:ext cx="9429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408" name="Google Shape;2408;g3b23322d595_2_1403"/>
            <p:cNvSpPr/>
            <p:nvPr/>
          </p:nvSpPr>
          <p:spPr>
            <a:xfrm>
              <a:off x="5344425" y="3923988"/>
              <a:ext cx="45600" cy="274200"/>
            </a:xfrm>
            <a:prstGeom prst="rect">
              <a:avLst/>
            </a:prstGeom>
            <a:solidFill>
              <a:srgbClr val="F0EAF5"/>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cxnSp>
          <p:nvCxnSpPr>
            <p:cNvPr id="2409" name="Google Shape;2409;g3b23322d595_2_1403"/>
            <p:cNvCxnSpPr/>
            <p:nvPr/>
          </p:nvCxnSpPr>
          <p:spPr>
            <a:xfrm>
              <a:off x="5383725" y="3849938"/>
              <a:ext cx="6300" cy="439500"/>
            </a:xfrm>
            <a:prstGeom prst="straightConnector1">
              <a:avLst/>
            </a:prstGeom>
            <a:noFill/>
            <a:ln w="9525" cap="flat" cmpd="sng">
              <a:solidFill>
                <a:srgbClr val="BFBFBF"/>
              </a:solidFill>
              <a:prstDash val="solid"/>
              <a:miter lim="800000"/>
              <a:headEnd type="none" w="sm" len="sm"/>
              <a:tailEnd type="none" w="sm" len="sm"/>
            </a:ln>
          </p:spPr>
        </p:cxnSp>
        <p:sp>
          <p:nvSpPr>
            <p:cNvPr id="2410" name="Google Shape;2410;g3b23322d595_2_1403"/>
            <p:cNvSpPr txBox="1"/>
            <p:nvPr/>
          </p:nvSpPr>
          <p:spPr>
            <a:xfrm>
              <a:off x="4023575" y="3869600"/>
              <a:ext cx="11892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-$1.50 (LOSS)</a:t>
              </a:r>
            </a:p>
          </p:txBody>
        </p:sp>
        <p:sp>
          <p:nvSpPr>
            <p:cNvPr id="2411" name="Google Shape;2411;g3b23322d595_2_1403"/>
            <p:cNvSpPr/>
            <p:nvPr/>
          </p:nvSpPr>
          <p:spPr>
            <a:xfrm>
              <a:off x="6009075" y="3924000"/>
              <a:ext cx="365700" cy="274200"/>
            </a:xfrm>
            <a:prstGeom prst="rect">
              <a:avLst/>
            </a:prstGeom>
            <a:solidFill>
              <a:srgbClr val="C8EED9"/>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cxnSp>
          <p:nvCxnSpPr>
            <p:cNvPr id="2412" name="Google Shape;2412;g3b23322d595_2_1403"/>
            <p:cNvCxnSpPr/>
            <p:nvPr/>
          </p:nvCxnSpPr>
          <p:spPr>
            <a:xfrm>
              <a:off x="6009075" y="3849950"/>
              <a:ext cx="6300" cy="439500"/>
            </a:xfrm>
            <a:prstGeom prst="straightConnector1">
              <a:avLst/>
            </a:prstGeom>
            <a:noFill/>
            <a:ln w="9525" cap="flat" cmpd="sng">
              <a:solidFill>
                <a:srgbClr val="BFBFBF"/>
              </a:solidFill>
              <a:prstDash val="solid"/>
              <a:miter lim="800000"/>
              <a:headEnd type="none" w="sm" len="sm"/>
              <a:tailEnd type="none" w="sm" len="sm"/>
            </a:ln>
          </p:spPr>
        </p:cxnSp>
        <p:sp>
          <p:nvSpPr>
            <p:cNvPr id="2413" name="Google Shape;2413;g3b23322d595_2_1403"/>
            <p:cNvSpPr txBox="1"/>
            <p:nvPr/>
          </p:nvSpPr>
          <p:spPr>
            <a:xfrm>
              <a:off x="6376930" y="3869600"/>
              <a:ext cx="17145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+$8.40 (PROFIT)</a:t>
              </a:r>
            </a:p>
          </p:txBody>
        </p:sp>
        <p:sp>
          <p:nvSpPr>
            <p:cNvPr id="2414" name="Google Shape;2414;g3b23322d595_2_1403"/>
            <p:cNvSpPr/>
            <p:nvPr/>
          </p:nvSpPr>
          <p:spPr>
            <a:xfrm>
              <a:off x="10086225" y="3912950"/>
              <a:ext cx="1097400" cy="274200"/>
            </a:xfrm>
            <a:prstGeom prst="rect">
              <a:avLst/>
            </a:prstGeom>
            <a:solidFill>
              <a:srgbClr val="F0EAF5"/>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cxnSp>
          <p:nvCxnSpPr>
            <p:cNvPr id="2415" name="Google Shape;2415;g3b23322d595_2_1403"/>
            <p:cNvCxnSpPr/>
            <p:nvPr/>
          </p:nvCxnSpPr>
          <p:spPr>
            <a:xfrm>
              <a:off x="11183626" y="3849938"/>
              <a:ext cx="6300" cy="439500"/>
            </a:xfrm>
            <a:prstGeom prst="straightConnector1">
              <a:avLst/>
            </a:prstGeom>
            <a:noFill/>
            <a:ln w="9525" cap="flat" cmpd="sng">
              <a:solidFill>
                <a:srgbClr val="BFBFBF"/>
              </a:solidFill>
              <a:prstDash val="solid"/>
              <a:miter lim="800000"/>
              <a:headEnd type="none" w="sm" len="sm"/>
              <a:tailEnd type="none" w="sm" len="sm"/>
            </a:ln>
          </p:spPr>
        </p:cxnSp>
        <p:sp>
          <p:nvSpPr>
            <p:cNvPr id="2416" name="Google Shape;2416;g3b23322d595_2_1403"/>
            <p:cNvSpPr txBox="1"/>
            <p:nvPr/>
          </p:nvSpPr>
          <p:spPr>
            <a:xfrm>
              <a:off x="8838950" y="3849950"/>
              <a:ext cx="13791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-$25.00 (LOSS)</a:t>
              </a:r>
            </a:p>
          </p:txBody>
        </p:sp>
        <p:sp>
          <p:nvSpPr>
            <p:cNvPr id="2417" name="Google Shape;2417;g3b23322d595_2_1403"/>
            <p:cNvSpPr/>
            <p:nvPr/>
          </p:nvSpPr>
          <p:spPr>
            <a:xfrm>
              <a:off x="3248025" y="4717475"/>
              <a:ext cx="2142000" cy="274200"/>
            </a:xfrm>
            <a:prstGeom prst="rect">
              <a:avLst/>
            </a:prstGeom>
            <a:solidFill>
              <a:srgbClr val="F0EAF5"/>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-$1.1 Billion Burn</a:t>
              </a:r>
            </a:p>
          </p:txBody>
        </p:sp>
        <p:cxnSp>
          <p:nvCxnSpPr>
            <p:cNvPr id="2418" name="Google Shape;2418;g3b23322d595_2_1403"/>
            <p:cNvCxnSpPr/>
            <p:nvPr/>
          </p:nvCxnSpPr>
          <p:spPr>
            <a:xfrm>
              <a:off x="5383725" y="4643425"/>
              <a:ext cx="6300" cy="439500"/>
            </a:xfrm>
            <a:prstGeom prst="straightConnector1">
              <a:avLst/>
            </a:prstGeom>
            <a:noFill/>
            <a:ln w="9525" cap="flat" cmpd="sng">
              <a:solidFill>
                <a:srgbClr val="BFBFBF"/>
              </a:solidFill>
              <a:prstDash val="solid"/>
              <a:miter lim="800000"/>
              <a:headEnd type="none" w="sm" len="sm"/>
              <a:tailEnd type="none" w="sm" len="sm"/>
            </a:ln>
          </p:spPr>
        </p:cxnSp>
        <p:sp>
          <p:nvSpPr>
            <p:cNvPr id="2419" name="Google Shape;2419;g3b23322d595_2_1403"/>
            <p:cNvSpPr/>
            <p:nvPr/>
          </p:nvSpPr>
          <p:spPr>
            <a:xfrm>
              <a:off x="6009075" y="4717488"/>
              <a:ext cx="274200" cy="274200"/>
            </a:xfrm>
            <a:prstGeom prst="rect">
              <a:avLst/>
            </a:prstGeom>
            <a:solidFill>
              <a:srgbClr val="C8EED9"/>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cxnSp>
          <p:nvCxnSpPr>
            <p:cNvPr id="2420" name="Google Shape;2420;g3b23322d595_2_1403"/>
            <p:cNvCxnSpPr/>
            <p:nvPr/>
          </p:nvCxnSpPr>
          <p:spPr>
            <a:xfrm>
              <a:off x="6009075" y="4643438"/>
              <a:ext cx="6300" cy="439500"/>
            </a:xfrm>
            <a:prstGeom prst="straightConnector1">
              <a:avLst/>
            </a:prstGeom>
            <a:noFill/>
            <a:ln w="9525" cap="flat" cmpd="sng">
              <a:solidFill>
                <a:srgbClr val="BFBFBF"/>
              </a:solidFill>
              <a:prstDash val="solid"/>
              <a:miter lim="800000"/>
              <a:headEnd type="none" w="sm" len="sm"/>
              <a:tailEnd type="none" w="sm" len="sm"/>
            </a:ln>
          </p:spPr>
        </p:cxnSp>
        <p:sp>
          <p:nvSpPr>
            <p:cNvPr id="2421" name="Google Shape;2421;g3b23322d595_2_1403"/>
            <p:cNvSpPr txBox="1"/>
            <p:nvPr/>
          </p:nvSpPr>
          <p:spPr>
            <a:xfrm>
              <a:off x="6376930" y="4663088"/>
              <a:ext cx="17145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+$92 Million Profit</a:t>
              </a:r>
            </a:p>
          </p:txBody>
        </p:sp>
        <p:sp>
          <p:nvSpPr>
            <p:cNvPr id="2422" name="Google Shape;2422;g3b23322d595_2_1403"/>
            <p:cNvSpPr/>
            <p:nvPr/>
          </p:nvSpPr>
          <p:spPr>
            <a:xfrm>
              <a:off x="11138025" y="4706450"/>
              <a:ext cx="45600" cy="274200"/>
            </a:xfrm>
            <a:prstGeom prst="rect">
              <a:avLst/>
            </a:prstGeom>
            <a:solidFill>
              <a:srgbClr val="F0EAF5"/>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cxnSp>
          <p:nvCxnSpPr>
            <p:cNvPr id="2423" name="Google Shape;2423;g3b23322d595_2_1403"/>
            <p:cNvCxnSpPr/>
            <p:nvPr/>
          </p:nvCxnSpPr>
          <p:spPr>
            <a:xfrm>
              <a:off x="11183626" y="4643425"/>
              <a:ext cx="6300" cy="439500"/>
            </a:xfrm>
            <a:prstGeom prst="straightConnector1">
              <a:avLst/>
            </a:prstGeom>
            <a:noFill/>
            <a:ln w="9525" cap="flat" cmpd="sng">
              <a:solidFill>
                <a:srgbClr val="BFBFBF"/>
              </a:solidFill>
              <a:prstDash val="solid"/>
              <a:miter lim="800000"/>
              <a:headEnd type="none" w="sm" len="sm"/>
              <a:tailEnd type="none" w="sm" len="sm"/>
            </a:ln>
          </p:spPr>
        </p:cxnSp>
        <p:sp>
          <p:nvSpPr>
            <p:cNvPr id="2424" name="Google Shape;2424;g3b23322d595_2_1403"/>
            <p:cNvSpPr txBox="1"/>
            <p:nvPr/>
          </p:nvSpPr>
          <p:spPr>
            <a:xfrm>
              <a:off x="9628650" y="4643450"/>
              <a:ext cx="1509300" cy="40428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-$2.5 Million Burn</a:t>
              </a:r>
            </a:p>
          </p:txBody>
        </p:sp>
        <p:cxnSp>
          <p:nvCxnSpPr>
            <p:cNvPr id="2425" name="Google Shape;2425;g3b23322d595_2_1403"/>
            <p:cNvCxnSpPr/>
            <p:nvPr/>
          </p:nvCxnSpPr>
          <p:spPr>
            <a:xfrm rot="10800000">
              <a:off x="574250" y="1972084"/>
              <a:ext cx="10679400" cy="0"/>
            </a:xfrm>
            <a:prstGeom prst="straightConnector1">
              <a:avLst/>
            </a:prstGeom>
            <a:noFill/>
            <a:ln w="9525" cap="flat" cmpd="sng">
              <a:solidFill>
                <a:srgbClr val="DBDBDB"/>
              </a:solidFill>
              <a:prstDash val="solid"/>
              <a:miter lim="800000"/>
              <a:headEnd type="none" w="sm" len="sm"/>
              <a:tailEnd type="none" w="sm" len="sm"/>
            </a:ln>
          </p:spPr>
        </p:cxnSp>
        <p:cxnSp>
          <p:nvCxnSpPr>
            <p:cNvPr id="2426" name="Google Shape;2426;g3b23322d595_2_1403"/>
            <p:cNvCxnSpPr/>
            <p:nvPr/>
          </p:nvCxnSpPr>
          <p:spPr>
            <a:xfrm rot="10800000">
              <a:off x="574250" y="2420765"/>
              <a:ext cx="10679400" cy="0"/>
            </a:xfrm>
            <a:prstGeom prst="straightConnector1">
              <a:avLst/>
            </a:prstGeom>
            <a:noFill/>
            <a:ln w="9525" cap="flat" cmpd="sng">
              <a:solidFill>
                <a:srgbClr val="DBDBDB"/>
              </a:solidFill>
              <a:prstDash val="solid"/>
              <a:miter lim="800000"/>
              <a:headEnd type="none" w="sm" len="sm"/>
              <a:tailEnd type="none" w="sm" len="sm"/>
            </a:ln>
          </p:spPr>
        </p:cxnSp>
        <p:cxnSp>
          <p:nvCxnSpPr>
            <p:cNvPr id="2427" name="Google Shape;2427;g3b23322d595_2_1403"/>
            <p:cNvCxnSpPr/>
            <p:nvPr/>
          </p:nvCxnSpPr>
          <p:spPr>
            <a:xfrm rot="10800000">
              <a:off x="574250" y="2894046"/>
              <a:ext cx="10679400" cy="0"/>
            </a:xfrm>
            <a:prstGeom prst="straightConnector1">
              <a:avLst/>
            </a:prstGeom>
            <a:solidFill>
              <a:srgbClr val="F0EAF5"/>
            </a:solidFill>
            <a:ln w="9525" cap="flat" cmpd="sng">
              <a:solidFill>
                <a:srgbClr val="DBDBDB"/>
              </a:solidFill>
              <a:prstDash val="solid"/>
              <a:miter lim="800000"/>
              <a:headEnd type="none" w="sm" len="sm"/>
              <a:tailEnd type="none" w="sm" len="sm"/>
            </a:ln>
          </p:spPr>
        </p:cxnSp>
        <p:cxnSp>
          <p:nvCxnSpPr>
            <p:cNvPr id="2428" name="Google Shape;2428;g3b23322d595_2_1403"/>
            <p:cNvCxnSpPr/>
            <p:nvPr/>
          </p:nvCxnSpPr>
          <p:spPr>
            <a:xfrm rot="10800000">
              <a:off x="574250" y="3678703"/>
              <a:ext cx="10679400" cy="0"/>
            </a:xfrm>
            <a:prstGeom prst="straightConnector1">
              <a:avLst/>
            </a:prstGeom>
            <a:noFill/>
            <a:ln w="9525" cap="flat" cmpd="sng">
              <a:solidFill>
                <a:srgbClr val="DBDBDB"/>
              </a:solidFill>
              <a:prstDash val="solid"/>
              <a:miter lim="800000"/>
              <a:headEnd type="none" w="sm" len="sm"/>
              <a:tailEnd type="none" w="sm" len="sm"/>
            </a:ln>
          </p:spPr>
        </p:cxnSp>
        <p:cxnSp>
          <p:nvCxnSpPr>
            <p:cNvPr id="2429" name="Google Shape;2429;g3b23322d595_2_1403"/>
            <p:cNvCxnSpPr/>
            <p:nvPr/>
          </p:nvCxnSpPr>
          <p:spPr>
            <a:xfrm rot="10800000">
              <a:off x="574250" y="4460651"/>
              <a:ext cx="10679400" cy="0"/>
            </a:xfrm>
            <a:prstGeom prst="straightConnector1">
              <a:avLst/>
            </a:prstGeom>
            <a:noFill/>
            <a:ln w="9525" cap="flat" cmpd="sng">
              <a:solidFill>
                <a:srgbClr val="DBDBDB"/>
              </a:solidFill>
              <a:prstDash val="solid"/>
              <a:miter lim="800000"/>
              <a:headEnd type="none" w="sm" len="sm"/>
              <a:tailEnd type="none" w="sm" len="sm"/>
            </a:ln>
          </p:spPr>
        </p:cxnSp>
        <p:sp>
          <p:nvSpPr>
            <p:cNvPr id="2430" name="Google Shape;2430;g3b23322d595_2_1403"/>
            <p:cNvSpPr/>
            <p:nvPr/>
          </p:nvSpPr>
          <p:spPr>
            <a:xfrm>
              <a:off x="574250" y="1109825"/>
              <a:ext cx="1950900" cy="274200"/>
            </a:xfrm>
            <a:prstGeom prst="roundRect">
              <a:avLst>
                <a:gd name="adj" fmla="val 16667"/>
              </a:avLst>
            </a:prstGeom>
            <a:solidFill>
              <a:srgbClr val="7030A0"/>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FFFFFF"/>
                  </a:solidFill>
                  <a:latin typeface="IBM Plex Sans"/>
                  <a:ea typeface="IBM Plex Sans"/>
                  <a:cs typeface="IBM Plex Sans"/>
                  <a:sym typeface="IBM Plex Sans"/>
                </a:rPr>
                <a:t>Tier</a:t>
              </a:r>
              <a:endParaRPr lang="en-US" sz="1200" b="0" i="0" u="none" strike="noStrike" cap="none" noProof="0">
                <a:solidFill>
                  <a:srgbClr val="FFFFFF"/>
                </a:solidFill>
                <a:highlight>
                  <a:srgbClr val="223764"/>
                </a:highlight>
                <a:latin typeface="IBM Plex Sans"/>
                <a:ea typeface="IBM Plex Sans"/>
                <a:cs typeface="IBM Plex Sans"/>
                <a:sym typeface="IBM Plex Sans"/>
              </a:endParaRPr>
            </a:p>
          </p:txBody>
        </p:sp>
      </p:grpSp>
      <p:sp>
        <p:nvSpPr>
          <p:cNvPr id="6" name="Google Shape;932;g3b2110f3d24_0_616">
            <a:extLst>
              <a:ext uri="{FF2B5EF4-FFF2-40B4-BE49-F238E27FC236}">
                <a16:creationId xmlns:a16="http://schemas.microsoft.com/office/drawing/2014/main" id="{AA577707-A35D-47DE-A3B7-430471A8B5FA}"/>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67</a:t>
            </a:fld>
            <a:endParaRPr lang="en-US" noProof="0"/>
          </a:p>
        </p:txBody>
      </p:sp>
      <p:sp>
        <p:nvSpPr>
          <p:cNvPr id="4" name="CaixaDeTexto 3">
            <a:extLst>
              <a:ext uri="{FF2B5EF4-FFF2-40B4-BE49-F238E27FC236}">
                <a16:creationId xmlns:a16="http://schemas.microsoft.com/office/drawing/2014/main" id="{2A81E8F2-FC4A-F7A2-2349-568B878F723D}"/>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ChatGPT/Atlas</a:t>
            </a:r>
          </a:p>
        </p:txBody>
      </p:sp>
    </p:spTree>
    <p:extLst>
      <p:ext uri="{BB962C8B-B14F-4D97-AF65-F5344CB8AC3E}">
        <p14:creationId xmlns:p14="http://schemas.microsoft.com/office/powerpoint/2010/main" val="1594485640"/>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2367">
          <a:extLst>
            <a:ext uri="{FF2B5EF4-FFF2-40B4-BE49-F238E27FC236}">
              <a16:creationId xmlns:a16="http://schemas.microsoft.com/office/drawing/2014/main" id="{7A80E2AD-64DA-8B18-B32B-CF84F2BD15F3}"/>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84DBFA34-4C3A-C2DE-3793-E8E01414D7CC}"/>
              </a:ext>
            </a:extLst>
          </p:cNvPr>
          <p:cNvSpPr/>
          <p:nvPr/>
        </p:nvSpPr>
        <p:spPr>
          <a:xfrm>
            <a:off x="450091" y="3719816"/>
            <a:ext cx="11219301" cy="1320270"/>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2368" name="Google Shape;2368;g3b23322d595_2_1403">
            <a:extLst>
              <a:ext uri="{FF2B5EF4-FFF2-40B4-BE49-F238E27FC236}">
                <a16:creationId xmlns:a16="http://schemas.microsoft.com/office/drawing/2014/main" id="{65463DE8-4FD7-C8F6-72C9-CC57C123608B}"/>
              </a:ext>
            </a:extLst>
          </p:cNvPr>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pPr>
              <a:buSzPts val="1800"/>
            </a:pPr>
            <a:r>
              <a:rPr lang="en-US" noProof="0"/>
              <a:t>The exponential decline in intelligence costs (2024–2026)</a:t>
            </a:r>
          </a:p>
        </p:txBody>
      </p:sp>
      <p:sp>
        <p:nvSpPr>
          <p:cNvPr id="2369" name="Google Shape;2369;g3b23322d595_2_1403">
            <a:extLst>
              <a:ext uri="{FF2B5EF4-FFF2-40B4-BE49-F238E27FC236}">
                <a16:creationId xmlns:a16="http://schemas.microsoft.com/office/drawing/2014/main" id="{849289C8-407C-46B0-7A47-BAEB974D4AA9}"/>
              </a:ext>
            </a:extLst>
          </p:cNvPr>
          <p:cNvSpPr txBox="1"/>
          <p:nvPr/>
        </p:nvSpPr>
        <p:spPr>
          <a:xfrm>
            <a:off x="408590" y="6351033"/>
            <a:ext cx="10041695" cy="107722"/>
          </a:xfrm>
          <a:prstGeom prst="rect">
            <a:avLst/>
          </a:prstGeom>
          <a:noFill/>
          <a:ln>
            <a:noFill/>
          </a:ln>
        </p:spPr>
        <p:txBody>
          <a:bodyPr spcFirstLastPara="1" wrap="square" lIns="0" tIns="0" rIns="0" bIns="0" anchor="t" anchorCtr="0">
            <a:spAutoFit/>
          </a:bodyPr>
          <a:lstStyle/>
          <a:p>
            <a:r>
              <a:rPr lang="en-US" sz="700" b="0" i="0" u="none" strike="noStrike" cap="none" noProof="0">
                <a:solidFill>
                  <a:srgbClr val="7F7F7F"/>
                </a:solidFill>
                <a:latin typeface="IBM Plex Sans"/>
                <a:ea typeface="IBM Plex Sans"/>
                <a:cs typeface="IBM Plex Sans"/>
                <a:sym typeface="IBM Plex Sans"/>
              </a:rPr>
              <a:t>Sources: (1</a:t>
            </a:r>
            <a:r>
              <a:rPr lang="en-US" sz="700" noProof="0">
                <a:solidFill>
                  <a:srgbClr val="7F7F7F"/>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Cornell University </a:t>
            </a:r>
            <a:r>
              <a:rPr lang="en-US" sz="700" noProof="0" err="1">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Arxiv</a:t>
            </a:r>
            <a:r>
              <a:rPr lang="en-US" sz="700" noProof="0">
                <a:solidFill>
                  <a:srgbClr val="7F7F7F"/>
                </a:solidFill>
                <a:latin typeface="IBM Plex Sans"/>
                <a:ea typeface="IBM Plex Sans"/>
                <a:cs typeface="IBM Plex Sans"/>
                <a:sym typeface="IBM Plex Sans"/>
              </a:rPr>
              <a:t>, (2) </a:t>
            </a:r>
            <a:r>
              <a:rPr lang="en-US" sz="700"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Ark-Invest</a:t>
            </a:r>
            <a:r>
              <a:rPr lang="en-US" sz="700" noProof="0">
                <a:solidFill>
                  <a:srgbClr val="7F7F7F"/>
                </a:solidFill>
                <a:latin typeface="IBM Plex Sans"/>
                <a:ea typeface="IBM Plex Sans"/>
                <a:cs typeface="IBM Plex Sans"/>
                <a:sym typeface="IBM Plex Sans"/>
              </a:rPr>
              <a:t>, (3) </a:t>
            </a:r>
            <a:r>
              <a:rPr lang="en-US" sz="700"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Epoch AI,</a:t>
            </a:r>
            <a:r>
              <a:rPr lang="en-US" sz="700" noProof="0">
                <a:solidFill>
                  <a:srgbClr val="7F7F7F"/>
                </a:solidFill>
                <a:latin typeface="IBM Plex Sans"/>
                <a:ea typeface="IBM Plex Sans"/>
                <a:cs typeface="IBM Plex Sans"/>
                <a:sym typeface="IBM Plex Sans"/>
              </a:rPr>
              <a:t> (4) </a:t>
            </a:r>
            <a:r>
              <a:rPr lang="en-US" sz="700" noProof="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Ark-Invest report </a:t>
            </a:r>
            <a:r>
              <a:rPr lang="en-US" sz="700" noProof="0">
                <a:solidFill>
                  <a:srgbClr val="7F7F7F"/>
                </a:solidFill>
                <a:latin typeface="IBM Plex Sans"/>
                <a:ea typeface="IBM Plex Sans"/>
                <a:cs typeface="IBM Plex Sans"/>
                <a:sym typeface="IBM Plex Sans"/>
              </a:rPr>
              <a:t>page 28, </a:t>
            </a:r>
            <a:r>
              <a:rPr lang="en-US" sz="700" noProof="0">
                <a:solidFill>
                  <a:srgbClr val="7F7F7F"/>
                </a:solidFill>
                <a:latin typeface="IBM Plex Sans"/>
              </a:rPr>
              <a:t>(5) </a:t>
            </a:r>
            <a:r>
              <a:rPr lang="en-US" sz="700" noProof="0">
                <a:solidFill>
                  <a:srgbClr val="7F7F7F"/>
                </a:solidFill>
                <a:latin typeface="IBM Plex Sans"/>
                <a:hlinkClick r:id="rId7">
                  <a:extLst>
                    <a:ext uri="{A12FA001-AC4F-418D-AE19-62706E023703}">
                      <ahyp:hlinkClr xmlns:ahyp="http://schemas.microsoft.com/office/drawing/2018/hyperlinkcolor" val="tx"/>
                    </a:ext>
                  </a:extLst>
                </a:hlinkClick>
              </a:rPr>
              <a:t>Business Insider</a:t>
            </a:r>
            <a:endParaRPr lang="en-US" sz="700" b="0" i="0" u="none" strike="noStrike" cap="none" noProof="0">
              <a:solidFill>
                <a:srgbClr val="7F7F7F"/>
              </a:solidFill>
              <a:latin typeface="IBM Plex Sans"/>
              <a:ea typeface="IBM Plex Sans"/>
              <a:cs typeface="IBM Plex Sans"/>
            </a:endParaRPr>
          </a:p>
        </p:txBody>
      </p:sp>
      <p:sp>
        <p:nvSpPr>
          <p:cNvPr id="6" name="Google Shape;932;g3b2110f3d24_0_616">
            <a:extLst>
              <a:ext uri="{FF2B5EF4-FFF2-40B4-BE49-F238E27FC236}">
                <a16:creationId xmlns:a16="http://schemas.microsoft.com/office/drawing/2014/main" id="{A9F69598-404F-B900-0A59-576A59D04087}"/>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68</a:t>
            </a:fld>
            <a:endParaRPr lang="en-US" noProof="0"/>
          </a:p>
        </p:txBody>
      </p:sp>
      <p:sp>
        <p:nvSpPr>
          <p:cNvPr id="4" name="Google Shape;2782;g3b23322d595_2_1804">
            <a:extLst>
              <a:ext uri="{FF2B5EF4-FFF2-40B4-BE49-F238E27FC236}">
                <a16:creationId xmlns:a16="http://schemas.microsoft.com/office/drawing/2014/main" id="{949E7265-522D-DA91-F2D9-967016347F24}"/>
              </a:ext>
            </a:extLst>
          </p:cNvPr>
          <p:cNvSpPr txBox="1"/>
          <p:nvPr/>
        </p:nvSpPr>
        <p:spPr>
          <a:xfrm>
            <a:off x="472052" y="5451319"/>
            <a:ext cx="11197340" cy="504000"/>
          </a:xfrm>
          <a:prstGeom prst="rect">
            <a:avLst/>
          </a:prstGeom>
          <a:solidFill>
            <a:srgbClr val="00B050">
              <a:alpha val="48235"/>
            </a:srgbClr>
          </a:solidFill>
          <a:ln>
            <a:noFill/>
          </a:ln>
        </p:spPr>
        <p:txBody>
          <a:bodyPr spcFirstLastPara="1" wrap="square" lIns="91425" tIns="45700" rIns="91425" bIns="45700" anchor="ctr" anchorCtr="0">
            <a:noAutofit/>
          </a:bodyPr>
          <a:lstStyle/>
          <a:p>
            <a:pPr algn="ctr">
              <a:buClr>
                <a:schemeClr val="dk1"/>
              </a:buClr>
              <a:buSzPts val="1600"/>
              <a:buFont typeface="IBM Plex Sans"/>
            </a:pPr>
            <a:r>
              <a:rPr lang="en-US" b="1" noProof="0">
                <a:solidFill>
                  <a:schemeClr val="dk1"/>
                </a:solidFill>
                <a:latin typeface="IBM Plex Sans"/>
                <a:ea typeface="IBM Plex Sans"/>
                <a:cs typeface="IBM Plex Sans"/>
                <a:sym typeface="IBM Plex Sans"/>
              </a:rPr>
              <a:t>AI quality, performance, and cost are being optimized simultaneously, pushing AI toward commoditization similar to electricity</a:t>
            </a:r>
            <a:endParaRPr lang="en-US" b="1" noProof="0">
              <a:solidFill>
                <a:schemeClr val="dk1"/>
              </a:solidFill>
              <a:latin typeface="IBM Plex Sans"/>
              <a:ea typeface="IBM Plex Sans"/>
              <a:cs typeface="IBM Plex Sans"/>
            </a:endParaRPr>
          </a:p>
        </p:txBody>
      </p:sp>
      <p:sp>
        <p:nvSpPr>
          <p:cNvPr id="5" name="Google Shape;2799;g3b23322d595_2_1804">
            <a:extLst>
              <a:ext uri="{FF2B5EF4-FFF2-40B4-BE49-F238E27FC236}">
                <a16:creationId xmlns:a16="http://schemas.microsoft.com/office/drawing/2014/main" id="{C022146E-B8D8-D43E-F501-F46EE308812F}"/>
              </a:ext>
            </a:extLst>
          </p:cNvPr>
          <p:cNvSpPr txBox="1"/>
          <p:nvPr/>
        </p:nvSpPr>
        <p:spPr>
          <a:xfrm>
            <a:off x="553448" y="1892474"/>
            <a:ext cx="2474760" cy="1232329"/>
          </a:xfrm>
          <a:prstGeom prst="rect">
            <a:avLst/>
          </a:prstGeom>
          <a:noFill/>
          <a:ln>
            <a:noFill/>
          </a:ln>
        </p:spPr>
        <p:txBody>
          <a:bodyPr spcFirstLastPara="1" wrap="square" lIns="91425" tIns="91425" rIns="91425" bIns="91425" anchor="t" anchorCtr="0">
            <a:noAutofit/>
          </a:bodyPr>
          <a:lstStyle/>
          <a:p>
            <a:pPr>
              <a:buSzPts val="1400"/>
            </a:pPr>
            <a:r>
              <a:rPr lang="en-US" sz="4000" b="1" noProof="0">
                <a:solidFill>
                  <a:srgbClr val="7030A0"/>
                </a:solidFill>
                <a:latin typeface="IBM Plex Sans"/>
                <a:ea typeface="IBM Plex Sans"/>
                <a:sym typeface="IBM Plex Sans"/>
              </a:rPr>
              <a:t>5</a:t>
            </a:r>
            <a:r>
              <a:rPr lang="en-US" sz="4000" noProof="0">
                <a:solidFill>
                  <a:srgbClr val="7030A0"/>
                </a:solidFill>
                <a:latin typeface="IBM Plex Sans"/>
                <a:ea typeface="IBM Plex Sans"/>
                <a:sym typeface="IBM Plex Sans"/>
              </a:rPr>
              <a:t>×</a:t>
            </a:r>
            <a:r>
              <a:rPr lang="en-US" sz="4000" b="1" noProof="0">
                <a:solidFill>
                  <a:srgbClr val="7030A0"/>
                </a:solidFill>
                <a:latin typeface="IBM Plex Sans"/>
                <a:ea typeface="IBM Plex Sans"/>
                <a:cs typeface="IBM Plex Sans"/>
                <a:sym typeface="IBM Plex Sans"/>
              </a:rPr>
              <a:t> </a:t>
            </a:r>
            <a:r>
              <a:rPr lang="en-US" sz="4000" b="1" i="0" u="none" strike="noStrike" cap="none" noProof="0">
                <a:solidFill>
                  <a:srgbClr val="7030A0"/>
                </a:solidFill>
                <a:latin typeface="IBM Plex Sans"/>
                <a:ea typeface="IBM Plex Sans"/>
                <a:cs typeface="IBM Plex Sans"/>
                <a:sym typeface="IBM Plex Sans"/>
              </a:rPr>
              <a:t>to </a:t>
            </a:r>
            <a:r>
              <a:rPr lang="en-US" sz="4000" b="1" noProof="0">
                <a:solidFill>
                  <a:srgbClr val="7030A0"/>
                </a:solidFill>
                <a:latin typeface="IBM Plex Sans"/>
                <a:ea typeface="IBM Plex Sans"/>
                <a:cs typeface="IBM Plex Sans"/>
                <a:sym typeface="IBM Plex Sans"/>
              </a:rPr>
              <a:t>10</a:t>
            </a:r>
            <a:r>
              <a:rPr lang="en-US" sz="4000" noProof="0">
                <a:solidFill>
                  <a:srgbClr val="7030A0"/>
                </a:solidFill>
                <a:latin typeface="IBM Plex Sans"/>
                <a:ea typeface="IBM Plex Sans"/>
                <a:cs typeface="IBM Plex Sans"/>
                <a:sym typeface="IBM Plex Sans"/>
              </a:rPr>
              <a:t>×</a:t>
            </a:r>
            <a:endParaRPr lang="en-US" sz="4000" b="0" i="0" u="none" strike="noStrike" cap="none" noProof="0">
              <a:solidFill>
                <a:srgbClr val="000000"/>
              </a:solidFill>
              <a:latin typeface="IBM Plex Sans"/>
              <a:ea typeface="IBM Plex Sans"/>
              <a:cs typeface="IBM Plex Sans"/>
              <a:sym typeface="IBM Plex Sans"/>
            </a:endParaRPr>
          </a:p>
          <a:p>
            <a:pPr lvl="0">
              <a:buSzPts val="1400"/>
            </a:pPr>
            <a:r>
              <a:rPr lang="en-US" sz="1200" noProof="0">
                <a:latin typeface="IBM Plex Sans" panose="020B0503050203000203" pitchFamily="34" charset="0"/>
              </a:rPr>
              <a:t>annual increase in performance per dollar for frontier AI models</a:t>
            </a:r>
            <a:r>
              <a:rPr lang="en-US" sz="1200" baseline="30000" noProof="0">
                <a:latin typeface="IBM Plex Sans" panose="020B0503050203000203" pitchFamily="34" charset="0"/>
              </a:rPr>
              <a:t>1</a:t>
            </a:r>
          </a:p>
        </p:txBody>
      </p:sp>
      <p:grpSp>
        <p:nvGrpSpPr>
          <p:cNvPr id="7" name="Group 19">
            <a:extLst>
              <a:ext uri="{FF2B5EF4-FFF2-40B4-BE49-F238E27FC236}">
                <a16:creationId xmlns:a16="http://schemas.microsoft.com/office/drawing/2014/main" id="{174FD8CC-44D5-B3B0-413D-1C4FA9FE04EB}"/>
              </a:ext>
            </a:extLst>
          </p:cNvPr>
          <p:cNvGrpSpPr/>
          <p:nvPr/>
        </p:nvGrpSpPr>
        <p:grpSpPr>
          <a:xfrm>
            <a:off x="3640381" y="1994652"/>
            <a:ext cx="2367792" cy="1036549"/>
            <a:chOff x="6233547" y="2291190"/>
            <a:chExt cx="2367792" cy="1036549"/>
          </a:xfrm>
        </p:grpSpPr>
        <p:sp>
          <p:nvSpPr>
            <p:cNvPr id="8" name="Google Shape;2809;g3b23322d595_2_1804">
              <a:extLst>
                <a:ext uri="{FF2B5EF4-FFF2-40B4-BE49-F238E27FC236}">
                  <a16:creationId xmlns:a16="http://schemas.microsoft.com/office/drawing/2014/main" id="{966000B4-F653-E288-B193-BB02ADC82B6E}"/>
                </a:ext>
              </a:extLst>
            </p:cNvPr>
            <p:cNvSpPr txBox="1"/>
            <p:nvPr/>
          </p:nvSpPr>
          <p:spPr>
            <a:xfrm>
              <a:off x="6233547" y="2759647"/>
              <a:ext cx="2367792" cy="568092"/>
            </a:xfrm>
            <a:prstGeom prst="rect">
              <a:avLst/>
            </a:prstGeom>
            <a:noFill/>
            <a:ln>
              <a:noFill/>
            </a:ln>
          </p:spPr>
          <p:txBody>
            <a:bodyPr spcFirstLastPara="1" wrap="square" lIns="91425" tIns="91425" rIns="91425" bIns="91425" anchor="t" anchorCtr="0">
              <a:noAutofit/>
            </a:bodyPr>
            <a:lstStyle/>
            <a:p>
              <a:pPr lvl="0">
                <a:buSzPts val="1400"/>
              </a:pPr>
              <a:r>
                <a:rPr lang="en-US" sz="1200" noProof="0">
                  <a:latin typeface="IBM Plex Sans" panose="020B0503050203000203" pitchFamily="34" charset="0"/>
                </a:rPr>
                <a:t>projected year-over-year decline in the cost of AI compute (Wright’s Law)</a:t>
              </a:r>
              <a:r>
                <a:rPr lang="en-US" sz="1200" baseline="30000" noProof="0">
                  <a:latin typeface="IBM Plex Sans" panose="020B0503050203000203" pitchFamily="34" charset="0"/>
                  <a:sym typeface="IBM Plex Sans"/>
                </a:rPr>
                <a:t>2</a:t>
              </a:r>
              <a:endParaRPr lang="en-US" sz="1200" b="0" i="0" u="none" strike="noStrike" cap="none" baseline="30000" noProof="0">
                <a:solidFill>
                  <a:srgbClr val="000000"/>
                </a:solidFill>
                <a:latin typeface="IBM Plex Sans" panose="020B0503050203000203" pitchFamily="34" charset="0"/>
                <a:ea typeface="IBM Plex Sans"/>
                <a:cs typeface="IBM Plex Sans"/>
                <a:sym typeface="IBM Plex Sans"/>
              </a:endParaRPr>
            </a:p>
          </p:txBody>
        </p:sp>
        <p:sp>
          <p:nvSpPr>
            <p:cNvPr id="9" name="Google Shape;2810;g3b23322d595_2_1804">
              <a:extLst>
                <a:ext uri="{FF2B5EF4-FFF2-40B4-BE49-F238E27FC236}">
                  <a16:creationId xmlns:a16="http://schemas.microsoft.com/office/drawing/2014/main" id="{5585F4BF-2EED-538F-0544-1769BE8BA91B}"/>
                </a:ext>
              </a:extLst>
            </p:cNvPr>
            <p:cNvSpPr txBox="1"/>
            <p:nvPr/>
          </p:nvSpPr>
          <p:spPr>
            <a:xfrm>
              <a:off x="6233547" y="2291190"/>
              <a:ext cx="1645920" cy="601681"/>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1600"/>
                <a:buFont typeface="Arial"/>
                <a:buNone/>
              </a:pPr>
              <a:r>
                <a:rPr lang="en-US" sz="4000" b="1" noProof="0">
                  <a:solidFill>
                    <a:srgbClr val="83D9AA"/>
                  </a:solidFill>
                  <a:latin typeface="IBM Plex Sans" panose="020B0503050203000203" pitchFamily="34" charset="0"/>
                  <a:ea typeface="Calibri"/>
                  <a:cs typeface="Calibri"/>
                  <a:sym typeface="Calibri"/>
                </a:rPr>
                <a:t>75</a:t>
              </a:r>
              <a:r>
                <a:rPr lang="en-US" sz="4000" b="1" i="0" u="none" strike="noStrike" cap="none" noProof="0">
                  <a:solidFill>
                    <a:srgbClr val="83D9AA"/>
                  </a:solidFill>
                  <a:latin typeface="IBM Plex Sans" panose="020B0503050203000203" pitchFamily="34" charset="0"/>
                  <a:ea typeface="Calibri"/>
                  <a:cs typeface="Calibri"/>
                  <a:sym typeface="Calibri"/>
                </a:rPr>
                <a:t>%</a:t>
              </a:r>
              <a:endParaRPr lang="en-US" sz="4000" b="0" i="0" u="none" strike="noStrike" cap="none" noProof="0">
                <a:solidFill>
                  <a:srgbClr val="83D9AA"/>
                </a:solidFill>
                <a:latin typeface="IBM Plex Sans" panose="020B0503050203000203" pitchFamily="34" charset="0"/>
                <a:sym typeface="Arial"/>
              </a:endParaRPr>
            </a:p>
          </p:txBody>
        </p:sp>
      </p:grpSp>
      <p:sp>
        <p:nvSpPr>
          <p:cNvPr id="10" name="Google Shape;2811;g3b23322d595_2_1804">
            <a:extLst>
              <a:ext uri="{FF2B5EF4-FFF2-40B4-BE49-F238E27FC236}">
                <a16:creationId xmlns:a16="http://schemas.microsoft.com/office/drawing/2014/main" id="{0CB2ADE1-05F5-3D3F-7ADA-2D1AECCE079F}"/>
              </a:ext>
            </a:extLst>
          </p:cNvPr>
          <p:cNvSpPr txBox="1"/>
          <p:nvPr/>
        </p:nvSpPr>
        <p:spPr>
          <a:xfrm>
            <a:off x="611092" y="3931850"/>
            <a:ext cx="4768430" cy="921484"/>
          </a:xfrm>
          <a:prstGeom prst="rect">
            <a:avLst/>
          </a:prstGeom>
          <a:noFill/>
          <a:ln>
            <a:noFill/>
          </a:ln>
        </p:spPr>
        <p:txBody>
          <a:bodyPr spcFirstLastPara="1" wrap="square" lIns="91425" tIns="91425" rIns="91425" bIns="91425" anchor="t" anchorCtr="0">
            <a:noAutofit/>
          </a:bodyPr>
          <a:lstStyle/>
          <a:p>
            <a:pPr lvl="0">
              <a:buSzPts val="1400"/>
            </a:pPr>
            <a:r>
              <a:rPr lang="en-US" i="1" noProof="0">
                <a:latin typeface="IBM Plex Sans" panose="020B0503050203000203" pitchFamily="34" charset="0"/>
              </a:rPr>
              <a:t>"We find that the </a:t>
            </a:r>
            <a:r>
              <a:rPr lang="en-US" b="1" i="1" noProof="0">
                <a:latin typeface="IBM Plex Sans" panose="020B0503050203000203" pitchFamily="34" charset="0"/>
              </a:rPr>
              <a:t>amount of compute </a:t>
            </a:r>
            <a:r>
              <a:rPr lang="en-US" i="1" noProof="0">
                <a:latin typeface="IBM Plex Sans" panose="020B0503050203000203" pitchFamily="34" charset="0"/>
              </a:rPr>
              <a:t>needed to reach a set </a:t>
            </a:r>
            <a:r>
              <a:rPr lang="en-US" b="1" i="1" noProof="0">
                <a:latin typeface="IBM Plex Sans" panose="020B0503050203000203" pitchFamily="34" charset="0"/>
              </a:rPr>
              <a:t>performance</a:t>
            </a:r>
            <a:r>
              <a:rPr lang="en-US" i="1" noProof="0">
                <a:latin typeface="IBM Plex Sans" panose="020B0503050203000203" pitchFamily="34" charset="0"/>
              </a:rPr>
              <a:t> level on </a:t>
            </a:r>
            <a:r>
              <a:rPr lang="en-US" b="1" i="1" noProof="0">
                <a:latin typeface="IBM Plex Sans" panose="020B0503050203000203" pitchFamily="34" charset="0"/>
              </a:rPr>
              <a:t>LLMs</a:t>
            </a:r>
            <a:r>
              <a:rPr lang="en-US" i="1" noProof="0">
                <a:latin typeface="IBM Plex Sans" panose="020B0503050203000203" pitchFamily="34" charset="0"/>
              </a:rPr>
              <a:t> has been </a:t>
            </a:r>
            <a:r>
              <a:rPr lang="en-US" b="1" i="1" noProof="0">
                <a:latin typeface="IBM Plex Sans" panose="020B0503050203000203" pitchFamily="34" charset="0"/>
              </a:rPr>
              <a:t>halving every 8 months</a:t>
            </a:r>
            <a:r>
              <a:rPr lang="en-US" i="1" noProof="0">
                <a:latin typeface="IBM Plex Sans" panose="020B0503050203000203" pitchFamily="34" charset="0"/>
              </a:rPr>
              <a:t>... a rate significantly faster than Moore’s Law.”</a:t>
            </a:r>
            <a:r>
              <a:rPr lang="en-US" i="1" baseline="30000" noProof="0">
                <a:latin typeface="IBM Plex Sans" panose="020B0503050203000203" pitchFamily="34" charset="0"/>
              </a:rPr>
              <a:t>3</a:t>
            </a:r>
            <a:endParaRPr lang="en-US" b="0" i="1" u="none" strike="noStrike" cap="none" baseline="30000" noProof="0">
              <a:solidFill>
                <a:srgbClr val="000000"/>
              </a:solidFill>
              <a:latin typeface="IBM Plex Sans" panose="020B0503050203000203" pitchFamily="34" charset="0"/>
              <a:ea typeface="IBM Plex Sans"/>
              <a:cs typeface="IBM Plex Sans"/>
              <a:sym typeface="IBM Plex Sans"/>
            </a:endParaRPr>
          </a:p>
        </p:txBody>
      </p:sp>
      <p:sp>
        <p:nvSpPr>
          <p:cNvPr id="11" name="Google Shape;2812;g3b23322d595_2_1804">
            <a:extLst>
              <a:ext uri="{FF2B5EF4-FFF2-40B4-BE49-F238E27FC236}">
                <a16:creationId xmlns:a16="http://schemas.microsoft.com/office/drawing/2014/main" id="{CB4487F6-D6E9-723A-8D25-B49C4F930EF0}"/>
              </a:ext>
            </a:extLst>
          </p:cNvPr>
          <p:cNvSpPr txBox="1"/>
          <p:nvPr/>
        </p:nvSpPr>
        <p:spPr>
          <a:xfrm>
            <a:off x="472051" y="1170757"/>
            <a:ext cx="11311961" cy="307777"/>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400"/>
            </a:pPr>
            <a:r>
              <a:rPr lang="en-US" sz="1400" b="1" i="0" u="none" strike="noStrike" cap="none" noProof="0">
                <a:solidFill>
                  <a:schemeClr val="lt1"/>
                </a:solidFill>
                <a:latin typeface="IBM Plex Sans"/>
                <a:ea typeface="IBM Plex Sans"/>
                <a:cs typeface="IBM Plex Sans"/>
                <a:sym typeface="IBM Plex Sans"/>
              </a:rPr>
              <a:t>AI C</a:t>
            </a:r>
            <a:r>
              <a:rPr lang="en-US" b="1" noProof="0">
                <a:solidFill>
                  <a:schemeClr val="lt1"/>
                </a:solidFill>
                <a:latin typeface="IBM Plex Sans"/>
                <a:ea typeface="IBM Plex Sans"/>
                <a:cs typeface="IBM Plex Sans"/>
                <a:sym typeface="IBM Plex Sans"/>
              </a:rPr>
              <a:t>ost Deflation</a:t>
            </a:r>
            <a:endParaRPr lang="en-US" noProof="0">
              <a:solidFill>
                <a:schemeClr val="lt1"/>
              </a:solidFill>
            </a:endParaRPr>
          </a:p>
        </p:txBody>
      </p:sp>
      <p:sp>
        <p:nvSpPr>
          <p:cNvPr id="13" name="Google Shape;2799;g3b23322d595_2_1804">
            <a:extLst>
              <a:ext uri="{FF2B5EF4-FFF2-40B4-BE49-F238E27FC236}">
                <a16:creationId xmlns:a16="http://schemas.microsoft.com/office/drawing/2014/main" id="{5D1E8875-31C8-D24E-545C-70710A188525}"/>
              </a:ext>
            </a:extLst>
          </p:cNvPr>
          <p:cNvSpPr txBox="1"/>
          <p:nvPr/>
        </p:nvSpPr>
        <p:spPr>
          <a:xfrm>
            <a:off x="6123764" y="1884405"/>
            <a:ext cx="2901486" cy="1232329"/>
          </a:xfrm>
          <a:prstGeom prst="rect">
            <a:avLst/>
          </a:prstGeom>
          <a:noFill/>
          <a:ln>
            <a:noFill/>
          </a:ln>
        </p:spPr>
        <p:txBody>
          <a:bodyPr spcFirstLastPara="1" wrap="square" lIns="91425" tIns="91425" rIns="91425" bIns="91425" anchor="t" anchorCtr="0">
            <a:noAutofit/>
          </a:bodyPr>
          <a:lstStyle/>
          <a:p>
            <a:pPr>
              <a:buSzPts val="1400"/>
            </a:pPr>
            <a:r>
              <a:rPr lang="en-US" sz="4000" b="1" noProof="0">
                <a:solidFill>
                  <a:srgbClr val="7030A0"/>
                </a:solidFill>
                <a:latin typeface="IBM Plex Sans"/>
                <a:ea typeface="IBM Plex Sans"/>
                <a:cs typeface="IBM Plex Sans"/>
                <a:sym typeface="IBM Plex Sans"/>
              </a:rPr>
              <a:t>3</a:t>
            </a:r>
            <a:r>
              <a:rPr lang="en-US" sz="4000" noProof="0">
                <a:solidFill>
                  <a:srgbClr val="7030A0"/>
                </a:solidFill>
                <a:latin typeface="IBM Plex Sans"/>
                <a:ea typeface="IBM Plex Sans"/>
                <a:cs typeface="IBM Plex Sans"/>
                <a:sym typeface="IBM Plex Sans"/>
              </a:rPr>
              <a:t>×</a:t>
            </a:r>
            <a:r>
              <a:rPr lang="en-US" sz="4000" b="1" noProof="0">
                <a:solidFill>
                  <a:srgbClr val="7030A0"/>
                </a:solidFill>
                <a:latin typeface="IBM Plex Sans"/>
                <a:ea typeface="IBM Plex Sans"/>
                <a:cs typeface="IBM Plex Sans"/>
                <a:sym typeface="IBM Plex Sans"/>
              </a:rPr>
              <a:t> </a:t>
            </a:r>
            <a:r>
              <a:rPr lang="en-US" sz="4000" b="1" i="0" u="none" strike="noStrike" cap="none" noProof="0">
                <a:solidFill>
                  <a:srgbClr val="7030A0"/>
                </a:solidFill>
                <a:latin typeface="IBM Plex Sans"/>
                <a:ea typeface="IBM Plex Sans"/>
                <a:cs typeface="IBM Plex Sans"/>
                <a:sym typeface="IBM Plex Sans"/>
              </a:rPr>
              <a:t>per year</a:t>
            </a:r>
            <a:endParaRPr lang="en-US" sz="4000" b="0" i="0" u="none" strike="noStrike" cap="none" noProof="0">
              <a:solidFill>
                <a:srgbClr val="000000"/>
              </a:solidFill>
              <a:latin typeface="IBM Plex Sans"/>
              <a:ea typeface="IBM Plex Sans"/>
              <a:cs typeface="IBM Plex Sans"/>
              <a:sym typeface="IBM Plex Sans"/>
            </a:endParaRPr>
          </a:p>
          <a:p>
            <a:pPr>
              <a:buSzPts val="1400"/>
            </a:pPr>
            <a:r>
              <a:rPr lang="en-US" sz="1200" noProof="0">
                <a:latin typeface="IBM Plex Sans"/>
              </a:rPr>
              <a:t>speed of "Algorithmic Progress" —making models smarter without even changing the hardware</a:t>
            </a:r>
            <a:r>
              <a:rPr lang="en-US" sz="1200" baseline="30000" noProof="0">
                <a:latin typeface="IBM Plex Sans"/>
              </a:rPr>
              <a:t>1</a:t>
            </a:r>
          </a:p>
        </p:txBody>
      </p:sp>
      <p:grpSp>
        <p:nvGrpSpPr>
          <p:cNvPr id="14" name="Group 19">
            <a:extLst>
              <a:ext uri="{FF2B5EF4-FFF2-40B4-BE49-F238E27FC236}">
                <a16:creationId xmlns:a16="http://schemas.microsoft.com/office/drawing/2014/main" id="{D0569123-0CF3-CF8C-8B9D-FD0DA28BFDB7}"/>
              </a:ext>
            </a:extLst>
          </p:cNvPr>
          <p:cNvGrpSpPr/>
          <p:nvPr/>
        </p:nvGrpSpPr>
        <p:grpSpPr>
          <a:xfrm>
            <a:off x="9710203" y="1986586"/>
            <a:ext cx="2152538" cy="1036549"/>
            <a:chOff x="6233547" y="2291190"/>
            <a:chExt cx="2367792" cy="1036549"/>
          </a:xfrm>
        </p:grpSpPr>
        <p:sp>
          <p:nvSpPr>
            <p:cNvPr id="15" name="Google Shape;2809;g3b23322d595_2_1804">
              <a:extLst>
                <a:ext uri="{FF2B5EF4-FFF2-40B4-BE49-F238E27FC236}">
                  <a16:creationId xmlns:a16="http://schemas.microsoft.com/office/drawing/2014/main" id="{BF43B3F3-4959-AB73-E571-CED0C50B6523}"/>
                </a:ext>
              </a:extLst>
            </p:cNvPr>
            <p:cNvSpPr txBox="1"/>
            <p:nvPr/>
          </p:nvSpPr>
          <p:spPr>
            <a:xfrm>
              <a:off x="6233547" y="2759647"/>
              <a:ext cx="2367792" cy="568092"/>
            </a:xfrm>
            <a:prstGeom prst="rect">
              <a:avLst/>
            </a:prstGeom>
            <a:noFill/>
            <a:ln>
              <a:noFill/>
            </a:ln>
          </p:spPr>
          <p:txBody>
            <a:bodyPr spcFirstLastPara="1" wrap="square" lIns="91425" tIns="91425" rIns="91425" bIns="91425" anchor="t" anchorCtr="0">
              <a:noAutofit/>
            </a:bodyPr>
            <a:lstStyle/>
            <a:p>
              <a:pPr lvl="0">
                <a:buSzPts val="1400"/>
              </a:pPr>
              <a:r>
                <a:rPr lang="en-US" sz="1200" noProof="0">
                  <a:latin typeface="IBM Plex Sans"/>
                </a:rPr>
                <a:t>Cost decline per inference of GPT-4-32k compared to GPT-4 Turbo</a:t>
              </a:r>
              <a:r>
                <a:rPr lang="en-US" sz="1200" baseline="30000" noProof="0">
                  <a:latin typeface="IBM Plex Sans"/>
                </a:rPr>
                <a:t>4</a:t>
              </a:r>
              <a:endParaRPr lang="en-US" sz="1200" baseline="30000" noProof="0">
                <a:latin typeface="IBM Plex Sans"/>
                <a:sym typeface="IBM Plex Sans"/>
              </a:endParaRPr>
            </a:p>
          </p:txBody>
        </p:sp>
        <p:sp>
          <p:nvSpPr>
            <p:cNvPr id="16" name="Google Shape;2810;g3b23322d595_2_1804">
              <a:extLst>
                <a:ext uri="{FF2B5EF4-FFF2-40B4-BE49-F238E27FC236}">
                  <a16:creationId xmlns:a16="http://schemas.microsoft.com/office/drawing/2014/main" id="{B5431487-9A14-5997-1A3E-06B0FF8BD4E3}"/>
                </a:ext>
              </a:extLst>
            </p:cNvPr>
            <p:cNvSpPr txBox="1"/>
            <p:nvPr/>
          </p:nvSpPr>
          <p:spPr>
            <a:xfrm>
              <a:off x="6233547" y="2291190"/>
              <a:ext cx="1645920" cy="601681"/>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1600"/>
                <a:buFont typeface="Arial"/>
                <a:buNone/>
              </a:pPr>
              <a:r>
                <a:rPr lang="en-US" sz="4000" b="1" noProof="0">
                  <a:solidFill>
                    <a:srgbClr val="83D9AA"/>
                  </a:solidFill>
                  <a:latin typeface="IBM Plex Sans" panose="020B0503050203000203" pitchFamily="34" charset="0"/>
                  <a:ea typeface="Calibri"/>
                  <a:cs typeface="Calibri"/>
                  <a:sym typeface="Calibri"/>
                </a:rPr>
                <a:t>-92%</a:t>
              </a:r>
              <a:endParaRPr lang="en-US" sz="4000" b="0" i="0" u="none" strike="noStrike" cap="none" noProof="0">
                <a:solidFill>
                  <a:srgbClr val="83D9AA"/>
                </a:solidFill>
                <a:latin typeface="IBM Plex Sans" panose="020B0503050203000203" pitchFamily="34" charset="0"/>
                <a:sym typeface="Arial"/>
              </a:endParaRPr>
            </a:p>
          </p:txBody>
        </p:sp>
      </p:grpSp>
      <p:sp>
        <p:nvSpPr>
          <p:cNvPr id="17" name="Google Shape;2811;g3b23322d595_2_1804">
            <a:extLst>
              <a:ext uri="{FF2B5EF4-FFF2-40B4-BE49-F238E27FC236}">
                <a16:creationId xmlns:a16="http://schemas.microsoft.com/office/drawing/2014/main" id="{7AD84301-0EDF-566E-15C8-F90FB2A13A8F}"/>
              </a:ext>
            </a:extLst>
          </p:cNvPr>
          <p:cNvSpPr txBox="1"/>
          <p:nvPr/>
        </p:nvSpPr>
        <p:spPr>
          <a:xfrm>
            <a:off x="6429006" y="3931850"/>
            <a:ext cx="5157259" cy="921484"/>
          </a:xfrm>
          <a:prstGeom prst="rect">
            <a:avLst/>
          </a:prstGeom>
          <a:noFill/>
          <a:ln>
            <a:noFill/>
          </a:ln>
        </p:spPr>
        <p:txBody>
          <a:bodyPr spcFirstLastPara="1" wrap="square" lIns="91425" tIns="91425" rIns="91425" bIns="91425" anchor="t" anchorCtr="0">
            <a:noAutofit/>
          </a:bodyPr>
          <a:lstStyle/>
          <a:p>
            <a:pPr>
              <a:buSzPts val="1400"/>
            </a:pPr>
            <a:r>
              <a:rPr lang="en-US" i="1" noProof="0">
                <a:latin typeface="IBM Plex Sans"/>
              </a:rPr>
              <a:t>“</a:t>
            </a:r>
            <a:r>
              <a:rPr lang="en-US" b="1" i="1" noProof="0">
                <a:latin typeface="IBM Plex Sans"/>
              </a:rPr>
              <a:t>The cost to use a given level of AI falls about 10× every 12 months</a:t>
            </a:r>
            <a:r>
              <a:rPr lang="en-US" i="1" noProof="0">
                <a:latin typeface="IBM Plex Sans"/>
              </a:rPr>
              <a:t> … You can see this in the token cost from GPT-4 in early 2023 to GPT-4o in mid-2024, where the </a:t>
            </a:r>
            <a:r>
              <a:rPr lang="en-US" b="1" i="1" noProof="0">
                <a:latin typeface="IBM Plex Sans"/>
              </a:rPr>
              <a:t>price per token dropped about 150×</a:t>
            </a:r>
            <a:r>
              <a:rPr lang="en-US" i="1" noProof="0">
                <a:latin typeface="IBM Plex Sans"/>
              </a:rPr>
              <a:t>.”</a:t>
            </a:r>
            <a:r>
              <a:rPr lang="en-US" i="1" baseline="30000" noProof="0">
                <a:latin typeface="IBM Plex Sans"/>
              </a:rPr>
              <a:t>5</a:t>
            </a:r>
            <a:r>
              <a:rPr lang="en-US" i="1" noProof="0">
                <a:latin typeface="IBM Plex Sans"/>
              </a:rPr>
              <a:t> – Sam Altman, OpenAI CEO</a:t>
            </a:r>
            <a:endParaRPr lang="en-US" b="0" i="1" u="none" strike="noStrike" cap="none" noProof="0">
              <a:solidFill>
                <a:srgbClr val="000000"/>
              </a:solidFill>
              <a:latin typeface="IBM Plex Sans"/>
              <a:ea typeface="IBM Plex Sans"/>
              <a:cs typeface="IBM Plex Sans"/>
              <a:sym typeface="IBM Plex Sans"/>
            </a:endParaRPr>
          </a:p>
        </p:txBody>
      </p:sp>
      <p:sp>
        <p:nvSpPr>
          <p:cNvPr id="12" name="CaixaDeTexto 11">
            <a:extLst>
              <a:ext uri="{FF2B5EF4-FFF2-40B4-BE49-F238E27FC236}">
                <a16:creationId xmlns:a16="http://schemas.microsoft.com/office/drawing/2014/main" id="{C99B5F77-E26F-AE3B-D0C1-8A13265D6538}"/>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ChatGPT/Atlas</a:t>
            </a:r>
          </a:p>
        </p:txBody>
      </p:sp>
      <p:cxnSp>
        <p:nvCxnSpPr>
          <p:cNvPr id="18" name="Straight Connector 17">
            <a:extLst>
              <a:ext uri="{FF2B5EF4-FFF2-40B4-BE49-F238E27FC236}">
                <a16:creationId xmlns:a16="http://schemas.microsoft.com/office/drawing/2014/main" id="{9EA0E8EA-B520-A39A-9AA7-185253C8B3A4}"/>
              </a:ext>
            </a:extLst>
          </p:cNvPr>
          <p:cNvCxnSpPr/>
          <p:nvPr/>
        </p:nvCxnSpPr>
        <p:spPr>
          <a:xfrm>
            <a:off x="3320143" y="1994652"/>
            <a:ext cx="0" cy="888171"/>
          </a:xfrm>
          <a:prstGeom prst="line">
            <a:avLst/>
          </a:prstGeom>
          <a:ln>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BA359DC6-5CD9-4B61-65DB-8512FE630734}"/>
              </a:ext>
            </a:extLst>
          </p:cNvPr>
          <p:cNvCxnSpPr/>
          <p:nvPr/>
        </p:nvCxnSpPr>
        <p:spPr>
          <a:xfrm>
            <a:off x="5812972" y="1994652"/>
            <a:ext cx="0" cy="888171"/>
          </a:xfrm>
          <a:prstGeom prst="line">
            <a:avLst/>
          </a:prstGeom>
          <a:ln>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0F14961-AE6D-F29C-507E-42095E79EBF9}"/>
              </a:ext>
            </a:extLst>
          </p:cNvPr>
          <p:cNvCxnSpPr/>
          <p:nvPr/>
        </p:nvCxnSpPr>
        <p:spPr>
          <a:xfrm>
            <a:off x="9361715" y="2019023"/>
            <a:ext cx="0" cy="888171"/>
          </a:xfrm>
          <a:prstGeom prst="line">
            <a:avLst/>
          </a:prstGeom>
          <a:ln>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5864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2367">
          <a:extLst>
            <a:ext uri="{FF2B5EF4-FFF2-40B4-BE49-F238E27FC236}">
              <a16:creationId xmlns:a16="http://schemas.microsoft.com/office/drawing/2014/main" id="{E9145FEC-B68C-872A-C9BD-F574FFAA8190}"/>
            </a:ext>
          </a:extLst>
        </p:cNvPr>
        <p:cNvGrpSpPr/>
        <p:nvPr/>
      </p:nvGrpSpPr>
      <p:grpSpPr>
        <a:xfrm>
          <a:off x="0" y="0"/>
          <a:ext cx="0" cy="0"/>
          <a:chOff x="0" y="0"/>
          <a:chExt cx="0" cy="0"/>
        </a:xfrm>
      </p:grpSpPr>
      <p:sp>
        <p:nvSpPr>
          <p:cNvPr id="2368" name="Google Shape;2368;g3b23322d595_2_1403">
            <a:extLst>
              <a:ext uri="{FF2B5EF4-FFF2-40B4-BE49-F238E27FC236}">
                <a16:creationId xmlns:a16="http://schemas.microsoft.com/office/drawing/2014/main" id="{334D4CFF-28AD-0966-7FE5-BA7B365AC70C}"/>
              </a:ext>
            </a:extLst>
          </p:cNvPr>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a:buSzPts val="1800"/>
            </a:pPr>
            <a:r>
              <a:rPr lang="en-US" noProof="0"/>
              <a:t>ChatGPT cost-efficiency simulation: conservative assumptions would turn $1.1bn loss into a $191m gain within 3 years</a:t>
            </a:r>
          </a:p>
        </p:txBody>
      </p:sp>
      <p:sp>
        <p:nvSpPr>
          <p:cNvPr id="2369" name="Google Shape;2369;g3b23322d595_2_1403">
            <a:extLst>
              <a:ext uri="{FF2B5EF4-FFF2-40B4-BE49-F238E27FC236}">
                <a16:creationId xmlns:a16="http://schemas.microsoft.com/office/drawing/2014/main" id="{3C5EF18E-8F7D-F0E4-4DAE-49C54CDA53D9}"/>
              </a:ext>
            </a:extLst>
          </p:cNvPr>
          <p:cNvSpPr txBox="1"/>
          <p:nvPr/>
        </p:nvSpPr>
        <p:spPr>
          <a:xfrm>
            <a:off x="408590" y="6351033"/>
            <a:ext cx="10041695" cy="107722"/>
          </a:xfrm>
          <a:prstGeom prst="rect">
            <a:avLst/>
          </a:prstGeom>
          <a:noFill/>
          <a:ln>
            <a:noFill/>
          </a:ln>
        </p:spPr>
        <p:txBody>
          <a:bodyPr spcFirstLastPara="1" wrap="square" lIns="0" tIns="0" rIns="0" bIns="0" anchor="t" anchorCtr="0">
            <a:spAutoFit/>
          </a:bodyPr>
          <a:lstStyle/>
          <a:p>
            <a:r>
              <a:rPr lang="en-US" sz="700" b="0" i="0" u="none" strike="noStrike" cap="none" noProof="0">
                <a:solidFill>
                  <a:schemeClr val="bg1">
                    <a:lumMod val="49000"/>
                  </a:schemeClr>
                </a:solidFill>
                <a:latin typeface="IBM Plex Sans"/>
                <a:ea typeface="IBM Plex Sans"/>
                <a:cs typeface="IBM Plex Sans"/>
                <a:sym typeface="IBM Plex Sans"/>
              </a:rPr>
              <a:t>Sources: (1</a:t>
            </a:r>
            <a:r>
              <a:rPr lang="en-US" sz="700" noProof="0">
                <a:solidFill>
                  <a:schemeClr val="bg1">
                    <a:lumMod val="49000"/>
                  </a:schemeClr>
                </a:solidFill>
                <a:latin typeface="IBM Plex Sans"/>
                <a:ea typeface="IBM Plex Sans"/>
                <a:cs typeface="IBM Plex Sans"/>
                <a:sym typeface="IBM Plex Sans"/>
              </a:rPr>
              <a:t>) Base year: </a:t>
            </a:r>
            <a:r>
              <a:rPr lang="en-US" sz="700" noProof="0">
                <a:solidFill>
                  <a:schemeClr val="bg1">
                    <a:lumMod val="49000"/>
                  </a:schemeClr>
                </a:solidFill>
                <a:latin typeface="IBM Plex Sans"/>
                <a:ea typeface="IBM Plex Sans"/>
                <a:cs typeface="IBM Plex Sans"/>
                <a:sym typeface="IBM Plex Sans"/>
                <a:hlinkClick r:id="rId3" action="ppaction://hlinksldjump">
                  <a:extLst>
                    <a:ext uri="{A12FA001-AC4F-418D-AE19-62706E023703}">
                      <ahyp:hlinkClr xmlns:ahyp="http://schemas.microsoft.com/office/drawing/2018/hyperlinkcolor" val="tx"/>
                    </a:ext>
                  </a:extLst>
                </a:hlinkClick>
              </a:rPr>
              <a:t>ChatGPT P&amp;L estimate slide</a:t>
            </a:r>
            <a:r>
              <a:rPr lang="en-US" sz="700" noProof="0">
                <a:solidFill>
                  <a:srgbClr val="7F7F7F"/>
                </a:solidFill>
                <a:latin typeface="IBM Plex Sans"/>
                <a:ea typeface="IBM Plex Sans"/>
                <a:cs typeface="IBM Plex Sans"/>
                <a:sym typeface="IBM Plex Sans"/>
              </a:rPr>
              <a:t>, (2) Efficiency gain assumed at 3x per year (</a:t>
            </a:r>
            <a:r>
              <a:rPr lang="en-US" sz="700"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Cornell University </a:t>
            </a:r>
            <a:r>
              <a:rPr lang="en-US" sz="700" noProof="0" err="1">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Arxiv</a:t>
            </a:r>
            <a:r>
              <a:rPr lang="en-US" sz="700" noProof="0">
                <a:solidFill>
                  <a:srgbClr val="7F7F7F"/>
                </a:solidFill>
                <a:latin typeface="IBM Plex Sans"/>
                <a:ea typeface="IBM Plex Sans"/>
                <a:cs typeface="IBM Plex Sans"/>
                <a:sym typeface="IBM Plex Sans"/>
              </a:rPr>
              <a:t>), (3) </a:t>
            </a:r>
            <a:r>
              <a:rPr lang="en-US" sz="700" u="sng" noProof="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DemandSage</a:t>
            </a:r>
            <a:r>
              <a:rPr lang="en-US" sz="700" noProof="0">
                <a:solidFill>
                  <a:srgbClr val="7F7F7F"/>
                </a:solidFill>
                <a:latin typeface="IBM Plex Sans"/>
                <a:ea typeface="IBM Plex Sans"/>
                <a:cs typeface="IBM Plex Sans"/>
                <a:sym typeface="IBM Plex Sans"/>
              </a:rPr>
              <a:t>, </a:t>
            </a:r>
            <a:r>
              <a:rPr lang="en-US" sz="700" u="sng" noProof="0" err="1">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Nerynav</a:t>
            </a:r>
            <a:r>
              <a:rPr lang="en-US" sz="700" noProof="0">
                <a:solidFill>
                  <a:srgbClr val="7F7F7F"/>
                </a:solidFill>
                <a:latin typeface="IBM Plex Sans"/>
                <a:ea typeface="IBM Plex Sans"/>
                <a:cs typeface="IBM Plex Sans"/>
                <a:sym typeface="IBM Plex Sans"/>
              </a:rPr>
              <a:t> and </a:t>
            </a:r>
            <a:r>
              <a:rPr lang="en-US" sz="700" u="sng" noProof="0" err="1">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Backlinko</a:t>
            </a:r>
            <a:r>
              <a:rPr lang="en-US" sz="700" u="sng" noProof="0">
                <a:solidFill>
                  <a:srgbClr val="7F7F7F"/>
                </a:solidFill>
                <a:latin typeface="IBM Plex Sans"/>
                <a:ea typeface="IBM Plex Sans"/>
                <a:cs typeface="IBM Plex Sans"/>
                <a:sym typeface="IBM Plex Sans"/>
              </a:rPr>
              <a:t>, (4) </a:t>
            </a:r>
            <a:r>
              <a:rPr lang="en-US" sz="700" u="sng"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ChatGPT</a:t>
            </a:r>
            <a:r>
              <a:rPr lang="en-US" sz="700" noProof="0">
                <a:solidFill>
                  <a:srgbClr val="7F7F7F"/>
                </a:solidFill>
                <a:latin typeface="IBM Plex Sans"/>
                <a:ea typeface="IBM Plex Sans"/>
                <a:cs typeface="IBM Plex Sans"/>
                <a:sym typeface="IBM Plex Sans"/>
              </a:rPr>
              <a:t> </a:t>
            </a:r>
            <a:endParaRPr lang="en-US" sz="700" b="0" i="0" u="none" strike="noStrike" cap="none" noProof="0">
              <a:solidFill>
                <a:srgbClr val="7F7F7F"/>
              </a:solidFill>
              <a:latin typeface="IBM Plex Sans"/>
              <a:ea typeface="IBM Plex Sans"/>
              <a:cs typeface="IBM Plex Sans"/>
            </a:endParaRPr>
          </a:p>
        </p:txBody>
      </p:sp>
      <p:sp>
        <p:nvSpPr>
          <p:cNvPr id="6" name="Google Shape;932;g3b2110f3d24_0_616">
            <a:extLst>
              <a:ext uri="{FF2B5EF4-FFF2-40B4-BE49-F238E27FC236}">
                <a16:creationId xmlns:a16="http://schemas.microsoft.com/office/drawing/2014/main" id="{64CEB4BA-EE5A-A33C-3722-1A842801B09C}"/>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69</a:t>
            </a:fld>
            <a:endParaRPr lang="en-US" noProof="0"/>
          </a:p>
        </p:txBody>
      </p:sp>
      <p:sp>
        <p:nvSpPr>
          <p:cNvPr id="4" name="Google Shape;2782;g3b23322d595_2_1804">
            <a:extLst>
              <a:ext uri="{FF2B5EF4-FFF2-40B4-BE49-F238E27FC236}">
                <a16:creationId xmlns:a16="http://schemas.microsoft.com/office/drawing/2014/main" id="{5DAC1C7A-2149-8C78-4CD1-6842C3950234}"/>
              </a:ext>
            </a:extLst>
          </p:cNvPr>
          <p:cNvSpPr txBox="1"/>
          <p:nvPr/>
        </p:nvSpPr>
        <p:spPr>
          <a:xfrm>
            <a:off x="472051" y="5766945"/>
            <a:ext cx="11311961" cy="404067"/>
          </a:xfrm>
          <a:prstGeom prst="rect">
            <a:avLst/>
          </a:prstGeom>
          <a:solidFill>
            <a:srgbClr val="00B050">
              <a:alpha val="48235"/>
            </a:srgbClr>
          </a:solidFill>
          <a:ln>
            <a:noFill/>
          </a:ln>
        </p:spPr>
        <p:txBody>
          <a:bodyPr spcFirstLastPara="1" wrap="square" lIns="91425" tIns="45700" rIns="91425" bIns="45700" anchor="ctr" anchorCtr="0">
            <a:noAutofit/>
          </a:bodyPr>
          <a:lstStyle/>
          <a:p>
            <a:pPr lvl="0" algn="ctr">
              <a:buClr>
                <a:schemeClr val="dk1"/>
              </a:buClr>
              <a:buSzPts val="1600"/>
            </a:pPr>
            <a:r>
              <a:rPr lang="en-US" b="1" noProof="0">
                <a:solidFill>
                  <a:schemeClr val="dk1"/>
                </a:solidFill>
                <a:latin typeface="IBM Plex Sans"/>
              </a:rPr>
              <a:t>Even conservative AI cost-decline assumptions are sufficient to structurally flip ChatGPT’s economics within a few years</a:t>
            </a:r>
            <a:endParaRPr lang="en-US" b="1" noProof="0">
              <a:solidFill>
                <a:schemeClr val="dk1"/>
              </a:solidFill>
              <a:latin typeface="IBM Plex Sans"/>
              <a:sym typeface="IBM Plex Sans"/>
            </a:endParaRPr>
          </a:p>
        </p:txBody>
      </p:sp>
      <p:sp>
        <p:nvSpPr>
          <p:cNvPr id="11" name="Google Shape;2812;g3b23322d595_2_1804">
            <a:extLst>
              <a:ext uri="{FF2B5EF4-FFF2-40B4-BE49-F238E27FC236}">
                <a16:creationId xmlns:a16="http://schemas.microsoft.com/office/drawing/2014/main" id="{1A8BF37E-1FD1-4D0E-95D3-EB3914D3B9B3}"/>
              </a:ext>
            </a:extLst>
          </p:cNvPr>
          <p:cNvSpPr txBox="1"/>
          <p:nvPr/>
        </p:nvSpPr>
        <p:spPr>
          <a:xfrm>
            <a:off x="407988" y="1421128"/>
            <a:ext cx="7484728" cy="310733"/>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Simulation of ChatGPT P&amp;L based on efficiency gains ($ million)</a:t>
            </a:r>
            <a:r>
              <a:rPr lang="en-US" sz="1400" b="1" i="0" u="none" strike="noStrike" cap="none" baseline="30000" noProof="0">
                <a:solidFill>
                  <a:schemeClr val="lt1"/>
                </a:solidFill>
                <a:latin typeface="IBM Plex Sans"/>
                <a:ea typeface="IBM Plex Sans"/>
                <a:cs typeface="IBM Plex Sans"/>
                <a:sym typeface="IBM Plex Sans"/>
              </a:rPr>
              <a:t>1,2</a:t>
            </a:r>
            <a:endParaRPr lang="en-US" baseline="30000" noProof="0"/>
          </a:p>
        </p:txBody>
      </p:sp>
      <p:sp>
        <p:nvSpPr>
          <p:cNvPr id="12" name="Rectangle 767">
            <a:extLst>
              <a:ext uri="{FF2B5EF4-FFF2-40B4-BE49-F238E27FC236}">
                <a16:creationId xmlns:a16="http://schemas.microsoft.com/office/drawing/2014/main" id="{B038E4C1-6EAE-C9FF-D253-53BE836BD3F6}"/>
              </a:ext>
            </a:extLst>
          </p:cNvPr>
          <p:cNvSpPr/>
          <p:nvPr/>
        </p:nvSpPr>
        <p:spPr>
          <a:xfrm>
            <a:off x="5852287" y="3341857"/>
            <a:ext cx="270665" cy="170007"/>
          </a:xfrm>
          <a:prstGeom prst="rect">
            <a:avLst/>
          </a:prstGeom>
          <a:solidFill>
            <a:srgbClr val="7FD7A7"/>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Free users ($0/</a:t>
            </a:r>
            <a:r>
              <a:rPr lang="en-US" sz="1200" noProof="0" err="1">
                <a:solidFill>
                  <a:schemeClr val="tx1"/>
                </a:solidFill>
                <a:latin typeface="IBM Plex Sans" panose="020B0503050203000203" pitchFamily="34" charset="0"/>
              </a:rPr>
              <a:t>mo</a:t>
            </a:r>
            <a:r>
              <a:rPr lang="en-US" sz="1200" noProof="0">
                <a:solidFill>
                  <a:schemeClr val="tx1"/>
                </a:solidFill>
                <a:latin typeface="IBM Plex Sans" panose="020B0503050203000203" pitchFamily="34" charset="0"/>
              </a:rPr>
              <a:t>)</a:t>
            </a:r>
          </a:p>
        </p:txBody>
      </p:sp>
      <p:sp>
        <p:nvSpPr>
          <p:cNvPr id="18" name="Rectangle 768">
            <a:extLst>
              <a:ext uri="{FF2B5EF4-FFF2-40B4-BE49-F238E27FC236}">
                <a16:creationId xmlns:a16="http://schemas.microsoft.com/office/drawing/2014/main" id="{3A63E8DA-A1A5-A5A4-E066-4061DDF4593A}"/>
              </a:ext>
            </a:extLst>
          </p:cNvPr>
          <p:cNvSpPr/>
          <p:nvPr/>
        </p:nvSpPr>
        <p:spPr>
          <a:xfrm>
            <a:off x="5852287" y="2917794"/>
            <a:ext cx="270665" cy="170007"/>
          </a:xfrm>
          <a:prstGeom prst="rect">
            <a:avLst/>
          </a:prstGeom>
          <a:solidFill>
            <a:srgbClr val="C197E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Plus users ($20/</a:t>
            </a:r>
            <a:r>
              <a:rPr lang="en-US" sz="1200" noProof="0" err="1">
                <a:solidFill>
                  <a:schemeClr val="tx1"/>
                </a:solidFill>
                <a:latin typeface="IBM Plex Sans" panose="020B0503050203000203" pitchFamily="34" charset="0"/>
              </a:rPr>
              <a:t>mo</a:t>
            </a:r>
            <a:r>
              <a:rPr lang="en-US" sz="1200" noProof="0">
                <a:solidFill>
                  <a:schemeClr val="tx1"/>
                </a:solidFill>
                <a:latin typeface="IBM Plex Sans" panose="020B0503050203000203" pitchFamily="34" charset="0"/>
              </a:rPr>
              <a:t>)</a:t>
            </a:r>
          </a:p>
        </p:txBody>
      </p:sp>
      <p:graphicFrame>
        <p:nvGraphicFramePr>
          <p:cNvPr id="19" name="Gráfico 18">
            <a:extLst>
              <a:ext uri="{FF2B5EF4-FFF2-40B4-BE49-F238E27FC236}">
                <a16:creationId xmlns:a16="http://schemas.microsoft.com/office/drawing/2014/main" id="{967DDDA9-A108-9D49-5C8C-AAC86CDBD773}"/>
              </a:ext>
            </a:extLst>
          </p:cNvPr>
          <p:cNvGraphicFramePr/>
          <p:nvPr/>
        </p:nvGraphicFramePr>
        <p:xfrm>
          <a:off x="287669" y="2280108"/>
          <a:ext cx="5319148" cy="2721229"/>
        </p:xfrm>
        <a:graphic>
          <a:graphicData uri="http://schemas.openxmlformats.org/drawingml/2006/chart">
            <c:chart xmlns:c="http://schemas.openxmlformats.org/drawingml/2006/chart" xmlns:r="http://schemas.openxmlformats.org/officeDocument/2006/relationships" r:id="rId9"/>
          </a:graphicData>
        </a:graphic>
      </p:graphicFrame>
      <p:sp>
        <p:nvSpPr>
          <p:cNvPr id="23" name="Rectangle 768">
            <a:extLst>
              <a:ext uri="{FF2B5EF4-FFF2-40B4-BE49-F238E27FC236}">
                <a16:creationId xmlns:a16="http://schemas.microsoft.com/office/drawing/2014/main" id="{DBFDCFF4-31B2-E1BC-87BB-39F39BDA7BDD}"/>
              </a:ext>
            </a:extLst>
          </p:cNvPr>
          <p:cNvSpPr/>
          <p:nvPr/>
        </p:nvSpPr>
        <p:spPr>
          <a:xfrm>
            <a:off x="5852287" y="2493732"/>
            <a:ext cx="270665" cy="170007"/>
          </a:xfrm>
          <a:prstGeom prst="rect">
            <a:avLst/>
          </a:prstGeom>
          <a:solidFill>
            <a:srgbClr val="7F7F7F"/>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noProof="0">
                <a:solidFill>
                  <a:schemeClr val="tx1"/>
                </a:solidFill>
                <a:latin typeface="IBM Plex Sans" panose="020B0503050203000203" pitchFamily="34" charset="0"/>
              </a:rPr>
              <a:t>Pro users ($200/</a:t>
            </a:r>
            <a:r>
              <a:rPr lang="en-US" sz="1200" noProof="0" err="1">
                <a:solidFill>
                  <a:schemeClr val="tx1"/>
                </a:solidFill>
                <a:latin typeface="IBM Plex Sans" panose="020B0503050203000203" pitchFamily="34" charset="0"/>
              </a:rPr>
              <a:t>mo</a:t>
            </a:r>
            <a:r>
              <a:rPr lang="en-US" sz="1200" noProof="0">
                <a:solidFill>
                  <a:schemeClr val="tx1"/>
                </a:solidFill>
                <a:latin typeface="IBM Plex Sans" panose="020B0503050203000203" pitchFamily="34" charset="0"/>
              </a:rPr>
              <a:t>)</a:t>
            </a:r>
          </a:p>
        </p:txBody>
      </p:sp>
      <p:sp>
        <p:nvSpPr>
          <p:cNvPr id="24" name="CaixaDeTexto 23">
            <a:extLst>
              <a:ext uri="{FF2B5EF4-FFF2-40B4-BE49-F238E27FC236}">
                <a16:creationId xmlns:a16="http://schemas.microsoft.com/office/drawing/2014/main" id="{C7739921-1B92-BFF0-36C7-03B04852A132}"/>
              </a:ext>
            </a:extLst>
          </p:cNvPr>
          <p:cNvSpPr txBox="1"/>
          <p:nvPr/>
        </p:nvSpPr>
        <p:spPr>
          <a:xfrm>
            <a:off x="523475" y="5001337"/>
            <a:ext cx="1028700" cy="276999"/>
          </a:xfrm>
          <a:prstGeom prst="rect">
            <a:avLst/>
          </a:prstGeom>
          <a:noFill/>
        </p:spPr>
        <p:txBody>
          <a:bodyPr wrap="square" lIns="91440" tIns="45720" rIns="91440" bIns="45720" rtlCol="0" anchor="t">
            <a:spAutoFit/>
          </a:bodyPr>
          <a:lstStyle/>
          <a:p>
            <a:pPr algn="ctr"/>
            <a:r>
              <a:rPr lang="en-US" sz="1200" b="1" noProof="0">
                <a:latin typeface="IBM Plex Sans"/>
              </a:rPr>
              <a:t>Base year</a:t>
            </a:r>
          </a:p>
        </p:txBody>
      </p:sp>
      <p:sp>
        <p:nvSpPr>
          <p:cNvPr id="25" name="CaixaDeTexto 24">
            <a:extLst>
              <a:ext uri="{FF2B5EF4-FFF2-40B4-BE49-F238E27FC236}">
                <a16:creationId xmlns:a16="http://schemas.microsoft.com/office/drawing/2014/main" id="{F70E1811-EB10-A6F8-450E-4095D6C76577}"/>
              </a:ext>
            </a:extLst>
          </p:cNvPr>
          <p:cNvSpPr txBox="1"/>
          <p:nvPr/>
        </p:nvSpPr>
        <p:spPr>
          <a:xfrm>
            <a:off x="1808211" y="5001337"/>
            <a:ext cx="1028700" cy="276999"/>
          </a:xfrm>
          <a:prstGeom prst="rect">
            <a:avLst/>
          </a:prstGeom>
          <a:noFill/>
        </p:spPr>
        <p:txBody>
          <a:bodyPr wrap="square" rtlCol="0">
            <a:spAutoFit/>
          </a:bodyPr>
          <a:lstStyle/>
          <a:p>
            <a:pPr algn="ctr"/>
            <a:r>
              <a:rPr lang="en-US" sz="1200" b="1" noProof="0">
                <a:latin typeface="IBM Plex Sans" panose="020B0503050203000203" pitchFamily="34" charset="0"/>
              </a:rPr>
              <a:t>Year 1</a:t>
            </a:r>
          </a:p>
        </p:txBody>
      </p:sp>
      <p:sp>
        <p:nvSpPr>
          <p:cNvPr id="26" name="CaixaDeTexto 25">
            <a:extLst>
              <a:ext uri="{FF2B5EF4-FFF2-40B4-BE49-F238E27FC236}">
                <a16:creationId xmlns:a16="http://schemas.microsoft.com/office/drawing/2014/main" id="{F06EF8F2-CDC5-2A23-E5CF-C700E1A86C69}"/>
              </a:ext>
            </a:extLst>
          </p:cNvPr>
          <p:cNvSpPr txBox="1"/>
          <p:nvPr/>
        </p:nvSpPr>
        <p:spPr>
          <a:xfrm>
            <a:off x="3092947" y="5007451"/>
            <a:ext cx="1028700" cy="276999"/>
          </a:xfrm>
          <a:prstGeom prst="rect">
            <a:avLst/>
          </a:prstGeom>
          <a:noFill/>
        </p:spPr>
        <p:txBody>
          <a:bodyPr wrap="square" rtlCol="0">
            <a:spAutoFit/>
          </a:bodyPr>
          <a:lstStyle/>
          <a:p>
            <a:pPr algn="ctr"/>
            <a:r>
              <a:rPr lang="en-US" sz="1200" b="1" noProof="0">
                <a:latin typeface="IBM Plex Sans" panose="020B0503050203000203" pitchFamily="34" charset="0"/>
              </a:rPr>
              <a:t>Year 2</a:t>
            </a:r>
          </a:p>
        </p:txBody>
      </p:sp>
      <p:sp>
        <p:nvSpPr>
          <p:cNvPr id="27" name="CaixaDeTexto 26">
            <a:extLst>
              <a:ext uri="{FF2B5EF4-FFF2-40B4-BE49-F238E27FC236}">
                <a16:creationId xmlns:a16="http://schemas.microsoft.com/office/drawing/2014/main" id="{DE422254-8B2D-C22C-A91F-3391C5874097}"/>
              </a:ext>
            </a:extLst>
          </p:cNvPr>
          <p:cNvSpPr txBox="1"/>
          <p:nvPr/>
        </p:nvSpPr>
        <p:spPr>
          <a:xfrm>
            <a:off x="4377684" y="5007451"/>
            <a:ext cx="1028700" cy="276999"/>
          </a:xfrm>
          <a:prstGeom prst="rect">
            <a:avLst/>
          </a:prstGeom>
          <a:noFill/>
        </p:spPr>
        <p:txBody>
          <a:bodyPr wrap="square" rtlCol="0">
            <a:spAutoFit/>
          </a:bodyPr>
          <a:lstStyle/>
          <a:p>
            <a:pPr algn="ctr"/>
            <a:r>
              <a:rPr lang="en-US" sz="1200" b="1" noProof="0">
                <a:latin typeface="IBM Plex Sans" panose="020B0503050203000203" pitchFamily="34" charset="0"/>
              </a:rPr>
              <a:t>Year 3</a:t>
            </a:r>
          </a:p>
        </p:txBody>
      </p:sp>
      <p:cxnSp>
        <p:nvCxnSpPr>
          <p:cNvPr id="29" name="Conector Reto 28">
            <a:extLst>
              <a:ext uri="{FF2B5EF4-FFF2-40B4-BE49-F238E27FC236}">
                <a16:creationId xmlns:a16="http://schemas.microsoft.com/office/drawing/2014/main" id="{1F64EFDD-22BC-4DAE-8E66-6FDB027E4221}"/>
              </a:ext>
            </a:extLst>
          </p:cNvPr>
          <p:cNvCxnSpPr/>
          <p:nvPr/>
        </p:nvCxnSpPr>
        <p:spPr>
          <a:xfrm>
            <a:off x="412517" y="4911630"/>
            <a:ext cx="512064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0" name="CaixaDeTexto 29">
            <a:extLst>
              <a:ext uri="{FF2B5EF4-FFF2-40B4-BE49-F238E27FC236}">
                <a16:creationId xmlns:a16="http://schemas.microsoft.com/office/drawing/2014/main" id="{1A1FD62C-85A7-89B6-57F9-11BDF4F244BB}"/>
              </a:ext>
            </a:extLst>
          </p:cNvPr>
          <p:cNvSpPr txBox="1"/>
          <p:nvPr/>
        </p:nvSpPr>
        <p:spPr>
          <a:xfrm>
            <a:off x="5651089" y="1962678"/>
            <a:ext cx="1028700" cy="276999"/>
          </a:xfrm>
          <a:prstGeom prst="rect">
            <a:avLst/>
          </a:prstGeom>
          <a:noFill/>
        </p:spPr>
        <p:txBody>
          <a:bodyPr wrap="square" rtlCol="0">
            <a:spAutoFit/>
          </a:bodyPr>
          <a:lstStyle/>
          <a:p>
            <a:pPr algn="ctr"/>
            <a:r>
              <a:rPr lang="en-US" sz="1200" b="1" noProof="0">
                <a:solidFill>
                  <a:schemeClr val="tx1"/>
                </a:solidFill>
                <a:latin typeface="IBM Plex Sans" panose="020B0503050203000203" pitchFamily="34" charset="0"/>
                <a:ea typeface="+mn-ea"/>
                <a:cs typeface="+mn-cs"/>
              </a:rPr>
              <a:t>Legend:</a:t>
            </a:r>
          </a:p>
        </p:txBody>
      </p:sp>
      <p:sp>
        <p:nvSpPr>
          <p:cNvPr id="31" name="Google Shape;2267;g3b23322d595_2_1303">
            <a:extLst>
              <a:ext uri="{FF2B5EF4-FFF2-40B4-BE49-F238E27FC236}">
                <a16:creationId xmlns:a16="http://schemas.microsoft.com/office/drawing/2014/main" id="{E60C4EC6-85F6-01EA-8853-E24A903A00BF}"/>
              </a:ext>
            </a:extLst>
          </p:cNvPr>
          <p:cNvSpPr/>
          <p:nvPr/>
        </p:nvSpPr>
        <p:spPr>
          <a:xfrm>
            <a:off x="8100739" y="1421128"/>
            <a:ext cx="3776472" cy="310732"/>
          </a:xfrm>
          <a:prstGeom prst="rect">
            <a:avLst/>
          </a:prstGeom>
          <a:solidFill>
            <a:srgbClr val="9FE1B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r>
              <a:rPr lang="en-US" b="1" i="0" u="none" strike="noStrike" cap="none" noProof="0">
                <a:solidFill>
                  <a:srgbClr val="000000"/>
                </a:solidFill>
                <a:latin typeface="IBM Plex Sans"/>
                <a:ea typeface="IBM Plex Sans"/>
                <a:cs typeface="IBM Plex Sans"/>
                <a:sym typeface="IBM Plex Sans"/>
              </a:rPr>
              <a:t>Simulation assumptions</a:t>
            </a:r>
            <a:endParaRPr lang="en-US" b="1" i="0" u="none" strike="noStrike" cap="none" baseline="30000" noProof="0">
              <a:solidFill>
                <a:srgbClr val="000000"/>
              </a:solidFill>
              <a:latin typeface="IBM Plex Sans"/>
              <a:ea typeface="IBM Plex Sans"/>
              <a:cs typeface="IBM Plex Sans"/>
              <a:sym typeface="IBM Plex Sans"/>
            </a:endParaRPr>
          </a:p>
        </p:txBody>
      </p:sp>
      <p:sp>
        <p:nvSpPr>
          <p:cNvPr id="32" name="Google Shape;2271;g3b23322d595_2_1303">
            <a:extLst>
              <a:ext uri="{FF2B5EF4-FFF2-40B4-BE49-F238E27FC236}">
                <a16:creationId xmlns:a16="http://schemas.microsoft.com/office/drawing/2014/main" id="{E78CC644-F729-82DB-AB5C-E404985C32C7}"/>
              </a:ext>
            </a:extLst>
          </p:cNvPr>
          <p:cNvSpPr/>
          <p:nvPr/>
        </p:nvSpPr>
        <p:spPr>
          <a:xfrm>
            <a:off x="8100740" y="1826628"/>
            <a:ext cx="3773383" cy="3791478"/>
          </a:xfrm>
          <a:prstGeom prst="rect">
            <a:avLst/>
          </a:prstGeom>
          <a:noFill/>
          <a:ln w="12700" cap="flat" cmpd="sng">
            <a:solidFill>
              <a:srgbClr val="70AD47"/>
            </a:solidFill>
            <a:prstDash val="solid"/>
            <a:miter lim="800000"/>
            <a:headEnd type="none" w="sm" len="sm"/>
            <a:tailEnd type="none" w="sm" len="sm"/>
          </a:ln>
        </p:spPr>
        <p:txBody>
          <a:bodyPr spcFirstLastPara="1" wrap="square" lIns="91425" tIns="45700" rIns="91425" bIns="45700" anchor="t" anchorCtr="0">
            <a:noAutofit/>
          </a:bodyPr>
          <a:lstStyle/>
          <a:p>
            <a:pPr marL="171450" lvl="0" indent="-171450">
              <a:buSzPts val="1200"/>
              <a:buFont typeface="Arial" panose="020B0604020202020204" pitchFamily="34" charset="0"/>
              <a:buChar char="•"/>
            </a:pPr>
            <a:r>
              <a:rPr lang="en-US" b="1" i="0" u="none" strike="noStrike" cap="none" noProof="0">
                <a:solidFill>
                  <a:srgbClr val="000000"/>
                </a:solidFill>
                <a:latin typeface="IBM Plex Sans"/>
                <a:ea typeface="IBM Plex Sans"/>
                <a:cs typeface="IBM Plex Sans"/>
                <a:sym typeface="IBM Plex Sans"/>
              </a:rPr>
              <a:t>Cost &amp; efficiency</a:t>
            </a:r>
            <a:r>
              <a:rPr lang="en-US" baseline="30000" noProof="0">
                <a:latin typeface="IBM Plex Sans"/>
              </a:rPr>
              <a:t>2</a:t>
            </a:r>
            <a:endParaRPr lang="en-US" b="1" i="0" u="none" strike="noStrike" cap="none" noProof="0">
              <a:solidFill>
                <a:srgbClr val="000000"/>
              </a:solidFill>
              <a:latin typeface="IBM Plex Sans"/>
              <a:ea typeface="IBM Plex Sans"/>
              <a:cs typeface="IBM Plex Sans"/>
              <a:sym typeface="IBM Plex Sans"/>
            </a:endParaRPr>
          </a:p>
          <a:p>
            <a:pPr marL="404495" lvl="2" indent="-171450" eaLnBrk="0" fontAlgn="base" hangingPunct="0">
              <a:spcBef>
                <a:spcPts val="600"/>
              </a:spcBef>
              <a:buSzPts val="1200"/>
              <a:buFont typeface="Arial" panose="020B0604020202020204" pitchFamily="34" charset="0"/>
              <a:buChar char="•"/>
            </a:pPr>
            <a:r>
              <a:rPr lang="en-US" sz="1200" b="1" noProof="0">
                <a:latin typeface="IBM Plex Sans"/>
              </a:rPr>
              <a:t>3× annual reduction </a:t>
            </a:r>
            <a:r>
              <a:rPr lang="en-US" sz="1200" noProof="0">
                <a:latin typeface="IBM Plex Sans"/>
              </a:rPr>
              <a:t>in inference cost </a:t>
            </a:r>
            <a:br>
              <a:rPr lang="en-US" sz="1200" noProof="0">
                <a:latin typeface="IBM Plex Sans"/>
              </a:rPr>
            </a:br>
            <a:r>
              <a:rPr lang="en-US" sz="1200" noProof="0">
                <a:latin typeface="IBM Plex Sans"/>
              </a:rPr>
              <a:t>(conservative vs. published ranges of 5–10× annual performance improvements)</a:t>
            </a:r>
            <a:endParaRPr lang="en-US" sz="1200" baseline="30000" noProof="0">
              <a:latin typeface="IBM Plex Sans"/>
            </a:endParaRPr>
          </a:p>
          <a:p>
            <a:pPr marL="404495" lvl="2" indent="-171450" eaLnBrk="0" fontAlgn="base" hangingPunct="0">
              <a:spcBef>
                <a:spcPts val="600"/>
              </a:spcBef>
              <a:buSzPts val="1200"/>
              <a:buFont typeface="Arial" panose="020B0604020202020204" pitchFamily="34" charset="0"/>
              <a:buChar char="•"/>
            </a:pPr>
            <a:r>
              <a:rPr lang="en-US" sz="1200" b="1" noProof="0">
                <a:latin typeface="IBM Plex Sans"/>
              </a:rPr>
              <a:t>Efficiency gains driven by algorithmic progress only</a:t>
            </a:r>
            <a:r>
              <a:rPr lang="en-US" sz="1200" noProof="0">
                <a:latin typeface="IBM Plex Sans"/>
              </a:rPr>
              <a:t>, no step-change from new hardware generations</a:t>
            </a:r>
          </a:p>
          <a:p>
            <a:pPr marL="171450" indent="-171450">
              <a:spcBef>
                <a:spcPts val="600"/>
              </a:spcBef>
              <a:buSzPts val="1200"/>
              <a:buFont typeface="Arial" panose="020B0604020202020204" pitchFamily="34" charset="0"/>
              <a:buChar char="•"/>
            </a:pPr>
            <a:r>
              <a:rPr lang="en-US" b="1" noProof="0">
                <a:latin typeface="IBM Plex Sans"/>
              </a:rPr>
              <a:t>Demand &amp; usage</a:t>
            </a:r>
            <a:r>
              <a:rPr lang="en-US" b="1" baseline="30000" noProof="0">
                <a:latin typeface="IBM Plex Sans"/>
              </a:rPr>
              <a:t>3</a:t>
            </a:r>
          </a:p>
          <a:p>
            <a:pPr marL="404495" lvl="2" indent="-171450" eaLnBrk="0" fontAlgn="base" hangingPunct="0">
              <a:spcBef>
                <a:spcPts val="600"/>
              </a:spcBef>
              <a:buSzPts val="1200"/>
              <a:buFont typeface="Arial" panose="020B0604020202020204" pitchFamily="34" charset="0"/>
              <a:buChar char="•"/>
            </a:pPr>
            <a:r>
              <a:rPr lang="en-US" sz="1200" b="1" noProof="0">
                <a:latin typeface="IBM Plex Sans"/>
              </a:rPr>
              <a:t>Constant active user base (800M MAU) </a:t>
            </a:r>
            <a:r>
              <a:rPr lang="en-US" sz="1200" noProof="0">
                <a:latin typeface="IBM Plex Sans"/>
              </a:rPr>
              <a:t>– No growth from new users</a:t>
            </a:r>
          </a:p>
          <a:p>
            <a:pPr marL="404495" lvl="2" indent="-171450" eaLnBrk="0" fontAlgn="base" hangingPunct="0">
              <a:spcBef>
                <a:spcPts val="600"/>
              </a:spcBef>
              <a:buSzPts val="1200"/>
              <a:buFont typeface="Arial" panose="020B0604020202020204" pitchFamily="34" charset="0"/>
              <a:buChar char="•"/>
            </a:pPr>
            <a:r>
              <a:rPr lang="en-US" sz="1200" b="1" noProof="0">
                <a:latin typeface="IBM Plex Sans"/>
              </a:rPr>
              <a:t>Flat usage intensity per user </a:t>
            </a:r>
            <a:r>
              <a:rPr lang="en-US" sz="1200" noProof="0">
                <a:latin typeface="IBM Plex Sans"/>
              </a:rPr>
              <a:t>– No potential decline in tokens/task from smarter models</a:t>
            </a:r>
            <a:endParaRPr lang="en-US" b="1" i="0" u="none" strike="noStrike" cap="none" noProof="0">
              <a:solidFill>
                <a:srgbClr val="000000"/>
              </a:solidFill>
              <a:latin typeface="IBM Plex Sans"/>
              <a:ea typeface="IBM Plex Sans"/>
              <a:cs typeface="IBM Plex Sans"/>
            </a:endParaRPr>
          </a:p>
          <a:p>
            <a:pPr marL="171450" indent="-171450">
              <a:spcBef>
                <a:spcPts val="600"/>
              </a:spcBef>
              <a:buSzPts val="1200"/>
              <a:buFont typeface="Arial" panose="020B0604020202020204" pitchFamily="34" charset="0"/>
              <a:buChar char="•"/>
            </a:pPr>
            <a:r>
              <a:rPr lang="en-US" b="1" noProof="0">
                <a:latin typeface="IBM Plex Sans"/>
              </a:rPr>
              <a:t>Revenue &amp; pricing</a:t>
            </a:r>
            <a:r>
              <a:rPr lang="en-US" b="1" baseline="30000" noProof="0">
                <a:latin typeface="IBM Plex Sans"/>
              </a:rPr>
              <a:t>4</a:t>
            </a:r>
          </a:p>
          <a:p>
            <a:pPr marL="404495" lvl="2" indent="-171450" eaLnBrk="0" fontAlgn="base" hangingPunct="0">
              <a:spcBef>
                <a:spcPts val="600"/>
              </a:spcBef>
              <a:buSzPts val="1200"/>
              <a:buFont typeface="Arial" panose="020B0604020202020204" pitchFamily="34" charset="0"/>
              <a:buChar char="•"/>
            </a:pPr>
            <a:r>
              <a:rPr lang="en-US" sz="1200" b="1" noProof="0">
                <a:latin typeface="IBM Plex Sans"/>
              </a:rPr>
              <a:t>Static pricing </a:t>
            </a:r>
            <a:r>
              <a:rPr lang="en-US" sz="1200" noProof="0">
                <a:latin typeface="IBM Plex Sans"/>
              </a:rPr>
              <a:t>across tiers (Free / Plus / Pro)</a:t>
            </a:r>
          </a:p>
          <a:p>
            <a:pPr marL="404495" lvl="2" indent="-171450" eaLnBrk="0" fontAlgn="base" hangingPunct="0">
              <a:spcBef>
                <a:spcPts val="600"/>
              </a:spcBef>
              <a:buSzPts val="1200"/>
              <a:buFont typeface="Arial" panose="020B0604020202020204" pitchFamily="34" charset="0"/>
              <a:buChar char="•"/>
            </a:pPr>
            <a:r>
              <a:rPr lang="en-US" sz="1200" b="1" noProof="0">
                <a:latin typeface="IBM Plex Sans"/>
              </a:rPr>
              <a:t>No advertising or other potential revenue included</a:t>
            </a:r>
            <a:br>
              <a:rPr lang="en-US" sz="1200" b="1" noProof="0">
                <a:latin typeface="IBM Plex Sans"/>
              </a:rPr>
            </a:br>
            <a:endParaRPr lang="en-US" b="0" i="0" u="none" strike="noStrike" cap="none" noProof="0">
              <a:solidFill>
                <a:srgbClr val="000000"/>
              </a:solidFill>
              <a:latin typeface="IBM Plex Sans"/>
              <a:ea typeface="IBM Plex Sans"/>
              <a:cs typeface="IBM Plex Sans"/>
            </a:endParaRPr>
          </a:p>
        </p:txBody>
      </p:sp>
      <p:sp>
        <p:nvSpPr>
          <p:cNvPr id="35" name="CaixaDeTexto 34">
            <a:extLst>
              <a:ext uri="{FF2B5EF4-FFF2-40B4-BE49-F238E27FC236}">
                <a16:creationId xmlns:a16="http://schemas.microsoft.com/office/drawing/2014/main" id="{5F4A9958-219E-891B-A9BA-EF370015A708}"/>
              </a:ext>
            </a:extLst>
          </p:cNvPr>
          <p:cNvSpPr txBox="1"/>
          <p:nvPr/>
        </p:nvSpPr>
        <p:spPr>
          <a:xfrm>
            <a:off x="528286" y="1826628"/>
            <a:ext cx="1028700" cy="276999"/>
          </a:xfrm>
          <a:prstGeom prst="rect">
            <a:avLst/>
          </a:prstGeom>
          <a:noFill/>
        </p:spPr>
        <p:txBody>
          <a:bodyPr wrap="square" rtlCol="0">
            <a:spAutoFit/>
          </a:bodyPr>
          <a:lstStyle/>
          <a:p>
            <a:pPr algn="ctr"/>
            <a:r>
              <a:rPr lang="en-US" sz="1200" b="1" noProof="0">
                <a:latin typeface="IBM Plex Sans" panose="020B0503050203000203" pitchFamily="34" charset="0"/>
              </a:rPr>
              <a:t>-$1,092</a:t>
            </a:r>
          </a:p>
        </p:txBody>
      </p:sp>
      <p:sp>
        <p:nvSpPr>
          <p:cNvPr id="36" name="CaixaDeTexto 35">
            <a:extLst>
              <a:ext uri="{FF2B5EF4-FFF2-40B4-BE49-F238E27FC236}">
                <a16:creationId xmlns:a16="http://schemas.microsoft.com/office/drawing/2014/main" id="{6A2E7FE7-9D03-31BE-C372-5EF5BFCF836C}"/>
              </a:ext>
            </a:extLst>
          </p:cNvPr>
          <p:cNvSpPr txBox="1"/>
          <p:nvPr/>
        </p:nvSpPr>
        <p:spPr>
          <a:xfrm>
            <a:off x="1825722" y="1826628"/>
            <a:ext cx="1028700" cy="276999"/>
          </a:xfrm>
          <a:prstGeom prst="rect">
            <a:avLst/>
          </a:prstGeom>
          <a:noFill/>
        </p:spPr>
        <p:txBody>
          <a:bodyPr wrap="square" rtlCol="0">
            <a:spAutoFit/>
          </a:bodyPr>
          <a:lstStyle/>
          <a:p>
            <a:pPr algn="ctr"/>
            <a:r>
              <a:rPr lang="en-US" sz="1200" b="1" noProof="0">
                <a:latin typeface="IBM Plex Sans" panose="020B0503050203000203" pitchFamily="34" charset="0"/>
              </a:rPr>
              <a:t>-$204</a:t>
            </a:r>
          </a:p>
        </p:txBody>
      </p:sp>
      <p:sp>
        <p:nvSpPr>
          <p:cNvPr id="37" name="CaixaDeTexto 36">
            <a:extLst>
              <a:ext uri="{FF2B5EF4-FFF2-40B4-BE49-F238E27FC236}">
                <a16:creationId xmlns:a16="http://schemas.microsoft.com/office/drawing/2014/main" id="{C02E7759-84D2-D73E-1ABE-A66B570B5248}"/>
              </a:ext>
            </a:extLst>
          </p:cNvPr>
          <p:cNvSpPr txBox="1"/>
          <p:nvPr/>
        </p:nvSpPr>
        <p:spPr>
          <a:xfrm>
            <a:off x="3097758" y="1832742"/>
            <a:ext cx="1028700" cy="276999"/>
          </a:xfrm>
          <a:prstGeom prst="rect">
            <a:avLst/>
          </a:prstGeom>
          <a:noFill/>
        </p:spPr>
        <p:txBody>
          <a:bodyPr wrap="square" rtlCol="0">
            <a:spAutoFit/>
          </a:bodyPr>
          <a:lstStyle/>
          <a:p>
            <a:pPr algn="ctr"/>
            <a:r>
              <a:rPr lang="en-US" sz="1200" b="1" noProof="0">
                <a:latin typeface="IBM Plex Sans" panose="020B0503050203000203" pitchFamily="34" charset="0"/>
              </a:rPr>
              <a:t>$92</a:t>
            </a:r>
          </a:p>
        </p:txBody>
      </p:sp>
      <p:sp>
        <p:nvSpPr>
          <p:cNvPr id="38" name="CaixaDeTexto 37">
            <a:extLst>
              <a:ext uri="{FF2B5EF4-FFF2-40B4-BE49-F238E27FC236}">
                <a16:creationId xmlns:a16="http://schemas.microsoft.com/office/drawing/2014/main" id="{E81AF36C-4AC3-EF3C-044B-6EC54415A87B}"/>
              </a:ext>
            </a:extLst>
          </p:cNvPr>
          <p:cNvSpPr txBox="1"/>
          <p:nvPr/>
        </p:nvSpPr>
        <p:spPr>
          <a:xfrm>
            <a:off x="4382495" y="1832742"/>
            <a:ext cx="1028700" cy="276999"/>
          </a:xfrm>
          <a:prstGeom prst="rect">
            <a:avLst/>
          </a:prstGeom>
          <a:noFill/>
        </p:spPr>
        <p:txBody>
          <a:bodyPr wrap="square" rtlCol="0">
            <a:spAutoFit/>
          </a:bodyPr>
          <a:lstStyle/>
          <a:p>
            <a:pPr algn="ctr"/>
            <a:r>
              <a:rPr lang="en-US" sz="1200" b="1" noProof="0">
                <a:latin typeface="IBM Plex Sans" panose="020B0503050203000203" pitchFamily="34" charset="0"/>
              </a:rPr>
              <a:t>$191</a:t>
            </a:r>
          </a:p>
        </p:txBody>
      </p:sp>
      <p:sp>
        <p:nvSpPr>
          <p:cNvPr id="5" name="CaixaDeTexto 4">
            <a:extLst>
              <a:ext uri="{FF2B5EF4-FFF2-40B4-BE49-F238E27FC236}">
                <a16:creationId xmlns:a16="http://schemas.microsoft.com/office/drawing/2014/main" id="{957C7163-F58D-42A4-FAF6-970A0E4657C6}"/>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ChatGPT/Atlas</a:t>
            </a:r>
          </a:p>
        </p:txBody>
      </p:sp>
    </p:spTree>
    <p:extLst>
      <p:ext uri="{BB962C8B-B14F-4D97-AF65-F5344CB8AC3E}">
        <p14:creationId xmlns:p14="http://schemas.microsoft.com/office/powerpoint/2010/main" val="171804899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497">
          <a:extLst>
            <a:ext uri="{FF2B5EF4-FFF2-40B4-BE49-F238E27FC236}">
              <a16:creationId xmlns:a16="http://schemas.microsoft.com/office/drawing/2014/main" id="{5D75F97C-3238-C283-0809-0AB2B7CFAEA8}"/>
            </a:ext>
          </a:extLst>
        </p:cNvPr>
        <p:cNvGrpSpPr/>
        <p:nvPr/>
      </p:nvGrpSpPr>
      <p:grpSpPr>
        <a:xfrm>
          <a:off x="0" y="0"/>
          <a:ext cx="0" cy="0"/>
          <a:chOff x="0" y="0"/>
          <a:chExt cx="0" cy="0"/>
        </a:xfrm>
      </p:grpSpPr>
      <p:sp>
        <p:nvSpPr>
          <p:cNvPr id="498" name="Google Shape;498;g3b30dcd6380_2_0">
            <a:extLst>
              <a:ext uri="{FF2B5EF4-FFF2-40B4-BE49-F238E27FC236}">
                <a16:creationId xmlns:a16="http://schemas.microsoft.com/office/drawing/2014/main" id="{5E86D592-535C-416D-3C8A-F3032F9D3020}"/>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70</a:t>
            </a:fld>
            <a:endParaRPr lang="en-US" noProof="0"/>
          </a:p>
        </p:txBody>
      </p:sp>
      <p:sp>
        <p:nvSpPr>
          <p:cNvPr id="499" name="Google Shape;499;g3b30dcd6380_2_0">
            <a:extLst>
              <a:ext uri="{FF2B5EF4-FFF2-40B4-BE49-F238E27FC236}">
                <a16:creationId xmlns:a16="http://schemas.microsoft.com/office/drawing/2014/main" id="{0039F38E-EAEE-B012-A237-B483F41FC586}"/>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0"/>
              <a:t>Chrome’s global user base has reached 3.8 billion in 2025 with 1.7 billion Daily Active Users (DAU) </a:t>
            </a:r>
          </a:p>
        </p:txBody>
      </p:sp>
      <p:sp>
        <p:nvSpPr>
          <p:cNvPr id="501" name="Google Shape;501;g3b30dcd6380_2_0">
            <a:extLst>
              <a:ext uri="{FF2B5EF4-FFF2-40B4-BE49-F238E27FC236}">
                <a16:creationId xmlns:a16="http://schemas.microsoft.com/office/drawing/2014/main" id="{A292CEF8-EAA4-D1E8-8B29-4728D9DDDB42}"/>
              </a:ext>
            </a:extLst>
          </p:cNvPr>
          <p:cNvSpPr/>
          <p:nvPr/>
        </p:nvSpPr>
        <p:spPr>
          <a:xfrm>
            <a:off x="420594" y="1510028"/>
            <a:ext cx="3931920"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200" b="1" i="0" u="none" strike="noStrike" cap="none" noProof="0">
                <a:solidFill>
                  <a:schemeClr val="lt1"/>
                </a:solidFill>
                <a:latin typeface="IBM Plex Sans"/>
                <a:ea typeface="IBM Plex Sans"/>
                <a:cs typeface="IBM Plex Sans"/>
                <a:sym typeface="IBM Plex Sans"/>
              </a:rPr>
              <a:t>Global  Chrome Users (Billions), </a:t>
            </a:r>
            <a:r>
              <a:rPr lang="en-US" sz="1200" b="1" noProof="0">
                <a:solidFill>
                  <a:schemeClr val="lt1"/>
                </a:solidFill>
                <a:latin typeface="IBM Plex Sans"/>
                <a:ea typeface="IBM Plex Sans"/>
                <a:cs typeface="IBM Plex Sans"/>
                <a:sym typeface="IBM Plex Sans"/>
              </a:rPr>
              <a:t>2019-2025</a:t>
            </a:r>
            <a:r>
              <a:rPr lang="en-US" sz="1200" b="1" baseline="30000" noProof="0">
                <a:solidFill>
                  <a:schemeClr val="lt1"/>
                </a:solidFill>
                <a:latin typeface="IBM Plex Sans"/>
                <a:ea typeface="IBM Plex Sans"/>
                <a:cs typeface="IBM Plex Sans"/>
                <a:sym typeface="IBM Plex Sans"/>
              </a:rPr>
              <a:t>1,2</a:t>
            </a:r>
            <a:endParaRPr lang="en-US" sz="1400" b="0" i="0" u="none" strike="noStrike" cap="none" baseline="30000" noProof="0">
              <a:solidFill>
                <a:srgbClr val="000000"/>
              </a:solidFill>
              <a:latin typeface="Arial"/>
              <a:ea typeface="Arial"/>
              <a:cs typeface="Arial"/>
              <a:sym typeface="Arial"/>
            </a:endParaRPr>
          </a:p>
        </p:txBody>
      </p:sp>
      <p:sp>
        <p:nvSpPr>
          <p:cNvPr id="503" name="Google Shape;503;g3b30dcd6380_2_0">
            <a:extLst>
              <a:ext uri="{FF2B5EF4-FFF2-40B4-BE49-F238E27FC236}">
                <a16:creationId xmlns:a16="http://schemas.microsoft.com/office/drawing/2014/main" id="{4A0951BD-2E17-326B-98F5-D7D93D86D30D}"/>
              </a:ext>
            </a:extLst>
          </p:cNvPr>
          <p:cNvSpPr/>
          <p:nvPr/>
        </p:nvSpPr>
        <p:spPr>
          <a:xfrm>
            <a:off x="8524875" y="1510028"/>
            <a:ext cx="324652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i="0" u="none" strike="noStrike" cap="none" noProof="0">
                <a:solidFill>
                  <a:schemeClr val="lt1"/>
                </a:solidFill>
                <a:latin typeface="IBM Plex Sans"/>
                <a:ea typeface="IBM Plex Sans"/>
                <a:cs typeface="IBM Plex Sans"/>
                <a:sym typeface="IBM Plex Sans"/>
              </a:rPr>
              <a:t>Insights from </a:t>
            </a:r>
            <a:r>
              <a:rPr lang="en-US" sz="1200" b="1" noProof="0">
                <a:solidFill>
                  <a:schemeClr val="lt1"/>
                </a:solidFill>
                <a:latin typeface="IBM Plex Sans"/>
                <a:ea typeface="IBM Plex Sans"/>
                <a:cs typeface="IBM Plex Sans"/>
                <a:sym typeface="IBM Plex Sans"/>
              </a:rPr>
              <a:t>research</a:t>
            </a:r>
            <a:r>
              <a:rPr lang="en-US" sz="1200" b="1" baseline="30000" noProof="0">
                <a:solidFill>
                  <a:schemeClr val="lt1"/>
                </a:solidFill>
                <a:latin typeface="IBM Plex Sans"/>
                <a:ea typeface="IBM Plex Sans"/>
                <a:cs typeface="IBM Plex Sans"/>
                <a:sym typeface="IBM Plex Sans"/>
              </a:rPr>
              <a:t>1,2</a:t>
            </a:r>
            <a:endParaRPr lang="en-US" sz="1400" b="0" i="0" u="none" strike="noStrike" cap="none" baseline="30000" noProof="0">
              <a:solidFill>
                <a:schemeClr val="lt1"/>
              </a:solidFill>
              <a:latin typeface="Arial"/>
              <a:ea typeface="Arial"/>
              <a:cs typeface="Arial"/>
              <a:sym typeface="Arial"/>
            </a:endParaRPr>
          </a:p>
        </p:txBody>
      </p:sp>
      <p:sp>
        <p:nvSpPr>
          <p:cNvPr id="505" name="Google Shape;505;g3b30dcd6380_2_0">
            <a:extLst>
              <a:ext uri="{FF2B5EF4-FFF2-40B4-BE49-F238E27FC236}">
                <a16:creationId xmlns:a16="http://schemas.microsoft.com/office/drawing/2014/main" id="{CDA8215B-2199-346A-C23E-04EB96A23991}"/>
              </a:ext>
            </a:extLst>
          </p:cNvPr>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a:buSzPts val="700"/>
            </a:pPr>
            <a:r>
              <a:rPr lang="en-US" sz="700" b="0" i="0" u="none" strike="noStrike" cap="none" noProof="0">
                <a:solidFill>
                  <a:srgbClr val="7F7F7F"/>
                </a:solidFill>
                <a:latin typeface="IBM Plex Sans"/>
                <a:ea typeface="IBM Plex Sans"/>
                <a:cs typeface="IBM Plex Sans"/>
                <a:sym typeface="IBM Plex Sans"/>
              </a:rPr>
              <a:t>Sources: (1) </a:t>
            </a:r>
            <a:r>
              <a:rPr lang="en-US" sz="700" b="0" i="0" u="none" strike="noStrike" cap="none" noProof="0" err="1">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DemandSage</a:t>
            </a:r>
            <a:r>
              <a:rPr lang="en-US" sz="700" b="0" i="0" u="none" strike="noStrike" cap="none" noProof="0">
                <a:solidFill>
                  <a:srgbClr val="7F7F7F"/>
                </a:solidFill>
                <a:latin typeface="IBM Plex Sans"/>
                <a:ea typeface="IBM Plex Sans"/>
                <a:cs typeface="IBM Plex Sans"/>
                <a:sym typeface="IBM Plex Sans"/>
              </a:rPr>
              <a:t> (2) </a:t>
            </a:r>
            <a:r>
              <a:rPr lang="en-US" sz="700" b="0" i="0" u="none" strike="noStrike" cap="none" noProof="0" err="1">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Backlinko</a:t>
            </a:r>
            <a:r>
              <a:rPr lang="en-US" sz="700" noProof="0">
                <a:solidFill>
                  <a:srgbClr val="7F7F7F"/>
                </a:solidFill>
                <a:latin typeface="IBM Plex Sans"/>
                <a:ea typeface="IBM Plex Sans"/>
                <a:cs typeface="IBM Plex Sans"/>
                <a:sym typeface="IBM Plex Sans"/>
              </a:rPr>
              <a:t>, (3) DAU modeled using industry-standard engagement assumptions; Chrome does not publicly disclose DAU. (4) </a:t>
            </a:r>
            <a:r>
              <a:rPr lang="en-US" sz="700" noProof="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CleverTap</a:t>
            </a:r>
            <a:endParaRPr lang="en-US" sz="700" b="0" i="0" u="none" strike="noStrike" cap="none"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endParaRPr>
          </a:p>
        </p:txBody>
      </p:sp>
      <p:sp>
        <p:nvSpPr>
          <p:cNvPr id="506" name="Google Shape;506;g3b30dcd6380_2_0">
            <a:extLst>
              <a:ext uri="{FF2B5EF4-FFF2-40B4-BE49-F238E27FC236}">
                <a16:creationId xmlns:a16="http://schemas.microsoft.com/office/drawing/2014/main" id="{71B49DC2-5948-BD49-2131-05EAB58047E1}"/>
              </a:ext>
            </a:extLst>
          </p:cNvPr>
          <p:cNvSpPr/>
          <p:nvPr/>
        </p:nvSpPr>
        <p:spPr>
          <a:xfrm>
            <a:off x="8524874" y="1868391"/>
            <a:ext cx="3246530" cy="3551344"/>
          </a:xfrm>
          <a:prstGeom prst="rect">
            <a:avLst/>
          </a:prstGeom>
          <a:solidFill>
            <a:srgbClr val="F2F2F2"/>
          </a:solidFill>
          <a:ln>
            <a:noFill/>
          </a:ln>
        </p:spPr>
        <p:txBody>
          <a:bodyPr spcFirstLastPara="1" wrap="square" lIns="91425" tIns="91425" rIns="0" bIns="0" anchor="t" anchorCtr="0">
            <a:noAutofit/>
          </a:bodyPr>
          <a:lstStyle/>
          <a:p>
            <a:pPr marL="179705" indent="-179705">
              <a:buClr>
                <a:schemeClr val="dk1"/>
              </a:buClr>
              <a:buSzPts val="1200"/>
              <a:buFont typeface="Arial"/>
              <a:buChar char="•"/>
            </a:pPr>
            <a:r>
              <a:rPr lang="en-US" sz="1200" b="1" noProof="0">
                <a:solidFill>
                  <a:schemeClr val="dk1"/>
                </a:solidFill>
                <a:latin typeface="IBM Plex Sans"/>
                <a:ea typeface="IBM Plex Sans"/>
                <a:cs typeface="IBM Plex Sans"/>
                <a:sym typeface="IBM Plex Sans"/>
              </a:rPr>
              <a:t>Chrome’s user base </a:t>
            </a:r>
            <a:r>
              <a:rPr lang="en-US" sz="1200" noProof="0">
                <a:solidFill>
                  <a:schemeClr val="dk1"/>
                </a:solidFill>
                <a:latin typeface="IBM Plex Sans"/>
                <a:ea typeface="IBM Plex Sans"/>
                <a:cs typeface="IBM Plex Sans"/>
                <a:sym typeface="IBM Plex Sans"/>
              </a:rPr>
              <a:t>expanded from </a:t>
            </a:r>
            <a:r>
              <a:rPr lang="en-US" sz="1200" b="1" noProof="0">
                <a:solidFill>
                  <a:schemeClr val="dk1"/>
                </a:solidFill>
                <a:latin typeface="IBM Plex Sans"/>
                <a:ea typeface="IBM Plex Sans"/>
                <a:cs typeface="IBM Plex Sans"/>
                <a:sym typeface="IBM Plex Sans"/>
              </a:rPr>
              <a:t>2.7 billion to 3.8 billion users (2019–2025), </a:t>
            </a:r>
            <a:r>
              <a:rPr lang="en-US" sz="1200" noProof="0">
                <a:solidFill>
                  <a:schemeClr val="dk1"/>
                </a:solidFill>
                <a:latin typeface="IBM Plex Sans"/>
                <a:ea typeface="IBM Plex Sans"/>
                <a:cs typeface="IBM Plex Sans"/>
                <a:sym typeface="IBM Plex Sans"/>
              </a:rPr>
              <a:t>delivering ~5.7% CAGR despite near-saturation in global browser markets, suggesting </a:t>
            </a:r>
            <a:r>
              <a:rPr lang="en-US" sz="1200" b="1" noProof="0">
                <a:solidFill>
                  <a:schemeClr val="dk1"/>
                </a:solidFill>
                <a:latin typeface="IBM Plex Sans"/>
                <a:ea typeface="IBM Plex Sans"/>
                <a:cs typeface="IBM Plex Sans"/>
                <a:sym typeface="IBM Plex Sans"/>
              </a:rPr>
              <a:t>sustained growth</a:t>
            </a:r>
            <a:endParaRPr lang="en-US" sz="1200" noProof="0">
              <a:solidFill>
                <a:schemeClr val="dk1"/>
              </a:solidFill>
              <a:latin typeface="IBM Plex Sans"/>
              <a:ea typeface="IBM Plex Sans"/>
              <a:cs typeface="IBM Plex Sans"/>
              <a:sym typeface="IBM Plex Sans"/>
            </a:endParaRPr>
          </a:p>
          <a:p>
            <a:pPr marL="179705" indent="-179705">
              <a:buClr>
                <a:schemeClr val="dk1"/>
              </a:buClr>
              <a:buSzPts val="1200"/>
              <a:buFont typeface="Arial"/>
              <a:buChar char="•"/>
            </a:pPr>
            <a:r>
              <a:rPr lang="en-US" sz="1200" noProof="0">
                <a:solidFill>
                  <a:schemeClr val="dk1"/>
                </a:solidFill>
                <a:latin typeface="IBM Plex Sans"/>
                <a:ea typeface="IBM Plex Sans"/>
                <a:cs typeface="IBM Plex Sans"/>
                <a:sym typeface="IBM Plex Sans"/>
              </a:rPr>
              <a:t>The </a:t>
            </a:r>
            <a:r>
              <a:rPr lang="en-US" sz="1200" b="1" noProof="0">
                <a:solidFill>
                  <a:schemeClr val="dk1"/>
                </a:solidFill>
                <a:latin typeface="IBM Plex Sans"/>
                <a:ea typeface="IBM Plex Sans"/>
                <a:cs typeface="IBM Plex Sans"/>
                <a:sym typeface="IBM Plex Sans"/>
              </a:rPr>
              <a:t>browser has evolved into a strategic interface </a:t>
            </a:r>
            <a:r>
              <a:rPr lang="en-US" sz="1200" noProof="0">
                <a:solidFill>
                  <a:schemeClr val="dk1"/>
                </a:solidFill>
                <a:latin typeface="IBM Plex Sans"/>
                <a:ea typeface="IBM Plex Sans"/>
                <a:cs typeface="IBM Plex Sans"/>
                <a:sym typeface="IBM Plex Sans"/>
              </a:rPr>
              <a:t>shaping access to Search, AI Overviews, Gemini, Google Workspace, and future AI-native experiences</a:t>
            </a:r>
            <a:endParaRPr lang="en-US" sz="1200" noProof="0">
              <a:solidFill>
                <a:schemeClr val="dk1"/>
              </a:solidFill>
              <a:latin typeface="IBM Plex Sans"/>
              <a:ea typeface="IBM Plex Sans"/>
              <a:cs typeface="IBM Plex Sans"/>
            </a:endParaRPr>
          </a:p>
          <a:p>
            <a:pPr marL="179705" indent="-179705">
              <a:buClr>
                <a:schemeClr val="dk1"/>
              </a:buClr>
              <a:buSzPts val="1200"/>
              <a:buFont typeface="Arial"/>
              <a:buChar char="•"/>
            </a:pPr>
            <a:r>
              <a:rPr lang="en-US" sz="1200" b="1" noProof="0">
                <a:solidFill>
                  <a:schemeClr val="dk1"/>
                </a:solidFill>
                <a:latin typeface="IBM Plex Sans"/>
                <a:ea typeface="IBM Plex Sans"/>
                <a:cs typeface="IBM Plex Sans"/>
                <a:sym typeface="IBM Plex Sans"/>
              </a:rPr>
              <a:t>Sustained mid-single-digit DAU growth at this scale signals structural usage expansion</a:t>
            </a:r>
            <a:r>
              <a:rPr lang="en-US" sz="1200" noProof="0">
                <a:solidFill>
                  <a:schemeClr val="dk1"/>
                </a:solidFill>
                <a:latin typeface="IBM Plex Sans"/>
                <a:ea typeface="IBM Plex Sans"/>
                <a:cs typeface="IBM Plex Sans"/>
                <a:sym typeface="IBM Plex Sans"/>
              </a:rPr>
              <a:t>, not just user-base saturation.</a:t>
            </a:r>
          </a:p>
          <a:p>
            <a:pPr marL="179705" indent="-179705">
              <a:buClr>
                <a:schemeClr val="dk1"/>
              </a:buClr>
              <a:buSzPts val="1200"/>
              <a:buFont typeface="Arial"/>
              <a:buChar char="•"/>
            </a:pPr>
            <a:r>
              <a:rPr lang="en-US" sz="1200" noProof="0">
                <a:solidFill>
                  <a:schemeClr val="dk1"/>
                </a:solidFill>
                <a:latin typeface="IBM Plex Sans"/>
                <a:ea typeface="IBM Plex Sans"/>
                <a:cs typeface="IBM Plex Sans"/>
                <a:sym typeface="IBM Plex Sans"/>
              </a:rPr>
              <a:t>The steady trajectory indicates </a:t>
            </a:r>
            <a:r>
              <a:rPr lang="en-US" sz="1200" b="1" noProof="0">
                <a:solidFill>
                  <a:schemeClr val="dk1"/>
                </a:solidFill>
                <a:latin typeface="IBM Plex Sans"/>
                <a:ea typeface="IBM Plex Sans"/>
                <a:cs typeface="IBM Plex Sans"/>
                <a:sym typeface="IBM Plex Sans"/>
              </a:rPr>
              <a:t>Chrome is increasingly embedded in daily workflows, particularly in mobile-first and emerging markets</a:t>
            </a:r>
            <a:endParaRPr lang="en-US" sz="1200" b="1" noProof="0">
              <a:solidFill>
                <a:schemeClr val="dk1"/>
              </a:solidFill>
              <a:latin typeface="IBM Plex Sans"/>
              <a:ea typeface="IBM Plex Sans"/>
              <a:cs typeface="IBM Plex Sans"/>
            </a:endParaRPr>
          </a:p>
        </p:txBody>
      </p:sp>
      <p:graphicFrame>
        <p:nvGraphicFramePr>
          <p:cNvPr id="9" name="Chart 8">
            <a:extLst>
              <a:ext uri="{FF2B5EF4-FFF2-40B4-BE49-F238E27FC236}">
                <a16:creationId xmlns:a16="http://schemas.microsoft.com/office/drawing/2014/main" id="{3C7A026F-EA65-382A-CBA9-1E7E35AB81B4}"/>
              </a:ext>
            </a:extLst>
          </p:cNvPr>
          <p:cNvGraphicFramePr/>
          <p:nvPr/>
        </p:nvGraphicFramePr>
        <p:xfrm>
          <a:off x="407989" y="2283992"/>
          <a:ext cx="4049712" cy="2871356"/>
        </p:xfrm>
        <a:graphic>
          <a:graphicData uri="http://schemas.openxmlformats.org/drawingml/2006/chart">
            <c:chart xmlns:c="http://schemas.openxmlformats.org/drawingml/2006/chart" xmlns:r="http://schemas.openxmlformats.org/officeDocument/2006/relationships" r:id="rId6"/>
          </a:graphicData>
        </a:graphic>
      </p:graphicFrame>
      <p:cxnSp>
        <p:nvCxnSpPr>
          <p:cNvPr id="11" name="Straight Arrow Connector 10">
            <a:extLst>
              <a:ext uri="{FF2B5EF4-FFF2-40B4-BE49-F238E27FC236}">
                <a16:creationId xmlns:a16="http://schemas.microsoft.com/office/drawing/2014/main" id="{7B793E21-937E-480D-47A4-DDEA0B78C1BF}"/>
              </a:ext>
            </a:extLst>
          </p:cNvPr>
          <p:cNvCxnSpPr>
            <a:cxnSpLocks/>
          </p:cNvCxnSpPr>
          <p:nvPr/>
        </p:nvCxnSpPr>
        <p:spPr>
          <a:xfrm flipV="1">
            <a:off x="1173709" y="2310733"/>
            <a:ext cx="2898229" cy="426726"/>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CF9D8B89-656D-630C-BD29-4F93C3FF1E00}"/>
              </a:ext>
            </a:extLst>
          </p:cNvPr>
          <p:cNvSpPr/>
          <p:nvPr/>
        </p:nvSpPr>
        <p:spPr>
          <a:xfrm>
            <a:off x="2085247" y="2376703"/>
            <a:ext cx="1085213" cy="235502"/>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b="1" noProof="0">
                <a:solidFill>
                  <a:schemeClr val="tx1"/>
                </a:solidFill>
                <a:latin typeface="IBM Plex Sans"/>
              </a:rPr>
              <a:t>+5,7% CAGR</a:t>
            </a:r>
          </a:p>
        </p:txBody>
      </p:sp>
      <p:sp>
        <p:nvSpPr>
          <p:cNvPr id="6" name="Google Shape;504;g3b30dcd6380_2_0">
            <a:extLst>
              <a:ext uri="{FF2B5EF4-FFF2-40B4-BE49-F238E27FC236}">
                <a16:creationId xmlns:a16="http://schemas.microsoft.com/office/drawing/2014/main" id="{759146DE-AB67-FDCD-0B25-09ED5F4BED03}"/>
              </a:ext>
            </a:extLst>
          </p:cNvPr>
          <p:cNvSpPr txBox="1"/>
          <p:nvPr/>
        </p:nvSpPr>
        <p:spPr>
          <a:xfrm>
            <a:off x="420595" y="5792796"/>
            <a:ext cx="11350811" cy="276959"/>
          </a:xfrm>
          <a:prstGeom prst="rect">
            <a:avLst/>
          </a:prstGeom>
          <a:solidFill>
            <a:srgbClr val="00B050">
              <a:alpha val="48235"/>
            </a:srgbClr>
          </a:solidFill>
          <a:ln>
            <a:noFill/>
          </a:ln>
        </p:spPr>
        <p:txBody>
          <a:bodyPr spcFirstLastPara="1" wrap="square" lIns="91425" tIns="45700" rIns="91425" bIns="45700" anchor="ctr" anchorCtr="0">
            <a:spAutoFit/>
          </a:bodyPr>
          <a:lstStyle/>
          <a:p>
            <a:pPr algn="ctr"/>
            <a:r>
              <a:rPr lang="en-US" sz="1200" b="1" noProof="0">
                <a:solidFill>
                  <a:schemeClr val="dk1"/>
                </a:solidFill>
                <a:latin typeface="IBM Plex Sans"/>
                <a:ea typeface="IBM Plex Sans"/>
                <a:cs typeface="IBM Plex Sans"/>
                <a:sym typeface="IBM Plex Sans"/>
              </a:rPr>
              <a:t>Chrome’s daily active user base is growing at +5.7% CAGR, reinforcing its role as a core engagement and distribution platform</a:t>
            </a:r>
            <a:endParaRPr lang="en-US" sz="1200" b="1" noProof="0">
              <a:solidFill>
                <a:schemeClr val="dk1"/>
              </a:solidFill>
              <a:latin typeface="IBM Plex Sans"/>
            </a:endParaRPr>
          </a:p>
        </p:txBody>
      </p:sp>
      <p:sp>
        <p:nvSpPr>
          <p:cNvPr id="32" name="Google Shape;501;g3b30dcd6380_2_0">
            <a:extLst>
              <a:ext uri="{FF2B5EF4-FFF2-40B4-BE49-F238E27FC236}">
                <a16:creationId xmlns:a16="http://schemas.microsoft.com/office/drawing/2014/main" id="{6B848426-8A90-5C9F-E8E2-310B0F9E7CEA}"/>
              </a:ext>
            </a:extLst>
          </p:cNvPr>
          <p:cNvSpPr/>
          <p:nvPr/>
        </p:nvSpPr>
        <p:spPr>
          <a:xfrm>
            <a:off x="4439991" y="1509113"/>
            <a:ext cx="3931920"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200" b="1" noProof="0">
                <a:solidFill>
                  <a:schemeClr val="lt1"/>
                </a:solidFill>
                <a:latin typeface="IBM Plex Sans"/>
                <a:ea typeface="IBM Plex Sans"/>
                <a:cs typeface="IBM Plex Sans"/>
                <a:sym typeface="IBM Plex Sans"/>
              </a:rPr>
              <a:t>Estimated Chrome DAU (Billions), 2019-2025</a:t>
            </a:r>
            <a:r>
              <a:rPr lang="en-US" sz="1200" b="1" baseline="30000" noProof="0">
                <a:solidFill>
                  <a:schemeClr val="lt1"/>
                </a:solidFill>
                <a:latin typeface="IBM Plex Sans"/>
                <a:ea typeface="IBM Plex Sans"/>
                <a:cs typeface="IBM Plex Sans"/>
                <a:sym typeface="IBM Plex Sans"/>
              </a:rPr>
              <a:t>3,4</a:t>
            </a:r>
            <a:endParaRPr lang="en-US" sz="1400" b="0" i="0" u="none" strike="noStrike" cap="none" baseline="30000" noProof="0">
              <a:solidFill>
                <a:srgbClr val="000000"/>
              </a:solidFill>
              <a:latin typeface="Arial"/>
              <a:ea typeface="Arial"/>
              <a:cs typeface="Arial"/>
              <a:sym typeface="Arial"/>
            </a:endParaRPr>
          </a:p>
        </p:txBody>
      </p:sp>
      <p:graphicFrame>
        <p:nvGraphicFramePr>
          <p:cNvPr id="33" name="Chart 8">
            <a:extLst>
              <a:ext uri="{FF2B5EF4-FFF2-40B4-BE49-F238E27FC236}">
                <a16:creationId xmlns:a16="http://schemas.microsoft.com/office/drawing/2014/main" id="{FB18510B-46B2-56D2-B6A4-490A5B6EBC87}"/>
              </a:ext>
            </a:extLst>
          </p:cNvPr>
          <p:cNvGraphicFramePr/>
          <p:nvPr/>
        </p:nvGraphicFramePr>
        <p:xfrm>
          <a:off x="4427386" y="2283077"/>
          <a:ext cx="4049712" cy="2871356"/>
        </p:xfrm>
        <a:graphic>
          <a:graphicData uri="http://schemas.openxmlformats.org/drawingml/2006/chart">
            <c:chart xmlns:c="http://schemas.openxmlformats.org/drawingml/2006/chart" xmlns:r="http://schemas.openxmlformats.org/officeDocument/2006/relationships" r:id="rId7"/>
          </a:graphicData>
        </a:graphic>
      </p:graphicFrame>
      <p:cxnSp>
        <p:nvCxnSpPr>
          <p:cNvPr id="35" name="Straight Arrow Connector 10">
            <a:extLst>
              <a:ext uri="{FF2B5EF4-FFF2-40B4-BE49-F238E27FC236}">
                <a16:creationId xmlns:a16="http://schemas.microsoft.com/office/drawing/2014/main" id="{0B6E3657-2D74-73E0-EA3D-5CD32BDF2855}"/>
              </a:ext>
            </a:extLst>
          </p:cNvPr>
          <p:cNvCxnSpPr>
            <a:cxnSpLocks/>
          </p:cNvCxnSpPr>
          <p:nvPr/>
        </p:nvCxnSpPr>
        <p:spPr>
          <a:xfrm flipV="1">
            <a:off x="5186723" y="2282162"/>
            <a:ext cx="2898229" cy="426726"/>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36" name="Oval 35">
            <a:extLst>
              <a:ext uri="{FF2B5EF4-FFF2-40B4-BE49-F238E27FC236}">
                <a16:creationId xmlns:a16="http://schemas.microsoft.com/office/drawing/2014/main" id="{4EDFACA2-F427-6EB1-1721-08FB3D8B3E4A}"/>
              </a:ext>
            </a:extLst>
          </p:cNvPr>
          <p:cNvSpPr/>
          <p:nvPr/>
        </p:nvSpPr>
        <p:spPr>
          <a:xfrm>
            <a:off x="6098261" y="2348132"/>
            <a:ext cx="1085213" cy="235502"/>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b="1" noProof="0">
                <a:solidFill>
                  <a:schemeClr val="tx1"/>
                </a:solidFill>
                <a:latin typeface="IBM Plex Sans"/>
              </a:rPr>
              <a:t>+5,7% CAGR</a:t>
            </a:r>
          </a:p>
        </p:txBody>
      </p:sp>
      <p:sp>
        <p:nvSpPr>
          <p:cNvPr id="3" name="CaixaDeTexto 2">
            <a:extLst>
              <a:ext uri="{FF2B5EF4-FFF2-40B4-BE49-F238E27FC236}">
                <a16:creationId xmlns:a16="http://schemas.microsoft.com/office/drawing/2014/main" id="{31377E4C-364D-07AA-7DF8-88641DB70015}"/>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Google Chrome</a:t>
            </a:r>
            <a:endParaRPr lang="en-US" noProof="0"/>
          </a:p>
        </p:txBody>
      </p:sp>
    </p:spTree>
    <p:extLst>
      <p:ext uri="{BB962C8B-B14F-4D97-AF65-F5344CB8AC3E}">
        <p14:creationId xmlns:p14="http://schemas.microsoft.com/office/powerpoint/2010/main" val="1250564696"/>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497">
          <a:extLst>
            <a:ext uri="{FF2B5EF4-FFF2-40B4-BE49-F238E27FC236}">
              <a16:creationId xmlns:a16="http://schemas.microsoft.com/office/drawing/2014/main" id="{5E9A089F-634E-2F97-C22D-4EBC2E36EF74}"/>
            </a:ext>
          </a:extLst>
        </p:cNvPr>
        <p:cNvGrpSpPr/>
        <p:nvPr/>
      </p:nvGrpSpPr>
      <p:grpSpPr>
        <a:xfrm>
          <a:off x="0" y="0"/>
          <a:ext cx="0" cy="0"/>
          <a:chOff x="0" y="0"/>
          <a:chExt cx="0" cy="0"/>
        </a:xfrm>
      </p:grpSpPr>
      <p:sp>
        <p:nvSpPr>
          <p:cNvPr id="498" name="Google Shape;498;g3b30dcd6380_2_0">
            <a:extLst>
              <a:ext uri="{FF2B5EF4-FFF2-40B4-BE49-F238E27FC236}">
                <a16:creationId xmlns:a16="http://schemas.microsoft.com/office/drawing/2014/main" id="{CDEC9E23-13FA-744E-7B72-5A222F38E713}"/>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71</a:t>
            </a:fld>
            <a:endParaRPr lang="en-US" noProof="0"/>
          </a:p>
        </p:txBody>
      </p:sp>
      <p:sp>
        <p:nvSpPr>
          <p:cNvPr id="499" name="Google Shape;499;g3b30dcd6380_2_0">
            <a:extLst>
              <a:ext uri="{FF2B5EF4-FFF2-40B4-BE49-F238E27FC236}">
                <a16:creationId xmlns:a16="http://schemas.microsoft.com/office/drawing/2014/main" id="{560C9F62-7A10-756D-5FEC-85483DC3BF7A}"/>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0"/>
              <a:t>Chrome’s growth and daily engagement are concentrated in mobile-first regions</a:t>
            </a:r>
          </a:p>
        </p:txBody>
      </p:sp>
      <p:sp>
        <p:nvSpPr>
          <p:cNvPr id="503" name="Google Shape;503;g3b30dcd6380_2_0">
            <a:extLst>
              <a:ext uri="{FF2B5EF4-FFF2-40B4-BE49-F238E27FC236}">
                <a16:creationId xmlns:a16="http://schemas.microsoft.com/office/drawing/2014/main" id="{ABE9484C-C819-F684-B676-B5F6B7344315}"/>
              </a:ext>
            </a:extLst>
          </p:cNvPr>
          <p:cNvSpPr/>
          <p:nvPr/>
        </p:nvSpPr>
        <p:spPr>
          <a:xfrm>
            <a:off x="8524875" y="1510028"/>
            <a:ext cx="324652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200" b="1" i="0" u="none" strike="noStrike" cap="none" noProof="0">
                <a:solidFill>
                  <a:schemeClr val="lt1"/>
                </a:solidFill>
                <a:latin typeface="IBM Plex Sans"/>
                <a:ea typeface="IBM Plex Sans"/>
                <a:cs typeface="IBM Plex Sans"/>
                <a:sym typeface="IBM Plex Sans"/>
              </a:rPr>
              <a:t>Insights from </a:t>
            </a:r>
            <a:r>
              <a:rPr lang="en-US" sz="1200" b="1" noProof="0">
                <a:solidFill>
                  <a:schemeClr val="lt1"/>
                </a:solidFill>
                <a:latin typeface="IBM Plex Sans"/>
                <a:ea typeface="IBM Plex Sans"/>
                <a:cs typeface="IBM Plex Sans"/>
                <a:sym typeface="IBM Plex Sans"/>
              </a:rPr>
              <a:t>research</a:t>
            </a:r>
            <a:endParaRPr lang="en-US" sz="1200" b="1" i="0" u="none" strike="noStrike" cap="none" baseline="30000" noProof="0">
              <a:solidFill>
                <a:schemeClr val="lt1"/>
              </a:solidFill>
              <a:latin typeface="IBM Plex Sans"/>
            </a:endParaRPr>
          </a:p>
        </p:txBody>
      </p:sp>
      <p:sp>
        <p:nvSpPr>
          <p:cNvPr id="504" name="Google Shape;504;g3b30dcd6380_2_0">
            <a:extLst>
              <a:ext uri="{FF2B5EF4-FFF2-40B4-BE49-F238E27FC236}">
                <a16:creationId xmlns:a16="http://schemas.microsoft.com/office/drawing/2014/main" id="{9C01FB2C-51E4-F14E-7924-69C4CBCA9C82}"/>
              </a:ext>
            </a:extLst>
          </p:cNvPr>
          <p:cNvSpPr txBox="1"/>
          <p:nvPr/>
        </p:nvSpPr>
        <p:spPr>
          <a:xfrm>
            <a:off x="420595" y="5671889"/>
            <a:ext cx="11350811" cy="461624"/>
          </a:xfrm>
          <a:prstGeom prst="rect">
            <a:avLst/>
          </a:prstGeom>
          <a:solidFill>
            <a:srgbClr val="00B050">
              <a:alpha val="48235"/>
            </a:srgbClr>
          </a:solidFill>
          <a:ln>
            <a:noFill/>
          </a:ln>
        </p:spPr>
        <p:txBody>
          <a:bodyPr spcFirstLastPara="1" wrap="square" lIns="91425" tIns="45700" rIns="91425" bIns="45700" anchor="ctr" anchorCtr="0">
            <a:spAutoFit/>
          </a:bodyPr>
          <a:lstStyle/>
          <a:p>
            <a:pPr algn="ctr"/>
            <a:r>
              <a:rPr lang="en-US" sz="1200" b="1" noProof="0">
                <a:latin typeface="IBM Plex Sans" panose="020B0503050203000203" pitchFamily="34" charset="0"/>
              </a:rPr>
              <a:t>Chrome’s future DAU growth is being shaped outside North America. South America and Asia-Pacific now define where engagement, </a:t>
            </a:r>
          </a:p>
          <a:p>
            <a:pPr algn="ctr"/>
            <a:r>
              <a:rPr lang="en-US" sz="1200" b="1" noProof="0">
                <a:latin typeface="IBM Plex Sans" panose="020B0503050203000203" pitchFamily="34" charset="0"/>
              </a:rPr>
              <a:t>AI adoption, and monetization will scale fastest.</a:t>
            </a:r>
            <a:endParaRPr lang="en-US" sz="1200" b="1" noProof="0">
              <a:solidFill>
                <a:schemeClr val="dk1"/>
              </a:solidFill>
              <a:latin typeface="IBM Plex Sans" panose="020B0503050203000203" pitchFamily="34" charset="0"/>
            </a:endParaRPr>
          </a:p>
        </p:txBody>
      </p:sp>
      <p:sp>
        <p:nvSpPr>
          <p:cNvPr id="505" name="Google Shape;505;g3b30dcd6380_2_0">
            <a:extLst>
              <a:ext uri="{FF2B5EF4-FFF2-40B4-BE49-F238E27FC236}">
                <a16:creationId xmlns:a16="http://schemas.microsoft.com/office/drawing/2014/main" id="{ED6B4890-9E72-E08C-7DF2-4D82A815D2A2}"/>
              </a:ext>
            </a:extLst>
          </p:cNvPr>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700"/>
              <a:buFont typeface="Arial"/>
              <a:buNone/>
            </a:pPr>
            <a:r>
              <a:rPr lang="en-US" sz="700" b="0" i="0" u="none" strike="noStrike" cap="none" noProof="0">
                <a:solidFill>
                  <a:srgbClr val="7F7F7F"/>
                </a:solidFill>
                <a:latin typeface="IBM Plex Sans"/>
                <a:ea typeface="IBM Plex Sans"/>
                <a:cs typeface="IBM Plex Sans"/>
                <a:sym typeface="IBM Plex Sans"/>
              </a:rPr>
              <a:t>Sources: (1) </a:t>
            </a:r>
            <a:r>
              <a:rPr lang="en-US" sz="700" b="0" i="0" u="none" strike="noStrike" cap="none" noProof="0" err="1">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VenueLabs</a:t>
            </a:r>
            <a:r>
              <a:rPr lang="en-US" sz="700" b="0" i="0" u="none" strike="noStrike" cap="none" noProof="0">
                <a:solidFill>
                  <a:srgbClr val="7F7F7F"/>
                </a:solidFill>
                <a:latin typeface="IBM Plex Sans"/>
                <a:ea typeface="IBM Plex Sans"/>
                <a:cs typeface="IBM Plex Sans"/>
                <a:sym typeface="IBM Plex Sans"/>
              </a:rPr>
              <a:t> (2) </a:t>
            </a:r>
            <a:r>
              <a:rPr lang="en-US" sz="700" b="0" i="0" u="none" strike="noStrike" cap="none" noProof="0" err="1">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Cropink</a:t>
            </a:r>
            <a:r>
              <a:rPr lang="en-US" sz="700" b="0" i="0" u="none" strike="noStrike" cap="none" noProof="0">
                <a:solidFill>
                  <a:srgbClr val="7F7F7F"/>
                </a:solidFill>
                <a:latin typeface="IBM Plex Sans"/>
                <a:ea typeface="IBM Plex Sans"/>
                <a:cs typeface="IBM Plex Sans"/>
                <a:sym typeface="IBM Plex Sans"/>
              </a:rPr>
              <a:t> (3) </a:t>
            </a:r>
            <a:r>
              <a:rPr lang="en-US" sz="700" b="0" i="0" u="none" strike="noStrike" cap="none"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SciTech</a:t>
            </a:r>
            <a:r>
              <a:rPr lang="en-US" sz="700" b="0" i="0" u="none" strike="noStrike" cap="none" noProof="0">
                <a:solidFill>
                  <a:srgbClr val="7F7F7F"/>
                </a:solidFill>
                <a:latin typeface="IBM Plex Sans"/>
                <a:ea typeface="IBM Plex Sans"/>
                <a:cs typeface="IBM Plex Sans"/>
                <a:sym typeface="IBM Plex Sans"/>
              </a:rPr>
              <a:t> (4) </a:t>
            </a:r>
            <a:r>
              <a:rPr lang="en-US" sz="700" b="0" i="0" u="none" strike="noStrike" cap="none" noProof="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All in One</a:t>
            </a:r>
            <a:r>
              <a:rPr lang="en-US" sz="700" b="0" i="0" u="none" strike="noStrike" cap="none" noProof="0">
                <a:solidFill>
                  <a:srgbClr val="7F7F7F"/>
                </a:solidFill>
                <a:latin typeface="IBM Plex Sans"/>
                <a:ea typeface="IBM Plex Sans"/>
                <a:cs typeface="IBM Plex Sans"/>
                <a:sym typeface="IBM Plex Sans"/>
              </a:rPr>
              <a:t> (5) </a:t>
            </a:r>
            <a:r>
              <a:rPr lang="en-US" sz="700" b="0" i="0" u="none" strike="noStrike" cap="none" noProof="0" err="1">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DemandSage</a:t>
            </a:r>
            <a:r>
              <a:rPr lang="en-US" sz="700" b="0" i="0" u="none" strike="noStrike" cap="none" noProof="0">
                <a:solidFill>
                  <a:srgbClr val="7F7F7F"/>
                </a:solidFill>
                <a:latin typeface="IBM Plex Sans"/>
                <a:ea typeface="IBM Plex Sans"/>
                <a:cs typeface="IBM Plex Sans"/>
                <a:sym typeface="IBM Plex Sans"/>
              </a:rPr>
              <a:t> </a:t>
            </a:r>
            <a:r>
              <a:rPr lang="en-US" sz="700" b="0" i="0" u="none" strike="noStrike" cap="none" noProof="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  </a:t>
            </a:r>
          </a:p>
        </p:txBody>
      </p:sp>
      <p:sp>
        <p:nvSpPr>
          <p:cNvPr id="506" name="Google Shape;506;g3b30dcd6380_2_0">
            <a:extLst>
              <a:ext uri="{FF2B5EF4-FFF2-40B4-BE49-F238E27FC236}">
                <a16:creationId xmlns:a16="http://schemas.microsoft.com/office/drawing/2014/main" id="{C5D0559B-8B0A-B65A-3EE6-0BBD92BC29AF}"/>
              </a:ext>
            </a:extLst>
          </p:cNvPr>
          <p:cNvSpPr/>
          <p:nvPr/>
        </p:nvSpPr>
        <p:spPr>
          <a:xfrm>
            <a:off x="8524874" y="1868391"/>
            <a:ext cx="3246530" cy="3583386"/>
          </a:xfrm>
          <a:prstGeom prst="rect">
            <a:avLst/>
          </a:prstGeom>
          <a:solidFill>
            <a:srgbClr val="F2F2F2"/>
          </a:solidFill>
          <a:ln>
            <a:noFill/>
          </a:ln>
        </p:spPr>
        <p:txBody>
          <a:bodyPr spcFirstLastPara="1" wrap="square" lIns="91425" tIns="91425" rIns="0" bIns="0" anchor="t" anchorCtr="0">
            <a:noAutofit/>
          </a:bodyPr>
          <a:lstStyle/>
          <a:p>
            <a:pPr marL="179705" indent="-179705">
              <a:buClr>
                <a:schemeClr val="dk1"/>
              </a:buClr>
              <a:buSzPts val="1200"/>
              <a:buFont typeface="Arial"/>
              <a:buChar char="•"/>
            </a:pPr>
            <a:r>
              <a:rPr lang="en-US" sz="1200" b="1" noProof="0">
                <a:solidFill>
                  <a:schemeClr val="dk1"/>
                </a:solidFill>
                <a:latin typeface="IBM Plex Sans"/>
                <a:ea typeface="IBM Plex Sans"/>
                <a:cs typeface="IBM Plex Sans"/>
                <a:sym typeface="IBM Plex Sans"/>
              </a:rPr>
              <a:t>South America and Asia-Pacific</a:t>
            </a:r>
            <a:r>
              <a:rPr lang="en-US" sz="1200" noProof="0">
                <a:solidFill>
                  <a:schemeClr val="dk1"/>
                </a:solidFill>
                <a:latin typeface="IBM Plex Sans"/>
                <a:ea typeface="IBM Plex Sans"/>
                <a:cs typeface="IBM Plex Sans"/>
                <a:sym typeface="IBM Plex Sans"/>
              </a:rPr>
              <a:t> are the </a:t>
            </a:r>
            <a:r>
              <a:rPr lang="en-US" sz="1200" b="1" noProof="0">
                <a:solidFill>
                  <a:schemeClr val="dk1"/>
                </a:solidFill>
                <a:latin typeface="IBM Plex Sans"/>
                <a:ea typeface="IBM Plex Sans"/>
                <a:cs typeface="IBM Plex Sans"/>
                <a:sym typeface="IBM Plex Sans"/>
              </a:rPr>
              <a:t>primary usage engines.</a:t>
            </a:r>
            <a:r>
              <a:rPr lang="en-US" sz="1200" noProof="0">
                <a:solidFill>
                  <a:schemeClr val="dk1"/>
                </a:solidFill>
                <a:latin typeface="IBM Plex Sans"/>
                <a:ea typeface="IBM Plex Sans"/>
                <a:cs typeface="IBM Plex Sans"/>
                <a:sym typeface="IBM Plex Sans"/>
              </a:rPr>
              <a:t> These regions combine </a:t>
            </a:r>
            <a:r>
              <a:rPr lang="en-US" sz="1200" b="1" noProof="0">
                <a:solidFill>
                  <a:schemeClr val="dk1"/>
                </a:solidFill>
                <a:latin typeface="IBM Plex Sans"/>
                <a:ea typeface="IBM Plex Sans"/>
                <a:cs typeface="IBM Plex Sans"/>
                <a:sym typeface="IBM Plex Sans"/>
              </a:rPr>
              <a:t>high penetration </a:t>
            </a:r>
            <a:r>
              <a:rPr lang="en-US" sz="1200" noProof="0">
                <a:solidFill>
                  <a:schemeClr val="dk1"/>
                </a:solidFill>
                <a:latin typeface="IBM Plex Sans"/>
                <a:ea typeface="IBM Plex Sans"/>
                <a:cs typeface="IBM Plex Sans"/>
                <a:sym typeface="IBM Plex Sans"/>
              </a:rPr>
              <a:t>with </a:t>
            </a:r>
            <a:r>
              <a:rPr lang="en-US" sz="1200" b="1" noProof="0">
                <a:solidFill>
                  <a:schemeClr val="dk1"/>
                </a:solidFill>
                <a:latin typeface="IBM Plex Sans"/>
                <a:ea typeface="IBM Plex Sans"/>
                <a:cs typeface="IBM Plex Sans"/>
                <a:sym typeface="IBM Plex Sans"/>
              </a:rPr>
              <a:t>high daily usage</a:t>
            </a:r>
            <a:r>
              <a:rPr lang="en-US" sz="1200" noProof="0">
                <a:solidFill>
                  <a:schemeClr val="dk1"/>
                </a:solidFill>
                <a:latin typeface="IBM Plex Sans"/>
                <a:ea typeface="IBM Plex Sans"/>
                <a:cs typeface="IBM Plex Sans"/>
                <a:sym typeface="IBM Plex Sans"/>
              </a:rPr>
              <a:t> intensity, driven by mobile-first behavior</a:t>
            </a:r>
            <a:r>
              <a:rPr lang="en-US" sz="1200" baseline="30000" noProof="0">
                <a:solidFill>
                  <a:schemeClr val="dk1"/>
                </a:solidFill>
                <a:latin typeface="IBM Plex Sans"/>
                <a:ea typeface="IBM Plex Sans"/>
                <a:cs typeface="IBM Plex Sans"/>
                <a:sym typeface="IBM Plex Sans"/>
              </a:rPr>
              <a:t>5</a:t>
            </a:r>
          </a:p>
          <a:p>
            <a:pPr marL="179705" indent="-179705">
              <a:buClr>
                <a:schemeClr val="dk1"/>
              </a:buClr>
              <a:buSzPts val="1200"/>
              <a:buFont typeface="Arial"/>
              <a:buChar char="•"/>
            </a:pPr>
            <a:endParaRPr lang="en-US" sz="1200" noProof="0">
              <a:solidFill>
                <a:schemeClr val="dk1"/>
              </a:solidFill>
              <a:latin typeface="IBM Plex Sans"/>
              <a:ea typeface="IBM Plex Sans"/>
              <a:cs typeface="IBM Plex Sans"/>
              <a:sym typeface="IBM Plex Sans"/>
            </a:endParaRPr>
          </a:p>
          <a:p>
            <a:pPr marL="179705" indent="-179705">
              <a:buClr>
                <a:schemeClr val="dk1"/>
              </a:buClr>
              <a:buSzPts val="1200"/>
              <a:buFont typeface="Arial"/>
              <a:buChar char="•"/>
            </a:pPr>
            <a:r>
              <a:rPr lang="en-US" sz="1200" noProof="0">
                <a:solidFill>
                  <a:schemeClr val="dk1"/>
                </a:solidFill>
                <a:latin typeface="IBM Plex Sans"/>
                <a:ea typeface="IBM Plex Sans"/>
                <a:cs typeface="IBM Plex Sans"/>
                <a:sym typeface="IBM Plex Sans"/>
              </a:rPr>
              <a:t>Mature markets such as Europe and North America remain large in absolute users but exhibit </a:t>
            </a:r>
            <a:r>
              <a:rPr lang="en-US" sz="1200" b="1" noProof="0">
                <a:solidFill>
                  <a:schemeClr val="dk1"/>
                </a:solidFill>
                <a:latin typeface="IBM Plex Sans"/>
                <a:ea typeface="IBM Plex Sans"/>
                <a:cs typeface="IBM Plex Sans"/>
                <a:sym typeface="IBM Plex Sans"/>
              </a:rPr>
              <a:t>lower incremental DAU growth </a:t>
            </a:r>
            <a:r>
              <a:rPr lang="en-US" sz="1200" noProof="0">
                <a:solidFill>
                  <a:schemeClr val="dk1"/>
                </a:solidFill>
                <a:latin typeface="IBM Plex Sans"/>
                <a:ea typeface="IBM Plex Sans"/>
                <a:cs typeface="IBM Plex Sans"/>
                <a:sym typeface="IBM Plex Sans"/>
              </a:rPr>
              <a:t>due to </a:t>
            </a:r>
            <a:r>
              <a:rPr lang="en-US" sz="1200" b="1" noProof="0">
                <a:solidFill>
                  <a:schemeClr val="dk1"/>
                </a:solidFill>
                <a:latin typeface="IBM Plex Sans"/>
                <a:ea typeface="IBM Plex Sans"/>
                <a:cs typeface="IBM Plex Sans"/>
                <a:sym typeface="IBM Plex Sans"/>
              </a:rPr>
              <a:t>stronger competition </a:t>
            </a:r>
            <a:r>
              <a:rPr lang="en-US" sz="1200" noProof="0">
                <a:solidFill>
                  <a:schemeClr val="dk1"/>
                </a:solidFill>
                <a:latin typeface="IBM Plex Sans"/>
                <a:ea typeface="IBM Plex Sans"/>
                <a:cs typeface="IBM Plex Sans"/>
                <a:sym typeface="IBM Plex Sans"/>
              </a:rPr>
              <a:t>and entrenched alternatives</a:t>
            </a:r>
            <a:r>
              <a:rPr lang="en-US" sz="1200" baseline="30000" noProof="0">
                <a:solidFill>
                  <a:schemeClr val="dk1"/>
                </a:solidFill>
                <a:latin typeface="IBM Plex Sans"/>
                <a:ea typeface="IBM Plex Sans"/>
                <a:cs typeface="IBM Plex Sans"/>
                <a:sym typeface="IBM Plex Sans"/>
              </a:rPr>
              <a:t>5</a:t>
            </a:r>
            <a:endParaRPr lang="en-US" sz="1200" noProof="0">
              <a:solidFill>
                <a:schemeClr val="dk1"/>
              </a:solidFill>
              <a:latin typeface="IBM Plex Sans"/>
              <a:ea typeface="IBM Plex Sans"/>
              <a:cs typeface="IBM Plex Sans"/>
              <a:sym typeface="IBM Plex Sans"/>
            </a:endParaRPr>
          </a:p>
          <a:p>
            <a:pPr marL="179705" indent="-179705">
              <a:buClr>
                <a:schemeClr val="dk1"/>
              </a:buClr>
              <a:buSzPts val="1200"/>
              <a:buFont typeface="Arial"/>
              <a:buChar char="•"/>
            </a:pPr>
            <a:endParaRPr lang="en-US" sz="1200" noProof="0">
              <a:solidFill>
                <a:schemeClr val="dk1"/>
              </a:solidFill>
              <a:latin typeface="IBM Plex Sans"/>
              <a:ea typeface="IBM Plex Sans"/>
              <a:cs typeface="IBM Plex Sans"/>
              <a:sym typeface="IBM Plex Sans"/>
            </a:endParaRPr>
          </a:p>
          <a:p>
            <a:pPr marL="179705" indent="-179705">
              <a:buClr>
                <a:schemeClr val="dk1"/>
              </a:buClr>
              <a:buSzPts val="1200"/>
              <a:buFont typeface="Arial"/>
              <a:buChar char="•"/>
            </a:pPr>
            <a:r>
              <a:rPr lang="en-US" sz="1200" b="1" noProof="0">
                <a:solidFill>
                  <a:schemeClr val="dk1"/>
                </a:solidFill>
                <a:latin typeface="IBM Plex Sans"/>
                <a:ea typeface="IBM Plex Sans"/>
                <a:cs typeface="IBM Plex Sans"/>
                <a:sym typeface="IBM Plex Sans"/>
              </a:rPr>
              <a:t>Other regions </a:t>
            </a:r>
            <a:r>
              <a:rPr lang="en-US" sz="1200" noProof="0">
                <a:solidFill>
                  <a:schemeClr val="dk1"/>
                </a:solidFill>
                <a:latin typeface="IBM Plex Sans"/>
                <a:ea typeface="IBM Plex Sans"/>
                <a:cs typeface="IBM Plex Sans"/>
                <a:sym typeface="IBM Plex Sans"/>
              </a:rPr>
              <a:t>remain structurally </a:t>
            </a:r>
            <a:r>
              <a:rPr lang="en-US" sz="1200" b="1" noProof="0">
                <a:solidFill>
                  <a:schemeClr val="dk1"/>
                </a:solidFill>
                <a:latin typeface="IBM Plex Sans"/>
                <a:ea typeface="IBM Plex Sans"/>
                <a:cs typeface="IBM Plex Sans"/>
                <a:sym typeface="IBM Plex Sans"/>
              </a:rPr>
              <a:t>supportive</a:t>
            </a:r>
            <a:r>
              <a:rPr lang="en-US" sz="1200" noProof="0">
                <a:solidFill>
                  <a:schemeClr val="dk1"/>
                </a:solidFill>
                <a:latin typeface="IBM Plex Sans"/>
                <a:ea typeface="IBM Plex Sans"/>
                <a:cs typeface="IBM Plex Sans"/>
                <a:sym typeface="IBM Plex Sans"/>
              </a:rPr>
              <a:t>, rather than leading</a:t>
            </a:r>
            <a:r>
              <a:rPr lang="en-US" sz="1200" baseline="30000" noProof="0">
                <a:solidFill>
                  <a:schemeClr val="dk1"/>
                </a:solidFill>
                <a:latin typeface="IBM Plex Sans"/>
                <a:ea typeface="IBM Plex Sans"/>
                <a:cs typeface="IBM Plex Sans"/>
                <a:sym typeface="IBM Plex Sans"/>
              </a:rPr>
              <a:t>4</a:t>
            </a:r>
            <a:endParaRPr lang="en-US" sz="1200" noProof="0">
              <a:solidFill>
                <a:schemeClr val="dk1"/>
              </a:solidFill>
              <a:latin typeface="IBM Plex Sans"/>
              <a:ea typeface="IBM Plex Sans"/>
              <a:cs typeface="IBM Plex Sans"/>
              <a:sym typeface="IBM Plex Sans"/>
            </a:endParaRPr>
          </a:p>
        </p:txBody>
      </p:sp>
      <p:sp>
        <p:nvSpPr>
          <p:cNvPr id="1011" name="Google Shape;501;g3b30dcd6380_2_0">
            <a:extLst>
              <a:ext uri="{FF2B5EF4-FFF2-40B4-BE49-F238E27FC236}">
                <a16:creationId xmlns:a16="http://schemas.microsoft.com/office/drawing/2014/main" id="{E8546AEC-2D86-D1A5-4A55-B7438D8F28A6}"/>
              </a:ext>
            </a:extLst>
          </p:cNvPr>
          <p:cNvSpPr/>
          <p:nvPr/>
        </p:nvSpPr>
        <p:spPr>
          <a:xfrm>
            <a:off x="420594" y="1510028"/>
            <a:ext cx="7670112"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200" b="1" i="0" u="none" strike="noStrike" cap="none" noProof="0">
                <a:solidFill>
                  <a:schemeClr val="lt1"/>
                </a:solidFill>
                <a:latin typeface="IBM Plex Sans"/>
                <a:ea typeface="IBM Plex Sans"/>
                <a:cs typeface="IBM Plex Sans"/>
                <a:sym typeface="IBM Plex Sans"/>
              </a:rPr>
              <a:t>Chrome Regional Market Share (%), 2024-2025</a:t>
            </a:r>
            <a:r>
              <a:rPr lang="en-US" sz="1200" b="1" i="0" u="none" strike="noStrike" cap="none" baseline="30000" noProof="0">
                <a:solidFill>
                  <a:schemeClr val="lt1"/>
                </a:solidFill>
                <a:latin typeface="IBM Plex Sans"/>
                <a:ea typeface="IBM Plex Sans"/>
                <a:cs typeface="IBM Plex Sans"/>
                <a:sym typeface="IBM Plex Sans"/>
              </a:rPr>
              <a:t>1,2,3,4</a:t>
            </a:r>
            <a:endParaRPr lang="en-US" sz="1400" b="0" i="0" u="none" strike="noStrike" cap="none" baseline="30000" noProof="0">
              <a:solidFill>
                <a:srgbClr val="000000"/>
              </a:solidFill>
              <a:latin typeface="Arial"/>
              <a:ea typeface="Arial"/>
              <a:cs typeface="Arial"/>
              <a:sym typeface="Arial"/>
            </a:endParaRPr>
          </a:p>
        </p:txBody>
      </p:sp>
      <p:grpSp>
        <p:nvGrpSpPr>
          <p:cNvPr id="6" name="Group 5">
            <a:extLst>
              <a:ext uri="{FF2B5EF4-FFF2-40B4-BE49-F238E27FC236}">
                <a16:creationId xmlns:a16="http://schemas.microsoft.com/office/drawing/2014/main" id="{D1631EE8-D8C4-DAFE-03C5-CF34B53A6153}"/>
              </a:ext>
            </a:extLst>
          </p:cNvPr>
          <p:cNvGrpSpPr/>
          <p:nvPr/>
        </p:nvGrpSpPr>
        <p:grpSpPr>
          <a:xfrm>
            <a:off x="432765" y="1899434"/>
            <a:ext cx="7738086" cy="3621549"/>
            <a:chOff x="432765" y="1899434"/>
            <a:chExt cx="7738086" cy="3621549"/>
          </a:xfrm>
        </p:grpSpPr>
        <p:grpSp>
          <p:nvGrpSpPr>
            <p:cNvPr id="728" name="Group 727">
              <a:extLst>
                <a:ext uri="{FF2B5EF4-FFF2-40B4-BE49-F238E27FC236}">
                  <a16:creationId xmlns:a16="http://schemas.microsoft.com/office/drawing/2014/main" id="{5AAA21B1-7696-4554-2C14-DDBA9FA80DF7}"/>
                </a:ext>
              </a:extLst>
            </p:cNvPr>
            <p:cNvGrpSpPr/>
            <p:nvPr/>
          </p:nvGrpSpPr>
          <p:grpSpPr>
            <a:xfrm>
              <a:off x="1130300" y="1899434"/>
              <a:ext cx="6248400" cy="3441246"/>
              <a:chOff x="101601" y="234950"/>
              <a:chExt cx="10706099" cy="6623050"/>
            </a:xfrm>
            <a:solidFill>
              <a:srgbClr val="C198E1"/>
            </a:solidFill>
          </p:grpSpPr>
          <p:sp>
            <p:nvSpPr>
              <p:cNvPr id="729" name="Greenland">
                <a:extLst>
                  <a:ext uri="{FF2B5EF4-FFF2-40B4-BE49-F238E27FC236}">
                    <a16:creationId xmlns:a16="http://schemas.microsoft.com/office/drawing/2014/main" id="{B8788F2F-5E19-9511-0175-409A663D6ABD}"/>
                  </a:ext>
                </a:extLst>
              </p:cNvPr>
              <p:cNvSpPr>
                <a:spLocks noEditPoints="1"/>
              </p:cNvSpPr>
              <p:nvPr/>
            </p:nvSpPr>
            <p:spPr bwMode="auto">
              <a:xfrm>
                <a:off x="3290888" y="234950"/>
                <a:ext cx="1722437" cy="2532063"/>
              </a:xfrm>
              <a:custGeom>
                <a:avLst/>
                <a:gdLst>
                  <a:gd name="T0" fmla="*/ 372 w 414"/>
                  <a:gd name="T1" fmla="*/ 146 h 608"/>
                  <a:gd name="T2" fmla="*/ 380 w 414"/>
                  <a:gd name="T3" fmla="*/ 163 h 608"/>
                  <a:gd name="T4" fmla="*/ 362 w 414"/>
                  <a:gd name="T5" fmla="*/ 204 h 608"/>
                  <a:gd name="T6" fmla="*/ 353 w 414"/>
                  <a:gd name="T7" fmla="*/ 248 h 608"/>
                  <a:gd name="T8" fmla="*/ 351 w 414"/>
                  <a:gd name="T9" fmla="*/ 277 h 608"/>
                  <a:gd name="T10" fmla="*/ 358 w 414"/>
                  <a:gd name="T11" fmla="*/ 310 h 608"/>
                  <a:gd name="T12" fmla="*/ 357 w 414"/>
                  <a:gd name="T13" fmla="*/ 342 h 608"/>
                  <a:gd name="T14" fmla="*/ 352 w 414"/>
                  <a:gd name="T15" fmla="*/ 366 h 608"/>
                  <a:gd name="T16" fmla="*/ 312 w 414"/>
                  <a:gd name="T17" fmla="*/ 377 h 608"/>
                  <a:gd name="T18" fmla="*/ 341 w 414"/>
                  <a:gd name="T19" fmla="*/ 410 h 608"/>
                  <a:gd name="T20" fmla="*/ 302 w 414"/>
                  <a:gd name="T21" fmla="*/ 403 h 608"/>
                  <a:gd name="T22" fmla="*/ 296 w 414"/>
                  <a:gd name="T23" fmla="*/ 434 h 608"/>
                  <a:gd name="T24" fmla="*/ 317 w 414"/>
                  <a:gd name="T25" fmla="*/ 438 h 608"/>
                  <a:gd name="T26" fmla="*/ 304 w 414"/>
                  <a:gd name="T27" fmla="*/ 472 h 608"/>
                  <a:gd name="T28" fmla="*/ 262 w 414"/>
                  <a:gd name="T29" fmla="*/ 502 h 608"/>
                  <a:gd name="T30" fmla="*/ 227 w 414"/>
                  <a:gd name="T31" fmla="*/ 521 h 608"/>
                  <a:gd name="T32" fmla="*/ 208 w 414"/>
                  <a:gd name="T33" fmla="*/ 566 h 608"/>
                  <a:gd name="T34" fmla="*/ 201 w 414"/>
                  <a:gd name="T35" fmla="*/ 601 h 608"/>
                  <a:gd name="T36" fmla="*/ 159 w 414"/>
                  <a:gd name="T37" fmla="*/ 583 h 608"/>
                  <a:gd name="T38" fmla="*/ 142 w 414"/>
                  <a:gd name="T39" fmla="*/ 534 h 608"/>
                  <a:gd name="T40" fmla="*/ 134 w 414"/>
                  <a:gd name="T41" fmla="*/ 479 h 608"/>
                  <a:gd name="T42" fmla="*/ 151 w 414"/>
                  <a:gd name="T43" fmla="*/ 461 h 608"/>
                  <a:gd name="T44" fmla="*/ 148 w 414"/>
                  <a:gd name="T45" fmla="*/ 437 h 608"/>
                  <a:gd name="T46" fmla="*/ 143 w 414"/>
                  <a:gd name="T47" fmla="*/ 409 h 608"/>
                  <a:gd name="T48" fmla="*/ 122 w 414"/>
                  <a:gd name="T49" fmla="*/ 404 h 608"/>
                  <a:gd name="T50" fmla="*/ 113 w 414"/>
                  <a:gd name="T51" fmla="*/ 386 h 608"/>
                  <a:gd name="T52" fmla="*/ 115 w 414"/>
                  <a:gd name="T53" fmla="*/ 361 h 608"/>
                  <a:gd name="T54" fmla="*/ 100 w 414"/>
                  <a:gd name="T55" fmla="*/ 318 h 608"/>
                  <a:gd name="T56" fmla="*/ 27 w 414"/>
                  <a:gd name="T57" fmla="*/ 298 h 608"/>
                  <a:gd name="T58" fmla="*/ 31 w 414"/>
                  <a:gd name="T59" fmla="*/ 265 h 608"/>
                  <a:gd name="T60" fmla="*/ 11 w 414"/>
                  <a:gd name="T61" fmla="*/ 249 h 608"/>
                  <a:gd name="T62" fmla="*/ 60 w 414"/>
                  <a:gd name="T63" fmla="*/ 167 h 608"/>
                  <a:gd name="T64" fmla="*/ 66 w 414"/>
                  <a:gd name="T65" fmla="*/ 127 h 608"/>
                  <a:gd name="T66" fmla="*/ 92 w 414"/>
                  <a:gd name="T67" fmla="*/ 96 h 608"/>
                  <a:gd name="T68" fmla="*/ 141 w 414"/>
                  <a:gd name="T69" fmla="*/ 100 h 608"/>
                  <a:gd name="T70" fmla="*/ 173 w 414"/>
                  <a:gd name="T71" fmla="*/ 90 h 608"/>
                  <a:gd name="T72" fmla="*/ 206 w 414"/>
                  <a:gd name="T73" fmla="*/ 70 h 608"/>
                  <a:gd name="T74" fmla="*/ 180 w 414"/>
                  <a:gd name="T75" fmla="*/ 48 h 608"/>
                  <a:gd name="T76" fmla="*/ 205 w 414"/>
                  <a:gd name="T77" fmla="*/ 32 h 608"/>
                  <a:gd name="T78" fmla="*/ 229 w 414"/>
                  <a:gd name="T79" fmla="*/ 8 h 608"/>
                  <a:gd name="T80" fmla="*/ 302 w 414"/>
                  <a:gd name="T81" fmla="*/ 25 h 608"/>
                  <a:gd name="T82" fmla="*/ 284 w 414"/>
                  <a:gd name="T83" fmla="*/ 30 h 608"/>
                  <a:gd name="T84" fmla="*/ 330 w 414"/>
                  <a:gd name="T85" fmla="*/ 75 h 608"/>
                  <a:gd name="T86" fmla="*/ 322 w 414"/>
                  <a:gd name="T87" fmla="*/ 89 h 608"/>
                  <a:gd name="T88" fmla="*/ 330 w 414"/>
                  <a:gd name="T89" fmla="*/ 148 h 608"/>
                  <a:gd name="T90" fmla="*/ 377 w 414"/>
                  <a:gd name="T91" fmla="*/ 106 h 608"/>
                  <a:gd name="T92" fmla="*/ 301 w 414"/>
                  <a:gd name="T93" fmla="*/ 426 h 608"/>
                  <a:gd name="T94" fmla="*/ 326 w 414"/>
                  <a:gd name="T95" fmla="*/ 386 h 608"/>
                  <a:gd name="T96" fmla="*/ 225 w 414"/>
                  <a:gd name="T97" fmla="*/ 29 h 608"/>
                  <a:gd name="T98" fmla="*/ 364 w 414"/>
                  <a:gd name="T99" fmla="*/ 169 h 608"/>
                  <a:gd name="T100" fmla="*/ 11 w 414"/>
                  <a:gd name="T101" fmla="*/ 266 h 608"/>
                  <a:gd name="T102" fmla="*/ 129 w 414"/>
                  <a:gd name="T103" fmla="*/ 423 h 608"/>
                  <a:gd name="T104" fmla="*/ 137 w 414"/>
                  <a:gd name="T105" fmla="*/ 446 h 608"/>
                  <a:gd name="T106" fmla="*/ 136 w 414"/>
                  <a:gd name="T107" fmla="*/ 80 h 608"/>
                  <a:gd name="T108" fmla="*/ 112 w 414"/>
                  <a:gd name="T109" fmla="*/ 360 h 608"/>
                  <a:gd name="T110" fmla="*/ 207 w 414"/>
                  <a:gd name="T111" fmla="*/ 22 h 608"/>
                  <a:gd name="T112" fmla="*/ 366 w 414"/>
                  <a:gd name="T113" fmla="*/ 225 h 608"/>
                  <a:gd name="T114" fmla="*/ 117 w 414"/>
                  <a:gd name="T115" fmla="*/ 406 h 608"/>
                  <a:gd name="T116" fmla="*/ 352 w 414"/>
                  <a:gd name="T117" fmla="*/ 239 h 608"/>
                  <a:gd name="T118" fmla="*/ 132 w 414"/>
                  <a:gd name="T119" fmla="*/ 476 h 608"/>
                  <a:gd name="T120" fmla="*/ 363 w 414"/>
                  <a:gd name="T121" fmla="*/ 243 h 608"/>
                  <a:gd name="T122" fmla="*/ 346 w 414"/>
                  <a:gd name="T123" fmla="*/ 291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 h="608">
                    <a:moveTo>
                      <a:pt x="119" y="395"/>
                    </a:moveTo>
                    <a:cubicBezTo>
                      <a:pt x="119" y="395"/>
                      <a:pt x="119" y="395"/>
                      <a:pt x="119" y="395"/>
                    </a:cubicBezTo>
                    <a:cubicBezTo>
                      <a:pt x="119" y="395"/>
                      <a:pt x="119" y="395"/>
                      <a:pt x="119" y="395"/>
                    </a:cubicBezTo>
                    <a:close/>
                    <a:moveTo>
                      <a:pt x="313" y="33"/>
                    </a:moveTo>
                    <a:cubicBezTo>
                      <a:pt x="313" y="33"/>
                      <a:pt x="313" y="33"/>
                      <a:pt x="313" y="33"/>
                    </a:cubicBezTo>
                    <a:cubicBezTo>
                      <a:pt x="313" y="33"/>
                      <a:pt x="313" y="33"/>
                      <a:pt x="313" y="33"/>
                    </a:cubicBezTo>
                    <a:close/>
                    <a:moveTo>
                      <a:pt x="201" y="567"/>
                    </a:moveTo>
                    <a:cubicBezTo>
                      <a:pt x="201" y="568"/>
                      <a:pt x="201" y="568"/>
                      <a:pt x="201" y="568"/>
                    </a:cubicBezTo>
                    <a:cubicBezTo>
                      <a:pt x="201" y="568"/>
                      <a:pt x="201" y="568"/>
                      <a:pt x="201" y="567"/>
                    </a:cubicBezTo>
                    <a:close/>
                    <a:moveTo>
                      <a:pt x="297" y="433"/>
                    </a:moveTo>
                    <a:cubicBezTo>
                      <a:pt x="297" y="433"/>
                      <a:pt x="298" y="433"/>
                      <a:pt x="298" y="433"/>
                    </a:cubicBezTo>
                    <a:cubicBezTo>
                      <a:pt x="297" y="433"/>
                      <a:pt x="297" y="433"/>
                      <a:pt x="297" y="433"/>
                    </a:cubicBezTo>
                    <a:close/>
                    <a:moveTo>
                      <a:pt x="63" y="129"/>
                    </a:moveTo>
                    <a:cubicBezTo>
                      <a:pt x="63" y="129"/>
                      <a:pt x="63" y="128"/>
                      <a:pt x="63" y="128"/>
                    </a:cubicBezTo>
                    <a:cubicBezTo>
                      <a:pt x="63" y="129"/>
                      <a:pt x="63" y="129"/>
                      <a:pt x="63" y="129"/>
                    </a:cubicBezTo>
                    <a:close/>
                    <a:moveTo>
                      <a:pt x="326" y="151"/>
                    </a:moveTo>
                    <a:cubicBezTo>
                      <a:pt x="326" y="151"/>
                      <a:pt x="326" y="151"/>
                      <a:pt x="326" y="151"/>
                    </a:cubicBezTo>
                    <a:cubicBezTo>
                      <a:pt x="326" y="151"/>
                      <a:pt x="326" y="151"/>
                      <a:pt x="326" y="151"/>
                    </a:cubicBezTo>
                    <a:close/>
                    <a:moveTo>
                      <a:pt x="301" y="426"/>
                    </a:moveTo>
                    <a:cubicBezTo>
                      <a:pt x="301" y="426"/>
                      <a:pt x="301" y="426"/>
                      <a:pt x="301" y="426"/>
                    </a:cubicBezTo>
                    <a:cubicBezTo>
                      <a:pt x="301" y="426"/>
                      <a:pt x="301" y="426"/>
                      <a:pt x="301" y="426"/>
                    </a:cubicBezTo>
                    <a:close/>
                    <a:moveTo>
                      <a:pt x="136" y="405"/>
                    </a:moveTo>
                    <a:cubicBezTo>
                      <a:pt x="136" y="405"/>
                      <a:pt x="136" y="405"/>
                      <a:pt x="136" y="405"/>
                    </a:cubicBezTo>
                    <a:cubicBezTo>
                      <a:pt x="136" y="405"/>
                      <a:pt x="136" y="405"/>
                      <a:pt x="136" y="405"/>
                    </a:cubicBezTo>
                    <a:cubicBezTo>
                      <a:pt x="136" y="405"/>
                      <a:pt x="136" y="405"/>
                      <a:pt x="136" y="405"/>
                    </a:cubicBezTo>
                    <a:close/>
                    <a:moveTo>
                      <a:pt x="122" y="401"/>
                    </a:moveTo>
                    <a:cubicBezTo>
                      <a:pt x="122" y="401"/>
                      <a:pt x="122" y="401"/>
                      <a:pt x="122" y="401"/>
                    </a:cubicBezTo>
                    <a:cubicBezTo>
                      <a:pt x="122" y="401"/>
                      <a:pt x="122" y="401"/>
                      <a:pt x="122" y="401"/>
                    </a:cubicBezTo>
                    <a:close/>
                    <a:moveTo>
                      <a:pt x="372" y="146"/>
                    </a:moveTo>
                    <a:cubicBezTo>
                      <a:pt x="372" y="146"/>
                      <a:pt x="372" y="146"/>
                      <a:pt x="373" y="146"/>
                    </a:cubicBezTo>
                    <a:cubicBezTo>
                      <a:pt x="372" y="146"/>
                      <a:pt x="372" y="146"/>
                      <a:pt x="372" y="146"/>
                    </a:cubicBezTo>
                    <a:close/>
                    <a:moveTo>
                      <a:pt x="413" y="115"/>
                    </a:moveTo>
                    <a:cubicBezTo>
                      <a:pt x="413" y="117"/>
                      <a:pt x="411" y="120"/>
                      <a:pt x="409" y="121"/>
                    </a:cubicBezTo>
                    <a:cubicBezTo>
                      <a:pt x="407" y="121"/>
                      <a:pt x="406" y="123"/>
                      <a:pt x="406" y="124"/>
                    </a:cubicBezTo>
                    <a:cubicBezTo>
                      <a:pt x="406" y="126"/>
                      <a:pt x="405" y="127"/>
                      <a:pt x="403" y="127"/>
                    </a:cubicBezTo>
                    <a:cubicBezTo>
                      <a:pt x="403" y="129"/>
                      <a:pt x="400" y="131"/>
                      <a:pt x="400" y="133"/>
                    </a:cubicBezTo>
                    <a:cubicBezTo>
                      <a:pt x="399" y="134"/>
                      <a:pt x="398" y="134"/>
                      <a:pt x="397" y="133"/>
                    </a:cubicBezTo>
                    <a:cubicBezTo>
                      <a:pt x="395" y="133"/>
                      <a:pt x="394" y="134"/>
                      <a:pt x="393" y="135"/>
                    </a:cubicBezTo>
                    <a:cubicBezTo>
                      <a:pt x="392" y="135"/>
                      <a:pt x="392" y="136"/>
                      <a:pt x="393" y="136"/>
                    </a:cubicBezTo>
                    <a:cubicBezTo>
                      <a:pt x="393" y="137"/>
                      <a:pt x="393" y="136"/>
                      <a:pt x="394" y="136"/>
                    </a:cubicBezTo>
                    <a:cubicBezTo>
                      <a:pt x="395" y="134"/>
                      <a:pt x="397" y="136"/>
                      <a:pt x="399" y="136"/>
                    </a:cubicBezTo>
                    <a:cubicBezTo>
                      <a:pt x="399" y="136"/>
                      <a:pt x="399" y="136"/>
                      <a:pt x="399" y="137"/>
                    </a:cubicBezTo>
                    <a:cubicBezTo>
                      <a:pt x="397" y="138"/>
                      <a:pt x="397" y="141"/>
                      <a:pt x="394" y="142"/>
                    </a:cubicBezTo>
                    <a:cubicBezTo>
                      <a:pt x="394" y="142"/>
                      <a:pt x="394" y="143"/>
                      <a:pt x="393" y="143"/>
                    </a:cubicBezTo>
                    <a:cubicBezTo>
                      <a:pt x="392" y="146"/>
                      <a:pt x="390" y="146"/>
                      <a:pt x="387" y="146"/>
                    </a:cubicBezTo>
                    <a:cubicBezTo>
                      <a:pt x="387" y="146"/>
                      <a:pt x="387" y="146"/>
                      <a:pt x="387" y="147"/>
                    </a:cubicBezTo>
                    <a:cubicBezTo>
                      <a:pt x="387" y="149"/>
                      <a:pt x="385" y="150"/>
                      <a:pt x="383" y="150"/>
                    </a:cubicBezTo>
                    <a:cubicBezTo>
                      <a:pt x="383" y="150"/>
                      <a:pt x="382" y="150"/>
                      <a:pt x="382" y="150"/>
                    </a:cubicBezTo>
                    <a:cubicBezTo>
                      <a:pt x="381" y="150"/>
                      <a:pt x="380" y="149"/>
                      <a:pt x="379" y="149"/>
                    </a:cubicBezTo>
                    <a:cubicBezTo>
                      <a:pt x="377" y="149"/>
                      <a:pt x="375" y="149"/>
                      <a:pt x="374" y="146"/>
                    </a:cubicBezTo>
                    <a:cubicBezTo>
                      <a:pt x="374" y="146"/>
                      <a:pt x="373" y="146"/>
                      <a:pt x="373" y="146"/>
                    </a:cubicBezTo>
                    <a:cubicBezTo>
                      <a:pt x="374" y="149"/>
                      <a:pt x="372" y="150"/>
                      <a:pt x="370" y="151"/>
                    </a:cubicBezTo>
                    <a:cubicBezTo>
                      <a:pt x="369" y="152"/>
                      <a:pt x="368" y="153"/>
                      <a:pt x="366" y="152"/>
                    </a:cubicBezTo>
                    <a:cubicBezTo>
                      <a:pt x="365" y="152"/>
                      <a:pt x="365" y="151"/>
                      <a:pt x="364" y="152"/>
                    </a:cubicBezTo>
                    <a:cubicBezTo>
                      <a:pt x="365" y="155"/>
                      <a:pt x="370" y="157"/>
                      <a:pt x="373" y="155"/>
                    </a:cubicBezTo>
                    <a:cubicBezTo>
                      <a:pt x="373" y="155"/>
                      <a:pt x="374" y="154"/>
                      <a:pt x="375" y="154"/>
                    </a:cubicBezTo>
                    <a:cubicBezTo>
                      <a:pt x="376" y="153"/>
                      <a:pt x="377" y="153"/>
                      <a:pt x="378" y="154"/>
                    </a:cubicBezTo>
                    <a:cubicBezTo>
                      <a:pt x="379" y="156"/>
                      <a:pt x="381" y="157"/>
                      <a:pt x="382" y="157"/>
                    </a:cubicBezTo>
                    <a:cubicBezTo>
                      <a:pt x="384" y="157"/>
                      <a:pt x="385" y="158"/>
                      <a:pt x="383" y="160"/>
                    </a:cubicBezTo>
                    <a:cubicBezTo>
                      <a:pt x="383" y="160"/>
                      <a:pt x="383" y="161"/>
                      <a:pt x="382" y="162"/>
                    </a:cubicBezTo>
                    <a:cubicBezTo>
                      <a:pt x="382" y="162"/>
                      <a:pt x="381" y="164"/>
                      <a:pt x="380" y="162"/>
                    </a:cubicBezTo>
                    <a:cubicBezTo>
                      <a:pt x="380" y="162"/>
                      <a:pt x="380" y="163"/>
                      <a:pt x="380" y="163"/>
                    </a:cubicBezTo>
                    <a:cubicBezTo>
                      <a:pt x="380" y="166"/>
                      <a:pt x="379" y="168"/>
                      <a:pt x="376" y="168"/>
                    </a:cubicBezTo>
                    <a:cubicBezTo>
                      <a:pt x="375" y="168"/>
                      <a:pt x="374" y="168"/>
                      <a:pt x="373" y="168"/>
                    </a:cubicBezTo>
                    <a:cubicBezTo>
                      <a:pt x="372" y="168"/>
                      <a:pt x="372" y="168"/>
                      <a:pt x="371" y="168"/>
                    </a:cubicBezTo>
                    <a:cubicBezTo>
                      <a:pt x="370" y="167"/>
                      <a:pt x="369" y="169"/>
                      <a:pt x="368" y="168"/>
                    </a:cubicBezTo>
                    <a:cubicBezTo>
                      <a:pt x="367" y="168"/>
                      <a:pt x="366" y="168"/>
                      <a:pt x="366" y="167"/>
                    </a:cubicBezTo>
                    <a:cubicBezTo>
                      <a:pt x="364" y="167"/>
                      <a:pt x="363" y="165"/>
                      <a:pt x="361" y="165"/>
                    </a:cubicBezTo>
                    <a:cubicBezTo>
                      <a:pt x="360" y="165"/>
                      <a:pt x="360" y="165"/>
                      <a:pt x="359" y="164"/>
                    </a:cubicBezTo>
                    <a:cubicBezTo>
                      <a:pt x="359" y="165"/>
                      <a:pt x="358" y="166"/>
                      <a:pt x="358" y="167"/>
                    </a:cubicBezTo>
                    <a:cubicBezTo>
                      <a:pt x="357" y="169"/>
                      <a:pt x="356" y="171"/>
                      <a:pt x="354" y="171"/>
                    </a:cubicBezTo>
                    <a:cubicBezTo>
                      <a:pt x="356" y="172"/>
                      <a:pt x="356" y="172"/>
                      <a:pt x="355" y="174"/>
                    </a:cubicBezTo>
                    <a:cubicBezTo>
                      <a:pt x="353" y="175"/>
                      <a:pt x="355" y="176"/>
                      <a:pt x="354" y="176"/>
                    </a:cubicBezTo>
                    <a:cubicBezTo>
                      <a:pt x="354" y="177"/>
                      <a:pt x="354" y="178"/>
                      <a:pt x="354" y="179"/>
                    </a:cubicBezTo>
                    <a:cubicBezTo>
                      <a:pt x="353" y="180"/>
                      <a:pt x="352" y="181"/>
                      <a:pt x="355" y="181"/>
                    </a:cubicBezTo>
                    <a:cubicBezTo>
                      <a:pt x="356" y="181"/>
                      <a:pt x="355" y="183"/>
                      <a:pt x="355" y="184"/>
                    </a:cubicBezTo>
                    <a:cubicBezTo>
                      <a:pt x="356" y="184"/>
                      <a:pt x="356" y="183"/>
                      <a:pt x="356" y="182"/>
                    </a:cubicBezTo>
                    <a:cubicBezTo>
                      <a:pt x="356" y="178"/>
                      <a:pt x="359" y="175"/>
                      <a:pt x="362" y="173"/>
                    </a:cubicBezTo>
                    <a:cubicBezTo>
                      <a:pt x="363" y="173"/>
                      <a:pt x="363" y="173"/>
                      <a:pt x="364" y="173"/>
                    </a:cubicBezTo>
                    <a:cubicBezTo>
                      <a:pt x="366" y="174"/>
                      <a:pt x="367" y="172"/>
                      <a:pt x="368" y="172"/>
                    </a:cubicBezTo>
                    <a:cubicBezTo>
                      <a:pt x="368" y="172"/>
                      <a:pt x="369" y="172"/>
                      <a:pt x="369" y="172"/>
                    </a:cubicBezTo>
                    <a:cubicBezTo>
                      <a:pt x="371" y="171"/>
                      <a:pt x="372" y="172"/>
                      <a:pt x="374" y="173"/>
                    </a:cubicBezTo>
                    <a:cubicBezTo>
                      <a:pt x="375" y="175"/>
                      <a:pt x="374" y="176"/>
                      <a:pt x="373" y="176"/>
                    </a:cubicBezTo>
                    <a:cubicBezTo>
                      <a:pt x="373" y="178"/>
                      <a:pt x="373" y="179"/>
                      <a:pt x="372" y="180"/>
                    </a:cubicBezTo>
                    <a:cubicBezTo>
                      <a:pt x="372" y="182"/>
                      <a:pt x="371" y="183"/>
                      <a:pt x="370" y="185"/>
                    </a:cubicBezTo>
                    <a:cubicBezTo>
                      <a:pt x="369" y="187"/>
                      <a:pt x="368" y="187"/>
                      <a:pt x="366" y="186"/>
                    </a:cubicBezTo>
                    <a:cubicBezTo>
                      <a:pt x="366" y="186"/>
                      <a:pt x="365" y="186"/>
                      <a:pt x="365" y="186"/>
                    </a:cubicBezTo>
                    <a:cubicBezTo>
                      <a:pt x="362" y="185"/>
                      <a:pt x="360" y="186"/>
                      <a:pt x="360" y="188"/>
                    </a:cubicBezTo>
                    <a:cubicBezTo>
                      <a:pt x="360" y="191"/>
                      <a:pt x="359" y="194"/>
                      <a:pt x="358" y="196"/>
                    </a:cubicBezTo>
                    <a:cubicBezTo>
                      <a:pt x="358" y="197"/>
                      <a:pt x="358" y="198"/>
                      <a:pt x="359" y="198"/>
                    </a:cubicBezTo>
                    <a:cubicBezTo>
                      <a:pt x="360" y="199"/>
                      <a:pt x="359" y="201"/>
                      <a:pt x="359" y="202"/>
                    </a:cubicBezTo>
                    <a:cubicBezTo>
                      <a:pt x="361" y="201"/>
                      <a:pt x="362" y="202"/>
                      <a:pt x="363" y="202"/>
                    </a:cubicBezTo>
                    <a:cubicBezTo>
                      <a:pt x="363" y="203"/>
                      <a:pt x="362" y="204"/>
                      <a:pt x="362" y="204"/>
                    </a:cubicBezTo>
                    <a:cubicBezTo>
                      <a:pt x="362" y="204"/>
                      <a:pt x="363" y="205"/>
                      <a:pt x="363" y="205"/>
                    </a:cubicBezTo>
                    <a:cubicBezTo>
                      <a:pt x="363" y="206"/>
                      <a:pt x="362" y="207"/>
                      <a:pt x="361" y="207"/>
                    </a:cubicBezTo>
                    <a:cubicBezTo>
                      <a:pt x="360" y="208"/>
                      <a:pt x="360" y="206"/>
                      <a:pt x="360" y="206"/>
                    </a:cubicBezTo>
                    <a:cubicBezTo>
                      <a:pt x="360" y="207"/>
                      <a:pt x="360" y="209"/>
                      <a:pt x="358" y="208"/>
                    </a:cubicBezTo>
                    <a:cubicBezTo>
                      <a:pt x="358" y="208"/>
                      <a:pt x="357" y="208"/>
                      <a:pt x="357" y="208"/>
                    </a:cubicBezTo>
                    <a:cubicBezTo>
                      <a:pt x="356" y="210"/>
                      <a:pt x="356" y="212"/>
                      <a:pt x="357" y="214"/>
                    </a:cubicBezTo>
                    <a:cubicBezTo>
                      <a:pt x="358" y="216"/>
                      <a:pt x="356" y="218"/>
                      <a:pt x="354" y="217"/>
                    </a:cubicBezTo>
                    <a:cubicBezTo>
                      <a:pt x="351" y="217"/>
                      <a:pt x="351" y="217"/>
                      <a:pt x="352" y="220"/>
                    </a:cubicBezTo>
                    <a:cubicBezTo>
                      <a:pt x="351" y="220"/>
                      <a:pt x="351" y="219"/>
                      <a:pt x="350" y="219"/>
                    </a:cubicBezTo>
                    <a:cubicBezTo>
                      <a:pt x="349" y="218"/>
                      <a:pt x="349" y="219"/>
                      <a:pt x="349" y="220"/>
                    </a:cubicBezTo>
                    <a:cubicBezTo>
                      <a:pt x="349" y="221"/>
                      <a:pt x="349" y="222"/>
                      <a:pt x="349" y="223"/>
                    </a:cubicBezTo>
                    <a:cubicBezTo>
                      <a:pt x="349" y="223"/>
                      <a:pt x="350" y="223"/>
                      <a:pt x="350" y="224"/>
                    </a:cubicBezTo>
                    <a:cubicBezTo>
                      <a:pt x="350" y="224"/>
                      <a:pt x="350" y="224"/>
                      <a:pt x="349" y="224"/>
                    </a:cubicBezTo>
                    <a:cubicBezTo>
                      <a:pt x="349" y="224"/>
                      <a:pt x="349" y="224"/>
                      <a:pt x="349" y="224"/>
                    </a:cubicBezTo>
                    <a:cubicBezTo>
                      <a:pt x="348" y="225"/>
                      <a:pt x="347" y="224"/>
                      <a:pt x="347" y="225"/>
                    </a:cubicBezTo>
                    <a:cubicBezTo>
                      <a:pt x="347" y="226"/>
                      <a:pt x="348" y="225"/>
                      <a:pt x="349" y="225"/>
                    </a:cubicBezTo>
                    <a:cubicBezTo>
                      <a:pt x="350" y="225"/>
                      <a:pt x="351" y="226"/>
                      <a:pt x="350" y="227"/>
                    </a:cubicBezTo>
                    <a:cubicBezTo>
                      <a:pt x="350" y="228"/>
                      <a:pt x="349" y="228"/>
                      <a:pt x="348" y="228"/>
                    </a:cubicBezTo>
                    <a:cubicBezTo>
                      <a:pt x="348" y="229"/>
                      <a:pt x="349" y="229"/>
                      <a:pt x="348" y="230"/>
                    </a:cubicBezTo>
                    <a:cubicBezTo>
                      <a:pt x="349" y="233"/>
                      <a:pt x="347" y="235"/>
                      <a:pt x="347" y="238"/>
                    </a:cubicBezTo>
                    <a:cubicBezTo>
                      <a:pt x="348" y="239"/>
                      <a:pt x="347" y="240"/>
                      <a:pt x="347" y="241"/>
                    </a:cubicBezTo>
                    <a:cubicBezTo>
                      <a:pt x="346" y="244"/>
                      <a:pt x="344" y="246"/>
                      <a:pt x="344" y="250"/>
                    </a:cubicBezTo>
                    <a:cubicBezTo>
                      <a:pt x="344" y="251"/>
                      <a:pt x="344" y="253"/>
                      <a:pt x="342" y="255"/>
                    </a:cubicBezTo>
                    <a:cubicBezTo>
                      <a:pt x="342" y="255"/>
                      <a:pt x="342" y="255"/>
                      <a:pt x="342" y="255"/>
                    </a:cubicBezTo>
                    <a:cubicBezTo>
                      <a:pt x="342" y="255"/>
                      <a:pt x="342" y="256"/>
                      <a:pt x="342" y="256"/>
                    </a:cubicBezTo>
                    <a:cubicBezTo>
                      <a:pt x="344" y="256"/>
                      <a:pt x="345" y="256"/>
                      <a:pt x="346" y="256"/>
                    </a:cubicBezTo>
                    <a:cubicBezTo>
                      <a:pt x="346" y="253"/>
                      <a:pt x="348" y="250"/>
                      <a:pt x="349" y="247"/>
                    </a:cubicBezTo>
                    <a:cubicBezTo>
                      <a:pt x="350" y="246"/>
                      <a:pt x="351" y="246"/>
                      <a:pt x="351" y="247"/>
                    </a:cubicBezTo>
                    <a:cubicBezTo>
                      <a:pt x="351" y="249"/>
                      <a:pt x="352" y="249"/>
                      <a:pt x="353" y="250"/>
                    </a:cubicBezTo>
                    <a:cubicBezTo>
                      <a:pt x="354" y="251"/>
                      <a:pt x="355" y="252"/>
                      <a:pt x="356" y="252"/>
                    </a:cubicBezTo>
                    <a:cubicBezTo>
                      <a:pt x="355" y="250"/>
                      <a:pt x="354" y="249"/>
                      <a:pt x="353" y="248"/>
                    </a:cubicBezTo>
                    <a:cubicBezTo>
                      <a:pt x="355" y="247"/>
                      <a:pt x="356" y="248"/>
                      <a:pt x="357" y="249"/>
                    </a:cubicBezTo>
                    <a:cubicBezTo>
                      <a:pt x="357" y="249"/>
                      <a:pt x="358" y="250"/>
                      <a:pt x="359" y="250"/>
                    </a:cubicBezTo>
                    <a:cubicBezTo>
                      <a:pt x="360" y="250"/>
                      <a:pt x="361" y="251"/>
                      <a:pt x="361" y="252"/>
                    </a:cubicBezTo>
                    <a:cubicBezTo>
                      <a:pt x="360" y="253"/>
                      <a:pt x="359" y="253"/>
                      <a:pt x="359" y="252"/>
                    </a:cubicBezTo>
                    <a:cubicBezTo>
                      <a:pt x="358" y="252"/>
                      <a:pt x="358" y="252"/>
                      <a:pt x="358" y="253"/>
                    </a:cubicBezTo>
                    <a:cubicBezTo>
                      <a:pt x="358" y="253"/>
                      <a:pt x="358" y="253"/>
                      <a:pt x="358" y="253"/>
                    </a:cubicBezTo>
                    <a:cubicBezTo>
                      <a:pt x="360" y="254"/>
                      <a:pt x="361" y="254"/>
                      <a:pt x="361" y="256"/>
                    </a:cubicBezTo>
                    <a:cubicBezTo>
                      <a:pt x="362" y="257"/>
                      <a:pt x="363" y="258"/>
                      <a:pt x="362" y="259"/>
                    </a:cubicBezTo>
                    <a:cubicBezTo>
                      <a:pt x="361" y="259"/>
                      <a:pt x="361" y="261"/>
                      <a:pt x="359" y="259"/>
                    </a:cubicBezTo>
                    <a:cubicBezTo>
                      <a:pt x="358" y="259"/>
                      <a:pt x="358" y="258"/>
                      <a:pt x="358" y="258"/>
                    </a:cubicBezTo>
                    <a:cubicBezTo>
                      <a:pt x="356" y="257"/>
                      <a:pt x="355" y="255"/>
                      <a:pt x="353" y="256"/>
                    </a:cubicBezTo>
                    <a:cubicBezTo>
                      <a:pt x="352" y="256"/>
                      <a:pt x="352" y="256"/>
                      <a:pt x="351" y="256"/>
                    </a:cubicBezTo>
                    <a:cubicBezTo>
                      <a:pt x="351" y="256"/>
                      <a:pt x="350" y="256"/>
                      <a:pt x="350" y="257"/>
                    </a:cubicBezTo>
                    <a:cubicBezTo>
                      <a:pt x="350" y="258"/>
                      <a:pt x="351" y="258"/>
                      <a:pt x="351" y="259"/>
                    </a:cubicBezTo>
                    <a:cubicBezTo>
                      <a:pt x="354" y="259"/>
                      <a:pt x="354" y="259"/>
                      <a:pt x="353" y="261"/>
                    </a:cubicBezTo>
                    <a:cubicBezTo>
                      <a:pt x="353" y="262"/>
                      <a:pt x="352" y="262"/>
                      <a:pt x="351" y="262"/>
                    </a:cubicBezTo>
                    <a:cubicBezTo>
                      <a:pt x="351" y="261"/>
                      <a:pt x="350" y="261"/>
                      <a:pt x="350" y="262"/>
                    </a:cubicBezTo>
                    <a:cubicBezTo>
                      <a:pt x="350" y="263"/>
                      <a:pt x="351" y="263"/>
                      <a:pt x="352" y="263"/>
                    </a:cubicBezTo>
                    <a:cubicBezTo>
                      <a:pt x="353" y="263"/>
                      <a:pt x="354" y="264"/>
                      <a:pt x="355" y="264"/>
                    </a:cubicBezTo>
                    <a:cubicBezTo>
                      <a:pt x="355" y="264"/>
                      <a:pt x="355" y="264"/>
                      <a:pt x="355" y="265"/>
                    </a:cubicBezTo>
                    <a:cubicBezTo>
                      <a:pt x="354" y="265"/>
                      <a:pt x="352" y="264"/>
                      <a:pt x="353" y="265"/>
                    </a:cubicBezTo>
                    <a:cubicBezTo>
                      <a:pt x="353" y="267"/>
                      <a:pt x="354" y="266"/>
                      <a:pt x="355" y="266"/>
                    </a:cubicBezTo>
                    <a:cubicBezTo>
                      <a:pt x="358" y="265"/>
                      <a:pt x="359" y="267"/>
                      <a:pt x="359" y="269"/>
                    </a:cubicBezTo>
                    <a:cubicBezTo>
                      <a:pt x="359" y="270"/>
                      <a:pt x="360" y="270"/>
                      <a:pt x="361" y="270"/>
                    </a:cubicBezTo>
                    <a:cubicBezTo>
                      <a:pt x="362" y="270"/>
                      <a:pt x="361" y="269"/>
                      <a:pt x="361" y="269"/>
                    </a:cubicBezTo>
                    <a:cubicBezTo>
                      <a:pt x="362" y="267"/>
                      <a:pt x="365" y="266"/>
                      <a:pt x="366" y="268"/>
                    </a:cubicBezTo>
                    <a:cubicBezTo>
                      <a:pt x="367" y="269"/>
                      <a:pt x="368" y="271"/>
                      <a:pt x="367" y="273"/>
                    </a:cubicBezTo>
                    <a:cubicBezTo>
                      <a:pt x="368" y="276"/>
                      <a:pt x="367" y="279"/>
                      <a:pt x="366" y="282"/>
                    </a:cubicBezTo>
                    <a:cubicBezTo>
                      <a:pt x="366" y="283"/>
                      <a:pt x="365" y="284"/>
                      <a:pt x="363" y="283"/>
                    </a:cubicBezTo>
                    <a:cubicBezTo>
                      <a:pt x="362" y="282"/>
                      <a:pt x="361" y="282"/>
                      <a:pt x="360" y="281"/>
                    </a:cubicBezTo>
                    <a:cubicBezTo>
                      <a:pt x="357" y="279"/>
                      <a:pt x="354" y="279"/>
                      <a:pt x="351" y="277"/>
                    </a:cubicBezTo>
                    <a:cubicBezTo>
                      <a:pt x="350" y="278"/>
                      <a:pt x="349" y="277"/>
                      <a:pt x="349" y="278"/>
                    </a:cubicBezTo>
                    <a:cubicBezTo>
                      <a:pt x="349" y="278"/>
                      <a:pt x="349" y="279"/>
                      <a:pt x="349" y="279"/>
                    </a:cubicBezTo>
                    <a:cubicBezTo>
                      <a:pt x="350" y="279"/>
                      <a:pt x="351" y="278"/>
                      <a:pt x="351" y="279"/>
                    </a:cubicBezTo>
                    <a:cubicBezTo>
                      <a:pt x="351" y="280"/>
                      <a:pt x="351" y="280"/>
                      <a:pt x="351" y="280"/>
                    </a:cubicBezTo>
                    <a:cubicBezTo>
                      <a:pt x="350" y="281"/>
                      <a:pt x="349" y="281"/>
                      <a:pt x="349" y="280"/>
                    </a:cubicBezTo>
                    <a:cubicBezTo>
                      <a:pt x="348" y="280"/>
                      <a:pt x="347" y="280"/>
                      <a:pt x="347" y="280"/>
                    </a:cubicBezTo>
                    <a:cubicBezTo>
                      <a:pt x="346" y="280"/>
                      <a:pt x="345" y="280"/>
                      <a:pt x="344" y="280"/>
                    </a:cubicBezTo>
                    <a:cubicBezTo>
                      <a:pt x="346" y="281"/>
                      <a:pt x="347" y="281"/>
                      <a:pt x="349" y="281"/>
                    </a:cubicBezTo>
                    <a:cubicBezTo>
                      <a:pt x="349" y="283"/>
                      <a:pt x="345" y="286"/>
                      <a:pt x="344" y="286"/>
                    </a:cubicBezTo>
                    <a:cubicBezTo>
                      <a:pt x="344" y="286"/>
                      <a:pt x="343" y="285"/>
                      <a:pt x="343" y="285"/>
                    </a:cubicBezTo>
                    <a:cubicBezTo>
                      <a:pt x="343" y="284"/>
                      <a:pt x="342" y="283"/>
                      <a:pt x="341" y="282"/>
                    </a:cubicBezTo>
                    <a:cubicBezTo>
                      <a:pt x="341" y="282"/>
                      <a:pt x="341" y="281"/>
                      <a:pt x="340" y="281"/>
                    </a:cubicBezTo>
                    <a:cubicBezTo>
                      <a:pt x="340" y="282"/>
                      <a:pt x="339" y="282"/>
                      <a:pt x="340" y="283"/>
                    </a:cubicBezTo>
                    <a:cubicBezTo>
                      <a:pt x="340" y="283"/>
                      <a:pt x="340" y="283"/>
                      <a:pt x="340" y="283"/>
                    </a:cubicBezTo>
                    <a:cubicBezTo>
                      <a:pt x="336" y="285"/>
                      <a:pt x="339" y="287"/>
                      <a:pt x="339" y="289"/>
                    </a:cubicBezTo>
                    <a:cubicBezTo>
                      <a:pt x="340" y="287"/>
                      <a:pt x="342" y="287"/>
                      <a:pt x="343" y="288"/>
                    </a:cubicBezTo>
                    <a:cubicBezTo>
                      <a:pt x="344" y="289"/>
                      <a:pt x="343" y="291"/>
                      <a:pt x="342" y="292"/>
                    </a:cubicBezTo>
                    <a:cubicBezTo>
                      <a:pt x="345" y="293"/>
                      <a:pt x="345" y="294"/>
                      <a:pt x="344" y="298"/>
                    </a:cubicBezTo>
                    <a:cubicBezTo>
                      <a:pt x="345" y="298"/>
                      <a:pt x="346" y="299"/>
                      <a:pt x="346" y="299"/>
                    </a:cubicBezTo>
                    <a:cubicBezTo>
                      <a:pt x="347" y="299"/>
                      <a:pt x="347" y="299"/>
                      <a:pt x="348" y="299"/>
                    </a:cubicBezTo>
                    <a:cubicBezTo>
                      <a:pt x="348" y="296"/>
                      <a:pt x="349" y="296"/>
                      <a:pt x="351" y="298"/>
                    </a:cubicBezTo>
                    <a:cubicBezTo>
                      <a:pt x="352" y="299"/>
                      <a:pt x="352" y="299"/>
                      <a:pt x="354" y="298"/>
                    </a:cubicBezTo>
                    <a:cubicBezTo>
                      <a:pt x="355" y="298"/>
                      <a:pt x="356" y="298"/>
                      <a:pt x="356" y="299"/>
                    </a:cubicBezTo>
                    <a:cubicBezTo>
                      <a:pt x="356" y="300"/>
                      <a:pt x="359" y="302"/>
                      <a:pt x="356" y="303"/>
                    </a:cubicBezTo>
                    <a:cubicBezTo>
                      <a:pt x="355" y="303"/>
                      <a:pt x="355" y="303"/>
                      <a:pt x="354" y="304"/>
                    </a:cubicBezTo>
                    <a:cubicBezTo>
                      <a:pt x="354" y="305"/>
                      <a:pt x="352" y="305"/>
                      <a:pt x="351" y="305"/>
                    </a:cubicBezTo>
                    <a:cubicBezTo>
                      <a:pt x="348" y="304"/>
                      <a:pt x="346" y="305"/>
                      <a:pt x="343" y="306"/>
                    </a:cubicBezTo>
                    <a:cubicBezTo>
                      <a:pt x="345" y="306"/>
                      <a:pt x="347" y="306"/>
                      <a:pt x="349" y="306"/>
                    </a:cubicBezTo>
                    <a:cubicBezTo>
                      <a:pt x="350" y="306"/>
                      <a:pt x="352" y="306"/>
                      <a:pt x="353" y="307"/>
                    </a:cubicBezTo>
                    <a:cubicBezTo>
                      <a:pt x="353" y="307"/>
                      <a:pt x="354" y="307"/>
                      <a:pt x="354" y="307"/>
                    </a:cubicBezTo>
                    <a:cubicBezTo>
                      <a:pt x="356" y="306"/>
                      <a:pt x="357" y="308"/>
                      <a:pt x="358" y="310"/>
                    </a:cubicBezTo>
                    <a:cubicBezTo>
                      <a:pt x="358" y="310"/>
                      <a:pt x="358" y="310"/>
                      <a:pt x="358" y="311"/>
                    </a:cubicBezTo>
                    <a:cubicBezTo>
                      <a:pt x="359" y="312"/>
                      <a:pt x="358" y="313"/>
                      <a:pt x="358" y="314"/>
                    </a:cubicBezTo>
                    <a:cubicBezTo>
                      <a:pt x="358" y="315"/>
                      <a:pt x="359" y="316"/>
                      <a:pt x="359" y="317"/>
                    </a:cubicBezTo>
                    <a:cubicBezTo>
                      <a:pt x="360" y="319"/>
                      <a:pt x="360" y="322"/>
                      <a:pt x="359" y="324"/>
                    </a:cubicBezTo>
                    <a:cubicBezTo>
                      <a:pt x="360" y="327"/>
                      <a:pt x="359" y="327"/>
                      <a:pt x="357" y="328"/>
                    </a:cubicBezTo>
                    <a:cubicBezTo>
                      <a:pt x="356" y="327"/>
                      <a:pt x="356" y="326"/>
                      <a:pt x="356" y="326"/>
                    </a:cubicBezTo>
                    <a:cubicBezTo>
                      <a:pt x="356" y="324"/>
                      <a:pt x="355" y="324"/>
                      <a:pt x="354" y="323"/>
                    </a:cubicBezTo>
                    <a:cubicBezTo>
                      <a:pt x="353" y="323"/>
                      <a:pt x="351" y="325"/>
                      <a:pt x="350" y="323"/>
                    </a:cubicBezTo>
                    <a:cubicBezTo>
                      <a:pt x="349" y="322"/>
                      <a:pt x="348" y="321"/>
                      <a:pt x="347" y="319"/>
                    </a:cubicBezTo>
                    <a:cubicBezTo>
                      <a:pt x="347" y="319"/>
                      <a:pt x="346" y="318"/>
                      <a:pt x="345" y="317"/>
                    </a:cubicBezTo>
                    <a:cubicBezTo>
                      <a:pt x="345" y="317"/>
                      <a:pt x="344" y="316"/>
                      <a:pt x="344" y="316"/>
                    </a:cubicBezTo>
                    <a:cubicBezTo>
                      <a:pt x="343" y="315"/>
                      <a:pt x="342" y="315"/>
                      <a:pt x="341" y="314"/>
                    </a:cubicBezTo>
                    <a:cubicBezTo>
                      <a:pt x="340" y="314"/>
                      <a:pt x="342" y="315"/>
                      <a:pt x="341" y="315"/>
                    </a:cubicBezTo>
                    <a:cubicBezTo>
                      <a:pt x="342" y="315"/>
                      <a:pt x="343" y="316"/>
                      <a:pt x="343" y="317"/>
                    </a:cubicBezTo>
                    <a:cubicBezTo>
                      <a:pt x="345" y="318"/>
                      <a:pt x="346" y="318"/>
                      <a:pt x="344" y="320"/>
                    </a:cubicBezTo>
                    <a:cubicBezTo>
                      <a:pt x="344" y="320"/>
                      <a:pt x="344" y="320"/>
                      <a:pt x="344" y="320"/>
                    </a:cubicBezTo>
                    <a:cubicBezTo>
                      <a:pt x="346" y="320"/>
                      <a:pt x="346" y="322"/>
                      <a:pt x="346" y="323"/>
                    </a:cubicBezTo>
                    <a:cubicBezTo>
                      <a:pt x="348" y="323"/>
                      <a:pt x="349" y="324"/>
                      <a:pt x="349" y="325"/>
                    </a:cubicBezTo>
                    <a:cubicBezTo>
                      <a:pt x="350" y="325"/>
                      <a:pt x="350" y="326"/>
                      <a:pt x="350" y="326"/>
                    </a:cubicBezTo>
                    <a:cubicBezTo>
                      <a:pt x="351" y="327"/>
                      <a:pt x="352" y="327"/>
                      <a:pt x="352" y="328"/>
                    </a:cubicBezTo>
                    <a:cubicBezTo>
                      <a:pt x="351" y="329"/>
                      <a:pt x="350" y="329"/>
                      <a:pt x="349" y="328"/>
                    </a:cubicBezTo>
                    <a:cubicBezTo>
                      <a:pt x="349" y="328"/>
                      <a:pt x="348" y="328"/>
                      <a:pt x="348" y="329"/>
                    </a:cubicBezTo>
                    <a:cubicBezTo>
                      <a:pt x="347" y="330"/>
                      <a:pt x="345" y="331"/>
                      <a:pt x="344" y="333"/>
                    </a:cubicBezTo>
                    <a:cubicBezTo>
                      <a:pt x="345" y="333"/>
                      <a:pt x="346" y="332"/>
                      <a:pt x="347" y="331"/>
                    </a:cubicBezTo>
                    <a:cubicBezTo>
                      <a:pt x="347" y="330"/>
                      <a:pt x="348" y="330"/>
                      <a:pt x="349" y="331"/>
                    </a:cubicBezTo>
                    <a:cubicBezTo>
                      <a:pt x="350" y="330"/>
                      <a:pt x="351" y="331"/>
                      <a:pt x="351" y="331"/>
                    </a:cubicBezTo>
                    <a:cubicBezTo>
                      <a:pt x="351" y="333"/>
                      <a:pt x="351" y="334"/>
                      <a:pt x="350" y="335"/>
                    </a:cubicBezTo>
                    <a:cubicBezTo>
                      <a:pt x="351" y="336"/>
                      <a:pt x="351" y="338"/>
                      <a:pt x="351" y="339"/>
                    </a:cubicBezTo>
                    <a:cubicBezTo>
                      <a:pt x="351" y="340"/>
                      <a:pt x="351" y="340"/>
                      <a:pt x="351" y="340"/>
                    </a:cubicBezTo>
                    <a:cubicBezTo>
                      <a:pt x="352" y="340"/>
                      <a:pt x="353" y="340"/>
                      <a:pt x="354" y="340"/>
                    </a:cubicBezTo>
                    <a:cubicBezTo>
                      <a:pt x="355" y="341"/>
                      <a:pt x="356" y="341"/>
                      <a:pt x="357" y="342"/>
                    </a:cubicBezTo>
                    <a:cubicBezTo>
                      <a:pt x="357" y="342"/>
                      <a:pt x="357" y="342"/>
                      <a:pt x="357" y="342"/>
                    </a:cubicBezTo>
                    <a:cubicBezTo>
                      <a:pt x="358" y="341"/>
                      <a:pt x="359" y="340"/>
                      <a:pt x="360" y="340"/>
                    </a:cubicBezTo>
                    <a:cubicBezTo>
                      <a:pt x="361" y="341"/>
                      <a:pt x="360" y="342"/>
                      <a:pt x="360" y="343"/>
                    </a:cubicBezTo>
                    <a:cubicBezTo>
                      <a:pt x="362" y="346"/>
                      <a:pt x="362" y="346"/>
                      <a:pt x="360" y="349"/>
                    </a:cubicBezTo>
                    <a:cubicBezTo>
                      <a:pt x="359" y="350"/>
                      <a:pt x="358" y="352"/>
                      <a:pt x="356" y="350"/>
                    </a:cubicBezTo>
                    <a:cubicBezTo>
                      <a:pt x="354" y="350"/>
                      <a:pt x="354" y="349"/>
                      <a:pt x="354" y="347"/>
                    </a:cubicBezTo>
                    <a:cubicBezTo>
                      <a:pt x="353" y="346"/>
                      <a:pt x="351" y="345"/>
                      <a:pt x="349" y="345"/>
                    </a:cubicBezTo>
                    <a:cubicBezTo>
                      <a:pt x="349" y="345"/>
                      <a:pt x="349" y="346"/>
                      <a:pt x="349" y="346"/>
                    </a:cubicBezTo>
                    <a:cubicBezTo>
                      <a:pt x="349" y="346"/>
                      <a:pt x="349" y="346"/>
                      <a:pt x="349" y="346"/>
                    </a:cubicBezTo>
                    <a:cubicBezTo>
                      <a:pt x="351" y="346"/>
                      <a:pt x="352" y="347"/>
                      <a:pt x="352" y="349"/>
                    </a:cubicBezTo>
                    <a:cubicBezTo>
                      <a:pt x="353" y="350"/>
                      <a:pt x="355" y="351"/>
                      <a:pt x="354" y="352"/>
                    </a:cubicBezTo>
                    <a:cubicBezTo>
                      <a:pt x="353" y="354"/>
                      <a:pt x="351" y="354"/>
                      <a:pt x="349" y="354"/>
                    </a:cubicBezTo>
                    <a:cubicBezTo>
                      <a:pt x="348" y="354"/>
                      <a:pt x="348" y="354"/>
                      <a:pt x="347" y="354"/>
                    </a:cubicBezTo>
                    <a:cubicBezTo>
                      <a:pt x="347" y="354"/>
                      <a:pt x="347" y="354"/>
                      <a:pt x="347" y="354"/>
                    </a:cubicBezTo>
                    <a:cubicBezTo>
                      <a:pt x="346" y="354"/>
                      <a:pt x="345" y="354"/>
                      <a:pt x="345" y="353"/>
                    </a:cubicBezTo>
                    <a:cubicBezTo>
                      <a:pt x="344" y="352"/>
                      <a:pt x="340" y="352"/>
                      <a:pt x="343" y="349"/>
                    </a:cubicBezTo>
                    <a:cubicBezTo>
                      <a:pt x="343" y="349"/>
                      <a:pt x="343" y="349"/>
                      <a:pt x="342" y="349"/>
                    </a:cubicBezTo>
                    <a:cubicBezTo>
                      <a:pt x="342" y="349"/>
                      <a:pt x="341" y="349"/>
                      <a:pt x="341" y="349"/>
                    </a:cubicBezTo>
                    <a:cubicBezTo>
                      <a:pt x="340" y="349"/>
                      <a:pt x="341" y="349"/>
                      <a:pt x="341" y="350"/>
                    </a:cubicBezTo>
                    <a:cubicBezTo>
                      <a:pt x="341" y="350"/>
                      <a:pt x="342" y="351"/>
                      <a:pt x="341" y="351"/>
                    </a:cubicBezTo>
                    <a:cubicBezTo>
                      <a:pt x="340" y="352"/>
                      <a:pt x="341" y="354"/>
                      <a:pt x="340" y="355"/>
                    </a:cubicBezTo>
                    <a:cubicBezTo>
                      <a:pt x="339" y="356"/>
                      <a:pt x="340" y="356"/>
                      <a:pt x="340" y="356"/>
                    </a:cubicBezTo>
                    <a:cubicBezTo>
                      <a:pt x="342" y="357"/>
                      <a:pt x="342" y="358"/>
                      <a:pt x="342" y="359"/>
                    </a:cubicBezTo>
                    <a:cubicBezTo>
                      <a:pt x="342" y="357"/>
                      <a:pt x="343" y="356"/>
                      <a:pt x="344" y="356"/>
                    </a:cubicBezTo>
                    <a:cubicBezTo>
                      <a:pt x="346" y="355"/>
                      <a:pt x="346" y="357"/>
                      <a:pt x="347" y="358"/>
                    </a:cubicBezTo>
                    <a:cubicBezTo>
                      <a:pt x="348" y="358"/>
                      <a:pt x="350" y="359"/>
                      <a:pt x="350" y="360"/>
                    </a:cubicBezTo>
                    <a:cubicBezTo>
                      <a:pt x="351" y="360"/>
                      <a:pt x="351" y="360"/>
                      <a:pt x="351" y="360"/>
                    </a:cubicBezTo>
                    <a:cubicBezTo>
                      <a:pt x="352" y="360"/>
                      <a:pt x="353" y="359"/>
                      <a:pt x="354" y="360"/>
                    </a:cubicBezTo>
                    <a:cubicBezTo>
                      <a:pt x="354" y="361"/>
                      <a:pt x="353" y="362"/>
                      <a:pt x="353" y="362"/>
                    </a:cubicBezTo>
                    <a:cubicBezTo>
                      <a:pt x="352" y="363"/>
                      <a:pt x="352" y="364"/>
                      <a:pt x="352" y="365"/>
                    </a:cubicBezTo>
                    <a:cubicBezTo>
                      <a:pt x="352" y="365"/>
                      <a:pt x="352" y="365"/>
                      <a:pt x="352" y="366"/>
                    </a:cubicBezTo>
                    <a:cubicBezTo>
                      <a:pt x="352" y="365"/>
                      <a:pt x="352" y="365"/>
                      <a:pt x="352" y="365"/>
                    </a:cubicBezTo>
                    <a:cubicBezTo>
                      <a:pt x="352" y="366"/>
                      <a:pt x="352" y="367"/>
                      <a:pt x="353" y="368"/>
                    </a:cubicBezTo>
                    <a:cubicBezTo>
                      <a:pt x="353" y="368"/>
                      <a:pt x="353" y="369"/>
                      <a:pt x="352" y="369"/>
                    </a:cubicBezTo>
                    <a:cubicBezTo>
                      <a:pt x="351" y="371"/>
                      <a:pt x="349" y="370"/>
                      <a:pt x="347" y="370"/>
                    </a:cubicBezTo>
                    <a:cubicBezTo>
                      <a:pt x="346" y="370"/>
                      <a:pt x="345" y="370"/>
                      <a:pt x="345" y="371"/>
                    </a:cubicBezTo>
                    <a:cubicBezTo>
                      <a:pt x="344" y="372"/>
                      <a:pt x="343" y="372"/>
                      <a:pt x="341" y="373"/>
                    </a:cubicBezTo>
                    <a:cubicBezTo>
                      <a:pt x="341" y="373"/>
                      <a:pt x="341" y="373"/>
                      <a:pt x="341" y="373"/>
                    </a:cubicBezTo>
                    <a:cubicBezTo>
                      <a:pt x="341" y="374"/>
                      <a:pt x="340" y="374"/>
                      <a:pt x="339" y="374"/>
                    </a:cubicBezTo>
                    <a:cubicBezTo>
                      <a:pt x="335" y="372"/>
                      <a:pt x="332" y="370"/>
                      <a:pt x="329" y="367"/>
                    </a:cubicBezTo>
                    <a:cubicBezTo>
                      <a:pt x="328" y="366"/>
                      <a:pt x="328" y="365"/>
                      <a:pt x="328" y="364"/>
                    </a:cubicBezTo>
                    <a:cubicBezTo>
                      <a:pt x="329" y="363"/>
                      <a:pt x="330" y="364"/>
                      <a:pt x="331" y="364"/>
                    </a:cubicBezTo>
                    <a:cubicBezTo>
                      <a:pt x="331" y="364"/>
                      <a:pt x="332" y="364"/>
                      <a:pt x="332" y="364"/>
                    </a:cubicBezTo>
                    <a:cubicBezTo>
                      <a:pt x="332" y="364"/>
                      <a:pt x="332" y="363"/>
                      <a:pt x="332" y="363"/>
                    </a:cubicBezTo>
                    <a:cubicBezTo>
                      <a:pt x="331" y="363"/>
                      <a:pt x="329" y="364"/>
                      <a:pt x="328" y="361"/>
                    </a:cubicBezTo>
                    <a:cubicBezTo>
                      <a:pt x="328" y="362"/>
                      <a:pt x="327" y="362"/>
                      <a:pt x="326" y="362"/>
                    </a:cubicBezTo>
                    <a:cubicBezTo>
                      <a:pt x="326" y="363"/>
                      <a:pt x="326" y="363"/>
                      <a:pt x="326" y="364"/>
                    </a:cubicBezTo>
                    <a:cubicBezTo>
                      <a:pt x="325" y="367"/>
                      <a:pt x="325" y="367"/>
                      <a:pt x="322" y="366"/>
                    </a:cubicBezTo>
                    <a:cubicBezTo>
                      <a:pt x="322" y="366"/>
                      <a:pt x="322" y="367"/>
                      <a:pt x="322" y="367"/>
                    </a:cubicBezTo>
                    <a:cubicBezTo>
                      <a:pt x="323" y="367"/>
                      <a:pt x="324" y="368"/>
                      <a:pt x="323" y="369"/>
                    </a:cubicBezTo>
                    <a:cubicBezTo>
                      <a:pt x="323" y="369"/>
                      <a:pt x="322" y="370"/>
                      <a:pt x="321" y="370"/>
                    </a:cubicBezTo>
                    <a:cubicBezTo>
                      <a:pt x="320" y="369"/>
                      <a:pt x="319" y="370"/>
                      <a:pt x="319" y="372"/>
                    </a:cubicBezTo>
                    <a:cubicBezTo>
                      <a:pt x="318" y="372"/>
                      <a:pt x="318" y="373"/>
                      <a:pt x="318" y="373"/>
                    </a:cubicBezTo>
                    <a:cubicBezTo>
                      <a:pt x="317" y="375"/>
                      <a:pt x="316" y="376"/>
                      <a:pt x="314" y="375"/>
                    </a:cubicBezTo>
                    <a:cubicBezTo>
                      <a:pt x="314" y="374"/>
                      <a:pt x="313" y="374"/>
                      <a:pt x="313" y="374"/>
                    </a:cubicBezTo>
                    <a:cubicBezTo>
                      <a:pt x="313" y="374"/>
                      <a:pt x="313" y="374"/>
                      <a:pt x="313" y="374"/>
                    </a:cubicBezTo>
                    <a:cubicBezTo>
                      <a:pt x="311" y="377"/>
                      <a:pt x="310" y="377"/>
                      <a:pt x="308" y="376"/>
                    </a:cubicBezTo>
                    <a:cubicBezTo>
                      <a:pt x="307" y="376"/>
                      <a:pt x="306" y="376"/>
                      <a:pt x="306" y="377"/>
                    </a:cubicBezTo>
                    <a:cubicBezTo>
                      <a:pt x="306" y="377"/>
                      <a:pt x="305" y="377"/>
                      <a:pt x="305" y="378"/>
                    </a:cubicBezTo>
                    <a:cubicBezTo>
                      <a:pt x="306" y="378"/>
                      <a:pt x="306" y="378"/>
                      <a:pt x="306" y="379"/>
                    </a:cubicBezTo>
                    <a:cubicBezTo>
                      <a:pt x="307" y="377"/>
                      <a:pt x="308" y="377"/>
                      <a:pt x="309" y="378"/>
                    </a:cubicBezTo>
                    <a:cubicBezTo>
                      <a:pt x="311" y="378"/>
                      <a:pt x="311" y="378"/>
                      <a:pt x="312" y="377"/>
                    </a:cubicBezTo>
                    <a:cubicBezTo>
                      <a:pt x="313" y="375"/>
                      <a:pt x="315" y="376"/>
                      <a:pt x="317" y="377"/>
                    </a:cubicBezTo>
                    <a:cubicBezTo>
                      <a:pt x="318" y="378"/>
                      <a:pt x="318" y="378"/>
                      <a:pt x="320" y="379"/>
                    </a:cubicBezTo>
                    <a:cubicBezTo>
                      <a:pt x="321" y="379"/>
                      <a:pt x="322" y="379"/>
                      <a:pt x="322" y="380"/>
                    </a:cubicBezTo>
                    <a:cubicBezTo>
                      <a:pt x="321" y="381"/>
                      <a:pt x="321" y="382"/>
                      <a:pt x="319" y="382"/>
                    </a:cubicBezTo>
                    <a:cubicBezTo>
                      <a:pt x="318" y="383"/>
                      <a:pt x="317" y="383"/>
                      <a:pt x="316" y="384"/>
                    </a:cubicBezTo>
                    <a:cubicBezTo>
                      <a:pt x="315" y="386"/>
                      <a:pt x="314" y="386"/>
                      <a:pt x="312" y="385"/>
                    </a:cubicBezTo>
                    <a:cubicBezTo>
                      <a:pt x="312" y="385"/>
                      <a:pt x="312" y="386"/>
                      <a:pt x="311" y="386"/>
                    </a:cubicBezTo>
                    <a:cubicBezTo>
                      <a:pt x="313" y="387"/>
                      <a:pt x="313" y="387"/>
                      <a:pt x="313" y="389"/>
                    </a:cubicBezTo>
                    <a:cubicBezTo>
                      <a:pt x="313" y="388"/>
                      <a:pt x="314" y="388"/>
                      <a:pt x="314" y="387"/>
                    </a:cubicBezTo>
                    <a:cubicBezTo>
                      <a:pt x="314" y="386"/>
                      <a:pt x="315" y="387"/>
                      <a:pt x="315" y="387"/>
                    </a:cubicBezTo>
                    <a:cubicBezTo>
                      <a:pt x="317" y="386"/>
                      <a:pt x="318" y="383"/>
                      <a:pt x="320" y="385"/>
                    </a:cubicBezTo>
                    <a:cubicBezTo>
                      <a:pt x="320" y="386"/>
                      <a:pt x="321" y="386"/>
                      <a:pt x="321" y="386"/>
                    </a:cubicBezTo>
                    <a:cubicBezTo>
                      <a:pt x="323" y="387"/>
                      <a:pt x="324" y="388"/>
                      <a:pt x="324" y="390"/>
                    </a:cubicBezTo>
                    <a:cubicBezTo>
                      <a:pt x="324" y="392"/>
                      <a:pt x="323" y="392"/>
                      <a:pt x="321" y="393"/>
                    </a:cubicBezTo>
                    <a:cubicBezTo>
                      <a:pt x="321" y="393"/>
                      <a:pt x="321" y="394"/>
                      <a:pt x="321" y="394"/>
                    </a:cubicBezTo>
                    <a:cubicBezTo>
                      <a:pt x="321" y="394"/>
                      <a:pt x="321" y="394"/>
                      <a:pt x="321" y="394"/>
                    </a:cubicBezTo>
                    <a:cubicBezTo>
                      <a:pt x="323" y="393"/>
                      <a:pt x="325" y="393"/>
                      <a:pt x="327" y="395"/>
                    </a:cubicBezTo>
                    <a:cubicBezTo>
                      <a:pt x="327" y="396"/>
                      <a:pt x="328" y="397"/>
                      <a:pt x="329" y="397"/>
                    </a:cubicBezTo>
                    <a:cubicBezTo>
                      <a:pt x="330" y="397"/>
                      <a:pt x="331" y="398"/>
                      <a:pt x="330" y="399"/>
                    </a:cubicBezTo>
                    <a:cubicBezTo>
                      <a:pt x="331" y="399"/>
                      <a:pt x="332" y="400"/>
                      <a:pt x="332" y="400"/>
                    </a:cubicBezTo>
                    <a:cubicBezTo>
                      <a:pt x="334" y="401"/>
                      <a:pt x="336" y="403"/>
                      <a:pt x="337" y="404"/>
                    </a:cubicBezTo>
                    <a:cubicBezTo>
                      <a:pt x="338" y="404"/>
                      <a:pt x="338" y="405"/>
                      <a:pt x="338" y="405"/>
                    </a:cubicBezTo>
                    <a:cubicBezTo>
                      <a:pt x="337" y="405"/>
                      <a:pt x="338" y="407"/>
                      <a:pt x="336" y="407"/>
                    </a:cubicBezTo>
                    <a:cubicBezTo>
                      <a:pt x="336" y="408"/>
                      <a:pt x="336" y="408"/>
                      <a:pt x="335" y="408"/>
                    </a:cubicBezTo>
                    <a:cubicBezTo>
                      <a:pt x="335" y="409"/>
                      <a:pt x="334" y="410"/>
                      <a:pt x="334" y="410"/>
                    </a:cubicBezTo>
                    <a:cubicBezTo>
                      <a:pt x="337" y="411"/>
                      <a:pt x="337" y="408"/>
                      <a:pt x="338" y="408"/>
                    </a:cubicBezTo>
                    <a:cubicBezTo>
                      <a:pt x="339" y="409"/>
                      <a:pt x="337" y="410"/>
                      <a:pt x="339" y="411"/>
                    </a:cubicBezTo>
                    <a:cubicBezTo>
                      <a:pt x="339" y="411"/>
                      <a:pt x="340" y="410"/>
                      <a:pt x="340" y="409"/>
                    </a:cubicBezTo>
                    <a:cubicBezTo>
                      <a:pt x="340" y="409"/>
                      <a:pt x="340" y="408"/>
                      <a:pt x="341" y="408"/>
                    </a:cubicBezTo>
                    <a:cubicBezTo>
                      <a:pt x="341" y="408"/>
                      <a:pt x="342" y="409"/>
                      <a:pt x="342" y="409"/>
                    </a:cubicBezTo>
                    <a:cubicBezTo>
                      <a:pt x="342" y="410"/>
                      <a:pt x="341" y="410"/>
                      <a:pt x="341" y="410"/>
                    </a:cubicBezTo>
                    <a:cubicBezTo>
                      <a:pt x="341" y="411"/>
                      <a:pt x="340" y="411"/>
                      <a:pt x="339" y="412"/>
                    </a:cubicBezTo>
                    <a:cubicBezTo>
                      <a:pt x="338" y="414"/>
                      <a:pt x="338" y="416"/>
                      <a:pt x="339" y="418"/>
                    </a:cubicBezTo>
                    <a:cubicBezTo>
                      <a:pt x="340" y="417"/>
                      <a:pt x="339" y="416"/>
                      <a:pt x="340" y="415"/>
                    </a:cubicBezTo>
                    <a:cubicBezTo>
                      <a:pt x="341" y="415"/>
                      <a:pt x="341" y="413"/>
                      <a:pt x="343" y="414"/>
                    </a:cubicBezTo>
                    <a:cubicBezTo>
                      <a:pt x="344" y="414"/>
                      <a:pt x="344" y="415"/>
                      <a:pt x="344" y="416"/>
                    </a:cubicBezTo>
                    <a:cubicBezTo>
                      <a:pt x="344" y="417"/>
                      <a:pt x="344" y="417"/>
                      <a:pt x="344" y="418"/>
                    </a:cubicBezTo>
                    <a:cubicBezTo>
                      <a:pt x="344" y="419"/>
                      <a:pt x="345" y="420"/>
                      <a:pt x="344" y="421"/>
                    </a:cubicBezTo>
                    <a:cubicBezTo>
                      <a:pt x="344" y="423"/>
                      <a:pt x="343" y="426"/>
                      <a:pt x="345" y="429"/>
                    </a:cubicBezTo>
                    <a:cubicBezTo>
                      <a:pt x="345" y="431"/>
                      <a:pt x="343" y="432"/>
                      <a:pt x="345" y="433"/>
                    </a:cubicBezTo>
                    <a:cubicBezTo>
                      <a:pt x="345" y="434"/>
                      <a:pt x="345" y="435"/>
                      <a:pt x="344" y="435"/>
                    </a:cubicBezTo>
                    <a:cubicBezTo>
                      <a:pt x="344" y="435"/>
                      <a:pt x="343" y="436"/>
                      <a:pt x="342" y="435"/>
                    </a:cubicBezTo>
                    <a:cubicBezTo>
                      <a:pt x="342" y="435"/>
                      <a:pt x="342" y="434"/>
                      <a:pt x="342" y="434"/>
                    </a:cubicBezTo>
                    <a:cubicBezTo>
                      <a:pt x="338" y="436"/>
                      <a:pt x="339" y="432"/>
                      <a:pt x="339" y="431"/>
                    </a:cubicBezTo>
                    <a:cubicBezTo>
                      <a:pt x="339" y="430"/>
                      <a:pt x="339" y="428"/>
                      <a:pt x="339" y="427"/>
                    </a:cubicBezTo>
                    <a:cubicBezTo>
                      <a:pt x="339" y="427"/>
                      <a:pt x="339" y="427"/>
                      <a:pt x="338" y="427"/>
                    </a:cubicBezTo>
                    <a:cubicBezTo>
                      <a:pt x="337" y="429"/>
                      <a:pt x="338" y="431"/>
                      <a:pt x="338" y="433"/>
                    </a:cubicBezTo>
                    <a:cubicBezTo>
                      <a:pt x="338" y="434"/>
                      <a:pt x="339" y="436"/>
                      <a:pt x="336" y="436"/>
                    </a:cubicBezTo>
                    <a:cubicBezTo>
                      <a:pt x="335" y="436"/>
                      <a:pt x="334" y="436"/>
                      <a:pt x="332" y="435"/>
                    </a:cubicBezTo>
                    <a:cubicBezTo>
                      <a:pt x="330" y="433"/>
                      <a:pt x="329" y="432"/>
                      <a:pt x="329" y="430"/>
                    </a:cubicBezTo>
                    <a:cubicBezTo>
                      <a:pt x="327" y="428"/>
                      <a:pt x="327" y="425"/>
                      <a:pt x="327" y="423"/>
                    </a:cubicBezTo>
                    <a:cubicBezTo>
                      <a:pt x="327" y="421"/>
                      <a:pt x="325" y="420"/>
                      <a:pt x="324" y="418"/>
                    </a:cubicBezTo>
                    <a:cubicBezTo>
                      <a:pt x="324" y="418"/>
                      <a:pt x="324" y="417"/>
                      <a:pt x="324" y="416"/>
                    </a:cubicBezTo>
                    <a:cubicBezTo>
                      <a:pt x="322" y="418"/>
                      <a:pt x="321" y="418"/>
                      <a:pt x="320" y="416"/>
                    </a:cubicBezTo>
                    <a:cubicBezTo>
                      <a:pt x="319" y="414"/>
                      <a:pt x="318" y="412"/>
                      <a:pt x="316" y="413"/>
                    </a:cubicBezTo>
                    <a:cubicBezTo>
                      <a:pt x="315" y="413"/>
                      <a:pt x="315" y="412"/>
                      <a:pt x="315" y="412"/>
                    </a:cubicBezTo>
                    <a:cubicBezTo>
                      <a:pt x="314" y="412"/>
                      <a:pt x="312" y="411"/>
                      <a:pt x="311" y="412"/>
                    </a:cubicBezTo>
                    <a:cubicBezTo>
                      <a:pt x="310" y="413"/>
                      <a:pt x="309" y="412"/>
                      <a:pt x="309" y="411"/>
                    </a:cubicBezTo>
                    <a:cubicBezTo>
                      <a:pt x="308" y="411"/>
                      <a:pt x="308" y="410"/>
                      <a:pt x="307" y="409"/>
                    </a:cubicBezTo>
                    <a:cubicBezTo>
                      <a:pt x="307" y="409"/>
                      <a:pt x="307" y="408"/>
                      <a:pt x="307" y="408"/>
                    </a:cubicBezTo>
                    <a:cubicBezTo>
                      <a:pt x="306" y="407"/>
                      <a:pt x="305" y="407"/>
                      <a:pt x="304" y="405"/>
                    </a:cubicBezTo>
                    <a:cubicBezTo>
                      <a:pt x="304" y="404"/>
                      <a:pt x="303" y="404"/>
                      <a:pt x="302" y="403"/>
                    </a:cubicBezTo>
                    <a:cubicBezTo>
                      <a:pt x="301" y="403"/>
                      <a:pt x="301" y="403"/>
                      <a:pt x="300" y="403"/>
                    </a:cubicBezTo>
                    <a:cubicBezTo>
                      <a:pt x="299" y="402"/>
                      <a:pt x="298" y="401"/>
                      <a:pt x="298" y="401"/>
                    </a:cubicBezTo>
                    <a:cubicBezTo>
                      <a:pt x="297" y="402"/>
                      <a:pt x="299" y="402"/>
                      <a:pt x="298" y="403"/>
                    </a:cubicBezTo>
                    <a:cubicBezTo>
                      <a:pt x="298" y="403"/>
                      <a:pt x="298" y="403"/>
                      <a:pt x="298" y="403"/>
                    </a:cubicBezTo>
                    <a:cubicBezTo>
                      <a:pt x="298" y="405"/>
                      <a:pt x="300" y="404"/>
                      <a:pt x="300" y="404"/>
                    </a:cubicBezTo>
                    <a:cubicBezTo>
                      <a:pt x="301" y="404"/>
                      <a:pt x="302" y="404"/>
                      <a:pt x="301" y="405"/>
                    </a:cubicBezTo>
                    <a:cubicBezTo>
                      <a:pt x="303" y="405"/>
                      <a:pt x="303" y="406"/>
                      <a:pt x="304" y="407"/>
                    </a:cubicBezTo>
                    <a:cubicBezTo>
                      <a:pt x="304" y="407"/>
                      <a:pt x="304" y="408"/>
                      <a:pt x="304" y="408"/>
                    </a:cubicBezTo>
                    <a:cubicBezTo>
                      <a:pt x="305" y="408"/>
                      <a:pt x="306" y="408"/>
                      <a:pt x="306" y="409"/>
                    </a:cubicBezTo>
                    <a:cubicBezTo>
                      <a:pt x="306" y="410"/>
                      <a:pt x="305" y="410"/>
                      <a:pt x="304" y="410"/>
                    </a:cubicBezTo>
                    <a:cubicBezTo>
                      <a:pt x="304" y="411"/>
                      <a:pt x="303" y="411"/>
                      <a:pt x="303" y="411"/>
                    </a:cubicBezTo>
                    <a:cubicBezTo>
                      <a:pt x="303" y="411"/>
                      <a:pt x="304" y="411"/>
                      <a:pt x="304" y="411"/>
                    </a:cubicBezTo>
                    <a:cubicBezTo>
                      <a:pt x="305" y="411"/>
                      <a:pt x="307" y="411"/>
                      <a:pt x="307" y="413"/>
                    </a:cubicBezTo>
                    <a:cubicBezTo>
                      <a:pt x="307" y="413"/>
                      <a:pt x="307" y="414"/>
                      <a:pt x="307" y="414"/>
                    </a:cubicBezTo>
                    <a:cubicBezTo>
                      <a:pt x="307" y="414"/>
                      <a:pt x="308" y="414"/>
                      <a:pt x="308" y="414"/>
                    </a:cubicBezTo>
                    <a:cubicBezTo>
                      <a:pt x="309" y="412"/>
                      <a:pt x="310" y="414"/>
                      <a:pt x="311" y="414"/>
                    </a:cubicBezTo>
                    <a:cubicBezTo>
                      <a:pt x="312" y="414"/>
                      <a:pt x="312" y="413"/>
                      <a:pt x="313" y="414"/>
                    </a:cubicBezTo>
                    <a:cubicBezTo>
                      <a:pt x="316" y="413"/>
                      <a:pt x="317" y="415"/>
                      <a:pt x="319" y="417"/>
                    </a:cubicBezTo>
                    <a:cubicBezTo>
                      <a:pt x="319" y="418"/>
                      <a:pt x="319" y="419"/>
                      <a:pt x="318" y="419"/>
                    </a:cubicBezTo>
                    <a:cubicBezTo>
                      <a:pt x="317" y="421"/>
                      <a:pt x="316" y="423"/>
                      <a:pt x="313" y="423"/>
                    </a:cubicBezTo>
                    <a:cubicBezTo>
                      <a:pt x="312" y="425"/>
                      <a:pt x="307" y="426"/>
                      <a:pt x="305" y="424"/>
                    </a:cubicBezTo>
                    <a:cubicBezTo>
                      <a:pt x="305" y="424"/>
                      <a:pt x="304" y="424"/>
                      <a:pt x="304" y="424"/>
                    </a:cubicBezTo>
                    <a:cubicBezTo>
                      <a:pt x="303" y="425"/>
                      <a:pt x="302" y="425"/>
                      <a:pt x="301" y="424"/>
                    </a:cubicBezTo>
                    <a:cubicBezTo>
                      <a:pt x="301" y="424"/>
                      <a:pt x="300" y="424"/>
                      <a:pt x="300" y="424"/>
                    </a:cubicBezTo>
                    <a:cubicBezTo>
                      <a:pt x="299" y="424"/>
                      <a:pt x="299" y="425"/>
                      <a:pt x="299" y="425"/>
                    </a:cubicBezTo>
                    <a:cubicBezTo>
                      <a:pt x="300" y="425"/>
                      <a:pt x="300" y="425"/>
                      <a:pt x="301" y="426"/>
                    </a:cubicBezTo>
                    <a:cubicBezTo>
                      <a:pt x="303" y="427"/>
                      <a:pt x="302" y="430"/>
                      <a:pt x="300" y="432"/>
                    </a:cubicBezTo>
                    <a:cubicBezTo>
                      <a:pt x="300" y="434"/>
                      <a:pt x="298" y="433"/>
                      <a:pt x="297" y="433"/>
                    </a:cubicBezTo>
                    <a:cubicBezTo>
                      <a:pt x="297" y="433"/>
                      <a:pt x="298" y="433"/>
                      <a:pt x="298" y="433"/>
                    </a:cubicBezTo>
                    <a:cubicBezTo>
                      <a:pt x="297" y="433"/>
                      <a:pt x="297" y="433"/>
                      <a:pt x="297" y="433"/>
                    </a:cubicBezTo>
                    <a:cubicBezTo>
                      <a:pt x="297" y="434"/>
                      <a:pt x="296" y="434"/>
                      <a:pt x="296" y="434"/>
                    </a:cubicBezTo>
                    <a:cubicBezTo>
                      <a:pt x="296" y="435"/>
                      <a:pt x="293" y="434"/>
                      <a:pt x="294" y="436"/>
                    </a:cubicBezTo>
                    <a:cubicBezTo>
                      <a:pt x="295" y="436"/>
                      <a:pt x="297" y="435"/>
                      <a:pt x="298" y="435"/>
                    </a:cubicBezTo>
                    <a:cubicBezTo>
                      <a:pt x="299" y="434"/>
                      <a:pt x="299" y="434"/>
                      <a:pt x="300" y="435"/>
                    </a:cubicBezTo>
                    <a:cubicBezTo>
                      <a:pt x="300" y="436"/>
                      <a:pt x="300" y="436"/>
                      <a:pt x="301" y="437"/>
                    </a:cubicBezTo>
                    <a:cubicBezTo>
                      <a:pt x="302" y="436"/>
                      <a:pt x="303" y="436"/>
                      <a:pt x="303" y="436"/>
                    </a:cubicBezTo>
                    <a:cubicBezTo>
                      <a:pt x="302" y="435"/>
                      <a:pt x="301" y="436"/>
                      <a:pt x="302" y="434"/>
                    </a:cubicBezTo>
                    <a:cubicBezTo>
                      <a:pt x="301" y="432"/>
                      <a:pt x="302" y="431"/>
                      <a:pt x="304" y="432"/>
                    </a:cubicBezTo>
                    <a:cubicBezTo>
                      <a:pt x="305" y="429"/>
                      <a:pt x="307" y="426"/>
                      <a:pt x="311" y="426"/>
                    </a:cubicBezTo>
                    <a:cubicBezTo>
                      <a:pt x="312" y="426"/>
                      <a:pt x="313" y="425"/>
                      <a:pt x="314" y="425"/>
                    </a:cubicBezTo>
                    <a:cubicBezTo>
                      <a:pt x="315" y="424"/>
                      <a:pt x="316" y="423"/>
                      <a:pt x="317" y="422"/>
                    </a:cubicBezTo>
                    <a:cubicBezTo>
                      <a:pt x="317" y="423"/>
                      <a:pt x="317" y="424"/>
                      <a:pt x="317" y="424"/>
                    </a:cubicBezTo>
                    <a:cubicBezTo>
                      <a:pt x="320" y="425"/>
                      <a:pt x="319" y="428"/>
                      <a:pt x="320" y="430"/>
                    </a:cubicBezTo>
                    <a:cubicBezTo>
                      <a:pt x="320" y="431"/>
                      <a:pt x="320" y="431"/>
                      <a:pt x="319" y="431"/>
                    </a:cubicBezTo>
                    <a:cubicBezTo>
                      <a:pt x="317" y="432"/>
                      <a:pt x="315" y="433"/>
                      <a:pt x="314" y="434"/>
                    </a:cubicBezTo>
                    <a:cubicBezTo>
                      <a:pt x="314" y="435"/>
                      <a:pt x="313" y="435"/>
                      <a:pt x="313" y="435"/>
                    </a:cubicBezTo>
                    <a:cubicBezTo>
                      <a:pt x="313" y="432"/>
                      <a:pt x="311" y="433"/>
                      <a:pt x="310" y="433"/>
                    </a:cubicBezTo>
                    <a:cubicBezTo>
                      <a:pt x="310" y="433"/>
                      <a:pt x="310" y="433"/>
                      <a:pt x="310" y="434"/>
                    </a:cubicBezTo>
                    <a:cubicBezTo>
                      <a:pt x="311" y="434"/>
                      <a:pt x="311" y="434"/>
                      <a:pt x="311" y="435"/>
                    </a:cubicBezTo>
                    <a:cubicBezTo>
                      <a:pt x="312" y="435"/>
                      <a:pt x="313" y="436"/>
                      <a:pt x="312" y="437"/>
                    </a:cubicBezTo>
                    <a:cubicBezTo>
                      <a:pt x="312" y="438"/>
                      <a:pt x="311" y="438"/>
                      <a:pt x="310" y="438"/>
                    </a:cubicBezTo>
                    <a:cubicBezTo>
                      <a:pt x="308" y="438"/>
                      <a:pt x="307" y="439"/>
                      <a:pt x="306" y="440"/>
                    </a:cubicBezTo>
                    <a:cubicBezTo>
                      <a:pt x="305" y="441"/>
                      <a:pt x="304" y="441"/>
                      <a:pt x="303" y="441"/>
                    </a:cubicBezTo>
                    <a:cubicBezTo>
                      <a:pt x="303" y="442"/>
                      <a:pt x="302" y="442"/>
                      <a:pt x="302" y="442"/>
                    </a:cubicBezTo>
                    <a:cubicBezTo>
                      <a:pt x="301" y="441"/>
                      <a:pt x="300" y="441"/>
                      <a:pt x="299" y="442"/>
                    </a:cubicBezTo>
                    <a:cubicBezTo>
                      <a:pt x="299" y="442"/>
                      <a:pt x="298" y="443"/>
                      <a:pt x="299" y="442"/>
                    </a:cubicBezTo>
                    <a:cubicBezTo>
                      <a:pt x="301" y="442"/>
                      <a:pt x="302" y="444"/>
                      <a:pt x="304" y="443"/>
                    </a:cubicBezTo>
                    <a:cubicBezTo>
                      <a:pt x="305" y="443"/>
                      <a:pt x="305" y="444"/>
                      <a:pt x="305" y="444"/>
                    </a:cubicBezTo>
                    <a:cubicBezTo>
                      <a:pt x="305" y="444"/>
                      <a:pt x="306" y="445"/>
                      <a:pt x="307" y="444"/>
                    </a:cubicBezTo>
                    <a:cubicBezTo>
                      <a:pt x="307" y="442"/>
                      <a:pt x="307" y="440"/>
                      <a:pt x="309" y="439"/>
                    </a:cubicBezTo>
                    <a:cubicBezTo>
                      <a:pt x="311" y="439"/>
                      <a:pt x="312" y="440"/>
                      <a:pt x="314" y="440"/>
                    </a:cubicBezTo>
                    <a:cubicBezTo>
                      <a:pt x="314" y="439"/>
                      <a:pt x="315" y="438"/>
                      <a:pt x="317" y="438"/>
                    </a:cubicBezTo>
                    <a:cubicBezTo>
                      <a:pt x="317" y="437"/>
                      <a:pt x="318" y="437"/>
                      <a:pt x="319" y="437"/>
                    </a:cubicBezTo>
                    <a:cubicBezTo>
                      <a:pt x="320" y="437"/>
                      <a:pt x="320" y="437"/>
                      <a:pt x="320" y="438"/>
                    </a:cubicBezTo>
                    <a:cubicBezTo>
                      <a:pt x="321" y="438"/>
                      <a:pt x="321" y="436"/>
                      <a:pt x="323" y="438"/>
                    </a:cubicBezTo>
                    <a:cubicBezTo>
                      <a:pt x="324" y="438"/>
                      <a:pt x="325" y="439"/>
                      <a:pt x="327" y="440"/>
                    </a:cubicBezTo>
                    <a:cubicBezTo>
                      <a:pt x="328" y="441"/>
                      <a:pt x="330" y="442"/>
                      <a:pt x="332" y="442"/>
                    </a:cubicBezTo>
                    <a:cubicBezTo>
                      <a:pt x="335" y="442"/>
                      <a:pt x="338" y="443"/>
                      <a:pt x="340" y="441"/>
                    </a:cubicBezTo>
                    <a:cubicBezTo>
                      <a:pt x="340" y="441"/>
                      <a:pt x="341" y="441"/>
                      <a:pt x="341" y="441"/>
                    </a:cubicBezTo>
                    <a:cubicBezTo>
                      <a:pt x="341" y="442"/>
                      <a:pt x="341" y="442"/>
                      <a:pt x="341" y="443"/>
                    </a:cubicBezTo>
                    <a:cubicBezTo>
                      <a:pt x="340" y="444"/>
                      <a:pt x="338" y="446"/>
                      <a:pt x="336" y="445"/>
                    </a:cubicBezTo>
                    <a:cubicBezTo>
                      <a:pt x="336" y="445"/>
                      <a:pt x="335" y="445"/>
                      <a:pt x="335" y="445"/>
                    </a:cubicBezTo>
                    <a:cubicBezTo>
                      <a:pt x="335" y="446"/>
                      <a:pt x="335" y="446"/>
                      <a:pt x="335" y="447"/>
                    </a:cubicBezTo>
                    <a:cubicBezTo>
                      <a:pt x="335" y="448"/>
                      <a:pt x="335" y="448"/>
                      <a:pt x="334" y="448"/>
                    </a:cubicBezTo>
                    <a:cubicBezTo>
                      <a:pt x="334" y="448"/>
                      <a:pt x="333" y="448"/>
                      <a:pt x="333" y="448"/>
                    </a:cubicBezTo>
                    <a:cubicBezTo>
                      <a:pt x="333" y="449"/>
                      <a:pt x="335" y="451"/>
                      <a:pt x="332" y="450"/>
                    </a:cubicBezTo>
                    <a:cubicBezTo>
                      <a:pt x="331" y="449"/>
                      <a:pt x="332" y="451"/>
                      <a:pt x="331" y="451"/>
                    </a:cubicBezTo>
                    <a:cubicBezTo>
                      <a:pt x="331" y="454"/>
                      <a:pt x="330" y="453"/>
                      <a:pt x="329" y="452"/>
                    </a:cubicBezTo>
                    <a:cubicBezTo>
                      <a:pt x="328" y="453"/>
                      <a:pt x="329" y="455"/>
                      <a:pt x="327" y="455"/>
                    </a:cubicBezTo>
                    <a:cubicBezTo>
                      <a:pt x="326" y="455"/>
                      <a:pt x="326" y="456"/>
                      <a:pt x="325" y="456"/>
                    </a:cubicBezTo>
                    <a:cubicBezTo>
                      <a:pt x="324" y="456"/>
                      <a:pt x="324" y="457"/>
                      <a:pt x="324" y="457"/>
                    </a:cubicBezTo>
                    <a:cubicBezTo>
                      <a:pt x="324" y="459"/>
                      <a:pt x="323" y="459"/>
                      <a:pt x="322" y="458"/>
                    </a:cubicBezTo>
                    <a:cubicBezTo>
                      <a:pt x="322" y="458"/>
                      <a:pt x="321" y="457"/>
                      <a:pt x="321" y="457"/>
                    </a:cubicBezTo>
                    <a:cubicBezTo>
                      <a:pt x="321" y="457"/>
                      <a:pt x="321" y="457"/>
                      <a:pt x="321" y="457"/>
                    </a:cubicBezTo>
                    <a:cubicBezTo>
                      <a:pt x="320" y="459"/>
                      <a:pt x="321" y="459"/>
                      <a:pt x="322" y="460"/>
                    </a:cubicBezTo>
                    <a:cubicBezTo>
                      <a:pt x="321" y="461"/>
                      <a:pt x="319" y="462"/>
                      <a:pt x="318" y="464"/>
                    </a:cubicBezTo>
                    <a:cubicBezTo>
                      <a:pt x="318" y="465"/>
                      <a:pt x="318" y="466"/>
                      <a:pt x="317" y="466"/>
                    </a:cubicBezTo>
                    <a:cubicBezTo>
                      <a:pt x="316" y="467"/>
                      <a:pt x="315" y="467"/>
                      <a:pt x="315" y="467"/>
                    </a:cubicBezTo>
                    <a:cubicBezTo>
                      <a:pt x="313" y="466"/>
                      <a:pt x="313" y="468"/>
                      <a:pt x="313" y="469"/>
                    </a:cubicBezTo>
                    <a:cubicBezTo>
                      <a:pt x="312" y="470"/>
                      <a:pt x="309" y="469"/>
                      <a:pt x="308" y="471"/>
                    </a:cubicBezTo>
                    <a:cubicBezTo>
                      <a:pt x="308" y="471"/>
                      <a:pt x="308" y="471"/>
                      <a:pt x="308" y="471"/>
                    </a:cubicBezTo>
                    <a:cubicBezTo>
                      <a:pt x="307" y="471"/>
                      <a:pt x="307" y="471"/>
                      <a:pt x="306" y="472"/>
                    </a:cubicBezTo>
                    <a:cubicBezTo>
                      <a:pt x="305" y="471"/>
                      <a:pt x="305" y="471"/>
                      <a:pt x="304" y="472"/>
                    </a:cubicBezTo>
                    <a:cubicBezTo>
                      <a:pt x="304" y="472"/>
                      <a:pt x="304" y="472"/>
                      <a:pt x="304" y="472"/>
                    </a:cubicBezTo>
                    <a:cubicBezTo>
                      <a:pt x="303" y="473"/>
                      <a:pt x="302" y="472"/>
                      <a:pt x="302" y="472"/>
                    </a:cubicBezTo>
                    <a:cubicBezTo>
                      <a:pt x="301" y="472"/>
                      <a:pt x="301" y="473"/>
                      <a:pt x="300" y="473"/>
                    </a:cubicBezTo>
                    <a:cubicBezTo>
                      <a:pt x="299" y="473"/>
                      <a:pt x="298" y="475"/>
                      <a:pt x="296" y="475"/>
                    </a:cubicBezTo>
                    <a:cubicBezTo>
                      <a:pt x="295" y="475"/>
                      <a:pt x="295" y="475"/>
                      <a:pt x="295" y="475"/>
                    </a:cubicBezTo>
                    <a:cubicBezTo>
                      <a:pt x="292" y="477"/>
                      <a:pt x="292" y="477"/>
                      <a:pt x="289" y="474"/>
                    </a:cubicBezTo>
                    <a:cubicBezTo>
                      <a:pt x="289" y="474"/>
                      <a:pt x="288" y="475"/>
                      <a:pt x="288" y="475"/>
                    </a:cubicBezTo>
                    <a:cubicBezTo>
                      <a:pt x="288" y="476"/>
                      <a:pt x="288" y="476"/>
                      <a:pt x="288" y="476"/>
                    </a:cubicBezTo>
                    <a:cubicBezTo>
                      <a:pt x="288" y="477"/>
                      <a:pt x="287" y="478"/>
                      <a:pt x="288" y="479"/>
                    </a:cubicBezTo>
                    <a:cubicBezTo>
                      <a:pt x="287" y="480"/>
                      <a:pt x="286" y="480"/>
                      <a:pt x="286" y="478"/>
                    </a:cubicBezTo>
                    <a:cubicBezTo>
                      <a:pt x="286" y="477"/>
                      <a:pt x="285" y="477"/>
                      <a:pt x="284" y="477"/>
                    </a:cubicBezTo>
                    <a:cubicBezTo>
                      <a:pt x="286" y="480"/>
                      <a:pt x="286" y="480"/>
                      <a:pt x="283" y="480"/>
                    </a:cubicBezTo>
                    <a:cubicBezTo>
                      <a:pt x="281" y="480"/>
                      <a:pt x="279" y="480"/>
                      <a:pt x="277" y="479"/>
                    </a:cubicBezTo>
                    <a:cubicBezTo>
                      <a:pt x="276" y="479"/>
                      <a:pt x="276" y="478"/>
                      <a:pt x="276" y="478"/>
                    </a:cubicBezTo>
                    <a:cubicBezTo>
                      <a:pt x="276" y="477"/>
                      <a:pt x="277" y="477"/>
                      <a:pt x="277" y="477"/>
                    </a:cubicBezTo>
                    <a:cubicBezTo>
                      <a:pt x="278" y="477"/>
                      <a:pt x="278" y="477"/>
                      <a:pt x="278" y="477"/>
                    </a:cubicBezTo>
                    <a:cubicBezTo>
                      <a:pt x="277" y="477"/>
                      <a:pt x="275" y="477"/>
                      <a:pt x="275" y="475"/>
                    </a:cubicBezTo>
                    <a:cubicBezTo>
                      <a:pt x="273" y="474"/>
                      <a:pt x="273" y="472"/>
                      <a:pt x="272" y="470"/>
                    </a:cubicBezTo>
                    <a:cubicBezTo>
                      <a:pt x="271" y="470"/>
                      <a:pt x="273" y="472"/>
                      <a:pt x="271" y="473"/>
                    </a:cubicBezTo>
                    <a:cubicBezTo>
                      <a:pt x="272" y="473"/>
                      <a:pt x="272" y="474"/>
                      <a:pt x="272" y="474"/>
                    </a:cubicBezTo>
                    <a:cubicBezTo>
                      <a:pt x="272" y="475"/>
                      <a:pt x="276" y="476"/>
                      <a:pt x="273" y="478"/>
                    </a:cubicBezTo>
                    <a:cubicBezTo>
                      <a:pt x="272" y="478"/>
                      <a:pt x="273" y="479"/>
                      <a:pt x="274" y="479"/>
                    </a:cubicBezTo>
                    <a:cubicBezTo>
                      <a:pt x="275" y="479"/>
                      <a:pt x="275" y="479"/>
                      <a:pt x="275" y="480"/>
                    </a:cubicBezTo>
                    <a:cubicBezTo>
                      <a:pt x="274" y="481"/>
                      <a:pt x="274" y="481"/>
                      <a:pt x="274" y="482"/>
                    </a:cubicBezTo>
                    <a:cubicBezTo>
                      <a:pt x="274" y="483"/>
                      <a:pt x="274" y="483"/>
                      <a:pt x="274" y="483"/>
                    </a:cubicBezTo>
                    <a:cubicBezTo>
                      <a:pt x="271" y="482"/>
                      <a:pt x="271" y="487"/>
                      <a:pt x="268" y="487"/>
                    </a:cubicBezTo>
                    <a:cubicBezTo>
                      <a:pt x="268" y="487"/>
                      <a:pt x="266" y="489"/>
                      <a:pt x="266" y="491"/>
                    </a:cubicBezTo>
                    <a:cubicBezTo>
                      <a:pt x="267" y="492"/>
                      <a:pt x="267" y="493"/>
                      <a:pt x="265" y="493"/>
                    </a:cubicBezTo>
                    <a:cubicBezTo>
                      <a:pt x="265" y="493"/>
                      <a:pt x="265" y="494"/>
                      <a:pt x="265" y="494"/>
                    </a:cubicBezTo>
                    <a:cubicBezTo>
                      <a:pt x="265" y="496"/>
                      <a:pt x="265" y="498"/>
                      <a:pt x="262" y="499"/>
                    </a:cubicBezTo>
                    <a:cubicBezTo>
                      <a:pt x="262" y="500"/>
                      <a:pt x="261" y="501"/>
                      <a:pt x="262" y="502"/>
                    </a:cubicBezTo>
                    <a:cubicBezTo>
                      <a:pt x="261" y="503"/>
                      <a:pt x="261" y="504"/>
                      <a:pt x="260" y="505"/>
                    </a:cubicBezTo>
                    <a:cubicBezTo>
                      <a:pt x="260" y="505"/>
                      <a:pt x="260" y="505"/>
                      <a:pt x="260" y="505"/>
                    </a:cubicBezTo>
                    <a:cubicBezTo>
                      <a:pt x="259" y="506"/>
                      <a:pt x="259" y="506"/>
                      <a:pt x="259" y="506"/>
                    </a:cubicBezTo>
                    <a:cubicBezTo>
                      <a:pt x="259" y="507"/>
                      <a:pt x="258" y="508"/>
                      <a:pt x="257" y="508"/>
                    </a:cubicBezTo>
                    <a:cubicBezTo>
                      <a:pt x="256" y="511"/>
                      <a:pt x="254" y="512"/>
                      <a:pt x="251" y="510"/>
                    </a:cubicBezTo>
                    <a:cubicBezTo>
                      <a:pt x="251" y="511"/>
                      <a:pt x="251" y="511"/>
                      <a:pt x="251" y="512"/>
                    </a:cubicBezTo>
                    <a:cubicBezTo>
                      <a:pt x="250" y="513"/>
                      <a:pt x="249" y="514"/>
                      <a:pt x="249" y="516"/>
                    </a:cubicBezTo>
                    <a:cubicBezTo>
                      <a:pt x="248" y="517"/>
                      <a:pt x="247" y="517"/>
                      <a:pt x="246" y="517"/>
                    </a:cubicBezTo>
                    <a:cubicBezTo>
                      <a:pt x="244" y="517"/>
                      <a:pt x="246" y="515"/>
                      <a:pt x="245" y="515"/>
                    </a:cubicBezTo>
                    <a:cubicBezTo>
                      <a:pt x="244" y="515"/>
                      <a:pt x="246" y="520"/>
                      <a:pt x="242" y="517"/>
                    </a:cubicBezTo>
                    <a:cubicBezTo>
                      <a:pt x="242" y="517"/>
                      <a:pt x="243" y="518"/>
                      <a:pt x="243" y="518"/>
                    </a:cubicBezTo>
                    <a:cubicBezTo>
                      <a:pt x="243" y="519"/>
                      <a:pt x="243" y="520"/>
                      <a:pt x="242" y="521"/>
                    </a:cubicBezTo>
                    <a:cubicBezTo>
                      <a:pt x="241" y="520"/>
                      <a:pt x="242" y="519"/>
                      <a:pt x="242" y="518"/>
                    </a:cubicBezTo>
                    <a:cubicBezTo>
                      <a:pt x="241" y="518"/>
                      <a:pt x="242" y="517"/>
                      <a:pt x="241" y="516"/>
                    </a:cubicBezTo>
                    <a:cubicBezTo>
                      <a:pt x="240" y="517"/>
                      <a:pt x="242" y="519"/>
                      <a:pt x="239" y="519"/>
                    </a:cubicBezTo>
                    <a:cubicBezTo>
                      <a:pt x="239" y="520"/>
                      <a:pt x="239" y="521"/>
                      <a:pt x="239" y="521"/>
                    </a:cubicBezTo>
                    <a:cubicBezTo>
                      <a:pt x="238" y="522"/>
                      <a:pt x="236" y="523"/>
                      <a:pt x="235" y="522"/>
                    </a:cubicBezTo>
                    <a:cubicBezTo>
                      <a:pt x="234" y="521"/>
                      <a:pt x="234" y="520"/>
                      <a:pt x="235" y="519"/>
                    </a:cubicBezTo>
                    <a:cubicBezTo>
                      <a:pt x="235" y="519"/>
                      <a:pt x="236" y="518"/>
                      <a:pt x="236" y="518"/>
                    </a:cubicBezTo>
                    <a:cubicBezTo>
                      <a:pt x="235" y="515"/>
                      <a:pt x="238" y="513"/>
                      <a:pt x="240" y="511"/>
                    </a:cubicBezTo>
                    <a:cubicBezTo>
                      <a:pt x="238" y="510"/>
                      <a:pt x="236" y="510"/>
                      <a:pt x="233" y="509"/>
                    </a:cubicBezTo>
                    <a:cubicBezTo>
                      <a:pt x="233" y="510"/>
                      <a:pt x="234" y="510"/>
                      <a:pt x="235" y="510"/>
                    </a:cubicBezTo>
                    <a:cubicBezTo>
                      <a:pt x="235" y="511"/>
                      <a:pt x="235" y="511"/>
                      <a:pt x="235" y="511"/>
                    </a:cubicBezTo>
                    <a:cubicBezTo>
                      <a:pt x="235" y="511"/>
                      <a:pt x="235" y="511"/>
                      <a:pt x="235" y="510"/>
                    </a:cubicBezTo>
                    <a:cubicBezTo>
                      <a:pt x="237" y="511"/>
                      <a:pt x="235" y="512"/>
                      <a:pt x="235" y="513"/>
                    </a:cubicBezTo>
                    <a:cubicBezTo>
                      <a:pt x="235" y="513"/>
                      <a:pt x="235" y="515"/>
                      <a:pt x="235" y="516"/>
                    </a:cubicBezTo>
                    <a:cubicBezTo>
                      <a:pt x="235" y="517"/>
                      <a:pt x="234" y="518"/>
                      <a:pt x="233" y="517"/>
                    </a:cubicBezTo>
                    <a:cubicBezTo>
                      <a:pt x="233" y="519"/>
                      <a:pt x="233" y="519"/>
                      <a:pt x="233" y="521"/>
                    </a:cubicBezTo>
                    <a:cubicBezTo>
                      <a:pt x="233" y="521"/>
                      <a:pt x="233" y="522"/>
                      <a:pt x="232" y="522"/>
                    </a:cubicBezTo>
                    <a:cubicBezTo>
                      <a:pt x="231" y="520"/>
                      <a:pt x="230" y="522"/>
                      <a:pt x="229" y="522"/>
                    </a:cubicBezTo>
                    <a:cubicBezTo>
                      <a:pt x="227" y="523"/>
                      <a:pt x="228" y="521"/>
                      <a:pt x="227" y="521"/>
                    </a:cubicBezTo>
                    <a:cubicBezTo>
                      <a:pt x="226" y="523"/>
                      <a:pt x="226" y="524"/>
                      <a:pt x="224" y="522"/>
                    </a:cubicBezTo>
                    <a:cubicBezTo>
                      <a:pt x="224" y="522"/>
                      <a:pt x="223" y="522"/>
                      <a:pt x="223" y="522"/>
                    </a:cubicBezTo>
                    <a:cubicBezTo>
                      <a:pt x="223" y="525"/>
                      <a:pt x="222" y="523"/>
                      <a:pt x="221" y="523"/>
                    </a:cubicBezTo>
                    <a:cubicBezTo>
                      <a:pt x="221" y="525"/>
                      <a:pt x="222" y="525"/>
                      <a:pt x="222" y="527"/>
                    </a:cubicBezTo>
                    <a:cubicBezTo>
                      <a:pt x="223" y="529"/>
                      <a:pt x="220" y="530"/>
                      <a:pt x="220" y="531"/>
                    </a:cubicBezTo>
                    <a:cubicBezTo>
                      <a:pt x="219" y="532"/>
                      <a:pt x="218" y="530"/>
                      <a:pt x="217" y="530"/>
                    </a:cubicBezTo>
                    <a:cubicBezTo>
                      <a:pt x="217" y="530"/>
                      <a:pt x="217" y="530"/>
                      <a:pt x="217" y="530"/>
                    </a:cubicBezTo>
                    <a:cubicBezTo>
                      <a:pt x="217" y="530"/>
                      <a:pt x="217" y="530"/>
                      <a:pt x="217" y="530"/>
                    </a:cubicBezTo>
                    <a:cubicBezTo>
                      <a:pt x="217" y="530"/>
                      <a:pt x="216" y="531"/>
                      <a:pt x="216" y="531"/>
                    </a:cubicBezTo>
                    <a:cubicBezTo>
                      <a:pt x="214" y="530"/>
                      <a:pt x="214" y="532"/>
                      <a:pt x="214" y="534"/>
                    </a:cubicBezTo>
                    <a:cubicBezTo>
                      <a:pt x="215" y="534"/>
                      <a:pt x="215" y="536"/>
                      <a:pt x="216" y="534"/>
                    </a:cubicBezTo>
                    <a:cubicBezTo>
                      <a:pt x="216" y="533"/>
                      <a:pt x="217" y="534"/>
                      <a:pt x="217" y="534"/>
                    </a:cubicBezTo>
                    <a:cubicBezTo>
                      <a:pt x="218" y="536"/>
                      <a:pt x="219" y="537"/>
                      <a:pt x="218" y="539"/>
                    </a:cubicBezTo>
                    <a:cubicBezTo>
                      <a:pt x="219" y="539"/>
                      <a:pt x="219" y="539"/>
                      <a:pt x="220" y="540"/>
                    </a:cubicBezTo>
                    <a:cubicBezTo>
                      <a:pt x="218" y="540"/>
                      <a:pt x="216" y="542"/>
                      <a:pt x="216" y="543"/>
                    </a:cubicBezTo>
                    <a:cubicBezTo>
                      <a:pt x="216" y="544"/>
                      <a:pt x="216" y="544"/>
                      <a:pt x="216" y="544"/>
                    </a:cubicBezTo>
                    <a:cubicBezTo>
                      <a:pt x="215" y="544"/>
                      <a:pt x="215" y="544"/>
                      <a:pt x="215" y="543"/>
                    </a:cubicBezTo>
                    <a:cubicBezTo>
                      <a:pt x="214" y="542"/>
                      <a:pt x="212" y="542"/>
                      <a:pt x="211" y="543"/>
                    </a:cubicBezTo>
                    <a:cubicBezTo>
                      <a:pt x="211" y="545"/>
                      <a:pt x="213" y="545"/>
                      <a:pt x="215" y="545"/>
                    </a:cubicBezTo>
                    <a:cubicBezTo>
                      <a:pt x="217" y="545"/>
                      <a:pt x="218" y="546"/>
                      <a:pt x="217" y="548"/>
                    </a:cubicBezTo>
                    <a:cubicBezTo>
                      <a:pt x="216" y="548"/>
                      <a:pt x="216" y="549"/>
                      <a:pt x="217" y="549"/>
                    </a:cubicBezTo>
                    <a:cubicBezTo>
                      <a:pt x="218" y="552"/>
                      <a:pt x="217" y="554"/>
                      <a:pt x="214" y="555"/>
                    </a:cubicBezTo>
                    <a:cubicBezTo>
                      <a:pt x="212" y="556"/>
                      <a:pt x="214" y="556"/>
                      <a:pt x="214" y="557"/>
                    </a:cubicBezTo>
                    <a:cubicBezTo>
                      <a:pt x="213" y="557"/>
                      <a:pt x="213" y="556"/>
                      <a:pt x="212" y="556"/>
                    </a:cubicBezTo>
                    <a:cubicBezTo>
                      <a:pt x="212" y="556"/>
                      <a:pt x="211" y="556"/>
                      <a:pt x="211" y="556"/>
                    </a:cubicBezTo>
                    <a:cubicBezTo>
                      <a:pt x="211" y="557"/>
                      <a:pt x="212" y="557"/>
                      <a:pt x="212" y="557"/>
                    </a:cubicBezTo>
                    <a:cubicBezTo>
                      <a:pt x="212" y="558"/>
                      <a:pt x="214" y="557"/>
                      <a:pt x="213" y="559"/>
                    </a:cubicBezTo>
                    <a:cubicBezTo>
                      <a:pt x="212" y="560"/>
                      <a:pt x="212" y="559"/>
                      <a:pt x="211" y="558"/>
                    </a:cubicBezTo>
                    <a:cubicBezTo>
                      <a:pt x="211" y="559"/>
                      <a:pt x="211" y="559"/>
                      <a:pt x="211" y="559"/>
                    </a:cubicBezTo>
                    <a:cubicBezTo>
                      <a:pt x="213" y="561"/>
                      <a:pt x="212" y="562"/>
                      <a:pt x="210" y="564"/>
                    </a:cubicBezTo>
                    <a:cubicBezTo>
                      <a:pt x="209" y="565"/>
                      <a:pt x="209" y="565"/>
                      <a:pt x="208" y="566"/>
                    </a:cubicBezTo>
                    <a:cubicBezTo>
                      <a:pt x="207" y="567"/>
                      <a:pt x="206" y="567"/>
                      <a:pt x="205" y="566"/>
                    </a:cubicBezTo>
                    <a:cubicBezTo>
                      <a:pt x="205" y="566"/>
                      <a:pt x="206" y="566"/>
                      <a:pt x="206" y="565"/>
                    </a:cubicBezTo>
                    <a:cubicBezTo>
                      <a:pt x="206" y="565"/>
                      <a:pt x="206" y="565"/>
                      <a:pt x="206" y="565"/>
                    </a:cubicBezTo>
                    <a:cubicBezTo>
                      <a:pt x="205" y="565"/>
                      <a:pt x="205" y="565"/>
                      <a:pt x="205" y="564"/>
                    </a:cubicBezTo>
                    <a:cubicBezTo>
                      <a:pt x="205" y="564"/>
                      <a:pt x="204" y="564"/>
                      <a:pt x="204" y="564"/>
                    </a:cubicBezTo>
                    <a:cubicBezTo>
                      <a:pt x="204" y="566"/>
                      <a:pt x="203" y="568"/>
                      <a:pt x="201" y="566"/>
                    </a:cubicBezTo>
                    <a:cubicBezTo>
                      <a:pt x="201" y="567"/>
                      <a:pt x="201" y="567"/>
                      <a:pt x="201" y="567"/>
                    </a:cubicBezTo>
                    <a:cubicBezTo>
                      <a:pt x="201" y="568"/>
                      <a:pt x="201" y="568"/>
                      <a:pt x="201" y="568"/>
                    </a:cubicBezTo>
                    <a:cubicBezTo>
                      <a:pt x="201" y="568"/>
                      <a:pt x="201" y="568"/>
                      <a:pt x="201" y="567"/>
                    </a:cubicBezTo>
                    <a:cubicBezTo>
                      <a:pt x="201" y="567"/>
                      <a:pt x="202" y="567"/>
                      <a:pt x="203" y="568"/>
                    </a:cubicBezTo>
                    <a:cubicBezTo>
                      <a:pt x="203" y="568"/>
                      <a:pt x="203" y="568"/>
                      <a:pt x="203" y="568"/>
                    </a:cubicBezTo>
                    <a:cubicBezTo>
                      <a:pt x="204" y="568"/>
                      <a:pt x="205" y="568"/>
                      <a:pt x="205" y="569"/>
                    </a:cubicBezTo>
                    <a:cubicBezTo>
                      <a:pt x="205" y="569"/>
                      <a:pt x="207" y="569"/>
                      <a:pt x="206" y="570"/>
                    </a:cubicBezTo>
                    <a:cubicBezTo>
                      <a:pt x="206" y="572"/>
                      <a:pt x="205" y="572"/>
                      <a:pt x="204" y="571"/>
                    </a:cubicBezTo>
                    <a:cubicBezTo>
                      <a:pt x="204" y="571"/>
                      <a:pt x="203" y="571"/>
                      <a:pt x="203" y="571"/>
                    </a:cubicBezTo>
                    <a:cubicBezTo>
                      <a:pt x="205" y="572"/>
                      <a:pt x="206" y="574"/>
                      <a:pt x="205" y="576"/>
                    </a:cubicBezTo>
                    <a:cubicBezTo>
                      <a:pt x="207" y="577"/>
                      <a:pt x="205" y="579"/>
                      <a:pt x="207" y="579"/>
                    </a:cubicBezTo>
                    <a:cubicBezTo>
                      <a:pt x="207" y="579"/>
                      <a:pt x="206" y="580"/>
                      <a:pt x="206" y="580"/>
                    </a:cubicBezTo>
                    <a:cubicBezTo>
                      <a:pt x="205" y="581"/>
                      <a:pt x="205" y="581"/>
                      <a:pt x="204" y="581"/>
                    </a:cubicBezTo>
                    <a:cubicBezTo>
                      <a:pt x="204" y="582"/>
                      <a:pt x="205" y="582"/>
                      <a:pt x="205" y="583"/>
                    </a:cubicBezTo>
                    <a:cubicBezTo>
                      <a:pt x="205" y="584"/>
                      <a:pt x="203" y="583"/>
                      <a:pt x="203" y="584"/>
                    </a:cubicBezTo>
                    <a:cubicBezTo>
                      <a:pt x="203" y="584"/>
                      <a:pt x="204" y="584"/>
                      <a:pt x="204" y="584"/>
                    </a:cubicBezTo>
                    <a:cubicBezTo>
                      <a:pt x="205" y="585"/>
                      <a:pt x="205" y="585"/>
                      <a:pt x="204" y="586"/>
                    </a:cubicBezTo>
                    <a:cubicBezTo>
                      <a:pt x="203" y="587"/>
                      <a:pt x="202" y="586"/>
                      <a:pt x="201" y="587"/>
                    </a:cubicBezTo>
                    <a:cubicBezTo>
                      <a:pt x="203" y="588"/>
                      <a:pt x="203" y="588"/>
                      <a:pt x="200" y="590"/>
                    </a:cubicBezTo>
                    <a:cubicBezTo>
                      <a:pt x="201" y="591"/>
                      <a:pt x="203" y="590"/>
                      <a:pt x="203" y="592"/>
                    </a:cubicBezTo>
                    <a:cubicBezTo>
                      <a:pt x="203" y="593"/>
                      <a:pt x="202" y="593"/>
                      <a:pt x="202" y="593"/>
                    </a:cubicBezTo>
                    <a:cubicBezTo>
                      <a:pt x="202" y="594"/>
                      <a:pt x="202" y="594"/>
                      <a:pt x="202" y="595"/>
                    </a:cubicBezTo>
                    <a:cubicBezTo>
                      <a:pt x="201" y="596"/>
                      <a:pt x="202" y="598"/>
                      <a:pt x="200" y="598"/>
                    </a:cubicBezTo>
                    <a:cubicBezTo>
                      <a:pt x="199" y="598"/>
                      <a:pt x="199" y="599"/>
                      <a:pt x="198" y="600"/>
                    </a:cubicBezTo>
                    <a:cubicBezTo>
                      <a:pt x="199" y="600"/>
                      <a:pt x="200" y="599"/>
                      <a:pt x="201" y="601"/>
                    </a:cubicBezTo>
                    <a:cubicBezTo>
                      <a:pt x="201" y="603"/>
                      <a:pt x="201" y="604"/>
                      <a:pt x="200" y="605"/>
                    </a:cubicBezTo>
                    <a:cubicBezTo>
                      <a:pt x="199" y="606"/>
                      <a:pt x="198" y="605"/>
                      <a:pt x="197" y="605"/>
                    </a:cubicBezTo>
                    <a:cubicBezTo>
                      <a:pt x="195" y="608"/>
                      <a:pt x="194" y="607"/>
                      <a:pt x="192" y="606"/>
                    </a:cubicBezTo>
                    <a:cubicBezTo>
                      <a:pt x="191" y="604"/>
                      <a:pt x="188" y="605"/>
                      <a:pt x="188" y="603"/>
                    </a:cubicBezTo>
                    <a:cubicBezTo>
                      <a:pt x="188" y="602"/>
                      <a:pt x="187" y="602"/>
                      <a:pt x="187" y="602"/>
                    </a:cubicBezTo>
                    <a:cubicBezTo>
                      <a:pt x="186" y="602"/>
                      <a:pt x="188" y="601"/>
                      <a:pt x="187" y="601"/>
                    </a:cubicBezTo>
                    <a:cubicBezTo>
                      <a:pt x="186" y="601"/>
                      <a:pt x="186" y="601"/>
                      <a:pt x="186" y="603"/>
                    </a:cubicBezTo>
                    <a:cubicBezTo>
                      <a:pt x="185" y="600"/>
                      <a:pt x="188" y="600"/>
                      <a:pt x="188" y="598"/>
                    </a:cubicBezTo>
                    <a:cubicBezTo>
                      <a:pt x="185" y="597"/>
                      <a:pt x="183" y="597"/>
                      <a:pt x="182" y="593"/>
                    </a:cubicBezTo>
                    <a:cubicBezTo>
                      <a:pt x="182" y="592"/>
                      <a:pt x="181" y="592"/>
                      <a:pt x="180" y="591"/>
                    </a:cubicBezTo>
                    <a:cubicBezTo>
                      <a:pt x="180" y="593"/>
                      <a:pt x="179" y="594"/>
                      <a:pt x="177" y="594"/>
                    </a:cubicBezTo>
                    <a:cubicBezTo>
                      <a:pt x="177" y="593"/>
                      <a:pt x="178" y="593"/>
                      <a:pt x="179" y="592"/>
                    </a:cubicBezTo>
                    <a:cubicBezTo>
                      <a:pt x="179" y="592"/>
                      <a:pt x="179" y="591"/>
                      <a:pt x="179" y="591"/>
                    </a:cubicBezTo>
                    <a:cubicBezTo>
                      <a:pt x="179" y="591"/>
                      <a:pt x="179" y="590"/>
                      <a:pt x="178" y="590"/>
                    </a:cubicBezTo>
                    <a:cubicBezTo>
                      <a:pt x="178" y="590"/>
                      <a:pt x="178" y="591"/>
                      <a:pt x="178" y="591"/>
                    </a:cubicBezTo>
                    <a:cubicBezTo>
                      <a:pt x="177" y="592"/>
                      <a:pt x="176" y="593"/>
                      <a:pt x="175" y="594"/>
                    </a:cubicBezTo>
                    <a:cubicBezTo>
                      <a:pt x="175" y="594"/>
                      <a:pt x="174" y="594"/>
                      <a:pt x="174" y="593"/>
                    </a:cubicBezTo>
                    <a:cubicBezTo>
                      <a:pt x="173" y="593"/>
                      <a:pt x="175" y="593"/>
                      <a:pt x="174" y="592"/>
                    </a:cubicBezTo>
                    <a:cubicBezTo>
                      <a:pt x="173" y="594"/>
                      <a:pt x="170" y="593"/>
                      <a:pt x="169" y="595"/>
                    </a:cubicBezTo>
                    <a:cubicBezTo>
                      <a:pt x="169" y="595"/>
                      <a:pt x="168" y="595"/>
                      <a:pt x="167" y="595"/>
                    </a:cubicBezTo>
                    <a:cubicBezTo>
                      <a:pt x="167" y="595"/>
                      <a:pt x="166" y="594"/>
                      <a:pt x="166" y="594"/>
                    </a:cubicBezTo>
                    <a:cubicBezTo>
                      <a:pt x="166" y="593"/>
                      <a:pt x="167" y="592"/>
                      <a:pt x="168" y="592"/>
                    </a:cubicBezTo>
                    <a:cubicBezTo>
                      <a:pt x="168" y="592"/>
                      <a:pt x="168" y="591"/>
                      <a:pt x="168" y="591"/>
                    </a:cubicBezTo>
                    <a:cubicBezTo>
                      <a:pt x="167" y="591"/>
                      <a:pt x="166" y="591"/>
                      <a:pt x="165" y="591"/>
                    </a:cubicBezTo>
                    <a:cubicBezTo>
                      <a:pt x="165" y="590"/>
                      <a:pt x="165" y="590"/>
                      <a:pt x="164" y="589"/>
                    </a:cubicBezTo>
                    <a:cubicBezTo>
                      <a:pt x="164" y="589"/>
                      <a:pt x="164" y="589"/>
                      <a:pt x="164" y="588"/>
                    </a:cubicBezTo>
                    <a:cubicBezTo>
                      <a:pt x="164" y="588"/>
                      <a:pt x="164" y="588"/>
                      <a:pt x="164" y="587"/>
                    </a:cubicBezTo>
                    <a:cubicBezTo>
                      <a:pt x="164" y="587"/>
                      <a:pt x="163" y="587"/>
                      <a:pt x="162" y="587"/>
                    </a:cubicBezTo>
                    <a:cubicBezTo>
                      <a:pt x="162" y="587"/>
                      <a:pt x="162" y="586"/>
                      <a:pt x="161" y="586"/>
                    </a:cubicBezTo>
                    <a:cubicBezTo>
                      <a:pt x="161" y="585"/>
                      <a:pt x="162" y="585"/>
                      <a:pt x="162" y="585"/>
                    </a:cubicBezTo>
                    <a:cubicBezTo>
                      <a:pt x="161" y="584"/>
                      <a:pt x="160" y="584"/>
                      <a:pt x="159" y="583"/>
                    </a:cubicBezTo>
                    <a:cubicBezTo>
                      <a:pt x="161" y="582"/>
                      <a:pt x="160" y="579"/>
                      <a:pt x="162" y="578"/>
                    </a:cubicBezTo>
                    <a:cubicBezTo>
                      <a:pt x="160" y="578"/>
                      <a:pt x="160" y="580"/>
                      <a:pt x="159" y="581"/>
                    </a:cubicBezTo>
                    <a:cubicBezTo>
                      <a:pt x="159" y="579"/>
                      <a:pt x="159" y="579"/>
                      <a:pt x="162" y="576"/>
                    </a:cubicBezTo>
                    <a:cubicBezTo>
                      <a:pt x="161" y="576"/>
                      <a:pt x="160" y="575"/>
                      <a:pt x="160" y="576"/>
                    </a:cubicBezTo>
                    <a:cubicBezTo>
                      <a:pt x="159" y="577"/>
                      <a:pt x="159" y="577"/>
                      <a:pt x="158" y="576"/>
                    </a:cubicBezTo>
                    <a:cubicBezTo>
                      <a:pt x="158" y="577"/>
                      <a:pt x="158" y="577"/>
                      <a:pt x="157" y="577"/>
                    </a:cubicBezTo>
                    <a:cubicBezTo>
                      <a:pt x="157" y="577"/>
                      <a:pt x="157" y="577"/>
                      <a:pt x="157" y="577"/>
                    </a:cubicBezTo>
                    <a:cubicBezTo>
                      <a:pt x="157" y="576"/>
                      <a:pt x="158" y="576"/>
                      <a:pt x="158" y="576"/>
                    </a:cubicBezTo>
                    <a:cubicBezTo>
                      <a:pt x="158" y="575"/>
                      <a:pt x="160" y="574"/>
                      <a:pt x="158" y="573"/>
                    </a:cubicBezTo>
                    <a:cubicBezTo>
                      <a:pt x="157" y="573"/>
                      <a:pt x="157" y="573"/>
                      <a:pt x="157" y="573"/>
                    </a:cubicBezTo>
                    <a:cubicBezTo>
                      <a:pt x="157" y="574"/>
                      <a:pt x="157" y="574"/>
                      <a:pt x="157" y="574"/>
                    </a:cubicBezTo>
                    <a:cubicBezTo>
                      <a:pt x="157" y="574"/>
                      <a:pt x="158" y="574"/>
                      <a:pt x="158" y="574"/>
                    </a:cubicBezTo>
                    <a:cubicBezTo>
                      <a:pt x="158" y="575"/>
                      <a:pt x="157" y="575"/>
                      <a:pt x="157" y="575"/>
                    </a:cubicBezTo>
                    <a:cubicBezTo>
                      <a:pt x="156" y="574"/>
                      <a:pt x="156" y="574"/>
                      <a:pt x="156" y="573"/>
                    </a:cubicBezTo>
                    <a:cubicBezTo>
                      <a:pt x="155" y="573"/>
                      <a:pt x="155" y="573"/>
                      <a:pt x="155" y="573"/>
                    </a:cubicBezTo>
                    <a:cubicBezTo>
                      <a:pt x="153" y="572"/>
                      <a:pt x="152" y="571"/>
                      <a:pt x="152" y="569"/>
                    </a:cubicBezTo>
                    <a:cubicBezTo>
                      <a:pt x="153" y="567"/>
                      <a:pt x="153" y="565"/>
                      <a:pt x="151" y="563"/>
                    </a:cubicBezTo>
                    <a:cubicBezTo>
                      <a:pt x="151" y="563"/>
                      <a:pt x="149" y="562"/>
                      <a:pt x="150" y="561"/>
                    </a:cubicBezTo>
                    <a:cubicBezTo>
                      <a:pt x="150" y="561"/>
                      <a:pt x="150" y="560"/>
                      <a:pt x="150" y="560"/>
                    </a:cubicBezTo>
                    <a:cubicBezTo>
                      <a:pt x="147" y="561"/>
                      <a:pt x="147" y="559"/>
                      <a:pt x="147" y="558"/>
                    </a:cubicBezTo>
                    <a:cubicBezTo>
                      <a:pt x="147" y="557"/>
                      <a:pt x="147" y="557"/>
                      <a:pt x="147" y="556"/>
                    </a:cubicBezTo>
                    <a:cubicBezTo>
                      <a:pt x="146" y="556"/>
                      <a:pt x="146" y="555"/>
                      <a:pt x="145" y="554"/>
                    </a:cubicBezTo>
                    <a:cubicBezTo>
                      <a:pt x="144" y="553"/>
                      <a:pt x="144" y="552"/>
                      <a:pt x="146" y="551"/>
                    </a:cubicBezTo>
                    <a:cubicBezTo>
                      <a:pt x="146" y="550"/>
                      <a:pt x="145" y="550"/>
                      <a:pt x="145" y="550"/>
                    </a:cubicBezTo>
                    <a:cubicBezTo>
                      <a:pt x="144" y="548"/>
                      <a:pt x="144" y="546"/>
                      <a:pt x="143" y="544"/>
                    </a:cubicBezTo>
                    <a:cubicBezTo>
                      <a:pt x="143" y="544"/>
                      <a:pt x="143" y="544"/>
                      <a:pt x="143" y="544"/>
                    </a:cubicBezTo>
                    <a:cubicBezTo>
                      <a:pt x="141" y="545"/>
                      <a:pt x="140" y="544"/>
                      <a:pt x="140" y="542"/>
                    </a:cubicBezTo>
                    <a:cubicBezTo>
                      <a:pt x="140" y="540"/>
                      <a:pt x="141" y="539"/>
                      <a:pt x="140" y="537"/>
                    </a:cubicBezTo>
                    <a:cubicBezTo>
                      <a:pt x="140" y="536"/>
                      <a:pt x="142" y="535"/>
                      <a:pt x="144" y="534"/>
                    </a:cubicBezTo>
                    <a:cubicBezTo>
                      <a:pt x="144" y="534"/>
                      <a:pt x="144" y="534"/>
                      <a:pt x="144" y="533"/>
                    </a:cubicBezTo>
                    <a:cubicBezTo>
                      <a:pt x="143" y="532"/>
                      <a:pt x="142" y="532"/>
                      <a:pt x="142" y="534"/>
                    </a:cubicBezTo>
                    <a:cubicBezTo>
                      <a:pt x="142" y="535"/>
                      <a:pt x="141" y="535"/>
                      <a:pt x="140" y="535"/>
                    </a:cubicBezTo>
                    <a:cubicBezTo>
                      <a:pt x="139" y="535"/>
                      <a:pt x="139" y="534"/>
                      <a:pt x="140" y="533"/>
                    </a:cubicBezTo>
                    <a:cubicBezTo>
                      <a:pt x="140" y="532"/>
                      <a:pt x="140" y="530"/>
                      <a:pt x="139" y="528"/>
                    </a:cubicBezTo>
                    <a:cubicBezTo>
                      <a:pt x="137" y="527"/>
                      <a:pt x="138" y="526"/>
                      <a:pt x="139" y="525"/>
                    </a:cubicBezTo>
                    <a:cubicBezTo>
                      <a:pt x="137" y="526"/>
                      <a:pt x="137" y="525"/>
                      <a:pt x="136" y="524"/>
                    </a:cubicBezTo>
                    <a:cubicBezTo>
                      <a:pt x="135" y="522"/>
                      <a:pt x="136" y="520"/>
                      <a:pt x="133" y="521"/>
                    </a:cubicBezTo>
                    <a:cubicBezTo>
                      <a:pt x="134" y="519"/>
                      <a:pt x="134" y="517"/>
                      <a:pt x="132" y="517"/>
                    </a:cubicBezTo>
                    <a:cubicBezTo>
                      <a:pt x="131" y="516"/>
                      <a:pt x="133" y="515"/>
                      <a:pt x="132" y="514"/>
                    </a:cubicBezTo>
                    <a:cubicBezTo>
                      <a:pt x="129" y="514"/>
                      <a:pt x="130" y="512"/>
                      <a:pt x="130" y="511"/>
                    </a:cubicBezTo>
                    <a:cubicBezTo>
                      <a:pt x="129" y="509"/>
                      <a:pt x="130" y="507"/>
                      <a:pt x="132" y="507"/>
                    </a:cubicBezTo>
                    <a:cubicBezTo>
                      <a:pt x="132" y="506"/>
                      <a:pt x="131" y="506"/>
                      <a:pt x="132" y="505"/>
                    </a:cubicBezTo>
                    <a:cubicBezTo>
                      <a:pt x="132" y="504"/>
                      <a:pt x="133" y="504"/>
                      <a:pt x="134" y="504"/>
                    </a:cubicBezTo>
                    <a:cubicBezTo>
                      <a:pt x="134" y="505"/>
                      <a:pt x="135" y="504"/>
                      <a:pt x="135" y="504"/>
                    </a:cubicBezTo>
                    <a:cubicBezTo>
                      <a:pt x="135" y="503"/>
                      <a:pt x="134" y="504"/>
                      <a:pt x="134" y="504"/>
                    </a:cubicBezTo>
                    <a:cubicBezTo>
                      <a:pt x="135" y="503"/>
                      <a:pt x="135" y="503"/>
                      <a:pt x="136" y="503"/>
                    </a:cubicBezTo>
                    <a:cubicBezTo>
                      <a:pt x="136" y="503"/>
                      <a:pt x="136" y="503"/>
                      <a:pt x="136" y="502"/>
                    </a:cubicBezTo>
                    <a:cubicBezTo>
                      <a:pt x="136" y="502"/>
                      <a:pt x="135" y="502"/>
                      <a:pt x="135" y="502"/>
                    </a:cubicBezTo>
                    <a:cubicBezTo>
                      <a:pt x="134" y="503"/>
                      <a:pt x="133" y="503"/>
                      <a:pt x="133" y="501"/>
                    </a:cubicBezTo>
                    <a:cubicBezTo>
                      <a:pt x="134" y="501"/>
                      <a:pt x="135" y="502"/>
                      <a:pt x="136" y="501"/>
                    </a:cubicBezTo>
                    <a:cubicBezTo>
                      <a:pt x="135" y="501"/>
                      <a:pt x="133" y="500"/>
                      <a:pt x="132" y="500"/>
                    </a:cubicBezTo>
                    <a:cubicBezTo>
                      <a:pt x="131" y="501"/>
                      <a:pt x="130" y="500"/>
                      <a:pt x="130" y="499"/>
                    </a:cubicBezTo>
                    <a:cubicBezTo>
                      <a:pt x="129" y="498"/>
                      <a:pt x="131" y="498"/>
                      <a:pt x="131" y="497"/>
                    </a:cubicBezTo>
                    <a:cubicBezTo>
                      <a:pt x="130" y="497"/>
                      <a:pt x="129" y="498"/>
                      <a:pt x="129" y="497"/>
                    </a:cubicBezTo>
                    <a:cubicBezTo>
                      <a:pt x="128" y="496"/>
                      <a:pt x="130" y="496"/>
                      <a:pt x="131" y="495"/>
                    </a:cubicBezTo>
                    <a:cubicBezTo>
                      <a:pt x="131" y="495"/>
                      <a:pt x="132" y="495"/>
                      <a:pt x="132" y="495"/>
                    </a:cubicBezTo>
                    <a:cubicBezTo>
                      <a:pt x="131" y="494"/>
                      <a:pt x="129" y="496"/>
                      <a:pt x="128" y="495"/>
                    </a:cubicBezTo>
                    <a:cubicBezTo>
                      <a:pt x="128" y="494"/>
                      <a:pt x="129" y="492"/>
                      <a:pt x="129" y="491"/>
                    </a:cubicBezTo>
                    <a:cubicBezTo>
                      <a:pt x="129" y="490"/>
                      <a:pt x="129" y="488"/>
                      <a:pt x="130" y="487"/>
                    </a:cubicBezTo>
                    <a:cubicBezTo>
                      <a:pt x="130" y="486"/>
                      <a:pt x="129" y="484"/>
                      <a:pt x="131" y="485"/>
                    </a:cubicBezTo>
                    <a:cubicBezTo>
                      <a:pt x="131" y="485"/>
                      <a:pt x="132" y="485"/>
                      <a:pt x="132" y="484"/>
                    </a:cubicBezTo>
                    <a:cubicBezTo>
                      <a:pt x="132" y="482"/>
                      <a:pt x="133" y="481"/>
                      <a:pt x="134" y="479"/>
                    </a:cubicBezTo>
                    <a:cubicBezTo>
                      <a:pt x="133" y="479"/>
                      <a:pt x="132" y="479"/>
                      <a:pt x="133" y="478"/>
                    </a:cubicBezTo>
                    <a:cubicBezTo>
                      <a:pt x="133" y="477"/>
                      <a:pt x="134" y="478"/>
                      <a:pt x="134" y="478"/>
                    </a:cubicBezTo>
                    <a:cubicBezTo>
                      <a:pt x="134" y="478"/>
                      <a:pt x="135" y="478"/>
                      <a:pt x="135" y="479"/>
                    </a:cubicBezTo>
                    <a:cubicBezTo>
                      <a:pt x="136" y="479"/>
                      <a:pt x="137" y="478"/>
                      <a:pt x="138" y="478"/>
                    </a:cubicBezTo>
                    <a:cubicBezTo>
                      <a:pt x="137" y="478"/>
                      <a:pt x="137" y="477"/>
                      <a:pt x="137" y="477"/>
                    </a:cubicBezTo>
                    <a:cubicBezTo>
                      <a:pt x="136" y="478"/>
                      <a:pt x="135" y="477"/>
                      <a:pt x="135" y="476"/>
                    </a:cubicBezTo>
                    <a:cubicBezTo>
                      <a:pt x="135" y="476"/>
                      <a:pt x="134" y="476"/>
                      <a:pt x="134" y="476"/>
                    </a:cubicBezTo>
                    <a:cubicBezTo>
                      <a:pt x="134" y="475"/>
                      <a:pt x="134" y="475"/>
                      <a:pt x="134" y="475"/>
                    </a:cubicBezTo>
                    <a:cubicBezTo>
                      <a:pt x="133" y="474"/>
                      <a:pt x="132" y="474"/>
                      <a:pt x="133" y="473"/>
                    </a:cubicBezTo>
                    <a:cubicBezTo>
                      <a:pt x="134" y="473"/>
                      <a:pt x="135" y="472"/>
                      <a:pt x="135" y="474"/>
                    </a:cubicBezTo>
                    <a:cubicBezTo>
                      <a:pt x="136" y="473"/>
                      <a:pt x="136" y="473"/>
                      <a:pt x="137" y="473"/>
                    </a:cubicBezTo>
                    <a:cubicBezTo>
                      <a:pt x="136" y="472"/>
                      <a:pt x="136" y="471"/>
                      <a:pt x="137" y="471"/>
                    </a:cubicBezTo>
                    <a:cubicBezTo>
                      <a:pt x="138" y="471"/>
                      <a:pt x="138" y="470"/>
                      <a:pt x="138" y="470"/>
                    </a:cubicBezTo>
                    <a:cubicBezTo>
                      <a:pt x="136" y="469"/>
                      <a:pt x="135" y="471"/>
                      <a:pt x="133" y="470"/>
                    </a:cubicBezTo>
                    <a:cubicBezTo>
                      <a:pt x="134" y="469"/>
                      <a:pt x="136" y="470"/>
                      <a:pt x="136" y="469"/>
                    </a:cubicBezTo>
                    <a:cubicBezTo>
                      <a:pt x="137" y="468"/>
                      <a:pt x="138" y="468"/>
                      <a:pt x="139" y="469"/>
                    </a:cubicBezTo>
                    <a:cubicBezTo>
                      <a:pt x="139" y="469"/>
                      <a:pt x="139" y="469"/>
                      <a:pt x="139" y="470"/>
                    </a:cubicBezTo>
                    <a:cubicBezTo>
                      <a:pt x="139" y="470"/>
                      <a:pt x="140" y="470"/>
                      <a:pt x="140" y="470"/>
                    </a:cubicBezTo>
                    <a:cubicBezTo>
                      <a:pt x="141" y="470"/>
                      <a:pt x="142" y="470"/>
                      <a:pt x="142" y="471"/>
                    </a:cubicBezTo>
                    <a:cubicBezTo>
                      <a:pt x="142" y="472"/>
                      <a:pt x="142" y="472"/>
                      <a:pt x="143" y="472"/>
                    </a:cubicBezTo>
                    <a:cubicBezTo>
                      <a:pt x="144" y="472"/>
                      <a:pt x="145" y="471"/>
                      <a:pt x="146" y="471"/>
                    </a:cubicBezTo>
                    <a:cubicBezTo>
                      <a:pt x="147" y="471"/>
                      <a:pt x="148" y="471"/>
                      <a:pt x="148" y="470"/>
                    </a:cubicBezTo>
                    <a:cubicBezTo>
                      <a:pt x="145" y="470"/>
                      <a:pt x="148" y="469"/>
                      <a:pt x="147" y="468"/>
                    </a:cubicBezTo>
                    <a:cubicBezTo>
                      <a:pt x="146" y="468"/>
                      <a:pt x="145" y="468"/>
                      <a:pt x="146" y="467"/>
                    </a:cubicBezTo>
                    <a:cubicBezTo>
                      <a:pt x="147" y="465"/>
                      <a:pt x="147" y="464"/>
                      <a:pt x="147" y="462"/>
                    </a:cubicBezTo>
                    <a:cubicBezTo>
                      <a:pt x="147" y="462"/>
                      <a:pt x="147" y="461"/>
                      <a:pt x="148" y="461"/>
                    </a:cubicBezTo>
                    <a:cubicBezTo>
                      <a:pt x="148" y="461"/>
                      <a:pt x="148" y="461"/>
                      <a:pt x="149" y="461"/>
                    </a:cubicBezTo>
                    <a:cubicBezTo>
                      <a:pt x="150" y="462"/>
                      <a:pt x="151" y="464"/>
                      <a:pt x="152" y="465"/>
                    </a:cubicBezTo>
                    <a:cubicBezTo>
                      <a:pt x="152" y="465"/>
                      <a:pt x="152" y="464"/>
                      <a:pt x="152" y="464"/>
                    </a:cubicBezTo>
                    <a:cubicBezTo>
                      <a:pt x="152" y="463"/>
                      <a:pt x="151" y="463"/>
                      <a:pt x="152" y="462"/>
                    </a:cubicBezTo>
                    <a:cubicBezTo>
                      <a:pt x="152" y="461"/>
                      <a:pt x="151" y="462"/>
                      <a:pt x="151" y="461"/>
                    </a:cubicBezTo>
                    <a:cubicBezTo>
                      <a:pt x="152" y="461"/>
                      <a:pt x="153" y="460"/>
                      <a:pt x="154" y="461"/>
                    </a:cubicBezTo>
                    <a:cubicBezTo>
                      <a:pt x="154" y="461"/>
                      <a:pt x="155" y="461"/>
                      <a:pt x="155" y="460"/>
                    </a:cubicBezTo>
                    <a:cubicBezTo>
                      <a:pt x="155" y="460"/>
                      <a:pt x="156" y="460"/>
                      <a:pt x="155" y="459"/>
                    </a:cubicBezTo>
                    <a:cubicBezTo>
                      <a:pt x="154" y="459"/>
                      <a:pt x="154" y="459"/>
                      <a:pt x="154" y="458"/>
                    </a:cubicBezTo>
                    <a:cubicBezTo>
                      <a:pt x="152" y="459"/>
                      <a:pt x="150" y="459"/>
                      <a:pt x="148" y="460"/>
                    </a:cubicBezTo>
                    <a:cubicBezTo>
                      <a:pt x="148" y="460"/>
                      <a:pt x="147" y="459"/>
                      <a:pt x="147" y="459"/>
                    </a:cubicBezTo>
                    <a:cubicBezTo>
                      <a:pt x="148" y="457"/>
                      <a:pt x="148" y="456"/>
                      <a:pt x="149" y="454"/>
                    </a:cubicBezTo>
                    <a:cubicBezTo>
                      <a:pt x="149" y="454"/>
                      <a:pt x="149" y="454"/>
                      <a:pt x="149" y="453"/>
                    </a:cubicBezTo>
                    <a:cubicBezTo>
                      <a:pt x="148" y="451"/>
                      <a:pt x="149" y="451"/>
                      <a:pt x="151" y="451"/>
                    </a:cubicBezTo>
                    <a:cubicBezTo>
                      <a:pt x="151" y="450"/>
                      <a:pt x="149" y="451"/>
                      <a:pt x="149" y="450"/>
                    </a:cubicBezTo>
                    <a:cubicBezTo>
                      <a:pt x="149" y="448"/>
                      <a:pt x="151" y="448"/>
                      <a:pt x="153" y="448"/>
                    </a:cubicBezTo>
                    <a:cubicBezTo>
                      <a:pt x="153" y="448"/>
                      <a:pt x="153" y="448"/>
                      <a:pt x="153" y="448"/>
                    </a:cubicBezTo>
                    <a:cubicBezTo>
                      <a:pt x="152" y="447"/>
                      <a:pt x="151" y="446"/>
                      <a:pt x="151" y="445"/>
                    </a:cubicBezTo>
                    <a:cubicBezTo>
                      <a:pt x="151" y="445"/>
                      <a:pt x="151" y="444"/>
                      <a:pt x="152" y="444"/>
                    </a:cubicBezTo>
                    <a:cubicBezTo>
                      <a:pt x="151" y="444"/>
                      <a:pt x="150" y="444"/>
                      <a:pt x="150" y="444"/>
                    </a:cubicBezTo>
                    <a:cubicBezTo>
                      <a:pt x="148" y="444"/>
                      <a:pt x="147" y="445"/>
                      <a:pt x="146" y="444"/>
                    </a:cubicBezTo>
                    <a:cubicBezTo>
                      <a:pt x="145" y="444"/>
                      <a:pt x="144" y="444"/>
                      <a:pt x="144" y="443"/>
                    </a:cubicBezTo>
                    <a:cubicBezTo>
                      <a:pt x="144" y="443"/>
                      <a:pt x="144" y="443"/>
                      <a:pt x="144" y="443"/>
                    </a:cubicBezTo>
                    <a:cubicBezTo>
                      <a:pt x="141" y="445"/>
                      <a:pt x="138" y="443"/>
                      <a:pt x="137" y="440"/>
                    </a:cubicBezTo>
                    <a:cubicBezTo>
                      <a:pt x="136" y="439"/>
                      <a:pt x="135" y="438"/>
                      <a:pt x="133" y="437"/>
                    </a:cubicBezTo>
                    <a:cubicBezTo>
                      <a:pt x="133" y="437"/>
                      <a:pt x="133" y="437"/>
                      <a:pt x="132" y="437"/>
                    </a:cubicBezTo>
                    <a:cubicBezTo>
                      <a:pt x="131" y="437"/>
                      <a:pt x="130" y="437"/>
                      <a:pt x="129" y="437"/>
                    </a:cubicBezTo>
                    <a:cubicBezTo>
                      <a:pt x="127" y="436"/>
                      <a:pt x="127" y="435"/>
                      <a:pt x="126" y="434"/>
                    </a:cubicBezTo>
                    <a:cubicBezTo>
                      <a:pt x="126" y="433"/>
                      <a:pt x="126" y="433"/>
                      <a:pt x="126" y="433"/>
                    </a:cubicBezTo>
                    <a:cubicBezTo>
                      <a:pt x="123" y="430"/>
                      <a:pt x="123" y="429"/>
                      <a:pt x="126" y="428"/>
                    </a:cubicBezTo>
                    <a:cubicBezTo>
                      <a:pt x="127" y="427"/>
                      <a:pt x="127" y="427"/>
                      <a:pt x="128" y="427"/>
                    </a:cubicBezTo>
                    <a:cubicBezTo>
                      <a:pt x="129" y="429"/>
                      <a:pt x="132" y="428"/>
                      <a:pt x="134" y="429"/>
                    </a:cubicBezTo>
                    <a:cubicBezTo>
                      <a:pt x="135" y="429"/>
                      <a:pt x="135" y="429"/>
                      <a:pt x="136" y="429"/>
                    </a:cubicBezTo>
                    <a:cubicBezTo>
                      <a:pt x="137" y="429"/>
                      <a:pt x="138" y="431"/>
                      <a:pt x="139" y="432"/>
                    </a:cubicBezTo>
                    <a:cubicBezTo>
                      <a:pt x="140" y="432"/>
                      <a:pt x="140" y="432"/>
                      <a:pt x="141" y="433"/>
                    </a:cubicBezTo>
                    <a:cubicBezTo>
                      <a:pt x="143" y="435"/>
                      <a:pt x="146" y="436"/>
                      <a:pt x="148" y="437"/>
                    </a:cubicBezTo>
                    <a:cubicBezTo>
                      <a:pt x="149" y="437"/>
                      <a:pt x="149" y="437"/>
                      <a:pt x="149" y="437"/>
                    </a:cubicBezTo>
                    <a:cubicBezTo>
                      <a:pt x="151" y="437"/>
                      <a:pt x="149" y="435"/>
                      <a:pt x="150" y="434"/>
                    </a:cubicBezTo>
                    <a:cubicBezTo>
                      <a:pt x="149" y="436"/>
                      <a:pt x="148" y="436"/>
                      <a:pt x="147" y="434"/>
                    </a:cubicBezTo>
                    <a:cubicBezTo>
                      <a:pt x="147" y="434"/>
                      <a:pt x="146" y="434"/>
                      <a:pt x="146" y="433"/>
                    </a:cubicBezTo>
                    <a:cubicBezTo>
                      <a:pt x="146" y="433"/>
                      <a:pt x="146" y="433"/>
                      <a:pt x="146" y="433"/>
                    </a:cubicBezTo>
                    <a:cubicBezTo>
                      <a:pt x="147" y="433"/>
                      <a:pt x="147" y="433"/>
                      <a:pt x="147" y="434"/>
                    </a:cubicBezTo>
                    <a:cubicBezTo>
                      <a:pt x="148" y="433"/>
                      <a:pt x="149" y="434"/>
                      <a:pt x="148" y="433"/>
                    </a:cubicBezTo>
                    <a:cubicBezTo>
                      <a:pt x="147" y="431"/>
                      <a:pt x="149" y="432"/>
                      <a:pt x="149" y="431"/>
                    </a:cubicBezTo>
                    <a:cubicBezTo>
                      <a:pt x="149" y="431"/>
                      <a:pt x="149" y="430"/>
                      <a:pt x="149" y="430"/>
                    </a:cubicBezTo>
                    <a:cubicBezTo>
                      <a:pt x="148" y="430"/>
                      <a:pt x="147" y="431"/>
                      <a:pt x="147" y="429"/>
                    </a:cubicBezTo>
                    <a:cubicBezTo>
                      <a:pt x="148" y="429"/>
                      <a:pt x="149" y="429"/>
                      <a:pt x="150" y="430"/>
                    </a:cubicBezTo>
                    <a:cubicBezTo>
                      <a:pt x="149" y="428"/>
                      <a:pt x="149" y="427"/>
                      <a:pt x="148" y="426"/>
                    </a:cubicBezTo>
                    <a:cubicBezTo>
                      <a:pt x="146" y="427"/>
                      <a:pt x="145" y="426"/>
                      <a:pt x="143" y="425"/>
                    </a:cubicBezTo>
                    <a:cubicBezTo>
                      <a:pt x="143" y="425"/>
                      <a:pt x="142" y="424"/>
                      <a:pt x="141" y="423"/>
                    </a:cubicBezTo>
                    <a:cubicBezTo>
                      <a:pt x="143" y="422"/>
                      <a:pt x="144" y="424"/>
                      <a:pt x="146" y="424"/>
                    </a:cubicBezTo>
                    <a:cubicBezTo>
                      <a:pt x="145" y="423"/>
                      <a:pt x="145" y="422"/>
                      <a:pt x="145" y="422"/>
                    </a:cubicBezTo>
                    <a:cubicBezTo>
                      <a:pt x="144" y="422"/>
                      <a:pt x="143" y="422"/>
                      <a:pt x="143" y="421"/>
                    </a:cubicBezTo>
                    <a:cubicBezTo>
                      <a:pt x="142" y="421"/>
                      <a:pt x="142" y="421"/>
                      <a:pt x="142" y="421"/>
                    </a:cubicBezTo>
                    <a:cubicBezTo>
                      <a:pt x="141" y="422"/>
                      <a:pt x="140" y="422"/>
                      <a:pt x="140" y="422"/>
                    </a:cubicBezTo>
                    <a:cubicBezTo>
                      <a:pt x="139" y="421"/>
                      <a:pt x="140" y="420"/>
                      <a:pt x="140" y="420"/>
                    </a:cubicBezTo>
                    <a:cubicBezTo>
                      <a:pt x="140" y="420"/>
                      <a:pt x="140" y="420"/>
                      <a:pt x="140" y="420"/>
                    </a:cubicBezTo>
                    <a:cubicBezTo>
                      <a:pt x="139" y="420"/>
                      <a:pt x="138" y="420"/>
                      <a:pt x="138" y="421"/>
                    </a:cubicBezTo>
                    <a:cubicBezTo>
                      <a:pt x="137" y="421"/>
                      <a:pt x="137" y="420"/>
                      <a:pt x="137" y="420"/>
                    </a:cubicBezTo>
                    <a:cubicBezTo>
                      <a:pt x="136" y="420"/>
                      <a:pt x="136" y="420"/>
                      <a:pt x="135" y="420"/>
                    </a:cubicBezTo>
                    <a:cubicBezTo>
                      <a:pt x="134" y="420"/>
                      <a:pt x="133" y="420"/>
                      <a:pt x="133" y="418"/>
                    </a:cubicBezTo>
                    <a:cubicBezTo>
                      <a:pt x="133" y="417"/>
                      <a:pt x="134" y="416"/>
                      <a:pt x="135" y="416"/>
                    </a:cubicBezTo>
                    <a:cubicBezTo>
                      <a:pt x="135" y="416"/>
                      <a:pt x="135" y="416"/>
                      <a:pt x="135" y="416"/>
                    </a:cubicBezTo>
                    <a:cubicBezTo>
                      <a:pt x="134" y="415"/>
                      <a:pt x="134" y="415"/>
                      <a:pt x="135" y="414"/>
                    </a:cubicBezTo>
                    <a:cubicBezTo>
                      <a:pt x="136" y="413"/>
                      <a:pt x="137" y="413"/>
                      <a:pt x="138" y="412"/>
                    </a:cubicBezTo>
                    <a:cubicBezTo>
                      <a:pt x="138" y="412"/>
                      <a:pt x="139" y="412"/>
                      <a:pt x="139" y="412"/>
                    </a:cubicBezTo>
                    <a:cubicBezTo>
                      <a:pt x="141" y="412"/>
                      <a:pt x="143" y="411"/>
                      <a:pt x="143" y="409"/>
                    </a:cubicBezTo>
                    <a:cubicBezTo>
                      <a:pt x="143" y="408"/>
                      <a:pt x="143" y="408"/>
                      <a:pt x="142" y="408"/>
                    </a:cubicBezTo>
                    <a:cubicBezTo>
                      <a:pt x="142" y="410"/>
                      <a:pt x="141" y="410"/>
                      <a:pt x="140" y="411"/>
                    </a:cubicBezTo>
                    <a:cubicBezTo>
                      <a:pt x="139" y="411"/>
                      <a:pt x="138" y="411"/>
                      <a:pt x="137" y="410"/>
                    </a:cubicBezTo>
                    <a:cubicBezTo>
                      <a:pt x="136" y="409"/>
                      <a:pt x="136" y="409"/>
                      <a:pt x="136" y="409"/>
                    </a:cubicBezTo>
                    <a:cubicBezTo>
                      <a:pt x="135" y="409"/>
                      <a:pt x="135" y="409"/>
                      <a:pt x="134" y="409"/>
                    </a:cubicBezTo>
                    <a:cubicBezTo>
                      <a:pt x="135" y="409"/>
                      <a:pt x="135" y="409"/>
                      <a:pt x="135" y="410"/>
                    </a:cubicBezTo>
                    <a:cubicBezTo>
                      <a:pt x="135" y="410"/>
                      <a:pt x="135" y="411"/>
                      <a:pt x="135" y="411"/>
                    </a:cubicBezTo>
                    <a:cubicBezTo>
                      <a:pt x="134" y="412"/>
                      <a:pt x="134" y="412"/>
                      <a:pt x="132" y="412"/>
                    </a:cubicBezTo>
                    <a:cubicBezTo>
                      <a:pt x="132" y="412"/>
                      <a:pt x="132" y="411"/>
                      <a:pt x="132" y="411"/>
                    </a:cubicBezTo>
                    <a:cubicBezTo>
                      <a:pt x="131" y="408"/>
                      <a:pt x="133" y="410"/>
                      <a:pt x="133" y="410"/>
                    </a:cubicBezTo>
                    <a:cubicBezTo>
                      <a:pt x="133" y="410"/>
                      <a:pt x="133" y="410"/>
                      <a:pt x="133" y="410"/>
                    </a:cubicBezTo>
                    <a:cubicBezTo>
                      <a:pt x="133" y="409"/>
                      <a:pt x="133" y="409"/>
                      <a:pt x="133" y="409"/>
                    </a:cubicBezTo>
                    <a:cubicBezTo>
                      <a:pt x="132" y="408"/>
                      <a:pt x="133" y="407"/>
                      <a:pt x="134" y="407"/>
                    </a:cubicBezTo>
                    <a:cubicBezTo>
                      <a:pt x="135" y="406"/>
                      <a:pt x="135" y="406"/>
                      <a:pt x="135" y="404"/>
                    </a:cubicBezTo>
                    <a:cubicBezTo>
                      <a:pt x="133" y="404"/>
                      <a:pt x="134" y="407"/>
                      <a:pt x="132" y="407"/>
                    </a:cubicBezTo>
                    <a:cubicBezTo>
                      <a:pt x="132" y="407"/>
                      <a:pt x="132" y="406"/>
                      <a:pt x="131" y="406"/>
                    </a:cubicBezTo>
                    <a:cubicBezTo>
                      <a:pt x="131" y="407"/>
                      <a:pt x="131" y="407"/>
                      <a:pt x="130" y="407"/>
                    </a:cubicBezTo>
                    <a:cubicBezTo>
                      <a:pt x="130" y="408"/>
                      <a:pt x="129" y="408"/>
                      <a:pt x="129" y="409"/>
                    </a:cubicBezTo>
                    <a:cubicBezTo>
                      <a:pt x="130" y="411"/>
                      <a:pt x="128" y="410"/>
                      <a:pt x="127" y="410"/>
                    </a:cubicBezTo>
                    <a:cubicBezTo>
                      <a:pt x="129" y="413"/>
                      <a:pt x="129" y="413"/>
                      <a:pt x="126" y="415"/>
                    </a:cubicBezTo>
                    <a:cubicBezTo>
                      <a:pt x="126" y="415"/>
                      <a:pt x="126" y="415"/>
                      <a:pt x="126" y="415"/>
                    </a:cubicBezTo>
                    <a:cubicBezTo>
                      <a:pt x="126" y="415"/>
                      <a:pt x="126" y="415"/>
                      <a:pt x="125" y="415"/>
                    </a:cubicBezTo>
                    <a:cubicBezTo>
                      <a:pt x="125" y="415"/>
                      <a:pt x="126" y="415"/>
                      <a:pt x="126" y="415"/>
                    </a:cubicBezTo>
                    <a:cubicBezTo>
                      <a:pt x="124" y="416"/>
                      <a:pt x="123" y="417"/>
                      <a:pt x="121" y="415"/>
                    </a:cubicBezTo>
                    <a:cubicBezTo>
                      <a:pt x="121" y="415"/>
                      <a:pt x="121" y="414"/>
                      <a:pt x="120" y="415"/>
                    </a:cubicBezTo>
                    <a:cubicBezTo>
                      <a:pt x="119" y="416"/>
                      <a:pt x="118" y="415"/>
                      <a:pt x="117" y="414"/>
                    </a:cubicBezTo>
                    <a:cubicBezTo>
                      <a:pt x="117" y="413"/>
                      <a:pt x="117" y="411"/>
                      <a:pt x="115" y="409"/>
                    </a:cubicBezTo>
                    <a:cubicBezTo>
                      <a:pt x="115" y="409"/>
                      <a:pt x="115" y="408"/>
                      <a:pt x="116" y="408"/>
                    </a:cubicBezTo>
                    <a:cubicBezTo>
                      <a:pt x="117" y="408"/>
                      <a:pt x="117" y="407"/>
                      <a:pt x="118" y="407"/>
                    </a:cubicBezTo>
                    <a:cubicBezTo>
                      <a:pt x="118" y="406"/>
                      <a:pt x="118" y="406"/>
                      <a:pt x="119" y="405"/>
                    </a:cubicBezTo>
                    <a:cubicBezTo>
                      <a:pt x="120" y="404"/>
                      <a:pt x="121" y="405"/>
                      <a:pt x="122" y="404"/>
                    </a:cubicBezTo>
                    <a:cubicBezTo>
                      <a:pt x="122" y="404"/>
                      <a:pt x="122" y="404"/>
                      <a:pt x="122" y="404"/>
                    </a:cubicBezTo>
                    <a:cubicBezTo>
                      <a:pt x="122" y="404"/>
                      <a:pt x="122" y="403"/>
                      <a:pt x="122" y="403"/>
                    </a:cubicBezTo>
                    <a:cubicBezTo>
                      <a:pt x="121" y="404"/>
                      <a:pt x="120" y="405"/>
                      <a:pt x="119" y="404"/>
                    </a:cubicBezTo>
                    <a:cubicBezTo>
                      <a:pt x="118" y="404"/>
                      <a:pt x="117" y="403"/>
                      <a:pt x="117" y="402"/>
                    </a:cubicBezTo>
                    <a:cubicBezTo>
                      <a:pt x="117" y="401"/>
                      <a:pt x="118" y="400"/>
                      <a:pt x="119" y="400"/>
                    </a:cubicBezTo>
                    <a:cubicBezTo>
                      <a:pt x="120" y="399"/>
                      <a:pt x="121" y="398"/>
                      <a:pt x="121" y="397"/>
                    </a:cubicBezTo>
                    <a:cubicBezTo>
                      <a:pt x="121" y="395"/>
                      <a:pt x="120" y="396"/>
                      <a:pt x="120" y="397"/>
                    </a:cubicBezTo>
                    <a:cubicBezTo>
                      <a:pt x="120" y="397"/>
                      <a:pt x="119" y="398"/>
                      <a:pt x="119" y="398"/>
                    </a:cubicBezTo>
                    <a:cubicBezTo>
                      <a:pt x="118" y="398"/>
                      <a:pt x="118" y="399"/>
                      <a:pt x="117" y="399"/>
                    </a:cubicBezTo>
                    <a:cubicBezTo>
                      <a:pt x="116" y="399"/>
                      <a:pt x="116" y="398"/>
                      <a:pt x="117" y="398"/>
                    </a:cubicBezTo>
                    <a:cubicBezTo>
                      <a:pt x="117" y="397"/>
                      <a:pt x="117" y="396"/>
                      <a:pt x="118" y="396"/>
                    </a:cubicBezTo>
                    <a:cubicBezTo>
                      <a:pt x="119" y="396"/>
                      <a:pt x="119" y="396"/>
                      <a:pt x="119" y="395"/>
                    </a:cubicBezTo>
                    <a:cubicBezTo>
                      <a:pt x="119" y="395"/>
                      <a:pt x="119" y="395"/>
                      <a:pt x="119" y="395"/>
                    </a:cubicBezTo>
                    <a:cubicBezTo>
                      <a:pt x="119" y="395"/>
                      <a:pt x="119" y="394"/>
                      <a:pt x="119" y="394"/>
                    </a:cubicBezTo>
                    <a:cubicBezTo>
                      <a:pt x="119" y="394"/>
                      <a:pt x="119" y="394"/>
                      <a:pt x="118" y="394"/>
                    </a:cubicBezTo>
                    <a:cubicBezTo>
                      <a:pt x="117" y="394"/>
                      <a:pt x="116" y="393"/>
                      <a:pt x="116" y="393"/>
                    </a:cubicBezTo>
                    <a:cubicBezTo>
                      <a:pt x="117" y="392"/>
                      <a:pt x="118" y="391"/>
                      <a:pt x="119" y="390"/>
                    </a:cubicBezTo>
                    <a:cubicBezTo>
                      <a:pt x="119" y="390"/>
                      <a:pt x="119" y="392"/>
                      <a:pt x="120" y="391"/>
                    </a:cubicBezTo>
                    <a:cubicBezTo>
                      <a:pt x="120" y="391"/>
                      <a:pt x="120" y="391"/>
                      <a:pt x="120" y="391"/>
                    </a:cubicBezTo>
                    <a:cubicBezTo>
                      <a:pt x="121" y="391"/>
                      <a:pt x="121" y="391"/>
                      <a:pt x="121" y="391"/>
                    </a:cubicBezTo>
                    <a:cubicBezTo>
                      <a:pt x="121" y="390"/>
                      <a:pt x="121" y="389"/>
                      <a:pt x="122" y="389"/>
                    </a:cubicBezTo>
                    <a:cubicBezTo>
                      <a:pt x="122" y="389"/>
                      <a:pt x="122" y="389"/>
                      <a:pt x="122" y="389"/>
                    </a:cubicBezTo>
                    <a:cubicBezTo>
                      <a:pt x="122" y="389"/>
                      <a:pt x="122" y="389"/>
                      <a:pt x="122" y="388"/>
                    </a:cubicBezTo>
                    <a:cubicBezTo>
                      <a:pt x="121" y="388"/>
                      <a:pt x="121" y="388"/>
                      <a:pt x="121" y="388"/>
                    </a:cubicBezTo>
                    <a:cubicBezTo>
                      <a:pt x="120" y="389"/>
                      <a:pt x="120" y="389"/>
                      <a:pt x="120" y="387"/>
                    </a:cubicBezTo>
                    <a:cubicBezTo>
                      <a:pt x="120" y="386"/>
                      <a:pt x="119" y="387"/>
                      <a:pt x="119" y="388"/>
                    </a:cubicBezTo>
                    <a:cubicBezTo>
                      <a:pt x="118" y="389"/>
                      <a:pt x="118" y="389"/>
                      <a:pt x="117" y="389"/>
                    </a:cubicBezTo>
                    <a:cubicBezTo>
                      <a:pt x="115" y="389"/>
                      <a:pt x="115" y="389"/>
                      <a:pt x="116" y="387"/>
                    </a:cubicBezTo>
                    <a:cubicBezTo>
                      <a:pt x="116" y="387"/>
                      <a:pt x="115" y="386"/>
                      <a:pt x="114" y="387"/>
                    </a:cubicBezTo>
                    <a:cubicBezTo>
                      <a:pt x="114" y="388"/>
                      <a:pt x="113" y="388"/>
                      <a:pt x="113" y="388"/>
                    </a:cubicBezTo>
                    <a:cubicBezTo>
                      <a:pt x="112" y="387"/>
                      <a:pt x="113" y="387"/>
                      <a:pt x="113" y="386"/>
                    </a:cubicBezTo>
                    <a:cubicBezTo>
                      <a:pt x="114" y="386"/>
                      <a:pt x="114" y="385"/>
                      <a:pt x="115" y="384"/>
                    </a:cubicBezTo>
                    <a:cubicBezTo>
                      <a:pt x="116" y="386"/>
                      <a:pt x="117" y="387"/>
                      <a:pt x="118" y="385"/>
                    </a:cubicBezTo>
                    <a:cubicBezTo>
                      <a:pt x="119" y="383"/>
                      <a:pt x="119" y="383"/>
                      <a:pt x="121" y="385"/>
                    </a:cubicBezTo>
                    <a:cubicBezTo>
                      <a:pt x="122" y="385"/>
                      <a:pt x="122" y="385"/>
                      <a:pt x="123" y="384"/>
                    </a:cubicBezTo>
                    <a:cubicBezTo>
                      <a:pt x="123" y="383"/>
                      <a:pt x="123" y="382"/>
                      <a:pt x="123" y="381"/>
                    </a:cubicBezTo>
                    <a:cubicBezTo>
                      <a:pt x="122" y="380"/>
                      <a:pt x="121" y="380"/>
                      <a:pt x="120" y="380"/>
                    </a:cubicBezTo>
                    <a:cubicBezTo>
                      <a:pt x="120" y="381"/>
                      <a:pt x="120" y="383"/>
                      <a:pt x="118" y="381"/>
                    </a:cubicBezTo>
                    <a:cubicBezTo>
                      <a:pt x="117" y="382"/>
                      <a:pt x="117" y="381"/>
                      <a:pt x="116" y="381"/>
                    </a:cubicBezTo>
                    <a:cubicBezTo>
                      <a:pt x="116" y="380"/>
                      <a:pt x="116" y="380"/>
                      <a:pt x="116" y="380"/>
                    </a:cubicBezTo>
                    <a:cubicBezTo>
                      <a:pt x="117" y="379"/>
                      <a:pt x="117" y="379"/>
                      <a:pt x="118" y="380"/>
                    </a:cubicBezTo>
                    <a:cubicBezTo>
                      <a:pt x="119" y="379"/>
                      <a:pt x="117" y="379"/>
                      <a:pt x="117" y="379"/>
                    </a:cubicBezTo>
                    <a:cubicBezTo>
                      <a:pt x="117" y="379"/>
                      <a:pt x="116" y="379"/>
                      <a:pt x="116" y="378"/>
                    </a:cubicBezTo>
                    <a:cubicBezTo>
                      <a:pt x="116" y="377"/>
                      <a:pt x="117" y="378"/>
                      <a:pt x="118" y="377"/>
                    </a:cubicBezTo>
                    <a:cubicBezTo>
                      <a:pt x="118" y="376"/>
                      <a:pt x="119" y="376"/>
                      <a:pt x="120" y="376"/>
                    </a:cubicBezTo>
                    <a:cubicBezTo>
                      <a:pt x="120" y="376"/>
                      <a:pt x="120" y="375"/>
                      <a:pt x="119" y="375"/>
                    </a:cubicBezTo>
                    <a:cubicBezTo>
                      <a:pt x="117" y="374"/>
                      <a:pt x="118" y="373"/>
                      <a:pt x="119" y="372"/>
                    </a:cubicBezTo>
                    <a:cubicBezTo>
                      <a:pt x="120" y="369"/>
                      <a:pt x="118" y="370"/>
                      <a:pt x="117" y="370"/>
                    </a:cubicBezTo>
                    <a:cubicBezTo>
                      <a:pt x="117" y="370"/>
                      <a:pt x="117" y="371"/>
                      <a:pt x="117" y="371"/>
                    </a:cubicBezTo>
                    <a:cubicBezTo>
                      <a:pt x="117" y="371"/>
                      <a:pt x="117" y="372"/>
                      <a:pt x="117" y="372"/>
                    </a:cubicBezTo>
                    <a:cubicBezTo>
                      <a:pt x="117" y="372"/>
                      <a:pt x="118" y="371"/>
                      <a:pt x="118" y="372"/>
                    </a:cubicBezTo>
                    <a:cubicBezTo>
                      <a:pt x="118" y="373"/>
                      <a:pt x="117" y="373"/>
                      <a:pt x="117" y="373"/>
                    </a:cubicBezTo>
                    <a:cubicBezTo>
                      <a:pt x="116" y="374"/>
                      <a:pt x="115" y="374"/>
                      <a:pt x="115" y="373"/>
                    </a:cubicBezTo>
                    <a:cubicBezTo>
                      <a:pt x="115" y="373"/>
                      <a:pt x="115" y="373"/>
                      <a:pt x="114" y="373"/>
                    </a:cubicBezTo>
                    <a:cubicBezTo>
                      <a:pt x="114" y="373"/>
                      <a:pt x="113" y="373"/>
                      <a:pt x="113" y="372"/>
                    </a:cubicBezTo>
                    <a:cubicBezTo>
                      <a:pt x="113" y="371"/>
                      <a:pt x="114" y="371"/>
                      <a:pt x="114" y="371"/>
                    </a:cubicBezTo>
                    <a:cubicBezTo>
                      <a:pt x="115" y="372"/>
                      <a:pt x="115" y="371"/>
                      <a:pt x="116" y="371"/>
                    </a:cubicBezTo>
                    <a:cubicBezTo>
                      <a:pt x="116" y="370"/>
                      <a:pt x="115" y="369"/>
                      <a:pt x="115" y="368"/>
                    </a:cubicBezTo>
                    <a:cubicBezTo>
                      <a:pt x="116" y="368"/>
                      <a:pt x="116" y="369"/>
                      <a:pt x="117" y="369"/>
                    </a:cubicBezTo>
                    <a:cubicBezTo>
                      <a:pt x="118" y="368"/>
                      <a:pt x="116" y="367"/>
                      <a:pt x="116" y="366"/>
                    </a:cubicBezTo>
                    <a:cubicBezTo>
                      <a:pt x="115" y="365"/>
                      <a:pt x="114" y="365"/>
                      <a:pt x="114" y="364"/>
                    </a:cubicBezTo>
                    <a:cubicBezTo>
                      <a:pt x="114" y="363"/>
                      <a:pt x="115" y="362"/>
                      <a:pt x="115" y="361"/>
                    </a:cubicBezTo>
                    <a:cubicBezTo>
                      <a:pt x="117" y="361"/>
                      <a:pt x="117" y="360"/>
                      <a:pt x="116" y="359"/>
                    </a:cubicBezTo>
                    <a:cubicBezTo>
                      <a:pt x="114" y="358"/>
                      <a:pt x="113" y="356"/>
                      <a:pt x="112" y="355"/>
                    </a:cubicBezTo>
                    <a:cubicBezTo>
                      <a:pt x="112" y="354"/>
                      <a:pt x="112" y="353"/>
                      <a:pt x="113" y="352"/>
                    </a:cubicBezTo>
                    <a:cubicBezTo>
                      <a:pt x="113" y="352"/>
                      <a:pt x="114" y="351"/>
                      <a:pt x="112" y="350"/>
                    </a:cubicBezTo>
                    <a:cubicBezTo>
                      <a:pt x="111" y="353"/>
                      <a:pt x="109" y="354"/>
                      <a:pt x="106" y="354"/>
                    </a:cubicBezTo>
                    <a:cubicBezTo>
                      <a:pt x="107" y="353"/>
                      <a:pt x="108" y="352"/>
                      <a:pt x="109" y="352"/>
                    </a:cubicBezTo>
                    <a:cubicBezTo>
                      <a:pt x="111" y="351"/>
                      <a:pt x="112" y="350"/>
                      <a:pt x="110" y="348"/>
                    </a:cubicBezTo>
                    <a:cubicBezTo>
                      <a:pt x="111" y="348"/>
                      <a:pt x="112" y="348"/>
                      <a:pt x="112" y="348"/>
                    </a:cubicBezTo>
                    <a:cubicBezTo>
                      <a:pt x="113" y="348"/>
                      <a:pt x="113" y="347"/>
                      <a:pt x="112" y="346"/>
                    </a:cubicBezTo>
                    <a:cubicBezTo>
                      <a:pt x="112" y="346"/>
                      <a:pt x="112" y="346"/>
                      <a:pt x="112" y="346"/>
                    </a:cubicBezTo>
                    <a:cubicBezTo>
                      <a:pt x="111" y="347"/>
                      <a:pt x="110" y="347"/>
                      <a:pt x="110" y="346"/>
                    </a:cubicBezTo>
                    <a:cubicBezTo>
                      <a:pt x="109" y="345"/>
                      <a:pt x="111" y="346"/>
                      <a:pt x="111" y="345"/>
                    </a:cubicBezTo>
                    <a:cubicBezTo>
                      <a:pt x="110" y="345"/>
                      <a:pt x="109" y="345"/>
                      <a:pt x="108" y="344"/>
                    </a:cubicBezTo>
                    <a:cubicBezTo>
                      <a:pt x="107" y="345"/>
                      <a:pt x="106" y="345"/>
                      <a:pt x="104" y="344"/>
                    </a:cubicBezTo>
                    <a:cubicBezTo>
                      <a:pt x="106" y="344"/>
                      <a:pt x="108" y="343"/>
                      <a:pt x="109" y="343"/>
                    </a:cubicBezTo>
                    <a:cubicBezTo>
                      <a:pt x="110" y="343"/>
                      <a:pt x="111" y="344"/>
                      <a:pt x="112" y="344"/>
                    </a:cubicBezTo>
                    <a:cubicBezTo>
                      <a:pt x="113" y="344"/>
                      <a:pt x="113" y="344"/>
                      <a:pt x="113" y="344"/>
                    </a:cubicBezTo>
                    <a:cubicBezTo>
                      <a:pt x="112" y="343"/>
                      <a:pt x="110" y="343"/>
                      <a:pt x="111" y="341"/>
                    </a:cubicBezTo>
                    <a:cubicBezTo>
                      <a:pt x="110" y="341"/>
                      <a:pt x="109" y="340"/>
                      <a:pt x="108" y="339"/>
                    </a:cubicBezTo>
                    <a:cubicBezTo>
                      <a:pt x="107" y="339"/>
                      <a:pt x="106" y="338"/>
                      <a:pt x="107" y="337"/>
                    </a:cubicBezTo>
                    <a:cubicBezTo>
                      <a:pt x="108" y="337"/>
                      <a:pt x="108" y="336"/>
                      <a:pt x="108" y="335"/>
                    </a:cubicBezTo>
                    <a:cubicBezTo>
                      <a:pt x="107" y="334"/>
                      <a:pt x="106" y="334"/>
                      <a:pt x="106" y="334"/>
                    </a:cubicBezTo>
                    <a:cubicBezTo>
                      <a:pt x="105" y="333"/>
                      <a:pt x="103" y="332"/>
                      <a:pt x="102" y="331"/>
                    </a:cubicBezTo>
                    <a:cubicBezTo>
                      <a:pt x="101" y="330"/>
                      <a:pt x="100" y="330"/>
                      <a:pt x="100" y="329"/>
                    </a:cubicBezTo>
                    <a:cubicBezTo>
                      <a:pt x="101" y="328"/>
                      <a:pt x="102" y="327"/>
                      <a:pt x="99" y="326"/>
                    </a:cubicBezTo>
                    <a:cubicBezTo>
                      <a:pt x="98" y="326"/>
                      <a:pt x="98" y="323"/>
                      <a:pt x="98" y="322"/>
                    </a:cubicBezTo>
                    <a:cubicBezTo>
                      <a:pt x="98" y="322"/>
                      <a:pt x="97" y="322"/>
                      <a:pt x="97" y="322"/>
                    </a:cubicBezTo>
                    <a:cubicBezTo>
                      <a:pt x="96" y="322"/>
                      <a:pt x="97" y="321"/>
                      <a:pt x="97" y="321"/>
                    </a:cubicBezTo>
                    <a:cubicBezTo>
                      <a:pt x="98" y="320"/>
                      <a:pt x="98" y="320"/>
                      <a:pt x="99" y="320"/>
                    </a:cubicBezTo>
                    <a:cubicBezTo>
                      <a:pt x="99" y="320"/>
                      <a:pt x="99" y="320"/>
                      <a:pt x="99" y="320"/>
                    </a:cubicBezTo>
                    <a:cubicBezTo>
                      <a:pt x="99" y="319"/>
                      <a:pt x="99" y="318"/>
                      <a:pt x="100" y="318"/>
                    </a:cubicBezTo>
                    <a:cubicBezTo>
                      <a:pt x="99" y="317"/>
                      <a:pt x="97" y="317"/>
                      <a:pt x="98" y="315"/>
                    </a:cubicBezTo>
                    <a:cubicBezTo>
                      <a:pt x="97" y="315"/>
                      <a:pt x="98" y="310"/>
                      <a:pt x="95" y="313"/>
                    </a:cubicBezTo>
                    <a:cubicBezTo>
                      <a:pt x="94" y="313"/>
                      <a:pt x="92" y="311"/>
                      <a:pt x="93" y="310"/>
                    </a:cubicBezTo>
                    <a:cubicBezTo>
                      <a:pt x="93" y="309"/>
                      <a:pt x="93" y="309"/>
                      <a:pt x="93" y="308"/>
                    </a:cubicBezTo>
                    <a:cubicBezTo>
                      <a:pt x="92" y="308"/>
                      <a:pt x="92" y="308"/>
                      <a:pt x="91" y="308"/>
                    </a:cubicBezTo>
                    <a:cubicBezTo>
                      <a:pt x="90" y="310"/>
                      <a:pt x="90" y="309"/>
                      <a:pt x="89" y="308"/>
                    </a:cubicBezTo>
                    <a:cubicBezTo>
                      <a:pt x="86" y="304"/>
                      <a:pt x="82" y="301"/>
                      <a:pt x="77" y="300"/>
                    </a:cubicBezTo>
                    <a:cubicBezTo>
                      <a:pt x="75" y="299"/>
                      <a:pt x="73" y="299"/>
                      <a:pt x="73" y="297"/>
                    </a:cubicBezTo>
                    <a:cubicBezTo>
                      <a:pt x="73" y="297"/>
                      <a:pt x="72" y="297"/>
                      <a:pt x="72" y="297"/>
                    </a:cubicBezTo>
                    <a:cubicBezTo>
                      <a:pt x="71" y="298"/>
                      <a:pt x="69" y="297"/>
                      <a:pt x="68" y="298"/>
                    </a:cubicBezTo>
                    <a:cubicBezTo>
                      <a:pt x="69" y="295"/>
                      <a:pt x="66" y="296"/>
                      <a:pt x="65" y="295"/>
                    </a:cubicBezTo>
                    <a:cubicBezTo>
                      <a:pt x="63" y="297"/>
                      <a:pt x="63" y="300"/>
                      <a:pt x="60" y="302"/>
                    </a:cubicBezTo>
                    <a:cubicBezTo>
                      <a:pt x="60" y="300"/>
                      <a:pt x="58" y="298"/>
                      <a:pt x="59" y="296"/>
                    </a:cubicBezTo>
                    <a:cubicBezTo>
                      <a:pt x="59" y="296"/>
                      <a:pt x="59" y="295"/>
                      <a:pt x="59" y="295"/>
                    </a:cubicBezTo>
                    <a:cubicBezTo>
                      <a:pt x="58" y="295"/>
                      <a:pt x="58" y="296"/>
                      <a:pt x="58" y="296"/>
                    </a:cubicBezTo>
                    <a:cubicBezTo>
                      <a:pt x="59" y="298"/>
                      <a:pt x="55" y="298"/>
                      <a:pt x="56" y="300"/>
                    </a:cubicBezTo>
                    <a:cubicBezTo>
                      <a:pt x="55" y="300"/>
                      <a:pt x="54" y="300"/>
                      <a:pt x="53" y="300"/>
                    </a:cubicBezTo>
                    <a:cubicBezTo>
                      <a:pt x="52" y="301"/>
                      <a:pt x="51" y="301"/>
                      <a:pt x="52" y="302"/>
                    </a:cubicBezTo>
                    <a:cubicBezTo>
                      <a:pt x="52" y="303"/>
                      <a:pt x="52" y="305"/>
                      <a:pt x="50" y="304"/>
                    </a:cubicBezTo>
                    <a:cubicBezTo>
                      <a:pt x="49" y="304"/>
                      <a:pt x="48" y="303"/>
                      <a:pt x="48" y="301"/>
                    </a:cubicBezTo>
                    <a:cubicBezTo>
                      <a:pt x="48" y="301"/>
                      <a:pt x="49" y="300"/>
                      <a:pt x="49" y="300"/>
                    </a:cubicBezTo>
                    <a:cubicBezTo>
                      <a:pt x="49" y="299"/>
                      <a:pt x="51" y="298"/>
                      <a:pt x="49" y="297"/>
                    </a:cubicBezTo>
                    <a:cubicBezTo>
                      <a:pt x="47" y="297"/>
                      <a:pt x="46" y="297"/>
                      <a:pt x="45" y="299"/>
                    </a:cubicBezTo>
                    <a:cubicBezTo>
                      <a:pt x="45" y="299"/>
                      <a:pt x="45" y="300"/>
                      <a:pt x="45" y="301"/>
                    </a:cubicBezTo>
                    <a:cubicBezTo>
                      <a:pt x="45" y="301"/>
                      <a:pt x="45" y="302"/>
                      <a:pt x="44" y="302"/>
                    </a:cubicBezTo>
                    <a:cubicBezTo>
                      <a:pt x="43" y="302"/>
                      <a:pt x="43" y="301"/>
                      <a:pt x="43" y="301"/>
                    </a:cubicBezTo>
                    <a:cubicBezTo>
                      <a:pt x="42" y="300"/>
                      <a:pt x="43" y="299"/>
                      <a:pt x="42" y="299"/>
                    </a:cubicBezTo>
                    <a:cubicBezTo>
                      <a:pt x="41" y="298"/>
                      <a:pt x="41" y="297"/>
                      <a:pt x="40" y="298"/>
                    </a:cubicBezTo>
                    <a:cubicBezTo>
                      <a:pt x="39" y="299"/>
                      <a:pt x="38" y="300"/>
                      <a:pt x="39" y="301"/>
                    </a:cubicBezTo>
                    <a:cubicBezTo>
                      <a:pt x="41" y="302"/>
                      <a:pt x="40" y="304"/>
                      <a:pt x="43" y="304"/>
                    </a:cubicBezTo>
                    <a:cubicBezTo>
                      <a:pt x="37" y="305"/>
                      <a:pt x="31" y="303"/>
                      <a:pt x="27" y="298"/>
                    </a:cubicBezTo>
                    <a:cubicBezTo>
                      <a:pt x="26" y="297"/>
                      <a:pt x="25" y="296"/>
                      <a:pt x="24" y="296"/>
                    </a:cubicBezTo>
                    <a:cubicBezTo>
                      <a:pt x="22" y="294"/>
                      <a:pt x="22" y="293"/>
                      <a:pt x="25" y="292"/>
                    </a:cubicBezTo>
                    <a:cubicBezTo>
                      <a:pt x="25" y="292"/>
                      <a:pt x="26" y="292"/>
                      <a:pt x="26" y="292"/>
                    </a:cubicBezTo>
                    <a:cubicBezTo>
                      <a:pt x="27" y="289"/>
                      <a:pt x="29" y="288"/>
                      <a:pt x="32" y="288"/>
                    </a:cubicBezTo>
                    <a:cubicBezTo>
                      <a:pt x="33" y="288"/>
                      <a:pt x="34" y="288"/>
                      <a:pt x="33" y="286"/>
                    </a:cubicBezTo>
                    <a:cubicBezTo>
                      <a:pt x="33" y="286"/>
                      <a:pt x="34" y="286"/>
                      <a:pt x="34" y="285"/>
                    </a:cubicBezTo>
                    <a:cubicBezTo>
                      <a:pt x="33" y="285"/>
                      <a:pt x="33" y="285"/>
                      <a:pt x="32" y="285"/>
                    </a:cubicBezTo>
                    <a:cubicBezTo>
                      <a:pt x="29" y="286"/>
                      <a:pt x="26" y="286"/>
                      <a:pt x="23" y="284"/>
                    </a:cubicBezTo>
                    <a:cubicBezTo>
                      <a:pt x="23" y="284"/>
                      <a:pt x="23" y="284"/>
                      <a:pt x="23" y="284"/>
                    </a:cubicBezTo>
                    <a:cubicBezTo>
                      <a:pt x="20" y="283"/>
                      <a:pt x="20" y="282"/>
                      <a:pt x="21" y="280"/>
                    </a:cubicBezTo>
                    <a:cubicBezTo>
                      <a:pt x="21" y="279"/>
                      <a:pt x="21" y="279"/>
                      <a:pt x="21" y="278"/>
                    </a:cubicBezTo>
                    <a:cubicBezTo>
                      <a:pt x="19" y="279"/>
                      <a:pt x="19" y="282"/>
                      <a:pt x="17" y="282"/>
                    </a:cubicBezTo>
                    <a:cubicBezTo>
                      <a:pt x="16" y="282"/>
                      <a:pt x="16" y="282"/>
                      <a:pt x="16" y="281"/>
                    </a:cubicBezTo>
                    <a:cubicBezTo>
                      <a:pt x="15" y="281"/>
                      <a:pt x="15" y="281"/>
                      <a:pt x="15" y="280"/>
                    </a:cubicBezTo>
                    <a:cubicBezTo>
                      <a:pt x="14" y="280"/>
                      <a:pt x="13" y="280"/>
                      <a:pt x="15" y="279"/>
                    </a:cubicBezTo>
                    <a:cubicBezTo>
                      <a:pt x="16" y="278"/>
                      <a:pt x="14" y="278"/>
                      <a:pt x="14" y="278"/>
                    </a:cubicBezTo>
                    <a:cubicBezTo>
                      <a:pt x="14" y="277"/>
                      <a:pt x="14" y="277"/>
                      <a:pt x="13" y="277"/>
                    </a:cubicBezTo>
                    <a:cubicBezTo>
                      <a:pt x="13" y="277"/>
                      <a:pt x="13" y="277"/>
                      <a:pt x="13" y="277"/>
                    </a:cubicBezTo>
                    <a:cubicBezTo>
                      <a:pt x="12" y="276"/>
                      <a:pt x="13" y="274"/>
                      <a:pt x="12" y="273"/>
                    </a:cubicBezTo>
                    <a:cubicBezTo>
                      <a:pt x="12" y="272"/>
                      <a:pt x="13" y="271"/>
                      <a:pt x="14" y="272"/>
                    </a:cubicBezTo>
                    <a:cubicBezTo>
                      <a:pt x="14" y="272"/>
                      <a:pt x="15" y="272"/>
                      <a:pt x="15" y="272"/>
                    </a:cubicBezTo>
                    <a:cubicBezTo>
                      <a:pt x="14" y="270"/>
                      <a:pt x="15" y="270"/>
                      <a:pt x="16" y="270"/>
                    </a:cubicBezTo>
                    <a:cubicBezTo>
                      <a:pt x="16" y="270"/>
                      <a:pt x="17" y="270"/>
                      <a:pt x="17" y="269"/>
                    </a:cubicBezTo>
                    <a:cubicBezTo>
                      <a:pt x="21" y="268"/>
                      <a:pt x="24" y="270"/>
                      <a:pt x="28" y="271"/>
                    </a:cubicBezTo>
                    <a:cubicBezTo>
                      <a:pt x="29" y="271"/>
                      <a:pt x="31" y="271"/>
                      <a:pt x="32" y="271"/>
                    </a:cubicBezTo>
                    <a:cubicBezTo>
                      <a:pt x="32" y="271"/>
                      <a:pt x="32" y="271"/>
                      <a:pt x="33" y="271"/>
                    </a:cubicBezTo>
                    <a:cubicBezTo>
                      <a:pt x="33" y="271"/>
                      <a:pt x="33" y="271"/>
                      <a:pt x="33" y="271"/>
                    </a:cubicBezTo>
                    <a:cubicBezTo>
                      <a:pt x="33" y="270"/>
                      <a:pt x="32" y="270"/>
                      <a:pt x="31" y="270"/>
                    </a:cubicBezTo>
                    <a:cubicBezTo>
                      <a:pt x="30" y="270"/>
                      <a:pt x="28" y="269"/>
                      <a:pt x="27" y="268"/>
                    </a:cubicBezTo>
                    <a:cubicBezTo>
                      <a:pt x="26" y="268"/>
                      <a:pt x="27" y="268"/>
                      <a:pt x="27" y="268"/>
                    </a:cubicBezTo>
                    <a:cubicBezTo>
                      <a:pt x="28" y="267"/>
                      <a:pt x="29" y="265"/>
                      <a:pt x="31" y="265"/>
                    </a:cubicBezTo>
                    <a:cubicBezTo>
                      <a:pt x="32" y="264"/>
                      <a:pt x="34" y="265"/>
                      <a:pt x="36" y="265"/>
                    </a:cubicBezTo>
                    <a:cubicBezTo>
                      <a:pt x="38" y="263"/>
                      <a:pt x="40" y="265"/>
                      <a:pt x="42" y="266"/>
                    </a:cubicBezTo>
                    <a:cubicBezTo>
                      <a:pt x="43" y="266"/>
                      <a:pt x="43" y="268"/>
                      <a:pt x="45" y="268"/>
                    </a:cubicBezTo>
                    <a:cubicBezTo>
                      <a:pt x="45" y="267"/>
                      <a:pt x="45" y="267"/>
                      <a:pt x="44" y="266"/>
                    </a:cubicBezTo>
                    <a:cubicBezTo>
                      <a:pt x="43" y="266"/>
                      <a:pt x="43" y="265"/>
                      <a:pt x="43" y="264"/>
                    </a:cubicBezTo>
                    <a:cubicBezTo>
                      <a:pt x="43" y="263"/>
                      <a:pt x="45" y="263"/>
                      <a:pt x="45" y="263"/>
                    </a:cubicBezTo>
                    <a:cubicBezTo>
                      <a:pt x="46" y="263"/>
                      <a:pt x="46" y="263"/>
                      <a:pt x="47" y="262"/>
                    </a:cubicBezTo>
                    <a:cubicBezTo>
                      <a:pt x="47" y="260"/>
                      <a:pt x="44" y="255"/>
                      <a:pt x="41" y="255"/>
                    </a:cubicBezTo>
                    <a:cubicBezTo>
                      <a:pt x="40" y="255"/>
                      <a:pt x="39" y="255"/>
                      <a:pt x="40" y="257"/>
                    </a:cubicBezTo>
                    <a:cubicBezTo>
                      <a:pt x="39" y="258"/>
                      <a:pt x="38" y="260"/>
                      <a:pt x="36" y="260"/>
                    </a:cubicBezTo>
                    <a:cubicBezTo>
                      <a:pt x="34" y="261"/>
                      <a:pt x="33" y="261"/>
                      <a:pt x="31" y="260"/>
                    </a:cubicBezTo>
                    <a:cubicBezTo>
                      <a:pt x="31" y="259"/>
                      <a:pt x="30" y="258"/>
                      <a:pt x="30" y="257"/>
                    </a:cubicBezTo>
                    <a:cubicBezTo>
                      <a:pt x="30" y="256"/>
                      <a:pt x="29" y="256"/>
                      <a:pt x="28" y="256"/>
                    </a:cubicBezTo>
                    <a:cubicBezTo>
                      <a:pt x="29" y="257"/>
                      <a:pt x="30" y="258"/>
                      <a:pt x="30" y="260"/>
                    </a:cubicBezTo>
                    <a:cubicBezTo>
                      <a:pt x="28" y="262"/>
                      <a:pt x="26" y="263"/>
                      <a:pt x="23" y="261"/>
                    </a:cubicBezTo>
                    <a:cubicBezTo>
                      <a:pt x="22" y="260"/>
                      <a:pt x="21" y="260"/>
                      <a:pt x="20" y="260"/>
                    </a:cubicBezTo>
                    <a:cubicBezTo>
                      <a:pt x="20" y="260"/>
                      <a:pt x="19" y="260"/>
                      <a:pt x="19" y="259"/>
                    </a:cubicBezTo>
                    <a:cubicBezTo>
                      <a:pt x="19" y="258"/>
                      <a:pt x="19" y="258"/>
                      <a:pt x="20" y="258"/>
                    </a:cubicBezTo>
                    <a:cubicBezTo>
                      <a:pt x="21" y="257"/>
                      <a:pt x="21" y="257"/>
                      <a:pt x="22" y="257"/>
                    </a:cubicBezTo>
                    <a:cubicBezTo>
                      <a:pt x="22" y="256"/>
                      <a:pt x="23" y="256"/>
                      <a:pt x="24" y="255"/>
                    </a:cubicBezTo>
                    <a:cubicBezTo>
                      <a:pt x="24" y="255"/>
                      <a:pt x="24" y="254"/>
                      <a:pt x="24" y="254"/>
                    </a:cubicBezTo>
                    <a:cubicBezTo>
                      <a:pt x="22" y="254"/>
                      <a:pt x="21" y="255"/>
                      <a:pt x="19" y="255"/>
                    </a:cubicBezTo>
                    <a:cubicBezTo>
                      <a:pt x="17" y="256"/>
                      <a:pt x="16" y="255"/>
                      <a:pt x="17" y="254"/>
                    </a:cubicBezTo>
                    <a:cubicBezTo>
                      <a:pt x="18" y="252"/>
                      <a:pt x="19" y="251"/>
                      <a:pt x="21" y="250"/>
                    </a:cubicBezTo>
                    <a:cubicBezTo>
                      <a:pt x="21" y="250"/>
                      <a:pt x="21" y="249"/>
                      <a:pt x="20" y="249"/>
                    </a:cubicBezTo>
                    <a:cubicBezTo>
                      <a:pt x="18" y="249"/>
                      <a:pt x="17" y="251"/>
                      <a:pt x="16" y="252"/>
                    </a:cubicBezTo>
                    <a:cubicBezTo>
                      <a:pt x="15" y="252"/>
                      <a:pt x="14" y="252"/>
                      <a:pt x="14" y="253"/>
                    </a:cubicBezTo>
                    <a:cubicBezTo>
                      <a:pt x="13" y="253"/>
                      <a:pt x="12" y="253"/>
                      <a:pt x="11" y="252"/>
                    </a:cubicBezTo>
                    <a:cubicBezTo>
                      <a:pt x="10" y="251"/>
                      <a:pt x="11" y="251"/>
                      <a:pt x="12" y="250"/>
                    </a:cubicBezTo>
                    <a:cubicBezTo>
                      <a:pt x="12" y="250"/>
                      <a:pt x="12" y="249"/>
                      <a:pt x="12" y="249"/>
                    </a:cubicBezTo>
                    <a:cubicBezTo>
                      <a:pt x="12" y="249"/>
                      <a:pt x="12" y="249"/>
                      <a:pt x="11" y="249"/>
                    </a:cubicBezTo>
                    <a:cubicBezTo>
                      <a:pt x="10" y="250"/>
                      <a:pt x="9" y="249"/>
                      <a:pt x="9" y="248"/>
                    </a:cubicBezTo>
                    <a:cubicBezTo>
                      <a:pt x="6" y="248"/>
                      <a:pt x="5" y="247"/>
                      <a:pt x="5" y="244"/>
                    </a:cubicBezTo>
                    <a:cubicBezTo>
                      <a:pt x="5" y="242"/>
                      <a:pt x="3" y="244"/>
                      <a:pt x="2" y="242"/>
                    </a:cubicBezTo>
                    <a:cubicBezTo>
                      <a:pt x="1" y="242"/>
                      <a:pt x="0" y="241"/>
                      <a:pt x="0" y="240"/>
                    </a:cubicBezTo>
                    <a:cubicBezTo>
                      <a:pt x="0" y="237"/>
                      <a:pt x="0" y="235"/>
                      <a:pt x="1" y="233"/>
                    </a:cubicBezTo>
                    <a:cubicBezTo>
                      <a:pt x="1" y="231"/>
                      <a:pt x="2" y="230"/>
                      <a:pt x="2" y="228"/>
                    </a:cubicBezTo>
                    <a:cubicBezTo>
                      <a:pt x="4" y="227"/>
                      <a:pt x="6" y="227"/>
                      <a:pt x="7" y="227"/>
                    </a:cubicBezTo>
                    <a:cubicBezTo>
                      <a:pt x="8" y="226"/>
                      <a:pt x="9" y="226"/>
                      <a:pt x="10" y="225"/>
                    </a:cubicBezTo>
                    <a:cubicBezTo>
                      <a:pt x="11" y="224"/>
                      <a:pt x="12" y="224"/>
                      <a:pt x="13" y="224"/>
                    </a:cubicBezTo>
                    <a:cubicBezTo>
                      <a:pt x="14" y="224"/>
                      <a:pt x="15" y="224"/>
                      <a:pt x="15" y="224"/>
                    </a:cubicBezTo>
                    <a:cubicBezTo>
                      <a:pt x="16" y="221"/>
                      <a:pt x="19" y="221"/>
                      <a:pt x="21" y="219"/>
                    </a:cubicBezTo>
                    <a:cubicBezTo>
                      <a:pt x="21" y="219"/>
                      <a:pt x="22" y="218"/>
                      <a:pt x="22" y="218"/>
                    </a:cubicBezTo>
                    <a:cubicBezTo>
                      <a:pt x="24" y="219"/>
                      <a:pt x="26" y="217"/>
                      <a:pt x="27" y="216"/>
                    </a:cubicBezTo>
                    <a:cubicBezTo>
                      <a:pt x="28" y="216"/>
                      <a:pt x="28" y="215"/>
                      <a:pt x="27" y="215"/>
                    </a:cubicBezTo>
                    <a:cubicBezTo>
                      <a:pt x="26" y="214"/>
                      <a:pt x="26" y="214"/>
                      <a:pt x="27" y="213"/>
                    </a:cubicBezTo>
                    <a:cubicBezTo>
                      <a:pt x="29" y="211"/>
                      <a:pt x="31" y="209"/>
                      <a:pt x="34" y="209"/>
                    </a:cubicBezTo>
                    <a:cubicBezTo>
                      <a:pt x="35" y="209"/>
                      <a:pt x="36" y="208"/>
                      <a:pt x="37" y="208"/>
                    </a:cubicBezTo>
                    <a:cubicBezTo>
                      <a:pt x="39" y="206"/>
                      <a:pt x="42" y="205"/>
                      <a:pt x="44" y="207"/>
                    </a:cubicBezTo>
                    <a:cubicBezTo>
                      <a:pt x="45" y="207"/>
                      <a:pt x="45" y="208"/>
                      <a:pt x="46" y="208"/>
                    </a:cubicBezTo>
                    <a:cubicBezTo>
                      <a:pt x="47" y="207"/>
                      <a:pt x="48" y="206"/>
                      <a:pt x="48" y="205"/>
                    </a:cubicBezTo>
                    <a:cubicBezTo>
                      <a:pt x="51" y="201"/>
                      <a:pt x="53" y="197"/>
                      <a:pt x="55" y="193"/>
                    </a:cubicBezTo>
                    <a:cubicBezTo>
                      <a:pt x="55" y="192"/>
                      <a:pt x="55" y="190"/>
                      <a:pt x="55" y="189"/>
                    </a:cubicBezTo>
                    <a:cubicBezTo>
                      <a:pt x="54" y="187"/>
                      <a:pt x="55" y="185"/>
                      <a:pt x="54" y="184"/>
                    </a:cubicBezTo>
                    <a:cubicBezTo>
                      <a:pt x="53" y="181"/>
                      <a:pt x="54" y="178"/>
                      <a:pt x="54" y="176"/>
                    </a:cubicBezTo>
                    <a:cubicBezTo>
                      <a:pt x="54" y="175"/>
                      <a:pt x="54" y="175"/>
                      <a:pt x="54" y="175"/>
                    </a:cubicBezTo>
                    <a:cubicBezTo>
                      <a:pt x="54" y="174"/>
                      <a:pt x="56" y="175"/>
                      <a:pt x="57" y="174"/>
                    </a:cubicBezTo>
                    <a:cubicBezTo>
                      <a:pt x="58" y="173"/>
                      <a:pt x="60" y="173"/>
                      <a:pt x="60" y="171"/>
                    </a:cubicBezTo>
                    <a:cubicBezTo>
                      <a:pt x="61" y="170"/>
                      <a:pt x="61" y="170"/>
                      <a:pt x="62" y="170"/>
                    </a:cubicBezTo>
                    <a:cubicBezTo>
                      <a:pt x="61" y="169"/>
                      <a:pt x="60" y="169"/>
                      <a:pt x="60" y="167"/>
                    </a:cubicBezTo>
                    <a:cubicBezTo>
                      <a:pt x="60" y="167"/>
                      <a:pt x="60" y="167"/>
                      <a:pt x="60" y="167"/>
                    </a:cubicBezTo>
                    <a:cubicBezTo>
                      <a:pt x="60" y="167"/>
                      <a:pt x="60" y="167"/>
                      <a:pt x="60" y="167"/>
                    </a:cubicBezTo>
                    <a:cubicBezTo>
                      <a:pt x="60" y="167"/>
                      <a:pt x="60" y="167"/>
                      <a:pt x="59" y="167"/>
                    </a:cubicBezTo>
                    <a:cubicBezTo>
                      <a:pt x="60" y="169"/>
                      <a:pt x="59" y="171"/>
                      <a:pt x="58" y="172"/>
                    </a:cubicBezTo>
                    <a:cubicBezTo>
                      <a:pt x="57" y="173"/>
                      <a:pt x="55" y="173"/>
                      <a:pt x="53" y="172"/>
                    </a:cubicBezTo>
                    <a:cubicBezTo>
                      <a:pt x="52" y="171"/>
                      <a:pt x="52" y="172"/>
                      <a:pt x="51" y="173"/>
                    </a:cubicBezTo>
                    <a:cubicBezTo>
                      <a:pt x="50" y="174"/>
                      <a:pt x="48" y="175"/>
                      <a:pt x="47" y="174"/>
                    </a:cubicBezTo>
                    <a:cubicBezTo>
                      <a:pt x="46" y="173"/>
                      <a:pt x="46" y="171"/>
                      <a:pt x="45" y="171"/>
                    </a:cubicBezTo>
                    <a:cubicBezTo>
                      <a:pt x="44" y="171"/>
                      <a:pt x="43" y="172"/>
                      <a:pt x="42" y="172"/>
                    </a:cubicBezTo>
                    <a:cubicBezTo>
                      <a:pt x="40" y="172"/>
                      <a:pt x="39" y="171"/>
                      <a:pt x="40" y="170"/>
                    </a:cubicBezTo>
                    <a:cubicBezTo>
                      <a:pt x="40" y="169"/>
                      <a:pt x="39" y="169"/>
                      <a:pt x="39" y="168"/>
                    </a:cubicBezTo>
                    <a:cubicBezTo>
                      <a:pt x="36" y="166"/>
                      <a:pt x="37" y="162"/>
                      <a:pt x="39" y="159"/>
                    </a:cubicBezTo>
                    <a:cubicBezTo>
                      <a:pt x="41" y="158"/>
                      <a:pt x="43" y="156"/>
                      <a:pt x="42" y="153"/>
                    </a:cubicBezTo>
                    <a:cubicBezTo>
                      <a:pt x="44" y="152"/>
                      <a:pt x="46" y="150"/>
                      <a:pt x="48" y="148"/>
                    </a:cubicBezTo>
                    <a:cubicBezTo>
                      <a:pt x="48" y="148"/>
                      <a:pt x="49" y="148"/>
                      <a:pt x="50" y="149"/>
                    </a:cubicBezTo>
                    <a:cubicBezTo>
                      <a:pt x="48" y="146"/>
                      <a:pt x="48" y="146"/>
                      <a:pt x="51" y="145"/>
                    </a:cubicBezTo>
                    <a:cubicBezTo>
                      <a:pt x="52" y="145"/>
                      <a:pt x="52" y="144"/>
                      <a:pt x="52" y="144"/>
                    </a:cubicBezTo>
                    <a:cubicBezTo>
                      <a:pt x="53" y="142"/>
                      <a:pt x="53" y="141"/>
                      <a:pt x="53" y="139"/>
                    </a:cubicBezTo>
                    <a:cubicBezTo>
                      <a:pt x="53" y="138"/>
                      <a:pt x="55" y="138"/>
                      <a:pt x="54" y="137"/>
                    </a:cubicBezTo>
                    <a:cubicBezTo>
                      <a:pt x="54" y="135"/>
                      <a:pt x="55" y="134"/>
                      <a:pt x="56" y="134"/>
                    </a:cubicBezTo>
                    <a:cubicBezTo>
                      <a:pt x="57" y="134"/>
                      <a:pt x="57" y="134"/>
                      <a:pt x="57" y="134"/>
                    </a:cubicBezTo>
                    <a:cubicBezTo>
                      <a:pt x="58" y="133"/>
                      <a:pt x="59" y="132"/>
                      <a:pt x="59" y="131"/>
                    </a:cubicBezTo>
                    <a:cubicBezTo>
                      <a:pt x="59" y="130"/>
                      <a:pt x="60" y="129"/>
                      <a:pt x="61" y="129"/>
                    </a:cubicBezTo>
                    <a:cubicBezTo>
                      <a:pt x="61" y="129"/>
                      <a:pt x="61" y="130"/>
                      <a:pt x="61" y="131"/>
                    </a:cubicBezTo>
                    <a:cubicBezTo>
                      <a:pt x="62" y="133"/>
                      <a:pt x="62" y="136"/>
                      <a:pt x="63" y="138"/>
                    </a:cubicBezTo>
                    <a:cubicBezTo>
                      <a:pt x="64" y="138"/>
                      <a:pt x="64" y="139"/>
                      <a:pt x="64" y="139"/>
                    </a:cubicBezTo>
                    <a:cubicBezTo>
                      <a:pt x="65" y="139"/>
                      <a:pt x="65" y="139"/>
                      <a:pt x="65" y="139"/>
                    </a:cubicBezTo>
                    <a:cubicBezTo>
                      <a:pt x="64" y="138"/>
                      <a:pt x="64" y="137"/>
                      <a:pt x="64" y="136"/>
                    </a:cubicBezTo>
                    <a:cubicBezTo>
                      <a:pt x="63" y="135"/>
                      <a:pt x="63" y="133"/>
                      <a:pt x="62" y="131"/>
                    </a:cubicBezTo>
                    <a:cubicBezTo>
                      <a:pt x="62" y="131"/>
                      <a:pt x="62" y="131"/>
                      <a:pt x="62" y="131"/>
                    </a:cubicBezTo>
                    <a:cubicBezTo>
                      <a:pt x="62" y="131"/>
                      <a:pt x="62" y="131"/>
                      <a:pt x="62" y="131"/>
                    </a:cubicBezTo>
                    <a:cubicBezTo>
                      <a:pt x="61" y="128"/>
                      <a:pt x="62" y="127"/>
                      <a:pt x="64" y="125"/>
                    </a:cubicBezTo>
                    <a:cubicBezTo>
                      <a:pt x="65" y="124"/>
                      <a:pt x="66" y="126"/>
                      <a:pt x="66" y="127"/>
                    </a:cubicBezTo>
                    <a:cubicBezTo>
                      <a:pt x="67" y="127"/>
                      <a:pt x="67" y="127"/>
                      <a:pt x="67" y="127"/>
                    </a:cubicBezTo>
                    <a:cubicBezTo>
                      <a:pt x="67" y="127"/>
                      <a:pt x="68" y="127"/>
                      <a:pt x="68" y="127"/>
                    </a:cubicBezTo>
                    <a:cubicBezTo>
                      <a:pt x="70" y="127"/>
                      <a:pt x="71" y="128"/>
                      <a:pt x="71" y="130"/>
                    </a:cubicBezTo>
                    <a:cubicBezTo>
                      <a:pt x="71" y="130"/>
                      <a:pt x="71" y="130"/>
                      <a:pt x="71" y="130"/>
                    </a:cubicBezTo>
                    <a:cubicBezTo>
                      <a:pt x="72" y="130"/>
                      <a:pt x="72" y="130"/>
                      <a:pt x="73" y="130"/>
                    </a:cubicBezTo>
                    <a:cubicBezTo>
                      <a:pt x="74" y="133"/>
                      <a:pt x="76" y="136"/>
                      <a:pt x="76" y="139"/>
                    </a:cubicBezTo>
                    <a:cubicBezTo>
                      <a:pt x="78" y="139"/>
                      <a:pt x="79" y="138"/>
                      <a:pt x="81" y="138"/>
                    </a:cubicBezTo>
                    <a:cubicBezTo>
                      <a:pt x="83" y="138"/>
                      <a:pt x="83" y="136"/>
                      <a:pt x="82" y="135"/>
                    </a:cubicBezTo>
                    <a:cubicBezTo>
                      <a:pt x="82" y="134"/>
                      <a:pt x="82" y="134"/>
                      <a:pt x="81" y="133"/>
                    </a:cubicBezTo>
                    <a:cubicBezTo>
                      <a:pt x="80" y="131"/>
                      <a:pt x="79" y="130"/>
                      <a:pt x="78" y="128"/>
                    </a:cubicBezTo>
                    <a:cubicBezTo>
                      <a:pt x="78" y="127"/>
                      <a:pt x="77" y="126"/>
                      <a:pt x="77" y="125"/>
                    </a:cubicBezTo>
                    <a:cubicBezTo>
                      <a:pt x="76" y="123"/>
                      <a:pt x="76" y="122"/>
                      <a:pt x="76" y="120"/>
                    </a:cubicBezTo>
                    <a:cubicBezTo>
                      <a:pt x="74" y="119"/>
                      <a:pt x="75" y="118"/>
                      <a:pt x="76" y="117"/>
                    </a:cubicBezTo>
                    <a:cubicBezTo>
                      <a:pt x="77" y="115"/>
                      <a:pt x="78" y="114"/>
                      <a:pt x="79" y="111"/>
                    </a:cubicBezTo>
                    <a:cubicBezTo>
                      <a:pt x="76" y="111"/>
                      <a:pt x="77" y="109"/>
                      <a:pt x="76" y="107"/>
                    </a:cubicBezTo>
                    <a:cubicBezTo>
                      <a:pt x="75" y="105"/>
                      <a:pt x="73" y="102"/>
                      <a:pt x="75" y="99"/>
                    </a:cubicBezTo>
                    <a:cubicBezTo>
                      <a:pt x="76" y="97"/>
                      <a:pt x="77" y="96"/>
                      <a:pt x="79" y="95"/>
                    </a:cubicBezTo>
                    <a:cubicBezTo>
                      <a:pt x="81" y="93"/>
                      <a:pt x="83" y="93"/>
                      <a:pt x="85" y="94"/>
                    </a:cubicBezTo>
                    <a:cubicBezTo>
                      <a:pt x="86" y="94"/>
                      <a:pt x="87" y="95"/>
                      <a:pt x="88" y="95"/>
                    </a:cubicBezTo>
                    <a:cubicBezTo>
                      <a:pt x="90" y="96"/>
                      <a:pt x="91" y="99"/>
                      <a:pt x="91" y="100"/>
                    </a:cubicBezTo>
                    <a:cubicBezTo>
                      <a:pt x="91" y="104"/>
                      <a:pt x="93" y="106"/>
                      <a:pt x="96" y="108"/>
                    </a:cubicBezTo>
                    <a:cubicBezTo>
                      <a:pt x="96" y="108"/>
                      <a:pt x="97" y="108"/>
                      <a:pt x="97" y="108"/>
                    </a:cubicBezTo>
                    <a:cubicBezTo>
                      <a:pt x="99" y="109"/>
                      <a:pt x="99" y="112"/>
                      <a:pt x="101" y="113"/>
                    </a:cubicBezTo>
                    <a:cubicBezTo>
                      <a:pt x="101" y="115"/>
                      <a:pt x="101" y="117"/>
                      <a:pt x="103" y="117"/>
                    </a:cubicBezTo>
                    <a:cubicBezTo>
                      <a:pt x="104" y="117"/>
                      <a:pt x="104" y="119"/>
                      <a:pt x="106" y="119"/>
                    </a:cubicBezTo>
                    <a:cubicBezTo>
                      <a:pt x="106" y="119"/>
                      <a:pt x="105" y="118"/>
                      <a:pt x="105" y="118"/>
                    </a:cubicBezTo>
                    <a:cubicBezTo>
                      <a:pt x="103" y="116"/>
                      <a:pt x="101" y="115"/>
                      <a:pt x="101" y="111"/>
                    </a:cubicBezTo>
                    <a:cubicBezTo>
                      <a:pt x="100" y="111"/>
                      <a:pt x="100" y="109"/>
                      <a:pt x="99" y="108"/>
                    </a:cubicBezTo>
                    <a:cubicBezTo>
                      <a:pt x="98" y="107"/>
                      <a:pt x="98" y="105"/>
                      <a:pt x="96" y="105"/>
                    </a:cubicBezTo>
                    <a:cubicBezTo>
                      <a:pt x="95" y="105"/>
                      <a:pt x="95" y="105"/>
                      <a:pt x="95" y="104"/>
                    </a:cubicBezTo>
                    <a:cubicBezTo>
                      <a:pt x="94" y="101"/>
                      <a:pt x="93" y="99"/>
                      <a:pt x="92" y="96"/>
                    </a:cubicBezTo>
                    <a:cubicBezTo>
                      <a:pt x="92" y="94"/>
                      <a:pt x="90" y="93"/>
                      <a:pt x="88" y="92"/>
                    </a:cubicBezTo>
                    <a:cubicBezTo>
                      <a:pt x="87" y="91"/>
                      <a:pt x="86" y="91"/>
                      <a:pt x="86" y="89"/>
                    </a:cubicBezTo>
                    <a:cubicBezTo>
                      <a:pt x="86" y="88"/>
                      <a:pt x="87" y="87"/>
                      <a:pt x="88" y="86"/>
                    </a:cubicBezTo>
                    <a:cubicBezTo>
                      <a:pt x="91" y="84"/>
                      <a:pt x="93" y="83"/>
                      <a:pt x="96" y="82"/>
                    </a:cubicBezTo>
                    <a:cubicBezTo>
                      <a:pt x="97" y="81"/>
                      <a:pt x="98" y="81"/>
                      <a:pt x="99" y="81"/>
                    </a:cubicBezTo>
                    <a:cubicBezTo>
                      <a:pt x="101" y="80"/>
                      <a:pt x="103" y="80"/>
                      <a:pt x="105" y="79"/>
                    </a:cubicBezTo>
                    <a:cubicBezTo>
                      <a:pt x="105" y="78"/>
                      <a:pt x="107" y="79"/>
                      <a:pt x="106" y="80"/>
                    </a:cubicBezTo>
                    <a:cubicBezTo>
                      <a:pt x="106" y="81"/>
                      <a:pt x="106" y="82"/>
                      <a:pt x="107" y="82"/>
                    </a:cubicBezTo>
                    <a:cubicBezTo>
                      <a:pt x="107" y="80"/>
                      <a:pt x="108" y="79"/>
                      <a:pt x="108" y="78"/>
                    </a:cubicBezTo>
                    <a:cubicBezTo>
                      <a:pt x="108" y="77"/>
                      <a:pt x="109" y="77"/>
                      <a:pt x="109" y="77"/>
                    </a:cubicBezTo>
                    <a:cubicBezTo>
                      <a:pt x="110" y="77"/>
                      <a:pt x="112" y="78"/>
                      <a:pt x="113" y="78"/>
                    </a:cubicBezTo>
                    <a:cubicBezTo>
                      <a:pt x="114" y="78"/>
                      <a:pt x="113" y="80"/>
                      <a:pt x="113" y="81"/>
                    </a:cubicBezTo>
                    <a:cubicBezTo>
                      <a:pt x="114" y="81"/>
                      <a:pt x="114" y="81"/>
                      <a:pt x="115" y="81"/>
                    </a:cubicBezTo>
                    <a:cubicBezTo>
                      <a:pt x="115" y="81"/>
                      <a:pt x="115" y="80"/>
                      <a:pt x="115" y="80"/>
                    </a:cubicBezTo>
                    <a:cubicBezTo>
                      <a:pt x="114" y="80"/>
                      <a:pt x="114" y="80"/>
                      <a:pt x="114" y="79"/>
                    </a:cubicBezTo>
                    <a:cubicBezTo>
                      <a:pt x="115" y="78"/>
                      <a:pt x="114" y="77"/>
                      <a:pt x="113" y="76"/>
                    </a:cubicBezTo>
                    <a:cubicBezTo>
                      <a:pt x="118" y="71"/>
                      <a:pt x="120" y="71"/>
                      <a:pt x="122" y="77"/>
                    </a:cubicBezTo>
                    <a:cubicBezTo>
                      <a:pt x="122" y="77"/>
                      <a:pt x="123" y="78"/>
                      <a:pt x="123" y="79"/>
                    </a:cubicBezTo>
                    <a:cubicBezTo>
                      <a:pt x="124" y="82"/>
                      <a:pt x="125" y="85"/>
                      <a:pt x="124" y="89"/>
                    </a:cubicBezTo>
                    <a:cubicBezTo>
                      <a:pt x="124" y="91"/>
                      <a:pt x="124" y="94"/>
                      <a:pt x="124" y="96"/>
                    </a:cubicBezTo>
                    <a:cubicBezTo>
                      <a:pt x="124" y="97"/>
                      <a:pt x="125" y="98"/>
                      <a:pt x="124" y="99"/>
                    </a:cubicBezTo>
                    <a:cubicBezTo>
                      <a:pt x="123" y="101"/>
                      <a:pt x="123" y="103"/>
                      <a:pt x="122" y="105"/>
                    </a:cubicBezTo>
                    <a:cubicBezTo>
                      <a:pt x="122" y="105"/>
                      <a:pt x="123" y="106"/>
                      <a:pt x="123" y="106"/>
                    </a:cubicBezTo>
                    <a:cubicBezTo>
                      <a:pt x="123" y="106"/>
                      <a:pt x="124" y="107"/>
                      <a:pt x="124" y="106"/>
                    </a:cubicBezTo>
                    <a:cubicBezTo>
                      <a:pt x="125" y="104"/>
                      <a:pt x="126" y="103"/>
                      <a:pt x="127" y="101"/>
                    </a:cubicBezTo>
                    <a:cubicBezTo>
                      <a:pt x="129" y="98"/>
                      <a:pt x="129" y="95"/>
                      <a:pt x="129" y="92"/>
                    </a:cubicBezTo>
                    <a:cubicBezTo>
                      <a:pt x="129" y="91"/>
                      <a:pt x="129" y="90"/>
                      <a:pt x="129" y="90"/>
                    </a:cubicBezTo>
                    <a:cubicBezTo>
                      <a:pt x="130" y="89"/>
                      <a:pt x="130" y="90"/>
                      <a:pt x="131" y="91"/>
                    </a:cubicBezTo>
                    <a:cubicBezTo>
                      <a:pt x="132" y="92"/>
                      <a:pt x="134" y="93"/>
                      <a:pt x="135" y="95"/>
                    </a:cubicBezTo>
                    <a:cubicBezTo>
                      <a:pt x="135" y="95"/>
                      <a:pt x="136" y="95"/>
                      <a:pt x="136" y="96"/>
                    </a:cubicBezTo>
                    <a:cubicBezTo>
                      <a:pt x="139" y="96"/>
                      <a:pt x="140" y="99"/>
                      <a:pt x="141" y="100"/>
                    </a:cubicBezTo>
                    <a:cubicBezTo>
                      <a:pt x="143" y="103"/>
                      <a:pt x="144" y="105"/>
                      <a:pt x="146" y="107"/>
                    </a:cubicBezTo>
                    <a:cubicBezTo>
                      <a:pt x="146" y="108"/>
                      <a:pt x="146" y="109"/>
                      <a:pt x="146" y="110"/>
                    </a:cubicBezTo>
                    <a:cubicBezTo>
                      <a:pt x="146" y="111"/>
                      <a:pt x="147" y="111"/>
                      <a:pt x="148" y="112"/>
                    </a:cubicBezTo>
                    <a:cubicBezTo>
                      <a:pt x="148" y="112"/>
                      <a:pt x="149" y="112"/>
                      <a:pt x="149" y="112"/>
                    </a:cubicBezTo>
                    <a:cubicBezTo>
                      <a:pt x="149" y="112"/>
                      <a:pt x="150" y="111"/>
                      <a:pt x="149" y="110"/>
                    </a:cubicBezTo>
                    <a:cubicBezTo>
                      <a:pt x="147" y="109"/>
                      <a:pt x="148" y="107"/>
                      <a:pt x="148" y="105"/>
                    </a:cubicBezTo>
                    <a:cubicBezTo>
                      <a:pt x="145" y="104"/>
                      <a:pt x="143" y="103"/>
                      <a:pt x="144" y="100"/>
                    </a:cubicBezTo>
                    <a:cubicBezTo>
                      <a:pt x="144" y="100"/>
                      <a:pt x="143" y="99"/>
                      <a:pt x="143" y="99"/>
                    </a:cubicBezTo>
                    <a:cubicBezTo>
                      <a:pt x="142" y="99"/>
                      <a:pt x="142" y="98"/>
                      <a:pt x="142" y="97"/>
                    </a:cubicBezTo>
                    <a:cubicBezTo>
                      <a:pt x="141" y="96"/>
                      <a:pt x="141" y="96"/>
                      <a:pt x="141" y="95"/>
                    </a:cubicBezTo>
                    <a:cubicBezTo>
                      <a:pt x="142" y="95"/>
                      <a:pt x="143" y="96"/>
                      <a:pt x="144" y="97"/>
                    </a:cubicBezTo>
                    <a:cubicBezTo>
                      <a:pt x="146" y="96"/>
                      <a:pt x="147" y="98"/>
                      <a:pt x="148" y="98"/>
                    </a:cubicBezTo>
                    <a:cubicBezTo>
                      <a:pt x="149" y="98"/>
                      <a:pt x="149" y="96"/>
                      <a:pt x="150" y="97"/>
                    </a:cubicBezTo>
                    <a:cubicBezTo>
                      <a:pt x="151" y="97"/>
                      <a:pt x="151" y="96"/>
                      <a:pt x="151" y="96"/>
                    </a:cubicBezTo>
                    <a:cubicBezTo>
                      <a:pt x="151" y="95"/>
                      <a:pt x="151" y="95"/>
                      <a:pt x="151" y="95"/>
                    </a:cubicBezTo>
                    <a:cubicBezTo>
                      <a:pt x="151" y="95"/>
                      <a:pt x="151" y="95"/>
                      <a:pt x="151" y="94"/>
                    </a:cubicBezTo>
                    <a:cubicBezTo>
                      <a:pt x="149" y="93"/>
                      <a:pt x="148" y="92"/>
                      <a:pt x="148" y="90"/>
                    </a:cubicBezTo>
                    <a:cubicBezTo>
                      <a:pt x="147" y="89"/>
                      <a:pt x="146" y="88"/>
                      <a:pt x="146" y="86"/>
                    </a:cubicBezTo>
                    <a:cubicBezTo>
                      <a:pt x="144" y="82"/>
                      <a:pt x="143" y="78"/>
                      <a:pt x="143" y="74"/>
                    </a:cubicBezTo>
                    <a:cubicBezTo>
                      <a:pt x="143" y="72"/>
                      <a:pt x="141" y="70"/>
                      <a:pt x="142" y="68"/>
                    </a:cubicBezTo>
                    <a:cubicBezTo>
                      <a:pt x="142" y="67"/>
                      <a:pt x="142" y="66"/>
                      <a:pt x="144" y="66"/>
                    </a:cubicBezTo>
                    <a:cubicBezTo>
                      <a:pt x="146" y="65"/>
                      <a:pt x="148" y="66"/>
                      <a:pt x="150" y="66"/>
                    </a:cubicBezTo>
                    <a:cubicBezTo>
                      <a:pt x="151" y="67"/>
                      <a:pt x="153" y="67"/>
                      <a:pt x="154" y="68"/>
                    </a:cubicBezTo>
                    <a:cubicBezTo>
                      <a:pt x="154" y="68"/>
                      <a:pt x="155" y="69"/>
                      <a:pt x="155" y="70"/>
                    </a:cubicBezTo>
                    <a:cubicBezTo>
                      <a:pt x="156" y="71"/>
                      <a:pt x="157" y="73"/>
                      <a:pt x="157" y="74"/>
                    </a:cubicBezTo>
                    <a:cubicBezTo>
                      <a:pt x="157" y="75"/>
                      <a:pt x="158" y="76"/>
                      <a:pt x="158" y="77"/>
                    </a:cubicBezTo>
                    <a:cubicBezTo>
                      <a:pt x="158" y="77"/>
                      <a:pt x="158" y="77"/>
                      <a:pt x="159" y="77"/>
                    </a:cubicBezTo>
                    <a:cubicBezTo>
                      <a:pt x="159" y="77"/>
                      <a:pt x="159" y="78"/>
                      <a:pt x="160" y="78"/>
                    </a:cubicBezTo>
                    <a:cubicBezTo>
                      <a:pt x="161" y="78"/>
                      <a:pt x="163" y="80"/>
                      <a:pt x="163" y="81"/>
                    </a:cubicBezTo>
                    <a:cubicBezTo>
                      <a:pt x="164" y="83"/>
                      <a:pt x="166" y="85"/>
                      <a:pt x="167" y="86"/>
                    </a:cubicBezTo>
                    <a:cubicBezTo>
                      <a:pt x="170" y="87"/>
                      <a:pt x="172" y="88"/>
                      <a:pt x="173" y="90"/>
                    </a:cubicBezTo>
                    <a:cubicBezTo>
                      <a:pt x="174" y="92"/>
                      <a:pt x="176" y="94"/>
                      <a:pt x="175" y="97"/>
                    </a:cubicBezTo>
                    <a:cubicBezTo>
                      <a:pt x="175" y="98"/>
                      <a:pt x="176" y="98"/>
                      <a:pt x="176" y="99"/>
                    </a:cubicBezTo>
                    <a:cubicBezTo>
                      <a:pt x="177" y="100"/>
                      <a:pt x="178" y="101"/>
                      <a:pt x="178" y="102"/>
                    </a:cubicBezTo>
                    <a:cubicBezTo>
                      <a:pt x="179" y="102"/>
                      <a:pt x="179" y="102"/>
                      <a:pt x="179" y="102"/>
                    </a:cubicBezTo>
                    <a:cubicBezTo>
                      <a:pt x="184" y="101"/>
                      <a:pt x="184" y="101"/>
                      <a:pt x="183" y="96"/>
                    </a:cubicBezTo>
                    <a:cubicBezTo>
                      <a:pt x="182" y="94"/>
                      <a:pt x="182" y="93"/>
                      <a:pt x="184" y="93"/>
                    </a:cubicBezTo>
                    <a:cubicBezTo>
                      <a:pt x="186" y="91"/>
                      <a:pt x="185" y="89"/>
                      <a:pt x="185" y="87"/>
                    </a:cubicBezTo>
                    <a:cubicBezTo>
                      <a:pt x="183" y="84"/>
                      <a:pt x="184" y="82"/>
                      <a:pt x="186" y="80"/>
                    </a:cubicBezTo>
                    <a:cubicBezTo>
                      <a:pt x="188" y="78"/>
                      <a:pt x="189" y="79"/>
                      <a:pt x="191" y="80"/>
                    </a:cubicBezTo>
                    <a:cubicBezTo>
                      <a:pt x="192" y="80"/>
                      <a:pt x="193" y="81"/>
                      <a:pt x="194" y="82"/>
                    </a:cubicBezTo>
                    <a:cubicBezTo>
                      <a:pt x="195" y="82"/>
                      <a:pt x="196" y="82"/>
                      <a:pt x="197" y="83"/>
                    </a:cubicBezTo>
                    <a:cubicBezTo>
                      <a:pt x="198" y="82"/>
                      <a:pt x="199" y="84"/>
                      <a:pt x="199" y="85"/>
                    </a:cubicBezTo>
                    <a:cubicBezTo>
                      <a:pt x="199" y="85"/>
                      <a:pt x="199" y="85"/>
                      <a:pt x="200" y="85"/>
                    </a:cubicBezTo>
                    <a:cubicBezTo>
                      <a:pt x="201" y="84"/>
                      <a:pt x="202" y="84"/>
                      <a:pt x="203" y="83"/>
                    </a:cubicBezTo>
                    <a:cubicBezTo>
                      <a:pt x="200" y="83"/>
                      <a:pt x="198" y="80"/>
                      <a:pt x="194" y="80"/>
                    </a:cubicBezTo>
                    <a:cubicBezTo>
                      <a:pt x="193" y="80"/>
                      <a:pt x="192" y="79"/>
                      <a:pt x="191" y="78"/>
                    </a:cubicBezTo>
                    <a:cubicBezTo>
                      <a:pt x="191" y="77"/>
                      <a:pt x="191" y="76"/>
                      <a:pt x="192" y="75"/>
                    </a:cubicBezTo>
                    <a:cubicBezTo>
                      <a:pt x="192" y="75"/>
                      <a:pt x="193" y="74"/>
                      <a:pt x="193" y="74"/>
                    </a:cubicBezTo>
                    <a:cubicBezTo>
                      <a:pt x="189" y="72"/>
                      <a:pt x="186" y="69"/>
                      <a:pt x="186" y="64"/>
                    </a:cubicBezTo>
                    <a:cubicBezTo>
                      <a:pt x="184" y="64"/>
                      <a:pt x="184" y="63"/>
                      <a:pt x="183" y="61"/>
                    </a:cubicBezTo>
                    <a:cubicBezTo>
                      <a:pt x="182" y="61"/>
                      <a:pt x="183" y="59"/>
                      <a:pt x="182" y="58"/>
                    </a:cubicBezTo>
                    <a:cubicBezTo>
                      <a:pt x="181" y="58"/>
                      <a:pt x="180" y="58"/>
                      <a:pt x="179" y="57"/>
                    </a:cubicBezTo>
                    <a:cubicBezTo>
                      <a:pt x="179" y="56"/>
                      <a:pt x="178" y="55"/>
                      <a:pt x="178" y="55"/>
                    </a:cubicBezTo>
                    <a:cubicBezTo>
                      <a:pt x="178" y="53"/>
                      <a:pt x="179" y="52"/>
                      <a:pt x="181" y="52"/>
                    </a:cubicBezTo>
                    <a:cubicBezTo>
                      <a:pt x="185" y="52"/>
                      <a:pt x="190" y="52"/>
                      <a:pt x="194" y="52"/>
                    </a:cubicBezTo>
                    <a:cubicBezTo>
                      <a:pt x="195" y="52"/>
                      <a:pt x="196" y="52"/>
                      <a:pt x="197" y="52"/>
                    </a:cubicBezTo>
                    <a:cubicBezTo>
                      <a:pt x="197" y="52"/>
                      <a:pt x="198" y="52"/>
                      <a:pt x="198" y="52"/>
                    </a:cubicBezTo>
                    <a:cubicBezTo>
                      <a:pt x="202" y="52"/>
                      <a:pt x="203" y="53"/>
                      <a:pt x="203" y="56"/>
                    </a:cubicBezTo>
                    <a:cubicBezTo>
                      <a:pt x="203" y="57"/>
                      <a:pt x="204" y="58"/>
                      <a:pt x="204" y="58"/>
                    </a:cubicBezTo>
                    <a:cubicBezTo>
                      <a:pt x="205" y="60"/>
                      <a:pt x="205" y="61"/>
                      <a:pt x="205" y="62"/>
                    </a:cubicBezTo>
                    <a:cubicBezTo>
                      <a:pt x="204" y="65"/>
                      <a:pt x="206" y="67"/>
                      <a:pt x="206" y="70"/>
                    </a:cubicBezTo>
                    <a:cubicBezTo>
                      <a:pt x="206" y="71"/>
                      <a:pt x="207" y="71"/>
                      <a:pt x="208" y="70"/>
                    </a:cubicBezTo>
                    <a:cubicBezTo>
                      <a:pt x="208" y="69"/>
                      <a:pt x="208" y="69"/>
                      <a:pt x="208" y="69"/>
                    </a:cubicBezTo>
                    <a:cubicBezTo>
                      <a:pt x="207" y="68"/>
                      <a:pt x="206" y="66"/>
                      <a:pt x="207" y="65"/>
                    </a:cubicBezTo>
                    <a:cubicBezTo>
                      <a:pt x="207" y="63"/>
                      <a:pt x="207" y="60"/>
                      <a:pt x="205" y="58"/>
                    </a:cubicBezTo>
                    <a:cubicBezTo>
                      <a:pt x="205" y="57"/>
                      <a:pt x="204" y="55"/>
                      <a:pt x="205" y="54"/>
                    </a:cubicBezTo>
                    <a:cubicBezTo>
                      <a:pt x="206" y="54"/>
                      <a:pt x="208" y="55"/>
                      <a:pt x="208" y="56"/>
                    </a:cubicBezTo>
                    <a:cubicBezTo>
                      <a:pt x="209" y="56"/>
                      <a:pt x="209" y="57"/>
                      <a:pt x="209" y="57"/>
                    </a:cubicBezTo>
                    <a:cubicBezTo>
                      <a:pt x="211" y="59"/>
                      <a:pt x="213" y="61"/>
                      <a:pt x="215" y="63"/>
                    </a:cubicBezTo>
                    <a:cubicBezTo>
                      <a:pt x="215" y="64"/>
                      <a:pt x="218" y="64"/>
                      <a:pt x="217" y="66"/>
                    </a:cubicBezTo>
                    <a:cubicBezTo>
                      <a:pt x="218" y="67"/>
                      <a:pt x="218" y="68"/>
                      <a:pt x="218" y="69"/>
                    </a:cubicBezTo>
                    <a:cubicBezTo>
                      <a:pt x="218" y="71"/>
                      <a:pt x="218" y="73"/>
                      <a:pt x="219" y="74"/>
                    </a:cubicBezTo>
                    <a:cubicBezTo>
                      <a:pt x="220" y="75"/>
                      <a:pt x="220" y="75"/>
                      <a:pt x="220" y="75"/>
                    </a:cubicBezTo>
                    <a:cubicBezTo>
                      <a:pt x="221" y="75"/>
                      <a:pt x="220" y="74"/>
                      <a:pt x="221" y="74"/>
                    </a:cubicBezTo>
                    <a:cubicBezTo>
                      <a:pt x="221" y="73"/>
                      <a:pt x="221" y="73"/>
                      <a:pt x="221" y="72"/>
                    </a:cubicBezTo>
                    <a:cubicBezTo>
                      <a:pt x="220" y="71"/>
                      <a:pt x="219" y="69"/>
                      <a:pt x="220" y="68"/>
                    </a:cubicBezTo>
                    <a:cubicBezTo>
                      <a:pt x="221" y="67"/>
                      <a:pt x="221" y="67"/>
                      <a:pt x="220" y="67"/>
                    </a:cubicBezTo>
                    <a:cubicBezTo>
                      <a:pt x="219" y="67"/>
                      <a:pt x="219" y="66"/>
                      <a:pt x="219" y="65"/>
                    </a:cubicBezTo>
                    <a:cubicBezTo>
                      <a:pt x="219" y="65"/>
                      <a:pt x="219" y="65"/>
                      <a:pt x="219" y="64"/>
                    </a:cubicBezTo>
                    <a:cubicBezTo>
                      <a:pt x="218" y="64"/>
                      <a:pt x="218" y="63"/>
                      <a:pt x="218" y="62"/>
                    </a:cubicBezTo>
                    <a:cubicBezTo>
                      <a:pt x="218" y="60"/>
                      <a:pt x="218" y="58"/>
                      <a:pt x="218" y="57"/>
                    </a:cubicBezTo>
                    <a:cubicBezTo>
                      <a:pt x="217" y="55"/>
                      <a:pt x="217" y="55"/>
                      <a:pt x="216" y="54"/>
                    </a:cubicBezTo>
                    <a:cubicBezTo>
                      <a:pt x="214" y="55"/>
                      <a:pt x="213" y="56"/>
                      <a:pt x="212" y="53"/>
                    </a:cubicBezTo>
                    <a:cubicBezTo>
                      <a:pt x="212" y="53"/>
                      <a:pt x="211" y="52"/>
                      <a:pt x="211" y="52"/>
                    </a:cubicBezTo>
                    <a:cubicBezTo>
                      <a:pt x="211" y="52"/>
                      <a:pt x="210" y="52"/>
                      <a:pt x="210" y="51"/>
                    </a:cubicBezTo>
                    <a:cubicBezTo>
                      <a:pt x="209" y="51"/>
                      <a:pt x="208" y="52"/>
                      <a:pt x="208" y="51"/>
                    </a:cubicBezTo>
                    <a:cubicBezTo>
                      <a:pt x="206" y="51"/>
                      <a:pt x="205" y="50"/>
                      <a:pt x="204" y="48"/>
                    </a:cubicBezTo>
                    <a:cubicBezTo>
                      <a:pt x="202" y="48"/>
                      <a:pt x="200" y="48"/>
                      <a:pt x="198" y="48"/>
                    </a:cubicBezTo>
                    <a:cubicBezTo>
                      <a:pt x="195" y="49"/>
                      <a:pt x="192" y="49"/>
                      <a:pt x="190" y="49"/>
                    </a:cubicBezTo>
                    <a:cubicBezTo>
                      <a:pt x="189" y="49"/>
                      <a:pt x="189" y="49"/>
                      <a:pt x="188" y="49"/>
                    </a:cubicBezTo>
                    <a:cubicBezTo>
                      <a:pt x="187" y="49"/>
                      <a:pt x="186" y="49"/>
                      <a:pt x="186" y="48"/>
                    </a:cubicBezTo>
                    <a:cubicBezTo>
                      <a:pt x="184" y="48"/>
                      <a:pt x="182" y="48"/>
                      <a:pt x="180" y="48"/>
                    </a:cubicBezTo>
                    <a:cubicBezTo>
                      <a:pt x="179" y="48"/>
                      <a:pt x="178" y="48"/>
                      <a:pt x="177" y="48"/>
                    </a:cubicBezTo>
                    <a:cubicBezTo>
                      <a:pt x="175" y="50"/>
                      <a:pt x="173" y="50"/>
                      <a:pt x="171" y="49"/>
                    </a:cubicBezTo>
                    <a:cubicBezTo>
                      <a:pt x="170" y="48"/>
                      <a:pt x="169" y="48"/>
                      <a:pt x="169" y="47"/>
                    </a:cubicBezTo>
                    <a:cubicBezTo>
                      <a:pt x="168" y="46"/>
                      <a:pt x="168" y="45"/>
                      <a:pt x="169" y="44"/>
                    </a:cubicBezTo>
                    <a:cubicBezTo>
                      <a:pt x="170" y="43"/>
                      <a:pt x="170" y="41"/>
                      <a:pt x="171" y="41"/>
                    </a:cubicBezTo>
                    <a:cubicBezTo>
                      <a:pt x="172" y="38"/>
                      <a:pt x="174" y="36"/>
                      <a:pt x="176" y="36"/>
                    </a:cubicBezTo>
                    <a:cubicBezTo>
                      <a:pt x="177" y="36"/>
                      <a:pt x="178" y="37"/>
                      <a:pt x="178" y="38"/>
                    </a:cubicBezTo>
                    <a:cubicBezTo>
                      <a:pt x="179" y="38"/>
                      <a:pt x="179" y="38"/>
                      <a:pt x="179" y="38"/>
                    </a:cubicBezTo>
                    <a:cubicBezTo>
                      <a:pt x="180" y="39"/>
                      <a:pt x="181" y="39"/>
                      <a:pt x="181" y="37"/>
                    </a:cubicBezTo>
                    <a:cubicBezTo>
                      <a:pt x="181" y="35"/>
                      <a:pt x="179" y="35"/>
                      <a:pt x="179" y="33"/>
                    </a:cubicBezTo>
                    <a:cubicBezTo>
                      <a:pt x="180" y="31"/>
                      <a:pt x="180" y="31"/>
                      <a:pt x="182" y="32"/>
                    </a:cubicBezTo>
                    <a:cubicBezTo>
                      <a:pt x="182" y="32"/>
                      <a:pt x="182" y="32"/>
                      <a:pt x="182" y="33"/>
                    </a:cubicBezTo>
                    <a:cubicBezTo>
                      <a:pt x="183" y="33"/>
                      <a:pt x="184" y="34"/>
                      <a:pt x="185" y="34"/>
                    </a:cubicBezTo>
                    <a:cubicBezTo>
                      <a:pt x="185" y="34"/>
                      <a:pt x="185" y="34"/>
                      <a:pt x="185" y="33"/>
                    </a:cubicBezTo>
                    <a:cubicBezTo>
                      <a:pt x="185" y="33"/>
                      <a:pt x="184" y="32"/>
                      <a:pt x="185" y="31"/>
                    </a:cubicBezTo>
                    <a:cubicBezTo>
                      <a:pt x="186" y="30"/>
                      <a:pt x="187" y="31"/>
                      <a:pt x="188" y="31"/>
                    </a:cubicBezTo>
                    <a:cubicBezTo>
                      <a:pt x="189" y="32"/>
                      <a:pt x="191" y="34"/>
                      <a:pt x="193" y="31"/>
                    </a:cubicBezTo>
                    <a:cubicBezTo>
                      <a:pt x="192" y="30"/>
                      <a:pt x="191" y="31"/>
                      <a:pt x="191" y="30"/>
                    </a:cubicBezTo>
                    <a:cubicBezTo>
                      <a:pt x="190" y="29"/>
                      <a:pt x="190" y="29"/>
                      <a:pt x="189" y="29"/>
                    </a:cubicBezTo>
                    <a:cubicBezTo>
                      <a:pt x="189" y="28"/>
                      <a:pt x="188" y="27"/>
                      <a:pt x="190" y="28"/>
                    </a:cubicBezTo>
                    <a:cubicBezTo>
                      <a:pt x="190" y="28"/>
                      <a:pt x="191" y="27"/>
                      <a:pt x="192" y="28"/>
                    </a:cubicBezTo>
                    <a:cubicBezTo>
                      <a:pt x="192" y="28"/>
                      <a:pt x="192" y="28"/>
                      <a:pt x="193" y="28"/>
                    </a:cubicBezTo>
                    <a:cubicBezTo>
                      <a:pt x="193" y="28"/>
                      <a:pt x="194" y="28"/>
                      <a:pt x="195" y="28"/>
                    </a:cubicBezTo>
                    <a:cubicBezTo>
                      <a:pt x="195" y="28"/>
                      <a:pt x="195" y="27"/>
                      <a:pt x="194" y="27"/>
                    </a:cubicBezTo>
                    <a:cubicBezTo>
                      <a:pt x="193" y="27"/>
                      <a:pt x="192" y="26"/>
                      <a:pt x="192" y="25"/>
                    </a:cubicBezTo>
                    <a:cubicBezTo>
                      <a:pt x="192" y="24"/>
                      <a:pt x="194" y="25"/>
                      <a:pt x="195" y="24"/>
                    </a:cubicBezTo>
                    <a:cubicBezTo>
                      <a:pt x="195" y="24"/>
                      <a:pt x="196" y="24"/>
                      <a:pt x="197" y="24"/>
                    </a:cubicBezTo>
                    <a:cubicBezTo>
                      <a:pt x="198" y="24"/>
                      <a:pt x="199" y="24"/>
                      <a:pt x="199" y="24"/>
                    </a:cubicBezTo>
                    <a:cubicBezTo>
                      <a:pt x="200" y="24"/>
                      <a:pt x="202" y="24"/>
                      <a:pt x="202" y="25"/>
                    </a:cubicBezTo>
                    <a:cubicBezTo>
                      <a:pt x="202" y="27"/>
                      <a:pt x="204" y="29"/>
                      <a:pt x="204" y="32"/>
                    </a:cubicBezTo>
                    <a:cubicBezTo>
                      <a:pt x="204" y="32"/>
                      <a:pt x="204" y="32"/>
                      <a:pt x="205" y="32"/>
                    </a:cubicBezTo>
                    <a:cubicBezTo>
                      <a:pt x="208" y="33"/>
                      <a:pt x="210" y="36"/>
                      <a:pt x="211" y="39"/>
                    </a:cubicBezTo>
                    <a:cubicBezTo>
                      <a:pt x="212" y="41"/>
                      <a:pt x="214" y="40"/>
                      <a:pt x="216" y="41"/>
                    </a:cubicBezTo>
                    <a:cubicBezTo>
                      <a:pt x="218" y="41"/>
                      <a:pt x="221" y="40"/>
                      <a:pt x="222" y="44"/>
                    </a:cubicBezTo>
                    <a:cubicBezTo>
                      <a:pt x="224" y="46"/>
                      <a:pt x="225" y="48"/>
                      <a:pt x="227" y="50"/>
                    </a:cubicBezTo>
                    <a:cubicBezTo>
                      <a:pt x="227" y="50"/>
                      <a:pt x="228" y="51"/>
                      <a:pt x="228" y="51"/>
                    </a:cubicBezTo>
                    <a:cubicBezTo>
                      <a:pt x="228" y="49"/>
                      <a:pt x="230" y="50"/>
                      <a:pt x="231" y="49"/>
                    </a:cubicBezTo>
                    <a:cubicBezTo>
                      <a:pt x="231" y="48"/>
                      <a:pt x="230" y="47"/>
                      <a:pt x="228" y="47"/>
                    </a:cubicBezTo>
                    <a:cubicBezTo>
                      <a:pt x="226" y="48"/>
                      <a:pt x="226" y="46"/>
                      <a:pt x="226" y="45"/>
                    </a:cubicBezTo>
                    <a:cubicBezTo>
                      <a:pt x="226" y="45"/>
                      <a:pt x="226" y="45"/>
                      <a:pt x="226" y="45"/>
                    </a:cubicBezTo>
                    <a:cubicBezTo>
                      <a:pt x="226" y="44"/>
                      <a:pt x="226" y="44"/>
                      <a:pt x="225" y="43"/>
                    </a:cubicBezTo>
                    <a:cubicBezTo>
                      <a:pt x="225" y="43"/>
                      <a:pt x="225" y="43"/>
                      <a:pt x="225" y="42"/>
                    </a:cubicBezTo>
                    <a:cubicBezTo>
                      <a:pt x="224" y="41"/>
                      <a:pt x="222" y="41"/>
                      <a:pt x="223" y="39"/>
                    </a:cubicBezTo>
                    <a:cubicBezTo>
                      <a:pt x="224" y="37"/>
                      <a:pt x="226" y="37"/>
                      <a:pt x="227" y="37"/>
                    </a:cubicBezTo>
                    <a:cubicBezTo>
                      <a:pt x="228" y="37"/>
                      <a:pt x="229" y="37"/>
                      <a:pt x="230" y="37"/>
                    </a:cubicBezTo>
                    <a:cubicBezTo>
                      <a:pt x="231" y="37"/>
                      <a:pt x="232" y="37"/>
                      <a:pt x="233" y="37"/>
                    </a:cubicBezTo>
                    <a:cubicBezTo>
                      <a:pt x="232" y="35"/>
                      <a:pt x="231" y="37"/>
                      <a:pt x="230" y="36"/>
                    </a:cubicBezTo>
                    <a:cubicBezTo>
                      <a:pt x="229" y="36"/>
                      <a:pt x="227" y="36"/>
                      <a:pt x="226" y="36"/>
                    </a:cubicBezTo>
                    <a:cubicBezTo>
                      <a:pt x="225" y="35"/>
                      <a:pt x="225" y="35"/>
                      <a:pt x="225" y="34"/>
                    </a:cubicBezTo>
                    <a:cubicBezTo>
                      <a:pt x="226" y="33"/>
                      <a:pt x="228" y="32"/>
                      <a:pt x="229" y="32"/>
                    </a:cubicBezTo>
                    <a:cubicBezTo>
                      <a:pt x="231" y="30"/>
                      <a:pt x="233" y="31"/>
                      <a:pt x="236" y="31"/>
                    </a:cubicBezTo>
                    <a:cubicBezTo>
                      <a:pt x="236" y="31"/>
                      <a:pt x="236" y="30"/>
                      <a:pt x="236" y="30"/>
                    </a:cubicBezTo>
                    <a:cubicBezTo>
                      <a:pt x="236" y="30"/>
                      <a:pt x="235" y="29"/>
                      <a:pt x="235" y="29"/>
                    </a:cubicBezTo>
                    <a:cubicBezTo>
                      <a:pt x="234" y="29"/>
                      <a:pt x="233" y="29"/>
                      <a:pt x="232" y="28"/>
                    </a:cubicBezTo>
                    <a:cubicBezTo>
                      <a:pt x="232" y="28"/>
                      <a:pt x="231" y="27"/>
                      <a:pt x="231" y="26"/>
                    </a:cubicBezTo>
                    <a:cubicBezTo>
                      <a:pt x="231" y="26"/>
                      <a:pt x="230" y="26"/>
                      <a:pt x="229" y="26"/>
                    </a:cubicBezTo>
                    <a:cubicBezTo>
                      <a:pt x="226" y="27"/>
                      <a:pt x="225" y="27"/>
                      <a:pt x="224" y="24"/>
                    </a:cubicBezTo>
                    <a:cubicBezTo>
                      <a:pt x="223" y="23"/>
                      <a:pt x="223" y="22"/>
                      <a:pt x="222" y="22"/>
                    </a:cubicBezTo>
                    <a:cubicBezTo>
                      <a:pt x="221" y="21"/>
                      <a:pt x="220" y="21"/>
                      <a:pt x="219" y="20"/>
                    </a:cubicBezTo>
                    <a:cubicBezTo>
                      <a:pt x="217" y="18"/>
                      <a:pt x="218" y="17"/>
                      <a:pt x="219" y="15"/>
                    </a:cubicBezTo>
                    <a:cubicBezTo>
                      <a:pt x="222" y="12"/>
                      <a:pt x="226" y="11"/>
                      <a:pt x="229" y="15"/>
                    </a:cubicBezTo>
                    <a:cubicBezTo>
                      <a:pt x="229" y="12"/>
                      <a:pt x="228" y="10"/>
                      <a:pt x="229" y="8"/>
                    </a:cubicBezTo>
                    <a:cubicBezTo>
                      <a:pt x="229" y="7"/>
                      <a:pt x="229" y="6"/>
                      <a:pt x="230" y="6"/>
                    </a:cubicBezTo>
                    <a:cubicBezTo>
                      <a:pt x="232" y="7"/>
                      <a:pt x="233" y="9"/>
                      <a:pt x="235" y="7"/>
                    </a:cubicBezTo>
                    <a:cubicBezTo>
                      <a:pt x="236" y="6"/>
                      <a:pt x="237" y="6"/>
                      <a:pt x="238" y="5"/>
                    </a:cubicBezTo>
                    <a:cubicBezTo>
                      <a:pt x="239" y="5"/>
                      <a:pt x="239" y="4"/>
                      <a:pt x="240" y="4"/>
                    </a:cubicBezTo>
                    <a:cubicBezTo>
                      <a:pt x="241" y="3"/>
                      <a:pt x="241" y="3"/>
                      <a:pt x="242" y="3"/>
                    </a:cubicBezTo>
                    <a:cubicBezTo>
                      <a:pt x="243" y="3"/>
                      <a:pt x="245" y="2"/>
                      <a:pt x="246" y="2"/>
                    </a:cubicBezTo>
                    <a:cubicBezTo>
                      <a:pt x="247" y="2"/>
                      <a:pt x="248" y="3"/>
                      <a:pt x="248" y="4"/>
                    </a:cubicBezTo>
                    <a:cubicBezTo>
                      <a:pt x="248" y="4"/>
                      <a:pt x="248" y="4"/>
                      <a:pt x="248" y="4"/>
                    </a:cubicBezTo>
                    <a:cubicBezTo>
                      <a:pt x="249" y="4"/>
                      <a:pt x="249" y="4"/>
                      <a:pt x="249" y="3"/>
                    </a:cubicBezTo>
                    <a:cubicBezTo>
                      <a:pt x="250" y="1"/>
                      <a:pt x="252" y="1"/>
                      <a:pt x="254" y="2"/>
                    </a:cubicBezTo>
                    <a:cubicBezTo>
                      <a:pt x="254" y="2"/>
                      <a:pt x="254" y="2"/>
                      <a:pt x="255" y="3"/>
                    </a:cubicBezTo>
                    <a:cubicBezTo>
                      <a:pt x="256" y="3"/>
                      <a:pt x="257" y="2"/>
                      <a:pt x="258" y="1"/>
                    </a:cubicBezTo>
                    <a:cubicBezTo>
                      <a:pt x="259" y="0"/>
                      <a:pt x="263" y="0"/>
                      <a:pt x="265" y="1"/>
                    </a:cubicBezTo>
                    <a:cubicBezTo>
                      <a:pt x="265" y="2"/>
                      <a:pt x="265" y="2"/>
                      <a:pt x="266" y="2"/>
                    </a:cubicBezTo>
                    <a:cubicBezTo>
                      <a:pt x="266" y="2"/>
                      <a:pt x="266" y="2"/>
                      <a:pt x="267" y="2"/>
                    </a:cubicBezTo>
                    <a:cubicBezTo>
                      <a:pt x="267" y="1"/>
                      <a:pt x="268" y="1"/>
                      <a:pt x="269" y="2"/>
                    </a:cubicBezTo>
                    <a:cubicBezTo>
                      <a:pt x="270" y="3"/>
                      <a:pt x="271" y="3"/>
                      <a:pt x="273" y="3"/>
                    </a:cubicBezTo>
                    <a:cubicBezTo>
                      <a:pt x="276" y="1"/>
                      <a:pt x="278" y="2"/>
                      <a:pt x="283" y="5"/>
                    </a:cubicBezTo>
                    <a:cubicBezTo>
                      <a:pt x="284" y="5"/>
                      <a:pt x="284" y="5"/>
                      <a:pt x="284" y="5"/>
                    </a:cubicBezTo>
                    <a:cubicBezTo>
                      <a:pt x="285" y="6"/>
                      <a:pt x="285" y="7"/>
                      <a:pt x="285" y="8"/>
                    </a:cubicBezTo>
                    <a:cubicBezTo>
                      <a:pt x="286" y="8"/>
                      <a:pt x="286" y="7"/>
                      <a:pt x="287" y="7"/>
                    </a:cubicBezTo>
                    <a:cubicBezTo>
                      <a:pt x="288" y="6"/>
                      <a:pt x="288" y="6"/>
                      <a:pt x="289" y="7"/>
                    </a:cubicBezTo>
                    <a:cubicBezTo>
                      <a:pt x="290" y="7"/>
                      <a:pt x="290" y="7"/>
                      <a:pt x="290" y="7"/>
                    </a:cubicBezTo>
                    <a:cubicBezTo>
                      <a:pt x="291" y="7"/>
                      <a:pt x="291" y="7"/>
                      <a:pt x="291" y="8"/>
                    </a:cubicBezTo>
                    <a:cubicBezTo>
                      <a:pt x="292" y="8"/>
                      <a:pt x="293" y="8"/>
                      <a:pt x="294" y="9"/>
                    </a:cubicBezTo>
                    <a:cubicBezTo>
                      <a:pt x="297" y="9"/>
                      <a:pt x="298" y="9"/>
                      <a:pt x="300" y="11"/>
                    </a:cubicBezTo>
                    <a:cubicBezTo>
                      <a:pt x="303" y="12"/>
                      <a:pt x="306" y="14"/>
                      <a:pt x="308" y="16"/>
                    </a:cubicBezTo>
                    <a:cubicBezTo>
                      <a:pt x="309" y="16"/>
                      <a:pt x="309" y="16"/>
                      <a:pt x="309" y="17"/>
                    </a:cubicBezTo>
                    <a:cubicBezTo>
                      <a:pt x="311" y="19"/>
                      <a:pt x="311" y="20"/>
                      <a:pt x="310" y="22"/>
                    </a:cubicBezTo>
                    <a:cubicBezTo>
                      <a:pt x="309" y="24"/>
                      <a:pt x="308" y="25"/>
                      <a:pt x="306" y="25"/>
                    </a:cubicBezTo>
                    <a:cubicBezTo>
                      <a:pt x="305" y="25"/>
                      <a:pt x="303" y="25"/>
                      <a:pt x="302" y="25"/>
                    </a:cubicBezTo>
                    <a:cubicBezTo>
                      <a:pt x="302" y="25"/>
                      <a:pt x="302" y="25"/>
                      <a:pt x="302" y="25"/>
                    </a:cubicBezTo>
                    <a:cubicBezTo>
                      <a:pt x="299" y="25"/>
                      <a:pt x="296" y="24"/>
                      <a:pt x="294" y="24"/>
                    </a:cubicBezTo>
                    <a:cubicBezTo>
                      <a:pt x="293" y="24"/>
                      <a:pt x="293" y="24"/>
                      <a:pt x="292" y="24"/>
                    </a:cubicBezTo>
                    <a:cubicBezTo>
                      <a:pt x="288" y="24"/>
                      <a:pt x="284" y="25"/>
                      <a:pt x="280" y="26"/>
                    </a:cubicBezTo>
                    <a:cubicBezTo>
                      <a:pt x="280" y="27"/>
                      <a:pt x="280" y="28"/>
                      <a:pt x="279" y="29"/>
                    </a:cubicBezTo>
                    <a:cubicBezTo>
                      <a:pt x="277" y="30"/>
                      <a:pt x="275" y="31"/>
                      <a:pt x="274" y="32"/>
                    </a:cubicBezTo>
                    <a:cubicBezTo>
                      <a:pt x="273" y="33"/>
                      <a:pt x="272" y="33"/>
                      <a:pt x="271" y="32"/>
                    </a:cubicBezTo>
                    <a:cubicBezTo>
                      <a:pt x="268" y="31"/>
                      <a:pt x="266" y="29"/>
                      <a:pt x="264" y="28"/>
                    </a:cubicBezTo>
                    <a:cubicBezTo>
                      <a:pt x="263" y="27"/>
                      <a:pt x="262" y="27"/>
                      <a:pt x="260" y="27"/>
                    </a:cubicBezTo>
                    <a:cubicBezTo>
                      <a:pt x="261" y="29"/>
                      <a:pt x="263" y="28"/>
                      <a:pt x="264" y="29"/>
                    </a:cubicBezTo>
                    <a:cubicBezTo>
                      <a:pt x="264" y="30"/>
                      <a:pt x="265" y="30"/>
                      <a:pt x="266" y="30"/>
                    </a:cubicBezTo>
                    <a:cubicBezTo>
                      <a:pt x="268" y="31"/>
                      <a:pt x="268" y="33"/>
                      <a:pt x="267" y="35"/>
                    </a:cubicBezTo>
                    <a:cubicBezTo>
                      <a:pt x="265" y="36"/>
                      <a:pt x="263" y="36"/>
                      <a:pt x="261" y="37"/>
                    </a:cubicBezTo>
                    <a:cubicBezTo>
                      <a:pt x="259" y="38"/>
                      <a:pt x="259" y="39"/>
                      <a:pt x="258" y="40"/>
                    </a:cubicBezTo>
                    <a:cubicBezTo>
                      <a:pt x="256" y="40"/>
                      <a:pt x="254" y="40"/>
                      <a:pt x="252" y="41"/>
                    </a:cubicBezTo>
                    <a:cubicBezTo>
                      <a:pt x="251" y="41"/>
                      <a:pt x="251" y="41"/>
                      <a:pt x="251" y="41"/>
                    </a:cubicBezTo>
                    <a:cubicBezTo>
                      <a:pt x="250" y="42"/>
                      <a:pt x="249" y="42"/>
                      <a:pt x="248" y="43"/>
                    </a:cubicBezTo>
                    <a:cubicBezTo>
                      <a:pt x="249" y="43"/>
                      <a:pt x="248" y="45"/>
                      <a:pt x="250" y="46"/>
                    </a:cubicBezTo>
                    <a:cubicBezTo>
                      <a:pt x="251" y="46"/>
                      <a:pt x="251" y="44"/>
                      <a:pt x="252" y="44"/>
                    </a:cubicBezTo>
                    <a:cubicBezTo>
                      <a:pt x="254" y="42"/>
                      <a:pt x="255" y="41"/>
                      <a:pt x="258" y="42"/>
                    </a:cubicBezTo>
                    <a:cubicBezTo>
                      <a:pt x="258" y="42"/>
                      <a:pt x="259" y="42"/>
                      <a:pt x="260" y="43"/>
                    </a:cubicBezTo>
                    <a:cubicBezTo>
                      <a:pt x="260" y="43"/>
                      <a:pt x="260" y="44"/>
                      <a:pt x="261" y="44"/>
                    </a:cubicBezTo>
                    <a:cubicBezTo>
                      <a:pt x="262" y="43"/>
                      <a:pt x="259" y="41"/>
                      <a:pt x="262" y="40"/>
                    </a:cubicBezTo>
                    <a:cubicBezTo>
                      <a:pt x="262" y="40"/>
                      <a:pt x="263" y="39"/>
                      <a:pt x="264" y="39"/>
                    </a:cubicBezTo>
                    <a:cubicBezTo>
                      <a:pt x="264" y="39"/>
                      <a:pt x="264" y="39"/>
                      <a:pt x="265" y="39"/>
                    </a:cubicBezTo>
                    <a:cubicBezTo>
                      <a:pt x="265" y="38"/>
                      <a:pt x="265" y="38"/>
                      <a:pt x="266" y="38"/>
                    </a:cubicBezTo>
                    <a:cubicBezTo>
                      <a:pt x="268" y="38"/>
                      <a:pt x="270" y="37"/>
                      <a:pt x="273" y="37"/>
                    </a:cubicBezTo>
                    <a:cubicBezTo>
                      <a:pt x="273" y="37"/>
                      <a:pt x="273" y="37"/>
                      <a:pt x="274" y="37"/>
                    </a:cubicBezTo>
                    <a:cubicBezTo>
                      <a:pt x="275" y="38"/>
                      <a:pt x="276" y="36"/>
                      <a:pt x="277" y="35"/>
                    </a:cubicBezTo>
                    <a:cubicBezTo>
                      <a:pt x="278" y="34"/>
                      <a:pt x="279" y="32"/>
                      <a:pt x="281" y="31"/>
                    </a:cubicBezTo>
                    <a:cubicBezTo>
                      <a:pt x="282" y="30"/>
                      <a:pt x="283" y="30"/>
                      <a:pt x="284" y="30"/>
                    </a:cubicBezTo>
                    <a:cubicBezTo>
                      <a:pt x="284" y="29"/>
                      <a:pt x="285" y="29"/>
                      <a:pt x="285" y="29"/>
                    </a:cubicBezTo>
                    <a:cubicBezTo>
                      <a:pt x="286" y="28"/>
                      <a:pt x="287" y="28"/>
                      <a:pt x="289" y="28"/>
                    </a:cubicBezTo>
                    <a:cubicBezTo>
                      <a:pt x="291" y="27"/>
                      <a:pt x="292" y="28"/>
                      <a:pt x="294" y="28"/>
                    </a:cubicBezTo>
                    <a:cubicBezTo>
                      <a:pt x="296" y="28"/>
                      <a:pt x="299" y="29"/>
                      <a:pt x="300" y="31"/>
                    </a:cubicBezTo>
                    <a:cubicBezTo>
                      <a:pt x="301" y="30"/>
                      <a:pt x="302" y="29"/>
                      <a:pt x="304" y="30"/>
                    </a:cubicBezTo>
                    <a:cubicBezTo>
                      <a:pt x="305" y="30"/>
                      <a:pt x="306" y="30"/>
                      <a:pt x="307" y="30"/>
                    </a:cubicBezTo>
                    <a:cubicBezTo>
                      <a:pt x="307" y="30"/>
                      <a:pt x="308" y="30"/>
                      <a:pt x="309" y="30"/>
                    </a:cubicBezTo>
                    <a:cubicBezTo>
                      <a:pt x="310" y="30"/>
                      <a:pt x="311" y="30"/>
                      <a:pt x="312" y="30"/>
                    </a:cubicBezTo>
                    <a:cubicBezTo>
                      <a:pt x="312" y="30"/>
                      <a:pt x="312" y="29"/>
                      <a:pt x="313" y="29"/>
                    </a:cubicBezTo>
                    <a:cubicBezTo>
                      <a:pt x="314" y="28"/>
                      <a:pt x="314" y="27"/>
                      <a:pt x="315" y="27"/>
                    </a:cubicBezTo>
                    <a:cubicBezTo>
                      <a:pt x="317" y="28"/>
                      <a:pt x="316" y="29"/>
                      <a:pt x="316" y="30"/>
                    </a:cubicBezTo>
                    <a:cubicBezTo>
                      <a:pt x="317" y="30"/>
                      <a:pt x="317" y="31"/>
                      <a:pt x="317" y="31"/>
                    </a:cubicBezTo>
                    <a:cubicBezTo>
                      <a:pt x="316" y="32"/>
                      <a:pt x="316" y="32"/>
                      <a:pt x="316" y="33"/>
                    </a:cubicBezTo>
                    <a:cubicBezTo>
                      <a:pt x="316" y="34"/>
                      <a:pt x="317" y="34"/>
                      <a:pt x="317" y="35"/>
                    </a:cubicBezTo>
                    <a:cubicBezTo>
                      <a:pt x="318" y="36"/>
                      <a:pt x="318" y="36"/>
                      <a:pt x="319" y="37"/>
                    </a:cubicBezTo>
                    <a:cubicBezTo>
                      <a:pt x="321" y="39"/>
                      <a:pt x="323" y="40"/>
                      <a:pt x="324" y="42"/>
                    </a:cubicBezTo>
                    <a:cubicBezTo>
                      <a:pt x="326" y="43"/>
                      <a:pt x="324" y="44"/>
                      <a:pt x="324" y="45"/>
                    </a:cubicBezTo>
                    <a:cubicBezTo>
                      <a:pt x="325" y="45"/>
                      <a:pt x="327" y="43"/>
                      <a:pt x="328" y="45"/>
                    </a:cubicBezTo>
                    <a:cubicBezTo>
                      <a:pt x="328" y="45"/>
                      <a:pt x="329" y="45"/>
                      <a:pt x="329" y="45"/>
                    </a:cubicBezTo>
                    <a:cubicBezTo>
                      <a:pt x="329" y="45"/>
                      <a:pt x="329" y="46"/>
                      <a:pt x="330" y="46"/>
                    </a:cubicBezTo>
                    <a:cubicBezTo>
                      <a:pt x="330" y="45"/>
                      <a:pt x="331" y="46"/>
                      <a:pt x="331" y="46"/>
                    </a:cubicBezTo>
                    <a:cubicBezTo>
                      <a:pt x="332" y="46"/>
                      <a:pt x="333" y="46"/>
                      <a:pt x="333" y="47"/>
                    </a:cubicBezTo>
                    <a:cubicBezTo>
                      <a:pt x="335" y="49"/>
                      <a:pt x="335" y="49"/>
                      <a:pt x="333" y="51"/>
                    </a:cubicBezTo>
                    <a:cubicBezTo>
                      <a:pt x="333" y="52"/>
                      <a:pt x="333" y="52"/>
                      <a:pt x="333" y="53"/>
                    </a:cubicBezTo>
                    <a:cubicBezTo>
                      <a:pt x="334" y="53"/>
                      <a:pt x="335" y="54"/>
                      <a:pt x="335" y="55"/>
                    </a:cubicBezTo>
                    <a:cubicBezTo>
                      <a:pt x="336" y="56"/>
                      <a:pt x="337" y="57"/>
                      <a:pt x="337" y="58"/>
                    </a:cubicBezTo>
                    <a:cubicBezTo>
                      <a:pt x="338" y="58"/>
                      <a:pt x="339" y="59"/>
                      <a:pt x="339" y="60"/>
                    </a:cubicBezTo>
                    <a:cubicBezTo>
                      <a:pt x="340" y="60"/>
                      <a:pt x="340" y="60"/>
                      <a:pt x="340" y="60"/>
                    </a:cubicBezTo>
                    <a:cubicBezTo>
                      <a:pt x="341" y="62"/>
                      <a:pt x="341" y="64"/>
                      <a:pt x="339" y="65"/>
                    </a:cubicBezTo>
                    <a:cubicBezTo>
                      <a:pt x="338" y="66"/>
                      <a:pt x="337" y="66"/>
                      <a:pt x="336" y="67"/>
                    </a:cubicBezTo>
                    <a:cubicBezTo>
                      <a:pt x="336" y="72"/>
                      <a:pt x="335" y="74"/>
                      <a:pt x="330" y="75"/>
                    </a:cubicBezTo>
                    <a:cubicBezTo>
                      <a:pt x="329" y="76"/>
                      <a:pt x="328" y="77"/>
                      <a:pt x="327" y="77"/>
                    </a:cubicBezTo>
                    <a:cubicBezTo>
                      <a:pt x="327" y="78"/>
                      <a:pt x="326" y="78"/>
                      <a:pt x="326" y="78"/>
                    </a:cubicBezTo>
                    <a:cubicBezTo>
                      <a:pt x="325" y="79"/>
                      <a:pt x="324" y="79"/>
                      <a:pt x="323" y="79"/>
                    </a:cubicBezTo>
                    <a:cubicBezTo>
                      <a:pt x="321" y="79"/>
                      <a:pt x="319" y="79"/>
                      <a:pt x="318" y="80"/>
                    </a:cubicBezTo>
                    <a:cubicBezTo>
                      <a:pt x="317" y="81"/>
                      <a:pt x="316" y="81"/>
                      <a:pt x="315" y="81"/>
                    </a:cubicBezTo>
                    <a:cubicBezTo>
                      <a:pt x="309" y="79"/>
                      <a:pt x="303" y="79"/>
                      <a:pt x="297" y="80"/>
                    </a:cubicBezTo>
                    <a:cubicBezTo>
                      <a:pt x="296" y="81"/>
                      <a:pt x="294" y="82"/>
                      <a:pt x="292" y="81"/>
                    </a:cubicBezTo>
                    <a:cubicBezTo>
                      <a:pt x="291" y="81"/>
                      <a:pt x="290" y="82"/>
                      <a:pt x="289" y="82"/>
                    </a:cubicBezTo>
                    <a:cubicBezTo>
                      <a:pt x="289" y="80"/>
                      <a:pt x="287" y="80"/>
                      <a:pt x="286" y="80"/>
                    </a:cubicBezTo>
                    <a:cubicBezTo>
                      <a:pt x="286" y="81"/>
                      <a:pt x="287" y="81"/>
                      <a:pt x="287" y="82"/>
                    </a:cubicBezTo>
                    <a:cubicBezTo>
                      <a:pt x="289" y="83"/>
                      <a:pt x="289" y="84"/>
                      <a:pt x="287" y="85"/>
                    </a:cubicBezTo>
                    <a:cubicBezTo>
                      <a:pt x="285" y="87"/>
                      <a:pt x="282" y="88"/>
                      <a:pt x="280" y="90"/>
                    </a:cubicBezTo>
                    <a:cubicBezTo>
                      <a:pt x="279" y="91"/>
                      <a:pt x="278" y="91"/>
                      <a:pt x="277" y="92"/>
                    </a:cubicBezTo>
                    <a:cubicBezTo>
                      <a:pt x="274" y="93"/>
                      <a:pt x="272" y="95"/>
                      <a:pt x="270" y="98"/>
                    </a:cubicBezTo>
                    <a:cubicBezTo>
                      <a:pt x="270" y="98"/>
                      <a:pt x="269" y="99"/>
                      <a:pt x="270" y="100"/>
                    </a:cubicBezTo>
                    <a:cubicBezTo>
                      <a:pt x="272" y="101"/>
                      <a:pt x="270" y="103"/>
                      <a:pt x="271" y="105"/>
                    </a:cubicBezTo>
                    <a:cubicBezTo>
                      <a:pt x="273" y="105"/>
                      <a:pt x="274" y="105"/>
                      <a:pt x="275" y="102"/>
                    </a:cubicBezTo>
                    <a:cubicBezTo>
                      <a:pt x="275" y="101"/>
                      <a:pt x="276" y="100"/>
                      <a:pt x="277" y="100"/>
                    </a:cubicBezTo>
                    <a:cubicBezTo>
                      <a:pt x="279" y="97"/>
                      <a:pt x="282" y="96"/>
                      <a:pt x="285" y="95"/>
                    </a:cubicBezTo>
                    <a:cubicBezTo>
                      <a:pt x="286" y="94"/>
                      <a:pt x="286" y="94"/>
                      <a:pt x="286" y="94"/>
                    </a:cubicBezTo>
                    <a:cubicBezTo>
                      <a:pt x="287" y="93"/>
                      <a:pt x="289" y="93"/>
                      <a:pt x="290" y="92"/>
                    </a:cubicBezTo>
                    <a:cubicBezTo>
                      <a:pt x="290" y="92"/>
                      <a:pt x="291" y="91"/>
                      <a:pt x="291" y="92"/>
                    </a:cubicBezTo>
                    <a:cubicBezTo>
                      <a:pt x="292" y="92"/>
                      <a:pt x="292" y="93"/>
                      <a:pt x="292" y="93"/>
                    </a:cubicBezTo>
                    <a:cubicBezTo>
                      <a:pt x="291" y="94"/>
                      <a:pt x="291" y="94"/>
                      <a:pt x="291" y="95"/>
                    </a:cubicBezTo>
                    <a:cubicBezTo>
                      <a:pt x="292" y="95"/>
                      <a:pt x="292" y="94"/>
                      <a:pt x="293" y="94"/>
                    </a:cubicBezTo>
                    <a:cubicBezTo>
                      <a:pt x="293" y="94"/>
                      <a:pt x="293" y="93"/>
                      <a:pt x="293" y="93"/>
                    </a:cubicBezTo>
                    <a:cubicBezTo>
                      <a:pt x="294" y="90"/>
                      <a:pt x="296" y="89"/>
                      <a:pt x="299" y="89"/>
                    </a:cubicBezTo>
                    <a:cubicBezTo>
                      <a:pt x="301" y="87"/>
                      <a:pt x="303" y="88"/>
                      <a:pt x="305" y="87"/>
                    </a:cubicBezTo>
                    <a:cubicBezTo>
                      <a:pt x="306" y="87"/>
                      <a:pt x="307" y="87"/>
                      <a:pt x="308" y="87"/>
                    </a:cubicBezTo>
                    <a:cubicBezTo>
                      <a:pt x="310" y="87"/>
                      <a:pt x="313" y="87"/>
                      <a:pt x="315" y="88"/>
                    </a:cubicBezTo>
                    <a:cubicBezTo>
                      <a:pt x="317" y="89"/>
                      <a:pt x="320" y="89"/>
                      <a:pt x="322" y="89"/>
                    </a:cubicBezTo>
                    <a:cubicBezTo>
                      <a:pt x="324" y="89"/>
                      <a:pt x="326" y="88"/>
                      <a:pt x="324" y="91"/>
                    </a:cubicBezTo>
                    <a:cubicBezTo>
                      <a:pt x="324" y="92"/>
                      <a:pt x="326" y="94"/>
                      <a:pt x="325" y="96"/>
                    </a:cubicBezTo>
                    <a:cubicBezTo>
                      <a:pt x="325" y="99"/>
                      <a:pt x="324" y="102"/>
                      <a:pt x="321" y="103"/>
                    </a:cubicBezTo>
                    <a:cubicBezTo>
                      <a:pt x="320" y="105"/>
                      <a:pt x="318" y="105"/>
                      <a:pt x="316" y="106"/>
                    </a:cubicBezTo>
                    <a:cubicBezTo>
                      <a:pt x="315" y="108"/>
                      <a:pt x="312" y="109"/>
                      <a:pt x="311" y="110"/>
                    </a:cubicBezTo>
                    <a:cubicBezTo>
                      <a:pt x="311" y="111"/>
                      <a:pt x="311" y="112"/>
                      <a:pt x="311" y="112"/>
                    </a:cubicBezTo>
                    <a:cubicBezTo>
                      <a:pt x="310" y="114"/>
                      <a:pt x="311" y="114"/>
                      <a:pt x="312" y="115"/>
                    </a:cubicBezTo>
                    <a:cubicBezTo>
                      <a:pt x="314" y="115"/>
                      <a:pt x="314" y="114"/>
                      <a:pt x="315" y="113"/>
                    </a:cubicBezTo>
                    <a:cubicBezTo>
                      <a:pt x="316" y="112"/>
                      <a:pt x="316" y="111"/>
                      <a:pt x="317" y="111"/>
                    </a:cubicBezTo>
                    <a:cubicBezTo>
                      <a:pt x="317" y="111"/>
                      <a:pt x="318" y="111"/>
                      <a:pt x="318" y="111"/>
                    </a:cubicBezTo>
                    <a:cubicBezTo>
                      <a:pt x="321" y="109"/>
                      <a:pt x="325" y="107"/>
                      <a:pt x="327" y="104"/>
                    </a:cubicBezTo>
                    <a:cubicBezTo>
                      <a:pt x="328" y="103"/>
                      <a:pt x="329" y="103"/>
                      <a:pt x="330" y="103"/>
                    </a:cubicBezTo>
                    <a:cubicBezTo>
                      <a:pt x="331" y="102"/>
                      <a:pt x="332" y="103"/>
                      <a:pt x="333" y="102"/>
                    </a:cubicBezTo>
                    <a:cubicBezTo>
                      <a:pt x="333" y="101"/>
                      <a:pt x="333" y="100"/>
                      <a:pt x="334" y="99"/>
                    </a:cubicBezTo>
                    <a:cubicBezTo>
                      <a:pt x="332" y="96"/>
                      <a:pt x="333" y="94"/>
                      <a:pt x="333" y="91"/>
                    </a:cubicBezTo>
                    <a:cubicBezTo>
                      <a:pt x="332" y="90"/>
                      <a:pt x="334" y="89"/>
                      <a:pt x="335" y="89"/>
                    </a:cubicBezTo>
                    <a:cubicBezTo>
                      <a:pt x="337" y="87"/>
                      <a:pt x="340" y="86"/>
                      <a:pt x="343" y="85"/>
                    </a:cubicBezTo>
                    <a:cubicBezTo>
                      <a:pt x="347" y="84"/>
                      <a:pt x="348" y="85"/>
                      <a:pt x="348" y="89"/>
                    </a:cubicBezTo>
                    <a:cubicBezTo>
                      <a:pt x="348" y="91"/>
                      <a:pt x="349" y="92"/>
                      <a:pt x="349" y="95"/>
                    </a:cubicBezTo>
                    <a:cubicBezTo>
                      <a:pt x="349" y="96"/>
                      <a:pt x="349" y="97"/>
                      <a:pt x="348" y="98"/>
                    </a:cubicBezTo>
                    <a:cubicBezTo>
                      <a:pt x="348" y="98"/>
                      <a:pt x="348" y="99"/>
                      <a:pt x="348" y="99"/>
                    </a:cubicBezTo>
                    <a:cubicBezTo>
                      <a:pt x="349" y="102"/>
                      <a:pt x="348" y="104"/>
                      <a:pt x="348" y="107"/>
                    </a:cubicBezTo>
                    <a:cubicBezTo>
                      <a:pt x="348" y="108"/>
                      <a:pt x="348" y="110"/>
                      <a:pt x="347" y="111"/>
                    </a:cubicBezTo>
                    <a:cubicBezTo>
                      <a:pt x="346" y="114"/>
                      <a:pt x="346" y="116"/>
                      <a:pt x="345" y="118"/>
                    </a:cubicBezTo>
                    <a:cubicBezTo>
                      <a:pt x="345" y="119"/>
                      <a:pt x="345" y="120"/>
                      <a:pt x="344" y="121"/>
                    </a:cubicBezTo>
                    <a:cubicBezTo>
                      <a:pt x="342" y="122"/>
                      <a:pt x="342" y="124"/>
                      <a:pt x="341" y="126"/>
                    </a:cubicBezTo>
                    <a:cubicBezTo>
                      <a:pt x="339" y="129"/>
                      <a:pt x="339" y="133"/>
                      <a:pt x="335" y="135"/>
                    </a:cubicBezTo>
                    <a:cubicBezTo>
                      <a:pt x="335" y="136"/>
                      <a:pt x="334" y="137"/>
                      <a:pt x="333" y="138"/>
                    </a:cubicBezTo>
                    <a:cubicBezTo>
                      <a:pt x="334" y="140"/>
                      <a:pt x="334" y="142"/>
                      <a:pt x="333" y="144"/>
                    </a:cubicBezTo>
                    <a:cubicBezTo>
                      <a:pt x="333" y="145"/>
                      <a:pt x="331" y="145"/>
                      <a:pt x="331" y="146"/>
                    </a:cubicBezTo>
                    <a:cubicBezTo>
                      <a:pt x="332" y="147"/>
                      <a:pt x="331" y="148"/>
                      <a:pt x="330" y="148"/>
                    </a:cubicBezTo>
                    <a:cubicBezTo>
                      <a:pt x="329" y="148"/>
                      <a:pt x="329" y="149"/>
                      <a:pt x="330" y="150"/>
                    </a:cubicBezTo>
                    <a:cubicBezTo>
                      <a:pt x="330" y="151"/>
                      <a:pt x="330" y="151"/>
                      <a:pt x="331" y="150"/>
                    </a:cubicBezTo>
                    <a:cubicBezTo>
                      <a:pt x="331" y="149"/>
                      <a:pt x="332" y="149"/>
                      <a:pt x="333" y="148"/>
                    </a:cubicBezTo>
                    <a:cubicBezTo>
                      <a:pt x="335" y="145"/>
                      <a:pt x="336" y="143"/>
                      <a:pt x="336" y="140"/>
                    </a:cubicBezTo>
                    <a:cubicBezTo>
                      <a:pt x="336" y="139"/>
                      <a:pt x="336" y="139"/>
                      <a:pt x="337" y="139"/>
                    </a:cubicBezTo>
                    <a:cubicBezTo>
                      <a:pt x="338" y="138"/>
                      <a:pt x="339" y="137"/>
                      <a:pt x="340" y="136"/>
                    </a:cubicBezTo>
                    <a:cubicBezTo>
                      <a:pt x="342" y="135"/>
                      <a:pt x="342" y="134"/>
                      <a:pt x="342" y="132"/>
                    </a:cubicBezTo>
                    <a:cubicBezTo>
                      <a:pt x="343" y="131"/>
                      <a:pt x="344" y="131"/>
                      <a:pt x="344" y="130"/>
                    </a:cubicBezTo>
                    <a:cubicBezTo>
                      <a:pt x="344" y="130"/>
                      <a:pt x="345" y="129"/>
                      <a:pt x="345" y="129"/>
                    </a:cubicBezTo>
                    <a:cubicBezTo>
                      <a:pt x="345" y="127"/>
                      <a:pt x="347" y="126"/>
                      <a:pt x="348" y="125"/>
                    </a:cubicBezTo>
                    <a:cubicBezTo>
                      <a:pt x="349" y="125"/>
                      <a:pt x="349" y="124"/>
                      <a:pt x="350" y="124"/>
                    </a:cubicBezTo>
                    <a:cubicBezTo>
                      <a:pt x="348" y="122"/>
                      <a:pt x="351" y="122"/>
                      <a:pt x="351" y="121"/>
                    </a:cubicBezTo>
                    <a:cubicBezTo>
                      <a:pt x="350" y="117"/>
                      <a:pt x="353" y="116"/>
                      <a:pt x="355" y="113"/>
                    </a:cubicBezTo>
                    <a:cubicBezTo>
                      <a:pt x="356" y="112"/>
                      <a:pt x="356" y="111"/>
                      <a:pt x="358" y="110"/>
                    </a:cubicBezTo>
                    <a:cubicBezTo>
                      <a:pt x="358" y="110"/>
                      <a:pt x="358" y="109"/>
                      <a:pt x="358" y="109"/>
                    </a:cubicBezTo>
                    <a:cubicBezTo>
                      <a:pt x="356" y="109"/>
                      <a:pt x="357" y="107"/>
                      <a:pt x="356" y="106"/>
                    </a:cubicBezTo>
                    <a:cubicBezTo>
                      <a:pt x="356" y="105"/>
                      <a:pt x="356" y="105"/>
                      <a:pt x="356" y="105"/>
                    </a:cubicBezTo>
                    <a:cubicBezTo>
                      <a:pt x="357" y="104"/>
                      <a:pt x="358" y="105"/>
                      <a:pt x="358" y="105"/>
                    </a:cubicBezTo>
                    <a:cubicBezTo>
                      <a:pt x="358" y="107"/>
                      <a:pt x="359" y="108"/>
                      <a:pt x="360" y="107"/>
                    </a:cubicBezTo>
                    <a:cubicBezTo>
                      <a:pt x="361" y="108"/>
                      <a:pt x="360" y="108"/>
                      <a:pt x="360" y="109"/>
                    </a:cubicBezTo>
                    <a:cubicBezTo>
                      <a:pt x="361" y="109"/>
                      <a:pt x="361" y="107"/>
                      <a:pt x="363" y="108"/>
                    </a:cubicBezTo>
                    <a:cubicBezTo>
                      <a:pt x="360" y="110"/>
                      <a:pt x="361" y="114"/>
                      <a:pt x="359" y="118"/>
                    </a:cubicBezTo>
                    <a:cubicBezTo>
                      <a:pt x="361" y="118"/>
                      <a:pt x="361" y="117"/>
                      <a:pt x="362" y="116"/>
                    </a:cubicBezTo>
                    <a:cubicBezTo>
                      <a:pt x="365" y="112"/>
                      <a:pt x="367" y="112"/>
                      <a:pt x="370" y="116"/>
                    </a:cubicBezTo>
                    <a:cubicBezTo>
                      <a:pt x="371" y="116"/>
                      <a:pt x="370" y="114"/>
                      <a:pt x="371" y="115"/>
                    </a:cubicBezTo>
                    <a:cubicBezTo>
                      <a:pt x="372" y="115"/>
                      <a:pt x="372" y="116"/>
                      <a:pt x="372" y="116"/>
                    </a:cubicBezTo>
                    <a:cubicBezTo>
                      <a:pt x="372" y="117"/>
                      <a:pt x="372" y="118"/>
                      <a:pt x="373" y="118"/>
                    </a:cubicBezTo>
                    <a:cubicBezTo>
                      <a:pt x="374" y="118"/>
                      <a:pt x="375" y="118"/>
                      <a:pt x="375" y="116"/>
                    </a:cubicBezTo>
                    <a:cubicBezTo>
                      <a:pt x="375" y="114"/>
                      <a:pt x="377" y="113"/>
                      <a:pt x="378" y="111"/>
                    </a:cubicBezTo>
                    <a:cubicBezTo>
                      <a:pt x="377" y="111"/>
                      <a:pt x="377" y="110"/>
                      <a:pt x="377" y="110"/>
                    </a:cubicBezTo>
                    <a:cubicBezTo>
                      <a:pt x="376" y="109"/>
                      <a:pt x="376" y="106"/>
                      <a:pt x="377" y="106"/>
                    </a:cubicBezTo>
                    <a:cubicBezTo>
                      <a:pt x="379" y="105"/>
                      <a:pt x="378" y="107"/>
                      <a:pt x="379" y="107"/>
                    </a:cubicBezTo>
                    <a:cubicBezTo>
                      <a:pt x="379" y="107"/>
                      <a:pt x="379" y="107"/>
                      <a:pt x="380" y="107"/>
                    </a:cubicBezTo>
                    <a:cubicBezTo>
                      <a:pt x="379" y="105"/>
                      <a:pt x="380" y="103"/>
                      <a:pt x="379" y="101"/>
                    </a:cubicBezTo>
                    <a:cubicBezTo>
                      <a:pt x="379" y="99"/>
                      <a:pt x="381" y="100"/>
                      <a:pt x="381" y="99"/>
                    </a:cubicBezTo>
                    <a:cubicBezTo>
                      <a:pt x="383" y="101"/>
                      <a:pt x="383" y="99"/>
                      <a:pt x="383" y="98"/>
                    </a:cubicBezTo>
                    <a:cubicBezTo>
                      <a:pt x="384" y="97"/>
                      <a:pt x="385" y="96"/>
                      <a:pt x="386" y="98"/>
                    </a:cubicBezTo>
                    <a:cubicBezTo>
                      <a:pt x="389" y="96"/>
                      <a:pt x="392" y="100"/>
                      <a:pt x="395" y="98"/>
                    </a:cubicBezTo>
                    <a:cubicBezTo>
                      <a:pt x="396" y="97"/>
                      <a:pt x="398" y="98"/>
                      <a:pt x="399" y="99"/>
                    </a:cubicBezTo>
                    <a:cubicBezTo>
                      <a:pt x="401" y="102"/>
                      <a:pt x="405" y="103"/>
                      <a:pt x="408" y="106"/>
                    </a:cubicBezTo>
                    <a:cubicBezTo>
                      <a:pt x="409" y="107"/>
                      <a:pt x="410" y="108"/>
                      <a:pt x="410" y="109"/>
                    </a:cubicBezTo>
                    <a:cubicBezTo>
                      <a:pt x="411" y="111"/>
                      <a:pt x="411" y="112"/>
                      <a:pt x="413" y="113"/>
                    </a:cubicBezTo>
                    <a:cubicBezTo>
                      <a:pt x="414" y="113"/>
                      <a:pt x="413" y="114"/>
                      <a:pt x="413" y="115"/>
                    </a:cubicBezTo>
                    <a:close/>
                    <a:moveTo>
                      <a:pt x="313" y="33"/>
                    </a:moveTo>
                    <a:cubicBezTo>
                      <a:pt x="313" y="33"/>
                      <a:pt x="313" y="33"/>
                      <a:pt x="313" y="33"/>
                    </a:cubicBezTo>
                    <a:cubicBezTo>
                      <a:pt x="313" y="33"/>
                      <a:pt x="313" y="33"/>
                      <a:pt x="313" y="33"/>
                    </a:cubicBezTo>
                    <a:close/>
                    <a:moveTo>
                      <a:pt x="63" y="129"/>
                    </a:moveTo>
                    <a:cubicBezTo>
                      <a:pt x="63" y="129"/>
                      <a:pt x="63" y="128"/>
                      <a:pt x="63" y="128"/>
                    </a:cubicBezTo>
                    <a:cubicBezTo>
                      <a:pt x="63" y="129"/>
                      <a:pt x="63" y="129"/>
                      <a:pt x="63" y="129"/>
                    </a:cubicBezTo>
                    <a:close/>
                    <a:moveTo>
                      <a:pt x="119" y="395"/>
                    </a:moveTo>
                    <a:cubicBezTo>
                      <a:pt x="119" y="395"/>
                      <a:pt x="119" y="395"/>
                      <a:pt x="119" y="395"/>
                    </a:cubicBezTo>
                    <a:cubicBezTo>
                      <a:pt x="119" y="395"/>
                      <a:pt x="119" y="395"/>
                      <a:pt x="119" y="395"/>
                    </a:cubicBezTo>
                    <a:close/>
                    <a:moveTo>
                      <a:pt x="122" y="401"/>
                    </a:moveTo>
                    <a:cubicBezTo>
                      <a:pt x="122" y="401"/>
                      <a:pt x="122" y="401"/>
                      <a:pt x="122" y="401"/>
                    </a:cubicBezTo>
                    <a:cubicBezTo>
                      <a:pt x="122" y="401"/>
                      <a:pt x="122" y="401"/>
                      <a:pt x="122" y="401"/>
                    </a:cubicBezTo>
                    <a:close/>
                    <a:moveTo>
                      <a:pt x="136" y="405"/>
                    </a:moveTo>
                    <a:cubicBezTo>
                      <a:pt x="136" y="405"/>
                      <a:pt x="136" y="405"/>
                      <a:pt x="136" y="405"/>
                    </a:cubicBezTo>
                    <a:cubicBezTo>
                      <a:pt x="136" y="405"/>
                      <a:pt x="136" y="405"/>
                      <a:pt x="136" y="405"/>
                    </a:cubicBezTo>
                    <a:cubicBezTo>
                      <a:pt x="136" y="405"/>
                      <a:pt x="136" y="405"/>
                      <a:pt x="136" y="405"/>
                    </a:cubicBezTo>
                    <a:close/>
                    <a:moveTo>
                      <a:pt x="301" y="426"/>
                    </a:moveTo>
                    <a:cubicBezTo>
                      <a:pt x="301" y="426"/>
                      <a:pt x="301" y="426"/>
                      <a:pt x="301" y="426"/>
                    </a:cubicBezTo>
                    <a:cubicBezTo>
                      <a:pt x="301" y="426"/>
                      <a:pt x="301" y="426"/>
                      <a:pt x="301" y="426"/>
                    </a:cubicBezTo>
                    <a:close/>
                    <a:moveTo>
                      <a:pt x="326" y="151"/>
                    </a:moveTo>
                    <a:cubicBezTo>
                      <a:pt x="326" y="151"/>
                      <a:pt x="326" y="151"/>
                      <a:pt x="326" y="151"/>
                    </a:cubicBezTo>
                    <a:cubicBezTo>
                      <a:pt x="326" y="151"/>
                      <a:pt x="326" y="151"/>
                      <a:pt x="326" y="151"/>
                    </a:cubicBezTo>
                    <a:close/>
                    <a:moveTo>
                      <a:pt x="373" y="146"/>
                    </a:moveTo>
                    <a:cubicBezTo>
                      <a:pt x="372" y="146"/>
                      <a:pt x="372" y="146"/>
                      <a:pt x="372" y="146"/>
                    </a:cubicBezTo>
                    <a:cubicBezTo>
                      <a:pt x="372" y="146"/>
                      <a:pt x="372" y="146"/>
                      <a:pt x="373" y="146"/>
                    </a:cubicBezTo>
                    <a:close/>
                    <a:moveTo>
                      <a:pt x="373" y="329"/>
                    </a:moveTo>
                    <a:cubicBezTo>
                      <a:pt x="372" y="328"/>
                      <a:pt x="372" y="329"/>
                      <a:pt x="372" y="329"/>
                    </a:cubicBezTo>
                    <a:cubicBezTo>
                      <a:pt x="371" y="330"/>
                      <a:pt x="371" y="330"/>
                      <a:pt x="370" y="329"/>
                    </a:cubicBezTo>
                    <a:cubicBezTo>
                      <a:pt x="369" y="328"/>
                      <a:pt x="369" y="327"/>
                      <a:pt x="368" y="325"/>
                    </a:cubicBezTo>
                    <a:cubicBezTo>
                      <a:pt x="368" y="325"/>
                      <a:pt x="369" y="325"/>
                      <a:pt x="369" y="324"/>
                    </a:cubicBezTo>
                    <a:cubicBezTo>
                      <a:pt x="370" y="324"/>
                      <a:pt x="370" y="323"/>
                      <a:pt x="370" y="323"/>
                    </a:cubicBezTo>
                    <a:cubicBezTo>
                      <a:pt x="369" y="322"/>
                      <a:pt x="369" y="321"/>
                      <a:pt x="369" y="321"/>
                    </a:cubicBezTo>
                    <a:cubicBezTo>
                      <a:pt x="368" y="321"/>
                      <a:pt x="368" y="322"/>
                      <a:pt x="368" y="322"/>
                    </a:cubicBezTo>
                    <a:cubicBezTo>
                      <a:pt x="367" y="323"/>
                      <a:pt x="367" y="324"/>
                      <a:pt x="366" y="323"/>
                    </a:cubicBezTo>
                    <a:cubicBezTo>
                      <a:pt x="365" y="322"/>
                      <a:pt x="363" y="323"/>
                      <a:pt x="363" y="324"/>
                    </a:cubicBezTo>
                    <a:cubicBezTo>
                      <a:pt x="363" y="326"/>
                      <a:pt x="363" y="327"/>
                      <a:pt x="363" y="328"/>
                    </a:cubicBezTo>
                    <a:cubicBezTo>
                      <a:pt x="363" y="330"/>
                      <a:pt x="362" y="331"/>
                      <a:pt x="363" y="332"/>
                    </a:cubicBezTo>
                    <a:cubicBezTo>
                      <a:pt x="364" y="332"/>
                      <a:pt x="366" y="333"/>
                      <a:pt x="367" y="332"/>
                    </a:cubicBezTo>
                    <a:cubicBezTo>
                      <a:pt x="368" y="331"/>
                      <a:pt x="370" y="331"/>
                      <a:pt x="371" y="332"/>
                    </a:cubicBezTo>
                    <a:cubicBezTo>
                      <a:pt x="372" y="332"/>
                      <a:pt x="373" y="332"/>
                      <a:pt x="373" y="330"/>
                    </a:cubicBezTo>
                    <a:cubicBezTo>
                      <a:pt x="373" y="329"/>
                      <a:pt x="373" y="329"/>
                      <a:pt x="373" y="329"/>
                    </a:cubicBezTo>
                    <a:close/>
                    <a:moveTo>
                      <a:pt x="340" y="393"/>
                    </a:moveTo>
                    <a:cubicBezTo>
                      <a:pt x="340" y="393"/>
                      <a:pt x="340" y="393"/>
                      <a:pt x="340" y="393"/>
                    </a:cubicBezTo>
                    <a:cubicBezTo>
                      <a:pt x="341" y="394"/>
                      <a:pt x="342" y="394"/>
                      <a:pt x="342" y="393"/>
                    </a:cubicBezTo>
                    <a:cubicBezTo>
                      <a:pt x="343" y="393"/>
                      <a:pt x="342" y="392"/>
                      <a:pt x="342" y="391"/>
                    </a:cubicBezTo>
                    <a:cubicBezTo>
                      <a:pt x="340" y="390"/>
                      <a:pt x="338" y="389"/>
                      <a:pt x="337" y="388"/>
                    </a:cubicBezTo>
                    <a:cubicBezTo>
                      <a:pt x="336" y="387"/>
                      <a:pt x="335" y="386"/>
                      <a:pt x="335" y="385"/>
                    </a:cubicBezTo>
                    <a:cubicBezTo>
                      <a:pt x="334" y="384"/>
                      <a:pt x="333" y="383"/>
                      <a:pt x="331" y="384"/>
                    </a:cubicBezTo>
                    <a:cubicBezTo>
                      <a:pt x="330" y="383"/>
                      <a:pt x="330" y="383"/>
                      <a:pt x="329" y="383"/>
                    </a:cubicBezTo>
                    <a:cubicBezTo>
                      <a:pt x="326" y="382"/>
                      <a:pt x="325" y="383"/>
                      <a:pt x="326" y="386"/>
                    </a:cubicBezTo>
                    <a:cubicBezTo>
                      <a:pt x="326" y="387"/>
                      <a:pt x="326" y="388"/>
                      <a:pt x="326" y="389"/>
                    </a:cubicBezTo>
                    <a:cubicBezTo>
                      <a:pt x="328" y="391"/>
                      <a:pt x="329" y="393"/>
                      <a:pt x="332" y="394"/>
                    </a:cubicBezTo>
                    <a:cubicBezTo>
                      <a:pt x="333" y="395"/>
                      <a:pt x="334" y="395"/>
                      <a:pt x="335" y="396"/>
                    </a:cubicBezTo>
                    <a:cubicBezTo>
                      <a:pt x="336" y="398"/>
                      <a:pt x="337" y="399"/>
                      <a:pt x="339" y="399"/>
                    </a:cubicBezTo>
                    <a:cubicBezTo>
                      <a:pt x="339" y="400"/>
                      <a:pt x="340" y="401"/>
                      <a:pt x="340" y="400"/>
                    </a:cubicBezTo>
                    <a:cubicBezTo>
                      <a:pt x="341" y="400"/>
                      <a:pt x="341" y="399"/>
                      <a:pt x="341" y="398"/>
                    </a:cubicBezTo>
                    <a:cubicBezTo>
                      <a:pt x="341" y="396"/>
                      <a:pt x="340" y="396"/>
                      <a:pt x="339" y="395"/>
                    </a:cubicBezTo>
                    <a:cubicBezTo>
                      <a:pt x="338" y="395"/>
                      <a:pt x="337" y="394"/>
                      <a:pt x="338" y="393"/>
                    </a:cubicBezTo>
                    <a:cubicBezTo>
                      <a:pt x="338" y="392"/>
                      <a:pt x="339" y="393"/>
                      <a:pt x="340" y="393"/>
                    </a:cubicBezTo>
                    <a:close/>
                    <a:moveTo>
                      <a:pt x="129" y="86"/>
                    </a:moveTo>
                    <a:cubicBezTo>
                      <a:pt x="129" y="87"/>
                      <a:pt x="130" y="87"/>
                      <a:pt x="131" y="88"/>
                    </a:cubicBezTo>
                    <a:cubicBezTo>
                      <a:pt x="131" y="88"/>
                      <a:pt x="131" y="88"/>
                      <a:pt x="131" y="88"/>
                    </a:cubicBezTo>
                    <a:cubicBezTo>
                      <a:pt x="132" y="89"/>
                      <a:pt x="132" y="89"/>
                      <a:pt x="133" y="90"/>
                    </a:cubicBezTo>
                    <a:cubicBezTo>
                      <a:pt x="134" y="91"/>
                      <a:pt x="135" y="92"/>
                      <a:pt x="137" y="93"/>
                    </a:cubicBezTo>
                    <a:cubicBezTo>
                      <a:pt x="138" y="93"/>
                      <a:pt x="139" y="93"/>
                      <a:pt x="139" y="92"/>
                    </a:cubicBezTo>
                    <a:cubicBezTo>
                      <a:pt x="140" y="92"/>
                      <a:pt x="139" y="91"/>
                      <a:pt x="139" y="90"/>
                    </a:cubicBezTo>
                    <a:cubicBezTo>
                      <a:pt x="138" y="90"/>
                      <a:pt x="138" y="89"/>
                      <a:pt x="137" y="88"/>
                    </a:cubicBezTo>
                    <a:cubicBezTo>
                      <a:pt x="137" y="86"/>
                      <a:pt x="136" y="83"/>
                      <a:pt x="133" y="83"/>
                    </a:cubicBezTo>
                    <a:cubicBezTo>
                      <a:pt x="132" y="82"/>
                      <a:pt x="132" y="80"/>
                      <a:pt x="131" y="79"/>
                    </a:cubicBezTo>
                    <a:cubicBezTo>
                      <a:pt x="132" y="78"/>
                      <a:pt x="132" y="78"/>
                      <a:pt x="131" y="77"/>
                    </a:cubicBezTo>
                    <a:cubicBezTo>
                      <a:pt x="131" y="76"/>
                      <a:pt x="130" y="75"/>
                      <a:pt x="129" y="75"/>
                    </a:cubicBezTo>
                    <a:cubicBezTo>
                      <a:pt x="129" y="74"/>
                      <a:pt x="128" y="74"/>
                      <a:pt x="127" y="75"/>
                    </a:cubicBezTo>
                    <a:cubicBezTo>
                      <a:pt x="126" y="78"/>
                      <a:pt x="126" y="82"/>
                      <a:pt x="127" y="85"/>
                    </a:cubicBezTo>
                    <a:cubicBezTo>
                      <a:pt x="128" y="86"/>
                      <a:pt x="128" y="86"/>
                      <a:pt x="129" y="86"/>
                    </a:cubicBezTo>
                    <a:close/>
                    <a:moveTo>
                      <a:pt x="216" y="27"/>
                    </a:moveTo>
                    <a:cubicBezTo>
                      <a:pt x="217" y="27"/>
                      <a:pt x="217" y="27"/>
                      <a:pt x="218" y="27"/>
                    </a:cubicBezTo>
                    <a:cubicBezTo>
                      <a:pt x="218" y="27"/>
                      <a:pt x="218" y="27"/>
                      <a:pt x="219" y="28"/>
                    </a:cubicBezTo>
                    <a:cubicBezTo>
                      <a:pt x="219" y="28"/>
                      <a:pt x="219" y="28"/>
                      <a:pt x="219" y="28"/>
                    </a:cubicBezTo>
                    <a:cubicBezTo>
                      <a:pt x="221" y="29"/>
                      <a:pt x="222" y="30"/>
                      <a:pt x="223" y="31"/>
                    </a:cubicBezTo>
                    <a:cubicBezTo>
                      <a:pt x="224" y="32"/>
                      <a:pt x="225" y="32"/>
                      <a:pt x="225" y="31"/>
                    </a:cubicBezTo>
                    <a:cubicBezTo>
                      <a:pt x="226" y="31"/>
                      <a:pt x="226" y="30"/>
                      <a:pt x="225" y="29"/>
                    </a:cubicBezTo>
                    <a:cubicBezTo>
                      <a:pt x="225" y="29"/>
                      <a:pt x="224" y="29"/>
                      <a:pt x="224" y="28"/>
                    </a:cubicBezTo>
                    <a:cubicBezTo>
                      <a:pt x="223" y="27"/>
                      <a:pt x="222" y="28"/>
                      <a:pt x="221" y="28"/>
                    </a:cubicBezTo>
                    <a:cubicBezTo>
                      <a:pt x="221" y="27"/>
                      <a:pt x="221" y="27"/>
                      <a:pt x="220" y="27"/>
                    </a:cubicBezTo>
                    <a:cubicBezTo>
                      <a:pt x="220" y="23"/>
                      <a:pt x="217" y="21"/>
                      <a:pt x="214" y="19"/>
                    </a:cubicBezTo>
                    <a:cubicBezTo>
                      <a:pt x="213" y="18"/>
                      <a:pt x="212" y="19"/>
                      <a:pt x="211" y="20"/>
                    </a:cubicBezTo>
                    <a:cubicBezTo>
                      <a:pt x="211" y="23"/>
                      <a:pt x="211" y="27"/>
                      <a:pt x="216" y="27"/>
                    </a:cubicBezTo>
                    <a:close/>
                    <a:moveTo>
                      <a:pt x="208" y="32"/>
                    </a:moveTo>
                    <a:cubicBezTo>
                      <a:pt x="209" y="34"/>
                      <a:pt x="211" y="36"/>
                      <a:pt x="212" y="38"/>
                    </a:cubicBezTo>
                    <a:cubicBezTo>
                      <a:pt x="212" y="38"/>
                      <a:pt x="213" y="39"/>
                      <a:pt x="213" y="39"/>
                    </a:cubicBezTo>
                    <a:cubicBezTo>
                      <a:pt x="214" y="40"/>
                      <a:pt x="216" y="41"/>
                      <a:pt x="217" y="40"/>
                    </a:cubicBezTo>
                    <a:cubicBezTo>
                      <a:pt x="218" y="39"/>
                      <a:pt x="216" y="38"/>
                      <a:pt x="216" y="37"/>
                    </a:cubicBezTo>
                    <a:cubicBezTo>
                      <a:pt x="214" y="35"/>
                      <a:pt x="212" y="32"/>
                      <a:pt x="210" y="29"/>
                    </a:cubicBezTo>
                    <a:cubicBezTo>
                      <a:pt x="209" y="28"/>
                      <a:pt x="209" y="29"/>
                      <a:pt x="208" y="29"/>
                    </a:cubicBezTo>
                    <a:cubicBezTo>
                      <a:pt x="206" y="30"/>
                      <a:pt x="207" y="31"/>
                      <a:pt x="208" y="32"/>
                    </a:cubicBezTo>
                    <a:close/>
                    <a:moveTo>
                      <a:pt x="336" y="377"/>
                    </a:moveTo>
                    <a:cubicBezTo>
                      <a:pt x="334" y="375"/>
                      <a:pt x="332" y="377"/>
                      <a:pt x="330" y="376"/>
                    </a:cubicBezTo>
                    <a:cubicBezTo>
                      <a:pt x="330" y="375"/>
                      <a:pt x="330" y="375"/>
                      <a:pt x="330" y="375"/>
                    </a:cubicBezTo>
                    <a:cubicBezTo>
                      <a:pt x="330" y="375"/>
                      <a:pt x="331" y="375"/>
                      <a:pt x="331" y="375"/>
                    </a:cubicBezTo>
                    <a:cubicBezTo>
                      <a:pt x="332" y="375"/>
                      <a:pt x="332" y="376"/>
                      <a:pt x="333" y="375"/>
                    </a:cubicBezTo>
                    <a:cubicBezTo>
                      <a:pt x="333" y="374"/>
                      <a:pt x="332" y="374"/>
                      <a:pt x="332" y="373"/>
                    </a:cubicBezTo>
                    <a:cubicBezTo>
                      <a:pt x="331" y="372"/>
                      <a:pt x="330" y="372"/>
                      <a:pt x="329" y="372"/>
                    </a:cubicBezTo>
                    <a:cubicBezTo>
                      <a:pt x="326" y="370"/>
                      <a:pt x="323" y="370"/>
                      <a:pt x="320" y="371"/>
                    </a:cubicBezTo>
                    <a:cubicBezTo>
                      <a:pt x="320" y="372"/>
                      <a:pt x="320" y="372"/>
                      <a:pt x="320" y="373"/>
                    </a:cubicBezTo>
                    <a:cubicBezTo>
                      <a:pt x="319" y="374"/>
                      <a:pt x="318" y="375"/>
                      <a:pt x="318" y="376"/>
                    </a:cubicBezTo>
                    <a:cubicBezTo>
                      <a:pt x="317" y="378"/>
                      <a:pt x="319" y="377"/>
                      <a:pt x="320" y="377"/>
                    </a:cubicBezTo>
                    <a:cubicBezTo>
                      <a:pt x="321" y="378"/>
                      <a:pt x="322" y="378"/>
                      <a:pt x="323" y="379"/>
                    </a:cubicBezTo>
                    <a:cubicBezTo>
                      <a:pt x="326" y="380"/>
                      <a:pt x="333" y="379"/>
                      <a:pt x="336" y="377"/>
                    </a:cubicBezTo>
                    <a:close/>
                    <a:moveTo>
                      <a:pt x="358" y="173"/>
                    </a:moveTo>
                    <a:cubicBezTo>
                      <a:pt x="358" y="174"/>
                      <a:pt x="359" y="173"/>
                      <a:pt x="360" y="173"/>
                    </a:cubicBezTo>
                    <a:cubicBezTo>
                      <a:pt x="361" y="172"/>
                      <a:pt x="362" y="171"/>
                      <a:pt x="364" y="170"/>
                    </a:cubicBezTo>
                    <a:cubicBezTo>
                      <a:pt x="364" y="170"/>
                      <a:pt x="364" y="170"/>
                      <a:pt x="364" y="169"/>
                    </a:cubicBezTo>
                    <a:cubicBezTo>
                      <a:pt x="363" y="168"/>
                      <a:pt x="362" y="167"/>
                      <a:pt x="361" y="167"/>
                    </a:cubicBezTo>
                    <a:cubicBezTo>
                      <a:pt x="359" y="166"/>
                      <a:pt x="359" y="168"/>
                      <a:pt x="359" y="168"/>
                    </a:cubicBezTo>
                    <a:cubicBezTo>
                      <a:pt x="358" y="169"/>
                      <a:pt x="359" y="171"/>
                      <a:pt x="358" y="172"/>
                    </a:cubicBezTo>
                    <a:cubicBezTo>
                      <a:pt x="358" y="172"/>
                      <a:pt x="357" y="173"/>
                      <a:pt x="358" y="173"/>
                    </a:cubicBezTo>
                    <a:close/>
                    <a:moveTo>
                      <a:pt x="371" y="108"/>
                    </a:moveTo>
                    <a:cubicBezTo>
                      <a:pt x="371" y="109"/>
                      <a:pt x="372" y="109"/>
                      <a:pt x="373" y="109"/>
                    </a:cubicBezTo>
                    <a:cubicBezTo>
                      <a:pt x="373" y="108"/>
                      <a:pt x="373" y="107"/>
                      <a:pt x="373" y="107"/>
                    </a:cubicBezTo>
                    <a:cubicBezTo>
                      <a:pt x="372" y="105"/>
                      <a:pt x="372" y="104"/>
                      <a:pt x="371" y="102"/>
                    </a:cubicBezTo>
                    <a:cubicBezTo>
                      <a:pt x="370" y="102"/>
                      <a:pt x="370" y="102"/>
                      <a:pt x="369" y="102"/>
                    </a:cubicBezTo>
                    <a:cubicBezTo>
                      <a:pt x="369" y="102"/>
                      <a:pt x="367" y="102"/>
                      <a:pt x="368" y="103"/>
                    </a:cubicBezTo>
                    <a:cubicBezTo>
                      <a:pt x="368" y="105"/>
                      <a:pt x="369" y="107"/>
                      <a:pt x="371" y="108"/>
                    </a:cubicBezTo>
                    <a:close/>
                    <a:moveTo>
                      <a:pt x="369" y="257"/>
                    </a:moveTo>
                    <a:cubicBezTo>
                      <a:pt x="369" y="257"/>
                      <a:pt x="370" y="257"/>
                      <a:pt x="370" y="256"/>
                    </a:cubicBezTo>
                    <a:cubicBezTo>
                      <a:pt x="371" y="255"/>
                      <a:pt x="371" y="253"/>
                      <a:pt x="371" y="252"/>
                    </a:cubicBezTo>
                    <a:cubicBezTo>
                      <a:pt x="372" y="251"/>
                      <a:pt x="371" y="250"/>
                      <a:pt x="370" y="249"/>
                    </a:cubicBezTo>
                    <a:cubicBezTo>
                      <a:pt x="370" y="249"/>
                      <a:pt x="369" y="249"/>
                      <a:pt x="369" y="250"/>
                    </a:cubicBezTo>
                    <a:cubicBezTo>
                      <a:pt x="370" y="252"/>
                      <a:pt x="368" y="253"/>
                      <a:pt x="368" y="256"/>
                    </a:cubicBezTo>
                    <a:cubicBezTo>
                      <a:pt x="368" y="256"/>
                      <a:pt x="368" y="257"/>
                      <a:pt x="369" y="257"/>
                    </a:cubicBezTo>
                    <a:close/>
                    <a:moveTo>
                      <a:pt x="361" y="292"/>
                    </a:moveTo>
                    <a:cubicBezTo>
                      <a:pt x="363" y="295"/>
                      <a:pt x="363" y="297"/>
                      <a:pt x="364" y="300"/>
                    </a:cubicBezTo>
                    <a:cubicBezTo>
                      <a:pt x="364" y="302"/>
                      <a:pt x="365" y="304"/>
                      <a:pt x="365" y="305"/>
                    </a:cubicBezTo>
                    <a:cubicBezTo>
                      <a:pt x="366" y="303"/>
                      <a:pt x="365" y="300"/>
                      <a:pt x="365" y="297"/>
                    </a:cubicBezTo>
                    <a:cubicBezTo>
                      <a:pt x="364" y="295"/>
                      <a:pt x="364" y="293"/>
                      <a:pt x="364" y="291"/>
                    </a:cubicBezTo>
                    <a:cubicBezTo>
                      <a:pt x="364" y="290"/>
                      <a:pt x="363" y="289"/>
                      <a:pt x="362" y="289"/>
                    </a:cubicBezTo>
                    <a:cubicBezTo>
                      <a:pt x="361" y="289"/>
                      <a:pt x="361" y="290"/>
                      <a:pt x="361" y="291"/>
                    </a:cubicBezTo>
                    <a:cubicBezTo>
                      <a:pt x="361" y="291"/>
                      <a:pt x="361" y="292"/>
                      <a:pt x="361" y="292"/>
                    </a:cubicBezTo>
                    <a:close/>
                    <a:moveTo>
                      <a:pt x="11" y="264"/>
                    </a:moveTo>
                    <a:cubicBezTo>
                      <a:pt x="9" y="264"/>
                      <a:pt x="8" y="263"/>
                      <a:pt x="6" y="263"/>
                    </a:cubicBezTo>
                    <a:cubicBezTo>
                      <a:pt x="5" y="263"/>
                      <a:pt x="4" y="264"/>
                      <a:pt x="4" y="264"/>
                    </a:cubicBezTo>
                    <a:cubicBezTo>
                      <a:pt x="5" y="265"/>
                      <a:pt x="6" y="267"/>
                      <a:pt x="7" y="267"/>
                    </a:cubicBezTo>
                    <a:cubicBezTo>
                      <a:pt x="9" y="267"/>
                      <a:pt x="10" y="266"/>
                      <a:pt x="11" y="266"/>
                    </a:cubicBezTo>
                    <a:cubicBezTo>
                      <a:pt x="11" y="265"/>
                      <a:pt x="11" y="265"/>
                      <a:pt x="11" y="264"/>
                    </a:cubicBezTo>
                    <a:close/>
                    <a:moveTo>
                      <a:pt x="219" y="32"/>
                    </a:moveTo>
                    <a:cubicBezTo>
                      <a:pt x="218" y="31"/>
                      <a:pt x="217" y="32"/>
                      <a:pt x="216" y="31"/>
                    </a:cubicBezTo>
                    <a:cubicBezTo>
                      <a:pt x="216" y="29"/>
                      <a:pt x="215" y="28"/>
                      <a:pt x="213" y="29"/>
                    </a:cubicBezTo>
                    <a:cubicBezTo>
                      <a:pt x="212" y="30"/>
                      <a:pt x="213" y="32"/>
                      <a:pt x="214" y="33"/>
                    </a:cubicBezTo>
                    <a:cubicBezTo>
                      <a:pt x="214" y="33"/>
                      <a:pt x="214" y="33"/>
                      <a:pt x="214" y="33"/>
                    </a:cubicBezTo>
                    <a:cubicBezTo>
                      <a:pt x="215" y="34"/>
                      <a:pt x="217" y="36"/>
                      <a:pt x="218" y="37"/>
                    </a:cubicBezTo>
                    <a:cubicBezTo>
                      <a:pt x="218" y="38"/>
                      <a:pt x="218" y="38"/>
                      <a:pt x="218" y="38"/>
                    </a:cubicBezTo>
                    <a:cubicBezTo>
                      <a:pt x="219" y="39"/>
                      <a:pt x="220" y="38"/>
                      <a:pt x="220" y="38"/>
                    </a:cubicBezTo>
                    <a:cubicBezTo>
                      <a:pt x="221" y="37"/>
                      <a:pt x="222" y="37"/>
                      <a:pt x="222" y="36"/>
                    </a:cubicBezTo>
                    <a:cubicBezTo>
                      <a:pt x="222" y="33"/>
                      <a:pt x="220" y="33"/>
                      <a:pt x="219" y="32"/>
                    </a:cubicBezTo>
                    <a:close/>
                    <a:moveTo>
                      <a:pt x="361" y="221"/>
                    </a:moveTo>
                    <a:cubicBezTo>
                      <a:pt x="361" y="219"/>
                      <a:pt x="362" y="217"/>
                      <a:pt x="361" y="215"/>
                    </a:cubicBezTo>
                    <a:cubicBezTo>
                      <a:pt x="360" y="216"/>
                      <a:pt x="359" y="218"/>
                      <a:pt x="358" y="219"/>
                    </a:cubicBezTo>
                    <a:cubicBezTo>
                      <a:pt x="357" y="221"/>
                      <a:pt x="359" y="222"/>
                      <a:pt x="360" y="222"/>
                    </a:cubicBezTo>
                    <a:cubicBezTo>
                      <a:pt x="361" y="223"/>
                      <a:pt x="361" y="222"/>
                      <a:pt x="361" y="221"/>
                    </a:cubicBezTo>
                    <a:close/>
                    <a:moveTo>
                      <a:pt x="370" y="212"/>
                    </a:moveTo>
                    <a:cubicBezTo>
                      <a:pt x="370" y="212"/>
                      <a:pt x="370" y="212"/>
                      <a:pt x="371" y="212"/>
                    </a:cubicBezTo>
                    <a:cubicBezTo>
                      <a:pt x="373" y="210"/>
                      <a:pt x="374" y="209"/>
                      <a:pt x="372" y="205"/>
                    </a:cubicBezTo>
                    <a:cubicBezTo>
                      <a:pt x="370" y="207"/>
                      <a:pt x="370" y="209"/>
                      <a:pt x="369" y="211"/>
                    </a:cubicBezTo>
                    <a:cubicBezTo>
                      <a:pt x="369" y="212"/>
                      <a:pt x="369" y="212"/>
                      <a:pt x="370" y="212"/>
                    </a:cubicBezTo>
                    <a:close/>
                    <a:moveTo>
                      <a:pt x="14" y="265"/>
                    </a:moveTo>
                    <a:cubicBezTo>
                      <a:pt x="16" y="265"/>
                      <a:pt x="17" y="264"/>
                      <a:pt x="19" y="264"/>
                    </a:cubicBezTo>
                    <a:cubicBezTo>
                      <a:pt x="17" y="263"/>
                      <a:pt x="16" y="261"/>
                      <a:pt x="14" y="262"/>
                    </a:cubicBezTo>
                    <a:cubicBezTo>
                      <a:pt x="13" y="262"/>
                      <a:pt x="12" y="262"/>
                      <a:pt x="12" y="263"/>
                    </a:cubicBezTo>
                    <a:cubicBezTo>
                      <a:pt x="12" y="264"/>
                      <a:pt x="13" y="265"/>
                      <a:pt x="14" y="265"/>
                    </a:cubicBezTo>
                    <a:close/>
                    <a:moveTo>
                      <a:pt x="131" y="423"/>
                    </a:moveTo>
                    <a:cubicBezTo>
                      <a:pt x="131" y="422"/>
                      <a:pt x="132" y="422"/>
                      <a:pt x="132" y="421"/>
                    </a:cubicBezTo>
                    <a:cubicBezTo>
                      <a:pt x="131" y="420"/>
                      <a:pt x="131" y="419"/>
                      <a:pt x="130" y="418"/>
                    </a:cubicBezTo>
                    <a:cubicBezTo>
                      <a:pt x="129" y="418"/>
                      <a:pt x="128" y="419"/>
                      <a:pt x="128" y="420"/>
                    </a:cubicBezTo>
                    <a:cubicBezTo>
                      <a:pt x="127" y="422"/>
                      <a:pt x="128" y="422"/>
                      <a:pt x="129" y="423"/>
                    </a:cubicBezTo>
                    <a:cubicBezTo>
                      <a:pt x="130" y="423"/>
                      <a:pt x="130" y="423"/>
                      <a:pt x="131" y="423"/>
                    </a:cubicBezTo>
                    <a:close/>
                    <a:moveTo>
                      <a:pt x="149" y="447"/>
                    </a:moveTo>
                    <a:cubicBezTo>
                      <a:pt x="148" y="446"/>
                      <a:pt x="147" y="445"/>
                      <a:pt x="146" y="446"/>
                    </a:cubicBezTo>
                    <a:cubicBezTo>
                      <a:pt x="145" y="446"/>
                      <a:pt x="145" y="447"/>
                      <a:pt x="146" y="447"/>
                    </a:cubicBezTo>
                    <a:cubicBezTo>
                      <a:pt x="146" y="447"/>
                      <a:pt x="146" y="448"/>
                      <a:pt x="146" y="448"/>
                    </a:cubicBezTo>
                    <a:cubicBezTo>
                      <a:pt x="145" y="450"/>
                      <a:pt x="146" y="451"/>
                      <a:pt x="146" y="453"/>
                    </a:cubicBezTo>
                    <a:cubicBezTo>
                      <a:pt x="148" y="453"/>
                      <a:pt x="148" y="452"/>
                      <a:pt x="148" y="451"/>
                    </a:cubicBezTo>
                    <a:cubicBezTo>
                      <a:pt x="148" y="450"/>
                      <a:pt x="148" y="449"/>
                      <a:pt x="148" y="448"/>
                    </a:cubicBezTo>
                    <a:cubicBezTo>
                      <a:pt x="149" y="448"/>
                      <a:pt x="150" y="448"/>
                      <a:pt x="149" y="447"/>
                    </a:cubicBezTo>
                    <a:close/>
                    <a:moveTo>
                      <a:pt x="326" y="383"/>
                    </a:moveTo>
                    <a:cubicBezTo>
                      <a:pt x="328" y="383"/>
                      <a:pt x="329" y="382"/>
                      <a:pt x="331" y="383"/>
                    </a:cubicBezTo>
                    <a:cubicBezTo>
                      <a:pt x="333" y="383"/>
                      <a:pt x="335" y="383"/>
                      <a:pt x="337" y="386"/>
                    </a:cubicBezTo>
                    <a:cubicBezTo>
                      <a:pt x="337" y="387"/>
                      <a:pt x="338" y="387"/>
                      <a:pt x="339" y="386"/>
                    </a:cubicBezTo>
                    <a:cubicBezTo>
                      <a:pt x="340" y="386"/>
                      <a:pt x="341" y="387"/>
                      <a:pt x="342" y="387"/>
                    </a:cubicBezTo>
                    <a:cubicBezTo>
                      <a:pt x="342" y="386"/>
                      <a:pt x="341" y="385"/>
                      <a:pt x="342" y="383"/>
                    </a:cubicBezTo>
                    <a:cubicBezTo>
                      <a:pt x="342" y="383"/>
                      <a:pt x="342" y="382"/>
                      <a:pt x="342" y="382"/>
                    </a:cubicBezTo>
                    <a:cubicBezTo>
                      <a:pt x="340" y="382"/>
                      <a:pt x="340" y="381"/>
                      <a:pt x="338" y="380"/>
                    </a:cubicBezTo>
                    <a:cubicBezTo>
                      <a:pt x="335" y="379"/>
                      <a:pt x="332" y="380"/>
                      <a:pt x="329" y="380"/>
                    </a:cubicBezTo>
                    <a:cubicBezTo>
                      <a:pt x="328" y="380"/>
                      <a:pt x="327" y="380"/>
                      <a:pt x="326" y="380"/>
                    </a:cubicBezTo>
                    <a:cubicBezTo>
                      <a:pt x="326" y="381"/>
                      <a:pt x="325" y="381"/>
                      <a:pt x="325" y="382"/>
                    </a:cubicBezTo>
                    <a:cubicBezTo>
                      <a:pt x="325" y="382"/>
                      <a:pt x="326" y="382"/>
                      <a:pt x="326" y="383"/>
                    </a:cubicBezTo>
                    <a:close/>
                    <a:moveTo>
                      <a:pt x="363" y="237"/>
                    </a:moveTo>
                    <a:cubicBezTo>
                      <a:pt x="362" y="236"/>
                      <a:pt x="362" y="235"/>
                      <a:pt x="361" y="234"/>
                    </a:cubicBezTo>
                    <a:cubicBezTo>
                      <a:pt x="360" y="235"/>
                      <a:pt x="361" y="236"/>
                      <a:pt x="361" y="238"/>
                    </a:cubicBezTo>
                    <a:cubicBezTo>
                      <a:pt x="361" y="238"/>
                      <a:pt x="361" y="239"/>
                      <a:pt x="362" y="239"/>
                    </a:cubicBezTo>
                    <a:cubicBezTo>
                      <a:pt x="363" y="239"/>
                      <a:pt x="363" y="238"/>
                      <a:pt x="363" y="237"/>
                    </a:cubicBezTo>
                    <a:close/>
                    <a:moveTo>
                      <a:pt x="131" y="458"/>
                    </a:moveTo>
                    <a:cubicBezTo>
                      <a:pt x="133" y="457"/>
                      <a:pt x="135" y="457"/>
                      <a:pt x="136" y="455"/>
                    </a:cubicBezTo>
                    <a:cubicBezTo>
                      <a:pt x="138" y="455"/>
                      <a:pt x="140" y="455"/>
                      <a:pt x="140" y="453"/>
                    </a:cubicBezTo>
                    <a:cubicBezTo>
                      <a:pt x="143" y="451"/>
                      <a:pt x="141" y="450"/>
                      <a:pt x="141" y="448"/>
                    </a:cubicBezTo>
                    <a:cubicBezTo>
                      <a:pt x="140" y="447"/>
                      <a:pt x="138" y="447"/>
                      <a:pt x="137" y="446"/>
                    </a:cubicBezTo>
                    <a:cubicBezTo>
                      <a:pt x="135" y="445"/>
                      <a:pt x="135" y="443"/>
                      <a:pt x="133" y="441"/>
                    </a:cubicBezTo>
                    <a:cubicBezTo>
                      <a:pt x="132" y="440"/>
                      <a:pt x="131" y="439"/>
                      <a:pt x="129" y="439"/>
                    </a:cubicBezTo>
                    <a:cubicBezTo>
                      <a:pt x="129" y="439"/>
                      <a:pt x="129" y="439"/>
                      <a:pt x="128" y="439"/>
                    </a:cubicBezTo>
                    <a:cubicBezTo>
                      <a:pt x="128" y="439"/>
                      <a:pt x="128" y="438"/>
                      <a:pt x="127" y="438"/>
                    </a:cubicBezTo>
                    <a:cubicBezTo>
                      <a:pt x="127" y="438"/>
                      <a:pt x="127" y="438"/>
                      <a:pt x="126" y="438"/>
                    </a:cubicBezTo>
                    <a:cubicBezTo>
                      <a:pt x="125" y="438"/>
                      <a:pt x="124" y="438"/>
                      <a:pt x="123" y="439"/>
                    </a:cubicBezTo>
                    <a:cubicBezTo>
                      <a:pt x="121" y="440"/>
                      <a:pt x="122" y="443"/>
                      <a:pt x="124" y="444"/>
                    </a:cubicBezTo>
                    <a:cubicBezTo>
                      <a:pt x="124" y="445"/>
                      <a:pt x="125" y="446"/>
                      <a:pt x="124" y="445"/>
                    </a:cubicBezTo>
                    <a:cubicBezTo>
                      <a:pt x="122" y="445"/>
                      <a:pt x="122" y="446"/>
                      <a:pt x="122" y="447"/>
                    </a:cubicBezTo>
                    <a:cubicBezTo>
                      <a:pt x="121" y="448"/>
                      <a:pt x="122" y="448"/>
                      <a:pt x="123" y="448"/>
                    </a:cubicBezTo>
                    <a:cubicBezTo>
                      <a:pt x="123" y="449"/>
                      <a:pt x="124" y="449"/>
                      <a:pt x="124" y="449"/>
                    </a:cubicBezTo>
                    <a:cubicBezTo>
                      <a:pt x="124" y="450"/>
                      <a:pt x="123" y="449"/>
                      <a:pt x="123" y="449"/>
                    </a:cubicBezTo>
                    <a:cubicBezTo>
                      <a:pt x="122" y="449"/>
                      <a:pt x="122" y="449"/>
                      <a:pt x="121" y="450"/>
                    </a:cubicBezTo>
                    <a:cubicBezTo>
                      <a:pt x="121" y="450"/>
                      <a:pt x="121" y="452"/>
                      <a:pt x="122" y="452"/>
                    </a:cubicBezTo>
                    <a:cubicBezTo>
                      <a:pt x="124" y="452"/>
                      <a:pt x="126" y="453"/>
                      <a:pt x="128" y="452"/>
                    </a:cubicBezTo>
                    <a:cubicBezTo>
                      <a:pt x="128" y="454"/>
                      <a:pt x="129" y="454"/>
                      <a:pt x="131" y="454"/>
                    </a:cubicBezTo>
                    <a:cubicBezTo>
                      <a:pt x="129" y="455"/>
                      <a:pt x="129" y="455"/>
                      <a:pt x="127" y="455"/>
                    </a:cubicBezTo>
                    <a:cubicBezTo>
                      <a:pt x="126" y="455"/>
                      <a:pt x="126" y="456"/>
                      <a:pt x="126" y="456"/>
                    </a:cubicBezTo>
                    <a:cubicBezTo>
                      <a:pt x="128" y="457"/>
                      <a:pt x="129" y="459"/>
                      <a:pt x="131" y="458"/>
                    </a:cubicBezTo>
                    <a:close/>
                    <a:moveTo>
                      <a:pt x="351" y="298"/>
                    </a:moveTo>
                    <a:cubicBezTo>
                      <a:pt x="353" y="298"/>
                      <a:pt x="353" y="295"/>
                      <a:pt x="354" y="294"/>
                    </a:cubicBezTo>
                    <a:cubicBezTo>
                      <a:pt x="354" y="294"/>
                      <a:pt x="354" y="294"/>
                      <a:pt x="354" y="293"/>
                    </a:cubicBezTo>
                    <a:cubicBezTo>
                      <a:pt x="353" y="293"/>
                      <a:pt x="353" y="293"/>
                      <a:pt x="353" y="294"/>
                    </a:cubicBezTo>
                    <a:cubicBezTo>
                      <a:pt x="352" y="295"/>
                      <a:pt x="350" y="296"/>
                      <a:pt x="351" y="298"/>
                    </a:cubicBezTo>
                    <a:close/>
                    <a:moveTo>
                      <a:pt x="207" y="25"/>
                    </a:moveTo>
                    <a:cubicBezTo>
                      <a:pt x="206" y="25"/>
                      <a:pt x="205" y="25"/>
                      <a:pt x="205" y="26"/>
                    </a:cubicBezTo>
                    <a:cubicBezTo>
                      <a:pt x="205" y="27"/>
                      <a:pt x="206" y="27"/>
                      <a:pt x="208" y="27"/>
                    </a:cubicBezTo>
                    <a:cubicBezTo>
                      <a:pt x="208" y="27"/>
                      <a:pt x="209" y="27"/>
                      <a:pt x="209" y="26"/>
                    </a:cubicBezTo>
                    <a:cubicBezTo>
                      <a:pt x="209" y="25"/>
                      <a:pt x="208" y="25"/>
                      <a:pt x="207" y="25"/>
                    </a:cubicBezTo>
                    <a:close/>
                    <a:moveTo>
                      <a:pt x="135" y="81"/>
                    </a:moveTo>
                    <a:cubicBezTo>
                      <a:pt x="136" y="81"/>
                      <a:pt x="137" y="81"/>
                      <a:pt x="136" y="80"/>
                    </a:cubicBezTo>
                    <a:cubicBezTo>
                      <a:pt x="136" y="79"/>
                      <a:pt x="136" y="78"/>
                      <a:pt x="135" y="77"/>
                    </a:cubicBezTo>
                    <a:cubicBezTo>
                      <a:pt x="134" y="77"/>
                      <a:pt x="134" y="78"/>
                      <a:pt x="134" y="79"/>
                    </a:cubicBezTo>
                    <a:cubicBezTo>
                      <a:pt x="134" y="80"/>
                      <a:pt x="134" y="81"/>
                      <a:pt x="135" y="81"/>
                    </a:cubicBezTo>
                    <a:close/>
                    <a:moveTo>
                      <a:pt x="176" y="60"/>
                    </a:moveTo>
                    <a:cubicBezTo>
                      <a:pt x="175" y="58"/>
                      <a:pt x="173" y="58"/>
                      <a:pt x="171" y="58"/>
                    </a:cubicBezTo>
                    <a:cubicBezTo>
                      <a:pt x="169" y="58"/>
                      <a:pt x="168" y="59"/>
                      <a:pt x="167" y="59"/>
                    </a:cubicBezTo>
                    <a:cubicBezTo>
                      <a:pt x="164" y="60"/>
                      <a:pt x="164" y="60"/>
                      <a:pt x="165" y="61"/>
                    </a:cubicBezTo>
                    <a:cubicBezTo>
                      <a:pt x="168" y="65"/>
                      <a:pt x="168" y="70"/>
                      <a:pt x="169" y="75"/>
                    </a:cubicBezTo>
                    <a:cubicBezTo>
                      <a:pt x="169" y="75"/>
                      <a:pt x="170" y="76"/>
                      <a:pt x="170" y="77"/>
                    </a:cubicBezTo>
                    <a:cubicBezTo>
                      <a:pt x="171" y="77"/>
                      <a:pt x="171" y="77"/>
                      <a:pt x="171" y="77"/>
                    </a:cubicBezTo>
                    <a:cubicBezTo>
                      <a:pt x="173" y="80"/>
                      <a:pt x="176" y="82"/>
                      <a:pt x="178" y="84"/>
                    </a:cubicBezTo>
                    <a:cubicBezTo>
                      <a:pt x="179" y="85"/>
                      <a:pt x="181" y="87"/>
                      <a:pt x="181" y="89"/>
                    </a:cubicBezTo>
                    <a:cubicBezTo>
                      <a:pt x="181" y="90"/>
                      <a:pt x="181" y="90"/>
                      <a:pt x="181" y="91"/>
                    </a:cubicBezTo>
                    <a:cubicBezTo>
                      <a:pt x="182" y="92"/>
                      <a:pt x="182" y="92"/>
                      <a:pt x="182" y="92"/>
                    </a:cubicBezTo>
                    <a:cubicBezTo>
                      <a:pt x="183" y="92"/>
                      <a:pt x="183" y="92"/>
                      <a:pt x="184" y="92"/>
                    </a:cubicBezTo>
                    <a:cubicBezTo>
                      <a:pt x="184" y="91"/>
                      <a:pt x="184" y="90"/>
                      <a:pt x="184" y="90"/>
                    </a:cubicBezTo>
                    <a:cubicBezTo>
                      <a:pt x="183" y="88"/>
                      <a:pt x="183" y="86"/>
                      <a:pt x="182" y="85"/>
                    </a:cubicBezTo>
                    <a:cubicBezTo>
                      <a:pt x="182" y="84"/>
                      <a:pt x="183" y="82"/>
                      <a:pt x="183" y="81"/>
                    </a:cubicBezTo>
                    <a:cubicBezTo>
                      <a:pt x="183" y="80"/>
                      <a:pt x="184" y="80"/>
                      <a:pt x="184" y="80"/>
                    </a:cubicBezTo>
                    <a:cubicBezTo>
                      <a:pt x="187" y="78"/>
                      <a:pt x="187" y="77"/>
                      <a:pt x="186" y="74"/>
                    </a:cubicBezTo>
                    <a:cubicBezTo>
                      <a:pt x="186" y="73"/>
                      <a:pt x="186" y="73"/>
                      <a:pt x="185" y="73"/>
                    </a:cubicBezTo>
                    <a:cubicBezTo>
                      <a:pt x="184" y="70"/>
                      <a:pt x="184" y="68"/>
                      <a:pt x="182" y="66"/>
                    </a:cubicBezTo>
                    <a:cubicBezTo>
                      <a:pt x="181" y="65"/>
                      <a:pt x="181" y="65"/>
                      <a:pt x="180" y="64"/>
                    </a:cubicBezTo>
                    <a:cubicBezTo>
                      <a:pt x="180" y="64"/>
                      <a:pt x="179" y="64"/>
                      <a:pt x="179" y="63"/>
                    </a:cubicBezTo>
                    <a:cubicBezTo>
                      <a:pt x="179" y="63"/>
                      <a:pt x="179" y="63"/>
                      <a:pt x="179" y="63"/>
                    </a:cubicBezTo>
                    <a:cubicBezTo>
                      <a:pt x="179" y="63"/>
                      <a:pt x="179" y="63"/>
                      <a:pt x="179" y="63"/>
                    </a:cubicBezTo>
                    <a:cubicBezTo>
                      <a:pt x="179" y="61"/>
                      <a:pt x="177" y="61"/>
                      <a:pt x="176" y="60"/>
                    </a:cubicBezTo>
                    <a:close/>
                    <a:moveTo>
                      <a:pt x="110" y="361"/>
                    </a:moveTo>
                    <a:cubicBezTo>
                      <a:pt x="111" y="361"/>
                      <a:pt x="111" y="361"/>
                      <a:pt x="112" y="361"/>
                    </a:cubicBezTo>
                    <a:cubicBezTo>
                      <a:pt x="113" y="361"/>
                      <a:pt x="113" y="362"/>
                      <a:pt x="114" y="361"/>
                    </a:cubicBezTo>
                    <a:cubicBezTo>
                      <a:pt x="114" y="360"/>
                      <a:pt x="113" y="360"/>
                      <a:pt x="112" y="360"/>
                    </a:cubicBezTo>
                    <a:cubicBezTo>
                      <a:pt x="112" y="360"/>
                      <a:pt x="111" y="359"/>
                      <a:pt x="111" y="359"/>
                    </a:cubicBezTo>
                    <a:cubicBezTo>
                      <a:pt x="111" y="359"/>
                      <a:pt x="110" y="358"/>
                      <a:pt x="110" y="359"/>
                    </a:cubicBezTo>
                    <a:cubicBezTo>
                      <a:pt x="109" y="360"/>
                      <a:pt x="110" y="361"/>
                      <a:pt x="110" y="361"/>
                    </a:cubicBezTo>
                    <a:close/>
                    <a:moveTo>
                      <a:pt x="364" y="289"/>
                    </a:moveTo>
                    <a:cubicBezTo>
                      <a:pt x="364" y="287"/>
                      <a:pt x="364" y="286"/>
                      <a:pt x="362" y="285"/>
                    </a:cubicBezTo>
                    <a:cubicBezTo>
                      <a:pt x="362" y="285"/>
                      <a:pt x="361" y="285"/>
                      <a:pt x="361" y="286"/>
                    </a:cubicBezTo>
                    <a:cubicBezTo>
                      <a:pt x="361" y="287"/>
                      <a:pt x="362" y="288"/>
                      <a:pt x="364" y="289"/>
                    </a:cubicBezTo>
                    <a:close/>
                    <a:moveTo>
                      <a:pt x="230" y="29"/>
                    </a:moveTo>
                    <a:cubicBezTo>
                      <a:pt x="229" y="27"/>
                      <a:pt x="229" y="27"/>
                      <a:pt x="226" y="28"/>
                    </a:cubicBezTo>
                    <a:cubicBezTo>
                      <a:pt x="226" y="31"/>
                      <a:pt x="228" y="31"/>
                      <a:pt x="230" y="29"/>
                    </a:cubicBezTo>
                    <a:close/>
                    <a:moveTo>
                      <a:pt x="350" y="291"/>
                    </a:moveTo>
                    <a:cubicBezTo>
                      <a:pt x="349" y="291"/>
                      <a:pt x="348" y="292"/>
                      <a:pt x="348" y="293"/>
                    </a:cubicBezTo>
                    <a:cubicBezTo>
                      <a:pt x="348" y="294"/>
                      <a:pt x="349" y="294"/>
                      <a:pt x="349" y="294"/>
                    </a:cubicBezTo>
                    <a:cubicBezTo>
                      <a:pt x="350" y="294"/>
                      <a:pt x="350" y="293"/>
                      <a:pt x="350" y="292"/>
                    </a:cubicBezTo>
                    <a:cubicBezTo>
                      <a:pt x="350" y="292"/>
                      <a:pt x="350" y="291"/>
                      <a:pt x="350" y="291"/>
                    </a:cubicBezTo>
                    <a:close/>
                    <a:moveTo>
                      <a:pt x="363" y="341"/>
                    </a:moveTo>
                    <a:cubicBezTo>
                      <a:pt x="362" y="341"/>
                      <a:pt x="361" y="341"/>
                      <a:pt x="361" y="342"/>
                    </a:cubicBezTo>
                    <a:cubicBezTo>
                      <a:pt x="361" y="343"/>
                      <a:pt x="362" y="343"/>
                      <a:pt x="363" y="343"/>
                    </a:cubicBezTo>
                    <a:cubicBezTo>
                      <a:pt x="363" y="343"/>
                      <a:pt x="364" y="343"/>
                      <a:pt x="364" y="342"/>
                    </a:cubicBezTo>
                    <a:cubicBezTo>
                      <a:pt x="363" y="342"/>
                      <a:pt x="364" y="341"/>
                      <a:pt x="363" y="341"/>
                    </a:cubicBezTo>
                    <a:close/>
                    <a:moveTo>
                      <a:pt x="320" y="384"/>
                    </a:moveTo>
                    <a:cubicBezTo>
                      <a:pt x="321" y="385"/>
                      <a:pt x="322" y="386"/>
                      <a:pt x="323" y="385"/>
                    </a:cubicBezTo>
                    <a:cubicBezTo>
                      <a:pt x="323" y="385"/>
                      <a:pt x="323" y="383"/>
                      <a:pt x="323" y="383"/>
                    </a:cubicBezTo>
                    <a:cubicBezTo>
                      <a:pt x="322" y="382"/>
                      <a:pt x="321" y="383"/>
                      <a:pt x="320" y="384"/>
                    </a:cubicBezTo>
                    <a:close/>
                    <a:moveTo>
                      <a:pt x="140" y="424"/>
                    </a:moveTo>
                    <a:cubicBezTo>
                      <a:pt x="139" y="425"/>
                      <a:pt x="140" y="426"/>
                      <a:pt x="141" y="427"/>
                    </a:cubicBezTo>
                    <a:cubicBezTo>
                      <a:pt x="142" y="427"/>
                      <a:pt x="142" y="427"/>
                      <a:pt x="143" y="427"/>
                    </a:cubicBezTo>
                    <a:cubicBezTo>
                      <a:pt x="143" y="426"/>
                      <a:pt x="142" y="426"/>
                      <a:pt x="142" y="425"/>
                    </a:cubicBezTo>
                    <a:cubicBezTo>
                      <a:pt x="141" y="425"/>
                      <a:pt x="141" y="424"/>
                      <a:pt x="140" y="424"/>
                    </a:cubicBezTo>
                    <a:close/>
                    <a:moveTo>
                      <a:pt x="206" y="22"/>
                    </a:moveTo>
                    <a:cubicBezTo>
                      <a:pt x="207" y="22"/>
                      <a:pt x="208" y="22"/>
                      <a:pt x="207" y="22"/>
                    </a:cubicBezTo>
                    <a:cubicBezTo>
                      <a:pt x="207" y="21"/>
                      <a:pt x="207" y="20"/>
                      <a:pt x="206" y="20"/>
                    </a:cubicBezTo>
                    <a:cubicBezTo>
                      <a:pt x="205" y="20"/>
                      <a:pt x="204" y="21"/>
                      <a:pt x="204" y="21"/>
                    </a:cubicBezTo>
                    <a:cubicBezTo>
                      <a:pt x="205" y="22"/>
                      <a:pt x="205" y="22"/>
                      <a:pt x="206" y="22"/>
                    </a:cubicBezTo>
                    <a:close/>
                    <a:moveTo>
                      <a:pt x="24" y="289"/>
                    </a:moveTo>
                    <a:cubicBezTo>
                      <a:pt x="23" y="288"/>
                      <a:pt x="23" y="288"/>
                      <a:pt x="22" y="288"/>
                    </a:cubicBezTo>
                    <a:cubicBezTo>
                      <a:pt x="21" y="288"/>
                      <a:pt x="20" y="288"/>
                      <a:pt x="20" y="289"/>
                    </a:cubicBezTo>
                    <a:cubicBezTo>
                      <a:pt x="21" y="290"/>
                      <a:pt x="22" y="290"/>
                      <a:pt x="22" y="290"/>
                    </a:cubicBezTo>
                    <a:cubicBezTo>
                      <a:pt x="23" y="290"/>
                      <a:pt x="24" y="289"/>
                      <a:pt x="24" y="289"/>
                    </a:cubicBezTo>
                    <a:close/>
                    <a:moveTo>
                      <a:pt x="159" y="68"/>
                    </a:moveTo>
                    <a:cubicBezTo>
                      <a:pt x="159" y="68"/>
                      <a:pt x="159" y="68"/>
                      <a:pt x="159" y="67"/>
                    </a:cubicBezTo>
                    <a:cubicBezTo>
                      <a:pt x="158" y="67"/>
                      <a:pt x="159" y="65"/>
                      <a:pt x="158" y="65"/>
                    </a:cubicBezTo>
                    <a:cubicBezTo>
                      <a:pt x="157" y="65"/>
                      <a:pt x="157" y="66"/>
                      <a:pt x="157" y="66"/>
                    </a:cubicBezTo>
                    <a:cubicBezTo>
                      <a:pt x="157" y="67"/>
                      <a:pt x="158" y="68"/>
                      <a:pt x="159" y="68"/>
                    </a:cubicBezTo>
                    <a:close/>
                    <a:moveTo>
                      <a:pt x="151" y="49"/>
                    </a:moveTo>
                    <a:cubicBezTo>
                      <a:pt x="151" y="49"/>
                      <a:pt x="150" y="47"/>
                      <a:pt x="149" y="48"/>
                    </a:cubicBezTo>
                    <a:cubicBezTo>
                      <a:pt x="149" y="48"/>
                      <a:pt x="148" y="49"/>
                      <a:pt x="149" y="50"/>
                    </a:cubicBezTo>
                    <a:cubicBezTo>
                      <a:pt x="150" y="51"/>
                      <a:pt x="150" y="49"/>
                      <a:pt x="151" y="49"/>
                    </a:cubicBezTo>
                    <a:close/>
                    <a:moveTo>
                      <a:pt x="348" y="289"/>
                    </a:moveTo>
                    <a:cubicBezTo>
                      <a:pt x="348" y="288"/>
                      <a:pt x="347" y="288"/>
                      <a:pt x="346" y="287"/>
                    </a:cubicBezTo>
                    <a:cubicBezTo>
                      <a:pt x="346" y="287"/>
                      <a:pt x="345" y="287"/>
                      <a:pt x="345" y="288"/>
                    </a:cubicBezTo>
                    <a:cubicBezTo>
                      <a:pt x="345" y="289"/>
                      <a:pt x="346" y="289"/>
                      <a:pt x="347" y="289"/>
                    </a:cubicBezTo>
                    <a:cubicBezTo>
                      <a:pt x="347" y="289"/>
                      <a:pt x="348" y="289"/>
                      <a:pt x="348" y="289"/>
                    </a:cubicBezTo>
                    <a:close/>
                    <a:moveTo>
                      <a:pt x="304" y="427"/>
                    </a:moveTo>
                    <a:cubicBezTo>
                      <a:pt x="304" y="427"/>
                      <a:pt x="304" y="428"/>
                      <a:pt x="304" y="428"/>
                    </a:cubicBezTo>
                    <a:cubicBezTo>
                      <a:pt x="305" y="428"/>
                      <a:pt x="306" y="427"/>
                      <a:pt x="306" y="426"/>
                    </a:cubicBezTo>
                    <a:cubicBezTo>
                      <a:pt x="305" y="426"/>
                      <a:pt x="304" y="425"/>
                      <a:pt x="304" y="427"/>
                    </a:cubicBezTo>
                    <a:close/>
                    <a:moveTo>
                      <a:pt x="366" y="225"/>
                    </a:moveTo>
                    <a:cubicBezTo>
                      <a:pt x="365" y="225"/>
                      <a:pt x="365" y="226"/>
                      <a:pt x="365" y="227"/>
                    </a:cubicBezTo>
                    <a:cubicBezTo>
                      <a:pt x="364" y="227"/>
                      <a:pt x="365" y="227"/>
                      <a:pt x="365" y="227"/>
                    </a:cubicBezTo>
                    <a:cubicBezTo>
                      <a:pt x="366" y="227"/>
                      <a:pt x="367" y="226"/>
                      <a:pt x="367" y="225"/>
                    </a:cubicBezTo>
                    <a:cubicBezTo>
                      <a:pt x="367" y="225"/>
                      <a:pt x="367" y="224"/>
                      <a:pt x="366" y="225"/>
                    </a:cubicBezTo>
                    <a:close/>
                    <a:moveTo>
                      <a:pt x="346" y="250"/>
                    </a:moveTo>
                    <a:cubicBezTo>
                      <a:pt x="348" y="249"/>
                      <a:pt x="348" y="248"/>
                      <a:pt x="348" y="246"/>
                    </a:cubicBezTo>
                    <a:cubicBezTo>
                      <a:pt x="346" y="247"/>
                      <a:pt x="346" y="249"/>
                      <a:pt x="346" y="250"/>
                    </a:cubicBezTo>
                    <a:close/>
                    <a:moveTo>
                      <a:pt x="42" y="151"/>
                    </a:moveTo>
                    <a:cubicBezTo>
                      <a:pt x="42" y="151"/>
                      <a:pt x="42" y="150"/>
                      <a:pt x="42" y="150"/>
                    </a:cubicBezTo>
                    <a:cubicBezTo>
                      <a:pt x="42" y="149"/>
                      <a:pt x="42" y="149"/>
                      <a:pt x="41" y="148"/>
                    </a:cubicBezTo>
                    <a:cubicBezTo>
                      <a:pt x="41" y="148"/>
                      <a:pt x="41" y="149"/>
                      <a:pt x="41" y="149"/>
                    </a:cubicBezTo>
                    <a:cubicBezTo>
                      <a:pt x="41" y="150"/>
                      <a:pt x="41" y="150"/>
                      <a:pt x="42" y="151"/>
                    </a:cubicBezTo>
                    <a:close/>
                    <a:moveTo>
                      <a:pt x="359" y="235"/>
                    </a:moveTo>
                    <a:cubicBezTo>
                      <a:pt x="358" y="234"/>
                      <a:pt x="358" y="235"/>
                      <a:pt x="358" y="235"/>
                    </a:cubicBezTo>
                    <a:cubicBezTo>
                      <a:pt x="358" y="237"/>
                      <a:pt x="358" y="237"/>
                      <a:pt x="359" y="237"/>
                    </a:cubicBezTo>
                    <a:cubicBezTo>
                      <a:pt x="360" y="236"/>
                      <a:pt x="360" y="235"/>
                      <a:pt x="359" y="235"/>
                    </a:cubicBezTo>
                    <a:close/>
                    <a:moveTo>
                      <a:pt x="353" y="338"/>
                    </a:moveTo>
                    <a:cubicBezTo>
                      <a:pt x="353" y="339"/>
                      <a:pt x="354" y="339"/>
                      <a:pt x="354" y="339"/>
                    </a:cubicBezTo>
                    <a:cubicBezTo>
                      <a:pt x="355" y="339"/>
                      <a:pt x="355" y="338"/>
                      <a:pt x="355" y="338"/>
                    </a:cubicBezTo>
                    <a:cubicBezTo>
                      <a:pt x="356" y="337"/>
                      <a:pt x="358" y="336"/>
                      <a:pt x="357" y="335"/>
                    </a:cubicBezTo>
                    <a:cubicBezTo>
                      <a:pt x="356" y="334"/>
                      <a:pt x="356" y="333"/>
                      <a:pt x="356" y="333"/>
                    </a:cubicBezTo>
                    <a:cubicBezTo>
                      <a:pt x="355" y="331"/>
                      <a:pt x="354" y="330"/>
                      <a:pt x="352" y="331"/>
                    </a:cubicBezTo>
                    <a:cubicBezTo>
                      <a:pt x="351" y="332"/>
                      <a:pt x="352" y="334"/>
                      <a:pt x="352" y="335"/>
                    </a:cubicBezTo>
                    <a:cubicBezTo>
                      <a:pt x="351" y="336"/>
                      <a:pt x="352" y="337"/>
                      <a:pt x="353" y="338"/>
                    </a:cubicBezTo>
                    <a:close/>
                    <a:moveTo>
                      <a:pt x="123" y="436"/>
                    </a:moveTo>
                    <a:cubicBezTo>
                      <a:pt x="122" y="435"/>
                      <a:pt x="122" y="435"/>
                      <a:pt x="121" y="435"/>
                    </a:cubicBezTo>
                    <a:cubicBezTo>
                      <a:pt x="121" y="435"/>
                      <a:pt x="120" y="435"/>
                      <a:pt x="121" y="435"/>
                    </a:cubicBezTo>
                    <a:cubicBezTo>
                      <a:pt x="121" y="436"/>
                      <a:pt x="121" y="437"/>
                      <a:pt x="122" y="437"/>
                    </a:cubicBezTo>
                    <a:cubicBezTo>
                      <a:pt x="122" y="436"/>
                      <a:pt x="123" y="436"/>
                      <a:pt x="123" y="436"/>
                    </a:cubicBezTo>
                    <a:close/>
                    <a:moveTo>
                      <a:pt x="368" y="219"/>
                    </a:moveTo>
                    <a:cubicBezTo>
                      <a:pt x="367" y="219"/>
                      <a:pt x="367" y="219"/>
                      <a:pt x="367" y="220"/>
                    </a:cubicBezTo>
                    <a:cubicBezTo>
                      <a:pt x="367" y="220"/>
                      <a:pt x="368" y="221"/>
                      <a:pt x="368" y="221"/>
                    </a:cubicBezTo>
                    <a:cubicBezTo>
                      <a:pt x="369" y="221"/>
                      <a:pt x="369" y="220"/>
                      <a:pt x="369" y="220"/>
                    </a:cubicBezTo>
                    <a:cubicBezTo>
                      <a:pt x="369" y="219"/>
                      <a:pt x="369" y="219"/>
                      <a:pt x="368" y="219"/>
                    </a:cubicBezTo>
                    <a:close/>
                    <a:moveTo>
                      <a:pt x="117" y="406"/>
                    </a:moveTo>
                    <a:cubicBezTo>
                      <a:pt x="117" y="406"/>
                      <a:pt x="117" y="405"/>
                      <a:pt x="118" y="405"/>
                    </a:cubicBezTo>
                    <a:cubicBezTo>
                      <a:pt x="118" y="404"/>
                      <a:pt x="117" y="404"/>
                      <a:pt x="117" y="404"/>
                    </a:cubicBezTo>
                    <a:cubicBezTo>
                      <a:pt x="116" y="405"/>
                      <a:pt x="116" y="405"/>
                      <a:pt x="116" y="405"/>
                    </a:cubicBezTo>
                    <a:cubicBezTo>
                      <a:pt x="116" y="406"/>
                      <a:pt x="116" y="406"/>
                      <a:pt x="117" y="406"/>
                    </a:cubicBezTo>
                    <a:close/>
                    <a:moveTo>
                      <a:pt x="112" y="364"/>
                    </a:moveTo>
                    <a:cubicBezTo>
                      <a:pt x="111" y="363"/>
                      <a:pt x="111" y="364"/>
                      <a:pt x="110" y="364"/>
                    </a:cubicBezTo>
                    <a:cubicBezTo>
                      <a:pt x="110" y="365"/>
                      <a:pt x="109" y="364"/>
                      <a:pt x="108" y="365"/>
                    </a:cubicBezTo>
                    <a:cubicBezTo>
                      <a:pt x="109" y="366"/>
                      <a:pt x="110" y="365"/>
                      <a:pt x="111" y="365"/>
                    </a:cubicBezTo>
                    <a:cubicBezTo>
                      <a:pt x="111" y="365"/>
                      <a:pt x="112" y="365"/>
                      <a:pt x="112" y="364"/>
                    </a:cubicBezTo>
                    <a:close/>
                    <a:moveTo>
                      <a:pt x="166" y="50"/>
                    </a:moveTo>
                    <a:cubicBezTo>
                      <a:pt x="166" y="50"/>
                      <a:pt x="167" y="50"/>
                      <a:pt x="167" y="50"/>
                    </a:cubicBezTo>
                    <a:cubicBezTo>
                      <a:pt x="167" y="49"/>
                      <a:pt x="167" y="49"/>
                      <a:pt x="166" y="49"/>
                    </a:cubicBezTo>
                    <a:cubicBezTo>
                      <a:pt x="166" y="48"/>
                      <a:pt x="165" y="48"/>
                      <a:pt x="164" y="48"/>
                    </a:cubicBezTo>
                    <a:cubicBezTo>
                      <a:pt x="164" y="47"/>
                      <a:pt x="162" y="46"/>
                      <a:pt x="161" y="46"/>
                    </a:cubicBezTo>
                    <a:cubicBezTo>
                      <a:pt x="160" y="47"/>
                      <a:pt x="160" y="49"/>
                      <a:pt x="161" y="50"/>
                    </a:cubicBezTo>
                    <a:cubicBezTo>
                      <a:pt x="163" y="51"/>
                      <a:pt x="164" y="49"/>
                      <a:pt x="166" y="50"/>
                    </a:cubicBezTo>
                    <a:close/>
                    <a:moveTo>
                      <a:pt x="216" y="58"/>
                    </a:moveTo>
                    <a:cubicBezTo>
                      <a:pt x="216" y="58"/>
                      <a:pt x="216" y="58"/>
                      <a:pt x="216" y="57"/>
                    </a:cubicBezTo>
                    <a:cubicBezTo>
                      <a:pt x="216" y="57"/>
                      <a:pt x="216" y="57"/>
                      <a:pt x="215" y="56"/>
                    </a:cubicBezTo>
                    <a:cubicBezTo>
                      <a:pt x="215" y="57"/>
                      <a:pt x="215" y="57"/>
                      <a:pt x="215" y="57"/>
                    </a:cubicBezTo>
                    <a:cubicBezTo>
                      <a:pt x="215" y="58"/>
                      <a:pt x="215" y="58"/>
                      <a:pt x="216" y="58"/>
                    </a:cubicBezTo>
                    <a:close/>
                    <a:moveTo>
                      <a:pt x="142" y="431"/>
                    </a:moveTo>
                    <a:cubicBezTo>
                      <a:pt x="143" y="431"/>
                      <a:pt x="144" y="431"/>
                      <a:pt x="144" y="430"/>
                    </a:cubicBezTo>
                    <a:cubicBezTo>
                      <a:pt x="143" y="430"/>
                      <a:pt x="142" y="429"/>
                      <a:pt x="142" y="429"/>
                    </a:cubicBezTo>
                    <a:cubicBezTo>
                      <a:pt x="141" y="430"/>
                      <a:pt x="141" y="430"/>
                      <a:pt x="142" y="431"/>
                    </a:cubicBezTo>
                    <a:close/>
                    <a:moveTo>
                      <a:pt x="54" y="303"/>
                    </a:moveTo>
                    <a:cubicBezTo>
                      <a:pt x="53" y="303"/>
                      <a:pt x="53" y="303"/>
                      <a:pt x="53" y="304"/>
                    </a:cubicBezTo>
                    <a:cubicBezTo>
                      <a:pt x="53" y="304"/>
                      <a:pt x="53" y="305"/>
                      <a:pt x="53" y="304"/>
                    </a:cubicBezTo>
                    <a:cubicBezTo>
                      <a:pt x="54" y="304"/>
                      <a:pt x="54" y="304"/>
                      <a:pt x="54" y="303"/>
                    </a:cubicBezTo>
                    <a:cubicBezTo>
                      <a:pt x="54" y="303"/>
                      <a:pt x="54" y="302"/>
                      <a:pt x="54" y="303"/>
                    </a:cubicBezTo>
                    <a:close/>
                    <a:moveTo>
                      <a:pt x="352" y="239"/>
                    </a:moveTo>
                    <a:cubicBezTo>
                      <a:pt x="352" y="239"/>
                      <a:pt x="351" y="240"/>
                      <a:pt x="351" y="240"/>
                    </a:cubicBezTo>
                    <a:cubicBezTo>
                      <a:pt x="351" y="241"/>
                      <a:pt x="352" y="241"/>
                      <a:pt x="352" y="241"/>
                    </a:cubicBezTo>
                    <a:cubicBezTo>
                      <a:pt x="352" y="241"/>
                      <a:pt x="353" y="240"/>
                      <a:pt x="353" y="240"/>
                    </a:cubicBezTo>
                    <a:cubicBezTo>
                      <a:pt x="353" y="240"/>
                      <a:pt x="353" y="239"/>
                      <a:pt x="352" y="239"/>
                    </a:cubicBezTo>
                    <a:close/>
                    <a:moveTo>
                      <a:pt x="134" y="522"/>
                    </a:moveTo>
                    <a:cubicBezTo>
                      <a:pt x="133" y="522"/>
                      <a:pt x="133" y="522"/>
                      <a:pt x="133" y="522"/>
                    </a:cubicBezTo>
                    <a:cubicBezTo>
                      <a:pt x="133" y="523"/>
                      <a:pt x="133" y="523"/>
                      <a:pt x="134" y="523"/>
                    </a:cubicBezTo>
                    <a:cubicBezTo>
                      <a:pt x="134" y="523"/>
                      <a:pt x="135" y="523"/>
                      <a:pt x="135" y="523"/>
                    </a:cubicBezTo>
                    <a:cubicBezTo>
                      <a:pt x="135" y="522"/>
                      <a:pt x="134" y="522"/>
                      <a:pt x="134" y="522"/>
                    </a:cubicBezTo>
                    <a:close/>
                    <a:moveTo>
                      <a:pt x="366" y="340"/>
                    </a:moveTo>
                    <a:cubicBezTo>
                      <a:pt x="365" y="339"/>
                      <a:pt x="365" y="340"/>
                      <a:pt x="365" y="340"/>
                    </a:cubicBezTo>
                    <a:cubicBezTo>
                      <a:pt x="365" y="341"/>
                      <a:pt x="365" y="341"/>
                      <a:pt x="366" y="341"/>
                    </a:cubicBezTo>
                    <a:cubicBezTo>
                      <a:pt x="366" y="341"/>
                      <a:pt x="366" y="341"/>
                      <a:pt x="366" y="341"/>
                    </a:cubicBezTo>
                    <a:cubicBezTo>
                      <a:pt x="367" y="340"/>
                      <a:pt x="366" y="340"/>
                      <a:pt x="366" y="340"/>
                    </a:cubicBezTo>
                    <a:close/>
                    <a:moveTo>
                      <a:pt x="145" y="429"/>
                    </a:moveTo>
                    <a:cubicBezTo>
                      <a:pt x="145" y="429"/>
                      <a:pt x="145" y="430"/>
                      <a:pt x="145" y="430"/>
                    </a:cubicBezTo>
                    <a:cubicBezTo>
                      <a:pt x="145" y="430"/>
                      <a:pt x="146" y="429"/>
                      <a:pt x="147" y="429"/>
                    </a:cubicBezTo>
                    <a:cubicBezTo>
                      <a:pt x="146" y="428"/>
                      <a:pt x="145" y="429"/>
                      <a:pt x="145" y="429"/>
                    </a:cubicBezTo>
                    <a:close/>
                    <a:moveTo>
                      <a:pt x="353" y="307"/>
                    </a:moveTo>
                    <a:cubicBezTo>
                      <a:pt x="354" y="307"/>
                      <a:pt x="355" y="306"/>
                      <a:pt x="355" y="305"/>
                    </a:cubicBezTo>
                    <a:cubicBezTo>
                      <a:pt x="354" y="305"/>
                      <a:pt x="353" y="306"/>
                      <a:pt x="353" y="307"/>
                    </a:cubicBezTo>
                    <a:close/>
                    <a:moveTo>
                      <a:pt x="216" y="62"/>
                    </a:moveTo>
                    <a:cubicBezTo>
                      <a:pt x="216" y="61"/>
                      <a:pt x="216" y="60"/>
                      <a:pt x="215" y="60"/>
                    </a:cubicBezTo>
                    <a:cubicBezTo>
                      <a:pt x="215" y="61"/>
                      <a:pt x="215" y="62"/>
                      <a:pt x="216" y="62"/>
                    </a:cubicBezTo>
                    <a:close/>
                    <a:moveTo>
                      <a:pt x="359" y="238"/>
                    </a:moveTo>
                    <a:cubicBezTo>
                      <a:pt x="359" y="239"/>
                      <a:pt x="360" y="238"/>
                      <a:pt x="360" y="238"/>
                    </a:cubicBezTo>
                    <a:cubicBezTo>
                      <a:pt x="360" y="237"/>
                      <a:pt x="360" y="237"/>
                      <a:pt x="359" y="237"/>
                    </a:cubicBezTo>
                    <a:cubicBezTo>
                      <a:pt x="359" y="237"/>
                      <a:pt x="358" y="238"/>
                      <a:pt x="359" y="238"/>
                    </a:cubicBezTo>
                    <a:close/>
                    <a:moveTo>
                      <a:pt x="132" y="476"/>
                    </a:moveTo>
                    <a:cubicBezTo>
                      <a:pt x="133" y="477"/>
                      <a:pt x="133" y="476"/>
                      <a:pt x="134" y="476"/>
                    </a:cubicBezTo>
                    <a:cubicBezTo>
                      <a:pt x="133" y="476"/>
                      <a:pt x="133" y="475"/>
                      <a:pt x="132" y="476"/>
                    </a:cubicBezTo>
                    <a:cubicBezTo>
                      <a:pt x="132" y="476"/>
                      <a:pt x="132" y="476"/>
                      <a:pt x="132" y="476"/>
                    </a:cubicBezTo>
                    <a:close/>
                    <a:moveTo>
                      <a:pt x="346" y="377"/>
                    </a:moveTo>
                    <a:cubicBezTo>
                      <a:pt x="346" y="377"/>
                      <a:pt x="346" y="377"/>
                      <a:pt x="346" y="377"/>
                    </a:cubicBezTo>
                    <a:cubicBezTo>
                      <a:pt x="346" y="378"/>
                      <a:pt x="346" y="378"/>
                      <a:pt x="346" y="378"/>
                    </a:cubicBezTo>
                    <a:cubicBezTo>
                      <a:pt x="347" y="378"/>
                      <a:pt x="347" y="378"/>
                      <a:pt x="347" y="378"/>
                    </a:cubicBezTo>
                    <a:cubicBezTo>
                      <a:pt x="347" y="377"/>
                      <a:pt x="347" y="377"/>
                      <a:pt x="346" y="377"/>
                    </a:cubicBezTo>
                    <a:close/>
                    <a:moveTo>
                      <a:pt x="115" y="374"/>
                    </a:moveTo>
                    <a:cubicBezTo>
                      <a:pt x="114" y="375"/>
                      <a:pt x="114" y="376"/>
                      <a:pt x="114" y="376"/>
                    </a:cubicBezTo>
                    <a:cubicBezTo>
                      <a:pt x="115" y="376"/>
                      <a:pt x="115" y="375"/>
                      <a:pt x="115" y="374"/>
                    </a:cubicBezTo>
                    <a:close/>
                    <a:moveTo>
                      <a:pt x="133" y="501"/>
                    </a:moveTo>
                    <a:cubicBezTo>
                      <a:pt x="133" y="501"/>
                      <a:pt x="132" y="501"/>
                      <a:pt x="132" y="502"/>
                    </a:cubicBezTo>
                    <a:cubicBezTo>
                      <a:pt x="132" y="502"/>
                      <a:pt x="133" y="502"/>
                      <a:pt x="133" y="501"/>
                    </a:cubicBezTo>
                    <a:close/>
                    <a:moveTo>
                      <a:pt x="111" y="366"/>
                    </a:moveTo>
                    <a:cubicBezTo>
                      <a:pt x="111" y="366"/>
                      <a:pt x="111" y="367"/>
                      <a:pt x="111" y="367"/>
                    </a:cubicBezTo>
                    <a:cubicBezTo>
                      <a:pt x="111" y="367"/>
                      <a:pt x="111" y="367"/>
                      <a:pt x="111" y="367"/>
                    </a:cubicBezTo>
                    <a:cubicBezTo>
                      <a:pt x="111" y="367"/>
                      <a:pt x="112" y="367"/>
                      <a:pt x="112" y="367"/>
                    </a:cubicBezTo>
                    <a:cubicBezTo>
                      <a:pt x="112" y="367"/>
                      <a:pt x="111" y="366"/>
                      <a:pt x="111" y="366"/>
                    </a:cubicBezTo>
                    <a:close/>
                    <a:moveTo>
                      <a:pt x="349" y="295"/>
                    </a:moveTo>
                    <a:cubicBezTo>
                      <a:pt x="349" y="295"/>
                      <a:pt x="349" y="296"/>
                      <a:pt x="350" y="296"/>
                    </a:cubicBezTo>
                    <a:cubicBezTo>
                      <a:pt x="350" y="296"/>
                      <a:pt x="350" y="296"/>
                      <a:pt x="350" y="295"/>
                    </a:cubicBezTo>
                    <a:cubicBezTo>
                      <a:pt x="350" y="295"/>
                      <a:pt x="350" y="295"/>
                      <a:pt x="349" y="295"/>
                    </a:cubicBezTo>
                    <a:cubicBezTo>
                      <a:pt x="349" y="295"/>
                      <a:pt x="349" y="295"/>
                      <a:pt x="349" y="295"/>
                    </a:cubicBezTo>
                    <a:close/>
                    <a:moveTo>
                      <a:pt x="352" y="245"/>
                    </a:moveTo>
                    <a:cubicBezTo>
                      <a:pt x="352" y="245"/>
                      <a:pt x="352" y="245"/>
                      <a:pt x="352" y="245"/>
                    </a:cubicBezTo>
                    <a:cubicBezTo>
                      <a:pt x="352" y="245"/>
                      <a:pt x="352" y="245"/>
                      <a:pt x="352" y="246"/>
                    </a:cubicBezTo>
                    <a:cubicBezTo>
                      <a:pt x="353" y="245"/>
                      <a:pt x="353" y="245"/>
                      <a:pt x="353" y="245"/>
                    </a:cubicBezTo>
                    <a:cubicBezTo>
                      <a:pt x="353" y="245"/>
                      <a:pt x="353" y="245"/>
                      <a:pt x="352" y="245"/>
                    </a:cubicBezTo>
                    <a:close/>
                    <a:moveTo>
                      <a:pt x="362" y="242"/>
                    </a:moveTo>
                    <a:cubicBezTo>
                      <a:pt x="362" y="242"/>
                      <a:pt x="362" y="243"/>
                      <a:pt x="362" y="243"/>
                    </a:cubicBezTo>
                    <a:cubicBezTo>
                      <a:pt x="361" y="243"/>
                      <a:pt x="362" y="243"/>
                      <a:pt x="362" y="243"/>
                    </a:cubicBezTo>
                    <a:cubicBezTo>
                      <a:pt x="362" y="243"/>
                      <a:pt x="362" y="243"/>
                      <a:pt x="363" y="243"/>
                    </a:cubicBezTo>
                    <a:cubicBezTo>
                      <a:pt x="363" y="243"/>
                      <a:pt x="362" y="242"/>
                      <a:pt x="362" y="242"/>
                    </a:cubicBezTo>
                    <a:close/>
                    <a:moveTo>
                      <a:pt x="357" y="282"/>
                    </a:moveTo>
                    <a:cubicBezTo>
                      <a:pt x="357" y="282"/>
                      <a:pt x="356" y="283"/>
                      <a:pt x="356" y="283"/>
                    </a:cubicBezTo>
                    <a:cubicBezTo>
                      <a:pt x="356" y="283"/>
                      <a:pt x="357" y="283"/>
                      <a:pt x="357" y="283"/>
                    </a:cubicBezTo>
                    <a:cubicBezTo>
                      <a:pt x="357" y="283"/>
                      <a:pt x="357" y="283"/>
                      <a:pt x="357" y="283"/>
                    </a:cubicBezTo>
                    <a:cubicBezTo>
                      <a:pt x="357" y="282"/>
                      <a:pt x="357" y="282"/>
                      <a:pt x="357" y="282"/>
                    </a:cubicBezTo>
                    <a:close/>
                    <a:moveTo>
                      <a:pt x="181" y="597"/>
                    </a:moveTo>
                    <a:cubicBezTo>
                      <a:pt x="181" y="597"/>
                      <a:pt x="182" y="597"/>
                      <a:pt x="182" y="598"/>
                    </a:cubicBezTo>
                    <a:cubicBezTo>
                      <a:pt x="182" y="597"/>
                      <a:pt x="182" y="597"/>
                      <a:pt x="182" y="597"/>
                    </a:cubicBezTo>
                    <a:cubicBezTo>
                      <a:pt x="182" y="597"/>
                      <a:pt x="182" y="597"/>
                      <a:pt x="182" y="596"/>
                    </a:cubicBezTo>
                    <a:cubicBezTo>
                      <a:pt x="182" y="597"/>
                      <a:pt x="182" y="597"/>
                      <a:pt x="181" y="597"/>
                    </a:cubicBezTo>
                    <a:close/>
                    <a:moveTo>
                      <a:pt x="180" y="594"/>
                    </a:moveTo>
                    <a:cubicBezTo>
                      <a:pt x="180" y="594"/>
                      <a:pt x="179" y="594"/>
                      <a:pt x="179" y="594"/>
                    </a:cubicBezTo>
                    <a:cubicBezTo>
                      <a:pt x="179" y="594"/>
                      <a:pt x="180" y="595"/>
                      <a:pt x="180" y="595"/>
                    </a:cubicBezTo>
                    <a:cubicBezTo>
                      <a:pt x="180" y="595"/>
                      <a:pt x="180" y="595"/>
                      <a:pt x="181" y="594"/>
                    </a:cubicBezTo>
                    <a:cubicBezTo>
                      <a:pt x="180" y="594"/>
                      <a:pt x="180" y="594"/>
                      <a:pt x="180" y="594"/>
                    </a:cubicBezTo>
                    <a:close/>
                    <a:moveTo>
                      <a:pt x="353" y="292"/>
                    </a:moveTo>
                    <a:cubicBezTo>
                      <a:pt x="353" y="292"/>
                      <a:pt x="353" y="291"/>
                      <a:pt x="353" y="291"/>
                    </a:cubicBezTo>
                    <a:cubicBezTo>
                      <a:pt x="352" y="292"/>
                      <a:pt x="352" y="292"/>
                      <a:pt x="352" y="292"/>
                    </a:cubicBezTo>
                    <a:cubicBezTo>
                      <a:pt x="352" y="292"/>
                      <a:pt x="352" y="292"/>
                      <a:pt x="353" y="292"/>
                    </a:cubicBezTo>
                    <a:cubicBezTo>
                      <a:pt x="353" y="292"/>
                      <a:pt x="353" y="292"/>
                      <a:pt x="353" y="292"/>
                    </a:cubicBezTo>
                    <a:close/>
                    <a:moveTo>
                      <a:pt x="356" y="261"/>
                    </a:moveTo>
                    <a:cubicBezTo>
                      <a:pt x="356" y="262"/>
                      <a:pt x="356" y="262"/>
                      <a:pt x="356" y="262"/>
                    </a:cubicBezTo>
                    <a:cubicBezTo>
                      <a:pt x="356" y="262"/>
                      <a:pt x="357" y="262"/>
                      <a:pt x="357" y="261"/>
                    </a:cubicBezTo>
                    <a:cubicBezTo>
                      <a:pt x="356" y="261"/>
                      <a:pt x="356" y="261"/>
                      <a:pt x="356" y="261"/>
                    </a:cubicBezTo>
                    <a:cubicBezTo>
                      <a:pt x="356" y="261"/>
                      <a:pt x="356" y="261"/>
                      <a:pt x="356" y="261"/>
                    </a:cubicBezTo>
                    <a:close/>
                    <a:moveTo>
                      <a:pt x="346" y="291"/>
                    </a:moveTo>
                    <a:cubicBezTo>
                      <a:pt x="346" y="292"/>
                      <a:pt x="346" y="292"/>
                      <a:pt x="346" y="292"/>
                    </a:cubicBezTo>
                    <a:cubicBezTo>
                      <a:pt x="346" y="292"/>
                      <a:pt x="347" y="292"/>
                      <a:pt x="346" y="291"/>
                    </a:cubicBezTo>
                    <a:cubicBezTo>
                      <a:pt x="346" y="291"/>
                      <a:pt x="346" y="291"/>
                      <a:pt x="346" y="291"/>
                    </a:cubicBezTo>
                    <a:cubicBezTo>
                      <a:pt x="346" y="291"/>
                      <a:pt x="345" y="291"/>
                      <a:pt x="346" y="291"/>
                    </a:cubicBezTo>
                    <a:close/>
                    <a:moveTo>
                      <a:pt x="288" y="479"/>
                    </a:moveTo>
                    <a:cubicBezTo>
                      <a:pt x="288" y="479"/>
                      <a:pt x="288" y="479"/>
                      <a:pt x="288" y="479"/>
                    </a:cubicBezTo>
                    <a:cubicBezTo>
                      <a:pt x="288" y="479"/>
                      <a:pt x="288" y="479"/>
                      <a:pt x="288" y="479"/>
                    </a:cubicBezTo>
                    <a:cubicBezTo>
                      <a:pt x="288" y="479"/>
                      <a:pt x="288" y="479"/>
                      <a:pt x="288" y="479"/>
                    </a:cubicBezTo>
                    <a:close/>
                    <a:moveTo>
                      <a:pt x="288" y="479"/>
                    </a:moveTo>
                    <a:cubicBezTo>
                      <a:pt x="289" y="479"/>
                      <a:pt x="290" y="479"/>
                      <a:pt x="290" y="477"/>
                    </a:cubicBezTo>
                    <a:cubicBezTo>
                      <a:pt x="289" y="478"/>
                      <a:pt x="289" y="478"/>
                      <a:pt x="288" y="479"/>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0" name="Svalbard">
                <a:extLst>
                  <a:ext uri="{FF2B5EF4-FFF2-40B4-BE49-F238E27FC236}">
                    <a16:creationId xmlns:a16="http://schemas.microsoft.com/office/drawing/2014/main" id="{DB7F80C6-36CF-6591-BC28-DA4066166E5D}"/>
                  </a:ext>
                </a:extLst>
              </p:cNvPr>
              <p:cNvSpPr>
                <a:spLocks noEditPoints="1"/>
              </p:cNvSpPr>
              <p:nvPr/>
            </p:nvSpPr>
            <p:spPr bwMode="auto">
              <a:xfrm>
                <a:off x="5667375" y="822325"/>
                <a:ext cx="649287" cy="620713"/>
              </a:xfrm>
              <a:custGeom>
                <a:avLst/>
                <a:gdLst>
                  <a:gd name="T0" fmla="*/ 97 w 156"/>
                  <a:gd name="T1" fmla="*/ 17 h 149"/>
                  <a:gd name="T2" fmla="*/ 90 w 156"/>
                  <a:gd name="T3" fmla="*/ 19 h 149"/>
                  <a:gd name="T4" fmla="*/ 86 w 156"/>
                  <a:gd name="T5" fmla="*/ 15 h 149"/>
                  <a:gd name="T6" fmla="*/ 81 w 156"/>
                  <a:gd name="T7" fmla="*/ 29 h 149"/>
                  <a:gd name="T8" fmla="*/ 69 w 156"/>
                  <a:gd name="T9" fmla="*/ 19 h 149"/>
                  <a:gd name="T10" fmla="*/ 62 w 156"/>
                  <a:gd name="T11" fmla="*/ 15 h 149"/>
                  <a:gd name="T12" fmla="*/ 60 w 156"/>
                  <a:gd name="T13" fmla="*/ 24 h 149"/>
                  <a:gd name="T14" fmla="*/ 56 w 156"/>
                  <a:gd name="T15" fmla="*/ 41 h 149"/>
                  <a:gd name="T16" fmla="*/ 71 w 156"/>
                  <a:gd name="T17" fmla="*/ 48 h 149"/>
                  <a:gd name="T18" fmla="*/ 83 w 156"/>
                  <a:gd name="T19" fmla="*/ 54 h 149"/>
                  <a:gd name="T20" fmla="*/ 112 w 156"/>
                  <a:gd name="T21" fmla="*/ 31 h 149"/>
                  <a:gd name="T22" fmla="*/ 71 w 156"/>
                  <a:gd name="T23" fmla="*/ 71 h 149"/>
                  <a:gd name="T24" fmla="*/ 55 w 156"/>
                  <a:gd name="T25" fmla="*/ 58 h 149"/>
                  <a:gd name="T26" fmla="*/ 49 w 156"/>
                  <a:gd name="T27" fmla="*/ 53 h 149"/>
                  <a:gd name="T28" fmla="*/ 41 w 156"/>
                  <a:gd name="T29" fmla="*/ 29 h 149"/>
                  <a:gd name="T30" fmla="*/ 38 w 156"/>
                  <a:gd name="T31" fmla="*/ 58 h 149"/>
                  <a:gd name="T32" fmla="*/ 36 w 156"/>
                  <a:gd name="T33" fmla="*/ 62 h 149"/>
                  <a:gd name="T34" fmla="*/ 33 w 156"/>
                  <a:gd name="T35" fmla="*/ 54 h 149"/>
                  <a:gd name="T36" fmla="*/ 31 w 156"/>
                  <a:gd name="T37" fmla="*/ 42 h 149"/>
                  <a:gd name="T38" fmla="*/ 24 w 156"/>
                  <a:gd name="T39" fmla="*/ 56 h 149"/>
                  <a:gd name="T40" fmla="*/ 13 w 156"/>
                  <a:gd name="T41" fmla="*/ 49 h 149"/>
                  <a:gd name="T42" fmla="*/ 23 w 156"/>
                  <a:gd name="T43" fmla="*/ 36 h 149"/>
                  <a:gd name="T44" fmla="*/ 12 w 156"/>
                  <a:gd name="T45" fmla="*/ 43 h 149"/>
                  <a:gd name="T46" fmla="*/ 6 w 156"/>
                  <a:gd name="T47" fmla="*/ 39 h 149"/>
                  <a:gd name="T48" fmla="*/ 3 w 156"/>
                  <a:gd name="T49" fmla="*/ 54 h 149"/>
                  <a:gd name="T50" fmla="*/ 7 w 156"/>
                  <a:gd name="T51" fmla="*/ 58 h 149"/>
                  <a:gd name="T52" fmla="*/ 9 w 156"/>
                  <a:gd name="T53" fmla="*/ 64 h 149"/>
                  <a:gd name="T54" fmla="*/ 6 w 156"/>
                  <a:gd name="T55" fmla="*/ 69 h 149"/>
                  <a:gd name="T56" fmla="*/ 13 w 156"/>
                  <a:gd name="T57" fmla="*/ 83 h 149"/>
                  <a:gd name="T58" fmla="*/ 18 w 156"/>
                  <a:gd name="T59" fmla="*/ 94 h 149"/>
                  <a:gd name="T60" fmla="*/ 25 w 156"/>
                  <a:gd name="T61" fmla="*/ 88 h 149"/>
                  <a:gd name="T62" fmla="*/ 30 w 156"/>
                  <a:gd name="T63" fmla="*/ 81 h 149"/>
                  <a:gd name="T64" fmla="*/ 34 w 156"/>
                  <a:gd name="T65" fmla="*/ 77 h 149"/>
                  <a:gd name="T66" fmla="*/ 42 w 156"/>
                  <a:gd name="T67" fmla="*/ 82 h 149"/>
                  <a:gd name="T68" fmla="*/ 44 w 156"/>
                  <a:gd name="T69" fmla="*/ 89 h 149"/>
                  <a:gd name="T70" fmla="*/ 32 w 156"/>
                  <a:gd name="T71" fmla="*/ 96 h 149"/>
                  <a:gd name="T72" fmla="*/ 26 w 156"/>
                  <a:gd name="T73" fmla="*/ 109 h 149"/>
                  <a:gd name="T74" fmla="*/ 43 w 156"/>
                  <a:gd name="T75" fmla="*/ 108 h 149"/>
                  <a:gd name="T76" fmla="*/ 34 w 156"/>
                  <a:gd name="T77" fmla="*/ 115 h 149"/>
                  <a:gd name="T78" fmla="*/ 24 w 156"/>
                  <a:gd name="T79" fmla="*/ 119 h 149"/>
                  <a:gd name="T80" fmla="*/ 40 w 156"/>
                  <a:gd name="T81" fmla="*/ 131 h 149"/>
                  <a:gd name="T82" fmla="*/ 41 w 156"/>
                  <a:gd name="T83" fmla="*/ 145 h 149"/>
                  <a:gd name="T84" fmla="*/ 48 w 156"/>
                  <a:gd name="T85" fmla="*/ 125 h 149"/>
                  <a:gd name="T86" fmla="*/ 54 w 156"/>
                  <a:gd name="T87" fmla="*/ 110 h 149"/>
                  <a:gd name="T88" fmla="*/ 56 w 156"/>
                  <a:gd name="T89" fmla="*/ 95 h 149"/>
                  <a:gd name="T90" fmla="*/ 64 w 156"/>
                  <a:gd name="T91" fmla="*/ 81 h 149"/>
                  <a:gd name="T92" fmla="*/ 89 w 156"/>
                  <a:gd name="T93" fmla="*/ 105 h 149"/>
                  <a:gd name="T94" fmla="*/ 71 w 156"/>
                  <a:gd name="T95" fmla="*/ 115 h 149"/>
                  <a:gd name="T96" fmla="*/ 83 w 156"/>
                  <a:gd name="T97" fmla="*/ 125 h 149"/>
                  <a:gd name="T98" fmla="*/ 144 w 156"/>
                  <a:gd name="T99" fmla="*/ 22 h 149"/>
                  <a:gd name="T100" fmla="*/ 73 w 156"/>
                  <a:gd name="T101" fmla="*/ 80 h 149"/>
                  <a:gd name="T102" fmla="*/ 72 w 156"/>
                  <a:gd name="T103" fmla="*/ 94 h 149"/>
                  <a:gd name="T104" fmla="*/ 129 w 156"/>
                  <a:gd name="T105" fmla="*/ 71 h 149"/>
                  <a:gd name="T106" fmla="*/ 67 w 156"/>
                  <a:gd name="T107" fmla="*/ 67 h 149"/>
                  <a:gd name="T108" fmla="*/ 112 w 156"/>
                  <a:gd name="T109" fmla="*/ 78 h 149"/>
                  <a:gd name="T110" fmla="*/ 102 w 156"/>
                  <a:gd name="T111" fmla="*/ 142 h 149"/>
                  <a:gd name="T112" fmla="*/ 70 w 156"/>
                  <a:gd name="T113" fmla="*/ 3 h 149"/>
                  <a:gd name="T114" fmla="*/ 72 w 156"/>
                  <a:gd name="T115" fmla="*/ 4 h 149"/>
                  <a:gd name="T116" fmla="*/ 65 w 156"/>
                  <a:gd name="T117" fmla="*/ 59 h 149"/>
                  <a:gd name="T118" fmla="*/ 42 w 156"/>
                  <a:gd name="T119" fmla="*/ 148 h 149"/>
                  <a:gd name="T120" fmla="*/ 92 w 156"/>
                  <a:gd name="T121" fmla="*/ 11 h 149"/>
                  <a:gd name="T122" fmla="*/ 3 w 156"/>
                  <a:gd name="T123" fmla="*/ 76 h 149"/>
                  <a:gd name="T124" fmla="*/ 124 w 156"/>
                  <a:gd name="T125" fmla="*/ 7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6" h="149">
                    <a:moveTo>
                      <a:pt x="111" y="24"/>
                    </a:moveTo>
                    <a:cubicBezTo>
                      <a:pt x="109" y="23"/>
                      <a:pt x="107" y="23"/>
                      <a:pt x="105" y="24"/>
                    </a:cubicBezTo>
                    <a:cubicBezTo>
                      <a:pt x="104" y="24"/>
                      <a:pt x="104" y="24"/>
                      <a:pt x="104" y="24"/>
                    </a:cubicBezTo>
                    <a:cubicBezTo>
                      <a:pt x="103" y="23"/>
                      <a:pt x="104" y="23"/>
                      <a:pt x="104" y="23"/>
                    </a:cubicBezTo>
                    <a:cubicBezTo>
                      <a:pt x="104" y="23"/>
                      <a:pt x="104" y="22"/>
                      <a:pt x="104" y="22"/>
                    </a:cubicBezTo>
                    <a:cubicBezTo>
                      <a:pt x="104" y="22"/>
                      <a:pt x="104" y="22"/>
                      <a:pt x="103" y="22"/>
                    </a:cubicBezTo>
                    <a:cubicBezTo>
                      <a:pt x="103" y="22"/>
                      <a:pt x="103" y="22"/>
                      <a:pt x="102" y="23"/>
                    </a:cubicBezTo>
                    <a:cubicBezTo>
                      <a:pt x="103" y="22"/>
                      <a:pt x="102" y="21"/>
                      <a:pt x="102" y="21"/>
                    </a:cubicBezTo>
                    <a:cubicBezTo>
                      <a:pt x="100" y="21"/>
                      <a:pt x="100" y="20"/>
                      <a:pt x="101" y="19"/>
                    </a:cubicBezTo>
                    <a:cubicBezTo>
                      <a:pt x="100" y="19"/>
                      <a:pt x="100" y="20"/>
                      <a:pt x="99" y="20"/>
                    </a:cubicBezTo>
                    <a:cubicBezTo>
                      <a:pt x="99" y="20"/>
                      <a:pt x="99" y="20"/>
                      <a:pt x="98" y="20"/>
                    </a:cubicBezTo>
                    <a:cubicBezTo>
                      <a:pt x="98" y="20"/>
                      <a:pt x="98" y="20"/>
                      <a:pt x="98" y="19"/>
                    </a:cubicBezTo>
                    <a:cubicBezTo>
                      <a:pt x="98" y="19"/>
                      <a:pt x="98" y="18"/>
                      <a:pt x="98" y="18"/>
                    </a:cubicBezTo>
                    <a:cubicBezTo>
                      <a:pt x="98" y="17"/>
                      <a:pt x="97" y="17"/>
                      <a:pt x="97" y="17"/>
                    </a:cubicBezTo>
                    <a:cubicBezTo>
                      <a:pt x="97" y="18"/>
                      <a:pt x="97" y="19"/>
                      <a:pt x="95" y="20"/>
                    </a:cubicBezTo>
                    <a:cubicBezTo>
                      <a:pt x="95" y="19"/>
                      <a:pt x="95" y="18"/>
                      <a:pt x="95" y="18"/>
                    </a:cubicBezTo>
                    <a:cubicBezTo>
                      <a:pt x="96" y="17"/>
                      <a:pt x="95" y="16"/>
                      <a:pt x="94" y="16"/>
                    </a:cubicBezTo>
                    <a:cubicBezTo>
                      <a:pt x="94" y="16"/>
                      <a:pt x="93" y="16"/>
                      <a:pt x="93" y="16"/>
                    </a:cubicBezTo>
                    <a:cubicBezTo>
                      <a:pt x="93" y="17"/>
                      <a:pt x="93" y="17"/>
                      <a:pt x="94" y="17"/>
                    </a:cubicBezTo>
                    <a:cubicBezTo>
                      <a:pt x="94" y="18"/>
                      <a:pt x="95" y="18"/>
                      <a:pt x="94" y="18"/>
                    </a:cubicBezTo>
                    <a:cubicBezTo>
                      <a:pt x="94" y="18"/>
                      <a:pt x="94" y="19"/>
                      <a:pt x="94" y="19"/>
                    </a:cubicBezTo>
                    <a:cubicBezTo>
                      <a:pt x="93" y="18"/>
                      <a:pt x="93" y="20"/>
                      <a:pt x="93" y="20"/>
                    </a:cubicBezTo>
                    <a:cubicBezTo>
                      <a:pt x="93" y="20"/>
                      <a:pt x="92" y="19"/>
                      <a:pt x="92" y="19"/>
                    </a:cubicBezTo>
                    <a:cubicBezTo>
                      <a:pt x="92" y="19"/>
                      <a:pt x="92" y="18"/>
                      <a:pt x="92" y="18"/>
                    </a:cubicBezTo>
                    <a:cubicBezTo>
                      <a:pt x="91" y="18"/>
                      <a:pt x="91" y="19"/>
                      <a:pt x="91" y="19"/>
                    </a:cubicBezTo>
                    <a:cubicBezTo>
                      <a:pt x="91" y="19"/>
                      <a:pt x="91" y="19"/>
                      <a:pt x="91" y="19"/>
                    </a:cubicBezTo>
                    <a:cubicBezTo>
                      <a:pt x="91" y="19"/>
                      <a:pt x="91" y="19"/>
                      <a:pt x="91" y="19"/>
                    </a:cubicBezTo>
                    <a:cubicBezTo>
                      <a:pt x="91" y="19"/>
                      <a:pt x="91" y="19"/>
                      <a:pt x="90" y="19"/>
                    </a:cubicBezTo>
                    <a:cubicBezTo>
                      <a:pt x="90" y="20"/>
                      <a:pt x="90" y="20"/>
                      <a:pt x="90" y="21"/>
                    </a:cubicBezTo>
                    <a:cubicBezTo>
                      <a:pt x="90" y="21"/>
                      <a:pt x="90" y="21"/>
                      <a:pt x="90" y="21"/>
                    </a:cubicBezTo>
                    <a:cubicBezTo>
                      <a:pt x="90" y="21"/>
                      <a:pt x="90" y="21"/>
                      <a:pt x="90" y="22"/>
                    </a:cubicBezTo>
                    <a:cubicBezTo>
                      <a:pt x="90" y="23"/>
                      <a:pt x="89" y="24"/>
                      <a:pt x="89" y="24"/>
                    </a:cubicBezTo>
                    <a:cubicBezTo>
                      <a:pt x="88" y="24"/>
                      <a:pt x="89" y="23"/>
                      <a:pt x="88" y="23"/>
                    </a:cubicBezTo>
                    <a:cubicBezTo>
                      <a:pt x="88" y="23"/>
                      <a:pt x="88" y="23"/>
                      <a:pt x="88" y="23"/>
                    </a:cubicBezTo>
                    <a:cubicBezTo>
                      <a:pt x="87" y="23"/>
                      <a:pt x="88" y="24"/>
                      <a:pt x="88" y="25"/>
                    </a:cubicBezTo>
                    <a:cubicBezTo>
                      <a:pt x="87" y="24"/>
                      <a:pt x="87" y="24"/>
                      <a:pt x="87" y="23"/>
                    </a:cubicBezTo>
                    <a:cubicBezTo>
                      <a:pt x="86" y="24"/>
                      <a:pt x="86" y="25"/>
                      <a:pt x="86" y="26"/>
                    </a:cubicBezTo>
                    <a:cubicBezTo>
                      <a:pt x="86" y="26"/>
                      <a:pt x="86" y="26"/>
                      <a:pt x="86" y="25"/>
                    </a:cubicBezTo>
                    <a:cubicBezTo>
                      <a:pt x="85" y="24"/>
                      <a:pt x="85" y="21"/>
                      <a:pt x="86" y="20"/>
                    </a:cubicBezTo>
                    <a:cubicBezTo>
                      <a:pt x="87" y="20"/>
                      <a:pt x="87" y="19"/>
                      <a:pt x="87" y="19"/>
                    </a:cubicBezTo>
                    <a:cubicBezTo>
                      <a:pt x="87" y="18"/>
                      <a:pt x="87" y="17"/>
                      <a:pt x="86" y="15"/>
                    </a:cubicBezTo>
                    <a:cubicBezTo>
                      <a:pt x="86" y="15"/>
                      <a:pt x="86" y="15"/>
                      <a:pt x="86" y="15"/>
                    </a:cubicBezTo>
                    <a:cubicBezTo>
                      <a:pt x="86" y="15"/>
                      <a:pt x="86" y="15"/>
                      <a:pt x="86" y="15"/>
                    </a:cubicBezTo>
                    <a:cubicBezTo>
                      <a:pt x="87" y="14"/>
                      <a:pt x="87" y="13"/>
                      <a:pt x="86" y="12"/>
                    </a:cubicBezTo>
                    <a:cubicBezTo>
                      <a:pt x="85" y="12"/>
                      <a:pt x="85" y="11"/>
                      <a:pt x="84" y="10"/>
                    </a:cubicBezTo>
                    <a:cubicBezTo>
                      <a:pt x="83" y="12"/>
                      <a:pt x="84" y="13"/>
                      <a:pt x="84" y="14"/>
                    </a:cubicBezTo>
                    <a:cubicBezTo>
                      <a:pt x="84" y="14"/>
                      <a:pt x="84" y="14"/>
                      <a:pt x="84" y="14"/>
                    </a:cubicBezTo>
                    <a:cubicBezTo>
                      <a:pt x="83" y="15"/>
                      <a:pt x="83" y="15"/>
                      <a:pt x="83" y="16"/>
                    </a:cubicBezTo>
                    <a:cubicBezTo>
                      <a:pt x="82" y="15"/>
                      <a:pt x="83" y="15"/>
                      <a:pt x="83" y="15"/>
                    </a:cubicBezTo>
                    <a:cubicBezTo>
                      <a:pt x="83" y="14"/>
                      <a:pt x="83" y="13"/>
                      <a:pt x="82" y="14"/>
                    </a:cubicBezTo>
                    <a:cubicBezTo>
                      <a:pt x="82" y="14"/>
                      <a:pt x="81" y="14"/>
                      <a:pt x="81" y="15"/>
                    </a:cubicBezTo>
                    <a:cubicBezTo>
                      <a:pt x="80" y="16"/>
                      <a:pt x="80" y="17"/>
                      <a:pt x="82" y="18"/>
                    </a:cubicBezTo>
                    <a:cubicBezTo>
                      <a:pt x="82" y="18"/>
                      <a:pt x="82" y="18"/>
                      <a:pt x="82" y="18"/>
                    </a:cubicBezTo>
                    <a:cubicBezTo>
                      <a:pt x="81" y="20"/>
                      <a:pt x="82" y="21"/>
                      <a:pt x="81" y="23"/>
                    </a:cubicBezTo>
                    <a:cubicBezTo>
                      <a:pt x="81" y="25"/>
                      <a:pt x="81" y="27"/>
                      <a:pt x="81" y="29"/>
                    </a:cubicBezTo>
                    <a:cubicBezTo>
                      <a:pt x="81" y="30"/>
                      <a:pt x="81" y="29"/>
                      <a:pt x="81" y="29"/>
                    </a:cubicBezTo>
                    <a:cubicBezTo>
                      <a:pt x="79" y="30"/>
                      <a:pt x="79" y="29"/>
                      <a:pt x="79" y="28"/>
                    </a:cubicBezTo>
                    <a:cubicBezTo>
                      <a:pt x="79" y="28"/>
                      <a:pt x="79" y="28"/>
                      <a:pt x="79" y="27"/>
                    </a:cubicBezTo>
                    <a:cubicBezTo>
                      <a:pt x="79" y="26"/>
                      <a:pt x="77" y="24"/>
                      <a:pt x="76" y="25"/>
                    </a:cubicBezTo>
                    <a:cubicBezTo>
                      <a:pt x="76" y="24"/>
                      <a:pt x="77" y="23"/>
                      <a:pt x="77" y="21"/>
                    </a:cubicBezTo>
                    <a:cubicBezTo>
                      <a:pt x="77" y="20"/>
                      <a:pt x="77" y="20"/>
                      <a:pt x="77" y="20"/>
                    </a:cubicBezTo>
                    <a:cubicBezTo>
                      <a:pt x="76" y="20"/>
                      <a:pt x="76" y="20"/>
                      <a:pt x="76" y="21"/>
                    </a:cubicBezTo>
                    <a:cubicBezTo>
                      <a:pt x="76" y="21"/>
                      <a:pt x="76" y="21"/>
                      <a:pt x="76" y="21"/>
                    </a:cubicBezTo>
                    <a:cubicBezTo>
                      <a:pt x="75" y="21"/>
                      <a:pt x="75" y="20"/>
                      <a:pt x="75" y="20"/>
                    </a:cubicBezTo>
                    <a:cubicBezTo>
                      <a:pt x="74" y="20"/>
                      <a:pt x="74" y="22"/>
                      <a:pt x="74" y="21"/>
                    </a:cubicBezTo>
                    <a:cubicBezTo>
                      <a:pt x="73" y="21"/>
                      <a:pt x="73" y="21"/>
                      <a:pt x="73" y="22"/>
                    </a:cubicBezTo>
                    <a:cubicBezTo>
                      <a:pt x="72" y="22"/>
                      <a:pt x="71" y="22"/>
                      <a:pt x="71" y="22"/>
                    </a:cubicBezTo>
                    <a:cubicBezTo>
                      <a:pt x="70" y="22"/>
                      <a:pt x="70" y="21"/>
                      <a:pt x="70" y="21"/>
                    </a:cubicBezTo>
                    <a:cubicBezTo>
                      <a:pt x="70" y="20"/>
                      <a:pt x="70" y="20"/>
                      <a:pt x="70" y="19"/>
                    </a:cubicBezTo>
                    <a:cubicBezTo>
                      <a:pt x="70" y="19"/>
                      <a:pt x="70" y="18"/>
                      <a:pt x="69" y="19"/>
                    </a:cubicBezTo>
                    <a:cubicBezTo>
                      <a:pt x="68" y="19"/>
                      <a:pt x="68" y="19"/>
                      <a:pt x="68" y="18"/>
                    </a:cubicBezTo>
                    <a:cubicBezTo>
                      <a:pt x="68" y="17"/>
                      <a:pt x="68" y="15"/>
                      <a:pt x="67" y="14"/>
                    </a:cubicBezTo>
                    <a:cubicBezTo>
                      <a:pt x="67" y="14"/>
                      <a:pt x="67" y="14"/>
                      <a:pt x="66" y="14"/>
                    </a:cubicBezTo>
                    <a:cubicBezTo>
                      <a:pt x="65" y="14"/>
                      <a:pt x="65" y="13"/>
                      <a:pt x="65" y="12"/>
                    </a:cubicBezTo>
                    <a:cubicBezTo>
                      <a:pt x="65" y="12"/>
                      <a:pt x="64" y="13"/>
                      <a:pt x="64" y="13"/>
                    </a:cubicBezTo>
                    <a:cubicBezTo>
                      <a:pt x="64" y="12"/>
                      <a:pt x="64" y="12"/>
                      <a:pt x="65" y="12"/>
                    </a:cubicBezTo>
                    <a:cubicBezTo>
                      <a:pt x="65" y="12"/>
                      <a:pt x="65" y="11"/>
                      <a:pt x="64" y="12"/>
                    </a:cubicBezTo>
                    <a:cubicBezTo>
                      <a:pt x="63" y="12"/>
                      <a:pt x="63" y="11"/>
                      <a:pt x="63" y="11"/>
                    </a:cubicBezTo>
                    <a:cubicBezTo>
                      <a:pt x="63" y="11"/>
                      <a:pt x="63" y="10"/>
                      <a:pt x="62" y="10"/>
                    </a:cubicBezTo>
                    <a:cubicBezTo>
                      <a:pt x="62" y="10"/>
                      <a:pt x="62" y="11"/>
                      <a:pt x="62" y="11"/>
                    </a:cubicBezTo>
                    <a:cubicBezTo>
                      <a:pt x="62" y="12"/>
                      <a:pt x="62" y="12"/>
                      <a:pt x="62" y="12"/>
                    </a:cubicBezTo>
                    <a:cubicBezTo>
                      <a:pt x="61" y="12"/>
                      <a:pt x="61" y="13"/>
                      <a:pt x="61" y="13"/>
                    </a:cubicBezTo>
                    <a:cubicBezTo>
                      <a:pt x="61" y="14"/>
                      <a:pt x="61" y="15"/>
                      <a:pt x="62" y="15"/>
                    </a:cubicBezTo>
                    <a:cubicBezTo>
                      <a:pt x="62" y="15"/>
                      <a:pt x="62" y="15"/>
                      <a:pt x="62" y="15"/>
                    </a:cubicBezTo>
                    <a:cubicBezTo>
                      <a:pt x="63" y="15"/>
                      <a:pt x="64" y="15"/>
                      <a:pt x="64" y="16"/>
                    </a:cubicBezTo>
                    <a:cubicBezTo>
                      <a:pt x="63" y="16"/>
                      <a:pt x="63" y="17"/>
                      <a:pt x="63" y="18"/>
                    </a:cubicBezTo>
                    <a:cubicBezTo>
                      <a:pt x="63" y="18"/>
                      <a:pt x="63" y="18"/>
                      <a:pt x="63" y="18"/>
                    </a:cubicBezTo>
                    <a:cubicBezTo>
                      <a:pt x="63" y="19"/>
                      <a:pt x="62" y="20"/>
                      <a:pt x="63" y="21"/>
                    </a:cubicBezTo>
                    <a:cubicBezTo>
                      <a:pt x="63" y="21"/>
                      <a:pt x="63" y="21"/>
                      <a:pt x="62" y="22"/>
                    </a:cubicBezTo>
                    <a:cubicBezTo>
                      <a:pt x="62" y="21"/>
                      <a:pt x="62" y="21"/>
                      <a:pt x="61" y="21"/>
                    </a:cubicBezTo>
                    <a:cubicBezTo>
                      <a:pt x="61" y="19"/>
                      <a:pt x="60" y="18"/>
                      <a:pt x="59" y="17"/>
                    </a:cubicBezTo>
                    <a:cubicBezTo>
                      <a:pt x="59" y="17"/>
                      <a:pt x="59" y="16"/>
                      <a:pt x="58" y="17"/>
                    </a:cubicBezTo>
                    <a:cubicBezTo>
                      <a:pt x="58" y="17"/>
                      <a:pt x="58" y="17"/>
                      <a:pt x="58" y="18"/>
                    </a:cubicBezTo>
                    <a:cubicBezTo>
                      <a:pt x="58" y="19"/>
                      <a:pt x="58" y="20"/>
                      <a:pt x="59" y="21"/>
                    </a:cubicBezTo>
                    <a:cubicBezTo>
                      <a:pt x="59" y="22"/>
                      <a:pt x="59" y="22"/>
                      <a:pt x="59" y="22"/>
                    </a:cubicBezTo>
                    <a:cubicBezTo>
                      <a:pt x="59" y="22"/>
                      <a:pt x="59" y="22"/>
                      <a:pt x="59" y="22"/>
                    </a:cubicBezTo>
                    <a:cubicBezTo>
                      <a:pt x="59" y="22"/>
                      <a:pt x="59" y="22"/>
                      <a:pt x="59" y="22"/>
                    </a:cubicBezTo>
                    <a:cubicBezTo>
                      <a:pt x="59" y="23"/>
                      <a:pt x="60" y="23"/>
                      <a:pt x="60" y="24"/>
                    </a:cubicBezTo>
                    <a:cubicBezTo>
                      <a:pt x="61" y="24"/>
                      <a:pt x="61" y="24"/>
                      <a:pt x="61" y="24"/>
                    </a:cubicBezTo>
                    <a:cubicBezTo>
                      <a:pt x="60" y="25"/>
                      <a:pt x="61" y="26"/>
                      <a:pt x="60" y="27"/>
                    </a:cubicBezTo>
                    <a:cubicBezTo>
                      <a:pt x="59" y="26"/>
                      <a:pt x="58" y="24"/>
                      <a:pt x="57" y="23"/>
                    </a:cubicBezTo>
                    <a:cubicBezTo>
                      <a:pt x="57" y="22"/>
                      <a:pt x="57" y="22"/>
                      <a:pt x="56" y="23"/>
                    </a:cubicBezTo>
                    <a:cubicBezTo>
                      <a:pt x="56" y="23"/>
                      <a:pt x="56" y="24"/>
                      <a:pt x="55" y="23"/>
                    </a:cubicBezTo>
                    <a:cubicBezTo>
                      <a:pt x="54" y="22"/>
                      <a:pt x="51" y="23"/>
                      <a:pt x="49" y="25"/>
                    </a:cubicBezTo>
                    <a:cubicBezTo>
                      <a:pt x="50" y="24"/>
                      <a:pt x="51" y="25"/>
                      <a:pt x="51" y="25"/>
                    </a:cubicBezTo>
                    <a:cubicBezTo>
                      <a:pt x="51" y="27"/>
                      <a:pt x="52" y="28"/>
                      <a:pt x="52" y="30"/>
                    </a:cubicBezTo>
                    <a:cubicBezTo>
                      <a:pt x="52" y="30"/>
                      <a:pt x="52" y="30"/>
                      <a:pt x="52" y="30"/>
                    </a:cubicBezTo>
                    <a:cubicBezTo>
                      <a:pt x="51" y="30"/>
                      <a:pt x="50" y="31"/>
                      <a:pt x="51" y="32"/>
                    </a:cubicBezTo>
                    <a:cubicBezTo>
                      <a:pt x="51" y="33"/>
                      <a:pt x="51" y="34"/>
                      <a:pt x="52" y="35"/>
                    </a:cubicBezTo>
                    <a:cubicBezTo>
                      <a:pt x="52" y="35"/>
                      <a:pt x="52" y="35"/>
                      <a:pt x="52" y="35"/>
                    </a:cubicBezTo>
                    <a:cubicBezTo>
                      <a:pt x="53" y="36"/>
                      <a:pt x="53" y="38"/>
                      <a:pt x="54" y="39"/>
                    </a:cubicBezTo>
                    <a:cubicBezTo>
                      <a:pt x="55" y="39"/>
                      <a:pt x="56" y="40"/>
                      <a:pt x="56" y="41"/>
                    </a:cubicBezTo>
                    <a:cubicBezTo>
                      <a:pt x="56" y="41"/>
                      <a:pt x="56" y="41"/>
                      <a:pt x="57" y="41"/>
                    </a:cubicBezTo>
                    <a:cubicBezTo>
                      <a:pt x="58" y="40"/>
                      <a:pt x="59" y="40"/>
                      <a:pt x="60" y="41"/>
                    </a:cubicBezTo>
                    <a:cubicBezTo>
                      <a:pt x="61" y="41"/>
                      <a:pt x="63" y="41"/>
                      <a:pt x="64" y="41"/>
                    </a:cubicBezTo>
                    <a:cubicBezTo>
                      <a:pt x="65" y="40"/>
                      <a:pt x="66" y="40"/>
                      <a:pt x="67" y="39"/>
                    </a:cubicBezTo>
                    <a:cubicBezTo>
                      <a:pt x="69" y="38"/>
                      <a:pt x="72" y="38"/>
                      <a:pt x="74" y="37"/>
                    </a:cubicBezTo>
                    <a:cubicBezTo>
                      <a:pt x="75" y="37"/>
                      <a:pt x="76" y="37"/>
                      <a:pt x="76" y="38"/>
                    </a:cubicBezTo>
                    <a:cubicBezTo>
                      <a:pt x="75" y="39"/>
                      <a:pt x="75" y="40"/>
                      <a:pt x="75" y="41"/>
                    </a:cubicBezTo>
                    <a:cubicBezTo>
                      <a:pt x="75" y="42"/>
                      <a:pt x="75" y="42"/>
                      <a:pt x="74" y="42"/>
                    </a:cubicBezTo>
                    <a:cubicBezTo>
                      <a:pt x="72" y="41"/>
                      <a:pt x="71" y="42"/>
                      <a:pt x="69" y="42"/>
                    </a:cubicBezTo>
                    <a:cubicBezTo>
                      <a:pt x="69" y="42"/>
                      <a:pt x="68" y="43"/>
                      <a:pt x="68" y="43"/>
                    </a:cubicBezTo>
                    <a:cubicBezTo>
                      <a:pt x="68" y="44"/>
                      <a:pt x="68" y="45"/>
                      <a:pt x="69" y="45"/>
                    </a:cubicBezTo>
                    <a:cubicBezTo>
                      <a:pt x="70" y="45"/>
                      <a:pt x="71" y="46"/>
                      <a:pt x="72" y="46"/>
                    </a:cubicBezTo>
                    <a:cubicBezTo>
                      <a:pt x="72" y="47"/>
                      <a:pt x="73" y="46"/>
                      <a:pt x="73" y="47"/>
                    </a:cubicBezTo>
                    <a:cubicBezTo>
                      <a:pt x="73" y="48"/>
                      <a:pt x="72" y="48"/>
                      <a:pt x="71" y="48"/>
                    </a:cubicBezTo>
                    <a:cubicBezTo>
                      <a:pt x="71" y="47"/>
                      <a:pt x="70" y="47"/>
                      <a:pt x="69" y="47"/>
                    </a:cubicBezTo>
                    <a:cubicBezTo>
                      <a:pt x="68" y="46"/>
                      <a:pt x="67" y="46"/>
                      <a:pt x="66" y="45"/>
                    </a:cubicBezTo>
                    <a:cubicBezTo>
                      <a:pt x="66" y="45"/>
                      <a:pt x="66" y="44"/>
                      <a:pt x="65" y="44"/>
                    </a:cubicBezTo>
                    <a:cubicBezTo>
                      <a:pt x="64" y="44"/>
                      <a:pt x="63" y="44"/>
                      <a:pt x="62" y="45"/>
                    </a:cubicBezTo>
                    <a:cubicBezTo>
                      <a:pt x="62" y="45"/>
                      <a:pt x="62" y="46"/>
                      <a:pt x="62" y="46"/>
                    </a:cubicBezTo>
                    <a:cubicBezTo>
                      <a:pt x="64" y="48"/>
                      <a:pt x="65" y="51"/>
                      <a:pt x="67" y="51"/>
                    </a:cubicBezTo>
                    <a:cubicBezTo>
                      <a:pt x="68" y="52"/>
                      <a:pt x="68" y="52"/>
                      <a:pt x="69" y="52"/>
                    </a:cubicBezTo>
                    <a:cubicBezTo>
                      <a:pt x="69" y="52"/>
                      <a:pt x="69" y="52"/>
                      <a:pt x="69" y="52"/>
                    </a:cubicBezTo>
                    <a:cubicBezTo>
                      <a:pt x="69" y="52"/>
                      <a:pt x="70" y="52"/>
                      <a:pt x="70" y="53"/>
                    </a:cubicBezTo>
                    <a:cubicBezTo>
                      <a:pt x="70" y="55"/>
                      <a:pt x="71" y="55"/>
                      <a:pt x="73" y="54"/>
                    </a:cubicBezTo>
                    <a:cubicBezTo>
                      <a:pt x="74" y="54"/>
                      <a:pt x="75" y="54"/>
                      <a:pt x="76" y="54"/>
                    </a:cubicBezTo>
                    <a:cubicBezTo>
                      <a:pt x="77" y="55"/>
                      <a:pt x="78" y="55"/>
                      <a:pt x="78" y="54"/>
                    </a:cubicBezTo>
                    <a:cubicBezTo>
                      <a:pt x="80" y="53"/>
                      <a:pt x="81" y="53"/>
                      <a:pt x="82" y="53"/>
                    </a:cubicBezTo>
                    <a:cubicBezTo>
                      <a:pt x="83" y="53"/>
                      <a:pt x="83" y="53"/>
                      <a:pt x="83" y="54"/>
                    </a:cubicBezTo>
                    <a:cubicBezTo>
                      <a:pt x="83" y="56"/>
                      <a:pt x="83" y="57"/>
                      <a:pt x="85" y="58"/>
                    </a:cubicBezTo>
                    <a:cubicBezTo>
                      <a:pt x="87" y="60"/>
                      <a:pt x="90" y="60"/>
                      <a:pt x="92" y="59"/>
                    </a:cubicBezTo>
                    <a:cubicBezTo>
                      <a:pt x="93" y="59"/>
                      <a:pt x="93" y="59"/>
                      <a:pt x="93" y="58"/>
                    </a:cubicBezTo>
                    <a:cubicBezTo>
                      <a:pt x="93" y="57"/>
                      <a:pt x="94" y="56"/>
                      <a:pt x="95" y="56"/>
                    </a:cubicBezTo>
                    <a:cubicBezTo>
                      <a:pt x="95" y="55"/>
                      <a:pt x="96" y="55"/>
                      <a:pt x="96" y="55"/>
                    </a:cubicBezTo>
                    <a:cubicBezTo>
                      <a:pt x="97" y="54"/>
                      <a:pt x="97" y="53"/>
                      <a:pt x="98" y="55"/>
                    </a:cubicBezTo>
                    <a:cubicBezTo>
                      <a:pt x="98" y="56"/>
                      <a:pt x="99" y="56"/>
                      <a:pt x="100" y="55"/>
                    </a:cubicBezTo>
                    <a:cubicBezTo>
                      <a:pt x="101" y="54"/>
                      <a:pt x="103" y="53"/>
                      <a:pt x="104" y="50"/>
                    </a:cubicBezTo>
                    <a:cubicBezTo>
                      <a:pt x="104" y="49"/>
                      <a:pt x="105" y="47"/>
                      <a:pt x="104" y="46"/>
                    </a:cubicBezTo>
                    <a:cubicBezTo>
                      <a:pt x="103" y="45"/>
                      <a:pt x="104" y="44"/>
                      <a:pt x="105" y="44"/>
                    </a:cubicBezTo>
                    <a:cubicBezTo>
                      <a:pt x="107" y="43"/>
                      <a:pt x="108" y="41"/>
                      <a:pt x="109" y="39"/>
                    </a:cubicBezTo>
                    <a:cubicBezTo>
                      <a:pt x="110" y="38"/>
                      <a:pt x="110" y="37"/>
                      <a:pt x="111" y="36"/>
                    </a:cubicBezTo>
                    <a:cubicBezTo>
                      <a:pt x="113" y="35"/>
                      <a:pt x="113" y="34"/>
                      <a:pt x="112" y="32"/>
                    </a:cubicBezTo>
                    <a:cubicBezTo>
                      <a:pt x="112" y="31"/>
                      <a:pt x="112" y="31"/>
                      <a:pt x="112" y="31"/>
                    </a:cubicBezTo>
                    <a:cubicBezTo>
                      <a:pt x="114" y="30"/>
                      <a:pt x="114" y="29"/>
                      <a:pt x="114" y="28"/>
                    </a:cubicBezTo>
                    <a:cubicBezTo>
                      <a:pt x="113" y="27"/>
                      <a:pt x="112" y="25"/>
                      <a:pt x="111" y="24"/>
                    </a:cubicBezTo>
                    <a:close/>
                    <a:moveTo>
                      <a:pt x="62" y="15"/>
                    </a:moveTo>
                    <a:cubicBezTo>
                      <a:pt x="62" y="14"/>
                      <a:pt x="62" y="14"/>
                      <a:pt x="63" y="14"/>
                    </a:cubicBezTo>
                    <a:cubicBezTo>
                      <a:pt x="62" y="14"/>
                      <a:pt x="62" y="14"/>
                      <a:pt x="62" y="15"/>
                    </a:cubicBezTo>
                    <a:close/>
                    <a:moveTo>
                      <a:pt x="68" y="78"/>
                    </a:moveTo>
                    <a:cubicBezTo>
                      <a:pt x="69" y="78"/>
                      <a:pt x="70" y="78"/>
                      <a:pt x="71" y="78"/>
                    </a:cubicBezTo>
                    <a:cubicBezTo>
                      <a:pt x="71" y="78"/>
                      <a:pt x="71" y="78"/>
                      <a:pt x="71" y="78"/>
                    </a:cubicBezTo>
                    <a:cubicBezTo>
                      <a:pt x="71" y="78"/>
                      <a:pt x="71" y="80"/>
                      <a:pt x="72" y="79"/>
                    </a:cubicBezTo>
                    <a:cubicBezTo>
                      <a:pt x="73" y="79"/>
                      <a:pt x="74" y="79"/>
                      <a:pt x="74" y="78"/>
                    </a:cubicBezTo>
                    <a:cubicBezTo>
                      <a:pt x="74" y="77"/>
                      <a:pt x="75" y="75"/>
                      <a:pt x="75" y="74"/>
                    </a:cubicBezTo>
                    <a:cubicBezTo>
                      <a:pt x="75" y="73"/>
                      <a:pt x="74" y="72"/>
                      <a:pt x="73" y="73"/>
                    </a:cubicBezTo>
                    <a:cubicBezTo>
                      <a:pt x="73" y="73"/>
                      <a:pt x="72" y="72"/>
                      <a:pt x="72" y="72"/>
                    </a:cubicBezTo>
                    <a:cubicBezTo>
                      <a:pt x="72" y="72"/>
                      <a:pt x="71" y="71"/>
                      <a:pt x="71" y="71"/>
                    </a:cubicBezTo>
                    <a:cubicBezTo>
                      <a:pt x="69" y="71"/>
                      <a:pt x="68" y="70"/>
                      <a:pt x="67" y="68"/>
                    </a:cubicBezTo>
                    <a:cubicBezTo>
                      <a:pt x="67" y="68"/>
                      <a:pt x="66" y="67"/>
                      <a:pt x="66" y="68"/>
                    </a:cubicBezTo>
                    <a:cubicBezTo>
                      <a:pt x="64" y="68"/>
                      <a:pt x="64" y="67"/>
                      <a:pt x="64" y="66"/>
                    </a:cubicBezTo>
                    <a:cubicBezTo>
                      <a:pt x="64" y="66"/>
                      <a:pt x="64" y="66"/>
                      <a:pt x="64" y="65"/>
                    </a:cubicBezTo>
                    <a:cubicBezTo>
                      <a:pt x="63" y="64"/>
                      <a:pt x="63" y="61"/>
                      <a:pt x="61" y="61"/>
                    </a:cubicBezTo>
                    <a:cubicBezTo>
                      <a:pt x="61" y="61"/>
                      <a:pt x="60" y="61"/>
                      <a:pt x="60" y="61"/>
                    </a:cubicBezTo>
                    <a:cubicBezTo>
                      <a:pt x="60" y="60"/>
                      <a:pt x="60" y="60"/>
                      <a:pt x="59" y="61"/>
                    </a:cubicBezTo>
                    <a:cubicBezTo>
                      <a:pt x="59" y="63"/>
                      <a:pt x="58" y="62"/>
                      <a:pt x="57" y="61"/>
                    </a:cubicBezTo>
                    <a:cubicBezTo>
                      <a:pt x="57" y="61"/>
                      <a:pt x="57" y="61"/>
                      <a:pt x="57" y="61"/>
                    </a:cubicBezTo>
                    <a:cubicBezTo>
                      <a:pt x="57" y="61"/>
                      <a:pt x="57" y="61"/>
                      <a:pt x="57" y="61"/>
                    </a:cubicBezTo>
                    <a:cubicBezTo>
                      <a:pt x="57" y="61"/>
                      <a:pt x="57" y="61"/>
                      <a:pt x="57" y="61"/>
                    </a:cubicBezTo>
                    <a:cubicBezTo>
                      <a:pt x="57" y="61"/>
                      <a:pt x="57" y="61"/>
                      <a:pt x="57" y="61"/>
                    </a:cubicBezTo>
                    <a:cubicBezTo>
                      <a:pt x="57" y="60"/>
                      <a:pt x="57" y="59"/>
                      <a:pt x="56" y="59"/>
                    </a:cubicBezTo>
                    <a:cubicBezTo>
                      <a:pt x="55" y="59"/>
                      <a:pt x="55" y="58"/>
                      <a:pt x="55" y="58"/>
                    </a:cubicBezTo>
                    <a:cubicBezTo>
                      <a:pt x="56" y="58"/>
                      <a:pt x="56" y="57"/>
                      <a:pt x="56" y="57"/>
                    </a:cubicBezTo>
                    <a:cubicBezTo>
                      <a:pt x="57" y="55"/>
                      <a:pt x="57" y="54"/>
                      <a:pt x="57" y="52"/>
                    </a:cubicBezTo>
                    <a:cubicBezTo>
                      <a:pt x="56" y="51"/>
                      <a:pt x="57" y="50"/>
                      <a:pt x="56" y="49"/>
                    </a:cubicBezTo>
                    <a:cubicBezTo>
                      <a:pt x="56" y="49"/>
                      <a:pt x="56" y="48"/>
                      <a:pt x="55" y="47"/>
                    </a:cubicBezTo>
                    <a:cubicBezTo>
                      <a:pt x="55" y="47"/>
                      <a:pt x="55" y="47"/>
                      <a:pt x="55" y="47"/>
                    </a:cubicBezTo>
                    <a:cubicBezTo>
                      <a:pt x="55" y="47"/>
                      <a:pt x="55" y="47"/>
                      <a:pt x="55" y="47"/>
                    </a:cubicBezTo>
                    <a:cubicBezTo>
                      <a:pt x="55" y="47"/>
                      <a:pt x="55" y="47"/>
                      <a:pt x="55" y="47"/>
                    </a:cubicBezTo>
                    <a:cubicBezTo>
                      <a:pt x="55" y="47"/>
                      <a:pt x="54" y="46"/>
                      <a:pt x="54" y="46"/>
                    </a:cubicBezTo>
                    <a:cubicBezTo>
                      <a:pt x="54" y="46"/>
                      <a:pt x="54" y="46"/>
                      <a:pt x="54" y="46"/>
                    </a:cubicBezTo>
                    <a:cubicBezTo>
                      <a:pt x="54" y="45"/>
                      <a:pt x="53" y="45"/>
                      <a:pt x="53" y="45"/>
                    </a:cubicBezTo>
                    <a:cubicBezTo>
                      <a:pt x="52" y="45"/>
                      <a:pt x="52" y="46"/>
                      <a:pt x="52" y="46"/>
                    </a:cubicBezTo>
                    <a:cubicBezTo>
                      <a:pt x="51" y="47"/>
                      <a:pt x="51" y="48"/>
                      <a:pt x="51" y="49"/>
                    </a:cubicBezTo>
                    <a:cubicBezTo>
                      <a:pt x="52" y="51"/>
                      <a:pt x="50" y="53"/>
                      <a:pt x="49" y="54"/>
                    </a:cubicBezTo>
                    <a:cubicBezTo>
                      <a:pt x="49" y="54"/>
                      <a:pt x="49" y="53"/>
                      <a:pt x="49" y="53"/>
                    </a:cubicBezTo>
                    <a:cubicBezTo>
                      <a:pt x="50" y="51"/>
                      <a:pt x="50" y="49"/>
                      <a:pt x="49" y="47"/>
                    </a:cubicBezTo>
                    <a:cubicBezTo>
                      <a:pt x="49" y="47"/>
                      <a:pt x="49" y="47"/>
                      <a:pt x="49" y="47"/>
                    </a:cubicBezTo>
                    <a:cubicBezTo>
                      <a:pt x="49" y="47"/>
                      <a:pt x="49" y="47"/>
                      <a:pt x="49" y="47"/>
                    </a:cubicBezTo>
                    <a:cubicBezTo>
                      <a:pt x="49" y="46"/>
                      <a:pt x="49" y="45"/>
                      <a:pt x="50" y="44"/>
                    </a:cubicBezTo>
                    <a:cubicBezTo>
                      <a:pt x="51" y="42"/>
                      <a:pt x="52" y="40"/>
                      <a:pt x="50" y="38"/>
                    </a:cubicBezTo>
                    <a:cubicBezTo>
                      <a:pt x="50" y="38"/>
                      <a:pt x="49" y="37"/>
                      <a:pt x="49" y="37"/>
                    </a:cubicBezTo>
                    <a:cubicBezTo>
                      <a:pt x="49" y="35"/>
                      <a:pt x="47" y="34"/>
                      <a:pt x="46" y="33"/>
                    </a:cubicBezTo>
                    <a:cubicBezTo>
                      <a:pt x="44" y="31"/>
                      <a:pt x="44" y="32"/>
                      <a:pt x="44" y="33"/>
                    </a:cubicBezTo>
                    <a:cubicBezTo>
                      <a:pt x="43" y="34"/>
                      <a:pt x="44" y="35"/>
                      <a:pt x="44" y="35"/>
                    </a:cubicBezTo>
                    <a:cubicBezTo>
                      <a:pt x="43" y="35"/>
                      <a:pt x="43" y="35"/>
                      <a:pt x="42" y="34"/>
                    </a:cubicBezTo>
                    <a:cubicBezTo>
                      <a:pt x="42" y="34"/>
                      <a:pt x="42" y="34"/>
                      <a:pt x="42" y="34"/>
                    </a:cubicBezTo>
                    <a:cubicBezTo>
                      <a:pt x="42" y="34"/>
                      <a:pt x="42" y="34"/>
                      <a:pt x="42" y="34"/>
                    </a:cubicBezTo>
                    <a:cubicBezTo>
                      <a:pt x="42" y="33"/>
                      <a:pt x="43" y="33"/>
                      <a:pt x="42" y="32"/>
                    </a:cubicBezTo>
                    <a:cubicBezTo>
                      <a:pt x="41" y="31"/>
                      <a:pt x="41" y="30"/>
                      <a:pt x="41" y="29"/>
                    </a:cubicBezTo>
                    <a:cubicBezTo>
                      <a:pt x="41" y="29"/>
                      <a:pt x="39" y="28"/>
                      <a:pt x="39" y="28"/>
                    </a:cubicBezTo>
                    <a:cubicBezTo>
                      <a:pt x="38" y="29"/>
                      <a:pt x="36" y="32"/>
                      <a:pt x="37" y="34"/>
                    </a:cubicBezTo>
                    <a:cubicBezTo>
                      <a:pt x="38" y="34"/>
                      <a:pt x="38" y="35"/>
                      <a:pt x="38" y="35"/>
                    </a:cubicBezTo>
                    <a:cubicBezTo>
                      <a:pt x="37" y="36"/>
                      <a:pt x="37" y="35"/>
                      <a:pt x="37" y="35"/>
                    </a:cubicBezTo>
                    <a:cubicBezTo>
                      <a:pt x="36" y="35"/>
                      <a:pt x="35" y="35"/>
                      <a:pt x="35" y="36"/>
                    </a:cubicBezTo>
                    <a:cubicBezTo>
                      <a:pt x="35" y="38"/>
                      <a:pt x="35" y="39"/>
                      <a:pt x="35" y="41"/>
                    </a:cubicBezTo>
                    <a:cubicBezTo>
                      <a:pt x="35" y="41"/>
                      <a:pt x="35" y="41"/>
                      <a:pt x="35" y="41"/>
                    </a:cubicBezTo>
                    <a:cubicBezTo>
                      <a:pt x="36" y="44"/>
                      <a:pt x="36" y="46"/>
                      <a:pt x="37" y="49"/>
                    </a:cubicBezTo>
                    <a:cubicBezTo>
                      <a:pt x="37" y="50"/>
                      <a:pt x="36" y="51"/>
                      <a:pt x="37" y="52"/>
                    </a:cubicBezTo>
                    <a:cubicBezTo>
                      <a:pt x="37" y="52"/>
                      <a:pt x="37" y="52"/>
                      <a:pt x="37" y="52"/>
                    </a:cubicBezTo>
                    <a:cubicBezTo>
                      <a:pt x="37" y="52"/>
                      <a:pt x="37" y="52"/>
                      <a:pt x="37" y="52"/>
                    </a:cubicBezTo>
                    <a:cubicBezTo>
                      <a:pt x="37" y="54"/>
                      <a:pt x="37" y="55"/>
                      <a:pt x="37" y="56"/>
                    </a:cubicBezTo>
                    <a:cubicBezTo>
                      <a:pt x="37" y="57"/>
                      <a:pt x="37" y="57"/>
                      <a:pt x="38" y="58"/>
                    </a:cubicBezTo>
                    <a:cubicBezTo>
                      <a:pt x="38" y="58"/>
                      <a:pt x="38" y="58"/>
                      <a:pt x="38" y="58"/>
                    </a:cubicBezTo>
                    <a:cubicBezTo>
                      <a:pt x="38" y="58"/>
                      <a:pt x="38" y="59"/>
                      <a:pt x="38" y="59"/>
                    </a:cubicBezTo>
                    <a:cubicBezTo>
                      <a:pt x="38" y="59"/>
                      <a:pt x="38" y="59"/>
                      <a:pt x="38" y="59"/>
                    </a:cubicBezTo>
                    <a:cubicBezTo>
                      <a:pt x="38" y="59"/>
                      <a:pt x="38" y="59"/>
                      <a:pt x="38" y="59"/>
                    </a:cubicBezTo>
                    <a:cubicBezTo>
                      <a:pt x="38" y="59"/>
                      <a:pt x="38" y="59"/>
                      <a:pt x="38" y="59"/>
                    </a:cubicBezTo>
                    <a:cubicBezTo>
                      <a:pt x="38" y="60"/>
                      <a:pt x="38" y="61"/>
                      <a:pt x="39" y="62"/>
                    </a:cubicBezTo>
                    <a:cubicBezTo>
                      <a:pt x="39" y="65"/>
                      <a:pt x="40" y="69"/>
                      <a:pt x="41" y="72"/>
                    </a:cubicBezTo>
                    <a:cubicBezTo>
                      <a:pt x="41" y="72"/>
                      <a:pt x="41" y="72"/>
                      <a:pt x="41" y="72"/>
                    </a:cubicBezTo>
                    <a:cubicBezTo>
                      <a:pt x="41" y="72"/>
                      <a:pt x="41" y="72"/>
                      <a:pt x="41" y="72"/>
                    </a:cubicBezTo>
                    <a:cubicBezTo>
                      <a:pt x="41" y="72"/>
                      <a:pt x="41" y="72"/>
                      <a:pt x="41" y="72"/>
                    </a:cubicBezTo>
                    <a:cubicBezTo>
                      <a:pt x="41" y="72"/>
                      <a:pt x="41" y="72"/>
                      <a:pt x="41" y="72"/>
                    </a:cubicBezTo>
                    <a:cubicBezTo>
                      <a:pt x="40" y="71"/>
                      <a:pt x="40" y="70"/>
                      <a:pt x="39" y="70"/>
                    </a:cubicBezTo>
                    <a:cubicBezTo>
                      <a:pt x="39" y="69"/>
                      <a:pt x="39" y="68"/>
                      <a:pt x="38" y="67"/>
                    </a:cubicBezTo>
                    <a:cubicBezTo>
                      <a:pt x="38" y="67"/>
                      <a:pt x="38" y="67"/>
                      <a:pt x="38" y="67"/>
                    </a:cubicBezTo>
                    <a:cubicBezTo>
                      <a:pt x="38" y="65"/>
                      <a:pt x="37" y="63"/>
                      <a:pt x="36" y="62"/>
                    </a:cubicBezTo>
                    <a:cubicBezTo>
                      <a:pt x="36" y="62"/>
                      <a:pt x="35" y="63"/>
                      <a:pt x="35" y="64"/>
                    </a:cubicBezTo>
                    <a:cubicBezTo>
                      <a:pt x="35" y="64"/>
                      <a:pt x="35" y="64"/>
                      <a:pt x="35" y="64"/>
                    </a:cubicBezTo>
                    <a:cubicBezTo>
                      <a:pt x="35" y="64"/>
                      <a:pt x="35" y="64"/>
                      <a:pt x="35" y="64"/>
                    </a:cubicBezTo>
                    <a:cubicBezTo>
                      <a:pt x="35" y="64"/>
                      <a:pt x="35" y="63"/>
                      <a:pt x="35" y="63"/>
                    </a:cubicBezTo>
                    <a:cubicBezTo>
                      <a:pt x="35" y="62"/>
                      <a:pt x="35" y="61"/>
                      <a:pt x="36" y="60"/>
                    </a:cubicBezTo>
                    <a:cubicBezTo>
                      <a:pt x="36" y="59"/>
                      <a:pt x="36" y="59"/>
                      <a:pt x="35" y="58"/>
                    </a:cubicBezTo>
                    <a:cubicBezTo>
                      <a:pt x="35" y="58"/>
                      <a:pt x="35" y="58"/>
                      <a:pt x="35" y="58"/>
                    </a:cubicBezTo>
                    <a:cubicBezTo>
                      <a:pt x="35" y="58"/>
                      <a:pt x="35" y="58"/>
                      <a:pt x="35" y="58"/>
                    </a:cubicBezTo>
                    <a:cubicBezTo>
                      <a:pt x="35" y="58"/>
                      <a:pt x="34" y="57"/>
                      <a:pt x="34" y="56"/>
                    </a:cubicBezTo>
                    <a:cubicBezTo>
                      <a:pt x="34" y="56"/>
                      <a:pt x="34" y="56"/>
                      <a:pt x="34" y="56"/>
                    </a:cubicBezTo>
                    <a:cubicBezTo>
                      <a:pt x="34" y="56"/>
                      <a:pt x="34" y="56"/>
                      <a:pt x="34" y="56"/>
                    </a:cubicBezTo>
                    <a:cubicBezTo>
                      <a:pt x="34" y="55"/>
                      <a:pt x="34" y="55"/>
                      <a:pt x="33" y="55"/>
                    </a:cubicBezTo>
                    <a:cubicBezTo>
                      <a:pt x="33" y="55"/>
                      <a:pt x="33" y="55"/>
                      <a:pt x="33" y="55"/>
                    </a:cubicBezTo>
                    <a:cubicBezTo>
                      <a:pt x="33" y="54"/>
                      <a:pt x="33" y="54"/>
                      <a:pt x="33" y="54"/>
                    </a:cubicBezTo>
                    <a:cubicBezTo>
                      <a:pt x="33" y="54"/>
                      <a:pt x="33" y="54"/>
                      <a:pt x="33" y="54"/>
                    </a:cubicBezTo>
                    <a:cubicBezTo>
                      <a:pt x="34" y="53"/>
                      <a:pt x="33" y="51"/>
                      <a:pt x="33" y="50"/>
                    </a:cubicBezTo>
                    <a:cubicBezTo>
                      <a:pt x="33" y="50"/>
                      <a:pt x="33" y="49"/>
                      <a:pt x="32" y="49"/>
                    </a:cubicBezTo>
                    <a:cubicBezTo>
                      <a:pt x="32" y="49"/>
                      <a:pt x="32" y="49"/>
                      <a:pt x="32" y="49"/>
                    </a:cubicBezTo>
                    <a:cubicBezTo>
                      <a:pt x="32" y="48"/>
                      <a:pt x="32" y="48"/>
                      <a:pt x="32" y="48"/>
                    </a:cubicBezTo>
                    <a:cubicBezTo>
                      <a:pt x="32" y="48"/>
                      <a:pt x="32" y="48"/>
                      <a:pt x="32" y="48"/>
                    </a:cubicBezTo>
                    <a:cubicBezTo>
                      <a:pt x="32" y="47"/>
                      <a:pt x="32" y="47"/>
                      <a:pt x="32" y="47"/>
                    </a:cubicBezTo>
                    <a:cubicBezTo>
                      <a:pt x="32" y="46"/>
                      <a:pt x="32" y="46"/>
                      <a:pt x="32" y="46"/>
                    </a:cubicBezTo>
                    <a:cubicBezTo>
                      <a:pt x="32" y="46"/>
                      <a:pt x="32" y="46"/>
                      <a:pt x="32" y="47"/>
                    </a:cubicBezTo>
                    <a:cubicBezTo>
                      <a:pt x="32" y="46"/>
                      <a:pt x="32" y="45"/>
                      <a:pt x="32" y="45"/>
                    </a:cubicBezTo>
                    <a:cubicBezTo>
                      <a:pt x="31" y="44"/>
                      <a:pt x="31" y="44"/>
                      <a:pt x="31" y="44"/>
                    </a:cubicBezTo>
                    <a:cubicBezTo>
                      <a:pt x="31" y="44"/>
                      <a:pt x="31" y="44"/>
                      <a:pt x="31" y="44"/>
                    </a:cubicBezTo>
                    <a:cubicBezTo>
                      <a:pt x="31" y="43"/>
                      <a:pt x="31" y="43"/>
                      <a:pt x="31" y="43"/>
                    </a:cubicBezTo>
                    <a:cubicBezTo>
                      <a:pt x="31" y="43"/>
                      <a:pt x="31" y="42"/>
                      <a:pt x="31" y="42"/>
                    </a:cubicBezTo>
                    <a:cubicBezTo>
                      <a:pt x="31" y="42"/>
                      <a:pt x="31" y="42"/>
                      <a:pt x="31" y="42"/>
                    </a:cubicBezTo>
                    <a:cubicBezTo>
                      <a:pt x="31" y="42"/>
                      <a:pt x="30" y="41"/>
                      <a:pt x="30" y="41"/>
                    </a:cubicBezTo>
                    <a:cubicBezTo>
                      <a:pt x="30" y="40"/>
                      <a:pt x="30" y="39"/>
                      <a:pt x="29" y="38"/>
                    </a:cubicBezTo>
                    <a:cubicBezTo>
                      <a:pt x="28" y="38"/>
                      <a:pt x="27" y="38"/>
                      <a:pt x="27" y="39"/>
                    </a:cubicBezTo>
                    <a:cubicBezTo>
                      <a:pt x="26" y="41"/>
                      <a:pt x="25" y="43"/>
                      <a:pt x="25" y="45"/>
                    </a:cubicBezTo>
                    <a:cubicBezTo>
                      <a:pt x="25" y="45"/>
                      <a:pt x="24" y="45"/>
                      <a:pt x="24" y="46"/>
                    </a:cubicBezTo>
                    <a:cubicBezTo>
                      <a:pt x="24" y="46"/>
                      <a:pt x="24" y="46"/>
                      <a:pt x="24" y="46"/>
                    </a:cubicBezTo>
                    <a:cubicBezTo>
                      <a:pt x="24" y="46"/>
                      <a:pt x="24" y="46"/>
                      <a:pt x="24" y="46"/>
                    </a:cubicBezTo>
                    <a:cubicBezTo>
                      <a:pt x="23" y="47"/>
                      <a:pt x="23" y="48"/>
                      <a:pt x="23" y="49"/>
                    </a:cubicBezTo>
                    <a:cubicBezTo>
                      <a:pt x="24" y="51"/>
                      <a:pt x="24" y="53"/>
                      <a:pt x="25" y="55"/>
                    </a:cubicBezTo>
                    <a:cubicBezTo>
                      <a:pt x="25" y="55"/>
                      <a:pt x="25" y="55"/>
                      <a:pt x="25" y="55"/>
                    </a:cubicBezTo>
                    <a:cubicBezTo>
                      <a:pt x="25" y="56"/>
                      <a:pt x="25" y="56"/>
                      <a:pt x="24" y="56"/>
                    </a:cubicBezTo>
                    <a:cubicBezTo>
                      <a:pt x="24" y="56"/>
                      <a:pt x="24" y="56"/>
                      <a:pt x="24" y="56"/>
                    </a:cubicBezTo>
                    <a:cubicBezTo>
                      <a:pt x="24" y="56"/>
                      <a:pt x="24" y="56"/>
                      <a:pt x="24" y="56"/>
                    </a:cubicBezTo>
                    <a:cubicBezTo>
                      <a:pt x="24" y="56"/>
                      <a:pt x="24" y="58"/>
                      <a:pt x="23" y="57"/>
                    </a:cubicBezTo>
                    <a:cubicBezTo>
                      <a:pt x="23" y="55"/>
                      <a:pt x="23" y="52"/>
                      <a:pt x="21" y="50"/>
                    </a:cubicBezTo>
                    <a:cubicBezTo>
                      <a:pt x="20" y="50"/>
                      <a:pt x="20" y="50"/>
                      <a:pt x="20" y="52"/>
                    </a:cubicBezTo>
                    <a:cubicBezTo>
                      <a:pt x="20" y="52"/>
                      <a:pt x="20" y="52"/>
                      <a:pt x="20" y="52"/>
                    </a:cubicBezTo>
                    <a:cubicBezTo>
                      <a:pt x="20" y="52"/>
                      <a:pt x="19" y="51"/>
                      <a:pt x="19" y="51"/>
                    </a:cubicBezTo>
                    <a:cubicBezTo>
                      <a:pt x="19" y="51"/>
                      <a:pt x="19" y="51"/>
                      <a:pt x="19" y="51"/>
                    </a:cubicBezTo>
                    <a:cubicBezTo>
                      <a:pt x="19" y="51"/>
                      <a:pt x="19" y="51"/>
                      <a:pt x="19" y="51"/>
                    </a:cubicBezTo>
                    <a:cubicBezTo>
                      <a:pt x="19" y="51"/>
                      <a:pt x="19" y="51"/>
                      <a:pt x="19" y="51"/>
                    </a:cubicBezTo>
                    <a:cubicBezTo>
                      <a:pt x="19" y="50"/>
                      <a:pt x="19" y="50"/>
                      <a:pt x="19" y="49"/>
                    </a:cubicBezTo>
                    <a:cubicBezTo>
                      <a:pt x="20" y="48"/>
                      <a:pt x="20" y="47"/>
                      <a:pt x="20" y="46"/>
                    </a:cubicBezTo>
                    <a:cubicBezTo>
                      <a:pt x="20" y="46"/>
                      <a:pt x="20" y="46"/>
                      <a:pt x="20" y="46"/>
                    </a:cubicBezTo>
                    <a:cubicBezTo>
                      <a:pt x="20" y="46"/>
                      <a:pt x="19" y="46"/>
                      <a:pt x="18" y="46"/>
                    </a:cubicBezTo>
                    <a:cubicBezTo>
                      <a:pt x="17" y="46"/>
                      <a:pt x="15" y="47"/>
                      <a:pt x="14" y="49"/>
                    </a:cubicBezTo>
                    <a:cubicBezTo>
                      <a:pt x="14" y="49"/>
                      <a:pt x="14" y="49"/>
                      <a:pt x="13" y="49"/>
                    </a:cubicBezTo>
                    <a:cubicBezTo>
                      <a:pt x="13" y="49"/>
                      <a:pt x="13" y="49"/>
                      <a:pt x="13" y="48"/>
                    </a:cubicBezTo>
                    <a:cubicBezTo>
                      <a:pt x="13" y="48"/>
                      <a:pt x="13" y="47"/>
                      <a:pt x="13" y="46"/>
                    </a:cubicBezTo>
                    <a:cubicBezTo>
                      <a:pt x="13" y="46"/>
                      <a:pt x="13" y="46"/>
                      <a:pt x="13" y="46"/>
                    </a:cubicBezTo>
                    <a:cubicBezTo>
                      <a:pt x="13" y="46"/>
                      <a:pt x="13" y="46"/>
                      <a:pt x="13" y="46"/>
                    </a:cubicBezTo>
                    <a:cubicBezTo>
                      <a:pt x="13" y="46"/>
                      <a:pt x="13" y="46"/>
                      <a:pt x="13" y="46"/>
                    </a:cubicBezTo>
                    <a:cubicBezTo>
                      <a:pt x="14" y="46"/>
                      <a:pt x="15" y="46"/>
                      <a:pt x="15" y="45"/>
                    </a:cubicBezTo>
                    <a:cubicBezTo>
                      <a:pt x="15" y="45"/>
                      <a:pt x="15" y="45"/>
                      <a:pt x="15" y="45"/>
                    </a:cubicBezTo>
                    <a:cubicBezTo>
                      <a:pt x="16" y="44"/>
                      <a:pt x="16" y="43"/>
                      <a:pt x="17" y="43"/>
                    </a:cubicBezTo>
                    <a:cubicBezTo>
                      <a:pt x="17" y="42"/>
                      <a:pt x="18" y="42"/>
                      <a:pt x="18" y="42"/>
                    </a:cubicBezTo>
                    <a:cubicBezTo>
                      <a:pt x="19" y="42"/>
                      <a:pt x="19" y="42"/>
                      <a:pt x="19" y="42"/>
                    </a:cubicBezTo>
                    <a:cubicBezTo>
                      <a:pt x="22" y="42"/>
                      <a:pt x="22" y="42"/>
                      <a:pt x="23" y="40"/>
                    </a:cubicBezTo>
                    <a:cubicBezTo>
                      <a:pt x="23" y="40"/>
                      <a:pt x="23" y="40"/>
                      <a:pt x="23" y="40"/>
                    </a:cubicBezTo>
                    <a:cubicBezTo>
                      <a:pt x="23" y="40"/>
                      <a:pt x="23" y="40"/>
                      <a:pt x="23" y="40"/>
                    </a:cubicBezTo>
                    <a:cubicBezTo>
                      <a:pt x="23" y="39"/>
                      <a:pt x="23" y="37"/>
                      <a:pt x="23" y="36"/>
                    </a:cubicBezTo>
                    <a:cubicBezTo>
                      <a:pt x="23" y="36"/>
                      <a:pt x="23" y="35"/>
                      <a:pt x="22" y="35"/>
                    </a:cubicBezTo>
                    <a:cubicBezTo>
                      <a:pt x="20" y="36"/>
                      <a:pt x="18" y="37"/>
                      <a:pt x="17" y="38"/>
                    </a:cubicBezTo>
                    <a:cubicBezTo>
                      <a:pt x="16" y="38"/>
                      <a:pt x="15" y="39"/>
                      <a:pt x="15" y="39"/>
                    </a:cubicBezTo>
                    <a:cubicBezTo>
                      <a:pt x="15" y="39"/>
                      <a:pt x="15" y="39"/>
                      <a:pt x="15" y="39"/>
                    </a:cubicBezTo>
                    <a:cubicBezTo>
                      <a:pt x="15" y="39"/>
                      <a:pt x="15" y="39"/>
                      <a:pt x="15" y="39"/>
                    </a:cubicBezTo>
                    <a:cubicBezTo>
                      <a:pt x="14" y="39"/>
                      <a:pt x="14" y="39"/>
                      <a:pt x="14" y="39"/>
                    </a:cubicBezTo>
                    <a:cubicBezTo>
                      <a:pt x="14" y="39"/>
                      <a:pt x="14" y="39"/>
                      <a:pt x="14" y="39"/>
                    </a:cubicBezTo>
                    <a:cubicBezTo>
                      <a:pt x="14" y="38"/>
                      <a:pt x="14" y="37"/>
                      <a:pt x="12" y="36"/>
                    </a:cubicBezTo>
                    <a:cubicBezTo>
                      <a:pt x="11" y="38"/>
                      <a:pt x="11" y="39"/>
                      <a:pt x="12" y="41"/>
                    </a:cubicBezTo>
                    <a:cubicBezTo>
                      <a:pt x="12" y="41"/>
                      <a:pt x="12" y="41"/>
                      <a:pt x="12" y="41"/>
                    </a:cubicBezTo>
                    <a:cubicBezTo>
                      <a:pt x="12" y="41"/>
                      <a:pt x="12" y="41"/>
                      <a:pt x="12" y="41"/>
                    </a:cubicBezTo>
                    <a:cubicBezTo>
                      <a:pt x="12" y="41"/>
                      <a:pt x="12" y="42"/>
                      <a:pt x="13" y="42"/>
                    </a:cubicBezTo>
                    <a:cubicBezTo>
                      <a:pt x="12" y="42"/>
                      <a:pt x="13" y="43"/>
                      <a:pt x="12" y="43"/>
                    </a:cubicBezTo>
                    <a:cubicBezTo>
                      <a:pt x="12" y="43"/>
                      <a:pt x="12" y="43"/>
                      <a:pt x="12" y="43"/>
                    </a:cubicBezTo>
                    <a:cubicBezTo>
                      <a:pt x="12" y="43"/>
                      <a:pt x="12" y="41"/>
                      <a:pt x="11" y="43"/>
                    </a:cubicBezTo>
                    <a:cubicBezTo>
                      <a:pt x="11" y="43"/>
                      <a:pt x="11" y="43"/>
                      <a:pt x="11" y="43"/>
                    </a:cubicBezTo>
                    <a:cubicBezTo>
                      <a:pt x="11" y="43"/>
                      <a:pt x="11" y="43"/>
                      <a:pt x="11" y="43"/>
                    </a:cubicBezTo>
                    <a:cubicBezTo>
                      <a:pt x="11" y="42"/>
                      <a:pt x="11" y="41"/>
                      <a:pt x="11" y="41"/>
                    </a:cubicBezTo>
                    <a:cubicBezTo>
                      <a:pt x="10" y="40"/>
                      <a:pt x="11" y="39"/>
                      <a:pt x="10" y="38"/>
                    </a:cubicBezTo>
                    <a:cubicBezTo>
                      <a:pt x="10" y="38"/>
                      <a:pt x="10" y="38"/>
                      <a:pt x="10" y="38"/>
                    </a:cubicBezTo>
                    <a:cubicBezTo>
                      <a:pt x="10" y="38"/>
                      <a:pt x="10" y="38"/>
                      <a:pt x="10" y="38"/>
                    </a:cubicBezTo>
                    <a:cubicBezTo>
                      <a:pt x="9" y="38"/>
                      <a:pt x="9" y="38"/>
                      <a:pt x="9" y="38"/>
                    </a:cubicBezTo>
                    <a:cubicBezTo>
                      <a:pt x="10" y="37"/>
                      <a:pt x="9" y="37"/>
                      <a:pt x="9" y="37"/>
                    </a:cubicBezTo>
                    <a:cubicBezTo>
                      <a:pt x="9" y="37"/>
                      <a:pt x="9" y="37"/>
                      <a:pt x="9" y="37"/>
                    </a:cubicBezTo>
                    <a:cubicBezTo>
                      <a:pt x="9" y="37"/>
                      <a:pt x="8" y="37"/>
                      <a:pt x="8" y="37"/>
                    </a:cubicBezTo>
                    <a:cubicBezTo>
                      <a:pt x="8" y="37"/>
                      <a:pt x="8" y="37"/>
                      <a:pt x="8" y="37"/>
                    </a:cubicBezTo>
                    <a:cubicBezTo>
                      <a:pt x="7" y="37"/>
                      <a:pt x="7" y="38"/>
                      <a:pt x="7" y="39"/>
                    </a:cubicBezTo>
                    <a:cubicBezTo>
                      <a:pt x="6" y="39"/>
                      <a:pt x="6" y="39"/>
                      <a:pt x="6" y="39"/>
                    </a:cubicBezTo>
                    <a:cubicBezTo>
                      <a:pt x="6" y="39"/>
                      <a:pt x="6" y="39"/>
                      <a:pt x="6" y="39"/>
                    </a:cubicBezTo>
                    <a:cubicBezTo>
                      <a:pt x="5" y="38"/>
                      <a:pt x="5" y="38"/>
                      <a:pt x="5" y="39"/>
                    </a:cubicBezTo>
                    <a:cubicBezTo>
                      <a:pt x="5" y="40"/>
                      <a:pt x="5" y="42"/>
                      <a:pt x="6" y="43"/>
                    </a:cubicBezTo>
                    <a:cubicBezTo>
                      <a:pt x="6" y="43"/>
                      <a:pt x="6" y="44"/>
                      <a:pt x="6" y="44"/>
                    </a:cubicBezTo>
                    <a:cubicBezTo>
                      <a:pt x="6" y="44"/>
                      <a:pt x="5" y="44"/>
                      <a:pt x="5" y="44"/>
                    </a:cubicBezTo>
                    <a:cubicBezTo>
                      <a:pt x="5" y="44"/>
                      <a:pt x="4" y="44"/>
                      <a:pt x="4" y="44"/>
                    </a:cubicBezTo>
                    <a:cubicBezTo>
                      <a:pt x="3" y="44"/>
                      <a:pt x="3" y="44"/>
                      <a:pt x="3" y="45"/>
                    </a:cubicBezTo>
                    <a:cubicBezTo>
                      <a:pt x="2" y="46"/>
                      <a:pt x="3" y="46"/>
                      <a:pt x="3" y="46"/>
                    </a:cubicBezTo>
                    <a:cubicBezTo>
                      <a:pt x="4" y="46"/>
                      <a:pt x="4" y="46"/>
                      <a:pt x="4" y="47"/>
                    </a:cubicBezTo>
                    <a:cubicBezTo>
                      <a:pt x="4" y="47"/>
                      <a:pt x="3" y="47"/>
                      <a:pt x="3" y="47"/>
                    </a:cubicBezTo>
                    <a:cubicBezTo>
                      <a:pt x="2" y="47"/>
                      <a:pt x="1" y="47"/>
                      <a:pt x="2" y="49"/>
                    </a:cubicBezTo>
                    <a:cubicBezTo>
                      <a:pt x="2" y="49"/>
                      <a:pt x="2" y="49"/>
                      <a:pt x="2" y="50"/>
                    </a:cubicBezTo>
                    <a:cubicBezTo>
                      <a:pt x="3" y="50"/>
                      <a:pt x="3" y="51"/>
                      <a:pt x="3" y="52"/>
                    </a:cubicBezTo>
                    <a:cubicBezTo>
                      <a:pt x="3" y="53"/>
                      <a:pt x="3" y="53"/>
                      <a:pt x="3" y="54"/>
                    </a:cubicBezTo>
                    <a:cubicBezTo>
                      <a:pt x="2" y="55"/>
                      <a:pt x="2" y="55"/>
                      <a:pt x="4" y="56"/>
                    </a:cubicBezTo>
                    <a:cubicBezTo>
                      <a:pt x="4" y="56"/>
                      <a:pt x="4" y="56"/>
                      <a:pt x="4" y="56"/>
                    </a:cubicBezTo>
                    <a:cubicBezTo>
                      <a:pt x="4" y="56"/>
                      <a:pt x="4" y="56"/>
                      <a:pt x="4" y="56"/>
                    </a:cubicBezTo>
                    <a:cubicBezTo>
                      <a:pt x="4" y="56"/>
                      <a:pt x="4" y="56"/>
                      <a:pt x="4" y="56"/>
                    </a:cubicBezTo>
                    <a:cubicBezTo>
                      <a:pt x="4" y="56"/>
                      <a:pt x="4" y="56"/>
                      <a:pt x="4" y="56"/>
                    </a:cubicBezTo>
                    <a:cubicBezTo>
                      <a:pt x="4" y="56"/>
                      <a:pt x="4" y="56"/>
                      <a:pt x="4" y="56"/>
                    </a:cubicBezTo>
                    <a:cubicBezTo>
                      <a:pt x="4" y="56"/>
                      <a:pt x="3" y="57"/>
                      <a:pt x="4" y="57"/>
                    </a:cubicBezTo>
                    <a:cubicBezTo>
                      <a:pt x="4" y="59"/>
                      <a:pt x="5" y="61"/>
                      <a:pt x="5" y="63"/>
                    </a:cubicBezTo>
                    <a:cubicBezTo>
                      <a:pt x="5" y="64"/>
                      <a:pt x="6" y="64"/>
                      <a:pt x="6" y="63"/>
                    </a:cubicBezTo>
                    <a:cubicBezTo>
                      <a:pt x="7" y="63"/>
                      <a:pt x="8" y="61"/>
                      <a:pt x="8" y="60"/>
                    </a:cubicBezTo>
                    <a:cubicBezTo>
                      <a:pt x="8" y="60"/>
                      <a:pt x="8" y="60"/>
                      <a:pt x="8" y="60"/>
                    </a:cubicBezTo>
                    <a:cubicBezTo>
                      <a:pt x="8" y="59"/>
                      <a:pt x="8" y="58"/>
                      <a:pt x="7" y="58"/>
                    </a:cubicBezTo>
                    <a:cubicBezTo>
                      <a:pt x="7" y="58"/>
                      <a:pt x="7" y="58"/>
                      <a:pt x="7" y="58"/>
                    </a:cubicBezTo>
                    <a:cubicBezTo>
                      <a:pt x="7" y="58"/>
                      <a:pt x="7" y="58"/>
                      <a:pt x="7" y="58"/>
                    </a:cubicBezTo>
                    <a:cubicBezTo>
                      <a:pt x="7" y="57"/>
                      <a:pt x="7" y="56"/>
                      <a:pt x="8" y="57"/>
                    </a:cubicBezTo>
                    <a:cubicBezTo>
                      <a:pt x="9" y="58"/>
                      <a:pt x="8" y="59"/>
                      <a:pt x="9" y="59"/>
                    </a:cubicBezTo>
                    <a:cubicBezTo>
                      <a:pt x="10" y="59"/>
                      <a:pt x="10" y="59"/>
                      <a:pt x="9" y="58"/>
                    </a:cubicBezTo>
                    <a:cubicBezTo>
                      <a:pt x="9" y="58"/>
                      <a:pt x="9" y="58"/>
                      <a:pt x="9" y="58"/>
                    </a:cubicBezTo>
                    <a:cubicBezTo>
                      <a:pt x="9" y="57"/>
                      <a:pt x="11" y="57"/>
                      <a:pt x="11" y="56"/>
                    </a:cubicBezTo>
                    <a:cubicBezTo>
                      <a:pt x="11" y="58"/>
                      <a:pt x="10" y="59"/>
                      <a:pt x="11" y="60"/>
                    </a:cubicBezTo>
                    <a:cubicBezTo>
                      <a:pt x="11" y="60"/>
                      <a:pt x="11" y="60"/>
                      <a:pt x="11" y="60"/>
                    </a:cubicBezTo>
                    <a:cubicBezTo>
                      <a:pt x="11" y="60"/>
                      <a:pt x="11" y="60"/>
                      <a:pt x="11" y="60"/>
                    </a:cubicBezTo>
                    <a:cubicBezTo>
                      <a:pt x="11" y="60"/>
                      <a:pt x="10" y="60"/>
                      <a:pt x="10" y="60"/>
                    </a:cubicBezTo>
                    <a:cubicBezTo>
                      <a:pt x="9" y="60"/>
                      <a:pt x="10" y="61"/>
                      <a:pt x="10" y="62"/>
                    </a:cubicBezTo>
                    <a:cubicBezTo>
                      <a:pt x="10" y="62"/>
                      <a:pt x="10" y="62"/>
                      <a:pt x="10" y="62"/>
                    </a:cubicBezTo>
                    <a:cubicBezTo>
                      <a:pt x="9" y="62"/>
                      <a:pt x="9" y="62"/>
                      <a:pt x="9" y="62"/>
                    </a:cubicBezTo>
                    <a:cubicBezTo>
                      <a:pt x="9" y="63"/>
                      <a:pt x="9" y="63"/>
                      <a:pt x="9" y="64"/>
                    </a:cubicBezTo>
                    <a:cubicBezTo>
                      <a:pt x="9" y="64"/>
                      <a:pt x="9" y="64"/>
                      <a:pt x="9" y="64"/>
                    </a:cubicBezTo>
                    <a:cubicBezTo>
                      <a:pt x="8" y="65"/>
                      <a:pt x="8" y="65"/>
                      <a:pt x="9" y="66"/>
                    </a:cubicBezTo>
                    <a:cubicBezTo>
                      <a:pt x="10" y="67"/>
                      <a:pt x="10" y="67"/>
                      <a:pt x="11" y="67"/>
                    </a:cubicBezTo>
                    <a:cubicBezTo>
                      <a:pt x="11" y="67"/>
                      <a:pt x="11" y="67"/>
                      <a:pt x="11" y="67"/>
                    </a:cubicBezTo>
                    <a:cubicBezTo>
                      <a:pt x="10" y="68"/>
                      <a:pt x="10" y="68"/>
                      <a:pt x="10" y="68"/>
                    </a:cubicBezTo>
                    <a:cubicBezTo>
                      <a:pt x="11" y="69"/>
                      <a:pt x="11" y="68"/>
                      <a:pt x="12" y="68"/>
                    </a:cubicBezTo>
                    <a:cubicBezTo>
                      <a:pt x="12" y="68"/>
                      <a:pt x="12" y="68"/>
                      <a:pt x="12" y="67"/>
                    </a:cubicBezTo>
                    <a:cubicBezTo>
                      <a:pt x="13" y="68"/>
                      <a:pt x="13" y="68"/>
                      <a:pt x="13" y="68"/>
                    </a:cubicBezTo>
                    <a:cubicBezTo>
                      <a:pt x="13" y="68"/>
                      <a:pt x="13" y="68"/>
                      <a:pt x="13" y="68"/>
                    </a:cubicBezTo>
                    <a:cubicBezTo>
                      <a:pt x="13" y="68"/>
                      <a:pt x="13" y="69"/>
                      <a:pt x="13" y="70"/>
                    </a:cubicBezTo>
                    <a:cubicBezTo>
                      <a:pt x="13" y="70"/>
                      <a:pt x="14" y="70"/>
                      <a:pt x="13" y="71"/>
                    </a:cubicBezTo>
                    <a:cubicBezTo>
                      <a:pt x="13" y="71"/>
                      <a:pt x="12" y="71"/>
                      <a:pt x="12" y="71"/>
                    </a:cubicBezTo>
                    <a:cubicBezTo>
                      <a:pt x="11" y="70"/>
                      <a:pt x="10" y="70"/>
                      <a:pt x="10" y="70"/>
                    </a:cubicBezTo>
                    <a:cubicBezTo>
                      <a:pt x="9" y="69"/>
                      <a:pt x="8" y="69"/>
                      <a:pt x="7" y="68"/>
                    </a:cubicBezTo>
                    <a:cubicBezTo>
                      <a:pt x="7" y="68"/>
                      <a:pt x="6" y="68"/>
                      <a:pt x="6" y="69"/>
                    </a:cubicBezTo>
                    <a:cubicBezTo>
                      <a:pt x="6" y="69"/>
                      <a:pt x="6" y="70"/>
                      <a:pt x="6" y="70"/>
                    </a:cubicBezTo>
                    <a:cubicBezTo>
                      <a:pt x="7" y="71"/>
                      <a:pt x="7" y="72"/>
                      <a:pt x="9" y="73"/>
                    </a:cubicBezTo>
                    <a:cubicBezTo>
                      <a:pt x="9" y="73"/>
                      <a:pt x="10" y="73"/>
                      <a:pt x="10" y="74"/>
                    </a:cubicBezTo>
                    <a:cubicBezTo>
                      <a:pt x="9" y="74"/>
                      <a:pt x="8" y="74"/>
                      <a:pt x="8" y="75"/>
                    </a:cubicBezTo>
                    <a:cubicBezTo>
                      <a:pt x="8" y="76"/>
                      <a:pt x="8" y="76"/>
                      <a:pt x="8" y="77"/>
                    </a:cubicBezTo>
                    <a:cubicBezTo>
                      <a:pt x="8" y="77"/>
                      <a:pt x="9" y="78"/>
                      <a:pt x="10" y="78"/>
                    </a:cubicBezTo>
                    <a:cubicBezTo>
                      <a:pt x="10" y="78"/>
                      <a:pt x="10" y="78"/>
                      <a:pt x="10" y="78"/>
                    </a:cubicBezTo>
                    <a:cubicBezTo>
                      <a:pt x="10" y="78"/>
                      <a:pt x="10" y="78"/>
                      <a:pt x="10" y="78"/>
                    </a:cubicBezTo>
                    <a:cubicBezTo>
                      <a:pt x="10" y="79"/>
                      <a:pt x="9" y="79"/>
                      <a:pt x="10" y="80"/>
                    </a:cubicBezTo>
                    <a:cubicBezTo>
                      <a:pt x="10" y="81"/>
                      <a:pt x="10" y="81"/>
                      <a:pt x="11" y="81"/>
                    </a:cubicBezTo>
                    <a:cubicBezTo>
                      <a:pt x="11" y="81"/>
                      <a:pt x="11" y="81"/>
                      <a:pt x="11" y="81"/>
                    </a:cubicBezTo>
                    <a:cubicBezTo>
                      <a:pt x="12" y="82"/>
                      <a:pt x="13" y="82"/>
                      <a:pt x="13" y="82"/>
                    </a:cubicBezTo>
                    <a:cubicBezTo>
                      <a:pt x="13" y="82"/>
                      <a:pt x="13" y="82"/>
                      <a:pt x="13" y="82"/>
                    </a:cubicBezTo>
                    <a:cubicBezTo>
                      <a:pt x="13" y="82"/>
                      <a:pt x="13" y="83"/>
                      <a:pt x="13" y="83"/>
                    </a:cubicBezTo>
                    <a:cubicBezTo>
                      <a:pt x="14" y="84"/>
                      <a:pt x="17" y="84"/>
                      <a:pt x="18" y="83"/>
                    </a:cubicBezTo>
                    <a:cubicBezTo>
                      <a:pt x="18" y="83"/>
                      <a:pt x="18" y="83"/>
                      <a:pt x="18" y="83"/>
                    </a:cubicBezTo>
                    <a:cubicBezTo>
                      <a:pt x="18" y="83"/>
                      <a:pt x="18" y="82"/>
                      <a:pt x="19" y="83"/>
                    </a:cubicBezTo>
                    <a:cubicBezTo>
                      <a:pt x="19" y="83"/>
                      <a:pt x="19" y="84"/>
                      <a:pt x="18" y="84"/>
                    </a:cubicBezTo>
                    <a:cubicBezTo>
                      <a:pt x="17" y="85"/>
                      <a:pt x="15" y="85"/>
                      <a:pt x="14" y="85"/>
                    </a:cubicBezTo>
                    <a:cubicBezTo>
                      <a:pt x="14" y="85"/>
                      <a:pt x="14" y="85"/>
                      <a:pt x="14" y="85"/>
                    </a:cubicBezTo>
                    <a:cubicBezTo>
                      <a:pt x="13" y="86"/>
                      <a:pt x="13" y="87"/>
                      <a:pt x="14" y="88"/>
                    </a:cubicBezTo>
                    <a:cubicBezTo>
                      <a:pt x="15" y="89"/>
                      <a:pt x="16" y="90"/>
                      <a:pt x="16" y="91"/>
                    </a:cubicBezTo>
                    <a:cubicBezTo>
                      <a:pt x="17" y="91"/>
                      <a:pt x="17" y="91"/>
                      <a:pt x="17" y="92"/>
                    </a:cubicBezTo>
                    <a:cubicBezTo>
                      <a:pt x="17" y="92"/>
                      <a:pt x="17" y="92"/>
                      <a:pt x="17" y="92"/>
                    </a:cubicBezTo>
                    <a:cubicBezTo>
                      <a:pt x="17" y="92"/>
                      <a:pt x="17" y="92"/>
                      <a:pt x="17" y="92"/>
                    </a:cubicBezTo>
                    <a:cubicBezTo>
                      <a:pt x="17" y="92"/>
                      <a:pt x="17" y="92"/>
                      <a:pt x="17" y="92"/>
                    </a:cubicBezTo>
                    <a:cubicBezTo>
                      <a:pt x="17" y="92"/>
                      <a:pt x="17" y="93"/>
                      <a:pt x="17" y="94"/>
                    </a:cubicBezTo>
                    <a:cubicBezTo>
                      <a:pt x="17" y="95"/>
                      <a:pt x="17" y="94"/>
                      <a:pt x="18" y="94"/>
                    </a:cubicBezTo>
                    <a:cubicBezTo>
                      <a:pt x="19" y="94"/>
                      <a:pt x="20" y="95"/>
                      <a:pt x="21" y="95"/>
                    </a:cubicBezTo>
                    <a:cubicBezTo>
                      <a:pt x="21" y="95"/>
                      <a:pt x="22" y="95"/>
                      <a:pt x="23" y="94"/>
                    </a:cubicBezTo>
                    <a:cubicBezTo>
                      <a:pt x="23" y="94"/>
                      <a:pt x="23" y="94"/>
                      <a:pt x="23" y="94"/>
                    </a:cubicBezTo>
                    <a:cubicBezTo>
                      <a:pt x="23" y="94"/>
                      <a:pt x="23" y="94"/>
                      <a:pt x="23" y="94"/>
                    </a:cubicBezTo>
                    <a:cubicBezTo>
                      <a:pt x="23" y="94"/>
                      <a:pt x="22" y="93"/>
                      <a:pt x="23" y="93"/>
                    </a:cubicBezTo>
                    <a:cubicBezTo>
                      <a:pt x="24" y="94"/>
                      <a:pt x="23" y="93"/>
                      <a:pt x="23" y="92"/>
                    </a:cubicBezTo>
                    <a:cubicBezTo>
                      <a:pt x="23" y="92"/>
                      <a:pt x="24" y="92"/>
                      <a:pt x="24" y="92"/>
                    </a:cubicBezTo>
                    <a:cubicBezTo>
                      <a:pt x="24" y="92"/>
                      <a:pt x="24" y="92"/>
                      <a:pt x="24" y="93"/>
                    </a:cubicBezTo>
                    <a:cubicBezTo>
                      <a:pt x="24" y="92"/>
                      <a:pt x="26" y="92"/>
                      <a:pt x="26" y="91"/>
                    </a:cubicBezTo>
                    <a:cubicBezTo>
                      <a:pt x="26" y="91"/>
                      <a:pt x="26" y="91"/>
                      <a:pt x="26" y="91"/>
                    </a:cubicBezTo>
                    <a:cubicBezTo>
                      <a:pt x="26" y="90"/>
                      <a:pt x="25" y="90"/>
                      <a:pt x="25" y="90"/>
                    </a:cubicBezTo>
                    <a:cubicBezTo>
                      <a:pt x="25" y="90"/>
                      <a:pt x="24" y="90"/>
                      <a:pt x="25" y="90"/>
                    </a:cubicBezTo>
                    <a:cubicBezTo>
                      <a:pt x="26" y="89"/>
                      <a:pt x="25" y="89"/>
                      <a:pt x="25" y="89"/>
                    </a:cubicBezTo>
                    <a:cubicBezTo>
                      <a:pt x="25" y="88"/>
                      <a:pt x="24" y="88"/>
                      <a:pt x="25" y="88"/>
                    </a:cubicBezTo>
                    <a:cubicBezTo>
                      <a:pt x="25" y="87"/>
                      <a:pt x="25" y="88"/>
                      <a:pt x="26" y="88"/>
                    </a:cubicBezTo>
                    <a:cubicBezTo>
                      <a:pt x="26" y="89"/>
                      <a:pt x="28" y="88"/>
                      <a:pt x="28" y="89"/>
                    </a:cubicBezTo>
                    <a:cubicBezTo>
                      <a:pt x="28" y="89"/>
                      <a:pt x="29" y="89"/>
                      <a:pt x="29" y="88"/>
                    </a:cubicBezTo>
                    <a:cubicBezTo>
                      <a:pt x="29" y="88"/>
                      <a:pt x="28" y="86"/>
                      <a:pt x="27" y="86"/>
                    </a:cubicBezTo>
                    <a:cubicBezTo>
                      <a:pt x="26" y="86"/>
                      <a:pt x="25" y="86"/>
                      <a:pt x="26" y="85"/>
                    </a:cubicBezTo>
                    <a:cubicBezTo>
                      <a:pt x="26" y="84"/>
                      <a:pt x="26" y="84"/>
                      <a:pt x="26" y="84"/>
                    </a:cubicBezTo>
                    <a:cubicBezTo>
                      <a:pt x="26" y="83"/>
                      <a:pt x="26" y="83"/>
                      <a:pt x="27" y="83"/>
                    </a:cubicBezTo>
                    <a:cubicBezTo>
                      <a:pt x="27" y="83"/>
                      <a:pt x="28" y="83"/>
                      <a:pt x="28" y="83"/>
                    </a:cubicBezTo>
                    <a:cubicBezTo>
                      <a:pt x="27" y="81"/>
                      <a:pt x="27" y="79"/>
                      <a:pt x="26" y="78"/>
                    </a:cubicBezTo>
                    <a:cubicBezTo>
                      <a:pt x="26" y="78"/>
                      <a:pt x="26" y="78"/>
                      <a:pt x="26" y="77"/>
                    </a:cubicBezTo>
                    <a:cubicBezTo>
                      <a:pt x="27" y="78"/>
                      <a:pt x="27" y="78"/>
                      <a:pt x="28" y="77"/>
                    </a:cubicBezTo>
                    <a:cubicBezTo>
                      <a:pt x="29" y="77"/>
                      <a:pt x="29" y="77"/>
                      <a:pt x="29" y="77"/>
                    </a:cubicBezTo>
                    <a:cubicBezTo>
                      <a:pt x="29" y="78"/>
                      <a:pt x="30" y="79"/>
                      <a:pt x="29" y="80"/>
                    </a:cubicBezTo>
                    <a:cubicBezTo>
                      <a:pt x="29" y="80"/>
                      <a:pt x="30" y="81"/>
                      <a:pt x="30" y="81"/>
                    </a:cubicBezTo>
                    <a:cubicBezTo>
                      <a:pt x="30" y="81"/>
                      <a:pt x="30" y="81"/>
                      <a:pt x="30" y="81"/>
                    </a:cubicBezTo>
                    <a:cubicBezTo>
                      <a:pt x="31" y="80"/>
                      <a:pt x="32" y="79"/>
                      <a:pt x="32" y="78"/>
                    </a:cubicBezTo>
                    <a:cubicBezTo>
                      <a:pt x="32" y="78"/>
                      <a:pt x="32" y="78"/>
                      <a:pt x="32" y="78"/>
                    </a:cubicBezTo>
                    <a:cubicBezTo>
                      <a:pt x="32" y="78"/>
                      <a:pt x="32" y="78"/>
                      <a:pt x="32" y="78"/>
                    </a:cubicBezTo>
                    <a:cubicBezTo>
                      <a:pt x="32" y="77"/>
                      <a:pt x="32" y="76"/>
                      <a:pt x="32" y="75"/>
                    </a:cubicBezTo>
                    <a:cubicBezTo>
                      <a:pt x="32" y="75"/>
                      <a:pt x="32" y="75"/>
                      <a:pt x="32" y="75"/>
                    </a:cubicBezTo>
                    <a:cubicBezTo>
                      <a:pt x="32" y="75"/>
                      <a:pt x="32" y="75"/>
                      <a:pt x="32" y="74"/>
                    </a:cubicBezTo>
                    <a:cubicBezTo>
                      <a:pt x="33" y="74"/>
                      <a:pt x="33" y="73"/>
                      <a:pt x="34" y="74"/>
                    </a:cubicBezTo>
                    <a:cubicBezTo>
                      <a:pt x="34" y="74"/>
                      <a:pt x="34" y="74"/>
                      <a:pt x="34" y="74"/>
                    </a:cubicBezTo>
                    <a:cubicBezTo>
                      <a:pt x="34" y="74"/>
                      <a:pt x="34" y="74"/>
                      <a:pt x="34" y="74"/>
                    </a:cubicBezTo>
                    <a:cubicBezTo>
                      <a:pt x="34" y="75"/>
                      <a:pt x="33" y="75"/>
                      <a:pt x="34" y="75"/>
                    </a:cubicBezTo>
                    <a:cubicBezTo>
                      <a:pt x="34" y="75"/>
                      <a:pt x="34" y="75"/>
                      <a:pt x="34" y="75"/>
                    </a:cubicBezTo>
                    <a:cubicBezTo>
                      <a:pt x="34" y="75"/>
                      <a:pt x="34" y="75"/>
                      <a:pt x="34" y="75"/>
                    </a:cubicBezTo>
                    <a:cubicBezTo>
                      <a:pt x="34" y="76"/>
                      <a:pt x="34" y="76"/>
                      <a:pt x="34" y="77"/>
                    </a:cubicBezTo>
                    <a:cubicBezTo>
                      <a:pt x="34" y="77"/>
                      <a:pt x="34" y="77"/>
                      <a:pt x="34" y="77"/>
                    </a:cubicBezTo>
                    <a:cubicBezTo>
                      <a:pt x="34" y="77"/>
                      <a:pt x="34" y="78"/>
                      <a:pt x="34" y="78"/>
                    </a:cubicBezTo>
                    <a:cubicBezTo>
                      <a:pt x="34" y="79"/>
                      <a:pt x="34" y="80"/>
                      <a:pt x="33" y="81"/>
                    </a:cubicBezTo>
                    <a:cubicBezTo>
                      <a:pt x="33" y="81"/>
                      <a:pt x="32" y="82"/>
                      <a:pt x="32" y="83"/>
                    </a:cubicBezTo>
                    <a:cubicBezTo>
                      <a:pt x="33" y="84"/>
                      <a:pt x="32" y="85"/>
                      <a:pt x="33" y="85"/>
                    </a:cubicBezTo>
                    <a:cubicBezTo>
                      <a:pt x="34" y="86"/>
                      <a:pt x="35" y="86"/>
                      <a:pt x="35" y="86"/>
                    </a:cubicBezTo>
                    <a:cubicBezTo>
                      <a:pt x="35" y="86"/>
                      <a:pt x="35" y="86"/>
                      <a:pt x="35" y="86"/>
                    </a:cubicBezTo>
                    <a:cubicBezTo>
                      <a:pt x="36" y="86"/>
                      <a:pt x="37" y="86"/>
                      <a:pt x="37" y="85"/>
                    </a:cubicBezTo>
                    <a:cubicBezTo>
                      <a:pt x="38" y="84"/>
                      <a:pt x="40" y="83"/>
                      <a:pt x="40" y="81"/>
                    </a:cubicBezTo>
                    <a:cubicBezTo>
                      <a:pt x="40" y="81"/>
                      <a:pt x="40" y="81"/>
                      <a:pt x="40" y="81"/>
                    </a:cubicBezTo>
                    <a:cubicBezTo>
                      <a:pt x="41" y="81"/>
                      <a:pt x="41" y="81"/>
                      <a:pt x="42" y="81"/>
                    </a:cubicBezTo>
                    <a:cubicBezTo>
                      <a:pt x="42" y="81"/>
                      <a:pt x="42" y="81"/>
                      <a:pt x="42" y="81"/>
                    </a:cubicBezTo>
                    <a:cubicBezTo>
                      <a:pt x="42" y="81"/>
                      <a:pt x="42" y="81"/>
                      <a:pt x="42" y="81"/>
                    </a:cubicBezTo>
                    <a:cubicBezTo>
                      <a:pt x="42" y="81"/>
                      <a:pt x="42" y="82"/>
                      <a:pt x="42" y="82"/>
                    </a:cubicBezTo>
                    <a:cubicBezTo>
                      <a:pt x="41" y="83"/>
                      <a:pt x="41" y="84"/>
                      <a:pt x="41" y="86"/>
                    </a:cubicBezTo>
                    <a:cubicBezTo>
                      <a:pt x="40" y="86"/>
                      <a:pt x="40" y="86"/>
                      <a:pt x="40" y="87"/>
                    </a:cubicBezTo>
                    <a:cubicBezTo>
                      <a:pt x="40" y="87"/>
                      <a:pt x="41" y="87"/>
                      <a:pt x="41" y="87"/>
                    </a:cubicBezTo>
                    <a:cubicBezTo>
                      <a:pt x="41" y="87"/>
                      <a:pt x="41" y="87"/>
                      <a:pt x="41" y="87"/>
                    </a:cubicBezTo>
                    <a:cubicBezTo>
                      <a:pt x="41" y="87"/>
                      <a:pt x="41" y="87"/>
                      <a:pt x="41" y="87"/>
                    </a:cubicBezTo>
                    <a:cubicBezTo>
                      <a:pt x="41" y="87"/>
                      <a:pt x="41" y="87"/>
                      <a:pt x="41" y="87"/>
                    </a:cubicBezTo>
                    <a:cubicBezTo>
                      <a:pt x="41" y="88"/>
                      <a:pt x="42" y="88"/>
                      <a:pt x="43" y="89"/>
                    </a:cubicBezTo>
                    <a:cubicBezTo>
                      <a:pt x="43" y="89"/>
                      <a:pt x="43" y="89"/>
                      <a:pt x="43" y="89"/>
                    </a:cubicBezTo>
                    <a:cubicBezTo>
                      <a:pt x="43" y="89"/>
                      <a:pt x="44" y="88"/>
                      <a:pt x="44" y="88"/>
                    </a:cubicBezTo>
                    <a:cubicBezTo>
                      <a:pt x="44" y="88"/>
                      <a:pt x="44" y="88"/>
                      <a:pt x="44" y="88"/>
                    </a:cubicBezTo>
                    <a:cubicBezTo>
                      <a:pt x="44" y="88"/>
                      <a:pt x="44" y="88"/>
                      <a:pt x="44" y="88"/>
                    </a:cubicBezTo>
                    <a:cubicBezTo>
                      <a:pt x="44" y="88"/>
                      <a:pt x="44" y="89"/>
                      <a:pt x="44" y="89"/>
                    </a:cubicBezTo>
                    <a:cubicBezTo>
                      <a:pt x="44" y="89"/>
                      <a:pt x="44" y="89"/>
                      <a:pt x="44" y="89"/>
                    </a:cubicBezTo>
                    <a:cubicBezTo>
                      <a:pt x="44" y="89"/>
                      <a:pt x="44" y="89"/>
                      <a:pt x="44" y="89"/>
                    </a:cubicBezTo>
                    <a:cubicBezTo>
                      <a:pt x="44" y="90"/>
                      <a:pt x="43" y="90"/>
                      <a:pt x="43" y="90"/>
                    </a:cubicBezTo>
                    <a:cubicBezTo>
                      <a:pt x="42" y="90"/>
                      <a:pt x="40" y="90"/>
                      <a:pt x="39" y="90"/>
                    </a:cubicBezTo>
                    <a:cubicBezTo>
                      <a:pt x="38" y="89"/>
                      <a:pt x="37" y="90"/>
                      <a:pt x="36" y="90"/>
                    </a:cubicBezTo>
                    <a:cubicBezTo>
                      <a:pt x="35" y="91"/>
                      <a:pt x="34" y="92"/>
                      <a:pt x="35" y="93"/>
                    </a:cubicBezTo>
                    <a:cubicBezTo>
                      <a:pt x="36" y="93"/>
                      <a:pt x="36" y="94"/>
                      <a:pt x="35" y="94"/>
                    </a:cubicBezTo>
                    <a:cubicBezTo>
                      <a:pt x="33" y="93"/>
                      <a:pt x="33" y="93"/>
                      <a:pt x="32" y="95"/>
                    </a:cubicBezTo>
                    <a:cubicBezTo>
                      <a:pt x="32" y="95"/>
                      <a:pt x="32" y="95"/>
                      <a:pt x="32" y="95"/>
                    </a:cubicBezTo>
                    <a:cubicBezTo>
                      <a:pt x="32" y="95"/>
                      <a:pt x="32" y="95"/>
                      <a:pt x="32" y="95"/>
                    </a:cubicBezTo>
                    <a:cubicBezTo>
                      <a:pt x="32" y="95"/>
                      <a:pt x="32" y="95"/>
                      <a:pt x="32" y="95"/>
                    </a:cubicBezTo>
                    <a:cubicBezTo>
                      <a:pt x="32" y="95"/>
                      <a:pt x="32" y="95"/>
                      <a:pt x="32" y="95"/>
                    </a:cubicBezTo>
                    <a:cubicBezTo>
                      <a:pt x="32" y="95"/>
                      <a:pt x="32" y="95"/>
                      <a:pt x="32" y="95"/>
                    </a:cubicBezTo>
                    <a:cubicBezTo>
                      <a:pt x="32" y="95"/>
                      <a:pt x="32" y="95"/>
                      <a:pt x="32" y="95"/>
                    </a:cubicBezTo>
                    <a:cubicBezTo>
                      <a:pt x="32" y="96"/>
                      <a:pt x="32" y="96"/>
                      <a:pt x="32" y="96"/>
                    </a:cubicBezTo>
                    <a:cubicBezTo>
                      <a:pt x="32" y="96"/>
                      <a:pt x="32" y="96"/>
                      <a:pt x="32" y="96"/>
                    </a:cubicBezTo>
                    <a:cubicBezTo>
                      <a:pt x="32" y="96"/>
                      <a:pt x="32" y="96"/>
                      <a:pt x="32" y="96"/>
                    </a:cubicBezTo>
                    <a:cubicBezTo>
                      <a:pt x="31" y="96"/>
                      <a:pt x="31" y="97"/>
                      <a:pt x="31" y="97"/>
                    </a:cubicBezTo>
                    <a:cubicBezTo>
                      <a:pt x="31" y="98"/>
                      <a:pt x="30" y="98"/>
                      <a:pt x="30" y="98"/>
                    </a:cubicBezTo>
                    <a:cubicBezTo>
                      <a:pt x="29" y="97"/>
                      <a:pt x="27" y="98"/>
                      <a:pt x="26" y="98"/>
                    </a:cubicBezTo>
                    <a:cubicBezTo>
                      <a:pt x="26" y="98"/>
                      <a:pt x="25" y="98"/>
                      <a:pt x="25" y="99"/>
                    </a:cubicBezTo>
                    <a:cubicBezTo>
                      <a:pt x="25" y="100"/>
                      <a:pt x="24" y="99"/>
                      <a:pt x="24" y="99"/>
                    </a:cubicBezTo>
                    <a:cubicBezTo>
                      <a:pt x="24" y="98"/>
                      <a:pt x="23" y="98"/>
                      <a:pt x="23" y="98"/>
                    </a:cubicBezTo>
                    <a:cubicBezTo>
                      <a:pt x="22" y="99"/>
                      <a:pt x="21" y="100"/>
                      <a:pt x="21" y="101"/>
                    </a:cubicBezTo>
                    <a:cubicBezTo>
                      <a:pt x="21" y="102"/>
                      <a:pt x="21" y="104"/>
                      <a:pt x="22" y="105"/>
                    </a:cubicBezTo>
                    <a:cubicBezTo>
                      <a:pt x="22" y="106"/>
                      <a:pt x="22" y="106"/>
                      <a:pt x="22" y="107"/>
                    </a:cubicBezTo>
                    <a:cubicBezTo>
                      <a:pt x="22" y="107"/>
                      <a:pt x="23" y="108"/>
                      <a:pt x="22" y="109"/>
                    </a:cubicBezTo>
                    <a:cubicBezTo>
                      <a:pt x="22" y="109"/>
                      <a:pt x="22" y="110"/>
                      <a:pt x="23" y="110"/>
                    </a:cubicBezTo>
                    <a:cubicBezTo>
                      <a:pt x="23" y="110"/>
                      <a:pt x="23" y="110"/>
                      <a:pt x="24" y="110"/>
                    </a:cubicBezTo>
                    <a:cubicBezTo>
                      <a:pt x="24" y="109"/>
                      <a:pt x="25" y="109"/>
                      <a:pt x="26" y="109"/>
                    </a:cubicBezTo>
                    <a:cubicBezTo>
                      <a:pt x="27" y="110"/>
                      <a:pt x="27" y="109"/>
                      <a:pt x="27" y="109"/>
                    </a:cubicBezTo>
                    <a:cubicBezTo>
                      <a:pt x="28" y="109"/>
                      <a:pt x="29" y="109"/>
                      <a:pt x="30" y="108"/>
                    </a:cubicBezTo>
                    <a:cubicBezTo>
                      <a:pt x="30" y="108"/>
                      <a:pt x="31" y="108"/>
                      <a:pt x="31" y="108"/>
                    </a:cubicBezTo>
                    <a:cubicBezTo>
                      <a:pt x="31" y="108"/>
                      <a:pt x="31" y="108"/>
                      <a:pt x="31" y="108"/>
                    </a:cubicBezTo>
                    <a:cubicBezTo>
                      <a:pt x="32" y="106"/>
                      <a:pt x="34" y="105"/>
                      <a:pt x="36" y="107"/>
                    </a:cubicBezTo>
                    <a:cubicBezTo>
                      <a:pt x="36" y="107"/>
                      <a:pt x="36" y="107"/>
                      <a:pt x="36" y="107"/>
                    </a:cubicBezTo>
                    <a:cubicBezTo>
                      <a:pt x="36" y="107"/>
                      <a:pt x="36" y="107"/>
                      <a:pt x="36" y="107"/>
                    </a:cubicBezTo>
                    <a:cubicBezTo>
                      <a:pt x="36" y="107"/>
                      <a:pt x="36" y="107"/>
                      <a:pt x="36" y="107"/>
                    </a:cubicBezTo>
                    <a:cubicBezTo>
                      <a:pt x="37" y="107"/>
                      <a:pt x="38" y="106"/>
                      <a:pt x="39" y="106"/>
                    </a:cubicBezTo>
                    <a:cubicBezTo>
                      <a:pt x="39" y="106"/>
                      <a:pt x="39" y="106"/>
                      <a:pt x="39" y="106"/>
                    </a:cubicBezTo>
                    <a:cubicBezTo>
                      <a:pt x="40" y="107"/>
                      <a:pt x="41" y="106"/>
                      <a:pt x="42" y="106"/>
                    </a:cubicBezTo>
                    <a:cubicBezTo>
                      <a:pt x="42" y="106"/>
                      <a:pt x="42" y="105"/>
                      <a:pt x="43" y="106"/>
                    </a:cubicBezTo>
                    <a:cubicBezTo>
                      <a:pt x="43" y="106"/>
                      <a:pt x="43" y="107"/>
                      <a:pt x="43" y="107"/>
                    </a:cubicBezTo>
                    <a:cubicBezTo>
                      <a:pt x="43" y="108"/>
                      <a:pt x="43" y="108"/>
                      <a:pt x="43" y="108"/>
                    </a:cubicBezTo>
                    <a:cubicBezTo>
                      <a:pt x="41" y="108"/>
                      <a:pt x="40" y="108"/>
                      <a:pt x="39" y="109"/>
                    </a:cubicBezTo>
                    <a:cubicBezTo>
                      <a:pt x="38" y="109"/>
                      <a:pt x="38" y="109"/>
                      <a:pt x="37" y="110"/>
                    </a:cubicBezTo>
                    <a:cubicBezTo>
                      <a:pt x="37" y="110"/>
                      <a:pt x="37" y="110"/>
                      <a:pt x="37" y="110"/>
                    </a:cubicBezTo>
                    <a:cubicBezTo>
                      <a:pt x="37" y="110"/>
                      <a:pt x="37" y="110"/>
                      <a:pt x="37" y="110"/>
                    </a:cubicBezTo>
                    <a:cubicBezTo>
                      <a:pt x="37" y="109"/>
                      <a:pt x="36" y="109"/>
                      <a:pt x="36" y="110"/>
                    </a:cubicBezTo>
                    <a:cubicBezTo>
                      <a:pt x="36" y="110"/>
                      <a:pt x="36" y="110"/>
                      <a:pt x="36" y="110"/>
                    </a:cubicBezTo>
                    <a:cubicBezTo>
                      <a:pt x="36" y="110"/>
                      <a:pt x="36" y="110"/>
                      <a:pt x="36" y="110"/>
                    </a:cubicBezTo>
                    <a:cubicBezTo>
                      <a:pt x="35" y="110"/>
                      <a:pt x="35" y="110"/>
                      <a:pt x="35" y="110"/>
                    </a:cubicBezTo>
                    <a:cubicBezTo>
                      <a:pt x="33" y="110"/>
                      <a:pt x="32" y="111"/>
                      <a:pt x="30" y="112"/>
                    </a:cubicBezTo>
                    <a:cubicBezTo>
                      <a:pt x="30" y="112"/>
                      <a:pt x="29" y="112"/>
                      <a:pt x="29" y="113"/>
                    </a:cubicBezTo>
                    <a:cubicBezTo>
                      <a:pt x="29" y="113"/>
                      <a:pt x="30" y="114"/>
                      <a:pt x="30" y="114"/>
                    </a:cubicBezTo>
                    <a:cubicBezTo>
                      <a:pt x="31" y="114"/>
                      <a:pt x="33" y="114"/>
                      <a:pt x="34" y="115"/>
                    </a:cubicBezTo>
                    <a:cubicBezTo>
                      <a:pt x="34" y="115"/>
                      <a:pt x="34" y="115"/>
                      <a:pt x="34" y="115"/>
                    </a:cubicBezTo>
                    <a:cubicBezTo>
                      <a:pt x="34" y="115"/>
                      <a:pt x="34" y="115"/>
                      <a:pt x="34" y="115"/>
                    </a:cubicBezTo>
                    <a:cubicBezTo>
                      <a:pt x="34" y="115"/>
                      <a:pt x="34" y="115"/>
                      <a:pt x="34" y="115"/>
                    </a:cubicBezTo>
                    <a:cubicBezTo>
                      <a:pt x="36" y="115"/>
                      <a:pt x="37" y="116"/>
                      <a:pt x="38" y="117"/>
                    </a:cubicBezTo>
                    <a:cubicBezTo>
                      <a:pt x="38" y="117"/>
                      <a:pt x="38" y="117"/>
                      <a:pt x="38" y="117"/>
                    </a:cubicBezTo>
                    <a:cubicBezTo>
                      <a:pt x="37" y="117"/>
                      <a:pt x="37" y="118"/>
                      <a:pt x="36" y="117"/>
                    </a:cubicBezTo>
                    <a:cubicBezTo>
                      <a:pt x="36" y="116"/>
                      <a:pt x="36" y="117"/>
                      <a:pt x="35" y="117"/>
                    </a:cubicBezTo>
                    <a:cubicBezTo>
                      <a:pt x="34" y="117"/>
                      <a:pt x="33" y="116"/>
                      <a:pt x="31" y="116"/>
                    </a:cubicBezTo>
                    <a:cubicBezTo>
                      <a:pt x="30" y="116"/>
                      <a:pt x="30" y="116"/>
                      <a:pt x="29" y="117"/>
                    </a:cubicBezTo>
                    <a:cubicBezTo>
                      <a:pt x="29" y="118"/>
                      <a:pt x="28" y="118"/>
                      <a:pt x="27" y="118"/>
                    </a:cubicBezTo>
                    <a:cubicBezTo>
                      <a:pt x="27" y="117"/>
                      <a:pt x="27" y="117"/>
                      <a:pt x="27" y="117"/>
                    </a:cubicBezTo>
                    <a:cubicBezTo>
                      <a:pt x="27" y="117"/>
                      <a:pt x="27" y="117"/>
                      <a:pt x="27" y="117"/>
                    </a:cubicBezTo>
                    <a:cubicBezTo>
                      <a:pt x="28" y="116"/>
                      <a:pt x="28" y="115"/>
                      <a:pt x="26" y="115"/>
                    </a:cubicBezTo>
                    <a:cubicBezTo>
                      <a:pt x="25" y="115"/>
                      <a:pt x="24" y="116"/>
                      <a:pt x="24" y="116"/>
                    </a:cubicBezTo>
                    <a:cubicBezTo>
                      <a:pt x="23" y="117"/>
                      <a:pt x="23" y="117"/>
                      <a:pt x="24" y="118"/>
                    </a:cubicBezTo>
                    <a:cubicBezTo>
                      <a:pt x="24" y="118"/>
                      <a:pt x="24" y="119"/>
                      <a:pt x="24" y="119"/>
                    </a:cubicBezTo>
                    <a:cubicBezTo>
                      <a:pt x="24" y="120"/>
                      <a:pt x="24" y="120"/>
                      <a:pt x="24" y="120"/>
                    </a:cubicBezTo>
                    <a:cubicBezTo>
                      <a:pt x="25" y="122"/>
                      <a:pt x="26" y="124"/>
                      <a:pt x="26" y="126"/>
                    </a:cubicBezTo>
                    <a:cubicBezTo>
                      <a:pt x="26" y="127"/>
                      <a:pt x="27" y="127"/>
                      <a:pt x="27" y="127"/>
                    </a:cubicBezTo>
                    <a:cubicBezTo>
                      <a:pt x="29" y="127"/>
                      <a:pt x="29" y="128"/>
                      <a:pt x="30" y="128"/>
                    </a:cubicBezTo>
                    <a:cubicBezTo>
                      <a:pt x="31" y="129"/>
                      <a:pt x="31" y="129"/>
                      <a:pt x="31" y="130"/>
                    </a:cubicBezTo>
                    <a:cubicBezTo>
                      <a:pt x="31" y="131"/>
                      <a:pt x="32" y="132"/>
                      <a:pt x="33" y="133"/>
                    </a:cubicBezTo>
                    <a:cubicBezTo>
                      <a:pt x="34" y="133"/>
                      <a:pt x="36" y="133"/>
                      <a:pt x="37" y="132"/>
                    </a:cubicBezTo>
                    <a:cubicBezTo>
                      <a:pt x="37" y="132"/>
                      <a:pt x="37" y="131"/>
                      <a:pt x="37" y="131"/>
                    </a:cubicBezTo>
                    <a:cubicBezTo>
                      <a:pt x="37" y="131"/>
                      <a:pt x="37" y="131"/>
                      <a:pt x="37" y="131"/>
                    </a:cubicBezTo>
                    <a:cubicBezTo>
                      <a:pt x="37" y="131"/>
                      <a:pt x="37" y="131"/>
                      <a:pt x="37" y="131"/>
                    </a:cubicBezTo>
                    <a:cubicBezTo>
                      <a:pt x="37" y="131"/>
                      <a:pt x="38" y="131"/>
                      <a:pt x="38" y="131"/>
                    </a:cubicBezTo>
                    <a:cubicBezTo>
                      <a:pt x="38" y="132"/>
                      <a:pt x="39" y="133"/>
                      <a:pt x="40" y="132"/>
                    </a:cubicBezTo>
                    <a:cubicBezTo>
                      <a:pt x="40" y="132"/>
                      <a:pt x="40" y="131"/>
                      <a:pt x="40" y="131"/>
                    </a:cubicBezTo>
                    <a:cubicBezTo>
                      <a:pt x="40" y="131"/>
                      <a:pt x="40" y="130"/>
                      <a:pt x="40" y="131"/>
                    </a:cubicBezTo>
                    <a:cubicBezTo>
                      <a:pt x="41" y="131"/>
                      <a:pt x="43" y="130"/>
                      <a:pt x="42" y="132"/>
                    </a:cubicBezTo>
                    <a:cubicBezTo>
                      <a:pt x="41" y="133"/>
                      <a:pt x="42" y="133"/>
                      <a:pt x="42" y="133"/>
                    </a:cubicBezTo>
                    <a:cubicBezTo>
                      <a:pt x="41" y="134"/>
                      <a:pt x="39" y="133"/>
                      <a:pt x="40" y="136"/>
                    </a:cubicBezTo>
                    <a:cubicBezTo>
                      <a:pt x="39" y="135"/>
                      <a:pt x="39" y="135"/>
                      <a:pt x="39" y="135"/>
                    </a:cubicBezTo>
                    <a:cubicBezTo>
                      <a:pt x="39" y="135"/>
                      <a:pt x="39" y="135"/>
                      <a:pt x="39" y="135"/>
                    </a:cubicBezTo>
                    <a:cubicBezTo>
                      <a:pt x="39" y="135"/>
                      <a:pt x="39" y="135"/>
                      <a:pt x="39" y="135"/>
                    </a:cubicBezTo>
                    <a:cubicBezTo>
                      <a:pt x="39" y="135"/>
                      <a:pt x="39" y="134"/>
                      <a:pt x="38" y="134"/>
                    </a:cubicBezTo>
                    <a:cubicBezTo>
                      <a:pt x="38" y="134"/>
                      <a:pt x="38" y="134"/>
                      <a:pt x="38" y="134"/>
                    </a:cubicBezTo>
                    <a:cubicBezTo>
                      <a:pt x="37" y="134"/>
                      <a:pt x="35" y="135"/>
                      <a:pt x="34" y="136"/>
                    </a:cubicBezTo>
                    <a:cubicBezTo>
                      <a:pt x="35" y="138"/>
                      <a:pt x="37" y="140"/>
                      <a:pt x="38" y="141"/>
                    </a:cubicBezTo>
                    <a:cubicBezTo>
                      <a:pt x="38" y="141"/>
                      <a:pt x="39" y="141"/>
                      <a:pt x="39" y="141"/>
                    </a:cubicBezTo>
                    <a:cubicBezTo>
                      <a:pt x="40" y="142"/>
                      <a:pt x="41" y="142"/>
                      <a:pt x="40" y="142"/>
                    </a:cubicBezTo>
                    <a:cubicBezTo>
                      <a:pt x="39" y="143"/>
                      <a:pt x="40" y="145"/>
                      <a:pt x="39" y="146"/>
                    </a:cubicBezTo>
                    <a:cubicBezTo>
                      <a:pt x="40" y="146"/>
                      <a:pt x="40" y="144"/>
                      <a:pt x="41" y="145"/>
                    </a:cubicBezTo>
                    <a:cubicBezTo>
                      <a:pt x="42" y="146"/>
                      <a:pt x="42" y="146"/>
                      <a:pt x="43" y="146"/>
                    </a:cubicBezTo>
                    <a:cubicBezTo>
                      <a:pt x="44" y="145"/>
                      <a:pt x="45" y="144"/>
                      <a:pt x="45" y="143"/>
                    </a:cubicBezTo>
                    <a:cubicBezTo>
                      <a:pt x="45" y="142"/>
                      <a:pt x="46" y="142"/>
                      <a:pt x="45" y="141"/>
                    </a:cubicBezTo>
                    <a:cubicBezTo>
                      <a:pt x="45" y="140"/>
                      <a:pt x="45" y="140"/>
                      <a:pt x="44" y="140"/>
                    </a:cubicBezTo>
                    <a:cubicBezTo>
                      <a:pt x="44" y="140"/>
                      <a:pt x="44" y="140"/>
                      <a:pt x="44" y="140"/>
                    </a:cubicBezTo>
                    <a:cubicBezTo>
                      <a:pt x="44" y="140"/>
                      <a:pt x="44" y="140"/>
                      <a:pt x="44" y="140"/>
                    </a:cubicBezTo>
                    <a:cubicBezTo>
                      <a:pt x="44" y="140"/>
                      <a:pt x="44" y="139"/>
                      <a:pt x="44" y="139"/>
                    </a:cubicBezTo>
                    <a:cubicBezTo>
                      <a:pt x="45" y="138"/>
                      <a:pt x="45" y="137"/>
                      <a:pt x="46" y="135"/>
                    </a:cubicBezTo>
                    <a:cubicBezTo>
                      <a:pt x="47" y="133"/>
                      <a:pt x="47" y="133"/>
                      <a:pt x="45" y="132"/>
                    </a:cubicBezTo>
                    <a:cubicBezTo>
                      <a:pt x="45" y="132"/>
                      <a:pt x="45" y="132"/>
                      <a:pt x="45" y="132"/>
                    </a:cubicBezTo>
                    <a:cubicBezTo>
                      <a:pt x="45" y="132"/>
                      <a:pt x="45" y="132"/>
                      <a:pt x="45" y="132"/>
                    </a:cubicBezTo>
                    <a:cubicBezTo>
                      <a:pt x="45" y="132"/>
                      <a:pt x="45" y="132"/>
                      <a:pt x="45" y="132"/>
                    </a:cubicBezTo>
                    <a:cubicBezTo>
                      <a:pt x="45" y="131"/>
                      <a:pt x="47" y="132"/>
                      <a:pt x="47" y="131"/>
                    </a:cubicBezTo>
                    <a:cubicBezTo>
                      <a:pt x="47" y="129"/>
                      <a:pt x="47" y="127"/>
                      <a:pt x="48" y="125"/>
                    </a:cubicBezTo>
                    <a:cubicBezTo>
                      <a:pt x="48" y="124"/>
                      <a:pt x="47" y="124"/>
                      <a:pt x="47" y="124"/>
                    </a:cubicBezTo>
                    <a:cubicBezTo>
                      <a:pt x="47" y="124"/>
                      <a:pt x="47" y="124"/>
                      <a:pt x="47" y="124"/>
                    </a:cubicBezTo>
                    <a:cubicBezTo>
                      <a:pt x="47" y="124"/>
                      <a:pt x="47" y="124"/>
                      <a:pt x="47" y="123"/>
                    </a:cubicBezTo>
                    <a:cubicBezTo>
                      <a:pt x="48" y="123"/>
                      <a:pt x="48" y="123"/>
                      <a:pt x="48" y="122"/>
                    </a:cubicBezTo>
                    <a:cubicBezTo>
                      <a:pt x="48" y="121"/>
                      <a:pt x="48" y="121"/>
                      <a:pt x="47" y="121"/>
                    </a:cubicBezTo>
                    <a:cubicBezTo>
                      <a:pt x="46" y="121"/>
                      <a:pt x="47" y="121"/>
                      <a:pt x="48" y="120"/>
                    </a:cubicBezTo>
                    <a:cubicBezTo>
                      <a:pt x="49" y="119"/>
                      <a:pt x="49" y="118"/>
                      <a:pt x="48" y="116"/>
                    </a:cubicBezTo>
                    <a:cubicBezTo>
                      <a:pt x="48" y="116"/>
                      <a:pt x="48" y="115"/>
                      <a:pt x="48" y="115"/>
                    </a:cubicBezTo>
                    <a:cubicBezTo>
                      <a:pt x="49" y="115"/>
                      <a:pt x="49" y="115"/>
                      <a:pt x="49" y="115"/>
                    </a:cubicBezTo>
                    <a:cubicBezTo>
                      <a:pt x="50" y="116"/>
                      <a:pt x="50" y="116"/>
                      <a:pt x="51" y="117"/>
                    </a:cubicBezTo>
                    <a:cubicBezTo>
                      <a:pt x="51" y="117"/>
                      <a:pt x="52" y="118"/>
                      <a:pt x="53" y="117"/>
                    </a:cubicBezTo>
                    <a:cubicBezTo>
                      <a:pt x="53" y="116"/>
                      <a:pt x="53" y="114"/>
                      <a:pt x="53" y="113"/>
                    </a:cubicBezTo>
                    <a:cubicBezTo>
                      <a:pt x="53" y="112"/>
                      <a:pt x="53" y="111"/>
                      <a:pt x="53" y="111"/>
                    </a:cubicBezTo>
                    <a:cubicBezTo>
                      <a:pt x="53" y="111"/>
                      <a:pt x="54" y="110"/>
                      <a:pt x="54" y="110"/>
                    </a:cubicBezTo>
                    <a:cubicBezTo>
                      <a:pt x="54" y="109"/>
                      <a:pt x="55" y="108"/>
                      <a:pt x="53" y="107"/>
                    </a:cubicBezTo>
                    <a:cubicBezTo>
                      <a:pt x="53" y="107"/>
                      <a:pt x="53" y="107"/>
                      <a:pt x="53" y="107"/>
                    </a:cubicBezTo>
                    <a:cubicBezTo>
                      <a:pt x="53" y="107"/>
                      <a:pt x="53" y="106"/>
                      <a:pt x="53" y="106"/>
                    </a:cubicBezTo>
                    <a:cubicBezTo>
                      <a:pt x="53" y="106"/>
                      <a:pt x="53" y="106"/>
                      <a:pt x="53" y="106"/>
                    </a:cubicBezTo>
                    <a:cubicBezTo>
                      <a:pt x="53" y="106"/>
                      <a:pt x="54" y="106"/>
                      <a:pt x="53" y="106"/>
                    </a:cubicBezTo>
                    <a:cubicBezTo>
                      <a:pt x="53" y="105"/>
                      <a:pt x="53" y="105"/>
                      <a:pt x="53" y="105"/>
                    </a:cubicBezTo>
                    <a:cubicBezTo>
                      <a:pt x="52" y="105"/>
                      <a:pt x="52" y="105"/>
                      <a:pt x="52" y="105"/>
                    </a:cubicBezTo>
                    <a:cubicBezTo>
                      <a:pt x="52" y="104"/>
                      <a:pt x="52" y="104"/>
                      <a:pt x="53" y="104"/>
                    </a:cubicBezTo>
                    <a:cubicBezTo>
                      <a:pt x="54" y="104"/>
                      <a:pt x="54" y="103"/>
                      <a:pt x="54" y="102"/>
                    </a:cubicBezTo>
                    <a:cubicBezTo>
                      <a:pt x="54" y="101"/>
                      <a:pt x="53" y="101"/>
                      <a:pt x="54" y="100"/>
                    </a:cubicBezTo>
                    <a:cubicBezTo>
                      <a:pt x="54" y="100"/>
                      <a:pt x="55" y="100"/>
                      <a:pt x="56" y="100"/>
                    </a:cubicBezTo>
                    <a:cubicBezTo>
                      <a:pt x="56" y="101"/>
                      <a:pt x="57" y="100"/>
                      <a:pt x="57" y="100"/>
                    </a:cubicBezTo>
                    <a:cubicBezTo>
                      <a:pt x="59" y="98"/>
                      <a:pt x="58" y="96"/>
                      <a:pt x="56" y="95"/>
                    </a:cubicBezTo>
                    <a:cubicBezTo>
                      <a:pt x="56" y="95"/>
                      <a:pt x="56" y="95"/>
                      <a:pt x="56" y="95"/>
                    </a:cubicBezTo>
                    <a:cubicBezTo>
                      <a:pt x="56" y="95"/>
                      <a:pt x="57" y="95"/>
                      <a:pt x="57" y="95"/>
                    </a:cubicBezTo>
                    <a:cubicBezTo>
                      <a:pt x="57" y="95"/>
                      <a:pt x="58" y="95"/>
                      <a:pt x="58" y="95"/>
                    </a:cubicBezTo>
                    <a:cubicBezTo>
                      <a:pt x="59" y="94"/>
                      <a:pt x="58" y="93"/>
                      <a:pt x="58" y="93"/>
                    </a:cubicBezTo>
                    <a:cubicBezTo>
                      <a:pt x="58" y="93"/>
                      <a:pt x="58" y="93"/>
                      <a:pt x="58" y="93"/>
                    </a:cubicBezTo>
                    <a:cubicBezTo>
                      <a:pt x="58" y="92"/>
                      <a:pt x="57" y="92"/>
                      <a:pt x="57" y="91"/>
                    </a:cubicBezTo>
                    <a:cubicBezTo>
                      <a:pt x="56" y="91"/>
                      <a:pt x="56" y="91"/>
                      <a:pt x="57" y="90"/>
                    </a:cubicBezTo>
                    <a:cubicBezTo>
                      <a:pt x="57" y="90"/>
                      <a:pt x="57" y="90"/>
                      <a:pt x="57" y="90"/>
                    </a:cubicBezTo>
                    <a:cubicBezTo>
                      <a:pt x="58" y="91"/>
                      <a:pt x="58" y="90"/>
                      <a:pt x="58" y="89"/>
                    </a:cubicBezTo>
                    <a:cubicBezTo>
                      <a:pt x="58" y="88"/>
                      <a:pt x="58" y="88"/>
                      <a:pt x="58" y="87"/>
                    </a:cubicBezTo>
                    <a:cubicBezTo>
                      <a:pt x="58" y="86"/>
                      <a:pt x="58" y="86"/>
                      <a:pt x="58" y="86"/>
                    </a:cubicBezTo>
                    <a:cubicBezTo>
                      <a:pt x="59" y="86"/>
                      <a:pt x="60" y="85"/>
                      <a:pt x="61" y="85"/>
                    </a:cubicBezTo>
                    <a:cubicBezTo>
                      <a:pt x="62" y="84"/>
                      <a:pt x="63" y="84"/>
                      <a:pt x="62" y="83"/>
                    </a:cubicBezTo>
                    <a:cubicBezTo>
                      <a:pt x="62" y="83"/>
                      <a:pt x="62" y="83"/>
                      <a:pt x="62" y="82"/>
                    </a:cubicBezTo>
                    <a:cubicBezTo>
                      <a:pt x="62" y="81"/>
                      <a:pt x="63" y="81"/>
                      <a:pt x="64" y="81"/>
                    </a:cubicBezTo>
                    <a:cubicBezTo>
                      <a:pt x="65" y="81"/>
                      <a:pt x="65" y="81"/>
                      <a:pt x="65" y="81"/>
                    </a:cubicBezTo>
                    <a:cubicBezTo>
                      <a:pt x="66" y="79"/>
                      <a:pt x="67" y="79"/>
                      <a:pt x="68" y="78"/>
                    </a:cubicBezTo>
                    <a:close/>
                    <a:moveTo>
                      <a:pt x="56" y="53"/>
                    </a:moveTo>
                    <a:cubicBezTo>
                      <a:pt x="56" y="53"/>
                      <a:pt x="56" y="53"/>
                      <a:pt x="56" y="53"/>
                    </a:cubicBezTo>
                    <a:cubicBezTo>
                      <a:pt x="56" y="53"/>
                      <a:pt x="56" y="53"/>
                      <a:pt x="56" y="53"/>
                    </a:cubicBezTo>
                    <a:cubicBezTo>
                      <a:pt x="56" y="53"/>
                      <a:pt x="56" y="53"/>
                      <a:pt x="56" y="53"/>
                    </a:cubicBezTo>
                    <a:close/>
                    <a:moveTo>
                      <a:pt x="32" y="75"/>
                    </a:moveTo>
                    <a:cubicBezTo>
                      <a:pt x="32" y="75"/>
                      <a:pt x="32" y="75"/>
                      <a:pt x="32" y="75"/>
                    </a:cubicBezTo>
                    <a:cubicBezTo>
                      <a:pt x="32" y="75"/>
                      <a:pt x="32" y="75"/>
                      <a:pt x="32" y="75"/>
                    </a:cubicBezTo>
                    <a:cubicBezTo>
                      <a:pt x="32" y="75"/>
                      <a:pt x="32" y="75"/>
                      <a:pt x="32" y="75"/>
                    </a:cubicBezTo>
                    <a:close/>
                    <a:moveTo>
                      <a:pt x="94" y="107"/>
                    </a:moveTo>
                    <a:cubicBezTo>
                      <a:pt x="94" y="106"/>
                      <a:pt x="92" y="105"/>
                      <a:pt x="91" y="106"/>
                    </a:cubicBezTo>
                    <a:cubicBezTo>
                      <a:pt x="90" y="107"/>
                      <a:pt x="89" y="106"/>
                      <a:pt x="89" y="105"/>
                    </a:cubicBezTo>
                    <a:cubicBezTo>
                      <a:pt x="89" y="105"/>
                      <a:pt x="89" y="105"/>
                      <a:pt x="89" y="105"/>
                    </a:cubicBezTo>
                    <a:cubicBezTo>
                      <a:pt x="89" y="105"/>
                      <a:pt x="89" y="105"/>
                      <a:pt x="89" y="105"/>
                    </a:cubicBezTo>
                    <a:cubicBezTo>
                      <a:pt x="88" y="103"/>
                      <a:pt x="87" y="102"/>
                      <a:pt x="87" y="101"/>
                    </a:cubicBezTo>
                    <a:cubicBezTo>
                      <a:pt x="86" y="99"/>
                      <a:pt x="86" y="98"/>
                      <a:pt x="87" y="97"/>
                    </a:cubicBezTo>
                    <a:cubicBezTo>
                      <a:pt x="87" y="96"/>
                      <a:pt x="85" y="93"/>
                      <a:pt x="84" y="93"/>
                    </a:cubicBezTo>
                    <a:cubicBezTo>
                      <a:pt x="83" y="93"/>
                      <a:pt x="83" y="93"/>
                      <a:pt x="83" y="93"/>
                    </a:cubicBezTo>
                    <a:cubicBezTo>
                      <a:pt x="83" y="94"/>
                      <a:pt x="82" y="94"/>
                      <a:pt x="81" y="95"/>
                    </a:cubicBezTo>
                    <a:cubicBezTo>
                      <a:pt x="80" y="95"/>
                      <a:pt x="79" y="95"/>
                      <a:pt x="79" y="95"/>
                    </a:cubicBezTo>
                    <a:cubicBezTo>
                      <a:pt x="76" y="94"/>
                      <a:pt x="72" y="96"/>
                      <a:pt x="71" y="97"/>
                    </a:cubicBezTo>
                    <a:cubicBezTo>
                      <a:pt x="70" y="98"/>
                      <a:pt x="70" y="98"/>
                      <a:pt x="70" y="99"/>
                    </a:cubicBezTo>
                    <a:cubicBezTo>
                      <a:pt x="71" y="100"/>
                      <a:pt x="72" y="102"/>
                      <a:pt x="73" y="103"/>
                    </a:cubicBezTo>
                    <a:cubicBezTo>
                      <a:pt x="75" y="104"/>
                      <a:pt x="75" y="104"/>
                      <a:pt x="75" y="106"/>
                    </a:cubicBezTo>
                    <a:cubicBezTo>
                      <a:pt x="74" y="106"/>
                      <a:pt x="74" y="107"/>
                      <a:pt x="74" y="107"/>
                    </a:cubicBezTo>
                    <a:cubicBezTo>
                      <a:pt x="74" y="109"/>
                      <a:pt x="72" y="110"/>
                      <a:pt x="73" y="112"/>
                    </a:cubicBezTo>
                    <a:cubicBezTo>
                      <a:pt x="73" y="113"/>
                      <a:pt x="73" y="114"/>
                      <a:pt x="71" y="115"/>
                    </a:cubicBezTo>
                    <a:cubicBezTo>
                      <a:pt x="71" y="115"/>
                      <a:pt x="71" y="115"/>
                      <a:pt x="71" y="115"/>
                    </a:cubicBezTo>
                    <a:cubicBezTo>
                      <a:pt x="70" y="116"/>
                      <a:pt x="71" y="117"/>
                      <a:pt x="70" y="119"/>
                    </a:cubicBezTo>
                    <a:cubicBezTo>
                      <a:pt x="70" y="119"/>
                      <a:pt x="71" y="119"/>
                      <a:pt x="71" y="119"/>
                    </a:cubicBezTo>
                    <a:cubicBezTo>
                      <a:pt x="72" y="119"/>
                      <a:pt x="72" y="119"/>
                      <a:pt x="73" y="119"/>
                    </a:cubicBezTo>
                    <a:cubicBezTo>
                      <a:pt x="74" y="118"/>
                      <a:pt x="75" y="117"/>
                      <a:pt x="76" y="118"/>
                    </a:cubicBezTo>
                    <a:cubicBezTo>
                      <a:pt x="77" y="118"/>
                      <a:pt x="78" y="117"/>
                      <a:pt x="79" y="116"/>
                    </a:cubicBezTo>
                    <a:cubicBezTo>
                      <a:pt x="80" y="115"/>
                      <a:pt x="80" y="114"/>
                      <a:pt x="82" y="114"/>
                    </a:cubicBezTo>
                    <a:cubicBezTo>
                      <a:pt x="82" y="114"/>
                      <a:pt x="82" y="114"/>
                      <a:pt x="82" y="114"/>
                    </a:cubicBezTo>
                    <a:cubicBezTo>
                      <a:pt x="83" y="116"/>
                      <a:pt x="83" y="117"/>
                      <a:pt x="83" y="118"/>
                    </a:cubicBezTo>
                    <a:cubicBezTo>
                      <a:pt x="84" y="119"/>
                      <a:pt x="84" y="119"/>
                      <a:pt x="83" y="119"/>
                    </a:cubicBezTo>
                    <a:cubicBezTo>
                      <a:pt x="82" y="120"/>
                      <a:pt x="83" y="121"/>
                      <a:pt x="83" y="122"/>
                    </a:cubicBezTo>
                    <a:cubicBezTo>
                      <a:pt x="83" y="123"/>
                      <a:pt x="82" y="123"/>
                      <a:pt x="82" y="124"/>
                    </a:cubicBezTo>
                    <a:cubicBezTo>
                      <a:pt x="82" y="124"/>
                      <a:pt x="82" y="125"/>
                      <a:pt x="82" y="125"/>
                    </a:cubicBezTo>
                    <a:cubicBezTo>
                      <a:pt x="83" y="126"/>
                      <a:pt x="83" y="125"/>
                      <a:pt x="83" y="125"/>
                    </a:cubicBezTo>
                    <a:cubicBezTo>
                      <a:pt x="85" y="124"/>
                      <a:pt x="86" y="122"/>
                      <a:pt x="87" y="121"/>
                    </a:cubicBezTo>
                    <a:cubicBezTo>
                      <a:pt x="88" y="120"/>
                      <a:pt x="89" y="119"/>
                      <a:pt x="90" y="117"/>
                    </a:cubicBezTo>
                    <a:cubicBezTo>
                      <a:pt x="90" y="116"/>
                      <a:pt x="91" y="116"/>
                      <a:pt x="92" y="115"/>
                    </a:cubicBezTo>
                    <a:cubicBezTo>
                      <a:pt x="92" y="115"/>
                      <a:pt x="92" y="115"/>
                      <a:pt x="92" y="115"/>
                    </a:cubicBezTo>
                    <a:cubicBezTo>
                      <a:pt x="93" y="115"/>
                      <a:pt x="93" y="115"/>
                      <a:pt x="92" y="113"/>
                    </a:cubicBezTo>
                    <a:cubicBezTo>
                      <a:pt x="94" y="113"/>
                      <a:pt x="94" y="112"/>
                      <a:pt x="93" y="111"/>
                    </a:cubicBezTo>
                    <a:cubicBezTo>
                      <a:pt x="93" y="110"/>
                      <a:pt x="93" y="109"/>
                      <a:pt x="94" y="108"/>
                    </a:cubicBezTo>
                    <a:cubicBezTo>
                      <a:pt x="94" y="107"/>
                      <a:pt x="94" y="107"/>
                      <a:pt x="94" y="107"/>
                    </a:cubicBezTo>
                    <a:close/>
                    <a:moveTo>
                      <a:pt x="156" y="22"/>
                    </a:moveTo>
                    <a:cubicBezTo>
                      <a:pt x="156" y="23"/>
                      <a:pt x="156" y="24"/>
                      <a:pt x="154" y="24"/>
                    </a:cubicBezTo>
                    <a:cubicBezTo>
                      <a:pt x="152" y="25"/>
                      <a:pt x="150" y="26"/>
                      <a:pt x="148" y="26"/>
                    </a:cubicBezTo>
                    <a:cubicBezTo>
                      <a:pt x="147" y="26"/>
                      <a:pt x="146" y="28"/>
                      <a:pt x="145" y="28"/>
                    </a:cubicBezTo>
                    <a:cubicBezTo>
                      <a:pt x="144" y="28"/>
                      <a:pt x="143" y="28"/>
                      <a:pt x="143" y="27"/>
                    </a:cubicBezTo>
                    <a:cubicBezTo>
                      <a:pt x="142" y="25"/>
                      <a:pt x="143" y="23"/>
                      <a:pt x="144" y="22"/>
                    </a:cubicBezTo>
                    <a:cubicBezTo>
                      <a:pt x="146" y="21"/>
                      <a:pt x="147" y="20"/>
                      <a:pt x="148" y="19"/>
                    </a:cubicBezTo>
                    <a:cubicBezTo>
                      <a:pt x="149" y="18"/>
                      <a:pt x="150" y="18"/>
                      <a:pt x="152" y="17"/>
                    </a:cubicBezTo>
                    <a:cubicBezTo>
                      <a:pt x="152" y="17"/>
                      <a:pt x="153" y="17"/>
                      <a:pt x="154" y="18"/>
                    </a:cubicBezTo>
                    <a:cubicBezTo>
                      <a:pt x="155" y="19"/>
                      <a:pt x="156" y="20"/>
                      <a:pt x="156" y="22"/>
                    </a:cubicBezTo>
                    <a:close/>
                    <a:moveTo>
                      <a:pt x="70" y="94"/>
                    </a:moveTo>
                    <a:cubicBezTo>
                      <a:pt x="69" y="94"/>
                      <a:pt x="70" y="93"/>
                      <a:pt x="70" y="93"/>
                    </a:cubicBezTo>
                    <a:cubicBezTo>
                      <a:pt x="70" y="92"/>
                      <a:pt x="69" y="91"/>
                      <a:pt x="69" y="91"/>
                    </a:cubicBezTo>
                    <a:cubicBezTo>
                      <a:pt x="69" y="90"/>
                      <a:pt x="69" y="89"/>
                      <a:pt x="69" y="88"/>
                    </a:cubicBezTo>
                    <a:cubicBezTo>
                      <a:pt x="69" y="87"/>
                      <a:pt x="68" y="86"/>
                      <a:pt x="67" y="86"/>
                    </a:cubicBezTo>
                    <a:cubicBezTo>
                      <a:pt x="67" y="86"/>
                      <a:pt x="66" y="86"/>
                      <a:pt x="66" y="85"/>
                    </a:cubicBezTo>
                    <a:cubicBezTo>
                      <a:pt x="66" y="85"/>
                      <a:pt x="66" y="84"/>
                      <a:pt x="67" y="84"/>
                    </a:cubicBezTo>
                    <a:cubicBezTo>
                      <a:pt x="68" y="84"/>
                      <a:pt x="70" y="83"/>
                      <a:pt x="71" y="83"/>
                    </a:cubicBezTo>
                    <a:cubicBezTo>
                      <a:pt x="72" y="83"/>
                      <a:pt x="72" y="82"/>
                      <a:pt x="72" y="82"/>
                    </a:cubicBezTo>
                    <a:cubicBezTo>
                      <a:pt x="72" y="81"/>
                      <a:pt x="72" y="80"/>
                      <a:pt x="73" y="80"/>
                    </a:cubicBezTo>
                    <a:cubicBezTo>
                      <a:pt x="74" y="80"/>
                      <a:pt x="74" y="81"/>
                      <a:pt x="74" y="81"/>
                    </a:cubicBezTo>
                    <a:cubicBezTo>
                      <a:pt x="74" y="82"/>
                      <a:pt x="74" y="82"/>
                      <a:pt x="74" y="82"/>
                    </a:cubicBezTo>
                    <a:cubicBezTo>
                      <a:pt x="75" y="81"/>
                      <a:pt x="75" y="80"/>
                      <a:pt x="76" y="81"/>
                    </a:cubicBezTo>
                    <a:cubicBezTo>
                      <a:pt x="77" y="82"/>
                      <a:pt x="78" y="82"/>
                      <a:pt x="78" y="83"/>
                    </a:cubicBezTo>
                    <a:cubicBezTo>
                      <a:pt x="78" y="84"/>
                      <a:pt x="78" y="84"/>
                      <a:pt x="78" y="84"/>
                    </a:cubicBezTo>
                    <a:cubicBezTo>
                      <a:pt x="78" y="84"/>
                      <a:pt x="78" y="84"/>
                      <a:pt x="78" y="84"/>
                    </a:cubicBezTo>
                    <a:cubicBezTo>
                      <a:pt x="78" y="84"/>
                      <a:pt x="78" y="84"/>
                      <a:pt x="78" y="84"/>
                    </a:cubicBezTo>
                    <a:cubicBezTo>
                      <a:pt x="79" y="85"/>
                      <a:pt x="79" y="85"/>
                      <a:pt x="79" y="86"/>
                    </a:cubicBezTo>
                    <a:cubicBezTo>
                      <a:pt x="79" y="86"/>
                      <a:pt x="79" y="86"/>
                      <a:pt x="79" y="86"/>
                    </a:cubicBezTo>
                    <a:cubicBezTo>
                      <a:pt x="79" y="87"/>
                      <a:pt x="79" y="87"/>
                      <a:pt x="79" y="88"/>
                    </a:cubicBezTo>
                    <a:cubicBezTo>
                      <a:pt x="80" y="90"/>
                      <a:pt x="79" y="91"/>
                      <a:pt x="79" y="92"/>
                    </a:cubicBezTo>
                    <a:cubicBezTo>
                      <a:pt x="79" y="93"/>
                      <a:pt x="78" y="93"/>
                      <a:pt x="77" y="93"/>
                    </a:cubicBezTo>
                    <a:cubicBezTo>
                      <a:pt x="77" y="94"/>
                      <a:pt x="76" y="93"/>
                      <a:pt x="76" y="93"/>
                    </a:cubicBezTo>
                    <a:cubicBezTo>
                      <a:pt x="75" y="93"/>
                      <a:pt x="73" y="94"/>
                      <a:pt x="72" y="94"/>
                    </a:cubicBezTo>
                    <a:cubicBezTo>
                      <a:pt x="71" y="95"/>
                      <a:pt x="71" y="93"/>
                      <a:pt x="70" y="94"/>
                    </a:cubicBezTo>
                    <a:close/>
                    <a:moveTo>
                      <a:pt x="130" y="71"/>
                    </a:moveTo>
                    <a:cubicBezTo>
                      <a:pt x="130" y="71"/>
                      <a:pt x="130" y="71"/>
                      <a:pt x="130" y="71"/>
                    </a:cubicBezTo>
                    <a:cubicBezTo>
                      <a:pt x="129" y="71"/>
                      <a:pt x="129" y="72"/>
                      <a:pt x="129" y="72"/>
                    </a:cubicBezTo>
                    <a:cubicBezTo>
                      <a:pt x="128" y="73"/>
                      <a:pt x="127" y="73"/>
                      <a:pt x="126" y="72"/>
                    </a:cubicBezTo>
                    <a:cubicBezTo>
                      <a:pt x="125" y="71"/>
                      <a:pt x="124" y="71"/>
                      <a:pt x="123" y="71"/>
                    </a:cubicBezTo>
                    <a:cubicBezTo>
                      <a:pt x="122" y="72"/>
                      <a:pt x="121" y="72"/>
                      <a:pt x="120" y="73"/>
                    </a:cubicBezTo>
                    <a:cubicBezTo>
                      <a:pt x="120" y="73"/>
                      <a:pt x="120" y="73"/>
                      <a:pt x="120" y="73"/>
                    </a:cubicBezTo>
                    <a:cubicBezTo>
                      <a:pt x="120" y="74"/>
                      <a:pt x="120" y="74"/>
                      <a:pt x="119" y="74"/>
                    </a:cubicBezTo>
                    <a:cubicBezTo>
                      <a:pt x="119" y="74"/>
                      <a:pt x="119" y="74"/>
                      <a:pt x="119" y="74"/>
                    </a:cubicBezTo>
                    <a:cubicBezTo>
                      <a:pt x="118" y="73"/>
                      <a:pt x="118" y="73"/>
                      <a:pt x="119" y="72"/>
                    </a:cubicBezTo>
                    <a:cubicBezTo>
                      <a:pt x="120" y="70"/>
                      <a:pt x="122" y="71"/>
                      <a:pt x="122" y="69"/>
                    </a:cubicBezTo>
                    <a:cubicBezTo>
                      <a:pt x="122" y="69"/>
                      <a:pt x="125" y="69"/>
                      <a:pt x="125" y="69"/>
                    </a:cubicBezTo>
                    <a:cubicBezTo>
                      <a:pt x="127" y="71"/>
                      <a:pt x="128" y="71"/>
                      <a:pt x="129" y="71"/>
                    </a:cubicBezTo>
                    <a:cubicBezTo>
                      <a:pt x="130" y="71"/>
                      <a:pt x="130" y="70"/>
                      <a:pt x="130" y="71"/>
                    </a:cubicBezTo>
                    <a:close/>
                    <a:moveTo>
                      <a:pt x="118" y="27"/>
                    </a:moveTo>
                    <a:cubicBezTo>
                      <a:pt x="117" y="26"/>
                      <a:pt x="117" y="25"/>
                      <a:pt x="117" y="24"/>
                    </a:cubicBezTo>
                    <a:cubicBezTo>
                      <a:pt x="117" y="23"/>
                      <a:pt x="117" y="22"/>
                      <a:pt x="118" y="22"/>
                    </a:cubicBezTo>
                    <a:cubicBezTo>
                      <a:pt x="118" y="22"/>
                      <a:pt x="119" y="22"/>
                      <a:pt x="119" y="23"/>
                    </a:cubicBezTo>
                    <a:cubicBezTo>
                      <a:pt x="120" y="24"/>
                      <a:pt x="121" y="24"/>
                      <a:pt x="121" y="25"/>
                    </a:cubicBezTo>
                    <a:cubicBezTo>
                      <a:pt x="121" y="25"/>
                      <a:pt x="121" y="25"/>
                      <a:pt x="121" y="25"/>
                    </a:cubicBezTo>
                    <a:cubicBezTo>
                      <a:pt x="122" y="26"/>
                      <a:pt x="122" y="26"/>
                      <a:pt x="121" y="27"/>
                    </a:cubicBezTo>
                    <a:cubicBezTo>
                      <a:pt x="121" y="27"/>
                      <a:pt x="121" y="27"/>
                      <a:pt x="120" y="28"/>
                    </a:cubicBezTo>
                    <a:cubicBezTo>
                      <a:pt x="119" y="28"/>
                      <a:pt x="118" y="28"/>
                      <a:pt x="118" y="27"/>
                    </a:cubicBezTo>
                    <a:close/>
                    <a:moveTo>
                      <a:pt x="65" y="65"/>
                    </a:moveTo>
                    <a:cubicBezTo>
                      <a:pt x="65" y="63"/>
                      <a:pt x="66" y="63"/>
                      <a:pt x="68" y="64"/>
                    </a:cubicBezTo>
                    <a:cubicBezTo>
                      <a:pt x="70" y="64"/>
                      <a:pt x="70" y="65"/>
                      <a:pt x="70" y="66"/>
                    </a:cubicBezTo>
                    <a:cubicBezTo>
                      <a:pt x="69" y="67"/>
                      <a:pt x="68" y="67"/>
                      <a:pt x="67" y="67"/>
                    </a:cubicBezTo>
                    <a:cubicBezTo>
                      <a:pt x="66" y="67"/>
                      <a:pt x="65" y="66"/>
                      <a:pt x="65" y="65"/>
                    </a:cubicBezTo>
                    <a:close/>
                    <a:moveTo>
                      <a:pt x="52" y="16"/>
                    </a:moveTo>
                    <a:cubicBezTo>
                      <a:pt x="52" y="16"/>
                      <a:pt x="53" y="15"/>
                      <a:pt x="53" y="15"/>
                    </a:cubicBezTo>
                    <a:cubicBezTo>
                      <a:pt x="54" y="16"/>
                      <a:pt x="55" y="16"/>
                      <a:pt x="55" y="17"/>
                    </a:cubicBezTo>
                    <a:cubicBezTo>
                      <a:pt x="55" y="18"/>
                      <a:pt x="55" y="18"/>
                      <a:pt x="56" y="18"/>
                    </a:cubicBezTo>
                    <a:cubicBezTo>
                      <a:pt x="56" y="19"/>
                      <a:pt x="55" y="19"/>
                      <a:pt x="55" y="19"/>
                    </a:cubicBezTo>
                    <a:cubicBezTo>
                      <a:pt x="55" y="20"/>
                      <a:pt x="54" y="20"/>
                      <a:pt x="53" y="20"/>
                    </a:cubicBezTo>
                    <a:cubicBezTo>
                      <a:pt x="52" y="19"/>
                      <a:pt x="51" y="18"/>
                      <a:pt x="52" y="16"/>
                    </a:cubicBezTo>
                    <a:close/>
                    <a:moveTo>
                      <a:pt x="112" y="79"/>
                    </a:moveTo>
                    <a:cubicBezTo>
                      <a:pt x="111" y="80"/>
                      <a:pt x="111" y="80"/>
                      <a:pt x="110" y="80"/>
                    </a:cubicBezTo>
                    <a:cubicBezTo>
                      <a:pt x="109" y="79"/>
                      <a:pt x="108" y="77"/>
                      <a:pt x="108" y="75"/>
                    </a:cubicBezTo>
                    <a:cubicBezTo>
                      <a:pt x="108" y="75"/>
                      <a:pt x="108" y="74"/>
                      <a:pt x="109" y="74"/>
                    </a:cubicBezTo>
                    <a:cubicBezTo>
                      <a:pt x="109" y="74"/>
                      <a:pt x="109" y="75"/>
                      <a:pt x="110" y="75"/>
                    </a:cubicBezTo>
                    <a:cubicBezTo>
                      <a:pt x="110" y="76"/>
                      <a:pt x="110" y="77"/>
                      <a:pt x="112" y="78"/>
                    </a:cubicBezTo>
                    <a:cubicBezTo>
                      <a:pt x="112" y="78"/>
                      <a:pt x="112" y="79"/>
                      <a:pt x="112" y="79"/>
                    </a:cubicBezTo>
                    <a:close/>
                    <a:moveTo>
                      <a:pt x="135" y="67"/>
                    </a:moveTo>
                    <a:cubicBezTo>
                      <a:pt x="135" y="68"/>
                      <a:pt x="134" y="69"/>
                      <a:pt x="133" y="69"/>
                    </a:cubicBezTo>
                    <a:cubicBezTo>
                      <a:pt x="133" y="69"/>
                      <a:pt x="132" y="68"/>
                      <a:pt x="132" y="68"/>
                    </a:cubicBezTo>
                    <a:cubicBezTo>
                      <a:pt x="132" y="67"/>
                      <a:pt x="133" y="66"/>
                      <a:pt x="134" y="66"/>
                    </a:cubicBezTo>
                    <a:cubicBezTo>
                      <a:pt x="134" y="66"/>
                      <a:pt x="135" y="66"/>
                      <a:pt x="135" y="67"/>
                    </a:cubicBezTo>
                    <a:close/>
                    <a:moveTo>
                      <a:pt x="65" y="55"/>
                    </a:moveTo>
                    <a:cubicBezTo>
                      <a:pt x="65" y="55"/>
                      <a:pt x="64" y="55"/>
                      <a:pt x="63" y="55"/>
                    </a:cubicBezTo>
                    <a:cubicBezTo>
                      <a:pt x="63" y="55"/>
                      <a:pt x="63" y="55"/>
                      <a:pt x="62" y="55"/>
                    </a:cubicBezTo>
                    <a:cubicBezTo>
                      <a:pt x="62" y="54"/>
                      <a:pt x="62" y="54"/>
                      <a:pt x="62" y="53"/>
                    </a:cubicBezTo>
                    <a:cubicBezTo>
                      <a:pt x="62" y="52"/>
                      <a:pt x="63" y="53"/>
                      <a:pt x="63" y="53"/>
                    </a:cubicBezTo>
                    <a:cubicBezTo>
                      <a:pt x="64" y="53"/>
                      <a:pt x="65" y="54"/>
                      <a:pt x="65" y="55"/>
                    </a:cubicBezTo>
                    <a:close/>
                    <a:moveTo>
                      <a:pt x="102" y="142"/>
                    </a:moveTo>
                    <a:cubicBezTo>
                      <a:pt x="102" y="142"/>
                      <a:pt x="102" y="142"/>
                      <a:pt x="102" y="142"/>
                    </a:cubicBezTo>
                    <a:cubicBezTo>
                      <a:pt x="101" y="145"/>
                      <a:pt x="100" y="147"/>
                      <a:pt x="98" y="149"/>
                    </a:cubicBezTo>
                    <a:cubicBezTo>
                      <a:pt x="99" y="146"/>
                      <a:pt x="101" y="144"/>
                      <a:pt x="102" y="142"/>
                    </a:cubicBezTo>
                    <a:close/>
                    <a:moveTo>
                      <a:pt x="4" y="43"/>
                    </a:moveTo>
                    <a:cubicBezTo>
                      <a:pt x="4" y="43"/>
                      <a:pt x="3" y="43"/>
                      <a:pt x="3" y="44"/>
                    </a:cubicBezTo>
                    <a:cubicBezTo>
                      <a:pt x="2" y="43"/>
                      <a:pt x="2" y="43"/>
                      <a:pt x="2" y="43"/>
                    </a:cubicBezTo>
                    <a:cubicBezTo>
                      <a:pt x="2" y="42"/>
                      <a:pt x="3" y="42"/>
                      <a:pt x="2" y="41"/>
                    </a:cubicBezTo>
                    <a:cubicBezTo>
                      <a:pt x="2" y="41"/>
                      <a:pt x="2" y="41"/>
                      <a:pt x="3" y="41"/>
                    </a:cubicBezTo>
                    <a:cubicBezTo>
                      <a:pt x="4" y="41"/>
                      <a:pt x="4" y="42"/>
                      <a:pt x="4" y="43"/>
                    </a:cubicBezTo>
                    <a:close/>
                    <a:moveTo>
                      <a:pt x="68" y="4"/>
                    </a:moveTo>
                    <a:cubicBezTo>
                      <a:pt x="68" y="3"/>
                      <a:pt x="68" y="3"/>
                      <a:pt x="69" y="3"/>
                    </a:cubicBezTo>
                    <a:cubicBezTo>
                      <a:pt x="69" y="3"/>
                      <a:pt x="70" y="3"/>
                      <a:pt x="70" y="4"/>
                    </a:cubicBezTo>
                    <a:cubicBezTo>
                      <a:pt x="70" y="4"/>
                      <a:pt x="70" y="5"/>
                      <a:pt x="70" y="5"/>
                    </a:cubicBezTo>
                    <a:cubicBezTo>
                      <a:pt x="69" y="5"/>
                      <a:pt x="68" y="4"/>
                      <a:pt x="68" y="4"/>
                    </a:cubicBezTo>
                    <a:close/>
                    <a:moveTo>
                      <a:pt x="70" y="3"/>
                    </a:moveTo>
                    <a:cubicBezTo>
                      <a:pt x="70" y="1"/>
                      <a:pt x="69" y="1"/>
                      <a:pt x="69" y="0"/>
                    </a:cubicBezTo>
                    <a:cubicBezTo>
                      <a:pt x="69" y="0"/>
                      <a:pt x="69" y="0"/>
                      <a:pt x="70" y="0"/>
                    </a:cubicBezTo>
                    <a:cubicBezTo>
                      <a:pt x="70" y="1"/>
                      <a:pt x="70" y="1"/>
                      <a:pt x="70" y="1"/>
                    </a:cubicBezTo>
                    <a:cubicBezTo>
                      <a:pt x="71" y="1"/>
                      <a:pt x="71" y="0"/>
                      <a:pt x="71" y="1"/>
                    </a:cubicBezTo>
                    <a:cubicBezTo>
                      <a:pt x="71" y="2"/>
                      <a:pt x="71" y="2"/>
                      <a:pt x="70" y="3"/>
                    </a:cubicBezTo>
                    <a:close/>
                    <a:moveTo>
                      <a:pt x="2" y="40"/>
                    </a:moveTo>
                    <a:cubicBezTo>
                      <a:pt x="2" y="39"/>
                      <a:pt x="2" y="39"/>
                      <a:pt x="2" y="39"/>
                    </a:cubicBezTo>
                    <a:cubicBezTo>
                      <a:pt x="3" y="39"/>
                      <a:pt x="3" y="39"/>
                      <a:pt x="3" y="40"/>
                    </a:cubicBezTo>
                    <a:cubicBezTo>
                      <a:pt x="4" y="40"/>
                      <a:pt x="3" y="40"/>
                      <a:pt x="3" y="40"/>
                    </a:cubicBezTo>
                    <a:cubicBezTo>
                      <a:pt x="2" y="40"/>
                      <a:pt x="2" y="40"/>
                      <a:pt x="2" y="40"/>
                    </a:cubicBezTo>
                    <a:close/>
                    <a:moveTo>
                      <a:pt x="72" y="3"/>
                    </a:moveTo>
                    <a:cubicBezTo>
                      <a:pt x="72" y="2"/>
                      <a:pt x="73" y="2"/>
                      <a:pt x="73" y="2"/>
                    </a:cubicBezTo>
                    <a:cubicBezTo>
                      <a:pt x="74" y="2"/>
                      <a:pt x="74" y="2"/>
                      <a:pt x="74" y="3"/>
                    </a:cubicBezTo>
                    <a:cubicBezTo>
                      <a:pt x="73" y="3"/>
                      <a:pt x="73" y="3"/>
                      <a:pt x="72" y="4"/>
                    </a:cubicBezTo>
                    <a:cubicBezTo>
                      <a:pt x="72" y="4"/>
                      <a:pt x="72" y="3"/>
                      <a:pt x="72" y="3"/>
                    </a:cubicBezTo>
                    <a:close/>
                    <a:moveTo>
                      <a:pt x="93" y="14"/>
                    </a:moveTo>
                    <a:cubicBezTo>
                      <a:pt x="93" y="14"/>
                      <a:pt x="92" y="13"/>
                      <a:pt x="93" y="13"/>
                    </a:cubicBezTo>
                    <a:cubicBezTo>
                      <a:pt x="94" y="13"/>
                      <a:pt x="94" y="14"/>
                      <a:pt x="94" y="14"/>
                    </a:cubicBezTo>
                    <a:cubicBezTo>
                      <a:pt x="94" y="15"/>
                      <a:pt x="94" y="15"/>
                      <a:pt x="93" y="15"/>
                    </a:cubicBezTo>
                    <a:cubicBezTo>
                      <a:pt x="93" y="15"/>
                      <a:pt x="92" y="15"/>
                      <a:pt x="93" y="14"/>
                    </a:cubicBezTo>
                    <a:close/>
                    <a:moveTo>
                      <a:pt x="64" y="11"/>
                    </a:moveTo>
                    <a:cubicBezTo>
                      <a:pt x="63" y="10"/>
                      <a:pt x="64" y="9"/>
                      <a:pt x="65" y="8"/>
                    </a:cubicBezTo>
                    <a:cubicBezTo>
                      <a:pt x="65" y="9"/>
                      <a:pt x="66" y="10"/>
                      <a:pt x="65" y="11"/>
                    </a:cubicBezTo>
                    <a:cubicBezTo>
                      <a:pt x="64" y="11"/>
                      <a:pt x="64" y="11"/>
                      <a:pt x="64" y="11"/>
                    </a:cubicBezTo>
                    <a:close/>
                    <a:moveTo>
                      <a:pt x="65" y="58"/>
                    </a:moveTo>
                    <a:cubicBezTo>
                      <a:pt x="65" y="57"/>
                      <a:pt x="64" y="57"/>
                      <a:pt x="65" y="57"/>
                    </a:cubicBezTo>
                    <a:cubicBezTo>
                      <a:pt x="65" y="57"/>
                      <a:pt x="65" y="57"/>
                      <a:pt x="65" y="58"/>
                    </a:cubicBezTo>
                    <a:cubicBezTo>
                      <a:pt x="65" y="58"/>
                      <a:pt x="65" y="59"/>
                      <a:pt x="65" y="59"/>
                    </a:cubicBezTo>
                    <a:cubicBezTo>
                      <a:pt x="64" y="59"/>
                      <a:pt x="64" y="58"/>
                      <a:pt x="65" y="58"/>
                    </a:cubicBezTo>
                    <a:close/>
                    <a:moveTo>
                      <a:pt x="27" y="29"/>
                    </a:moveTo>
                    <a:cubicBezTo>
                      <a:pt x="27" y="29"/>
                      <a:pt x="27" y="29"/>
                      <a:pt x="27" y="29"/>
                    </a:cubicBezTo>
                    <a:cubicBezTo>
                      <a:pt x="28" y="29"/>
                      <a:pt x="28" y="29"/>
                      <a:pt x="28" y="29"/>
                    </a:cubicBezTo>
                    <a:cubicBezTo>
                      <a:pt x="28" y="29"/>
                      <a:pt x="27" y="30"/>
                      <a:pt x="27" y="30"/>
                    </a:cubicBezTo>
                    <a:cubicBezTo>
                      <a:pt x="27" y="30"/>
                      <a:pt x="27" y="29"/>
                      <a:pt x="27" y="29"/>
                    </a:cubicBezTo>
                    <a:close/>
                    <a:moveTo>
                      <a:pt x="75" y="16"/>
                    </a:moveTo>
                    <a:cubicBezTo>
                      <a:pt x="75" y="16"/>
                      <a:pt x="74" y="17"/>
                      <a:pt x="74" y="17"/>
                    </a:cubicBezTo>
                    <a:cubicBezTo>
                      <a:pt x="74" y="16"/>
                      <a:pt x="74" y="16"/>
                      <a:pt x="75" y="16"/>
                    </a:cubicBezTo>
                    <a:close/>
                    <a:moveTo>
                      <a:pt x="42" y="148"/>
                    </a:moveTo>
                    <a:cubicBezTo>
                      <a:pt x="42" y="148"/>
                      <a:pt x="42" y="148"/>
                      <a:pt x="42" y="148"/>
                    </a:cubicBezTo>
                    <a:cubicBezTo>
                      <a:pt x="41" y="148"/>
                      <a:pt x="41" y="148"/>
                      <a:pt x="41" y="148"/>
                    </a:cubicBezTo>
                    <a:cubicBezTo>
                      <a:pt x="41" y="148"/>
                      <a:pt x="41" y="147"/>
                      <a:pt x="42" y="147"/>
                    </a:cubicBezTo>
                    <a:cubicBezTo>
                      <a:pt x="42" y="148"/>
                      <a:pt x="42" y="148"/>
                      <a:pt x="42" y="148"/>
                    </a:cubicBezTo>
                    <a:close/>
                    <a:moveTo>
                      <a:pt x="29" y="79"/>
                    </a:moveTo>
                    <a:cubicBezTo>
                      <a:pt x="29" y="79"/>
                      <a:pt x="28" y="79"/>
                      <a:pt x="29" y="79"/>
                    </a:cubicBezTo>
                    <a:cubicBezTo>
                      <a:pt x="29" y="78"/>
                      <a:pt x="29" y="78"/>
                      <a:pt x="29" y="78"/>
                    </a:cubicBezTo>
                    <a:cubicBezTo>
                      <a:pt x="29" y="78"/>
                      <a:pt x="29" y="78"/>
                      <a:pt x="29" y="79"/>
                    </a:cubicBezTo>
                    <a:cubicBezTo>
                      <a:pt x="29" y="79"/>
                      <a:pt x="29" y="79"/>
                      <a:pt x="29" y="79"/>
                    </a:cubicBezTo>
                    <a:close/>
                    <a:moveTo>
                      <a:pt x="86" y="124"/>
                    </a:moveTo>
                    <a:cubicBezTo>
                      <a:pt x="86" y="124"/>
                      <a:pt x="86" y="125"/>
                      <a:pt x="86" y="125"/>
                    </a:cubicBezTo>
                    <a:cubicBezTo>
                      <a:pt x="86" y="125"/>
                      <a:pt x="86" y="125"/>
                      <a:pt x="86" y="125"/>
                    </a:cubicBezTo>
                    <a:cubicBezTo>
                      <a:pt x="86" y="125"/>
                      <a:pt x="85" y="125"/>
                      <a:pt x="85" y="125"/>
                    </a:cubicBezTo>
                    <a:cubicBezTo>
                      <a:pt x="85" y="125"/>
                      <a:pt x="86" y="124"/>
                      <a:pt x="86" y="124"/>
                    </a:cubicBezTo>
                    <a:close/>
                    <a:moveTo>
                      <a:pt x="92" y="11"/>
                    </a:moveTo>
                    <a:cubicBezTo>
                      <a:pt x="92" y="11"/>
                      <a:pt x="92" y="11"/>
                      <a:pt x="92" y="11"/>
                    </a:cubicBezTo>
                    <a:cubicBezTo>
                      <a:pt x="92" y="10"/>
                      <a:pt x="92" y="10"/>
                      <a:pt x="93" y="11"/>
                    </a:cubicBezTo>
                    <a:cubicBezTo>
                      <a:pt x="93" y="11"/>
                      <a:pt x="92" y="11"/>
                      <a:pt x="92" y="11"/>
                    </a:cubicBezTo>
                    <a:close/>
                    <a:moveTo>
                      <a:pt x="11" y="93"/>
                    </a:moveTo>
                    <a:cubicBezTo>
                      <a:pt x="11" y="93"/>
                      <a:pt x="11" y="94"/>
                      <a:pt x="11" y="95"/>
                    </a:cubicBezTo>
                    <a:cubicBezTo>
                      <a:pt x="11" y="94"/>
                      <a:pt x="10" y="94"/>
                      <a:pt x="10" y="94"/>
                    </a:cubicBezTo>
                    <a:cubicBezTo>
                      <a:pt x="9" y="93"/>
                      <a:pt x="9" y="93"/>
                      <a:pt x="9" y="93"/>
                    </a:cubicBezTo>
                    <a:cubicBezTo>
                      <a:pt x="9" y="91"/>
                      <a:pt x="7" y="89"/>
                      <a:pt x="6" y="87"/>
                    </a:cubicBezTo>
                    <a:cubicBezTo>
                      <a:pt x="6" y="87"/>
                      <a:pt x="6" y="86"/>
                      <a:pt x="6" y="87"/>
                    </a:cubicBezTo>
                    <a:cubicBezTo>
                      <a:pt x="3" y="87"/>
                      <a:pt x="3" y="85"/>
                      <a:pt x="3" y="84"/>
                    </a:cubicBezTo>
                    <a:cubicBezTo>
                      <a:pt x="3" y="81"/>
                      <a:pt x="2" y="79"/>
                      <a:pt x="1" y="76"/>
                    </a:cubicBezTo>
                    <a:cubicBezTo>
                      <a:pt x="0" y="75"/>
                      <a:pt x="1" y="73"/>
                      <a:pt x="0" y="72"/>
                    </a:cubicBezTo>
                    <a:cubicBezTo>
                      <a:pt x="0" y="71"/>
                      <a:pt x="1" y="71"/>
                      <a:pt x="1" y="71"/>
                    </a:cubicBezTo>
                    <a:cubicBezTo>
                      <a:pt x="2" y="72"/>
                      <a:pt x="3" y="72"/>
                      <a:pt x="3" y="73"/>
                    </a:cubicBezTo>
                    <a:cubicBezTo>
                      <a:pt x="3" y="73"/>
                      <a:pt x="3" y="73"/>
                      <a:pt x="3" y="73"/>
                    </a:cubicBezTo>
                    <a:cubicBezTo>
                      <a:pt x="4" y="73"/>
                      <a:pt x="4" y="74"/>
                      <a:pt x="3" y="74"/>
                    </a:cubicBezTo>
                    <a:cubicBezTo>
                      <a:pt x="3" y="75"/>
                      <a:pt x="3" y="75"/>
                      <a:pt x="3" y="76"/>
                    </a:cubicBezTo>
                    <a:cubicBezTo>
                      <a:pt x="5" y="76"/>
                      <a:pt x="4" y="77"/>
                      <a:pt x="4" y="77"/>
                    </a:cubicBezTo>
                    <a:cubicBezTo>
                      <a:pt x="4" y="78"/>
                      <a:pt x="4" y="79"/>
                      <a:pt x="4" y="79"/>
                    </a:cubicBezTo>
                    <a:cubicBezTo>
                      <a:pt x="5" y="79"/>
                      <a:pt x="4" y="80"/>
                      <a:pt x="4" y="80"/>
                    </a:cubicBezTo>
                    <a:cubicBezTo>
                      <a:pt x="4" y="81"/>
                      <a:pt x="4" y="81"/>
                      <a:pt x="5" y="81"/>
                    </a:cubicBezTo>
                    <a:cubicBezTo>
                      <a:pt x="5" y="81"/>
                      <a:pt x="5" y="81"/>
                      <a:pt x="5" y="82"/>
                    </a:cubicBezTo>
                    <a:cubicBezTo>
                      <a:pt x="5" y="82"/>
                      <a:pt x="5" y="83"/>
                      <a:pt x="6" y="83"/>
                    </a:cubicBezTo>
                    <a:cubicBezTo>
                      <a:pt x="6" y="83"/>
                      <a:pt x="7" y="84"/>
                      <a:pt x="7" y="84"/>
                    </a:cubicBezTo>
                    <a:cubicBezTo>
                      <a:pt x="7" y="85"/>
                      <a:pt x="8" y="86"/>
                      <a:pt x="9" y="87"/>
                    </a:cubicBezTo>
                    <a:cubicBezTo>
                      <a:pt x="9" y="87"/>
                      <a:pt x="10" y="87"/>
                      <a:pt x="9" y="87"/>
                    </a:cubicBezTo>
                    <a:cubicBezTo>
                      <a:pt x="9" y="89"/>
                      <a:pt x="10" y="90"/>
                      <a:pt x="10" y="92"/>
                    </a:cubicBezTo>
                    <a:cubicBezTo>
                      <a:pt x="10" y="92"/>
                      <a:pt x="10" y="92"/>
                      <a:pt x="10" y="92"/>
                    </a:cubicBezTo>
                    <a:cubicBezTo>
                      <a:pt x="11" y="92"/>
                      <a:pt x="11" y="93"/>
                      <a:pt x="11" y="93"/>
                    </a:cubicBezTo>
                    <a:close/>
                    <a:moveTo>
                      <a:pt x="124" y="75"/>
                    </a:moveTo>
                    <a:cubicBezTo>
                      <a:pt x="124" y="75"/>
                      <a:pt x="124" y="75"/>
                      <a:pt x="124" y="75"/>
                    </a:cubicBezTo>
                    <a:cubicBezTo>
                      <a:pt x="124" y="75"/>
                      <a:pt x="123" y="75"/>
                      <a:pt x="123" y="75"/>
                    </a:cubicBezTo>
                    <a:cubicBezTo>
                      <a:pt x="124" y="75"/>
                      <a:pt x="124" y="75"/>
                      <a:pt x="124" y="75"/>
                    </a:cubicBezTo>
                    <a:cubicBezTo>
                      <a:pt x="124" y="75"/>
                      <a:pt x="124" y="75"/>
                      <a:pt x="124" y="75"/>
                    </a:cubicBezTo>
                    <a:close/>
                    <a:moveTo>
                      <a:pt x="62" y="52"/>
                    </a:moveTo>
                    <a:cubicBezTo>
                      <a:pt x="62" y="52"/>
                      <a:pt x="62" y="51"/>
                      <a:pt x="62" y="51"/>
                    </a:cubicBezTo>
                    <a:cubicBezTo>
                      <a:pt x="62" y="51"/>
                      <a:pt x="62" y="52"/>
                      <a:pt x="62" y="52"/>
                    </a:cubicBezTo>
                    <a:cubicBezTo>
                      <a:pt x="62" y="52"/>
                      <a:pt x="62" y="52"/>
                      <a:pt x="62" y="52"/>
                    </a:cubicBezTo>
                    <a:cubicBezTo>
                      <a:pt x="62" y="52"/>
                      <a:pt x="62" y="52"/>
                      <a:pt x="62" y="5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31" name="Oceania">
                <a:extLst>
                  <a:ext uri="{FF2B5EF4-FFF2-40B4-BE49-F238E27FC236}">
                    <a16:creationId xmlns:a16="http://schemas.microsoft.com/office/drawing/2014/main" id="{6A4775E8-4F11-B99B-16FA-E856EA3A0E08}"/>
                  </a:ext>
                </a:extLst>
              </p:cNvPr>
              <p:cNvGrpSpPr/>
              <p:nvPr/>
            </p:nvGrpSpPr>
            <p:grpSpPr>
              <a:xfrm>
                <a:off x="8555038" y="4954588"/>
                <a:ext cx="2014537" cy="1549400"/>
                <a:chOff x="8555038" y="4954588"/>
                <a:chExt cx="2014537" cy="1549400"/>
              </a:xfrm>
              <a:grpFill/>
            </p:grpSpPr>
            <p:sp>
              <p:nvSpPr>
                <p:cNvPr id="940" name="Freeform 703">
                  <a:extLst>
                    <a:ext uri="{FF2B5EF4-FFF2-40B4-BE49-F238E27FC236}">
                      <a16:creationId xmlns:a16="http://schemas.microsoft.com/office/drawing/2014/main" id="{F23205C4-9487-0E4C-C637-98C26DD5C9C7}"/>
                    </a:ext>
                  </a:extLst>
                </p:cNvPr>
                <p:cNvSpPr>
                  <a:spLocks noEditPoints="1"/>
                </p:cNvSpPr>
                <p:nvPr/>
              </p:nvSpPr>
              <p:spPr bwMode="auto">
                <a:xfrm>
                  <a:off x="9725025" y="5026025"/>
                  <a:ext cx="50800" cy="66675"/>
                </a:xfrm>
                <a:custGeom>
                  <a:avLst/>
                  <a:gdLst>
                    <a:gd name="T0" fmla="*/ 1 w 12"/>
                    <a:gd name="T1" fmla="*/ 0 h 16"/>
                    <a:gd name="T2" fmla="*/ 1 w 12"/>
                    <a:gd name="T3" fmla="*/ 0 h 16"/>
                    <a:gd name="T4" fmla="*/ 0 w 12"/>
                    <a:gd name="T5" fmla="*/ 0 h 16"/>
                    <a:gd name="T6" fmla="*/ 4 w 12"/>
                    <a:gd name="T7" fmla="*/ 7 h 16"/>
                    <a:gd name="T8" fmla="*/ 4 w 12"/>
                    <a:gd name="T9" fmla="*/ 9 h 16"/>
                    <a:gd name="T10" fmla="*/ 5 w 12"/>
                    <a:gd name="T11" fmla="*/ 11 h 16"/>
                    <a:gd name="T12" fmla="*/ 6 w 12"/>
                    <a:gd name="T13" fmla="*/ 12 h 16"/>
                    <a:gd name="T14" fmla="*/ 7 w 12"/>
                    <a:gd name="T15" fmla="*/ 13 h 16"/>
                    <a:gd name="T16" fmla="*/ 7 w 12"/>
                    <a:gd name="T17" fmla="*/ 14 h 16"/>
                    <a:gd name="T18" fmla="*/ 8 w 12"/>
                    <a:gd name="T19" fmla="*/ 15 h 16"/>
                    <a:gd name="T20" fmla="*/ 11 w 12"/>
                    <a:gd name="T21" fmla="*/ 16 h 16"/>
                    <a:gd name="T22" fmla="*/ 11 w 12"/>
                    <a:gd name="T23" fmla="*/ 15 h 16"/>
                    <a:gd name="T24" fmla="*/ 12 w 12"/>
                    <a:gd name="T25" fmla="*/ 16 h 16"/>
                    <a:gd name="T26" fmla="*/ 12 w 12"/>
                    <a:gd name="T27" fmla="*/ 14 h 16"/>
                    <a:gd name="T28" fmla="*/ 11 w 12"/>
                    <a:gd name="T29" fmla="*/ 13 h 16"/>
                    <a:gd name="T30" fmla="*/ 10 w 12"/>
                    <a:gd name="T31" fmla="*/ 12 h 16"/>
                    <a:gd name="T32" fmla="*/ 9 w 12"/>
                    <a:gd name="T33" fmla="*/ 10 h 16"/>
                    <a:gd name="T34" fmla="*/ 8 w 12"/>
                    <a:gd name="T35" fmla="*/ 10 h 16"/>
                    <a:gd name="T36" fmla="*/ 7 w 12"/>
                    <a:gd name="T37" fmla="*/ 9 h 16"/>
                    <a:gd name="T38" fmla="*/ 7 w 12"/>
                    <a:gd name="T39" fmla="*/ 8 h 16"/>
                    <a:gd name="T40" fmla="*/ 6 w 12"/>
                    <a:gd name="T41" fmla="*/ 7 h 16"/>
                    <a:gd name="T42" fmla="*/ 6 w 12"/>
                    <a:gd name="T43" fmla="*/ 7 h 16"/>
                    <a:gd name="T44" fmla="*/ 6 w 12"/>
                    <a:gd name="T45" fmla="*/ 7 h 16"/>
                    <a:gd name="T46" fmla="*/ 5 w 12"/>
                    <a:gd name="T47" fmla="*/ 7 h 16"/>
                    <a:gd name="T48" fmla="*/ 4 w 12"/>
                    <a:gd name="T49" fmla="*/ 6 h 16"/>
                    <a:gd name="T50" fmla="*/ 4 w 12"/>
                    <a:gd name="T51" fmla="*/ 6 h 16"/>
                    <a:gd name="T52" fmla="*/ 4 w 12"/>
                    <a:gd name="T53" fmla="*/ 7 h 16"/>
                    <a:gd name="T54" fmla="*/ 3 w 12"/>
                    <a:gd name="T55" fmla="*/ 7 h 16"/>
                    <a:gd name="T56" fmla="*/ 4 w 12"/>
                    <a:gd name="T57" fmla="*/ 7 h 16"/>
                    <a:gd name="T58" fmla="*/ 4 w 12"/>
                    <a:gd name="T59" fmla="*/ 7 h 16"/>
                    <a:gd name="T60" fmla="*/ 4 w 12"/>
                    <a:gd name="T61" fmla="*/ 7 h 16"/>
                    <a:gd name="T62" fmla="*/ 3 w 12"/>
                    <a:gd name="T63" fmla="*/ 7 h 16"/>
                    <a:gd name="T64" fmla="*/ 3 w 12"/>
                    <a:gd name="T65" fmla="*/ 7 h 16"/>
                    <a:gd name="T66" fmla="*/ 3 w 12"/>
                    <a:gd name="T67" fmla="*/ 7 h 16"/>
                    <a:gd name="T68" fmla="*/ 4 w 12"/>
                    <a:gd name="T69" fmla="*/ 6 h 16"/>
                    <a:gd name="T70" fmla="*/ 4 w 12"/>
                    <a:gd name="T71" fmla="*/ 5 h 16"/>
                    <a:gd name="T72" fmla="*/ 4 w 12"/>
                    <a:gd name="T73" fmla="*/ 5 h 16"/>
                    <a:gd name="T74" fmla="*/ 4 w 12"/>
                    <a:gd name="T75" fmla="*/ 4 h 16"/>
                    <a:gd name="T76" fmla="*/ 3 w 12"/>
                    <a:gd name="T77" fmla="*/ 3 h 16"/>
                    <a:gd name="T78" fmla="*/ 3 w 12"/>
                    <a:gd name="T79" fmla="*/ 4 h 16"/>
                    <a:gd name="T80" fmla="*/ 3 w 12"/>
                    <a:gd name="T81" fmla="*/ 4 h 16"/>
                    <a:gd name="T82" fmla="*/ 3 w 12"/>
                    <a:gd name="T83" fmla="*/ 4 h 16"/>
                    <a:gd name="T84" fmla="*/ 3 w 12"/>
                    <a:gd name="T85" fmla="*/ 4 h 16"/>
                    <a:gd name="T86" fmla="*/ 3 w 12"/>
                    <a:gd name="T87" fmla="*/ 5 h 16"/>
                    <a:gd name="T88" fmla="*/ 3 w 12"/>
                    <a:gd name="T89" fmla="*/ 6 h 16"/>
                    <a:gd name="T90" fmla="*/ 3 w 12"/>
                    <a:gd name="T91" fmla="*/ 6 h 16"/>
                    <a:gd name="T92" fmla="*/ 3 w 12"/>
                    <a:gd name="T9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16">
                      <a:moveTo>
                        <a:pt x="1" y="0"/>
                      </a:move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ubicBezTo>
                        <a:pt x="0" y="0"/>
                        <a:pt x="0" y="0"/>
                        <a:pt x="0" y="0"/>
                      </a:cubicBezTo>
                      <a:cubicBezTo>
                        <a:pt x="0" y="0"/>
                        <a:pt x="0" y="0"/>
                        <a:pt x="0" y="0"/>
                      </a:cubicBezTo>
                      <a:cubicBezTo>
                        <a:pt x="0" y="0"/>
                        <a:pt x="1" y="0"/>
                        <a:pt x="1" y="0"/>
                      </a:cubicBezTo>
                      <a:close/>
                      <a:moveTo>
                        <a:pt x="4" y="7"/>
                      </a:moveTo>
                      <a:cubicBezTo>
                        <a:pt x="4" y="8"/>
                        <a:pt x="4" y="8"/>
                        <a:pt x="4" y="8"/>
                      </a:cubicBezTo>
                      <a:cubicBezTo>
                        <a:pt x="4" y="8"/>
                        <a:pt x="4" y="9"/>
                        <a:pt x="4" y="9"/>
                      </a:cubicBezTo>
                      <a:cubicBezTo>
                        <a:pt x="4" y="9"/>
                        <a:pt x="4" y="9"/>
                        <a:pt x="4" y="9"/>
                      </a:cubicBezTo>
                      <a:cubicBezTo>
                        <a:pt x="4" y="9"/>
                        <a:pt x="4" y="10"/>
                        <a:pt x="4" y="10"/>
                      </a:cubicBezTo>
                      <a:cubicBezTo>
                        <a:pt x="4" y="10"/>
                        <a:pt x="4" y="10"/>
                        <a:pt x="4" y="10"/>
                      </a:cubicBezTo>
                      <a:cubicBezTo>
                        <a:pt x="5" y="10"/>
                        <a:pt x="5" y="10"/>
                        <a:pt x="5" y="11"/>
                      </a:cubicBezTo>
                      <a:cubicBezTo>
                        <a:pt x="5" y="11"/>
                        <a:pt x="6" y="11"/>
                        <a:pt x="6" y="11"/>
                      </a:cubicBezTo>
                      <a:cubicBezTo>
                        <a:pt x="6" y="11"/>
                        <a:pt x="6" y="11"/>
                        <a:pt x="6" y="11"/>
                      </a:cubicBezTo>
                      <a:cubicBezTo>
                        <a:pt x="6" y="12"/>
                        <a:pt x="6" y="12"/>
                        <a:pt x="6" y="12"/>
                      </a:cubicBezTo>
                      <a:cubicBezTo>
                        <a:pt x="6" y="12"/>
                        <a:pt x="6" y="12"/>
                        <a:pt x="6" y="12"/>
                      </a:cubicBezTo>
                      <a:cubicBezTo>
                        <a:pt x="6" y="12"/>
                        <a:pt x="7" y="12"/>
                        <a:pt x="7" y="12"/>
                      </a:cubicBezTo>
                      <a:cubicBezTo>
                        <a:pt x="7" y="12"/>
                        <a:pt x="7" y="12"/>
                        <a:pt x="7" y="13"/>
                      </a:cubicBezTo>
                      <a:cubicBezTo>
                        <a:pt x="7" y="13"/>
                        <a:pt x="7" y="13"/>
                        <a:pt x="7" y="13"/>
                      </a:cubicBezTo>
                      <a:cubicBezTo>
                        <a:pt x="7" y="13"/>
                        <a:pt x="7" y="13"/>
                        <a:pt x="7" y="13"/>
                      </a:cubicBezTo>
                      <a:cubicBezTo>
                        <a:pt x="7" y="13"/>
                        <a:pt x="7" y="14"/>
                        <a:pt x="7" y="14"/>
                      </a:cubicBezTo>
                      <a:cubicBezTo>
                        <a:pt x="7" y="14"/>
                        <a:pt x="7" y="14"/>
                        <a:pt x="7" y="14"/>
                      </a:cubicBezTo>
                      <a:cubicBezTo>
                        <a:pt x="8" y="14"/>
                        <a:pt x="8" y="15"/>
                        <a:pt x="8" y="15"/>
                      </a:cubicBezTo>
                      <a:cubicBezTo>
                        <a:pt x="8" y="15"/>
                        <a:pt x="8" y="15"/>
                        <a:pt x="8" y="15"/>
                      </a:cubicBezTo>
                      <a:cubicBezTo>
                        <a:pt x="8" y="15"/>
                        <a:pt x="8" y="15"/>
                        <a:pt x="8" y="15"/>
                      </a:cubicBezTo>
                      <a:cubicBezTo>
                        <a:pt x="9" y="16"/>
                        <a:pt x="10" y="16"/>
                        <a:pt x="10" y="16"/>
                      </a:cubicBezTo>
                      <a:cubicBezTo>
                        <a:pt x="10" y="16"/>
                        <a:pt x="11" y="16"/>
                        <a:pt x="11" y="16"/>
                      </a:cubicBezTo>
                      <a:cubicBezTo>
                        <a:pt x="11" y="16"/>
                        <a:pt x="11" y="16"/>
                        <a:pt x="11" y="16"/>
                      </a:cubicBezTo>
                      <a:cubicBezTo>
                        <a:pt x="11" y="16"/>
                        <a:pt x="11" y="16"/>
                        <a:pt x="11" y="16"/>
                      </a:cubicBezTo>
                      <a:cubicBezTo>
                        <a:pt x="11" y="16"/>
                        <a:pt x="11" y="16"/>
                        <a:pt x="11" y="15"/>
                      </a:cubicBezTo>
                      <a:cubicBezTo>
                        <a:pt x="12" y="15"/>
                        <a:pt x="12" y="15"/>
                        <a:pt x="12" y="15"/>
                      </a:cubicBezTo>
                      <a:cubicBezTo>
                        <a:pt x="12" y="15"/>
                        <a:pt x="12" y="15"/>
                        <a:pt x="12" y="15"/>
                      </a:cubicBezTo>
                      <a:cubicBezTo>
                        <a:pt x="12" y="15"/>
                        <a:pt x="12" y="15"/>
                        <a:pt x="12" y="16"/>
                      </a:cubicBezTo>
                      <a:cubicBezTo>
                        <a:pt x="12" y="15"/>
                        <a:pt x="12" y="15"/>
                        <a:pt x="12" y="15"/>
                      </a:cubicBezTo>
                      <a:cubicBezTo>
                        <a:pt x="12" y="15"/>
                        <a:pt x="12" y="15"/>
                        <a:pt x="12" y="14"/>
                      </a:cubicBezTo>
                      <a:cubicBezTo>
                        <a:pt x="12" y="14"/>
                        <a:pt x="12" y="14"/>
                        <a:pt x="12" y="14"/>
                      </a:cubicBezTo>
                      <a:cubicBezTo>
                        <a:pt x="12" y="14"/>
                        <a:pt x="12" y="14"/>
                        <a:pt x="12" y="14"/>
                      </a:cubicBezTo>
                      <a:cubicBezTo>
                        <a:pt x="12" y="13"/>
                        <a:pt x="12" y="13"/>
                        <a:pt x="12" y="13"/>
                      </a:cubicBezTo>
                      <a:cubicBezTo>
                        <a:pt x="12" y="13"/>
                        <a:pt x="12" y="13"/>
                        <a:pt x="11" y="13"/>
                      </a:cubicBezTo>
                      <a:cubicBezTo>
                        <a:pt x="11" y="13"/>
                        <a:pt x="11" y="13"/>
                        <a:pt x="11" y="13"/>
                      </a:cubicBezTo>
                      <a:cubicBezTo>
                        <a:pt x="11" y="12"/>
                        <a:pt x="10" y="12"/>
                        <a:pt x="10" y="11"/>
                      </a:cubicBezTo>
                      <a:cubicBezTo>
                        <a:pt x="10" y="12"/>
                        <a:pt x="10" y="12"/>
                        <a:pt x="10" y="12"/>
                      </a:cubicBezTo>
                      <a:cubicBezTo>
                        <a:pt x="10" y="11"/>
                        <a:pt x="10" y="11"/>
                        <a:pt x="9" y="11"/>
                      </a:cubicBezTo>
                      <a:cubicBezTo>
                        <a:pt x="9" y="11"/>
                        <a:pt x="9" y="11"/>
                        <a:pt x="9" y="11"/>
                      </a:cubicBezTo>
                      <a:cubicBezTo>
                        <a:pt x="9" y="11"/>
                        <a:pt x="9" y="11"/>
                        <a:pt x="9" y="10"/>
                      </a:cubicBezTo>
                      <a:cubicBezTo>
                        <a:pt x="9" y="10"/>
                        <a:pt x="8" y="10"/>
                        <a:pt x="8" y="10"/>
                      </a:cubicBezTo>
                      <a:cubicBezTo>
                        <a:pt x="8" y="10"/>
                        <a:pt x="8" y="10"/>
                        <a:pt x="8" y="10"/>
                      </a:cubicBezTo>
                      <a:cubicBezTo>
                        <a:pt x="8" y="10"/>
                        <a:pt x="8" y="10"/>
                        <a:pt x="8" y="10"/>
                      </a:cubicBezTo>
                      <a:cubicBezTo>
                        <a:pt x="8" y="9"/>
                        <a:pt x="8" y="9"/>
                        <a:pt x="7" y="9"/>
                      </a:cubicBezTo>
                      <a:cubicBezTo>
                        <a:pt x="7" y="9"/>
                        <a:pt x="7" y="9"/>
                        <a:pt x="7" y="9"/>
                      </a:cubicBezTo>
                      <a:cubicBezTo>
                        <a:pt x="7" y="9"/>
                        <a:pt x="7" y="9"/>
                        <a:pt x="7" y="9"/>
                      </a:cubicBezTo>
                      <a:cubicBezTo>
                        <a:pt x="7" y="9"/>
                        <a:pt x="7" y="9"/>
                        <a:pt x="7" y="9"/>
                      </a:cubicBezTo>
                      <a:cubicBezTo>
                        <a:pt x="7" y="9"/>
                        <a:pt x="7" y="9"/>
                        <a:pt x="7" y="8"/>
                      </a:cubicBezTo>
                      <a:cubicBezTo>
                        <a:pt x="7" y="8"/>
                        <a:pt x="7" y="8"/>
                        <a:pt x="7" y="8"/>
                      </a:cubicBezTo>
                      <a:cubicBezTo>
                        <a:pt x="7" y="8"/>
                        <a:pt x="7" y="8"/>
                        <a:pt x="7" y="8"/>
                      </a:cubicBezTo>
                      <a:cubicBezTo>
                        <a:pt x="7" y="8"/>
                        <a:pt x="7" y="8"/>
                        <a:pt x="7" y="8"/>
                      </a:cubicBezTo>
                      <a:cubicBezTo>
                        <a:pt x="7" y="8"/>
                        <a:pt x="6" y="8"/>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5" y="7"/>
                        <a:pt x="5" y="7"/>
                      </a:cubicBezTo>
                      <a:cubicBezTo>
                        <a:pt x="5" y="7"/>
                        <a:pt x="5" y="7"/>
                        <a:pt x="5" y="7"/>
                      </a:cubicBezTo>
                      <a:cubicBezTo>
                        <a:pt x="5" y="7"/>
                        <a:pt x="5" y="7"/>
                        <a:pt x="5" y="7"/>
                      </a:cubicBezTo>
                      <a:cubicBezTo>
                        <a:pt x="5" y="7"/>
                        <a:pt x="5" y="7"/>
                        <a:pt x="4" y="7"/>
                      </a:cubicBezTo>
                      <a:cubicBezTo>
                        <a:pt x="4" y="7"/>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lose/>
                      <a:moveTo>
                        <a:pt x="3" y="7"/>
                      </a:move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lose/>
                      <a:moveTo>
                        <a:pt x="4" y="6"/>
                      </a:moveTo>
                      <a:cubicBezTo>
                        <a:pt x="4" y="6"/>
                        <a:pt x="4" y="6"/>
                        <a:pt x="4" y="6"/>
                      </a:cubicBezTo>
                      <a:cubicBezTo>
                        <a:pt x="4" y="6"/>
                        <a:pt x="4" y="6"/>
                        <a:pt x="4" y="6"/>
                      </a:cubicBezTo>
                      <a:cubicBezTo>
                        <a:pt x="4" y="6"/>
                        <a:pt x="4" y="6"/>
                        <a:pt x="4" y="6"/>
                      </a:cubicBezTo>
                      <a:cubicBezTo>
                        <a:pt x="4" y="6"/>
                        <a:pt x="4" y="5"/>
                        <a:pt x="4" y="5"/>
                      </a:cubicBezTo>
                      <a:cubicBezTo>
                        <a:pt x="4" y="5"/>
                        <a:pt x="4" y="5"/>
                        <a:pt x="4" y="5"/>
                      </a:cubicBezTo>
                      <a:cubicBezTo>
                        <a:pt x="4" y="5"/>
                        <a:pt x="4" y="5"/>
                        <a:pt x="4" y="5"/>
                      </a:cubicBezTo>
                      <a:cubicBezTo>
                        <a:pt x="4" y="5"/>
                        <a:pt x="4" y="5"/>
                        <a:pt x="4" y="5"/>
                      </a:cubicBezTo>
                      <a:cubicBezTo>
                        <a:pt x="4" y="5"/>
                        <a:pt x="4" y="5"/>
                        <a:pt x="4" y="4"/>
                      </a:cubicBezTo>
                      <a:cubicBezTo>
                        <a:pt x="4" y="4"/>
                        <a:pt x="4" y="4"/>
                        <a:pt x="4" y="4"/>
                      </a:cubicBezTo>
                      <a:cubicBezTo>
                        <a:pt x="4" y="4"/>
                        <a:pt x="4" y="4"/>
                        <a:pt x="4" y="4"/>
                      </a:cubicBezTo>
                      <a:cubicBezTo>
                        <a:pt x="4" y="4"/>
                        <a:pt x="4" y="4"/>
                        <a:pt x="4" y="4"/>
                      </a:cubicBezTo>
                      <a:cubicBezTo>
                        <a:pt x="4" y="4"/>
                        <a:pt x="3" y="4"/>
                        <a:pt x="3" y="3"/>
                      </a:cubicBezTo>
                      <a:cubicBezTo>
                        <a:pt x="3" y="3"/>
                        <a:pt x="3" y="3"/>
                        <a:pt x="3" y="3"/>
                      </a:cubicBezTo>
                      <a:cubicBezTo>
                        <a:pt x="3" y="3"/>
                        <a:pt x="3" y="3"/>
                        <a:pt x="3" y="3"/>
                      </a:cubicBezTo>
                      <a:cubicBezTo>
                        <a:pt x="3" y="3"/>
                        <a:pt x="3" y="3"/>
                        <a:pt x="3" y="3"/>
                      </a:cubicBezTo>
                      <a:cubicBezTo>
                        <a:pt x="3" y="3"/>
                        <a:pt x="3" y="3"/>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4" y="6"/>
                        <a:pt x="4" y="6"/>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1" name="Freeform 707">
                  <a:extLst>
                    <a:ext uri="{FF2B5EF4-FFF2-40B4-BE49-F238E27FC236}">
                      <a16:creationId xmlns:a16="http://schemas.microsoft.com/office/drawing/2014/main" id="{F92F9263-0910-E6CE-E082-EE32E2FA1911}"/>
                    </a:ext>
                  </a:extLst>
                </p:cNvPr>
                <p:cNvSpPr>
                  <a:spLocks noEditPoints="1"/>
                </p:cNvSpPr>
                <p:nvPr/>
              </p:nvSpPr>
              <p:spPr bwMode="auto">
                <a:xfrm>
                  <a:off x="9578975" y="5137150"/>
                  <a:ext cx="150812" cy="92075"/>
                </a:xfrm>
                <a:custGeom>
                  <a:avLst/>
                  <a:gdLst>
                    <a:gd name="T0" fmla="*/ 8 w 36"/>
                    <a:gd name="T1" fmla="*/ 5 h 22"/>
                    <a:gd name="T2" fmla="*/ 9 w 36"/>
                    <a:gd name="T3" fmla="*/ 7 h 22"/>
                    <a:gd name="T4" fmla="*/ 10 w 36"/>
                    <a:gd name="T5" fmla="*/ 8 h 22"/>
                    <a:gd name="T6" fmla="*/ 12 w 36"/>
                    <a:gd name="T7" fmla="*/ 8 h 22"/>
                    <a:gd name="T8" fmla="*/ 13 w 36"/>
                    <a:gd name="T9" fmla="*/ 8 h 22"/>
                    <a:gd name="T10" fmla="*/ 11 w 36"/>
                    <a:gd name="T11" fmla="*/ 7 h 22"/>
                    <a:gd name="T12" fmla="*/ 14 w 36"/>
                    <a:gd name="T13" fmla="*/ 10 h 22"/>
                    <a:gd name="T14" fmla="*/ 13 w 36"/>
                    <a:gd name="T15" fmla="*/ 10 h 22"/>
                    <a:gd name="T16" fmla="*/ 14 w 36"/>
                    <a:gd name="T17" fmla="*/ 12 h 22"/>
                    <a:gd name="T18" fmla="*/ 15 w 36"/>
                    <a:gd name="T19" fmla="*/ 11 h 22"/>
                    <a:gd name="T20" fmla="*/ 13 w 36"/>
                    <a:gd name="T21" fmla="*/ 8 h 22"/>
                    <a:gd name="T22" fmla="*/ 13 w 36"/>
                    <a:gd name="T23" fmla="*/ 15 h 22"/>
                    <a:gd name="T24" fmla="*/ 12 w 36"/>
                    <a:gd name="T25" fmla="*/ 15 h 22"/>
                    <a:gd name="T26" fmla="*/ 14 w 36"/>
                    <a:gd name="T27" fmla="*/ 15 h 22"/>
                    <a:gd name="T28" fmla="*/ 14 w 36"/>
                    <a:gd name="T29" fmla="*/ 15 h 22"/>
                    <a:gd name="T30" fmla="*/ 13 w 36"/>
                    <a:gd name="T31" fmla="*/ 15 h 22"/>
                    <a:gd name="T32" fmla="*/ 23 w 36"/>
                    <a:gd name="T33" fmla="*/ 15 h 22"/>
                    <a:gd name="T34" fmla="*/ 24 w 36"/>
                    <a:gd name="T35" fmla="*/ 15 h 22"/>
                    <a:gd name="T36" fmla="*/ 25 w 36"/>
                    <a:gd name="T37" fmla="*/ 16 h 22"/>
                    <a:gd name="T38" fmla="*/ 26 w 36"/>
                    <a:gd name="T39" fmla="*/ 15 h 22"/>
                    <a:gd name="T40" fmla="*/ 24 w 36"/>
                    <a:gd name="T41" fmla="*/ 15 h 22"/>
                    <a:gd name="T42" fmla="*/ 27 w 36"/>
                    <a:gd name="T43" fmla="*/ 19 h 22"/>
                    <a:gd name="T44" fmla="*/ 29 w 36"/>
                    <a:gd name="T45" fmla="*/ 19 h 22"/>
                    <a:gd name="T46" fmla="*/ 28 w 36"/>
                    <a:gd name="T47" fmla="*/ 19 h 22"/>
                    <a:gd name="T48" fmla="*/ 28 w 36"/>
                    <a:gd name="T49" fmla="*/ 20 h 22"/>
                    <a:gd name="T50" fmla="*/ 29 w 36"/>
                    <a:gd name="T51" fmla="*/ 21 h 22"/>
                    <a:gd name="T52" fmla="*/ 30 w 36"/>
                    <a:gd name="T53" fmla="*/ 21 h 22"/>
                    <a:gd name="T54" fmla="*/ 32 w 36"/>
                    <a:gd name="T55" fmla="*/ 22 h 22"/>
                    <a:gd name="T56" fmla="*/ 31 w 36"/>
                    <a:gd name="T57" fmla="*/ 21 h 22"/>
                    <a:gd name="T58" fmla="*/ 29 w 36"/>
                    <a:gd name="T59" fmla="*/ 20 h 22"/>
                    <a:gd name="T60" fmla="*/ 35 w 36"/>
                    <a:gd name="T61" fmla="*/ 20 h 22"/>
                    <a:gd name="T62" fmla="*/ 36 w 36"/>
                    <a:gd name="T63" fmla="*/ 20 h 22"/>
                    <a:gd name="T64" fmla="*/ 35 w 36"/>
                    <a:gd name="T65" fmla="*/ 20 h 22"/>
                    <a:gd name="T66" fmla="*/ 34 w 36"/>
                    <a:gd name="T67" fmla="*/ 20 h 22"/>
                    <a:gd name="T68" fmla="*/ 27 w 36"/>
                    <a:gd name="T69" fmla="*/ 5 h 22"/>
                    <a:gd name="T70" fmla="*/ 27 w 36"/>
                    <a:gd name="T71" fmla="*/ 5 h 22"/>
                    <a:gd name="T72" fmla="*/ 25 w 36"/>
                    <a:gd name="T73" fmla="*/ 4 h 22"/>
                    <a:gd name="T74" fmla="*/ 25 w 36"/>
                    <a:gd name="T75" fmla="*/ 5 h 22"/>
                    <a:gd name="T76" fmla="*/ 26 w 36"/>
                    <a:gd name="T77" fmla="*/ 5 h 22"/>
                    <a:gd name="T78" fmla="*/ 23 w 36"/>
                    <a:gd name="T79" fmla="*/ 4 h 22"/>
                    <a:gd name="T80" fmla="*/ 23 w 36"/>
                    <a:gd name="T81" fmla="*/ 3 h 22"/>
                    <a:gd name="T82" fmla="*/ 24 w 36"/>
                    <a:gd name="T83" fmla="*/ 4 h 22"/>
                    <a:gd name="T84" fmla="*/ 13 w 36"/>
                    <a:gd name="T85" fmla="*/ 1 h 22"/>
                    <a:gd name="T86" fmla="*/ 14 w 36"/>
                    <a:gd name="T87" fmla="*/ 1 h 22"/>
                    <a:gd name="T88" fmla="*/ 14 w 36"/>
                    <a:gd name="T89" fmla="*/ 2 h 22"/>
                    <a:gd name="T90" fmla="*/ 14 w 36"/>
                    <a:gd name="T91" fmla="*/ 0 h 22"/>
                    <a:gd name="T92" fmla="*/ 12 w 36"/>
                    <a:gd name="T93" fmla="*/ 12 h 22"/>
                    <a:gd name="T94" fmla="*/ 10 w 36"/>
                    <a:gd name="T95" fmla="*/ 12 h 22"/>
                    <a:gd name="T96" fmla="*/ 7 w 36"/>
                    <a:gd name="T97" fmla="*/ 11 h 22"/>
                    <a:gd name="T98" fmla="*/ 5 w 36"/>
                    <a:gd name="T99" fmla="*/ 9 h 22"/>
                    <a:gd name="T100" fmla="*/ 7 w 36"/>
                    <a:gd name="T101" fmla="*/ 8 h 22"/>
                    <a:gd name="T102" fmla="*/ 4 w 36"/>
                    <a:gd name="T103" fmla="*/ 8 h 22"/>
                    <a:gd name="T104" fmla="*/ 0 w 36"/>
                    <a:gd name="T105" fmla="*/ 9 h 22"/>
                    <a:gd name="T106" fmla="*/ 3 w 36"/>
                    <a:gd name="T107" fmla="*/ 10 h 22"/>
                    <a:gd name="T108" fmla="*/ 6 w 36"/>
                    <a:gd name="T109" fmla="*/ 14 h 22"/>
                    <a:gd name="T110" fmla="*/ 7 w 36"/>
                    <a:gd name="T111" fmla="*/ 14 h 22"/>
                    <a:gd name="T112" fmla="*/ 7 w 36"/>
                    <a:gd name="T113" fmla="*/ 15 h 22"/>
                    <a:gd name="T114" fmla="*/ 8 w 36"/>
                    <a:gd name="T115" fmla="*/ 15 h 22"/>
                    <a:gd name="T116" fmla="*/ 10 w 36"/>
                    <a:gd name="T117" fmla="*/ 15 h 22"/>
                    <a:gd name="T118" fmla="*/ 9 w 36"/>
                    <a:gd name="T119"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 h="22">
                      <a:moveTo>
                        <a:pt x="8" y="7"/>
                      </a:moveTo>
                      <a:cubicBezTo>
                        <a:pt x="8" y="7"/>
                        <a:pt x="8" y="7"/>
                        <a:pt x="8" y="7"/>
                      </a:cubicBezTo>
                      <a:cubicBezTo>
                        <a:pt x="8" y="7"/>
                        <a:pt x="8" y="7"/>
                        <a:pt x="8" y="7"/>
                      </a:cubicBezTo>
                      <a:cubicBezTo>
                        <a:pt x="8" y="7"/>
                        <a:pt x="8" y="7"/>
                        <a:pt x="8" y="7"/>
                      </a:cubicBezTo>
                      <a:cubicBezTo>
                        <a:pt x="8" y="7"/>
                        <a:pt x="8" y="7"/>
                        <a:pt x="8" y="6"/>
                      </a:cubicBezTo>
                      <a:cubicBezTo>
                        <a:pt x="7" y="6"/>
                        <a:pt x="7" y="6"/>
                        <a:pt x="7" y="6"/>
                      </a:cubicBezTo>
                      <a:cubicBezTo>
                        <a:pt x="7" y="6"/>
                        <a:pt x="8" y="6"/>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6"/>
                        <a:pt x="9" y="6"/>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8" y="7"/>
                      </a:cubicBezTo>
                      <a:cubicBezTo>
                        <a:pt x="8" y="7"/>
                        <a:pt x="8" y="7"/>
                        <a:pt x="8" y="7"/>
                      </a:cubicBezTo>
                      <a:close/>
                      <a:moveTo>
                        <a:pt x="10" y="7"/>
                      </a:moveTo>
                      <a:cubicBezTo>
                        <a:pt x="10" y="7"/>
                        <a:pt x="10" y="7"/>
                        <a:pt x="10" y="7"/>
                      </a:cubicBezTo>
                      <a:cubicBezTo>
                        <a:pt x="10" y="7"/>
                        <a:pt x="10" y="7"/>
                        <a:pt x="10" y="7"/>
                      </a:cubicBezTo>
                      <a:cubicBezTo>
                        <a:pt x="10" y="7"/>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1" y="8"/>
                        <a:pt x="11" y="8"/>
                      </a:cubicBezTo>
                      <a:cubicBezTo>
                        <a:pt x="11" y="8"/>
                        <a:pt x="11" y="8"/>
                        <a:pt x="11" y="8"/>
                      </a:cubicBezTo>
                      <a:cubicBezTo>
                        <a:pt x="11" y="8"/>
                        <a:pt x="11" y="8"/>
                        <a:pt x="11" y="8"/>
                      </a:cubicBezTo>
                      <a:cubicBezTo>
                        <a:pt x="11" y="8"/>
                        <a:pt x="11" y="8"/>
                        <a:pt x="11" y="8"/>
                      </a:cubicBezTo>
                      <a:cubicBezTo>
                        <a:pt x="11" y="8"/>
                        <a:pt x="11"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3" y="8"/>
                        <a:pt x="13" y="8"/>
                      </a:cubicBezTo>
                      <a:cubicBezTo>
                        <a:pt x="13" y="8"/>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7"/>
                        <a:pt x="13" y="7"/>
                        <a:pt x="13" y="7"/>
                      </a:cubicBezTo>
                      <a:cubicBezTo>
                        <a:pt x="13" y="7"/>
                        <a:pt x="13" y="7"/>
                        <a:pt x="13"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6"/>
                        <a:pt x="11" y="6"/>
                      </a:cubicBezTo>
                      <a:cubicBezTo>
                        <a:pt x="11" y="6"/>
                        <a:pt x="11" y="6"/>
                        <a:pt x="11" y="6"/>
                      </a:cubicBezTo>
                      <a:cubicBezTo>
                        <a:pt x="11" y="6"/>
                        <a:pt x="11" y="6"/>
                        <a:pt x="11" y="6"/>
                      </a:cubicBezTo>
                      <a:cubicBezTo>
                        <a:pt x="11"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7"/>
                      </a:cubicBezTo>
                      <a:close/>
                      <a:moveTo>
                        <a:pt x="14" y="10"/>
                      </a:moveTo>
                      <a:cubicBezTo>
                        <a:pt x="14" y="10"/>
                        <a:pt x="14" y="10"/>
                        <a:pt x="14" y="10"/>
                      </a:cubicBezTo>
                      <a:cubicBezTo>
                        <a:pt x="14" y="10"/>
                        <a:pt x="14" y="10"/>
                        <a:pt x="14" y="10"/>
                      </a:cubicBezTo>
                      <a:cubicBezTo>
                        <a:pt x="13" y="10"/>
                        <a:pt x="13" y="10"/>
                        <a:pt x="13" y="10"/>
                      </a:cubicBezTo>
                      <a:cubicBezTo>
                        <a:pt x="13" y="9"/>
                        <a:pt x="13" y="9"/>
                        <a:pt x="13"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10"/>
                      </a:cubicBezTo>
                      <a:cubicBezTo>
                        <a:pt x="12" y="10"/>
                        <a:pt x="13" y="10"/>
                        <a:pt x="13" y="10"/>
                      </a:cubicBezTo>
                      <a:cubicBezTo>
                        <a:pt x="13" y="10"/>
                        <a:pt x="13" y="10"/>
                        <a:pt x="13" y="10"/>
                      </a:cubicBezTo>
                      <a:cubicBezTo>
                        <a:pt x="13" y="10"/>
                        <a:pt x="13" y="10"/>
                        <a:pt x="13" y="10"/>
                      </a:cubicBezTo>
                      <a:cubicBezTo>
                        <a:pt x="13" y="10"/>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4" y="11"/>
                        <a:pt x="14" y="11"/>
                      </a:cubicBezTo>
                      <a:cubicBezTo>
                        <a:pt x="14" y="11"/>
                        <a:pt x="14" y="11"/>
                        <a:pt x="14" y="12"/>
                      </a:cubicBezTo>
                      <a:cubicBezTo>
                        <a:pt x="14" y="12"/>
                        <a:pt x="14" y="12"/>
                        <a:pt x="14" y="12"/>
                      </a:cubicBezTo>
                      <a:cubicBezTo>
                        <a:pt x="14" y="12"/>
                        <a:pt x="15" y="12"/>
                        <a:pt x="15" y="12"/>
                      </a:cubicBezTo>
                      <a:cubicBezTo>
                        <a:pt x="15" y="12"/>
                        <a:pt x="15" y="12"/>
                        <a:pt x="15" y="12"/>
                      </a:cubicBezTo>
                      <a:cubicBezTo>
                        <a:pt x="15" y="12"/>
                        <a:pt x="15" y="12"/>
                        <a:pt x="15" y="12"/>
                      </a:cubicBezTo>
                      <a:cubicBezTo>
                        <a:pt x="15" y="11"/>
                        <a:pt x="15" y="11"/>
                        <a:pt x="15" y="11"/>
                      </a:cubicBezTo>
                      <a:cubicBezTo>
                        <a:pt x="15" y="11"/>
                        <a:pt x="15" y="11"/>
                        <a:pt x="15" y="11"/>
                      </a:cubicBezTo>
                      <a:cubicBezTo>
                        <a:pt x="16" y="11"/>
                        <a:pt x="16" y="11"/>
                        <a:pt x="16" y="10"/>
                      </a:cubicBezTo>
                      <a:cubicBezTo>
                        <a:pt x="16" y="10"/>
                        <a:pt x="16" y="10"/>
                        <a:pt x="16" y="10"/>
                      </a:cubicBezTo>
                      <a:cubicBezTo>
                        <a:pt x="15" y="10"/>
                        <a:pt x="15" y="10"/>
                        <a:pt x="15" y="10"/>
                      </a:cubicBezTo>
                      <a:cubicBezTo>
                        <a:pt x="15" y="10"/>
                        <a:pt x="15" y="10"/>
                        <a:pt x="15" y="10"/>
                      </a:cubicBezTo>
                      <a:cubicBezTo>
                        <a:pt x="15" y="10"/>
                        <a:pt x="15" y="10"/>
                        <a:pt x="15" y="10"/>
                      </a:cubicBezTo>
                      <a:cubicBezTo>
                        <a:pt x="15" y="10"/>
                        <a:pt x="15" y="11"/>
                        <a:pt x="15" y="11"/>
                      </a:cubicBezTo>
                      <a:cubicBezTo>
                        <a:pt x="15" y="11"/>
                        <a:pt x="15" y="11"/>
                        <a:pt x="15" y="11"/>
                      </a:cubicBezTo>
                      <a:cubicBezTo>
                        <a:pt x="14" y="11"/>
                        <a:pt x="14" y="11"/>
                        <a:pt x="14" y="11"/>
                      </a:cubicBezTo>
                      <a:cubicBezTo>
                        <a:pt x="14" y="11"/>
                        <a:pt x="14" y="11"/>
                        <a:pt x="14" y="11"/>
                      </a:cubicBezTo>
                      <a:cubicBezTo>
                        <a:pt x="14" y="11"/>
                        <a:pt x="14" y="10"/>
                        <a:pt x="14" y="10"/>
                      </a:cubicBezTo>
                      <a:close/>
                      <a:moveTo>
                        <a:pt x="14" y="8"/>
                      </a:move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4" y="8"/>
                      </a:cubicBezTo>
                      <a:cubicBezTo>
                        <a:pt x="14" y="8"/>
                        <a:pt x="14" y="8"/>
                        <a:pt x="14" y="8"/>
                      </a:cubicBezTo>
                      <a:cubicBezTo>
                        <a:pt x="14" y="8"/>
                        <a:pt x="14" y="8"/>
                        <a:pt x="14" y="8"/>
                      </a:cubicBezTo>
                      <a:close/>
                      <a:moveTo>
                        <a:pt x="13" y="15"/>
                      </a:move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4"/>
                      </a:cubicBezTo>
                      <a:cubicBezTo>
                        <a:pt x="13" y="14"/>
                        <a:pt x="13" y="15"/>
                        <a:pt x="13" y="15"/>
                      </a:cubicBezTo>
                      <a:cubicBezTo>
                        <a:pt x="13" y="15"/>
                        <a:pt x="13" y="15"/>
                        <a:pt x="12" y="14"/>
                      </a:cubicBezTo>
                      <a:cubicBezTo>
                        <a:pt x="12" y="14"/>
                        <a:pt x="12" y="14"/>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lose/>
                      <a:moveTo>
                        <a:pt x="14" y="15"/>
                      </a:move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lose/>
                      <a:moveTo>
                        <a:pt x="23" y="15"/>
                      </a:move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5"/>
                        <a:pt x="23" y="15"/>
                      </a:cubicBezTo>
                      <a:cubicBezTo>
                        <a:pt x="23" y="15"/>
                        <a:pt x="23" y="15"/>
                        <a:pt x="23" y="15"/>
                      </a:cubicBezTo>
                      <a:cubicBezTo>
                        <a:pt x="23" y="15"/>
                        <a:pt x="23" y="15"/>
                        <a:pt x="23" y="15"/>
                      </a:cubicBezTo>
                      <a:close/>
                      <a:moveTo>
                        <a:pt x="24" y="15"/>
                      </a:move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6"/>
                        <a:pt x="25" y="16"/>
                      </a:cubicBezTo>
                      <a:cubicBezTo>
                        <a:pt x="25" y="16"/>
                        <a:pt x="25" y="16"/>
                        <a:pt x="25" y="16"/>
                      </a:cubicBezTo>
                      <a:cubicBezTo>
                        <a:pt x="25" y="16"/>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4" y="15"/>
                        <a:pt x="24" y="15"/>
                      </a:cubicBezTo>
                      <a:cubicBezTo>
                        <a:pt x="24" y="15"/>
                        <a:pt x="24" y="15"/>
                        <a:pt x="24" y="15"/>
                      </a:cubicBezTo>
                      <a:cubicBezTo>
                        <a:pt x="24" y="15"/>
                        <a:pt x="24" y="15"/>
                        <a:pt x="24" y="15"/>
                      </a:cubicBezTo>
                      <a:cubicBezTo>
                        <a:pt x="24" y="15"/>
                        <a:pt x="24" y="15"/>
                        <a:pt x="24" y="15"/>
                      </a:cubicBezTo>
                      <a:close/>
                      <a:moveTo>
                        <a:pt x="27" y="19"/>
                      </a:move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lose/>
                      <a:moveTo>
                        <a:pt x="29" y="19"/>
                      </a:move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20"/>
                        <a:pt x="28" y="20"/>
                      </a:cubicBezTo>
                      <a:cubicBezTo>
                        <a:pt x="28" y="20"/>
                        <a:pt x="28" y="20"/>
                        <a:pt x="28" y="20"/>
                      </a:cubicBezTo>
                      <a:cubicBezTo>
                        <a:pt x="29" y="20"/>
                        <a:pt x="29" y="20"/>
                        <a:pt x="29" y="19"/>
                      </a:cubicBezTo>
                      <a:cubicBezTo>
                        <a:pt x="29" y="19"/>
                        <a:pt x="29" y="19"/>
                        <a:pt x="29" y="19"/>
                      </a:cubicBezTo>
                      <a:cubicBezTo>
                        <a:pt x="29" y="19"/>
                        <a:pt x="29" y="19"/>
                        <a:pt x="29" y="19"/>
                      </a:cubicBezTo>
                      <a:cubicBezTo>
                        <a:pt x="29" y="19"/>
                        <a:pt x="29" y="19"/>
                        <a:pt x="29" y="19"/>
                      </a:cubicBezTo>
                      <a:cubicBezTo>
                        <a:pt x="29" y="19"/>
                        <a:pt x="29" y="19"/>
                        <a:pt x="29" y="19"/>
                      </a:cubicBezTo>
                      <a:close/>
                      <a:moveTo>
                        <a:pt x="28" y="20"/>
                      </a:moveTo>
                      <a:cubicBezTo>
                        <a:pt x="28" y="20"/>
                        <a:pt x="29" y="20"/>
                        <a:pt x="29" y="20"/>
                      </a:cubicBezTo>
                      <a:cubicBezTo>
                        <a:pt x="29" y="20"/>
                        <a:pt x="29" y="20"/>
                        <a:pt x="29" y="20"/>
                      </a:cubicBezTo>
                      <a:cubicBezTo>
                        <a:pt x="29" y="20"/>
                        <a:pt x="29" y="20"/>
                        <a:pt x="29" y="20"/>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30" y="21"/>
                      </a:cubicBezTo>
                      <a:cubicBezTo>
                        <a:pt x="30" y="21"/>
                        <a:pt x="30" y="21"/>
                        <a:pt x="30" y="21"/>
                      </a:cubicBezTo>
                      <a:cubicBezTo>
                        <a:pt x="30" y="21"/>
                        <a:pt x="30" y="21"/>
                        <a:pt x="30" y="21"/>
                      </a:cubicBezTo>
                      <a:cubicBezTo>
                        <a:pt x="30" y="21"/>
                        <a:pt x="30" y="22"/>
                        <a:pt x="30" y="22"/>
                      </a:cubicBezTo>
                      <a:cubicBezTo>
                        <a:pt x="30" y="22"/>
                        <a:pt x="30" y="22"/>
                        <a:pt x="30" y="22"/>
                      </a:cubicBezTo>
                      <a:cubicBezTo>
                        <a:pt x="30" y="22"/>
                        <a:pt x="30" y="22"/>
                        <a:pt x="30" y="21"/>
                      </a:cubicBezTo>
                      <a:cubicBezTo>
                        <a:pt x="30" y="21"/>
                        <a:pt x="30" y="21"/>
                        <a:pt x="30" y="21"/>
                      </a:cubicBezTo>
                      <a:cubicBezTo>
                        <a:pt x="30" y="21"/>
                        <a:pt x="30" y="21"/>
                        <a:pt x="30" y="21"/>
                      </a:cubicBezTo>
                      <a:cubicBezTo>
                        <a:pt x="30" y="21"/>
                        <a:pt x="30" y="21"/>
                        <a:pt x="30" y="21"/>
                      </a:cubicBezTo>
                      <a:cubicBezTo>
                        <a:pt x="30" y="22"/>
                        <a:pt x="30"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1"/>
                        <a:pt x="32" y="21"/>
                        <a:pt x="32" y="21"/>
                      </a:cubicBezTo>
                      <a:cubicBezTo>
                        <a:pt x="32" y="21"/>
                        <a:pt x="32" y="21"/>
                        <a:pt x="32" y="21"/>
                      </a:cubicBezTo>
                      <a:cubicBezTo>
                        <a:pt x="32" y="21"/>
                        <a:pt x="32" y="21"/>
                        <a:pt x="32" y="21"/>
                      </a:cubicBezTo>
                      <a:cubicBezTo>
                        <a:pt x="32" y="21"/>
                        <a:pt x="31" y="21"/>
                        <a:pt x="31" y="21"/>
                      </a:cubicBezTo>
                      <a:cubicBezTo>
                        <a:pt x="31" y="21"/>
                        <a:pt x="31" y="21"/>
                        <a:pt x="31" y="21"/>
                      </a:cubicBezTo>
                      <a:cubicBezTo>
                        <a:pt x="31" y="21"/>
                        <a:pt x="31" y="21"/>
                        <a:pt x="31" y="21"/>
                      </a:cubicBezTo>
                      <a:cubicBezTo>
                        <a:pt x="31" y="21"/>
                        <a:pt x="31" y="21"/>
                        <a:pt x="31" y="21"/>
                      </a:cubicBezTo>
                      <a:cubicBezTo>
                        <a:pt x="31" y="21"/>
                        <a:pt x="31" y="21"/>
                        <a:pt x="30" y="21"/>
                      </a:cubicBezTo>
                      <a:cubicBezTo>
                        <a:pt x="30" y="21"/>
                        <a:pt x="30" y="21"/>
                        <a:pt x="30" y="21"/>
                      </a:cubicBezTo>
                      <a:cubicBezTo>
                        <a:pt x="30" y="21"/>
                        <a:pt x="30" y="20"/>
                        <a:pt x="30" y="20"/>
                      </a:cubicBezTo>
                      <a:cubicBezTo>
                        <a:pt x="30" y="20"/>
                        <a:pt x="30" y="20"/>
                        <a:pt x="30" y="20"/>
                      </a:cubicBezTo>
                      <a:cubicBezTo>
                        <a:pt x="30" y="20"/>
                        <a:pt x="30"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8" y="20"/>
                      </a:cubicBezTo>
                      <a:cubicBezTo>
                        <a:pt x="28" y="20"/>
                        <a:pt x="28" y="20"/>
                        <a:pt x="28" y="20"/>
                      </a:cubicBezTo>
                      <a:cubicBezTo>
                        <a:pt x="28" y="20"/>
                        <a:pt x="28" y="20"/>
                        <a:pt x="29" y="20"/>
                      </a:cubicBezTo>
                      <a:cubicBezTo>
                        <a:pt x="29" y="20"/>
                        <a:pt x="28" y="20"/>
                        <a:pt x="28" y="20"/>
                      </a:cubicBezTo>
                      <a:close/>
                      <a:moveTo>
                        <a:pt x="35" y="20"/>
                      </a:move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6" y="20"/>
                        <a:pt x="36" y="20"/>
                      </a:cubicBezTo>
                      <a:cubicBezTo>
                        <a:pt x="36" y="20"/>
                        <a:pt x="36" y="20"/>
                        <a:pt x="36" y="21"/>
                      </a:cubicBezTo>
                      <a:cubicBezTo>
                        <a:pt x="36" y="21"/>
                        <a:pt x="36" y="21"/>
                        <a:pt x="36" y="21"/>
                      </a:cubicBezTo>
                      <a:cubicBezTo>
                        <a:pt x="36" y="21"/>
                        <a:pt x="36" y="21"/>
                        <a:pt x="36" y="21"/>
                      </a:cubicBezTo>
                      <a:cubicBezTo>
                        <a:pt x="36" y="20"/>
                        <a:pt x="36" y="20"/>
                        <a:pt x="36" y="20"/>
                      </a:cubicBezTo>
                      <a:cubicBezTo>
                        <a:pt x="36" y="20"/>
                        <a:pt x="36" y="20"/>
                        <a:pt x="36" y="20"/>
                      </a:cubicBezTo>
                      <a:cubicBezTo>
                        <a:pt x="36" y="20"/>
                        <a:pt x="36" y="20"/>
                        <a:pt x="36" y="20"/>
                      </a:cubicBezTo>
                      <a:cubicBezTo>
                        <a:pt x="36" y="20"/>
                        <a:pt x="36" y="20"/>
                        <a:pt x="36" y="20"/>
                      </a:cubicBezTo>
                      <a:cubicBezTo>
                        <a:pt x="36" y="20"/>
                        <a:pt x="36" y="20"/>
                        <a:pt x="36" y="20"/>
                      </a:cubicBezTo>
                      <a:cubicBezTo>
                        <a:pt x="36" y="20"/>
                        <a:pt x="36" y="20"/>
                        <a:pt x="36" y="20"/>
                      </a:cubicBezTo>
                      <a:cubicBezTo>
                        <a:pt x="36" y="20"/>
                        <a:pt x="36" y="20"/>
                        <a:pt x="36" y="20"/>
                      </a:cubicBezTo>
                      <a:cubicBezTo>
                        <a:pt x="36" y="20"/>
                        <a:pt x="36" y="20"/>
                        <a:pt x="36" y="20"/>
                      </a:cubicBezTo>
                      <a:cubicBezTo>
                        <a:pt x="36" y="20"/>
                        <a:pt x="36" y="20"/>
                        <a:pt x="36" y="20"/>
                      </a:cubicBezTo>
                      <a:cubicBezTo>
                        <a:pt x="36" y="20"/>
                        <a:pt x="36" y="20"/>
                        <a:pt x="36" y="20"/>
                      </a:cubicBezTo>
                      <a:cubicBezTo>
                        <a:pt x="36" y="20"/>
                        <a:pt x="36" y="20"/>
                        <a:pt x="36" y="20"/>
                      </a:cubicBezTo>
                      <a:cubicBezTo>
                        <a:pt x="36"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1"/>
                      </a:cubicBezTo>
                      <a:cubicBezTo>
                        <a:pt x="34" y="21"/>
                        <a:pt x="34" y="21"/>
                        <a:pt x="34" y="21"/>
                      </a:cubicBezTo>
                      <a:cubicBezTo>
                        <a:pt x="34" y="21"/>
                        <a:pt x="35" y="21"/>
                        <a:pt x="35" y="21"/>
                      </a:cubicBezTo>
                      <a:cubicBezTo>
                        <a:pt x="35" y="21"/>
                        <a:pt x="35" y="21"/>
                        <a:pt x="35" y="20"/>
                      </a:cubicBezTo>
                      <a:cubicBezTo>
                        <a:pt x="35" y="20"/>
                        <a:pt x="35" y="20"/>
                        <a:pt x="35" y="20"/>
                      </a:cubicBezTo>
                      <a:cubicBezTo>
                        <a:pt x="35" y="20"/>
                        <a:pt x="35" y="20"/>
                        <a:pt x="35" y="20"/>
                      </a:cubicBezTo>
                      <a:close/>
                      <a:moveTo>
                        <a:pt x="27" y="5"/>
                      </a:move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4"/>
                      </a:cubicBezTo>
                      <a:cubicBezTo>
                        <a:pt x="27" y="4"/>
                        <a:pt x="27" y="4"/>
                        <a:pt x="27" y="4"/>
                      </a:cubicBezTo>
                      <a:cubicBezTo>
                        <a:pt x="27" y="4"/>
                        <a:pt x="27" y="4"/>
                        <a:pt x="27"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5" y="4"/>
                        <a:pt x="25" y="4"/>
                        <a:pt x="25" y="4"/>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6" y="5"/>
                        <a:pt x="26" y="5"/>
                        <a:pt x="26" y="5"/>
                      </a:cubicBezTo>
                      <a:cubicBezTo>
                        <a:pt x="26" y="5"/>
                        <a:pt x="26" y="5"/>
                        <a:pt x="26" y="5"/>
                      </a:cubicBezTo>
                      <a:cubicBezTo>
                        <a:pt x="26" y="5"/>
                        <a:pt x="26" y="5"/>
                        <a:pt x="26" y="6"/>
                      </a:cubicBezTo>
                      <a:cubicBezTo>
                        <a:pt x="26" y="6"/>
                        <a:pt x="26" y="6"/>
                        <a:pt x="26" y="6"/>
                      </a:cubicBezTo>
                      <a:cubicBezTo>
                        <a:pt x="26" y="6"/>
                        <a:pt x="26" y="6"/>
                        <a:pt x="26" y="6"/>
                      </a:cubicBezTo>
                      <a:cubicBezTo>
                        <a:pt x="26" y="5"/>
                        <a:pt x="26" y="6"/>
                        <a:pt x="27" y="5"/>
                      </a:cubicBezTo>
                      <a:cubicBezTo>
                        <a:pt x="27" y="5"/>
                        <a:pt x="27" y="5"/>
                        <a:pt x="27" y="5"/>
                      </a:cubicBezTo>
                      <a:close/>
                      <a:moveTo>
                        <a:pt x="23" y="4"/>
                      </a:move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lose/>
                      <a:moveTo>
                        <a:pt x="24" y="4"/>
                      </a:moveTo>
                      <a:cubicBezTo>
                        <a:pt x="24" y="4"/>
                        <a:pt x="24" y="4"/>
                        <a:pt x="24" y="4"/>
                      </a:cubicBezTo>
                      <a:cubicBezTo>
                        <a:pt x="24" y="4"/>
                        <a:pt x="24" y="3"/>
                        <a:pt x="24" y="3"/>
                      </a:cubicBezTo>
                      <a:cubicBezTo>
                        <a:pt x="24" y="3"/>
                        <a:pt x="24" y="3"/>
                        <a:pt x="24" y="3"/>
                      </a:cubicBezTo>
                      <a:cubicBezTo>
                        <a:pt x="24" y="3"/>
                        <a:pt x="23" y="3"/>
                        <a:pt x="23" y="3"/>
                      </a:cubicBezTo>
                      <a:cubicBezTo>
                        <a:pt x="23" y="3"/>
                        <a:pt x="23" y="3"/>
                        <a:pt x="23" y="3"/>
                      </a:cubicBezTo>
                      <a:cubicBezTo>
                        <a:pt x="23" y="3"/>
                        <a:pt x="23" y="3"/>
                        <a:pt x="23" y="4"/>
                      </a:cubicBezTo>
                      <a:cubicBezTo>
                        <a:pt x="23" y="4"/>
                        <a:pt x="23" y="4"/>
                        <a:pt x="23" y="4"/>
                      </a:cubicBezTo>
                      <a:cubicBezTo>
                        <a:pt x="23" y="4"/>
                        <a:pt x="23" y="4"/>
                        <a:pt x="23" y="4"/>
                      </a:cubicBezTo>
                      <a:cubicBezTo>
                        <a:pt x="23"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lose/>
                      <a:moveTo>
                        <a:pt x="13" y="0"/>
                      </a:moveTo>
                      <a:cubicBezTo>
                        <a:pt x="13" y="0"/>
                        <a:pt x="13" y="0"/>
                        <a:pt x="13" y="0"/>
                      </a:cubicBezTo>
                      <a:cubicBezTo>
                        <a:pt x="13" y="0"/>
                        <a:pt x="13" y="0"/>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0"/>
                        <a:pt x="13" y="0"/>
                      </a:cubicBezTo>
                      <a:cubicBezTo>
                        <a:pt x="13" y="0"/>
                        <a:pt x="13" y="0"/>
                        <a:pt x="13" y="0"/>
                      </a:cubicBezTo>
                      <a:cubicBezTo>
                        <a:pt x="13" y="0"/>
                        <a:pt x="13" y="0"/>
                        <a:pt x="13" y="0"/>
                      </a:cubicBezTo>
                      <a:cubicBezTo>
                        <a:pt x="13" y="0"/>
                        <a:pt x="13" y="0"/>
                        <a:pt x="13" y="0"/>
                      </a:cubicBezTo>
                      <a:close/>
                      <a:moveTo>
                        <a:pt x="14" y="0"/>
                      </a:moveTo>
                      <a:cubicBezTo>
                        <a:pt x="14" y="0"/>
                        <a:pt x="14" y="0"/>
                        <a:pt x="14" y="0"/>
                      </a:cubicBezTo>
                      <a:cubicBezTo>
                        <a:pt x="14" y="0"/>
                        <a:pt x="14" y="0"/>
                        <a:pt x="14" y="0"/>
                      </a:cubicBezTo>
                      <a:cubicBezTo>
                        <a:pt x="14" y="0"/>
                        <a:pt x="14" y="0"/>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5" y="1"/>
                      </a:cubicBezTo>
                      <a:cubicBezTo>
                        <a:pt x="15" y="1"/>
                        <a:pt x="15" y="1"/>
                        <a:pt x="15" y="1"/>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lose/>
                      <a:moveTo>
                        <a:pt x="13" y="12"/>
                      </a:moveTo>
                      <a:cubicBezTo>
                        <a:pt x="12" y="13"/>
                        <a:pt x="12" y="13"/>
                        <a:pt x="12" y="12"/>
                      </a:cubicBezTo>
                      <a:cubicBezTo>
                        <a:pt x="12" y="12"/>
                        <a:pt x="12" y="12"/>
                        <a:pt x="12" y="12"/>
                      </a:cubicBezTo>
                      <a:cubicBezTo>
                        <a:pt x="12" y="12"/>
                        <a:pt x="12" y="12"/>
                        <a:pt x="12" y="12"/>
                      </a:cubicBezTo>
                      <a:cubicBezTo>
                        <a:pt x="11" y="13"/>
                        <a:pt x="11" y="13"/>
                        <a:pt x="11" y="13"/>
                      </a:cubicBezTo>
                      <a:cubicBezTo>
                        <a:pt x="11" y="13"/>
                        <a:pt x="11" y="13"/>
                        <a:pt x="11" y="13"/>
                      </a:cubicBezTo>
                      <a:cubicBezTo>
                        <a:pt x="11" y="13"/>
                        <a:pt x="11" y="13"/>
                        <a:pt x="11" y="12"/>
                      </a:cubicBezTo>
                      <a:cubicBezTo>
                        <a:pt x="11" y="12"/>
                        <a:pt x="11" y="12"/>
                        <a:pt x="11" y="12"/>
                      </a:cubicBezTo>
                      <a:cubicBezTo>
                        <a:pt x="11" y="12"/>
                        <a:pt x="11" y="12"/>
                        <a:pt x="11" y="12"/>
                      </a:cubicBezTo>
                      <a:cubicBezTo>
                        <a:pt x="11" y="12"/>
                        <a:pt x="11" y="12"/>
                        <a:pt x="11" y="12"/>
                      </a:cubicBezTo>
                      <a:cubicBezTo>
                        <a:pt x="11"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9" y="12"/>
                        <a:pt x="9" y="12"/>
                        <a:pt x="9" y="12"/>
                      </a:cubicBezTo>
                      <a:cubicBezTo>
                        <a:pt x="9" y="12"/>
                        <a:pt x="9" y="12"/>
                        <a:pt x="9" y="12"/>
                      </a:cubicBezTo>
                      <a:cubicBezTo>
                        <a:pt x="9" y="12"/>
                        <a:pt x="9" y="12"/>
                        <a:pt x="8" y="12"/>
                      </a:cubicBezTo>
                      <a:cubicBezTo>
                        <a:pt x="8" y="12"/>
                        <a:pt x="8" y="12"/>
                        <a:pt x="8" y="12"/>
                      </a:cubicBezTo>
                      <a:cubicBezTo>
                        <a:pt x="8" y="12"/>
                        <a:pt x="8" y="12"/>
                        <a:pt x="8" y="11"/>
                      </a:cubicBezTo>
                      <a:cubicBezTo>
                        <a:pt x="8" y="11"/>
                        <a:pt x="8" y="11"/>
                        <a:pt x="8" y="11"/>
                      </a:cubicBezTo>
                      <a:cubicBezTo>
                        <a:pt x="8" y="11"/>
                        <a:pt x="8" y="11"/>
                        <a:pt x="8" y="11"/>
                      </a:cubicBezTo>
                      <a:cubicBezTo>
                        <a:pt x="8" y="11"/>
                        <a:pt x="8" y="11"/>
                        <a:pt x="8" y="12"/>
                      </a:cubicBezTo>
                      <a:cubicBezTo>
                        <a:pt x="8" y="12"/>
                        <a:pt x="8" y="11"/>
                        <a:pt x="8" y="11"/>
                      </a:cubicBezTo>
                      <a:cubicBezTo>
                        <a:pt x="8" y="11"/>
                        <a:pt x="7" y="11"/>
                        <a:pt x="7" y="11"/>
                      </a:cubicBezTo>
                      <a:cubicBezTo>
                        <a:pt x="7" y="11"/>
                        <a:pt x="7" y="11"/>
                        <a:pt x="7" y="11"/>
                      </a:cubicBezTo>
                      <a:cubicBezTo>
                        <a:pt x="7" y="11"/>
                        <a:pt x="6" y="11"/>
                        <a:pt x="6" y="11"/>
                      </a:cubicBezTo>
                      <a:cubicBezTo>
                        <a:pt x="6" y="11"/>
                        <a:pt x="6" y="11"/>
                        <a:pt x="6" y="11"/>
                      </a:cubicBezTo>
                      <a:cubicBezTo>
                        <a:pt x="6" y="11"/>
                        <a:pt x="6" y="11"/>
                        <a:pt x="6" y="11"/>
                      </a:cubicBezTo>
                      <a:cubicBezTo>
                        <a:pt x="6" y="11"/>
                        <a:pt x="6" y="11"/>
                        <a:pt x="6" y="11"/>
                      </a:cubicBezTo>
                      <a:cubicBezTo>
                        <a:pt x="6" y="10"/>
                        <a:pt x="6" y="10"/>
                        <a:pt x="6" y="10"/>
                      </a:cubicBezTo>
                      <a:cubicBezTo>
                        <a:pt x="6" y="10"/>
                        <a:pt x="6" y="10"/>
                        <a:pt x="5" y="10"/>
                      </a:cubicBezTo>
                      <a:cubicBezTo>
                        <a:pt x="5" y="10"/>
                        <a:pt x="5" y="10"/>
                        <a:pt x="5" y="10"/>
                      </a:cubicBezTo>
                      <a:cubicBezTo>
                        <a:pt x="5" y="10"/>
                        <a:pt x="5" y="10"/>
                        <a:pt x="5" y="10"/>
                      </a:cubicBezTo>
                      <a:cubicBezTo>
                        <a:pt x="5" y="10"/>
                        <a:pt x="5" y="10"/>
                        <a:pt x="5" y="9"/>
                      </a:cubicBezTo>
                      <a:cubicBezTo>
                        <a:pt x="5" y="9"/>
                        <a:pt x="5" y="9"/>
                        <a:pt x="5" y="9"/>
                      </a:cubicBezTo>
                      <a:cubicBezTo>
                        <a:pt x="5" y="9"/>
                        <a:pt x="5" y="9"/>
                        <a:pt x="5" y="9"/>
                      </a:cubicBezTo>
                      <a:cubicBezTo>
                        <a:pt x="5" y="9"/>
                        <a:pt x="5" y="9"/>
                        <a:pt x="5" y="9"/>
                      </a:cubicBezTo>
                      <a:cubicBezTo>
                        <a:pt x="5" y="9"/>
                        <a:pt x="5" y="9"/>
                        <a:pt x="5" y="9"/>
                      </a:cubicBezTo>
                      <a:cubicBezTo>
                        <a:pt x="5"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4" y="8"/>
                      </a:cubicBezTo>
                      <a:cubicBezTo>
                        <a:pt x="4" y="8"/>
                        <a:pt x="4" y="8"/>
                        <a:pt x="4" y="8"/>
                      </a:cubicBezTo>
                      <a:cubicBezTo>
                        <a:pt x="4" y="8"/>
                        <a:pt x="4" y="8"/>
                        <a:pt x="4" y="8"/>
                      </a:cubicBezTo>
                      <a:cubicBezTo>
                        <a:pt x="4" y="8"/>
                        <a:pt x="4" y="8"/>
                        <a:pt x="4" y="8"/>
                      </a:cubicBezTo>
                      <a:cubicBezTo>
                        <a:pt x="4" y="8"/>
                        <a:pt x="4" y="8"/>
                        <a:pt x="4"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2" y="8"/>
                        <a:pt x="2" y="8"/>
                      </a:cubicBezTo>
                      <a:cubicBezTo>
                        <a:pt x="2" y="8"/>
                        <a:pt x="1" y="8"/>
                        <a:pt x="1" y="8"/>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9"/>
                        <a:pt x="0" y="9"/>
                      </a:cubicBezTo>
                      <a:cubicBezTo>
                        <a:pt x="0" y="9"/>
                        <a:pt x="1" y="9"/>
                        <a:pt x="1" y="9"/>
                      </a:cubicBezTo>
                      <a:cubicBezTo>
                        <a:pt x="1" y="9"/>
                        <a:pt x="1" y="9"/>
                        <a:pt x="1" y="9"/>
                      </a:cubicBezTo>
                      <a:cubicBezTo>
                        <a:pt x="1" y="9"/>
                        <a:pt x="1" y="9"/>
                        <a:pt x="1" y="9"/>
                      </a:cubicBezTo>
                      <a:cubicBezTo>
                        <a:pt x="1" y="9"/>
                        <a:pt x="1" y="9"/>
                        <a:pt x="1" y="9"/>
                      </a:cubicBezTo>
                      <a:cubicBezTo>
                        <a:pt x="1" y="9"/>
                        <a:pt x="2" y="9"/>
                        <a:pt x="2" y="9"/>
                      </a:cubicBezTo>
                      <a:cubicBezTo>
                        <a:pt x="2" y="9"/>
                        <a:pt x="2" y="10"/>
                        <a:pt x="2" y="10"/>
                      </a:cubicBezTo>
                      <a:cubicBezTo>
                        <a:pt x="2" y="10"/>
                        <a:pt x="2" y="10"/>
                        <a:pt x="2" y="10"/>
                      </a:cubicBezTo>
                      <a:cubicBezTo>
                        <a:pt x="2" y="10"/>
                        <a:pt x="2" y="10"/>
                        <a:pt x="2" y="10"/>
                      </a:cubicBezTo>
                      <a:cubicBezTo>
                        <a:pt x="2" y="10"/>
                        <a:pt x="3" y="10"/>
                        <a:pt x="3" y="10"/>
                      </a:cubicBezTo>
                      <a:cubicBezTo>
                        <a:pt x="3" y="11"/>
                        <a:pt x="3" y="11"/>
                        <a:pt x="3" y="11"/>
                      </a:cubicBezTo>
                      <a:cubicBezTo>
                        <a:pt x="4" y="11"/>
                        <a:pt x="4" y="11"/>
                        <a:pt x="4" y="11"/>
                      </a:cubicBezTo>
                      <a:cubicBezTo>
                        <a:pt x="5" y="11"/>
                        <a:pt x="5" y="11"/>
                        <a:pt x="5" y="11"/>
                      </a:cubicBezTo>
                      <a:cubicBezTo>
                        <a:pt x="5" y="13"/>
                        <a:pt x="5" y="13"/>
                        <a:pt x="5" y="13"/>
                      </a:cubicBezTo>
                      <a:cubicBezTo>
                        <a:pt x="5" y="13"/>
                        <a:pt x="5" y="13"/>
                        <a:pt x="5" y="13"/>
                      </a:cubicBezTo>
                      <a:cubicBezTo>
                        <a:pt x="5" y="13"/>
                        <a:pt x="5" y="13"/>
                        <a:pt x="5" y="13"/>
                      </a:cubicBezTo>
                      <a:cubicBezTo>
                        <a:pt x="5" y="13"/>
                        <a:pt x="5" y="13"/>
                        <a:pt x="5" y="13"/>
                      </a:cubicBezTo>
                      <a:cubicBezTo>
                        <a:pt x="6" y="13"/>
                        <a:pt x="6" y="13"/>
                        <a:pt x="6" y="13"/>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4"/>
                        <a:pt x="6" y="14"/>
                        <a:pt x="6" y="15"/>
                      </a:cubicBezTo>
                      <a:cubicBezTo>
                        <a:pt x="6" y="15"/>
                        <a:pt x="6" y="15"/>
                        <a:pt x="6" y="15"/>
                      </a:cubicBezTo>
                      <a:cubicBezTo>
                        <a:pt x="6" y="15"/>
                        <a:pt x="6" y="15"/>
                        <a:pt x="6" y="15"/>
                      </a:cubicBezTo>
                      <a:cubicBezTo>
                        <a:pt x="6" y="15"/>
                        <a:pt x="6" y="15"/>
                        <a:pt x="6" y="15"/>
                      </a:cubicBezTo>
                      <a:cubicBezTo>
                        <a:pt x="6" y="15"/>
                        <a:pt x="6" y="15"/>
                        <a:pt x="6"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6"/>
                        <a:pt x="8" y="16"/>
                        <a:pt x="8" y="16"/>
                      </a:cubicBezTo>
                      <a:cubicBezTo>
                        <a:pt x="9" y="16"/>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1" y="15"/>
                        <a:pt x="11" y="15"/>
                        <a:pt x="11" y="15"/>
                      </a:cubicBezTo>
                      <a:cubicBezTo>
                        <a:pt x="11" y="15"/>
                        <a:pt x="11" y="15"/>
                        <a:pt x="11" y="15"/>
                      </a:cubicBezTo>
                      <a:cubicBezTo>
                        <a:pt x="11" y="15"/>
                        <a:pt x="11" y="15"/>
                        <a:pt x="11" y="15"/>
                      </a:cubicBezTo>
                      <a:cubicBezTo>
                        <a:pt x="11" y="15"/>
                        <a:pt x="11" y="15"/>
                        <a:pt x="11" y="15"/>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0" y="14"/>
                        <a:pt x="10" y="14"/>
                      </a:cubicBezTo>
                      <a:cubicBezTo>
                        <a:pt x="10" y="14"/>
                        <a:pt x="9" y="14"/>
                        <a:pt x="9" y="13"/>
                      </a:cubicBezTo>
                      <a:cubicBezTo>
                        <a:pt x="9" y="13"/>
                        <a:pt x="9" y="13"/>
                        <a:pt x="9" y="13"/>
                      </a:cubicBezTo>
                      <a:cubicBezTo>
                        <a:pt x="9" y="13"/>
                        <a:pt x="9" y="13"/>
                        <a:pt x="9" y="13"/>
                      </a:cubicBezTo>
                      <a:cubicBezTo>
                        <a:pt x="9" y="13"/>
                        <a:pt x="9" y="13"/>
                        <a:pt x="9" y="13"/>
                      </a:cubicBezTo>
                      <a:cubicBezTo>
                        <a:pt x="10" y="13"/>
                        <a:pt x="10" y="13"/>
                        <a:pt x="10" y="13"/>
                      </a:cubicBezTo>
                      <a:cubicBezTo>
                        <a:pt x="10" y="13"/>
                        <a:pt x="10" y="13"/>
                        <a:pt x="10" y="13"/>
                      </a:cubicBezTo>
                      <a:cubicBezTo>
                        <a:pt x="10" y="13"/>
                        <a:pt x="10" y="13"/>
                        <a:pt x="11" y="13"/>
                      </a:cubicBezTo>
                      <a:cubicBezTo>
                        <a:pt x="11" y="13"/>
                        <a:pt x="11" y="13"/>
                        <a:pt x="11" y="13"/>
                      </a:cubicBezTo>
                      <a:cubicBezTo>
                        <a:pt x="11" y="13"/>
                        <a:pt x="11" y="13"/>
                        <a:pt x="11" y="13"/>
                      </a:cubicBezTo>
                      <a:cubicBezTo>
                        <a:pt x="11" y="13"/>
                        <a:pt x="12" y="13"/>
                        <a:pt x="12" y="13"/>
                      </a:cubicBezTo>
                      <a:cubicBezTo>
                        <a:pt x="12" y="13"/>
                        <a:pt x="12" y="13"/>
                        <a:pt x="12" y="13"/>
                      </a:cubicBezTo>
                      <a:cubicBezTo>
                        <a:pt x="12" y="13"/>
                        <a:pt x="12" y="12"/>
                        <a:pt x="12" y="12"/>
                      </a:cubicBezTo>
                      <a:cubicBezTo>
                        <a:pt x="13" y="12"/>
                        <a:pt x="13" y="12"/>
                        <a:pt x="13" y="12"/>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942" name="Group 941">
                  <a:extLst>
                    <a:ext uri="{FF2B5EF4-FFF2-40B4-BE49-F238E27FC236}">
                      <a16:creationId xmlns:a16="http://schemas.microsoft.com/office/drawing/2014/main" id="{DCB3417D-EB0C-8480-095F-00CFE8E822F1}"/>
                    </a:ext>
                  </a:extLst>
                </p:cNvPr>
                <p:cNvGrpSpPr/>
                <p:nvPr/>
              </p:nvGrpSpPr>
              <p:grpSpPr>
                <a:xfrm>
                  <a:off x="9347200" y="4954588"/>
                  <a:ext cx="365125" cy="236538"/>
                  <a:chOff x="9347200" y="4954588"/>
                  <a:chExt cx="365125" cy="236538"/>
                </a:xfrm>
                <a:grpFill/>
              </p:grpSpPr>
              <p:sp>
                <p:nvSpPr>
                  <p:cNvPr id="975" name="Freeform 697">
                    <a:extLst>
                      <a:ext uri="{FF2B5EF4-FFF2-40B4-BE49-F238E27FC236}">
                        <a16:creationId xmlns:a16="http://schemas.microsoft.com/office/drawing/2014/main" id="{716DAA42-DCEB-7042-BA1B-74DABAD4125C}"/>
                      </a:ext>
                    </a:extLst>
                  </p:cNvPr>
                  <p:cNvSpPr>
                    <a:spLocks/>
                  </p:cNvSpPr>
                  <p:nvPr/>
                </p:nvSpPr>
                <p:spPr bwMode="auto">
                  <a:xfrm>
                    <a:off x="9525000" y="5162550"/>
                    <a:ext cx="4762" cy="4763"/>
                  </a:xfrm>
                  <a:custGeom>
                    <a:avLst/>
                    <a:gdLst>
                      <a:gd name="T0" fmla="*/ 1 w 1"/>
                      <a:gd name="T1" fmla="*/ 1 h 1"/>
                      <a:gd name="T2" fmla="*/ 1 w 1"/>
                      <a:gd name="T3" fmla="*/ 1 h 1"/>
                      <a:gd name="T4" fmla="*/ 1 w 1"/>
                      <a:gd name="T5" fmla="*/ 0 h 1"/>
                      <a:gd name="T6" fmla="*/ 1 w 1"/>
                      <a:gd name="T7" fmla="*/ 0 h 1"/>
                      <a:gd name="T8" fmla="*/ 1 w 1"/>
                      <a:gd name="T9" fmla="*/ 0 h 1"/>
                      <a:gd name="T10" fmla="*/ 1 w 1"/>
                      <a:gd name="T11" fmla="*/ 0 h 1"/>
                      <a:gd name="T12" fmla="*/ 1 w 1"/>
                      <a:gd name="T13" fmla="*/ 0 h 1"/>
                      <a:gd name="T14" fmla="*/ 1 w 1"/>
                      <a:gd name="T15" fmla="*/ 0 h 1"/>
                      <a:gd name="T16" fmla="*/ 0 w 1"/>
                      <a:gd name="T17" fmla="*/ 0 h 1"/>
                      <a:gd name="T18" fmla="*/ 0 w 1"/>
                      <a:gd name="T19" fmla="*/ 0 h 1"/>
                      <a:gd name="T20" fmla="*/ 0 w 1"/>
                      <a:gd name="T21" fmla="*/ 0 h 1"/>
                      <a:gd name="T22" fmla="*/ 0 w 1"/>
                      <a:gd name="T23" fmla="*/ 0 h 1"/>
                      <a:gd name="T24" fmla="*/ 0 w 1"/>
                      <a:gd name="T25" fmla="*/ 1 h 1"/>
                      <a:gd name="T26" fmla="*/ 0 w 1"/>
                      <a:gd name="T27" fmla="*/ 1 h 1"/>
                      <a:gd name="T28" fmla="*/ 0 w 1"/>
                      <a:gd name="T29" fmla="*/ 1 h 1"/>
                      <a:gd name="T30" fmla="*/ 0 w 1"/>
                      <a:gd name="T31" fmla="*/ 1 h 1"/>
                      <a:gd name="T32" fmla="*/ 0 w 1"/>
                      <a:gd name="T33" fmla="*/ 1 h 1"/>
                      <a:gd name="T34" fmla="*/ 0 w 1"/>
                      <a:gd name="T35" fmla="*/ 1 h 1"/>
                      <a:gd name="T36" fmla="*/ 0 w 1"/>
                      <a:gd name="T37" fmla="*/ 1 h 1"/>
                      <a:gd name="T38" fmla="*/ 1 w 1"/>
                      <a:gd name="T39" fmla="*/ 1 h 1"/>
                      <a:gd name="T40" fmla="*/ 1 w 1"/>
                      <a:gd name="T41" fmla="*/ 1 h 1"/>
                      <a:gd name="T42" fmla="*/ 1 w 1"/>
                      <a:gd name="T43" fmla="*/ 1 h 1"/>
                      <a:gd name="T44" fmla="*/ 1 w 1"/>
                      <a:gd name="T45" fmla="*/ 1 h 1"/>
                      <a:gd name="T46" fmla="*/ 1 w 1"/>
                      <a:gd name="T47" fmla="*/ 1 h 1"/>
                      <a:gd name="T48" fmla="*/ 1 w 1"/>
                      <a:gd name="T49" fmla="*/ 1 h 1"/>
                      <a:gd name="T50" fmla="*/ 1 w 1"/>
                      <a:gd name="T51" fmla="*/ 1 h 1"/>
                      <a:gd name="T52" fmla="*/ 1 w 1"/>
                      <a:gd name="T53" fmla="*/ 1 h 1"/>
                      <a:gd name="T54" fmla="*/ 1 w 1"/>
                      <a:gd name="T55" fmla="*/ 1 h 1"/>
                      <a:gd name="T56" fmla="*/ 1 w 1"/>
                      <a:gd name="T57" fmla="*/ 1 h 1"/>
                      <a:gd name="T58" fmla="*/ 1 w 1"/>
                      <a:gd name="T5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1">
                        <a:moveTo>
                          <a:pt x="1" y="1"/>
                        </a:moveTo>
                        <a:cubicBezTo>
                          <a:pt x="1" y="1"/>
                          <a:pt x="1" y="1"/>
                          <a:pt x="1" y="1"/>
                        </a:cubicBezTo>
                        <a:cubicBezTo>
                          <a:pt x="1" y="1"/>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6" name="Freeform 698">
                    <a:extLst>
                      <a:ext uri="{FF2B5EF4-FFF2-40B4-BE49-F238E27FC236}">
                        <a16:creationId xmlns:a16="http://schemas.microsoft.com/office/drawing/2014/main" id="{AD1D2DD8-D27A-5EA5-784F-98D547F31380}"/>
                      </a:ext>
                    </a:extLst>
                  </p:cNvPr>
                  <p:cNvSpPr>
                    <a:spLocks/>
                  </p:cNvSpPr>
                  <p:nvPr/>
                </p:nvSpPr>
                <p:spPr bwMode="auto">
                  <a:xfrm>
                    <a:off x="9350375" y="4970463"/>
                    <a:ext cx="63500" cy="79375"/>
                  </a:xfrm>
                  <a:custGeom>
                    <a:avLst/>
                    <a:gdLst>
                      <a:gd name="T0" fmla="*/ 9 w 15"/>
                      <a:gd name="T1" fmla="*/ 19 h 19"/>
                      <a:gd name="T2" fmla="*/ 9 w 15"/>
                      <a:gd name="T3" fmla="*/ 18 h 19"/>
                      <a:gd name="T4" fmla="*/ 9 w 15"/>
                      <a:gd name="T5" fmla="*/ 17 h 19"/>
                      <a:gd name="T6" fmla="*/ 9 w 15"/>
                      <a:gd name="T7" fmla="*/ 17 h 19"/>
                      <a:gd name="T8" fmla="*/ 9 w 15"/>
                      <a:gd name="T9" fmla="*/ 14 h 19"/>
                      <a:gd name="T10" fmla="*/ 3 w 15"/>
                      <a:gd name="T11" fmla="*/ 11 h 19"/>
                      <a:gd name="T12" fmla="*/ 6 w 15"/>
                      <a:gd name="T13" fmla="*/ 9 h 19"/>
                      <a:gd name="T14" fmla="*/ 6 w 15"/>
                      <a:gd name="T15" fmla="*/ 9 h 19"/>
                      <a:gd name="T16" fmla="*/ 6 w 15"/>
                      <a:gd name="T17" fmla="*/ 10 h 19"/>
                      <a:gd name="T18" fmla="*/ 6 w 15"/>
                      <a:gd name="T19" fmla="*/ 10 h 19"/>
                      <a:gd name="T20" fmla="*/ 6 w 15"/>
                      <a:gd name="T21" fmla="*/ 10 h 19"/>
                      <a:gd name="T22" fmla="*/ 11 w 15"/>
                      <a:gd name="T23" fmla="*/ 10 h 19"/>
                      <a:gd name="T24" fmla="*/ 12 w 15"/>
                      <a:gd name="T25" fmla="*/ 9 h 19"/>
                      <a:gd name="T26" fmla="*/ 12 w 15"/>
                      <a:gd name="T27" fmla="*/ 7 h 19"/>
                      <a:gd name="T28" fmla="*/ 12 w 15"/>
                      <a:gd name="T29" fmla="*/ 6 h 19"/>
                      <a:gd name="T30" fmla="*/ 12 w 15"/>
                      <a:gd name="T31" fmla="*/ 6 h 19"/>
                      <a:gd name="T32" fmla="*/ 13 w 15"/>
                      <a:gd name="T33" fmla="*/ 6 h 19"/>
                      <a:gd name="T34" fmla="*/ 14 w 15"/>
                      <a:gd name="T35" fmla="*/ 6 h 19"/>
                      <a:gd name="T36" fmla="*/ 15 w 15"/>
                      <a:gd name="T37" fmla="*/ 6 h 19"/>
                      <a:gd name="T38" fmla="*/ 15 w 15"/>
                      <a:gd name="T39" fmla="*/ 5 h 19"/>
                      <a:gd name="T40" fmla="*/ 14 w 15"/>
                      <a:gd name="T41" fmla="*/ 5 h 19"/>
                      <a:gd name="T42" fmla="*/ 14 w 15"/>
                      <a:gd name="T43" fmla="*/ 5 h 19"/>
                      <a:gd name="T44" fmla="*/ 13 w 15"/>
                      <a:gd name="T45" fmla="*/ 5 h 19"/>
                      <a:gd name="T46" fmla="*/ 11 w 15"/>
                      <a:gd name="T47" fmla="*/ 4 h 19"/>
                      <a:gd name="T48" fmla="*/ 11 w 15"/>
                      <a:gd name="T49" fmla="*/ 4 h 19"/>
                      <a:gd name="T50" fmla="*/ 10 w 15"/>
                      <a:gd name="T51" fmla="*/ 4 h 19"/>
                      <a:gd name="T52" fmla="*/ 9 w 15"/>
                      <a:gd name="T53" fmla="*/ 4 h 19"/>
                      <a:gd name="T54" fmla="*/ 9 w 15"/>
                      <a:gd name="T55" fmla="*/ 3 h 19"/>
                      <a:gd name="T56" fmla="*/ 8 w 15"/>
                      <a:gd name="T57" fmla="*/ 3 h 19"/>
                      <a:gd name="T58" fmla="*/ 8 w 15"/>
                      <a:gd name="T59" fmla="*/ 3 h 19"/>
                      <a:gd name="T60" fmla="*/ 7 w 15"/>
                      <a:gd name="T61" fmla="*/ 2 h 19"/>
                      <a:gd name="T62" fmla="*/ 7 w 15"/>
                      <a:gd name="T63" fmla="*/ 2 h 19"/>
                      <a:gd name="T64" fmla="*/ 7 w 15"/>
                      <a:gd name="T65" fmla="*/ 2 h 19"/>
                      <a:gd name="T66" fmla="*/ 6 w 15"/>
                      <a:gd name="T67" fmla="*/ 2 h 19"/>
                      <a:gd name="T68" fmla="*/ 6 w 15"/>
                      <a:gd name="T69" fmla="*/ 2 h 19"/>
                      <a:gd name="T70" fmla="*/ 4 w 15"/>
                      <a:gd name="T71" fmla="*/ 1 h 19"/>
                      <a:gd name="T72" fmla="*/ 3 w 15"/>
                      <a:gd name="T73" fmla="*/ 1 h 19"/>
                      <a:gd name="T74" fmla="*/ 3 w 15"/>
                      <a:gd name="T75" fmla="*/ 1 h 19"/>
                      <a:gd name="T76" fmla="*/ 2 w 15"/>
                      <a:gd name="T77" fmla="*/ 0 h 19"/>
                      <a:gd name="T78" fmla="*/ 2 w 15"/>
                      <a:gd name="T79" fmla="*/ 0 h 19"/>
                      <a:gd name="T80" fmla="*/ 1 w 15"/>
                      <a:gd name="T81" fmla="*/ 0 h 19"/>
                      <a:gd name="T82" fmla="*/ 1 w 15"/>
                      <a:gd name="T83" fmla="*/ 0 h 19"/>
                      <a:gd name="T84" fmla="*/ 0 w 15"/>
                      <a:gd name="T85" fmla="*/ 17 h 19"/>
                      <a:gd name="T86" fmla="*/ 9 w 15"/>
                      <a:gd name="T8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 h="19">
                        <a:moveTo>
                          <a:pt x="9" y="19"/>
                        </a:moveTo>
                        <a:cubicBezTo>
                          <a:pt x="9" y="19"/>
                          <a:pt x="9" y="19"/>
                          <a:pt x="9" y="19"/>
                        </a:cubicBezTo>
                        <a:cubicBezTo>
                          <a:pt x="9" y="18"/>
                          <a:pt x="9" y="18"/>
                          <a:pt x="9" y="18"/>
                        </a:cubicBezTo>
                        <a:cubicBezTo>
                          <a:pt x="9" y="18"/>
                          <a:pt x="9" y="18"/>
                          <a:pt x="9" y="18"/>
                        </a:cubicBezTo>
                        <a:cubicBezTo>
                          <a:pt x="9" y="18"/>
                          <a:pt x="10" y="18"/>
                          <a:pt x="10" y="18"/>
                        </a:cubicBezTo>
                        <a:cubicBezTo>
                          <a:pt x="10" y="18"/>
                          <a:pt x="9" y="17"/>
                          <a:pt x="9" y="17"/>
                        </a:cubicBezTo>
                        <a:cubicBezTo>
                          <a:pt x="9" y="17"/>
                          <a:pt x="9" y="17"/>
                          <a:pt x="9" y="17"/>
                        </a:cubicBezTo>
                        <a:cubicBezTo>
                          <a:pt x="9" y="17"/>
                          <a:pt x="9" y="17"/>
                          <a:pt x="9" y="17"/>
                        </a:cubicBezTo>
                        <a:cubicBezTo>
                          <a:pt x="9" y="14"/>
                          <a:pt x="9" y="14"/>
                          <a:pt x="9" y="14"/>
                        </a:cubicBezTo>
                        <a:cubicBezTo>
                          <a:pt x="9" y="14"/>
                          <a:pt x="9" y="14"/>
                          <a:pt x="9" y="14"/>
                        </a:cubicBezTo>
                        <a:cubicBezTo>
                          <a:pt x="3" y="14"/>
                          <a:pt x="3" y="14"/>
                          <a:pt x="3" y="14"/>
                        </a:cubicBezTo>
                        <a:cubicBezTo>
                          <a:pt x="3" y="11"/>
                          <a:pt x="3" y="11"/>
                          <a:pt x="3" y="11"/>
                        </a:cubicBezTo>
                        <a:cubicBezTo>
                          <a:pt x="5" y="10"/>
                          <a:pt x="5" y="10"/>
                          <a:pt x="5" y="10"/>
                        </a:cubicBezTo>
                        <a:cubicBezTo>
                          <a:pt x="6" y="9"/>
                          <a:pt x="6" y="9"/>
                          <a:pt x="6" y="9"/>
                        </a:cubicBezTo>
                        <a:cubicBezTo>
                          <a:pt x="6" y="9"/>
                          <a:pt x="6" y="9"/>
                          <a:pt x="6" y="9"/>
                        </a:cubicBezTo>
                        <a:cubicBezTo>
                          <a:pt x="6" y="9"/>
                          <a:pt x="6" y="9"/>
                          <a:pt x="6" y="9"/>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11" y="10"/>
                          <a:pt x="11" y="10"/>
                          <a:pt x="11" y="10"/>
                        </a:cubicBezTo>
                        <a:cubicBezTo>
                          <a:pt x="11" y="9"/>
                          <a:pt x="11" y="9"/>
                          <a:pt x="11" y="9"/>
                        </a:cubicBezTo>
                        <a:cubicBezTo>
                          <a:pt x="12" y="9"/>
                          <a:pt x="12" y="9"/>
                          <a:pt x="12" y="9"/>
                        </a:cubicBezTo>
                        <a:cubicBezTo>
                          <a:pt x="12" y="9"/>
                          <a:pt x="12" y="9"/>
                          <a:pt x="12" y="9"/>
                        </a:cubicBezTo>
                        <a:cubicBezTo>
                          <a:pt x="12" y="7"/>
                          <a:pt x="12" y="7"/>
                          <a:pt x="12" y="7"/>
                        </a:cubicBezTo>
                        <a:cubicBezTo>
                          <a:pt x="12" y="7"/>
                          <a:pt x="12" y="7"/>
                          <a:pt x="12" y="7"/>
                        </a:cubicBezTo>
                        <a:cubicBezTo>
                          <a:pt x="12" y="7"/>
                          <a:pt x="12" y="6"/>
                          <a:pt x="12" y="6"/>
                        </a:cubicBezTo>
                        <a:cubicBezTo>
                          <a:pt x="12" y="6"/>
                          <a:pt x="12" y="6"/>
                          <a:pt x="12" y="6"/>
                        </a:cubicBezTo>
                        <a:cubicBezTo>
                          <a:pt x="12" y="6"/>
                          <a:pt x="12" y="6"/>
                          <a:pt x="12" y="6"/>
                        </a:cubicBezTo>
                        <a:cubicBezTo>
                          <a:pt x="12" y="6"/>
                          <a:pt x="12" y="6"/>
                          <a:pt x="12" y="6"/>
                        </a:cubicBezTo>
                        <a:cubicBezTo>
                          <a:pt x="12" y="6"/>
                          <a:pt x="13" y="6"/>
                          <a:pt x="13" y="6"/>
                        </a:cubicBezTo>
                        <a:cubicBezTo>
                          <a:pt x="13" y="6"/>
                          <a:pt x="13" y="6"/>
                          <a:pt x="14" y="6"/>
                        </a:cubicBezTo>
                        <a:cubicBezTo>
                          <a:pt x="14" y="6"/>
                          <a:pt x="14" y="6"/>
                          <a:pt x="14" y="6"/>
                        </a:cubicBezTo>
                        <a:cubicBezTo>
                          <a:pt x="14" y="6"/>
                          <a:pt x="14" y="6"/>
                          <a:pt x="14" y="6"/>
                        </a:cubicBezTo>
                        <a:cubicBezTo>
                          <a:pt x="14" y="6"/>
                          <a:pt x="15" y="6"/>
                          <a:pt x="15" y="6"/>
                        </a:cubicBezTo>
                        <a:cubicBezTo>
                          <a:pt x="15" y="6"/>
                          <a:pt x="15" y="6"/>
                          <a:pt x="15" y="6"/>
                        </a:cubicBezTo>
                        <a:cubicBezTo>
                          <a:pt x="15" y="6"/>
                          <a:pt x="15" y="5"/>
                          <a:pt x="15" y="5"/>
                        </a:cubicBezTo>
                        <a:cubicBezTo>
                          <a:pt x="15" y="5"/>
                          <a:pt x="15"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2" y="5"/>
                          <a:pt x="12" y="5"/>
                          <a:pt x="12" y="5"/>
                        </a:cubicBezTo>
                        <a:cubicBezTo>
                          <a:pt x="12" y="4"/>
                          <a:pt x="12" y="4"/>
                          <a:pt x="11" y="4"/>
                        </a:cubicBezTo>
                        <a:cubicBezTo>
                          <a:pt x="11" y="4"/>
                          <a:pt x="11" y="4"/>
                          <a:pt x="11" y="4"/>
                        </a:cubicBezTo>
                        <a:cubicBezTo>
                          <a:pt x="11" y="4"/>
                          <a:pt x="11" y="4"/>
                          <a:pt x="11" y="4"/>
                        </a:cubicBezTo>
                        <a:cubicBezTo>
                          <a:pt x="11" y="4"/>
                          <a:pt x="10" y="4"/>
                          <a:pt x="10" y="4"/>
                        </a:cubicBezTo>
                        <a:cubicBezTo>
                          <a:pt x="10" y="4"/>
                          <a:pt x="10" y="4"/>
                          <a:pt x="10" y="4"/>
                        </a:cubicBezTo>
                        <a:cubicBezTo>
                          <a:pt x="10" y="4"/>
                          <a:pt x="10" y="4"/>
                          <a:pt x="10" y="4"/>
                        </a:cubicBezTo>
                        <a:cubicBezTo>
                          <a:pt x="10" y="4"/>
                          <a:pt x="9" y="4"/>
                          <a:pt x="9" y="4"/>
                        </a:cubicBezTo>
                        <a:cubicBezTo>
                          <a:pt x="9" y="4"/>
                          <a:pt x="9" y="3"/>
                          <a:pt x="9" y="3"/>
                        </a:cubicBezTo>
                        <a:cubicBezTo>
                          <a:pt x="9" y="3"/>
                          <a:pt x="9" y="3"/>
                          <a:pt x="9" y="3"/>
                        </a:cubicBezTo>
                        <a:cubicBezTo>
                          <a:pt x="9" y="3"/>
                          <a:pt x="9" y="3"/>
                          <a:pt x="9" y="3"/>
                        </a:cubicBezTo>
                        <a:cubicBezTo>
                          <a:pt x="9" y="3"/>
                          <a:pt x="8" y="3"/>
                          <a:pt x="8" y="3"/>
                        </a:cubicBezTo>
                        <a:cubicBezTo>
                          <a:pt x="8" y="3"/>
                          <a:pt x="8" y="3"/>
                          <a:pt x="8" y="3"/>
                        </a:cubicBezTo>
                        <a:cubicBezTo>
                          <a:pt x="8" y="3"/>
                          <a:pt x="8" y="3"/>
                          <a:pt x="8" y="3"/>
                        </a:cubicBezTo>
                        <a:cubicBezTo>
                          <a:pt x="8" y="3"/>
                          <a:pt x="8" y="3"/>
                          <a:pt x="8" y="3"/>
                        </a:cubicBezTo>
                        <a:cubicBezTo>
                          <a:pt x="8" y="3"/>
                          <a:pt x="7" y="3"/>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5" y="1"/>
                          <a:pt x="5" y="1"/>
                        </a:cubicBezTo>
                        <a:cubicBezTo>
                          <a:pt x="5" y="1"/>
                          <a:pt x="4" y="1"/>
                          <a:pt x="4"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0" y="0"/>
                          <a:pt x="0" y="0"/>
                          <a:pt x="0" y="0"/>
                        </a:cubicBezTo>
                        <a:cubicBezTo>
                          <a:pt x="0" y="17"/>
                          <a:pt x="0" y="17"/>
                          <a:pt x="0" y="17"/>
                        </a:cubicBezTo>
                        <a:cubicBezTo>
                          <a:pt x="9" y="18"/>
                          <a:pt x="9" y="18"/>
                          <a:pt x="9" y="18"/>
                        </a:cubicBezTo>
                        <a:lnTo>
                          <a:pt x="9" y="19"/>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7" name="Freeform 699">
                    <a:extLst>
                      <a:ext uri="{FF2B5EF4-FFF2-40B4-BE49-F238E27FC236}">
                        <a16:creationId xmlns:a16="http://schemas.microsoft.com/office/drawing/2014/main" id="{87ED7642-B1EE-D738-04A7-45F5FD4A46B4}"/>
                      </a:ext>
                    </a:extLst>
                  </p:cNvPr>
                  <p:cNvSpPr>
                    <a:spLocks noEditPoints="1"/>
                  </p:cNvSpPr>
                  <p:nvPr/>
                </p:nvSpPr>
                <p:spPr bwMode="auto">
                  <a:xfrm>
                    <a:off x="9347200" y="5041900"/>
                    <a:ext cx="87312" cy="120650"/>
                  </a:xfrm>
                  <a:custGeom>
                    <a:avLst/>
                    <a:gdLst>
                      <a:gd name="T0" fmla="*/ 17 w 21"/>
                      <a:gd name="T1" fmla="*/ 22 h 29"/>
                      <a:gd name="T2" fmla="*/ 17 w 21"/>
                      <a:gd name="T3" fmla="*/ 23 h 29"/>
                      <a:gd name="T4" fmla="*/ 17 w 21"/>
                      <a:gd name="T5" fmla="*/ 23 h 29"/>
                      <a:gd name="T6" fmla="*/ 19 w 21"/>
                      <a:gd name="T7" fmla="*/ 23 h 29"/>
                      <a:gd name="T8" fmla="*/ 19 w 21"/>
                      <a:gd name="T9" fmla="*/ 22 h 29"/>
                      <a:gd name="T10" fmla="*/ 17 w 21"/>
                      <a:gd name="T11" fmla="*/ 23 h 29"/>
                      <a:gd name="T12" fmla="*/ 19 w 21"/>
                      <a:gd name="T13" fmla="*/ 24 h 29"/>
                      <a:gd name="T14" fmla="*/ 16 w 21"/>
                      <a:gd name="T15" fmla="*/ 23 h 29"/>
                      <a:gd name="T16" fmla="*/ 17 w 21"/>
                      <a:gd name="T17" fmla="*/ 27 h 29"/>
                      <a:gd name="T18" fmla="*/ 16 w 21"/>
                      <a:gd name="T19" fmla="*/ 27 h 29"/>
                      <a:gd name="T20" fmla="*/ 17 w 21"/>
                      <a:gd name="T21" fmla="*/ 27 h 29"/>
                      <a:gd name="T22" fmla="*/ 17 w 21"/>
                      <a:gd name="T23" fmla="*/ 28 h 29"/>
                      <a:gd name="T24" fmla="*/ 18 w 21"/>
                      <a:gd name="T25" fmla="*/ 25 h 29"/>
                      <a:gd name="T26" fmla="*/ 19 w 21"/>
                      <a:gd name="T27" fmla="*/ 24 h 29"/>
                      <a:gd name="T28" fmla="*/ 17 w 21"/>
                      <a:gd name="T29" fmla="*/ 23 h 29"/>
                      <a:gd name="T30" fmla="*/ 19 w 21"/>
                      <a:gd name="T31" fmla="*/ 25 h 29"/>
                      <a:gd name="T32" fmla="*/ 17 w 21"/>
                      <a:gd name="T33" fmla="*/ 24 h 29"/>
                      <a:gd name="T34" fmla="*/ 17 w 21"/>
                      <a:gd name="T35" fmla="*/ 24 h 29"/>
                      <a:gd name="T36" fmla="*/ 20 w 21"/>
                      <a:gd name="T37" fmla="*/ 20 h 29"/>
                      <a:gd name="T38" fmla="*/ 19 w 21"/>
                      <a:gd name="T39" fmla="*/ 20 h 29"/>
                      <a:gd name="T40" fmla="*/ 20 w 21"/>
                      <a:gd name="T41" fmla="*/ 21 h 29"/>
                      <a:gd name="T42" fmla="*/ 11 w 21"/>
                      <a:gd name="T43" fmla="*/ 4 h 29"/>
                      <a:gd name="T44" fmla="*/ 1 w 21"/>
                      <a:gd name="T45" fmla="*/ 9 h 29"/>
                      <a:gd name="T46" fmla="*/ 1 w 21"/>
                      <a:gd name="T47" fmla="*/ 9 h 29"/>
                      <a:gd name="T48" fmla="*/ 1 w 21"/>
                      <a:gd name="T49" fmla="*/ 9 h 29"/>
                      <a:gd name="T50" fmla="*/ 1 w 21"/>
                      <a:gd name="T51" fmla="*/ 9 h 29"/>
                      <a:gd name="T52" fmla="*/ 1 w 21"/>
                      <a:gd name="T53" fmla="*/ 10 h 29"/>
                      <a:gd name="T54" fmla="*/ 0 w 21"/>
                      <a:gd name="T55" fmla="*/ 10 h 29"/>
                      <a:gd name="T56" fmla="*/ 1 w 21"/>
                      <a:gd name="T57" fmla="*/ 11 h 29"/>
                      <a:gd name="T58" fmla="*/ 1 w 21"/>
                      <a:gd name="T59" fmla="*/ 11 h 29"/>
                      <a:gd name="T60" fmla="*/ 1 w 21"/>
                      <a:gd name="T61" fmla="*/ 12 h 29"/>
                      <a:gd name="T62" fmla="*/ 1 w 21"/>
                      <a:gd name="T63" fmla="*/ 12 h 29"/>
                      <a:gd name="T64" fmla="*/ 2 w 21"/>
                      <a:gd name="T65" fmla="*/ 28 h 29"/>
                      <a:gd name="T66" fmla="*/ 6 w 21"/>
                      <a:gd name="T67" fmla="*/ 28 h 29"/>
                      <a:gd name="T68" fmla="*/ 8 w 21"/>
                      <a:gd name="T69" fmla="*/ 28 h 29"/>
                      <a:gd name="T70" fmla="*/ 11 w 21"/>
                      <a:gd name="T71" fmla="*/ 28 h 29"/>
                      <a:gd name="T72" fmla="*/ 15 w 21"/>
                      <a:gd name="T73" fmla="*/ 28 h 29"/>
                      <a:gd name="T74" fmla="*/ 18 w 21"/>
                      <a:gd name="T75" fmla="*/ 27 h 29"/>
                      <a:gd name="T76" fmla="*/ 17 w 21"/>
                      <a:gd name="T77" fmla="*/ 25 h 29"/>
                      <a:gd name="T78" fmla="*/ 16 w 21"/>
                      <a:gd name="T79" fmla="*/ 23 h 29"/>
                      <a:gd name="T80" fmla="*/ 10 w 21"/>
                      <a:gd name="T81" fmla="*/ 21 h 29"/>
                      <a:gd name="T82" fmla="*/ 11 w 21"/>
                      <a:gd name="T83" fmla="*/ 22 h 29"/>
                      <a:gd name="T84" fmla="*/ 16 w 21"/>
                      <a:gd name="T85" fmla="*/ 22 h 29"/>
                      <a:gd name="T86" fmla="*/ 19 w 21"/>
                      <a:gd name="T87" fmla="*/ 22 h 29"/>
                      <a:gd name="T88" fmla="*/ 20 w 21"/>
                      <a:gd name="T89" fmla="*/ 21 h 29"/>
                      <a:gd name="T90" fmla="*/ 18 w 21"/>
                      <a:gd name="T91" fmla="*/ 20 h 29"/>
                      <a:gd name="T92" fmla="*/ 18 w 21"/>
                      <a:gd name="T93" fmla="*/ 19 h 29"/>
                      <a:gd name="T94" fmla="*/ 17 w 21"/>
                      <a:gd name="T95" fmla="*/ 19 h 29"/>
                      <a:gd name="T96" fmla="*/ 18 w 21"/>
                      <a:gd name="T97" fmla="*/ 20 h 29"/>
                      <a:gd name="T98" fmla="*/ 20 w 21"/>
                      <a:gd name="T99" fmla="*/ 20 h 29"/>
                      <a:gd name="T100" fmla="*/ 21 w 21"/>
                      <a:gd name="T101" fmla="*/ 20 h 29"/>
                      <a:gd name="T102" fmla="*/ 19 w 21"/>
                      <a:gd name="T103" fmla="*/ 21 h 29"/>
                      <a:gd name="T104" fmla="*/ 16 w 21"/>
                      <a:gd name="T105" fmla="*/ 22 h 29"/>
                      <a:gd name="T106" fmla="*/ 15 w 21"/>
                      <a:gd name="T107" fmla="*/ 23 h 29"/>
                      <a:gd name="T108" fmla="*/ 20 w 21"/>
                      <a:gd name="T109" fmla="*/ 23 h 29"/>
                      <a:gd name="T110" fmla="*/ 20 w 21"/>
                      <a:gd name="T111" fmla="*/ 23 h 29"/>
                      <a:gd name="T112" fmla="*/ 19 w 21"/>
                      <a:gd name="T113" fmla="*/ 22 h 29"/>
                      <a:gd name="T114" fmla="*/ 20 w 21"/>
                      <a:gd name="T115" fmla="*/ 23 h 29"/>
                      <a:gd name="T116" fmla="*/ 18 w 21"/>
                      <a:gd name="T117" fmla="*/ 22 h 29"/>
                      <a:gd name="T118" fmla="*/ 20 w 21"/>
                      <a:gd name="T119"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 h="29">
                        <a:moveTo>
                          <a:pt x="17" y="22"/>
                        </a:moveTo>
                        <a:cubicBezTo>
                          <a:pt x="17" y="22"/>
                          <a:pt x="17" y="22"/>
                          <a:pt x="17" y="22"/>
                        </a:cubicBezTo>
                        <a:cubicBezTo>
                          <a:pt x="17" y="22"/>
                          <a:pt x="17" y="22"/>
                          <a:pt x="17" y="22"/>
                        </a:cubicBezTo>
                        <a:cubicBezTo>
                          <a:pt x="17" y="22"/>
                          <a:pt x="17" y="22"/>
                          <a:pt x="17" y="22"/>
                        </a:cubicBezTo>
                        <a:cubicBezTo>
                          <a:pt x="17" y="22"/>
                          <a:pt x="17"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lose/>
                        <a:moveTo>
                          <a:pt x="18" y="24"/>
                        </a:moveTo>
                        <a:cubicBezTo>
                          <a:pt x="18" y="24"/>
                          <a:pt x="18" y="24"/>
                          <a:pt x="18" y="24"/>
                        </a:cubicBezTo>
                        <a:cubicBezTo>
                          <a:pt x="18" y="24"/>
                          <a:pt x="18" y="24"/>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4"/>
                          <a:pt x="18" y="24"/>
                        </a:cubicBezTo>
                        <a:cubicBezTo>
                          <a:pt x="18" y="24"/>
                          <a:pt x="18" y="24"/>
                          <a:pt x="18" y="24"/>
                        </a:cubicBezTo>
                        <a:close/>
                        <a:moveTo>
                          <a:pt x="19" y="23"/>
                        </a:move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2"/>
                          <a:pt x="19" y="22"/>
                        </a:cubicBezTo>
                        <a:cubicBezTo>
                          <a:pt x="19" y="22"/>
                          <a:pt x="19" y="22"/>
                          <a:pt x="19" y="22"/>
                        </a:cubicBezTo>
                        <a:cubicBezTo>
                          <a:pt x="19"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7" y="22"/>
                        </a:cubicBezTo>
                        <a:cubicBezTo>
                          <a:pt x="17" y="22"/>
                          <a:pt x="17" y="22"/>
                          <a:pt x="17" y="22"/>
                        </a:cubicBezTo>
                        <a:cubicBezTo>
                          <a:pt x="17" y="22"/>
                          <a:pt x="17" y="22"/>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4"/>
                        </a:cubicBezTo>
                        <a:cubicBezTo>
                          <a:pt x="19" y="24"/>
                          <a:pt x="19" y="24"/>
                          <a:pt x="19" y="24"/>
                        </a:cubicBezTo>
                        <a:cubicBezTo>
                          <a:pt x="20" y="24"/>
                          <a:pt x="20" y="24"/>
                          <a:pt x="20" y="24"/>
                        </a:cubicBezTo>
                        <a:cubicBezTo>
                          <a:pt x="20" y="23"/>
                          <a:pt x="20" y="23"/>
                          <a:pt x="20" y="23"/>
                        </a:cubicBezTo>
                        <a:cubicBezTo>
                          <a:pt x="20" y="23"/>
                          <a:pt x="20" y="23"/>
                          <a:pt x="20" y="23"/>
                        </a:cubicBezTo>
                        <a:cubicBezTo>
                          <a:pt x="20" y="23"/>
                          <a:pt x="20" y="23"/>
                          <a:pt x="19" y="23"/>
                        </a:cubicBezTo>
                        <a:close/>
                        <a:moveTo>
                          <a:pt x="16" y="23"/>
                        </a:moveTo>
                        <a:cubicBezTo>
                          <a:pt x="16" y="23"/>
                          <a:pt x="16" y="23"/>
                          <a:pt x="16" y="23"/>
                        </a:cubicBezTo>
                        <a:cubicBezTo>
                          <a:pt x="16" y="23"/>
                          <a:pt x="16" y="23"/>
                          <a:pt x="17" y="23"/>
                        </a:cubicBezTo>
                        <a:cubicBezTo>
                          <a:pt x="17" y="23"/>
                          <a:pt x="17" y="23"/>
                          <a:pt x="17" y="23"/>
                        </a:cubicBezTo>
                        <a:cubicBezTo>
                          <a:pt x="17" y="23"/>
                          <a:pt x="17" y="23"/>
                          <a:pt x="17" y="23"/>
                        </a:cubicBezTo>
                        <a:cubicBezTo>
                          <a:pt x="17" y="23"/>
                          <a:pt x="17"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lose/>
                        <a:moveTo>
                          <a:pt x="17" y="27"/>
                        </a:move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7" y="27"/>
                          <a:pt x="17" y="27"/>
                          <a:pt x="17" y="27"/>
                        </a:cubicBezTo>
                        <a:cubicBezTo>
                          <a:pt x="17" y="27"/>
                          <a:pt x="17" y="27"/>
                          <a:pt x="17" y="27"/>
                        </a:cubicBezTo>
                        <a:close/>
                        <a:moveTo>
                          <a:pt x="17" y="27"/>
                        </a:moveTo>
                        <a:cubicBezTo>
                          <a:pt x="17" y="27"/>
                          <a:pt x="17" y="27"/>
                          <a:pt x="17" y="27"/>
                        </a:cubicBezTo>
                        <a:cubicBezTo>
                          <a:pt x="17" y="27"/>
                          <a:pt x="17" y="27"/>
                          <a:pt x="17" y="27"/>
                        </a:cubicBezTo>
                        <a:cubicBezTo>
                          <a:pt x="17" y="27"/>
                          <a:pt x="17" y="27"/>
                          <a:pt x="17" y="27"/>
                        </a:cubicBezTo>
                        <a:cubicBezTo>
                          <a:pt x="17" y="27"/>
                          <a:pt x="17" y="27"/>
                          <a:pt x="17" y="27"/>
                        </a:cubicBezTo>
                        <a:cubicBezTo>
                          <a:pt x="17" y="27"/>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7"/>
                        </a:cubicBezTo>
                        <a:cubicBezTo>
                          <a:pt x="17" y="27"/>
                          <a:pt x="17" y="27"/>
                          <a:pt x="17" y="27"/>
                        </a:cubicBezTo>
                        <a:cubicBezTo>
                          <a:pt x="17" y="27"/>
                          <a:pt x="17" y="27"/>
                          <a:pt x="17" y="27"/>
                        </a:cubicBezTo>
                        <a:close/>
                        <a:moveTo>
                          <a:pt x="18" y="25"/>
                        </a:move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lose/>
                        <a:moveTo>
                          <a:pt x="19" y="24"/>
                        </a:moveTo>
                        <a:cubicBezTo>
                          <a:pt x="19" y="24"/>
                          <a:pt x="19" y="24"/>
                          <a:pt x="19" y="24"/>
                        </a:cubicBezTo>
                        <a:cubicBezTo>
                          <a:pt x="19" y="24"/>
                          <a:pt x="19" y="24"/>
                          <a:pt x="19" y="24"/>
                        </a:cubicBezTo>
                        <a:cubicBezTo>
                          <a:pt x="18" y="24"/>
                          <a:pt x="18" y="23"/>
                          <a:pt x="18" y="23"/>
                        </a:cubicBezTo>
                        <a:cubicBezTo>
                          <a:pt x="18"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6" y="23"/>
                          <a:pt x="16" y="23"/>
                          <a:pt x="16" y="23"/>
                        </a:cubicBezTo>
                        <a:cubicBezTo>
                          <a:pt x="16" y="23"/>
                          <a:pt x="17" y="23"/>
                          <a:pt x="17" y="23"/>
                        </a:cubicBezTo>
                        <a:cubicBezTo>
                          <a:pt x="17" y="23"/>
                          <a:pt x="17" y="23"/>
                          <a:pt x="17" y="23"/>
                        </a:cubicBezTo>
                        <a:cubicBezTo>
                          <a:pt x="17" y="23"/>
                          <a:pt x="17" y="23"/>
                          <a:pt x="17" y="23"/>
                        </a:cubicBezTo>
                        <a:cubicBezTo>
                          <a:pt x="17" y="23"/>
                          <a:pt x="18" y="23"/>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9" y="24"/>
                        </a:cubicBezTo>
                        <a:cubicBezTo>
                          <a:pt x="19" y="24"/>
                          <a:pt x="19" y="24"/>
                          <a:pt x="19" y="24"/>
                        </a:cubicBezTo>
                        <a:cubicBezTo>
                          <a:pt x="19" y="24"/>
                          <a:pt x="19" y="24"/>
                          <a:pt x="19" y="24"/>
                        </a:cubicBezTo>
                        <a:cubicBezTo>
                          <a:pt x="19" y="24"/>
                          <a:pt x="19" y="24"/>
                          <a:pt x="19" y="25"/>
                        </a:cubicBezTo>
                        <a:cubicBezTo>
                          <a:pt x="19" y="25"/>
                          <a:pt x="19" y="25"/>
                          <a:pt x="19" y="25"/>
                        </a:cubicBezTo>
                        <a:cubicBezTo>
                          <a:pt x="19" y="25"/>
                          <a:pt x="19" y="25"/>
                          <a:pt x="19" y="25"/>
                        </a:cubicBezTo>
                        <a:cubicBezTo>
                          <a:pt x="20" y="25"/>
                          <a:pt x="19" y="25"/>
                          <a:pt x="20" y="25"/>
                        </a:cubicBezTo>
                        <a:cubicBezTo>
                          <a:pt x="20" y="25"/>
                          <a:pt x="20" y="25"/>
                          <a:pt x="20" y="25"/>
                        </a:cubicBezTo>
                        <a:cubicBezTo>
                          <a:pt x="20" y="25"/>
                          <a:pt x="20" y="25"/>
                          <a:pt x="20" y="24"/>
                        </a:cubicBezTo>
                        <a:cubicBezTo>
                          <a:pt x="19" y="24"/>
                          <a:pt x="19" y="24"/>
                          <a:pt x="19" y="24"/>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20" y="20"/>
                        </a:move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20" y="20"/>
                        </a:cubicBezTo>
                        <a:cubicBezTo>
                          <a:pt x="20" y="20"/>
                          <a:pt x="20" y="20"/>
                          <a:pt x="20" y="20"/>
                        </a:cubicBezTo>
                        <a:cubicBezTo>
                          <a:pt x="20" y="20"/>
                          <a:pt x="20" y="20"/>
                          <a:pt x="20" y="20"/>
                        </a:cubicBezTo>
                        <a:cubicBezTo>
                          <a:pt x="20" y="20"/>
                          <a:pt x="20" y="20"/>
                          <a:pt x="20" y="20"/>
                        </a:cubicBezTo>
                        <a:cubicBezTo>
                          <a:pt x="20" y="20"/>
                          <a:pt x="20" y="20"/>
                          <a:pt x="20" y="21"/>
                        </a:cubicBezTo>
                        <a:cubicBezTo>
                          <a:pt x="20" y="21"/>
                          <a:pt x="20" y="21"/>
                          <a:pt x="20" y="21"/>
                        </a:cubicBezTo>
                        <a:cubicBezTo>
                          <a:pt x="20" y="21"/>
                          <a:pt x="20" y="20"/>
                          <a:pt x="20" y="20"/>
                        </a:cubicBezTo>
                        <a:close/>
                        <a:moveTo>
                          <a:pt x="21" y="20"/>
                        </a:moveTo>
                        <a:cubicBezTo>
                          <a:pt x="21" y="20"/>
                          <a:pt x="21" y="20"/>
                          <a:pt x="21" y="20"/>
                        </a:cubicBezTo>
                        <a:cubicBezTo>
                          <a:pt x="21" y="20"/>
                          <a:pt x="21" y="20"/>
                          <a:pt x="21" y="20"/>
                        </a:cubicBezTo>
                        <a:cubicBezTo>
                          <a:pt x="15" y="13"/>
                          <a:pt x="15" y="13"/>
                          <a:pt x="15" y="13"/>
                        </a:cubicBezTo>
                        <a:cubicBezTo>
                          <a:pt x="15" y="12"/>
                          <a:pt x="15" y="12"/>
                          <a:pt x="15" y="12"/>
                        </a:cubicBezTo>
                        <a:cubicBezTo>
                          <a:pt x="13" y="12"/>
                          <a:pt x="13" y="12"/>
                          <a:pt x="13" y="12"/>
                        </a:cubicBezTo>
                        <a:cubicBezTo>
                          <a:pt x="13" y="5"/>
                          <a:pt x="13" y="5"/>
                          <a:pt x="13" y="5"/>
                        </a:cubicBezTo>
                        <a:cubicBezTo>
                          <a:pt x="11" y="5"/>
                          <a:pt x="11" y="5"/>
                          <a:pt x="11" y="5"/>
                        </a:cubicBezTo>
                        <a:cubicBezTo>
                          <a:pt x="11" y="4"/>
                          <a:pt x="11" y="4"/>
                          <a:pt x="11" y="4"/>
                        </a:cubicBezTo>
                        <a:cubicBezTo>
                          <a:pt x="9" y="3"/>
                          <a:pt x="9" y="3"/>
                          <a:pt x="9" y="3"/>
                        </a:cubicBezTo>
                        <a:cubicBezTo>
                          <a:pt x="9" y="3"/>
                          <a:pt x="9" y="3"/>
                          <a:pt x="9" y="3"/>
                        </a:cubicBezTo>
                        <a:cubicBezTo>
                          <a:pt x="9" y="2"/>
                          <a:pt x="9" y="2"/>
                          <a:pt x="9" y="2"/>
                        </a:cubicBezTo>
                        <a:cubicBezTo>
                          <a:pt x="10" y="1"/>
                          <a:pt x="10" y="1"/>
                          <a:pt x="10" y="1"/>
                        </a:cubicBezTo>
                        <a:cubicBezTo>
                          <a:pt x="1" y="0"/>
                          <a:pt x="1" y="0"/>
                          <a:pt x="1" y="0"/>
                        </a:cubicBezTo>
                        <a:cubicBezTo>
                          <a:pt x="1" y="8"/>
                          <a:pt x="1" y="8"/>
                          <a:pt x="1" y="8"/>
                        </a:cubicBezTo>
                        <a:cubicBezTo>
                          <a:pt x="1" y="8"/>
                          <a:pt x="1" y="8"/>
                          <a:pt x="1" y="8"/>
                        </a:cubicBezTo>
                        <a:cubicBezTo>
                          <a:pt x="1" y="8"/>
                          <a:pt x="1" y="8"/>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0" y="10"/>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1"/>
                          <a:pt x="0" y="11"/>
                        </a:cubicBezTo>
                        <a:cubicBezTo>
                          <a:pt x="0" y="11"/>
                          <a:pt x="0" y="11"/>
                          <a:pt x="0"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1" y="11"/>
                          <a:pt x="1" y="11"/>
                        </a:cubicBezTo>
                        <a:cubicBezTo>
                          <a:pt x="1" y="11"/>
                          <a:pt x="1" y="11"/>
                          <a:pt x="1" y="11"/>
                        </a:cubicBezTo>
                        <a:cubicBezTo>
                          <a:pt x="1" y="11"/>
                          <a:pt x="1" y="11"/>
                          <a:pt x="1" y="11"/>
                        </a:cubicBezTo>
                        <a:cubicBezTo>
                          <a:pt x="1" y="11"/>
                          <a:pt x="1" y="11"/>
                          <a:pt x="1" y="11"/>
                        </a:cubicBezTo>
                        <a:cubicBezTo>
                          <a:pt x="1" y="11"/>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2" y="12"/>
                          <a:pt x="2" y="12"/>
                        </a:cubicBezTo>
                        <a:cubicBezTo>
                          <a:pt x="2" y="28"/>
                          <a:pt x="2" y="28"/>
                          <a:pt x="2" y="28"/>
                        </a:cubicBezTo>
                        <a:cubicBezTo>
                          <a:pt x="2" y="28"/>
                          <a:pt x="2" y="28"/>
                          <a:pt x="2" y="28"/>
                        </a:cubicBezTo>
                        <a:cubicBezTo>
                          <a:pt x="2" y="28"/>
                          <a:pt x="2" y="28"/>
                          <a:pt x="2" y="28"/>
                        </a:cubicBezTo>
                        <a:cubicBezTo>
                          <a:pt x="2" y="28"/>
                          <a:pt x="2" y="28"/>
                          <a:pt x="2" y="28"/>
                        </a:cubicBezTo>
                        <a:cubicBezTo>
                          <a:pt x="2" y="28"/>
                          <a:pt x="3" y="28"/>
                          <a:pt x="3" y="28"/>
                        </a:cubicBezTo>
                        <a:cubicBezTo>
                          <a:pt x="3" y="28"/>
                          <a:pt x="3" y="28"/>
                          <a:pt x="3" y="28"/>
                        </a:cubicBezTo>
                        <a:cubicBezTo>
                          <a:pt x="4" y="28"/>
                          <a:pt x="4" y="28"/>
                          <a:pt x="4" y="28"/>
                        </a:cubicBezTo>
                        <a:cubicBezTo>
                          <a:pt x="4" y="28"/>
                          <a:pt x="4" y="28"/>
                          <a:pt x="4" y="28"/>
                        </a:cubicBezTo>
                        <a:cubicBezTo>
                          <a:pt x="4" y="28"/>
                          <a:pt x="5" y="28"/>
                          <a:pt x="5" y="28"/>
                        </a:cubicBezTo>
                        <a:cubicBezTo>
                          <a:pt x="5" y="28"/>
                          <a:pt x="5" y="28"/>
                          <a:pt x="5" y="28"/>
                        </a:cubicBezTo>
                        <a:cubicBezTo>
                          <a:pt x="5" y="28"/>
                          <a:pt x="5" y="28"/>
                          <a:pt x="6" y="28"/>
                        </a:cubicBezTo>
                        <a:cubicBezTo>
                          <a:pt x="6" y="28"/>
                          <a:pt x="6" y="28"/>
                          <a:pt x="6" y="28"/>
                        </a:cubicBezTo>
                        <a:cubicBezTo>
                          <a:pt x="6" y="28"/>
                          <a:pt x="6" y="28"/>
                          <a:pt x="6" y="28"/>
                        </a:cubicBezTo>
                        <a:cubicBezTo>
                          <a:pt x="6" y="28"/>
                          <a:pt x="6"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9" y="28"/>
                          <a:pt x="9" y="28"/>
                          <a:pt x="9" y="28"/>
                        </a:cubicBezTo>
                        <a:cubicBezTo>
                          <a:pt x="9" y="28"/>
                          <a:pt x="9" y="28"/>
                          <a:pt x="10" y="28"/>
                        </a:cubicBezTo>
                        <a:cubicBezTo>
                          <a:pt x="10" y="28"/>
                          <a:pt x="10" y="28"/>
                          <a:pt x="10" y="28"/>
                        </a:cubicBezTo>
                        <a:cubicBezTo>
                          <a:pt x="10" y="28"/>
                          <a:pt x="10" y="28"/>
                          <a:pt x="10" y="28"/>
                        </a:cubicBezTo>
                        <a:cubicBezTo>
                          <a:pt x="10" y="28"/>
                          <a:pt x="11" y="28"/>
                          <a:pt x="11" y="28"/>
                        </a:cubicBezTo>
                        <a:cubicBezTo>
                          <a:pt x="11" y="28"/>
                          <a:pt x="11" y="28"/>
                          <a:pt x="11" y="28"/>
                        </a:cubicBezTo>
                        <a:cubicBezTo>
                          <a:pt x="11" y="28"/>
                          <a:pt x="11" y="28"/>
                          <a:pt x="11" y="28"/>
                        </a:cubicBezTo>
                        <a:cubicBezTo>
                          <a:pt x="12" y="29"/>
                          <a:pt x="12" y="29"/>
                          <a:pt x="12" y="29"/>
                        </a:cubicBezTo>
                        <a:cubicBezTo>
                          <a:pt x="12" y="29"/>
                          <a:pt x="12" y="29"/>
                          <a:pt x="12" y="29"/>
                        </a:cubicBezTo>
                        <a:cubicBezTo>
                          <a:pt x="12" y="29"/>
                          <a:pt x="12" y="29"/>
                          <a:pt x="12" y="29"/>
                        </a:cubicBezTo>
                        <a:cubicBezTo>
                          <a:pt x="13" y="29"/>
                          <a:pt x="13" y="29"/>
                          <a:pt x="13" y="29"/>
                        </a:cubicBezTo>
                        <a:cubicBezTo>
                          <a:pt x="13" y="29"/>
                          <a:pt x="13" y="29"/>
                          <a:pt x="13" y="29"/>
                        </a:cubicBezTo>
                        <a:cubicBezTo>
                          <a:pt x="13" y="29"/>
                          <a:pt x="13" y="29"/>
                          <a:pt x="13" y="29"/>
                        </a:cubicBezTo>
                        <a:cubicBezTo>
                          <a:pt x="13" y="29"/>
                          <a:pt x="13" y="29"/>
                          <a:pt x="14" y="29"/>
                        </a:cubicBezTo>
                        <a:cubicBezTo>
                          <a:pt x="14" y="28"/>
                          <a:pt x="14" y="28"/>
                          <a:pt x="15" y="28"/>
                        </a:cubicBezTo>
                        <a:cubicBezTo>
                          <a:pt x="15" y="28"/>
                          <a:pt x="15" y="28"/>
                          <a:pt x="15" y="28"/>
                        </a:cubicBezTo>
                        <a:cubicBezTo>
                          <a:pt x="15" y="28"/>
                          <a:pt x="15" y="28"/>
                          <a:pt x="15" y="28"/>
                        </a:cubicBezTo>
                        <a:cubicBezTo>
                          <a:pt x="15" y="28"/>
                          <a:pt x="15" y="28"/>
                          <a:pt x="15" y="28"/>
                        </a:cubicBezTo>
                        <a:cubicBezTo>
                          <a:pt x="15" y="28"/>
                          <a:pt x="15" y="27"/>
                          <a:pt x="16" y="27"/>
                        </a:cubicBezTo>
                        <a:cubicBezTo>
                          <a:pt x="16" y="27"/>
                          <a:pt x="16" y="27"/>
                          <a:pt x="16" y="27"/>
                        </a:cubicBezTo>
                        <a:cubicBezTo>
                          <a:pt x="16" y="27"/>
                          <a:pt x="16" y="27"/>
                          <a:pt x="16" y="27"/>
                        </a:cubicBezTo>
                        <a:cubicBezTo>
                          <a:pt x="16" y="27"/>
                          <a:pt x="17" y="27"/>
                          <a:pt x="17" y="27"/>
                        </a:cubicBezTo>
                        <a:cubicBezTo>
                          <a:pt x="17" y="27"/>
                          <a:pt x="17" y="27"/>
                          <a:pt x="17" y="27"/>
                        </a:cubicBezTo>
                        <a:cubicBezTo>
                          <a:pt x="17" y="27"/>
                          <a:pt x="17"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6"/>
                          <a:pt x="18" y="26"/>
                          <a:pt x="18" y="26"/>
                        </a:cubicBezTo>
                        <a:cubicBezTo>
                          <a:pt x="18" y="26"/>
                          <a:pt x="18" y="26"/>
                          <a:pt x="18" y="26"/>
                        </a:cubicBezTo>
                        <a:cubicBezTo>
                          <a:pt x="18" y="26"/>
                          <a:pt x="18" y="26"/>
                          <a:pt x="18" y="26"/>
                        </a:cubicBezTo>
                        <a:cubicBezTo>
                          <a:pt x="18" y="26"/>
                          <a:pt x="18" y="26"/>
                          <a:pt x="18" y="26"/>
                        </a:cubicBezTo>
                        <a:cubicBezTo>
                          <a:pt x="18" y="25"/>
                          <a:pt x="18" y="25"/>
                          <a:pt x="18" y="25"/>
                        </a:cubicBezTo>
                        <a:cubicBezTo>
                          <a:pt x="18" y="25"/>
                          <a:pt x="17" y="25"/>
                          <a:pt x="17" y="25"/>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6" y="24"/>
                          <a:pt x="16" y="24"/>
                        </a:cubicBezTo>
                        <a:cubicBezTo>
                          <a:pt x="16" y="23"/>
                          <a:pt x="16" y="23"/>
                          <a:pt x="16" y="23"/>
                        </a:cubicBezTo>
                        <a:cubicBezTo>
                          <a:pt x="16" y="23"/>
                          <a:pt x="16" y="23"/>
                          <a:pt x="16" y="23"/>
                        </a:cubicBezTo>
                        <a:cubicBezTo>
                          <a:pt x="16" y="23"/>
                          <a:pt x="16" y="23"/>
                          <a:pt x="16" y="23"/>
                        </a:cubicBezTo>
                        <a:cubicBezTo>
                          <a:pt x="15" y="23"/>
                          <a:pt x="15" y="23"/>
                          <a:pt x="15" y="23"/>
                        </a:cubicBezTo>
                        <a:cubicBezTo>
                          <a:pt x="14" y="23"/>
                          <a:pt x="14" y="22"/>
                          <a:pt x="14" y="22"/>
                        </a:cubicBezTo>
                        <a:cubicBezTo>
                          <a:pt x="14" y="22"/>
                          <a:pt x="13" y="22"/>
                          <a:pt x="13" y="22"/>
                        </a:cubicBezTo>
                        <a:cubicBezTo>
                          <a:pt x="13" y="22"/>
                          <a:pt x="13" y="22"/>
                          <a:pt x="13" y="22"/>
                        </a:cubicBezTo>
                        <a:cubicBezTo>
                          <a:pt x="13" y="22"/>
                          <a:pt x="13" y="22"/>
                          <a:pt x="13" y="22"/>
                        </a:cubicBezTo>
                        <a:cubicBezTo>
                          <a:pt x="13" y="22"/>
                          <a:pt x="13" y="22"/>
                          <a:pt x="13" y="22"/>
                        </a:cubicBezTo>
                        <a:cubicBezTo>
                          <a:pt x="12" y="22"/>
                          <a:pt x="12" y="22"/>
                          <a:pt x="12" y="22"/>
                        </a:cubicBezTo>
                        <a:cubicBezTo>
                          <a:pt x="12" y="22"/>
                          <a:pt x="11" y="22"/>
                          <a:pt x="11" y="22"/>
                        </a:cubicBezTo>
                        <a:cubicBezTo>
                          <a:pt x="11" y="22"/>
                          <a:pt x="11" y="22"/>
                          <a:pt x="11" y="21"/>
                        </a:cubicBezTo>
                        <a:cubicBezTo>
                          <a:pt x="11" y="21"/>
                          <a:pt x="10" y="21"/>
                          <a:pt x="10" y="21"/>
                        </a:cubicBezTo>
                        <a:cubicBezTo>
                          <a:pt x="10" y="21"/>
                          <a:pt x="10" y="21"/>
                          <a:pt x="10" y="21"/>
                        </a:cubicBezTo>
                        <a:cubicBezTo>
                          <a:pt x="10" y="21"/>
                          <a:pt x="10" y="21"/>
                          <a:pt x="10" y="21"/>
                        </a:cubicBezTo>
                        <a:cubicBezTo>
                          <a:pt x="9" y="22"/>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2"/>
                        </a:cubicBezTo>
                        <a:cubicBezTo>
                          <a:pt x="11" y="22"/>
                          <a:pt x="11" y="22"/>
                          <a:pt x="11" y="22"/>
                        </a:cubicBezTo>
                        <a:cubicBezTo>
                          <a:pt x="11" y="22"/>
                          <a:pt x="12" y="22"/>
                          <a:pt x="12" y="22"/>
                        </a:cubicBezTo>
                        <a:cubicBezTo>
                          <a:pt x="12" y="22"/>
                          <a:pt x="12" y="22"/>
                          <a:pt x="12" y="22"/>
                        </a:cubicBezTo>
                        <a:cubicBezTo>
                          <a:pt x="13" y="22"/>
                          <a:pt x="13" y="22"/>
                          <a:pt x="13" y="22"/>
                        </a:cubicBezTo>
                        <a:cubicBezTo>
                          <a:pt x="13" y="22"/>
                          <a:pt x="13" y="22"/>
                          <a:pt x="13" y="22"/>
                        </a:cubicBezTo>
                        <a:cubicBezTo>
                          <a:pt x="13" y="22"/>
                          <a:pt x="14" y="22"/>
                          <a:pt x="14" y="22"/>
                        </a:cubicBezTo>
                        <a:cubicBezTo>
                          <a:pt x="14" y="22"/>
                          <a:pt x="14" y="22"/>
                          <a:pt x="14" y="22"/>
                        </a:cubicBezTo>
                        <a:cubicBezTo>
                          <a:pt x="14" y="22"/>
                          <a:pt x="14" y="22"/>
                          <a:pt x="15" y="22"/>
                        </a:cubicBezTo>
                        <a:cubicBezTo>
                          <a:pt x="15" y="22"/>
                          <a:pt x="15" y="22"/>
                          <a:pt x="15" y="22"/>
                        </a:cubicBezTo>
                        <a:cubicBezTo>
                          <a:pt x="15" y="22"/>
                          <a:pt x="16" y="22"/>
                          <a:pt x="16" y="22"/>
                        </a:cubicBezTo>
                        <a:cubicBezTo>
                          <a:pt x="16" y="22"/>
                          <a:pt x="16" y="22"/>
                          <a:pt x="16" y="22"/>
                        </a:cubicBezTo>
                        <a:cubicBezTo>
                          <a:pt x="16" y="22"/>
                          <a:pt x="16"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8" y="21"/>
                          <a:pt x="18" y="22"/>
                          <a:pt x="18" y="22"/>
                        </a:cubicBezTo>
                        <a:cubicBezTo>
                          <a:pt x="18" y="22"/>
                          <a:pt x="19" y="22"/>
                          <a:pt x="19" y="22"/>
                        </a:cubicBezTo>
                        <a:cubicBezTo>
                          <a:pt x="19" y="22"/>
                          <a:pt x="19" y="22"/>
                          <a:pt x="19" y="22"/>
                        </a:cubicBezTo>
                        <a:cubicBezTo>
                          <a:pt x="19" y="21"/>
                          <a:pt x="19" y="21"/>
                          <a:pt x="19" y="21"/>
                        </a:cubicBezTo>
                        <a:cubicBezTo>
                          <a:pt x="19" y="21"/>
                          <a:pt x="19" y="22"/>
                          <a:pt x="19" y="22"/>
                        </a:cubicBezTo>
                        <a:cubicBezTo>
                          <a:pt x="19" y="22"/>
                          <a:pt x="19"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0"/>
                          <a:pt x="19" y="20"/>
                          <a:pt x="19" y="20"/>
                        </a:cubicBezTo>
                        <a:cubicBezTo>
                          <a:pt x="19" y="20"/>
                          <a:pt x="19" y="20"/>
                          <a:pt x="19" y="20"/>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8" y="19"/>
                          <a:pt x="18" y="19"/>
                          <a:pt x="18" y="19"/>
                        </a:cubicBezTo>
                        <a:cubicBezTo>
                          <a:pt x="18" y="19"/>
                          <a:pt x="18" y="19"/>
                          <a:pt x="18" y="19"/>
                        </a:cubicBezTo>
                        <a:cubicBezTo>
                          <a:pt x="18" y="19"/>
                          <a:pt x="18" y="20"/>
                          <a:pt x="18" y="20"/>
                        </a:cubicBezTo>
                        <a:cubicBezTo>
                          <a:pt x="18" y="20"/>
                          <a:pt x="18" y="20"/>
                          <a:pt x="18" y="20"/>
                        </a:cubicBezTo>
                        <a:cubicBezTo>
                          <a:pt x="18" y="20"/>
                          <a:pt x="18" y="19"/>
                          <a:pt x="18" y="19"/>
                        </a:cubicBezTo>
                        <a:cubicBezTo>
                          <a:pt x="18" y="19"/>
                          <a:pt x="18" y="19"/>
                          <a:pt x="18" y="19"/>
                        </a:cubicBezTo>
                        <a:cubicBezTo>
                          <a:pt x="18" y="19"/>
                          <a:pt x="18" y="19"/>
                          <a:pt x="18" y="19"/>
                        </a:cubicBezTo>
                        <a:cubicBezTo>
                          <a:pt x="18"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20" y="20"/>
                        </a:cubicBezTo>
                        <a:cubicBezTo>
                          <a:pt x="20" y="20"/>
                          <a:pt x="20" y="20"/>
                          <a:pt x="20" y="20"/>
                        </a:cubicBezTo>
                        <a:cubicBezTo>
                          <a:pt x="20" y="20"/>
                          <a:pt x="20" y="20"/>
                          <a:pt x="20" y="20"/>
                        </a:cubicBezTo>
                        <a:cubicBezTo>
                          <a:pt x="20" y="20"/>
                          <a:pt x="20"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lose/>
                        <a:moveTo>
                          <a:pt x="19" y="21"/>
                        </a:moveTo>
                        <a:cubicBezTo>
                          <a:pt x="19" y="21"/>
                          <a:pt x="19" y="21"/>
                          <a:pt x="19" y="21"/>
                        </a:cubicBezTo>
                        <a:cubicBezTo>
                          <a:pt x="19" y="21"/>
                          <a:pt x="19" y="21"/>
                          <a:pt x="19" y="21"/>
                        </a:cubicBezTo>
                        <a:cubicBezTo>
                          <a:pt x="19"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19" y="21"/>
                        </a:cubicBezTo>
                        <a:cubicBezTo>
                          <a:pt x="19" y="21"/>
                          <a:pt x="19" y="21"/>
                          <a:pt x="19" y="21"/>
                        </a:cubicBezTo>
                        <a:cubicBezTo>
                          <a:pt x="19" y="21"/>
                          <a:pt x="19" y="21"/>
                          <a:pt x="19" y="21"/>
                        </a:cubicBezTo>
                        <a:cubicBezTo>
                          <a:pt x="19" y="21"/>
                          <a:pt x="19" y="21"/>
                          <a:pt x="19" y="21"/>
                        </a:cubicBezTo>
                        <a:close/>
                        <a:moveTo>
                          <a:pt x="16" y="22"/>
                        </a:move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lose/>
                        <a:moveTo>
                          <a:pt x="16" y="23"/>
                        </a:moveTo>
                        <a:cubicBezTo>
                          <a:pt x="16" y="23"/>
                          <a:pt x="16" y="23"/>
                          <a:pt x="16"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6" y="23"/>
                          <a:pt x="16" y="23"/>
                        </a:cubicBezTo>
                        <a:cubicBezTo>
                          <a:pt x="16" y="23"/>
                          <a:pt x="16" y="23"/>
                          <a:pt x="16" y="23"/>
                        </a:cubicBezTo>
                        <a:cubicBezTo>
                          <a:pt x="16" y="23"/>
                          <a:pt x="16" y="23"/>
                          <a:pt x="16" y="23"/>
                        </a:cubicBezTo>
                        <a:close/>
                        <a:moveTo>
                          <a:pt x="20" y="23"/>
                        </a:move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0" y="23"/>
                        </a:moveTo>
                        <a:cubicBezTo>
                          <a:pt x="20" y="23"/>
                          <a:pt x="20" y="22"/>
                          <a:pt x="20" y="22"/>
                        </a:cubicBezTo>
                        <a:cubicBezTo>
                          <a:pt x="20" y="22"/>
                          <a:pt x="20" y="22"/>
                          <a:pt x="20"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3"/>
                          <a:pt x="19" y="23"/>
                        </a:cubicBezTo>
                        <a:cubicBezTo>
                          <a:pt x="19" y="23"/>
                          <a:pt x="19" y="23"/>
                          <a:pt x="19" y="23"/>
                        </a:cubicBezTo>
                        <a:cubicBezTo>
                          <a:pt x="19" y="23"/>
                          <a:pt x="19"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18" y="22"/>
                        </a:moveTo>
                        <a:cubicBezTo>
                          <a:pt x="18" y="22"/>
                          <a:pt x="18" y="22"/>
                          <a:pt x="18" y="22"/>
                        </a:cubicBezTo>
                        <a:cubicBezTo>
                          <a:pt x="18" y="22"/>
                          <a:pt x="18" y="22"/>
                          <a:pt x="17" y="22"/>
                        </a:cubicBezTo>
                        <a:cubicBezTo>
                          <a:pt x="17" y="22"/>
                          <a:pt x="17" y="22"/>
                          <a:pt x="17"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lose/>
                        <a:moveTo>
                          <a:pt x="21" y="23"/>
                        </a:move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3"/>
                        </a:cubicBezTo>
                        <a:cubicBezTo>
                          <a:pt x="21" y="23"/>
                          <a:pt x="21" y="23"/>
                          <a:pt x="21" y="23"/>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8" name="Freeform 700">
                    <a:extLst>
                      <a:ext uri="{FF2B5EF4-FFF2-40B4-BE49-F238E27FC236}">
                        <a16:creationId xmlns:a16="http://schemas.microsoft.com/office/drawing/2014/main" id="{E21E79D2-D4A2-BA4D-E015-9149BF9837F9}"/>
                      </a:ext>
                    </a:extLst>
                  </p:cNvPr>
                  <p:cNvSpPr>
                    <a:spLocks noEditPoints="1"/>
                  </p:cNvSpPr>
                  <p:nvPr/>
                </p:nvSpPr>
                <p:spPr bwMode="auto">
                  <a:xfrm>
                    <a:off x="9566500" y="5015450"/>
                    <a:ext cx="96837" cy="46039"/>
                  </a:xfrm>
                  <a:custGeom>
                    <a:avLst/>
                    <a:gdLst>
                      <a:gd name="T0" fmla="*/ 6 w 23"/>
                      <a:gd name="T1" fmla="*/ 1 h 11"/>
                      <a:gd name="T2" fmla="*/ 6 w 23"/>
                      <a:gd name="T3" fmla="*/ 2 h 11"/>
                      <a:gd name="T4" fmla="*/ 8 w 23"/>
                      <a:gd name="T5" fmla="*/ 0 h 11"/>
                      <a:gd name="T6" fmla="*/ 8 w 23"/>
                      <a:gd name="T7" fmla="*/ 0 h 11"/>
                      <a:gd name="T8" fmla="*/ 9 w 23"/>
                      <a:gd name="T9" fmla="*/ 0 h 11"/>
                      <a:gd name="T10" fmla="*/ 8 w 23"/>
                      <a:gd name="T11" fmla="*/ 0 h 11"/>
                      <a:gd name="T12" fmla="*/ 8 w 23"/>
                      <a:gd name="T13" fmla="*/ 0 h 11"/>
                      <a:gd name="T14" fmla="*/ 20 w 23"/>
                      <a:gd name="T15" fmla="*/ 2 h 11"/>
                      <a:gd name="T16" fmla="*/ 20 w 23"/>
                      <a:gd name="T17" fmla="*/ 2 h 11"/>
                      <a:gd name="T18" fmla="*/ 19 w 23"/>
                      <a:gd name="T19" fmla="*/ 2 h 11"/>
                      <a:gd name="T20" fmla="*/ 20 w 23"/>
                      <a:gd name="T21" fmla="*/ 2 h 11"/>
                      <a:gd name="T22" fmla="*/ 16 w 23"/>
                      <a:gd name="T23" fmla="*/ 7 h 11"/>
                      <a:gd name="T24" fmla="*/ 19 w 23"/>
                      <a:gd name="T25" fmla="*/ 6 h 11"/>
                      <a:gd name="T26" fmla="*/ 20 w 23"/>
                      <a:gd name="T27" fmla="*/ 5 h 11"/>
                      <a:gd name="T28" fmla="*/ 23 w 23"/>
                      <a:gd name="T29" fmla="*/ 2 h 11"/>
                      <a:gd name="T30" fmla="*/ 22 w 23"/>
                      <a:gd name="T31" fmla="*/ 2 h 11"/>
                      <a:gd name="T32" fmla="*/ 21 w 23"/>
                      <a:gd name="T33" fmla="*/ 2 h 11"/>
                      <a:gd name="T34" fmla="*/ 19 w 23"/>
                      <a:gd name="T35" fmla="*/ 5 h 11"/>
                      <a:gd name="T36" fmla="*/ 17 w 23"/>
                      <a:gd name="T37" fmla="*/ 6 h 11"/>
                      <a:gd name="T38" fmla="*/ 16 w 23"/>
                      <a:gd name="T39" fmla="*/ 6 h 11"/>
                      <a:gd name="T40" fmla="*/ 15 w 23"/>
                      <a:gd name="T41" fmla="*/ 5 h 11"/>
                      <a:gd name="T42" fmla="*/ 13 w 23"/>
                      <a:gd name="T43" fmla="*/ 6 h 11"/>
                      <a:gd name="T44" fmla="*/ 12 w 23"/>
                      <a:gd name="T45" fmla="*/ 5 h 11"/>
                      <a:gd name="T46" fmla="*/ 12 w 23"/>
                      <a:gd name="T47" fmla="*/ 4 h 11"/>
                      <a:gd name="T48" fmla="*/ 12 w 23"/>
                      <a:gd name="T49" fmla="*/ 4 h 11"/>
                      <a:gd name="T50" fmla="*/ 13 w 23"/>
                      <a:gd name="T51" fmla="*/ 3 h 11"/>
                      <a:gd name="T52" fmla="*/ 13 w 23"/>
                      <a:gd name="T53" fmla="*/ 2 h 11"/>
                      <a:gd name="T54" fmla="*/ 12 w 23"/>
                      <a:gd name="T55" fmla="*/ 3 h 11"/>
                      <a:gd name="T56" fmla="*/ 12 w 23"/>
                      <a:gd name="T57" fmla="*/ 4 h 11"/>
                      <a:gd name="T58" fmla="*/ 11 w 23"/>
                      <a:gd name="T59" fmla="*/ 5 h 11"/>
                      <a:gd name="T60" fmla="*/ 10 w 23"/>
                      <a:gd name="T61" fmla="*/ 6 h 11"/>
                      <a:gd name="T62" fmla="*/ 10 w 23"/>
                      <a:gd name="T63" fmla="*/ 5 h 11"/>
                      <a:gd name="T64" fmla="*/ 8 w 23"/>
                      <a:gd name="T65" fmla="*/ 6 h 11"/>
                      <a:gd name="T66" fmla="*/ 8 w 23"/>
                      <a:gd name="T67" fmla="*/ 6 h 11"/>
                      <a:gd name="T68" fmla="*/ 7 w 23"/>
                      <a:gd name="T69" fmla="*/ 6 h 11"/>
                      <a:gd name="T70" fmla="*/ 6 w 23"/>
                      <a:gd name="T71" fmla="*/ 6 h 11"/>
                      <a:gd name="T72" fmla="*/ 5 w 23"/>
                      <a:gd name="T73" fmla="*/ 5 h 11"/>
                      <a:gd name="T74" fmla="*/ 4 w 23"/>
                      <a:gd name="T75" fmla="*/ 6 h 11"/>
                      <a:gd name="T76" fmla="*/ 3 w 23"/>
                      <a:gd name="T77" fmla="*/ 6 h 11"/>
                      <a:gd name="T78" fmla="*/ 1 w 23"/>
                      <a:gd name="T79" fmla="*/ 5 h 11"/>
                      <a:gd name="T80" fmla="*/ 0 w 23"/>
                      <a:gd name="T81" fmla="*/ 6 h 11"/>
                      <a:gd name="T82" fmla="*/ 2 w 23"/>
                      <a:gd name="T83" fmla="*/ 8 h 11"/>
                      <a:gd name="T84" fmla="*/ 3 w 23"/>
                      <a:gd name="T85" fmla="*/ 8 h 11"/>
                      <a:gd name="T86" fmla="*/ 3 w 23"/>
                      <a:gd name="T87" fmla="*/ 8 h 11"/>
                      <a:gd name="T88" fmla="*/ 4 w 23"/>
                      <a:gd name="T89" fmla="*/ 9 h 11"/>
                      <a:gd name="T90" fmla="*/ 4 w 23"/>
                      <a:gd name="T91" fmla="*/ 9 h 11"/>
                      <a:gd name="T92" fmla="*/ 5 w 23"/>
                      <a:gd name="T93" fmla="*/ 10 h 11"/>
                      <a:gd name="T94" fmla="*/ 6 w 23"/>
                      <a:gd name="T95" fmla="*/ 10 h 11"/>
                      <a:gd name="T96" fmla="*/ 7 w 23"/>
                      <a:gd name="T97" fmla="*/ 10 h 11"/>
                      <a:gd name="T98" fmla="*/ 9 w 23"/>
                      <a:gd name="T99" fmla="*/ 10 h 11"/>
                      <a:gd name="T100" fmla="*/ 11 w 23"/>
                      <a:gd name="T101" fmla="*/ 11 h 11"/>
                      <a:gd name="T102" fmla="*/ 12 w 23"/>
                      <a:gd name="T103" fmla="*/ 11 h 11"/>
                      <a:gd name="T104" fmla="*/ 13 w 23"/>
                      <a:gd name="T105" fmla="*/ 11 h 11"/>
                      <a:gd name="T106" fmla="*/ 15 w 23"/>
                      <a:gd name="T107" fmla="*/ 11 h 11"/>
                      <a:gd name="T108" fmla="*/ 17 w 23"/>
                      <a:gd name="T10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 h="11">
                        <a:moveTo>
                          <a:pt x="6" y="1"/>
                        </a:move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1"/>
                          <a:pt x="6" y="1"/>
                        </a:cubicBezTo>
                        <a:close/>
                        <a:moveTo>
                          <a:pt x="8" y="0"/>
                        </a:move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lose/>
                        <a:moveTo>
                          <a:pt x="20" y="2"/>
                        </a:move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lose/>
                        <a:moveTo>
                          <a:pt x="16" y="8"/>
                        </a:moveTo>
                        <a:cubicBezTo>
                          <a:pt x="16" y="8"/>
                          <a:pt x="16" y="7"/>
                          <a:pt x="16" y="7"/>
                        </a:cubicBezTo>
                        <a:cubicBezTo>
                          <a:pt x="18" y="7"/>
                          <a:pt x="18" y="7"/>
                          <a:pt x="18" y="7"/>
                        </a:cubicBezTo>
                        <a:cubicBezTo>
                          <a:pt x="18" y="7"/>
                          <a:pt x="18" y="7"/>
                          <a:pt x="18" y="7"/>
                        </a:cubicBezTo>
                        <a:cubicBezTo>
                          <a:pt x="18" y="7"/>
                          <a:pt x="18" y="7"/>
                          <a:pt x="18" y="7"/>
                        </a:cubicBezTo>
                        <a:cubicBezTo>
                          <a:pt x="18" y="7"/>
                          <a:pt x="18" y="7"/>
                          <a:pt x="18" y="7"/>
                        </a:cubicBezTo>
                        <a:cubicBezTo>
                          <a:pt x="18" y="6"/>
                          <a:pt x="18" y="6"/>
                          <a:pt x="18" y="6"/>
                        </a:cubicBezTo>
                        <a:cubicBezTo>
                          <a:pt x="18" y="6"/>
                          <a:pt x="19" y="6"/>
                          <a:pt x="19" y="6"/>
                        </a:cubicBezTo>
                        <a:cubicBezTo>
                          <a:pt x="19" y="6"/>
                          <a:pt x="19" y="6"/>
                          <a:pt x="19" y="6"/>
                        </a:cubicBezTo>
                        <a:cubicBezTo>
                          <a:pt x="20" y="6"/>
                          <a:pt x="20" y="6"/>
                          <a:pt x="20" y="6"/>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1" y="3"/>
                          <a:pt x="21" y="3"/>
                          <a:pt x="21" y="3"/>
                        </a:cubicBezTo>
                        <a:cubicBezTo>
                          <a:pt x="21" y="2"/>
                          <a:pt x="21" y="2"/>
                          <a:pt x="21" y="2"/>
                        </a:cubicBezTo>
                        <a:cubicBezTo>
                          <a:pt x="22" y="2"/>
                          <a:pt x="22" y="2"/>
                          <a:pt x="22" y="2"/>
                        </a:cubicBezTo>
                        <a:cubicBezTo>
                          <a:pt x="22" y="2"/>
                          <a:pt x="22"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3"/>
                          <a:pt x="20" y="3"/>
                          <a:pt x="20" y="3"/>
                        </a:cubicBezTo>
                        <a:cubicBezTo>
                          <a:pt x="19" y="3"/>
                          <a:pt x="19" y="4"/>
                          <a:pt x="19" y="4"/>
                        </a:cubicBezTo>
                        <a:cubicBezTo>
                          <a:pt x="19" y="4"/>
                          <a:pt x="19" y="4"/>
                          <a:pt x="19" y="4"/>
                        </a:cubicBezTo>
                        <a:cubicBezTo>
                          <a:pt x="19" y="4"/>
                          <a:pt x="19" y="4"/>
                          <a:pt x="19" y="4"/>
                        </a:cubicBezTo>
                        <a:cubicBezTo>
                          <a:pt x="19" y="4"/>
                          <a:pt x="19" y="5"/>
                          <a:pt x="19" y="5"/>
                        </a:cubicBezTo>
                        <a:cubicBezTo>
                          <a:pt x="19" y="5"/>
                          <a:pt x="19" y="5"/>
                          <a:pt x="19" y="5"/>
                        </a:cubicBezTo>
                        <a:cubicBezTo>
                          <a:pt x="18" y="5"/>
                          <a:pt x="18" y="5"/>
                          <a:pt x="18" y="5"/>
                        </a:cubicBezTo>
                        <a:cubicBezTo>
                          <a:pt x="18" y="5"/>
                          <a:pt x="18" y="5"/>
                          <a:pt x="18" y="6"/>
                        </a:cubicBezTo>
                        <a:cubicBezTo>
                          <a:pt x="18" y="6"/>
                          <a:pt x="18" y="6"/>
                          <a:pt x="18" y="6"/>
                        </a:cubicBezTo>
                        <a:cubicBezTo>
                          <a:pt x="18" y="6"/>
                          <a:pt x="18" y="6"/>
                          <a:pt x="18" y="6"/>
                        </a:cubicBezTo>
                        <a:cubicBezTo>
                          <a:pt x="18" y="6"/>
                          <a:pt x="18" y="6"/>
                          <a:pt x="17" y="6"/>
                        </a:cubicBezTo>
                        <a:cubicBezTo>
                          <a:pt x="17" y="6"/>
                          <a:pt x="17" y="5"/>
                          <a:pt x="17" y="5"/>
                        </a:cubicBezTo>
                        <a:cubicBezTo>
                          <a:pt x="17" y="5"/>
                          <a:pt x="17" y="5"/>
                          <a:pt x="17" y="5"/>
                        </a:cubicBezTo>
                        <a:cubicBezTo>
                          <a:pt x="17" y="5"/>
                          <a:pt x="17" y="5"/>
                          <a:pt x="17" y="5"/>
                        </a:cubicBezTo>
                        <a:cubicBezTo>
                          <a:pt x="17" y="6"/>
                          <a:pt x="17" y="6"/>
                          <a:pt x="17" y="6"/>
                        </a:cubicBezTo>
                        <a:cubicBezTo>
                          <a:pt x="17" y="6"/>
                          <a:pt x="17" y="6"/>
                          <a:pt x="16" y="6"/>
                        </a:cubicBezTo>
                        <a:cubicBezTo>
                          <a:pt x="16" y="6"/>
                          <a:pt x="16" y="6"/>
                          <a:pt x="16" y="6"/>
                        </a:cubicBezTo>
                        <a:cubicBezTo>
                          <a:pt x="16" y="6"/>
                          <a:pt x="16" y="6"/>
                          <a:pt x="16" y="6"/>
                        </a:cubicBezTo>
                        <a:cubicBezTo>
                          <a:pt x="16" y="6"/>
                          <a:pt x="16" y="6"/>
                          <a:pt x="16" y="6"/>
                        </a:cubicBezTo>
                        <a:cubicBezTo>
                          <a:pt x="16" y="6"/>
                          <a:pt x="16" y="5"/>
                          <a:pt x="15" y="5"/>
                        </a:cubicBezTo>
                        <a:cubicBezTo>
                          <a:pt x="15" y="5"/>
                          <a:pt x="15" y="5"/>
                          <a:pt x="15" y="5"/>
                        </a:cubicBezTo>
                        <a:cubicBezTo>
                          <a:pt x="15" y="5"/>
                          <a:pt x="15" y="5"/>
                          <a:pt x="15" y="5"/>
                        </a:cubicBezTo>
                        <a:cubicBezTo>
                          <a:pt x="15" y="5"/>
                          <a:pt x="15" y="5"/>
                          <a:pt x="15" y="5"/>
                        </a:cubicBezTo>
                        <a:cubicBezTo>
                          <a:pt x="15" y="5"/>
                          <a:pt x="15" y="5"/>
                          <a:pt x="15" y="5"/>
                        </a:cubicBezTo>
                        <a:cubicBezTo>
                          <a:pt x="14" y="5"/>
                          <a:pt x="14" y="5"/>
                          <a:pt x="14" y="6"/>
                        </a:cubicBezTo>
                        <a:cubicBezTo>
                          <a:pt x="14" y="6"/>
                          <a:pt x="14" y="6"/>
                          <a:pt x="14" y="6"/>
                        </a:cubicBezTo>
                        <a:cubicBezTo>
                          <a:pt x="14" y="6"/>
                          <a:pt x="14" y="6"/>
                          <a:pt x="14" y="6"/>
                        </a:cubicBezTo>
                        <a:cubicBezTo>
                          <a:pt x="14" y="6"/>
                          <a:pt x="14"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5"/>
                          <a:pt x="12" y="5"/>
                        </a:cubicBezTo>
                        <a:cubicBezTo>
                          <a:pt x="12" y="5"/>
                          <a:pt x="12" y="5"/>
                          <a:pt x="12" y="5"/>
                        </a:cubicBezTo>
                        <a:cubicBezTo>
                          <a:pt x="12" y="5"/>
                          <a:pt x="12" y="5"/>
                          <a:pt x="12" y="5"/>
                        </a:cubicBezTo>
                        <a:cubicBezTo>
                          <a:pt x="12" y="5"/>
                          <a:pt x="12" y="5"/>
                          <a:pt x="12" y="5"/>
                        </a:cubicBezTo>
                        <a:cubicBezTo>
                          <a:pt x="12" y="5"/>
                          <a:pt x="12" y="5"/>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3"/>
                          <a:pt x="12" y="3"/>
                          <a:pt x="12" y="3"/>
                        </a:cubicBezTo>
                        <a:cubicBezTo>
                          <a:pt x="12"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4"/>
                          <a:pt x="12" y="4"/>
                          <a:pt x="12" y="4"/>
                        </a:cubicBezTo>
                        <a:cubicBezTo>
                          <a:pt x="12" y="4"/>
                          <a:pt x="12" y="4"/>
                          <a:pt x="12" y="4"/>
                        </a:cubicBezTo>
                        <a:cubicBezTo>
                          <a:pt x="12" y="4"/>
                          <a:pt x="12" y="4"/>
                          <a:pt x="12" y="4"/>
                        </a:cubicBezTo>
                        <a:cubicBezTo>
                          <a:pt x="12" y="4"/>
                          <a:pt x="11" y="4"/>
                          <a:pt x="11" y="5"/>
                        </a:cubicBezTo>
                        <a:cubicBezTo>
                          <a:pt x="11" y="5"/>
                          <a:pt x="11" y="5"/>
                          <a:pt x="11" y="5"/>
                        </a:cubicBezTo>
                        <a:cubicBezTo>
                          <a:pt x="11" y="5"/>
                          <a:pt x="11" y="5"/>
                          <a:pt x="11" y="5"/>
                        </a:cubicBezTo>
                        <a:cubicBezTo>
                          <a:pt x="11" y="5"/>
                          <a:pt x="11" y="5"/>
                          <a:pt x="12" y="5"/>
                        </a:cubicBezTo>
                        <a:cubicBezTo>
                          <a:pt x="12"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5"/>
                        </a:cubicBezTo>
                        <a:cubicBezTo>
                          <a:pt x="10" y="6"/>
                          <a:pt x="10" y="6"/>
                          <a:pt x="9" y="6"/>
                        </a:cubicBezTo>
                        <a:cubicBezTo>
                          <a:pt x="9" y="6"/>
                          <a:pt x="9" y="6"/>
                          <a:pt x="9" y="6"/>
                        </a:cubicBezTo>
                        <a:cubicBezTo>
                          <a:pt x="9" y="6"/>
                          <a:pt x="9" y="6"/>
                          <a:pt x="9" y="6"/>
                        </a:cubicBezTo>
                        <a:cubicBezTo>
                          <a:pt x="9" y="6"/>
                          <a:pt x="9" y="6"/>
                          <a:pt x="9" y="6"/>
                        </a:cubicBezTo>
                        <a:cubicBezTo>
                          <a:pt x="9" y="6"/>
                          <a:pt x="9"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5" y="6"/>
                          <a:pt x="5" y="6"/>
                        </a:cubicBezTo>
                        <a:cubicBezTo>
                          <a:pt x="5" y="6"/>
                          <a:pt x="5" y="6"/>
                          <a:pt x="5" y="6"/>
                        </a:cubicBezTo>
                        <a:cubicBezTo>
                          <a:pt x="5" y="6"/>
                          <a:pt x="5" y="6"/>
                          <a:pt x="5" y="5"/>
                        </a:cubicBezTo>
                        <a:cubicBezTo>
                          <a:pt x="5" y="5"/>
                          <a:pt x="5" y="5"/>
                          <a:pt x="5" y="6"/>
                        </a:cubicBezTo>
                        <a:cubicBezTo>
                          <a:pt x="5" y="6"/>
                          <a:pt x="5" y="6"/>
                          <a:pt x="5" y="6"/>
                        </a:cubicBezTo>
                        <a:cubicBezTo>
                          <a:pt x="5"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1" y="6"/>
                          <a:pt x="1" y="5"/>
                        </a:cubicBezTo>
                        <a:cubicBezTo>
                          <a:pt x="1" y="5"/>
                          <a:pt x="1" y="5"/>
                          <a:pt x="1" y="5"/>
                        </a:cubicBezTo>
                        <a:cubicBezTo>
                          <a:pt x="1" y="5"/>
                          <a:pt x="1" y="5"/>
                          <a:pt x="1" y="5"/>
                        </a:cubicBezTo>
                        <a:cubicBezTo>
                          <a:pt x="1" y="5"/>
                          <a:pt x="1" y="5"/>
                          <a:pt x="1" y="6"/>
                        </a:cubicBezTo>
                        <a:cubicBezTo>
                          <a:pt x="1" y="6"/>
                          <a:pt x="1" y="6"/>
                          <a:pt x="1" y="6"/>
                        </a:cubicBezTo>
                        <a:cubicBezTo>
                          <a:pt x="0" y="6"/>
                          <a:pt x="0" y="6"/>
                          <a:pt x="0" y="6"/>
                        </a:cubicBezTo>
                        <a:cubicBezTo>
                          <a:pt x="0" y="6"/>
                          <a:pt x="0" y="6"/>
                          <a:pt x="0" y="6"/>
                        </a:cubicBezTo>
                        <a:cubicBezTo>
                          <a:pt x="0" y="6"/>
                          <a:pt x="0" y="7"/>
                          <a:pt x="0" y="7"/>
                        </a:cubicBezTo>
                        <a:cubicBezTo>
                          <a:pt x="0" y="7"/>
                          <a:pt x="0" y="7"/>
                          <a:pt x="0" y="7"/>
                        </a:cubicBezTo>
                        <a:cubicBezTo>
                          <a:pt x="0" y="7"/>
                          <a:pt x="1" y="8"/>
                          <a:pt x="1" y="8"/>
                        </a:cubicBezTo>
                        <a:cubicBezTo>
                          <a:pt x="1"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5" y="9"/>
                        </a:cubicBezTo>
                        <a:cubicBezTo>
                          <a:pt x="5" y="9"/>
                          <a:pt x="5" y="9"/>
                          <a:pt x="5" y="9"/>
                        </a:cubicBezTo>
                        <a:cubicBezTo>
                          <a:pt x="5" y="9"/>
                          <a:pt x="5" y="9"/>
                          <a:pt x="5" y="9"/>
                        </a:cubicBezTo>
                        <a:cubicBezTo>
                          <a:pt x="5" y="9"/>
                          <a:pt x="5" y="9"/>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6" y="10"/>
                          <a:pt x="6" y="10"/>
                        </a:cubicBezTo>
                        <a:cubicBezTo>
                          <a:pt x="6" y="10"/>
                          <a:pt x="6" y="10"/>
                          <a:pt x="6" y="10"/>
                        </a:cubicBezTo>
                        <a:cubicBezTo>
                          <a:pt x="6" y="10"/>
                          <a:pt x="6" y="10"/>
                          <a:pt x="6" y="10"/>
                        </a:cubicBezTo>
                        <a:cubicBezTo>
                          <a:pt x="6" y="10"/>
                          <a:pt x="6" y="10"/>
                          <a:pt x="6" y="10"/>
                        </a:cubicBezTo>
                        <a:cubicBezTo>
                          <a:pt x="6" y="10"/>
                          <a:pt x="6" y="10"/>
                          <a:pt x="7" y="10"/>
                        </a:cubicBezTo>
                        <a:cubicBezTo>
                          <a:pt x="7" y="10"/>
                          <a:pt x="7" y="10"/>
                          <a:pt x="7" y="9"/>
                        </a:cubicBezTo>
                        <a:cubicBezTo>
                          <a:pt x="7" y="10"/>
                          <a:pt x="7" y="10"/>
                          <a:pt x="7" y="10"/>
                        </a:cubicBezTo>
                        <a:cubicBezTo>
                          <a:pt x="7" y="10"/>
                          <a:pt x="7" y="10"/>
                          <a:pt x="7" y="10"/>
                        </a:cubicBezTo>
                        <a:cubicBezTo>
                          <a:pt x="7" y="10"/>
                          <a:pt x="7" y="10"/>
                          <a:pt x="7" y="10"/>
                        </a:cubicBezTo>
                        <a:cubicBezTo>
                          <a:pt x="7" y="10"/>
                          <a:pt x="7"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9" y="10"/>
                          <a:pt x="9" y="10"/>
                        </a:cubicBezTo>
                        <a:cubicBezTo>
                          <a:pt x="9" y="11"/>
                          <a:pt x="9" y="11"/>
                          <a:pt x="9" y="11"/>
                        </a:cubicBezTo>
                        <a:cubicBezTo>
                          <a:pt x="9" y="11"/>
                          <a:pt x="9" y="11"/>
                          <a:pt x="9" y="11"/>
                        </a:cubicBezTo>
                        <a:cubicBezTo>
                          <a:pt x="9" y="11"/>
                          <a:pt x="10" y="11"/>
                          <a:pt x="10" y="11"/>
                        </a:cubicBezTo>
                        <a:cubicBezTo>
                          <a:pt x="10" y="11"/>
                          <a:pt x="10" y="11"/>
                          <a:pt x="10" y="11"/>
                        </a:cubicBezTo>
                        <a:cubicBezTo>
                          <a:pt x="10" y="11"/>
                          <a:pt x="10" y="11"/>
                          <a:pt x="10" y="11"/>
                        </a:cubicBezTo>
                        <a:cubicBezTo>
                          <a:pt x="10" y="11"/>
                          <a:pt x="10" y="11"/>
                          <a:pt x="11" y="11"/>
                        </a:cubicBezTo>
                        <a:cubicBezTo>
                          <a:pt x="11" y="11"/>
                          <a:pt x="11" y="11"/>
                          <a:pt x="11" y="11"/>
                        </a:cubicBezTo>
                        <a:cubicBezTo>
                          <a:pt x="11" y="11"/>
                          <a:pt x="11" y="11"/>
                          <a:pt x="11" y="11"/>
                        </a:cubicBezTo>
                        <a:cubicBezTo>
                          <a:pt x="11" y="11"/>
                          <a:pt x="11" y="11"/>
                          <a:pt x="11" y="11"/>
                        </a:cubicBezTo>
                        <a:cubicBezTo>
                          <a:pt x="11"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5" y="11"/>
                          <a:pt x="15" y="11"/>
                        </a:cubicBezTo>
                        <a:cubicBezTo>
                          <a:pt x="15" y="11"/>
                          <a:pt x="15" y="11"/>
                          <a:pt x="15" y="10"/>
                        </a:cubicBezTo>
                        <a:cubicBezTo>
                          <a:pt x="16" y="10"/>
                          <a:pt x="16" y="10"/>
                          <a:pt x="16" y="10"/>
                        </a:cubicBezTo>
                        <a:cubicBezTo>
                          <a:pt x="16" y="10"/>
                          <a:pt x="16" y="10"/>
                          <a:pt x="16" y="10"/>
                        </a:cubicBezTo>
                        <a:cubicBezTo>
                          <a:pt x="16" y="10"/>
                          <a:pt x="16" y="10"/>
                          <a:pt x="16" y="10"/>
                        </a:cubicBezTo>
                        <a:cubicBezTo>
                          <a:pt x="16" y="10"/>
                          <a:pt x="17" y="10"/>
                          <a:pt x="17" y="10"/>
                        </a:cubicBezTo>
                        <a:cubicBezTo>
                          <a:pt x="17" y="10"/>
                          <a:pt x="17" y="10"/>
                          <a:pt x="17" y="10"/>
                        </a:cubicBezTo>
                        <a:cubicBezTo>
                          <a:pt x="16" y="9"/>
                          <a:pt x="16" y="9"/>
                          <a:pt x="16" y="9"/>
                        </a:cubicBezTo>
                        <a:cubicBezTo>
                          <a:pt x="16" y="9"/>
                          <a:pt x="16" y="8"/>
                          <a:pt x="16" y="8"/>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9" name="Freeform 701">
                    <a:extLst>
                      <a:ext uri="{FF2B5EF4-FFF2-40B4-BE49-F238E27FC236}">
                        <a16:creationId xmlns:a16="http://schemas.microsoft.com/office/drawing/2014/main" id="{FC5AABDA-6547-92F1-7046-6899FF50A5D6}"/>
                      </a:ext>
                    </a:extLst>
                  </p:cNvPr>
                  <p:cNvSpPr>
                    <a:spLocks/>
                  </p:cNvSpPr>
                  <p:nvPr/>
                </p:nvSpPr>
                <p:spPr bwMode="auto">
                  <a:xfrm>
                    <a:off x="9429750" y="5046663"/>
                    <a:ext cx="25400" cy="33338"/>
                  </a:xfrm>
                  <a:custGeom>
                    <a:avLst/>
                    <a:gdLst>
                      <a:gd name="T0" fmla="*/ 3 w 6"/>
                      <a:gd name="T1" fmla="*/ 1 h 8"/>
                      <a:gd name="T2" fmla="*/ 2 w 6"/>
                      <a:gd name="T3" fmla="*/ 1 h 8"/>
                      <a:gd name="T4" fmla="*/ 2 w 6"/>
                      <a:gd name="T5" fmla="*/ 1 h 8"/>
                      <a:gd name="T6" fmla="*/ 2 w 6"/>
                      <a:gd name="T7" fmla="*/ 2 h 8"/>
                      <a:gd name="T8" fmla="*/ 2 w 6"/>
                      <a:gd name="T9" fmla="*/ 2 h 8"/>
                      <a:gd name="T10" fmla="*/ 2 w 6"/>
                      <a:gd name="T11" fmla="*/ 2 h 8"/>
                      <a:gd name="T12" fmla="*/ 2 w 6"/>
                      <a:gd name="T13" fmla="*/ 3 h 8"/>
                      <a:gd name="T14" fmla="*/ 2 w 6"/>
                      <a:gd name="T15" fmla="*/ 3 h 8"/>
                      <a:gd name="T16" fmla="*/ 2 w 6"/>
                      <a:gd name="T17" fmla="*/ 4 h 8"/>
                      <a:gd name="T18" fmla="*/ 2 w 6"/>
                      <a:gd name="T19" fmla="*/ 4 h 8"/>
                      <a:gd name="T20" fmla="*/ 1 w 6"/>
                      <a:gd name="T21" fmla="*/ 4 h 8"/>
                      <a:gd name="T22" fmla="*/ 0 w 6"/>
                      <a:gd name="T23" fmla="*/ 4 h 8"/>
                      <a:gd name="T24" fmla="*/ 1 w 6"/>
                      <a:gd name="T25" fmla="*/ 5 h 8"/>
                      <a:gd name="T26" fmla="*/ 1 w 6"/>
                      <a:gd name="T27" fmla="*/ 5 h 8"/>
                      <a:gd name="T28" fmla="*/ 2 w 6"/>
                      <a:gd name="T29" fmla="*/ 5 h 8"/>
                      <a:gd name="T30" fmla="*/ 3 w 6"/>
                      <a:gd name="T31" fmla="*/ 6 h 8"/>
                      <a:gd name="T32" fmla="*/ 3 w 6"/>
                      <a:gd name="T33" fmla="*/ 6 h 8"/>
                      <a:gd name="T34" fmla="*/ 3 w 6"/>
                      <a:gd name="T35" fmla="*/ 6 h 8"/>
                      <a:gd name="T36" fmla="*/ 4 w 6"/>
                      <a:gd name="T37" fmla="*/ 6 h 8"/>
                      <a:gd name="T38" fmla="*/ 5 w 6"/>
                      <a:gd name="T39" fmla="*/ 7 h 8"/>
                      <a:gd name="T40" fmla="*/ 5 w 6"/>
                      <a:gd name="T41" fmla="*/ 7 h 8"/>
                      <a:gd name="T42" fmla="*/ 5 w 6"/>
                      <a:gd name="T43" fmla="*/ 7 h 8"/>
                      <a:gd name="T44" fmla="*/ 6 w 6"/>
                      <a:gd name="T45" fmla="*/ 7 h 8"/>
                      <a:gd name="T46" fmla="*/ 6 w 6"/>
                      <a:gd name="T47" fmla="*/ 6 h 8"/>
                      <a:gd name="T48" fmla="*/ 5 w 6"/>
                      <a:gd name="T49" fmla="*/ 6 h 8"/>
                      <a:gd name="T50" fmla="*/ 5 w 6"/>
                      <a:gd name="T51" fmla="*/ 5 h 8"/>
                      <a:gd name="T52" fmla="*/ 5 w 6"/>
                      <a:gd name="T53" fmla="*/ 5 h 8"/>
                      <a:gd name="T54" fmla="*/ 5 w 6"/>
                      <a:gd name="T55" fmla="*/ 4 h 8"/>
                      <a:gd name="T56" fmla="*/ 5 w 6"/>
                      <a:gd name="T57" fmla="*/ 4 h 8"/>
                      <a:gd name="T58" fmla="*/ 6 w 6"/>
                      <a:gd name="T59" fmla="*/ 3 h 8"/>
                      <a:gd name="T60" fmla="*/ 6 w 6"/>
                      <a:gd name="T61" fmla="*/ 3 h 8"/>
                      <a:gd name="T62" fmla="*/ 6 w 6"/>
                      <a:gd name="T63" fmla="*/ 2 h 8"/>
                      <a:gd name="T64" fmla="*/ 5 w 6"/>
                      <a:gd name="T65" fmla="*/ 2 h 8"/>
                      <a:gd name="T66" fmla="*/ 6 w 6"/>
                      <a:gd name="T67" fmla="*/ 1 h 8"/>
                      <a:gd name="T68" fmla="*/ 5 w 6"/>
                      <a:gd name="T69" fmla="*/ 1 h 8"/>
                      <a:gd name="T70" fmla="*/ 5 w 6"/>
                      <a:gd name="T71" fmla="*/ 0 h 8"/>
                      <a:gd name="T72" fmla="*/ 4 w 6"/>
                      <a:gd name="T73" fmla="*/ 0 h 8"/>
                      <a:gd name="T74" fmla="*/ 4 w 6"/>
                      <a:gd name="T75"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 h="8">
                        <a:moveTo>
                          <a:pt x="3" y="1"/>
                        </a:moveTo>
                        <a:cubicBezTo>
                          <a:pt x="3" y="1"/>
                          <a:pt x="3" y="1"/>
                          <a:pt x="3" y="1"/>
                        </a:cubicBezTo>
                        <a:cubicBezTo>
                          <a:pt x="3" y="1"/>
                          <a:pt x="3"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3"/>
                          <a:pt x="2" y="3"/>
                        </a:cubicBezTo>
                        <a:cubicBezTo>
                          <a:pt x="2" y="3"/>
                          <a:pt x="2" y="3"/>
                          <a:pt x="2" y="3"/>
                        </a:cubicBezTo>
                        <a:cubicBezTo>
                          <a:pt x="2" y="3"/>
                          <a:pt x="2" y="3"/>
                          <a:pt x="2" y="3"/>
                        </a:cubicBezTo>
                        <a:cubicBezTo>
                          <a:pt x="2" y="3"/>
                          <a:pt x="2" y="3"/>
                          <a:pt x="2" y="3"/>
                        </a:cubicBezTo>
                        <a:cubicBezTo>
                          <a:pt x="2" y="3"/>
                          <a:pt x="2" y="3"/>
                          <a:pt x="2" y="4"/>
                        </a:cubicBezTo>
                        <a:cubicBezTo>
                          <a:pt x="2" y="4"/>
                          <a:pt x="2" y="4"/>
                          <a:pt x="2" y="4"/>
                        </a:cubicBezTo>
                        <a:cubicBezTo>
                          <a:pt x="2" y="4"/>
                          <a:pt x="2" y="4"/>
                          <a:pt x="2" y="4"/>
                        </a:cubicBezTo>
                        <a:cubicBezTo>
                          <a:pt x="2" y="4"/>
                          <a:pt x="1" y="4"/>
                          <a:pt x="1" y="4"/>
                        </a:cubicBezTo>
                        <a:cubicBezTo>
                          <a:pt x="1" y="4"/>
                          <a:pt x="1" y="4"/>
                          <a:pt x="1" y="4"/>
                        </a:cubicBezTo>
                        <a:cubicBezTo>
                          <a:pt x="1" y="4"/>
                          <a:pt x="0" y="4"/>
                          <a:pt x="0" y="4"/>
                        </a:cubicBezTo>
                        <a:cubicBezTo>
                          <a:pt x="0" y="4"/>
                          <a:pt x="0" y="4"/>
                          <a:pt x="0" y="4"/>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3" y="6"/>
                          <a:pt x="3" y="6"/>
                        </a:cubicBezTo>
                        <a:cubicBezTo>
                          <a:pt x="3" y="6"/>
                          <a:pt x="3" y="6"/>
                          <a:pt x="3" y="6"/>
                        </a:cubicBezTo>
                        <a:cubicBezTo>
                          <a:pt x="3" y="6"/>
                          <a:pt x="3" y="6"/>
                          <a:pt x="3" y="6"/>
                        </a:cubicBezTo>
                        <a:cubicBezTo>
                          <a:pt x="3" y="6"/>
                          <a:pt x="3" y="6"/>
                          <a:pt x="3" y="6"/>
                        </a:cubicBezTo>
                        <a:cubicBezTo>
                          <a:pt x="3" y="6"/>
                          <a:pt x="3" y="6"/>
                          <a:pt x="3" y="6"/>
                        </a:cubicBezTo>
                        <a:cubicBezTo>
                          <a:pt x="3" y="6"/>
                          <a:pt x="4" y="6"/>
                          <a:pt x="4" y="6"/>
                        </a:cubicBezTo>
                        <a:cubicBezTo>
                          <a:pt x="4" y="6"/>
                          <a:pt x="4" y="6"/>
                          <a:pt x="4" y="6"/>
                        </a:cubicBezTo>
                        <a:cubicBezTo>
                          <a:pt x="4" y="7"/>
                          <a:pt x="4" y="7"/>
                          <a:pt x="4" y="7"/>
                        </a:cubicBezTo>
                        <a:cubicBezTo>
                          <a:pt x="4" y="7"/>
                          <a:pt x="5" y="7"/>
                          <a:pt x="5" y="7"/>
                        </a:cubicBezTo>
                        <a:cubicBezTo>
                          <a:pt x="5" y="7"/>
                          <a:pt x="5" y="7"/>
                          <a:pt x="5" y="7"/>
                        </a:cubicBezTo>
                        <a:cubicBezTo>
                          <a:pt x="5" y="7"/>
                          <a:pt x="5" y="7"/>
                          <a:pt x="5" y="7"/>
                        </a:cubicBezTo>
                        <a:cubicBezTo>
                          <a:pt x="5" y="7"/>
                          <a:pt x="5" y="7"/>
                          <a:pt x="5" y="7"/>
                        </a:cubicBezTo>
                        <a:cubicBezTo>
                          <a:pt x="5" y="7"/>
                          <a:pt x="5" y="7"/>
                          <a:pt x="5" y="7"/>
                        </a:cubicBezTo>
                        <a:cubicBezTo>
                          <a:pt x="5" y="7"/>
                          <a:pt x="6" y="8"/>
                          <a:pt x="6" y="8"/>
                        </a:cubicBezTo>
                        <a:cubicBezTo>
                          <a:pt x="6" y="7"/>
                          <a:pt x="6" y="7"/>
                          <a:pt x="6" y="7"/>
                        </a:cubicBezTo>
                        <a:cubicBezTo>
                          <a:pt x="5" y="7"/>
                          <a:pt x="5" y="7"/>
                          <a:pt x="5" y="7"/>
                        </a:cubicBezTo>
                        <a:cubicBezTo>
                          <a:pt x="5" y="7"/>
                          <a:pt x="6" y="6"/>
                          <a:pt x="6" y="6"/>
                        </a:cubicBezTo>
                        <a:cubicBezTo>
                          <a:pt x="6" y="6"/>
                          <a:pt x="6" y="6"/>
                          <a:pt x="6" y="6"/>
                        </a:cubicBezTo>
                        <a:cubicBezTo>
                          <a:pt x="6" y="6"/>
                          <a:pt x="5" y="6"/>
                          <a:pt x="5" y="6"/>
                        </a:cubicBezTo>
                        <a:cubicBezTo>
                          <a:pt x="5" y="6"/>
                          <a:pt x="5" y="6"/>
                          <a:pt x="5" y="6"/>
                        </a:cubicBezTo>
                        <a:cubicBezTo>
                          <a:pt x="5" y="6"/>
                          <a:pt x="5" y="5"/>
                          <a:pt x="5" y="5"/>
                        </a:cubicBezTo>
                        <a:cubicBezTo>
                          <a:pt x="5" y="5"/>
                          <a:pt x="5" y="5"/>
                          <a:pt x="5" y="5"/>
                        </a:cubicBezTo>
                        <a:cubicBezTo>
                          <a:pt x="5" y="5"/>
                          <a:pt x="5" y="5"/>
                          <a:pt x="5" y="5"/>
                        </a:cubicBezTo>
                        <a:cubicBezTo>
                          <a:pt x="5" y="5"/>
                          <a:pt x="5" y="4"/>
                          <a:pt x="5" y="4"/>
                        </a:cubicBezTo>
                        <a:cubicBezTo>
                          <a:pt x="5" y="4"/>
                          <a:pt x="5" y="4"/>
                          <a:pt x="5" y="4"/>
                        </a:cubicBezTo>
                        <a:cubicBezTo>
                          <a:pt x="5" y="4"/>
                          <a:pt x="5" y="4"/>
                          <a:pt x="5" y="4"/>
                        </a:cubicBezTo>
                        <a:cubicBezTo>
                          <a:pt x="5" y="4"/>
                          <a:pt x="5" y="4"/>
                          <a:pt x="5" y="4"/>
                        </a:cubicBezTo>
                        <a:cubicBezTo>
                          <a:pt x="5" y="4"/>
                          <a:pt x="5" y="4"/>
                          <a:pt x="5" y="4"/>
                        </a:cubicBezTo>
                        <a:cubicBezTo>
                          <a:pt x="5" y="3"/>
                          <a:pt x="6" y="3"/>
                          <a:pt x="6" y="3"/>
                        </a:cubicBezTo>
                        <a:cubicBezTo>
                          <a:pt x="6" y="3"/>
                          <a:pt x="6" y="3"/>
                          <a:pt x="6" y="3"/>
                        </a:cubicBezTo>
                        <a:cubicBezTo>
                          <a:pt x="6" y="3"/>
                          <a:pt x="6" y="3"/>
                          <a:pt x="6" y="3"/>
                        </a:cubicBezTo>
                        <a:cubicBezTo>
                          <a:pt x="6" y="3"/>
                          <a:pt x="6" y="3"/>
                          <a:pt x="6" y="3"/>
                        </a:cubicBezTo>
                        <a:cubicBezTo>
                          <a:pt x="6" y="3"/>
                          <a:pt x="6" y="2"/>
                          <a:pt x="6" y="2"/>
                        </a:cubicBezTo>
                        <a:cubicBezTo>
                          <a:pt x="5" y="2"/>
                          <a:pt x="5" y="2"/>
                          <a:pt x="5" y="2"/>
                        </a:cubicBezTo>
                        <a:cubicBezTo>
                          <a:pt x="5" y="2"/>
                          <a:pt x="5" y="2"/>
                          <a:pt x="5" y="2"/>
                        </a:cubicBezTo>
                        <a:cubicBezTo>
                          <a:pt x="5" y="2"/>
                          <a:pt x="6" y="1"/>
                          <a:pt x="6" y="1"/>
                        </a:cubicBezTo>
                        <a:cubicBezTo>
                          <a:pt x="6" y="1"/>
                          <a:pt x="6" y="1"/>
                          <a:pt x="6" y="1"/>
                        </a:cubicBezTo>
                        <a:cubicBezTo>
                          <a:pt x="6" y="1"/>
                          <a:pt x="6" y="1"/>
                          <a:pt x="6" y="1"/>
                        </a:cubicBezTo>
                        <a:cubicBezTo>
                          <a:pt x="6" y="1"/>
                          <a:pt x="5" y="1"/>
                          <a:pt x="5" y="1"/>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1"/>
                          <a:pt x="4" y="1"/>
                          <a:pt x="4" y="1"/>
                        </a:cubicBezTo>
                        <a:lnTo>
                          <a:pt x="3" y="1"/>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0" name="Freeform 702">
                    <a:extLst>
                      <a:ext uri="{FF2B5EF4-FFF2-40B4-BE49-F238E27FC236}">
                        <a16:creationId xmlns:a16="http://schemas.microsoft.com/office/drawing/2014/main" id="{649A91B4-69E6-2DEA-8D73-BA9DB20A52D4}"/>
                      </a:ext>
                    </a:extLst>
                  </p:cNvPr>
                  <p:cNvSpPr>
                    <a:spLocks/>
                  </p:cNvSpPr>
                  <p:nvPr/>
                </p:nvSpPr>
                <p:spPr bwMode="auto">
                  <a:xfrm>
                    <a:off x="9383713" y="5037138"/>
                    <a:ext cx="74612" cy="55563"/>
                  </a:xfrm>
                  <a:custGeom>
                    <a:avLst/>
                    <a:gdLst>
                      <a:gd name="T0" fmla="*/ 17 w 18"/>
                      <a:gd name="T1" fmla="*/ 12 h 13"/>
                      <a:gd name="T2" fmla="*/ 17 w 18"/>
                      <a:gd name="T3" fmla="*/ 11 h 13"/>
                      <a:gd name="T4" fmla="*/ 16 w 18"/>
                      <a:gd name="T5" fmla="*/ 11 h 13"/>
                      <a:gd name="T6" fmla="*/ 16 w 18"/>
                      <a:gd name="T7" fmla="*/ 10 h 13"/>
                      <a:gd name="T8" fmla="*/ 17 w 18"/>
                      <a:gd name="T9" fmla="*/ 10 h 13"/>
                      <a:gd name="T10" fmla="*/ 16 w 18"/>
                      <a:gd name="T11" fmla="*/ 9 h 13"/>
                      <a:gd name="T12" fmla="*/ 16 w 18"/>
                      <a:gd name="T13" fmla="*/ 9 h 13"/>
                      <a:gd name="T14" fmla="*/ 15 w 18"/>
                      <a:gd name="T15" fmla="*/ 9 h 13"/>
                      <a:gd name="T16" fmla="*/ 15 w 18"/>
                      <a:gd name="T17" fmla="*/ 8 h 13"/>
                      <a:gd name="T18" fmla="*/ 14 w 18"/>
                      <a:gd name="T19" fmla="*/ 8 h 13"/>
                      <a:gd name="T20" fmla="*/ 14 w 18"/>
                      <a:gd name="T21" fmla="*/ 8 h 13"/>
                      <a:gd name="T22" fmla="*/ 13 w 18"/>
                      <a:gd name="T23" fmla="*/ 7 h 13"/>
                      <a:gd name="T24" fmla="*/ 13 w 18"/>
                      <a:gd name="T25" fmla="*/ 7 h 13"/>
                      <a:gd name="T26" fmla="*/ 12 w 18"/>
                      <a:gd name="T27" fmla="*/ 7 h 13"/>
                      <a:gd name="T28" fmla="*/ 12 w 18"/>
                      <a:gd name="T29" fmla="*/ 7 h 13"/>
                      <a:gd name="T30" fmla="*/ 10 w 18"/>
                      <a:gd name="T31" fmla="*/ 7 h 13"/>
                      <a:gd name="T32" fmla="*/ 9 w 18"/>
                      <a:gd name="T33" fmla="*/ 6 h 13"/>
                      <a:gd name="T34" fmla="*/ 8 w 18"/>
                      <a:gd name="T35" fmla="*/ 6 h 13"/>
                      <a:gd name="T36" fmla="*/ 8 w 18"/>
                      <a:gd name="T37" fmla="*/ 5 h 13"/>
                      <a:gd name="T38" fmla="*/ 4 w 18"/>
                      <a:gd name="T39" fmla="*/ 4 h 13"/>
                      <a:gd name="T40" fmla="*/ 4 w 18"/>
                      <a:gd name="T41" fmla="*/ 0 h 13"/>
                      <a:gd name="T42" fmla="*/ 2 w 18"/>
                      <a:gd name="T43" fmla="*/ 0 h 13"/>
                      <a:gd name="T44" fmla="*/ 1 w 18"/>
                      <a:gd name="T45" fmla="*/ 1 h 13"/>
                      <a:gd name="T46" fmla="*/ 1 w 18"/>
                      <a:gd name="T47" fmla="*/ 1 h 13"/>
                      <a:gd name="T48" fmla="*/ 1 w 18"/>
                      <a:gd name="T49" fmla="*/ 2 h 13"/>
                      <a:gd name="T50" fmla="*/ 1 w 18"/>
                      <a:gd name="T51" fmla="*/ 3 h 13"/>
                      <a:gd name="T52" fmla="*/ 1 w 18"/>
                      <a:gd name="T53" fmla="*/ 2 h 13"/>
                      <a:gd name="T54" fmla="*/ 0 w 18"/>
                      <a:gd name="T55" fmla="*/ 4 h 13"/>
                      <a:gd name="T56" fmla="*/ 2 w 18"/>
                      <a:gd name="T57" fmla="*/ 5 h 13"/>
                      <a:gd name="T58" fmla="*/ 4 w 18"/>
                      <a:gd name="T59" fmla="*/ 6 h 13"/>
                      <a:gd name="T60" fmla="*/ 6 w 18"/>
                      <a:gd name="T61" fmla="*/ 13 h 13"/>
                      <a:gd name="T62" fmla="*/ 17 w 18"/>
                      <a:gd name="T63" fmla="*/ 12 h 13"/>
                      <a:gd name="T64" fmla="*/ 17 w 18"/>
                      <a:gd name="T65"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3">
                        <a:moveTo>
                          <a:pt x="17" y="12"/>
                        </a:moveTo>
                        <a:cubicBezTo>
                          <a:pt x="17" y="12"/>
                          <a:pt x="17" y="12"/>
                          <a:pt x="17" y="12"/>
                        </a:cubicBezTo>
                        <a:cubicBezTo>
                          <a:pt x="17" y="12"/>
                          <a:pt x="17" y="12"/>
                          <a:pt x="17" y="12"/>
                        </a:cubicBezTo>
                        <a:cubicBezTo>
                          <a:pt x="17" y="11"/>
                          <a:pt x="17" y="11"/>
                          <a:pt x="17" y="11"/>
                        </a:cubicBezTo>
                        <a:cubicBezTo>
                          <a:pt x="17" y="11"/>
                          <a:pt x="16" y="11"/>
                          <a:pt x="16" y="11"/>
                        </a:cubicBezTo>
                        <a:cubicBezTo>
                          <a:pt x="16" y="11"/>
                          <a:pt x="16" y="11"/>
                          <a:pt x="16" y="11"/>
                        </a:cubicBezTo>
                        <a:cubicBezTo>
                          <a:pt x="16" y="11"/>
                          <a:pt x="16" y="10"/>
                          <a:pt x="16" y="10"/>
                        </a:cubicBezTo>
                        <a:cubicBezTo>
                          <a:pt x="16" y="10"/>
                          <a:pt x="16" y="10"/>
                          <a:pt x="16" y="10"/>
                        </a:cubicBezTo>
                        <a:cubicBezTo>
                          <a:pt x="17" y="10"/>
                          <a:pt x="17" y="10"/>
                          <a:pt x="17" y="10"/>
                        </a:cubicBezTo>
                        <a:cubicBezTo>
                          <a:pt x="17" y="10"/>
                          <a:pt x="17" y="10"/>
                          <a:pt x="17" y="10"/>
                        </a:cubicBezTo>
                        <a:cubicBezTo>
                          <a:pt x="17" y="10"/>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5" y="9"/>
                          <a:pt x="15" y="9"/>
                        </a:cubicBezTo>
                        <a:cubicBezTo>
                          <a:pt x="15" y="9"/>
                          <a:pt x="15" y="9"/>
                          <a:pt x="15" y="8"/>
                        </a:cubicBezTo>
                        <a:cubicBezTo>
                          <a:pt x="15" y="8"/>
                          <a:pt x="15" y="8"/>
                          <a:pt x="15" y="8"/>
                        </a:cubicBezTo>
                        <a:cubicBezTo>
                          <a:pt x="15"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3" y="7"/>
                          <a:pt x="13" y="7"/>
                        </a:cubicBezTo>
                        <a:cubicBezTo>
                          <a:pt x="13" y="7"/>
                          <a:pt x="13" y="7"/>
                          <a:pt x="13" y="7"/>
                        </a:cubicBezTo>
                        <a:cubicBezTo>
                          <a:pt x="13" y="7"/>
                          <a:pt x="13" y="7"/>
                          <a:pt x="13"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0" y="7"/>
                          <a:pt x="10" y="7"/>
                          <a:pt x="10" y="7"/>
                        </a:cubicBezTo>
                        <a:cubicBezTo>
                          <a:pt x="9" y="7"/>
                          <a:pt x="9" y="7"/>
                          <a:pt x="9" y="7"/>
                        </a:cubicBezTo>
                        <a:cubicBezTo>
                          <a:pt x="9" y="6"/>
                          <a:pt x="9" y="6"/>
                          <a:pt x="9" y="6"/>
                        </a:cubicBezTo>
                        <a:cubicBezTo>
                          <a:pt x="8" y="6"/>
                          <a:pt x="8" y="6"/>
                          <a:pt x="8" y="6"/>
                        </a:cubicBezTo>
                        <a:cubicBezTo>
                          <a:pt x="8" y="6"/>
                          <a:pt x="8" y="6"/>
                          <a:pt x="8" y="6"/>
                        </a:cubicBezTo>
                        <a:cubicBezTo>
                          <a:pt x="8" y="5"/>
                          <a:pt x="8" y="5"/>
                          <a:pt x="8" y="5"/>
                        </a:cubicBezTo>
                        <a:cubicBezTo>
                          <a:pt x="8" y="5"/>
                          <a:pt x="8" y="5"/>
                          <a:pt x="8" y="5"/>
                        </a:cubicBezTo>
                        <a:cubicBezTo>
                          <a:pt x="5" y="4"/>
                          <a:pt x="5" y="4"/>
                          <a:pt x="5" y="4"/>
                        </a:cubicBezTo>
                        <a:cubicBezTo>
                          <a:pt x="4" y="4"/>
                          <a:pt x="4" y="4"/>
                          <a:pt x="4" y="4"/>
                        </a:cubicBezTo>
                        <a:cubicBezTo>
                          <a:pt x="4" y="1"/>
                          <a:pt x="4" y="1"/>
                          <a:pt x="4" y="1"/>
                        </a:cubicBezTo>
                        <a:cubicBezTo>
                          <a:pt x="4" y="0"/>
                          <a:pt x="4" y="0"/>
                          <a:pt x="4" y="0"/>
                        </a:cubicBezTo>
                        <a:cubicBezTo>
                          <a:pt x="4" y="0"/>
                          <a:pt x="4" y="0"/>
                          <a:pt x="4" y="0"/>
                        </a:cubicBezTo>
                        <a:cubicBezTo>
                          <a:pt x="2" y="0"/>
                          <a:pt x="2" y="0"/>
                          <a:pt x="2" y="0"/>
                        </a:cubicBezTo>
                        <a:cubicBezTo>
                          <a:pt x="1" y="0"/>
                          <a:pt x="1" y="0"/>
                          <a:pt x="1" y="0"/>
                        </a:cubicBezTo>
                        <a:cubicBezTo>
                          <a:pt x="1" y="1"/>
                          <a:pt x="1" y="1"/>
                          <a:pt x="1" y="1"/>
                        </a:cubicBezTo>
                        <a:cubicBezTo>
                          <a:pt x="1" y="1"/>
                          <a:pt x="1" y="1"/>
                          <a:pt x="1" y="1"/>
                        </a:cubicBezTo>
                        <a:cubicBezTo>
                          <a:pt x="1" y="1"/>
                          <a:pt x="1" y="1"/>
                          <a:pt x="1" y="1"/>
                        </a:cubicBezTo>
                        <a:cubicBezTo>
                          <a:pt x="1" y="1"/>
                          <a:pt x="2" y="2"/>
                          <a:pt x="2" y="2"/>
                        </a:cubicBezTo>
                        <a:cubicBezTo>
                          <a:pt x="2" y="2"/>
                          <a:pt x="1" y="2"/>
                          <a:pt x="1" y="2"/>
                        </a:cubicBezTo>
                        <a:cubicBezTo>
                          <a:pt x="1" y="2"/>
                          <a:pt x="1" y="2"/>
                          <a:pt x="1" y="2"/>
                        </a:cubicBezTo>
                        <a:cubicBezTo>
                          <a:pt x="1" y="3"/>
                          <a:pt x="1" y="3"/>
                          <a:pt x="1" y="3"/>
                        </a:cubicBezTo>
                        <a:cubicBezTo>
                          <a:pt x="1" y="3"/>
                          <a:pt x="1" y="3"/>
                          <a:pt x="1" y="3"/>
                        </a:cubicBezTo>
                        <a:cubicBezTo>
                          <a:pt x="1" y="2"/>
                          <a:pt x="1" y="2"/>
                          <a:pt x="1" y="2"/>
                        </a:cubicBezTo>
                        <a:cubicBezTo>
                          <a:pt x="0" y="3"/>
                          <a:pt x="0" y="3"/>
                          <a:pt x="0" y="3"/>
                        </a:cubicBezTo>
                        <a:cubicBezTo>
                          <a:pt x="0" y="4"/>
                          <a:pt x="0" y="4"/>
                          <a:pt x="0" y="4"/>
                        </a:cubicBezTo>
                        <a:cubicBezTo>
                          <a:pt x="0" y="4"/>
                          <a:pt x="0" y="4"/>
                          <a:pt x="0" y="4"/>
                        </a:cubicBezTo>
                        <a:cubicBezTo>
                          <a:pt x="2" y="5"/>
                          <a:pt x="2" y="5"/>
                          <a:pt x="2" y="5"/>
                        </a:cubicBezTo>
                        <a:cubicBezTo>
                          <a:pt x="2" y="6"/>
                          <a:pt x="2" y="6"/>
                          <a:pt x="2" y="6"/>
                        </a:cubicBezTo>
                        <a:cubicBezTo>
                          <a:pt x="4" y="6"/>
                          <a:pt x="4" y="6"/>
                          <a:pt x="4" y="6"/>
                        </a:cubicBezTo>
                        <a:cubicBezTo>
                          <a:pt x="4" y="13"/>
                          <a:pt x="4" y="13"/>
                          <a:pt x="4" y="13"/>
                        </a:cubicBezTo>
                        <a:cubicBezTo>
                          <a:pt x="6" y="13"/>
                          <a:pt x="6" y="13"/>
                          <a:pt x="6" y="13"/>
                        </a:cubicBezTo>
                        <a:cubicBezTo>
                          <a:pt x="13" y="13"/>
                          <a:pt x="13" y="13"/>
                          <a:pt x="13" y="13"/>
                        </a:cubicBezTo>
                        <a:cubicBezTo>
                          <a:pt x="17" y="12"/>
                          <a:pt x="17" y="12"/>
                          <a:pt x="17" y="12"/>
                        </a:cubicBezTo>
                        <a:cubicBezTo>
                          <a:pt x="18" y="12"/>
                          <a:pt x="18" y="12"/>
                          <a:pt x="18" y="12"/>
                        </a:cubicBezTo>
                        <a:lnTo>
                          <a:pt x="17" y="12"/>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1" name="Freeform 704">
                    <a:extLst>
                      <a:ext uri="{FF2B5EF4-FFF2-40B4-BE49-F238E27FC236}">
                        <a16:creationId xmlns:a16="http://schemas.microsoft.com/office/drawing/2014/main" id="{CB124814-DD83-4211-40D9-B1D9F1566843}"/>
                      </a:ext>
                    </a:extLst>
                  </p:cNvPr>
                  <p:cNvSpPr>
                    <a:spLocks/>
                  </p:cNvSpPr>
                  <p:nvPr/>
                </p:nvSpPr>
                <p:spPr bwMode="auto">
                  <a:xfrm>
                    <a:off x="9521825" y="5126038"/>
                    <a:ext cx="69850" cy="53975"/>
                  </a:xfrm>
                  <a:custGeom>
                    <a:avLst/>
                    <a:gdLst>
                      <a:gd name="T0" fmla="*/ 0 w 17"/>
                      <a:gd name="T1" fmla="*/ 0 h 13"/>
                      <a:gd name="T2" fmla="*/ 5 w 17"/>
                      <a:gd name="T3" fmla="*/ 4 h 13"/>
                      <a:gd name="T4" fmla="*/ 4 w 17"/>
                      <a:gd name="T5" fmla="*/ 6 h 13"/>
                      <a:gd name="T6" fmla="*/ 4 w 17"/>
                      <a:gd name="T7" fmla="*/ 6 h 13"/>
                      <a:gd name="T8" fmla="*/ 5 w 17"/>
                      <a:gd name="T9" fmla="*/ 7 h 13"/>
                      <a:gd name="T10" fmla="*/ 6 w 17"/>
                      <a:gd name="T11" fmla="*/ 8 h 13"/>
                      <a:gd name="T12" fmla="*/ 7 w 17"/>
                      <a:gd name="T13" fmla="*/ 9 h 13"/>
                      <a:gd name="T14" fmla="*/ 7 w 17"/>
                      <a:gd name="T15" fmla="*/ 10 h 13"/>
                      <a:gd name="T16" fmla="*/ 7 w 17"/>
                      <a:gd name="T17" fmla="*/ 10 h 13"/>
                      <a:gd name="T18" fmla="*/ 9 w 17"/>
                      <a:gd name="T19" fmla="*/ 12 h 13"/>
                      <a:gd name="T20" fmla="*/ 10 w 17"/>
                      <a:gd name="T21" fmla="*/ 12 h 13"/>
                      <a:gd name="T22" fmla="*/ 11 w 17"/>
                      <a:gd name="T23" fmla="*/ 13 h 13"/>
                      <a:gd name="T24" fmla="*/ 13 w 17"/>
                      <a:gd name="T25" fmla="*/ 13 h 13"/>
                      <a:gd name="T26" fmla="*/ 13 w 17"/>
                      <a:gd name="T27" fmla="*/ 13 h 13"/>
                      <a:gd name="T28" fmla="*/ 14 w 17"/>
                      <a:gd name="T29" fmla="*/ 13 h 13"/>
                      <a:gd name="T30" fmla="*/ 14 w 17"/>
                      <a:gd name="T31" fmla="*/ 12 h 13"/>
                      <a:gd name="T32" fmla="*/ 15 w 17"/>
                      <a:gd name="T33" fmla="*/ 12 h 13"/>
                      <a:gd name="T34" fmla="*/ 17 w 17"/>
                      <a:gd name="T35" fmla="*/ 11 h 13"/>
                      <a:gd name="T36" fmla="*/ 17 w 17"/>
                      <a:gd name="T37" fmla="*/ 11 h 13"/>
                      <a:gd name="T38" fmla="*/ 16 w 17"/>
                      <a:gd name="T39" fmla="*/ 10 h 13"/>
                      <a:gd name="T40" fmla="*/ 16 w 17"/>
                      <a:gd name="T41" fmla="*/ 10 h 13"/>
                      <a:gd name="T42" fmla="*/ 15 w 17"/>
                      <a:gd name="T43" fmla="*/ 10 h 13"/>
                      <a:gd name="T44" fmla="*/ 15 w 17"/>
                      <a:gd name="T45" fmla="*/ 10 h 13"/>
                      <a:gd name="T46" fmla="*/ 15 w 17"/>
                      <a:gd name="T47" fmla="*/ 9 h 13"/>
                      <a:gd name="T48" fmla="*/ 16 w 17"/>
                      <a:gd name="T49" fmla="*/ 8 h 13"/>
                      <a:gd name="T50" fmla="*/ 16 w 17"/>
                      <a:gd name="T51" fmla="*/ 8 h 13"/>
                      <a:gd name="T52" fmla="*/ 16 w 17"/>
                      <a:gd name="T53" fmla="*/ 8 h 13"/>
                      <a:gd name="T54" fmla="*/ 16 w 17"/>
                      <a:gd name="T55" fmla="*/ 8 h 13"/>
                      <a:gd name="T56" fmla="*/ 16 w 17"/>
                      <a:gd name="T57" fmla="*/ 7 h 13"/>
                      <a:gd name="T58" fmla="*/ 16 w 17"/>
                      <a:gd name="T59" fmla="*/ 7 h 13"/>
                      <a:gd name="T60" fmla="*/ 16 w 17"/>
                      <a:gd name="T61" fmla="*/ 7 h 13"/>
                      <a:gd name="T62" fmla="*/ 15 w 17"/>
                      <a:gd name="T63" fmla="*/ 7 h 13"/>
                      <a:gd name="T64" fmla="*/ 15 w 17"/>
                      <a:gd name="T65" fmla="*/ 7 h 13"/>
                      <a:gd name="T66" fmla="*/ 13 w 17"/>
                      <a:gd name="T67" fmla="*/ 7 h 13"/>
                      <a:gd name="T68" fmla="*/ 13 w 17"/>
                      <a:gd name="T69" fmla="*/ 8 h 13"/>
                      <a:gd name="T70" fmla="*/ 12 w 17"/>
                      <a:gd name="T71" fmla="*/ 8 h 13"/>
                      <a:gd name="T72" fmla="*/ 12 w 17"/>
                      <a:gd name="T73" fmla="*/ 7 h 13"/>
                      <a:gd name="T74" fmla="*/ 11 w 17"/>
                      <a:gd name="T75" fmla="*/ 7 h 13"/>
                      <a:gd name="T76" fmla="*/ 11 w 17"/>
                      <a:gd name="T77" fmla="*/ 7 h 13"/>
                      <a:gd name="T78" fmla="*/ 11 w 17"/>
                      <a:gd name="T79" fmla="*/ 6 h 13"/>
                      <a:gd name="T80" fmla="*/ 10 w 17"/>
                      <a:gd name="T81" fmla="*/ 6 h 13"/>
                      <a:gd name="T82" fmla="*/ 10 w 17"/>
                      <a:gd name="T83" fmla="*/ 5 h 13"/>
                      <a:gd name="T84" fmla="*/ 10 w 17"/>
                      <a:gd name="T85" fmla="*/ 4 h 13"/>
                      <a:gd name="T86" fmla="*/ 9 w 17"/>
                      <a:gd name="T87" fmla="*/ 4 h 13"/>
                      <a:gd name="T88" fmla="*/ 9 w 17"/>
                      <a:gd name="T89" fmla="*/ 4 h 13"/>
                      <a:gd name="T90" fmla="*/ 9 w 17"/>
                      <a:gd name="T91" fmla="*/ 3 h 13"/>
                      <a:gd name="T92" fmla="*/ 9 w 17"/>
                      <a:gd name="T93" fmla="*/ 3 h 13"/>
                      <a:gd name="T94" fmla="*/ 8 w 17"/>
                      <a:gd name="T95" fmla="*/ 2 h 13"/>
                      <a:gd name="T96" fmla="*/ 8 w 17"/>
                      <a:gd name="T97" fmla="*/ 1 h 13"/>
                      <a:gd name="T98" fmla="*/ 8 w 17"/>
                      <a:gd name="T99" fmla="*/ 0 h 13"/>
                      <a:gd name="T100" fmla="*/ 7 w 17"/>
                      <a:gd name="T101" fmla="*/ 0 h 13"/>
                      <a:gd name="T102" fmla="*/ 7 w 17"/>
                      <a:gd name="T10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 h="13">
                        <a:moveTo>
                          <a:pt x="2" y="0"/>
                        </a:moveTo>
                        <a:cubicBezTo>
                          <a:pt x="1" y="0"/>
                          <a:pt x="1" y="0"/>
                          <a:pt x="1" y="0"/>
                        </a:cubicBezTo>
                        <a:cubicBezTo>
                          <a:pt x="0" y="0"/>
                          <a:pt x="0" y="0"/>
                          <a:pt x="0" y="0"/>
                        </a:cubicBezTo>
                        <a:cubicBezTo>
                          <a:pt x="3" y="2"/>
                          <a:pt x="3" y="2"/>
                          <a:pt x="3" y="2"/>
                        </a:cubicBezTo>
                        <a:cubicBezTo>
                          <a:pt x="3" y="2"/>
                          <a:pt x="3" y="2"/>
                          <a:pt x="3" y="2"/>
                        </a:cubicBezTo>
                        <a:cubicBezTo>
                          <a:pt x="5" y="4"/>
                          <a:pt x="5" y="4"/>
                          <a:pt x="5" y="4"/>
                        </a:cubicBezTo>
                        <a:cubicBezTo>
                          <a:pt x="3" y="5"/>
                          <a:pt x="3" y="5"/>
                          <a:pt x="3" y="5"/>
                        </a:cubicBezTo>
                        <a:cubicBezTo>
                          <a:pt x="3" y="5"/>
                          <a:pt x="3" y="5"/>
                          <a:pt x="3" y="5"/>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5" y="7"/>
                          <a:pt x="5" y="7"/>
                        </a:cubicBezTo>
                        <a:cubicBezTo>
                          <a:pt x="5" y="7"/>
                          <a:pt x="5" y="7"/>
                          <a:pt x="5" y="7"/>
                        </a:cubicBezTo>
                        <a:cubicBezTo>
                          <a:pt x="5" y="7"/>
                          <a:pt x="5" y="7"/>
                          <a:pt x="5" y="7"/>
                        </a:cubicBezTo>
                        <a:cubicBezTo>
                          <a:pt x="5" y="7"/>
                          <a:pt x="5" y="8"/>
                          <a:pt x="5" y="8"/>
                        </a:cubicBezTo>
                        <a:cubicBezTo>
                          <a:pt x="5" y="8"/>
                          <a:pt x="6" y="8"/>
                          <a:pt x="6" y="8"/>
                        </a:cubicBezTo>
                        <a:cubicBezTo>
                          <a:pt x="6" y="8"/>
                          <a:pt x="6" y="8"/>
                          <a:pt x="6" y="8"/>
                        </a:cubicBezTo>
                        <a:cubicBezTo>
                          <a:pt x="6" y="8"/>
                          <a:pt x="6" y="9"/>
                          <a:pt x="6" y="9"/>
                        </a:cubicBezTo>
                        <a:cubicBezTo>
                          <a:pt x="6" y="9"/>
                          <a:pt x="7" y="9"/>
                          <a:pt x="7" y="9"/>
                        </a:cubicBezTo>
                        <a:cubicBezTo>
                          <a:pt x="7" y="9"/>
                          <a:pt x="7" y="9"/>
                          <a:pt x="7" y="9"/>
                        </a:cubicBezTo>
                        <a:cubicBezTo>
                          <a:pt x="7" y="9"/>
                          <a:pt x="7" y="9"/>
                          <a:pt x="7" y="9"/>
                        </a:cubicBezTo>
                        <a:cubicBezTo>
                          <a:pt x="7" y="9"/>
                          <a:pt x="7" y="10"/>
                          <a:pt x="7" y="10"/>
                        </a:cubicBezTo>
                        <a:cubicBezTo>
                          <a:pt x="7" y="10"/>
                          <a:pt x="7" y="10"/>
                          <a:pt x="7" y="10"/>
                        </a:cubicBezTo>
                        <a:cubicBezTo>
                          <a:pt x="7" y="10"/>
                          <a:pt x="7" y="10"/>
                          <a:pt x="7" y="10"/>
                        </a:cubicBezTo>
                        <a:cubicBezTo>
                          <a:pt x="7" y="10"/>
                          <a:pt x="7" y="10"/>
                          <a:pt x="7" y="10"/>
                        </a:cubicBezTo>
                        <a:cubicBezTo>
                          <a:pt x="8" y="11"/>
                          <a:pt x="8" y="11"/>
                          <a:pt x="8" y="11"/>
                        </a:cubicBezTo>
                        <a:cubicBezTo>
                          <a:pt x="9" y="11"/>
                          <a:pt x="9" y="11"/>
                          <a:pt x="9" y="11"/>
                        </a:cubicBezTo>
                        <a:cubicBezTo>
                          <a:pt x="9" y="11"/>
                          <a:pt x="9" y="12"/>
                          <a:pt x="9" y="12"/>
                        </a:cubicBezTo>
                        <a:cubicBezTo>
                          <a:pt x="9" y="12"/>
                          <a:pt x="9" y="12"/>
                          <a:pt x="9" y="12"/>
                        </a:cubicBezTo>
                        <a:cubicBezTo>
                          <a:pt x="9" y="12"/>
                          <a:pt x="10" y="12"/>
                          <a:pt x="10" y="12"/>
                        </a:cubicBezTo>
                        <a:cubicBezTo>
                          <a:pt x="10" y="12"/>
                          <a:pt x="10" y="12"/>
                          <a:pt x="10" y="12"/>
                        </a:cubicBezTo>
                        <a:cubicBezTo>
                          <a:pt x="10" y="12"/>
                          <a:pt x="10" y="12"/>
                          <a:pt x="10" y="12"/>
                        </a:cubicBezTo>
                        <a:cubicBezTo>
                          <a:pt x="11" y="13"/>
                          <a:pt x="11" y="13"/>
                          <a:pt x="11" y="13"/>
                        </a:cubicBezTo>
                        <a:cubicBezTo>
                          <a:pt x="11" y="13"/>
                          <a:pt x="11" y="13"/>
                          <a:pt x="11" y="13"/>
                        </a:cubicBezTo>
                        <a:cubicBezTo>
                          <a:pt x="12" y="13"/>
                          <a:pt x="12" y="13"/>
                          <a:pt x="12" y="13"/>
                        </a:cubicBezTo>
                        <a:cubicBezTo>
                          <a:pt x="12" y="13"/>
                          <a:pt x="12" y="13"/>
                          <a:pt x="12" y="13"/>
                        </a:cubicBezTo>
                        <a:cubicBezTo>
                          <a:pt x="13" y="13"/>
                          <a:pt x="13" y="13"/>
                          <a:pt x="13" y="13"/>
                        </a:cubicBezTo>
                        <a:cubicBezTo>
                          <a:pt x="13" y="13"/>
                          <a:pt x="13" y="13"/>
                          <a:pt x="13" y="13"/>
                        </a:cubicBezTo>
                        <a:cubicBezTo>
                          <a:pt x="13" y="13"/>
                          <a:pt x="13" y="13"/>
                          <a:pt x="13" y="13"/>
                        </a:cubicBezTo>
                        <a:cubicBezTo>
                          <a:pt x="13" y="13"/>
                          <a:pt x="13" y="13"/>
                          <a:pt x="13" y="13"/>
                        </a:cubicBezTo>
                        <a:cubicBezTo>
                          <a:pt x="14" y="13"/>
                          <a:pt x="14" y="13"/>
                          <a:pt x="14" y="13"/>
                        </a:cubicBezTo>
                        <a:cubicBezTo>
                          <a:pt x="14" y="13"/>
                          <a:pt x="14" y="13"/>
                          <a:pt x="14" y="13"/>
                        </a:cubicBezTo>
                        <a:cubicBezTo>
                          <a:pt x="14" y="13"/>
                          <a:pt x="14" y="13"/>
                          <a:pt x="14" y="13"/>
                        </a:cubicBezTo>
                        <a:cubicBezTo>
                          <a:pt x="14" y="13"/>
                          <a:pt x="14" y="12"/>
                          <a:pt x="14" y="12"/>
                        </a:cubicBezTo>
                        <a:cubicBezTo>
                          <a:pt x="14" y="12"/>
                          <a:pt x="14" y="12"/>
                          <a:pt x="14" y="12"/>
                        </a:cubicBezTo>
                        <a:cubicBezTo>
                          <a:pt x="14" y="12"/>
                          <a:pt x="14" y="12"/>
                          <a:pt x="14" y="12"/>
                        </a:cubicBezTo>
                        <a:cubicBezTo>
                          <a:pt x="14" y="12"/>
                          <a:pt x="14" y="12"/>
                          <a:pt x="14" y="12"/>
                        </a:cubicBezTo>
                        <a:cubicBezTo>
                          <a:pt x="15" y="12"/>
                          <a:pt x="15" y="12"/>
                          <a:pt x="15" y="12"/>
                        </a:cubicBezTo>
                        <a:cubicBezTo>
                          <a:pt x="15" y="12"/>
                          <a:pt x="15" y="12"/>
                          <a:pt x="15" y="12"/>
                        </a:cubicBezTo>
                        <a:cubicBezTo>
                          <a:pt x="15" y="11"/>
                          <a:pt x="15" y="11"/>
                          <a:pt x="15" y="11"/>
                        </a:cubicBezTo>
                        <a:cubicBezTo>
                          <a:pt x="15" y="11"/>
                          <a:pt x="16" y="11"/>
                          <a:pt x="16" y="11"/>
                        </a:cubicBezTo>
                        <a:cubicBezTo>
                          <a:pt x="16" y="11"/>
                          <a:pt x="17" y="11"/>
                          <a:pt x="17" y="11"/>
                        </a:cubicBezTo>
                        <a:cubicBezTo>
                          <a:pt x="17" y="11"/>
                          <a:pt x="17" y="11"/>
                          <a:pt x="17" y="11"/>
                        </a:cubicBezTo>
                        <a:cubicBezTo>
                          <a:pt x="17" y="11"/>
                          <a:pt x="17" y="11"/>
                          <a:pt x="17" y="11"/>
                        </a:cubicBezTo>
                        <a:cubicBezTo>
                          <a:pt x="17" y="11"/>
                          <a:pt x="17" y="11"/>
                          <a:pt x="17" y="11"/>
                        </a:cubicBezTo>
                        <a:cubicBezTo>
                          <a:pt x="17" y="11"/>
                          <a:pt x="17" y="11"/>
                          <a:pt x="17"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9"/>
                          <a:pt x="15" y="9"/>
                        </a:cubicBezTo>
                        <a:cubicBezTo>
                          <a:pt x="15" y="9"/>
                          <a:pt x="15" y="9"/>
                          <a:pt x="15" y="9"/>
                        </a:cubicBezTo>
                        <a:cubicBezTo>
                          <a:pt x="15" y="9"/>
                          <a:pt x="15" y="9"/>
                          <a:pt x="15" y="9"/>
                        </a:cubicBezTo>
                        <a:cubicBezTo>
                          <a:pt x="15" y="9"/>
                          <a:pt x="15" y="9"/>
                          <a:pt x="15" y="9"/>
                        </a:cubicBezTo>
                        <a:cubicBezTo>
                          <a:pt x="16" y="9"/>
                          <a:pt x="16" y="9"/>
                          <a:pt x="16" y="9"/>
                        </a:cubicBezTo>
                        <a:cubicBezTo>
                          <a:pt x="16" y="9"/>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4" y="7"/>
                        </a:cubicBezTo>
                        <a:cubicBezTo>
                          <a:pt x="14" y="7"/>
                          <a:pt x="14" y="7"/>
                          <a:pt x="14" y="7"/>
                        </a:cubicBezTo>
                        <a:cubicBezTo>
                          <a:pt x="14" y="7"/>
                          <a:pt x="13" y="7"/>
                          <a:pt x="13" y="7"/>
                        </a:cubicBezTo>
                        <a:cubicBezTo>
                          <a:pt x="13" y="7"/>
                          <a:pt x="13" y="7"/>
                          <a:pt x="13" y="7"/>
                        </a:cubicBezTo>
                        <a:cubicBezTo>
                          <a:pt x="13" y="7"/>
                          <a:pt x="13" y="7"/>
                          <a:pt x="13" y="7"/>
                        </a:cubicBezTo>
                        <a:cubicBezTo>
                          <a:pt x="13" y="7"/>
                          <a:pt x="13" y="7"/>
                          <a:pt x="13" y="8"/>
                        </a:cubicBezTo>
                        <a:cubicBezTo>
                          <a:pt x="13" y="8"/>
                          <a:pt x="12" y="8"/>
                          <a:pt x="12" y="8"/>
                        </a:cubicBezTo>
                        <a:cubicBezTo>
                          <a:pt x="12" y="8"/>
                          <a:pt x="12" y="8"/>
                          <a:pt x="12" y="8"/>
                        </a:cubicBezTo>
                        <a:cubicBezTo>
                          <a:pt x="12" y="8"/>
                          <a:pt x="12" y="8"/>
                          <a:pt x="12" y="8"/>
                        </a:cubicBezTo>
                        <a:cubicBezTo>
                          <a:pt x="12" y="8"/>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0" y="6"/>
                          <a:pt x="11" y="6"/>
                          <a:pt x="11" y="6"/>
                        </a:cubicBezTo>
                        <a:cubicBezTo>
                          <a:pt x="11" y="6"/>
                          <a:pt x="11" y="6"/>
                          <a:pt x="11" y="6"/>
                        </a:cubicBezTo>
                        <a:cubicBezTo>
                          <a:pt x="10" y="6"/>
                          <a:pt x="10" y="6"/>
                          <a:pt x="10" y="6"/>
                        </a:cubicBezTo>
                        <a:cubicBezTo>
                          <a:pt x="10" y="6"/>
                          <a:pt x="10" y="6"/>
                          <a:pt x="10" y="6"/>
                        </a:cubicBezTo>
                        <a:cubicBezTo>
                          <a:pt x="10" y="6"/>
                          <a:pt x="10" y="5"/>
                          <a:pt x="10" y="5"/>
                        </a:cubicBezTo>
                        <a:cubicBezTo>
                          <a:pt x="10" y="5"/>
                          <a:pt x="10" y="5"/>
                          <a:pt x="10" y="5"/>
                        </a:cubicBezTo>
                        <a:cubicBezTo>
                          <a:pt x="10" y="5"/>
                          <a:pt x="10" y="5"/>
                          <a:pt x="10" y="5"/>
                        </a:cubicBezTo>
                        <a:cubicBezTo>
                          <a:pt x="10" y="4"/>
                          <a:pt x="10" y="4"/>
                          <a:pt x="10" y="4"/>
                        </a:cubicBezTo>
                        <a:cubicBezTo>
                          <a:pt x="10" y="4"/>
                          <a:pt x="10" y="4"/>
                          <a:pt x="10" y="4"/>
                        </a:cubicBezTo>
                        <a:cubicBezTo>
                          <a:pt x="10"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2"/>
                          <a:pt x="9" y="2"/>
                          <a:pt x="9" y="2"/>
                        </a:cubicBezTo>
                        <a:cubicBezTo>
                          <a:pt x="9" y="2"/>
                          <a:pt x="9" y="2"/>
                          <a:pt x="8" y="2"/>
                        </a:cubicBezTo>
                        <a:cubicBezTo>
                          <a:pt x="8" y="2"/>
                          <a:pt x="8" y="1"/>
                          <a:pt x="8" y="1"/>
                        </a:cubicBezTo>
                        <a:cubicBezTo>
                          <a:pt x="8" y="1"/>
                          <a:pt x="8" y="1"/>
                          <a:pt x="8" y="1"/>
                        </a:cubicBezTo>
                        <a:cubicBezTo>
                          <a:pt x="8" y="1"/>
                          <a:pt x="8" y="1"/>
                          <a:pt x="8" y="1"/>
                        </a:cubicBezTo>
                        <a:cubicBezTo>
                          <a:pt x="8" y="1"/>
                          <a:pt x="8" y="1"/>
                          <a:pt x="8" y="0"/>
                        </a:cubicBezTo>
                        <a:cubicBezTo>
                          <a:pt x="8" y="0"/>
                          <a:pt x="8" y="0"/>
                          <a:pt x="8" y="0"/>
                        </a:cubicBezTo>
                        <a:cubicBezTo>
                          <a:pt x="8" y="0"/>
                          <a:pt x="8" y="0"/>
                          <a:pt x="8" y="0"/>
                        </a:cubicBezTo>
                        <a:cubicBezTo>
                          <a:pt x="8"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2" y="0"/>
                          <a:pt x="2" y="0"/>
                          <a:pt x="2" y="0"/>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2" name="Freeform 705">
                    <a:extLst>
                      <a:ext uri="{FF2B5EF4-FFF2-40B4-BE49-F238E27FC236}">
                        <a16:creationId xmlns:a16="http://schemas.microsoft.com/office/drawing/2014/main" id="{C741980B-1B7E-9282-C24A-C4AAD17775A2}"/>
                      </a:ext>
                    </a:extLst>
                  </p:cNvPr>
                  <p:cNvSpPr>
                    <a:spLocks noEditPoints="1"/>
                  </p:cNvSpPr>
                  <p:nvPr/>
                </p:nvSpPr>
                <p:spPr bwMode="auto">
                  <a:xfrm>
                    <a:off x="9604375" y="4962525"/>
                    <a:ext cx="107950" cy="71438"/>
                  </a:xfrm>
                  <a:custGeom>
                    <a:avLst/>
                    <a:gdLst>
                      <a:gd name="T0" fmla="*/ 2 w 26"/>
                      <a:gd name="T1" fmla="*/ 2 h 17"/>
                      <a:gd name="T2" fmla="*/ 1 w 26"/>
                      <a:gd name="T3" fmla="*/ 1 h 17"/>
                      <a:gd name="T4" fmla="*/ 2 w 26"/>
                      <a:gd name="T5" fmla="*/ 1 h 17"/>
                      <a:gd name="T6" fmla="*/ 3 w 26"/>
                      <a:gd name="T7" fmla="*/ 1 h 17"/>
                      <a:gd name="T8" fmla="*/ 4 w 26"/>
                      <a:gd name="T9" fmla="*/ 2 h 17"/>
                      <a:gd name="T10" fmla="*/ 3 w 26"/>
                      <a:gd name="T11" fmla="*/ 2 h 17"/>
                      <a:gd name="T12" fmla="*/ 5 w 26"/>
                      <a:gd name="T13" fmla="*/ 3 h 17"/>
                      <a:gd name="T14" fmla="*/ 5 w 26"/>
                      <a:gd name="T15" fmla="*/ 2 h 17"/>
                      <a:gd name="T16" fmla="*/ 6 w 26"/>
                      <a:gd name="T17" fmla="*/ 3 h 17"/>
                      <a:gd name="T18" fmla="*/ 9 w 26"/>
                      <a:gd name="T19" fmla="*/ 4 h 17"/>
                      <a:gd name="T20" fmla="*/ 14 w 26"/>
                      <a:gd name="T21" fmla="*/ 8 h 17"/>
                      <a:gd name="T22" fmla="*/ 16 w 26"/>
                      <a:gd name="T23" fmla="*/ 8 h 17"/>
                      <a:gd name="T24" fmla="*/ 17 w 26"/>
                      <a:gd name="T25" fmla="*/ 9 h 17"/>
                      <a:gd name="T26" fmla="*/ 19 w 26"/>
                      <a:gd name="T27" fmla="*/ 12 h 17"/>
                      <a:gd name="T28" fmla="*/ 19 w 26"/>
                      <a:gd name="T29" fmla="*/ 15 h 17"/>
                      <a:gd name="T30" fmla="*/ 19 w 26"/>
                      <a:gd name="T31" fmla="*/ 16 h 17"/>
                      <a:gd name="T32" fmla="*/ 21 w 26"/>
                      <a:gd name="T33" fmla="*/ 17 h 17"/>
                      <a:gd name="T34" fmla="*/ 22 w 26"/>
                      <a:gd name="T35" fmla="*/ 16 h 17"/>
                      <a:gd name="T36" fmla="*/ 21 w 26"/>
                      <a:gd name="T37" fmla="*/ 15 h 17"/>
                      <a:gd name="T38" fmla="*/ 22 w 26"/>
                      <a:gd name="T39" fmla="*/ 13 h 17"/>
                      <a:gd name="T40" fmla="*/ 21 w 26"/>
                      <a:gd name="T41" fmla="*/ 12 h 17"/>
                      <a:gd name="T42" fmla="*/ 19 w 26"/>
                      <a:gd name="T43" fmla="*/ 11 h 17"/>
                      <a:gd name="T44" fmla="*/ 18 w 26"/>
                      <a:gd name="T45" fmla="*/ 9 h 17"/>
                      <a:gd name="T46" fmla="*/ 16 w 26"/>
                      <a:gd name="T47" fmla="*/ 8 h 17"/>
                      <a:gd name="T48" fmla="*/ 14 w 26"/>
                      <a:gd name="T49" fmla="*/ 6 h 17"/>
                      <a:gd name="T50" fmla="*/ 12 w 26"/>
                      <a:gd name="T51" fmla="*/ 5 h 17"/>
                      <a:gd name="T52" fmla="*/ 10 w 26"/>
                      <a:gd name="T53" fmla="*/ 4 h 17"/>
                      <a:gd name="T54" fmla="*/ 8 w 26"/>
                      <a:gd name="T55" fmla="*/ 3 h 17"/>
                      <a:gd name="T56" fmla="*/ 6 w 26"/>
                      <a:gd name="T57" fmla="*/ 2 h 17"/>
                      <a:gd name="T58" fmla="*/ 6 w 26"/>
                      <a:gd name="T59" fmla="*/ 3 h 17"/>
                      <a:gd name="T60" fmla="*/ 5 w 26"/>
                      <a:gd name="T61" fmla="*/ 3 h 17"/>
                      <a:gd name="T62" fmla="*/ 7 w 26"/>
                      <a:gd name="T63" fmla="*/ 4 h 17"/>
                      <a:gd name="T64" fmla="*/ 6 w 26"/>
                      <a:gd name="T65" fmla="*/ 4 h 17"/>
                      <a:gd name="T66" fmla="*/ 6 w 26"/>
                      <a:gd name="T67" fmla="*/ 5 h 17"/>
                      <a:gd name="T68" fmla="*/ 6 w 26"/>
                      <a:gd name="T69" fmla="*/ 4 h 17"/>
                      <a:gd name="T70" fmla="*/ 7 w 26"/>
                      <a:gd name="T71" fmla="*/ 4 h 17"/>
                      <a:gd name="T72" fmla="*/ 14 w 26"/>
                      <a:gd name="T73" fmla="*/ 3 h 17"/>
                      <a:gd name="T74" fmla="*/ 14 w 26"/>
                      <a:gd name="T75" fmla="*/ 3 h 17"/>
                      <a:gd name="T76" fmla="*/ 14 w 26"/>
                      <a:gd name="T77" fmla="*/ 4 h 17"/>
                      <a:gd name="T78" fmla="*/ 14 w 26"/>
                      <a:gd name="T79" fmla="*/ 3 h 17"/>
                      <a:gd name="T80" fmla="*/ 14 w 26"/>
                      <a:gd name="T81" fmla="*/ 4 h 17"/>
                      <a:gd name="T82" fmla="*/ 14 w 26"/>
                      <a:gd name="T83" fmla="*/ 4 h 17"/>
                      <a:gd name="T84" fmla="*/ 15 w 26"/>
                      <a:gd name="T85" fmla="*/ 5 h 17"/>
                      <a:gd name="T86" fmla="*/ 14 w 26"/>
                      <a:gd name="T87" fmla="*/ 2 h 17"/>
                      <a:gd name="T88" fmla="*/ 14 w 26"/>
                      <a:gd name="T89" fmla="*/ 2 h 17"/>
                      <a:gd name="T90" fmla="*/ 15 w 26"/>
                      <a:gd name="T91" fmla="*/ 2 h 17"/>
                      <a:gd name="T92" fmla="*/ 18 w 26"/>
                      <a:gd name="T93" fmla="*/ 5 h 17"/>
                      <a:gd name="T94" fmla="*/ 19 w 26"/>
                      <a:gd name="T95" fmla="*/ 6 h 17"/>
                      <a:gd name="T96" fmla="*/ 19 w 26"/>
                      <a:gd name="T97" fmla="*/ 5 h 17"/>
                      <a:gd name="T98" fmla="*/ 22 w 26"/>
                      <a:gd name="T99" fmla="*/ 8 h 17"/>
                      <a:gd name="T100" fmla="*/ 23 w 26"/>
                      <a:gd name="T101" fmla="*/ 8 h 17"/>
                      <a:gd name="T102" fmla="*/ 23 w 26"/>
                      <a:gd name="T103" fmla="*/ 7 h 17"/>
                      <a:gd name="T104" fmla="*/ 23 w 26"/>
                      <a:gd name="T105" fmla="*/ 7 h 17"/>
                      <a:gd name="T106" fmla="*/ 26 w 26"/>
                      <a:gd name="T107" fmla="*/ 12 h 17"/>
                      <a:gd name="T108" fmla="*/ 25 w 26"/>
                      <a:gd name="T109" fmla="*/ 12 h 17"/>
                      <a:gd name="T110" fmla="*/ 26 w 26"/>
                      <a:gd name="T111"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 h="17">
                        <a:moveTo>
                          <a:pt x="3" y="2"/>
                        </a:moveTo>
                        <a:cubicBezTo>
                          <a:pt x="3" y="3"/>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1"/>
                          <a:pt x="1" y="1"/>
                        </a:cubicBezTo>
                        <a:cubicBezTo>
                          <a:pt x="1" y="1"/>
                          <a:pt x="1" y="1"/>
                          <a:pt x="1" y="1"/>
                        </a:cubicBezTo>
                        <a:cubicBezTo>
                          <a:pt x="1" y="1"/>
                          <a:pt x="1" y="1"/>
                          <a:pt x="1" y="1"/>
                        </a:cubicBezTo>
                        <a:cubicBezTo>
                          <a:pt x="1" y="1"/>
                          <a:pt x="0" y="1"/>
                          <a:pt x="0" y="1"/>
                        </a:cubicBezTo>
                        <a:cubicBezTo>
                          <a:pt x="0" y="1"/>
                          <a:pt x="0"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2" y="1"/>
                          <a:pt x="2" y="1"/>
                        </a:cubicBezTo>
                        <a:cubicBezTo>
                          <a:pt x="2" y="1"/>
                          <a:pt x="2" y="0"/>
                          <a:pt x="2" y="0"/>
                        </a:cubicBezTo>
                        <a:cubicBezTo>
                          <a:pt x="2" y="0"/>
                          <a:pt x="2" y="0"/>
                          <a:pt x="2" y="0"/>
                        </a:cubicBezTo>
                        <a:cubicBezTo>
                          <a:pt x="2" y="0"/>
                          <a:pt x="2" y="0"/>
                          <a:pt x="2" y="0"/>
                        </a:cubicBezTo>
                        <a:cubicBezTo>
                          <a:pt x="2" y="1"/>
                          <a:pt x="2" y="0"/>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4" y="1"/>
                          <a:pt x="4" y="1"/>
                        </a:cubicBezTo>
                        <a:cubicBezTo>
                          <a:pt x="4" y="1"/>
                          <a:pt x="4" y="1"/>
                          <a:pt x="4" y="1"/>
                        </a:cubicBezTo>
                        <a:cubicBezTo>
                          <a:pt x="4" y="1"/>
                          <a:pt x="4" y="1"/>
                          <a:pt x="4" y="1"/>
                        </a:cubicBezTo>
                        <a:cubicBezTo>
                          <a:pt x="4" y="1"/>
                          <a:pt x="4" y="1"/>
                          <a:pt x="4" y="1"/>
                        </a:cubicBezTo>
                        <a:cubicBezTo>
                          <a:pt x="4" y="1"/>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3" y="2"/>
                          <a:pt x="3" y="2"/>
                        </a:cubicBezTo>
                        <a:cubicBezTo>
                          <a:pt x="3" y="2"/>
                          <a:pt x="3" y="2"/>
                          <a:pt x="3" y="2"/>
                        </a:cubicBezTo>
                        <a:cubicBezTo>
                          <a:pt x="3" y="2"/>
                          <a:pt x="3" y="2"/>
                          <a:pt x="3" y="2"/>
                        </a:cubicBezTo>
                        <a:cubicBezTo>
                          <a:pt x="3" y="2"/>
                          <a:pt x="3" y="2"/>
                          <a:pt x="3" y="2"/>
                        </a:cubicBezTo>
                        <a:close/>
                        <a:moveTo>
                          <a:pt x="5" y="2"/>
                        </a:moveTo>
                        <a:cubicBezTo>
                          <a:pt x="5" y="2"/>
                          <a:pt x="4" y="2"/>
                          <a:pt x="4" y="2"/>
                        </a:cubicBezTo>
                        <a:cubicBezTo>
                          <a:pt x="4"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2"/>
                          <a:pt x="5" y="2"/>
                          <a:pt x="5" y="2"/>
                        </a:cubicBezTo>
                        <a:cubicBezTo>
                          <a:pt x="5" y="2"/>
                          <a:pt x="5" y="2"/>
                          <a:pt x="5" y="2"/>
                        </a:cubicBezTo>
                        <a:cubicBezTo>
                          <a:pt x="5" y="2"/>
                          <a:pt x="5" y="2"/>
                          <a:pt x="5" y="2"/>
                        </a:cubicBezTo>
                        <a:close/>
                        <a:moveTo>
                          <a:pt x="5" y="2"/>
                        </a:move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lose/>
                        <a:moveTo>
                          <a:pt x="6" y="3"/>
                        </a:moveTo>
                        <a:cubicBezTo>
                          <a:pt x="6" y="3"/>
                          <a:pt x="6" y="3"/>
                          <a:pt x="6" y="3"/>
                        </a:cubicBezTo>
                        <a:cubicBezTo>
                          <a:pt x="6" y="3"/>
                          <a:pt x="6" y="3"/>
                          <a:pt x="6" y="3"/>
                        </a:cubicBezTo>
                        <a:cubicBezTo>
                          <a:pt x="6" y="3"/>
                          <a:pt x="6" y="3"/>
                          <a:pt x="6" y="3"/>
                        </a:cubicBezTo>
                        <a:cubicBezTo>
                          <a:pt x="6" y="3"/>
                          <a:pt x="7" y="3"/>
                          <a:pt x="7" y="3"/>
                        </a:cubicBezTo>
                        <a:cubicBezTo>
                          <a:pt x="7" y="3"/>
                          <a:pt x="7" y="3"/>
                          <a:pt x="8" y="3"/>
                        </a:cubicBezTo>
                        <a:cubicBezTo>
                          <a:pt x="8" y="3"/>
                          <a:pt x="8" y="3"/>
                          <a:pt x="8" y="3"/>
                        </a:cubicBezTo>
                        <a:cubicBezTo>
                          <a:pt x="8" y="4"/>
                          <a:pt x="8" y="4"/>
                          <a:pt x="8" y="4"/>
                        </a:cubicBezTo>
                        <a:cubicBezTo>
                          <a:pt x="8" y="4"/>
                          <a:pt x="8" y="4"/>
                          <a:pt x="8" y="4"/>
                        </a:cubicBezTo>
                        <a:cubicBezTo>
                          <a:pt x="8" y="4"/>
                          <a:pt x="8" y="4"/>
                          <a:pt x="8" y="4"/>
                        </a:cubicBezTo>
                        <a:cubicBezTo>
                          <a:pt x="8" y="4"/>
                          <a:pt x="9" y="4"/>
                          <a:pt x="9" y="4"/>
                        </a:cubicBezTo>
                        <a:cubicBezTo>
                          <a:pt x="9" y="4"/>
                          <a:pt x="9" y="4"/>
                          <a:pt x="9" y="4"/>
                        </a:cubicBezTo>
                        <a:cubicBezTo>
                          <a:pt x="9" y="5"/>
                          <a:pt x="10" y="5"/>
                          <a:pt x="10" y="5"/>
                        </a:cubicBezTo>
                        <a:cubicBezTo>
                          <a:pt x="11" y="5"/>
                          <a:pt x="11" y="5"/>
                          <a:pt x="11" y="6"/>
                        </a:cubicBezTo>
                        <a:cubicBezTo>
                          <a:pt x="11" y="6"/>
                          <a:pt x="12" y="6"/>
                          <a:pt x="12" y="6"/>
                        </a:cubicBezTo>
                        <a:cubicBezTo>
                          <a:pt x="12" y="6"/>
                          <a:pt x="12" y="6"/>
                          <a:pt x="12" y="7"/>
                        </a:cubicBezTo>
                        <a:cubicBezTo>
                          <a:pt x="13" y="7"/>
                          <a:pt x="13" y="7"/>
                          <a:pt x="13" y="7"/>
                        </a:cubicBezTo>
                        <a:cubicBezTo>
                          <a:pt x="13" y="7"/>
                          <a:pt x="13" y="7"/>
                          <a:pt x="13" y="7"/>
                        </a:cubicBezTo>
                        <a:cubicBezTo>
                          <a:pt x="14" y="7"/>
                          <a:pt x="14" y="8"/>
                          <a:pt x="14" y="8"/>
                        </a:cubicBezTo>
                        <a:cubicBezTo>
                          <a:pt x="14" y="8"/>
                          <a:pt x="14" y="8"/>
                          <a:pt x="14" y="8"/>
                        </a:cubicBezTo>
                        <a:cubicBezTo>
                          <a:pt x="14" y="8"/>
                          <a:pt x="14" y="8"/>
                          <a:pt x="14" y="8"/>
                        </a:cubicBezTo>
                        <a:cubicBezTo>
                          <a:pt x="14" y="8"/>
                          <a:pt x="14" y="8"/>
                          <a:pt x="14" y="8"/>
                        </a:cubicBezTo>
                        <a:cubicBezTo>
                          <a:pt x="15" y="8"/>
                          <a:pt x="15" y="8"/>
                          <a:pt x="15" y="8"/>
                        </a:cubicBezTo>
                        <a:cubicBezTo>
                          <a:pt x="15" y="8"/>
                          <a:pt x="15" y="8"/>
                          <a:pt x="15" y="8"/>
                        </a:cubicBezTo>
                        <a:cubicBezTo>
                          <a:pt x="15" y="8"/>
                          <a:pt x="15" y="8"/>
                          <a:pt x="15" y="8"/>
                        </a:cubicBezTo>
                        <a:cubicBezTo>
                          <a:pt x="15" y="8"/>
                          <a:pt x="15" y="8"/>
                          <a:pt x="15" y="8"/>
                        </a:cubicBezTo>
                        <a:cubicBezTo>
                          <a:pt x="15" y="8"/>
                          <a:pt x="16" y="8"/>
                          <a:pt x="16" y="8"/>
                        </a:cubicBezTo>
                        <a:cubicBezTo>
                          <a:pt x="16" y="8"/>
                          <a:pt x="16" y="8"/>
                          <a:pt x="16" y="8"/>
                        </a:cubicBezTo>
                        <a:cubicBezTo>
                          <a:pt x="16" y="8"/>
                          <a:pt x="16" y="8"/>
                          <a:pt x="16" y="8"/>
                        </a:cubicBezTo>
                        <a:cubicBezTo>
                          <a:pt x="16" y="8"/>
                          <a:pt x="16" y="8"/>
                          <a:pt x="16" y="8"/>
                        </a:cubicBezTo>
                        <a:cubicBezTo>
                          <a:pt x="16" y="9"/>
                          <a:pt x="16" y="9"/>
                          <a:pt x="16" y="9"/>
                        </a:cubicBezTo>
                        <a:cubicBezTo>
                          <a:pt x="16" y="9"/>
                          <a:pt x="16" y="9"/>
                          <a:pt x="16" y="9"/>
                        </a:cubicBezTo>
                        <a:cubicBezTo>
                          <a:pt x="16" y="9"/>
                          <a:pt x="16" y="9"/>
                          <a:pt x="16" y="9"/>
                        </a:cubicBezTo>
                        <a:cubicBezTo>
                          <a:pt x="16" y="9"/>
                          <a:pt x="17" y="9"/>
                          <a:pt x="17" y="9"/>
                        </a:cubicBezTo>
                        <a:cubicBezTo>
                          <a:pt x="17" y="9"/>
                          <a:pt x="17" y="9"/>
                          <a:pt x="17" y="9"/>
                        </a:cubicBezTo>
                        <a:cubicBezTo>
                          <a:pt x="17" y="9"/>
                          <a:pt x="17" y="9"/>
                          <a:pt x="17" y="9"/>
                        </a:cubicBezTo>
                        <a:cubicBezTo>
                          <a:pt x="17" y="9"/>
                          <a:pt x="17" y="9"/>
                          <a:pt x="17" y="10"/>
                        </a:cubicBezTo>
                        <a:cubicBezTo>
                          <a:pt x="17" y="10"/>
                          <a:pt x="17" y="10"/>
                          <a:pt x="17" y="10"/>
                        </a:cubicBezTo>
                        <a:cubicBezTo>
                          <a:pt x="17" y="10"/>
                          <a:pt x="17" y="10"/>
                          <a:pt x="17" y="10"/>
                        </a:cubicBezTo>
                        <a:cubicBezTo>
                          <a:pt x="17" y="10"/>
                          <a:pt x="18" y="10"/>
                          <a:pt x="18" y="11"/>
                        </a:cubicBezTo>
                        <a:cubicBezTo>
                          <a:pt x="18" y="11"/>
                          <a:pt x="18" y="11"/>
                          <a:pt x="18" y="11"/>
                        </a:cubicBezTo>
                        <a:cubicBezTo>
                          <a:pt x="18" y="11"/>
                          <a:pt x="18" y="11"/>
                          <a:pt x="18" y="11"/>
                        </a:cubicBezTo>
                        <a:cubicBezTo>
                          <a:pt x="18" y="12"/>
                          <a:pt x="19" y="12"/>
                          <a:pt x="19" y="12"/>
                        </a:cubicBezTo>
                        <a:cubicBezTo>
                          <a:pt x="19" y="12"/>
                          <a:pt x="19" y="12"/>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4"/>
                          <a:pt x="19" y="14"/>
                        </a:cubicBezTo>
                        <a:cubicBezTo>
                          <a:pt x="19" y="14"/>
                          <a:pt x="19" y="14"/>
                          <a:pt x="19" y="14"/>
                        </a:cubicBezTo>
                        <a:cubicBezTo>
                          <a:pt x="19" y="14"/>
                          <a:pt x="19" y="14"/>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6"/>
                          <a:pt x="19" y="16"/>
                          <a:pt x="19" y="16"/>
                        </a:cubicBezTo>
                        <a:cubicBezTo>
                          <a:pt x="19" y="16"/>
                          <a:pt x="19" y="16"/>
                          <a:pt x="19" y="16"/>
                        </a:cubicBezTo>
                        <a:cubicBezTo>
                          <a:pt x="19" y="16"/>
                          <a:pt x="19" y="16"/>
                          <a:pt x="19" y="16"/>
                        </a:cubicBezTo>
                        <a:cubicBezTo>
                          <a:pt x="19" y="16"/>
                          <a:pt x="19" y="16"/>
                          <a:pt x="20" y="16"/>
                        </a:cubicBezTo>
                        <a:cubicBezTo>
                          <a:pt x="20" y="16"/>
                          <a:pt x="20" y="16"/>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6"/>
                          <a:pt x="21" y="16"/>
                          <a:pt x="21" y="16"/>
                        </a:cubicBezTo>
                        <a:cubicBezTo>
                          <a:pt x="21" y="16"/>
                          <a:pt x="21" y="16"/>
                          <a:pt x="21" y="16"/>
                        </a:cubicBezTo>
                        <a:cubicBezTo>
                          <a:pt x="21" y="16"/>
                          <a:pt x="21" y="16"/>
                          <a:pt x="21" y="16"/>
                        </a:cubicBezTo>
                        <a:cubicBezTo>
                          <a:pt x="21" y="16"/>
                          <a:pt x="21" y="16"/>
                          <a:pt x="22" y="16"/>
                        </a:cubicBezTo>
                        <a:cubicBezTo>
                          <a:pt x="22" y="16"/>
                          <a:pt x="22" y="16"/>
                          <a:pt x="22" y="16"/>
                        </a:cubicBezTo>
                        <a:cubicBezTo>
                          <a:pt x="22" y="16"/>
                          <a:pt x="22" y="16"/>
                          <a:pt x="22" y="16"/>
                        </a:cubicBezTo>
                        <a:cubicBezTo>
                          <a:pt x="22" y="15"/>
                          <a:pt x="22" y="15"/>
                          <a:pt x="22" y="15"/>
                        </a:cubicBezTo>
                        <a:cubicBezTo>
                          <a:pt x="22" y="15"/>
                          <a:pt x="22" y="15"/>
                          <a:pt x="22" y="15"/>
                        </a:cubicBezTo>
                        <a:cubicBezTo>
                          <a:pt x="22" y="15"/>
                          <a:pt x="21" y="15"/>
                          <a:pt x="21" y="15"/>
                        </a:cubicBezTo>
                        <a:cubicBezTo>
                          <a:pt x="21" y="15"/>
                          <a:pt x="21" y="15"/>
                          <a:pt x="21" y="15"/>
                        </a:cubicBezTo>
                        <a:cubicBezTo>
                          <a:pt x="21" y="15"/>
                          <a:pt x="21" y="15"/>
                          <a:pt x="21" y="15"/>
                        </a:cubicBezTo>
                        <a:cubicBezTo>
                          <a:pt x="21" y="15"/>
                          <a:pt x="21" y="15"/>
                          <a:pt x="21" y="15"/>
                        </a:cubicBezTo>
                        <a:cubicBezTo>
                          <a:pt x="22" y="15"/>
                          <a:pt x="22" y="15"/>
                          <a:pt x="22" y="14"/>
                        </a:cubicBezTo>
                        <a:cubicBezTo>
                          <a:pt x="22" y="14"/>
                          <a:pt x="22" y="14"/>
                          <a:pt x="22" y="14"/>
                        </a:cubicBezTo>
                        <a:cubicBezTo>
                          <a:pt x="22" y="14"/>
                          <a:pt x="22" y="14"/>
                          <a:pt x="22" y="14"/>
                        </a:cubicBezTo>
                        <a:cubicBezTo>
                          <a:pt x="22" y="14"/>
                          <a:pt x="22" y="14"/>
                          <a:pt x="22" y="14"/>
                        </a:cubicBezTo>
                        <a:cubicBezTo>
                          <a:pt x="22" y="14"/>
                          <a:pt x="22" y="14"/>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1" y="13"/>
                          <a:pt x="22" y="13"/>
                          <a:pt x="21" y="13"/>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1"/>
                        </a:cubicBezTo>
                        <a:cubicBezTo>
                          <a:pt x="21" y="11"/>
                          <a:pt x="21" y="11"/>
                          <a:pt x="21" y="11"/>
                        </a:cubicBezTo>
                        <a:cubicBezTo>
                          <a:pt x="21" y="11"/>
                          <a:pt x="21"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19" y="11"/>
                          <a:pt x="19" y="11"/>
                          <a:pt x="19" y="11"/>
                        </a:cubicBezTo>
                        <a:cubicBezTo>
                          <a:pt x="19" y="11"/>
                          <a:pt x="19" y="10"/>
                          <a:pt x="19" y="10"/>
                        </a:cubicBezTo>
                        <a:cubicBezTo>
                          <a:pt x="19" y="10"/>
                          <a:pt x="19" y="10"/>
                          <a:pt x="18" y="10"/>
                        </a:cubicBezTo>
                        <a:cubicBezTo>
                          <a:pt x="18" y="10"/>
                          <a:pt x="18" y="10"/>
                          <a:pt x="18" y="10"/>
                        </a:cubicBezTo>
                        <a:cubicBezTo>
                          <a:pt x="18" y="10"/>
                          <a:pt x="18" y="10"/>
                          <a:pt x="18" y="10"/>
                        </a:cubicBezTo>
                        <a:cubicBezTo>
                          <a:pt x="18" y="10"/>
                          <a:pt x="18" y="10"/>
                          <a:pt x="18" y="10"/>
                        </a:cubicBezTo>
                        <a:cubicBezTo>
                          <a:pt x="18" y="9"/>
                          <a:pt x="18" y="9"/>
                          <a:pt x="18" y="9"/>
                        </a:cubicBezTo>
                        <a:cubicBezTo>
                          <a:pt x="18" y="9"/>
                          <a:pt x="18" y="9"/>
                          <a:pt x="18" y="9"/>
                        </a:cubicBezTo>
                        <a:cubicBezTo>
                          <a:pt x="18" y="9"/>
                          <a:pt x="18" y="9"/>
                          <a:pt x="18"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8"/>
                          <a:pt x="17" y="8"/>
                        </a:cubicBezTo>
                        <a:cubicBezTo>
                          <a:pt x="17" y="8"/>
                          <a:pt x="17" y="8"/>
                          <a:pt x="17" y="8"/>
                        </a:cubicBezTo>
                        <a:cubicBezTo>
                          <a:pt x="16" y="8"/>
                          <a:pt x="16" y="8"/>
                          <a:pt x="16" y="8"/>
                        </a:cubicBezTo>
                        <a:cubicBezTo>
                          <a:pt x="16" y="7"/>
                          <a:pt x="15" y="7"/>
                          <a:pt x="15"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6"/>
                          <a:pt x="13" y="6"/>
                          <a:pt x="13" y="5"/>
                        </a:cubicBezTo>
                        <a:cubicBezTo>
                          <a:pt x="13" y="5"/>
                          <a:pt x="12" y="5"/>
                          <a:pt x="12" y="5"/>
                        </a:cubicBezTo>
                        <a:cubicBezTo>
                          <a:pt x="12" y="5"/>
                          <a:pt x="12" y="5"/>
                          <a:pt x="12" y="5"/>
                        </a:cubicBezTo>
                        <a:cubicBezTo>
                          <a:pt x="12" y="5"/>
                          <a:pt x="12" y="5"/>
                          <a:pt x="12" y="5"/>
                        </a:cubicBezTo>
                        <a:cubicBezTo>
                          <a:pt x="11" y="5"/>
                          <a:pt x="11" y="5"/>
                          <a:pt x="11" y="5"/>
                        </a:cubicBezTo>
                        <a:cubicBezTo>
                          <a:pt x="11" y="4"/>
                          <a:pt x="11" y="4"/>
                          <a:pt x="11" y="4"/>
                        </a:cubicBezTo>
                        <a:cubicBezTo>
                          <a:pt x="11" y="4"/>
                          <a:pt x="11"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9" y="4"/>
                          <a:pt x="9" y="4"/>
                        </a:cubicBezTo>
                        <a:cubicBezTo>
                          <a:pt x="9" y="4"/>
                          <a:pt x="9" y="4"/>
                          <a:pt x="9" y="4"/>
                        </a:cubicBezTo>
                        <a:cubicBezTo>
                          <a:pt x="9" y="4"/>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3"/>
                          <a:pt x="8" y="3"/>
                          <a:pt x="8" y="3"/>
                        </a:cubicBezTo>
                        <a:cubicBezTo>
                          <a:pt x="8" y="2"/>
                          <a:pt x="7" y="2"/>
                          <a:pt x="7" y="2"/>
                        </a:cubicBezTo>
                        <a:cubicBezTo>
                          <a:pt x="7" y="2"/>
                          <a:pt x="7" y="2"/>
                          <a:pt x="7" y="2"/>
                        </a:cubicBezTo>
                        <a:cubicBezTo>
                          <a:pt x="7" y="2"/>
                          <a:pt x="7"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7" y="2"/>
                          <a:pt x="7" y="2"/>
                        </a:cubicBezTo>
                        <a:cubicBezTo>
                          <a:pt x="7" y="2"/>
                          <a:pt x="7" y="3"/>
                          <a:pt x="7" y="3"/>
                        </a:cubicBezTo>
                        <a:cubicBezTo>
                          <a:pt x="7"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6" y="3"/>
                          <a:pt x="6" y="3"/>
                          <a:pt x="6" y="3"/>
                        </a:cubicBezTo>
                        <a:close/>
                        <a:moveTo>
                          <a:pt x="8" y="4"/>
                        </a:moveTo>
                        <a:cubicBezTo>
                          <a:pt x="8" y="4"/>
                          <a:pt x="8" y="4"/>
                          <a:pt x="8" y="4"/>
                        </a:cubicBezTo>
                        <a:cubicBezTo>
                          <a:pt x="8" y="4"/>
                          <a:pt x="8"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4"/>
                        </a:cubicBezTo>
                        <a:cubicBezTo>
                          <a:pt x="6" y="4"/>
                          <a:pt x="6" y="4"/>
                          <a:pt x="6" y="4"/>
                        </a:cubicBezTo>
                        <a:cubicBezTo>
                          <a:pt x="6" y="4"/>
                          <a:pt x="6" y="4"/>
                          <a:pt x="6" y="4"/>
                        </a:cubicBezTo>
                        <a:cubicBezTo>
                          <a:pt x="6" y="4"/>
                          <a:pt x="6" y="4"/>
                          <a:pt x="6" y="4"/>
                        </a:cubicBezTo>
                        <a:cubicBezTo>
                          <a:pt x="6" y="4"/>
                          <a:pt x="6" y="4"/>
                          <a:pt x="6" y="4"/>
                        </a:cubicBezTo>
                        <a:cubicBezTo>
                          <a:pt x="7" y="4"/>
                          <a:pt x="7" y="4"/>
                          <a:pt x="7" y="4"/>
                        </a:cubicBezTo>
                        <a:cubicBezTo>
                          <a:pt x="7" y="5"/>
                          <a:pt x="7" y="4"/>
                          <a:pt x="7" y="4"/>
                        </a:cubicBezTo>
                        <a:cubicBezTo>
                          <a:pt x="7" y="4"/>
                          <a:pt x="7" y="5"/>
                          <a:pt x="7" y="5"/>
                        </a:cubicBezTo>
                        <a:cubicBezTo>
                          <a:pt x="7" y="5"/>
                          <a:pt x="7" y="5"/>
                          <a:pt x="7" y="5"/>
                        </a:cubicBezTo>
                        <a:cubicBezTo>
                          <a:pt x="7" y="5"/>
                          <a:pt x="7" y="5"/>
                          <a:pt x="7" y="5"/>
                        </a:cubicBezTo>
                        <a:cubicBezTo>
                          <a:pt x="7" y="5"/>
                          <a:pt x="7" y="5"/>
                          <a:pt x="7" y="5"/>
                        </a:cubicBezTo>
                        <a:cubicBezTo>
                          <a:pt x="7" y="5"/>
                          <a:pt x="7" y="5"/>
                          <a:pt x="7" y="4"/>
                        </a:cubicBezTo>
                        <a:cubicBezTo>
                          <a:pt x="7" y="4"/>
                          <a:pt x="7" y="4"/>
                          <a:pt x="7" y="4"/>
                        </a:cubicBezTo>
                        <a:cubicBezTo>
                          <a:pt x="7" y="4"/>
                          <a:pt x="7" y="4"/>
                          <a:pt x="7" y="5"/>
                        </a:cubicBezTo>
                        <a:cubicBezTo>
                          <a:pt x="7" y="5"/>
                          <a:pt x="7" y="5"/>
                          <a:pt x="7" y="5"/>
                        </a:cubicBezTo>
                        <a:cubicBezTo>
                          <a:pt x="8" y="5"/>
                          <a:pt x="8" y="5"/>
                          <a:pt x="8" y="5"/>
                        </a:cubicBezTo>
                        <a:cubicBezTo>
                          <a:pt x="8" y="4"/>
                          <a:pt x="8" y="4"/>
                          <a:pt x="8" y="4"/>
                        </a:cubicBezTo>
                        <a:close/>
                        <a:moveTo>
                          <a:pt x="14" y="3"/>
                        </a:move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lose/>
                        <a:moveTo>
                          <a:pt x="15" y="4"/>
                        </a:moveTo>
                        <a:cubicBezTo>
                          <a:pt x="15" y="4"/>
                          <a:pt x="15" y="4"/>
                          <a:pt x="15" y="4"/>
                        </a:cubicBezTo>
                        <a:cubicBezTo>
                          <a:pt x="15" y="4"/>
                          <a:pt x="15" y="4"/>
                          <a:pt x="15" y="4"/>
                        </a:cubicBezTo>
                        <a:cubicBezTo>
                          <a:pt x="15" y="4"/>
                          <a:pt x="15" y="4"/>
                          <a:pt x="15" y="4"/>
                        </a:cubicBezTo>
                        <a:cubicBezTo>
                          <a:pt x="15" y="4"/>
                          <a:pt x="15" y="4"/>
                          <a:pt x="15" y="4"/>
                        </a:cubicBezTo>
                        <a:cubicBezTo>
                          <a:pt x="15" y="4"/>
                          <a:pt x="15"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5" y="4"/>
                        </a:cubicBezTo>
                        <a:cubicBezTo>
                          <a:pt x="15" y="5"/>
                          <a:pt x="15" y="5"/>
                          <a:pt x="15" y="5"/>
                        </a:cubicBezTo>
                        <a:cubicBezTo>
                          <a:pt x="15" y="5"/>
                          <a:pt x="15" y="5"/>
                          <a:pt x="15" y="5"/>
                        </a:cubicBezTo>
                        <a:cubicBezTo>
                          <a:pt x="15" y="5"/>
                          <a:pt x="15" y="4"/>
                          <a:pt x="15" y="4"/>
                        </a:cubicBezTo>
                        <a:cubicBezTo>
                          <a:pt x="15" y="4"/>
                          <a:pt x="15" y="4"/>
                          <a:pt x="15" y="4"/>
                        </a:cubicBezTo>
                        <a:close/>
                        <a:moveTo>
                          <a:pt x="14" y="2"/>
                        </a:move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4" y="2"/>
                          <a:pt x="14" y="2"/>
                        </a:cubicBezTo>
                        <a:cubicBezTo>
                          <a:pt x="14" y="2"/>
                          <a:pt x="14" y="2"/>
                          <a:pt x="14" y="2"/>
                        </a:cubicBezTo>
                        <a:close/>
                        <a:moveTo>
                          <a:pt x="18" y="5"/>
                        </a:move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6"/>
                          <a:pt x="18" y="6"/>
                          <a:pt x="18" y="6"/>
                        </a:cubicBezTo>
                        <a:cubicBezTo>
                          <a:pt x="18" y="6"/>
                          <a:pt x="18"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8" y="5"/>
                          <a:pt x="18" y="5"/>
                        </a:cubicBezTo>
                        <a:close/>
                        <a:moveTo>
                          <a:pt x="23" y="8"/>
                        </a:moveTo>
                        <a:cubicBezTo>
                          <a:pt x="23" y="8"/>
                          <a:pt x="23" y="8"/>
                          <a:pt x="23" y="8"/>
                        </a:cubicBezTo>
                        <a:cubicBezTo>
                          <a:pt x="23" y="8"/>
                          <a:pt x="23" y="8"/>
                          <a:pt x="23" y="8"/>
                        </a:cubicBezTo>
                        <a:cubicBezTo>
                          <a:pt x="23" y="8"/>
                          <a:pt x="23" y="8"/>
                          <a:pt x="23" y="8"/>
                        </a:cubicBezTo>
                        <a:cubicBezTo>
                          <a:pt x="23" y="8"/>
                          <a:pt x="22" y="8"/>
                          <a:pt x="22" y="8"/>
                        </a:cubicBezTo>
                        <a:cubicBezTo>
                          <a:pt x="22" y="8"/>
                          <a:pt x="22" y="8"/>
                          <a:pt x="22" y="8"/>
                        </a:cubicBezTo>
                        <a:cubicBezTo>
                          <a:pt x="22" y="8"/>
                          <a:pt x="22" y="8"/>
                          <a:pt x="22" y="8"/>
                        </a:cubicBezTo>
                        <a:cubicBezTo>
                          <a:pt x="22" y="8"/>
                          <a:pt x="22"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lose/>
                        <a:moveTo>
                          <a:pt x="23" y="7"/>
                        </a:move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4" y="7"/>
                          <a:pt x="24" y="7"/>
                        </a:cubicBezTo>
                        <a:cubicBezTo>
                          <a:pt x="24" y="7"/>
                          <a:pt x="24" y="7"/>
                          <a:pt x="24" y="7"/>
                        </a:cubicBezTo>
                        <a:cubicBezTo>
                          <a:pt x="24"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lose/>
                        <a:moveTo>
                          <a:pt x="25" y="12"/>
                        </a:moveTo>
                        <a:cubicBezTo>
                          <a:pt x="25" y="12"/>
                          <a:pt x="25" y="12"/>
                          <a:pt x="25" y="12"/>
                        </a:cubicBezTo>
                        <a:cubicBezTo>
                          <a:pt x="25"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lose/>
                        <a:moveTo>
                          <a:pt x="26" y="12"/>
                        </a:moveTo>
                        <a:cubicBezTo>
                          <a:pt x="26" y="12"/>
                          <a:pt x="26" y="12"/>
                          <a:pt x="26" y="12"/>
                        </a:cubicBezTo>
                        <a:cubicBezTo>
                          <a:pt x="26" y="12"/>
                          <a:pt x="26" y="12"/>
                          <a:pt x="26" y="12"/>
                        </a:cubicBezTo>
                        <a:cubicBezTo>
                          <a:pt x="26" y="12"/>
                          <a:pt x="26" y="11"/>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3" name="Freeform 706">
                    <a:extLst>
                      <a:ext uri="{FF2B5EF4-FFF2-40B4-BE49-F238E27FC236}">
                        <a16:creationId xmlns:a16="http://schemas.microsoft.com/office/drawing/2014/main" id="{DD687370-2BA7-03F5-084F-809E02E5A29E}"/>
                      </a:ext>
                    </a:extLst>
                  </p:cNvPr>
                  <p:cNvSpPr>
                    <a:spLocks noEditPoints="1"/>
                  </p:cNvSpPr>
                  <p:nvPr/>
                </p:nvSpPr>
                <p:spPr bwMode="auto">
                  <a:xfrm>
                    <a:off x="9488488" y="5046663"/>
                    <a:ext cx="66675" cy="79375"/>
                  </a:xfrm>
                  <a:custGeom>
                    <a:avLst/>
                    <a:gdLst>
                      <a:gd name="T0" fmla="*/ 12 w 16"/>
                      <a:gd name="T1" fmla="*/ 0 h 19"/>
                      <a:gd name="T2" fmla="*/ 12 w 16"/>
                      <a:gd name="T3" fmla="*/ 0 h 19"/>
                      <a:gd name="T4" fmla="*/ 13 w 16"/>
                      <a:gd name="T5" fmla="*/ 0 h 19"/>
                      <a:gd name="T6" fmla="*/ 13 w 16"/>
                      <a:gd name="T7" fmla="*/ 0 h 19"/>
                      <a:gd name="T8" fmla="*/ 12 w 16"/>
                      <a:gd name="T9" fmla="*/ 1 h 19"/>
                      <a:gd name="T10" fmla="*/ 14 w 16"/>
                      <a:gd name="T11" fmla="*/ 2 h 19"/>
                      <a:gd name="T12" fmla="*/ 14 w 16"/>
                      <a:gd name="T13" fmla="*/ 2 h 19"/>
                      <a:gd name="T14" fmla="*/ 14 w 16"/>
                      <a:gd name="T15" fmla="*/ 3 h 19"/>
                      <a:gd name="T16" fmla="*/ 14 w 16"/>
                      <a:gd name="T17" fmla="*/ 3 h 19"/>
                      <a:gd name="T18" fmla="*/ 15 w 16"/>
                      <a:gd name="T19" fmla="*/ 4 h 19"/>
                      <a:gd name="T20" fmla="*/ 16 w 16"/>
                      <a:gd name="T21" fmla="*/ 3 h 19"/>
                      <a:gd name="T22" fmla="*/ 15 w 16"/>
                      <a:gd name="T23" fmla="*/ 2 h 19"/>
                      <a:gd name="T24" fmla="*/ 16 w 16"/>
                      <a:gd name="T25" fmla="*/ 1 h 19"/>
                      <a:gd name="T26" fmla="*/ 16 w 16"/>
                      <a:gd name="T27" fmla="*/ 1 h 19"/>
                      <a:gd name="T28" fmla="*/ 16 w 16"/>
                      <a:gd name="T29" fmla="*/ 1 h 19"/>
                      <a:gd name="T30" fmla="*/ 16 w 16"/>
                      <a:gd name="T31" fmla="*/ 1 h 19"/>
                      <a:gd name="T32" fmla="*/ 16 w 16"/>
                      <a:gd name="T33" fmla="*/ 1 h 19"/>
                      <a:gd name="T34" fmla="*/ 15 w 16"/>
                      <a:gd name="T35" fmla="*/ 19 h 19"/>
                      <a:gd name="T36" fmla="*/ 14 w 16"/>
                      <a:gd name="T37" fmla="*/ 19 h 19"/>
                      <a:gd name="T38" fmla="*/ 13 w 16"/>
                      <a:gd name="T39" fmla="*/ 19 h 19"/>
                      <a:gd name="T40" fmla="*/ 13 w 16"/>
                      <a:gd name="T41" fmla="*/ 18 h 19"/>
                      <a:gd name="T42" fmla="*/ 12 w 16"/>
                      <a:gd name="T43" fmla="*/ 17 h 19"/>
                      <a:gd name="T44" fmla="*/ 12 w 16"/>
                      <a:gd name="T45" fmla="*/ 17 h 19"/>
                      <a:gd name="T46" fmla="*/ 12 w 16"/>
                      <a:gd name="T47" fmla="*/ 17 h 19"/>
                      <a:gd name="T48" fmla="*/ 11 w 16"/>
                      <a:gd name="T49" fmla="*/ 16 h 19"/>
                      <a:gd name="T50" fmla="*/ 10 w 16"/>
                      <a:gd name="T51" fmla="*/ 15 h 19"/>
                      <a:gd name="T52" fmla="*/ 10 w 16"/>
                      <a:gd name="T53" fmla="*/ 15 h 19"/>
                      <a:gd name="T54" fmla="*/ 10 w 16"/>
                      <a:gd name="T55" fmla="*/ 15 h 19"/>
                      <a:gd name="T56" fmla="*/ 9 w 16"/>
                      <a:gd name="T57" fmla="*/ 14 h 19"/>
                      <a:gd name="T58" fmla="*/ 9 w 16"/>
                      <a:gd name="T59" fmla="*/ 14 h 19"/>
                      <a:gd name="T60" fmla="*/ 9 w 16"/>
                      <a:gd name="T61" fmla="*/ 13 h 19"/>
                      <a:gd name="T62" fmla="*/ 8 w 16"/>
                      <a:gd name="T63" fmla="*/ 12 h 19"/>
                      <a:gd name="T64" fmla="*/ 8 w 16"/>
                      <a:gd name="T65" fmla="*/ 11 h 19"/>
                      <a:gd name="T66" fmla="*/ 8 w 16"/>
                      <a:gd name="T67" fmla="*/ 10 h 19"/>
                      <a:gd name="T68" fmla="*/ 9 w 16"/>
                      <a:gd name="T69" fmla="*/ 10 h 19"/>
                      <a:gd name="T70" fmla="*/ 10 w 16"/>
                      <a:gd name="T71" fmla="*/ 10 h 19"/>
                      <a:gd name="T72" fmla="*/ 12 w 16"/>
                      <a:gd name="T73" fmla="*/ 10 h 19"/>
                      <a:gd name="T74" fmla="*/ 12 w 16"/>
                      <a:gd name="T75" fmla="*/ 10 h 19"/>
                      <a:gd name="T76" fmla="*/ 14 w 16"/>
                      <a:gd name="T77" fmla="*/ 10 h 19"/>
                      <a:gd name="T78" fmla="*/ 14 w 16"/>
                      <a:gd name="T79" fmla="*/ 9 h 19"/>
                      <a:gd name="T80" fmla="*/ 14 w 16"/>
                      <a:gd name="T81" fmla="*/ 8 h 19"/>
                      <a:gd name="T82" fmla="*/ 14 w 16"/>
                      <a:gd name="T83" fmla="*/ 7 h 19"/>
                      <a:gd name="T84" fmla="*/ 13 w 16"/>
                      <a:gd name="T85" fmla="*/ 6 h 19"/>
                      <a:gd name="T86" fmla="*/ 12 w 16"/>
                      <a:gd name="T87" fmla="*/ 5 h 19"/>
                      <a:gd name="T88" fmla="*/ 11 w 16"/>
                      <a:gd name="T89" fmla="*/ 5 h 19"/>
                      <a:gd name="T90" fmla="*/ 10 w 16"/>
                      <a:gd name="T91" fmla="*/ 5 h 19"/>
                      <a:gd name="T92" fmla="*/ 9 w 16"/>
                      <a:gd name="T93" fmla="*/ 5 h 19"/>
                      <a:gd name="T94" fmla="*/ 8 w 16"/>
                      <a:gd name="T95" fmla="*/ 5 h 19"/>
                      <a:gd name="T96" fmla="*/ 8 w 16"/>
                      <a:gd name="T97" fmla="*/ 4 h 19"/>
                      <a:gd name="T98" fmla="*/ 7 w 16"/>
                      <a:gd name="T99" fmla="*/ 4 h 19"/>
                      <a:gd name="T100" fmla="*/ 1 w 16"/>
                      <a:gd name="T101" fmla="*/ 5 h 19"/>
                      <a:gd name="T102" fmla="*/ 1 w 16"/>
                      <a:gd name="T103" fmla="*/ 6 h 19"/>
                      <a:gd name="T104" fmla="*/ 2 w 16"/>
                      <a:gd name="T105" fmla="*/ 7 h 19"/>
                      <a:gd name="T106" fmla="*/ 1 w 16"/>
                      <a:gd name="T107" fmla="*/ 11 h 19"/>
                      <a:gd name="T108" fmla="*/ 1 w 16"/>
                      <a:gd name="T109" fmla="*/ 13 h 19"/>
                      <a:gd name="T110" fmla="*/ 0 w 16"/>
                      <a:gd name="T111" fmla="*/ 13 h 19"/>
                      <a:gd name="T112" fmla="*/ 3 w 16"/>
                      <a:gd name="T113" fmla="*/ 16 h 19"/>
                      <a:gd name="T114" fmla="*/ 6 w 16"/>
                      <a:gd name="T115" fmla="*/ 18 h 19"/>
                      <a:gd name="T116" fmla="*/ 7 w 16"/>
                      <a:gd name="T117" fmla="*/ 18 h 19"/>
                      <a:gd name="T118" fmla="*/ 8 w 16"/>
                      <a:gd name="T119" fmla="*/ 19 h 19"/>
                      <a:gd name="T120" fmla="*/ 10 w 16"/>
                      <a:gd name="T1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 h="19">
                        <a:moveTo>
                          <a:pt x="12" y="1"/>
                        </a:moveTo>
                        <a:cubicBezTo>
                          <a:pt x="12" y="1"/>
                          <a:pt x="12" y="1"/>
                          <a:pt x="12" y="1"/>
                        </a:cubicBezTo>
                        <a:cubicBezTo>
                          <a:pt x="12" y="1"/>
                          <a:pt x="12" y="1"/>
                          <a:pt x="12" y="1"/>
                        </a:cubicBezTo>
                        <a:cubicBezTo>
                          <a:pt x="12" y="1"/>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1"/>
                          <a:pt x="13" y="0"/>
                          <a:pt x="13" y="1"/>
                        </a:cubicBezTo>
                        <a:cubicBezTo>
                          <a:pt x="13" y="1"/>
                          <a:pt x="13" y="1"/>
                          <a:pt x="13" y="1"/>
                        </a:cubicBezTo>
                        <a:cubicBezTo>
                          <a:pt x="13" y="1"/>
                          <a:pt x="13" y="1"/>
                          <a:pt x="12" y="1"/>
                        </a:cubicBezTo>
                        <a:cubicBezTo>
                          <a:pt x="12" y="1"/>
                          <a:pt x="12" y="1"/>
                          <a:pt x="12" y="1"/>
                        </a:cubicBezTo>
                        <a:cubicBezTo>
                          <a:pt x="12" y="1"/>
                          <a:pt x="12" y="1"/>
                          <a:pt x="12" y="1"/>
                        </a:cubicBezTo>
                        <a:cubicBezTo>
                          <a:pt x="12" y="1"/>
                          <a:pt x="12" y="1"/>
                          <a:pt x="12" y="1"/>
                        </a:cubicBezTo>
                        <a:close/>
                        <a:moveTo>
                          <a:pt x="15" y="2"/>
                        </a:moveTo>
                        <a:cubicBezTo>
                          <a:pt x="15"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4" y="2"/>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4"/>
                          <a:pt x="15" y="4"/>
                          <a:pt x="15" y="4"/>
                        </a:cubicBezTo>
                        <a:cubicBezTo>
                          <a:pt x="15" y="4"/>
                          <a:pt x="15" y="4"/>
                          <a:pt x="15" y="4"/>
                        </a:cubicBezTo>
                        <a:cubicBezTo>
                          <a:pt x="15" y="4"/>
                          <a:pt x="15" y="4"/>
                          <a:pt x="15" y="4"/>
                        </a:cubicBezTo>
                        <a:cubicBezTo>
                          <a:pt x="15" y="4"/>
                          <a:pt x="15" y="4"/>
                          <a:pt x="15" y="4"/>
                        </a:cubicBezTo>
                        <a:cubicBezTo>
                          <a:pt x="15" y="4"/>
                          <a:pt x="16" y="4"/>
                          <a:pt x="16" y="3"/>
                        </a:cubicBezTo>
                        <a:cubicBezTo>
                          <a:pt x="16" y="3"/>
                          <a:pt x="16" y="3"/>
                          <a:pt x="16" y="3"/>
                        </a:cubicBezTo>
                        <a:cubicBezTo>
                          <a:pt x="16" y="3"/>
                          <a:pt x="16" y="3"/>
                          <a:pt x="16" y="3"/>
                        </a:cubicBezTo>
                        <a:cubicBezTo>
                          <a:pt x="16" y="3"/>
                          <a:pt x="16" y="3"/>
                          <a:pt x="16" y="3"/>
                        </a:cubicBezTo>
                        <a:cubicBezTo>
                          <a:pt x="16" y="3"/>
                          <a:pt x="16" y="3"/>
                          <a:pt x="16" y="3"/>
                        </a:cubicBezTo>
                        <a:cubicBezTo>
                          <a:pt x="16" y="2"/>
                          <a:pt x="16" y="2"/>
                          <a:pt x="15" y="2"/>
                        </a:cubicBezTo>
                        <a:cubicBezTo>
                          <a:pt x="15" y="2"/>
                          <a:pt x="15" y="2"/>
                          <a:pt x="15" y="2"/>
                        </a:cubicBezTo>
                        <a:close/>
                        <a:moveTo>
                          <a:pt x="16" y="1"/>
                        </a:move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lose/>
                        <a:moveTo>
                          <a:pt x="15" y="19"/>
                        </a:moveTo>
                        <a:cubicBezTo>
                          <a:pt x="15" y="19"/>
                          <a:pt x="15" y="19"/>
                          <a:pt x="15" y="19"/>
                        </a:cubicBezTo>
                        <a:cubicBezTo>
                          <a:pt x="15" y="19"/>
                          <a:pt x="14" y="19"/>
                          <a:pt x="14" y="19"/>
                        </a:cubicBezTo>
                        <a:cubicBezTo>
                          <a:pt x="14" y="19"/>
                          <a:pt x="14" y="19"/>
                          <a:pt x="14" y="18"/>
                        </a:cubicBezTo>
                        <a:cubicBezTo>
                          <a:pt x="14" y="18"/>
                          <a:pt x="14" y="19"/>
                          <a:pt x="14" y="19"/>
                        </a:cubicBezTo>
                        <a:cubicBezTo>
                          <a:pt x="14" y="19"/>
                          <a:pt x="14" y="19"/>
                          <a:pt x="14" y="19"/>
                        </a:cubicBezTo>
                        <a:cubicBezTo>
                          <a:pt x="14" y="19"/>
                          <a:pt x="14" y="18"/>
                          <a:pt x="14" y="18"/>
                        </a:cubicBezTo>
                        <a:cubicBezTo>
                          <a:pt x="14" y="18"/>
                          <a:pt x="14" y="18"/>
                          <a:pt x="14" y="19"/>
                        </a:cubicBezTo>
                        <a:cubicBezTo>
                          <a:pt x="14" y="19"/>
                          <a:pt x="14" y="19"/>
                          <a:pt x="14" y="19"/>
                        </a:cubicBezTo>
                        <a:cubicBezTo>
                          <a:pt x="13" y="19"/>
                          <a:pt x="13" y="19"/>
                          <a:pt x="13" y="19"/>
                        </a:cubicBezTo>
                        <a:cubicBezTo>
                          <a:pt x="13" y="19"/>
                          <a:pt x="13" y="19"/>
                          <a:pt x="13" y="19"/>
                        </a:cubicBezTo>
                        <a:cubicBezTo>
                          <a:pt x="13" y="19"/>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7"/>
                          <a:pt x="13" y="17"/>
                        </a:cubicBezTo>
                        <a:cubicBezTo>
                          <a:pt x="13" y="17"/>
                          <a:pt x="13"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6"/>
                          <a:pt x="12" y="16"/>
                          <a:pt x="12" y="16"/>
                        </a:cubicBezTo>
                        <a:cubicBezTo>
                          <a:pt x="12" y="16"/>
                          <a:pt x="12"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0" y="16"/>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9" y="15"/>
                          <a:pt x="9" y="15"/>
                        </a:cubicBezTo>
                        <a:cubicBezTo>
                          <a:pt x="9" y="15"/>
                          <a:pt x="9" y="15"/>
                          <a:pt x="9" y="15"/>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8" y="12"/>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9" y="10"/>
                          <a:pt x="9" y="10"/>
                        </a:cubicBezTo>
                        <a:cubicBezTo>
                          <a:pt x="9" y="10"/>
                          <a:pt x="9" y="10"/>
                          <a:pt x="9" y="10"/>
                        </a:cubicBezTo>
                        <a:cubicBezTo>
                          <a:pt x="9" y="10"/>
                          <a:pt x="9" y="10"/>
                          <a:pt x="9" y="10"/>
                        </a:cubicBezTo>
                        <a:cubicBezTo>
                          <a:pt x="9" y="10"/>
                          <a:pt x="9" y="10"/>
                          <a:pt x="9" y="10"/>
                        </a:cubicBezTo>
                        <a:cubicBezTo>
                          <a:pt x="10" y="10"/>
                          <a:pt x="9" y="10"/>
                          <a:pt x="10" y="10"/>
                        </a:cubicBezTo>
                        <a:cubicBezTo>
                          <a:pt x="10" y="10"/>
                          <a:pt x="10" y="10"/>
                          <a:pt x="10" y="10"/>
                        </a:cubicBezTo>
                        <a:cubicBezTo>
                          <a:pt x="10" y="10"/>
                          <a:pt x="10" y="10"/>
                          <a:pt x="10" y="10"/>
                        </a:cubicBezTo>
                        <a:cubicBezTo>
                          <a:pt x="10" y="10"/>
                          <a:pt x="10" y="10"/>
                          <a:pt x="10" y="10"/>
                        </a:cubicBezTo>
                        <a:cubicBezTo>
                          <a:pt x="10" y="10"/>
                          <a:pt x="11" y="10"/>
                          <a:pt x="11" y="10"/>
                        </a:cubicBezTo>
                        <a:cubicBezTo>
                          <a:pt x="11" y="10"/>
                          <a:pt x="11" y="10"/>
                          <a:pt x="11" y="10"/>
                        </a:cubicBezTo>
                        <a:cubicBezTo>
                          <a:pt x="11" y="10"/>
                          <a:pt x="11" y="10"/>
                          <a:pt x="11" y="10"/>
                        </a:cubicBezTo>
                        <a:cubicBezTo>
                          <a:pt x="11" y="10"/>
                          <a:pt x="11"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3" y="10"/>
                          <a:pt x="13" y="10"/>
                        </a:cubicBezTo>
                        <a:cubicBezTo>
                          <a:pt x="13" y="10"/>
                          <a:pt x="14" y="10"/>
                          <a:pt x="14" y="10"/>
                        </a:cubicBezTo>
                        <a:cubicBezTo>
                          <a:pt x="14" y="10"/>
                          <a:pt x="14" y="10"/>
                          <a:pt x="14" y="10"/>
                        </a:cubicBezTo>
                        <a:cubicBezTo>
                          <a:pt x="14" y="10"/>
                          <a:pt x="14" y="10"/>
                          <a:pt x="14" y="10"/>
                        </a:cubicBezTo>
                        <a:cubicBezTo>
                          <a:pt x="14" y="10"/>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8"/>
                        </a:cubicBezTo>
                        <a:cubicBezTo>
                          <a:pt x="14" y="8"/>
                          <a:pt x="14" y="8"/>
                          <a:pt x="14" y="8"/>
                        </a:cubicBezTo>
                        <a:cubicBezTo>
                          <a:pt x="14" y="8"/>
                          <a:pt x="14" y="8"/>
                          <a:pt x="14" y="8"/>
                        </a:cubicBezTo>
                        <a:cubicBezTo>
                          <a:pt x="14" y="8"/>
                          <a:pt x="14" y="8"/>
                          <a:pt x="14" y="8"/>
                        </a:cubicBezTo>
                        <a:cubicBezTo>
                          <a:pt x="14" y="8"/>
                          <a:pt x="14" y="7"/>
                          <a:pt x="14" y="7"/>
                        </a:cubicBezTo>
                        <a:cubicBezTo>
                          <a:pt x="14" y="7"/>
                          <a:pt x="14" y="7"/>
                          <a:pt x="14" y="7"/>
                        </a:cubicBezTo>
                        <a:cubicBezTo>
                          <a:pt x="14" y="7"/>
                          <a:pt x="14" y="7"/>
                          <a:pt x="14" y="7"/>
                        </a:cubicBezTo>
                        <a:cubicBezTo>
                          <a:pt x="13" y="7"/>
                          <a:pt x="13" y="7"/>
                          <a:pt x="13" y="7"/>
                        </a:cubicBezTo>
                        <a:cubicBezTo>
                          <a:pt x="13" y="7"/>
                          <a:pt x="13" y="7"/>
                          <a:pt x="13" y="7"/>
                        </a:cubicBezTo>
                        <a:cubicBezTo>
                          <a:pt x="13" y="7"/>
                          <a:pt x="13" y="7"/>
                          <a:pt x="13" y="6"/>
                        </a:cubicBezTo>
                        <a:cubicBezTo>
                          <a:pt x="13" y="6"/>
                          <a:pt x="13" y="6"/>
                          <a:pt x="13" y="6"/>
                        </a:cubicBezTo>
                        <a:cubicBezTo>
                          <a:pt x="13" y="6"/>
                          <a:pt x="13" y="6"/>
                          <a:pt x="13" y="6"/>
                        </a:cubicBezTo>
                        <a:cubicBezTo>
                          <a:pt x="13" y="6"/>
                          <a:pt x="12" y="5"/>
                          <a:pt x="12" y="5"/>
                        </a:cubicBezTo>
                        <a:cubicBezTo>
                          <a:pt x="12" y="5"/>
                          <a:pt x="12" y="5"/>
                          <a:pt x="12" y="5"/>
                        </a:cubicBezTo>
                        <a:cubicBezTo>
                          <a:pt x="12" y="5"/>
                          <a:pt x="12" y="5"/>
                          <a:pt x="12" y="5"/>
                        </a:cubicBezTo>
                        <a:cubicBezTo>
                          <a:pt x="12" y="5"/>
                          <a:pt x="11" y="5"/>
                          <a:pt x="11" y="5"/>
                        </a:cubicBezTo>
                        <a:cubicBezTo>
                          <a:pt x="11" y="5"/>
                          <a:pt x="11" y="5"/>
                          <a:pt x="11" y="5"/>
                        </a:cubicBezTo>
                        <a:cubicBezTo>
                          <a:pt x="11" y="5"/>
                          <a:pt x="11" y="5"/>
                          <a:pt x="11" y="5"/>
                        </a:cubicBezTo>
                        <a:cubicBezTo>
                          <a:pt x="11" y="5"/>
                          <a:pt x="11" y="5"/>
                          <a:pt x="11" y="5"/>
                        </a:cubicBezTo>
                        <a:cubicBezTo>
                          <a:pt x="11" y="5"/>
                          <a:pt x="11" y="5"/>
                          <a:pt x="10" y="5"/>
                        </a:cubicBezTo>
                        <a:cubicBezTo>
                          <a:pt x="10" y="5"/>
                          <a:pt x="10" y="5"/>
                          <a:pt x="10" y="5"/>
                        </a:cubicBezTo>
                        <a:cubicBezTo>
                          <a:pt x="10" y="5"/>
                          <a:pt x="10" y="5"/>
                          <a:pt x="10" y="5"/>
                        </a:cubicBezTo>
                        <a:cubicBezTo>
                          <a:pt x="10" y="5"/>
                          <a:pt x="10" y="5"/>
                          <a:pt x="10" y="5"/>
                        </a:cubicBezTo>
                        <a:cubicBezTo>
                          <a:pt x="10" y="5"/>
                          <a:pt x="10"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4"/>
                          <a:pt x="8" y="4"/>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5" y="5"/>
                          <a:pt x="5" y="5"/>
                          <a:pt x="5" y="5"/>
                        </a:cubicBezTo>
                        <a:cubicBezTo>
                          <a:pt x="2" y="5"/>
                          <a:pt x="2" y="5"/>
                          <a:pt x="2"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2" y="6"/>
                          <a:pt x="2" y="6"/>
                        </a:cubicBezTo>
                        <a:cubicBezTo>
                          <a:pt x="2" y="6"/>
                          <a:pt x="2" y="6"/>
                          <a:pt x="2" y="6"/>
                        </a:cubicBezTo>
                        <a:cubicBezTo>
                          <a:pt x="3" y="7"/>
                          <a:pt x="3" y="7"/>
                          <a:pt x="3" y="7"/>
                        </a:cubicBezTo>
                        <a:cubicBezTo>
                          <a:pt x="2" y="7"/>
                          <a:pt x="2" y="7"/>
                          <a:pt x="2" y="7"/>
                        </a:cubicBezTo>
                        <a:cubicBezTo>
                          <a:pt x="2" y="10"/>
                          <a:pt x="2" y="10"/>
                          <a:pt x="2" y="10"/>
                        </a:cubicBezTo>
                        <a:cubicBezTo>
                          <a:pt x="2" y="10"/>
                          <a:pt x="1" y="10"/>
                          <a:pt x="1" y="10"/>
                        </a:cubicBezTo>
                        <a:cubicBezTo>
                          <a:pt x="1" y="10"/>
                          <a:pt x="2" y="11"/>
                          <a:pt x="2" y="11"/>
                        </a:cubicBezTo>
                        <a:cubicBezTo>
                          <a:pt x="1" y="11"/>
                          <a:pt x="1" y="11"/>
                          <a:pt x="1" y="11"/>
                        </a:cubicBezTo>
                        <a:cubicBezTo>
                          <a:pt x="1" y="12"/>
                          <a:pt x="1" y="12"/>
                          <a:pt x="1" y="12"/>
                        </a:cubicBezTo>
                        <a:cubicBezTo>
                          <a:pt x="1" y="12"/>
                          <a:pt x="1" y="12"/>
                          <a:pt x="1" y="12"/>
                        </a:cubicBezTo>
                        <a:cubicBezTo>
                          <a:pt x="1" y="13"/>
                          <a:pt x="1" y="13"/>
                          <a:pt x="1" y="13"/>
                        </a:cubicBezTo>
                        <a:cubicBezTo>
                          <a:pt x="1" y="13"/>
                          <a:pt x="1" y="13"/>
                          <a:pt x="1" y="13"/>
                        </a:cubicBezTo>
                        <a:cubicBezTo>
                          <a:pt x="1" y="13"/>
                          <a:pt x="0" y="13"/>
                          <a:pt x="0" y="13"/>
                        </a:cubicBezTo>
                        <a:cubicBezTo>
                          <a:pt x="0" y="13"/>
                          <a:pt x="0" y="13"/>
                          <a:pt x="0" y="13"/>
                        </a:cubicBezTo>
                        <a:cubicBezTo>
                          <a:pt x="0" y="13"/>
                          <a:pt x="0" y="13"/>
                          <a:pt x="0" y="13"/>
                        </a:cubicBezTo>
                        <a:cubicBezTo>
                          <a:pt x="0" y="13"/>
                          <a:pt x="0" y="13"/>
                          <a:pt x="0" y="13"/>
                        </a:cubicBezTo>
                        <a:cubicBezTo>
                          <a:pt x="2" y="15"/>
                          <a:pt x="2" y="15"/>
                          <a:pt x="2" y="15"/>
                        </a:cubicBezTo>
                        <a:cubicBezTo>
                          <a:pt x="2" y="15"/>
                          <a:pt x="2" y="15"/>
                          <a:pt x="2" y="15"/>
                        </a:cubicBezTo>
                        <a:cubicBezTo>
                          <a:pt x="2" y="16"/>
                          <a:pt x="2" y="16"/>
                          <a:pt x="2" y="16"/>
                        </a:cubicBezTo>
                        <a:cubicBezTo>
                          <a:pt x="3" y="16"/>
                          <a:pt x="3" y="16"/>
                          <a:pt x="3" y="16"/>
                        </a:cubicBezTo>
                        <a:cubicBezTo>
                          <a:pt x="4" y="16"/>
                          <a:pt x="4" y="16"/>
                          <a:pt x="4" y="16"/>
                        </a:cubicBezTo>
                        <a:cubicBezTo>
                          <a:pt x="5" y="16"/>
                          <a:pt x="5" y="16"/>
                          <a:pt x="5" y="16"/>
                        </a:cubicBezTo>
                        <a:cubicBezTo>
                          <a:pt x="6" y="17"/>
                          <a:pt x="6" y="17"/>
                          <a:pt x="6" y="17"/>
                        </a:cubicBezTo>
                        <a:cubicBezTo>
                          <a:pt x="6" y="18"/>
                          <a:pt x="6" y="18"/>
                          <a:pt x="6" y="18"/>
                        </a:cubicBezTo>
                        <a:cubicBezTo>
                          <a:pt x="6" y="18"/>
                          <a:pt x="6" y="18"/>
                          <a:pt x="6" y="18"/>
                        </a:cubicBezTo>
                        <a:cubicBezTo>
                          <a:pt x="6" y="18"/>
                          <a:pt x="6" y="18"/>
                          <a:pt x="6" y="18"/>
                        </a:cubicBezTo>
                        <a:cubicBezTo>
                          <a:pt x="6" y="18"/>
                          <a:pt x="7" y="18"/>
                          <a:pt x="7" y="18"/>
                        </a:cubicBezTo>
                        <a:cubicBezTo>
                          <a:pt x="7" y="19"/>
                          <a:pt x="7" y="18"/>
                          <a:pt x="7" y="18"/>
                        </a:cubicBezTo>
                        <a:cubicBezTo>
                          <a:pt x="7" y="18"/>
                          <a:pt x="7" y="19"/>
                          <a:pt x="7" y="19"/>
                        </a:cubicBezTo>
                        <a:cubicBezTo>
                          <a:pt x="7" y="19"/>
                          <a:pt x="7" y="19"/>
                          <a:pt x="7" y="19"/>
                        </a:cubicBezTo>
                        <a:cubicBezTo>
                          <a:pt x="7" y="19"/>
                          <a:pt x="8" y="19"/>
                          <a:pt x="8" y="19"/>
                        </a:cubicBezTo>
                        <a:cubicBezTo>
                          <a:pt x="8" y="19"/>
                          <a:pt x="8" y="19"/>
                          <a:pt x="8" y="19"/>
                        </a:cubicBezTo>
                        <a:cubicBezTo>
                          <a:pt x="8" y="19"/>
                          <a:pt x="8" y="19"/>
                          <a:pt x="8" y="19"/>
                        </a:cubicBezTo>
                        <a:cubicBezTo>
                          <a:pt x="9" y="19"/>
                          <a:pt x="9" y="19"/>
                          <a:pt x="9" y="19"/>
                        </a:cubicBezTo>
                        <a:cubicBezTo>
                          <a:pt x="10" y="19"/>
                          <a:pt x="10" y="19"/>
                          <a:pt x="10" y="19"/>
                        </a:cubicBezTo>
                        <a:cubicBezTo>
                          <a:pt x="10" y="19"/>
                          <a:pt x="10" y="19"/>
                          <a:pt x="10" y="19"/>
                        </a:cubicBezTo>
                        <a:cubicBezTo>
                          <a:pt x="15" y="19"/>
                          <a:pt x="15" y="19"/>
                          <a:pt x="15" y="19"/>
                        </a:cubicBezTo>
                        <a:cubicBezTo>
                          <a:pt x="15" y="19"/>
                          <a:pt x="15" y="19"/>
                          <a:pt x="15" y="19"/>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4" name="Freeform 708">
                    <a:extLst>
                      <a:ext uri="{FF2B5EF4-FFF2-40B4-BE49-F238E27FC236}">
                        <a16:creationId xmlns:a16="http://schemas.microsoft.com/office/drawing/2014/main" id="{2D24C512-DF69-9B63-71D2-F10A12B67F3D}"/>
                      </a:ext>
                    </a:extLst>
                  </p:cNvPr>
                  <p:cNvSpPr>
                    <a:spLocks noEditPoints="1"/>
                  </p:cNvSpPr>
                  <p:nvPr/>
                </p:nvSpPr>
                <p:spPr bwMode="auto">
                  <a:xfrm>
                    <a:off x="9509125" y="4954588"/>
                    <a:ext cx="36512" cy="7938"/>
                  </a:xfrm>
                  <a:custGeom>
                    <a:avLst/>
                    <a:gdLst>
                      <a:gd name="T0" fmla="*/ 1 w 9"/>
                      <a:gd name="T1" fmla="*/ 0 h 2"/>
                      <a:gd name="T2" fmla="*/ 1 w 9"/>
                      <a:gd name="T3" fmla="*/ 0 h 2"/>
                      <a:gd name="T4" fmla="*/ 2 w 9"/>
                      <a:gd name="T5" fmla="*/ 0 h 2"/>
                      <a:gd name="T6" fmla="*/ 3 w 9"/>
                      <a:gd name="T7" fmla="*/ 0 h 2"/>
                      <a:gd name="T8" fmla="*/ 4 w 9"/>
                      <a:gd name="T9" fmla="*/ 0 h 2"/>
                      <a:gd name="T10" fmla="*/ 5 w 9"/>
                      <a:gd name="T11" fmla="*/ 0 h 2"/>
                      <a:gd name="T12" fmla="*/ 5 w 9"/>
                      <a:gd name="T13" fmla="*/ 0 h 2"/>
                      <a:gd name="T14" fmla="*/ 6 w 9"/>
                      <a:gd name="T15" fmla="*/ 0 h 2"/>
                      <a:gd name="T16" fmla="*/ 6 w 9"/>
                      <a:gd name="T17" fmla="*/ 0 h 2"/>
                      <a:gd name="T18" fmla="*/ 6 w 9"/>
                      <a:gd name="T19" fmla="*/ 0 h 2"/>
                      <a:gd name="T20" fmla="*/ 6 w 9"/>
                      <a:gd name="T21" fmla="*/ 0 h 2"/>
                      <a:gd name="T22" fmla="*/ 6 w 9"/>
                      <a:gd name="T23" fmla="*/ 0 h 2"/>
                      <a:gd name="T24" fmla="*/ 5 w 9"/>
                      <a:gd name="T25" fmla="*/ 0 h 2"/>
                      <a:gd name="T26" fmla="*/ 5 w 9"/>
                      <a:gd name="T27" fmla="*/ 1 h 2"/>
                      <a:gd name="T28" fmla="*/ 5 w 9"/>
                      <a:gd name="T29" fmla="*/ 1 h 2"/>
                      <a:gd name="T30" fmla="*/ 4 w 9"/>
                      <a:gd name="T31" fmla="*/ 1 h 2"/>
                      <a:gd name="T32" fmla="*/ 4 w 9"/>
                      <a:gd name="T33" fmla="*/ 1 h 2"/>
                      <a:gd name="T34" fmla="*/ 3 w 9"/>
                      <a:gd name="T35" fmla="*/ 1 h 2"/>
                      <a:gd name="T36" fmla="*/ 3 w 9"/>
                      <a:gd name="T37" fmla="*/ 1 h 2"/>
                      <a:gd name="T38" fmla="*/ 2 w 9"/>
                      <a:gd name="T39" fmla="*/ 1 h 2"/>
                      <a:gd name="T40" fmla="*/ 2 w 9"/>
                      <a:gd name="T41" fmla="*/ 1 h 2"/>
                      <a:gd name="T42" fmla="*/ 1 w 9"/>
                      <a:gd name="T43" fmla="*/ 1 h 2"/>
                      <a:gd name="T44" fmla="*/ 1 w 9"/>
                      <a:gd name="T45" fmla="*/ 1 h 2"/>
                      <a:gd name="T46" fmla="*/ 0 w 9"/>
                      <a:gd name="T47" fmla="*/ 2 h 2"/>
                      <a:gd name="T48" fmla="*/ 0 w 9"/>
                      <a:gd name="T49" fmla="*/ 1 h 2"/>
                      <a:gd name="T50" fmla="*/ 0 w 9"/>
                      <a:gd name="T51" fmla="*/ 1 h 2"/>
                      <a:gd name="T52" fmla="*/ 1 w 9"/>
                      <a:gd name="T53" fmla="*/ 1 h 2"/>
                      <a:gd name="T54" fmla="*/ 0 w 9"/>
                      <a:gd name="T55" fmla="*/ 0 h 2"/>
                      <a:gd name="T56" fmla="*/ 1 w 9"/>
                      <a:gd name="T57" fmla="*/ 0 h 2"/>
                      <a:gd name="T58" fmla="*/ 8 w 9"/>
                      <a:gd name="T59" fmla="*/ 2 h 2"/>
                      <a:gd name="T60" fmla="*/ 8 w 9"/>
                      <a:gd name="T61" fmla="*/ 2 h 2"/>
                      <a:gd name="T62" fmla="*/ 8 w 9"/>
                      <a:gd name="T63" fmla="*/ 2 h 2"/>
                      <a:gd name="T64" fmla="*/ 9 w 9"/>
                      <a:gd name="T65" fmla="*/ 2 h 2"/>
                      <a:gd name="T66" fmla="*/ 9 w 9"/>
                      <a:gd name="T67" fmla="*/ 2 h 2"/>
                      <a:gd name="T68" fmla="*/ 9 w 9"/>
                      <a:gd name="T69" fmla="*/ 2 h 2"/>
                      <a:gd name="T70" fmla="*/ 9 w 9"/>
                      <a:gd name="T71" fmla="*/ 2 h 2"/>
                      <a:gd name="T72" fmla="*/ 9 w 9"/>
                      <a:gd name="T73" fmla="*/ 2 h 2"/>
                      <a:gd name="T74" fmla="*/ 9 w 9"/>
                      <a:gd name="T75" fmla="*/ 2 h 2"/>
                      <a:gd name="T76" fmla="*/ 9 w 9"/>
                      <a:gd name="T77" fmla="*/ 2 h 2"/>
                      <a:gd name="T78" fmla="*/ 9 w 9"/>
                      <a:gd name="T79" fmla="*/ 2 h 2"/>
                      <a:gd name="T80" fmla="*/ 9 w 9"/>
                      <a:gd name="T81" fmla="*/ 2 h 2"/>
                      <a:gd name="T82" fmla="*/ 9 w 9"/>
                      <a:gd name="T83" fmla="*/ 2 h 2"/>
                      <a:gd name="T84" fmla="*/ 8 w 9"/>
                      <a:gd name="T8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
                        <a:moveTo>
                          <a:pt x="1" y="0"/>
                        </a:moveTo>
                        <a:cubicBezTo>
                          <a:pt x="1" y="0"/>
                          <a:pt x="1" y="0"/>
                          <a:pt x="1" y="0"/>
                        </a:cubicBezTo>
                        <a:cubicBezTo>
                          <a:pt x="1" y="0"/>
                          <a:pt x="1" y="0"/>
                          <a:pt x="1" y="0"/>
                        </a:cubicBezTo>
                        <a:cubicBezTo>
                          <a:pt x="1" y="0"/>
                          <a:pt x="1" y="0"/>
                          <a:pt x="1" y="0"/>
                        </a:cubicBezTo>
                        <a:cubicBezTo>
                          <a:pt x="1" y="0"/>
                          <a:pt x="1" y="0"/>
                          <a:pt x="2" y="0"/>
                        </a:cubicBezTo>
                        <a:cubicBezTo>
                          <a:pt x="2" y="0"/>
                          <a:pt x="2" y="0"/>
                          <a:pt x="2" y="0"/>
                        </a:cubicBezTo>
                        <a:cubicBezTo>
                          <a:pt x="2" y="0"/>
                          <a:pt x="2" y="0"/>
                          <a:pt x="3" y="0"/>
                        </a:cubicBezTo>
                        <a:cubicBezTo>
                          <a:pt x="3" y="0"/>
                          <a:pt x="3" y="0"/>
                          <a:pt x="3" y="0"/>
                        </a:cubicBezTo>
                        <a:cubicBezTo>
                          <a:pt x="3" y="0"/>
                          <a:pt x="4" y="0"/>
                          <a:pt x="4" y="0"/>
                        </a:cubicBezTo>
                        <a:cubicBezTo>
                          <a:pt x="4" y="0"/>
                          <a:pt x="4" y="0"/>
                          <a:pt x="4" y="0"/>
                        </a:cubicBezTo>
                        <a:cubicBezTo>
                          <a:pt x="4" y="0"/>
                          <a:pt x="4" y="0"/>
                          <a:pt x="4" y="0"/>
                        </a:cubicBezTo>
                        <a:cubicBezTo>
                          <a:pt x="4" y="0"/>
                          <a:pt x="4" y="0"/>
                          <a:pt x="5" y="0"/>
                        </a:cubicBezTo>
                        <a:cubicBezTo>
                          <a:pt x="5" y="0"/>
                          <a:pt x="5" y="0"/>
                          <a:pt x="5" y="0"/>
                        </a:cubicBezTo>
                        <a:cubicBezTo>
                          <a:pt x="5" y="0"/>
                          <a:pt x="5" y="0"/>
                          <a:pt x="5" y="0"/>
                        </a:cubicBezTo>
                        <a:cubicBezTo>
                          <a:pt x="5" y="0"/>
                          <a:pt x="5" y="0"/>
                          <a:pt x="5"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5" y="0"/>
                          <a:pt x="5" y="0"/>
                        </a:cubicBezTo>
                        <a:cubicBezTo>
                          <a:pt x="5" y="0"/>
                          <a:pt x="5" y="0"/>
                          <a:pt x="5" y="0"/>
                        </a:cubicBezTo>
                        <a:cubicBezTo>
                          <a:pt x="5" y="0"/>
                          <a:pt x="5" y="0"/>
                          <a:pt x="5" y="1"/>
                        </a:cubicBezTo>
                        <a:cubicBezTo>
                          <a:pt x="5" y="1"/>
                          <a:pt x="5" y="1"/>
                          <a:pt x="5" y="1"/>
                        </a:cubicBezTo>
                        <a:cubicBezTo>
                          <a:pt x="5" y="1"/>
                          <a:pt x="5" y="1"/>
                          <a:pt x="5" y="1"/>
                        </a:cubicBezTo>
                        <a:cubicBezTo>
                          <a:pt x="5" y="1"/>
                          <a:pt x="5" y="1"/>
                          <a:pt x="5" y="1"/>
                        </a:cubicBezTo>
                        <a:cubicBezTo>
                          <a:pt x="5"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2" y="1"/>
                        </a:cubicBezTo>
                        <a:cubicBezTo>
                          <a:pt x="2" y="1"/>
                          <a:pt x="2" y="1"/>
                          <a:pt x="2" y="1"/>
                        </a:cubicBezTo>
                        <a:cubicBezTo>
                          <a:pt x="2" y="1"/>
                          <a:pt x="2" y="1"/>
                          <a:pt x="2" y="1"/>
                        </a:cubicBezTo>
                        <a:cubicBezTo>
                          <a:pt x="2" y="1"/>
                          <a:pt x="2" y="1"/>
                          <a:pt x="2" y="1"/>
                        </a:cubicBezTo>
                        <a:cubicBezTo>
                          <a:pt x="2" y="1"/>
                          <a:pt x="1" y="1"/>
                          <a:pt x="1" y="1"/>
                        </a:cubicBezTo>
                        <a:cubicBezTo>
                          <a:pt x="1" y="1"/>
                          <a:pt x="1" y="1"/>
                          <a:pt x="1" y="1"/>
                        </a:cubicBezTo>
                        <a:cubicBezTo>
                          <a:pt x="1" y="1"/>
                          <a:pt x="1" y="1"/>
                          <a:pt x="1" y="1"/>
                        </a:cubicBezTo>
                        <a:cubicBezTo>
                          <a:pt x="1" y="1"/>
                          <a:pt x="1" y="1"/>
                          <a:pt x="1" y="1"/>
                        </a:cubicBezTo>
                        <a:cubicBezTo>
                          <a:pt x="1" y="1"/>
                          <a:pt x="0" y="1"/>
                          <a:pt x="0" y="1"/>
                        </a:cubicBezTo>
                        <a:cubicBezTo>
                          <a:pt x="0" y="1"/>
                          <a:pt x="0" y="2"/>
                          <a:pt x="0" y="2"/>
                        </a:cubicBezTo>
                        <a:cubicBezTo>
                          <a:pt x="0" y="2"/>
                          <a:pt x="0" y="2"/>
                          <a:pt x="0" y="2"/>
                        </a:cubicBezTo>
                        <a:cubicBezTo>
                          <a:pt x="0" y="2"/>
                          <a:pt x="0" y="1"/>
                          <a:pt x="0" y="1"/>
                        </a:cubicBezTo>
                        <a:cubicBezTo>
                          <a:pt x="0" y="1"/>
                          <a:pt x="0" y="1"/>
                          <a:pt x="0" y="1"/>
                        </a:cubicBezTo>
                        <a:cubicBezTo>
                          <a:pt x="0" y="1"/>
                          <a:pt x="0" y="1"/>
                          <a:pt x="0" y="1"/>
                        </a:cubicBezTo>
                        <a:cubicBezTo>
                          <a:pt x="0" y="1"/>
                          <a:pt x="0" y="1"/>
                          <a:pt x="0" y="1"/>
                        </a:cubicBezTo>
                        <a:cubicBezTo>
                          <a:pt x="0" y="1"/>
                          <a:pt x="0" y="1"/>
                          <a:pt x="1" y="1"/>
                        </a:cubicBezTo>
                        <a:cubicBezTo>
                          <a:pt x="1" y="1"/>
                          <a:pt x="1" y="0"/>
                          <a:pt x="1" y="0"/>
                        </a:cubicBezTo>
                        <a:cubicBezTo>
                          <a:pt x="1" y="0"/>
                          <a:pt x="0" y="0"/>
                          <a:pt x="0" y="0"/>
                        </a:cubicBezTo>
                        <a:cubicBezTo>
                          <a:pt x="0" y="0"/>
                          <a:pt x="0" y="0"/>
                          <a:pt x="0" y="0"/>
                        </a:cubicBezTo>
                        <a:cubicBezTo>
                          <a:pt x="1" y="0"/>
                          <a:pt x="1" y="0"/>
                          <a:pt x="1" y="0"/>
                        </a:cubicBezTo>
                        <a:close/>
                        <a:moveTo>
                          <a:pt x="8" y="2"/>
                        </a:move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8" y="2"/>
                          <a:pt x="8" y="2"/>
                        </a:cubicBezTo>
                        <a:cubicBezTo>
                          <a:pt x="8" y="2"/>
                          <a:pt x="8" y="2"/>
                          <a:pt x="8" y="2"/>
                        </a:cubicBezTo>
                        <a:cubicBezTo>
                          <a:pt x="8" y="2"/>
                          <a:pt x="8" y="2"/>
                          <a:pt x="8" y="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5" name="Freeform 709">
                    <a:extLst>
                      <a:ext uri="{FF2B5EF4-FFF2-40B4-BE49-F238E27FC236}">
                        <a16:creationId xmlns:a16="http://schemas.microsoft.com/office/drawing/2014/main" id="{A135C45C-5A2F-CE07-9DB7-6987BDA45BF0}"/>
                      </a:ext>
                    </a:extLst>
                  </p:cNvPr>
                  <p:cNvSpPr>
                    <a:spLocks noEditPoints="1"/>
                  </p:cNvSpPr>
                  <p:nvPr/>
                </p:nvSpPr>
                <p:spPr bwMode="auto">
                  <a:xfrm>
                    <a:off x="9437688" y="5008563"/>
                    <a:ext cx="92075" cy="58738"/>
                  </a:xfrm>
                  <a:custGeom>
                    <a:avLst/>
                    <a:gdLst>
                      <a:gd name="T0" fmla="*/ 19 w 22"/>
                      <a:gd name="T1" fmla="*/ 13 h 14"/>
                      <a:gd name="T2" fmla="*/ 18 w 22"/>
                      <a:gd name="T3" fmla="*/ 12 h 14"/>
                      <a:gd name="T4" fmla="*/ 17 w 22"/>
                      <a:gd name="T5" fmla="*/ 12 h 14"/>
                      <a:gd name="T6" fmla="*/ 16 w 22"/>
                      <a:gd name="T7" fmla="*/ 11 h 14"/>
                      <a:gd name="T8" fmla="*/ 14 w 22"/>
                      <a:gd name="T9" fmla="*/ 11 h 14"/>
                      <a:gd name="T10" fmla="*/ 13 w 22"/>
                      <a:gd name="T11" fmla="*/ 11 h 14"/>
                      <a:gd name="T12" fmla="*/ 12 w 22"/>
                      <a:gd name="T13" fmla="*/ 10 h 14"/>
                      <a:gd name="T14" fmla="*/ 12 w 22"/>
                      <a:gd name="T15" fmla="*/ 9 h 14"/>
                      <a:gd name="T16" fmla="*/ 12 w 22"/>
                      <a:gd name="T17" fmla="*/ 9 h 14"/>
                      <a:gd name="T18" fmla="*/ 12 w 22"/>
                      <a:gd name="T19" fmla="*/ 8 h 14"/>
                      <a:gd name="T20" fmla="*/ 12 w 22"/>
                      <a:gd name="T21" fmla="*/ 6 h 14"/>
                      <a:gd name="T22" fmla="*/ 10 w 22"/>
                      <a:gd name="T23" fmla="*/ 4 h 14"/>
                      <a:gd name="T24" fmla="*/ 9 w 22"/>
                      <a:gd name="T25" fmla="*/ 3 h 14"/>
                      <a:gd name="T26" fmla="*/ 7 w 22"/>
                      <a:gd name="T27" fmla="*/ 2 h 14"/>
                      <a:gd name="T28" fmla="*/ 6 w 22"/>
                      <a:gd name="T29" fmla="*/ 1 h 14"/>
                      <a:gd name="T30" fmla="*/ 5 w 22"/>
                      <a:gd name="T31" fmla="*/ 1 h 14"/>
                      <a:gd name="T32" fmla="*/ 0 w 22"/>
                      <a:gd name="T33" fmla="*/ 7 h 14"/>
                      <a:gd name="T34" fmla="*/ 1 w 22"/>
                      <a:gd name="T35" fmla="*/ 8 h 14"/>
                      <a:gd name="T36" fmla="*/ 3 w 22"/>
                      <a:gd name="T37" fmla="*/ 9 h 14"/>
                      <a:gd name="T38" fmla="*/ 4 w 22"/>
                      <a:gd name="T39" fmla="*/ 10 h 14"/>
                      <a:gd name="T40" fmla="*/ 6 w 22"/>
                      <a:gd name="T41" fmla="*/ 12 h 14"/>
                      <a:gd name="T42" fmla="*/ 7 w 22"/>
                      <a:gd name="T43" fmla="*/ 13 h 14"/>
                      <a:gd name="T44" fmla="*/ 9 w 22"/>
                      <a:gd name="T45" fmla="*/ 13 h 14"/>
                      <a:gd name="T46" fmla="*/ 11 w 22"/>
                      <a:gd name="T47" fmla="*/ 14 h 14"/>
                      <a:gd name="T48" fmla="*/ 14 w 22"/>
                      <a:gd name="T49" fmla="*/ 14 h 14"/>
                      <a:gd name="T50" fmla="*/ 21 w 22"/>
                      <a:gd name="T51" fmla="*/ 10 h 14"/>
                      <a:gd name="T52" fmla="*/ 21 w 22"/>
                      <a:gd name="T53" fmla="*/ 9 h 14"/>
                      <a:gd name="T54" fmla="*/ 21 w 22"/>
                      <a:gd name="T55" fmla="*/ 10 h 14"/>
                      <a:gd name="T56" fmla="*/ 21 w 22"/>
                      <a:gd name="T57" fmla="*/ 10 h 14"/>
                      <a:gd name="T58" fmla="*/ 22 w 22"/>
                      <a:gd name="T59" fmla="*/ 10 h 14"/>
                      <a:gd name="T60" fmla="*/ 21 w 22"/>
                      <a:gd name="T61" fmla="*/ 9 h 14"/>
                      <a:gd name="T62" fmla="*/ 20 w 22"/>
                      <a:gd name="T63" fmla="*/ 9 h 14"/>
                      <a:gd name="T64" fmla="*/ 20 w 22"/>
                      <a:gd name="T65" fmla="*/ 9 h 14"/>
                      <a:gd name="T66" fmla="*/ 21 w 22"/>
                      <a:gd name="T67" fmla="*/ 10 h 14"/>
                      <a:gd name="T68" fmla="*/ 21 w 22"/>
                      <a:gd name="T69" fmla="*/ 10 h 14"/>
                      <a:gd name="T70" fmla="*/ 22 w 22"/>
                      <a:gd name="T71" fmla="*/ 10 h 14"/>
                      <a:gd name="T72" fmla="*/ 20 w 22"/>
                      <a:gd name="T73" fmla="*/ 8 h 14"/>
                      <a:gd name="T74" fmla="*/ 20 w 22"/>
                      <a:gd name="T75" fmla="*/ 8 h 14"/>
                      <a:gd name="T76" fmla="*/ 20 w 22"/>
                      <a:gd name="T77" fmla="*/ 8 h 14"/>
                      <a:gd name="T78" fmla="*/ 20 w 22"/>
                      <a:gd name="T79" fmla="*/ 8 h 14"/>
                      <a:gd name="T80" fmla="*/ 15 w 22"/>
                      <a:gd name="T81" fmla="*/ 6 h 14"/>
                      <a:gd name="T82" fmla="*/ 15 w 22"/>
                      <a:gd name="T83" fmla="*/ 6 h 14"/>
                      <a:gd name="T84" fmla="*/ 15 w 22"/>
                      <a:gd name="T85" fmla="*/ 6 h 14"/>
                      <a:gd name="T86" fmla="*/ 14 w 22"/>
                      <a:gd name="T87" fmla="*/ 4 h 14"/>
                      <a:gd name="T88" fmla="*/ 13 w 22"/>
                      <a:gd name="T89" fmla="*/ 4 h 14"/>
                      <a:gd name="T90" fmla="*/ 13 w 22"/>
                      <a:gd name="T91" fmla="*/ 5 h 14"/>
                      <a:gd name="T92" fmla="*/ 13 w 22"/>
                      <a:gd name="T93" fmla="*/ 5 h 14"/>
                      <a:gd name="T94" fmla="*/ 13 w 22"/>
                      <a:gd name="T95" fmla="*/ 6 h 14"/>
                      <a:gd name="T96" fmla="*/ 14 w 22"/>
                      <a:gd name="T97" fmla="*/ 5 h 14"/>
                      <a:gd name="T98" fmla="*/ 7 w 22"/>
                      <a:gd name="T99" fmla="*/ 1 h 14"/>
                      <a:gd name="T100" fmla="*/ 7 w 22"/>
                      <a:gd name="T101" fmla="*/ 1 h 14"/>
                      <a:gd name="T102" fmla="*/ 7 w 22"/>
                      <a:gd name="T103" fmla="*/ 1 h 14"/>
                      <a:gd name="T104" fmla="*/ 7 w 22"/>
                      <a:gd name="T10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 h="14">
                        <a:moveTo>
                          <a:pt x="3" y="9"/>
                        </a:moveTo>
                        <a:cubicBezTo>
                          <a:pt x="3" y="9"/>
                          <a:pt x="3" y="9"/>
                          <a:pt x="3" y="9"/>
                        </a:cubicBezTo>
                        <a:cubicBezTo>
                          <a:pt x="4" y="9"/>
                          <a:pt x="4" y="9"/>
                          <a:pt x="4" y="9"/>
                        </a:cubicBezTo>
                        <a:lnTo>
                          <a:pt x="3" y="9"/>
                        </a:lnTo>
                        <a:close/>
                        <a:moveTo>
                          <a:pt x="19" y="13"/>
                        </a:moveTo>
                        <a:cubicBezTo>
                          <a:pt x="19" y="13"/>
                          <a:pt x="19" y="13"/>
                          <a:pt x="19" y="13"/>
                        </a:cubicBezTo>
                        <a:cubicBezTo>
                          <a:pt x="19" y="13"/>
                          <a:pt x="18" y="13"/>
                          <a:pt x="18" y="13"/>
                        </a:cubicBezTo>
                        <a:cubicBezTo>
                          <a:pt x="18" y="13"/>
                          <a:pt x="18" y="13"/>
                          <a:pt x="18" y="13"/>
                        </a:cubicBezTo>
                        <a:cubicBezTo>
                          <a:pt x="18" y="13"/>
                          <a:pt x="18" y="13"/>
                          <a:pt x="18" y="13"/>
                        </a:cubicBezTo>
                        <a:cubicBezTo>
                          <a:pt x="18" y="13"/>
                          <a:pt x="18" y="12"/>
                          <a:pt x="18" y="12"/>
                        </a:cubicBezTo>
                        <a:cubicBezTo>
                          <a:pt x="18" y="12"/>
                          <a:pt x="18"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1"/>
                          <a:pt x="17" y="11"/>
                        </a:cubicBezTo>
                        <a:cubicBezTo>
                          <a:pt x="17" y="11"/>
                          <a:pt x="16" y="11"/>
                          <a:pt x="16" y="12"/>
                        </a:cubicBezTo>
                        <a:cubicBezTo>
                          <a:pt x="16" y="12"/>
                          <a:pt x="16" y="12"/>
                          <a:pt x="16" y="11"/>
                        </a:cubicBezTo>
                        <a:cubicBezTo>
                          <a:pt x="16" y="11"/>
                          <a:pt x="16" y="11"/>
                          <a:pt x="16" y="11"/>
                        </a:cubicBezTo>
                        <a:cubicBezTo>
                          <a:pt x="16" y="11"/>
                          <a:pt x="16" y="11"/>
                          <a:pt x="16" y="11"/>
                        </a:cubicBezTo>
                        <a:cubicBezTo>
                          <a:pt x="16" y="11"/>
                          <a:pt x="16" y="11"/>
                          <a:pt x="16" y="11"/>
                        </a:cubicBezTo>
                        <a:cubicBezTo>
                          <a:pt x="16" y="11"/>
                          <a:pt x="15" y="11"/>
                          <a:pt x="15" y="11"/>
                        </a:cubicBezTo>
                        <a:cubicBezTo>
                          <a:pt x="15" y="11"/>
                          <a:pt x="15" y="11"/>
                          <a:pt x="15" y="11"/>
                        </a:cubicBezTo>
                        <a:cubicBezTo>
                          <a:pt x="15" y="11"/>
                          <a:pt x="15" y="11"/>
                          <a:pt x="15" y="11"/>
                        </a:cubicBezTo>
                        <a:cubicBezTo>
                          <a:pt x="15" y="11"/>
                          <a:pt x="14" y="11"/>
                          <a:pt x="14" y="11"/>
                        </a:cubicBezTo>
                        <a:cubicBezTo>
                          <a:pt x="14" y="11"/>
                          <a:pt x="14" y="11"/>
                          <a:pt x="14" y="11"/>
                        </a:cubicBezTo>
                        <a:cubicBezTo>
                          <a:pt x="14" y="11"/>
                          <a:pt x="14" y="11"/>
                          <a:pt x="14" y="11"/>
                        </a:cubicBezTo>
                        <a:cubicBezTo>
                          <a:pt x="14" y="11"/>
                          <a:pt x="14" y="11"/>
                          <a:pt x="14" y="11"/>
                        </a:cubicBezTo>
                        <a:cubicBezTo>
                          <a:pt x="13" y="11"/>
                          <a:pt x="13" y="11"/>
                          <a:pt x="13" y="11"/>
                        </a:cubicBezTo>
                        <a:cubicBezTo>
                          <a:pt x="13" y="10"/>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7"/>
                          <a:pt x="12" y="7"/>
                          <a:pt x="12" y="7"/>
                        </a:cubicBezTo>
                        <a:cubicBezTo>
                          <a:pt x="12" y="7"/>
                          <a:pt x="12" y="7"/>
                          <a:pt x="12" y="7"/>
                        </a:cubicBezTo>
                        <a:cubicBezTo>
                          <a:pt x="12" y="7"/>
                          <a:pt x="12" y="6"/>
                          <a:pt x="12" y="6"/>
                        </a:cubicBezTo>
                        <a:cubicBezTo>
                          <a:pt x="12" y="6"/>
                          <a:pt x="12" y="6"/>
                          <a:pt x="12" y="6"/>
                        </a:cubicBezTo>
                        <a:cubicBezTo>
                          <a:pt x="12" y="6"/>
                          <a:pt x="12" y="6"/>
                          <a:pt x="12" y="6"/>
                        </a:cubicBezTo>
                        <a:cubicBezTo>
                          <a:pt x="11" y="6"/>
                          <a:pt x="11" y="5"/>
                          <a:pt x="11" y="5"/>
                        </a:cubicBezTo>
                        <a:cubicBezTo>
                          <a:pt x="11" y="5"/>
                          <a:pt x="11" y="5"/>
                          <a:pt x="10" y="5"/>
                        </a:cubicBezTo>
                        <a:cubicBezTo>
                          <a:pt x="10" y="5"/>
                          <a:pt x="10" y="5"/>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9" y="4"/>
                        </a:cubicBezTo>
                        <a:cubicBezTo>
                          <a:pt x="9" y="4"/>
                          <a:pt x="9" y="4"/>
                          <a:pt x="9" y="4"/>
                        </a:cubicBezTo>
                        <a:cubicBezTo>
                          <a:pt x="9" y="3"/>
                          <a:pt x="9" y="3"/>
                          <a:pt x="9" y="3"/>
                        </a:cubicBezTo>
                        <a:cubicBezTo>
                          <a:pt x="9" y="3"/>
                          <a:pt x="9" y="3"/>
                          <a:pt x="9" y="3"/>
                        </a:cubicBezTo>
                        <a:cubicBezTo>
                          <a:pt x="9" y="3"/>
                          <a:pt x="8" y="3"/>
                          <a:pt x="8" y="3"/>
                        </a:cubicBezTo>
                        <a:cubicBezTo>
                          <a:pt x="8" y="3"/>
                          <a:pt x="8" y="3"/>
                          <a:pt x="8" y="3"/>
                        </a:cubicBezTo>
                        <a:cubicBezTo>
                          <a:pt x="8" y="3"/>
                          <a:pt x="7" y="3"/>
                          <a:pt x="7" y="3"/>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1"/>
                          <a:pt x="6" y="1"/>
                        </a:cubicBezTo>
                        <a:cubicBezTo>
                          <a:pt x="6" y="1"/>
                          <a:pt x="6" y="1"/>
                          <a:pt x="6" y="1"/>
                        </a:cubicBezTo>
                        <a:cubicBezTo>
                          <a:pt x="6" y="1"/>
                          <a:pt x="6"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0"/>
                          <a:pt x="4" y="0"/>
                        </a:cubicBezTo>
                        <a:cubicBezTo>
                          <a:pt x="4" y="4"/>
                          <a:pt x="4" y="4"/>
                          <a:pt x="4" y="4"/>
                        </a:cubicBezTo>
                        <a:cubicBezTo>
                          <a:pt x="0" y="7"/>
                          <a:pt x="0" y="7"/>
                          <a:pt x="0" y="7"/>
                        </a:cubicBezTo>
                        <a:cubicBezTo>
                          <a:pt x="0" y="7"/>
                          <a:pt x="0" y="7"/>
                          <a:pt x="0" y="7"/>
                        </a:cubicBezTo>
                        <a:cubicBezTo>
                          <a:pt x="0" y="8"/>
                          <a:pt x="0" y="8"/>
                          <a:pt x="0" y="8"/>
                        </a:cubicBezTo>
                        <a:cubicBezTo>
                          <a:pt x="1" y="8"/>
                          <a:pt x="1" y="8"/>
                          <a:pt x="1" y="8"/>
                        </a:cubicBezTo>
                        <a:cubicBezTo>
                          <a:pt x="1" y="8"/>
                          <a:pt x="1" y="8"/>
                          <a:pt x="1" y="8"/>
                        </a:cubicBezTo>
                        <a:cubicBezTo>
                          <a:pt x="1" y="8"/>
                          <a:pt x="1" y="8"/>
                          <a:pt x="1" y="8"/>
                        </a:cubicBezTo>
                        <a:cubicBezTo>
                          <a:pt x="1" y="8"/>
                          <a:pt x="1" y="9"/>
                          <a:pt x="1"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4" y="9"/>
                          <a:pt x="4" y="9"/>
                          <a:pt x="4" y="9"/>
                        </a:cubicBezTo>
                        <a:cubicBezTo>
                          <a:pt x="4" y="10"/>
                          <a:pt x="4" y="10"/>
                          <a:pt x="4" y="10"/>
                        </a:cubicBezTo>
                        <a:cubicBezTo>
                          <a:pt x="4" y="10"/>
                          <a:pt x="4" y="10"/>
                          <a:pt x="4" y="10"/>
                        </a:cubicBezTo>
                        <a:cubicBezTo>
                          <a:pt x="4" y="10"/>
                          <a:pt x="4" y="10"/>
                          <a:pt x="4" y="10"/>
                        </a:cubicBezTo>
                        <a:cubicBezTo>
                          <a:pt x="5" y="10"/>
                          <a:pt x="5" y="10"/>
                          <a:pt x="5" y="10"/>
                        </a:cubicBezTo>
                        <a:cubicBezTo>
                          <a:pt x="5" y="11"/>
                          <a:pt x="5" y="11"/>
                          <a:pt x="5" y="11"/>
                        </a:cubicBezTo>
                        <a:cubicBezTo>
                          <a:pt x="5" y="11"/>
                          <a:pt x="6" y="11"/>
                          <a:pt x="6" y="11"/>
                        </a:cubicBezTo>
                        <a:cubicBezTo>
                          <a:pt x="6" y="11"/>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7" y="13"/>
                          <a:pt x="7" y="13"/>
                          <a:pt x="7" y="13"/>
                        </a:cubicBezTo>
                        <a:cubicBezTo>
                          <a:pt x="7" y="13"/>
                          <a:pt x="7" y="13"/>
                          <a:pt x="7" y="13"/>
                        </a:cubicBezTo>
                        <a:cubicBezTo>
                          <a:pt x="8" y="13"/>
                          <a:pt x="8" y="13"/>
                          <a:pt x="8" y="13"/>
                        </a:cubicBezTo>
                        <a:cubicBezTo>
                          <a:pt x="8" y="13"/>
                          <a:pt x="8" y="13"/>
                          <a:pt x="8" y="13"/>
                        </a:cubicBezTo>
                        <a:cubicBezTo>
                          <a:pt x="9" y="13"/>
                          <a:pt x="9" y="13"/>
                          <a:pt x="9" y="13"/>
                        </a:cubicBezTo>
                        <a:cubicBezTo>
                          <a:pt x="9" y="13"/>
                          <a:pt x="9" y="13"/>
                          <a:pt x="9" y="13"/>
                        </a:cubicBezTo>
                        <a:cubicBezTo>
                          <a:pt x="9" y="14"/>
                          <a:pt x="9" y="14"/>
                          <a:pt x="9" y="14"/>
                        </a:cubicBezTo>
                        <a:cubicBezTo>
                          <a:pt x="10" y="14"/>
                          <a:pt x="10" y="14"/>
                          <a:pt x="10" y="14"/>
                        </a:cubicBezTo>
                        <a:cubicBezTo>
                          <a:pt x="10" y="14"/>
                          <a:pt x="11" y="14"/>
                          <a:pt x="11" y="14"/>
                        </a:cubicBezTo>
                        <a:cubicBezTo>
                          <a:pt x="11" y="14"/>
                          <a:pt x="11" y="13"/>
                          <a:pt x="11" y="13"/>
                        </a:cubicBezTo>
                        <a:cubicBezTo>
                          <a:pt x="11" y="13"/>
                          <a:pt x="11" y="14"/>
                          <a:pt x="11" y="14"/>
                        </a:cubicBezTo>
                        <a:cubicBezTo>
                          <a:pt x="11" y="14"/>
                          <a:pt x="11" y="14"/>
                          <a:pt x="11" y="14"/>
                        </a:cubicBezTo>
                        <a:cubicBezTo>
                          <a:pt x="12" y="14"/>
                          <a:pt x="12" y="14"/>
                          <a:pt x="12" y="14"/>
                        </a:cubicBezTo>
                        <a:cubicBezTo>
                          <a:pt x="13" y="14"/>
                          <a:pt x="13" y="14"/>
                          <a:pt x="13" y="14"/>
                        </a:cubicBezTo>
                        <a:cubicBezTo>
                          <a:pt x="13" y="14"/>
                          <a:pt x="13" y="14"/>
                          <a:pt x="13" y="14"/>
                        </a:cubicBezTo>
                        <a:cubicBezTo>
                          <a:pt x="14" y="14"/>
                          <a:pt x="14" y="14"/>
                          <a:pt x="14" y="14"/>
                        </a:cubicBezTo>
                        <a:cubicBezTo>
                          <a:pt x="17" y="14"/>
                          <a:pt x="17" y="14"/>
                          <a:pt x="17" y="14"/>
                        </a:cubicBezTo>
                        <a:cubicBezTo>
                          <a:pt x="19" y="13"/>
                          <a:pt x="19" y="13"/>
                          <a:pt x="19" y="13"/>
                        </a:cubicBezTo>
                        <a:cubicBezTo>
                          <a:pt x="19" y="13"/>
                          <a:pt x="19" y="13"/>
                          <a:pt x="19" y="13"/>
                        </a:cubicBezTo>
                        <a:close/>
                        <a:moveTo>
                          <a:pt x="21" y="10"/>
                        </a:moveTo>
                        <a:cubicBezTo>
                          <a:pt x="21" y="10"/>
                          <a:pt x="21" y="10"/>
                          <a:pt x="21" y="10"/>
                        </a:cubicBezTo>
                        <a:cubicBezTo>
                          <a:pt x="21" y="10"/>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2" y="10"/>
                          <a:pt x="22" y="10"/>
                        </a:cubicBezTo>
                        <a:cubicBezTo>
                          <a:pt x="22" y="10"/>
                          <a:pt x="22" y="10"/>
                          <a:pt x="21" y="10"/>
                        </a:cubicBezTo>
                        <a:close/>
                        <a:moveTo>
                          <a:pt x="22" y="10"/>
                        </a:moveTo>
                        <a:cubicBezTo>
                          <a:pt x="22" y="10"/>
                          <a:pt x="22" y="10"/>
                          <a:pt x="22" y="10"/>
                        </a:cubicBezTo>
                        <a:cubicBezTo>
                          <a:pt x="22" y="9"/>
                          <a:pt x="22" y="9"/>
                          <a:pt x="22" y="9"/>
                        </a:cubicBezTo>
                        <a:cubicBezTo>
                          <a:pt x="22" y="9"/>
                          <a:pt x="22" y="9"/>
                          <a:pt x="22" y="9"/>
                        </a:cubicBezTo>
                        <a:cubicBezTo>
                          <a:pt x="22" y="9"/>
                          <a:pt x="22" y="9"/>
                          <a:pt x="22" y="9"/>
                        </a:cubicBezTo>
                        <a:cubicBezTo>
                          <a:pt x="22" y="9"/>
                          <a:pt x="22"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10"/>
                        </a:cubicBezTo>
                        <a:cubicBezTo>
                          <a:pt x="20" y="10"/>
                          <a:pt x="20" y="10"/>
                          <a:pt x="20" y="10"/>
                        </a:cubicBezTo>
                        <a:cubicBezTo>
                          <a:pt x="20" y="10"/>
                          <a:pt x="20" y="10"/>
                          <a:pt x="20" y="10"/>
                        </a:cubicBezTo>
                        <a:cubicBezTo>
                          <a:pt x="20" y="10"/>
                          <a:pt x="20" y="10"/>
                          <a:pt x="20" y="10"/>
                        </a:cubicBezTo>
                        <a:cubicBezTo>
                          <a:pt x="20" y="10"/>
                          <a:pt x="20"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lose/>
                        <a:moveTo>
                          <a:pt x="20" y="8"/>
                        </a:move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lose/>
                        <a:moveTo>
                          <a:pt x="15" y="6"/>
                        </a:move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lose/>
                        <a:moveTo>
                          <a:pt x="14" y="5"/>
                        </a:moveTo>
                        <a:cubicBezTo>
                          <a:pt x="14" y="5"/>
                          <a:pt x="14" y="5"/>
                          <a:pt x="14" y="5"/>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6"/>
                          <a:pt x="13" y="6"/>
                        </a:cubicBezTo>
                        <a:cubicBezTo>
                          <a:pt x="13" y="6"/>
                          <a:pt x="13" y="6"/>
                          <a:pt x="13" y="6"/>
                        </a:cubicBezTo>
                        <a:cubicBezTo>
                          <a:pt x="13" y="6"/>
                          <a:pt x="13" y="6"/>
                          <a:pt x="13" y="6"/>
                        </a:cubicBezTo>
                        <a:cubicBezTo>
                          <a:pt x="13" y="6"/>
                          <a:pt x="13" y="6"/>
                          <a:pt x="13" y="6"/>
                        </a:cubicBezTo>
                        <a:cubicBezTo>
                          <a:pt x="13" y="6"/>
                          <a:pt x="14" y="6"/>
                          <a:pt x="14" y="6"/>
                        </a:cubicBezTo>
                        <a:cubicBezTo>
                          <a:pt x="14" y="6"/>
                          <a:pt x="14" y="5"/>
                          <a:pt x="14" y="5"/>
                        </a:cubicBezTo>
                        <a:cubicBezTo>
                          <a:pt x="14" y="5"/>
                          <a:pt x="14" y="5"/>
                          <a:pt x="14" y="5"/>
                        </a:cubicBezTo>
                        <a:cubicBezTo>
                          <a:pt x="14" y="5"/>
                          <a:pt x="14" y="5"/>
                          <a:pt x="14" y="5"/>
                        </a:cubicBezTo>
                        <a:cubicBezTo>
                          <a:pt x="14" y="5"/>
                          <a:pt x="14" y="5"/>
                          <a:pt x="14" y="5"/>
                        </a:cubicBezTo>
                        <a:close/>
                        <a:moveTo>
                          <a:pt x="7" y="1"/>
                        </a:move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6" name="Freeform 710">
                    <a:extLst>
                      <a:ext uri="{FF2B5EF4-FFF2-40B4-BE49-F238E27FC236}">
                        <a16:creationId xmlns:a16="http://schemas.microsoft.com/office/drawing/2014/main" id="{7386FDA1-8440-1D3A-40E2-C68CAC5655D7}"/>
                      </a:ext>
                    </a:extLst>
                  </p:cNvPr>
                  <p:cNvSpPr>
                    <a:spLocks noEditPoints="1"/>
                  </p:cNvSpPr>
                  <p:nvPr/>
                </p:nvSpPr>
                <p:spPr bwMode="auto">
                  <a:xfrm>
                    <a:off x="9450388" y="5046663"/>
                    <a:ext cx="17462" cy="33338"/>
                  </a:xfrm>
                  <a:custGeom>
                    <a:avLst/>
                    <a:gdLst>
                      <a:gd name="T0" fmla="*/ 4 w 4"/>
                      <a:gd name="T1" fmla="*/ 3 h 8"/>
                      <a:gd name="T2" fmla="*/ 3 w 4"/>
                      <a:gd name="T3" fmla="*/ 3 h 8"/>
                      <a:gd name="T4" fmla="*/ 3 w 4"/>
                      <a:gd name="T5" fmla="*/ 2 h 8"/>
                      <a:gd name="T6" fmla="*/ 2 w 4"/>
                      <a:gd name="T7" fmla="*/ 1 h 8"/>
                      <a:gd name="T8" fmla="*/ 1 w 4"/>
                      <a:gd name="T9" fmla="*/ 1 h 8"/>
                      <a:gd name="T10" fmla="*/ 1 w 4"/>
                      <a:gd name="T11" fmla="*/ 0 h 8"/>
                      <a:gd name="T12" fmla="*/ 0 w 4"/>
                      <a:gd name="T13" fmla="*/ 0 h 8"/>
                      <a:gd name="T14" fmla="*/ 1 w 4"/>
                      <a:gd name="T15" fmla="*/ 1 h 8"/>
                      <a:gd name="T16" fmla="*/ 1 w 4"/>
                      <a:gd name="T17" fmla="*/ 1 h 8"/>
                      <a:gd name="T18" fmla="*/ 0 w 4"/>
                      <a:gd name="T19" fmla="*/ 2 h 8"/>
                      <a:gd name="T20" fmla="*/ 1 w 4"/>
                      <a:gd name="T21" fmla="*/ 3 h 8"/>
                      <a:gd name="T22" fmla="*/ 1 w 4"/>
                      <a:gd name="T23" fmla="*/ 3 h 8"/>
                      <a:gd name="T24" fmla="*/ 0 w 4"/>
                      <a:gd name="T25" fmla="*/ 4 h 8"/>
                      <a:gd name="T26" fmla="*/ 0 w 4"/>
                      <a:gd name="T27" fmla="*/ 4 h 8"/>
                      <a:gd name="T28" fmla="*/ 0 w 4"/>
                      <a:gd name="T29" fmla="*/ 4 h 8"/>
                      <a:gd name="T30" fmla="*/ 0 w 4"/>
                      <a:gd name="T31" fmla="*/ 5 h 8"/>
                      <a:gd name="T32" fmla="*/ 0 w 4"/>
                      <a:gd name="T33" fmla="*/ 6 h 8"/>
                      <a:gd name="T34" fmla="*/ 1 w 4"/>
                      <a:gd name="T35" fmla="*/ 6 h 8"/>
                      <a:gd name="T36" fmla="*/ 0 w 4"/>
                      <a:gd name="T37" fmla="*/ 7 h 8"/>
                      <a:gd name="T38" fmla="*/ 1 w 4"/>
                      <a:gd name="T39" fmla="*/ 8 h 8"/>
                      <a:gd name="T40" fmla="*/ 1 w 4"/>
                      <a:gd name="T41" fmla="*/ 7 h 8"/>
                      <a:gd name="T42" fmla="*/ 1 w 4"/>
                      <a:gd name="T43" fmla="*/ 7 h 8"/>
                      <a:gd name="T44" fmla="*/ 2 w 4"/>
                      <a:gd name="T45" fmla="*/ 7 h 8"/>
                      <a:gd name="T46" fmla="*/ 2 w 4"/>
                      <a:gd name="T47" fmla="*/ 6 h 8"/>
                      <a:gd name="T48" fmla="*/ 2 w 4"/>
                      <a:gd name="T49" fmla="*/ 6 h 8"/>
                      <a:gd name="T50" fmla="*/ 2 w 4"/>
                      <a:gd name="T51" fmla="*/ 5 h 8"/>
                      <a:gd name="T52" fmla="*/ 2 w 4"/>
                      <a:gd name="T53" fmla="*/ 4 h 8"/>
                      <a:gd name="T54" fmla="*/ 2 w 4"/>
                      <a:gd name="T55" fmla="*/ 4 h 8"/>
                      <a:gd name="T56" fmla="*/ 3 w 4"/>
                      <a:gd name="T57" fmla="*/ 4 h 8"/>
                      <a:gd name="T58" fmla="*/ 3 w 4"/>
                      <a:gd name="T59" fmla="*/ 4 h 8"/>
                      <a:gd name="T60" fmla="*/ 4 w 4"/>
                      <a:gd name="T61" fmla="*/ 4 h 8"/>
                      <a:gd name="T62" fmla="*/ 0 w 4"/>
                      <a:gd name="T63" fmla="*/ 0 h 8"/>
                      <a:gd name="T64" fmla="*/ 1 w 4"/>
                      <a:gd name="T6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 h="8">
                        <a:moveTo>
                          <a:pt x="4" y="3"/>
                        </a:moveTo>
                        <a:cubicBezTo>
                          <a:pt x="4" y="3"/>
                          <a:pt x="4" y="3"/>
                          <a:pt x="4" y="3"/>
                        </a:cubicBezTo>
                        <a:cubicBezTo>
                          <a:pt x="4" y="3"/>
                          <a:pt x="4" y="3"/>
                          <a:pt x="4" y="3"/>
                        </a:cubicBezTo>
                        <a:cubicBezTo>
                          <a:pt x="3" y="3"/>
                          <a:pt x="3" y="3"/>
                          <a:pt x="3" y="3"/>
                        </a:cubicBezTo>
                        <a:cubicBezTo>
                          <a:pt x="3" y="3"/>
                          <a:pt x="3" y="3"/>
                          <a:pt x="3" y="3"/>
                        </a:cubicBezTo>
                        <a:cubicBezTo>
                          <a:pt x="3" y="3"/>
                          <a:pt x="3" y="2"/>
                          <a:pt x="3" y="2"/>
                        </a:cubicBezTo>
                        <a:cubicBezTo>
                          <a:pt x="3" y="2"/>
                          <a:pt x="2" y="2"/>
                          <a:pt x="2" y="2"/>
                        </a:cubicBezTo>
                        <a:cubicBezTo>
                          <a:pt x="2" y="1"/>
                          <a:pt x="2" y="1"/>
                          <a:pt x="2" y="1"/>
                        </a:cubicBezTo>
                        <a:cubicBezTo>
                          <a:pt x="1" y="1"/>
                          <a:pt x="1" y="1"/>
                          <a:pt x="1" y="1"/>
                        </a:cubicBezTo>
                        <a:cubicBezTo>
                          <a:pt x="1" y="1"/>
                          <a:pt x="1" y="1"/>
                          <a:pt x="1" y="1"/>
                        </a:cubicBezTo>
                        <a:cubicBezTo>
                          <a:pt x="1" y="1"/>
                          <a:pt x="1" y="1"/>
                          <a:pt x="1" y="1"/>
                        </a:cubicBezTo>
                        <a:cubicBezTo>
                          <a:pt x="1" y="0"/>
                          <a:pt x="1" y="0"/>
                          <a:pt x="1" y="0"/>
                        </a:cubicBezTo>
                        <a:cubicBezTo>
                          <a:pt x="0" y="0"/>
                          <a:pt x="0" y="0"/>
                          <a:pt x="0" y="0"/>
                        </a:cubicBezTo>
                        <a:cubicBezTo>
                          <a:pt x="0" y="0"/>
                          <a:pt x="0" y="0"/>
                          <a:pt x="0" y="0"/>
                        </a:cubicBezTo>
                        <a:cubicBezTo>
                          <a:pt x="0" y="1"/>
                          <a:pt x="0" y="1"/>
                          <a:pt x="0" y="1"/>
                        </a:cubicBezTo>
                        <a:cubicBezTo>
                          <a:pt x="0" y="1"/>
                          <a:pt x="1" y="1"/>
                          <a:pt x="1" y="1"/>
                        </a:cubicBezTo>
                        <a:cubicBezTo>
                          <a:pt x="1" y="1"/>
                          <a:pt x="1" y="1"/>
                          <a:pt x="1" y="1"/>
                        </a:cubicBezTo>
                        <a:cubicBezTo>
                          <a:pt x="1" y="1"/>
                          <a:pt x="1" y="1"/>
                          <a:pt x="1" y="1"/>
                        </a:cubicBezTo>
                        <a:cubicBezTo>
                          <a:pt x="1" y="1"/>
                          <a:pt x="0" y="2"/>
                          <a:pt x="0" y="2"/>
                        </a:cubicBezTo>
                        <a:cubicBezTo>
                          <a:pt x="0" y="2"/>
                          <a:pt x="0" y="2"/>
                          <a:pt x="0" y="2"/>
                        </a:cubicBezTo>
                        <a:cubicBezTo>
                          <a:pt x="1" y="2"/>
                          <a:pt x="1" y="2"/>
                          <a:pt x="1" y="2"/>
                        </a:cubicBezTo>
                        <a:cubicBezTo>
                          <a:pt x="1" y="2"/>
                          <a:pt x="1" y="3"/>
                          <a:pt x="1" y="3"/>
                        </a:cubicBezTo>
                        <a:cubicBezTo>
                          <a:pt x="1" y="3"/>
                          <a:pt x="1" y="3"/>
                          <a:pt x="1" y="3"/>
                        </a:cubicBezTo>
                        <a:cubicBezTo>
                          <a:pt x="1" y="3"/>
                          <a:pt x="1" y="3"/>
                          <a:pt x="1" y="3"/>
                        </a:cubicBezTo>
                        <a:cubicBezTo>
                          <a:pt x="1" y="3"/>
                          <a:pt x="1" y="3"/>
                          <a:pt x="1" y="3"/>
                        </a:cubicBezTo>
                        <a:cubicBezTo>
                          <a:pt x="1" y="3"/>
                          <a:pt x="0" y="3"/>
                          <a:pt x="0" y="4"/>
                        </a:cubicBezTo>
                        <a:cubicBezTo>
                          <a:pt x="0" y="4"/>
                          <a:pt x="0" y="4"/>
                          <a:pt x="0" y="4"/>
                        </a:cubicBezTo>
                        <a:cubicBezTo>
                          <a:pt x="0" y="4"/>
                          <a:pt x="0" y="4"/>
                          <a:pt x="0" y="4"/>
                        </a:cubicBezTo>
                        <a:cubicBezTo>
                          <a:pt x="0" y="4"/>
                          <a:pt x="0" y="4"/>
                          <a:pt x="0" y="4"/>
                        </a:cubicBezTo>
                        <a:cubicBezTo>
                          <a:pt x="0" y="4"/>
                          <a:pt x="0" y="4"/>
                          <a:pt x="0" y="4"/>
                        </a:cubicBezTo>
                        <a:cubicBezTo>
                          <a:pt x="0" y="4"/>
                          <a:pt x="0" y="5"/>
                          <a:pt x="0" y="5"/>
                        </a:cubicBezTo>
                        <a:cubicBezTo>
                          <a:pt x="0" y="5"/>
                          <a:pt x="0" y="5"/>
                          <a:pt x="0" y="5"/>
                        </a:cubicBezTo>
                        <a:cubicBezTo>
                          <a:pt x="0" y="5"/>
                          <a:pt x="0" y="5"/>
                          <a:pt x="0" y="5"/>
                        </a:cubicBezTo>
                        <a:cubicBezTo>
                          <a:pt x="0" y="5"/>
                          <a:pt x="0" y="6"/>
                          <a:pt x="0" y="6"/>
                        </a:cubicBezTo>
                        <a:cubicBezTo>
                          <a:pt x="0" y="6"/>
                          <a:pt x="0" y="6"/>
                          <a:pt x="0" y="6"/>
                        </a:cubicBezTo>
                        <a:cubicBezTo>
                          <a:pt x="0" y="6"/>
                          <a:pt x="1" y="6"/>
                          <a:pt x="1" y="6"/>
                        </a:cubicBezTo>
                        <a:cubicBezTo>
                          <a:pt x="1" y="6"/>
                          <a:pt x="1" y="6"/>
                          <a:pt x="1" y="6"/>
                        </a:cubicBezTo>
                        <a:cubicBezTo>
                          <a:pt x="1" y="6"/>
                          <a:pt x="0" y="7"/>
                          <a:pt x="0" y="7"/>
                        </a:cubicBezTo>
                        <a:cubicBezTo>
                          <a:pt x="1" y="7"/>
                          <a:pt x="1" y="7"/>
                          <a:pt x="1" y="7"/>
                        </a:cubicBezTo>
                        <a:cubicBezTo>
                          <a:pt x="1" y="8"/>
                          <a:pt x="1" y="8"/>
                          <a:pt x="1" y="8"/>
                        </a:cubicBezTo>
                        <a:cubicBezTo>
                          <a:pt x="1" y="8"/>
                          <a:pt x="1" y="8"/>
                          <a:pt x="1" y="8"/>
                        </a:cubicBezTo>
                        <a:cubicBezTo>
                          <a:pt x="1" y="8"/>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4"/>
                          <a:pt x="2" y="4"/>
                          <a:pt x="2" y="4"/>
                        </a:cubicBezTo>
                        <a:cubicBezTo>
                          <a:pt x="2" y="4"/>
                          <a:pt x="2" y="4"/>
                          <a:pt x="2" y="4"/>
                        </a:cubicBezTo>
                        <a:cubicBezTo>
                          <a:pt x="2" y="4"/>
                          <a:pt x="2" y="4"/>
                          <a:pt x="2" y="4"/>
                        </a:cubicBezTo>
                        <a:cubicBezTo>
                          <a:pt x="2" y="4"/>
                          <a:pt x="3" y="4"/>
                          <a:pt x="3" y="4"/>
                        </a:cubicBezTo>
                        <a:cubicBezTo>
                          <a:pt x="3" y="4"/>
                          <a:pt x="3" y="4"/>
                          <a:pt x="3" y="4"/>
                        </a:cubicBezTo>
                        <a:cubicBezTo>
                          <a:pt x="3" y="4"/>
                          <a:pt x="3" y="4"/>
                          <a:pt x="3" y="4"/>
                        </a:cubicBezTo>
                        <a:cubicBezTo>
                          <a:pt x="3" y="4"/>
                          <a:pt x="3" y="4"/>
                          <a:pt x="3" y="4"/>
                        </a:cubicBezTo>
                        <a:cubicBezTo>
                          <a:pt x="3" y="4"/>
                          <a:pt x="4" y="4"/>
                          <a:pt x="4" y="4"/>
                        </a:cubicBezTo>
                        <a:cubicBezTo>
                          <a:pt x="4" y="4"/>
                          <a:pt x="4" y="4"/>
                          <a:pt x="4" y="4"/>
                        </a:cubicBezTo>
                        <a:lnTo>
                          <a:pt x="4" y="3"/>
                        </a:lnTo>
                        <a:close/>
                        <a:moveTo>
                          <a:pt x="0" y="0"/>
                        </a:moveTo>
                        <a:cubicBezTo>
                          <a:pt x="0" y="0"/>
                          <a:pt x="0" y="0"/>
                          <a:pt x="0" y="0"/>
                        </a:cubicBezTo>
                        <a:cubicBezTo>
                          <a:pt x="1" y="0"/>
                          <a:pt x="1" y="0"/>
                          <a:pt x="1" y="0"/>
                        </a:cubicBezTo>
                        <a:lnTo>
                          <a:pt x="0" y="0"/>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7" name="Freeform 711">
                    <a:extLst>
                      <a:ext uri="{FF2B5EF4-FFF2-40B4-BE49-F238E27FC236}">
                        <a16:creationId xmlns:a16="http://schemas.microsoft.com/office/drawing/2014/main" id="{30D1F2B3-30A6-092B-7B10-583EBD6F21F1}"/>
                      </a:ext>
                    </a:extLst>
                  </p:cNvPr>
                  <p:cNvSpPr>
                    <a:spLocks noEditPoints="1"/>
                  </p:cNvSpPr>
                  <p:nvPr/>
                </p:nvSpPr>
                <p:spPr bwMode="auto">
                  <a:xfrm>
                    <a:off x="9409113" y="5087938"/>
                    <a:ext cx="103187" cy="53975"/>
                  </a:xfrm>
                  <a:custGeom>
                    <a:avLst/>
                    <a:gdLst>
                      <a:gd name="T0" fmla="*/ 6 w 25"/>
                      <a:gd name="T1" fmla="*/ 7 h 13"/>
                      <a:gd name="T2" fmla="*/ 7 w 25"/>
                      <a:gd name="T3" fmla="*/ 8 h 13"/>
                      <a:gd name="T4" fmla="*/ 7 w 25"/>
                      <a:gd name="T5" fmla="*/ 8 h 13"/>
                      <a:gd name="T6" fmla="*/ 6 w 25"/>
                      <a:gd name="T7" fmla="*/ 7 h 13"/>
                      <a:gd name="T8" fmla="*/ 6 w 25"/>
                      <a:gd name="T9" fmla="*/ 7 h 13"/>
                      <a:gd name="T10" fmla="*/ 8 w 25"/>
                      <a:gd name="T11" fmla="*/ 8 h 13"/>
                      <a:gd name="T12" fmla="*/ 9 w 25"/>
                      <a:gd name="T13" fmla="*/ 7 h 13"/>
                      <a:gd name="T14" fmla="*/ 10 w 25"/>
                      <a:gd name="T15" fmla="*/ 7 h 13"/>
                      <a:gd name="T16" fmla="*/ 10 w 25"/>
                      <a:gd name="T17" fmla="*/ 7 h 13"/>
                      <a:gd name="T18" fmla="*/ 12 w 25"/>
                      <a:gd name="T19" fmla="*/ 5 h 13"/>
                      <a:gd name="T20" fmla="*/ 11 w 25"/>
                      <a:gd name="T21" fmla="*/ 6 h 13"/>
                      <a:gd name="T22" fmla="*/ 24 w 25"/>
                      <a:gd name="T23" fmla="*/ 6 h 13"/>
                      <a:gd name="T24" fmla="*/ 23 w 25"/>
                      <a:gd name="T25" fmla="*/ 13 h 13"/>
                      <a:gd name="T26" fmla="*/ 22 w 25"/>
                      <a:gd name="T27" fmla="*/ 12 h 13"/>
                      <a:gd name="T28" fmla="*/ 22 w 25"/>
                      <a:gd name="T29" fmla="*/ 11 h 13"/>
                      <a:gd name="T30" fmla="*/ 21 w 25"/>
                      <a:gd name="T31" fmla="*/ 10 h 13"/>
                      <a:gd name="T32" fmla="*/ 20 w 25"/>
                      <a:gd name="T33" fmla="*/ 9 h 13"/>
                      <a:gd name="T34" fmla="*/ 19 w 25"/>
                      <a:gd name="T35" fmla="*/ 8 h 13"/>
                      <a:gd name="T36" fmla="*/ 17 w 25"/>
                      <a:gd name="T37" fmla="*/ 8 h 13"/>
                      <a:gd name="T38" fmla="*/ 16 w 25"/>
                      <a:gd name="T39" fmla="*/ 8 h 13"/>
                      <a:gd name="T40" fmla="*/ 15 w 25"/>
                      <a:gd name="T41" fmla="*/ 8 h 13"/>
                      <a:gd name="T42" fmla="*/ 14 w 25"/>
                      <a:gd name="T43" fmla="*/ 8 h 13"/>
                      <a:gd name="T44" fmla="*/ 14 w 25"/>
                      <a:gd name="T45" fmla="*/ 8 h 13"/>
                      <a:gd name="T46" fmla="*/ 14 w 25"/>
                      <a:gd name="T47" fmla="*/ 8 h 13"/>
                      <a:gd name="T48" fmla="*/ 13 w 25"/>
                      <a:gd name="T49" fmla="*/ 7 h 13"/>
                      <a:gd name="T50" fmla="*/ 13 w 25"/>
                      <a:gd name="T51" fmla="*/ 7 h 13"/>
                      <a:gd name="T52" fmla="*/ 13 w 25"/>
                      <a:gd name="T53" fmla="*/ 7 h 13"/>
                      <a:gd name="T54" fmla="*/ 13 w 25"/>
                      <a:gd name="T55" fmla="*/ 6 h 13"/>
                      <a:gd name="T56" fmla="*/ 13 w 25"/>
                      <a:gd name="T57" fmla="*/ 7 h 13"/>
                      <a:gd name="T58" fmla="*/ 12 w 25"/>
                      <a:gd name="T59" fmla="*/ 6 h 13"/>
                      <a:gd name="T60" fmla="*/ 12 w 25"/>
                      <a:gd name="T61" fmla="*/ 6 h 13"/>
                      <a:gd name="T62" fmla="*/ 11 w 25"/>
                      <a:gd name="T63" fmla="*/ 5 h 13"/>
                      <a:gd name="T64" fmla="*/ 11 w 25"/>
                      <a:gd name="T65" fmla="*/ 6 h 13"/>
                      <a:gd name="T66" fmla="*/ 11 w 25"/>
                      <a:gd name="T67" fmla="*/ 6 h 13"/>
                      <a:gd name="T68" fmla="*/ 11 w 25"/>
                      <a:gd name="T69" fmla="*/ 5 h 13"/>
                      <a:gd name="T70" fmla="*/ 10 w 25"/>
                      <a:gd name="T71" fmla="*/ 6 h 13"/>
                      <a:gd name="T72" fmla="*/ 11 w 25"/>
                      <a:gd name="T73" fmla="*/ 7 h 13"/>
                      <a:gd name="T74" fmla="*/ 10 w 25"/>
                      <a:gd name="T75" fmla="*/ 5 h 13"/>
                      <a:gd name="T76" fmla="*/ 10 w 25"/>
                      <a:gd name="T77" fmla="*/ 6 h 13"/>
                      <a:gd name="T78" fmla="*/ 10 w 25"/>
                      <a:gd name="T79" fmla="*/ 6 h 13"/>
                      <a:gd name="T80" fmla="*/ 10 w 25"/>
                      <a:gd name="T81" fmla="*/ 6 h 13"/>
                      <a:gd name="T82" fmla="*/ 10 w 25"/>
                      <a:gd name="T83" fmla="*/ 7 h 13"/>
                      <a:gd name="T84" fmla="*/ 10 w 25"/>
                      <a:gd name="T85" fmla="*/ 7 h 13"/>
                      <a:gd name="T86" fmla="*/ 10 w 25"/>
                      <a:gd name="T87" fmla="*/ 6 h 13"/>
                      <a:gd name="T88" fmla="*/ 9 w 25"/>
                      <a:gd name="T89" fmla="*/ 6 h 13"/>
                      <a:gd name="T90" fmla="*/ 9 w 25"/>
                      <a:gd name="T91" fmla="*/ 7 h 13"/>
                      <a:gd name="T92" fmla="*/ 8 w 25"/>
                      <a:gd name="T93" fmla="*/ 6 h 13"/>
                      <a:gd name="T94" fmla="*/ 9 w 25"/>
                      <a:gd name="T95" fmla="*/ 7 h 13"/>
                      <a:gd name="T96" fmla="*/ 8 w 25"/>
                      <a:gd name="T97" fmla="*/ 6 h 13"/>
                      <a:gd name="T98" fmla="*/ 7 w 25"/>
                      <a:gd name="T99" fmla="*/ 6 h 13"/>
                      <a:gd name="T100" fmla="*/ 8 w 25"/>
                      <a:gd name="T101" fmla="*/ 7 h 13"/>
                      <a:gd name="T102" fmla="*/ 8 w 25"/>
                      <a:gd name="T103" fmla="*/ 7 h 13"/>
                      <a:gd name="T104" fmla="*/ 7 w 25"/>
                      <a:gd name="T105" fmla="*/ 7 h 13"/>
                      <a:gd name="T106" fmla="*/ 5 w 25"/>
                      <a:gd name="T107" fmla="*/ 6 h 13"/>
                      <a:gd name="T108" fmla="*/ 5 w 25"/>
                      <a:gd name="T109" fmla="*/ 4 h 13"/>
                      <a:gd name="T110" fmla="*/ 4 w 25"/>
                      <a:gd name="T111" fmla="*/ 5 h 13"/>
                      <a:gd name="T112" fmla="*/ 5 w 25"/>
                      <a:gd name="T113" fmla="*/ 6 h 13"/>
                      <a:gd name="T114" fmla="*/ 6 w 25"/>
                      <a:gd name="T115" fmla="*/ 8 h 13"/>
                      <a:gd name="T116" fmla="*/ 12 w 25"/>
                      <a:gd name="T117" fmla="*/ 0 h 13"/>
                      <a:gd name="T118" fmla="*/ 14 w 25"/>
                      <a:gd name="T119" fmla="*/ 1 h 13"/>
                      <a:gd name="T120" fmla="*/ 16 w 25"/>
                      <a:gd name="T121" fmla="*/ 1 h 13"/>
                      <a:gd name="T122" fmla="*/ 19 w 25"/>
                      <a:gd name="T123"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 h="13">
                        <a:moveTo>
                          <a:pt x="6" y="8"/>
                        </a:move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7"/>
                        </a:cubicBezTo>
                        <a:cubicBezTo>
                          <a:pt x="6" y="7"/>
                          <a:pt x="6" y="7"/>
                          <a:pt x="6" y="7"/>
                        </a:cubicBezTo>
                        <a:cubicBezTo>
                          <a:pt x="6" y="7"/>
                          <a:pt x="6" y="7"/>
                          <a:pt x="6" y="7"/>
                        </a:cubicBezTo>
                        <a:cubicBezTo>
                          <a:pt x="6" y="7"/>
                          <a:pt x="6" y="7"/>
                          <a:pt x="6" y="7"/>
                        </a:cubicBezTo>
                        <a:cubicBezTo>
                          <a:pt x="6" y="7"/>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lose/>
                        <a:moveTo>
                          <a:pt x="7" y="8"/>
                        </a:move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6" y="8"/>
                          <a:pt x="6" y="8"/>
                          <a:pt x="7" y="8"/>
                        </a:cubicBezTo>
                        <a:cubicBezTo>
                          <a:pt x="7" y="8"/>
                          <a:pt x="7" y="8"/>
                          <a:pt x="7" y="8"/>
                        </a:cubicBezTo>
                        <a:cubicBezTo>
                          <a:pt x="7" y="8"/>
                          <a:pt x="7" y="8"/>
                          <a:pt x="7" y="8"/>
                        </a:cubicBezTo>
                        <a:close/>
                        <a:moveTo>
                          <a:pt x="8" y="7"/>
                        </a:moveTo>
                        <a:cubicBezTo>
                          <a:pt x="8" y="7"/>
                          <a:pt x="8" y="7"/>
                          <a:pt x="8" y="8"/>
                        </a:cubicBezTo>
                        <a:cubicBezTo>
                          <a:pt x="8" y="8"/>
                          <a:pt x="8" y="8"/>
                          <a:pt x="8" y="8"/>
                        </a:cubicBezTo>
                        <a:cubicBezTo>
                          <a:pt x="8" y="8"/>
                          <a:pt x="8" y="8"/>
                          <a:pt x="8" y="8"/>
                        </a:cubicBezTo>
                        <a:cubicBezTo>
                          <a:pt x="8" y="8"/>
                          <a:pt x="8" y="8"/>
                          <a:pt x="8" y="8"/>
                        </a:cubicBezTo>
                        <a:cubicBezTo>
                          <a:pt x="8" y="8"/>
                          <a:pt x="8" y="8"/>
                          <a:pt x="9" y="8"/>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lose/>
                        <a:moveTo>
                          <a:pt x="10" y="7"/>
                        </a:moveTo>
                        <a:cubicBezTo>
                          <a:pt x="10" y="7"/>
                          <a:pt x="10" y="7"/>
                          <a:pt x="10" y="7"/>
                        </a:cubicBezTo>
                        <a:cubicBezTo>
                          <a:pt x="10" y="7"/>
                          <a:pt x="9" y="7"/>
                          <a:pt x="9" y="7"/>
                        </a:cubicBezTo>
                        <a:cubicBezTo>
                          <a:pt x="9" y="7"/>
                          <a:pt x="9" y="7"/>
                          <a:pt x="9" y="7"/>
                        </a:cubicBezTo>
                        <a:cubicBezTo>
                          <a:pt x="9" y="7"/>
                          <a:pt x="9" y="7"/>
                          <a:pt x="9" y="7"/>
                        </a:cubicBezTo>
                        <a:cubicBezTo>
                          <a:pt x="9" y="7"/>
                          <a:pt x="9" y="7"/>
                          <a:pt x="9" y="7"/>
                        </a:cubicBezTo>
                        <a:cubicBezTo>
                          <a:pt x="9"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lose/>
                        <a:moveTo>
                          <a:pt x="12" y="6"/>
                        </a:moveTo>
                        <a:cubicBezTo>
                          <a:pt x="12" y="6"/>
                          <a:pt x="12" y="6"/>
                          <a:pt x="12" y="6"/>
                        </a:cubicBezTo>
                        <a:cubicBezTo>
                          <a:pt x="12" y="6"/>
                          <a:pt x="12" y="6"/>
                          <a:pt x="12" y="6"/>
                        </a:cubicBezTo>
                        <a:cubicBezTo>
                          <a:pt x="12" y="6"/>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lose/>
                        <a:moveTo>
                          <a:pt x="12" y="6"/>
                        </a:moveTo>
                        <a:cubicBezTo>
                          <a:pt x="12" y="6"/>
                          <a:pt x="12" y="6"/>
                          <a:pt x="12" y="6"/>
                        </a:cubicBezTo>
                        <a:cubicBezTo>
                          <a:pt x="12" y="6"/>
                          <a:pt x="12" y="6"/>
                          <a:pt x="12" y="6"/>
                        </a:cubicBezTo>
                        <a:cubicBezTo>
                          <a:pt x="12" y="6"/>
                          <a:pt x="11" y="6"/>
                          <a:pt x="11" y="6"/>
                        </a:cubicBezTo>
                        <a:cubicBezTo>
                          <a:pt x="11" y="6"/>
                          <a:pt x="11" y="6"/>
                          <a:pt x="11" y="6"/>
                        </a:cubicBezTo>
                        <a:cubicBezTo>
                          <a:pt x="11" y="6"/>
                          <a:pt x="11" y="6"/>
                          <a:pt x="11" y="6"/>
                        </a:cubicBezTo>
                        <a:cubicBezTo>
                          <a:pt x="11"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lose/>
                        <a:moveTo>
                          <a:pt x="24" y="6"/>
                        </a:moveTo>
                        <a:cubicBezTo>
                          <a:pt x="25" y="7"/>
                          <a:pt x="25" y="7"/>
                          <a:pt x="25" y="7"/>
                        </a:cubicBezTo>
                        <a:cubicBezTo>
                          <a:pt x="25" y="8"/>
                          <a:pt x="25" y="8"/>
                          <a:pt x="25"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3" y="8"/>
                          <a:pt x="23" y="8"/>
                          <a:pt x="23" y="8"/>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2" y="12"/>
                          <a:pt x="22" y="12"/>
                        </a:cubicBezTo>
                        <a:cubicBezTo>
                          <a:pt x="22" y="12"/>
                          <a:pt x="22" y="12"/>
                          <a:pt x="22" y="12"/>
                        </a:cubicBezTo>
                        <a:cubicBezTo>
                          <a:pt x="22" y="12"/>
                          <a:pt x="22" y="12"/>
                          <a:pt x="22" y="12"/>
                        </a:cubicBezTo>
                        <a:cubicBezTo>
                          <a:pt x="22" y="12"/>
                          <a:pt x="22" y="12"/>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0"/>
                          <a:pt x="22"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9"/>
                          <a:pt x="21" y="9"/>
                        </a:cubicBezTo>
                        <a:cubicBezTo>
                          <a:pt x="21" y="9"/>
                          <a:pt x="21" y="9"/>
                          <a:pt x="21" y="9"/>
                        </a:cubicBezTo>
                        <a:cubicBezTo>
                          <a:pt x="21" y="9"/>
                          <a:pt x="21" y="9"/>
                          <a:pt x="21" y="9"/>
                        </a:cubicBezTo>
                        <a:cubicBezTo>
                          <a:pt x="21" y="9"/>
                          <a:pt x="21" y="9"/>
                          <a:pt x="20" y="9"/>
                        </a:cubicBezTo>
                        <a:cubicBezTo>
                          <a:pt x="20" y="9"/>
                          <a:pt x="20" y="9"/>
                          <a:pt x="20" y="9"/>
                        </a:cubicBezTo>
                        <a:cubicBezTo>
                          <a:pt x="20" y="9"/>
                          <a:pt x="20" y="9"/>
                          <a:pt x="20" y="9"/>
                        </a:cubicBezTo>
                        <a:cubicBezTo>
                          <a:pt x="20" y="9"/>
                          <a:pt x="20" y="9"/>
                          <a:pt x="20" y="9"/>
                        </a:cubicBezTo>
                        <a:cubicBezTo>
                          <a:pt x="20" y="9"/>
                          <a:pt x="20" y="9"/>
                          <a:pt x="20"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8"/>
                          <a:pt x="19" y="8"/>
                        </a:cubicBezTo>
                        <a:cubicBezTo>
                          <a:pt x="19" y="8"/>
                          <a:pt x="19" y="8"/>
                          <a:pt x="19" y="8"/>
                        </a:cubicBezTo>
                        <a:cubicBezTo>
                          <a:pt x="19" y="8"/>
                          <a:pt x="19" y="8"/>
                          <a:pt x="19" y="8"/>
                        </a:cubicBezTo>
                        <a:cubicBezTo>
                          <a:pt x="19" y="8"/>
                          <a:pt x="19" y="9"/>
                          <a:pt x="19" y="9"/>
                        </a:cubicBezTo>
                        <a:cubicBezTo>
                          <a:pt x="19" y="9"/>
                          <a:pt x="19" y="9"/>
                          <a:pt x="19" y="9"/>
                        </a:cubicBezTo>
                        <a:cubicBezTo>
                          <a:pt x="19" y="9"/>
                          <a:pt x="18" y="9"/>
                          <a:pt x="18" y="9"/>
                        </a:cubicBezTo>
                        <a:cubicBezTo>
                          <a:pt x="18" y="9"/>
                          <a:pt x="18" y="9"/>
                          <a:pt x="18" y="9"/>
                        </a:cubicBezTo>
                        <a:cubicBezTo>
                          <a:pt x="18" y="9"/>
                          <a:pt x="18" y="8"/>
                          <a:pt x="18" y="8"/>
                        </a:cubicBezTo>
                        <a:cubicBezTo>
                          <a:pt x="18" y="8"/>
                          <a:pt x="18" y="8"/>
                          <a:pt x="18" y="9"/>
                        </a:cubicBezTo>
                        <a:cubicBezTo>
                          <a:pt x="18" y="9"/>
                          <a:pt x="18" y="9"/>
                          <a:pt x="17" y="9"/>
                        </a:cubicBezTo>
                        <a:cubicBezTo>
                          <a:pt x="17" y="9"/>
                          <a:pt x="17" y="9"/>
                          <a:pt x="17" y="8"/>
                        </a:cubicBezTo>
                        <a:cubicBezTo>
                          <a:pt x="17" y="8"/>
                          <a:pt x="17" y="8"/>
                          <a:pt x="17" y="8"/>
                        </a:cubicBezTo>
                        <a:cubicBezTo>
                          <a:pt x="17" y="8"/>
                          <a:pt x="17" y="8"/>
                          <a:pt x="17" y="8"/>
                        </a:cubicBezTo>
                        <a:cubicBezTo>
                          <a:pt x="17" y="8"/>
                          <a:pt x="17"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4" y="8"/>
                          <a:pt x="14" y="8"/>
                          <a:pt x="14" y="8"/>
                        </a:cubicBezTo>
                        <a:cubicBezTo>
                          <a:pt x="14" y="7"/>
                          <a:pt x="14" y="7"/>
                          <a:pt x="14" y="7"/>
                        </a:cubicBezTo>
                        <a:cubicBezTo>
                          <a:pt x="14" y="7"/>
                          <a:pt x="14" y="7"/>
                          <a:pt x="14" y="7"/>
                        </a:cubicBezTo>
                        <a:cubicBezTo>
                          <a:pt x="14" y="7"/>
                          <a:pt x="14" y="7"/>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7"/>
                        </a:cubicBezTo>
                        <a:cubicBezTo>
                          <a:pt x="14" y="7"/>
                          <a:pt x="14" y="7"/>
                          <a:pt x="14" y="7"/>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7"/>
                          <a:pt x="14" y="7"/>
                        </a:cubicBezTo>
                        <a:cubicBezTo>
                          <a:pt x="14" y="8"/>
                          <a:pt x="14" y="8"/>
                          <a:pt x="14" y="8"/>
                        </a:cubicBezTo>
                        <a:cubicBezTo>
                          <a:pt x="13" y="8"/>
                          <a:pt x="13" y="8"/>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7"/>
                        </a:cubicBezTo>
                        <a:cubicBezTo>
                          <a:pt x="13" y="7"/>
                          <a:pt x="13" y="7"/>
                          <a:pt x="13" y="7"/>
                        </a:cubicBezTo>
                        <a:cubicBezTo>
                          <a:pt x="13"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5"/>
                          <a:pt x="12" y="5"/>
                        </a:cubicBezTo>
                        <a:cubicBezTo>
                          <a:pt x="12" y="5"/>
                          <a:pt x="12" y="5"/>
                          <a:pt x="12" y="5"/>
                        </a:cubicBezTo>
                        <a:cubicBezTo>
                          <a:pt x="12"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2" y="6"/>
                          <a:pt x="12" y="6"/>
                        </a:cubicBezTo>
                        <a:cubicBezTo>
                          <a:pt x="12" y="6"/>
                          <a:pt x="12" y="6"/>
                          <a:pt x="11" y="6"/>
                        </a:cubicBezTo>
                        <a:cubicBezTo>
                          <a:pt x="11" y="6"/>
                          <a:pt x="11" y="6"/>
                          <a:pt x="11" y="7"/>
                        </a:cubicBezTo>
                        <a:cubicBezTo>
                          <a:pt x="11" y="7"/>
                          <a:pt x="11" y="7"/>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0" y="5"/>
                          <a:pt x="10" y="5"/>
                        </a:cubicBezTo>
                        <a:cubicBezTo>
                          <a:pt x="10" y="5"/>
                          <a:pt x="10" y="5"/>
                          <a:pt x="10" y="6"/>
                        </a:cubicBezTo>
                        <a:cubicBezTo>
                          <a:pt x="10" y="6"/>
                          <a:pt x="10" y="6"/>
                          <a:pt x="10" y="6"/>
                        </a:cubicBezTo>
                        <a:cubicBezTo>
                          <a:pt x="10" y="6"/>
                          <a:pt x="10" y="6"/>
                          <a:pt x="10" y="6"/>
                        </a:cubicBezTo>
                        <a:cubicBezTo>
                          <a:pt x="10" y="6"/>
                          <a:pt x="10" y="6"/>
                          <a:pt x="10" y="6"/>
                        </a:cubicBezTo>
                        <a:cubicBezTo>
                          <a:pt x="10" y="6"/>
                          <a:pt x="10" y="6"/>
                          <a:pt x="11" y="6"/>
                        </a:cubicBezTo>
                        <a:cubicBezTo>
                          <a:pt x="11" y="6"/>
                          <a:pt x="11" y="6"/>
                          <a:pt x="11" y="6"/>
                        </a:cubicBezTo>
                        <a:cubicBezTo>
                          <a:pt x="11"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1" y="6"/>
                          <a:pt x="11" y="6"/>
                          <a:pt x="11" y="7"/>
                        </a:cubicBezTo>
                        <a:cubicBezTo>
                          <a:pt x="11" y="7"/>
                          <a:pt x="11" y="7"/>
                          <a:pt x="11" y="7"/>
                        </a:cubicBezTo>
                        <a:cubicBezTo>
                          <a:pt x="11" y="7"/>
                          <a:pt x="11" y="7"/>
                          <a:pt x="11" y="7"/>
                        </a:cubicBezTo>
                        <a:cubicBezTo>
                          <a:pt x="11" y="7"/>
                          <a:pt x="11" y="7"/>
                          <a:pt x="10" y="7"/>
                        </a:cubicBezTo>
                        <a:cubicBezTo>
                          <a:pt x="10" y="7"/>
                          <a:pt x="10" y="7"/>
                          <a:pt x="10" y="7"/>
                        </a:cubicBezTo>
                        <a:cubicBezTo>
                          <a:pt x="10" y="7"/>
                          <a:pt x="10" y="7"/>
                          <a:pt x="10" y="7"/>
                        </a:cubicBezTo>
                        <a:cubicBezTo>
                          <a:pt x="10" y="7"/>
                          <a:pt x="10" y="6"/>
                          <a:pt x="10" y="6"/>
                        </a:cubicBezTo>
                        <a:cubicBezTo>
                          <a:pt x="10" y="6"/>
                          <a:pt x="10" y="6"/>
                          <a:pt x="10" y="6"/>
                        </a:cubicBezTo>
                        <a:cubicBezTo>
                          <a:pt x="10" y="6"/>
                          <a:pt x="10" y="6"/>
                          <a:pt x="10" y="6"/>
                        </a:cubicBezTo>
                        <a:cubicBezTo>
                          <a:pt x="10" y="6"/>
                          <a:pt x="10" y="6"/>
                          <a:pt x="10" y="5"/>
                        </a:cubicBezTo>
                        <a:cubicBezTo>
                          <a:pt x="10" y="5"/>
                          <a:pt x="10" y="5"/>
                          <a:pt x="10" y="5"/>
                        </a:cubicBezTo>
                        <a:cubicBezTo>
                          <a:pt x="10" y="5"/>
                          <a:pt x="10" y="5"/>
                          <a:pt x="10" y="5"/>
                        </a:cubicBezTo>
                        <a:cubicBezTo>
                          <a:pt x="10" y="5"/>
                          <a:pt x="10" y="5"/>
                          <a:pt x="10" y="5"/>
                        </a:cubicBezTo>
                        <a:cubicBezTo>
                          <a:pt x="10" y="5"/>
                          <a:pt x="10" y="5"/>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8"/>
                        </a:cubicBezTo>
                        <a:cubicBezTo>
                          <a:pt x="10" y="8"/>
                          <a:pt x="10" y="8"/>
                          <a:pt x="10" y="8"/>
                        </a:cubicBezTo>
                        <a:cubicBezTo>
                          <a:pt x="10" y="8"/>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9" y="7"/>
                        </a:cubicBezTo>
                        <a:cubicBezTo>
                          <a:pt x="9" y="7"/>
                          <a:pt x="9" y="7"/>
                          <a:pt x="9" y="7"/>
                        </a:cubicBezTo>
                        <a:cubicBezTo>
                          <a:pt x="9" y="7"/>
                          <a:pt x="9" y="7"/>
                          <a:pt x="9" y="7"/>
                        </a:cubicBezTo>
                        <a:cubicBezTo>
                          <a:pt x="9" y="7"/>
                          <a:pt x="9" y="7"/>
                          <a:pt x="9" y="7"/>
                        </a:cubicBezTo>
                        <a:cubicBezTo>
                          <a:pt x="10" y="7"/>
                          <a:pt x="10" y="7"/>
                          <a:pt x="10" y="7"/>
                        </a:cubicBezTo>
                        <a:cubicBezTo>
                          <a:pt x="10" y="7"/>
                          <a:pt x="10" y="7"/>
                          <a:pt x="10" y="7"/>
                        </a:cubicBezTo>
                        <a:cubicBezTo>
                          <a:pt x="10" y="7"/>
                          <a:pt x="10" y="6"/>
                          <a:pt x="10" y="6"/>
                        </a:cubicBezTo>
                        <a:cubicBezTo>
                          <a:pt x="10" y="6"/>
                          <a:pt x="10" y="6"/>
                          <a:pt x="9" y="7"/>
                        </a:cubicBezTo>
                        <a:cubicBezTo>
                          <a:pt x="9" y="7"/>
                          <a:pt x="9" y="7"/>
                          <a:pt x="9" y="7"/>
                        </a:cubicBezTo>
                        <a:cubicBezTo>
                          <a:pt x="9" y="7"/>
                          <a:pt x="9" y="7"/>
                          <a:pt x="9" y="7"/>
                        </a:cubicBezTo>
                        <a:cubicBezTo>
                          <a:pt x="9" y="7"/>
                          <a:pt x="9" y="7"/>
                          <a:pt x="9" y="7"/>
                        </a:cubicBezTo>
                        <a:cubicBezTo>
                          <a:pt x="9" y="7"/>
                          <a:pt x="9" y="7"/>
                          <a:pt x="9" y="7"/>
                        </a:cubicBezTo>
                        <a:cubicBezTo>
                          <a:pt x="9" y="7"/>
                          <a:pt x="9" y="7"/>
                          <a:pt x="9" y="6"/>
                        </a:cubicBezTo>
                        <a:cubicBezTo>
                          <a:pt x="9" y="6"/>
                          <a:pt x="9" y="6"/>
                          <a:pt x="9" y="6"/>
                        </a:cubicBezTo>
                        <a:cubicBezTo>
                          <a:pt x="9" y="6"/>
                          <a:pt x="9" y="6"/>
                          <a:pt x="9" y="6"/>
                        </a:cubicBezTo>
                        <a:cubicBezTo>
                          <a:pt x="9" y="6"/>
                          <a:pt x="9" y="6"/>
                          <a:pt x="9" y="6"/>
                        </a:cubicBezTo>
                        <a:cubicBezTo>
                          <a:pt x="9" y="6"/>
                          <a:pt x="9" y="6"/>
                          <a:pt x="9" y="6"/>
                        </a:cubicBezTo>
                        <a:cubicBezTo>
                          <a:pt x="9" y="6"/>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7"/>
                          <a:pt x="8" y="7"/>
                        </a:cubicBezTo>
                        <a:cubicBezTo>
                          <a:pt x="8" y="7"/>
                          <a:pt x="8" y="7"/>
                          <a:pt x="8" y="7"/>
                        </a:cubicBezTo>
                        <a:cubicBezTo>
                          <a:pt x="8" y="7"/>
                          <a:pt x="8" y="7"/>
                          <a:pt x="8" y="7"/>
                        </a:cubicBezTo>
                        <a:cubicBezTo>
                          <a:pt x="8"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6"/>
                        </a:cubicBezTo>
                        <a:cubicBezTo>
                          <a:pt x="8" y="6"/>
                          <a:pt x="8" y="6"/>
                          <a:pt x="8" y="6"/>
                        </a:cubicBezTo>
                        <a:cubicBezTo>
                          <a:pt x="8" y="6"/>
                          <a:pt x="8" y="6"/>
                          <a:pt x="8" y="6"/>
                        </a:cubicBezTo>
                        <a:cubicBezTo>
                          <a:pt x="8" y="6"/>
                          <a:pt x="8" y="6"/>
                          <a:pt x="8" y="6"/>
                        </a:cubicBezTo>
                        <a:cubicBezTo>
                          <a:pt x="8"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6"/>
                          <a:pt x="8" y="6"/>
                          <a:pt x="8" y="6"/>
                        </a:cubicBezTo>
                        <a:cubicBezTo>
                          <a:pt x="8" y="6"/>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6" y="7"/>
                        </a:cubicBezTo>
                        <a:cubicBezTo>
                          <a:pt x="6" y="7"/>
                          <a:pt x="6" y="7"/>
                          <a:pt x="6" y="7"/>
                        </a:cubicBezTo>
                        <a:cubicBezTo>
                          <a:pt x="6" y="7"/>
                          <a:pt x="6" y="7"/>
                          <a:pt x="6" y="6"/>
                        </a:cubicBezTo>
                        <a:cubicBezTo>
                          <a:pt x="6" y="6"/>
                          <a:pt x="6" y="6"/>
                          <a:pt x="5" y="6"/>
                        </a:cubicBezTo>
                        <a:cubicBezTo>
                          <a:pt x="5" y="6"/>
                          <a:pt x="5" y="6"/>
                          <a:pt x="5" y="6"/>
                        </a:cubicBezTo>
                        <a:cubicBezTo>
                          <a:pt x="5" y="6"/>
                          <a:pt x="5" y="6"/>
                          <a:pt x="5" y="6"/>
                        </a:cubicBezTo>
                        <a:cubicBezTo>
                          <a:pt x="5" y="6"/>
                          <a:pt x="5" y="6"/>
                          <a:pt x="5" y="6"/>
                        </a:cubicBezTo>
                        <a:cubicBezTo>
                          <a:pt x="5" y="6"/>
                          <a:pt x="5" y="6"/>
                          <a:pt x="5" y="5"/>
                        </a:cubicBezTo>
                        <a:cubicBezTo>
                          <a:pt x="5" y="5"/>
                          <a:pt x="5" y="5"/>
                          <a:pt x="5" y="5"/>
                        </a:cubicBezTo>
                        <a:cubicBezTo>
                          <a:pt x="5" y="5"/>
                          <a:pt x="5" y="5"/>
                          <a:pt x="5" y="5"/>
                        </a:cubicBezTo>
                        <a:cubicBezTo>
                          <a:pt x="4" y="5"/>
                          <a:pt x="4"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4"/>
                        </a:cubicBezTo>
                        <a:cubicBezTo>
                          <a:pt x="5" y="4"/>
                          <a:pt x="5" y="4"/>
                          <a:pt x="5" y="4"/>
                        </a:cubicBezTo>
                        <a:cubicBezTo>
                          <a:pt x="4" y="4"/>
                          <a:pt x="4" y="4"/>
                          <a:pt x="4" y="4"/>
                        </a:cubicBezTo>
                        <a:cubicBezTo>
                          <a:pt x="4" y="4"/>
                          <a:pt x="4" y="4"/>
                          <a:pt x="4" y="4"/>
                        </a:cubicBezTo>
                        <a:cubicBezTo>
                          <a:pt x="4" y="4"/>
                          <a:pt x="4" y="4"/>
                          <a:pt x="4" y="4"/>
                        </a:cubicBezTo>
                        <a:cubicBezTo>
                          <a:pt x="4" y="4"/>
                          <a:pt x="4" y="4"/>
                          <a:pt x="4" y="4"/>
                        </a:cubicBezTo>
                        <a:cubicBezTo>
                          <a:pt x="5" y="5"/>
                          <a:pt x="5" y="5"/>
                          <a:pt x="5" y="5"/>
                        </a:cubicBezTo>
                        <a:cubicBezTo>
                          <a:pt x="5" y="5"/>
                          <a:pt x="5" y="5"/>
                          <a:pt x="5" y="5"/>
                        </a:cubicBezTo>
                        <a:cubicBezTo>
                          <a:pt x="5" y="5"/>
                          <a:pt x="5" y="5"/>
                          <a:pt x="5" y="5"/>
                        </a:cubicBezTo>
                        <a:cubicBezTo>
                          <a:pt x="5" y="5"/>
                          <a:pt x="5" y="5"/>
                          <a:pt x="4" y="5"/>
                        </a:cubicBezTo>
                        <a:cubicBezTo>
                          <a:pt x="4" y="5"/>
                          <a:pt x="4" y="5"/>
                          <a:pt x="4" y="5"/>
                        </a:cubicBezTo>
                        <a:cubicBezTo>
                          <a:pt x="4" y="5"/>
                          <a:pt x="4" y="5"/>
                          <a:pt x="5" y="5"/>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9"/>
                          <a:pt x="6" y="9"/>
                        </a:cubicBezTo>
                        <a:cubicBezTo>
                          <a:pt x="6" y="9"/>
                          <a:pt x="6" y="9"/>
                          <a:pt x="6" y="9"/>
                        </a:cubicBezTo>
                        <a:cubicBezTo>
                          <a:pt x="0" y="2"/>
                          <a:pt x="0" y="2"/>
                          <a:pt x="0" y="2"/>
                        </a:cubicBezTo>
                        <a:cubicBezTo>
                          <a:pt x="0" y="1"/>
                          <a:pt x="0" y="1"/>
                          <a:pt x="0" y="1"/>
                        </a:cubicBezTo>
                        <a:cubicBezTo>
                          <a:pt x="7" y="1"/>
                          <a:pt x="7" y="1"/>
                          <a:pt x="7" y="1"/>
                        </a:cubicBezTo>
                        <a:cubicBezTo>
                          <a:pt x="11" y="0"/>
                          <a:pt x="11" y="0"/>
                          <a:pt x="11" y="0"/>
                        </a:cubicBezTo>
                        <a:cubicBezTo>
                          <a:pt x="12" y="0"/>
                          <a:pt x="12" y="0"/>
                          <a:pt x="12" y="0"/>
                        </a:cubicBezTo>
                        <a:cubicBezTo>
                          <a:pt x="12" y="0"/>
                          <a:pt x="12" y="0"/>
                          <a:pt x="12" y="0"/>
                        </a:cubicBezTo>
                        <a:cubicBezTo>
                          <a:pt x="12" y="0"/>
                          <a:pt x="12" y="0"/>
                          <a:pt x="12" y="0"/>
                        </a:cubicBezTo>
                        <a:cubicBezTo>
                          <a:pt x="12" y="0"/>
                          <a:pt x="12" y="0"/>
                          <a:pt x="12" y="0"/>
                        </a:cubicBezTo>
                        <a:cubicBezTo>
                          <a:pt x="12"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4" y="1"/>
                          <a:pt x="14" y="1"/>
                        </a:cubicBezTo>
                        <a:cubicBezTo>
                          <a:pt x="14" y="1"/>
                          <a:pt x="14" y="1"/>
                          <a:pt x="14" y="1"/>
                        </a:cubicBezTo>
                        <a:cubicBezTo>
                          <a:pt x="14" y="1"/>
                          <a:pt x="14" y="1"/>
                          <a:pt x="14" y="1"/>
                        </a:cubicBezTo>
                        <a:cubicBezTo>
                          <a:pt x="14"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6" y="1"/>
                          <a:pt x="16" y="1"/>
                          <a:pt x="16" y="1"/>
                        </a:cubicBezTo>
                        <a:cubicBezTo>
                          <a:pt x="16" y="1"/>
                          <a:pt x="16" y="1"/>
                          <a:pt x="16" y="1"/>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9" y="3"/>
                          <a:pt x="19" y="3"/>
                          <a:pt x="19" y="3"/>
                        </a:cubicBezTo>
                        <a:cubicBezTo>
                          <a:pt x="19" y="3"/>
                          <a:pt x="19" y="3"/>
                          <a:pt x="19" y="3"/>
                        </a:cubicBezTo>
                        <a:cubicBezTo>
                          <a:pt x="21" y="5"/>
                          <a:pt x="21" y="5"/>
                          <a:pt x="21" y="5"/>
                        </a:cubicBezTo>
                        <a:cubicBezTo>
                          <a:pt x="21" y="5"/>
                          <a:pt x="21" y="5"/>
                          <a:pt x="21" y="5"/>
                        </a:cubicBezTo>
                        <a:cubicBezTo>
                          <a:pt x="21" y="6"/>
                          <a:pt x="21" y="6"/>
                          <a:pt x="21" y="6"/>
                        </a:cubicBezTo>
                        <a:cubicBezTo>
                          <a:pt x="22" y="6"/>
                          <a:pt x="22" y="6"/>
                          <a:pt x="22" y="6"/>
                        </a:cubicBezTo>
                        <a:cubicBezTo>
                          <a:pt x="23" y="6"/>
                          <a:pt x="23" y="6"/>
                          <a:pt x="23" y="6"/>
                        </a:cubicBezTo>
                        <a:lnTo>
                          <a:pt x="24" y="6"/>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8" name="Freeform 712">
                    <a:extLst>
                      <a:ext uri="{FF2B5EF4-FFF2-40B4-BE49-F238E27FC236}">
                        <a16:creationId xmlns:a16="http://schemas.microsoft.com/office/drawing/2014/main" id="{6C5B64CD-4D06-20F4-1E70-CCDAD541E756}"/>
                      </a:ext>
                    </a:extLst>
                  </p:cNvPr>
                  <p:cNvSpPr>
                    <a:spLocks/>
                  </p:cNvSpPr>
                  <p:nvPr/>
                </p:nvSpPr>
                <p:spPr bwMode="auto">
                  <a:xfrm>
                    <a:off x="9401175" y="5037138"/>
                    <a:ext cx="46037" cy="30163"/>
                  </a:xfrm>
                  <a:custGeom>
                    <a:avLst/>
                    <a:gdLst>
                      <a:gd name="T0" fmla="*/ 1 w 11"/>
                      <a:gd name="T1" fmla="*/ 4 h 7"/>
                      <a:gd name="T2" fmla="*/ 4 w 11"/>
                      <a:gd name="T3" fmla="*/ 5 h 7"/>
                      <a:gd name="T4" fmla="*/ 4 w 11"/>
                      <a:gd name="T5" fmla="*/ 5 h 7"/>
                      <a:gd name="T6" fmla="*/ 4 w 11"/>
                      <a:gd name="T7" fmla="*/ 6 h 7"/>
                      <a:gd name="T8" fmla="*/ 4 w 11"/>
                      <a:gd name="T9" fmla="*/ 6 h 7"/>
                      <a:gd name="T10" fmla="*/ 5 w 11"/>
                      <a:gd name="T11" fmla="*/ 6 h 7"/>
                      <a:gd name="T12" fmla="*/ 5 w 11"/>
                      <a:gd name="T13" fmla="*/ 7 h 7"/>
                      <a:gd name="T14" fmla="*/ 6 w 11"/>
                      <a:gd name="T15" fmla="*/ 7 h 7"/>
                      <a:gd name="T16" fmla="*/ 7 w 11"/>
                      <a:gd name="T17" fmla="*/ 7 h 7"/>
                      <a:gd name="T18" fmla="*/ 8 w 11"/>
                      <a:gd name="T19" fmla="*/ 7 h 7"/>
                      <a:gd name="T20" fmla="*/ 8 w 11"/>
                      <a:gd name="T21" fmla="*/ 7 h 7"/>
                      <a:gd name="T22" fmla="*/ 7 w 11"/>
                      <a:gd name="T23" fmla="*/ 6 h 7"/>
                      <a:gd name="T24" fmla="*/ 7 w 11"/>
                      <a:gd name="T25" fmla="*/ 6 h 7"/>
                      <a:gd name="T26" fmla="*/ 8 w 11"/>
                      <a:gd name="T27" fmla="*/ 6 h 7"/>
                      <a:gd name="T28" fmla="*/ 8 w 11"/>
                      <a:gd name="T29" fmla="*/ 6 h 7"/>
                      <a:gd name="T30" fmla="*/ 9 w 11"/>
                      <a:gd name="T31" fmla="*/ 6 h 7"/>
                      <a:gd name="T32" fmla="*/ 9 w 11"/>
                      <a:gd name="T33" fmla="*/ 6 h 7"/>
                      <a:gd name="T34" fmla="*/ 9 w 11"/>
                      <a:gd name="T35" fmla="*/ 6 h 7"/>
                      <a:gd name="T36" fmla="*/ 9 w 11"/>
                      <a:gd name="T37" fmla="*/ 5 h 7"/>
                      <a:gd name="T38" fmla="*/ 9 w 11"/>
                      <a:gd name="T39" fmla="*/ 5 h 7"/>
                      <a:gd name="T40" fmla="*/ 9 w 11"/>
                      <a:gd name="T41" fmla="*/ 5 h 7"/>
                      <a:gd name="T42" fmla="*/ 9 w 11"/>
                      <a:gd name="T43" fmla="*/ 5 h 7"/>
                      <a:gd name="T44" fmla="*/ 9 w 11"/>
                      <a:gd name="T45" fmla="*/ 4 h 7"/>
                      <a:gd name="T46" fmla="*/ 9 w 11"/>
                      <a:gd name="T47" fmla="*/ 4 h 7"/>
                      <a:gd name="T48" fmla="*/ 9 w 11"/>
                      <a:gd name="T49" fmla="*/ 4 h 7"/>
                      <a:gd name="T50" fmla="*/ 9 w 11"/>
                      <a:gd name="T51" fmla="*/ 4 h 7"/>
                      <a:gd name="T52" fmla="*/ 9 w 11"/>
                      <a:gd name="T53" fmla="*/ 4 h 7"/>
                      <a:gd name="T54" fmla="*/ 9 w 11"/>
                      <a:gd name="T55" fmla="*/ 4 h 7"/>
                      <a:gd name="T56" fmla="*/ 9 w 11"/>
                      <a:gd name="T57" fmla="*/ 4 h 7"/>
                      <a:gd name="T58" fmla="*/ 9 w 11"/>
                      <a:gd name="T59" fmla="*/ 3 h 7"/>
                      <a:gd name="T60" fmla="*/ 9 w 11"/>
                      <a:gd name="T61" fmla="*/ 3 h 7"/>
                      <a:gd name="T62" fmla="*/ 9 w 11"/>
                      <a:gd name="T63" fmla="*/ 3 h 7"/>
                      <a:gd name="T64" fmla="*/ 9 w 11"/>
                      <a:gd name="T65" fmla="*/ 3 h 7"/>
                      <a:gd name="T66" fmla="*/ 10 w 11"/>
                      <a:gd name="T67" fmla="*/ 3 h 7"/>
                      <a:gd name="T68" fmla="*/ 10 w 11"/>
                      <a:gd name="T69" fmla="*/ 3 h 7"/>
                      <a:gd name="T70" fmla="*/ 11 w 11"/>
                      <a:gd name="T71" fmla="*/ 3 h 7"/>
                      <a:gd name="T72" fmla="*/ 11 w 11"/>
                      <a:gd name="T73" fmla="*/ 2 h 7"/>
                      <a:gd name="T74" fmla="*/ 11 w 11"/>
                      <a:gd name="T75" fmla="*/ 2 h 7"/>
                      <a:gd name="T76" fmla="*/ 10 w 11"/>
                      <a:gd name="T77" fmla="*/ 2 h 7"/>
                      <a:gd name="T78" fmla="*/ 10 w 11"/>
                      <a:gd name="T79" fmla="*/ 1 h 7"/>
                      <a:gd name="T80" fmla="*/ 10 w 11"/>
                      <a:gd name="T81" fmla="*/ 1 h 7"/>
                      <a:gd name="T82" fmla="*/ 10 w 11"/>
                      <a:gd name="T83" fmla="*/ 1 h 7"/>
                      <a:gd name="T84" fmla="*/ 9 w 11"/>
                      <a:gd name="T85" fmla="*/ 1 h 7"/>
                      <a:gd name="T86" fmla="*/ 9 w 11"/>
                      <a:gd name="T87" fmla="*/ 0 h 7"/>
                      <a:gd name="T88" fmla="*/ 7 w 11"/>
                      <a:gd name="T89" fmla="*/ 1 h 7"/>
                      <a:gd name="T90" fmla="*/ 7 w 11"/>
                      <a:gd name="T91" fmla="*/ 1 h 7"/>
                      <a:gd name="T92" fmla="*/ 6 w 11"/>
                      <a:gd name="T93" fmla="*/ 1 h 7"/>
                      <a:gd name="T94" fmla="*/ 6 w 11"/>
                      <a:gd name="T95" fmla="*/ 1 h 7"/>
                      <a:gd name="T96" fmla="*/ 5 w 11"/>
                      <a:gd name="T97" fmla="*/ 1 h 7"/>
                      <a:gd name="T98" fmla="*/ 5 w 11"/>
                      <a:gd name="T99" fmla="*/ 1 h 7"/>
                      <a:gd name="T100" fmla="*/ 5 w 11"/>
                      <a:gd name="T101" fmla="*/ 1 h 7"/>
                      <a:gd name="T102" fmla="*/ 4 w 11"/>
                      <a:gd name="T103" fmla="*/ 1 h 7"/>
                      <a:gd name="T104" fmla="*/ 4 w 11"/>
                      <a:gd name="T105" fmla="*/ 1 h 7"/>
                      <a:gd name="T106" fmla="*/ 2 w 11"/>
                      <a:gd name="T107" fmla="*/ 1 h 7"/>
                      <a:gd name="T108" fmla="*/ 2 w 11"/>
                      <a:gd name="T109" fmla="*/ 1 h 7"/>
                      <a:gd name="T110" fmla="*/ 1 w 11"/>
                      <a:gd name="T111" fmla="*/ 1 h 7"/>
                      <a:gd name="T112" fmla="*/ 0 w 11"/>
                      <a:gd name="T113" fmla="*/ 1 h 7"/>
                      <a:gd name="T114" fmla="*/ 0 w 11"/>
                      <a:gd name="T115" fmla="*/ 4 h 7"/>
                      <a:gd name="T116" fmla="*/ 1 w 11"/>
                      <a:gd name="T1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 h="7">
                        <a:moveTo>
                          <a:pt x="1" y="4"/>
                        </a:moveTo>
                        <a:cubicBezTo>
                          <a:pt x="4" y="5"/>
                          <a:pt x="4" y="5"/>
                          <a:pt x="4" y="5"/>
                        </a:cubicBezTo>
                        <a:cubicBezTo>
                          <a:pt x="4" y="5"/>
                          <a:pt x="4" y="5"/>
                          <a:pt x="4" y="5"/>
                        </a:cubicBezTo>
                        <a:cubicBezTo>
                          <a:pt x="4" y="6"/>
                          <a:pt x="4" y="6"/>
                          <a:pt x="4" y="6"/>
                        </a:cubicBezTo>
                        <a:cubicBezTo>
                          <a:pt x="4" y="6"/>
                          <a:pt x="4" y="6"/>
                          <a:pt x="4" y="6"/>
                        </a:cubicBezTo>
                        <a:cubicBezTo>
                          <a:pt x="5" y="6"/>
                          <a:pt x="5" y="6"/>
                          <a:pt x="5" y="6"/>
                        </a:cubicBezTo>
                        <a:cubicBezTo>
                          <a:pt x="5" y="7"/>
                          <a:pt x="5" y="7"/>
                          <a:pt x="5" y="7"/>
                        </a:cubicBezTo>
                        <a:cubicBezTo>
                          <a:pt x="6" y="7"/>
                          <a:pt x="6" y="7"/>
                          <a:pt x="6" y="7"/>
                        </a:cubicBezTo>
                        <a:cubicBezTo>
                          <a:pt x="7" y="7"/>
                          <a:pt x="7" y="7"/>
                          <a:pt x="7" y="7"/>
                        </a:cubicBezTo>
                        <a:cubicBezTo>
                          <a:pt x="8" y="7"/>
                          <a:pt x="8" y="7"/>
                          <a:pt x="8" y="7"/>
                        </a:cubicBezTo>
                        <a:cubicBezTo>
                          <a:pt x="8" y="7"/>
                          <a:pt x="8" y="7"/>
                          <a:pt x="8" y="7"/>
                        </a:cubicBezTo>
                        <a:cubicBezTo>
                          <a:pt x="7" y="6"/>
                          <a:pt x="7" y="6"/>
                          <a:pt x="7" y="6"/>
                        </a:cubicBezTo>
                        <a:cubicBezTo>
                          <a:pt x="7" y="6"/>
                          <a:pt x="7" y="6"/>
                          <a:pt x="7" y="6"/>
                        </a:cubicBezTo>
                        <a:cubicBezTo>
                          <a:pt x="7" y="6"/>
                          <a:pt x="8" y="6"/>
                          <a:pt x="8" y="6"/>
                        </a:cubicBezTo>
                        <a:cubicBezTo>
                          <a:pt x="8" y="6"/>
                          <a:pt x="8" y="6"/>
                          <a:pt x="8" y="6"/>
                        </a:cubicBezTo>
                        <a:cubicBezTo>
                          <a:pt x="8"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10" y="3"/>
                          <a:pt x="10" y="3"/>
                          <a:pt x="10" y="3"/>
                        </a:cubicBezTo>
                        <a:cubicBezTo>
                          <a:pt x="11" y="3"/>
                          <a:pt x="11" y="3"/>
                          <a:pt x="11" y="3"/>
                        </a:cubicBezTo>
                        <a:cubicBezTo>
                          <a:pt x="11" y="2"/>
                          <a:pt x="11" y="2"/>
                          <a:pt x="11" y="2"/>
                        </a:cubicBezTo>
                        <a:cubicBezTo>
                          <a:pt x="11" y="2"/>
                          <a:pt x="11" y="2"/>
                          <a:pt x="11" y="2"/>
                        </a:cubicBezTo>
                        <a:cubicBezTo>
                          <a:pt x="10" y="2"/>
                          <a:pt x="10" y="2"/>
                          <a:pt x="10" y="2"/>
                        </a:cubicBezTo>
                        <a:cubicBezTo>
                          <a:pt x="10" y="2"/>
                          <a:pt x="10" y="1"/>
                          <a:pt x="10" y="1"/>
                        </a:cubicBezTo>
                        <a:cubicBezTo>
                          <a:pt x="10" y="1"/>
                          <a:pt x="10" y="1"/>
                          <a:pt x="10" y="1"/>
                        </a:cubicBezTo>
                        <a:cubicBezTo>
                          <a:pt x="10" y="1"/>
                          <a:pt x="10" y="1"/>
                          <a:pt x="10" y="1"/>
                        </a:cubicBezTo>
                        <a:cubicBezTo>
                          <a:pt x="9" y="1"/>
                          <a:pt x="9" y="1"/>
                          <a:pt x="9" y="1"/>
                        </a:cubicBezTo>
                        <a:cubicBezTo>
                          <a:pt x="9" y="0"/>
                          <a:pt x="9" y="0"/>
                          <a:pt x="9" y="0"/>
                        </a:cubicBezTo>
                        <a:cubicBezTo>
                          <a:pt x="7" y="1"/>
                          <a:pt x="7" y="1"/>
                          <a:pt x="7" y="1"/>
                        </a:cubicBezTo>
                        <a:cubicBezTo>
                          <a:pt x="7" y="1"/>
                          <a:pt x="7" y="1"/>
                          <a:pt x="7" y="1"/>
                        </a:cubicBezTo>
                        <a:cubicBezTo>
                          <a:pt x="6" y="1"/>
                          <a:pt x="6" y="1"/>
                          <a:pt x="6" y="1"/>
                        </a:cubicBezTo>
                        <a:cubicBezTo>
                          <a:pt x="6" y="1"/>
                          <a:pt x="6" y="1"/>
                          <a:pt x="6" y="1"/>
                        </a:cubicBezTo>
                        <a:cubicBezTo>
                          <a:pt x="6" y="1"/>
                          <a:pt x="5" y="1"/>
                          <a:pt x="5" y="1"/>
                        </a:cubicBezTo>
                        <a:cubicBezTo>
                          <a:pt x="5" y="1"/>
                          <a:pt x="5" y="1"/>
                          <a:pt x="5" y="1"/>
                        </a:cubicBezTo>
                        <a:cubicBezTo>
                          <a:pt x="5" y="1"/>
                          <a:pt x="5" y="1"/>
                          <a:pt x="5" y="1"/>
                        </a:cubicBezTo>
                        <a:cubicBezTo>
                          <a:pt x="4" y="1"/>
                          <a:pt x="4" y="1"/>
                          <a:pt x="4" y="1"/>
                        </a:cubicBezTo>
                        <a:cubicBezTo>
                          <a:pt x="4" y="1"/>
                          <a:pt x="4" y="1"/>
                          <a:pt x="4" y="1"/>
                        </a:cubicBezTo>
                        <a:cubicBezTo>
                          <a:pt x="2" y="1"/>
                          <a:pt x="2" y="1"/>
                          <a:pt x="2" y="1"/>
                        </a:cubicBezTo>
                        <a:cubicBezTo>
                          <a:pt x="2" y="1"/>
                          <a:pt x="2" y="1"/>
                          <a:pt x="2" y="1"/>
                        </a:cubicBezTo>
                        <a:cubicBezTo>
                          <a:pt x="1" y="1"/>
                          <a:pt x="1" y="1"/>
                          <a:pt x="1" y="1"/>
                        </a:cubicBezTo>
                        <a:cubicBezTo>
                          <a:pt x="0" y="1"/>
                          <a:pt x="0" y="1"/>
                          <a:pt x="0" y="1"/>
                        </a:cubicBezTo>
                        <a:cubicBezTo>
                          <a:pt x="0" y="4"/>
                          <a:pt x="0" y="4"/>
                          <a:pt x="0" y="4"/>
                        </a:cubicBezTo>
                        <a:lnTo>
                          <a:pt x="1" y="4"/>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9" name="Freeform 713">
                    <a:extLst>
                      <a:ext uri="{FF2B5EF4-FFF2-40B4-BE49-F238E27FC236}">
                        <a16:creationId xmlns:a16="http://schemas.microsoft.com/office/drawing/2014/main" id="{4A349174-0838-A625-0C92-4DE2FBC8E5C2}"/>
                      </a:ext>
                    </a:extLst>
                  </p:cNvPr>
                  <p:cNvSpPr>
                    <a:spLocks noEditPoints="1"/>
                  </p:cNvSpPr>
                  <p:nvPr/>
                </p:nvSpPr>
                <p:spPr bwMode="auto">
                  <a:xfrm>
                    <a:off x="9363075" y="4987925"/>
                    <a:ext cx="92075" cy="53975"/>
                  </a:xfrm>
                  <a:custGeom>
                    <a:avLst/>
                    <a:gdLst>
                      <a:gd name="T0" fmla="*/ 15 w 22"/>
                      <a:gd name="T1" fmla="*/ 1 h 13"/>
                      <a:gd name="T2" fmla="*/ 15 w 22"/>
                      <a:gd name="T3" fmla="*/ 1 h 13"/>
                      <a:gd name="T4" fmla="*/ 15 w 22"/>
                      <a:gd name="T5" fmla="*/ 1 h 13"/>
                      <a:gd name="T6" fmla="*/ 15 w 22"/>
                      <a:gd name="T7" fmla="*/ 1 h 13"/>
                      <a:gd name="T8" fmla="*/ 15 w 22"/>
                      <a:gd name="T9" fmla="*/ 1 h 13"/>
                      <a:gd name="T10" fmla="*/ 15 w 22"/>
                      <a:gd name="T11" fmla="*/ 1 h 13"/>
                      <a:gd name="T12" fmla="*/ 15 w 22"/>
                      <a:gd name="T13" fmla="*/ 1 h 13"/>
                      <a:gd name="T14" fmla="*/ 15 w 22"/>
                      <a:gd name="T15" fmla="*/ 2 h 13"/>
                      <a:gd name="T16" fmla="*/ 15 w 22"/>
                      <a:gd name="T17" fmla="*/ 1 h 13"/>
                      <a:gd name="T18" fmla="*/ 15 w 22"/>
                      <a:gd name="T19" fmla="*/ 1 h 13"/>
                      <a:gd name="T20" fmla="*/ 15 w 22"/>
                      <a:gd name="T21" fmla="*/ 1 h 13"/>
                      <a:gd name="T22" fmla="*/ 15 w 22"/>
                      <a:gd name="T23" fmla="*/ 1 h 13"/>
                      <a:gd name="T24" fmla="*/ 15 w 22"/>
                      <a:gd name="T25" fmla="*/ 2 h 13"/>
                      <a:gd name="T26" fmla="*/ 18 w 22"/>
                      <a:gd name="T27" fmla="*/ 0 h 13"/>
                      <a:gd name="T28" fmla="*/ 18 w 22"/>
                      <a:gd name="T29" fmla="*/ 0 h 13"/>
                      <a:gd name="T30" fmla="*/ 19 w 22"/>
                      <a:gd name="T31" fmla="*/ 0 h 13"/>
                      <a:gd name="T32" fmla="*/ 19 w 22"/>
                      <a:gd name="T33" fmla="*/ 0 h 13"/>
                      <a:gd name="T34" fmla="*/ 9 w 22"/>
                      <a:gd name="T35" fmla="*/ 12 h 13"/>
                      <a:gd name="T36" fmla="*/ 10 w 22"/>
                      <a:gd name="T37" fmla="*/ 13 h 13"/>
                      <a:gd name="T38" fmla="*/ 13 w 22"/>
                      <a:gd name="T39" fmla="*/ 13 h 13"/>
                      <a:gd name="T40" fmla="*/ 14 w 22"/>
                      <a:gd name="T41" fmla="*/ 13 h 13"/>
                      <a:gd name="T42" fmla="*/ 15 w 22"/>
                      <a:gd name="T43" fmla="*/ 13 h 13"/>
                      <a:gd name="T44" fmla="*/ 18 w 22"/>
                      <a:gd name="T45" fmla="*/ 12 h 13"/>
                      <a:gd name="T46" fmla="*/ 22 w 22"/>
                      <a:gd name="T47" fmla="*/ 5 h 13"/>
                      <a:gd name="T48" fmla="*/ 22 w 22"/>
                      <a:gd name="T49" fmla="*/ 5 h 13"/>
                      <a:gd name="T50" fmla="*/ 22 w 22"/>
                      <a:gd name="T51" fmla="*/ 4 h 13"/>
                      <a:gd name="T52" fmla="*/ 21 w 22"/>
                      <a:gd name="T53" fmla="*/ 4 h 13"/>
                      <a:gd name="T54" fmla="*/ 20 w 22"/>
                      <a:gd name="T55" fmla="*/ 4 h 13"/>
                      <a:gd name="T56" fmla="*/ 20 w 22"/>
                      <a:gd name="T57" fmla="*/ 4 h 13"/>
                      <a:gd name="T58" fmla="*/ 19 w 22"/>
                      <a:gd name="T59" fmla="*/ 4 h 13"/>
                      <a:gd name="T60" fmla="*/ 19 w 22"/>
                      <a:gd name="T61" fmla="*/ 4 h 13"/>
                      <a:gd name="T62" fmla="*/ 19 w 22"/>
                      <a:gd name="T63" fmla="*/ 4 h 13"/>
                      <a:gd name="T64" fmla="*/ 18 w 22"/>
                      <a:gd name="T65" fmla="*/ 4 h 13"/>
                      <a:gd name="T66" fmla="*/ 17 w 22"/>
                      <a:gd name="T67" fmla="*/ 3 h 13"/>
                      <a:gd name="T68" fmla="*/ 16 w 22"/>
                      <a:gd name="T69" fmla="*/ 3 h 13"/>
                      <a:gd name="T70" fmla="*/ 15 w 22"/>
                      <a:gd name="T71" fmla="*/ 2 h 13"/>
                      <a:gd name="T72" fmla="*/ 15 w 22"/>
                      <a:gd name="T73" fmla="*/ 2 h 13"/>
                      <a:gd name="T74" fmla="*/ 14 w 22"/>
                      <a:gd name="T75" fmla="*/ 1 h 13"/>
                      <a:gd name="T76" fmla="*/ 13 w 22"/>
                      <a:gd name="T77" fmla="*/ 1 h 13"/>
                      <a:gd name="T78" fmla="*/ 12 w 22"/>
                      <a:gd name="T79" fmla="*/ 1 h 13"/>
                      <a:gd name="T80" fmla="*/ 11 w 22"/>
                      <a:gd name="T81" fmla="*/ 2 h 13"/>
                      <a:gd name="T82" fmla="*/ 10 w 22"/>
                      <a:gd name="T83" fmla="*/ 2 h 13"/>
                      <a:gd name="T84" fmla="*/ 9 w 22"/>
                      <a:gd name="T85" fmla="*/ 2 h 13"/>
                      <a:gd name="T86" fmla="*/ 9 w 22"/>
                      <a:gd name="T87" fmla="*/ 3 h 13"/>
                      <a:gd name="T88" fmla="*/ 8 w 22"/>
                      <a:gd name="T89" fmla="*/ 5 h 13"/>
                      <a:gd name="T90" fmla="*/ 3 w 22"/>
                      <a:gd name="T91" fmla="*/ 6 h 13"/>
                      <a:gd name="T92" fmla="*/ 3 w 22"/>
                      <a:gd name="T93" fmla="*/ 6 h 13"/>
                      <a:gd name="T94" fmla="*/ 3 w 22"/>
                      <a:gd name="T95" fmla="*/ 5 h 13"/>
                      <a:gd name="T96" fmla="*/ 2 w 22"/>
                      <a:gd name="T97" fmla="*/ 6 h 13"/>
                      <a:gd name="T98" fmla="*/ 6 w 22"/>
                      <a:gd name="T99" fmla="*/ 10 h 13"/>
                      <a:gd name="T100" fmla="*/ 7 w 22"/>
                      <a:gd name="T101"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 h="13">
                        <a:moveTo>
                          <a:pt x="15" y="1"/>
                        </a:move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lose/>
                        <a:moveTo>
                          <a:pt x="15" y="2"/>
                        </a:moveTo>
                        <a:cubicBezTo>
                          <a:pt x="15" y="2"/>
                          <a:pt x="15" y="2"/>
                          <a:pt x="15" y="2"/>
                        </a:cubicBezTo>
                        <a:cubicBezTo>
                          <a:pt x="15" y="2"/>
                          <a:pt x="15" y="2"/>
                          <a:pt x="15" y="2"/>
                        </a:cubicBezTo>
                        <a:cubicBezTo>
                          <a:pt x="15" y="2"/>
                          <a:pt x="15" y="2"/>
                          <a:pt x="15" y="2"/>
                        </a:cubicBezTo>
                        <a:cubicBezTo>
                          <a:pt x="15" y="2"/>
                          <a:pt x="15" y="2"/>
                          <a:pt x="15" y="2"/>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lose/>
                        <a:moveTo>
                          <a:pt x="19" y="0"/>
                        </a:moveTo>
                        <a:cubicBezTo>
                          <a:pt x="19" y="0"/>
                          <a:pt x="19" y="0"/>
                          <a:pt x="18" y="0"/>
                        </a:cubicBezTo>
                        <a:cubicBezTo>
                          <a:pt x="18" y="0"/>
                          <a:pt x="18" y="0"/>
                          <a:pt x="18" y="0"/>
                        </a:cubicBezTo>
                        <a:cubicBezTo>
                          <a:pt x="18" y="0"/>
                          <a:pt x="18" y="0"/>
                          <a:pt x="18" y="0"/>
                        </a:cubicBezTo>
                        <a:cubicBezTo>
                          <a:pt x="18" y="0"/>
                          <a:pt x="18" y="0"/>
                          <a:pt x="18" y="0"/>
                        </a:cubicBezTo>
                        <a:cubicBezTo>
                          <a:pt x="18"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lose/>
                        <a:moveTo>
                          <a:pt x="9" y="12"/>
                        </a:moveTo>
                        <a:cubicBezTo>
                          <a:pt x="9" y="12"/>
                          <a:pt x="9" y="12"/>
                          <a:pt x="9" y="12"/>
                        </a:cubicBezTo>
                        <a:cubicBezTo>
                          <a:pt x="9" y="13"/>
                          <a:pt x="9" y="13"/>
                          <a:pt x="9" y="13"/>
                        </a:cubicBezTo>
                        <a:cubicBezTo>
                          <a:pt x="10" y="13"/>
                          <a:pt x="10" y="13"/>
                          <a:pt x="10" y="13"/>
                        </a:cubicBezTo>
                        <a:cubicBezTo>
                          <a:pt x="11" y="13"/>
                          <a:pt x="11" y="13"/>
                          <a:pt x="11" y="13"/>
                        </a:cubicBezTo>
                        <a:cubicBezTo>
                          <a:pt x="11" y="13"/>
                          <a:pt x="11" y="13"/>
                          <a:pt x="11" y="13"/>
                        </a:cubicBezTo>
                        <a:cubicBezTo>
                          <a:pt x="13" y="13"/>
                          <a:pt x="13" y="13"/>
                          <a:pt x="13" y="13"/>
                        </a:cubicBezTo>
                        <a:cubicBezTo>
                          <a:pt x="13" y="13"/>
                          <a:pt x="13" y="13"/>
                          <a:pt x="13" y="13"/>
                        </a:cubicBezTo>
                        <a:cubicBezTo>
                          <a:pt x="14" y="13"/>
                          <a:pt x="14" y="13"/>
                          <a:pt x="14" y="13"/>
                        </a:cubicBezTo>
                        <a:cubicBezTo>
                          <a:pt x="14" y="13"/>
                          <a:pt x="14" y="13"/>
                          <a:pt x="14" y="13"/>
                        </a:cubicBezTo>
                        <a:cubicBezTo>
                          <a:pt x="14" y="13"/>
                          <a:pt x="14" y="13"/>
                          <a:pt x="14" y="13"/>
                        </a:cubicBezTo>
                        <a:cubicBezTo>
                          <a:pt x="14" y="13"/>
                          <a:pt x="15" y="13"/>
                          <a:pt x="15" y="13"/>
                        </a:cubicBezTo>
                        <a:cubicBezTo>
                          <a:pt x="15" y="13"/>
                          <a:pt x="15" y="13"/>
                          <a:pt x="15" y="13"/>
                        </a:cubicBezTo>
                        <a:cubicBezTo>
                          <a:pt x="16" y="13"/>
                          <a:pt x="16" y="13"/>
                          <a:pt x="16" y="13"/>
                        </a:cubicBezTo>
                        <a:cubicBezTo>
                          <a:pt x="16" y="13"/>
                          <a:pt x="16" y="13"/>
                          <a:pt x="16" y="13"/>
                        </a:cubicBezTo>
                        <a:cubicBezTo>
                          <a:pt x="18" y="12"/>
                          <a:pt x="18" y="12"/>
                          <a:pt x="18" y="12"/>
                        </a:cubicBezTo>
                        <a:cubicBezTo>
                          <a:pt x="18" y="12"/>
                          <a:pt x="18" y="12"/>
                          <a:pt x="18" y="12"/>
                        </a:cubicBezTo>
                        <a:cubicBezTo>
                          <a:pt x="22" y="9"/>
                          <a:pt x="22" y="9"/>
                          <a:pt x="22" y="9"/>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4"/>
                        </a:cubicBezTo>
                        <a:cubicBezTo>
                          <a:pt x="22" y="4"/>
                          <a:pt x="22" y="4"/>
                          <a:pt x="22" y="4"/>
                        </a:cubicBezTo>
                        <a:cubicBezTo>
                          <a:pt x="22"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8" y="4"/>
                          <a:pt x="18" y="4"/>
                        </a:cubicBezTo>
                        <a:cubicBezTo>
                          <a:pt x="18" y="4"/>
                          <a:pt x="18" y="4"/>
                          <a:pt x="18" y="4"/>
                        </a:cubicBezTo>
                        <a:cubicBezTo>
                          <a:pt x="18" y="4"/>
                          <a:pt x="18" y="4"/>
                          <a:pt x="18" y="4"/>
                        </a:cubicBezTo>
                        <a:cubicBezTo>
                          <a:pt x="18" y="4"/>
                          <a:pt x="18" y="4"/>
                          <a:pt x="18" y="4"/>
                        </a:cubicBezTo>
                        <a:cubicBezTo>
                          <a:pt x="18" y="4"/>
                          <a:pt x="17" y="4"/>
                          <a:pt x="17" y="4"/>
                        </a:cubicBezTo>
                        <a:cubicBezTo>
                          <a:pt x="17" y="3"/>
                          <a:pt x="17" y="3"/>
                          <a:pt x="17" y="3"/>
                        </a:cubicBezTo>
                        <a:cubicBezTo>
                          <a:pt x="17" y="3"/>
                          <a:pt x="17" y="3"/>
                          <a:pt x="17" y="3"/>
                        </a:cubicBezTo>
                        <a:cubicBezTo>
                          <a:pt x="17" y="3"/>
                          <a:pt x="17" y="3"/>
                          <a:pt x="16" y="3"/>
                        </a:cubicBezTo>
                        <a:cubicBezTo>
                          <a:pt x="16" y="3"/>
                          <a:pt x="16" y="3"/>
                          <a:pt x="16" y="3"/>
                        </a:cubicBezTo>
                        <a:cubicBezTo>
                          <a:pt x="16" y="3"/>
                          <a:pt x="16" y="3"/>
                          <a:pt x="16" y="3"/>
                        </a:cubicBezTo>
                        <a:cubicBezTo>
                          <a:pt x="16" y="3"/>
                          <a:pt x="16" y="3"/>
                          <a:pt x="16" y="3"/>
                        </a:cubicBezTo>
                        <a:cubicBezTo>
                          <a:pt x="16" y="3"/>
                          <a:pt x="15" y="2"/>
                          <a:pt x="15" y="2"/>
                        </a:cubicBezTo>
                        <a:cubicBezTo>
                          <a:pt x="15" y="2"/>
                          <a:pt x="15" y="2"/>
                          <a:pt x="15" y="2"/>
                        </a:cubicBezTo>
                        <a:cubicBezTo>
                          <a:pt x="15" y="2"/>
                          <a:pt x="15" y="2"/>
                          <a:pt x="15" y="2"/>
                        </a:cubicBezTo>
                        <a:cubicBezTo>
                          <a:pt x="15" y="2"/>
                          <a:pt x="15" y="2"/>
                          <a:pt x="15" y="2"/>
                        </a:cubicBezTo>
                        <a:cubicBezTo>
                          <a:pt x="15" y="2"/>
                          <a:pt x="15" y="2"/>
                          <a:pt x="14" y="2"/>
                        </a:cubicBezTo>
                        <a:cubicBezTo>
                          <a:pt x="14" y="2"/>
                          <a:pt x="14" y="2"/>
                          <a:pt x="14" y="2"/>
                        </a:cubicBezTo>
                        <a:cubicBezTo>
                          <a:pt x="14" y="2"/>
                          <a:pt x="14" y="1"/>
                          <a:pt x="14" y="1"/>
                        </a:cubicBezTo>
                        <a:cubicBezTo>
                          <a:pt x="14" y="1"/>
                          <a:pt x="14" y="1"/>
                          <a:pt x="14" y="1"/>
                        </a:cubicBezTo>
                        <a:cubicBezTo>
                          <a:pt x="13" y="1"/>
                          <a:pt x="13" y="1"/>
                          <a:pt x="13" y="1"/>
                        </a:cubicBezTo>
                        <a:cubicBezTo>
                          <a:pt x="13" y="1"/>
                          <a:pt x="13" y="1"/>
                          <a:pt x="13" y="1"/>
                        </a:cubicBezTo>
                        <a:cubicBezTo>
                          <a:pt x="13" y="1"/>
                          <a:pt x="12" y="1"/>
                          <a:pt x="12" y="1"/>
                        </a:cubicBezTo>
                        <a:cubicBezTo>
                          <a:pt x="12" y="1"/>
                          <a:pt x="12" y="1"/>
                          <a:pt x="12" y="1"/>
                        </a:cubicBezTo>
                        <a:cubicBezTo>
                          <a:pt x="12" y="1"/>
                          <a:pt x="12" y="1"/>
                          <a:pt x="12" y="1"/>
                        </a:cubicBezTo>
                        <a:cubicBezTo>
                          <a:pt x="12" y="1"/>
                          <a:pt x="12" y="2"/>
                          <a:pt x="12" y="2"/>
                        </a:cubicBezTo>
                        <a:cubicBezTo>
                          <a:pt x="12" y="2"/>
                          <a:pt x="12" y="2"/>
                          <a:pt x="12" y="2"/>
                        </a:cubicBezTo>
                        <a:cubicBezTo>
                          <a:pt x="12" y="2"/>
                          <a:pt x="11" y="2"/>
                          <a:pt x="11" y="2"/>
                        </a:cubicBezTo>
                        <a:cubicBezTo>
                          <a:pt x="11" y="2"/>
                          <a:pt x="11" y="2"/>
                          <a:pt x="11" y="2"/>
                        </a:cubicBezTo>
                        <a:cubicBezTo>
                          <a:pt x="11" y="2"/>
                          <a:pt x="11" y="2"/>
                          <a:pt x="11" y="2"/>
                        </a:cubicBezTo>
                        <a:cubicBezTo>
                          <a:pt x="10" y="2"/>
                          <a:pt x="10" y="2"/>
                          <a:pt x="10" y="2"/>
                        </a:cubicBezTo>
                        <a:cubicBezTo>
                          <a:pt x="10" y="2"/>
                          <a:pt x="9" y="2"/>
                          <a:pt x="9" y="2"/>
                        </a:cubicBezTo>
                        <a:cubicBezTo>
                          <a:pt x="9" y="2"/>
                          <a:pt x="9" y="2"/>
                          <a:pt x="9" y="2"/>
                        </a:cubicBezTo>
                        <a:cubicBezTo>
                          <a:pt x="9" y="2"/>
                          <a:pt x="9" y="2"/>
                          <a:pt x="9" y="2"/>
                        </a:cubicBezTo>
                        <a:cubicBezTo>
                          <a:pt x="9" y="2"/>
                          <a:pt x="9" y="2"/>
                          <a:pt x="9" y="2"/>
                        </a:cubicBezTo>
                        <a:cubicBezTo>
                          <a:pt x="9" y="2"/>
                          <a:pt x="9" y="3"/>
                          <a:pt x="9" y="3"/>
                        </a:cubicBezTo>
                        <a:cubicBezTo>
                          <a:pt x="9" y="3"/>
                          <a:pt x="9" y="3"/>
                          <a:pt x="9" y="3"/>
                        </a:cubicBezTo>
                        <a:cubicBezTo>
                          <a:pt x="9" y="5"/>
                          <a:pt x="9" y="5"/>
                          <a:pt x="9" y="5"/>
                        </a:cubicBezTo>
                        <a:cubicBezTo>
                          <a:pt x="9" y="5"/>
                          <a:pt x="9" y="5"/>
                          <a:pt x="9" y="5"/>
                        </a:cubicBezTo>
                        <a:cubicBezTo>
                          <a:pt x="8" y="5"/>
                          <a:pt x="8" y="5"/>
                          <a:pt x="8" y="5"/>
                        </a:cubicBezTo>
                        <a:cubicBezTo>
                          <a:pt x="8" y="6"/>
                          <a:pt x="8" y="6"/>
                          <a:pt x="8"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5"/>
                          <a:pt x="3" y="5"/>
                          <a:pt x="3" y="5"/>
                        </a:cubicBezTo>
                        <a:cubicBezTo>
                          <a:pt x="3" y="5"/>
                          <a:pt x="3" y="5"/>
                          <a:pt x="3" y="5"/>
                        </a:cubicBezTo>
                        <a:cubicBezTo>
                          <a:pt x="3" y="5"/>
                          <a:pt x="3" y="5"/>
                          <a:pt x="3" y="5"/>
                        </a:cubicBezTo>
                        <a:cubicBezTo>
                          <a:pt x="2" y="6"/>
                          <a:pt x="2" y="6"/>
                          <a:pt x="2" y="6"/>
                        </a:cubicBezTo>
                        <a:cubicBezTo>
                          <a:pt x="0" y="7"/>
                          <a:pt x="0" y="7"/>
                          <a:pt x="0" y="7"/>
                        </a:cubicBezTo>
                        <a:cubicBezTo>
                          <a:pt x="0" y="10"/>
                          <a:pt x="0" y="10"/>
                          <a:pt x="0" y="10"/>
                        </a:cubicBezTo>
                        <a:cubicBezTo>
                          <a:pt x="6" y="10"/>
                          <a:pt x="6" y="10"/>
                          <a:pt x="6" y="10"/>
                        </a:cubicBezTo>
                        <a:cubicBezTo>
                          <a:pt x="6" y="10"/>
                          <a:pt x="6" y="10"/>
                          <a:pt x="6" y="10"/>
                        </a:cubicBezTo>
                        <a:cubicBezTo>
                          <a:pt x="6" y="12"/>
                          <a:pt x="6" y="12"/>
                          <a:pt x="6" y="12"/>
                        </a:cubicBezTo>
                        <a:cubicBezTo>
                          <a:pt x="7" y="12"/>
                          <a:pt x="7" y="12"/>
                          <a:pt x="7" y="12"/>
                        </a:cubicBezTo>
                        <a:lnTo>
                          <a:pt x="9" y="12"/>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0" name="Freeform 714">
                    <a:extLst>
                      <a:ext uri="{FF2B5EF4-FFF2-40B4-BE49-F238E27FC236}">
                        <a16:creationId xmlns:a16="http://schemas.microsoft.com/office/drawing/2014/main" id="{AAD03080-9DFC-9744-EB3E-C202FEE141E6}"/>
                      </a:ext>
                    </a:extLst>
                  </p:cNvPr>
                  <p:cNvSpPr>
                    <a:spLocks noEditPoints="1"/>
                  </p:cNvSpPr>
                  <p:nvPr/>
                </p:nvSpPr>
                <p:spPr bwMode="auto">
                  <a:xfrm>
                    <a:off x="9625013" y="5013325"/>
                    <a:ext cx="53975" cy="57150"/>
                  </a:xfrm>
                  <a:custGeom>
                    <a:avLst/>
                    <a:gdLst>
                      <a:gd name="T0" fmla="*/ 12 w 13"/>
                      <a:gd name="T1" fmla="*/ 0 h 14"/>
                      <a:gd name="T2" fmla="*/ 13 w 13"/>
                      <a:gd name="T3" fmla="*/ 1 h 14"/>
                      <a:gd name="T4" fmla="*/ 12 w 13"/>
                      <a:gd name="T5" fmla="*/ 1 h 14"/>
                      <a:gd name="T6" fmla="*/ 12 w 13"/>
                      <a:gd name="T7" fmla="*/ 1 h 14"/>
                      <a:gd name="T8" fmla="*/ 12 w 13"/>
                      <a:gd name="T9" fmla="*/ 2 h 14"/>
                      <a:gd name="T10" fmla="*/ 11 w 13"/>
                      <a:gd name="T11" fmla="*/ 2 h 14"/>
                      <a:gd name="T12" fmla="*/ 11 w 13"/>
                      <a:gd name="T13" fmla="*/ 1 h 14"/>
                      <a:gd name="T14" fmla="*/ 11 w 13"/>
                      <a:gd name="T15" fmla="*/ 1 h 14"/>
                      <a:gd name="T16" fmla="*/ 11 w 13"/>
                      <a:gd name="T17" fmla="*/ 1 h 14"/>
                      <a:gd name="T18" fmla="*/ 11 w 13"/>
                      <a:gd name="T19" fmla="*/ 1 h 14"/>
                      <a:gd name="T20" fmla="*/ 11 w 13"/>
                      <a:gd name="T21" fmla="*/ 0 h 14"/>
                      <a:gd name="T22" fmla="*/ 10 w 13"/>
                      <a:gd name="T23" fmla="*/ 1 h 14"/>
                      <a:gd name="T24" fmla="*/ 9 w 13"/>
                      <a:gd name="T25" fmla="*/ 1 h 14"/>
                      <a:gd name="T26" fmla="*/ 9 w 13"/>
                      <a:gd name="T27" fmla="*/ 2 h 14"/>
                      <a:gd name="T28" fmla="*/ 9 w 13"/>
                      <a:gd name="T29" fmla="*/ 2 h 14"/>
                      <a:gd name="T30" fmla="*/ 8 w 13"/>
                      <a:gd name="T31" fmla="*/ 1 h 14"/>
                      <a:gd name="T32" fmla="*/ 6 w 13"/>
                      <a:gd name="T33" fmla="*/ 1 h 14"/>
                      <a:gd name="T34" fmla="*/ 6 w 13"/>
                      <a:gd name="T35" fmla="*/ 1 h 14"/>
                      <a:gd name="T36" fmla="*/ 6 w 13"/>
                      <a:gd name="T37" fmla="*/ 2 h 14"/>
                      <a:gd name="T38" fmla="*/ 6 w 13"/>
                      <a:gd name="T39" fmla="*/ 2 h 14"/>
                      <a:gd name="T40" fmla="*/ 7 w 13"/>
                      <a:gd name="T41" fmla="*/ 3 h 14"/>
                      <a:gd name="T42" fmla="*/ 7 w 13"/>
                      <a:gd name="T43" fmla="*/ 4 h 14"/>
                      <a:gd name="T44" fmla="*/ 7 w 13"/>
                      <a:gd name="T45" fmla="*/ 5 h 14"/>
                      <a:gd name="T46" fmla="*/ 7 w 13"/>
                      <a:gd name="T47" fmla="*/ 5 h 14"/>
                      <a:gd name="T48" fmla="*/ 7 w 13"/>
                      <a:gd name="T49" fmla="*/ 6 h 14"/>
                      <a:gd name="T50" fmla="*/ 6 w 13"/>
                      <a:gd name="T51" fmla="*/ 6 h 14"/>
                      <a:gd name="T52" fmla="*/ 4 w 13"/>
                      <a:gd name="T53" fmla="*/ 8 h 14"/>
                      <a:gd name="T54" fmla="*/ 4 w 13"/>
                      <a:gd name="T55" fmla="*/ 9 h 14"/>
                      <a:gd name="T56" fmla="*/ 3 w 13"/>
                      <a:gd name="T57" fmla="*/ 10 h 14"/>
                      <a:gd name="T58" fmla="*/ 2 w 13"/>
                      <a:gd name="T59" fmla="*/ 11 h 14"/>
                      <a:gd name="T60" fmla="*/ 2 w 13"/>
                      <a:gd name="T61" fmla="*/ 11 h 14"/>
                      <a:gd name="T62" fmla="*/ 0 w 13"/>
                      <a:gd name="T63" fmla="*/ 13 h 14"/>
                      <a:gd name="T64" fmla="*/ 1 w 13"/>
                      <a:gd name="T65" fmla="*/ 13 h 14"/>
                      <a:gd name="T66" fmla="*/ 2 w 13"/>
                      <a:gd name="T67" fmla="*/ 13 h 14"/>
                      <a:gd name="T68" fmla="*/ 3 w 13"/>
                      <a:gd name="T69" fmla="*/ 13 h 14"/>
                      <a:gd name="T70" fmla="*/ 3 w 13"/>
                      <a:gd name="T71" fmla="*/ 13 h 14"/>
                      <a:gd name="T72" fmla="*/ 4 w 13"/>
                      <a:gd name="T73" fmla="*/ 13 h 14"/>
                      <a:gd name="T74" fmla="*/ 4 w 13"/>
                      <a:gd name="T75" fmla="*/ 13 h 14"/>
                      <a:gd name="T76" fmla="*/ 5 w 13"/>
                      <a:gd name="T77" fmla="*/ 12 h 14"/>
                      <a:gd name="T78" fmla="*/ 6 w 13"/>
                      <a:gd name="T79" fmla="*/ 11 h 14"/>
                      <a:gd name="T80" fmla="*/ 6 w 13"/>
                      <a:gd name="T81" fmla="*/ 11 h 14"/>
                      <a:gd name="T82" fmla="*/ 6 w 13"/>
                      <a:gd name="T83" fmla="*/ 10 h 14"/>
                      <a:gd name="T84" fmla="*/ 7 w 13"/>
                      <a:gd name="T85" fmla="*/ 10 h 14"/>
                      <a:gd name="T86" fmla="*/ 7 w 13"/>
                      <a:gd name="T87" fmla="*/ 10 h 14"/>
                      <a:gd name="T88" fmla="*/ 8 w 13"/>
                      <a:gd name="T89" fmla="*/ 10 h 14"/>
                      <a:gd name="T90" fmla="*/ 10 w 13"/>
                      <a:gd name="T91" fmla="*/ 10 h 14"/>
                      <a:gd name="T92" fmla="*/ 10 w 13"/>
                      <a:gd name="T93" fmla="*/ 9 h 14"/>
                      <a:gd name="T94" fmla="*/ 10 w 13"/>
                      <a:gd name="T95" fmla="*/ 8 h 14"/>
                      <a:gd name="T96" fmla="*/ 9 w 13"/>
                      <a:gd name="T97" fmla="*/ 7 h 14"/>
                      <a:gd name="T98" fmla="*/ 9 w 13"/>
                      <a:gd name="T99" fmla="*/ 7 h 14"/>
                      <a:gd name="T100" fmla="*/ 10 w 13"/>
                      <a:gd name="T101" fmla="*/ 6 h 14"/>
                      <a:gd name="T102" fmla="*/ 11 w 13"/>
                      <a:gd name="T103" fmla="*/ 6 h 14"/>
                      <a:gd name="T104" fmla="*/ 11 w 13"/>
                      <a:gd name="T105" fmla="*/ 6 h 14"/>
                      <a:gd name="T106" fmla="*/ 12 w 13"/>
                      <a:gd name="T107" fmla="*/ 4 h 14"/>
                      <a:gd name="T108" fmla="*/ 12 w 13"/>
                      <a:gd name="T109"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 h="14">
                        <a:moveTo>
                          <a:pt x="12" y="1"/>
                        </a:moveTo>
                        <a:cubicBezTo>
                          <a:pt x="12" y="1"/>
                          <a:pt x="12" y="0"/>
                          <a:pt x="12" y="0"/>
                        </a:cubicBezTo>
                        <a:cubicBezTo>
                          <a:pt x="12" y="0"/>
                          <a:pt x="12" y="0"/>
                          <a:pt x="12" y="0"/>
                        </a:cubicBezTo>
                        <a:cubicBezTo>
                          <a:pt x="12" y="0"/>
                          <a:pt x="12" y="0"/>
                          <a:pt x="13" y="0"/>
                        </a:cubicBezTo>
                        <a:cubicBezTo>
                          <a:pt x="13" y="0"/>
                          <a:pt x="13" y="0"/>
                          <a:pt x="13" y="0"/>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lose/>
                        <a:moveTo>
                          <a:pt x="12" y="2"/>
                        </a:moveTo>
                        <a:cubicBezTo>
                          <a:pt x="12" y="2"/>
                          <a:pt x="12" y="2"/>
                          <a:pt x="12" y="2"/>
                        </a:cubicBezTo>
                        <a:cubicBezTo>
                          <a:pt x="12" y="2"/>
                          <a:pt x="12" y="2"/>
                          <a:pt x="12" y="2"/>
                        </a:cubicBezTo>
                        <a:cubicBezTo>
                          <a:pt x="12" y="2"/>
                          <a:pt x="12" y="2"/>
                          <a:pt x="11" y="2"/>
                        </a:cubicBezTo>
                        <a:cubicBezTo>
                          <a:pt x="11" y="2"/>
                          <a:pt x="11" y="2"/>
                          <a:pt x="11" y="2"/>
                        </a:cubicBezTo>
                        <a:cubicBezTo>
                          <a:pt x="11" y="2"/>
                          <a:pt x="11" y="2"/>
                          <a:pt x="11" y="2"/>
                        </a:cubicBezTo>
                        <a:cubicBezTo>
                          <a:pt x="11" y="2"/>
                          <a:pt x="11" y="2"/>
                          <a:pt x="11" y="2"/>
                        </a:cubicBezTo>
                        <a:cubicBezTo>
                          <a:pt x="11" y="2"/>
                          <a:pt x="11" y="2"/>
                          <a:pt x="11" y="2"/>
                        </a:cubicBezTo>
                        <a:cubicBezTo>
                          <a:pt x="10" y="1"/>
                          <a:pt x="10" y="1"/>
                          <a:pt x="11" y="1"/>
                        </a:cubicBezTo>
                        <a:cubicBezTo>
                          <a:pt x="11" y="1"/>
                          <a:pt x="11" y="1"/>
                          <a:pt x="11" y="1"/>
                        </a:cubicBezTo>
                        <a:cubicBezTo>
                          <a:pt x="11" y="1"/>
                          <a:pt x="11" y="1"/>
                          <a:pt x="11" y="1"/>
                        </a:cubicBezTo>
                        <a:cubicBezTo>
                          <a:pt x="10" y="1"/>
                          <a:pt x="10"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0"/>
                          <a:pt x="11" y="0"/>
                        </a:cubicBezTo>
                        <a:cubicBezTo>
                          <a:pt x="10" y="0"/>
                          <a:pt x="10" y="0"/>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10" y="1"/>
                          <a:pt x="10" y="1"/>
                        </a:cubicBezTo>
                        <a:cubicBezTo>
                          <a:pt x="10" y="1"/>
                          <a:pt x="10" y="1"/>
                          <a:pt x="9" y="2"/>
                        </a:cubicBezTo>
                        <a:cubicBezTo>
                          <a:pt x="9" y="2"/>
                          <a:pt x="9" y="2"/>
                          <a:pt x="9" y="2"/>
                        </a:cubicBezTo>
                        <a:cubicBezTo>
                          <a:pt x="9" y="2"/>
                          <a:pt x="9" y="2"/>
                          <a:pt x="9" y="2"/>
                        </a:cubicBezTo>
                        <a:cubicBezTo>
                          <a:pt x="9" y="2"/>
                          <a:pt x="9" y="2"/>
                          <a:pt x="9" y="2"/>
                        </a:cubicBezTo>
                        <a:cubicBezTo>
                          <a:pt x="9" y="2"/>
                          <a:pt x="9" y="2"/>
                          <a:pt x="9" y="2"/>
                        </a:cubicBezTo>
                        <a:cubicBezTo>
                          <a:pt x="8" y="2"/>
                          <a:pt x="8" y="1"/>
                          <a:pt x="8" y="1"/>
                        </a:cubicBezTo>
                        <a:cubicBezTo>
                          <a:pt x="8" y="1"/>
                          <a:pt x="8" y="1"/>
                          <a:pt x="8" y="1"/>
                        </a:cubicBezTo>
                        <a:cubicBezTo>
                          <a:pt x="8" y="1"/>
                          <a:pt x="8" y="1"/>
                          <a:pt x="8" y="1"/>
                        </a:cubicBezTo>
                        <a:cubicBezTo>
                          <a:pt x="8" y="1"/>
                          <a:pt x="7"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7" y="2"/>
                          <a:pt x="7" y="3"/>
                          <a:pt x="7" y="3"/>
                        </a:cubicBezTo>
                        <a:cubicBezTo>
                          <a:pt x="7" y="3"/>
                          <a:pt x="7" y="3"/>
                          <a:pt x="7" y="3"/>
                        </a:cubicBezTo>
                        <a:cubicBezTo>
                          <a:pt x="7" y="3"/>
                          <a:pt x="7" y="3"/>
                          <a:pt x="7" y="3"/>
                        </a:cubicBezTo>
                        <a:cubicBezTo>
                          <a:pt x="7" y="3"/>
                          <a:pt x="7" y="3"/>
                          <a:pt x="7" y="3"/>
                        </a:cubicBezTo>
                        <a:cubicBezTo>
                          <a:pt x="7" y="3"/>
                          <a:pt x="7" y="3"/>
                          <a:pt x="7" y="4"/>
                        </a:cubicBezTo>
                        <a:cubicBezTo>
                          <a:pt x="7" y="4"/>
                          <a:pt x="7" y="4"/>
                          <a:pt x="7" y="4"/>
                        </a:cubicBezTo>
                        <a:cubicBezTo>
                          <a:pt x="7" y="4"/>
                          <a:pt x="7" y="4"/>
                          <a:pt x="7" y="4"/>
                        </a:cubicBezTo>
                        <a:cubicBezTo>
                          <a:pt x="7" y="5"/>
                          <a:pt x="7" y="5"/>
                          <a:pt x="7" y="5"/>
                        </a:cubicBezTo>
                        <a:cubicBezTo>
                          <a:pt x="7" y="5"/>
                          <a:pt x="7" y="5"/>
                          <a:pt x="7" y="5"/>
                        </a:cubicBezTo>
                        <a:cubicBezTo>
                          <a:pt x="7" y="5"/>
                          <a:pt x="7" y="5"/>
                          <a:pt x="7" y="5"/>
                        </a:cubicBezTo>
                        <a:cubicBezTo>
                          <a:pt x="7" y="5"/>
                          <a:pt x="7" y="5"/>
                          <a:pt x="7" y="5"/>
                        </a:cubicBezTo>
                        <a:cubicBezTo>
                          <a:pt x="7" y="5"/>
                          <a:pt x="7" y="6"/>
                          <a:pt x="7" y="6"/>
                        </a:cubicBezTo>
                        <a:cubicBezTo>
                          <a:pt x="7" y="6"/>
                          <a:pt x="7" y="6"/>
                          <a:pt x="7" y="6"/>
                        </a:cubicBezTo>
                        <a:cubicBezTo>
                          <a:pt x="7" y="6"/>
                          <a:pt x="7" y="6"/>
                          <a:pt x="7" y="6"/>
                        </a:cubicBezTo>
                        <a:cubicBezTo>
                          <a:pt x="7" y="6"/>
                          <a:pt x="7" y="6"/>
                          <a:pt x="7" y="6"/>
                        </a:cubicBezTo>
                        <a:cubicBezTo>
                          <a:pt x="7" y="6"/>
                          <a:pt x="7" y="6"/>
                          <a:pt x="7" y="6"/>
                        </a:cubicBezTo>
                        <a:cubicBezTo>
                          <a:pt x="6" y="6"/>
                          <a:pt x="6" y="6"/>
                          <a:pt x="6" y="6"/>
                        </a:cubicBezTo>
                        <a:cubicBezTo>
                          <a:pt x="5" y="6"/>
                          <a:pt x="5" y="6"/>
                          <a:pt x="5" y="6"/>
                        </a:cubicBezTo>
                        <a:cubicBezTo>
                          <a:pt x="5" y="7"/>
                          <a:pt x="5" y="7"/>
                          <a:pt x="5" y="7"/>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2" y="10"/>
                          <a:pt x="2" y="10"/>
                        </a:cubicBezTo>
                        <a:cubicBezTo>
                          <a:pt x="2" y="10"/>
                          <a:pt x="2" y="10"/>
                          <a:pt x="2" y="11"/>
                        </a:cubicBezTo>
                        <a:cubicBezTo>
                          <a:pt x="2" y="11"/>
                          <a:pt x="2" y="11"/>
                          <a:pt x="2" y="11"/>
                        </a:cubicBezTo>
                        <a:cubicBezTo>
                          <a:pt x="2" y="11"/>
                          <a:pt x="2" y="11"/>
                          <a:pt x="2" y="11"/>
                        </a:cubicBezTo>
                        <a:cubicBezTo>
                          <a:pt x="2" y="11"/>
                          <a:pt x="2" y="11"/>
                          <a:pt x="2" y="11"/>
                        </a:cubicBezTo>
                        <a:cubicBezTo>
                          <a:pt x="0" y="11"/>
                          <a:pt x="0" y="11"/>
                          <a:pt x="0" y="11"/>
                        </a:cubicBezTo>
                        <a:cubicBezTo>
                          <a:pt x="0" y="11"/>
                          <a:pt x="0" y="12"/>
                          <a:pt x="0" y="12"/>
                        </a:cubicBezTo>
                        <a:cubicBezTo>
                          <a:pt x="0" y="12"/>
                          <a:pt x="0" y="13"/>
                          <a:pt x="0" y="13"/>
                        </a:cubicBezTo>
                        <a:cubicBezTo>
                          <a:pt x="1" y="14"/>
                          <a:pt x="1" y="14"/>
                          <a:pt x="1" y="14"/>
                        </a:cubicBezTo>
                        <a:cubicBezTo>
                          <a:pt x="1" y="14"/>
                          <a:pt x="1" y="14"/>
                          <a:pt x="1" y="14"/>
                        </a:cubicBezTo>
                        <a:cubicBezTo>
                          <a:pt x="1" y="13"/>
                          <a:pt x="1" y="13"/>
                          <a:pt x="1" y="13"/>
                        </a:cubicBezTo>
                        <a:cubicBezTo>
                          <a:pt x="1" y="13"/>
                          <a:pt x="1" y="13"/>
                          <a:pt x="1" y="13"/>
                        </a:cubicBezTo>
                        <a:cubicBezTo>
                          <a:pt x="1" y="13"/>
                          <a:pt x="2" y="13"/>
                          <a:pt x="2" y="13"/>
                        </a:cubicBezTo>
                        <a:cubicBezTo>
                          <a:pt x="2" y="13"/>
                          <a:pt x="2" y="13"/>
                          <a:pt x="2" y="13"/>
                        </a:cubicBezTo>
                        <a:cubicBezTo>
                          <a:pt x="2" y="13"/>
                          <a:pt x="2" y="13"/>
                          <a:pt x="2" y="13"/>
                        </a:cubicBezTo>
                        <a:cubicBezTo>
                          <a:pt x="2" y="13"/>
                          <a:pt x="2" y="13"/>
                          <a:pt x="2" y="13"/>
                        </a:cubicBezTo>
                        <a:cubicBezTo>
                          <a:pt x="2"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2"/>
                          <a:pt x="4" y="12"/>
                        </a:cubicBezTo>
                        <a:cubicBezTo>
                          <a:pt x="5" y="12"/>
                          <a:pt x="5" y="12"/>
                          <a:pt x="5" y="12"/>
                        </a:cubicBezTo>
                        <a:cubicBezTo>
                          <a:pt x="5" y="12"/>
                          <a:pt x="5" y="12"/>
                          <a:pt x="5" y="12"/>
                        </a:cubicBezTo>
                        <a:cubicBezTo>
                          <a:pt x="5" y="12"/>
                          <a:pt x="5" y="11"/>
                          <a:pt x="5" y="11"/>
                        </a:cubicBezTo>
                        <a:cubicBezTo>
                          <a:pt x="5"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7" y="10"/>
                          <a:pt x="7" y="10"/>
                        </a:cubicBezTo>
                        <a:cubicBezTo>
                          <a:pt x="7" y="10"/>
                          <a:pt x="7" y="10"/>
                          <a:pt x="7" y="10"/>
                        </a:cubicBezTo>
                        <a:cubicBezTo>
                          <a:pt x="7" y="10"/>
                          <a:pt x="7" y="10"/>
                          <a:pt x="7" y="10"/>
                        </a:cubicBezTo>
                        <a:cubicBezTo>
                          <a:pt x="7" y="10"/>
                          <a:pt x="7" y="10"/>
                          <a:pt x="7" y="10"/>
                        </a:cubicBezTo>
                        <a:cubicBezTo>
                          <a:pt x="7"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10" y="10"/>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8"/>
                          <a:pt x="10" y="8"/>
                        </a:cubicBezTo>
                        <a:cubicBezTo>
                          <a:pt x="10" y="8"/>
                          <a:pt x="10" y="8"/>
                          <a:pt x="10" y="8"/>
                        </a:cubicBezTo>
                        <a:cubicBezTo>
                          <a:pt x="10" y="8"/>
                          <a:pt x="10" y="8"/>
                          <a:pt x="9" y="8"/>
                        </a:cubicBez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9" y="6"/>
                          <a:pt x="9" y="6"/>
                          <a:pt x="9" y="6"/>
                        </a:cubicBezTo>
                        <a:cubicBezTo>
                          <a:pt x="9" y="6"/>
                          <a:pt x="10" y="6"/>
                          <a:pt x="10" y="6"/>
                        </a:cubicBezTo>
                        <a:cubicBezTo>
                          <a:pt x="10" y="6"/>
                          <a:pt x="10" y="6"/>
                          <a:pt x="10" y="6"/>
                        </a:cubicBezTo>
                        <a:cubicBezTo>
                          <a:pt x="10" y="6"/>
                          <a:pt x="10" y="6"/>
                          <a:pt x="11" y="6"/>
                        </a:cubicBezTo>
                        <a:cubicBezTo>
                          <a:pt x="11" y="6"/>
                          <a:pt x="11" y="6"/>
                          <a:pt x="11" y="6"/>
                        </a:cubicBezTo>
                        <a:cubicBezTo>
                          <a:pt x="11" y="6"/>
                          <a:pt x="11" y="6"/>
                          <a:pt x="11" y="6"/>
                        </a:cubicBezTo>
                        <a:cubicBezTo>
                          <a:pt x="11" y="6"/>
                          <a:pt x="11" y="6"/>
                          <a:pt x="11" y="6"/>
                        </a:cubicBezTo>
                        <a:cubicBezTo>
                          <a:pt x="11" y="6"/>
                          <a:pt x="11" y="6"/>
                          <a:pt x="11" y="6"/>
                        </a:cubicBezTo>
                        <a:cubicBezTo>
                          <a:pt x="11" y="5"/>
                          <a:pt x="11" y="5"/>
                          <a:pt x="12" y="5"/>
                        </a:cubicBezTo>
                        <a:cubicBezTo>
                          <a:pt x="12" y="5"/>
                          <a:pt x="12" y="5"/>
                          <a:pt x="12" y="5"/>
                        </a:cubicBezTo>
                        <a:cubicBezTo>
                          <a:pt x="12" y="5"/>
                          <a:pt x="12" y="4"/>
                          <a:pt x="12" y="4"/>
                        </a:cubicBezTo>
                        <a:cubicBezTo>
                          <a:pt x="12" y="4"/>
                          <a:pt x="12" y="4"/>
                          <a:pt x="12" y="4"/>
                        </a:cubicBezTo>
                        <a:cubicBezTo>
                          <a:pt x="12" y="4"/>
                          <a:pt x="12" y="4"/>
                          <a:pt x="12" y="3"/>
                        </a:cubicBezTo>
                        <a:cubicBezTo>
                          <a:pt x="12" y="3"/>
                          <a:pt x="12" y="3"/>
                          <a:pt x="12" y="3"/>
                        </a:cubicBezTo>
                        <a:cubicBezTo>
                          <a:pt x="12" y="3"/>
                          <a:pt x="12" y="2"/>
                          <a:pt x="12" y="2"/>
                        </a:cubicBezTo>
                        <a:cubicBezTo>
                          <a:pt x="12" y="2"/>
                          <a:pt x="12" y="2"/>
                          <a:pt x="12" y="2"/>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1" name="Freeform 715">
                    <a:extLst>
                      <a:ext uri="{FF2B5EF4-FFF2-40B4-BE49-F238E27FC236}">
                        <a16:creationId xmlns:a16="http://schemas.microsoft.com/office/drawing/2014/main" id="{D7757059-AB63-23F7-EDAA-4F8926E20F90}"/>
                      </a:ext>
                    </a:extLst>
                  </p:cNvPr>
                  <p:cNvSpPr>
                    <a:spLocks/>
                  </p:cNvSpPr>
                  <p:nvPr/>
                </p:nvSpPr>
                <p:spPr bwMode="auto">
                  <a:xfrm>
                    <a:off x="9467850" y="5062538"/>
                    <a:ext cx="33337" cy="38100"/>
                  </a:xfrm>
                  <a:custGeom>
                    <a:avLst/>
                    <a:gdLst>
                      <a:gd name="T0" fmla="*/ 4 w 8"/>
                      <a:gd name="T1" fmla="*/ 1 h 9"/>
                      <a:gd name="T2" fmla="*/ 4 w 8"/>
                      <a:gd name="T3" fmla="*/ 1 h 9"/>
                      <a:gd name="T4" fmla="*/ 4 w 8"/>
                      <a:gd name="T5" fmla="*/ 0 h 9"/>
                      <a:gd name="T6" fmla="*/ 4 w 8"/>
                      <a:gd name="T7" fmla="*/ 1 h 9"/>
                      <a:gd name="T8" fmla="*/ 3 w 8"/>
                      <a:gd name="T9" fmla="*/ 1 h 9"/>
                      <a:gd name="T10" fmla="*/ 2 w 8"/>
                      <a:gd name="T11" fmla="*/ 1 h 9"/>
                      <a:gd name="T12" fmla="*/ 2 w 8"/>
                      <a:gd name="T13" fmla="*/ 0 h 9"/>
                      <a:gd name="T14" fmla="*/ 2 w 8"/>
                      <a:gd name="T15" fmla="*/ 0 h 9"/>
                      <a:gd name="T16" fmla="*/ 1 w 8"/>
                      <a:gd name="T17" fmla="*/ 0 h 9"/>
                      <a:gd name="T18" fmla="*/ 1 w 8"/>
                      <a:gd name="T19" fmla="*/ 0 h 9"/>
                      <a:gd name="T20" fmla="*/ 1 w 8"/>
                      <a:gd name="T21" fmla="*/ 1 h 9"/>
                      <a:gd name="T22" fmla="*/ 1 w 8"/>
                      <a:gd name="T23" fmla="*/ 2 h 9"/>
                      <a:gd name="T24" fmla="*/ 1 w 8"/>
                      <a:gd name="T25" fmla="*/ 2 h 9"/>
                      <a:gd name="T26" fmla="*/ 1 w 8"/>
                      <a:gd name="T27" fmla="*/ 2 h 9"/>
                      <a:gd name="T28" fmla="*/ 1 w 8"/>
                      <a:gd name="T29" fmla="*/ 3 h 9"/>
                      <a:gd name="T30" fmla="*/ 2 w 8"/>
                      <a:gd name="T31" fmla="*/ 3 h 9"/>
                      <a:gd name="T32" fmla="*/ 1 w 8"/>
                      <a:gd name="T33" fmla="*/ 3 h 9"/>
                      <a:gd name="T34" fmla="*/ 1 w 8"/>
                      <a:gd name="T35" fmla="*/ 4 h 9"/>
                      <a:gd name="T36" fmla="*/ 1 w 8"/>
                      <a:gd name="T37" fmla="*/ 4 h 9"/>
                      <a:gd name="T38" fmla="*/ 1 w 8"/>
                      <a:gd name="T39" fmla="*/ 4 h 9"/>
                      <a:gd name="T40" fmla="*/ 0 w 8"/>
                      <a:gd name="T41" fmla="*/ 4 h 9"/>
                      <a:gd name="T42" fmla="*/ 0 w 8"/>
                      <a:gd name="T43" fmla="*/ 4 h 9"/>
                      <a:gd name="T44" fmla="*/ 0 w 8"/>
                      <a:gd name="T45" fmla="*/ 5 h 9"/>
                      <a:gd name="T46" fmla="*/ 0 w 8"/>
                      <a:gd name="T47" fmla="*/ 5 h 9"/>
                      <a:gd name="T48" fmla="*/ 0 w 8"/>
                      <a:gd name="T49" fmla="*/ 5 h 9"/>
                      <a:gd name="T50" fmla="*/ 1 w 8"/>
                      <a:gd name="T51" fmla="*/ 6 h 9"/>
                      <a:gd name="T52" fmla="*/ 2 w 8"/>
                      <a:gd name="T53" fmla="*/ 6 h 9"/>
                      <a:gd name="T54" fmla="*/ 2 w 8"/>
                      <a:gd name="T55" fmla="*/ 6 h 9"/>
                      <a:gd name="T56" fmla="*/ 2 w 8"/>
                      <a:gd name="T57" fmla="*/ 7 h 9"/>
                      <a:gd name="T58" fmla="*/ 2 w 8"/>
                      <a:gd name="T59" fmla="*/ 7 h 9"/>
                      <a:gd name="T60" fmla="*/ 4 w 8"/>
                      <a:gd name="T61" fmla="*/ 8 h 9"/>
                      <a:gd name="T62" fmla="*/ 4 w 8"/>
                      <a:gd name="T63" fmla="*/ 9 h 9"/>
                      <a:gd name="T64" fmla="*/ 4 w 8"/>
                      <a:gd name="T65" fmla="*/ 9 h 9"/>
                      <a:gd name="T66" fmla="*/ 4 w 8"/>
                      <a:gd name="T67" fmla="*/ 9 h 9"/>
                      <a:gd name="T68" fmla="*/ 4 w 8"/>
                      <a:gd name="T69" fmla="*/ 9 h 9"/>
                      <a:gd name="T70" fmla="*/ 4 w 8"/>
                      <a:gd name="T71" fmla="*/ 9 h 9"/>
                      <a:gd name="T72" fmla="*/ 4 w 8"/>
                      <a:gd name="T73" fmla="*/ 9 h 9"/>
                      <a:gd name="T74" fmla="*/ 5 w 8"/>
                      <a:gd name="T75" fmla="*/ 9 h 9"/>
                      <a:gd name="T76" fmla="*/ 5 w 8"/>
                      <a:gd name="T77" fmla="*/ 9 h 9"/>
                      <a:gd name="T78" fmla="*/ 5 w 8"/>
                      <a:gd name="T79" fmla="*/ 9 h 9"/>
                      <a:gd name="T80" fmla="*/ 5 w 8"/>
                      <a:gd name="T81" fmla="*/ 9 h 9"/>
                      <a:gd name="T82" fmla="*/ 5 w 8"/>
                      <a:gd name="T83" fmla="*/ 9 h 9"/>
                      <a:gd name="T84" fmla="*/ 6 w 8"/>
                      <a:gd name="T85" fmla="*/ 9 h 9"/>
                      <a:gd name="T86" fmla="*/ 6 w 8"/>
                      <a:gd name="T87" fmla="*/ 9 h 9"/>
                      <a:gd name="T88" fmla="*/ 6 w 8"/>
                      <a:gd name="T89" fmla="*/ 8 h 9"/>
                      <a:gd name="T90" fmla="*/ 6 w 8"/>
                      <a:gd name="T91" fmla="*/ 8 h 9"/>
                      <a:gd name="T92" fmla="*/ 6 w 8"/>
                      <a:gd name="T93" fmla="*/ 7 h 9"/>
                      <a:gd name="T94" fmla="*/ 7 w 8"/>
                      <a:gd name="T95" fmla="*/ 7 h 9"/>
                      <a:gd name="T96" fmla="*/ 6 w 8"/>
                      <a:gd name="T97" fmla="*/ 6 h 9"/>
                      <a:gd name="T98" fmla="*/ 7 w 8"/>
                      <a:gd name="T99" fmla="*/ 6 h 9"/>
                      <a:gd name="T100" fmla="*/ 7 w 8"/>
                      <a:gd name="T101" fmla="*/ 3 h 9"/>
                      <a:gd name="T102" fmla="*/ 8 w 8"/>
                      <a:gd name="T103" fmla="*/ 3 h 9"/>
                      <a:gd name="T104" fmla="*/ 7 w 8"/>
                      <a:gd name="T105" fmla="*/ 2 h 9"/>
                      <a:gd name="T106" fmla="*/ 7 w 8"/>
                      <a:gd name="T107" fmla="*/ 2 h 9"/>
                      <a:gd name="T108" fmla="*/ 6 w 8"/>
                      <a:gd name="T109" fmla="*/ 2 h 9"/>
                      <a:gd name="T110" fmla="*/ 6 w 8"/>
                      <a:gd name="T111" fmla="*/ 2 h 9"/>
                      <a:gd name="T112" fmla="*/ 6 w 8"/>
                      <a:gd name="T113" fmla="*/ 2 h 9"/>
                      <a:gd name="T114" fmla="*/ 6 w 8"/>
                      <a:gd name="T115" fmla="*/ 1 h 9"/>
                      <a:gd name="T116" fmla="*/ 6 w 8"/>
                      <a:gd name="T117" fmla="*/ 1 h 9"/>
                      <a:gd name="T118" fmla="*/ 5 w 8"/>
                      <a:gd name="T119" fmla="*/ 1 h 9"/>
                      <a:gd name="T120" fmla="*/ 4 w 8"/>
                      <a:gd name="T1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 h="9">
                        <a:moveTo>
                          <a:pt x="4" y="1"/>
                        </a:moveTo>
                        <a:cubicBezTo>
                          <a:pt x="4" y="1"/>
                          <a:pt x="4" y="1"/>
                          <a:pt x="4" y="1"/>
                        </a:cubicBezTo>
                        <a:cubicBezTo>
                          <a:pt x="4" y="1"/>
                          <a:pt x="4" y="0"/>
                          <a:pt x="4" y="0"/>
                        </a:cubicBezTo>
                        <a:cubicBezTo>
                          <a:pt x="4" y="0"/>
                          <a:pt x="4" y="1"/>
                          <a:pt x="4" y="1"/>
                        </a:cubicBezTo>
                        <a:cubicBezTo>
                          <a:pt x="4" y="1"/>
                          <a:pt x="3" y="1"/>
                          <a:pt x="3" y="1"/>
                        </a:cubicBezTo>
                        <a:cubicBezTo>
                          <a:pt x="2" y="1"/>
                          <a:pt x="2" y="1"/>
                          <a:pt x="2" y="1"/>
                        </a:cubicBezTo>
                        <a:cubicBezTo>
                          <a:pt x="2" y="0"/>
                          <a:pt x="2" y="0"/>
                          <a:pt x="2" y="0"/>
                        </a:cubicBezTo>
                        <a:cubicBezTo>
                          <a:pt x="2" y="0"/>
                          <a:pt x="2" y="0"/>
                          <a:pt x="2" y="0"/>
                        </a:cubicBezTo>
                        <a:cubicBezTo>
                          <a:pt x="1" y="0"/>
                          <a:pt x="1" y="0"/>
                          <a:pt x="1" y="0"/>
                        </a:cubicBezTo>
                        <a:cubicBezTo>
                          <a:pt x="1" y="0"/>
                          <a:pt x="1" y="0"/>
                          <a:pt x="1" y="0"/>
                        </a:cubicBezTo>
                        <a:cubicBezTo>
                          <a:pt x="1" y="1"/>
                          <a:pt x="1" y="1"/>
                          <a:pt x="1" y="1"/>
                        </a:cubicBezTo>
                        <a:cubicBezTo>
                          <a:pt x="1" y="2"/>
                          <a:pt x="1" y="2"/>
                          <a:pt x="1" y="2"/>
                        </a:cubicBezTo>
                        <a:cubicBezTo>
                          <a:pt x="1" y="2"/>
                          <a:pt x="1" y="2"/>
                          <a:pt x="1" y="2"/>
                        </a:cubicBezTo>
                        <a:cubicBezTo>
                          <a:pt x="1" y="2"/>
                          <a:pt x="1" y="2"/>
                          <a:pt x="1" y="2"/>
                        </a:cubicBezTo>
                        <a:cubicBezTo>
                          <a:pt x="1" y="3"/>
                          <a:pt x="1" y="3"/>
                          <a:pt x="1" y="3"/>
                        </a:cubicBezTo>
                        <a:cubicBezTo>
                          <a:pt x="2" y="3"/>
                          <a:pt x="2" y="3"/>
                          <a:pt x="2" y="3"/>
                        </a:cubicBezTo>
                        <a:cubicBezTo>
                          <a:pt x="1" y="3"/>
                          <a:pt x="1" y="3"/>
                          <a:pt x="1" y="3"/>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5"/>
                          <a:pt x="0" y="5"/>
                        </a:cubicBezTo>
                        <a:cubicBezTo>
                          <a:pt x="0" y="5"/>
                          <a:pt x="0" y="5"/>
                          <a:pt x="0" y="5"/>
                        </a:cubicBezTo>
                        <a:cubicBezTo>
                          <a:pt x="0" y="5"/>
                          <a:pt x="0" y="5"/>
                          <a:pt x="0" y="5"/>
                        </a:cubicBezTo>
                        <a:cubicBezTo>
                          <a:pt x="1" y="6"/>
                          <a:pt x="1" y="6"/>
                          <a:pt x="1" y="6"/>
                        </a:cubicBezTo>
                        <a:cubicBezTo>
                          <a:pt x="2" y="6"/>
                          <a:pt x="2" y="6"/>
                          <a:pt x="2" y="6"/>
                        </a:cubicBezTo>
                        <a:cubicBezTo>
                          <a:pt x="2" y="6"/>
                          <a:pt x="2" y="6"/>
                          <a:pt x="2" y="6"/>
                        </a:cubicBezTo>
                        <a:cubicBezTo>
                          <a:pt x="2" y="6"/>
                          <a:pt x="2" y="7"/>
                          <a:pt x="2" y="7"/>
                        </a:cubicBezTo>
                        <a:cubicBezTo>
                          <a:pt x="2" y="7"/>
                          <a:pt x="2" y="7"/>
                          <a:pt x="2" y="7"/>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6" y="9"/>
                          <a:pt x="6" y="9"/>
                        </a:cubicBezTo>
                        <a:cubicBezTo>
                          <a:pt x="6" y="9"/>
                          <a:pt x="6" y="9"/>
                          <a:pt x="6" y="9"/>
                        </a:cubicBezTo>
                        <a:cubicBezTo>
                          <a:pt x="6" y="8"/>
                          <a:pt x="6" y="8"/>
                          <a:pt x="6" y="8"/>
                        </a:cubicBezTo>
                        <a:cubicBezTo>
                          <a:pt x="6" y="8"/>
                          <a:pt x="6" y="8"/>
                          <a:pt x="6" y="8"/>
                        </a:cubicBezTo>
                        <a:cubicBezTo>
                          <a:pt x="6" y="7"/>
                          <a:pt x="6" y="7"/>
                          <a:pt x="6" y="7"/>
                        </a:cubicBezTo>
                        <a:cubicBezTo>
                          <a:pt x="7" y="7"/>
                          <a:pt x="7" y="7"/>
                          <a:pt x="7" y="7"/>
                        </a:cubicBezTo>
                        <a:cubicBezTo>
                          <a:pt x="7" y="7"/>
                          <a:pt x="6" y="6"/>
                          <a:pt x="6" y="6"/>
                        </a:cubicBezTo>
                        <a:cubicBezTo>
                          <a:pt x="6" y="6"/>
                          <a:pt x="7" y="6"/>
                          <a:pt x="7" y="6"/>
                        </a:cubicBezTo>
                        <a:cubicBezTo>
                          <a:pt x="7" y="3"/>
                          <a:pt x="7" y="3"/>
                          <a:pt x="7" y="3"/>
                        </a:cubicBezTo>
                        <a:cubicBezTo>
                          <a:pt x="8" y="3"/>
                          <a:pt x="8" y="3"/>
                          <a:pt x="8" y="3"/>
                        </a:cubicBezTo>
                        <a:cubicBezTo>
                          <a:pt x="7" y="2"/>
                          <a:pt x="7" y="2"/>
                          <a:pt x="7" y="2"/>
                        </a:cubicBezTo>
                        <a:cubicBezTo>
                          <a:pt x="7" y="2"/>
                          <a:pt x="7" y="2"/>
                          <a:pt x="7" y="2"/>
                        </a:cubicBezTo>
                        <a:cubicBezTo>
                          <a:pt x="7" y="2"/>
                          <a:pt x="6" y="2"/>
                          <a:pt x="6" y="2"/>
                        </a:cubicBezTo>
                        <a:cubicBezTo>
                          <a:pt x="6" y="2"/>
                          <a:pt x="6" y="2"/>
                          <a:pt x="6" y="2"/>
                        </a:cubicBezTo>
                        <a:cubicBezTo>
                          <a:pt x="6" y="2"/>
                          <a:pt x="6" y="2"/>
                          <a:pt x="6" y="2"/>
                        </a:cubicBezTo>
                        <a:cubicBezTo>
                          <a:pt x="6" y="1"/>
                          <a:pt x="6" y="1"/>
                          <a:pt x="6" y="1"/>
                        </a:cubicBezTo>
                        <a:cubicBezTo>
                          <a:pt x="6" y="1"/>
                          <a:pt x="6" y="1"/>
                          <a:pt x="6" y="1"/>
                        </a:cubicBezTo>
                        <a:cubicBezTo>
                          <a:pt x="5" y="1"/>
                          <a:pt x="5" y="1"/>
                          <a:pt x="5" y="1"/>
                        </a:cubicBezTo>
                        <a:lnTo>
                          <a:pt x="4" y="1"/>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2" name="Freeform 716">
                    <a:extLst>
                      <a:ext uri="{FF2B5EF4-FFF2-40B4-BE49-F238E27FC236}">
                        <a16:creationId xmlns:a16="http://schemas.microsoft.com/office/drawing/2014/main" id="{66D20A0F-BC97-EAAA-A955-F44E156B41B7}"/>
                      </a:ext>
                    </a:extLst>
                  </p:cNvPr>
                  <p:cNvSpPr>
                    <a:spLocks/>
                  </p:cNvSpPr>
                  <p:nvPr/>
                </p:nvSpPr>
                <p:spPr bwMode="auto">
                  <a:xfrm>
                    <a:off x="9450388" y="5062538"/>
                    <a:ext cx="25400" cy="30163"/>
                  </a:xfrm>
                  <a:custGeom>
                    <a:avLst/>
                    <a:gdLst>
                      <a:gd name="T0" fmla="*/ 4 w 6"/>
                      <a:gd name="T1" fmla="*/ 0 h 7"/>
                      <a:gd name="T2" fmla="*/ 3 w 6"/>
                      <a:gd name="T3" fmla="*/ 0 h 7"/>
                      <a:gd name="T4" fmla="*/ 3 w 6"/>
                      <a:gd name="T5" fmla="*/ 0 h 7"/>
                      <a:gd name="T6" fmla="*/ 2 w 6"/>
                      <a:gd name="T7" fmla="*/ 0 h 7"/>
                      <a:gd name="T8" fmla="*/ 2 w 6"/>
                      <a:gd name="T9" fmla="*/ 1 h 7"/>
                      <a:gd name="T10" fmla="*/ 2 w 6"/>
                      <a:gd name="T11" fmla="*/ 2 h 7"/>
                      <a:gd name="T12" fmla="*/ 2 w 6"/>
                      <a:gd name="T13" fmla="*/ 2 h 7"/>
                      <a:gd name="T14" fmla="*/ 2 w 6"/>
                      <a:gd name="T15" fmla="*/ 3 h 7"/>
                      <a:gd name="T16" fmla="*/ 2 w 6"/>
                      <a:gd name="T17" fmla="*/ 3 h 7"/>
                      <a:gd name="T18" fmla="*/ 1 w 6"/>
                      <a:gd name="T19" fmla="*/ 3 h 7"/>
                      <a:gd name="T20" fmla="*/ 1 w 6"/>
                      <a:gd name="T21" fmla="*/ 4 h 7"/>
                      <a:gd name="T22" fmla="*/ 1 w 6"/>
                      <a:gd name="T23" fmla="*/ 4 h 7"/>
                      <a:gd name="T24" fmla="*/ 0 w 6"/>
                      <a:gd name="T25" fmla="*/ 4 h 7"/>
                      <a:gd name="T26" fmla="*/ 0 w 6"/>
                      <a:gd name="T27" fmla="*/ 5 h 7"/>
                      <a:gd name="T28" fmla="*/ 1 w 6"/>
                      <a:gd name="T29" fmla="*/ 6 h 7"/>
                      <a:gd name="T30" fmla="*/ 1 w 6"/>
                      <a:gd name="T31" fmla="*/ 6 h 7"/>
                      <a:gd name="T32" fmla="*/ 2 w 6"/>
                      <a:gd name="T33" fmla="*/ 6 h 7"/>
                      <a:gd name="T34" fmla="*/ 2 w 6"/>
                      <a:gd name="T35" fmla="*/ 6 h 7"/>
                      <a:gd name="T36" fmla="*/ 3 w 6"/>
                      <a:gd name="T37" fmla="*/ 6 h 7"/>
                      <a:gd name="T38" fmla="*/ 3 w 6"/>
                      <a:gd name="T39" fmla="*/ 6 h 7"/>
                      <a:gd name="T40" fmla="*/ 3 w 6"/>
                      <a:gd name="T41" fmla="*/ 6 h 7"/>
                      <a:gd name="T42" fmla="*/ 4 w 6"/>
                      <a:gd name="T43" fmla="*/ 7 h 7"/>
                      <a:gd name="T44" fmla="*/ 4 w 6"/>
                      <a:gd name="T45" fmla="*/ 7 h 7"/>
                      <a:gd name="T46" fmla="*/ 5 w 6"/>
                      <a:gd name="T47" fmla="*/ 7 h 7"/>
                      <a:gd name="T48" fmla="*/ 5 w 6"/>
                      <a:gd name="T49" fmla="*/ 7 h 7"/>
                      <a:gd name="T50" fmla="*/ 5 w 6"/>
                      <a:gd name="T51" fmla="*/ 7 h 7"/>
                      <a:gd name="T52" fmla="*/ 6 w 6"/>
                      <a:gd name="T53" fmla="*/ 6 h 7"/>
                      <a:gd name="T54" fmla="*/ 5 w 6"/>
                      <a:gd name="T55" fmla="*/ 6 h 7"/>
                      <a:gd name="T56" fmla="*/ 4 w 6"/>
                      <a:gd name="T57" fmla="*/ 5 h 7"/>
                      <a:gd name="T58" fmla="*/ 4 w 6"/>
                      <a:gd name="T59" fmla="*/ 4 h 7"/>
                      <a:gd name="T60" fmla="*/ 5 w 6"/>
                      <a:gd name="T61" fmla="*/ 4 h 7"/>
                      <a:gd name="T62" fmla="*/ 5 w 6"/>
                      <a:gd name="T63" fmla="*/ 4 h 7"/>
                      <a:gd name="T64" fmla="*/ 6 w 6"/>
                      <a:gd name="T65" fmla="*/ 3 h 7"/>
                      <a:gd name="T66" fmla="*/ 5 w 6"/>
                      <a:gd name="T67" fmla="*/ 2 h 7"/>
                      <a:gd name="T68" fmla="*/ 5 w 6"/>
                      <a:gd name="T69" fmla="*/ 2 h 7"/>
                      <a:gd name="T70" fmla="*/ 5 w 6"/>
                      <a:gd name="T7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7">
                        <a:moveTo>
                          <a:pt x="4" y="0"/>
                        </a:moveTo>
                        <a:cubicBezTo>
                          <a:pt x="4" y="0"/>
                          <a:pt x="4" y="0"/>
                          <a:pt x="4" y="0"/>
                        </a:cubicBezTo>
                        <a:cubicBezTo>
                          <a:pt x="4" y="0"/>
                          <a:pt x="3" y="0"/>
                          <a:pt x="3" y="0"/>
                        </a:cubicBezTo>
                        <a:cubicBezTo>
                          <a:pt x="3" y="0"/>
                          <a:pt x="3" y="0"/>
                          <a:pt x="3" y="0"/>
                        </a:cubicBezTo>
                        <a:cubicBezTo>
                          <a:pt x="3" y="0"/>
                          <a:pt x="3" y="0"/>
                          <a:pt x="3" y="0"/>
                        </a:cubicBezTo>
                        <a:cubicBezTo>
                          <a:pt x="3" y="0"/>
                          <a:pt x="3" y="0"/>
                          <a:pt x="3" y="0"/>
                        </a:cubicBezTo>
                        <a:cubicBezTo>
                          <a:pt x="3" y="0"/>
                          <a:pt x="2" y="0"/>
                          <a:pt x="2" y="0"/>
                        </a:cubicBezTo>
                        <a:cubicBezTo>
                          <a:pt x="2" y="0"/>
                          <a:pt x="2" y="0"/>
                          <a:pt x="2" y="0"/>
                        </a:cubicBezTo>
                        <a:cubicBezTo>
                          <a:pt x="2" y="0"/>
                          <a:pt x="2" y="0"/>
                          <a:pt x="2" y="0"/>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4"/>
                          <a:pt x="1" y="4"/>
                        </a:cubicBezTo>
                        <a:cubicBezTo>
                          <a:pt x="1" y="4"/>
                          <a:pt x="1" y="4"/>
                          <a:pt x="1" y="4"/>
                        </a:cubicBezTo>
                        <a:cubicBezTo>
                          <a:pt x="1" y="4"/>
                          <a:pt x="1" y="4"/>
                          <a:pt x="1" y="4"/>
                        </a:cubicBezTo>
                        <a:cubicBezTo>
                          <a:pt x="0" y="4"/>
                          <a:pt x="0" y="4"/>
                          <a:pt x="0" y="4"/>
                        </a:cubicBezTo>
                        <a:cubicBezTo>
                          <a:pt x="0" y="4"/>
                          <a:pt x="0" y="4"/>
                          <a:pt x="0" y="4"/>
                        </a:cubicBezTo>
                        <a:cubicBezTo>
                          <a:pt x="0" y="4"/>
                          <a:pt x="0" y="5"/>
                          <a:pt x="0" y="5"/>
                        </a:cubicBezTo>
                        <a:cubicBezTo>
                          <a:pt x="0" y="5"/>
                          <a:pt x="0" y="5"/>
                          <a:pt x="0" y="5"/>
                        </a:cubicBezTo>
                        <a:cubicBezTo>
                          <a:pt x="0" y="5"/>
                          <a:pt x="1" y="5"/>
                          <a:pt x="1" y="5"/>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4" y="7"/>
                          <a:pt x="4" y="7"/>
                        </a:cubicBezTo>
                        <a:cubicBezTo>
                          <a:pt x="4" y="7"/>
                          <a:pt x="4" y="7"/>
                          <a:pt x="4" y="7"/>
                        </a:cubicBezTo>
                        <a:cubicBezTo>
                          <a:pt x="4" y="7"/>
                          <a:pt x="4" y="7"/>
                          <a:pt x="4" y="7"/>
                        </a:cubicBezTo>
                        <a:cubicBezTo>
                          <a:pt x="4"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6" y="7"/>
                          <a:pt x="6" y="7"/>
                          <a:pt x="6" y="7"/>
                        </a:cubicBezTo>
                        <a:cubicBezTo>
                          <a:pt x="6" y="7"/>
                          <a:pt x="6" y="6"/>
                          <a:pt x="6" y="6"/>
                        </a:cubicBezTo>
                        <a:cubicBezTo>
                          <a:pt x="6" y="6"/>
                          <a:pt x="6" y="6"/>
                          <a:pt x="6" y="6"/>
                        </a:cubicBezTo>
                        <a:cubicBezTo>
                          <a:pt x="5" y="6"/>
                          <a:pt x="5" y="6"/>
                          <a:pt x="5" y="6"/>
                        </a:cubicBezTo>
                        <a:cubicBezTo>
                          <a:pt x="4" y="5"/>
                          <a:pt x="4" y="5"/>
                          <a:pt x="4" y="5"/>
                        </a:cubicBezTo>
                        <a:cubicBezTo>
                          <a:pt x="4" y="5"/>
                          <a:pt x="4" y="5"/>
                          <a:pt x="4" y="5"/>
                        </a:cubicBezTo>
                        <a:cubicBezTo>
                          <a:pt x="4" y="5"/>
                          <a:pt x="4" y="5"/>
                          <a:pt x="4" y="5"/>
                        </a:cubicBezTo>
                        <a:cubicBezTo>
                          <a:pt x="4" y="5"/>
                          <a:pt x="4" y="4"/>
                          <a:pt x="4" y="4"/>
                        </a:cubicBezTo>
                        <a:cubicBezTo>
                          <a:pt x="4" y="4"/>
                          <a:pt x="4" y="4"/>
                          <a:pt x="4" y="4"/>
                        </a:cubicBezTo>
                        <a:cubicBezTo>
                          <a:pt x="5" y="4"/>
                          <a:pt x="5" y="4"/>
                          <a:pt x="5" y="4"/>
                        </a:cubicBezTo>
                        <a:cubicBezTo>
                          <a:pt x="5" y="4"/>
                          <a:pt x="5" y="4"/>
                          <a:pt x="5" y="4"/>
                        </a:cubicBezTo>
                        <a:cubicBezTo>
                          <a:pt x="5" y="4"/>
                          <a:pt x="5" y="4"/>
                          <a:pt x="5" y="4"/>
                        </a:cubicBezTo>
                        <a:cubicBezTo>
                          <a:pt x="5" y="3"/>
                          <a:pt x="5" y="3"/>
                          <a:pt x="5" y="3"/>
                        </a:cubicBezTo>
                        <a:cubicBezTo>
                          <a:pt x="6" y="3"/>
                          <a:pt x="6" y="3"/>
                          <a:pt x="6" y="3"/>
                        </a:cubicBezTo>
                        <a:cubicBezTo>
                          <a:pt x="5" y="3"/>
                          <a:pt x="5" y="3"/>
                          <a:pt x="5" y="3"/>
                        </a:cubicBezTo>
                        <a:cubicBezTo>
                          <a:pt x="5" y="2"/>
                          <a:pt x="5" y="2"/>
                          <a:pt x="5" y="2"/>
                        </a:cubicBezTo>
                        <a:cubicBezTo>
                          <a:pt x="5" y="2"/>
                          <a:pt x="5" y="2"/>
                          <a:pt x="5" y="2"/>
                        </a:cubicBezTo>
                        <a:cubicBezTo>
                          <a:pt x="5" y="2"/>
                          <a:pt x="5" y="2"/>
                          <a:pt x="5" y="2"/>
                        </a:cubicBezTo>
                        <a:cubicBezTo>
                          <a:pt x="5" y="1"/>
                          <a:pt x="5" y="1"/>
                          <a:pt x="5" y="1"/>
                        </a:cubicBezTo>
                        <a:cubicBezTo>
                          <a:pt x="5" y="0"/>
                          <a:pt x="5" y="0"/>
                          <a:pt x="5" y="0"/>
                        </a:cubicBezTo>
                        <a:cubicBezTo>
                          <a:pt x="4" y="0"/>
                          <a:pt x="4" y="0"/>
                          <a:pt x="4" y="0"/>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3" name="Freeform 717">
                    <a:extLst>
                      <a:ext uri="{FF2B5EF4-FFF2-40B4-BE49-F238E27FC236}">
                        <a16:creationId xmlns:a16="http://schemas.microsoft.com/office/drawing/2014/main" id="{3EF05E30-90E4-D304-ECA2-4734406C176D}"/>
                      </a:ext>
                    </a:extLst>
                  </p:cNvPr>
                  <p:cNvSpPr>
                    <a:spLocks/>
                  </p:cNvSpPr>
                  <p:nvPr/>
                </p:nvSpPr>
                <p:spPr bwMode="auto">
                  <a:xfrm>
                    <a:off x="9504363" y="5116513"/>
                    <a:ext cx="96837" cy="74613"/>
                  </a:xfrm>
                  <a:custGeom>
                    <a:avLst/>
                    <a:gdLst>
                      <a:gd name="T0" fmla="*/ 20 w 23"/>
                      <a:gd name="T1" fmla="*/ 15 h 18"/>
                      <a:gd name="T2" fmla="*/ 18 w 23"/>
                      <a:gd name="T3" fmla="*/ 14 h 18"/>
                      <a:gd name="T4" fmla="*/ 18 w 23"/>
                      <a:gd name="T5" fmla="*/ 15 h 18"/>
                      <a:gd name="T6" fmla="*/ 16 w 23"/>
                      <a:gd name="T7" fmla="*/ 15 h 18"/>
                      <a:gd name="T8" fmla="*/ 14 w 23"/>
                      <a:gd name="T9" fmla="*/ 14 h 18"/>
                      <a:gd name="T10" fmla="*/ 11 w 23"/>
                      <a:gd name="T11" fmla="*/ 12 h 18"/>
                      <a:gd name="T12" fmla="*/ 10 w 23"/>
                      <a:gd name="T13" fmla="*/ 11 h 18"/>
                      <a:gd name="T14" fmla="*/ 9 w 23"/>
                      <a:gd name="T15" fmla="*/ 9 h 18"/>
                      <a:gd name="T16" fmla="*/ 7 w 23"/>
                      <a:gd name="T17" fmla="*/ 7 h 18"/>
                      <a:gd name="T18" fmla="*/ 4 w 23"/>
                      <a:gd name="T19" fmla="*/ 2 h 18"/>
                      <a:gd name="T20" fmla="*/ 2 w 23"/>
                      <a:gd name="T21" fmla="*/ 1 h 18"/>
                      <a:gd name="T22" fmla="*/ 1 w 23"/>
                      <a:gd name="T23" fmla="*/ 1 h 18"/>
                      <a:gd name="T24" fmla="*/ 0 w 23"/>
                      <a:gd name="T25" fmla="*/ 6 h 18"/>
                      <a:gd name="T26" fmla="*/ 1 w 23"/>
                      <a:gd name="T27" fmla="*/ 6 h 18"/>
                      <a:gd name="T28" fmla="*/ 1 w 23"/>
                      <a:gd name="T29" fmla="*/ 7 h 18"/>
                      <a:gd name="T30" fmla="*/ 1 w 23"/>
                      <a:gd name="T31" fmla="*/ 7 h 18"/>
                      <a:gd name="T32" fmla="*/ 1 w 23"/>
                      <a:gd name="T33" fmla="*/ 8 h 18"/>
                      <a:gd name="T34" fmla="*/ 2 w 23"/>
                      <a:gd name="T35" fmla="*/ 9 h 18"/>
                      <a:gd name="T36" fmla="*/ 3 w 23"/>
                      <a:gd name="T37" fmla="*/ 9 h 18"/>
                      <a:gd name="T38" fmla="*/ 4 w 23"/>
                      <a:gd name="T39" fmla="*/ 9 h 18"/>
                      <a:gd name="T40" fmla="*/ 4 w 23"/>
                      <a:gd name="T41" fmla="*/ 10 h 18"/>
                      <a:gd name="T42" fmla="*/ 4 w 23"/>
                      <a:gd name="T43" fmla="*/ 10 h 18"/>
                      <a:gd name="T44" fmla="*/ 4 w 23"/>
                      <a:gd name="T45" fmla="*/ 11 h 18"/>
                      <a:gd name="T46" fmla="*/ 4 w 23"/>
                      <a:gd name="T47" fmla="*/ 11 h 18"/>
                      <a:gd name="T48" fmla="*/ 5 w 23"/>
                      <a:gd name="T49" fmla="*/ 11 h 18"/>
                      <a:gd name="T50" fmla="*/ 5 w 23"/>
                      <a:gd name="T51" fmla="*/ 12 h 18"/>
                      <a:gd name="T52" fmla="*/ 5 w 23"/>
                      <a:gd name="T53" fmla="*/ 12 h 18"/>
                      <a:gd name="T54" fmla="*/ 6 w 23"/>
                      <a:gd name="T55" fmla="*/ 11 h 18"/>
                      <a:gd name="T56" fmla="*/ 6 w 23"/>
                      <a:gd name="T57" fmla="*/ 12 h 18"/>
                      <a:gd name="T58" fmla="*/ 7 w 23"/>
                      <a:gd name="T59" fmla="*/ 13 h 18"/>
                      <a:gd name="T60" fmla="*/ 8 w 23"/>
                      <a:gd name="T61" fmla="*/ 14 h 18"/>
                      <a:gd name="T62" fmla="*/ 8 w 23"/>
                      <a:gd name="T63" fmla="*/ 15 h 18"/>
                      <a:gd name="T64" fmla="*/ 9 w 23"/>
                      <a:gd name="T65" fmla="*/ 16 h 18"/>
                      <a:gd name="T66" fmla="*/ 9 w 23"/>
                      <a:gd name="T67" fmla="*/ 16 h 18"/>
                      <a:gd name="T68" fmla="*/ 10 w 23"/>
                      <a:gd name="T69" fmla="*/ 16 h 18"/>
                      <a:gd name="T70" fmla="*/ 10 w 23"/>
                      <a:gd name="T71" fmla="*/ 16 h 18"/>
                      <a:gd name="T72" fmla="*/ 10 w 23"/>
                      <a:gd name="T73" fmla="*/ 16 h 18"/>
                      <a:gd name="T74" fmla="*/ 11 w 23"/>
                      <a:gd name="T75" fmla="*/ 17 h 18"/>
                      <a:gd name="T76" fmla="*/ 12 w 23"/>
                      <a:gd name="T77" fmla="*/ 17 h 18"/>
                      <a:gd name="T78" fmla="*/ 12 w 23"/>
                      <a:gd name="T79" fmla="*/ 16 h 18"/>
                      <a:gd name="T80" fmla="*/ 12 w 23"/>
                      <a:gd name="T81" fmla="*/ 16 h 18"/>
                      <a:gd name="T82" fmla="*/ 13 w 23"/>
                      <a:gd name="T83" fmla="*/ 17 h 18"/>
                      <a:gd name="T84" fmla="*/ 14 w 23"/>
                      <a:gd name="T85" fmla="*/ 17 h 18"/>
                      <a:gd name="T86" fmla="*/ 14 w 23"/>
                      <a:gd name="T87" fmla="*/ 17 h 18"/>
                      <a:gd name="T88" fmla="*/ 15 w 23"/>
                      <a:gd name="T89" fmla="*/ 17 h 18"/>
                      <a:gd name="T90" fmla="*/ 16 w 23"/>
                      <a:gd name="T91" fmla="*/ 17 h 18"/>
                      <a:gd name="T92" fmla="*/ 16 w 23"/>
                      <a:gd name="T93" fmla="*/ 17 h 18"/>
                      <a:gd name="T94" fmla="*/ 17 w 23"/>
                      <a:gd name="T95" fmla="*/ 17 h 18"/>
                      <a:gd name="T96" fmla="*/ 18 w 23"/>
                      <a:gd name="T97" fmla="*/ 17 h 18"/>
                      <a:gd name="T98" fmla="*/ 19 w 23"/>
                      <a:gd name="T99" fmla="*/ 17 h 18"/>
                      <a:gd name="T100" fmla="*/ 21 w 23"/>
                      <a:gd name="T101" fmla="*/ 18 h 18"/>
                      <a:gd name="T102" fmla="*/ 21 w 23"/>
                      <a:gd name="T103" fmla="*/ 18 h 18"/>
                      <a:gd name="T104" fmla="*/ 23 w 23"/>
                      <a:gd name="T10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 h="18">
                        <a:moveTo>
                          <a:pt x="22" y="16"/>
                        </a:moveTo>
                        <a:cubicBezTo>
                          <a:pt x="21" y="16"/>
                          <a:pt x="21" y="16"/>
                          <a:pt x="21" y="16"/>
                        </a:cubicBezTo>
                        <a:cubicBezTo>
                          <a:pt x="21" y="15"/>
                          <a:pt x="21" y="15"/>
                          <a:pt x="21" y="15"/>
                        </a:cubicBezTo>
                        <a:cubicBezTo>
                          <a:pt x="21" y="15"/>
                          <a:pt x="20" y="15"/>
                          <a:pt x="20" y="15"/>
                        </a:cubicBezTo>
                        <a:cubicBezTo>
                          <a:pt x="20" y="15"/>
                          <a:pt x="20" y="15"/>
                          <a:pt x="20" y="15"/>
                        </a:cubicBezTo>
                        <a:cubicBezTo>
                          <a:pt x="20" y="15"/>
                          <a:pt x="20" y="15"/>
                          <a:pt x="20" y="15"/>
                        </a:cubicBezTo>
                        <a:cubicBezTo>
                          <a:pt x="20" y="15"/>
                          <a:pt x="20" y="14"/>
                          <a:pt x="20" y="14"/>
                        </a:cubicBezTo>
                        <a:cubicBezTo>
                          <a:pt x="20" y="14"/>
                          <a:pt x="19" y="14"/>
                          <a:pt x="19" y="14"/>
                        </a:cubicBezTo>
                        <a:cubicBezTo>
                          <a:pt x="19" y="14"/>
                          <a:pt x="19" y="14"/>
                          <a:pt x="19" y="14"/>
                        </a:cubicBezTo>
                        <a:cubicBezTo>
                          <a:pt x="19" y="14"/>
                          <a:pt x="19" y="14"/>
                          <a:pt x="19" y="14"/>
                        </a:cubicBezTo>
                        <a:cubicBezTo>
                          <a:pt x="19" y="14"/>
                          <a:pt x="19" y="14"/>
                          <a:pt x="19" y="14"/>
                        </a:cubicBezTo>
                        <a:cubicBezTo>
                          <a:pt x="19"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5"/>
                          <a:pt x="18" y="15"/>
                        </a:cubicBezTo>
                        <a:cubicBezTo>
                          <a:pt x="18" y="15"/>
                          <a:pt x="18" y="15"/>
                          <a:pt x="18" y="15"/>
                        </a:cubicBezTo>
                        <a:cubicBezTo>
                          <a:pt x="18" y="15"/>
                          <a:pt x="18" y="15"/>
                          <a:pt x="18" y="15"/>
                        </a:cubicBezTo>
                        <a:cubicBezTo>
                          <a:pt x="17" y="15"/>
                          <a:pt x="17" y="15"/>
                          <a:pt x="17" y="15"/>
                        </a:cubicBezTo>
                        <a:cubicBezTo>
                          <a:pt x="17" y="15"/>
                          <a:pt x="17" y="15"/>
                          <a:pt x="17" y="15"/>
                        </a:cubicBezTo>
                        <a:cubicBezTo>
                          <a:pt x="17" y="15"/>
                          <a:pt x="17" y="15"/>
                          <a:pt x="17" y="15"/>
                        </a:cubicBezTo>
                        <a:cubicBezTo>
                          <a:pt x="17" y="15"/>
                          <a:pt x="17" y="15"/>
                          <a:pt x="17" y="15"/>
                        </a:cubicBezTo>
                        <a:cubicBezTo>
                          <a:pt x="16" y="15"/>
                          <a:pt x="16" y="15"/>
                          <a:pt x="16" y="15"/>
                        </a:cubicBezTo>
                        <a:cubicBezTo>
                          <a:pt x="16" y="15"/>
                          <a:pt x="16" y="15"/>
                          <a:pt x="16" y="15"/>
                        </a:cubicBezTo>
                        <a:cubicBezTo>
                          <a:pt x="15" y="15"/>
                          <a:pt x="15" y="15"/>
                          <a:pt x="15" y="15"/>
                        </a:cubicBezTo>
                        <a:cubicBezTo>
                          <a:pt x="15" y="15"/>
                          <a:pt x="15" y="15"/>
                          <a:pt x="15" y="15"/>
                        </a:cubicBezTo>
                        <a:cubicBezTo>
                          <a:pt x="14" y="14"/>
                          <a:pt x="14" y="14"/>
                          <a:pt x="14" y="14"/>
                        </a:cubicBezTo>
                        <a:cubicBezTo>
                          <a:pt x="14" y="14"/>
                          <a:pt x="14" y="14"/>
                          <a:pt x="14" y="14"/>
                        </a:cubicBezTo>
                        <a:cubicBezTo>
                          <a:pt x="14" y="14"/>
                          <a:pt x="14" y="14"/>
                          <a:pt x="14" y="14"/>
                        </a:cubicBezTo>
                        <a:cubicBezTo>
                          <a:pt x="14" y="14"/>
                          <a:pt x="13" y="14"/>
                          <a:pt x="13" y="14"/>
                        </a:cubicBezTo>
                        <a:cubicBezTo>
                          <a:pt x="13" y="14"/>
                          <a:pt x="13" y="14"/>
                          <a:pt x="13" y="14"/>
                        </a:cubicBezTo>
                        <a:cubicBezTo>
                          <a:pt x="13" y="14"/>
                          <a:pt x="13" y="13"/>
                          <a:pt x="13" y="13"/>
                        </a:cubicBezTo>
                        <a:cubicBezTo>
                          <a:pt x="12" y="13"/>
                          <a:pt x="12" y="13"/>
                          <a:pt x="12" y="13"/>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1"/>
                          <a:pt x="11" y="11"/>
                        </a:cubicBezTo>
                        <a:cubicBezTo>
                          <a:pt x="11" y="11"/>
                          <a:pt x="11" y="11"/>
                          <a:pt x="11" y="11"/>
                        </a:cubicBezTo>
                        <a:cubicBezTo>
                          <a:pt x="11" y="11"/>
                          <a:pt x="11" y="11"/>
                          <a:pt x="11" y="11"/>
                        </a:cubicBezTo>
                        <a:cubicBezTo>
                          <a:pt x="11" y="11"/>
                          <a:pt x="10" y="11"/>
                          <a:pt x="10" y="11"/>
                        </a:cubicBezTo>
                        <a:cubicBezTo>
                          <a:pt x="10" y="11"/>
                          <a:pt x="10" y="10"/>
                          <a:pt x="10" y="10"/>
                        </a:cubicBezTo>
                        <a:cubicBezTo>
                          <a:pt x="10" y="10"/>
                          <a:pt x="10" y="10"/>
                          <a:pt x="10" y="10"/>
                        </a:cubicBezTo>
                        <a:cubicBezTo>
                          <a:pt x="10" y="10"/>
                          <a:pt x="9" y="10"/>
                          <a:pt x="9" y="10"/>
                        </a:cubicBezTo>
                        <a:cubicBezTo>
                          <a:pt x="9" y="10"/>
                          <a:pt x="9" y="9"/>
                          <a:pt x="9" y="9"/>
                        </a:cubicBezTo>
                        <a:cubicBezTo>
                          <a:pt x="9" y="9"/>
                          <a:pt x="9" y="9"/>
                          <a:pt x="9" y="9"/>
                        </a:cubicBezTo>
                        <a:cubicBezTo>
                          <a:pt x="9" y="9"/>
                          <a:pt x="9" y="9"/>
                          <a:pt x="9" y="9"/>
                        </a:cubicBezTo>
                        <a:cubicBezTo>
                          <a:pt x="9" y="9"/>
                          <a:pt x="8" y="9"/>
                          <a:pt x="8" y="8"/>
                        </a:cubicBezTo>
                        <a:cubicBezTo>
                          <a:pt x="8" y="8"/>
                          <a:pt x="8" y="8"/>
                          <a:pt x="8" y="8"/>
                        </a:cubicBezTo>
                        <a:cubicBezTo>
                          <a:pt x="8" y="8"/>
                          <a:pt x="8" y="8"/>
                          <a:pt x="8" y="8"/>
                        </a:cubicBezTo>
                        <a:cubicBezTo>
                          <a:pt x="8" y="8"/>
                          <a:pt x="8" y="8"/>
                          <a:pt x="8" y="8"/>
                        </a:cubicBezTo>
                        <a:cubicBezTo>
                          <a:pt x="8" y="8"/>
                          <a:pt x="8" y="8"/>
                          <a:pt x="8" y="8"/>
                        </a:cubicBezTo>
                        <a:cubicBezTo>
                          <a:pt x="7" y="7"/>
                          <a:pt x="7" y="7"/>
                          <a:pt x="7" y="7"/>
                        </a:cubicBezTo>
                        <a:cubicBezTo>
                          <a:pt x="7" y="7"/>
                          <a:pt x="7" y="7"/>
                          <a:pt x="7" y="7"/>
                        </a:cubicBezTo>
                        <a:cubicBezTo>
                          <a:pt x="9" y="6"/>
                          <a:pt x="9" y="6"/>
                          <a:pt x="9" y="6"/>
                        </a:cubicBezTo>
                        <a:cubicBezTo>
                          <a:pt x="7" y="4"/>
                          <a:pt x="7" y="4"/>
                          <a:pt x="7" y="4"/>
                        </a:cubicBezTo>
                        <a:cubicBezTo>
                          <a:pt x="7" y="4"/>
                          <a:pt x="7" y="4"/>
                          <a:pt x="7" y="4"/>
                        </a:cubicBezTo>
                        <a:cubicBezTo>
                          <a:pt x="4" y="2"/>
                          <a:pt x="4" y="2"/>
                          <a:pt x="4" y="2"/>
                        </a:cubicBezTo>
                        <a:cubicBezTo>
                          <a:pt x="4" y="2"/>
                          <a:pt x="4" y="2"/>
                          <a:pt x="4" y="2"/>
                        </a:cubicBezTo>
                        <a:cubicBezTo>
                          <a:pt x="4" y="2"/>
                          <a:pt x="4" y="2"/>
                          <a:pt x="4" y="2"/>
                        </a:cubicBezTo>
                        <a:cubicBezTo>
                          <a:pt x="4" y="2"/>
                          <a:pt x="3" y="2"/>
                          <a:pt x="3" y="2"/>
                        </a:cubicBezTo>
                        <a:cubicBezTo>
                          <a:pt x="3" y="2"/>
                          <a:pt x="3" y="2"/>
                          <a:pt x="3" y="2"/>
                        </a:cubicBezTo>
                        <a:cubicBezTo>
                          <a:pt x="3" y="2"/>
                          <a:pt x="3" y="1"/>
                          <a:pt x="3" y="1"/>
                        </a:cubicBezTo>
                        <a:cubicBezTo>
                          <a:pt x="3" y="1"/>
                          <a:pt x="3" y="2"/>
                          <a:pt x="3" y="1"/>
                        </a:cubicBezTo>
                        <a:cubicBezTo>
                          <a:pt x="3" y="1"/>
                          <a:pt x="2" y="1"/>
                          <a:pt x="2" y="1"/>
                        </a:cubicBezTo>
                        <a:cubicBezTo>
                          <a:pt x="2" y="1"/>
                          <a:pt x="2" y="1"/>
                          <a:pt x="2" y="1"/>
                        </a:cubicBezTo>
                        <a:cubicBezTo>
                          <a:pt x="2" y="1"/>
                          <a:pt x="2" y="1"/>
                          <a:pt x="2" y="1"/>
                        </a:cubicBezTo>
                        <a:cubicBezTo>
                          <a:pt x="2" y="0"/>
                          <a:pt x="2" y="0"/>
                          <a:pt x="2" y="0"/>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1" y="6"/>
                        </a:cubicBezTo>
                        <a:cubicBezTo>
                          <a:pt x="1" y="6"/>
                          <a:pt x="1" y="6"/>
                          <a:pt x="1" y="6"/>
                        </a:cubicBezTo>
                        <a:cubicBezTo>
                          <a:pt x="1" y="6"/>
                          <a:pt x="1" y="6"/>
                          <a:pt x="1" y="6"/>
                        </a:cubicBezTo>
                        <a:cubicBezTo>
                          <a:pt x="1" y="6"/>
                          <a:pt x="1" y="6"/>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2" y="7"/>
                          <a:pt x="2" y="7"/>
                        </a:cubicBezTo>
                        <a:cubicBezTo>
                          <a:pt x="2" y="8"/>
                          <a:pt x="2" y="8"/>
                          <a:pt x="2" y="8"/>
                        </a:cubicBezTo>
                        <a:cubicBezTo>
                          <a:pt x="2" y="8"/>
                          <a:pt x="2" y="8"/>
                          <a:pt x="2" y="8"/>
                        </a:cubicBezTo>
                        <a:cubicBezTo>
                          <a:pt x="2" y="8"/>
                          <a:pt x="2"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9"/>
                        </a:cubicBezTo>
                        <a:cubicBezTo>
                          <a:pt x="2" y="9"/>
                          <a:pt x="2" y="9"/>
                          <a:pt x="2" y="9"/>
                        </a:cubicBezTo>
                        <a:cubicBezTo>
                          <a:pt x="2" y="9"/>
                          <a:pt x="2" y="9"/>
                          <a:pt x="2" y="9"/>
                        </a:cubicBezTo>
                        <a:cubicBezTo>
                          <a:pt x="2"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4" y="10"/>
                          <a:pt x="4" y="10"/>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5" y="11"/>
                          <a:pt x="5" y="11"/>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1"/>
                          <a:pt x="5" y="11"/>
                        </a:cubicBezTo>
                        <a:cubicBezTo>
                          <a:pt x="5" y="11"/>
                          <a:pt x="5" y="11"/>
                          <a:pt x="5" y="11"/>
                        </a:cubicBezTo>
                        <a:cubicBezTo>
                          <a:pt x="5" y="11"/>
                          <a:pt x="5" y="11"/>
                          <a:pt x="5" y="11"/>
                        </a:cubicBezTo>
                        <a:cubicBezTo>
                          <a:pt x="5" y="11"/>
                          <a:pt x="5" y="11"/>
                          <a:pt x="5"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4"/>
                          <a:pt x="7" y="14"/>
                        </a:cubicBezTo>
                        <a:cubicBezTo>
                          <a:pt x="7" y="14"/>
                          <a:pt x="8" y="14"/>
                          <a:pt x="8" y="14"/>
                        </a:cubicBezTo>
                        <a:cubicBezTo>
                          <a:pt x="8" y="14"/>
                          <a:pt x="8" y="14"/>
                          <a:pt x="8" y="14"/>
                        </a:cubicBezTo>
                        <a:cubicBezTo>
                          <a:pt x="8" y="14"/>
                          <a:pt x="8" y="14"/>
                          <a:pt x="8" y="14"/>
                        </a:cubicBezTo>
                        <a:cubicBezTo>
                          <a:pt x="8" y="14"/>
                          <a:pt x="8" y="14"/>
                          <a:pt x="8" y="14"/>
                        </a:cubicBezTo>
                        <a:cubicBezTo>
                          <a:pt x="8" y="14"/>
                          <a:pt x="8" y="14"/>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7"/>
                          <a:pt x="11" y="17"/>
                          <a:pt x="11" y="17"/>
                        </a:cubicBezTo>
                        <a:cubicBezTo>
                          <a:pt x="11" y="17"/>
                          <a:pt x="11" y="17"/>
                          <a:pt x="11" y="17"/>
                        </a:cubicBezTo>
                        <a:cubicBezTo>
                          <a:pt x="11" y="17"/>
                          <a:pt x="11" y="17"/>
                          <a:pt x="11" y="17"/>
                        </a:cubicBezTo>
                        <a:cubicBezTo>
                          <a:pt x="11" y="17"/>
                          <a:pt x="11" y="17"/>
                          <a:pt x="11" y="17"/>
                        </a:cubicBezTo>
                        <a:cubicBezTo>
                          <a:pt x="11" y="17"/>
                          <a:pt x="12" y="17"/>
                          <a:pt x="12" y="17"/>
                        </a:cubicBezTo>
                        <a:cubicBezTo>
                          <a:pt x="12" y="17"/>
                          <a:pt x="12" y="17"/>
                          <a:pt x="12" y="17"/>
                        </a:cubicBezTo>
                        <a:cubicBezTo>
                          <a:pt x="12" y="17"/>
                          <a:pt x="12" y="17"/>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3" y="16"/>
                        </a:cubicBezTo>
                        <a:cubicBezTo>
                          <a:pt x="13" y="16"/>
                          <a:pt x="13" y="16"/>
                          <a:pt x="13" y="16"/>
                        </a:cubicBezTo>
                        <a:cubicBezTo>
                          <a:pt x="13" y="16"/>
                          <a:pt x="13" y="16"/>
                          <a:pt x="13" y="16"/>
                        </a:cubicBezTo>
                        <a:cubicBezTo>
                          <a:pt x="13" y="16"/>
                          <a:pt x="13" y="16"/>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7" y="17"/>
                          <a:pt x="17" y="17"/>
                        </a:cubicBezTo>
                        <a:cubicBezTo>
                          <a:pt x="17" y="17"/>
                          <a:pt x="17" y="17"/>
                          <a:pt x="17" y="17"/>
                        </a:cubicBezTo>
                        <a:cubicBezTo>
                          <a:pt x="17" y="17"/>
                          <a:pt x="18" y="18"/>
                          <a:pt x="18" y="18"/>
                        </a:cubicBezTo>
                        <a:cubicBezTo>
                          <a:pt x="18" y="18"/>
                          <a:pt x="18" y="18"/>
                          <a:pt x="18" y="18"/>
                        </a:cubicBezTo>
                        <a:cubicBezTo>
                          <a:pt x="18" y="18"/>
                          <a:pt x="18" y="18"/>
                          <a:pt x="18" y="18"/>
                        </a:cubicBezTo>
                        <a:cubicBezTo>
                          <a:pt x="18" y="18"/>
                          <a:pt x="18" y="17"/>
                          <a:pt x="18" y="17"/>
                        </a:cubicBezTo>
                        <a:cubicBezTo>
                          <a:pt x="18" y="17"/>
                          <a:pt x="18" y="17"/>
                          <a:pt x="18" y="17"/>
                        </a:cubicBezTo>
                        <a:cubicBezTo>
                          <a:pt x="18" y="17"/>
                          <a:pt x="18" y="17"/>
                          <a:pt x="18" y="17"/>
                        </a:cubicBezTo>
                        <a:cubicBezTo>
                          <a:pt x="18"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20" y="18"/>
                          <a:pt x="20" y="18"/>
                        </a:cubicBezTo>
                        <a:cubicBezTo>
                          <a:pt x="20" y="18"/>
                          <a:pt x="20" y="18"/>
                          <a:pt x="20" y="18"/>
                        </a:cubicBezTo>
                        <a:cubicBezTo>
                          <a:pt x="20" y="18"/>
                          <a:pt x="20" y="18"/>
                          <a:pt x="20" y="18"/>
                        </a:cubicBezTo>
                        <a:cubicBezTo>
                          <a:pt x="20" y="18"/>
                          <a:pt x="20" y="18"/>
                          <a:pt x="20" y="18"/>
                        </a:cubicBezTo>
                        <a:cubicBezTo>
                          <a:pt x="20" y="18"/>
                          <a:pt x="20"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2" y="18"/>
                        </a:cubicBezTo>
                        <a:cubicBezTo>
                          <a:pt x="22" y="18"/>
                          <a:pt x="22" y="18"/>
                          <a:pt x="22" y="18"/>
                        </a:cubicBezTo>
                        <a:cubicBezTo>
                          <a:pt x="22" y="18"/>
                          <a:pt x="22" y="18"/>
                          <a:pt x="22" y="18"/>
                        </a:cubicBezTo>
                        <a:cubicBezTo>
                          <a:pt x="22" y="18"/>
                          <a:pt x="22" y="18"/>
                          <a:pt x="22" y="18"/>
                        </a:cubicBezTo>
                        <a:cubicBezTo>
                          <a:pt x="22" y="18"/>
                          <a:pt x="22" y="18"/>
                          <a:pt x="23" y="18"/>
                        </a:cubicBezTo>
                        <a:cubicBezTo>
                          <a:pt x="23" y="16"/>
                          <a:pt x="23" y="16"/>
                          <a:pt x="23" y="16"/>
                        </a:cubicBezTo>
                        <a:lnTo>
                          <a:pt x="22" y="16"/>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3" name="Group 942">
                  <a:extLst>
                    <a:ext uri="{FF2B5EF4-FFF2-40B4-BE49-F238E27FC236}">
                      <a16:creationId xmlns:a16="http://schemas.microsoft.com/office/drawing/2014/main" id="{4EBDAC1F-923F-661A-CE9D-DAB6824BE8B7}"/>
                    </a:ext>
                  </a:extLst>
                </p:cNvPr>
                <p:cNvGrpSpPr/>
                <p:nvPr/>
              </p:nvGrpSpPr>
              <p:grpSpPr>
                <a:xfrm>
                  <a:off x="10066338" y="5942013"/>
                  <a:ext cx="503237" cy="561975"/>
                  <a:chOff x="10066338" y="5942013"/>
                  <a:chExt cx="503237" cy="561975"/>
                </a:xfrm>
                <a:grpFill/>
              </p:grpSpPr>
              <p:sp>
                <p:nvSpPr>
                  <p:cNvPr id="958" name="Freeform 718">
                    <a:extLst>
                      <a:ext uri="{FF2B5EF4-FFF2-40B4-BE49-F238E27FC236}">
                        <a16:creationId xmlns:a16="http://schemas.microsoft.com/office/drawing/2014/main" id="{CA29572C-432E-80C5-36F1-8B25FBF6F2D6}"/>
                      </a:ext>
                    </a:extLst>
                  </p:cNvPr>
                  <p:cNvSpPr>
                    <a:spLocks/>
                  </p:cNvSpPr>
                  <p:nvPr/>
                </p:nvSpPr>
                <p:spPr bwMode="auto">
                  <a:xfrm>
                    <a:off x="10117138" y="6167438"/>
                    <a:ext cx="133350" cy="149225"/>
                  </a:xfrm>
                  <a:custGeom>
                    <a:avLst/>
                    <a:gdLst>
                      <a:gd name="T0" fmla="*/ 13 w 32"/>
                      <a:gd name="T1" fmla="*/ 29 h 36"/>
                      <a:gd name="T2" fmla="*/ 14 w 32"/>
                      <a:gd name="T3" fmla="*/ 28 h 36"/>
                      <a:gd name="T4" fmla="*/ 14 w 32"/>
                      <a:gd name="T5" fmla="*/ 26 h 36"/>
                      <a:gd name="T6" fmla="*/ 16 w 32"/>
                      <a:gd name="T7" fmla="*/ 26 h 36"/>
                      <a:gd name="T8" fmla="*/ 17 w 32"/>
                      <a:gd name="T9" fmla="*/ 25 h 36"/>
                      <a:gd name="T10" fmla="*/ 19 w 32"/>
                      <a:gd name="T11" fmla="*/ 24 h 36"/>
                      <a:gd name="T12" fmla="*/ 20 w 32"/>
                      <a:gd name="T13" fmla="*/ 23 h 36"/>
                      <a:gd name="T14" fmla="*/ 22 w 32"/>
                      <a:gd name="T15" fmla="*/ 21 h 36"/>
                      <a:gd name="T16" fmla="*/ 24 w 32"/>
                      <a:gd name="T17" fmla="*/ 20 h 36"/>
                      <a:gd name="T18" fmla="*/ 26 w 32"/>
                      <a:gd name="T19" fmla="*/ 20 h 36"/>
                      <a:gd name="T20" fmla="*/ 27 w 32"/>
                      <a:gd name="T21" fmla="*/ 19 h 36"/>
                      <a:gd name="T22" fmla="*/ 28 w 32"/>
                      <a:gd name="T23" fmla="*/ 17 h 36"/>
                      <a:gd name="T24" fmla="*/ 29 w 32"/>
                      <a:gd name="T25" fmla="*/ 16 h 36"/>
                      <a:gd name="T26" fmla="*/ 30 w 32"/>
                      <a:gd name="T27" fmla="*/ 15 h 36"/>
                      <a:gd name="T28" fmla="*/ 30 w 32"/>
                      <a:gd name="T29" fmla="*/ 14 h 36"/>
                      <a:gd name="T30" fmla="*/ 30 w 32"/>
                      <a:gd name="T31" fmla="*/ 13 h 36"/>
                      <a:gd name="T32" fmla="*/ 29 w 32"/>
                      <a:gd name="T33" fmla="*/ 12 h 36"/>
                      <a:gd name="T34" fmla="*/ 28 w 32"/>
                      <a:gd name="T35" fmla="*/ 11 h 36"/>
                      <a:gd name="T36" fmla="*/ 28 w 32"/>
                      <a:gd name="T37" fmla="*/ 10 h 36"/>
                      <a:gd name="T38" fmla="*/ 28 w 32"/>
                      <a:gd name="T39" fmla="*/ 9 h 36"/>
                      <a:gd name="T40" fmla="*/ 29 w 32"/>
                      <a:gd name="T41" fmla="*/ 8 h 36"/>
                      <a:gd name="T42" fmla="*/ 30 w 32"/>
                      <a:gd name="T43" fmla="*/ 8 h 36"/>
                      <a:gd name="T44" fmla="*/ 30 w 32"/>
                      <a:gd name="T45" fmla="*/ 6 h 36"/>
                      <a:gd name="T46" fmla="*/ 31 w 32"/>
                      <a:gd name="T47" fmla="*/ 6 h 36"/>
                      <a:gd name="T48" fmla="*/ 32 w 32"/>
                      <a:gd name="T49" fmla="*/ 4 h 36"/>
                      <a:gd name="T50" fmla="*/ 32 w 32"/>
                      <a:gd name="T51" fmla="*/ 4 h 36"/>
                      <a:gd name="T52" fmla="*/ 31 w 32"/>
                      <a:gd name="T53" fmla="*/ 2 h 36"/>
                      <a:gd name="T54" fmla="*/ 30 w 32"/>
                      <a:gd name="T55" fmla="*/ 2 h 36"/>
                      <a:gd name="T56" fmla="*/ 30 w 32"/>
                      <a:gd name="T57" fmla="*/ 2 h 36"/>
                      <a:gd name="T58" fmla="*/ 29 w 32"/>
                      <a:gd name="T59" fmla="*/ 1 h 36"/>
                      <a:gd name="T60" fmla="*/ 29 w 32"/>
                      <a:gd name="T61" fmla="*/ 0 h 36"/>
                      <a:gd name="T62" fmla="*/ 28 w 32"/>
                      <a:gd name="T63" fmla="*/ 1 h 36"/>
                      <a:gd name="T64" fmla="*/ 28 w 32"/>
                      <a:gd name="T65" fmla="*/ 4 h 36"/>
                      <a:gd name="T66" fmla="*/ 27 w 32"/>
                      <a:gd name="T67" fmla="*/ 7 h 36"/>
                      <a:gd name="T68" fmla="*/ 26 w 32"/>
                      <a:gd name="T69" fmla="*/ 8 h 36"/>
                      <a:gd name="T70" fmla="*/ 24 w 32"/>
                      <a:gd name="T71" fmla="*/ 9 h 36"/>
                      <a:gd name="T72" fmla="*/ 23 w 32"/>
                      <a:gd name="T73" fmla="*/ 11 h 36"/>
                      <a:gd name="T74" fmla="*/ 22 w 32"/>
                      <a:gd name="T75" fmla="*/ 15 h 36"/>
                      <a:gd name="T76" fmla="*/ 20 w 32"/>
                      <a:gd name="T77" fmla="*/ 19 h 36"/>
                      <a:gd name="T78" fmla="*/ 19 w 32"/>
                      <a:gd name="T79" fmla="*/ 20 h 36"/>
                      <a:gd name="T80" fmla="*/ 18 w 32"/>
                      <a:gd name="T81" fmla="*/ 21 h 36"/>
                      <a:gd name="T82" fmla="*/ 15 w 32"/>
                      <a:gd name="T83" fmla="*/ 22 h 36"/>
                      <a:gd name="T84" fmla="*/ 15 w 32"/>
                      <a:gd name="T85" fmla="*/ 23 h 36"/>
                      <a:gd name="T86" fmla="*/ 14 w 32"/>
                      <a:gd name="T87" fmla="*/ 24 h 36"/>
                      <a:gd name="T88" fmla="*/ 12 w 32"/>
                      <a:gd name="T89" fmla="*/ 26 h 36"/>
                      <a:gd name="T90" fmla="*/ 11 w 32"/>
                      <a:gd name="T91" fmla="*/ 27 h 36"/>
                      <a:gd name="T92" fmla="*/ 9 w 32"/>
                      <a:gd name="T93" fmla="*/ 27 h 36"/>
                      <a:gd name="T94" fmla="*/ 8 w 32"/>
                      <a:gd name="T95" fmla="*/ 28 h 36"/>
                      <a:gd name="T96" fmla="*/ 6 w 32"/>
                      <a:gd name="T97" fmla="*/ 30 h 36"/>
                      <a:gd name="T98" fmla="*/ 4 w 32"/>
                      <a:gd name="T99" fmla="*/ 31 h 36"/>
                      <a:gd name="T100" fmla="*/ 2 w 32"/>
                      <a:gd name="T101" fmla="*/ 31 h 36"/>
                      <a:gd name="T102" fmla="*/ 0 w 32"/>
                      <a:gd name="T103" fmla="*/ 33 h 36"/>
                      <a:gd name="T104" fmla="*/ 0 w 32"/>
                      <a:gd name="T105" fmla="*/ 34 h 36"/>
                      <a:gd name="T106" fmla="*/ 2 w 32"/>
                      <a:gd name="T107" fmla="*/ 34 h 36"/>
                      <a:gd name="T108" fmla="*/ 2 w 32"/>
                      <a:gd name="T109" fmla="*/ 35 h 36"/>
                      <a:gd name="T110" fmla="*/ 2 w 32"/>
                      <a:gd name="T111" fmla="*/ 36 h 36"/>
                      <a:gd name="T112" fmla="*/ 4 w 32"/>
                      <a:gd name="T113" fmla="*/ 35 h 36"/>
                      <a:gd name="T114" fmla="*/ 5 w 32"/>
                      <a:gd name="T115" fmla="*/ 34 h 36"/>
                      <a:gd name="T116" fmla="*/ 6 w 32"/>
                      <a:gd name="T117" fmla="*/ 33 h 36"/>
                      <a:gd name="T118" fmla="*/ 7 w 32"/>
                      <a:gd name="T119" fmla="*/ 32 h 36"/>
                      <a:gd name="T120" fmla="*/ 9 w 32"/>
                      <a:gd name="T121" fmla="*/ 32 h 36"/>
                      <a:gd name="T122" fmla="*/ 10 w 32"/>
                      <a:gd name="T123" fmla="*/ 31 h 36"/>
                      <a:gd name="T124" fmla="*/ 11 w 32"/>
                      <a:gd name="T125"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 h="36">
                        <a:moveTo>
                          <a:pt x="12" y="30"/>
                        </a:moveTo>
                        <a:cubicBezTo>
                          <a:pt x="12" y="29"/>
                          <a:pt x="12" y="29"/>
                          <a:pt x="12" y="29"/>
                        </a:cubicBezTo>
                        <a:cubicBezTo>
                          <a:pt x="13" y="29"/>
                          <a:pt x="13" y="29"/>
                          <a:pt x="13" y="29"/>
                        </a:cubicBezTo>
                        <a:cubicBezTo>
                          <a:pt x="13" y="29"/>
                          <a:pt x="13" y="29"/>
                          <a:pt x="13" y="29"/>
                        </a:cubicBezTo>
                        <a:cubicBezTo>
                          <a:pt x="13" y="29"/>
                          <a:pt x="13" y="28"/>
                          <a:pt x="13" y="28"/>
                        </a:cubicBezTo>
                        <a:cubicBezTo>
                          <a:pt x="13" y="28"/>
                          <a:pt x="13" y="28"/>
                          <a:pt x="13" y="28"/>
                        </a:cubicBezTo>
                        <a:cubicBezTo>
                          <a:pt x="13" y="28"/>
                          <a:pt x="13" y="28"/>
                          <a:pt x="13" y="28"/>
                        </a:cubicBezTo>
                        <a:cubicBezTo>
                          <a:pt x="14" y="28"/>
                          <a:pt x="14" y="28"/>
                          <a:pt x="14" y="28"/>
                        </a:cubicBezTo>
                        <a:cubicBezTo>
                          <a:pt x="14" y="27"/>
                          <a:pt x="14" y="27"/>
                          <a:pt x="14" y="27"/>
                        </a:cubicBezTo>
                        <a:cubicBezTo>
                          <a:pt x="14" y="27"/>
                          <a:pt x="14" y="27"/>
                          <a:pt x="14" y="27"/>
                        </a:cubicBezTo>
                        <a:cubicBezTo>
                          <a:pt x="14" y="27"/>
                          <a:pt x="14" y="27"/>
                          <a:pt x="14" y="27"/>
                        </a:cubicBezTo>
                        <a:cubicBezTo>
                          <a:pt x="14" y="27"/>
                          <a:pt x="14" y="27"/>
                          <a:pt x="14" y="26"/>
                        </a:cubicBezTo>
                        <a:cubicBezTo>
                          <a:pt x="14" y="26"/>
                          <a:pt x="15" y="26"/>
                          <a:pt x="15" y="26"/>
                        </a:cubicBezTo>
                        <a:cubicBezTo>
                          <a:pt x="15" y="26"/>
                          <a:pt x="15" y="26"/>
                          <a:pt x="15" y="26"/>
                        </a:cubicBezTo>
                        <a:cubicBezTo>
                          <a:pt x="15" y="26"/>
                          <a:pt x="15" y="26"/>
                          <a:pt x="15" y="26"/>
                        </a:cubicBezTo>
                        <a:cubicBezTo>
                          <a:pt x="16" y="26"/>
                          <a:pt x="16" y="26"/>
                          <a:pt x="16" y="26"/>
                        </a:cubicBezTo>
                        <a:cubicBezTo>
                          <a:pt x="16" y="26"/>
                          <a:pt x="16" y="26"/>
                          <a:pt x="16" y="26"/>
                        </a:cubicBezTo>
                        <a:cubicBezTo>
                          <a:pt x="16" y="26"/>
                          <a:pt x="16" y="25"/>
                          <a:pt x="16" y="25"/>
                        </a:cubicBezTo>
                        <a:cubicBezTo>
                          <a:pt x="17" y="25"/>
                          <a:pt x="17" y="25"/>
                          <a:pt x="17" y="25"/>
                        </a:cubicBezTo>
                        <a:cubicBezTo>
                          <a:pt x="17" y="25"/>
                          <a:pt x="17" y="25"/>
                          <a:pt x="17" y="25"/>
                        </a:cubicBezTo>
                        <a:cubicBezTo>
                          <a:pt x="18" y="25"/>
                          <a:pt x="18" y="25"/>
                          <a:pt x="18" y="25"/>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20" y="23"/>
                          <a:pt x="20" y="23"/>
                          <a:pt x="20" y="23"/>
                        </a:cubicBezTo>
                        <a:cubicBezTo>
                          <a:pt x="20" y="23"/>
                          <a:pt x="20" y="23"/>
                          <a:pt x="20" y="23"/>
                        </a:cubicBezTo>
                        <a:cubicBezTo>
                          <a:pt x="21" y="22"/>
                          <a:pt x="21" y="22"/>
                          <a:pt x="21" y="22"/>
                        </a:cubicBezTo>
                        <a:cubicBezTo>
                          <a:pt x="22" y="22"/>
                          <a:pt x="22" y="22"/>
                          <a:pt x="22" y="22"/>
                        </a:cubicBezTo>
                        <a:cubicBezTo>
                          <a:pt x="22" y="22"/>
                          <a:pt x="22" y="22"/>
                          <a:pt x="22" y="22"/>
                        </a:cubicBezTo>
                        <a:cubicBezTo>
                          <a:pt x="22" y="21"/>
                          <a:pt x="22" y="21"/>
                          <a:pt x="22" y="21"/>
                        </a:cubicBezTo>
                        <a:cubicBezTo>
                          <a:pt x="23" y="20"/>
                          <a:pt x="23" y="20"/>
                          <a:pt x="23" y="20"/>
                        </a:cubicBezTo>
                        <a:cubicBezTo>
                          <a:pt x="23" y="20"/>
                          <a:pt x="23" y="20"/>
                          <a:pt x="23" y="20"/>
                        </a:cubicBezTo>
                        <a:cubicBezTo>
                          <a:pt x="23" y="20"/>
                          <a:pt x="23" y="20"/>
                          <a:pt x="23" y="20"/>
                        </a:cubicBezTo>
                        <a:cubicBezTo>
                          <a:pt x="24" y="20"/>
                          <a:pt x="24" y="20"/>
                          <a:pt x="24" y="20"/>
                        </a:cubicBezTo>
                        <a:cubicBezTo>
                          <a:pt x="25" y="20"/>
                          <a:pt x="25" y="20"/>
                          <a:pt x="25" y="20"/>
                        </a:cubicBezTo>
                        <a:cubicBezTo>
                          <a:pt x="25" y="20"/>
                          <a:pt x="25" y="20"/>
                          <a:pt x="25" y="20"/>
                        </a:cubicBezTo>
                        <a:cubicBezTo>
                          <a:pt x="25" y="20"/>
                          <a:pt x="25" y="20"/>
                          <a:pt x="25" y="20"/>
                        </a:cubicBezTo>
                        <a:cubicBezTo>
                          <a:pt x="26" y="20"/>
                          <a:pt x="26" y="20"/>
                          <a:pt x="26" y="20"/>
                        </a:cubicBezTo>
                        <a:cubicBezTo>
                          <a:pt x="26" y="20"/>
                          <a:pt x="26" y="20"/>
                          <a:pt x="26" y="20"/>
                        </a:cubicBezTo>
                        <a:cubicBezTo>
                          <a:pt x="26" y="19"/>
                          <a:pt x="26" y="19"/>
                          <a:pt x="26" y="19"/>
                        </a:cubicBezTo>
                        <a:cubicBezTo>
                          <a:pt x="26" y="19"/>
                          <a:pt x="26" y="19"/>
                          <a:pt x="26" y="19"/>
                        </a:cubicBezTo>
                        <a:cubicBezTo>
                          <a:pt x="27" y="19"/>
                          <a:pt x="27" y="19"/>
                          <a:pt x="27" y="19"/>
                        </a:cubicBezTo>
                        <a:cubicBezTo>
                          <a:pt x="27" y="18"/>
                          <a:pt x="27" y="18"/>
                          <a:pt x="27" y="18"/>
                        </a:cubicBezTo>
                        <a:cubicBezTo>
                          <a:pt x="27" y="18"/>
                          <a:pt x="27" y="18"/>
                          <a:pt x="27" y="18"/>
                        </a:cubicBezTo>
                        <a:cubicBezTo>
                          <a:pt x="27" y="18"/>
                          <a:pt x="27" y="17"/>
                          <a:pt x="27" y="17"/>
                        </a:cubicBezTo>
                        <a:cubicBezTo>
                          <a:pt x="28" y="17"/>
                          <a:pt x="28" y="17"/>
                          <a:pt x="28" y="17"/>
                        </a:cubicBezTo>
                        <a:cubicBezTo>
                          <a:pt x="28" y="17"/>
                          <a:pt x="28" y="17"/>
                          <a:pt x="28" y="17"/>
                        </a:cubicBezTo>
                        <a:cubicBezTo>
                          <a:pt x="28" y="17"/>
                          <a:pt x="28" y="17"/>
                          <a:pt x="28" y="17"/>
                        </a:cubicBezTo>
                        <a:cubicBezTo>
                          <a:pt x="29" y="16"/>
                          <a:pt x="29" y="16"/>
                          <a:pt x="29" y="16"/>
                        </a:cubicBezTo>
                        <a:cubicBezTo>
                          <a:pt x="29" y="16"/>
                          <a:pt x="29" y="16"/>
                          <a:pt x="29" y="16"/>
                        </a:cubicBezTo>
                        <a:cubicBezTo>
                          <a:pt x="29" y="16"/>
                          <a:pt x="29" y="16"/>
                          <a:pt x="29" y="16"/>
                        </a:cubicBezTo>
                        <a:cubicBezTo>
                          <a:pt x="30" y="16"/>
                          <a:pt x="30" y="16"/>
                          <a:pt x="30" y="16"/>
                        </a:cubicBezTo>
                        <a:cubicBezTo>
                          <a:pt x="30" y="16"/>
                          <a:pt x="30" y="15"/>
                          <a:pt x="30" y="15"/>
                        </a:cubicBezTo>
                        <a:cubicBezTo>
                          <a:pt x="30" y="15"/>
                          <a:pt x="30" y="15"/>
                          <a:pt x="30" y="15"/>
                        </a:cubicBezTo>
                        <a:cubicBezTo>
                          <a:pt x="30" y="15"/>
                          <a:pt x="31" y="15"/>
                          <a:pt x="31" y="15"/>
                        </a:cubicBezTo>
                        <a:cubicBezTo>
                          <a:pt x="31" y="15"/>
                          <a:pt x="31" y="15"/>
                          <a:pt x="31" y="15"/>
                        </a:cubicBezTo>
                        <a:cubicBezTo>
                          <a:pt x="31" y="15"/>
                          <a:pt x="31" y="14"/>
                          <a:pt x="31" y="14"/>
                        </a:cubicBezTo>
                        <a:cubicBezTo>
                          <a:pt x="31" y="14"/>
                          <a:pt x="30" y="14"/>
                          <a:pt x="30" y="14"/>
                        </a:cubicBezTo>
                        <a:cubicBezTo>
                          <a:pt x="30" y="14"/>
                          <a:pt x="30" y="14"/>
                          <a:pt x="30" y="14"/>
                        </a:cubicBezTo>
                        <a:cubicBezTo>
                          <a:pt x="30" y="14"/>
                          <a:pt x="30" y="14"/>
                          <a:pt x="30" y="14"/>
                        </a:cubicBezTo>
                        <a:cubicBezTo>
                          <a:pt x="30" y="13"/>
                          <a:pt x="30" y="13"/>
                          <a:pt x="30" y="13"/>
                        </a:cubicBezTo>
                        <a:cubicBezTo>
                          <a:pt x="30" y="13"/>
                          <a:pt x="30" y="13"/>
                          <a:pt x="30" y="13"/>
                        </a:cubicBezTo>
                        <a:cubicBezTo>
                          <a:pt x="30" y="13"/>
                          <a:pt x="30" y="13"/>
                          <a:pt x="30" y="13"/>
                        </a:cubicBezTo>
                        <a:cubicBezTo>
                          <a:pt x="29" y="13"/>
                          <a:pt x="29" y="13"/>
                          <a:pt x="29" y="13"/>
                        </a:cubicBezTo>
                        <a:cubicBezTo>
                          <a:pt x="29" y="13"/>
                          <a:pt x="29" y="12"/>
                          <a:pt x="29" y="12"/>
                        </a:cubicBezTo>
                        <a:cubicBezTo>
                          <a:pt x="29" y="12"/>
                          <a:pt x="29" y="12"/>
                          <a:pt x="29" y="12"/>
                        </a:cubicBezTo>
                        <a:cubicBezTo>
                          <a:pt x="29" y="12"/>
                          <a:pt x="28" y="12"/>
                          <a:pt x="28" y="12"/>
                        </a:cubicBezTo>
                        <a:cubicBezTo>
                          <a:pt x="28" y="12"/>
                          <a:pt x="28" y="12"/>
                          <a:pt x="28" y="12"/>
                        </a:cubicBezTo>
                        <a:cubicBezTo>
                          <a:pt x="28" y="12"/>
                          <a:pt x="28" y="12"/>
                          <a:pt x="28" y="12"/>
                        </a:cubicBezTo>
                        <a:cubicBezTo>
                          <a:pt x="28" y="12"/>
                          <a:pt x="28" y="12"/>
                          <a:pt x="28" y="11"/>
                        </a:cubicBezTo>
                        <a:cubicBezTo>
                          <a:pt x="28" y="11"/>
                          <a:pt x="28" y="11"/>
                          <a:pt x="28" y="11"/>
                        </a:cubicBezTo>
                        <a:cubicBezTo>
                          <a:pt x="28" y="11"/>
                          <a:pt x="28" y="11"/>
                          <a:pt x="28" y="11"/>
                        </a:cubicBezTo>
                        <a:cubicBezTo>
                          <a:pt x="28" y="11"/>
                          <a:pt x="28" y="10"/>
                          <a:pt x="28" y="10"/>
                        </a:cubicBezTo>
                        <a:cubicBezTo>
                          <a:pt x="28" y="10"/>
                          <a:pt x="28" y="10"/>
                          <a:pt x="28" y="10"/>
                        </a:cubicBezTo>
                        <a:cubicBezTo>
                          <a:pt x="28" y="10"/>
                          <a:pt x="28" y="10"/>
                          <a:pt x="28" y="10"/>
                        </a:cubicBezTo>
                        <a:cubicBezTo>
                          <a:pt x="28" y="9"/>
                          <a:pt x="28" y="9"/>
                          <a:pt x="28" y="9"/>
                        </a:cubicBezTo>
                        <a:cubicBezTo>
                          <a:pt x="28" y="9"/>
                          <a:pt x="28" y="9"/>
                          <a:pt x="28" y="9"/>
                        </a:cubicBezTo>
                        <a:cubicBezTo>
                          <a:pt x="28" y="9"/>
                          <a:pt x="28" y="9"/>
                          <a:pt x="28" y="9"/>
                        </a:cubicBezTo>
                        <a:cubicBezTo>
                          <a:pt x="28" y="9"/>
                          <a:pt x="28" y="9"/>
                          <a:pt x="28" y="9"/>
                        </a:cubicBezTo>
                        <a:cubicBezTo>
                          <a:pt x="29" y="8"/>
                          <a:pt x="29" y="8"/>
                          <a:pt x="29" y="8"/>
                        </a:cubicBezTo>
                        <a:cubicBezTo>
                          <a:pt x="29" y="9"/>
                          <a:pt x="29" y="9"/>
                          <a:pt x="29" y="9"/>
                        </a:cubicBezTo>
                        <a:cubicBezTo>
                          <a:pt x="29" y="8"/>
                          <a:pt x="29" y="8"/>
                          <a:pt x="29" y="8"/>
                        </a:cubicBezTo>
                        <a:cubicBezTo>
                          <a:pt x="29" y="8"/>
                          <a:pt x="29" y="8"/>
                          <a:pt x="29" y="8"/>
                        </a:cubicBezTo>
                        <a:cubicBezTo>
                          <a:pt x="29" y="8"/>
                          <a:pt x="29" y="8"/>
                          <a:pt x="29" y="8"/>
                        </a:cubicBezTo>
                        <a:cubicBezTo>
                          <a:pt x="30" y="8"/>
                          <a:pt x="30" y="8"/>
                          <a:pt x="30" y="8"/>
                        </a:cubicBezTo>
                        <a:cubicBezTo>
                          <a:pt x="30" y="8"/>
                          <a:pt x="30" y="8"/>
                          <a:pt x="30" y="8"/>
                        </a:cubicBezTo>
                        <a:cubicBezTo>
                          <a:pt x="30" y="7"/>
                          <a:pt x="30" y="7"/>
                          <a:pt x="30" y="7"/>
                        </a:cubicBezTo>
                        <a:cubicBezTo>
                          <a:pt x="30" y="7"/>
                          <a:pt x="30" y="7"/>
                          <a:pt x="30" y="7"/>
                        </a:cubicBezTo>
                        <a:cubicBezTo>
                          <a:pt x="30" y="6"/>
                          <a:pt x="30" y="6"/>
                          <a:pt x="30" y="6"/>
                        </a:cubicBezTo>
                        <a:cubicBezTo>
                          <a:pt x="30" y="6"/>
                          <a:pt x="30" y="6"/>
                          <a:pt x="30" y="6"/>
                        </a:cubicBezTo>
                        <a:cubicBezTo>
                          <a:pt x="30" y="6"/>
                          <a:pt x="30" y="6"/>
                          <a:pt x="30" y="6"/>
                        </a:cubicBezTo>
                        <a:cubicBezTo>
                          <a:pt x="30" y="6"/>
                          <a:pt x="31" y="6"/>
                          <a:pt x="31" y="6"/>
                        </a:cubicBezTo>
                        <a:cubicBezTo>
                          <a:pt x="31" y="6"/>
                          <a:pt x="31" y="6"/>
                          <a:pt x="31" y="6"/>
                        </a:cubicBezTo>
                        <a:cubicBezTo>
                          <a:pt x="31" y="6"/>
                          <a:pt x="31" y="6"/>
                          <a:pt x="31" y="6"/>
                        </a:cubicBezTo>
                        <a:cubicBezTo>
                          <a:pt x="31" y="6"/>
                          <a:pt x="32" y="5"/>
                          <a:pt x="32" y="5"/>
                        </a:cubicBezTo>
                        <a:cubicBezTo>
                          <a:pt x="32" y="5"/>
                          <a:pt x="32" y="5"/>
                          <a:pt x="32" y="5"/>
                        </a:cubicBezTo>
                        <a:cubicBezTo>
                          <a:pt x="32" y="5"/>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3"/>
                          <a:pt x="32" y="3"/>
                        </a:cubicBezTo>
                        <a:cubicBezTo>
                          <a:pt x="32" y="3"/>
                          <a:pt x="31" y="3"/>
                          <a:pt x="31" y="3"/>
                        </a:cubicBezTo>
                        <a:cubicBezTo>
                          <a:pt x="31" y="3"/>
                          <a:pt x="31" y="3"/>
                          <a:pt x="31" y="3"/>
                        </a:cubicBezTo>
                        <a:cubicBezTo>
                          <a:pt x="31" y="3"/>
                          <a:pt x="31" y="2"/>
                          <a:pt x="31" y="2"/>
                        </a:cubicBezTo>
                        <a:cubicBezTo>
                          <a:pt x="31" y="2"/>
                          <a:pt x="31" y="2"/>
                          <a:pt x="31" y="2"/>
                        </a:cubicBezTo>
                        <a:cubicBezTo>
                          <a:pt x="31"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1"/>
                          <a:pt x="30" y="1"/>
                        </a:cubicBezTo>
                        <a:cubicBezTo>
                          <a:pt x="30" y="1"/>
                          <a:pt x="30" y="1"/>
                          <a:pt x="30" y="1"/>
                        </a:cubicBezTo>
                        <a:cubicBezTo>
                          <a:pt x="30" y="1"/>
                          <a:pt x="30" y="1"/>
                          <a:pt x="30" y="1"/>
                        </a:cubicBezTo>
                        <a:cubicBezTo>
                          <a:pt x="30" y="1"/>
                          <a:pt x="29" y="1"/>
                          <a:pt x="29" y="1"/>
                        </a:cubicBezTo>
                        <a:cubicBezTo>
                          <a:pt x="29" y="1"/>
                          <a:pt x="29" y="1"/>
                          <a:pt x="29" y="1"/>
                        </a:cubicBezTo>
                        <a:cubicBezTo>
                          <a:pt x="29" y="1"/>
                          <a:pt x="29" y="1"/>
                          <a:pt x="29" y="1"/>
                        </a:cubicBezTo>
                        <a:cubicBezTo>
                          <a:pt x="29" y="1"/>
                          <a:pt x="29" y="1"/>
                          <a:pt x="29" y="1"/>
                        </a:cubicBezTo>
                        <a:cubicBezTo>
                          <a:pt x="29" y="1"/>
                          <a:pt x="29" y="0"/>
                          <a:pt x="29" y="0"/>
                        </a:cubicBezTo>
                        <a:cubicBezTo>
                          <a:pt x="29" y="0"/>
                          <a:pt x="29" y="0"/>
                          <a:pt x="29" y="0"/>
                        </a:cubicBezTo>
                        <a:cubicBezTo>
                          <a:pt x="29" y="0"/>
                          <a:pt x="29" y="0"/>
                          <a:pt x="29" y="0"/>
                        </a:cubicBezTo>
                        <a:cubicBezTo>
                          <a:pt x="28" y="1"/>
                          <a:pt x="28" y="1"/>
                          <a:pt x="28" y="1"/>
                        </a:cubicBezTo>
                        <a:cubicBezTo>
                          <a:pt x="28" y="1"/>
                          <a:pt x="28" y="1"/>
                          <a:pt x="28" y="1"/>
                        </a:cubicBezTo>
                        <a:cubicBezTo>
                          <a:pt x="28" y="1"/>
                          <a:pt x="28" y="1"/>
                          <a:pt x="28" y="1"/>
                        </a:cubicBezTo>
                        <a:cubicBezTo>
                          <a:pt x="28" y="2"/>
                          <a:pt x="28" y="2"/>
                          <a:pt x="28" y="2"/>
                        </a:cubicBezTo>
                        <a:cubicBezTo>
                          <a:pt x="28" y="3"/>
                          <a:pt x="28" y="3"/>
                          <a:pt x="28" y="3"/>
                        </a:cubicBezTo>
                        <a:cubicBezTo>
                          <a:pt x="28" y="4"/>
                          <a:pt x="28" y="4"/>
                          <a:pt x="28" y="4"/>
                        </a:cubicBezTo>
                        <a:cubicBezTo>
                          <a:pt x="28" y="4"/>
                          <a:pt x="28" y="5"/>
                          <a:pt x="28" y="5"/>
                        </a:cubicBezTo>
                        <a:cubicBezTo>
                          <a:pt x="28" y="5"/>
                          <a:pt x="28" y="5"/>
                          <a:pt x="28" y="5"/>
                        </a:cubicBezTo>
                        <a:cubicBezTo>
                          <a:pt x="28" y="5"/>
                          <a:pt x="28" y="5"/>
                          <a:pt x="28" y="5"/>
                        </a:cubicBezTo>
                        <a:cubicBezTo>
                          <a:pt x="28" y="6"/>
                          <a:pt x="27" y="6"/>
                          <a:pt x="27" y="7"/>
                        </a:cubicBezTo>
                        <a:cubicBezTo>
                          <a:pt x="27" y="7"/>
                          <a:pt x="27" y="7"/>
                          <a:pt x="27" y="8"/>
                        </a:cubicBezTo>
                        <a:cubicBezTo>
                          <a:pt x="27" y="8"/>
                          <a:pt x="27" y="8"/>
                          <a:pt x="27" y="8"/>
                        </a:cubicBezTo>
                        <a:cubicBezTo>
                          <a:pt x="26" y="8"/>
                          <a:pt x="26" y="8"/>
                          <a:pt x="26" y="8"/>
                        </a:cubicBezTo>
                        <a:cubicBezTo>
                          <a:pt x="26" y="8"/>
                          <a:pt x="26" y="8"/>
                          <a:pt x="26" y="8"/>
                        </a:cubicBezTo>
                        <a:cubicBezTo>
                          <a:pt x="26" y="9"/>
                          <a:pt x="25" y="9"/>
                          <a:pt x="25" y="9"/>
                        </a:cubicBezTo>
                        <a:cubicBezTo>
                          <a:pt x="25" y="9"/>
                          <a:pt x="25" y="9"/>
                          <a:pt x="25" y="9"/>
                        </a:cubicBezTo>
                        <a:cubicBezTo>
                          <a:pt x="25" y="9"/>
                          <a:pt x="25" y="9"/>
                          <a:pt x="24" y="9"/>
                        </a:cubicBezTo>
                        <a:cubicBezTo>
                          <a:pt x="24" y="9"/>
                          <a:pt x="24" y="9"/>
                          <a:pt x="24" y="9"/>
                        </a:cubicBezTo>
                        <a:cubicBezTo>
                          <a:pt x="24" y="9"/>
                          <a:pt x="24" y="9"/>
                          <a:pt x="24" y="9"/>
                        </a:cubicBezTo>
                        <a:cubicBezTo>
                          <a:pt x="24" y="9"/>
                          <a:pt x="24" y="10"/>
                          <a:pt x="24" y="10"/>
                        </a:cubicBezTo>
                        <a:cubicBezTo>
                          <a:pt x="24" y="10"/>
                          <a:pt x="24" y="10"/>
                          <a:pt x="24" y="10"/>
                        </a:cubicBezTo>
                        <a:cubicBezTo>
                          <a:pt x="24" y="10"/>
                          <a:pt x="23" y="11"/>
                          <a:pt x="23" y="11"/>
                        </a:cubicBezTo>
                        <a:cubicBezTo>
                          <a:pt x="23" y="11"/>
                          <a:pt x="23" y="11"/>
                          <a:pt x="23" y="11"/>
                        </a:cubicBezTo>
                        <a:cubicBezTo>
                          <a:pt x="23" y="12"/>
                          <a:pt x="23" y="12"/>
                          <a:pt x="23" y="13"/>
                        </a:cubicBezTo>
                        <a:cubicBezTo>
                          <a:pt x="23" y="13"/>
                          <a:pt x="23" y="14"/>
                          <a:pt x="23" y="14"/>
                        </a:cubicBezTo>
                        <a:cubicBezTo>
                          <a:pt x="22" y="14"/>
                          <a:pt x="22" y="15"/>
                          <a:pt x="22" y="15"/>
                        </a:cubicBezTo>
                        <a:cubicBezTo>
                          <a:pt x="22" y="15"/>
                          <a:pt x="22" y="15"/>
                          <a:pt x="22" y="15"/>
                        </a:cubicBezTo>
                        <a:cubicBezTo>
                          <a:pt x="22" y="16"/>
                          <a:pt x="22" y="16"/>
                          <a:pt x="22" y="16"/>
                        </a:cubicBezTo>
                        <a:cubicBezTo>
                          <a:pt x="22" y="17"/>
                          <a:pt x="21" y="17"/>
                          <a:pt x="21" y="18"/>
                        </a:cubicBezTo>
                        <a:cubicBezTo>
                          <a:pt x="20" y="18"/>
                          <a:pt x="20" y="19"/>
                          <a:pt x="20" y="19"/>
                        </a:cubicBezTo>
                        <a:cubicBezTo>
                          <a:pt x="20" y="19"/>
                          <a:pt x="20" y="19"/>
                          <a:pt x="19" y="19"/>
                        </a:cubicBezTo>
                        <a:cubicBezTo>
                          <a:pt x="19" y="19"/>
                          <a:pt x="19" y="19"/>
                          <a:pt x="19" y="19"/>
                        </a:cubicBezTo>
                        <a:cubicBezTo>
                          <a:pt x="19" y="19"/>
                          <a:pt x="19" y="19"/>
                          <a:pt x="19" y="19"/>
                        </a:cubicBezTo>
                        <a:cubicBezTo>
                          <a:pt x="19" y="19"/>
                          <a:pt x="19" y="20"/>
                          <a:pt x="19" y="20"/>
                        </a:cubicBezTo>
                        <a:cubicBezTo>
                          <a:pt x="19" y="20"/>
                          <a:pt x="19" y="20"/>
                          <a:pt x="19" y="20"/>
                        </a:cubicBezTo>
                        <a:cubicBezTo>
                          <a:pt x="19" y="20"/>
                          <a:pt x="19" y="20"/>
                          <a:pt x="19" y="20"/>
                        </a:cubicBezTo>
                        <a:cubicBezTo>
                          <a:pt x="19" y="20"/>
                          <a:pt x="18" y="20"/>
                          <a:pt x="18" y="21"/>
                        </a:cubicBezTo>
                        <a:cubicBezTo>
                          <a:pt x="18" y="21"/>
                          <a:pt x="18" y="21"/>
                          <a:pt x="18" y="21"/>
                        </a:cubicBezTo>
                        <a:cubicBezTo>
                          <a:pt x="18" y="21"/>
                          <a:pt x="17" y="21"/>
                          <a:pt x="17" y="21"/>
                        </a:cubicBezTo>
                        <a:cubicBezTo>
                          <a:pt x="17" y="21"/>
                          <a:pt x="16" y="21"/>
                          <a:pt x="16" y="22"/>
                        </a:cubicBezTo>
                        <a:cubicBezTo>
                          <a:pt x="16" y="22"/>
                          <a:pt x="16" y="22"/>
                          <a:pt x="16" y="22"/>
                        </a:cubicBezTo>
                        <a:cubicBezTo>
                          <a:pt x="16"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4" y="23"/>
                          <a:pt x="14" y="23"/>
                          <a:pt x="14" y="23"/>
                        </a:cubicBezTo>
                        <a:cubicBezTo>
                          <a:pt x="14" y="24"/>
                          <a:pt x="14" y="24"/>
                          <a:pt x="14" y="24"/>
                        </a:cubicBezTo>
                        <a:cubicBezTo>
                          <a:pt x="14" y="24"/>
                          <a:pt x="14" y="24"/>
                          <a:pt x="14" y="24"/>
                        </a:cubicBezTo>
                        <a:cubicBezTo>
                          <a:pt x="14" y="24"/>
                          <a:pt x="14" y="24"/>
                          <a:pt x="14" y="24"/>
                        </a:cubicBezTo>
                        <a:cubicBezTo>
                          <a:pt x="14" y="24"/>
                          <a:pt x="13" y="24"/>
                          <a:pt x="13" y="24"/>
                        </a:cubicBezTo>
                        <a:cubicBezTo>
                          <a:pt x="13" y="25"/>
                          <a:pt x="13" y="25"/>
                          <a:pt x="12" y="25"/>
                        </a:cubicBezTo>
                        <a:cubicBezTo>
                          <a:pt x="12" y="25"/>
                          <a:pt x="12" y="25"/>
                          <a:pt x="12" y="25"/>
                        </a:cubicBezTo>
                        <a:cubicBezTo>
                          <a:pt x="12" y="25"/>
                          <a:pt x="12" y="25"/>
                          <a:pt x="12" y="26"/>
                        </a:cubicBezTo>
                        <a:cubicBezTo>
                          <a:pt x="12" y="26"/>
                          <a:pt x="12" y="26"/>
                          <a:pt x="12" y="26"/>
                        </a:cubicBezTo>
                        <a:cubicBezTo>
                          <a:pt x="11" y="26"/>
                          <a:pt x="11" y="26"/>
                          <a:pt x="11" y="26"/>
                        </a:cubicBezTo>
                        <a:cubicBezTo>
                          <a:pt x="11" y="26"/>
                          <a:pt x="11" y="26"/>
                          <a:pt x="11" y="26"/>
                        </a:cubicBezTo>
                        <a:cubicBezTo>
                          <a:pt x="11" y="27"/>
                          <a:pt x="11" y="27"/>
                          <a:pt x="11" y="27"/>
                        </a:cubicBezTo>
                        <a:cubicBezTo>
                          <a:pt x="11" y="27"/>
                          <a:pt x="10" y="27"/>
                          <a:pt x="10" y="27"/>
                        </a:cubicBezTo>
                        <a:cubicBezTo>
                          <a:pt x="10" y="27"/>
                          <a:pt x="10" y="27"/>
                          <a:pt x="10" y="27"/>
                        </a:cubicBezTo>
                        <a:cubicBezTo>
                          <a:pt x="10" y="27"/>
                          <a:pt x="10" y="27"/>
                          <a:pt x="10" y="27"/>
                        </a:cubicBezTo>
                        <a:cubicBezTo>
                          <a:pt x="9" y="27"/>
                          <a:pt x="9" y="27"/>
                          <a:pt x="9" y="27"/>
                        </a:cubicBezTo>
                        <a:cubicBezTo>
                          <a:pt x="9" y="27"/>
                          <a:pt x="9" y="27"/>
                          <a:pt x="9" y="27"/>
                        </a:cubicBezTo>
                        <a:cubicBezTo>
                          <a:pt x="9" y="27"/>
                          <a:pt x="9" y="27"/>
                          <a:pt x="9" y="27"/>
                        </a:cubicBezTo>
                        <a:cubicBezTo>
                          <a:pt x="8" y="28"/>
                          <a:pt x="8" y="28"/>
                          <a:pt x="8" y="28"/>
                        </a:cubicBezTo>
                        <a:cubicBezTo>
                          <a:pt x="8" y="28"/>
                          <a:pt x="8" y="28"/>
                          <a:pt x="8" y="28"/>
                        </a:cubicBezTo>
                        <a:cubicBezTo>
                          <a:pt x="8" y="28"/>
                          <a:pt x="7" y="28"/>
                          <a:pt x="7" y="28"/>
                        </a:cubicBezTo>
                        <a:cubicBezTo>
                          <a:pt x="7" y="29"/>
                          <a:pt x="7" y="29"/>
                          <a:pt x="7" y="29"/>
                        </a:cubicBezTo>
                        <a:cubicBezTo>
                          <a:pt x="6" y="29"/>
                          <a:pt x="6" y="29"/>
                          <a:pt x="6" y="29"/>
                        </a:cubicBezTo>
                        <a:cubicBezTo>
                          <a:pt x="6" y="29"/>
                          <a:pt x="6" y="30"/>
                          <a:pt x="6" y="30"/>
                        </a:cubicBezTo>
                        <a:cubicBezTo>
                          <a:pt x="6" y="30"/>
                          <a:pt x="6" y="30"/>
                          <a:pt x="6" y="30"/>
                        </a:cubicBezTo>
                        <a:cubicBezTo>
                          <a:pt x="6" y="30"/>
                          <a:pt x="6" y="30"/>
                          <a:pt x="6" y="30"/>
                        </a:cubicBezTo>
                        <a:cubicBezTo>
                          <a:pt x="5" y="30"/>
                          <a:pt x="5" y="30"/>
                          <a:pt x="5" y="30"/>
                        </a:cubicBezTo>
                        <a:cubicBezTo>
                          <a:pt x="5" y="30"/>
                          <a:pt x="5" y="31"/>
                          <a:pt x="4" y="31"/>
                        </a:cubicBezTo>
                        <a:cubicBezTo>
                          <a:pt x="4" y="31"/>
                          <a:pt x="4" y="31"/>
                          <a:pt x="4" y="31"/>
                        </a:cubicBezTo>
                        <a:cubicBezTo>
                          <a:pt x="4" y="31"/>
                          <a:pt x="4" y="31"/>
                          <a:pt x="4" y="31"/>
                        </a:cubicBezTo>
                        <a:cubicBezTo>
                          <a:pt x="3" y="30"/>
                          <a:pt x="3" y="30"/>
                          <a:pt x="3" y="31"/>
                        </a:cubicBezTo>
                        <a:cubicBezTo>
                          <a:pt x="3" y="31"/>
                          <a:pt x="3" y="31"/>
                          <a:pt x="2" y="31"/>
                        </a:cubicBezTo>
                        <a:cubicBezTo>
                          <a:pt x="2" y="31"/>
                          <a:pt x="2" y="31"/>
                          <a:pt x="1" y="31"/>
                        </a:cubicBezTo>
                        <a:cubicBezTo>
                          <a:pt x="1" y="32"/>
                          <a:pt x="2" y="32"/>
                          <a:pt x="1" y="32"/>
                        </a:cubicBezTo>
                        <a:cubicBezTo>
                          <a:pt x="1" y="32"/>
                          <a:pt x="1" y="32"/>
                          <a:pt x="1" y="33"/>
                        </a:cubicBezTo>
                        <a:cubicBezTo>
                          <a:pt x="0" y="33"/>
                          <a:pt x="0" y="33"/>
                          <a:pt x="0" y="33"/>
                        </a:cubicBezTo>
                        <a:cubicBezTo>
                          <a:pt x="0" y="33"/>
                          <a:pt x="0" y="33"/>
                          <a:pt x="0" y="33"/>
                        </a:cubicBezTo>
                        <a:cubicBezTo>
                          <a:pt x="0" y="33"/>
                          <a:pt x="0" y="34"/>
                          <a:pt x="0" y="34"/>
                        </a:cubicBezTo>
                        <a:cubicBezTo>
                          <a:pt x="0" y="34"/>
                          <a:pt x="0" y="34"/>
                          <a:pt x="0" y="34"/>
                        </a:cubicBezTo>
                        <a:cubicBezTo>
                          <a:pt x="0" y="34"/>
                          <a:pt x="0" y="34"/>
                          <a:pt x="0" y="34"/>
                        </a:cubicBezTo>
                        <a:cubicBezTo>
                          <a:pt x="1" y="33"/>
                          <a:pt x="1" y="33"/>
                          <a:pt x="1" y="33"/>
                        </a:cubicBezTo>
                        <a:cubicBezTo>
                          <a:pt x="1" y="33"/>
                          <a:pt x="1" y="34"/>
                          <a:pt x="1" y="34"/>
                        </a:cubicBezTo>
                        <a:cubicBezTo>
                          <a:pt x="1" y="34"/>
                          <a:pt x="1" y="34"/>
                          <a:pt x="1" y="34"/>
                        </a:cubicBezTo>
                        <a:cubicBezTo>
                          <a:pt x="2" y="34"/>
                          <a:pt x="2" y="34"/>
                          <a:pt x="2" y="34"/>
                        </a:cubicBezTo>
                        <a:cubicBezTo>
                          <a:pt x="2" y="34"/>
                          <a:pt x="2" y="34"/>
                          <a:pt x="2" y="34"/>
                        </a:cubicBezTo>
                        <a:cubicBezTo>
                          <a:pt x="2" y="34"/>
                          <a:pt x="2" y="35"/>
                          <a:pt x="2" y="35"/>
                        </a:cubicBezTo>
                        <a:cubicBezTo>
                          <a:pt x="2" y="35"/>
                          <a:pt x="2" y="35"/>
                          <a:pt x="2" y="35"/>
                        </a:cubicBezTo>
                        <a:cubicBezTo>
                          <a:pt x="2" y="35"/>
                          <a:pt x="2" y="35"/>
                          <a:pt x="2" y="35"/>
                        </a:cubicBezTo>
                        <a:cubicBezTo>
                          <a:pt x="2" y="35"/>
                          <a:pt x="1" y="36"/>
                          <a:pt x="1" y="36"/>
                        </a:cubicBezTo>
                        <a:cubicBezTo>
                          <a:pt x="1" y="36"/>
                          <a:pt x="1" y="36"/>
                          <a:pt x="1" y="36"/>
                        </a:cubicBezTo>
                        <a:cubicBezTo>
                          <a:pt x="2" y="36"/>
                          <a:pt x="2" y="36"/>
                          <a:pt x="2" y="36"/>
                        </a:cubicBezTo>
                        <a:cubicBezTo>
                          <a:pt x="2" y="36"/>
                          <a:pt x="2" y="36"/>
                          <a:pt x="2" y="36"/>
                        </a:cubicBezTo>
                        <a:cubicBezTo>
                          <a:pt x="2" y="36"/>
                          <a:pt x="3" y="36"/>
                          <a:pt x="3" y="36"/>
                        </a:cubicBezTo>
                        <a:cubicBezTo>
                          <a:pt x="3" y="35"/>
                          <a:pt x="3" y="35"/>
                          <a:pt x="3" y="35"/>
                        </a:cubicBezTo>
                        <a:cubicBezTo>
                          <a:pt x="3" y="35"/>
                          <a:pt x="4" y="35"/>
                          <a:pt x="4" y="35"/>
                        </a:cubicBezTo>
                        <a:cubicBezTo>
                          <a:pt x="4" y="35"/>
                          <a:pt x="4" y="35"/>
                          <a:pt x="4" y="35"/>
                        </a:cubicBezTo>
                        <a:cubicBezTo>
                          <a:pt x="4" y="35"/>
                          <a:pt x="4" y="35"/>
                          <a:pt x="4" y="35"/>
                        </a:cubicBezTo>
                        <a:cubicBezTo>
                          <a:pt x="4" y="35"/>
                          <a:pt x="4" y="35"/>
                          <a:pt x="4" y="35"/>
                        </a:cubicBezTo>
                        <a:cubicBezTo>
                          <a:pt x="5" y="35"/>
                          <a:pt x="5" y="35"/>
                          <a:pt x="5" y="35"/>
                        </a:cubicBezTo>
                        <a:cubicBezTo>
                          <a:pt x="5" y="35"/>
                          <a:pt x="5" y="34"/>
                          <a:pt x="5" y="34"/>
                        </a:cubicBezTo>
                        <a:cubicBezTo>
                          <a:pt x="5" y="34"/>
                          <a:pt x="5" y="34"/>
                          <a:pt x="5" y="34"/>
                        </a:cubicBezTo>
                        <a:cubicBezTo>
                          <a:pt x="5" y="33"/>
                          <a:pt x="5" y="33"/>
                          <a:pt x="5" y="33"/>
                        </a:cubicBezTo>
                        <a:cubicBezTo>
                          <a:pt x="5" y="33"/>
                          <a:pt x="5" y="33"/>
                          <a:pt x="5" y="33"/>
                        </a:cubicBezTo>
                        <a:cubicBezTo>
                          <a:pt x="5" y="33"/>
                          <a:pt x="6" y="33"/>
                          <a:pt x="6" y="33"/>
                        </a:cubicBezTo>
                        <a:cubicBezTo>
                          <a:pt x="6" y="33"/>
                          <a:pt x="6" y="32"/>
                          <a:pt x="6" y="32"/>
                        </a:cubicBezTo>
                        <a:cubicBezTo>
                          <a:pt x="6" y="32"/>
                          <a:pt x="6" y="32"/>
                          <a:pt x="6" y="32"/>
                        </a:cubicBezTo>
                        <a:cubicBezTo>
                          <a:pt x="7" y="32"/>
                          <a:pt x="7" y="32"/>
                          <a:pt x="7" y="32"/>
                        </a:cubicBezTo>
                        <a:cubicBezTo>
                          <a:pt x="7" y="32"/>
                          <a:pt x="7" y="32"/>
                          <a:pt x="7" y="32"/>
                        </a:cubicBezTo>
                        <a:cubicBezTo>
                          <a:pt x="7" y="32"/>
                          <a:pt x="7" y="32"/>
                          <a:pt x="7" y="32"/>
                        </a:cubicBezTo>
                        <a:cubicBezTo>
                          <a:pt x="8" y="32"/>
                          <a:pt x="8" y="32"/>
                          <a:pt x="8" y="32"/>
                        </a:cubicBezTo>
                        <a:cubicBezTo>
                          <a:pt x="8" y="31"/>
                          <a:pt x="8" y="31"/>
                          <a:pt x="8" y="31"/>
                        </a:cubicBezTo>
                        <a:cubicBezTo>
                          <a:pt x="9" y="32"/>
                          <a:pt x="9" y="32"/>
                          <a:pt x="9" y="32"/>
                        </a:cubicBezTo>
                        <a:cubicBezTo>
                          <a:pt x="9" y="32"/>
                          <a:pt x="9" y="32"/>
                          <a:pt x="9" y="32"/>
                        </a:cubicBezTo>
                        <a:cubicBezTo>
                          <a:pt x="9" y="31"/>
                          <a:pt x="9" y="31"/>
                          <a:pt x="9" y="31"/>
                        </a:cubicBezTo>
                        <a:cubicBezTo>
                          <a:pt x="10" y="31"/>
                          <a:pt x="10" y="31"/>
                          <a:pt x="10" y="31"/>
                        </a:cubicBezTo>
                        <a:cubicBezTo>
                          <a:pt x="10" y="31"/>
                          <a:pt x="10" y="31"/>
                          <a:pt x="10" y="31"/>
                        </a:cubicBezTo>
                        <a:cubicBezTo>
                          <a:pt x="10" y="31"/>
                          <a:pt x="10" y="31"/>
                          <a:pt x="10" y="31"/>
                        </a:cubicBezTo>
                        <a:cubicBezTo>
                          <a:pt x="10" y="30"/>
                          <a:pt x="10" y="30"/>
                          <a:pt x="10" y="30"/>
                        </a:cubicBezTo>
                        <a:cubicBezTo>
                          <a:pt x="11" y="30"/>
                          <a:pt x="11" y="30"/>
                          <a:pt x="11" y="30"/>
                        </a:cubicBezTo>
                        <a:cubicBezTo>
                          <a:pt x="11" y="30"/>
                          <a:pt x="11" y="30"/>
                          <a:pt x="11" y="30"/>
                        </a:cubicBezTo>
                        <a:lnTo>
                          <a:pt x="12" y="30"/>
                        </a:ln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9" name="Freeform 719">
                    <a:extLst>
                      <a:ext uri="{FF2B5EF4-FFF2-40B4-BE49-F238E27FC236}">
                        <a16:creationId xmlns:a16="http://schemas.microsoft.com/office/drawing/2014/main" id="{627EDB5F-ED17-FB18-8EEA-D9EA73933C7D}"/>
                      </a:ext>
                    </a:extLst>
                  </p:cNvPr>
                  <p:cNvSpPr>
                    <a:spLocks noEditPoints="1"/>
                  </p:cNvSpPr>
                  <p:nvPr/>
                </p:nvSpPr>
                <p:spPr bwMode="auto">
                  <a:xfrm>
                    <a:off x="10307638" y="6162675"/>
                    <a:ext cx="50800" cy="36513"/>
                  </a:xfrm>
                  <a:custGeom>
                    <a:avLst/>
                    <a:gdLst>
                      <a:gd name="T0" fmla="*/ 2 w 12"/>
                      <a:gd name="T1" fmla="*/ 2 h 9"/>
                      <a:gd name="T2" fmla="*/ 2 w 12"/>
                      <a:gd name="T3" fmla="*/ 2 h 9"/>
                      <a:gd name="T4" fmla="*/ 2 w 12"/>
                      <a:gd name="T5" fmla="*/ 2 h 9"/>
                      <a:gd name="T6" fmla="*/ 10 w 12"/>
                      <a:gd name="T7" fmla="*/ 0 h 9"/>
                      <a:gd name="T8" fmla="*/ 10 w 12"/>
                      <a:gd name="T9" fmla="*/ 0 h 9"/>
                      <a:gd name="T10" fmla="*/ 9 w 12"/>
                      <a:gd name="T11" fmla="*/ 1 h 9"/>
                      <a:gd name="T12" fmla="*/ 9 w 12"/>
                      <a:gd name="T13" fmla="*/ 1 h 9"/>
                      <a:gd name="T14" fmla="*/ 9 w 12"/>
                      <a:gd name="T15" fmla="*/ 1 h 9"/>
                      <a:gd name="T16" fmla="*/ 8 w 12"/>
                      <a:gd name="T17" fmla="*/ 1 h 9"/>
                      <a:gd name="T18" fmla="*/ 8 w 12"/>
                      <a:gd name="T19" fmla="*/ 1 h 9"/>
                      <a:gd name="T20" fmla="*/ 8 w 12"/>
                      <a:gd name="T21" fmla="*/ 0 h 9"/>
                      <a:gd name="T22" fmla="*/ 7 w 12"/>
                      <a:gd name="T23" fmla="*/ 1 h 9"/>
                      <a:gd name="T24" fmla="*/ 7 w 12"/>
                      <a:gd name="T25" fmla="*/ 1 h 9"/>
                      <a:gd name="T26" fmla="*/ 6 w 12"/>
                      <a:gd name="T27" fmla="*/ 0 h 9"/>
                      <a:gd name="T28" fmla="*/ 6 w 12"/>
                      <a:gd name="T29" fmla="*/ 1 h 9"/>
                      <a:gd name="T30" fmla="*/ 5 w 12"/>
                      <a:gd name="T31" fmla="*/ 1 h 9"/>
                      <a:gd name="T32" fmla="*/ 5 w 12"/>
                      <a:gd name="T33" fmla="*/ 1 h 9"/>
                      <a:gd name="T34" fmla="*/ 4 w 12"/>
                      <a:gd name="T35" fmla="*/ 1 h 9"/>
                      <a:gd name="T36" fmla="*/ 4 w 12"/>
                      <a:gd name="T37" fmla="*/ 1 h 9"/>
                      <a:gd name="T38" fmla="*/ 4 w 12"/>
                      <a:gd name="T39" fmla="*/ 0 h 9"/>
                      <a:gd name="T40" fmla="*/ 3 w 12"/>
                      <a:gd name="T41" fmla="*/ 2 h 9"/>
                      <a:gd name="T42" fmla="*/ 2 w 12"/>
                      <a:gd name="T43" fmla="*/ 3 h 9"/>
                      <a:gd name="T44" fmla="*/ 2 w 12"/>
                      <a:gd name="T45" fmla="*/ 4 h 9"/>
                      <a:gd name="T46" fmla="*/ 2 w 12"/>
                      <a:gd name="T47" fmla="*/ 4 h 9"/>
                      <a:gd name="T48" fmla="*/ 1 w 12"/>
                      <a:gd name="T49" fmla="*/ 5 h 9"/>
                      <a:gd name="T50" fmla="*/ 0 w 12"/>
                      <a:gd name="T51" fmla="*/ 6 h 9"/>
                      <a:gd name="T52" fmla="*/ 0 w 12"/>
                      <a:gd name="T53" fmla="*/ 6 h 9"/>
                      <a:gd name="T54" fmla="*/ 2 w 12"/>
                      <a:gd name="T55" fmla="*/ 6 h 9"/>
                      <a:gd name="T56" fmla="*/ 1 w 12"/>
                      <a:gd name="T57" fmla="*/ 6 h 9"/>
                      <a:gd name="T58" fmla="*/ 2 w 12"/>
                      <a:gd name="T59" fmla="*/ 5 h 9"/>
                      <a:gd name="T60" fmla="*/ 2 w 12"/>
                      <a:gd name="T61" fmla="*/ 5 h 9"/>
                      <a:gd name="T62" fmla="*/ 2 w 12"/>
                      <a:gd name="T63" fmla="*/ 6 h 9"/>
                      <a:gd name="T64" fmla="*/ 2 w 12"/>
                      <a:gd name="T65" fmla="*/ 7 h 9"/>
                      <a:gd name="T66" fmla="*/ 3 w 12"/>
                      <a:gd name="T67" fmla="*/ 7 h 9"/>
                      <a:gd name="T68" fmla="*/ 4 w 12"/>
                      <a:gd name="T69" fmla="*/ 6 h 9"/>
                      <a:gd name="T70" fmla="*/ 4 w 12"/>
                      <a:gd name="T71" fmla="*/ 7 h 9"/>
                      <a:gd name="T72" fmla="*/ 4 w 12"/>
                      <a:gd name="T73" fmla="*/ 7 h 9"/>
                      <a:gd name="T74" fmla="*/ 4 w 12"/>
                      <a:gd name="T75" fmla="*/ 8 h 9"/>
                      <a:gd name="T76" fmla="*/ 5 w 12"/>
                      <a:gd name="T77" fmla="*/ 9 h 9"/>
                      <a:gd name="T78" fmla="*/ 5 w 12"/>
                      <a:gd name="T79" fmla="*/ 8 h 9"/>
                      <a:gd name="T80" fmla="*/ 7 w 12"/>
                      <a:gd name="T81" fmla="*/ 7 h 9"/>
                      <a:gd name="T82" fmla="*/ 8 w 12"/>
                      <a:gd name="T83" fmla="*/ 6 h 9"/>
                      <a:gd name="T84" fmla="*/ 9 w 12"/>
                      <a:gd name="T85" fmla="*/ 5 h 9"/>
                      <a:gd name="T86" fmla="*/ 10 w 12"/>
                      <a:gd name="T87" fmla="*/ 4 h 9"/>
                      <a:gd name="T88" fmla="*/ 10 w 12"/>
                      <a:gd name="T89" fmla="*/ 3 h 9"/>
                      <a:gd name="T90" fmla="*/ 11 w 12"/>
                      <a:gd name="T91" fmla="*/ 2 h 9"/>
                      <a:gd name="T92" fmla="*/ 12 w 12"/>
                      <a:gd name="T93" fmla="*/ 0 h 9"/>
                      <a:gd name="T94" fmla="*/ 11 w 12"/>
                      <a:gd name="T9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 h="9">
                        <a:moveTo>
                          <a:pt x="2" y="2"/>
                        </a:move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lose/>
                        <a:moveTo>
                          <a:pt x="10" y="0"/>
                        </a:moveTo>
                        <a:cubicBezTo>
                          <a:pt x="10" y="0"/>
                          <a:pt x="10" y="0"/>
                          <a:pt x="10" y="0"/>
                        </a:cubicBezTo>
                        <a:cubicBezTo>
                          <a:pt x="10" y="0"/>
                          <a:pt x="10" y="0"/>
                          <a:pt x="10" y="0"/>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0"/>
                          <a:pt x="8" y="0"/>
                        </a:cubicBezTo>
                        <a:cubicBezTo>
                          <a:pt x="8" y="0"/>
                          <a:pt x="7" y="0"/>
                          <a:pt x="7" y="0"/>
                        </a:cubicBezTo>
                        <a:cubicBezTo>
                          <a:pt x="7" y="1"/>
                          <a:pt x="7" y="1"/>
                          <a:pt x="7" y="1"/>
                        </a:cubicBezTo>
                        <a:cubicBezTo>
                          <a:pt x="7" y="1"/>
                          <a:pt x="7" y="1"/>
                          <a:pt x="7" y="1"/>
                        </a:cubicBezTo>
                        <a:cubicBezTo>
                          <a:pt x="7" y="1"/>
                          <a:pt x="7" y="1"/>
                          <a:pt x="7" y="1"/>
                        </a:cubicBezTo>
                        <a:cubicBezTo>
                          <a:pt x="7" y="1"/>
                          <a:pt x="6" y="1"/>
                          <a:pt x="6" y="1"/>
                        </a:cubicBezTo>
                        <a:cubicBezTo>
                          <a:pt x="6" y="1"/>
                          <a:pt x="6" y="1"/>
                          <a:pt x="6" y="0"/>
                        </a:cubicBezTo>
                        <a:cubicBezTo>
                          <a:pt x="6" y="0"/>
                          <a:pt x="6" y="0"/>
                          <a:pt x="6" y="0"/>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0"/>
                          <a:pt x="4" y="0"/>
                          <a:pt x="4" y="0"/>
                        </a:cubicBezTo>
                        <a:cubicBezTo>
                          <a:pt x="4" y="0"/>
                          <a:pt x="4" y="0"/>
                          <a:pt x="4" y="0"/>
                        </a:cubicBezTo>
                        <a:cubicBezTo>
                          <a:pt x="3" y="1"/>
                          <a:pt x="3" y="1"/>
                          <a:pt x="3" y="2"/>
                        </a:cubicBezTo>
                        <a:cubicBezTo>
                          <a:pt x="3" y="2"/>
                          <a:pt x="3" y="2"/>
                          <a:pt x="3" y="3"/>
                        </a:cubicBezTo>
                        <a:cubicBezTo>
                          <a:pt x="3" y="3"/>
                          <a:pt x="2" y="3"/>
                          <a:pt x="2" y="3"/>
                        </a:cubicBezTo>
                        <a:cubicBezTo>
                          <a:pt x="2" y="3"/>
                          <a:pt x="2" y="3"/>
                          <a:pt x="2" y="4"/>
                        </a:cubicBezTo>
                        <a:cubicBezTo>
                          <a:pt x="2" y="4"/>
                          <a:pt x="2" y="4"/>
                          <a:pt x="2" y="4"/>
                        </a:cubicBezTo>
                        <a:cubicBezTo>
                          <a:pt x="2" y="4"/>
                          <a:pt x="2" y="4"/>
                          <a:pt x="2" y="4"/>
                        </a:cubicBezTo>
                        <a:cubicBezTo>
                          <a:pt x="2" y="4"/>
                          <a:pt x="2" y="4"/>
                          <a:pt x="2" y="4"/>
                        </a:cubicBezTo>
                        <a:cubicBezTo>
                          <a:pt x="2" y="4"/>
                          <a:pt x="1" y="4"/>
                          <a:pt x="1" y="4"/>
                        </a:cubicBezTo>
                        <a:cubicBezTo>
                          <a:pt x="1" y="4"/>
                          <a:pt x="1" y="5"/>
                          <a:pt x="1" y="5"/>
                        </a:cubicBezTo>
                        <a:cubicBezTo>
                          <a:pt x="1" y="5"/>
                          <a:pt x="1" y="5"/>
                          <a:pt x="1" y="5"/>
                        </a:cubicBezTo>
                        <a:cubicBezTo>
                          <a:pt x="0" y="5"/>
                          <a:pt x="0" y="5"/>
                          <a:pt x="0" y="6"/>
                        </a:cubicBezTo>
                        <a:cubicBezTo>
                          <a:pt x="0" y="6"/>
                          <a:pt x="0" y="6"/>
                          <a:pt x="0" y="6"/>
                        </a:cubicBezTo>
                        <a:cubicBezTo>
                          <a:pt x="0" y="6"/>
                          <a:pt x="0" y="6"/>
                          <a:pt x="0" y="6"/>
                        </a:cubicBezTo>
                        <a:cubicBezTo>
                          <a:pt x="0" y="6"/>
                          <a:pt x="1" y="6"/>
                          <a:pt x="1" y="6"/>
                        </a:cubicBezTo>
                        <a:cubicBezTo>
                          <a:pt x="1" y="6"/>
                          <a:pt x="1" y="6"/>
                          <a:pt x="2" y="6"/>
                        </a:cubicBezTo>
                        <a:cubicBezTo>
                          <a:pt x="2" y="6"/>
                          <a:pt x="2" y="6"/>
                          <a:pt x="2" y="6"/>
                        </a:cubicBezTo>
                        <a:cubicBezTo>
                          <a:pt x="1" y="6"/>
                          <a:pt x="1" y="6"/>
                          <a:pt x="1" y="6"/>
                        </a:cubicBezTo>
                        <a:cubicBezTo>
                          <a:pt x="1" y="6"/>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3" y="7"/>
                          <a:pt x="3" y="7"/>
                        </a:cubicBezTo>
                        <a:cubicBezTo>
                          <a:pt x="3" y="7"/>
                          <a:pt x="3" y="7"/>
                          <a:pt x="3" y="7"/>
                        </a:cubicBezTo>
                        <a:cubicBezTo>
                          <a:pt x="3" y="7"/>
                          <a:pt x="4" y="7"/>
                          <a:pt x="4" y="6"/>
                        </a:cubicBezTo>
                        <a:cubicBezTo>
                          <a:pt x="4" y="6"/>
                          <a:pt x="4" y="6"/>
                          <a:pt x="4" y="6"/>
                        </a:cubicBezTo>
                        <a:cubicBezTo>
                          <a:pt x="4" y="7"/>
                          <a:pt x="4" y="7"/>
                          <a:pt x="4" y="7"/>
                        </a:cubicBezTo>
                        <a:cubicBezTo>
                          <a:pt x="4" y="7"/>
                          <a:pt x="4" y="7"/>
                          <a:pt x="4" y="7"/>
                        </a:cubicBezTo>
                        <a:cubicBezTo>
                          <a:pt x="4" y="7"/>
                          <a:pt x="4" y="7"/>
                          <a:pt x="4" y="7"/>
                        </a:cubicBezTo>
                        <a:cubicBezTo>
                          <a:pt x="4" y="8"/>
                          <a:pt x="4" y="8"/>
                          <a:pt x="4" y="8"/>
                        </a:cubicBezTo>
                        <a:cubicBezTo>
                          <a:pt x="4" y="8"/>
                          <a:pt x="4" y="8"/>
                          <a:pt x="4" y="8"/>
                        </a:cubicBezTo>
                        <a:cubicBezTo>
                          <a:pt x="4" y="8"/>
                          <a:pt x="4" y="9"/>
                          <a:pt x="4" y="9"/>
                        </a:cubicBezTo>
                        <a:cubicBezTo>
                          <a:pt x="5" y="9"/>
                          <a:pt x="5" y="9"/>
                          <a:pt x="5" y="9"/>
                        </a:cubicBezTo>
                        <a:cubicBezTo>
                          <a:pt x="5" y="8"/>
                          <a:pt x="5" y="8"/>
                          <a:pt x="5" y="8"/>
                        </a:cubicBezTo>
                        <a:cubicBezTo>
                          <a:pt x="5" y="8"/>
                          <a:pt x="5" y="8"/>
                          <a:pt x="5" y="8"/>
                        </a:cubicBezTo>
                        <a:cubicBezTo>
                          <a:pt x="5" y="8"/>
                          <a:pt x="6" y="8"/>
                          <a:pt x="6" y="8"/>
                        </a:cubicBezTo>
                        <a:cubicBezTo>
                          <a:pt x="6" y="8"/>
                          <a:pt x="6" y="8"/>
                          <a:pt x="7" y="7"/>
                        </a:cubicBezTo>
                        <a:cubicBezTo>
                          <a:pt x="7" y="7"/>
                          <a:pt x="7" y="7"/>
                          <a:pt x="8" y="7"/>
                        </a:cubicBezTo>
                        <a:cubicBezTo>
                          <a:pt x="8" y="6"/>
                          <a:pt x="8" y="6"/>
                          <a:pt x="8" y="6"/>
                        </a:cubicBezTo>
                        <a:cubicBezTo>
                          <a:pt x="8" y="6"/>
                          <a:pt x="8" y="6"/>
                          <a:pt x="8" y="6"/>
                        </a:cubicBezTo>
                        <a:cubicBezTo>
                          <a:pt x="9" y="6"/>
                          <a:pt x="9" y="6"/>
                          <a:pt x="9" y="5"/>
                        </a:cubicBezTo>
                        <a:cubicBezTo>
                          <a:pt x="9" y="5"/>
                          <a:pt x="9" y="5"/>
                          <a:pt x="9" y="5"/>
                        </a:cubicBezTo>
                        <a:cubicBezTo>
                          <a:pt x="9" y="5"/>
                          <a:pt x="10" y="5"/>
                          <a:pt x="10" y="4"/>
                        </a:cubicBezTo>
                        <a:cubicBezTo>
                          <a:pt x="10" y="4"/>
                          <a:pt x="10" y="4"/>
                          <a:pt x="10" y="4"/>
                        </a:cubicBezTo>
                        <a:cubicBezTo>
                          <a:pt x="10" y="4"/>
                          <a:pt x="10" y="4"/>
                          <a:pt x="10" y="3"/>
                        </a:cubicBezTo>
                        <a:cubicBezTo>
                          <a:pt x="10" y="3"/>
                          <a:pt x="10" y="3"/>
                          <a:pt x="10" y="3"/>
                        </a:cubicBezTo>
                        <a:cubicBezTo>
                          <a:pt x="11" y="2"/>
                          <a:pt x="11" y="2"/>
                          <a:pt x="11" y="2"/>
                        </a:cubicBezTo>
                        <a:cubicBezTo>
                          <a:pt x="11" y="2"/>
                          <a:pt x="11" y="1"/>
                          <a:pt x="11" y="1"/>
                        </a:cubicBezTo>
                        <a:cubicBezTo>
                          <a:pt x="11" y="1"/>
                          <a:pt x="11" y="1"/>
                          <a:pt x="12" y="0"/>
                        </a:cubicBezTo>
                        <a:cubicBezTo>
                          <a:pt x="12" y="0"/>
                          <a:pt x="12" y="0"/>
                          <a:pt x="12" y="0"/>
                        </a:cubicBezTo>
                        <a:cubicBezTo>
                          <a:pt x="11" y="0"/>
                          <a:pt x="11" y="0"/>
                          <a:pt x="11" y="0"/>
                        </a:cubicBezTo>
                        <a:lnTo>
                          <a:pt x="10" y="0"/>
                        </a:ln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0" name="Freeform 720">
                    <a:extLst>
                      <a:ext uri="{FF2B5EF4-FFF2-40B4-BE49-F238E27FC236}">
                        <a16:creationId xmlns:a16="http://schemas.microsoft.com/office/drawing/2014/main" id="{61A131C7-0DF2-C084-6F61-D82CBA3DA887}"/>
                      </a:ext>
                    </a:extLst>
                  </p:cNvPr>
                  <p:cNvSpPr>
                    <a:spLocks noEditPoints="1"/>
                  </p:cNvSpPr>
                  <p:nvPr/>
                </p:nvSpPr>
                <p:spPr bwMode="auto">
                  <a:xfrm>
                    <a:off x="10307638" y="6011863"/>
                    <a:ext cx="53975" cy="100013"/>
                  </a:xfrm>
                  <a:custGeom>
                    <a:avLst/>
                    <a:gdLst>
                      <a:gd name="T0" fmla="*/ 8 w 13"/>
                      <a:gd name="T1" fmla="*/ 2 h 24"/>
                      <a:gd name="T2" fmla="*/ 8 w 13"/>
                      <a:gd name="T3" fmla="*/ 1 h 24"/>
                      <a:gd name="T4" fmla="*/ 12 w 13"/>
                      <a:gd name="T5" fmla="*/ 16 h 24"/>
                      <a:gd name="T6" fmla="*/ 11 w 13"/>
                      <a:gd name="T7" fmla="*/ 15 h 24"/>
                      <a:gd name="T8" fmla="*/ 10 w 13"/>
                      <a:gd name="T9" fmla="*/ 13 h 24"/>
                      <a:gd name="T10" fmla="*/ 9 w 13"/>
                      <a:gd name="T11" fmla="*/ 12 h 24"/>
                      <a:gd name="T12" fmla="*/ 9 w 13"/>
                      <a:gd name="T13" fmla="*/ 11 h 24"/>
                      <a:gd name="T14" fmla="*/ 8 w 13"/>
                      <a:gd name="T15" fmla="*/ 10 h 24"/>
                      <a:gd name="T16" fmla="*/ 8 w 13"/>
                      <a:gd name="T17" fmla="*/ 8 h 24"/>
                      <a:gd name="T18" fmla="*/ 9 w 13"/>
                      <a:gd name="T19" fmla="*/ 8 h 24"/>
                      <a:gd name="T20" fmla="*/ 9 w 13"/>
                      <a:gd name="T21" fmla="*/ 7 h 24"/>
                      <a:gd name="T22" fmla="*/ 9 w 13"/>
                      <a:gd name="T23" fmla="*/ 5 h 24"/>
                      <a:gd name="T24" fmla="*/ 8 w 13"/>
                      <a:gd name="T25" fmla="*/ 5 h 24"/>
                      <a:gd name="T26" fmla="*/ 8 w 13"/>
                      <a:gd name="T27" fmla="*/ 3 h 24"/>
                      <a:gd name="T28" fmla="*/ 8 w 13"/>
                      <a:gd name="T29" fmla="*/ 2 h 24"/>
                      <a:gd name="T30" fmla="*/ 7 w 13"/>
                      <a:gd name="T31" fmla="*/ 2 h 24"/>
                      <a:gd name="T32" fmla="*/ 6 w 13"/>
                      <a:gd name="T33" fmla="*/ 2 h 24"/>
                      <a:gd name="T34" fmla="*/ 6 w 13"/>
                      <a:gd name="T35" fmla="*/ 1 h 24"/>
                      <a:gd name="T36" fmla="*/ 5 w 13"/>
                      <a:gd name="T37" fmla="*/ 0 h 24"/>
                      <a:gd name="T38" fmla="*/ 6 w 13"/>
                      <a:gd name="T39" fmla="*/ 1 h 24"/>
                      <a:gd name="T40" fmla="*/ 6 w 13"/>
                      <a:gd name="T41" fmla="*/ 3 h 24"/>
                      <a:gd name="T42" fmla="*/ 6 w 13"/>
                      <a:gd name="T43" fmla="*/ 4 h 24"/>
                      <a:gd name="T44" fmla="*/ 6 w 13"/>
                      <a:gd name="T45" fmla="*/ 6 h 24"/>
                      <a:gd name="T46" fmla="*/ 6 w 13"/>
                      <a:gd name="T47" fmla="*/ 6 h 24"/>
                      <a:gd name="T48" fmla="*/ 5 w 13"/>
                      <a:gd name="T49" fmla="*/ 5 h 24"/>
                      <a:gd name="T50" fmla="*/ 4 w 13"/>
                      <a:gd name="T51" fmla="*/ 6 h 24"/>
                      <a:gd name="T52" fmla="*/ 2 w 13"/>
                      <a:gd name="T53" fmla="*/ 6 h 24"/>
                      <a:gd name="T54" fmla="*/ 1 w 13"/>
                      <a:gd name="T55" fmla="*/ 7 h 24"/>
                      <a:gd name="T56" fmla="*/ 1 w 13"/>
                      <a:gd name="T57" fmla="*/ 8 h 24"/>
                      <a:gd name="T58" fmla="*/ 2 w 13"/>
                      <a:gd name="T59" fmla="*/ 11 h 24"/>
                      <a:gd name="T60" fmla="*/ 2 w 13"/>
                      <a:gd name="T61" fmla="*/ 11 h 24"/>
                      <a:gd name="T62" fmla="*/ 1 w 13"/>
                      <a:gd name="T63" fmla="*/ 12 h 24"/>
                      <a:gd name="T64" fmla="*/ 2 w 13"/>
                      <a:gd name="T65" fmla="*/ 13 h 24"/>
                      <a:gd name="T66" fmla="*/ 1 w 13"/>
                      <a:gd name="T67" fmla="*/ 14 h 24"/>
                      <a:gd name="T68" fmla="*/ 2 w 13"/>
                      <a:gd name="T69" fmla="*/ 14 h 24"/>
                      <a:gd name="T70" fmla="*/ 1 w 13"/>
                      <a:gd name="T71" fmla="*/ 14 h 24"/>
                      <a:gd name="T72" fmla="*/ 1 w 13"/>
                      <a:gd name="T73" fmla="*/ 15 h 24"/>
                      <a:gd name="T74" fmla="*/ 1 w 13"/>
                      <a:gd name="T75" fmla="*/ 16 h 24"/>
                      <a:gd name="T76" fmla="*/ 0 w 13"/>
                      <a:gd name="T77" fmla="*/ 17 h 24"/>
                      <a:gd name="T78" fmla="*/ 0 w 13"/>
                      <a:gd name="T79" fmla="*/ 19 h 24"/>
                      <a:gd name="T80" fmla="*/ 2 w 13"/>
                      <a:gd name="T81" fmla="*/ 19 h 24"/>
                      <a:gd name="T82" fmla="*/ 3 w 13"/>
                      <a:gd name="T83" fmla="*/ 19 h 24"/>
                      <a:gd name="T84" fmla="*/ 5 w 13"/>
                      <a:gd name="T85" fmla="*/ 18 h 24"/>
                      <a:gd name="T86" fmla="*/ 5 w 13"/>
                      <a:gd name="T87" fmla="*/ 18 h 24"/>
                      <a:gd name="T88" fmla="*/ 6 w 13"/>
                      <a:gd name="T89" fmla="*/ 17 h 24"/>
                      <a:gd name="T90" fmla="*/ 7 w 13"/>
                      <a:gd name="T91" fmla="*/ 18 h 24"/>
                      <a:gd name="T92" fmla="*/ 6 w 13"/>
                      <a:gd name="T93" fmla="*/ 20 h 24"/>
                      <a:gd name="T94" fmla="*/ 7 w 13"/>
                      <a:gd name="T95" fmla="*/ 21 h 24"/>
                      <a:gd name="T96" fmla="*/ 6 w 13"/>
                      <a:gd name="T97" fmla="*/ 24 h 24"/>
                      <a:gd name="T98" fmla="*/ 8 w 13"/>
                      <a:gd name="T99" fmla="*/ 24 h 24"/>
                      <a:gd name="T100" fmla="*/ 9 w 13"/>
                      <a:gd name="T101" fmla="*/ 23 h 24"/>
                      <a:gd name="T102" fmla="*/ 10 w 13"/>
                      <a:gd name="T103" fmla="*/ 22 h 24"/>
                      <a:gd name="T104" fmla="*/ 11 w 13"/>
                      <a:gd name="T105" fmla="*/ 21 h 24"/>
                      <a:gd name="T106" fmla="*/ 12 w 13"/>
                      <a:gd name="T107" fmla="*/ 19 h 24"/>
                      <a:gd name="T108" fmla="*/ 13 w 13"/>
                      <a:gd name="T109"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 h="24">
                        <a:moveTo>
                          <a:pt x="8" y="1"/>
                        </a:moveTo>
                        <a:cubicBezTo>
                          <a:pt x="8" y="1"/>
                          <a:pt x="8" y="1"/>
                          <a:pt x="8" y="1"/>
                        </a:cubicBezTo>
                        <a:cubicBezTo>
                          <a:pt x="8" y="1"/>
                          <a:pt x="8" y="1"/>
                          <a:pt x="8" y="1"/>
                        </a:cubicBezTo>
                        <a:cubicBezTo>
                          <a:pt x="8" y="1"/>
                          <a:pt x="8" y="1"/>
                          <a:pt x="8" y="2"/>
                        </a:cubicBezTo>
                        <a:cubicBezTo>
                          <a:pt x="8" y="2"/>
                          <a:pt x="8" y="2"/>
                          <a:pt x="8" y="2"/>
                        </a:cubicBezTo>
                        <a:cubicBezTo>
                          <a:pt x="8" y="2"/>
                          <a:pt x="8" y="1"/>
                          <a:pt x="8" y="1"/>
                        </a:cubicBezTo>
                        <a:cubicBezTo>
                          <a:pt x="8" y="1"/>
                          <a:pt x="8" y="1"/>
                          <a:pt x="8" y="1"/>
                        </a:cubicBezTo>
                        <a:cubicBezTo>
                          <a:pt x="8" y="1"/>
                          <a:pt x="8" y="1"/>
                          <a:pt x="8" y="1"/>
                        </a:cubicBezTo>
                        <a:close/>
                        <a:moveTo>
                          <a:pt x="13" y="16"/>
                        </a:moveTo>
                        <a:cubicBezTo>
                          <a:pt x="13" y="16"/>
                          <a:pt x="12" y="16"/>
                          <a:pt x="12" y="16"/>
                        </a:cubicBezTo>
                        <a:cubicBezTo>
                          <a:pt x="12" y="16"/>
                          <a:pt x="12" y="16"/>
                          <a:pt x="12" y="16"/>
                        </a:cubicBezTo>
                        <a:cubicBezTo>
                          <a:pt x="12" y="16"/>
                          <a:pt x="12" y="16"/>
                          <a:pt x="12" y="16"/>
                        </a:cubicBezTo>
                        <a:cubicBezTo>
                          <a:pt x="12" y="16"/>
                          <a:pt x="12" y="15"/>
                          <a:pt x="12" y="15"/>
                        </a:cubicBezTo>
                        <a:cubicBezTo>
                          <a:pt x="11" y="15"/>
                          <a:pt x="11" y="15"/>
                          <a:pt x="11" y="15"/>
                        </a:cubicBezTo>
                        <a:cubicBezTo>
                          <a:pt x="11" y="15"/>
                          <a:pt x="11" y="15"/>
                          <a:pt x="11" y="15"/>
                        </a:cubicBezTo>
                        <a:cubicBezTo>
                          <a:pt x="11" y="15"/>
                          <a:pt x="11" y="15"/>
                          <a:pt x="11" y="15"/>
                        </a:cubicBezTo>
                        <a:cubicBezTo>
                          <a:pt x="11" y="15"/>
                          <a:pt x="10" y="15"/>
                          <a:pt x="10" y="15"/>
                        </a:cubicBezTo>
                        <a:cubicBezTo>
                          <a:pt x="10" y="14"/>
                          <a:pt x="10" y="14"/>
                          <a:pt x="10" y="14"/>
                        </a:cubicBezTo>
                        <a:cubicBezTo>
                          <a:pt x="10" y="14"/>
                          <a:pt x="10" y="14"/>
                          <a:pt x="10" y="13"/>
                        </a:cubicBezTo>
                        <a:cubicBezTo>
                          <a:pt x="10" y="13"/>
                          <a:pt x="10" y="13"/>
                          <a:pt x="10" y="13"/>
                        </a:cubicBezTo>
                        <a:cubicBezTo>
                          <a:pt x="10" y="13"/>
                          <a:pt x="9" y="13"/>
                          <a:pt x="9" y="13"/>
                        </a:cubicBezTo>
                        <a:cubicBezTo>
                          <a:pt x="9" y="13"/>
                          <a:pt x="9" y="13"/>
                          <a:pt x="9" y="13"/>
                        </a:cubicBezTo>
                        <a:cubicBezTo>
                          <a:pt x="9" y="13"/>
                          <a:pt x="9" y="12"/>
                          <a:pt x="9" y="12"/>
                        </a:cubicBezTo>
                        <a:cubicBezTo>
                          <a:pt x="9" y="12"/>
                          <a:pt x="9" y="12"/>
                          <a:pt x="9" y="12"/>
                        </a:cubicBezTo>
                        <a:cubicBezTo>
                          <a:pt x="9" y="12"/>
                          <a:pt x="9" y="12"/>
                          <a:pt x="9" y="12"/>
                        </a:cubicBezTo>
                        <a:cubicBezTo>
                          <a:pt x="9" y="12"/>
                          <a:pt x="9" y="12"/>
                          <a:pt x="9" y="12"/>
                        </a:cubicBezTo>
                        <a:cubicBezTo>
                          <a:pt x="9" y="12"/>
                          <a:pt x="9" y="11"/>
                          <a:pt x="9" y="11"/>
                        </a:cubicBezTo>
                        <a:cubicBezTo>
                          <a:pt x="9" y="11"/>
                          <a:pt x="9" y="11"/>
                          <a:pt x="9" y="11"/>
                        </a:cubicBezTo>
                        <a:cubicBezTo>
                          <a:pt x="9" y="10"/>
                          <a:pt x="9" y="10"/>
                          <a:pt x="9" y="10"/>
                        </a:cubicBezTo>
                        <a:cubicBezTo>
                          <a:pt x="8" y="10"/>
                          <a:pt x="8" y="10"/>
                          <a:pt x="8" y="10"/>
                        </a:cubicBezTo>
                        <a:cubicBezTo>
                          <a:pt x="8" y="10"/>
                          <a:pt x="8" y="10"/>
                          <a:pt x="8" y="10"/>
                        </a:cubicBezTo>
                        <a:cubicBezTo>
                          <a:pt x="8" y="10"/>
                          <a:pt x="8" y="10"/>
                          <a:pt x="8" y="10"/>
                        </a:cubicBezTo>
                        <a:cubicBezTo>
                          <a:pt x="8" y="9"/>
                          <a:pt x="8" y="9"/>
                          <a:pt x="8" y="9"/>
                        </a:cubicBezTo>
                        <a:cubicBezTo>
                          <a:pt x="8" y="9"/>
                          <a:pt x="8" y="9"/>
                          <a:pt x="8" y="9"/>
                        </a:cubicBezTo>
                        <a:cubicBezTo>
                          <a:pt x="8" y="9"/>
                          <a:pt x="8" y="9"/>
                          <a:pt x="8" y="9"/>
                        </a:cubicBezTo>
                        <a:cubicBezTo>
                          <a:pt x="8" y="8"/>
                          <a:pt x="8" y="8"/>
                          <a:pt x="8" y="8"/>
                        </a:cubicBezTo>
                        <a:cubicBezTo>
                          <a:pt x="8" y="8"/>
                          <a:pt x="8" y="9"/>
                          <a:pt x="8" y="9"/>
                        </a:cubicBezTo>
                        <a:cubicBezTo>
                          <a:pt x="8" y="9"/>
                          <a:pt x="9" y="9"/>
                          <a:pt x="9" y="9"/>
                        </a:cubicBezTo>
                        <a:cubicBezTo>
                          <a:pt x="9" y="9"/>
                          <a:pt x="9" y="9"/>
                          <a:pt x="9" y="9"/>
                        </a:cubicBezTo>
                        <a:cubicBezTo>
                          <a:pt x="9" y="8"/>
                          <a:pt x="9" y="8"/>
                          <a:pt x="9" y="8"/>
                        </a:cubicBezTo>
                        <a:cubicBezTo>
                          <a:pt x="9" y="8"/>
                          <a:pt x="9" y="8"/>
                          <a:pt x="9" y="8"/>
                        </a:cubicBezTo>
                        <a:cubicBezTo>
                          <a:pt x="9" y="8"/>
                          <a:pt x="9" y="8"/>
                          <a:pt x="9" y="8"/>
                        </a:cubicBezTo>
                        <a:cubicBezTo>
                          <a:pt x="9" y="7"/>
                          <a:pt x="9" y="7"/>
                          <a:pt x="9" y="7"/>
                        </a:cubicBezTo>
                        <a:cubicBezTo>
                          <a:pt x="9" y="7"/>
                          <a:pt x="9" y="7"/>
                          <a:pt x="9" y="7"/>
                        </a:cubicBezTo>
                        <a:cubicBezTo>
                          <a:pt x="9" y="7"/>
                          <a:pt x="9" y="7"/>
                          <a:pt x="9" y="7"/>
                        </a:cubicBezTo>
                        <a:cubicBezTo>
                          <a:pt x="9" y="7"/>
                          <a:pt x="9" y="7"/>
                          <a:pt x="9" y="7"/>
                        </a:cubicBezTo>
                        <a:cubicBezTo>
                          <a:pt x="9" y="7"/>
                          <a:pt x="9" y="6"/>
                          <a:pt x="9" y="6"/>
                        </a:cubicBezTo>
                        <a:cubicBezTo>
                          <a:pt x="9" y="6"/>
                          <a:pt x="9" y="5"/>
                          <a:pt x="9" y="5"/>
                        </a:cubicBezTo>
                        <a:cubicBezTo>
                          <a:pt x="9" y="5"/>
                          <a:pt x="9" y="5"/>
                          <a:pt x="9" y="5"/>
                        </a:cubicBezTo>
                        <a:cubicBezTo>
                          <a:pt x="8" y="5"/>
                          <a:pt x="8" y="5"/>
                          <a:pt x="8" y="5"/>
                        </a:cubicBezTo>
                        <a:cubicBezTo>
                          <a:pt x="8" y="5"/>
                          <a:pt x="8" y="5"/>
                          <a:pt x="8" y="5"/>
                        </a:cubicBezTo>
                        <a:cubicBezTo>
                          <a:pt x="8" y="5"/>
                          <a:pt x="8" y="5"/>
                          <a:pt x="8" y="5"/>
                        </a:cubicBezTo>
                        <a:cubicBezTo>
                          <a:pt x="8" y="5"/>
                          <a:pt x="8" y="4"/>
                          <a:pt x="8" y="4"/>
                        </a:cubicBezTo>
                        <a:cubicBezTo>
                          <a:pt x="8" y="4"/>
                          <a:pt x="8" y="4"/>
                          <a:pt x="8" y="4"/>
                        </a:cubicBezTo>
                        <a:cubicBezTo>
                          <a:pt x="8" y="4"/>
                          <a:pt x="9" y="4"/>
                          <a:pt x="8" y="4"/>
                        </a:cubicBezTo>
                        <a:cubicBezTo>
                          <a:pt x="8" y="3"/>
                          <a:pt x="8" y="3"/>
                          <a:pt x="8" y="3"/>
                        </a:cubicBezTo>
                        <a:cubicBezTo>
                          <a:pt x="7" y="3"/>
                          <a:pt x="7" y="3"/>
                          <a:pt x="8" y="3"/>
                        </a:cubicBezTo>
                        <a:cubicBezTo>
                          <a:pt x="8" y="3"/>
                          <a:pt x="8" y="3"/>
                          <a:pt x="8" y="3"/>
                        </a:cubicBezTo>
                        <a:cubicBezTo>
                          <a:pt x="8" y="3"/>
                          <a:pt x="8" y="3"/>
                          <a:pt x="8" y="3"/>
                        </a:cubicBezTo>
                        <a:cubicBezTo>
                          <a:pt x="8" y="3"/>
                          <a:pt x="8" y="2"/>
                          <a:pt x="8" y="2"/>
                        </a:cubicBezTo>
                        <a:cubicBezTo>
                          <a:pt x="8" y="2"/>
                          <a:pt x="8" y="2"/>
                          <a:pt x="8" y="2"/>
                        </a:cubicBezTo>
                        <a:cubicBezTo>
                          <a:pt x="8" y="2"/>
                          <a:pt x="8" y="2"/>
                          <a:pt x="8" y="2"/>
                        </a:cubicBezTo>
                        <a:cubicBezTo>
                          <a:pt x="8" y="2"/>
                          <a:pt x="8" y="2"/>
                          <a:pt x="8" y="2"/>
                        </a:cubicBezTo>
                        <a:cubicBezTo>
                          <a:pt x="8" y="2"/>
                          <a:pt x="7" y="2"/>
                          <a:pt x="7" y="2"/>
                        </a:cubicBezTo>
                        <a:cubicBezTo>
                          <a:pt x="7" y="2"/>
                          <a:pt x="7" y="3"/>
                          <a:pt x="7" y="3"/>
                        </a:cubicBezTo>
                        <a:cubicBezTo>
                          <a:pt x="7" y="3"/>
                          <a:pt x="7" y="3"/>
                          <a:pt x="7" y="2"/>
                        </a:cubicBezTo>
                        <a:cubicBezTo>
                          <a:pt x="7" y="2"/>
                          <a:pt x="7" y="2"/>
                          <a:pt x="7" y="2"/>
                        </a:cubicBezTo>
                        <a:cubicBezTo>
                          <a:pt x="7" y="2"/>
                          <a:pt x="6" y="2"/>
                          <a:pt x="6" y="2"/>
                        </a:cubicBezTo>
                        <a:cubicBezTo>
                          <a:pt x="7" y="2"/>
                          <a:pt x="7" y="2"/>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0"/>
                          <a:pt x="5" y="0"/>
                        </a:cubicBezTo>
                        <a:cubicBezTo>
                          <a:pt x="5" y="0"/>
                          <a:pt x="5" y="0"/>
                          <a:pt x="5" y="0"/>
                        </a:cubicBezTo>
                        <a:cubicBezTo>
                          <a:pt x="5" y="1"/>
                          <a:pt x="5" y="1"/>
                          <a:pt x="5" y="1"/>
                        </a:cubicBezTo>
                        <a:cubicBezTo>
                          <a:pt x="5" y="1"/>
                          <a:pt x="5" y="1"/>
                          <a:pt x="5" y="1"/>
                        </a:cubicBezTo>
                        <a:cubicBezTo>
                          <a:pt x="5" y="1"/>
                          <a:pt x="5" y="1"/>
                          <a:pt x="5" y="1"/>
                        </a:cubicBezTo>
                        <a:cubicBezTo>
                          <a:pt x="6" y="1"/>
                          <a:pt x="6" y="1"/>
                          <a:pt x="6" y="1"/>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3"/>
                          <a:pt x="5" y="4"/>
                          <a:pt x="6" y="4"/>
                        </a:cubicBezTo>
                        <a:cubicBezTo>
                          <a:pt x="6" y="4"/>
                          <a:pt x="6" y="4"/>
                          <a:pt x="6" y="4"/>
                        </a:cubicBezTo>
                        <a:cubicBezTo>
                          <a:pt x="6" y="4"/>
                          <a:pt x="6" y="5"/>
                          <a:pt x="6" y="5"/>
                        </a:cubicBezTo>
                        <a:cubicBezTo>
                          <a:pt x="6" y="5"/>
                          <a:pt x="6" y="5"/>
                          <a:pt x="6" y="5"/>
                        </a:cubicBezTo>
                        <a:cubicBezTo>
                          <a:pt x="6" y="5"/>
                          <a:pt x="6" y="5"/>
                          <a:pt x="6" y="6"/>
                        </a:cubicBezTo>
                        <a:cubicBezTo>
                          <a:pt x="6" y="6"/>
                          <a:pt x="6" y="6"/>
                          <a:pt x="6" y="6"/>
                        </a:cubicBezTo>
                        <a:cubicBezTo>
                          <a:pt x="6" y="6"/>
                          <a:pt x="6" y="6"/>
                          <a:pt x="6" y="6"/>
                        </a:cubicBezTo>
                        <a:cubicBezTo>
                          <a:pt x="6" y="6"/>
                          <a:pt x="6" y="6"/>
                          <a:pt x="6" y="6"/>
                        </a:cubicBezTo>
                        <a:cubicBezTo>
                          <a:pt x="6" y="6"/>
                          <a:pt x="6" y="6"/>
                          <a:pt x="6" y="6"/>
                        </a:cubicBezTo>
                        <a:cubicBezTo>
                          <a:pt x="6" y="6"/>
                          <a:pt x="5" y="6"/>
                          <a:pt x="5" y="6"/>
                        </a:cubicBezTo>
                        <a:cubicBezTo>
                          <a:pt x="5" y="6"/>
                          <a:pt x="5" y="7"/>
                          <a:pt x="5" y="6"/>
                        </a:cubicBezTo>
                        <a:cubicBezTo>
                          <a:pt x="5" y="6"/>
                          <a:pt x="5" y="6"/>
                          <a:pt x="5" y="5"/>
                        </a:cubicBezTo>
                        <a:cubicBezTo>
                          <a:pt x="5" y="5"/>
                          <a:pt x="5" y="5"/>
                          <a:pt x="5" y="5"/>
                        </a:cubicBezTo>
                        <a:cubicBezTo>
                          <a:pt x="5" y="5"/>
                          <a:pt x="5" y="5"/>
                          <a:pt x="5" y="5"/>
                        </a:cubicBezTo>
                        <a:cubicBezTo>
                          <a:pt x="4" y="6"/>
                          <a:pt x="4" y="6"/>
                          <a:pt x="4" y="6"/>
                        </a:cubicBezTo>
                        <a:cubicBezTo>
                          <a:pt x="4" y="5"/>
                          <a:pt x="4" y="5"/>
                          <a:pt x="4" y="5"/>
                        </a:cubicBezTo>
                        <a:cubicBezTo>
                          <a:pt x="4" y="6"/>
                          <a:pt x="4" y="6"/>
                          <a:pt x="4" y="6"/>
                        </a:cubicBezTo>
                        <a:cubicBezTo>
                          <a:pt x="3" y="6"/>
                          <a:pt x="3" y="6"/>
                          <a:pt x="3" y="6"/>
                        </a:cubicBezTo>
                        <a:cubicBezTo>
                          <a:pt x="3" y="6"/>
                          <a:pt x="3" y="6"/>
                          <a:pt x="3" y="6"/>
                        </a:cubicBezTo>
                        <a:cubicBezTo>
                          <a:pt x="3" y="6"/>
                          <a:pt x="3" y="6"/>
                          <a:pt x="3" y="6"/>
                        </a:cubicBezTo>
                        <a:cubicBezTo>
                          <a:pt x="3" y="6"/>
                          <a:pt x="2" y="6"/>
                          <a:pt x="2" y="6"/>
                        </a:cubicBezTo>
                        <a:cubicBezTo>
                          <a:pt x="2" y="6"/>
                          <a:pt x="2" y="6"/>
                          <a:pt x="2" y="6"/>
                        </a:cubicBezTo>
                        <a:cubicBezTo>
                          <a:pt x="2" y="7"/>
                          <a:pt x="2" y="7"/>
                          <a:pt x="2" y="7"/>
                        </a:cubicBezTo>
                        <a:cubicBezTo>
                          <a:pt x="1" y="6"/>
                          <a:pt x="1" y="6"/>
                          <a:pt x="1" y="6"/>
                        </a:cubicBezTo>
                        <a:cubicBezTo>
                          <a:pt x="1" y="7"/>
                          <a:pt x="1" y="7"/>
                          <a:pt x="1" y="7"/>
                        </a:cubicBezTo>
                        <a:cubicBezTo>
                          <a:pt x="0" y="7"/>
                          <a:pt x="0" y="7"/>
                          <a:pt x="0" y="7"/>
                        </a:cubicBezTo>
                        <a:cubicBezTo>
                          <a:pt x="0" y="7"/>
                          <a:pt x="1" y="7"/>
                          <a:pt x="1" y="8"/>
                        </a:cubicBezTo>
                        <a:cubicBezTo>
                          <a:pt x="1" y="8"/>
                          <a:pt x="1" y="8"/>
                          <a:pt x="1" y="8"/>
                        </a:cubicBezTo>
                        <a:cubicBezTo>
                          <a:pt x="1" y="8"/>
                          <a:pt x="1" y="8"/>
                          <a:pt x="1" y="8"/>
                        </a:cubicBezTo>
                        <a:cubicBezTo>
                          <a:pt x="1" y="9"/>
                          <a:pt x="1" y="9"/>
                          <a:pt x="1" y="9"/>
                        </a:cubicBezTo>
                        <a:cubicBezTo>
                          <a:pt x="1" y="9"/>
                          <a:pt x="1" y="10"/>
                          <a:pt x="1" y="10"/>
                        </a:cubicBezTo>
                        <a:cubicBezTo>
                          <a:pt x="1" y="10"/>
                          <a:pt x="1"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1" y="12"/>
                        </a:cubicBezTo>
                        <a:cubicBezTo>
                          <a:pt x="1" y="12"/>
                          <a:pt x="1" y="12"/>
                          <a:pt x="1" y="12"/>
                        </a:cubicBezTo>
                        <a:cubicBezTo>
                          <a:pt x="1" y="12"/>
                          <a:pt x="1" y="13"/>
                          <a:pt x="1" y="13"/>
                        </a:cubicBezTo>
                        <a:cubicBezTo>
                          <a:pt x="1" y="13"/>
                          <a:pt x="2" y="13"/>
                          <a:pt x="2" y="13"/>
                        </a:cubicBezTo>
                        <a:cubicBezTo>
                          <a:pt x="1" y="13"/>
                          <a:pt x="2" y="13"/>
                          <a:pt x="2" y="13"/>
                        </a:cubicBezTo>
                        <a:cubicBezTo>
                          <a:pt x="2" y="13"/>
                          <a:pt x="2" y="13"/>
                          <a:pt x="2" y="13"/>
                        </a:cubicBezTo>
                        <a:cubicBezTo>
                          <a:pt x="2" y="13"/>
                          <a:pt x="2" y="13"/>
                          <a:pt x="2" y="13"/>
                        </a:cubicBezTo>
                        <a:cubicBezTo>
                          <a:pt x="2" y="13"/>
                          <a:pt x="2" y="13"/>
                          <a:pt x="2" y="13"/>
                        </a:cubicBezTo>
                        <a:cubicBezTo>
                          <a:pt x="2" y="13"/>
                          <a:pt x="2" y="13"/>
                          <a:pt x="1" y="13"/>
                        </a:cubicBezTo>
                        <a:cubicBezTo>
                          <a:pt x="1" y="13"/>
                          <a:pt x="1" y="14"/>
                          <a:pt x="1" y="14"/>
                        </a:cubicBezTo>
                        <a:cubicBezTo>
                          <a:pt x="1" y="14"/>
                          <a:pt x="1" y="14"/>
                          <a:pt x="1"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5"/>
                          <a:pt x="1" y="15"/>
                        </a:cubicBezTo>
                        <a:cubicBezTo>
                          <a:pt x="1" y="15"/>
                          <a:pt x="1" y="15"/>
                          <a:pt x="1" y="15"/>
                        </a:cubicBezTo>
                        <a:cubicBezTo>
                          <a:pt x="1" y="15"/>
                          <a:pt x="1" y="15"/>
                          <a:pt x="1" y="15"/>
                        </a:cubicBezTo>
                        <a:cubicBezTo>
                          <a:pt x="1" y="15"/>
                          <a:pt x="1" y="15"/>
                          <a:pt x="1" y="16"/>
                        </a:cubicBezTo>
                        <a:cubicBezTo>
                          <a:pt x="1" y="16"/>
                          <a:pt x="1" y="16"/>
                          <a:pt x="1" y="16"/>
                        </a:cubicBezTo>
                        <a:cubicBezTo>
                          <a:pt x="1" y="16"/>
                          <a:pt x="1" y="16"/>
                          <a:pt x="0" y="16"/>
                        </a:cubicBezTo>
                        <a:cubicBezTo>
                          <a:pt x="0" y="16"/>
                          <a:pt x="0" y="17"/>
                          <a:pt x="0" y="17"/>
                        </a:cubicBezTo>
                        <a:cubicBezTo>
                          <a:pt x="0" y="17"/>
                          <a:pt x="0" y="17"/>
                          <a:pt x="0" y="17"/>
                        </a:cubicBezTo>
                        <a:cubicBezTo>
                          <a:pt x="0" y="17"/>
                          <a:pt x="0" y="17"/>
                          <a:pt x="0" y="17"/>
                        </a:cubicBezTo>
                        <a:cubicBezTo>
                          <a:pt x="0" y="18"/>
                          <a:pt x="0" y="18"/>
                          <a:pt x="0" y="18"/>
                        </a:cubicBezTo>
                        <a:cubicBezTo>
                          <a:pt x="0" y="18"/>
                          <a:pt x="0" y="19"/>
                          <a:pt x="0" y="19"/>
                        </a:cubicBezTo>
                        <a:cubicBezTo>
                          <a:pt x="0" y="19"/>
                          <a:pt x="0" y="19"/>
                          <a:pt x="0" y="19"/>
                        </a:cubicBezTo>
                        <a:cubicBezTo>
                          <a:pt x="0" y="19"/>
                          <a:pt x="0" y="19"/>
                          <a:pt x="0" y="19"/>
                        </a:cubicBezTo>
                        <a:cubicBezTo>
                          <a:pt x="0" y="19"/>
                          <a:pt x="1" y="19"/>
                          <a:pt x="1" y="19"/>
                        </a:cubicBezTo>
                        <a:cubicBezTo>
                          <a:pt x="1" y="19"/>
                          <a:pt x="1" y="19"/>
                          <a:pt x="1" y="19"/>
                        </a:cubicBezTo>
                        <a:cubicBezTo>
                          <a:pt x="2" y="20"/>
                          <a:pt x="2" y="20"/>
                          <a:pt x="2" y="20"/>
                        </a:cubicBezTo>
                        <a:cubicBezTo>
                          <a:pt x="2" y="19"/>
                          <a:pt x="2" y="19"/>
                          <a:pt x="2" y="19"/>
                        </a:cubicBezTo>
                        <a:cubicBezTo>
                          <a:pt x="2" y="19"/>
                          <a:pt x="2" y="19"/>
                          <a:pt x="2" y="19"/>
                        </a:cubicBezTo>
                        <a:cubicBezTo>
                          <a:pt x="2" y="19"/>
                          <a:pt x="2" y="19"/>
                          <a:pt x="2" y="19"/>
                        </a:cubicBezTo>
                        <a:cubicBezTo>
                          <a:pt x="2" y="19"/>
                          <a:pt x="2" y="19"/>
                          <a:pt x="2" y="19"/>
                        </a:cubicBezTo>
                        <a:cubicBezTo>
                          <a:pt x="3" y="19"/>
                          <a:pt x="3" y="19"/>
                          <a:pt x="3" y="19"/>
                        </a:cubicBezTo>
                        <a:cubicBezTo>
                          <a:pt x="3" y="18"/>
                          <a:pt x="3" y="18"/>
                          <a:pt x="3" y="18"/>
                        </a:cubicBezTo>
                        <a:cubicBezTo>
                          <a:pt x="3" y="18"/>
                          <a:pt x="3" y="18"/>
                          <a:pt x="3" y="18"/>
                        </a:cubicBezTo>
                        <a:cubicBezTo>
                          <a:pt x="4" y="18"/>
                          <a:pt x="4" y="18"/>
                          <a:pt x="4"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7"/>
                          <a:pt x="5"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6" y="19"/>
                          <a:pt x="6" y="19"/>
                          <a:pt x="6" y="19"/>
                        </a:cubicBezTo>
                        <a:cubicBezTo>
                          <a:pt x="6" y="19"/>
                          <a:pt x="6" y="20"/>
                          <a:pt x="6" y="20"/>
                        </a:cubicBezTo>
                        <a:cubicBezTo>
                          <a:pt x="6" y="20"/>
                          <a:pt x="7" y="20"/>
                          <a:pt x="7" y="20"/>
                        </a:cubicBezTo>
                        <a:cubicBezTo>
                          <a:pt x="7" y="20"/>
                          <a:pt x="6" y="20"/>
                          <a:pt x="6" y="20"/>
                        </a:cubicBezTo>
                        <a:cubicBezTo>
                          <a:pt x="6" y="20"/>
                          <a:pt x="6" y="21"/>
                          <a:pt x="6" y="21"/>
                        </a:cubicBezTo>
                        <a:cubicBezTo>
                          <a:pt x="6" y="21"/>
                          <a:pt x="6" y="21"/>
                          <a:pt x="6" y="21"/>
                        </a:cubicBezTo>
                        <a:cubicBezTo>
                          <a:pt x="7" y="21"/>
                          <a:pt x="7" y="21"/>
                          <a:pt x="7" y="21"/>
                        </a:cubicBezTo>
                        <a:cubicBezTo>
                          <a:pt x="7" y="21"/>
                          <a:pt x="7" y="21"/>
                          <a:pt x="7" y="21"/>
                        </a:cubicBezTo>
                        <a:cubicBezTo>
                          <a:pt x="7" y="22"/>
                          <a:pt x="7" y="22"/>
                          <a:pt x="7" y="22"/>
                        </a:cubicBezTo>
                        <a:cubicBezTo>
                          <a:pt x="7" y="22"/>
                          <a:pt x="7" y="22"/>
                          <a:pt x="7" y="22"/>
                        </a:cubicBezTo>
                        <a:cubicBezTo>
                          <a:pt x="7" y="23"/>
                          <a:pt x="7" y="23"/>
                          <a:pt x="7" y="23"/>
                        </a:cubicBezTo>
                        <a:cubicBezTo>
                          <a:pt x="6" y="24"/>
                          <a:pt x="6" y="24"/>
                          <a:pt x="6" y="24"/>
                        </a:cubicBezTo>
                        <a:cubicBezTo>
                          <a:pt x="7" y="24"/>
                          <a:pt x="7" y="24"/>
                          <a:pt x="7" y="24"/>
                        </a:cubicBezTo>
                        <a:cubicBezTo>
                          <a:pt x="7" y="24"/>
                          <a:pt x="7" y="24"/>
                          <a:pt x="7" y="24"/>
                        </a:cubicBezTo>
                        <a:cubicBezTo>
                          <a:pt x="8" y="24"/>
                          <a:pt x="8" y="24"/>
                          <a:pt x="8" y="24"/>
                        </a:cubicBezTo>
                        <a:cubicBezTo>
                          <a:pt x="8" y="24"/>
                          <a:pt x="8" y="24"/>
                          <a:pt x="8" y="24"/>
                        </a:cubicBezTo>
                        <a:cubicBezTo>
                          <a:pt x="9" y="24"/>
                          <a:pt x="9" y="24"/>
                          <a:pt x="9" y="24"/>
                        </a:cubicBezTo>
                        <a:cubicBezTo>
                          <a:pt x="9" y="24"/>
                          <a:pt x="9" y="24"/>
                          <a:pt x="9" y="24"/>
                        </a:cubicBezTo>
                        <a:cubicBezTo>
                          <a:pt x="9" y="23"/>
                          <a:pt x="9" y="23"/>
                          <a:pt x="9" y="23"/>
                        </a:cubicBezTo>
                        <a:cubicBezTo>
                          <a:pt x="9" y="23"/>
                          <a:pt x="9" y="23"/>
                          <a:pt x="9" y="23"/>
                        </a:cubicBezTo>
                        <a:cubicBezTo>
                          <a:pt x="9" y="23"/>
                          <a:pt x="9" y="23"/>
                          <a:pt x="9" y="23"/>
                        </a:cubicBezTo>
                        <a:cubicBezTo>
                          <a:pt x="9" y="23"/>
                          <a:pt x="9" y="23"/>
                          <a:pt x="9" y="23"/>
                        </a:cubicBezTo>
                        <a:cubicBezTo>
                          <a:pt x="9" y="23"/>
                          <a:pt x="10" y="23"/>
                          <a:pt x="10" y="22"/>
                        </a:cubicBezTo>
                        <a:cubicBezTo>
                          <a:pt x="10" y="22"/>
                          <a:pt x="10" y="22"/>
                          <a:pt x="10" y="22"/>
                        </a:cubicBezTo>
                        <a:cubicBezTo>
                          <a:pt x="10" y="23"/>
                          <a:pt x="10" y="23"/>
                          <a:pt x="10" y="23"/>
                        </a:cubicBezTo>
                        <a:cubicBezTo>
                          <a:pt x="11" y="22"/>
                          <a:pt x="11" y="22"/>
                          <a:pt x="11" y="22"/>
                        </a:cubicBezTo>
                        <a:cubicBezTo>
                          <a:pt x="10" y="22"/>
                          <a:pt x="10" y="22"/>
                          <a:pt x="10" y="22"/>
                        </a:cubicBezTo>
                        <a:cubicBezTo>
                          <a:pt x="11" y="21"/>
                          <a:pt x="11" y="21"/>
                          <a:pt x="11" y="21"/>
                        </a:cubicBezTo>
                        <a:cubicBezTo>
                          <a:pt x="11" y="21"/>
                          <a:pt x="11" y="21"/>
                          <a:pt x="11" y="21"/>
                        </a:cubicBezTo>
                        <a:cubicBezTo>
                          <a:pt x="11" y="20"/>
                          <a:pt x="11" y="20"/>
                          <a:pt x="11" y="20"/>
                        </a:cubicBezTo>
                        <a:cubicBezTo>
                          <a:pt x="11" y="20"/>
                          <a:pt x="11" y="20"/>
                          <a:pt x="11" y="20"/>
                        </a:cubicBezTo>
                        <a:cubicBezTo>
                          <a:pt x="12" y="19"/>
                          <a:pt x="12" y="19"/>
                          <a:pt x="12" y="19"/>
                        </a:cubicBezTo>
                        <a:cubicBezTo>
                          <a:pt x="12" y="18"/>
                          <a:pt x="12" y="18"/>
                          <a:pt x="12" y="18"/>
                        </a:cubicBezTo>
                        <a:cubicBezTo>
                          <a:pt x="13" y="17"/>
                          <a:pt x="13" y="17"/>
                          <a:pt x="13" y="17"/>
                        </a:cubicBezTo>
                        <a:cubicBezTo>
                          <a:pt x="13" y="16"/>
                          <a:pt x="13" y="16"/>
                          <a:pt x="13" y="16"/>
                        </a:cubicBezTo>
                        <a:cubicBezTo>
                          <a:pt x="13" y="16"/>
                          <a:pt x="13" y="16"/>
                          <a:pt x="13" y="16"/>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1" name="Freeform 721">
                    <a:extLst>
                      <a:ext uri="{FF2B5EF4-FFF2-40B4-BE49-F238E27FC236}">
                        <a16:creationId xmlns:a16="http://schemas.microsoft.com/office/drawing/2014/main" id="{50266BAC-C584-10E8-4B5C-5AE13C79710D}"/>
                      </a:ext>
                    </a:extLst>
                  </p:cNvPr>
                  <p:cNvSpPr>
                    <a:spLocks/>
                  </p:cNvSpPr>
                  <p:nvPr/>
                </p:nvSpPr>
                <p:spPr bwMode="auto">
                  <a:xfrm>
                    <a:off x="10283825" y="6091238"/>
                    <a:ext cx="36512" cy="42863"/>
                  </a:xfrm>
                  <a:custGeom>
                    <a:avLst/>
                    <a:gdLst>
                      <a:gd name="T0" fmla="*/ 7 w 9"/>
                      <a:gd name="T1" fmla="*/ 10 h 10"/>
                      <a:gd name="T2" fmla="*/ 8 w 9"/>
                      <a:gd name="T3" fmla="*/ 9 h 10"/>
                      <a:gd name="T4" fmla="*/ 8 w 9"/>
                      <a:gd name="T5" fmla="*/ 9 h 10"/>
                      <a:gd name="T6" fmla="*/ 8 w 9"/>
                      <a:gd name="T7" fmla="*/ 8 h 10"/>
                      <a:gd name="T8" fmla="*/ 8 w 9"/>
                      <a:gd name="T9" fmla="*/ 8 h 10"/>
                      <a:gd name="T10" fmla="*/ 9 w 9"/>
                      <a:gd name="T11" fmla="*/ 8 h 10"/>
                      <a:gd name="T12" fmla="*/ 9 w 9"/>
                      <a:gd name="T13" fmla="*/ 8 h 10"/>
                      <a:gd name="T14" fmla="*/ 9 w 9"/>
                      <a:gd name="T15" fmla="*/ 8 h 10"/>
                      <a:gd name="T16" fmla="*/ 9 w 9"/>
                      <a:gd name="T17" fmla="*/ 7 h 10"/>
                      <a:gd name="T18" fmla="*/ 9 w 9"/>
                      <a:gd name="T19" fmla="*/ 7 h 10"/>
                      <a:gd name="T20" fmla="*/ 8 w 9"/>
                      <a:gd name="T21" fmla="*/ 7 h 10"/>
                      <a:gd name="T22" fmla="*/ 8 w 9"/>
                      <a:gd name="T23" fmla="*/ 6 h 10"/>
                      <a:gd name="T24" fmla="*/ 8 w 9"/>
                      <a:gd name="T25" fmla="*/ 6 h 10"/>
                      <a:gd name="T26" fmla="*/ 8 w 9"/>
                      <a:gd name="T27" fmla="*/ 5 h 10"/>
                      <a:gd name="T28" fmla="*/ 7 w 9"/>
                      <a:gd name="T29" fmla="*/ 5 h 10"/>
                      <a:gd name="T30" fmla="*/ 7 w 9"/>
                      <a:gd name="T31" fmla="*/ 5 h 10"/>
                      <a:gd name="T32" fmla="*/ 7 w 9"/>
                      <a:gd name="T33" fmla="*/ 5 h 10"/>
                      <a:gd name="T34" fmla="*/ 7 w 9"/>
                      <a:gd name="T35" fmla="*/ 4 h 10"/>
                      <a:gd name="T36" fmla="*/ 7 w 9"/>
                      <a:gd name="T37" fmla="*/ 4 h 10"/>
                      <a:gd name="T38" fmla="*/ 7 w 9"/>
                      <a:gd name="T39" fmla="*/ 3 h 10"/>
                      <a:gd name="T40" fmla="*/ 7 w 9"/>
                      <a:gd name="T41" fmla="*/ 3 h 10"/>
                      <a:gd name="T42" fmla="*/ 7 w 9"/>
                      <a:gd name="T43" fmla="*/ 2 h 10"/>
                      <a:gd name="T44" fmla="*/ 7 w 9"/>
                      <a:gd name="T45" fmla="*/ 2 h 10"/>
                      <a:gd name="T46" fmla="*/ 7 w 9"/>
                      <a:gd name="T47" fmla="*/ 2 h 10"/>
                      <a:gd name="T48" fmla="*/ 7 w 9"/>
                      <a:gd name="T49" fmla="*/ 2 h 10"/>
                      <a:gd name="T50" fmla="*/ 8 w 9"/>
                      <a:gd name="T51" fmla="*/ 2 h 10"/>
                      <a:gd name="T52" fmla="*/ 7 w 9"/>
                      <a:gd name="T53" fmla="*/ 2 h 10"/>
                      <a:gd name="T54" fmla="*/ 7 w 9"/>
                      <a:gd name="T55" fmla="*/ 1 h 10"/>
                      <a:gd name="T56" fmla="*/ 8 w 9"/>
                      <a:gd name="T57" fmla="*/ 1 h 10"/>
                      <a:gd name="T58" fmla="*/ 7 w 9"/>
                      <a:gd name="T59" fmla="*/ 0 h 10"/>
                      <a:gd name="T60" fmla="*/ 7 w 9"/>
                      <a:gd name="T61" fmla="*/ 0 h 10"/>
                      <a:gd name="T62" fmla="*/ 6 w 9"/>
                      <a:gd name="T63" fmla="*/ 0 h 10"/>
                      <a:gd name="T64" fmla="*/ 6 w 9"/>
                      <a:gd name="T65" fmla="*/ 0 h 10"/>
                      <a:gd name="T66" fmla="*/ 6 w 9"/>
                      <a:gd name="T67" fmla="*/ 0 h 10"/>
                      <a:gd name="T68" fmla="*/ 6 w 9"/>
                      <a:gd name="T69" fmla="*/ 1 h 10"/>
                      <a:gd name="T70" fmla="*/ 6 w 9"/>
                      <a:gd name="T71" fmla="*/ 1 h 10"/>
                      <a:gd name="T72" fmla="*/ 5 w 9"/>
                      <a:gd name="T73" fmla="*/ 2 h 10"/>
                      <a:gd name="T74" fmla="*/ 5 w 9"/>
                      <a:gd name="T75" fmla="*/ 2 h 10"/>
                      <a:gd name="T76" fmla="*/ 4 w 9"/>
                      <a:gd name="T77" fmla="*/ 3 h 10"/>
                      <a:gd name="T78" fmla="*/ 4 w 9"/>
                      <a:gd name="T79" fmla="*/ 3 h 10"/>
                      <a:gd name="T80" fmla="*/ 4 w 9"/>
                      <a:gd name="T81" fmla="*/ 3 h 10"/>
                      <a:gd name="T82" fmla="*/ 3 w 9"/>
                      <a:gd name="T83" fmla="*/ 3 h 10"/>
                      <a:gd name="T84" fmla="*/ 2 w 9"/>
                      <a:gd name="T85" fmla="*/ 3 h 10"/>
                      <a:gd name="T86" fmla="*/ 2 w 9"/>
                      <a:gd name="T87" fmla="*/ 4 h 10"/>
                      <a:gd name="T88" fmla="*/ 1 w 9"/>
                      <a:gd name="T89" fmla="*/ 4 h 10"/>
                      <a:gd name="T90" fmla="*/ 0 w 9"/>
                      <a:gd name="T91" fmla="*/ 5 h 10"/>
                      <a:gd name="T92" fmla="*/ 0 w 9"/>
                      <a:gd name="T93" fmla="*/ 6 h 10"/>
                      <a:gd name="T94" fmla="*/ 1 w 9"/>
                      <a:gd name="T95" fmla="*/ 6 h 10"/>
                      <a:gd name="T96" fmla="*/ 1 w 9"/>
                      <a:gd name="T97" fmla="*/ 7 h 10"/>
                      <a:gd name="T98" fmla="*/ 2 w 9"/>
                      <a:gd name="T99" fmla="*/ 7 h 10"/>
                      <a:gd name="T100" fmla="*/ 3 w 9"/>
                      <a:gd name="T101" fmla="*/ 8 h 10"/>
                      <a:gd name="T102" fmla="*/ 4 w 9"/>
                      <a:gd name="T103" fmla="*/ 8 h 10"/>
                      <a:gd name="T104" fmla="*/ 4 w 9"/>
                      <a:gd name="T105" fmla="*/ 9 h 10"/>
                      <a:gd name="T106" fmla="*/ 5 w 9"/>
                      <a:gd name="T107" fmla="*/ 9 h 10"/>
                      <a:gd name="T108" fmla="*/ 6 w 9"/>
                      <a:gd name="T109" fmla="*/ 10 h 10"/>
                      <a:gd name="T110" fmla="*/ 7 w 9"/>
                      <a:gd name="T111" fmla="*/ 10 h 10"/>
                      <a:gd name="T112" fmla="*/ 7 w 9"/>
                      <a:gd name="T11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 h="10">
                        <a:moveTo>
                          <a:pt x="7" y="10"/>
                        </a:moveTo>
                        <a:cubicBezTo>
                          <a:pt x="8" y="9"/>
                          <a:pt x="8" y="9"/>
                          <a:pt x="8" y="9"/>
                        </a:cubicBezTo>
                        <a:cubicBezTo>
                          <a:pt x="8" y="9"/>
                          <a:pt x="8" y="9"/>
                          <a:pt x="8" y="9"/>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7"/>
                          <a:pt x="9" y="7"/>
                        </a:cubicBezTo>
                        <a:cubicBezTo>
                          <a:pt x="9" y="7"/>
                          <a:pt x="9" y="7"/>
                          <a:pt x="9" y="7"/>
                        </a:cubicBezTo>
                        <a:cubicBezTo>
                          <a:pt x="9" y="7"/>
                          <a:pt x="8" y="7"/>
                          <a:pt x="8" y="7"/>
                        </a:cubicBezTo>
                        <a:cubicBezTo>
                          <a:pt x="8" y="6"/>
                          <a:pt x="8" y="6"/>
                          <a:pt x="8" y="6"/>
                        </a:cubicBezTo>
                        <a:cubicBezTo>
                          <a:pt x="8" y="6"/>
                          <a:pt x="8" y="6"/>
                          <a:pt x="8" y="6"/>
                        </a:cubicBezTo>
                        <a:cubicBezTo>
                          <a:pt x="8" y="6"/>
                          <a:pt x="8" y="5"/>
                          <a:pt x="8" y="5"/>
                        </a:cubicBezTo>
                        <a:cubicBezTo>
                          <a:pt x="8" y="5"/>
                          <a:pt x="7" y="5"/>
                          <a:pt x="7" y="5"/>
                        </a:cubicBezTo>
                        <a:cubicBezTo>
                          <a:pt x="7" y="5"/>
                          <a:pt x="7" y="5"/>
                          <a:pt x="7" y="5"/>
                        </a:cubicBezTo>
                        <a:cubicBezTo>
                          <a:pt x="7" y="5"/>
                          <a:pt x="7" y="5"/>
                          <a:pt x="7" y="5"/>
                        </a:cubicBezTo>
                        <a:cubicBezTo>
                          <a:pt x="7" y="4"/>
                          <a:pt x="7" y="4"/>
                          <a:pt x="7" y="4"/>
                        </a:cubicBezTo>
                        <a:cubicBezTo>
                          <a:pt x="7" y="4"/>
                          <a:pt x="7" y="4"/>
                          <a:pt x="7" y="4"/>
                        </a:cubicBezTo>
                        <a:cubicBezTo>
                          <a:pt x="7" y="3"/>
                          <a:pt x="7" y="3"/>
                          <a:pt x="7" y="3"/>
                        </a:cubicBezTo>
                        <a:cubicBezTo>
                          <a:pt x="7" y="3"/>
                          <a:pt x="7" y="3"/>
                          <a:pt x="7" y="3"/>
                        </a:cubicBezTo>
                        <a:cubicBezTo>
                          <a:pt x="7" y="2"/>
                          <a:pt x="7" y="2"/>
                          <a:pt x="7" y="2"/>
                        </a:cubicBezTo>
                        <a:cubicBezTo>
                          <a:pt x="7" y="2"/>
                          <a:pt x="7" y="2"/>
                          <a:pt x="7" y="2"/>
                        </a:cubicBezTo>
                        <a:cubicBezTo>
                          <a:pt x="7" y="2"/>
                          <a:pt x="7" y="2"/>
                          <a:pt x="7" y="2"/>
                        </a:cubicBezTo>
                        <a:cubicBezTo>
                          <a:pt x="7" y="2"/>
                          <a:pt x="7" y="2"/>
                          <a:pt x="7" y="2"/>
                        </a:cubicBezTo>
                        <a:cubicBezTo>
                          <a:pt x="8" y="2"/>
                          <a:pt x="8" y="2"/>
                          <a:pt x="8" y="2"/>
                        </a:cubicBezTo>
                        <a:cubicBezTo>
                          <a:pt x="7" y="2"/>
                          <a:pt x="7" y="2"/>
                          <a:pt x="7" y="2"/>
                        </a:cubicBezTo>
                        <a:cubicBezTo>
                          <a:pt x="7" y="1"/>
                          <a:pt x="7" y="1"/>
                          <a:pt x="7" y="1"/>
                        </a:cubicBezTo>
                        <a:cubicBezTo>
                          <a:pt x="8" y="1"/>
                          <a:pt x="8" y="1"/>
                          <a:pt x="8" y="1"/>
                        </a:cubicBezTo>
                        <a:cubicBezTo>
                          <a:pt x="7" y="0"/>
                          <a:pt x="7" y="0"/>
                          <a:pt x="7" y="0"/>
                        </a:cubicBezTo>
                        <a:cubicBezTo>
                          <a:pt x="7" y="0"/>
                          <a:pt x="7" y="0"/>
                          <a:pt x="7" y="0"/>
                        </a:cubicBezTo>
                        <a:cubicBezTo>
                          <a:pt x="7" y="0"/>
                          <a:pt x="6" y="0"/>
                          <a:pt x="6" y="0"/>
                        </a:cubicBezTo>
                        <a:cubicBezTo>
                          <a:pt x="6" y="0"/>
                          <a:pt x="6" y="0"/>
                          <a:pt x="6" y="0"/>
                        </a:cubicBezTo>
                        <a:cubicBezTo>
                          <a:pt x="6" y="0"/>
                          <a:pt x="6" y="0"/>
                          <a:pt x="6" y="0"/>
                        </a:cubicBezTo>
                        <a:cubicBezTo>
                          <a:pt x="6" y="0"/>
                          <a:pt x="6" y="0"/>
                          <a:pt x="6" y="1"/>
                        </a:cubicBezTo>
                        <a:cubicBezTo>
                          <a:pt x="6" y="1"/>
                          <a:pt x="6" y="1"/>
                          <a:pt x="6" y="1"/>
                        </a:cubicBezTo>
                        <a:cubicBezTo>
                          <a:pt x="6" y="1"/>
                          <a:pt x="6" y="2"/>
                          <a:pt x="5" y="2"/>
                        </a:cubicBezTo>
                        <a:cubicBezTo>
                          <a:pt x="5" y="2"/>
                          <a:pt x="5" y="2"/>
                          <a:pt x="5" y="2"/>
                        </a:cubicBezTo>
                        <a:cubicBezTo>
                          <a:pt x="5" y="2"/>
                          <a:pt x="4" y="3"/>
                          <a:pt x="4" y="3"/>
                        </a:cubicBezTo>
                        <a:cubicBezTo>
                          <a:pt x="4" y="3"/>
                          <a:pt x="4" y="3"/>
                          <a:pt x="4" y="3"/>
                        </a:cubicBezTo>
                        <a:cubicBezTo>
                          <a:pt x="4" y="3"/>
                          <a:pt x="4" y="3"/>
                          <a:pt x="4" y="3"/>
                        </a:cubicBezTo>
                        <a:cubicBezTo>
                          <a:pt x="3" y="2"/>
                          <a:pt x="3" y="3"/>
                          <a:pt x="3" y="3"/>
                        </a:cubicBezTo>
                        <a:cubicBezTo>
                          <a:pt x="3" y="3"/>
                          <a:pt x="3" y="3"/>
                          <a:pt x="2" y="3"/>
                        </a:cubicBezTo>
                        <a:cubicBezTo>
                          <a:pt x="2" y="3"/>
                          <a:pt x="2" y="4"/>
                          <a:pt x="2" y="4"/>
                        </a:cubicBezTo>
                        <a:cubicBezTo>
                          <a:pt x="2" y="4"/>
                          <a:pt x="1" y="4"/>
                          <a:pt x="1" y="4"/>
                        </a:cubicBezTo>
                        <a:cubicBezTo>
                          <a:pt x="1" y="4"/>
                          <a:pt x="1" y="4"/>
                          <a:pt x="0" y="5"/>
                        </a:cubicBezTo>
                        <a:cubicBezTo>
                          <a:pt x="0" y="5"/>
                          <a:pt x="0" y="5"/>
                          <a:pt x="0" y="6"/>
                        </a:cubicBezTo>
                        <a:cubicBezTo>
                          <a:pt x="1" y="6"/>
                          <a:pt x="0" y="6"/>
                          <a:pt x="1" y="6"/>
                        </a:cubicBezTo>
                        <a:cubicBezTo>
                          <a:pt x="1" y="7"/>
                          <a:pt x="1" y="7"/>
                          <a:pt x="1" y="7"/>
                        </a:cubicBezTo>
                        <a:cubicBezTo>
                          <a:pt x="1" y="7"/>
                          <a:pt x="2" y="7"/>
                          <a:pt x="2" y="7"/>
                        </a:cubicBezTo>
                        <a:cubicBezTo>
                          <a:pt x="2" y="8"/>
                          <a:pt x="2" y="8"/>
                          <a:pt x="3" y="8"/>
                        </a:cubicBezTo>
                        <a:cubicBezTo>
                          <a:pt x="3" y="8"/>
                          <a:pt x="4" y="8"/>
                          <a:pt x="4" y="8"/>
                        </a:cubicBezTo>
                        <a:cubicBezTo>
                          <a:pt x="4" y="8"/>
                          <a:pt x="4" y="8"/>
                          <a:pt x="4" y="9"/>
                        </a:cubicBezTo>
                        <a:cubicBezTo>
                          <a:pt x="5" y="9"/>
                          <a:pt x="5" y="9"/>
                          <a:pt x="5" y="9"/>
                        </a:cubicBezTo>
                        <a:cubicBezTo>
                          <a:pt x="5" y="10"/>
                          <a:pt x="6" y="10"/>
                          <a:pt x="6" y="10"/>
                        </a:cubicBezTo>
                        <a:cubicBezTo>
                          <a:pt x="6" y="10"/>
                          <a:pt x="7" y="10"/>
                          <a:pt x="7" y="10"/>
                        </a:cubicBezTo>
                        <a:cubicBezTo>
                          <a:pt x="7" y="10"/>
                          <a:pt x="7" y="10"/>
                          <a:pt x="7" y="10"/>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2" name="Freeform 722">
                    <a:extLst>
                      <a:ext uri="{FF2B5EF4-FFF2-40B4-BE49-F238E27FC236}">
                        <a16:creationId xmlns:a16="http://schemas.microsoft.com/office/drawing/2014/main" id="{0E0A500B-BCEE-3F02-DB32-5630A4FC6AFF}"/>
                      </a:ext>
                    </a:extLst>
                  </p:cNvPr>
                  <p:cNvSpPr>
                    <a:spLocks noEditPoints="1"/>
                  </p:cNvSpPr>
                  <p:nvPr/>
                </p:nvSpPr>
                <p:spPr bwMode="auto">
                  <a:xfrm>
                    <a:off x="10233025" y="6154738"/>
                    <a:ext cx="38100" cy="69850"/>
                  </a:xfrm>
                  <a:custGeom>
                    <a:avLst/>
                    <a:gdLst>
                      <a:gd name="T0" fmla="*/ 6 w 9"/>
                      <a:gd name="T1" fmla="*/ 0 h 17"/>
                      <a:gd name="T2" fmla="*/ 5 w 9"/>
                      <a:gd name="T3" fmla="*/ 14 h 17"/>
                      <a:gd name="T4" fmla="*/ 5 w 9"/>
                      <a:gd name="T5" fmla="*/ 13 h 17"/>
                      <a:gd name="T6" fmla="*/ 6 w 9"/>
                      <a:gd name="T7" fmla="*/ 12 h 17"/>
                      <a:gd name="T8" fmla="*/ 7 w 9"/>
                      <a:gd name="T9" fmla="*/ 11 h 17"/>
                      <a:gd name="T10" fmla="*/ 8 w 9"/>
                      <a:gd name="T11" fmla="*/ 10 h 17"/>
                      <a:gd name="T12" fmla="*/ 8 w 9"/>
                      <a:gd name="T13" fmla="*/ 9 h 17"/>
                      <a:gd name="T14" fmla="*/ 8 w 9"/>
                      <a:gd name="T15" fmla="*/ 8 h 17"/>
                      <a:gd name="T16" fmla="*/ 7 w 9"/>
                      <a:gd name="T17" fmla="*/ 7 h 17"/>
                      <a:gd name="T18" fmla="*/ 8 w 9"/>
                      <a:gd name="T19" fmla="*/ 7 h 17"/>
                      <a:gd name="T20" fmla="*/ 7 w 9"/>
                      <a:gd name="T21" fmla="*/ 7 h 17"/>
                      <a:gd name="T22" fmla="*/ 7 w 9"/>
                      <a:gd name="T23" fmla="*/ 6 h 17"/>
                      <a:gd name="T24" fmla="*/ 7 w 9"/>
                      <a:gd name="T25" fmla="*/ 6 h 17"/>
                      <a:gd name="T26" fmla="*/ 7 w 9"/>
                      <a:gd name="T27" fmla="*/ 5 h 17"/>
                      <a:gd name="T28" fmla="*/ 7 w 9"/>
                      <a:gd name="T29" fmla="*/ 4 h 17"/>
                      <a:gd name="T30" fmla="*/ 7 w 9"/>
                      <a:gd name="T31" fmla="*/ 3 h 17"/>
                      <a:gd name="T32" fmla="*/ 6 w 9"/>
                      <a:gd name="T33" fmla="*/ 3 h 17"/>
                      <a:gd name="T34" fmla="*/ 5 w 9"/>
                      <a:gd name="T35" fmla="*/ 3 h 17"/>
                      <a:gd name="T36" fmla="*/ 4 w 9"/>
                      <a:gd name="T37" fmla="*/ 2 h 17"/>
                      <a:gd name="T38" fmla="*/ 4 w 9"/>
                      <a:gd name="T39" fmla="*/ 1 h 17"/>
                      <a:gd name="T40" fmla="*/ 6 w 9"/>
                      <a:gd name="T41" fmla="*/ 0 h 17"/>
                      <a:gd name="T42" fmla="*/ 4 w 9"/>
                      <a:gd name="T43" fmla="*/ 0 h 17"/>
                      <a:gd name="T44" fmla="*/ 4 w 9"/>
                      <a:gd name="T45" fmla="*/ 1 h 17"/>
                      <a:gd name="T46" fmla="*/ 3 w 9"/>
                      <a:gd name="T47" fmla="*/ 1 h 17"/>
                      <a:gd name="T48" fmla="*/ 3 w 9"/>
                      <a:gd name="T49" fmla="*/ 1 h 17"/>
                      <a:gd name="T50" fmla="*/ 3 w 9"/>
                      <a:gd name="T51" fmla="*/ 2 h 17"/>
                      <a:gd name="T52" fmla="*/ 2 w 9"/>
                      <a:gd name="T53" fmla="*/ 2 h 17"/>
                      <a:gd name="T54" fmla="*/ 1 w 9"/>
                      <a:gd name="T55" fmla="*/ 3 h 17"/>
                      <a:gd name="T56" fmla="*/ 1 w 9"/>
                      <a:gd name="T57" fmla="*/ 4 h 17"/>
                      <a:gd name="T58" fmla="*/ 2 w 9"/>
                      <a:gd name="T59" fmla="*/ 4 h 17"/>
                      <a:gd name="T60" fmla="*/ 2 w 9"/>
                      <a:gd name="T61" fmla="*/ 5 h 17"/>
                      <a:gd name="T62" fmla="*/ 2 w 9"/>
                      <a:gd name="T63" fmla="*/ 5 h 17"/>
                      <a:gd name="T64" fmla="*/ 3 w 9"/>
                      <a:gd name="T65" fmla="*/ 5 h 17"/>
                      <a:gd name="T66" fmla="*/ 3 w 9"/>
                      <a:gd name="T67" fmla="*/ 6 h 17"/>
                      <a:gd name="T68" fmla="*/ 4 w 9"/>
                      <a:gd name="T69" fmla="*/ 7 h 17"/>
                      <a:gd name="T70" fmla="*/ 4 w 9"/>
                      <a:gd name="T71" fmla="*/ 7 h 17"/>
                      <a:gd name="T72" fmla="*/ 4 w 9"/>
                      <a:gd name="T73" fmla="*/ 8 h 17"/>
                      <a:gd name="T74" fmla="*/ 3 w 9"/>
                      <a:gd name="T75" fmla="*/ 9 h 17"/>
                      <a:gd name="T76" fmla="*/ 2 w 9"/>
                      <a:gd name="T77" fmla="*/ 9 h 17"/>
                      <a:gd name="T78" fmla="*/ 2 w 9"/>
                      <a:gd name="T79" fmla="*/ 11 h 17"/>
                      <a:gd name="T80" fmla="*/ 1 w 9"/>
                      <a:gd name="T81" fmla="*/ 11 h 17"/>
                      <a:gd name="T82" fmla="*/ 1 w 9"/>
                      <a:gd name="T83" fmla="*/ 11 h 17"/>
                      <a:gd name="T84" fmla="*/ 0 w 9"/>
                      <a:gd name="T85" fmla="*/ 12 h 17"/>
                      <a:gd name="T86" fmla="*/ 0 w 9"/>
                      <a:gd name="T87" fmla="*/ 13 h 17"/>
                      <a:gd name="T88" fmla="*/ 0 w 9"/>
                      <a:gd name="T89" fmla="*/ 14 h 17"/>
                      <a:gd name="T90" fmla="*/ 0 w 9"/>
                      <a:gd name="T91" fmla="*/ 15 h 17"/>
                      <a:gd name="T92" fmla="*/ 1 w 9"/>
                      <a:gd name="T93" fmla="*/ 15 h 17"/>
                      <a:gd name="T94" fmla="*/ 2 w 9"/>
                      <a:gd name="T95" fmla="*/ 16 h 17"/>
                      <a:gd name="T96" fmla="*/ 2 w 9"/>
                      <a:gd name="T97" fmla="*/ 17 h 17"/>
                      <a:gd name="T98" fmla="*/ 3 w 9"/>
                      <a:gd name="T99" fmla="*/ 17 h 17"/>
                      <a:gd name="T100" fmla="*/ 3 w 9"/>
                      <a:gd name="T101" fmla="*/ 17 h 17"/>
                      <a:gd name="T102" fmla="*/ 4 w 9"/>
                      <a:gd name="T103" fmla="*/ 16 h 17"/>
                      <a:gd name="T104" fmla="*/ 5 w 9"/>
                      <a:gd name="T10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 h="17">
                        <a:moveTo>
                          <a:pt x="6" y="0"/>
                        </a:moveTo>
                        <a:cubicBezTo>
                          <a:pt x="6" y="0"/>
                          <a:pt x="6" y="0"/>
                          <a:pt x="6" y="0"/>
                        </a:cubicBezTo>
                        <a:cubicBezTo>
                          <a:pt x="6" y="1"/>
                          <a:pt x="6" y="0"/>
                          <a:pt x="6" y="0"/>
                        </a:cubicBezTo>
                        <a:close/>
                        <a:moveTo>
                          <a:pt x="5" y="15"/>
                        </a:moveTo>
                        <a:cubicBezTo>
                          <a:pt x="5" y="15"/>
                          <a:pt x="5" y="15"/>
                          <a:pt x="5" y="15"/>
                        </a:cubicBezTo>
                        <a:cubicBezTo>
                          <a:pt x="5" y="15"/>
                          <a:pt x="5" y="14"/>
                          <a:pt x="5" y="14"/>
                        </a:cubicBezTo>
                        <a:cubicBezTo>
                          <a:pt x="5" y="14"/>
                          <a:pt x="5" y="14"/>
                          <a:pt x="5" y="14"/>
                        </a:cubicBezTo>
                        <a:cubicBezTo>
                          <a:pt x="5" y="14"/>
                          <a:pt x="5" y="14"/>
                          <a:pt x="5" y="14"/>
                        </a:cubicBezTo>
                        <a:cubicBezTo>
                          <a:pt x="5" y="14"/>
                          <a:pt x="5" y="13"/>
                          <a:pt x="5" y="13"/>
                        </a:cubicBezTo>
                        <a:cubicBezTo>
                          <a:pt x="5" y="13"/>
                          <a:pt x="6" y="13"/>
                          <a:pt x="6" y="13"/>
                        </a:cubicBezTo>
                        <a:cubicBezTo>
                          <a:pt x="6" y="13"/>
                          <a:pt x="6" y="12"/>
                          <a:pt x="6" y="12"/>
                        </a:cubicBezTo>
                        <a:cubicBezTo>
                          <a:pt x="6" y="12"/>
                          <a:pt x="6" y="12"/>
                          <a:pt x="6" y="12"/>
                        </a:cubicBezTo>
                        <a:cubicBezTo>
                          <a:pt x="6" y="12"/>
                          <a:pt x="6" y="12"/>
                          <a:pt x="6" y="12"/>
                        </a:cubicBezTo>
                        <a:cubicBezTo>
                          <a:pt x="6" y="12"/>
                          <a:pt x="7" y="12"/>
                          <a:pt x="7" y="12"/>
                        </a:cubicBezTo>
                        <a:cubicBezTo>
                          <a:pt x="7" y="12"/>
                          <a:pt x="7" y="11"/>
                          <a:pt x="7" y="11"/>
                        </a:cubicBezTo>
                        <a:cubicBezTo>
                          <a:pt x="7" y="11"/>
                          <a:pt x="7" y="11"/>
                          <a:pt x="7" y="11"/>
                        </a:cubicBezTo>
                        <a:cubicBezTo>
                          <a:pt x="8" y="10"/>
                          <a:pt x="8" y="10"/>
                          <a:pt x="8" y="10"/>
                        </a:cubicBezTo>
                        <a:cubicBezTo>
                          <a:pt x="8" y="10"/>
                          <a:pt x="8" y="10"/>
                          <a:pt x="8" y="10"/>
                        </a:cubicBezTo>
                        <a:cubicBezTo>
                          <a:pt x="9" y="10"/>
                          <a:pt x="9" y="10"/>
                          <a:pt x="9" y="10"/>
                        </a:cubicBezTo>
                        <a:cubicBezTo>
                          <a:pt x="9" y="10"/>
                          <a:pt x="9" y="10"/>
                          <a:pt x="8" y="9"/>
                        </a:cubicBezTo>
                        <a:cubicBezTo>
                          <a:pt x="8" y="9"/>
                          <a:pt x="8" y="9"/>
                          <a:pt x="8" y="9"/>
                        </a:cubicBezTo>
                        <a:cubicBezTo>
                          <a:pt x="8" y="9"/>
                          <a:pt x="9" y="9"/>
                          <a:pt x="9" y="9"/>
                        </a:cubicBezTo>
                        <a:cubicBezTo>
                          <a:pt x="9" y="9"/>
                          <a:pt x="9" y="9"/>
                          <a:pt x="9" y="9"/>
                        </a:cubicBezTo>
                        <a:cubicBezTo>
                          <a:pt x="8" y="8"/>
                          <a:pt x="8" y="8"/>
                          <a:pt x="8" y="8"/>
                        </a:cubicBezTo>
                        <a:cubicBezTo>
                          <a:pt x="8" y="8"/>
                          <a:pt x="8" y="8"/>
                          <a:pt x="8" y="8"/>
                        </a:cubicBezTo>
                        <a:cubicBezTo>
                          <a:pt x="8" y="8"/>
                          <a:pt x="8" y="8"/>
                          <a:pt x="7" y="8"/>
                        </a:cubicBezTo>
                        <a:cubicBezTo>
                          <a:pt x="7" y="7"/>
                          <a:pt x="7" y="7"/>
                          <a:pt x="7" y="7"/>
                        </a:cubicBezTo>
                        <a:cubicBezTo>
                          <a:pt x="7" y="7"/>
                          <a:pt x="7" y="7"/>
                          <a:pt x="8" y="7"/>
                        </a:cubicBezTo>
                        <a:cubicBezTo>
                          <a:pt x="8" y="7"/>
                          <a:pt x="8" y="7"/>
                          <a:pt x="8" y="7"/>
                        </a:cubicBezTo>
                        <a:cubicBezTo>
                          <a:pt x="8" y="8"/>
                          <a:pt x="8" y="8"/>
                          <a:pt x="8" y="7"/>
                        </a:cubicBezTo>
                        <a:cubicBezTo>
                          <a:pt x="8" y="7"/>
                          <a:pt x="8" y="7"/>
                          <a:pt x="8" y="7"/>
                        </a:cubicBezTo>
                        <a:cubicBezTo>
                          <a:pt x="7" y="7"/>
                          <a:pt x="7" y="7"/>
                          <a:pt x="7" y="7"/>
                        </a:cubicBezTo>
                        <a:cubicBezTo>
                          <a:pt x="7" y="7"/>
                          <a:pt x="7" y="7"/>
                          <a:pt x="7" y="7"/>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5"/>
                        </a:cubicBezTo>
                        <a:cubicBezTo>
                          <a:pt x="7" y="5"/>
                          <a:pt x="7" y="5"/>
                          <a:pt x="7" y="5"/>
                        </a:cubicBezTo>
                        <a:cubicBezTo>
                          <a:pt x="7" y="5"/>
                          <a:pt x="7" y="5"/>
                          <a:pt x="7" y="5"/>
                        </a:cubicBezTo>
                        <a:cubicBezTo>
                          <a:pt x="7" y="5"/>
                          <a:pt x="7" y="5"/>
                          <a:pt x="7" y="5"/>
                        </a:cubicBezTo>
                        <a:cubicBezTo>
                          <a:pt x="7" y="5"/>
                          <a:pt x="7" y="5"/>
                          <a:pt x="7" y="4"/>
                        </a:cubicBezTo>
                        <a:cubicBezTo>
                          <a:pt x="7" y="4"/>
                          <a:pt x="7" y="4"/>
                          <a:pt x="7" y="4"/>
                        </a:cubicBezTo>
                        <a:cubicBezTo>
                          <a:pt x="7" y="3"/>
                          <a:pt x="7" y="4"/>
                          <a:pt x="7" y="4"/>
                        </a:cubicBezTo>
                        <a:cubicBezTo>
                          <a:pt x="7" y="3"/>
                          <a:pt x="7" y="3"/>
                          <a:pt x="7" y="3"/>
                        </a:cubicBezTo>
                        <a:cubicBezTo>
                          <a:pt x="7" y="3"/>
                          <a:pt x="7" y="3"/>
                          <a:pt x="7" y="3"/>
                        </a:cubicBezTo>
                        <a:cubicBezTo>
                          <a:pt x="7" y="3"/>
                          <a:pt x="7" y="3"/>
                          <a:pt x="6" y="3"/>
                        </a:cubicBezTo>
                        <a:cubicBezTo>
                          <a:pt x="6" y="3"/>
                          <a:pt x="6" y="3"/>
                          <a:pt x="6" y="3"/>
                        </a:cubicBezTo>
                        <a:cubicBezTo>
                          <a:pt x="6" y="3"/>
                          <a:pt x="6" y="3"/>
                          <a:pt x="6" y="3"/>
                        </a:cubicBezTo>
                        <a:cubicBezTo>
                          <a:pt x="6" y="3"/>
                          <a:pt x="6" y="3"/>
                          <a:pt x="5" y="3"/>
                        </a:cubicBezTo>
                        <a:cubicBezTo>
                          <a:pt x="5" y="3"/>
                          <a:pt x="5" y="3"/>
                          <a:pt x="5" y="3"/>
                        </a:cubicBezTo>
                        <a:cubicBezTo>
                          <a:pt x="5" y="3"/>
                          <a:pt x="5" y="3"/>
                          <a:pt x="5" y="2"/>
                        </a:cubicBezTo>
                        <a:cubicBezTo>
                          <a:pt x="5" y="2"/>
                          <a:pt x="4" y="2"/>
                          <a:pt x="4" y="2"/>
                        </a:cubicBezTo>
                        <a:cubicBezTo>
                          <a:pt x="4" y="2"/>
                          <a:pt x="4" y="2"/>
                          <a:pt x="4" y="2"/>
                        </a:cubicBezTo>
                        <a:cubicBezTo>
                          <a:pt x="4" y="2"/>
                          <a:pt x="4" y="2"/>
                          <a:pt x="4" y="2"/>
                        </a:cubicBezTo>
                        <a:cubicBezTo>
                          <a:pt x="4" y="2"/>
                          <a:pt x="4" y="2"/>
                          <a:pt x="4" y="1"/>
                        </a:cubicBezTo>
                        <a:cubicBezTo>
                          <a:pt x="4" y="1"/>
                          <a:pt x="4" y="1"/>
                          <a:pt x="4" y="1"/>
                        </a:cubicBezTo>
                        <a:cubicBezTo>
                          <a:pt x="4" y="1"/>
                          <a:pt x="5" y="1"/>
                          <a:pt x="5" y="0"/>
                        </a:cubicBezTo>
                        <a:cubicBezTo>
                          <a:pt x="5" y="0"/>
                          <a:pt x="5" y="0"/>
                          <a:pt x="5" y="0"/>
                        </a:cubicBezTo>
                        <a:cubicBezTo>
                          <a:pt x="5" y="0"/>
                          <a:pt x="6" y="0"/>
                          <a:pt x="6" y="0"/>
                        </a:cubicBezTo>
                        <a:cubicBezTo>
                          <a:pt x="6" y="0"/>
                          <a:pt x="5" y="0"/>
                          <a:pt x="5" y="0"/>
                        </a:cubicBezTo>
                        <a:cubicBezTo>
                          <a:pt x="5" y="0"/>
                          <a:pt x="5" y="0"/>
                          <a:pt x="5" y="0"/>
                        </a:cubicBezTo>
                        <a:cubicBezTo>
                          <a:pt x="5" y="0"/>
                          <a:pt x="4" y="0"/>
                          <a:pt x="4" y="0"/>
                        </a:cubicBezTo>
                        <a:cubicBezTo>
                          <a:pt x="4" y="0"/>
                          <a:pt x="4" y="1"/>
                          <a:pt x="3" y="1"/>
                        </a:cubicBezTo>
                        <a:cubicBezTo>
                          <a:pt x="4" y="1"/>
                          <a:pt x="4" y="1"/>
                          <a:pt x="4" y="1"/>
                        </a:cubicBezTo>
                        <a:cubicBezTo>
                          <a:pt x="4" y="1"/>
                          <a:pt x="4" y="1"/>
                          <a:pt x="4" y="1"/>
                        </a:cubicBezTo>
                        <a:cubicBezTo>
                          <a:pt x="4" y="1"/>
                          <a:pt x="4" y="1"/>
                          <a:pt x="4" y="1"/>
                        </a:cubicBezTo>
                        <a:cubicBezTo>
                          <a:pt x="4" y="1"/>
                          <a:pt x="4"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2"/>
                        </a:cubicBezTo>
                        <a:cubicBezTo>
                          <a:pt x="3" y="2"/>
                          <a:pt x="3" y="2"/>
                          <a:pt x="3" y="2"/>
                        </a:cubicBezTo>
                        <a:cubicBezTo>
                          <a:pt x="2" y="2"/>
                          <a:pt x="2" y="2"/>
                          <a:pt x="2" y="2"/>
                        </a:cubicBezTo>
                        <a:cubicBezTo>
                          <a:pt x="2" y="2"/>
                          <a:pt x="2" y="2"/>
                          <a:pt x="2" y="2"/>
                        </a:cubicBezTo>
                        <a:cubicBezTo>
                          <a:pt x="2" y="2"/>
                          <a:pt x="2" y="2"/>
                          <a:pt x="2" y="2"/>
                        </a:cubicBezTo>
                        <a:cubicBezTo>
                          <a:pt x="2" y="2"/>
                          <a:pt x="2" y="3"/>
                          <a:pt x="2" y="3"/>
                        </a:cubicBezTo>
                        <a:cubicBezTo>
                          <a:pt x="1" y="3"/>
                          <a:pt x="1" y="3"/>
                          <a:pt x="1" y="3"/>
                        </a:cubicBezTo>
                        <a:cubicBezTo>
                          <a:pt x="1" y="3"/>
                          <a:pt x="1" y="3"/>
                          <a:pt x="1" y="3"/>
                        </a:cubicBezTo>
                        <a:cubicBezTo>
                          <a:pt x="1" y="3"/>
                          <a:pt x="1" y="4"/>
                          <a:pt x="1" y="4"/>
                        </a:cubicBezTo>
                        <a:cubicBezTo>
                          <a:pt x="1" y="4"/>
                          <a:pt x="1" y="4"/>
                          <a:pt x="1" y="4"/>
                        </a:cubicBezTo>
                        <a:cubicBezTo>
                          <a:pt x="1" y="4"/>
                          <a:pt x="1" y="4"/>
                          <a:pt x="1" y="4"/>
                        </a:cubicBezTo>
                        <a:cubicBezTo>
                          <a:pt x="1" y="4"/>
                          <a:pt x="1" y="4"/>
                          <a:pt x="1" y="4"/>
                        </a:cubicBezTo>
                        <a:cubicBezTo>
                          <a:pt x="1" y="4"/>
                          <a:pt x="2" y="4"/>
                          <a:pt x="2" y="4"/>
                        </a:cubicBezTo>
                        <a:cubicBezTo>
                          <a:pt x="2" y="4"/>
                          <a:pt x="2" y="4"/>
                          <a:pt x="2" y="4"/>
                        </a:cubicBezTo>
                        <a:cubicBezTo>
                          <a:pt x="2" y="4"/>
                          <a:pt x="2" y="4"/>
                          <a:pt x="2" y="4"/>
                        </a:cubicBezTo>
                        <a:cubicBezTo>
                          <a:pt x="2" y="4"/>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3" y="5"/>
                          <a:pt x="3" y="5"/>
                        </a:cubicBezTo>
                        <a:cubicBezTo>
                          <a:pt x="3" y="5"/>
                          <a:pt x="3" y="5"/>
                          <a:pt x="3" y="5"/>
                        </a:cubicBezTo>
                        <a:cubicBezTo>
                          <a:pt x="3" y="5"/>
                          <a:pt x="3" y="6"/>
                          <a:pt x="3" y="6"/>
                        </a:cubicBezTo>
                        <a:cubicBezTo>
                          <a:pt x="3" y="6"/>
                          <a:pt x="3" y="6"/>
                          <a:pt x="3" y="6"/>
                        </a:cubicBezTo>
                        <a:cubicBezTo>
                          <a:pt x="3" y="6"/>
                          <a:pt x="4" y="6"/>
                          <a:pt x="4" y="6"/>
                        </a:cubicBezTo>
                        <a:cubicBezTo>
                          <a:pt x="4" y="6"/>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8"/>
                          <a:pt x="4" y="8"/>
                        </a:cubicBezTo>
                        <a:cubicBezTo>
                          <a:pt x="4" y="8"/>
                          <a:pt x="4" y="8"/>
                          <a:pt x="4" y="8"/>
                        </a:cubicBezTo>
                        <a:cubicBezTo>
                          <a:pt x="4" y="8"/>
                          <a:pt x="3" y="9"/>
                          <a:pt x="3" y="9"/>
                        </a:cubicBezTo>
                        <a:cubicBezTo>
                          <a:pt x="3" y="9"/>
                          <a:pt x="3" y="9"/>
                          <a:pt x="3" y="9"/>
                        </a:cubicBezTo>
                        <a:cubicBezTo>
                          <a:pt x="3" y="9"/>
                          <a:pt x="3" y="9"/>
                          <a:pt x="3" y="9"/>
                        </a:cubicBezTo>
                        <a:cubicBezTo>
                          <a:pt x="3" y="9"/>
                          <a:pt x="2" y="9"/>
                          <a:pt x="2" y="9"/>
                        </a:cubicBezTo>
                        <a:cubicBezTo>
                          <a:pt x="2" y="9"/>
                          <a:pt x="2" y="9"/>
                          <a:pt x="2" y="9"/>
                        </a:cubicBezTo>
                        <a:cubicBezTo>
                          <a:pt x="2" y="9"/>
                          <a:pt x="2" y="9"/>
                          <a:pt x="2" y="9"/>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1"/>
                          <a:pt x="1" y="11"/>
                          <a:pt x="1" y="11"/>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1" y="15"/>
                          <a:pt x="1" y="15"/>
                        </a:cubicBezTo>
                        <a:cubicBezTo>
                          <a:pt x="1" y="15"/>
                          <a:pt x="1" y="15"/>
                          <a:pt x="1" y="15"/>
                        </a:cubicBezTo>
                        <a:cubicBezTo>
                          <a:pt x="1" y="15"/>
                          <a:pt x="1" y="16"/>
                          <a:pt x="1" y="16"/>
                        </a:cubicBezTo>
                        <a:cubicBezTo>
                          <a:pt x="1" y="16"/>
                          <a:pt x="1" y="16"/>
                          <a:pt x="2" y="16"/>
                        </a:cubicBezTo>
                        <a:cubicBezTo>
                          <a:pt x="2" y="16"/>
                          <a:pt x="2" y="16"/>
                          <a:pt x="2" y="16"/>
                        </a:cubicBezTo>
                        <a:cubicBezTo>
                          <a:pt x="2" y="16"/>
                          <a:pt x="2" y="16"/>
                          <a:pt x="2" y="16"/>
                        </a:cubicBezTo>
                        <a:cubicBezTo>
                          <a:pt x="2" y="17"/>
                          <a:pt x="2" y="17"/>
                          <a:pt x="2" y="17"/>
                        </a:cubicBezTo>
                        <a:cubicBezTo>
                          <a:pt x="2" y="17"/>
                          <a:pt x="2" y="17"/>
                          <a:pt x="2" y="17"/>
                        </a:cubicBezTo>
                        <a:cubicBezTo>
                          <a:pt x="2" y="17"/>
                          <a:pt x="2" y="17"/>
                          <a:pt x="2" y="17"/>
                        </a:cubicBezTo>
                        <a:cubicBezTo>
                          <a:pt x="2"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6"/>
                          <a:pt x="3" y="16"/>
                          <a:pt x="3" y="16"/>
                        </a:cubicBezTo>
                        <a:cubicBezTo>
                          <a:pt x="4" y="16"/>
                          <a:pt x="4" y="16"/>
                          <a:pt x="4" y="16"/>
                        </a:cubicBezTo>
                        <a:cubicBezTo>
                          <a:pt x="4" y="16"/>
                          <a:pt x="4" y="16"/>
                          <a:pt x="4" y="16"/>
                        </a:cubicBezTo>
                        <a:cubicBezTo>
                          <a:pt x="4" y="15"/>
                          <a:pt x="4" y="15"/>
                          <a:pt x="4" y="15"/>
                        </a:cubicBezTo>
                        <a:cubicBezTo>
                          <a:pt x="4" y="15"/>
                          <a:pt x="4" y="15"/>
                          <a:pt x="4" y="15"/>
                        </a:cubicBezTo>
                        <a:cubicBezTo>
                          <a:pt x="4" y="15"/>
                          <a:pt x="5" y="15"/>
                          <a:pt x="5" y="15"/>
                        </a:cubicBezTo>
                        <a:cubicBezTo>
                          <a:pt x="5" y="15"/>
                          <a:pt x="5" y="15"/>
                          <a:pt x="5" y="15"/>
                        </a:cubicBezTo>
                        <a:cubicBezTo>
                          <a:pt x="5" y="15"/>
                          <a:pt x="5" y="15"/>
                          <a:pt x="5" y="15"/>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3" name="Freeform 723">
                    <a:extLst>
                      <a:ext uri="{FF2B5EF4-FFF2-40B4-BE49-F238E27FC236}">
                        <a16:creationId xmlns:a16="http://schemas.microsoft.com/office/drawing/2014/main" id="{992CB922-FF35-D402-4E74-B0DBFB6ED74F}"/>
                      </a:ext>
                    </a:extLst>
                  </p:cNvPr>
                  <p:cNvSpPr>
                    <a:spLocks noEditPoints="1"/>
                  </p:cNvSpPr>
                  <p:nvPr/>
                </p:nvSpPr>
                <p:spPr bwMode="auto">
                  <a:xfrm>
                    <a:off x="10066338" y="6303963"/>
                    <a:ext cx="84137" cy="200025"/>
                  </a:xfrm>
                  <a:custGeom>
                    <a:avLst/>
                    <a:gdLst>
                      <a:gd name="T0" fmla="*/ 3 w 20"/>
                      <a:gd name="T1" fmla="*/ 10 h 48"/>
                      <a:gd name="T2" fmla="*/ 1 w 20"/>
                      <a:gd name="T3" fmla="*/ 14 h 48"/>
                      <a:gd name="T4" fmla="*/ 2 w 20"/>
                      <a:gd name="T5" fmla="*/ 14 h 48"/>
                      <a:gd name="T6" fmla="*/ 15 w 20"/>
                      <a:gd name="T7" fmla="*/ 26 h 48"/>
                      <a:gd name="T8" fmla="*/ 1 w 20"/>
                      <a:gd name="T9" fmla="*/ 19 h 48"/>
                      <a:gd name="T10" fmla="*/ 13 w 20"/>
                      <a:gd name="T11" fmla="*/ 28 h 48"/>
                      <a:gd name="T12" fmla="*/ 11 w 20"/>
                      <a:gd name="T13" fmla="*/ 27 h 48"/>
                      <a:gd name="T14" fmla="*/ 9 w 20"/>
                      <a:gd name="T15" fmla="*/ 26 h 48"/>
                      <a:gd name="T16" fmla="*/ 8 w 20"/>
                      <a:gd name="T17" fmla="*/ 29 h 48"/>
                      <a:gd name="T18" fmla="*/ 9 w 20"/>
                      <a:gd name="T19" fmla="*/ 30 h 48"/>
                      <a:gd name="T20" fmla="*/ 12 w 20"/>
                      <a:gd name="T21" fmla="*/ 29 h 48"/>
                      <a:gd name="T22" fmla="*/ 3 w 20"/>
                      <a:gd name="T23" fmla="*/ 18 h 48"/>
                      <a:gd name="T24" fmla="*/ 9 w 20"/>
                      <a:gd name="T25" fmla="*/ 21 h 48"/>
                      <a:gd name="T26" fmla="*/ 17 w 20"/>
                      <a:gd name="T27" fmla="*/ 24 h 48"/>
                      <a:gd name="T28" fmla="*/ 13 w 20"/>
                      <a:gd name="T29" fmla="*/ 24 h 48"/>
                      <a:gd name="T30" fmla="*/ 13 w 20"/>
                      <a:gd name="T31" fmla="*/ 23 h 48"/>
                      <a:gd name="T32" fmla="*/ 9 w 20"/>
                      <a:gd name="T33" fmla="*/ 21 h 48"/>
                      <a:gd name="T34" fmla="*/ 7 w 20"/>
                      <a:gd name="T35" fmla="*/ 20 h 48"/>
                      <a:gd name="T36" fmla="*/ 2 w 20"/>
                      <a:gd name="T37" fmla="*/ 19 h 48"/>
                      <a:gd name="T38" fmla="*/ 2 w 20"/>
                      <a:gd name="T39" fmla="*/ 17 h 48"/>
                      <a:gd name="T40" fmla="*/ 1 w 20"/>
                      <a:gd name="T41" fmla="*/ 16 h 48"/>
                      <a:gd name="T42" fmla="*/ 3 w 20"/>
                      <a:gd name="T43" fmla="*/ 15 h 48"/>
                      <a:gd name="T44" fmla="*/ 3 w 20"/>
                      <a:gd name="T45" fmla="*/ 14 h 48"/>
                      <a:gd name="T46" fmla="*/ 4 w 20"/>
                      <a:gd name="T47" fmla="*/ 13 h 48"/>
                      <a:gd name="T48" fmla="*/ 3 w 20"/>
                      <a:gd name="T49" fmla="*/ 12 h 48"/>
                      <a:gd name="T50" fmla="*/ 4 w 20"/>
                      <a:gd name="T51" fmla="*/ 12 h 48"/>
                      <a:gd name="T52" fmla="*/ 4 w 20"/>
                      <a:gd name="T53" fmla="*/ 11 h 48"/>
                      <a:gd name="T54" fmla="*/ 5 w 20"/>
                      <a:gd name="T55" fmla="*/ 8 h 48"/>
                      <a:gd name="T56" fmla="*/ 6 w 20"/>
                      <a:gd name="T57" fmla="*/ 7 h 48"/>
                      <a:gd name="T58" fmla="*/ 7 w 20"/>
                      <a:gd name="T59" fmla="*/ 6 h 48"/>
                      <a:gd name="T60" fmla="*/ 9 w 20"/>
                      <a:gd name="T61" fmla="*/ 4 h 48"/>
                      <a:gd name="T62" fmla="*/ 10 w 20"/>
                      <a:gd name="T63" fmla="*/ 3 h 48"/>
                      <a:gd name="T64" fmla="*/ 14 w 20"/>
                      <a:gd name="T65" fmla="*/ 1 h 48"/>
                      <a:gd name="T66" fmla="*/ 12 w 20"/>
                      <a:gd name="T67" fmla="*/ 5 h 48"/>
                      <a:gd name="T68" fmla="*/ 13 w 20"/>
                      <a:gd name="T69" fmla="*/ 10 h 48"/>
                      <a:gd name="T70" fmla="*/ 17 w 20"/>
                      <a:gd name="T71" fmla="*/ 12 h 48"/>
                      <a:gd name="T72" fmla="*/ 19 w 20"/>
                      <a:gd name="T73" fmla="*/ 17 h 48"/>
                      <a:gd name="T74" fmla="*/ 19 w 20"/>
                      <a:gd name="T75" fmla="*/ 19 h 48"/>
                      <a:gd name="T76" fmla="*/ 3 w 20"/>
                      <a:gd name="T77" fmla="*/ 17 h 48"/>
                      <a:gd name="T78" fmla="*/ 3 w 20"/>
                      <a:gd name="T79" fmla="*/ 18 h 48"/>
                      <a:gd name="T80" fmla="*/ 11 w 20"/>
                      <a:gd name="T81" fmla="*/ 44 h 48"/>
                      <a:gd name="T82" fmla="*/ 10 w 20"/>
                      <a:gd name="T83" fmla="*/ 44 h 48"/>
                      <a:gd name="T84" fmla="*/ 10 w 20"/>
                      <a:gd name="T85" fmla="*/ 45 h 48"/>
                      <a:gd name="T86" fmla="*/ 11 w 20"/>
                      <a:gd name="T87" fmla="*/ 45 h 48"/>
                      <a:gd name="T88" fmla="*/ 10 w 20"/>
                      <a:gd name="T89" fmla="*/ 46 h 48"/>
                      <a:gd name="T90" fmla="*/ 11 w 20"/>
                      <a:gd name="T91" fmla="*/ 46 h 48"/>
                      <a:gd name="T92" fmla="*/ 11 w 20"/>
                      <a:gd name="T93" fmla="*/ 47 h 48"/>
                      <a:gd name="T94" fmla="*/ 10 w 20"/>
                      <a:gd name="T95" fmla="*/ 47 h 48"/>
                      <a:gd name="T96" fmla="*/ 9 w 20"/>
                      <a:gd name="T97" fmla="*/ 46 h 48"/>
                      <a:gd name="T98" fmla="*/ 9 w 20"/>
                      <a:gd name="T99" fmla="*/ 47 h 48"/>
                      <a:gd name="T100" fmla="*/ 9 w 20"/>
                      <a:gd name="T101" fmla="*/ 46 h 48"/>
                      <a:gd name="T102" fmla="*/ 10 w 20"/>
                      <a:gd name="T103" fmla="*/ 44 h 48"/>
                      <a:gd name="T104" fmla="*/ 10 w 20"/>
                      <a:gd name="T105" fmla="*/ 43 h 48"/>
                      <a:gd name="T106" fmla="*/ 11 w 20"/>
                      <a:gd name="T107" fmla="*/ 44 h 48"/>
                      <a:gd name="T108" fmla="*/ 11 w 20"/>
                      <a:gd name="T109" fmla="*/ 44 h 48"/>
                      <a:gd name="T110" fmla="*/ 10 w 20"/>
                      <a:gd name="T111" fmla="*/ 47 h 48"/>
                      <a:gd name="T112" fmla="*/ 9 w 20"/>
                      <a:gd name="T113" fmla="*/ 47 h 48"/>
                      <a:gd name="T114" fmla="*/ 10 w 20"/>
                      <a:gd name="T115" fmla="*/ 48 h 48"/>
                      <a:gd name="T116" fmla="*/ 11 w 20"/>
                      <a:gd name="T117" fmla="*/ 47 h 48"/>
                      <a:gd name="T118" fmla="*/ 11 w 20"/>
                      <a:gd name="T119" fmla="*/ 4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 h="48">
                        <a:moveTo>
                          <a:pt x="2" y="19"/>
                        </a:moveTo>
                        <a:cubicBezTo>
                          <a:pt x="2" y="19"/>
                          <a:pt x="2" y="19"/>
                          <a:pt x="2" y="19"/>
                        </a:cubicBezTo>
                        <a:cubicBezTo>
                          <a:pt x="2" y="19"/>
                          <a:pt x="2" y="19"/>
                          <a:pt x="2" y="19"/>
                        </a:cubicBezTo>
                        <a:close/>
                        <a:moveTo>
                          <a:pt x="4" y="11"/>
                        </a:moveTo>
                        <a:cubicBezTo>
                          <a:pt x="4" y="11"/>
                          <a:pt x="4" y="11"/>
                          <a:pt x="4" y="11"/>
                        </a:cubicBezTo>
                        <a:cubicBezTo>
                          <a:pt x="4" y="11"/>
                          <a:pt x="4" y="11"/>
                          <a:pt x="4" y="11"/>
                        </a:cubicBezTo>
                        <a:cubicBezTo>
                          <a:pt x="4" y="10"/>
                          <a:pt x="4" y="10"/>
                          <a:pt x="4" y="9"/>
                        </a:cubicBezTo>
                        <a:cubicBezTo>
                          <a:pt x="4" y="9"/>
                          <a:pt x="4" y="9"/>
                          <a:pt x="4" y="9"/>
                        </a:cubicBezTo>
                        <a:cubicBezTo>
                          <a:pt x="4" y="9"/>
                          <a:pt x="4" y="9"/>
                          <a:pt x="4" y="9"/>
                        </a:cubicBezTo>
                        <a:cubicBezTo>
                          <a:pt x="4" y="9"/>
                          <a:pt x="4" y="9"/>
                          <a:pt x="4" y="9"/>
                        </a:cubicBezTo>
                        <a:cubicBezTo>
                          <a:pt x="4" y="9"/>
                          <a:pt x="4" y="9"/>
                          <a:pt x="4" y="10"/>
                        </a:cubicBezTo>
                        <a:cubicBezTo>
                          <a:pt x="3" y="10"/>
                          <a:pt x="3" y="10"/>
                          <a:pt x="3" y="10"/>
                        </a:cubicBezTo>
                        <a:cubicBezTo>
                          <a:pt x="3" y="10"/>
                          <a:pt x="3" y="10"/>
                          <a:pt x="3" y="10"/>
                        </a:cubicBezTo>
                        <a:cubicBezTo>
                          <a:pt x="3" y="10"/>
                          <a:pt x="3" y="10"/>
                          <a:pt x="3" y="10"/>
                        </a:cubicBezTo>
                        <a:cubicBezTo>
                          <a:pt x="3" y="10"/>
                          <a:pt x="4" y="11"/>
                          <a:pt x="4" y="11"/>
                        </a:cubicBezTo>
                        <a:close/>
                        <a:moveTo>
                          <a:pt x="14" y="24"/>
                        </a:moveTo>
                        <a:cubicBezTo>
                          <a:pt x="14" y="24"/>
                          <a:pt x="14" y="24"/>
                          <a:pt x="14" y="24"/>
                        </a:cubicBezTo>
                        <a:cubicBezTo>
                          <a:pt x="14" y="24"/>
                          <a:pt x="14" y="24"/>
                          <a:pt x="15" y="24"/>
                        </a:cubicBezTo>
                        <a:cubicBezTo>
                          <a:pt x="15" y="24"/>
                          <a:pt x="15" y="24"/>
                          <a:pt x="14" y="24"/>
                        </a:cubicBezTo>
                        <a:cubicBezTo>
                          <a:pt x="14" y="24"/>
                          <a:pt x="14" y="24"/>
                          <a:pt x="14" y="24"/>
                        </a:cubicBezTo>
                        <a:close/>
                        <a:moveTo>
                          <a:pt x="15" y="24"/>
                        </a:moveTo>
                        <a:cubicBezTo>
                          <a:pt x="15" y="24"/>
                          <a:pt x="15" y="24"/>
                          <a:pt x="15" y="24"/>
                        </a:cubicBezTo>
                        <a:cubicBezTo>
                          <a:pt x="15" y="24"/>
                          <a:pt x="15" y="24"/>
                          <a:pt x="15" y="24"/>
                        </a:cubicBezTo>
                        <a:cubicBezTo>
                          <a:pt x="15" y="24"/>
                          <a:pt x="15" y="24"/>
                          <a:pt x="15" y="24"/>
                        </a:cubicBezTo>
                        <a:cubicBezTo>
                          <a:pt x="15" y="24"/>
                          <a:pt x="15" y="24"/>
                          <a:pt x="15" y="24"/>
                        </a:cubicBezTo>
                        <a:close/>
                        <a:moveTo>
                          <a:pt x="1" y="14"/>
                        </a:moveTo>
                        <a:cubicBezTo>
                          <a:pt x="1" y="14"/>
                          <a:pt x="1" y="14"/>
                          <a:pt x="1" y="14"/>
                        </a:cubicBezTo>
                        <a:cubicBezTo>
                          <a:pt x="1" y="14"/>
                          <a:pt x="1" y="14"/>
                          <a:pt x="1" y="14"/>
                        </a:cubicBezTo>
                        <a:cubicBezTo>
                          <a:pt x="1" y="14"/>
                          <a:pt x="1" y="14"/>
                          <a:pt x="1" y="14"/>
                        </a:cubicBezTo>
                        <a:cubicBezTo>
                          <a:pt x="1" y="15"/>
                          <a:pt x="1" y="15"/>
                          <a:pt x="1" y="15"/>
                        </a:cubicBezTo>
                        <a:cubicBezTo>
                          <a:pt x="1" y="15"/>
                          <a:pt x="1"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4"/>
                          <a:pt x="2" y="14"/>
                          <a:pt x="2" y="14"/>
                        </a:cubicBezTo>
                        <a:cubicBezTo>
                          <a:pt x="2" y="14"/>
                          <a:pt x="2" y="14"/>
                          <a:pt x="2" y="14"/>
                        </a:cubicBezTo>
                        <a:cubicBezTo>
                          <a:pt x="2" y="14"/>
                          <a:pt x="2" y="14"/>
                          <a:pt x="2" y="14"/>
                        </a:cubicBezTo>
                        <a:cubicBezTo>
                          <a:pt x="2" y="14"/>
                          <a:pt x="2" y="14"/>
                          <a:pt x="2" y="14"/>
                        </a:cubicBezTo>
                        <a:cubicBezTo>
                          <a:pt x="2" y="14"/>
                          <a:pt x="1" y="14"/>
                          <a:pt x="1" y="14"/>
                        </a:cubicBezTo>
                        <a:cubicBezTo>
                          <a:pt x="1" y="14"/>
                          <a:pt x="1" y="14"/>
                          <a:pt x="1" y="14"/>
                        </a:cubicBezTo>
                        <a:cubicBezTo>
                          <a:pt x="1" y="14"/>
                          <a:pt x="1" y="14"/>
                          <a:pt x="1" y="14"/>
                        </a:cubicBezTo>
                        <a:cubicBezTo>
                          <a:pt x="1" y="14"/>
                          <a:pt x="0" y="15"/>
                          <a:pt x="0" y="15"/>
                        </a:cubicBezTo>
                        <a:cubicBezTo>
                          <a:pt x="0" y="15"/>
                          <a:pt x="0" y="15"/>
                          <a:pt x="0" y="15"/>
                        </a:cubicBezTo>
                        <a:cubicBezTo>
                          <a:pt x="1" y="15"/>
                          <a:pt x="1" y="15"/>
                          <a:pt x="1" y="14"/>
                        </a:cubicBezTo>
                        <a:close/>
                        <a:moveTo>
                          <a:pt x="15" y="26"/>
                        </a:moveTo>
                        <a:cubicBezTo>
                          <a:pt x="15" y="26"/>
                          <a:pt x="15" y="26"/>
                          <a:pt x="15" y="26"/>
                        </a:cubicBezTo>
                        <a:cubicBezTo>
                          <a:pt x="15" y="26"/>
                          <a:pt x="15" y="26"/>
                          <a:pt x="15" y="26"/>
                        </a:cubicBezTo>
                        <a:cubicBezTo>
                          <a:pt x="15" y="26"/>
                          <a:pt x="15" y="26"/>
                          <a:pt x="15" y="26"/>
                        </a:cubicBezTo>
                        <a:cubicBezTo>
                          <a:pt x="15" y="26"/>
                          <a:pt x="15" y="26"/>
                          <a:pt x="15" y="26"/>
                        </a:cubicBezTo>
                        <a:close/>
                        <a:moveTo>
                          <a:pt x="9" y="26"/>
                        </a:moveTo>
                        <a:cubicBezTo>
                          <a:pt x="9" y="26"/>
                          <a:pt x="9" y="26"/>
                          <a:pt x="9" y="26"/>
                        </a:cubicBezTo>
                        <a:cubicBezTo>
                          <a:pt x="9" y="26"/>
                          <a:pt x="9" y="26"/>
                          <a:pt x="8" y="26"/>
                        </a:cubicBezTo>
                        <a:cubicBezTo>
                          <a:pt x="8" y="26"/>
                          <a:pt x="8" y="26"/>
                          <a:pt x="8" y="26"/>
                        </a:cubicBezTo>
                        <a:cubicBezTo>
                          <a:pt x="8" y="26"/>
                          <a:pt x="8" y="26"/>
                          <a:pt x="9" y="26"/>
                        </a:cubicBezTo>
                        <a:close/>
                        <a:moveTo>
                          <a:pt x="1" y="19"/>
                        </a:moveTo>
                        <a:cubicBezTo>
                          <a:pt x="1" y="19"/>
                          <a:pt x="1" y="19"/>
                          <a:pt x="1" y="19"/>
                        </a:cubicBezTo>
                        <a:cubicBezTo>
                          <a:pt x="1" y="19"/>
                          <a:pt x="1" y="19"/>
                          <a:pt x="1" y="19"/>
                        </a:cubicBezTo>
                        <a:cubicBezTo>
                          <a:pt x="1" y="19"/>
                          <a:pt x="1" y="19"/>
                          <a:pt x="1" y="19"/>
                        </a:cubicBezTo>
                        <a:close/>
                        <a:moveTo>
                          <a:pt x="2" y="19"/>
                        </a:moveTo>
                        <a:cubicBezTo>
                          <a:pt x="1" y="19"/>
                          <a:pt x="1" y="19"/>
                          <a:pt x="1" y="19"/>
                        </a:cubicBezTo>
                        <a:cubicBezTo>
                          <a:pt x="1" y="19"/>
                          <a:pt x="1" y="19"/>
                          <a:pt x="1" y="19"/>
                        </a:cubicBezTo>
                        <a:cubicBezTo>
                          <a:pt x="1" y="19"/>
                          <a:pt x="1" y="19"/>
                          <a:pt x="1" y="19"/>
                        </a:cubicBezTo>
                        <a:cubicBezTo>
                          <a:pt x="1" y="19"/>
                          <a:pt x="1" y="19"/>
                          <a:pt x="2" y="19"/>
                        </a:cubicBezTo>
                        <a:cubicBezTo>
                          <a:pt x="2" y="19"/>
                          <a:pt x="2" y="19"/>
                          <a:pt x="2" y="19"/>
                        </a:cubicBezTo>
                        <a:close/>
                        <a:moveTo>
                          <a:pt x="7" y="31"/>
                        </a:moveTo>
                        <a:cubicBezTo>
                          <a:pt x="7" y="31"/>
                          <a:pt x="7" y="31"/>
                          <a:pt x="7" y="31"/>
                        </a:cubicBezTo>
                        <a:cubicBezTo>
                          <a:pt x="7" y="31"/>
                          <a:pt x="7" y="31"/>
                          <a:pt x="7" y="31"/>
                        </a:cubicBezTo>
                        <a:cubicBezTo>
                          <a:pt x="7" y="31"/>
                          <a:pt x="7" y="31"/>
                          <a:pt x="7" y="31"/>
                        </a:cubicBezTo>
                        <a:cubicBezTo>
                          <a:pt x="7" y="31"/>
                          <a:pt x="7" y="31"/>
                          <a:pt x="7" y="31"/>
                        </a:cubicBezTo>
                        <a:close/>
                        <a:moveTo>
                          <a:pt x="1" y="18"/>
                        </a:moveTo>
                        <a:cubicBezTo>
                          <a:pt x="1" y="18"/>
                          <a:pt x="1" y="18"/>
                          <a:pt x="1" y="18"/>
                        </a:cubicBezTo>
                        <a:cubicBezTo>
                          <a:pt x="1" y="18"/>
                          <a:pt x="1" y="18"/>
                          <a:pt x="1" y="18"/>
                        </a:cubicBezTo>
                        <a:cubicBezTo>
                          <a:pt x="1" y="18"/>
                          <a:pt x="1" y="18"/>
                          <a:pt x="1" y="18"/>
                        </a:cubicBezTo>
                        <a:cubicBezTo>
                          <a:pt x="1" y="18"/>
                          <a:pt x="1" y="18"/>
                          <a:pt x="1" y="18"/>
                        </a:cubicBezTo>
                        <a:close/>
                        <a:moveTo>
                          <a:pt x="13" y="28"/>
                        </a:moveTo>
                        <a:cubicBezTo>
                          <a:pt x="13" y="28"/>
                          <a:pt x="13" y="28"/>
                          <a:pt x="13" y="28"/>
                        </a:cubicBezTo>
                        <a:cubicBezTo>
                          <a:pt x="13" y="28"/>
                          <a:pt x="13" y="28"/>
                          <a:pt x="13"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1" y="28"/>
                        </a:cubicBezTo>
                        <a:cubicBezTo>
                          <a:pt x="11" y="27"/>
                          <a:pt x="11" y="27"/>
                          <a:pt x="11" y="28"/>
                        </a:cubicBezTo>
                        <a:cubicBezTo>
                          <a:pt x="11" y="28"/>
                          <a:pt x="11" y="28"/>
                          <a:pt x="11" y="28"/>
                        </a:cubicBezTo>
                        <a:cubicBezTo>
                          <a:pt x="11" y="28"/>
                          <a:pt x="11" y="27"/>
                          <a:pt x="11" y="27"/>
                        </a:cubicBezTo>
                        <a:cubicBezTo>
                          <a:pt x="11" y="27"/>
                          <a:pt x="11" y="27"/>
                          <a:pt x="11" y="27"/>
                        </a:cubicBezTo>
                        <a:cubicBezTo>
                          <a:pt x="11" y="27"/>
                          <a:pt x="11" y="27"/>
                          <a:pt x="11" y="27"/>
                        </a:cubicBezTo>
                        <a:cubicBezTo>
                          <a:pt x="11" y="27"/>
                          <a:pt x="11" y="27"/>
                          <a:pt x="11" y="27"/>
                        </a:cubicBezTo>
                        <a:cubicBezTo>
                          <a:pt x="11" y="27"/>
                          <a:pt x="11"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6"/>
                          <a:pt x="12" y="26"/>
                          <a:pt x="12" y="26"/>
                        </a:cubicBezTo>
                        <a:cubicBezTo>
                          <a:pt x="11" y="26"/>
                          <a:pt x="11" y="26"/>
                          <a:pt x="11" y="26"/>
                        </a:cubicBezTo>
                        <a:cubicBezTo>
                          <a:pt x="11" y="25"/>
                          <a:pt x="11" y="25"/>
                          <a:pt x="11" y="25"/>
                        </a:cubicBezTo>
                        <a:cubicBezTo>
                          <a:pt x="10" y="25"/>
                          <a:pt x="10" y="25"/>
                          <a:pt x="10" y="25"/>
                        </a:cubicBezTo>
                        <a:cubicBezTo>
                          <a:pt x="10" y="25"/>
                          <a:pt x="10" y="25"/>
                          <a:pt x="10" y="25"/>
                        </a:cubicBezTo>
                        <a:cubicBezTo>
                          <a:pt x="10" y="25"/>
                          <a:pt x="9" y="25"/>
                          <a:pt x="9" y="25"/>
                        </a:cubicBezTo>
                        <a:cubicBezTo>
                          <a:pt x="9" y="25"/>
                          <a:pt x="9" y="25"/>
                          <a:pt x="9" y="26"/>
                        </a:cubicBezTo>
                        <a:cubicBezTo>
                          <a:pt x="9" y="26"/>
                          <a:pt x="9" y="26"/>
                          <a:pt x="9" y="26"/>
                        </a:cubicBezTo>
                        <a:cubicBezTo>
                          <a:pt x="9" y="26"/>
                          <a:pt x="9" y="26"/>
                          <a:pt x="9" y="26"/>
                        </a:cubicBezTo>
                        <a:cubicBezTo>
                          <a:pt x="9" y="26"/>
                          <a:pt x="9" y="26"/>
                          <a:pt x="9" y="26"/>
                        </a:cubicBezTo>
                        <a:cubicBezTo>
                          <a:pt x="9" y="27"/>
                          <a:pt x="9" y="27"/>
                          <a:pt x="9" y="27"/>
                        </a:cubicBezTo>
                        <a:cubicBezTo>
                          <a:pt x="9" y="27"/>
                          <a:pt x="9" y="27"/>
                          <a:pt x="9" y="27"/>
                        </a:cubicBezTo>
                        <a:cubicBezTo>
                          <a:pt x="9" y="28"/>
                          <a:pt x="9" y="28"/>
                          <a:pt x="9" y="28"/>
                        </a:cubicBezTo>
                        <a:cubicBezTo>
                          <a:pt x="9" y="28"/>
                          <a:pt x="9" y="28"/>
                          <a:pt x="9" y="28"/>
                        </a:cubicBezTo>
                        <a:cubicBezTo>
                          <a:pt x="9" y="28"/>
                          <a:pt x="9" y="28"/>
                          <a:pt x="9" y="28"/>
                        </a:cubicBezTo>
                        <a:cubicBezTo>
                          <a:pt x="9" y="29"/>
                          <a:pt x="9" y="29"/>
                          <a:pt x="9" y="29"/>
                        </a:cubicBezTo>
                        <a:cubicBezTo>
                          <a:pt x="9" y="29"/>
                          <a:pt x="9" y="29"/>
                          <a:pt x="9" y="29"/>
                        </a:cubicBezTo>
                        <a:cubicBezTo>
                          <a:pt x="9" y="29"/>
                          <a:pt x="9" y="29"/>
                          <a:pt x="9" y="29"/>
                        </a:cubicBezTo>
                        <a:cubicBezTo>
                          <a:pt x="9" y="29"/>
                          <a:pt x="9" y="29"/>
                          <a:pt x="9" y="29"/>
                        </a:cubicBezTo>
                        <a:cubicBezTo>
                          <a:pt x="9" y="29"/>
                          <a:pt x="8" y="29"/>
                          <a:pt x="8" y="29"/>
                        </a:cubicBezTo>
                        <a:cubicBezTo>
                          <a:pt x="8" y="29"/>
                          <a:pt x="8" y="29"/>
                          <a:pt x="8" y="30"/>
                        </a:cubicBezTo>
                        <a:cubicBezTo>
                          <a:pt x="8" y="30"/>
                          <a:pt x="8" y="30"/>
                          <a:pt x="8" y="30"/>
                        </a:cubicBezTo>
                        <a:cubicBezTo>
                          <a:pt x="8" y="30"/>
                          <a:pt x="8" y="30"/>
                          <a:pt x="8" y="30"/>
                        </a:cubicBezTo>
                        <a:cubicBezTo>
                          <a:pt x="8" y="30"/>
                          <a:pt x="7" y="30"/>
                          <a:pt x="7" y="31"/>
                        </a:cubicBezTo>
                        <a:cubicBezTo>
                          <a:pt x="7" y="31"/>
                          <a:pt x="7" y="31"/>
                          <a:pt x="7" y="31"/>
                        </a:cubicBezTo>
                        <a:cubicBezTo>
                          <a:pt x="8" y="31"/>
                          <a:pt x="8" y="31"/>
                          <a:pt x="8" y="31"/>
                        </a:cubicBezTo>
                        <a:cubicBezTo>
                          <a:pt x="8" y="31"/>
                          <a:pt x="8" y="31"/>
                          <a:pt x="8" y="31"/>
                        </a:cubicBezTo>
                        <a:cubicBezTo>
                          <a:pt x="9" y="31"/>
                          <a:pt x="9" y="31"/>
                          <a:pt x="9" y="31"/>
                        </a:cubicBezTo>
                        <a:cubicBezTo>
                          <a:pt x="8" y="31"/>
                          <a:pt x="8" y="31"/>
                          <a:pt x="8" y="31"/>
                        </a:cubicBezTo>
                        <a:cubicBezTo>
                          <a:pt x="8" y="31"/>
                          <a:pt x="8" y="31"/>
                          <a:pt x="8" y="30"/>
                        </a:cubicBezTo>
                        <a:cubicBezTo>
                          <a:pt x="8" y="30"/>
                          <a:pt x="8"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10" y="30"/>
                          <a:pt x="10" y="30"/>
                        </a:cubicBezTo>
                        <a:cubicBezTo>
                          <a:pt x="10" y="30"/>
                          <a:pt x="10" y="30"/>
                          <a:pt x="10" y="30"/>
                        </a:cubicBezTo>
                        <a:cubicBezTo>
                          <a:pt x="10" y="30"/>
                          <a:pt x="10" y="30"/>
                          <a:pt x="10" y="30"/>
                        </a:cubicBezTo>
                        <a:cubicBezTo>
                          <a:pt x="10" y="30"/>
                          <a:pt x="10" y="30"/>
                          <a:pt x="11" y="30"/>
                        </a:cubicBezTo>
                        <a:cubicBezTo>
                          <a:pt x="11" y="30"/>
                          <a:pt x="11" y="30"/>
                          <a:pt x="11" y="30"/>
                        </a:cubicBezTo>
                        <a:cubicBezTo>
                          <a:pt x="11" y="30"/>
                          <a:pt x="11" y="30"/>
                          <a:pt x="11" y="30"/>
                        </a:cubicBezTo>
                        <a:cubicBezTo>
                          <a:pt x="11" y="30"/>
                          <a:pt x="11" y="30"/>
                          <a:pt x="11" y="30"/>
                        </a:cubicBezTo>
                        <a:cubicBezTo>
                          <a:pt x="11" y="30"/>
                          <a:pt x="11" y="30"/>
                          <a:pt x="11" y="29"/>
                        </a:cubicBezTo>
                        <a:cubicBezTo>
                          <a:pt x="11" y="29"/>
                          <a:pt x="11" y="29"/>
                          <a:pt x="11" y="29"/>
                        </a:cubicBezTo>
                        <a:cubicBezTo>
                          <a:pt x="11" y="30"/>
                          <a:pt x="11" y="30"/>
                          <a:pt x="11" y="29"/>
                        </a:cubicBezTo>
                        <a:cubicBezTo>
                          <a:pt x="12" y="29"/>
                          <a:pt x="12" y="29"/>
                          <a:pt x="12" y="29"/>
                        </a:cubicBezTo>
                        <a:cubicBezTo>
                          <a:pt x="12" y="29"/>
                          <a:pt x="12" y="29"/>
                          <a:pt x="12" y="29"/>
                        </a:cubicBezTo>
                        <a:cubicBezTo>
                          <a:pt x="12" y="29"/>
                          <a:pt x="12" y="29"/>
                          <a:pt x="12" y="29"/>
                        </a:cubicBezTo>
                        <a:cubicBezTo>
                          <a:pt x="12" y="29"/>
                          <a:pt x="12" y="29"/>
                          <a:pt x="12" y="29"/>
                        </a:cubicBezTo>
                        <a:cubicBezTo>
                          <a:pt x="13" y="29"/>
                          <a:pt x="13" y="29"/>
                          <a:pt x="13" y="29"/>
                        </a:cubicBezTo>
                        <a:cubicBezTo>
                          <a:pt x="13" y="29"/>
                          <a:pt x="13" y="29"/>
                          <a:pt x="13" y="28"/>
                        </a:cubicBezTo>
                        <a:close/>
                        <a:moveTo>
                          <a:pt x="9" y="21"/>
                        </a:moveTo>
                        <a:cubicBezTo>
                          <a:pt x="9" y="21"/>
                          <a:pt x="9" y="21"/>
                          <a:pt x="9" y="21"/>
                        </a:cubicBezTo>
                        <a:cubicBezTo>
                          <a:pt x="9" y="21"/>
                          <a:pt x="9" y="21"/>
                          <a:pt x="9" y="21"/>
                        </a:cubicBezTo>
                        <a:close/>
                        <a:moveTo>
                          <a:pt x="3" y="17"/>
                        </a:moveTo>
                        <a:cubicBezTo>
                          <a:pt x="3" y="17"/>
                          <a:pt x="3" y="17"/>
                          <a:pt x="3" y="17"/>
                        </a:cubicBezTo>
                        <a:cubicBezTo>
                          <a:pt x="3" y="17"/>
                          <a:pt x="3" y="17"/>
                          <a:pt x="3" y="17"/>
                        </a:cubicBezTo>
                        <a:cubicBezTo>
                          <a:pt x="3" y="17"/>
                          <a:pt x="3" y="17"/>
                          <a:pt x="3" y="17"/>
                        </a:cubicBezTo>
                        <a:cubicBezTo>
                          <a:pt x="3" y="17"/>
                          <a:pt x="3" y="17"/>
                          <a:pt x="3" y="18"/>
                        </a:cubicBezTo>
                        <a:cubicBezTo>
                          <a:pt x="3" y="18"/>
                          <a:pt x="3" y="18"/>
                          <a:pt x="3" y="18"/>
                        </a:cubicBezTo>
                        <a:cubicBezTo>
                          <a:pt x="3" y="18"/>
                          <a:pt x="3"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3" y="18"/>
                        </a:cubicBezTo>
                        <a:cubicBezTo>
                          <a:pt x="2" y="18"/>
                          <a:pt x="2" y="18"/>
                          <a:pt x="3" y="18"/>
                        </a:cubicBezTo>
                        <a:cubicBezTo>
                          <a:pt x="3" y="18"/>
                          <a:pt x="3" y="18"/>
                          <a:pt x="3" y="18"/>
                        </a:cubicBezTo>
                        <a:cubicBezTo>
                          <a:pt x="3" y="18"/>
                          <a:pt x="3" y="18"/>
                          <a:pt x="3" y="18"/>
                        </a:cubicBezTo>
                        <a:cubicBezTo>
                          <a:pt x="3" y="18"/>
                          <a:pt x="3" y="17"/>
                          <a:pt x="3" y="17"/>
                        </a:cubicBezTo>
                        <a:cubicBezTo>
                          <a:pt x="3" y="17"/>
                          <a:pt x="3" y="17"/>
                          <a:pt x="3" y="17"/>
                        </a:cubicBezTo>
                        <a:close/>
                        <a:moveTo>
                          <a:pt x="9" y="21"/>
                        </a:moveTo>
                        <a:cubicBezTo>
                          <a:pt x="9" y="21"/>
                          <a:pt x="9" y="21"/>
                          <a:pt x="9" y="21"/>
                        </a:cubicBezTo>
                        <a:cubicBezTo>
                          <a:pt x="9" y="21"/>
                          <a:pt x="9" y="21"/>
                          <a:pt x="9" y="21"/>
                        </a:cubicBezTo>
                        <a:close/>
                        <a:moveTo>
                          <a:pt x="20" y="24"/>
                        </a:moveTo>
                        <a:cubicBezTo>
                          <a:pt x="20" y="25"/>
                          <a:pt x="20" y="25"/>
                          <a:pt x="20" y="25"/>
                        </a:cubicBezTo>
                        <a:cubicBezTo>
                          <a:pt x="20" y="25"/>
                          <a:pt x="19" y="24"/>
                          <a:pt x="19" y="24"/>
                        </a:cubicBezTo>
                        <a:cubicBezTo>
                          <a:pt x="19" y="24"/>
                          <a:pt x="19" y="24"/>
                          <a:pt x="19" y="24"/>
                        </a:cubicBezTo>
                        <a:cubicBezTo>
                          <a:pt x="19" y="24"/>
                          <a:pt x="19" y="24"/>
                          <a:pt x="19" y="24"/>
                        </a:cubicBezTo>
                        <a:cubicBezTo>
                          <a:pt x="19" y="24"/>
                          <a:pt x="19" y="25"/>
                          <a:pt x="19" y="25"/>
                        </a:cubicBezTo>
                        <a:cubicBezTo>
                          <a:pt x="19" y="25"/>
                          <a:pt x="19" y="25"/>
                          <a:pt x="19" y="24"/>
                        </a:cubicBezTo>
                        <a:cubicBezTo>
                          <a:pt x="18" y="25"/>
                          <a:pt x="19" y="25"/>
                          <a:pt x="18" y="25"/>
                        </a:cubicBezTo>
                        <a:cubicBezTo>
                          <a:pt x="18" y="25"/>
                          <a:pt x="18" y="25"/>
                          <a:pt x="18" y="25"/>
                        </a:cubicBezTo>
                        <a:cubicBezTo>
                          <a:pt x="18" y="25"/>
                          <a:pt x="18" y="25"/>
                          <a:pt x="17" y="25"/>
                        </a:cubicBezTo>
                        <a:cubicBezTo>
                          <a:pt x="17" y="25"/>
                          <a:pt x="17" y="25"/>
                          <a:pt x="17" y="24"/>
                        </a:cubicBezTo>
                        <a:cubicBezTo>
                          <a:pt x="17" y="24"/>
                          <a:pt x="17" y="24"/>
                          <a:pt x="17" y="24"/>
                        </a:cubicBezTo>
                        <a:cubicBezTo>
                          <a:pt x="17" y="24"/>
                          <a:pt x="17" y="24"/>
                          <a:pt x="17" y="24"/>
                        </a:cubicBezTo>
                        <a:cubicBezTo>
                          <a:pt x="16" y="24"/>
                          <a:pt x="16" y="24"/>
                          <a:pt x="16" y="24"/>
                        </a:cubicBezTo>
                        <a:cubicBezTo>
                          <a:pt x="16" y="24"/>
                          <a:pt x="16" y="24"/>
                          <a:pt x="16" y="24"/>
                        </a:cubicBezTo>
                        <a:cubicBezTo>
                          <a:pt x="16"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4" y="24"/>
                          <a:pt x="14" y="24"/>
                          <a:pt x="14" y="24"/>
                        </a:cubicBezTo>
                        <a:cubicBezTo>
                          <a:pt x="14" y="24"/>
                          <a:pt x="14" y="24"/>
                          <a:pt x="14" y="23"/>
                        </a:cubicBezTo>
                        <a:cubicBezTo>
                          <a:pt x="14" y="23"/>
                          <a:pt x="13" y="24"/>
                          <a:pt x="13" y="24"/>
                        </a:cubicBezTo>
                        <a:cubicBezTo>
                          <a:pt x="13" y="24"/>
                          <a:pt x="13" y="24"/>
                          <a:pt x="13" y="24"/>
                        </a:cubicBezTo>
                        <a:cubicBezTo>
                          <a:pt x="13" y="24"/>
                          <a:pt x="14" y="24"/>
                          <a:pt x="14" y="24"/>
                        </a:cubicBezTo>
                        <a:cubicBezTo>
                          <a:pt x="14" y="24"/>
                          <a:pt x="14" y="24"/>
                          <a:pt x="14" y="24"/>
                        </a:cubicBezTo>
                        <a:cubicBezTo>
                          <a:pt x="13" y="24"/>
                          <a:pt x="13" y="24"/>
                          <a:pt x="13" y="24"/>
                        </a:cubicBezTo>
                        <a:cubicBezTo>
                          <a:pt x="13" y="24"/>
                          <a:pt x="13" y="24"/>
                          <a:pt x="13" y="24"/>
                        </a:cubicBezTo>
                        <a:cubicBezTo>
                          <a:pt x="13" y="24"/>
                          <a:pt x="13" y="24"/>
                          <a:pt x="13" y="24"/>
                        </a:cubicBezTo>
                        <a:cubicBezTo>
                          <a:pt x="13" y="24"/>
                          <a:pt x="13" y="23"/>
                          <a:pt x="13" y="23"/>
                        </a:cubicBezTo>
                        <a:cubicBezTo>
                          <a:pt x="13" y="23"/>
                          <a:pt x="13" y="23"/>
                          <a:pt x="13" y="23"/>
                        </a:cubicBezTo>
                        <a:cubicBezTo>
                          <a:pt x="14" y="23"/>
                          <a:pt x="14" y="23"/>
                          <a:pt x="14" y="22"/>
                        </a:cubicBezTo>
                        <a:cubicBezTo>
                          <a:pt x="14" y="22"/>
                          <a:pt x="14" y="22"/>
                          <a:pt x="14" y="22"/>
                        </a:cubicBezTo>
                        <a:cubicBezTo>
                          <a:pt x="13" y="22"/>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2"/>
                        </a:cubicBezTo>
                        <a:cubicBezTo>
                          <a:pt x="13" y="22"/>
                          <a:pt x="12" y="22"/>
                          <a:pt x="12" y="22"/>
                        </a:cubicBezTo>
                        <a:cubicBezTo>
                          <a:pt x="12" y="21"/>
                          <a:pt x="12" y="21"/>
                          <a:pt x="12" y="21"/>
                        </a:cubicBezTo>
                        <a:cubicBezTo>
                          <a:pt x="11" y="21"/>
                          <a:pt x="11" y="22"/>
                          <a:pt x="11" y="22"/>
                        </a:cubicBezTo>
                        <a:cubicBezTo>
                          <a:pt x="11" y="22"/>
                          <a:pt x="11" y="22"/>
                          <a:pt x="11" y="22"/>
                        </a:cubicBezTo>
                        <a:cubicBezTo>
                          <a:pt x="11" y="22"/>
                          <a:pt x="11" y="22"/>
                          <a:pt x="11" y="22"/>
                        </a:cubicBezTo>
                        <a:cubicBezTo>
                          <a:pt x="11" y="22"/>
                          <a:pt x="10" y="22"/>
                          <a:pt x="10" y="22"/>
                        </a:cubicBezTo>
                        <a:cubicBezTo>
                          <a:pt x="10" y="22"/>
                          <a:pt x="10" y="22"/>
                          <a:pt x="10" y="22"/>
                        </a:cubicBezTo>
                        <a:cubicBezTo>
                          <a:pt x="10" y="22"/>
                          <a:pt x="10" y="22"/>
                          <a:pt x="10" y="22"/>
                        </a:cubicBezTo>
                        <a:cubicBezTo>
                          <a:pt x="10" y="22"/>
                          <a:pt x="9" y="22"/>
                          <a:pt x="9" y="22"/>
                        </a:cubicBezTo>
                        <a:cubicBezTo>
                          <a:pt x="9" y="22"/>
                          <a:pt x="9" y="21"/>
                          <a:pt x="9" y="21"/>
                        </a:cubicBezTo>
                        <a:cubicBezTo>
                          <a:pt x="9" y="21"/>
                          <a:pt x="9" y="21"/>
                          <a:pt x="9" y="21"/>
                        </a:cubicBezTo>
                        <a:cubicBezTo>
                          <a:pt x="9" y="21"/>
                          <a:pt x="9" y="21"/>
                          <a:pt x="9" y="21"/>
                        </a:cubicBezTo>
                        <a:cubicBezTo>
                          <a:pt x="9" y="21"/>
                          <a:pt x="9" y="21"/>
                          <a:pt x="9" y="21"/>
                        </a:cubicBezTo>
                        <a:cubicBezTo>
                          <a:pt x="9" y="21"/>
                          <a:pt x="9" y="20"/>
                          <a:pt x="9" y="20"/>
                        </a:cubicBezTo>
                        <a:cubicBezTo>
                          <a:pt x="9" y="20"/>
                          <a:pt x="9" y="20"/>
                          <a:pt x="9" y="20"/>
                        </a:cubicBezTo>
                        <a:cubicBezTo>
                          <a:pt x="9" y="20"/>
                          <a:pt x="9" y="20"/>
                          <a:pt x="9" y="20"/>
                        </a:cubicBezTo>
                        <a:cubicBezTo>
                          <a:pt x="9" y="20"/>
                          <a:pt x="9" y="20"/>
                          <a:pt x="9" y="20"/>
                        </a:cubicBezTo>
                        <a:cubicBezTo>
                          <a:pt x="8" y="20"/>
                          <a:pt x="8" y="20"/>
                          <a:pt x="8" y="19"/>
                        </a:cubicBezTo>
                        <a:cubicBezTo>
                          <a:pt x="8" y="19"/>
                          <a:pt x="8" y="19"/>
                          <a:pt x="8" y="19"/>
                        </a:cubicBezTo>
                        <a:cubicBezTo>
                          <a:pt x="7" y="19"/>
                          <a:pt x="7" y="19"/>
                          <a:pt x="7" y="19"/>
                        </a:cubicBezTo>
                        <a:cubicBezTo>
                          <a:pt x="7" y="19"/>
                          <a:pt x="7" y="19"/>
                          <a:pt x="7" y="20"/>
                        </a:cubicBezTo>
                        <a:cubicBezTo>
                          <a:pt x="7" y="20"/>
                          <a:pt x="7" y="20"/>
                          <a:pt x="7" y="20"/>
                        </a:cubicBezTo>
                        <a:cubicBezTo>
                          <a:pt x="7" y="20"/>
                          <a:pt x="7" y="20"/>
                          <a:pt x="7" y="20"/>
                        </a:cubicBezTo>
                        <a:cubicBezTo>
                          <a:pt x="7" y="20"/>
                          <a:pt x="7" y="20"/>
                          <a:pt x="7" y="20"/>
                        </a:cubicBezTo>
                        <a:cubicBezTo>
                          <a:pt x="7" y="20"/>
                          <a:pt x="6" y="21"/>
                          <a:pt x="6" y="20"/>
                        </a:cubicBezTo>
                        <a:cubicBezTo>
                          <a:pt x="6" y="20"/>
                          <a:pt x="6" y="20"/>
                          <a:pt x="6" y="21"/>
                        </a:cubicBezTo>
                        <a:cubicBezTo>
                          <a:pt x="6" y="21"/>
                          <a:pt x="5" y="21"/>
                          <a:pt x="5" y="20"/>
                        </a:cubicBezTo>
                        <a:cubicBezTo>
                          <a:pt x="5" y="20"/>
                          <a:pt x="5" y="20"/>
                          <a:pt x="5" y="20"/>
                        </a:cubicBezTo>
                        <a:cubicBezTo>
                          <a:pt x="5" y="20"/>
                          <a:pt x="5" y="20"/>
                          <a:pt x="4" y="20"/>
                        </a:cubicBezTo>
                        <a:cubicBezTo>
                          <a:pt x="4" y="20"/>
                          <a:pt x="4" y="20"/>
                          <a:pt x="4" y="20"/>
                        </a:cubicBezTo>
                        <a:cubicBezTo>
                          <a:pt x="3" y="20"/>
                          <a:pt x="3" y="20"/>
                          <a:pt x="3" y="20"/>
                        </a:cubicBezTo>
                        <a:cubicBezTo>
                          <a:pt x="3" y="20"/>
                          <a:pt x="2" y="20"/>
                          <a:pt x="2" y="20"/>
                        </a:cubicBezTo>
                        <a:cubicBezTo>
                          <a:pt x="2" y="20"/>
                          <a:pt x="2" y="20"/>
                          <a:pt x="2" y="20"/>
                        </a:cubicBezTo>
                        <a:cubicBezTo>
                          <a:pt x="2" y="20"/>
                          <a:pt x="1" y="20"/>
                          <a:pt x="1" y="19"/>
                        </a:cubicBezTo>
                        <a:cubicBezTo>
                          <a:pt x="2" y="19"/>
                          <a:pt x="2" y="19"/>
                          <a:pt x="2" y="19"/>
                        </a:cubicBezTo>
                        <a:cubicBezTo>
                          <a:pt x="2" y="19"/>
                          <a:pt x="2" y="19"/>
                          <a:pt x="2" y="19"/>
                        </a:cubicBezTo>
                        <a:cubicBezTo>
                          <a:pt x="2" y="19"/>
                          <a:pt x="2" y="19"/>
                          <a:pt x="2" y="19"/>
                        </a:cubicBezTo>
                        <a:cubicBezTo>
                          <a:pt x="2" y="19"/>
                          <a:pt x="2" y="18"/>
                          <a:pt x="2" y="18"/>
                        </a:cubicBezTo>
                        <a:cubicBezTo>
                          <a:pt x="2" y="19"/>
                          <a:pt x="2" y="19"/>
                          <a:pt x="1" y="19"/>
                        </a:cubicBezTo>
                        <a:cubicBezTo>
                          <a:pt x="1" y="19"/>
                          <a:pt x="1" y="19"/>
                          <a:pt x="1" y="19"/>
                        </a:cubicBezTo>
                        <a:cubicBezTo>
                          <a:pt x="1" y="19"/>
                          <a:pt x="1" y="18"/>
                          <a:pt x="1" y="18"/>
                        </a:cubicBezTo>
                        <a:cubicBezTo>
                          <a:pt x="1" y="18"/>
                          <a:pt x="1" y="18"/>
                          <a:pt x="1" y="18"/>
                        </a:cubicBezTo>
                        <a:cubicBezTo>
                          <a:pt x="1" y="18"/>
                          <a:pt x="1"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7"/>
                          <a:pt x="2" y="17"/>
                        </a:cubicBezTo>
                        <a:cubicBezTo>
                          <a:pt x="2" y="17"/>
                          <a:pt x="2" y="18"/>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1" y="17"/>
                        </a:cubicBezTo>
                        <a:cubicBezTo>
                          <a:pt x="1" y="18"/>
                          <a:pt x="1" y="18"/>
                          <a:pt x="1" y="18"/>
                        </a:cubicBezTo>
                        <a:cubicBezTo>
                          <a:pt x="1" y="18"/>
                          <a:pt x="1" y="18"/>
                          <a:pt x="1" y="18"/>
                        </a:cubicBezTo>
                        <a:cubicBezTo>
                          <a:pt x="1" y="18"/>
                          <a:pt x="1" y="18"/>
                          <a:pt x="1" y="18"/>
                        </a:cubicBezTo>
                        <a:cubicBezTo>
                          <a:pt x="0" y="18"/>
                          <a:pt x="0" y="18"/>
                          <a:pt x="0" y="18"/>
                        </a:cubicBezTo>
                        <a:cubicBezTo>
                          <a:pt x="0" y="18"/>
                          <a:pt x="0" y="18"/>
                          <a:pt x="0" y="18"/>
                        </a:cubicBezTo>
                        <a:cubicBezTo>
                          <a:pt x="0" y="17"/>
                          <a:pt x="0" y="17"/>
                          <a:pt x="0" y="16"/>
                        </a:cubicBezTo>
                        <a:cubicBezTo>
                          <a:pt x="0" y="16"/>
                          <a:pt x="0" y="16"/>
                          <a:pt x="0" y="16"/>
                        </a:cubicBezTo>
                        <a:cubicBezTo>
                          <a:pt x="1" y="16"/>
                          <a:pt x="1" y="16"/>
                          <a:pt x="1" y="16"/>
                        </a:cubicBezTo>
                        <a:cubicBezTo>
                          <a:pt x="1" y="16"/>
                          <a:pt x="1" y="16"/>
                          <a:pt x="1" y="16"/>
                        </a:cubicBezTo>
                        <a:cubicBezTo>
                          <a:pt x="2" y="16"/>
                          <a:pt x="2" y="16"/>
                          <a:pt x="2" y="16"/>
                        </a:cubicBezTo>
                        <a:cubicBezTo>
                          <a:pt x="2" y="16"/>
                          <a:pt x="2" y="16"/>
                          <a:pt x="2" y="16"/>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6"/>
                        </a:cubicBezTo>
                        <a:cubicBezTo>
                          <a:pt x="2" y="16"/>
                          <a:pt x="2" y="16"/>
                          <a:pt x="2" y="16"/>
                        </a:cubicBezTo>
                        <a:cubicBezTo>
                          <a:pt x="2" y="16"/>
                          <a:pt x="3" y="15"/>
                          <a:pt x="3" y="16"/>
                        </a:cubicBezTo>
                        <a:cubicBezTo>
                          <a:pt x="3" y="16"/>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4" y="15"/>
                        </a:cubicBezTo>
                        <a:cubicBezTo>
                          <a:pt x="4" y="15"/>
                          <a:pt x="4" y="15"/>
                          <a:pt x="4" y="15"/>
                        </a:cubicBezTo>
                        <a:cubicBezTo>
                          <a:pt x="4" y="15"/>
                          <a:pt x="4" y="15"/>
                          <a:pt x="4" y="15"/>
                        </a:cubicBezTo>
                        <a:cubicBezTo>
                          <a:pt x="4" y="15"/>
                          <a:pt x="4" y="15"/>
                          <a:pt x="4" y="15"/>
                        </a:cubicBezTo>
                        <a:cubicBezTo>
                          <a:pt x="4" y="15"/>
                          <a:pt x="3" y="15"/>
                          <a:pt x="3" y="15"/>
                        </a:cubicBezTo>
                        <a:cubicBezTo>
                          <a:pt x="3" y="15"/>
                          <a:pt x="3" y="15"/>
                          <a:pt x="3" y="15"/>
                        </a:cubicBezTo>
                        <a:cubicBezTo>
                          <a:pt x="3" y="15"/>
                          <a:pt x="3" y="15"/>
                          <a:pt x="2" y="15"/>
                        </a:cubicBezTo>
                        <a:cubicBezTo>
                          <a:pt x="2" y="15"/>
                          <a:pt x="2" y="15"/>
                          <a:pt x="2" y="15"/>
                        </a:cubicBezTo>
                        <a:cubicBezTo>
                          <a:pt x="2" y="15"/>
                          <a:pt x="2" y="15"/>
                          <a:pt x="2"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2" y="14"/>
                          <a:pt x="2" y="14"/>
                          <a:pt x="2" y="14"/>
                        </a:cubicBezTo>
                        <a:cubicBezTo>
                          <a:pt x="2" y="14"/>
                          <a:pt x="2" y="14"/>
                          <a:pt x="3" y="14"/>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3"/>
                          <a:pt x="4" y="13"/>
                          <a:pt x="3" y="13"/>
                        </a:cubicBezTo>
                        <a:cubicBezTo>
                          <a:pt x="3" y="13"/>
                          <a:pt x="3" y="13"/>
                          <a:pt x="3" y="13"/>
                        </a:cubicBezTo>
                        <a:cubicBezTo>
                          <a:pt x="3" y="13"/>
                          <a:pt x="3" y="13"/>
                          <a:pt x="3" y="13"/>
                        </a:cubicBezTo>
                        <a:cubicBezTo>
                          <a:pt x="3" y="13"/>
                          <a:pt x="3" y="13"/>
                          <a:pt x="3" y="13"/>
                        </a:cubicBezTo>
                        <a:cubicBezTo>
                          <a:pt x="3" y="13"/>
                          <a:pt x="3" y="13"/>
                          <a:pt x="3" y="13"/>
                        </a:cubicBezTo>
                        <a:cubicBezTo>
                          <a:pt x="2" y="13"/>
                          <a:pt x="2" y="14"/>
                          <a:pt x="2" y="14"/>
                        </a:cubicBezTo>
                        <a:cubicBezTo>
                          <a:pt x="2" y="14"/>
                          <a:pt x="2" y="14"/>
                          <a:pt x="2" y="14"/>
                        </a:cubicBezTo>
                        <a:cubicBezTo>
                          <a:pt x="2" y="14"/>
                          <a:pt x="2" y="13"/>
                          <a:pt x="2" y="13"/>
                        </a:cubicBezTo>
                        <a:cubicBezTo>
                          <a:pt x="2" y="13"/>
                          <a:pt x="2" y="13"/>
                          <a:pt x="2" y="13"/>
                        </a:cubicBezTo>
                        <a:cubicBezTo>
                          <a:pt x="2" y="13"/>
                          <a:pt x="2" y="12"/>
                          <a:pt x="2" y="12"/>
                        </a:cubicBezTo>
                        <a:cubicBezTo>
                          <a:pt x="2" y="12"/>
                          <a:pt x="2"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2"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4" y="11"/>
                        </a:cubicBezTo>
                        <a:cubicBezTo>
                          <a:pt x="4" y="11"/>
                          <a:pt x="4" y="11"/>
                          <a:pt x="4" y="11"/>
                        </a:cubicBezTo>
                        <a:cubicBezTo>
                          <a:pt x="4" y="11"/>
                          <a:pt x="4" y="11"/>
                          <a:pt x="4" y="11"/>
                        </a:cubicBezTo>
                        <a:cubicBezTo>
                          <a:pt x="4" y="11"/>
                          <a:pt x="4" y="11"/>
                          <a:pt x="4" y="12"/>
                        </a:cubicBezTo>
                        <a:cubicBezTo>
                          <a:pt x="4" y="12"/>
                          <a:pt x="4" y="12"/>
                          <a:pt x="4" y="12"/>
                        </a:cubicBezTo>
                        <a:cubicBezTo>
                          <a:pt x="4" y="12"/>
                          <a:pt x="4" y="12"/>
                          <a:pt x="4" y="12"/>
                        </a:cubicBezTo>
                        <a:cubicBezTo>
                          <a:pt x="4" y="12"/>
                          <a:pt x="4" y="12"/>
                          <a:pt x="4" y="12"/>
                        </a:cubicBezTo>
                        <a:cubicBezTo>
                          <a:pt x="4" y="12"/>
                          <a:pt x="4" y="11"/>
                          <a:pt x="4" y="11"/>
                        </a:cubicBezTo>
                        <a:cubicBezTo>
                          <a:pt x="5" y="11"/>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1"/>
                          <a:pt x="4" y="11"/>
                        </a:cubicBezTo>
                        <a:cubicBezTo>
                          <a:pt x="4" y="11"/>
                          <a:pt x="4" y="11"/>
                          <a:pt x="4" y="11"/>
                        </a:cubicBezTo>
                        <a:cubicBezTo>
                          <a:pt x="4" y="11"/>
                          <a:pt x="4" y="11"/>
                          <a:pt x="4" y="11"/>
                        </a:cubicBezTo>
                        <a:cubicBezTo>
                          <a:pt x="4" y="11"/>
                          <a:pt x="5" y="11"/>
                          <a:pt x="5" y="11"/>
                        </a:cubicBezTo>
                        <a:cubicBezTo>
                          <a:pt x="5" y="11"/>
                          <a:pt x="5" y="11"/>
                          <a:pt x="5" y="10"/>
                        </a:cubicBezTo>
                        <a:cubicBezTo>
                          <a:pt x="5" y="10"/>
                          <a:pt x="5" y="11"/>
                          <a:pt x="5" y="10"/>
                        </a:cubicBezTo>
                        <a:cubicBezTo>
                          <a:pt x="5" y="11"/>
                          <a:pt x="4" y="11"/>
                          <a:pt x="4" y="11"/>
                        </a:cubicBezTo>
                        <a:cubicBezTo>
                          <a:pt x="4" y="11"/>
                          <a:pt x="4" y="11"/>
                          <a:pt x="4" y="10"/>
                        </a:cubicBezTo>
                        <a:cubicBezTo>
                          <a:pt x="4" y="10"/>
                          <a:pt x="4" y="10"/>
                          <a:pt x="4" y="10"/>
                        </a:cubicBezTo>
                        <a:cubicBezTo>
                          <a:pt x="4" y="10"/>
                          <a:pt x="4" y="9"/>
                          <a:pt x="4" y="9"/>
                        </a:cubicBezTo>
                        <a:cubicBezTo>
                          <a:pt x="4" y="9"/>
                          <a:pt x="4" y="9"/>
                          <a:pt x="4" y="9"/>
                        </a:cubicBezTo>
                        <a:cubicBezTo>
                          <a:pt x="4" y="9"/>
                          <a:pt x="4" y="9"/>
                          <a:pt x="4" y="9"/>
                        </a:cubicBezTo>
                        <a:cubicBezTo>
                          <a:pt x="4" y="9"/>
                          <a:pt x="5" y="9"/>
                          <a:pt x="5" y="9"/>
                        </a:cubicBezTo>
                        <a:cubicBezTo>
                          <a:pt x="5" y="10"/>
                          <a:pt x="5" y="10"/>
                          <a:pt x="5" y="9"/>
                        </a:cubicBezTo>
                        <a:cubicBezTo>
                          <a:pt x="5" y="9"/>
                          <a:pt x="5" y="9"/>
                          <a:pt x="4" y="9"/>
                        </a:cubicBezTo>
                        <a:cubicBezTo>
                          <a:pt x="4" y="9"/>
                          <a:pt x="4" y="8"/>
                          <a:pt x="5" y="8"/>
                        </a:cubicBezTo>
                        <a:cubicBezTo>
                          <a:pt x="5" y="8"/>
                          <a:pt x="5" y="8"/>
                          <a:pt x="5" y="8"/>
                        </a:cubicBezTo>
                        <a:cubicBezTo>
                          <a:pt x="5" y="9"/>
                          <a:pt x="5" y="9"/>
                          <a:pt x="5" y="9"/>
                        </a:cubicBezTo>
                        <a:cubicBezTo>
                          <a:pt x="5" y="9"/>
                          <a:pt x="5" y="9"/>
                          <a:pt x="5" y="9"/>
                        </a:cubicBezTo>
                        <a:cubicBezTo>
                          <a:pt x="5" y="9"/>
                          <a:pt x="5" y="9"/>
                          <a:pt x="5" y="8"/>
                        </a:cubicBezTo>
                        <a:cubicBezTo>
                          <a:pt x="5" y="8"/>
                          <a:pt x="5" y="8"/>
                          <a:pt x="5" y="8"/>
                        </a:cubicBezTo>
                        <a:cubicBezTo>
                          <a:pt x="5" y="8"/>
                          <a:pt x="5" y="8"/>
                          <a:pt x="5" y="8"/>
                        </a:cubicBezTo>
                        <a:cubicBezTo>
                          <a:pt x="6" y="8"/>
                          <a:pt x="6" y="8"/>
                          <a:pt x="6" y="8"/>
                        </a:cubicBezTo>
                        <a:cubicBezTo>
                          <a:pt x="6" y="8"/>
                          <a:pt x="6" y="8"/>
                          <a:pt x="6" y="8"/>
                        </a:cubicBezTo>
                        <a:cubicBezTo>
                          <a:pt x="6" y="8"/>
                          <a:pt x="5" y="8"/>
                          <a:pt x="5" y="8"/>
                        </a:cubicBezTo>
                        <a:cubicBezTo>
                          <a:pt x="5" y="8"/>
                          <a:pt x="5" y="8"/>
                          <a:pt x="5" y="7"/>
                        </a:cubicBezTo>
                        <a:cubicBezTo>
                          <a:pt x="5" y="7"/>
                          <a:pt x="5" y="7"/>
                          <a:pt x="5" y="7"/>
                        </a:cubicBezTo>
                        <a:cubicBezTo>
                          <a:pt x="5" y="7"/>
                          <a:pt x="6" y="7"/>
                          <a:pt x="6" y="7"/>
                        </a:cubicBezTo>
                        <a:cubicBezTo>
                          <a:pt x="6" y="7"/>
                          <a:pt x="6" y="7"/>
                          <a:pt x="6" y="7"/>
                        </a:cubicBezTo>
                        <a:cubicBezTo>
                          <a:pt x="6" y="7"/>
                          <a:pt x="6" y="6"/>
                          <a:pt x="6" y="6"/>
                        </a:cubicBezTo>
                        <a:cubicBezTo>
                          <a:pt x="6" y="6"/>
                          <a:pt x="6" y="6"/>
                          <a:pt x="6" y="6"/>
                        </a:cubicBezTo>
                        <a:cubicBezTo>
                          <a:pt x="7" y="6"/>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7"/>
                          <a:pt x="7" y="7"/>
                        </a:cubicBezTo>
                        <a:cubicBezTo>
                          <a:pt x="7" y="7"/>
                          <a:pt x="7" y="7"/>
                          <a:pt x="7" y="7"/>
                        </a:cubicBezTo>
                        <a:cubicBezTo>
                          <a:pt x="7" y="7"/>
                          <a:pt x="7" y="7"/>
                          <a:pt x="7" y="7"/>
                        </a:cubicBezTo>
                        <a:cubicBezTo>
                          <a:pt x="7" y="7"/>
                          <a:pt x="7" y="6"/>
                          <a:pt x="7" y="6"/>
                        </a:cubicBezTo>
                        <a:cubicBezTo>
                          <a:pt x="7" y="6"/>
                          <a:pt x="7" y="6"/>
                          <a:pt x="7" y="6"/>
                        </a:cubicBezTo>
                        <a:cubicBezTo>
                          <a:pt x="7" y="6"/>
                          <a:pt x="7" y="6"/>
                          <a:pt x="7" y="6"/>
                        </a:cubicBezTo>
                        <a:cubicBezTo>
                          <a:pt x="7" y="5"/>
                          <a:pt x="8" y="5"/>
                          <a:pt x="8" y="6"/>
                        </a:cubicBezTo>
                        <a:cubicBezTo>
                          <a:pt x="8" y="6"/>
                          <a:pt x="8" y="6"/>
                          <a:pt x="8" y="6"/>
                        </a:cubicBezTo>
                        <a:cubicBezTo>
                          <a:pt x="8" y="6"/>
                          <a:pt x="8" y="6"/>
                          <a:pt x="8" y="6"/>
                        </a:cubicBezTo>
                        <a:cubicBezTo>
                          <a:pt x="8" y="6"/>
                          <a:pt x="8" y="6"/>
                          <a:pt x="8" y="5"/>
                        </a:cubicBezTo>
                        <a:cubicBezTo>
                          <a:pt x="8" y="5"/>
                          <a:pt x="8" y="5"/>
                          <a:pt x="8" y="5"/>
                        </a:cubicBezTo>
                        <a:cubicBezTo>
                          <a:pt x="8" y="5"/>
                          <a:pt x="8" y="5"/>
                          <a:pt x="8" y="5"/>
                        </a:cubicBezTo>
                        <a:cubicBezTo>
                          <a:pt x="8" y="5"/>
                          <a:pt x="8" y="4"/>
                          <a:pt x="8" y="4"/>
                        </a:cubicBezTo>
                        <a:cubicBezTo>
                          <a:pt x="8" y="4"/>
                          <a:pt x="9" y="4"/>
                          <a:pt x="9" y="5"/>
                        </a:cubicBezTo>
                        <a:cubicBezTo>
                          <a:pt x="9" y="5"/>
                          <a:pt x="9" y="5"/>
                          <a:pt x="9" y="5"/>
                        </a:cubicBezTo>
                        <a:cubicBezTo>
                          <a:pt x="9" y="5"/>
                          <a:pt x="9" y="4"/>
                          <a:pt x="9" y="4"/>
                        </a:cubicBezTo>
                        <a:cubicBezTo>
                          <a:pt x="9" y="4"/>
                          <a:pt x="9" y="4"/>
                          <a:pt x="9" y="4"/>
                        </a:cubicBezTo>
                        <a:cubicBezTo>
                          <a:pt x="9" y="4"/>
                          <a:pt x="9" y="4"/>
                          <a:pt x="9" y="4"/>
                        </a:cubicBezTo>
                        <a:cubicBezTo>
                          <a:pt x="10" y="3"/>
                          <a:pt x="10" y="4"/>
                          <a:pt x="10" y="4"/>
                        </a:cubicBezTo>
                        <a:cubicBezTo>
                          <a:pt x="10" y="4"/>
                          <a:pt x="10" y="4"/>
                          <a:pt x="10" y="4"/>
                        </a:cubicBezTo>
                        <a:cubicBezTo>
                          <a:pt x="10" y="4"/>
                          <a:pt x="10" y="4"/>
                          <a:pt x="10" y="4"/>
                        </a:cubicBezTo>
                        <a:cubicBezTo>
                          <a:pt x="10" y="4"/>
                          <a:pt x="10" y="4"/>
                          <a:pt x="10" y="4"/>
                        </a:cubicBezTo>
                        <a:cubicBezTo>
                          <a:pt x="10" y="4"/>
                          <a:pt x="10" y="4"/>
                          <a:pt x="11" y="5"/>
                        </a:cubicBezTo>
                        <a:cubicBezTo>
                          <a:pt x="11" y="5"/>
                          <a:pt x="11" y="5"/>
                          <a:pt x="11" y="4"/>
                        </a:cubicBezTo>
                        <a:cubicBezTo>
                          <a:pt x="11" y="4"/>
                          <a:pt x="11" y="4"/>
                          <a:pt x="11" y="4"/>
                        </a:cubicBezTo>
                        <a:cubicBezTo>
                          <a:pt x="11" y="4"/>
                          <a:pt x="11" y="4"/>
                          <a:pt x="11" y="4"/>
                        </a:cubicBezTo>
                        <a:cubicBezTo>
                          <a:pt x="11" y="4"/>
                          <a:pt x="11" y="4"/>
                          <a:pt x="11" y="4"/>
                        </a:cubicBezTo>
                        <a:cubicBezTo>
                          <a:pt x="11" y="4"/>
                          <a:pt x="10" y="4"/>
                          <a:pt x="10" y="4"/>
                        </a:cubicBezTo>
                        <a:cubicBezTo>
                          <a:pt x="10" y="4"/>
                          <a:pt x="10" y="4"/>
                          <a:pt x="10" y="4"/>
                        </a:cubicBezTo>
                        <a:cubicBezTo>
                          <a:pt x="10" y="4"/>
                          <a:pt x="10" y="3"/>
                          <a:pt x="10" y="3"/>
                        </a:cubicBezTo>
                        <a:cubicBezTo>
                          <a:pt x="10" y="3"/>
                          <a:pt x="10" y="2"/>
                          <a:pt x="10" y="2"/>
                        </a:cubicBezTo>
                        <a:cubicBezTo>
                          <a:pt x="11" y="2"/>
                          <a:pt x="11" y="2"/>
                          <a:pt x="11" y="1"/>
                        </a:cubicBezTo>
                        <a:cubicBezTo>
                          <a:pt x="11" y="1"/>
                          <a:pt x="11" y="1"/>
                          <a:pt x="11" y="1"/>
                        </a:cubicBezTo>
                        <a:cubicBezTo>
                          <a:pt x="11" y="1"/>
                          <a:pt x="11" y="1"/>
                          <a:pt x="11" y="1"/>
                        </a:cubicBezTo>
                        <a:cubicBezTo>
                          <a:pt x="11" y="1"/>
                          <a:pt x="12" y="1"/>
                          <a:pt x="12" y="1"/>
                        </a:cubicBezTo>
                        <a:cubicBezTo>
                          <a:pt x="12" y="1"/>
                          <a:pt x="12" y="1"/>
                          <a:pt x="12" y="1"/>
                        </a:cubicBezTo>
                        <a:cubicBezTo>
                          <a:pt x="12" y="1"/>
                          <a:pt x="12" y="1"/>
                          <a:pt x="12" y="1"/>
                        </a:cubicBezTo>
                        <a:cubicBezTo>
                          <a:pt x="12" y="1"/>
                          <a:pt x="12" y="1"/>
                          <a:pt x="12" y="1"/>
                        </a:cubicBezTo>
                        <a:cubicBezTo>
                          <a:pt x="13" y="0"/>
                          <a:pt x="13" y="0"/>
                          <a:pt x="13" y="0"/>
                        </a:cubicBezTo>
                        <a:cubicBezTo>
                          <a:pt x="13" y="0"/>
                          <a:pt x="13" y="1"/>
                          <a:pt x="13" y="1"/>
                        </a:cubicBezTo>
                        <a:cubicBezTo>
                          <a:pt x="13" y="1"/>
                          <a:pt x="13" y="1"/>
                          <a:pt x="13" y="1"/>
                        </a:cubicBezTo>
                        <a:cubicBezTo>
                          <a:pt x="14" y="1"/>
                          <a:pt x="14" y="1"/>
                          <a:pt x="14" y="1"/>
                        </a:cubicBezTo>
                        <a:cubicBezTo>
                          <a:pt x="14" y="1"/>
                          <a:pt x="14" y="1"/>
                          <a:pt x="14" y="1"/>
                        </a:cubicBezTo>
                        <a:cubicBezTo>
                          <a:pt x="14" y="1"/>
                          <a:pt x="14" y="2"/>
                          <a:pt x="14" y="2"/>
                        </a:cubicBezTo>
                        <a:cubicBezTo>
                          <a:pt x="14" y="2"/>
                          <a:pt x="14" y="2"/>
                          <a:pt x="14" y="2"/>
                        </a:cubicBezTo>
                        <a:cubicBezTo>
                          <a:pt x="14" y="2"/>
                          <a:pt x="14" y="2"/>
                          <a:pt x="14" y="2"/>
                        </a:cubicBezTo>
                        <a:cubicBezTo>
                          <a:pt x="14" y="2"/>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2" y="4"/>
                          <a:pt x="12" y="4"/>
                          <a:pt x="12" y="4"/>
                        </a:cubicBezTo>
                        <a:cubicBezTo>
                          <a:pt x="12" y="4"/>
                          <a:pt x="12" y="5"/>
                          <a:pt x="12" y="5"/>
                        </a:cubicBezTo>
                        <a:cubicBezTo>
                          <a:pt x="12" y="5"/>
                          <a:pt x="12" y="5"/>
                          <a:pt x="12" y="5"/>
                        </a:cubicBezTo>
                        <a:cubicBezTo>
                          <a:pt x="12" y="5"/>
                          <a:pt x="12" y="5"/>
                          <a:pt x="12" y="5"/>
                        </a:cubicBezTo>
                        <a:cubicBezTo>
                          <a:pt x="12" y="5"/>
                          <a:pt x="12" y="5"/>
                          <a:pt x="12" y="5"/>
                        </a:cubicBezTo>
                        <a:cubicBezTo>
                          <a:pt x="12" y="5"/>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8"/>
                          <a:pt x="12" y="8"/>
                          <a:pt x="12" y="8"/>
                        </a:cubicBezTo>
                        <a:cubicBezTo>
                          <a:pt x="12" y="8"/>
                          <a:pt x="13" y="8"/>
                          <a:pt x="13" y="8"/>
                        </a:cubicBezTo>
                        <a:cubicBezTo>
                          <a:pt x="13" y="8"/>
                          <a:pt x="13" y="8"/>
                          <a:pt x="13" y="8"/>
                        </a:cubicBezTo>
                        <a:cubicBezTo>
                          <a:pt x="13" y="9"/>
                          <a:pt x="13" y="9"/>
                          <a:pt x="13" y="9"/>
                        </a:cubicBezTo>
                        <a:cubicBezTo>
                          <a:pt x="13" y="9"/>
                          <a:pt x="13" y="9"/>
                          <a:pt x="13" y="9"/>
                        </a:cubicBezTo>
                        <a:cubicBezTo>
                          <a:pt x="13" y="10"/>
                          <a:pt x="13" y="10"/>
                          <a:pt x="13" y="10"/>
                        </a:cubicBezTo>
                        <a:cubicBezTo>
                          <a:pt x="13" y="10"/>
                          <a:pt x="13" y="10"/>
                          <a:pt x="13" y="10"/>
                        </a:cubicBezTo>
                        <a:cubicBezTo>
                          <a:pt x="13" y="10"/>
                          <a:pt x="13" y="10"/>
                          <a:pt x="13" y="10"/>
                        </a:cubicBezTo>
                        <a:cubicBezTo>
                          <a:pt x="13" y="11"/>
                          <a:pt x="13" y="11"/>
                          <a:pt x="13" y="11"/>
                        </a:cubicBezTo>
                        <a:cubicBezTo>
                          <a:pt x="13" y="11"/>
                          <a:pt x="13" y="11"/>
                          <a:pt x="13" y="11"/>
                        </a:cubicBezTo>
                        <a:cubicBezTo>
                          <a:pt x="14" y="11"/>
                          <a:pt x="14" y="11"/>
                          <a:pt x="14" y="11"/>
                        </a:cubicBezTo>
                        <a:cubicBezTo>
                          <a:pt x="16" y="10"/>
                          <a:pt x="16" y="10"/>
                          <a:pt x="16" y="10"/>
                        </a:cubicBezTo>
                        <a:cubicBezTo>
                          <a:pt x="16" y="10"/>
                          <a:pt x="16" y="11"/>
                          <a:pt x="16" y="11"/>
                        </a:cubicBezTo>
                        <a:cubicBezTo>
                          <a:pt x="16" y="11"/>
                          <a:pt x="16" y="11"/>
                          <a:pt x="16" y="11"/>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8" y="12"/>
                          <a:pt x="18" y="12"/>
                          <a:pt x="18" y="12"/>
                        </a:cubicBezTo>
                        <a:cubicBezTo>
                          <a:pt x="18" y="11"/>
                          <a:pt x="18" y="11"/>
                          <a:pt x="18" y="11"/>
                        </a:cubicBezTo>
                        <a:cubicBezTo>
                          <a:pt x="18" y="11"/>
                          <a:pt x="18" y="11"/>
                          <a:pt x="18" y="11"/>
                        </a:cubicBezTo>
                        <a:cubicBezTo>
                          <a:pt x="20" y="12"/>
                          <a:pt x="20" y="12"/>
                          <a:pt x="20" y="12"/>
                        </a:cubicBezTo>
                        <a:cubicBezTo>
                          <a:pt x="20" y="12"/>
                          <a:pt x="20" y="12"/>
                          <a:pt x="20" y="12"/>
                        </a:cubicBezTo>
                        <a:cubicBezTo>
                          <a:pt x="19" y="12"/>
                          <a:pt x="19" y="12"/>
                          <a:pt x="19" y="12"/>
                        </a:cubicBezTo>
                        <a:cubicBezTo>
                          <a:pt x="19" y="13"/>
                          <a:pt x="19" y="13"/>
                          <a:pt x="19" y="13"/>
                        </a:cubicBezTo>
                        <a:cubicBezTo>
                          <a:pt x="18" y="15"/>
                          <a:pt x="18" y="15"/>
                          <a:pt x="18" y="15"/>
                        </a:cubicBezTo>
                        <a:cubicBezTo>
                          <a:pt x="18" y="15"/>
                          <a:pt x="18" y="15"/>
                          <a:pt x="18" y="15"/>
                        </a:cubicBezTo>
                        <a:cubicBezTo>
                          <a:pt x="18" y="16"/>
                          <a:pt x="18" y="16"/>
                          <a:pt x="18" y="16"/>
                        </a:cubicBezTo>
                        <a:cubicBezTo>
                          <a:pt x="18" y="17"/>
                          <a:pt x="18" y="17"/>
                          <a:pt x="18" y="17"/>
                        </a:cubicBezTo>
                        <a:cubicBezTo>
                          <a:pt x="18" y="17"/>
                          <a:pt x="19" y="17"/>
                          <a:pt x="19" y="17"/>
                        </a:cubicBezTo>
                        <a:cubicBezTo>
                          <a:pt x="19" y="17"/>
                          <a:pt x="19" y="17"/>
                          <a:pt x="19" y="17"/>
                        </a:cubicBezTo>
                        <a:cubicBezTo>
                          <a:pt x="19" y="17"/>
                          <a:pt x="19" y="17"/>
                          <a:pt x="19" y="17"/>
                        </a:cubicBezTo>
                        <a:cubicBezTo>
                          <a:pt x="19" y="17"/>
                          <a:pt x="19" y="17"/>
                          <a:pt x="19" y="17"/>
                        </a:cubicBezTo>
                        <a:cubicBezTo>
                          <a:pt x="19" y="17"/>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20"/>
                          <a:pt x="19" y="20"/>
                          <a:pt x="19" y="20"/>
                        </a:cubicBezTo>
                        <a:cubicBezTo>
                          <a:pt x="19" y="20"/>
                          <a:pt x="19" y="20"/>
                          <a:pt x="19" y="20"/>
                        </a:cubicBezTo>
                        <a:cubicBezTo>
                          <a:pt x="19" y="21"/>
                          <a:pt x="19" y="21"/>
                          <a:pt x="19" y="21"/>
                        </a:cubicBezTo>
                        <a:cubicBezTo>
                          <a:pt x="19" y="21"/>
                          <a:pt x="19" y="21"/>
                          <a:pt x="19" y="21"/>
                        </a:cubicBezTo>
                        <a:cubicBezTo>
                          <a:pt x="19" y="21"/>
                          <a:pt x="19" y="22"/>
                          <a:pt x="19" y="22"/>
                        </a:cubicBezTo>
                        <a:cubicBezTo>
                          <a:pt x="19" y="22"/>
                          <a:pt x="19" y="22"/>
                          <a:pt x="19" y="22"/>
                        </a:cubicBezTo>
                        <a:cubicBezTo>
                          <a:pt x="19" y="22"/>
                          <a:pt x="19" y="22"/>
                          <a:pt x="19" y="22"/>
                        </a:cubicBezTo>
                        <a:cubicBezTo>
                          <a:pt x="19" y="22"/>
                          <a:pt x="19" y="23"/>
                          <a:pt x="19" y="23"/>
                        </a:cubicBezTo>
                        <a:cubicBezTo>
                          <a:pt x="19" y="23"/>
                          <a:pt x="20" y="23"/>
                          <a:pt x="20" y="23"/>
                        </a:cubicBezTo>
                        <a:cubicBezTo>
                          <a:pt x="20" y="23"/>
                          <a:pt x="20" y="24"/>
                          <a:pt x="20" y="24"/>
                        </a:cubicBezTo>
                        <a:cubicBezTo>
                          <a:pt x="20" y="24"/>
                          <a:pt x="19" y="24"/>
                          <a:pt x="19" y="24"/>
                        </a:cubicBezTo>
                        <a:cubicBezTo>
                          <a:pt x="19" y="24"/>
                          <a:pt x="20" y="24"/>
                          <a:pt x="20" y="24"/>
                        </a:cubicBezTo>
                        <a:close/>
                        <a:moveTo>
                          <a:pt x="3" y="17"/>
                        </a:moveTo>
                        <a:cubicBezTo>
                          <a:pt x="3" y="17"/>
                          <a:pt x="3" y="17"/>
                          <a:pt x="3" y="17"/>
                        </a:cubicBezTo>
                        <a:cubicBezTo>
                          <a:pt x="3" y="17"/>
                          <a:pt x="3" y="17"/>
                          <a:pt x="3" y="17"/>
                        </a:cubicBezTo>
                        <a:cubicBezTo>
                          <a:pt x="3" y="17"/>
                          <a:pt x="3" y="17"/>
                          <a:pt x="3" y="17"/>
                        </a:cubicBezTo>
                        <a:cubicBezTo>
                          <a:pt x="3" y="17"/>
                          <a:pt x="3" y="17"/>
                          <a:pt x="3" y="17"/>
                        </a:cubicBezTo>
                        <a:cubicBezTo>
                          <a:pt x="3" y="17"/>
                          <a:pt x="3" y="17"/>
                          <a:pt x="3" y="18"/>
                        </a:cubicBezTo>
                        <a:cubicBezTo>
                          <a:pt x="3" y="18"/>
                          <a:pt x="3" y="18"/>
                          <a:pt x="3" y="18"/>
                        </a:cubicBezTo>
                        <a:cubicBezTo>
                          <a:pt x="3" y="18"/>
                          <a:pt x="3"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3" y="18"/>
                        </a:cubicBezTo>
                        <a:cubicBezTo>
                          <a:pt x="2" y="18"/>
                          <a:pt x="2" y="18"/>
                          <a:pt x="3" y="18"/>
                        </a:cubicBezTo>
                        <a:cubicBezTo>
                          <a:pt x="3" y="18"/>
                          <a:pt x="3" y="18"/>
                          <a:pt x="3" y="18"/>
                        </a:cubicBezTo>
                        <a:cubicBezTo>
                          <a:pt x="3" y="18"/>
                          <a:pt x="3" y="18"/>
                          <a:pt x="3" y="18"/>
                        </a:cubicBezTo>
                        <a:cubicBezTo>
                          <a:pt x="3" y="18"/>
                          <a:pt x="3" y="17"/>
                          <a:pt x="3" y="17"/>
                        </a:cubicBezTo>
                        <a:close/>
                        <a:moveTo>
                          <a:pt x="9" y="21"/>
                        </a:moveTo>
                        <a:cubicBezTo>
                          <a:pt x="9" y="21"/>
                          <a:pt x="9" y="21"/>
                          <a:pt x="9" y="21"/>
                        </a:cubicBezTo>
                        <a:cubicBezTo>
                          <a:pt x="9" y="21"/>
                          <a:pt x="9" y="21"/>
                          <a:pt x="9" y="21"/>
                        </a:cubicBezTo>
                        <a:close/>
                        <a:moveTo>
                          <a:pt x="9" y="21"/>
                        </a:moveTo>
                        <a:cubicBezTo>
                          <a:pt x="9" y="21"/>
                          <a:pt x="9" y="21"/>
                          <a:pt x="9" y="21"/>
                        </a:cubicBezTo>
                        <a:cubicBezTo>
                          <a:pt x="9" y="21"/>
                          <a:pt x="9" y="21"/>
                          <a:pt x="9" y="21"/>
                        </a:cubicBezTo>
                        <a:close/>
                        <a:moveTo>
                          <a:pt x="11" y="44"/>
                        </a:move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5"/>
                          <a:pt x="11" y="45"/>
                        </a:cubicBezTo>
                        <a:cubicBezTo>
                          <a:pt x="11" y="45"/>
                          <a:pt x="11" y="44"/>
                          <a:pt x="11" y="44"/>
                        </a:cubicBezTo>
                        <a:cubicBezTo>
                          <a:pt x="11" y="44"/>
                          <a:pt x="11" y="44"/>
                          <a:pt x="10" y="44"/>
                        </a:cubicBezTo>
                        <a:cubicBezTo>
                          <a:pt x="10" y="44"/>
                          <a:pt x="10" y="44"/>
                          <a:pt x="10" y="44"/>
                        </a:cubicBezTo>
                        <a:cubicBezTo>
                          <a:pt x="11" y="44"/>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1" y="45"/>
                        </a:cubicBezTo>
                        <a:cubicBezTo>
                          <a:pt x="11" y="45"/>
                          <a:pt x="11" y="45"/>
                          <a:pt x="11" y="45"/>
                        </a:cubicBezTo>
                        <a:cubicBezTo>
                          <a:pt x="11" y="45"/>
                          <a:pt x="11"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1" y="45"/>
                          <a:pt x="11" y="45"/>
                        </a:cubicBezTo>
                        <a:cubicBezTo>
                          <a:pt x="11" y="45"/>
                          <a:pt x="11" y="45"/>
                          <a:pt x="11" y="45"/>
                        </a:cubicBezTo>
                        <a:cubicBezTo>
                          <a:pt x="11" y="45"/>
                          <a:pt x="11" y="45"/>
                          <a:pt x="11" y="45"/>
                        </a:cubicBezTo>
                        <a:cubicBezTo>
                          <a:pt x="11" y="45"/>
                          <a:pt x="11" y="45"/>
                          <a:pt x="11" y="45"/>
                        </a:cubicBezTo>
                        <a:cubicBezTo>
                          <a:pt x="11" y="46"/>
                          <a:pt x="11" y="46"/>
                          <a:pt x="11" y="45"/>
                        </a:cubicBezTo>
                        <a:cubicBezTo>
                          <a:pt x="10" y="45"/>
                          <a:pt x="10" y="45"/>
                          <a:pt x="10" y="45"/>
                        </a:cubicBezTo>
                        <a:cubicBezTo>
                          <a:pt x="10" y="45"/>
                          <a:pt x="10" y="45"/>
                          <a:pt x="10" y="45"/>
                        </a:cubicBezTo>
                        <a:cubicBezTo>
                          <a:pt x="10" y="45"/>
                          <a:pt x="10" y="45"/>
                          <a:pt x="10" y="45"/>
                        </a:cubicBezTo>
                        <a:cubicBezTo>
                          <a:pt x="10" y="45"/>
                          <a:pt x="10" y="46"/>
                          <a:pt x="10" y="45"/>
                        </a:cubicBezTo>
                        <a:cubicBezTo>
                          <a:pt x="10" y="45"/>
                          <a:pt x="10" y="45"/>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1" y="46"/>
                          <a:pt x="11" y="46"/>
                          <a:pt x="11" y="46"/>
                        </a:cubicBezTo>
                        <a:cubicBezTo>
                          <a:pt x="11" y="46"/>
                          <a:pt x="11" y="46"/>
                          <a:pt x="11" y="46"/>
                        </a:cubicBezTo>
                        <a:cubicBezTo>
                          <a:pt x="11" y="46"/>
                          <a:pt x="11" y="46"/>
                          <a:pt x="11" y="46"/>
                        </a:cubicBezTo>
                        <a:cubicBezTo>
                          <a:pt x="10" y="46"/>
                          <a:pt x="10" y="46"/>
                          <a:pt x="10" y="46"/>
                        </a:cubicBezTo>
                        <a:cubicBezTo>
                          <a:pt x="10" y="46"/>
                          <a:pt x="10" y="46"/>
                          <a:pt x="10" y="46"/>
                        </a:cubicBezTo>
                        <a:cubicBezTo>
                          <a:pt x="10" y="46"/>
                          <a:pt x="10" y="46"/>
                          <a:pt x="10" y="46"/>
                        </a:cubicBezTo>
                        <a:cubicBezTo>
                          <a:pt x="10" y="46"/>
                          <a:pt x="10" y="46"/>
                          <a:pt x="10"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0" y="46"/>
                        </a:cubicBezTo>
                        <a:cubicBezTo>
                          <a:pt x="10" y="46"/>
                          <a:pt x="10" y="46"/>
                          <a:pt x="11" y="46"/>
                        </a:cubicBezTo>
                        <a:cubicBezTo>
                          <a:pt x="11" y="46"/>
                          <a:pt x="11" y="46"/>
                          <a:pt x="11" y="46"/>
                        </a:cubicBezTo>
                        <a:cubicBezTo>
                          <a:pt x="11" y="46"/>
                          <a:pt x="11" y="46"/>
                          <a:pt x="11" y="46"/>
                        </a:cubicBezTo>
                        <a:cubicBezTo>
                          <a:pt x="11" y="46"/>
                          <a:pt x="11" y="47"/>
                          <a:pt x="11" y="47"/>
                        </a:cubicBezTo>
                        <a:cubicBezTo>
                          <a:pt x="11" y="47"/>
                          <a:pt x="11" y="47"/>
                          <a:pt x="11" y="47"/>
                        </a:cubicBezTo>
                        <a:cubicBezTo>
                          <a:pt x="11" y="47"/>
                          <a:pt x="11" y="47"/>
                          <a:pt x="11" y="47"/>
                        </a:cubicBezTo>
                        <a:cubicBezTo>
                          <a:pt x="11" y="47"/>
                          <a:pt x="11" y="47"/>
                          <a:pt x="11" y="47"/>
                        </a:cubicBezTo>
                        <a:cubicBezTo>
                          <a:pt x="11" y="47"/>
                          <a:pt x="11" y="47"/>
                          <a:pt x="11" y="47"/>
                        </a:cubicBezTo>
                        <a:cubicBezTo>
                          <a:pt x="11" y="47"/>
                          <a:pt x="11" y="47"/>
                          <a:pt x="11" y="47"/>
                        </a:cubicBezTo>
                        <a:cubicBezTo>
                          <a:pt x="11" y="47"/>
                          <a:pt x="11" y="47"/>
                          <a:pt x="11" y="47"/>
                        </a:cubicBezTo>
                        <a:cubicBezTo>
                          <a:pt x="11" y="47"/>
                          <a:pt x="11" y="47"/>
                          <a:pt x="11" y="47"/>
                        </a:cubicBezTo>
                        <a:cubicBezTo>
                          <a:pt x="11" y="47"/>
                          <a:pt x="11"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6"/>
                          <a:pt x="10" y="46"/>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6"/>
                          <a:pt x="10" y="46"/>
                        </a:cubicBezTo>
                        <a:cubicBezTo>
                          <a:pt x="10" y="46"/>
                          <a:pt x="10" y="46"/>
                          <a:pt x="10" y="46"/>
                        </a:cubicBezTo>
                        <a:cubicBezTo>
                          <a:pt x="10" y="46"/>
                          <a:pt x="10" y="46"/>
                          <a:pt x="10" y="46"/>
                        </a:cubicBezTo>
                        <a:cubicBezTo>
                          <a:pt x="10" y="46"/>
                          <a:pt x="10" y="46"/>
                          <a:pt x="10" y="46"/>
                        </a:cubicBezTo>
                        <a:cubicBezTo>
                          <a:pt x="9" y="46"/>
                          <a:pt x="9" y="46"/>
                          <a:pt x="9" y="46"/>
                        </a:cubicBezTo>
                        <a:cubicBezTo>
                          <a:pt x="9" y="46"/>
                          <a:pt x="9" y="46"/>
                          <a:pt x="9" y="46"/>
                        </a:cubicBezTo>
                        <a:cubicBezTo>
                          <a:pt x="9" y="46"/>
                          <a:pt x="9" y="46"/>
                          <a:pt x="9" y="46"/>
                        </a:cubicBezTo>
                        <a:cubicBezTo>
                          <a:pt x="9" y="46"/>
                          <a:pt x="9" y="46"/>
                          <a:pt x="9" y="46"/>
                        </a:cubicBezTo>
                        <a:cubicBezTo>
                          <a:pt x="9" y="46"/>
                          <a:pt x="10" y="46"/>
                          <a:pt x="10" y="46"/>
                        </a:cubicBezTo>
                        <a:cubicBezTo>
                          <a:pt x="10" y="46"/>
                          <a:pt x="10" y="46"/>
                          <a:pt x="9" y="46"/>
                        </a:cubicBezTo>
                        <a:cubicBezTo>
                          <a:pt x="9" y="46"/>
                          <a:pt x="9" y="46"/>
                          <a:pt x="9" y="46"/>
                        </a:cubicBezTo>
                        <a:cubicBezTo>
                          <a:pt x="9" y="46"/>
                          <a:pt x="9" y="46"/>
                          <a:pt x="9" y="46"/>
                        </a:cubicBezTo>
                        <a:cubicBezTo>
                          <a:pt x="9" y="46"/>
                          <a:pt x="9" y="46"/>
                          <a:pt x="9" y="46"/>
                        </a:cubicBezTo>
                        <a:cubicBezTo>
                          <a:pt x="9" y="46"/>
                          <a:pt x="9" y="46"/>
                          <a:pt x="9" y="46"/>
                        </a:cubicBezTo>
                        <a:cubicBezTo>
                          <a:pt x="9" y="46"/>
                          <a:pt x="9" y="46"/>
                          <a:pt x="9" y="46"/>
                        </a:cubicBezTo>
                        <a:cubicBezTo>
                          <a:pt x="9" y="46"/>
                          <a:pt x="9" y="46"/>
                          <a:pt x="9" y="46"/>
                        </a:cubicBezTo>
                        <a:cubicBezTo>
                          <a:pt x="9" y="46"/>
                          <a:pt x="9" y="46"/>
                          <a:pt x="9" y="46"/>
                        </a:cubicBezTo>
                        <a:cubicBezTo>
                          <a:pt x="9" y="46"/>
                          <a:pt x="9" y="46"/>
                          <a:pt x="9" y="46"/>
                        </a:cubicBezTo>
                        <a:cubicBezTo>
                          <a:pt x="9" y="46"/>
                          <a:pt x="9" y="46"/>
                          <a:pt x="9" y="46"/>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8" y="47"/>
                          <a:pt x="9" y="47"/>
                          <a:pt x="9" y="47"/>
                        </a:cubicBezTo>
                        <a:cubicBezTo>
                          <a:pt x="8" y="47"/>
                          <a:pt x="8" y="46"/>
                          <a:pt x="8" y="46"/>
                        </a:cubicBezTo>
                        <a:cubicBezTo>
                          <a:pt x="8" y="46"/>
                          <a:pt x="8" y="46"/>
                          <a:pt x="8" y="46"/>
                        </a:cubicBezTo>
                        <a:cubicBezTo>
                          <a:pt x="8" y="46"/>
                          <a:pt x="9" y="46"/>
                          <a:pt x="9" y="46"/>
                        </a:cubicBezTo>
                        <a:cubicBezTo>
                          <a:pt x="9" y="46"/>
                          <a:pt x="9" y="46"/>
                          <a:pt x="9" y="46"/>
                        </a:cubicBezTo>
                        <a:cubicBezTo>
                          <a:pt x="9" y="46"/>
                          <a:pt x="9" y="46"/>
                          <a:pt x="9" y="46"/>
                        </a:cubicBezTo>
                        <a:cubicBezTo>
                          <a:pt x="9" y="46"/>
                          <a:pt x="9" y="46"/>
                          <a:pt x="9" y="46"/>
                        </a:cubicBezTo>
                        <a:cubicBezTo>
                          <a:pt x="9" y="46"/>
                          <a:pt x="9" y="46"/>
                          <a:pt x="9" y="46"/>
                        </a:cubicBezTo>
                        <a:cubicBezTo>
                          <a:pt x="9" y="46"/>
                          <a:pt x="9" y="46"/>
                          <a:pt x="9" y="46"/>
                        </a:cubicBezTo>
                        <a:cubicBezTo>
                          <a:pt x="9" y="46"/>
                          <a:pt x="9" y="46"/>
                          <a:pt x="9" y="46"/>
                        </a:cubicBezTo>
                        <a:cubicBezTo>
                          <a:pt x="9" y="46"/>
                          <a:pt x="9" y="46"/>
                          <a:pt x="9" y="46"/>
                        </a:cubicBezTo>
                        <a:cubicBezTo>
                          <a:pt x="9" y="46"/>
                          <a:pt x="9" y="46"/>
                          <a:pt x="9" y="46"/>
                        </a:cubicBezTo>
                        <a:cubicBezTo>
                          <a:pt x="9" y="46"/>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4"/>
                          <a:pt x="11" y="44"/>
                        </a:cubicBezTo>
                        <a:cubicBezTo>
                          <a:pt x="11" y="44"/>
                          <a:pt x="11" y="44"/>
                          <a:pt x="11" y="44"/>
                        </a:cubicBezTo>
                        <a:cubicBezTo>
                          <a:pt x="11" y="44"/>
                          <a:pt x="11" y="44"/>
                          <a:pt x="11" y="44"/>
                        </a:cubicBezTo>
                        <a:cubicBezTo>
                          <a:pt x="11" y="44"/>
                          <a:pt x="11" y="44"/>
                          <a:pt x="10" y="44"/>
                        </a:cubicBezTo>
                        <a:cubicBezTo>
                          <a:pt x="11" y="44"/>
                          <a:pt x="11" y="44"/>
                          <a:pt x="11" y="44"/>
                        </a:cubicBezTo>
                        <a:cubicBezTo>
                          <a:pt x="11" y="44"/>
                          <a:pt x="11" y="44"/>
                          <a:pt x="11" y="44"/>
                        </a:cubicBezTo>
                        <a:cubicBezTo>
                          <a:pt x="11" y="44"/>
                          <a:pt x="11" y="44"/>
                          <a:pt x="11" y="44"/>
                        </a:cubicBezTo>
                        <a:cubicBezTo>
                          <a:pt x="11" y="44"/>
                          <a:pt x="11" y="44"/>
                          <a:pt x="11" y="43"/>
                        </a:cubicBezTo>
                        <a:cubicBezTo>
                          <a:pt x="11" y="43"/>
                          <a:pt x="11" y="43"/>
                          <a:pt x="11" y="44"/>
                        </a:cubicBezTo>
                        <a:cubicBezTo>
                          <a:pt x="11" y="44"/>
                          <a:pt x="11" y="44"/>
                          <a:pt x="11" y="44"/>
                        </a:cubicBezTo>
                        <a:cubicBezTo>
                          <a:pt x="11" y="44"/>
                          <a:pt x="11" y="44"/>
                          <a:pt x="11" y="44"/>
                        </a:cubicBezTo>
                        <a:cubicBezTo>
                          <a:pt x="11" y="44"/>
                          <a:pt x="11" y="44"/>
                          <a:pt x="11" y="44"/>
                        </a:cubicBezTo>
                        <a:cubicBezTo>
                          <a:pt x="11" y="44"/>
                          <a:pt x="11" y="44"/>
                          <a:pt x="11" y="44"/>
                        </a:cubicBezTo>
                        <a:close/>
                        <a:moveTo>
                          <a:pt x="11" y="44"/>
                        </a:moveTo>
                        <a:cubicBezTo>
                          <a:pt x="11" y="44"/>
                          <a:pt x="11" y="44"/>
                          <a:pt x="11" y="44"/>
                        </a:cubicBezTo>
                        <a:cubicBezTo>
                          <a:pt x="11" y="44"/>
                          <a:pt x="11" y="44"/>
                          <a:pt x="11" y="44"/>
                        </a:cubicBezTo>
                        <a:close/>
                        <a:moveTo>
                          <a:pt x="12" y="43"/>
                        </a:move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2" y="43"/>
                        </a:cubicBezTo>
                        <a:cubicBezTo>
                          <a:pt x="12" y="43"/>
                          <a:pt x="12" y="43"/>
                          <a:pt x="12" y="43"/>
                        </a:cubicBezTo>
                        <a:close/>
                        <a:moveTo>
                          <a:pt x="11" y="47"/>
                        </a:moveTo>
                        <a:cubicBezTo>
                          <a:pt x="11" y="47"/>
                          <a:pt x="11" y="47"/>
                          <a:pt x="11"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8"/>
                          <a:pt x="9" y="48"/>
                        </a:cubicBezTo>
                        <a:cubicBezTo>
                          <a:pt x="9" y="48"/>
                          <a:pt x="9" y="48"/>
                          <a:pt x="9" y="48"/>
                        </a:cubicBezTo>
                        <a:cubicBezTo>
                          <a:pt x="9" y="48"/>
                          <a:pt x="9" y="48"/>
                          <a:pt x="9" y="48"/>
                        </a:cubicBezTo>
                        <a:cubicBezTo>
                          <a:pt x="9" y="48"/>
                          <a:pt x="9" y="48"/>
                          <a:pt x="10" y="48"/>
                        </a:cubicBezTo>
                        <a:cubicBezTo>
                          <a:pt x="10" y="48"/>
                          <a:pt x="10" y="48"/>
                          <a:pt x="10" y="48"/>
                        </a:cubicBezTo>
                        <a:cubicBezTo>
                          <a:pt x="10" y="48"/>
                          <a:pt x="10" y="48"/>
                          <a:pt x="10" y="48"/>
                        </a:cubicBezTo>
                        <a:cubicBezTo>
                          <a:pt x="10" y="48"/>
                          <a:pt x="10" y="48"/>
                          <a:pt x="10" y="48"/>
                        </a:cubicBezTo>
                        <a:cubicBezTo>
                          <a:pt x="10" y="48"/>
                          <a:pt x="10" y="48"/>
                          <a:pt x="10" y="48"/>
                        </a:cubicBezTo>
                        <a:cubicBezTo>
                          <a:pt x="10" y="48"/>
                          <a:pt x="10" y="48"/>
                          <a:pt x="10" y="48"/>
                        </a:cubicBezTo>
                        <a:cubicBezTo>
                          <a:pt x="10" y="47"/>
                          <a:pt x="10" y="47"/>
                          <a:pt x="10" y="47"/>
                        </a:cubicBezTo>
                        <a:cubicBezTo>
                          <a:pt x="10" y="47"/>
                          <a:pt x="10" y="47"/>
                          <a:pt x="10" y="47"/>
                        </a:cubicBezTo>
                        <a:cubicBezTo>
                          <a:pt x="10" y="48"/>
                          <a:pt x="10" y="48"/>
                          <a:pt x="10" y="48"/>
                        </a:cubicBezTo>
                        <a:cubicBezTo>
                          <a:pt x="10" y="48"/>
                          <a:pt x="10" y="48"/>
                          <a:pt x="10" y="48"/>
                        </a:cubicBezTo>
                        <a:cubicBezTo>
                          <a:pt x="10" y="47"/>
                          <a:pt x="10" y="47"/>
                          <a:pt x="10" y="47"/>
                        </a:cubicBezTo>
                        <a:cubicBezTo>
                          <a:pt x="10" y="47"/>
                          <a:pt x="10" y="47"/>
                          <a:pt x="10" y="47"/>
                        </a:cubicBezTo>
                        <a:cubicBezTo>
                          <a:pt x="10" y="47"/>
                          <a:pt x="10" y="47"/>
                          <a:pt x="10" y="47"/>
                        </a:cubicBezTo>
                        <a:cubicBezTo>
                          <a:pt x="11" y="47"/>
                          <a:pt x="10" y="47"/>
                          <a:pt x="10" y="47"/>
                        </a:cubicBezTo>
                        <a:cubicBezTo>
                          <a:pt x="10" y="47"/>
                          <a:pt x="10" y="47"/>
                          <a:pt x="11" y="47"/>
                        </a:cubicBezTo>
                        <a:cubicBezTo>
                          <a:pt x="11" y="47"/>
                          <a:pt x="11" y="47"/>
                          <a:pt x="11" y="47"/>
                        </a:cubicBezTo>
                        <a:cubicBezTo>
                          <a:pt x="11" y="47"/>
                          <a:pt x="11" y="47"/>
                          <a:pt x="11" y="47"/>
                        </a:cubicBezTo>
                        <a:close/>
                        <a:moveTo>
                          <a:pt x="9" y="44"/>
                        </a:move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lose/>
                        <a:moveTo>
                          <a:pt x="11" y="43"/>
                        </a:moveTo>
                        <a:cubicBezTo>
                          <a:pt x="11" y="43"/>
                          <a:pt x="11" y="43"/>
                          <a:pt x="11" y="43"/>
                        </a:cubicBezTo>
                        <a:cubicBezTo>
                          <a:pt x="11" y="43"/>
                          <a:pt x="11" y="43"/>
                          <a:pt x="11" y="43"/>
                        </a:cubicBezTo>
                        <a:cubicBezTo>
                          <a:pt x="11" y="43"/>
                          <a:pt x="11" y="43"/>
                          <a:pt x="11" y="43"/>
                        </a:cubicBezTo>
                        <a:cubicBezTo>
                          <a:pt x="11" y="43"/>
                          <a:pt x="11" y="43"/>
                          <a:pt x="11" y="43"/>
                        </a:cubicBezTo>
                        <a:close/>
                        <a:moveTo>
                          <a:pt x="11" y="43"/>
                        </a:moveTo>
                        <a:cubicBezTo>
                          <a:pt x="11" y="43"/>
                          <a:pt x="11" y="43"/>
                          <a:pt x="11" y="43"/>
                        </a:cubicBezTo>
                        <a:cubicBezTo>
                          <a:pt x="11" y="43"/>
                          <a:pt x="11" y="43"/>
                          <a:pt x="11" y="43"/>
                        </a:cubicBezTo>
                        <a:cubicBezTo>
                          <a:pt x="11" y="43"/>
                          <a:pt x="11" y="43"/>
                          <a:pt x="11" y="43"/>
                        </a:cubicBezTo>
                        <a:cubicBezTo>
                          <a:pt x="11" y="43"/>
                          <a:pt x="11" y="43"/>
                          <a:pt x="11" y="43"/>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4" name="Freeform 724">
                    <a:extLst>
                      <a:ext uri="{FF2B5EF4-FFF2-40B4-BE49-F238E27FC236}">
                        <a16:creationId xmlns:a16="http://schemas.microsoft.com/office/drawing/2014/main" id="{7CBA8C91-BC8B-BE37-EA0A-661E2BB208E7}"/>
                      </a:ext>
                    </a:extLst>
                  </p:cNvPr>
                  <p:cNvSpPr>
                    <a:spLocks noEditPoints="1"/>
                  </p:cNvSpPr>
                  <p:nvPr/>
                </p:nvSpPr>
                <p:spPr bwMode="auto">
                  <a:xfrm>
                    <a:off x="10117138" y="6291263"/>
                    <a:ext cx="87312" cy="117475"/>
                  </a:xfrm>
                  <a:custGeom>
                    <a:avLst/>
                    <a:gdLst>
                      <a:gd name="T0" fmla="*/ 18 w 21"/>
                      <a:gd name="T1" fmla="*/ 20 h 28"/>
                      <a:gd name="T2" fmla="*/ 18 w 21"/>
                      <a:gd name="T3" fmla="*/ 10 h 28"/>
                      <a:gd name="T4" fmla="*/ 17 w 21"/>
                      <a:gd name="T5" fmla="*/ 11 h 28"/>
                      <a:gd name="T6" fmla="*/ 16 w 21"/>
                      <a:gd name="T7" fmla="*/ 11 h 28"/>
                      <a:gd name="T8" fmla="*/ 15 w 21"/>
                      <a:gd name="T9" fmla="*/ 10 h 28"/>
                      <a:gd name="T10" fmla="*/ 13 w 21"/>
                      <a:gd name="T11" fmla="*/ 7 h 28"/>
                      <a:gd name="T12" fmla="*/ 11 w 21"/>
                      <a:gd name="T13" fmla="*/ 7 h 28"/>
                      <a:gd name="T14" fmla="*/ 10 w 21"/>
                      <a:gd name="T15" fmla="*/ 5 h 28"/>
                      <a:gd name="T16" fmla="*/ 10 w 21"/>
                      <a:gd name="T17" fmla="*/ 3 h 28"/>
                      <a:gd name="T18" fmla="*/ 11 w 21"/>
                      <a:gd name="T19" fmla="*/ 1 h 28"/>
                      <a:gd name="T20" fmla="*/ 10 w 21"/>
                      <a:gd name="T21" fmla="*/ 1 h 28"/>
                      <a:gd name="T22" fmla="*/ 9 w 21"/>
                      <a:gd name="T23" fmla="*/ 2 h 28"/>
                      <a:gd name="T24" fmla="*/ 7 w 21"/>
                      <a:gd name="T25" fmla="*/ 2 h 28"/>
                      <a:gd name="T26" fmla="*/ 6 w 21"/>
                      <a:gd name="T27" fmla="*/ 2 h 28"/>
                      <a:gd name="T28" fmla="*/ 5 w 21"/>
                      <a:gd name="T29" fmla="*/ 4 h 28"/>
                      <a:gd name="T30" fmla="*/ 4 w 21"/>
                      <a:gd name="T31" fmla="*/ 5 h 28"/>
                      <a:gd name="T32" fmla="*/ 3 w 21"/>
                      <a:gd name="T33" fmla="*/ 6 h 28"/>
                      <a:gd name="T34" fmla="*/ 1 w 21"/>
                      <a:gd name="T35" fmla="*/ 6 h 28"/>
                      <a:gd name="T36" fmla="*/ 1 w 21"/>
                      <a:gd name="T37" fmla="*/ 7 h 28"/>
                      <a:gd name="T38" fmla="*/ 0 w 21"/>
                      <a:gd name="T39" fmla="*/ 8 h 28"/>
                      <a:gd name="T40" fmla="*/ 0 w 21"/>
                      <a:gd name="T41" fmla="*/ 9 h 28"/>
                      <a:gd name="T42" fmla="*/ 0 w 21"/>
                      <a:gd name="T43" fmla="*/ 10 h 28"/>
                      <a:gd name="T44" fmla="*/ 1 w 21"/>
                      <a:gd name="T45" fmla="*/ 12 h 28"/>
                      <a:gd name="T46" fmla="*/ 1 w 21"/>
                      <a:gd name="T47" fmla="*/ 13 h 28"/>
                      <a:gd name="T48" fmla="*/ 4 w 21"/>
                      <a:gd name="T49" fmla="*/ 13 h 28"/>
                      <a:gd name="T50" fmla="*/ 5 w 21"/>
                      <a:gd name="T51" fmla="*/ 15 h 28"/>
                      <a:gd name="T52" fmla="*/ 5 w 21"/>
                      <a:gd name="T53" fmla="*/ 15 h 28"/>
                      <a:gd name="T54" fmla="*/ 8 w 21"/>
                      <a:gd name="T55" fmla="*/ 15 h 28"/>
                      <a:gd name="T56" fmla="*/ 6 w 21"/>
                      <a:gd name="T57" fmla="*/ 18 h 28"/>
                      <a:gd name="T58" fmla="*/ 7 w 21"/>
                      <a:gd name="T59" fmla="*/ 20 h 28"/>
                      <a:gd name="T60" fmla="*/ 7 w 21"/>
                      <a:gd name="T61" fmla="*/ 21 h 28"/>
                      <a:gd name="T62" fmla="*/ 7 w 21"/>
                      <a:gd name="T63" fmla="*/ 21 h 28"/>
                      <a:gd name="T64" fmla="*/ 7 w 21"/>
                      <a:gd name="T65" fmla="*/ 22 h 28"/>
                      <a:gd name="T66" fmla="*/ 7 w 21"/>
                      <a:gd name="T67" fmla="*/ 24 h 28"/>
                      <a:gd name="T68" fmla="*/ 7 w 21"/>
                      <a:gd name="T69" fmla="*/ 25 h 28"/>
                      <a:gd name="T70" fmla="*/ 7 w 21"/>
                      <a:gd name="T71" fmla="*/ 27 h 28"/>
                      <a:gd name="T72" fmla="*/ 8 w 21"/>
                      <a:gd name="T73" fmla="*/ 27 h 28"/>
                      <a:gd name="T74" fmla="*/ 10 w 21"/>
                      <a:gd name="T75" fmla="*/ 27 h 28"/>
                      <a:gd name="T76" fmla="*/ 11 w 21"/>
                      <a:gd name="T77" fmla="*/ 26 h 28"/>
                      <a:gd name="T78" fmla="*/ 12 w 21"/>
                      <a:gd name="T79" fmla="*/ 24 h 28"/>
                      <a:gd name="T80" fmla="*/ 15 w 21"/>
                      <a:gd name="T81" fmla="*/ 21 h 28"/>
                      <a:gd name="T82" fmla="*/ 18 w 21"/>
                      <a:gd name="T83" fmla="*/ 20 h 28"/>
                      <a:gd name="T84" fmla="*/ 18 w 21"/>
                      <a:gd name="T85" fmla="*/ 19 h 28"/>
                      <a:gd name="T86" fmla="*/ 17 w 21"/>
                      <a:gd name="T87" fmla="*/ 20 h 28"/>
                      <a:gd name="T88" fmla="*/ 18 w 21"/>
                      <a:gd name="T89" fmla="*/ 19 h 28"/>
                      <a:gd name="T90" fmla="*/ 17 w 21"/>
                      <a:gd name="T91" fmla="*/ 18 h 28"/>
                      <a:gd name="T92" fmla="*/ 18 w 21"/>
                      <a:gd name="T93" fmla="*/ 17 h 28"/>
                      <a:gd name="T94" fmla="*/ 19 w 21"/>
                      <a:gd name="T95" fmla="*/ 14 h 28"/>
                      <a:gd name="T96" fmla="*/ 21 w 21"/>
                      <a:gd name="T97"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 h="28">
                        <a:moveTo>
                          <a:pt x="18" y="20"/>
                        </a:moveTo>
                        <a:cubicBezTo>
                          <a:pt x="18" y="20"/>
                          <a:pt x="18" y="19"/>
                          <a:pt x="18" y="19"/>
                        </a:cubicBezTo>
                        <a:cubicBezTo>
                          <a:pt x="18" y="19"/>
                          <a:pt x="19" y="19"/>
                          <a:pt x="19" y="19"/>
                        </a:cubicBezTo>
                        <a:cubicBezTo>
                          <a:pt x="19" y="20"/>
                          <a:pt x="18" y="20"/>
                          <a:pt x="18" y="20"/>
                        </a:cubicBezTo>
                        <a:cubicBezTo>
                          <a:pt x="18" y="20"/>
                          <a:pt x="18" y="20"/>
                          <a:pt x="18" y="20"/>
                        </a:cubicBezTo>
                        <a:close/>
                        <a:moveTo>
                          <a:pt x="19" y="10"/>
                        </a:moveTo>
                        <a:cubicBezTo>
                          <a:pt x="19" y="10"/>
                          <a:pt x="19" y="10"/>
                          <a:pt x="19" y="10"/>
                        </a:cubicBezTo>
                        <a:cubicBezTo>
                          <a:pt x="19" y="10"/>
                          <a:pt x="18" y="10"/>
                          <a:pt x="18" y="10"/>
                        </a:cubicBezTo>
                        <a:cubicBezTo>
                          <a:pt x="18" y="10"/>
                          <a:pt x="18" y="10"/>
                          <a:pt x="18" y="10"/>
                        </a:cubicBezTo>
                        <a:cubicBezTo>
                          <a:pt x="18" y="11"/>
                          <a:pt x="18" y="11"/>
                          <a:pt x="18" y="11"/>
                        </a:cubicBezTo>
                        <a:cubicBezTo>
                          <a:pt x="17" y="11"/>
                          <a:pt x="17" y="11"/>
                          <a:pt x="17" y="11"/>
                        </a:cubicBezTo>
                        <a:cubicBezTo>
                          <a:pt x="17" y="11"/>
                          <a:pt x="17" y="11"/>
                          <a:pt x="17" y="11"/>
                        </a:cubicBezTo>
                        <a:cubicBezTo>
                          <a:pt x="16" y="12"/>
                          <a:pt x="16" y="12"/>
                          <a:pt x="16" y="12"/>
                        </a:cubicBezTo>
                        <a:cubicBezTo>
                          <a:pt x="16" y="12"/>
                          <a:pt x="16" y="12"/>
                          <a:pt x="16" y="12"/>
                        </a:cubicBezTo>
                        <a:cubicBezTo>
                          <a:pt x="16" y="12"/>
                          <a:pt x="16" y="11"/>
                          <a:pt x="16" y="11"/>
                        </a:cubicBezTo>
                        <a:cubicBezTo>
                          <a:pt x="16" y="11"/>
                          <a:pt x="16" y="11"/>
                          <a:pt x="16" y="11"/>
                        </a:cubicBezTo>
                        <a:cubicBezTo>
                          <a:pt x="16" y="11"/>
                          <a:pt x="16" y="11"/>
                          <a:pt x="16" y="11"/>
                        </a:cubicBezTo>
                        <a:cubicBezTo>
                          <a:pt x="16" y="10"/>
                          <a:pt x="16" y="10"/>
                          <a:pt x="16" y="10"/>
                        </a:cubicBezTo>
                        <a:cubicBezTo>
                          <a:pt x="15" y="10"/>
                          <a:pt x="15" y="10"/>
                          <a:pt x="15" y="10"/>
                        </a:cubicBezTo>
                        <a:cubicBezTo>
                          <a:pt x="15" y="10"/>
                          <a:pt x="15" y="10"/>
                          <a:pt x="15" y="10"/>
                        </a:cubicBezTo>
                        <a:cubicBezTo>
                          <a:pt x="14" y="10"/>
                          <a:pt x="14" y="10"/>
                          <a:pt x="14" y="10"/>
                        </a:cubicBezTo>
                        <a:cubicBezTo>
                          <a:pt x="13" y="9"/>
                          <a:pt x="13" y="9"/>
                          <a:pt x="13" y="9"/>
                        </a:cubicBezTo>
                        <a:cubicBezTo>
                          <a:pt x="13" y="7"/>
                          <a:pt x="13" y="7"/>
                          <a:pt x="13" y="7"/>
                        </a:cubicBezTo>
                        <a:cubicBezTo>
                          <a:pt x="13" y="7"/>
                          <a:pt x="13" y="7"/>
                          <a:pt x="13"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5"/>
                          <a:pt x="11" y="5"/>
                          <a:pt x="11" y="5"/>
                        </a:cubicBezTo>
                        <a:cubicBezTo>
                          <a:pt x="10" y="5"/>
                          <a:pt x="10" y="5"/>
                          <a:pt x="10" y="5"/>
                        </a:cubicBezTo>
                        <a:cubicBezTo>
                          <a:pt x="10" y="5"/>
                          <a:pt x="10" y="5"/>
                          <a:pt x="10" y="5"/>
                        </a:cubicBezTo>
                        <a:cubicBezTo>
                          <a:pt x="10" y="4"/>
                          <a:pt x="10" y="4"/>
                          <a:pt x="10" y="4"/>
                        </a:cubicBezTo>
                        <a:cubicBezTo>
                          <a:pt x="10" y="3"/>
                          <a:pt x="10" y="3"/>
                          <a:pt x="10" y="3"/>
                        </a:cubicBezTo>
                        <a:cubicBezTo>
                          <a:pt x="10" y="3"/>
                          <a:pt x="10" y="3"/>
                          <a:pt x="10" y="3"/>
                        </a:cubicBezTo>
                        <a:cubicBezTo>
                          <a:pt x="10" y="3"/>
                          <a:pt x="10" y="3"/>
                          <a:pt x="10" y="3"/>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0" y="0"/>
                          <a:pt x="10" y="0"/>
                          <a:pt x="10" y="0"/>
                        </a:cubicBezTo>
                        <a:cubicBezTo>
                          <a:pt x="10" y="1"/>
                          <a:pt x="10" y="1"/>
                          <a:pt x="10" y="1"/>
                        </a:cubicBezTo>
                        <a:cubicBezTo>
                          <a:pt x="10" y="1"/>
                          <a:pt x="10" y="1"/>
                          <a:pt x="10" y="1"/>
                        </a:cubicBezTo>
                        <a:cubicBezTo>
                          <a:pt x="10" y="1"/>
                          <a:pt x="10" y="1"/>
                          <a:pt x="10" y="1"/>
                        </a:cubicBezTo>
                        <a:cubicBezTo>
                          <a:pt x="9" y="1"/>
                          <a:pt x="9" y="1"/>
                          <a:pt x="9" y="1"/>
                        </a:cubicBezTo>
                        <a:cubicBezTo>
                          <a:pt x="9" y="2"/>
                          <a:pt x="9" y="2"/>
                          <a:pt x="9" y="2"/>
                        </a:cubicBezTo>
                        <a:cubicBezTo>
                          <a:pt x="9" y="2"/>
                          <a:pt x="9" y="2"/>
                          <a:pt x="9" y="2"/>
                        </a:cubicBezTo>
                        <a:cubicBezTo>
                          <a:pt x="8" y="1"/>
                          <a:pt x="8" y="1"/>
                          <a:pt x="8" y="1"/>
                        </a:cubicBezTo>
                        <a:cubicBezTo>
                          <a:pt x="8" y="2"/>
                          <a:pt x="8" y="2"/>
                          <a:pt x="8"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3"/>
                          <a:pt x="6" y="3"/>
                        </a:cubicBezTo>
                        <a:cubicBezTo>
                          <a:pt x="6" y="3"/>
                          <a:pt x="5" y="3"/>
                          <a:pt x="5" y="3"/>
                        </a:cubicBezTo>
                        <a:cubicBezTo>
                          <a:pt x="5" y="3"/>
                          <a:pt x="5" y="3"/>
                          <a:pt x="5" y="3"/>
                        </a:cubicBezTo>
                        <a:cubicBezTo>
                          <a:pt x="5" y="4"/>
                          <a:pt x="5" y="4"/>
                          <a:pt x="5" y="4"/>
                        </a:cubicBezTo>
                        <a:cubicBezTo>
                          <a:pt x="5" y="4"/>
                          <a:pt x="5" y="4"/>
                          <a:pt x="5" y="4"/>
                        </a:cubicBezTo>
                        <a:cubicBezTo>
                          <a:pt x="5" y="4"/>
                          <a:pt x="5" y="5"/>
                          <a:pt x="5" y="5"/>
                        </a:cubicBezTo>
                        <a:cubicBezTo>
                          <a:pt x="4" y="5"/>
                          <a:pt x="4" y="5"/>
                          <a:pt x="4" y="5"/>
                        </a:cubicBezTo>
                        <a:cubicBezTo>
                          <a:pt x="4" y="5"/>
                          <a:pt x="4" y="5"/>
                          <a:pt x="4" y="5"/>
                        </a:cubicBezTo>
                        <a:cubicBezTo>
                          <a:pt x="4" y="5"/>
                          <a:pt x="4" y="5"/>
                          <a:pt x="4" y="5"/>
                        </a:cubicBezTo>
                        <a:cubicBezTo>
                          <a:pt x="4" y="5"/>
                          <a:pt x="4" y="5"/>
                          <a:pt x="4" y="5"/>
                        </a:cubicBezTo>
                        <a:cubicBezTo>
                          <a:pt x="4" y="5"/>
                          <a:pt x="3" y="5"/>
                          <a:pt x="3" y="5"/>
                        </a:cubicBezTo>
                        <a:cubicBezTo>
                          <a:pt x="3" y="6"/>
                          <a:pt x="3" y="6"/>
                          <a:pt x="3" y="6"/>
                        </a:cubicBezTo>
                        <a:cubicBezTo>
                          <a:pt x="3"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0" y="7"/>
                          <a:pt x="0" y="7"/>
                          <a:pt x="0" y="7"/>
                        </a:cubicBezTo>
                        <a:cubicBezTo>
                          <a:pt x="0" y="7"/>
                          <a:pt x="0" y="8"/>
                          <a:pt x="0" y="8"/>
                        </a:cubicBezTo>
                        <a:cubicBezTo>
                          <a:pt x="0" y="8"/>
                          <a:pt x="0" y="8"/>
                          <a:pt x="0" y="8"/>
                        </a:cubicBezTo>
                        <a:cubicBezTo>
                          <a:pt x="0" y="8"/>
                          <a:pt x="0" y="8"/>
                          <a:pt x="0" y="8"/>
                        </a:cubicBezTo>
                        <a:cubicBezTo>
                          <a:pt x="0" y="8"/>
                          <a:pt x="0" y="8"/>
                          <a:pt x="0" y="8"/>
                        </a:cubicBezTo>
                        <a:cubicBezTo>
                          <a:pt x="0" y="8"/>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1"/>
                          <a:pt x="0" y="11"/>
                          <a:pt x="0" y="11"/>
                        </a:cubicBezTo>
                        <a:cubicBezTo>
                          <a:pt x="0" y="11"/>
                          <a:pt x="1" y="11"/>
                          <a:pt x="1" y="11"/>
                        </a:cubicBezTo>
                        <a:cubicBezTo>
                          <a:pt x="1" y="11"/>
                          <a:pt x="1" y="11"/>
                          <a:pt x="1" y="11"/>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2" y="14"/>
                          <a:pt x="2" y="14"/>
                          <a:pt x="2" y="14"/>
                        </a:cubicBezTo>
                        <a:cubicBezTo>
                          <a:pt x="4" y="13"/>
                          <a:pt x="4" y="13"/>
                          <a:pt x="4" y="13"/>
                        </a:cubicBezTo>
                        <a:cubicBezTo>
                          <a:pt x="4" y="13"/>
                          <a:pt x="4" y="14"/>
                          <a:pt x="4" y="14"/>
                        </a:cubicBezTo>
                        <a:cubicBezTo>
                          <a:pt x="4" y="14"/>
                          <a:pt x="4" y="14"/>
                          <a:pt x="4" y="14"/>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4"/>
                          <a:pt x="6" y="14"/>
                          <a:pt x="6" y="14"/>
                        </a:cubicBezTo>
                        <a:cubicBezTo>
                          <a:pt x="6" y="14"/>
                          <a:pt x="6" y="14"/>
                          <a:pt x="6" y="14"/>
                        </a:cubicBezTo>
                        <a:cubicBezTo>
                          <a:pt x="8" y="15"/>
                          <a:pt x="8" y="15"/>
                          <a:pt x="8" y="15"/>
                        </a:cubicBezTo>
                        <a:cubicBezTo>
                          <a:pt x="8" y="15"/>
                          <a:pt x="8" y="15"/>
                          <a:pt x="8" y="15"/>
                        </a:cubicBezTo>
                        <a:cubicBezTo>
                          <a:pt x="7" y="15"/>
                          <a:pt x="7" y="15"/>
                          <a:pt x="7" y="15"/>
                        </a:cubicBezTo>
                        <a:cubicBezTo>
                          <a:pt x="7" y="16"/>
                          <a:pt x="7" y="16"/>
                          <a:pt x="7" y="16"/>
                        </a:cubicBezTo>
                        <a:cubicBezTo>
                          <a:pt x="6" y="18"/>
                          <a:pt x="6" y="18"/>
                          <a:pt x="6" y="18"/>
                        </a:cubicBezTo>
                        <a:cubicBezTo>
                          <a:pt x="6" y="18"/>
                          <a:pt x="6" y="18"/>
                          <a:pt x="6" y="18"/>
                        </a:cubicBezTo>
                        <a:cubicBezTo>
                          <a:pt x="6" y="19"/>
                          <a:pt x="6" y="19"/>
                          <a:pt x="6" y="19"/>
                        </a:cubicBezTo>
                        <a:cubicBezTo>
                          <a:pt x="6" y="20"/>
                          <a:pt x="6" y="20"/>
                          <a:pt x="6" y="20"/>
                        </a:cubicBezTo>
                        <a:cubicBezTo>
                          <a:pt x="6" y="20"/>
                          <a:pt x="7" y="20"/>
                          <a:pt x="7" y="20"/>
                        </a:cubicBezTo>
                        <a:cubicBezTo>
                          <a:pt x="7" y="20"/>
                          <a:pt x="7" y="20"/>
                          <a:pt x="7" y="20"/>
                        </a:cubicBezTo>
                        <a:cubicBezTo>
                          <a:pt x="7" y="20"/>
                          <a:pt x="7" y="20"/>
                          <a:pt x="7" y="20"/>
                        </a:cubicBezTo>
                        <a:cubicBezTo>
                          <a:pt x="7" y="20"/>
                          <a:pt x="7" y="20"/>
                          <a:pt x="7" y="20"/>
                        </a:cubicBezTo>
                        <a:cubicBezTo>
                          <a:pt x="7" y="20"/>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3"/>
                          <a:pt x="7" y="23"/>
                          <a:pt x="7" y="23"/>
                        </a:cubicBezTo>
                        <a:cubicBezTo>
                          <a:pt x="7" y="23"/>
                          <a:pt x="7" y="23"/>
                          <a:pt x="7" y="23"/>
                        </a:cubicBezTo>
                        <a:cubicBezTo>
                          <a:pt x="7" y="24"/>
                          <a:pt x="7" y="24"/>
                          <a:pt x="7" y="24"/>
                        </a:cubicBezTo>
                        <a:cubicBezTo>
                          <a:pt x="7" y="24"/>
                          <a:pt x="7" y="24"/>
                          <a:pt x="7" y="24"/>
                        </a:cubicBezTo>
                        <a:cubicBezTo>
                          <a:pt x="7" y="24"/>
                          <a:pt x="7" y="25"/>
                          <a:pt x="7" y="25"/>
                        </a:cubicBezTo>
                        <a:cubicBezTo>
                          <a:pt x="7" y="25"/>
                          <a:pt x="7" y="25"/>
                          <a:pt x="7" y="25"/>
                        </a:cubicBezTo>
                        <a:cubicBezTo>
                          <a:pt x="7" y="25"/>
                          <a:pt x="7" y="25"/>
                          <a:pt x="7" y="25"/>
                        </a:cubicBezTo>
                        <a:cubicBezTo>
                          <a:pt x="7" y="25"/>
                          <a:pt x="7" y="26"/>
                          <a:pt x="7" y="26"/>
                        </a:cubicBezTo>
                        <a:cubicBezTo>
                          <a:pt x="7" y="26"/>
                          <a:pt x="8" y="26"/>
                          <a:pt x="8" y="26"/>
                        </a:cubicBezTo>
                        <a:cubicBezTo>
                          <a:pt x="8" y="26"/>
                          <a:pt x="8" y="27"/>
                          <a:pt x="8" y="27"/>
                        </a:cubicBezTo>
                        <a:cubicBezTo>
                          <a:pt x="8" y="27"/>
                          <a:pt x="7" y="27"/>
                          <a:pt x="7" y="27"/>
                        </a:cubicBezTo>
                        <a:cubicBezTo>
                          <a:pt x="7" y="27"/>
                          <a:pt x="8" y="27"/>
                          <a:pt x="8" y="27"/>
                        </a:cubicBezTo>
                        <a:cubicBezTo>
                          <a:pt x="8" y="28"/>
                          <a:pt x="8" y="28"/>
                          <a:pt x="8" y="28"/>
                        </a:cubicBezTo>
                        <a:cubicBezTo>
                          <a:pt x="8" y="28"/>
                          <a:pt x="8" y="28"/>
                          <a:pt x="8" y="28"/>
                        </a:cubicBezTo>
                        <a:cubicBezTo>
                          <a:pt x="8" y="27"/>
                          <a:pt x="8" y="27"/>
                          <a:pt x="8" y="27"/>
                        </a:cubicBezTo>
                        <a:cubicBezTo>
                          <a:pt x="8" y="27"/>
                          <a:pt x="9" y="27"/>
                          <a:pt x="9" y="27"/>
                        </a:cubicBezTo>
                        <a:cubicBezTo>
                          <a:pt x="9" y="27"/>
                          <a:pt x="9" y="27"/>
                          <a:pt x="9" y="27"/>
                        </a:cubicBezTo>
                        <a:cubicBezTo>
                          <a:pt x="9" y="27"/>
                          <a:pt x="9" y="27"/>
                          <a:pt x="9" y="27"/>
                        </a:cubicBezTo>
                        <a:cubicBezTo>
                          <a:pt x="9" y="27"/>
                          <a:pt x="10" y="27"/>
                          <a:pt x="10" y="27"/>
                        </a:cubicBezTo>
                        <a:cubicBezTo>
                          <a:pt x="10" y="27"/>
                          <a:pt x="10" y="27"/>
                          <a:pt x="10" y="27"/>
                        </a:cubicBezTo>
                        <a:cubicBezTo>
                          <a:pt x="10" y="27"/>
                          <a:pt x="10" y="27"/>
                          <a:pt x="10" y="27"/>
                        </a:cubicBezTo>
                        <a:cubicBezTo>
                          <a:pt x="10" y="27"/>
                          <a:pt x="10" y="27"/>
                          <a:pt x="10" y="27"/>
                        </a:cubicBezTo>
                        <a:cubicBezTo>
                          <a:pt x="11" y="26"/>
                          <a:pt x="11" y="26"/>
                          <a:pt x="11" y="26"/>
                        </a:cubicBezTo>
                        <a:cubicBezTo>
                          <a:pt x="11" y="26"/>
                          <a:pt x="11" y="26"/>
                          <a:pt x="11" y="26"/>
                        </a:cubicBezTo>
                        <a:cubicBezTo>
                          <a:pt x="11" y="26"/>
                          <a:pt x="11" y="26"/>
                          <a:pt x="12" y="26"/>
                        </a:cubicBezTo>
                        <a:cubicBezTo>
                          <a:pt x="12" y="26"/>
                          <a:pt x="12" y="25"/>
                          <a:pt x="12" y="25"/>
                        </a:cubicBezTo>
                        <a:cubicBezTo>
                          <a:pt x="12" y="25"/>
                          <a:pt x="12" y="24"/>
                          <a:pt x="12" y="24"/>
                        </a:cubicBezTo>
                        <a:cubicBezTo>
                          <a:pt x="13" y="24"/>
                          <a:pt x="13" y="24"/>
                          <a:pt x="14" y="23"/>
                        </a:cubicBezTo>
                        <a:cubicBezTo>
                          <a:pt x="14" y="23"/>
                          <a:pt x="14" y="23"/>
                          <a:pt x="14" y="23"/>
                        </a:cubicBezTo>
                        <a:cubicBezTo>
                          <a:pt x="14" y="23"/>
                          <a:pt x="15" y="23"/>
                          <a:pt x="15" y="22"/>
                        </a:cubicBezTo>
                        <a:cubicBezTo>
                          <a:pt x="15" y="22"/>
                          <a:pt x="15" y="21"/>
                          <a:pt x="15" y="21"/>
                        </a:cubicBezTo>
                        <a:cubicBezTo>
                          <a:pt x="16" y="20"/>
                          <a:pt x="16" y="20"/>
                          <a:pt x="16" y="20"/>
                        </a:cubicBezTo>
                        <a:cubicBezTo>
                          <a:pt x="16" y="20"/>
                          <a:pt x="17" y="20"/>
                          <a:pt x="17" y="20"/>
                        </a:cubicBezTo>
                        <a:cubicBezTo>
                          <a:pt x="17" y="20"/>
                          <a:pt x="17" y="20"/>
                          <a:pt x="17" y="20"/>
                        </a:cubicBezTo>
                        <a:cubicBezTo>
                          <a:pt x="17" y="20"/>
                          <a:pt x="17" y="20"/>
                          <a:pt x="18" y="20"/>
                        </a:cubicBezTo>
                        <a:cubicBezTo>
                          <a:pt x="18" y="20"/>
                          <a:pt x="18" y="20"/>
                          <a:pt x="18" y="20"/>
                        </a:cubicBezTo>
                        <a:cubicBezTo>
                          <a:pt x="18" y="20"/>
                          <a:pt x="18" y="20"/>
                          <a:pt x="18" y="20"/>
                        </a:cubicBezTo>
                        <a:cubicBezTo>
                          <a:pt x="18" y="19"/>
                          <a:pt x="18" y="19"/>
                          <a:pt x="18" y="19"/>
                        </a:cubicBezTo>
                        <a:cubicBezTo>
                          <a:pt x="18" y="19"/>
                          <a:pt x="18" y="19"/>
                          <a:pt x="18" y="19"/>
                        </a:cubicBezTo>
                        <a:cubicBezTo>
                          <a:pt x="19" y="19"/>
                          <a:pt x="19" y="19"/>
                          <a:pt x="19" y="19"/>
                        </a:cubicBezTo>
                        <a:cubicBezTo>
                          <a:pt x="19" y="19"/>
                          <a:pt x="19" y="19"/>
                          <a:pt x="18" y="19"/>
                        </a:cubicBezTo>
                        <a:cubicBezTo>
                          <a:pt x="18" y="19"/>
                          <a:pt x="18" y="19"/>
                          <a:pt x="18" y="19"/>
                        </a:cubicBezTo>
                        <a:cubicBezTo>
                          <a:pt x="18" y="19"/>
                          <a:pt x="18" y="19"/>
                          <a:pt x="17" y="20"/>
                        </a:cubicBezTo>
                        <a:cubicBezTo>
                          <a:pt x="17" y="20"/>
                          <a:pt x="17" y="20"/>
                          <a:pt x="17" y="20"/>
                        </a:cubicBezTo>
                        <a:cubicBezTo>
                          <a:pt x="17" y="20"/>
                          <a:pt x="17" y="19"/>
                          <a:pt x="18" y="19"/>
                        </a:cubicBezTo>
                        <a:cubicBezTo>
                          <a:pt x="18" y="19"/>
                          <a:pt x="18" y="19"/>
                          <a:pt x="18" y="19"/>
                        </a:cubicBezTo>
                        <a:cubicBezTo>
                          <a:pt x="18" y="19"/>
                          <a:pt x="18" y="19"/>
                          <a:pt x="18" y="19"/>
                        </a:cubicBezTo>
                        <a:cubicBezTo>
                          <a:pt x="18" y="18"/>
                          <a:pt x="18" y="18"/>
                          <a:pt x="18" y="18"/>
                        </a:cubicBezTo>
                        <a:cubicBezTo>
                          <a:pt x="18" y="18"/>
                          <a:pt x="18" y="18"/>
                          <a:pt x="18" y="18"/>
                        </a:cubicBezTo>
                        <a:cubicBezTo>
                          <a:pt x="18" y="18"/>
                          <a:pt x="18" y="18"/>
                          <a:pt x="18" y="18"/>
                        </a:cubicBezTo>
                        <a:cubicBezTo>
                          <a:pt x="17" y="18"/>
                          <a:pt x="17" y="18"/>
                          <a:pt x="17" y="18"/>
                        </a:cubicBezTo>
                        <a:cubicBezTo>
                          <a:pt x="17" y="18"/>
                          <a:pt x="17" y="18"/>
                          <a:pt x="17" y="18"/>
                        </a:cubicBezTo>
                        <a:cubicBezTo>
                          <a:pt x="18" y="18"/>
                          <a:pt x="18" y="17"/>
                          <a:pt x="18" y="17"/>
                        </a:cubicBezTo>
                        <a:cubicBezTo>
                          <a:pt x="18" y="17"/>
                          <a:pt x="18" y="17"/>
                          <a:pt x="18" y="17"/>
                        </a:cubicBezTo>
                        <a:cubicBezTo>
                          <a:pt x="18" y="17"/>
                          <a:pt x="18" y="17"/>
                          <a:pt x="18" y="17"/>
                        </a:cubicBezTo>
                        <a:cubicBezTo>
                          <a:pt x="18" y="17"/>
                          <a:pt x="19" y="17"/>
                          <a:pt x="19" y="17"/>
                        </a:cubicBezTo>
                        <a:cubicBezTo>
                          <a:pt x="19" y="16"/>
                          <a:pt x="19" y="16"/>
                          <a:pt x="19" y="16"/>
                        </a:cubicBezTo>
                        <a:cubicBezTo>
                          <a:pt x="19" y="16"/>
                          <a:pt x="19" y="15"/>
                          <a:pt x="19" y="15"/>
                        </a:cubicBezTo>
                        <a:cubicBezTo>
                          <a:pt x="19" y="15"/>
                          <a:pt x="19" y="14"/>
                          <a:pt x="19" y="14"/>
                        </a:cubicBezTo>
                        <a:cubicBezTo>
                          <a:pt x="19" y="14"/>
                          <a:pt x="19" y="14"/>
                          <a:pt x="20" y="13"/>
                        </a:cubicBezTo>
                        <a:cubicBezTo>
                          <a:pt x="20" y="13"/>
                          <a:pt x="20" y="12"/>
                          <a:pt x="20" y="12"/>
                        </a:cubicBezTo>
                        <a:cubicBezTo>
                          <a:pt x="20" y="12"/>
                          <a:pt x="20" y="12"/>
                          <a:pt x="20" y="12"/>
                        </a:cubicBezTo>
                        <a:cubicBezTo>
                          <a:pt x="21" y="11"/>
                          <a:pt x="21" y="11"/>
                          <a:pt x="21" y="11"/>
                        </a:cubicBezTo>
                        <a:cubicBezTo>
                          <a:pt x="21" y="11"/>
                          <a:pt x="21" y="11"/>
                          <a:pt x="21" y="10"/>
                        </a:cubicBezTo>
                        <a:cubicBezTo>
                          <a:pt x="20" y="10"/>
                          <a:pt x="20" y="10"/>
                          <a:pt x="20" y="10"/>
                        </a:cubicBezTo>
                        <a:lnTo>
                          <a:pt x="19" y="10"/>
                        </a:ln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5" name="Freeform 725">
                    <a:extLst>
                      <a:ext uri="{FF2B5EF4-FFF2-40B4-BE49-F238E27FC236}">
                        <a16:creationId xmlns:a16="http://schemas.microsoft.com/office/drawing/2014/main" id="{1116979F-2FBB-8E27-DD21-57F400979F0E}"/>
                      </a:ext>
                    </a:extLst>
                  </p:cNvPr>
                  <p:cNvSpPr>
                    <a:spLocks/>
                  </p:cNvSpPr>
                  <p:nvPr/>
                </p:nvSpPr>
                <p:spPr bwMode="auto">
                  <a:xfrm>
                    <a:off x="10266363" y="6178550"/>
                    <a:ext cx="12700" cy="12700"/>
                  </a:xfrm>
                  <a:custGeom>
                    <a:avLst/>
                    <a:gdLst>
                      <a:gd name="T0" fmla="*/ 1 w 3"/>
                      <a:gd name="T1" fmla="*/ 3 h 3"/>
                      <a:gd name="T2" fmla="*/ 2 w 3"/>
                      <a:gd name="T3" fmla="*/ 2 h 3"/>
                      <a:gd name="T4" fmla="*/ 2 w 3"/>
                      <a:gd name="T5" fmla="*/ 1 h 3"/>
                      <a:gd name="T6" fmla="*/ 2 w 3"/>
                      <a:gd name="T7" fmla="*/ 1 h 3"/>
                      <a:gd name="T8" fmla="*/ 3 w 3"/>
                      <a:gd name="T9" fmla="*/ 0 h 3"/>
                      <a:gd name="T10" fmla="*/ 3 w 3"/>
                      <a:gd name="T11" fmla="*/ 0 h 3"/>
                      <a:gd name="T12" fmla="*/ 2 w 3"/>
                      <a:gd name="T13" fmla="*/ 0 h 3"/>
                      <a:gd name="T14" fmla="*/ 2 w 3"/>
                      <a:gd name="T15" fmla="*/ 0 h 3"/>
                      <a:gd name="T16" fmla="*/ 2 w 3"/>
                      <a:gd name="T17" fmla="*/ 0 h 3"/>
                      <a:gd name="T18" fmla="*/ 2 w 3"/>
                      <a:gd name="T19" fmla="*/ 0 h 3"/>
                      <a:gd name="T20" fmla="*/ 1 w 3"/>
                      <a:gd name="T21" fmla="*/ 1 h 3"/>
                      <a:gd name="T22" fmla="*/ 1 w 3"/>
                      <a:gd name="T23" fmla="*/ 1 h 3"/>
                      <a:gd name="T24" fmla="*/ 1 w 3"/>
                      <a:gd name="T25" fmla="*/ 1 h 3"/>
                      <a:gd name="T26" fmla="*/ 1 w 3"/>
                      <a:gd name="T27" fmla="*/ 1 h 3"/>
                      <a:gd name="T28" fmla="*/ 0 w 3"/>
                      <a:gd name="T29" fmla="*/ 2 h 3"/>
                      <a:gd name="T30" fmla="*/ 0 w 3"/>
                      <a:gd name="T31" fmla="*/ 2 h 3"/>
                      <a:gd name="T32" fmla="*/ 0 w 3"/>
                      <a:gd name="T33" fmla="*/ 2 h 3"/>
                      <a:gd name="T34" fmla="*/ 1 w 3"/>
                      <a:gd name="T3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3">
                        <a:moveTo>
                          <a:pt x="1" y="3"/>
                        </a:moveTo>
                        <a:cubicBezTo>
                          <a:pt x="1" y="3"/>
                          <a:pt x="2" y="2"/>
                          <a:pt x="2" y="2"/>
                        </a:cubicBezTo>
                        <a:cubicBezTo>
                          <a:pt x="2" y="2"/>
                          <a:pt x="2" y="1"/>
                          <a:pt x="2" y="1"/>
                        </a:cubicBezTo>
                        <a:cubicBezTo>
                          <a:pt x="2" y="1"/>
                          <a:pt x="2" y="1"/>
                          <a:pt x="2" y="1"/>
                        </a:cubicBezTo>
                        <a:cubicBezTo>
                          <a:pt x="2" y="1"/>
                          <a:pt x="3" y="0"/>
                          <a:pt x="3" y="0"/>
                        </a:cubicBezTo>
                        <a:cubicBezTo>
                          <a:pt x="3" y="0"/>
                          <a:pt x="3" y="0"/>
                          <a:pt x="3" y="0"/>
                        </a:cubicBezTo>
                        <a:cubicBezTo>
                          <a:pt x="3" y="0"/>
                          <a:pt x="2" y="0"/>
                          <a:pt x="2" y="0"/>
                        </a:cubicBezTo>
                        <a:cubicBezTo>
                          <a:pt x="2" y="0"/>
                          <a:pt x="2" y="0"/>
                          <a:pt x="2" y="0"/>
                        </a:cubicBezTo>
                        <a:cubicBezTo>
                          <a:pt x="2" y="0"/>
                          <a:pt x="2" y="0"/>
                          <a:pt x="2" y="0"/>
                        </a:cubicBezTo>
                        <a:cubicBezTo>
                          <a:pt x="2" y="0"/>
                          <a:pt x="2" y="0"/>
                          <a:pt x="2" y="0"/>
                        </a:cubicBezTo>
                        <a:cubicBezTo>
                          <a:pt x="2" y="0"/>
                          <a:pt x="1" y="0"/>
                          <a:pt x="1" y="1"/>
                        </a:cubicBezTo>
                        <a:cubicBezTo>
                          <a:pt x="1" y="1"/>
                          <a:pt x="1" y="1"/>
                          <a:pt x="1" y="1"/>
                        </a:cubicBezTo>
                        <a:cubicBezTo>
                          <a:pt x="1" y="1"/>
                          <a:pt x="1" y="1"/>
                          <a:pt x="1" y="1"/>
                        </a:cubicBezTo>
                        <a:cubicBezTo>
                          <a:pt x="1" y="1"/>
                          <a:pt x="1" y="1"/>
                          <a:pt x="1" y="1"/>
                        </a:cubicBezTo>
                        <a:cubicBezTo>
                          <a:pt x="1" y="1"/>
                          <a:pt x="0" y="2"/>
                          <a:pt x="0" y="2"/>
                        </a:cubicBezTo>
                        <a:cubicBezTo>
                          <a:pt x="0" y="2"/>
                          <a:pt x="0" y="2"/>
                          <a:pt x="0" y="2"/>
                        </a:cubicBezTo>
                        <a:cubicBezTo>
                          <a:pt x="0" y="2"/>
                          <a:pt x="0" y="2"/>
                          <a:pt x="0" y="2"/>
                        </a:cubicBezTo>
                        <a:lnTo>
                          <a:pt x="1" y="3"/>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6" name="Freeform 726">
                    <a:extLst>
                      <a:ext uri="{FF2B5EF4-FFF2-40B4-BE49-F238E27FC236}">
                        <a16:creationId xmlns:a16="http://schemas.microsoft.com/office/drawing/2014/main" id="{8408DD41-2251-EF3B-4A3A-79A1E24A95CD}"/>
                      </a:ext>
                    </a:extLst>
                  </p:cNvPr>
                  <p:cNvSpPr>
                    <a:spLocks/>
                  </p:cNvSpPr>
                  <p:nvPr/>
                </p:nvSpPr>
                <p:spPr bwMode="auto">
                  <a:xfrm>
                    <a:off x="10312400" y="6083300"/>
                    <a:ext cx="53975" cy="84138"/>
                  </a:xfrm>
                  <a:custGeom>
                    <a:avLst/>
                    <a:gdLst>
                      <a:gd name="T0" fmla="*/ 12 w 13"/>
                      <a:gd name="T1" fmla="*/ 17 h 20"/>
                      <a:gd name="T2" fmla="*/ 11 w 13"/>
                      <a:gd name="T3" fmla="*/ 17 h 20"/>
                      <a:gd name="T4" fmla="*/ 11 w 13"/>
                      <a:gd name="T5" fmla="*/ 16 h 20"/>
                      <a:gd name="T6" fmla="*/ 11 w 13"/>
                      <a:gd name="T7" fmla="*/ 15 h 20"/>
                      <a:gd name="T8" fmla="*/ 10 w 13"/>
                      <a:gd name="T9" fmla="*/ 14 h 20"/>
                      <a:gd name="T10" fmla="*/ 9 w 13"/>
                      <a:gd name="T11" fmla="*/ 13 h 20"/>
                      <a:gd name="T12" fmla="*/ 9 w 13"/>
                      <a:gd name="T13" fmla="*/ 13 h 20"/>
                      <a:gd name="T14" fmla="*/ 9 w 13"/>
                      <a:gd name="T15" fmla="*/ 12 h 20"/>
                      <a:gd name="T16" fmla="*/ 10 w 13"/>
                      <a:gd name="T17" fmla="*/ 10 h 20"/>
                      <a:gd name="T18" fmla="*/ 10 w 13"/>
                      <a:gd name="T19" fmla="*/ 9 h 20"/>
                      <a:gd name="T20" fmla="*/ 9 w 13"/>
                      <a:gd name="T21" fmla="*/ 8 h 20"/>
                      <a:gd name="T22" fmla="*/ 9 w 13"/>
                      <a:gd name="T23" fmla="*/ 8 h 20"/>
                      <a:gd name="T24" fmla="*/ 9 w 13"/>
                      <a:gd name="T25" fmla="*/ 7 h 20"/>
                      <a:gd name="T26" fmla="*/ 9 w 13"/>
                      <a:gd name="T27" fmla="*/ 6 h 20"/>
                      <a:gd name="T28" fmla="*/ 8 w 13"/>
                      <a:gd name="T29" fmla="*/ 6 h 20"/>
                      <a:gd name="T30" fmla="*/ 8 w 13"/>
                      <a:gd name="T31" fmla="*/ 6 h 20"/>
                      <a:gd name="T32" fmla="*/ 7 w 13"/>
                      <a:gd name="T33" fmla="*/ 7 h 20"/>
                      <a:gd name="T34" fmla="*/ 6 w 13"/>
                      <a:gd name="T35" fmla="*/ 7 h 20"/>
                      <a:gd name="T36" fmla="*/ 6 w 13"/>
                      <a:gd name="T37" fmla="*/ 5 h 20"/>
                      <a:gd name="T38" fmla="*/ 6 w 13"/>
                      <a:gd name="T39" fmla="*/ 4 h 20"/>
                      <a:gd name="T40" fmla="*/ 5 w 13"/>
                      <a:gd name="T41" fmla="*/ 3 h 20"/>
                      <a:gd name="T42" fmla="*/ 5 w 13"/>
                      <a:gd name="T43" fmla="*/ 2 h 20"/>
                      <a:gd name="T44" fmla="*/ 6 w 13"/>
                      <a:gd name="T45" fmla="*/ 1 h 20"/>
                      <a:gd name="T46" fmla="*/ 5 w 13"/>
                      <a:gd name="T47" fmla="*/ 0 h 20"/>
                      <a:gd name="T48" fmla="*/ 4 w 13"/>
                      <a:gd name="T49" fmla="*/ 1 h 20"/>
                      <a:gd name="T50" fmla="*/ 4 w 13"/>
                      <a:gd name="T51" fmla="*/ 1 h 20"/>
                      <a:gd name="T52" fmla="*/ 2 w 13"/>
                      <a:gd name="T53" fmla="*/ 1 h 20"/>
                      <a:gd name="T54" fmla="*/ 1 w 13"/>
                      <a:gd name="T55" fmla="*/ 2 h 20"/>
                      <a:gd name="T56" fmla="*/ 1 w 13"/>
                      <a:gd name="T57" fmla="*/ 2 h 20"/>
                      <a:gd name="T58" fmla="*/ 0 w 13"/>
                      <a:gd name="T59" fmla="*/ 4 h 20"/>
                      <a:gd name="T60" fmla="*/ 0 w 13"/>
                      <a:gd name="T61" fmla="*/ 4 h 20"/>
                      <a:gd name="T62" fmla="*/ 0 w 13"/>
                      <a:gd name="T63" fmla="*/ 5 h 20"/>
                      <a:gd name="T64" fmla="*/ 0 w 13"/>
                      <a:gd name="T65" fmla="*/ 6 h 20"/>
                      <a:gd name="T66" fmla="*/ 0 w 13"/>
                      <a:gd name="T67" fmla="*/ 7 h 20"/>
                      <a:gd name="T68" fmla="*/ 1 w 13"/>
                      <a:gd name="T69" fmla="*/ 8 h 20"/>
                      <a:gd name="T70" fmla="*/ 2 w 13"/>
                      <a:gd name="T71" fmla="*/ 9 h 20"/>
                      <a:gd name="T72" fmla="*/ 2 w 13"/>
                      <a:gd name="T73" fmla="*/ 10 h 20"/>
                      <a:gd name="T74" fmla="*/ 1 w 13"/>
                      <a:gd name="T75" fmla="*/ 11 h 20"/>
                      <a:gd name="T76" fmla="*/ 0 w 13"/>
                      <a:gd name="T77" fmla="*/ 12 h 20"/>
                      <a:gd name="T78" fmla="*/ 1 w 13"/>
                      <a:gd name="T79" fmla="*/ 12 h 20"/>
                      <a:gd name="T80" fmla="*/ 3 w 13"/>
                      <a:gd name="T81" fmla="*/ 15 h 20"/>
                      <a:gd name="T82" fmla="*/ 3 w 13"/>
                      <a:gd name="T83" fmla="*/ 19 h 20"/>
                      <a:gd name="T84" fmla="*/ 3 w 13"/>
                      <a:gd name="T85" fmla="*/ 20 h 20"/>
                      <a:gd name="T86" fmla="*/ 4 w 13"/>
                      <a:gd name="T87" fmla="*/ 20 h 20"/>
                      <a:gd name="T88" fmla="*/ 4 w 13"/>
                      <a:gd name="T89" fmla="*/ 20 h 20"/>
                      <a:gd name="T90" fmla="*/ 5 w 13"/>
                      <a:gd name="T91" fmla="*/ 19 h 20"/>
                      <a:gd name="T92" fmla="*/ 6 w 13"/>
                      <a:gd name="T93" fmla="*/ 20 h 20"/>
                      <a:gd name="T94" fmla="*/ 7 w 13"/>
                      <a:gd name="T95" fmla="*/ 19 h 20"/>
                      <a:gd name="T96" fmla="*/ 7 w 13"/>
                      <a:gd name="T97" fmla="*/ 20 h 20"/>
                      <a:gd name="T98" fmla="*/ 8 w 13"/>
                      <a:gd name="T99" fmla="*/ 20 h 20"/>
                      <a:gd name="T100" fmla="*/ 8 w 13"/>
                      <a:gd name="T101" fmla="*/ 20 h 20"/>
                      <a:gd name="T102" fmla="*/ 9 w 13"/>
                      <a:gd name="T103" fmla="*/ 19 h 20"/>
                      <a:gd name="T104" fmla="*/ 10 w 13"/>
                      <a:gd name="T105" fmla="*/ 19 h 20"/>
                      <a:gd name="T106" fmla="*/ 12 w 13"/>
                      <a:gd name="T107"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 h="20">
                        <a:moveTo>
                          <a:pt x="13" y="17"/>
                        </a:moveTo>
                        <a:cubicBezTo>
                          <a:pt x="13" y="17"/>
                          <a:pt x="13" y="17"/>
                          <a:pt x="13" y="17"/>
                        </a:cubicBezTo>
                        <a:cubicBezTo>
                          <a:pt x="12" y="17"/>
                          <a:pt x="12" y="17"/>
                          <a:pt x="12" y="17"/>
                        </a:cubicBezTo>
                        <a:cubicBezTo>
                          <a:pt x="12" y="17"/>
                          <a:pt x="12" y="17"/>
                          <a:pt x="12" y="17"/>
                        </a:cubicBezTo>
                        <a:cubicBezTo>
                          <a:pt x="12" y="17"/>
                          <a:pt x="12" y="17"/>
                          <a:pt x="12" y="17"/>
                        </a:cubicBezTo>
                        <a:cubicBezTo>
                          <a:pt x="11" y="17"/>
                          <a:pt x="11" y="17"/>
                          <a:pt x="11" y="17"/>
                        </a:cubicBezTo>
                        <a:cubicBezTo>
                          <a:pt x="11" y="16"/>
                          <a:pt x="11" y="16"/>
                          <a:pt x="11" y="16"/>
                        </a:cubicBezTo>
                        <a:cubicBezTo>
                          <a:pt x="11" y="16"/>
                          <a:pt x="11" y="16"/>
                          <a:pt x="11" y="16"/>
                        </a:cubicBezTo>
                        <a:cubicBezTo>
                          <a:pt x="11" y="16"/>
                          <a:pt x="11" y="16"/>
                          <a:pt x="11" y="16"/>
                        </a:cubicBezTo>
                        <a:cubicBezTo>
                          <a:pt x="11" y="16"/>
                          <a:pt x="11" y="15"/>
                          <a:pt x="11" y="15"/>
                        </a:cubicBezTo>
                        <a:cubicBezTo>
                          <a:pt x="11" y="15"/>
                          <a:pt x="11" y="15"/>
                          <a:pt x="11" y="15"/>
                        </a:cubicBezTo>
                        <a:cubicBezTo>
                          <a:pt x="11" y="15"/>
                          <a:pt x="11" y="15"/>
                          <a:pt x="11" y="15"/>
                        </a:cubicBezTo>
                        <a:cubicBezTo>
                          <a:pt x="11" y="14"/>
                          <a:pt x="11" y="14"/>
                          <a:pt x="11" y="14"/>
                        </a:cubicBezTo>
                        <a:cubicBezTo>
                          <a:pt x="11" y="14"/>
                          <a:pt x="11" y="14"/>
                          <a:pt x="10" y="14"/>
                        </a:cubicBezTo>
                        <a:cubicBezTo>
                          <a:pt x="10" y="14"/>
                          <a:pt x="10" y="14"/>
                          <a:pt x="10" y="14"/>
                        </a:cubicBezTo>
                        <a:cubicBezTo>
                          <a:pt x="10" y="14"/>
                          <a:pt x="10" y="14"/>
                          <a:pt x="10" y="14"/>
                        </a:cubicBezTo>
                        <a:cubicBezTo>
                          <a:pt x="10" y="14"/>
                          <a:pt x="10" y="14"/>
                          <a:pt x="10" y="14"/>
                        </a:cubicBezTo>
                        <a:cubicBezTo>
                          <a:pt x="9" y="14"/>
                          <a:pt x="9" y="13"/>
                          <a:pt x="9" y="13"/>
                        </a:cubicBezTo>
                        <a:cubicBezTo>
                          <a:pt x="9" y="13"/>
                          <a:pt x="9" y="13"/>
                          <a:pt x="9" y="13"/>
                        </a:cubicBezTo>
                        <a:cubicBezTo>
                          <a:pt x="9" y="13"/>
                          <a:pt x="9" y="13"/>
                          <a:pt x="9" y="13"/>
                        </a:cubicBezTo>
                        <a:cubicBezTo>
                          <a:pt x="9" y="13"/>
                          <a:pt x="9" y="13"/>
                          <a:pt x="9" y="13"/>
                        </a:cubicBezTo>
                        <a:cubicBezTo>
                          <a:pt x="9" y="13"/>
                          <a:pt x="9" y="12"/>
                          <a:pt x="9" y="12"/>
                        </a:cubicBezTo>
                        <a:cubicBezTo>
                          <a:pt x="9" y="12"/>
                          <a:pt x="9" y="12"/>
                          <a:pt x="9" y="12"/>
                        </a:cubicBezTo>
                        <a:cubicBezTo>
                          <a:pt x="9" y="12"/>
                          <a:pt x="9" y="12"/>
                          <a:pt x="9" y="12"/>
                        </a:cubicBezTo>
                        <a:cubicBezTo>
                          <a:pt x="10" y="10"/>
                          <a:pt x="10" y="10"/>
                          <a:pt x="10" y="10"/>
                        </a:cubicBezTo>
                        <a:cubicBezTo>
                          <a:pt x="10" y="10"/>
                          <a:pt x="10" y="10"/>
                          <a:pt x="10" y="10"/>
                        </a:cubicBezTo>
                        <a:cubicBezTo>
                          <a:pt x="10" y="10"/>
                          <a:pt x="10" y="10"/>
                          <a:pt x="10" y="10"/>
                        </a:cubicBezTo>
                        <a:cubicBezTo>
                          <a:pt x="10" y="10"/>
                          <a:pt x="9" y="10"/>
                          <a:pt x="9" y="10"/>
                        </a:cubicBezTo>
                        <a:cubicBezTo>
                          <a:pt x="9" y="10"/>
                          <a:pt x="10" y="9"/>
                          <a:pt x="10" y="9"/>
                        </a:cubicBezTo>
                        <a:cubicBezTo>
                          <a:pt x="10" y="9"/>
                          <a:pt x="10" y="9"/>
                          <a:pt x="10" y="9"/>
                        </a:cubicBezTo>
                        <a:cubicBezTo>
                          <a:pt x="10" y="9"/>
                          <a:pt x="10" y="9"/>
                          <a:pt x="10" y="9"/>
                        </a:cubicBezTo>
                        <a:cubicBezTo>
                          <a:pt x="10" y="9"/>
                          <a:pt x="9" y="9"/>
                          <a:pt x="9" y="9"/>
                        </a:cubicBezTo>
                        <a:cubicBezTo>
                          <a:pt x="9" y="8"/>
                          <a:pt x="9" y="8"/>
                          <a:pt x="9" y="8"/>
                        </a:cubicBezTo>
                        <a:cubicBezTo>
                          <a:pt x="9" y="8"/>
                          <a:pt x="9" y="8"/>
                          <a:pt x="9" y="8"/>
                        </a:cubicBezTo>
                        <a:cubicBezTo>
                          <a:pt x="9" y="8"/>
                          <a:pt x="9" y="8"/>
                          <a:pt x="9" y="8"/>
                        </a:cubicBezTo>
                        <a:cubicBezTo>
                          <a:pt x="9" y="8"/>
                          <a:pt x="9" y="8"/>
                          <a:pt x="9" y="8"/>
                        </a:cubicBezTo>
                        <a:cubicBezTo>
                          <a:pt x="9" y="8"/>
                          <a:pt x="9" y="7"/>
                          <a:pt x="9" y="7"/>
                        </a:cubicBezTo>
                        <a:cubicBezTo>
                          <a:pt x="9" y="7"/>
                          <a:pt x="9" y="7"/>
                          <a:pt x="9" y="7"/>
                        </a:cubicBezTo>
                        <a:cubicBezTo>
                          <a:pt x="9" y="7"/>
                          <a:pt x="9" y="7"/>
                          <a:pt x="9" y="7"/>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6"/>
                          <a:pt x="8" y="6"/>
                          <a:pt x="8" y="6"/>
                        </a:cubicBezTo>
                        <a:cubicBezTo>
                          <a:pt x="8" y="6"/>
                          <a:pt x="8" y="6"/>
                          <a:pt x="8" y="6"/>
                        </a:cubicBezTo>
                        <a:cubicBezTo>
                          <a:pt x="8" y="6"/>
                          <a:pt x="8" y="6"/>
                          <a:pt x="8" y="6"/>
                        </a:cubicBezTo>
                        <a:cubicBezTo>
                          <a:pt x="8" y="6"/>
                          <a:pt x="8" y="6"/>
                          <a:pt x="8" y="6"/>
                        </a:cubicBezTo>
                        <a:cubicBezTo>
                          <a:pt x="8" y="7"/>
                          <a:pt x="8" y="7"/>
                          <a:pt x="8" y="7"/>
                        </a:cubicBezTo>
                        <a:cubicBezTo>
                          <a:pt x="8" y="7"/>
                          <a:pt x="8" y="7"/>
                          <a:pt x="8" y="7"/>
                        </a:cubicBezTo>
                        <a:cubicBezTo>
                          <a:pt x="7" y="7"/>
                          <a:pt x="7" y="7"/>
                          <a:pt x="7" y="7"/>
                        </a:cubicBezTo>
                        <a:cubicBezTo>
                          <a:pt x="7" y="7"/>
                          <a:pt x="7" y="7"/>
                          <a:pt x="7" y="7"/>
                        </a:cubicBezTo>
                        <a:cubicBezTo>
                          <a:pt x="6" y="7"/>
                          <a:pt x="6" y="7"/>
                          <a:pt x="6" y="7"/>
                        </a:cubicBezTo>
                        <a:cubicBezTo>
                          <a:pt x="6" y="7"/>
                          <a:pt x="6" y="7"/>
                          <a:pt x="6" y="7"/>
                        </a:cubicBezTo>
                        <a:cubicBezTo>
                          <a:pt x="5" y="7"/>
                          <a:pt x="5" y="7"/>
                          <a:pt x="5" y="7"/>
                        </a:cubicBezTo>
                        <a:cubicBezTo>
                          <a:pt x="6" y="6"/>
                          <a:pt x="6" y="6"/>
                          <a:pt x="6" y="6"/>
                        </a:cubicBezTo>
                        <a:cubicBezTo>
                          <a:pt x="6" y="5"/>
                          <a:pt x="6" y="5"/>
                          <a:pt x="6" y="5"/>
                        </a:cubicBezTo>
                        <a:cubicBezTo>
                          <a:pt x="6" y="5"/>
                          <a:pt x="6" y="5"/>
                          <a:pt x="6" y="5"/>
                        </a:cubicBezTo>
                        <a:cubicBezTo>
                          <a:pt x="6" y="4"/>
                          <a:pt x="6" y="4"/>
                          <a:pt x="6" y="4"/>
                        </a:cubicBezTo>
                        <a:cubicBezTo>
                          <a:pt x="6" y="4"/>
                          <a:pt x="6" y="4"/>
                          <a:pt x="6" y="4"/>
                        </a:cubicBezTo>
                        <a:cubicBezTo>
                          <a:pt x="5" y="4"/>
                          <a:pt x="5" y="4"/>
                          <a:pt x="5" y="4"/>
                        </a:cubicBezTo>
                        <a:cubicBezTo>
                          <a:pt x="5" y="4"/>
                          <a:pt x="5" y="4"/>
                          <a:pt x="5" y="4"/>
                        </a:cubicBezTo>
                        <a:cubicBezTo>
                          <a:pt x="5" y="4"/>
                          <a:pt x="5" y="3"/>
                          <a:pt x="5" y="3"/>
                        </a:cubicBezTo>
                        <a:cubicBezTo>
                          <a:pt x="5" y="3"/>
                          <a:pt x="6" y="3"/>
                          <a:pt x="6" y="3"/>
                        </a:cubicBezTo>
                        <a:cubicBezTo>
                          <a:pt x="6" y="3"/>
                          <a:pt x="5" y="3"/>
                          <a:pt x="5" y="3"/>
                        </a:cubicBezTo>
                        <a:cubicBezTo>
                          <a:pt x="5" y="3"/>
                          <a:pt x="5" y="2"/>
                          <a:pt x="5" y="2"/>
                        </a:cubicBezTo>
                        <a:cubicBezTo>
                          <a:pt x="6" y="1"/>
                          <a:pt x="6" y="1"/>
                          <a:pt x="6" y="1"/>
                        </a:cubicBezTo>
                        <a:cubicBezTo>
                          <a:pt x="6" y="1"/>
                          <a:pt x="6" y="1"/>
                          <a:pt x="6" y="1"/>
                        </a:cubicBezTo>
                        <a:cubicBezTo>
                          <a:pt x="6" y="1"/>
                          <a:pt x="6" y="1"/>
                          <a:pt x="6" y="1"/>
                        </a:cubicBezTo>
                        <a:cubicBezTo>
                          <a:pt x="6" y="0"/>
                          <a:pt x="6" y="0"/>
                          <a:pt x="6" y="0"/>
                        </a:cubicBezTo>
                        <a:cubicBezTo>
                          <a:pt x="5" y="0"/>
                          <a:pt x="5" y="0"/>
                          <a:pt x="5" y="0"/>
                        </a:cubicBezTo>
                        <a:cubicBezTo>
                          <a:pt x="5" y="0"/>
                          <a:pt x="5" y="0"/>
                          <a:pt x="5" y="0"/>
                        </a:cubicBezTo>
                        <a:cubicBezTo>
                          <a:pt x="4" y="0"/>
                          <a:pt x="4" y="0"/>
                          <a:pt x="4" y="0"/>
                        </a:cubicBezTo>
                        <a:cubicBezTo>
                          <a:pt x="4" y="0"/>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2" y="1"/>
                          <a:pt x="2" y="1"/>
                          <a:pt x="2" y="1"/>
                        </a:cubicBezTo>
                        <a:cubicBezTo>
                          <a:pt x="2" y="1"/>
                          <a:pt x="2" y="1"/>
                          <a:pt x="2" y="1"/>
                        </a:cubicBezTo>
                        <a:cubicBezTo>
                          <a:pt x="2" y="2"/>
                          <a:pt x="2" y="2"/>
                          <a:pt x="2"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0" y="3"/>
                          <a:pt x="0" y="3"/>
                          <a:pt x="0" y="3"/>
                        </a:cubicBezTo>
                        <a:cubicBezTo>
                          <a:pt x="0" y="4"/>
                          <a:pt x="0" y="4"/>
                          <a:pt x="0" y="4"/>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1" y="7"/>
                          <a:pt x="1" y="7"/>
                        </a:cubicBezTo>
                        <a:cubicBezTo>
                          <a:pt x="1" y="7"/>
                          <a:pt x="1" y="8"/>
                          <a:pt x="1" y="8"/>
                        </a:cubicBezTo>
                        <a:cubicBezTo>
                          <a:pt x="1" y="8"/>
                          <a:pt x="1" y="8"/>
                          <a:pt x="1" y="8"/>
                        </a:cubicBezTo>
                        <a:cubicBezTo>
                          <a:pt x="1" y="9"/>
                          <a:pt x="1" y="9"/>
                          <a:pt x="1" y="9"/>
                        </a:cubicBezTo>
                        <a:cubicBezTo>
                          <a:pt x="1" y="9"/>
                          <a:pt x="2" y="9"/>
                          <a:pt x="2" y="9"/>
                        </a:cubicBezTo>
                        <a:cubicBezTo>
                          <a:pt x="2" y="9"/>
                          <a:pt x="2" y="9"/>
                          <a:pt x="2" y="9"/>
                        </a:cubicBezTo>
                        <a:cubicBezTo>
                          <a:pt x="2" y="9"/>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2"/>
                        </a:cubicBezTo>
                        <a:cubicBezTo>
                          <a:pt x="0" y="12"/>
                          <a:pt x="0" y="12"/>
                          <a:pt x="0" y="12"/>
                        </a:cubicBezTo>
                        <a:cubicBezTo>
                          <a:pt x="0" y="12"/>
                          <a:pt x="1" y="12"/>
                          <a:pt x="1" y="12"/>
                        </a:cubicBezTo>
                        <a:cubicBezTo>
                          <a:pt x="1" y="12"/>
                          <a:pt x="1" y="13"/>
                          <a:pt x="2" y="13"/>
                        </a:cubicBezTo>
                        <a:cubicBezTo>
                          <a:pt x="2" y="13"/>
                          <a:pt x="2" y="14"/>
                          <a:pt x="3" y="14"/>
                        </a:cubicBezTo>
                        <a:cubicBezTo>
                          <a:pt x="3" y="14"/>
                          <a:pt x="3" y="14"/>
                          <a:pt x="3" y="15"/>
                        </a:cubicBezTo>
                        <a:cubicBezTo>
                          <a:pt x="3" y="15"/>
                          <a:pt x="3" y="15"/>
                          <a:pt x="3" y="16"/>
                        </a:cubicBezTo>
                        <a:cubicBezTo>
                          <a:pt x="3" y="16"/>
                          <a:pt x="3" y="17"/>
                          <a:pt x="3" y="17"/>
                        </a:cubicBezTo>
                        <a:cubicBezTo>
                          <a:pt x="3" y="18"/>
                          <a:pt x="3" y="19"/>
                          <a:pt x="3" y="19"/>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4" y="20"/>
                          <a:pt x="4" y="20"/>
                          <a:pt x="4" y="20"/>
                        </a:cubicBezTo>
                        <a:cubicBezTo>
                          <a:pt x="4" y="20"/>
                          <a:pt x="4" y="20"/>
                          <a:pt x="4" y="20"/>
                        </a:cubicBezTo>
                        <a:cubicBezTo>
                          <a:pt x="4" y="20"/>
                          <a:pt x="4" y="20"/>
                          <a:pt x="4" y="20"/>
                        </a:cubicBezTo>
                        <a:cubicBezTo>
                          <a:pt x="4" y="20"/>
                          <a:pt x="4" y="20"/>
                          <a:pt x="4" y="20"/>
                        </a:cubicBezTo>
                        <a:cubicBezTo>
                          <a:pt x="5" y="20"/>
                          <a:pt x="5" y="20"/>
                          <a:pt x="5" y="20"/>
                        </a:cubicBezTo>
                        <a:cubicBezTo>
                          <a:pt x="5" y="19"/>
                          <a:pt x="5" y="19"/>
                          <a:pt x="5" y="19"/>
                        </a:cubicBezTo>
                        <a:cubicBezTo>
                          <a:pt x="5" y="19"/>
                          <a:pt x="5" y="19"/>
                          <a:pt x="5" y="19"/>
                        </a:cubicBezTo>
                        <a:cubicBezTo>
                          <a:pt x="5" y="20"/>
                          <a:pt x="5" y="20"/>
                          <a:pt x="5" y="20"/>
                        </a:cubicBezTo>
                        <a:cubicBezTo>
                          <a:pt x="5" y="20"/>
                          <a:pt x="6" y="20"/>
                          <a:pt x="6" y="20"/>
                        </a:cubicBezTo>
                        <a:cubicBezTo>
                          <a:pt x="6" y="20"/>
                          <a:pt x="6" y="20"/>
                          <a:pt x="6" y="20"/>
                        </a:cubicBezTo>
                        <a:cubicBezTo>
                          <a:pt x="6" y="20"/>
                          <a:pt x="6" y="20"/>
                          <a:pt x="6" y="20"/>
                        </a:cubicBezTo>
                        <a:cubicBezTo>
                          <a:pt x="6" y="19"/>
                          <a:pt x="6" y="19"/>
                          <a:pt x="6" y="19"/>
                        </a:cubicBezTo>
                        <a:cubicBezTo>
                          <a:pt x="6" y="19"/>
                          <a:pt x="7" y="19"/>
                          <a:pt x="7" y="19"/>
                        </a:cubicBezTo>
                        <a:cubicBezTo>
                          <a:pt x="7" y="19"/>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19"/>
                          <a:pt x="9" y="19"/>
                          <a:pt x="9" y="19"/>
                        </a:cubicBezTo>
                        <a:cubicBezTo>
                          <a:pt x="9" y="19"/>
                          <a:pt x="9" y="19"/>
                          <a:pt x="9" y="19"/>
                        </a:cubicBezTo>
                        <a:cubicBezTo>
                          <a:pt x="9" y="19"/>
                          <a:pt x="9" y="19"/>
                          <a:pt x="9" y="19"/>
                        </a:cubicBezTo>
                        <a:cubicBezTo>
                          <a:pt x="10" y="19"/>
                          <a:pt x="10" y="19"/>
                          <a:pt x="10" y="19"/>
                        </a:cubicBezTo>
                        <a:cubicBezTo>
                          <a:pt x="11" y="19"/>
                          <a:pt x="11" y="19"/>
                          <a:pt x="11" y="19"/>
                        </a:cubicBezTo>
                        <a:cubicBezTo>
                          <a:pt x="11" y="19"/>
                          <a:pt x="11" y="19"/>
                          <a:pt x="12" y="18"/>
                        </a:cubicBezTo>
                        <a:cubicBezTo>
                          <a:pt x="12" y="18"/>
                          <a:pt x="12" y="18"/>
                          <a:pt x="12" y="18"/>
                        </a:cubicBezTo>
                        <a:cubicBezTo>
                          <a:pt x="12" y="18"/>
                          <a:pt x="12" y="18"/>
                          <a:pt x="12" y="18"/>
                        </a:cubicBezTo>
                        <a:cubicBezTo>
                          <a:pt x="13" y="18"/>
                          <a:pt x="13" y="18"/>
                          <a:pt x="13" y="17"/>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7" name="Freeform 727">
                    <a:extLst>
                      <a:ext uri="{FF2B5EF4-FFF2-40B4-BE49-F238E27FC236}">
                        <a16:creationId xmlns:a16="http://schemas.microsoft.com/office/drawing/2014/main" id="{0E66301A-8CB0-6C61-5BC0-E7CD3CAC1A38}"/>
                      </a:ext>
                    </a:extLst>
                  </p:cNvPr>
                  <p:cNvSpPr>
                    <a:spLocks noEditPoints="1"/>
                  </p:cNvSpPr>
                  <p:nvPr/>
                </p:nvSpPr>
                <p:spPr bwMode="auto">
                  <a:xfrm>
                    <a:off x="10253663" y="6162675"/>
                    <a:ext cx="50800" cy="69850"/>
                  </a:xfrm>
                  <a:custGeom>
                    <a:avLst/>
                    <a:gdLst>
                      <a:gd name="T0" fmla="*/ 11 w 12"/>
                      <a:gd name="T1" fmla="*/ 5 h 17"/>
                      <a:gd name="T2" fmla="*/ 11 w 12"/>
                      <a:gd name="T3" fmla="*/ 5 h 17"/>
                      <a:gd name="T4" fmla="*/ 11 w 12"/>
                      <a:gd name="T5" fmla="*/ 4 h 17"/>
                      <a:gd name="T6" fmla="*/ 8 w 12"/>
                      <a:gd name="T7" fmla="*/ 3 h 17"/>
                      <a:gd name="T8" fmla="*/ 9 w 12"/>
                      <a:gd name="T9" fmla="*/ 2 h 17"/>
                      <a:gd name="T10" fmla="*/ 7 w 12"/>
                      <a:gd name="T11" fmla="*/ 2 h 17"/>
                      <a:gd name="T12" fmla="*/ 8 w 12"/>
                      <a:gd name="T13" fmla="*/ 1 h 17"/>
                      <a:gd name="T14" fmla="*/ 8 w 12"/>
                      <a:gd name="T15" fmla="*/ 1 h 17"/>
                      <a:gd name="T16" fmla="*/ 7 w 12"/>
                      <a:gd name="T17" fmla="*/ 2 h 17"/>
                      <a:gd name="T18" fmla="*/ 10 w 12"/>
                      <a:gd name="T19" fmla="*/ 6 h 17"/>
                      <a:gd name="T20" fmla="*/ 9 w 12"/>
                      <a:gd name="T21" fmla="*/ 7 h 17"/>
                      <a:gd name="T22" fmla="*/ 9 w 12"/>
                      <a:gd name="T23" fmla="*/ 8 h 17"/>
                      <a:gd name="T24" fmla="*/ 10 w 12"/>
                      <a:gd name="T25" fmla="*/ 9 h 17"/>
                      <a:gd name="T26" fmla="*/ 10 w 12"/>
                      <a:gd name="T27" fmla="*/ 11 h 17"/>
                      <a:gd name="T28" fmla="*/ 8 w 12"/>
                      <a:gd name="T29" fmla="*/ 12 h 17"/>
                      <a:gd name="T30" fmla="*/ 7 w 12"/>
                      <a:gd name="T31" fmla="*/ 12 h 17"/>
                      <a:gd name="T32" fmla="*/ 5 w 12"/>
                      <a:gd name="T33" fmla="*/ 13 h 17"/>
                      <a:gd name="T34" fmla="*/ 4 w 12"/>
                      <a:gd name="T35" fmla="*/ 15 h 17"/>
                      <a:gd name="T36" fmla="*/ 3 w 12"/>
                      <a:gd name="T37" fmla="*/ 17 h 17"/>
                      <a:gd name="T38" fmla="*/ 1 w 12"/>
                      <a:gd name="T39" fmla="*/ 17 h 17"/>
                      <a:gd name="T40" fmla="*/ 1 w 12"/>
                      <a:gd name="T41" fmla="*/ 16 h 17"/>
                      <a:gd name="T42" fmla="*/ 0 w 12"/>
                      <a:gd name="T43" fmla="*/ 15 h 17"/>
                      <a:gd name="T44" fmla="*/ 0 w 12"/>
                      <a:gd name="T45" fmla="*/ 14 h 17"/>
                      <a:gd name="T46" fmla="*/ 0 w 12"/>
                      <a:gd name="T47" fmla="*/ 13 h 17"/>
                      <a:gd name="T48" fmla="*/ 1 w 12"/>
                      <a:gd name="T49" fmla="*/ 11 h 17"/>
                      <a:gd name="T50" fmla="*/ 2 w 12"/>
                      <a:gd name="T51" fmla="*/ 9 h 17"/>
                      <a:gd name="T52" fmla="*/ 3 w 12"/>
                      <a:gd name="T53" fmla="*/ 7 h 17"/>
                      <a:gd name="T54" fmla="*/ 5 w 12"/>
                      <a:gd name="T55" fmla="*/ 6 h 17"/>
                      <a:gd name="T56" fmla="*/ 6 w 12"/>
                      <a:gd name="T57" fmla="*/ 4 h 17"/>
                      <a:gd name="T58" fmla="*/ 7 w 12"/>
                      <a:gd name="T59" fmla="*/ 4 h 17"/>
                      <a:gd name="T60" fmla="*/ 7 w 12"/>
                      <a:gd name="T61" fmla="*/ 3 h 17"/>
                      <a:gd name="T62" fmla="*/ 8 w 12"/>
                      <a:gd name="T63" fmla="*/ 2 h 17"/>
                      <a:gd name="T64" fmla="*/ 8 w 12"/>
                      <a:gd name="T65" fmla="*/ 3 h 17"/>
                      <a:gd name="T66" fmla="*/ 7 w 12"/>
                      <a:gd name="T67" fmla="*/ 3 h 17"/>
                      <a:gd name="T68" fmla="*/ 7 w 12"/>
                      <a:gd name="T69" fmla="*/ 4 h 17"/>
                      <a:gd name="T70" fmla="*/ 8 w 12"/>
                      <a:gd name="T71" fmla="*/ 3 h 17"/>
                      <a:gd name="T72" fmla="*/ 7 w 12"/>
                      <a:gd name="T73" fmla="*/ 4 h 17"/>
                      <a:gd name="T74" fmla="*/ 8 w 12"/>
                      <a:gd name="T75" fmla="*/ 5 h 17"/>
                      <a:gd name="T76" fmla="*/ 7 w 12"/>
                      <a:gd name="T77" fmla="*/ 5 h 17"/>
                      <a:gd name="T78" fmla="*/ 9 w 12"/>
                      <a:gd name="T79" fmla="*/ 5 h 17"/>
                      <a:gd name="T80" fmla="*/ 9 w 12"/>
                      <a:gd name="T81" fmla="*/ 5 h 17"/>
                      <a:gd name="T82" fmla="*/ 8 w 12"/>
                      <a:gd name="T83" fmla="*/ 5 h 17"/>
                      <a:gd name="T84" fmla="*/ 9 w 12"/>
                      <a:gd name="T85" fmla="*/ 4 h 17"/>
                      <a:gd name="T86" fmla="*/ 10 w 12"/>
                      <a:gd name="T87" fmla="*/ 3 h 17"/>
                      <a:gd name="T88" fmla="*/ 10 w 12"/>
                      <a:gd name="T89" fmla="*/ 3 h 17"/>
                      <a:gd name="T90" fmla="*/ 11 w 12"/>
                      <a:gd name="T91" fmla="*/ 3 h 17"/>
                      <a:gd name="T92" fmla="*/ 10 w 12"/>
                      <a:gd name="T93" fmla="*/ 4 h 17"/>
                      <a:gd name="T94" fmla="*/ 10 w 12"/>
                      <a:gd name="T95" fmla="*/ 5 h 17"/>
                      <a:gd name="T96" fmla="*/ 8 w 12"/>
                      <a:gd name="T97" fmla="*/ 5 h 17"/>
                      <a:gd name="T98" fmla="*/ 9 w 12"/>
                      <a:gd name="T99" fmla="*/ 5 h 17"/>
                      <a:gd name="T100" fmla="*/ 11 w 12"/>
                      <a:gd name="T101"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 h="17">
                        <a:moveTo>
                          <a:pt x="11" y="4"/>
                        </a:moveTo>
                        <a:cubicBezTo>
                          <a:pt x="11" y="4"/>
                          <a:pt x="11" y="4"/>
                          <a:pt x="11" y="4"/>
                        </a:cubicBezTo>
                        <a:cubicBezTo>
                          <a:pt x="11" y="4"/>
                          <a:pt x="11" y="4"/>
                          <a:pt x="11" y="4"/>
                        </a:cubicBezTo>
                        <a:cubicBezTo>
                          <a:pt x="11" y="4"/>
                          <a:pt x="12" y="5"/>
                          <a:pt x="11" y="5"/>
                        </a:cubicBezTo>
                        <a:cubicBezTo>
                          <a:pt x="11" y="5"/>
                          <a:pt x="11" y="5"/>
                          <a:pt x="11" y="5"/>
                        </a:cubicBezTo>
                        <a:cubicBezTo>
                          <a:pt x="11" y="5"/>
                          <a:pt x="11" y="5"/>
                          <a:pt x="11" y="5"/>
                        </a:cubicBezTo>
                        <a:cubicBezTo>
                          <a:pt x="11" y="5"/>
                          <a:pt x="11" y="5"/>
                          <a:pt x="11" y="5"/>
                        </a:cubicBezTo>
                        <a:cubicBezTo>
                          <a:pt x="11" y="5"/>
                          <a:pt x="10" y="5"/>
                          <a:pt x="10" y="5"/>
                        </a:cubicBezTo>
                        <a:cubicBezTo>
                          <a:pt x="10" y="5"/>
                          <a:pt x="10" y="5"/>
                          <a:pt x="10" y="5"/>
                        </a:cubicBezTo>
                        <a:cubicBezTo>
                          <a:pt x="11" y="5"/>
                          <a:pt x="11" y="5"/>
                          <a:pt x="11" y="5"/>
                        </a:cubicBezTo>
                        <a:cubicBezTo>
                          <a:pt x="11" y="4"/>
                          <a:pt x="11" y="4"/>
                          <a:pt x="11" y="4"/>
                        </a:cubicBezTo>
                        <a:cubicBezTo>
                          <a:pt x="11" y="5"/>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2" y="4"/>
                          <a:pt x="12" y="4"/>
                          <a:pt x="12" y="4"/>
                        </a:cubicBezTo>
                        <a:cubicBezTo>
                          <a:pt x="12" y="4"/>
                          <a:pt x="12" y="4"/>
                          <a:pt x="11" y="4"/>
                        </a:cubicBezTo>
                        <a:close/>
                        <a:moveTo>
                          <a:pt x="8" y="3"/>
                        </a:moveTo>
                        <a:cubicBezTo>
                          <a:pt x="8" y="3"/>
                          <a:pt x="8" y="3"/>
                          <a:pt x="9" y="3"/>
                        </a:cubicBezTo>
                        <a:cubicBezTo>
                          <a:pt x="9" y="3"/>
                          <a:pt x="9" y="3"/>
                          <a:pt x="9" y="3"/>
                        </a:cubicBezTo>
                        <a:cubicBezTo>
                          <a:pt x="9" y="3"/>
                          <a:pt x="9" y="3"/>
                          <a:pt x="9" y="3"/>
                        </a:cubicBezTo>
                        <a:cubicBezTo>
                          <a:pt x="9" y="3"/>
                          <a:pt x="9" y="3"/>
                          <a:pt x="8" y="3"/>
                        </a:cubicBezTo>
                        <a:close/>
                        <a:moveTo>
                          <a:pt x="9" y="2"/>
                        </a:moveTo>
                        <a:cubicBezTo>
                          <a:pt x="9" y="2"/>
                          <a:pt x="9" y="3"/>
                          <a:pt x="9" y="3"/>
                        </a:cubicBezTo>
                        <a:cubicBezTo>
                          <a:pt x="9" y="3"/>
                          <a:pt x="9" y="3"/>
                          <a:pt x="9" y="2"/>
                        </a:cubicBezTo>
                        <a:close/>
                        <a:moveTo>
                          <a:pt x="7" y="2"/>
                        </a:moveTo>
                        <a:cubicBezTo>
                          <a:pt x="7" y="2"/>
                          <a:pt x="7" y="2"/>
                          <a:pt x="7" y="2"/>
                        </a:cubicBezTo>
                        <a:cubicBezTo>
                          <a:pt x="7" y="2"/>
                          <a:pt x="7" y="2"/>
                          <a:pt x="7" y="2"/>
                        </a:cubicBezTo>
                        <a:cubicBezTo>
                          <a:pt x="7" y="2"/>
                          <a:pt x="7" y="2"/>
                          <a:pt x="7" y="2"/>
                        </a:cubicBezTo>
                        <a:cubicBezTo>
                          <a:pt x="8" y="2"/>
                          <a:pt x="8" y="2"/>
                          <a:pt x="8" y="1"/>
                        </a:cubicBezTo>
                        <a:cubicBezTo>
                          <a:pt x="8" y="1"/>
                          <a:pt x="8" y="1"/>
                          <a:pt x="8" y="1"/>
                        </a:cubicBezTo>
                        <a:cubicBezTo>
                          <a:pt x="8" y="1"/>
                          <a:pt x="8" y="1"/>
                          <a:pt x="8" y="1"/>
                        </a:cubicBezTo>
                        <a:cubicBezTo>
                          <a:pt x="8" y="1"/>
                          <a:pt x="8" y="1"/>
                          <a:pt x="8" y="1"/>
                        </a:cubicBezTo>
                        <a:cubicBezTo>
                          <a:pt x="8" y="1"/>
                          <a:pt x="8" y="1"/>
                          <a:pt x="8" y="1"/>
                        </a:cubicBezTo>
                        <a:cubicBezTo>
                          <a:pt x="9" y="1"/>
                          <a:pt x="8" y="1"/>
                          <a:pt x="8" y="0"/>
                        </a:cubicBezTo>
                        <a:cubicBezTo>
                          <a:pt x="8" y="0"/>
                          <a:pt x="9" y="0"/>
                          <a:pt x="8" y="0"/>
                        </a:cubicBezTo>
                        <a:cubicBezTo>
                          <a:pt x="8" y="0"/>
                          <a:pt x="8" y="0"/>
                          <a:pt x="8" y="0"/>
                        </a:cubicBezTo>
                        <a:cubicBezTo>
                          <a:pt x="8" y="1"/>
                          <a:pt x="8" y="1"/>
                          <a:pt x="8" y="1"/>
                        </a:cubicBezTo>
                        <a:cubicBezTo>
                          <a:pt x="8" y="1"/>
                          <a:pt x="8" y="1"/>
                          <a:pt x="8" y="1"/>
                        </a:cubicBezTo>
                        <a:cubicBezTo>
                          <a:pt x="8" y="1"/>
                          <a:pt x="8" y="1"/>
                          <a:pt x="8" y="0"/>
                        </a:cubicBezTo>
                        <a:cubicBezTo>
                          <a:pt x="8" y="1"/>
                          <a:pt x="8" y="1"/>
                          <a:pt x="8" y="1"/>
                        </a:cubicBezTo>
                        <a:cubicBezTo>
                          <a:pt x="7" y="1"/>
                          <a:pt x="7" y="1"/>
                          <a:pt x="8" y="1"/>
                        </a:cubicBezTo>
                        <a:cubicBezTo>
                          <a:pt x="8" y="2"/>
                          <a:pt x="8" y="2"/>
                          <a:pt x="7" y="2"/>
                        </a:cubicBezTo>
                        <a:cubicBezTo>
                          <a:pt x="7" y="1"/>
                          <a:pt x="7" y="1"/>
                          <a:pt x="7" y="1"/>
                        </a:cubicBezTo>
                        <a:cubicBezTo>
                          <a:pt x="7" y="2"/>
                          <a:pt x="7" y="2"/>
                          <a:pt x="7" y="2"/>
                        </a:cubicBezTo>
                        <a:close/>
                        <a:moveTo>
                          <a:pt x="10" y="6"/>
                        </a:moveTo>
                        <a:cubicBezTo>
                          <a:pt x="10" y="6"/>
                          <a:pt x="10" y="6"/>
                          <a:pt x="10" y="6"/>
                        </a:cubicBezTo>
                        <a:cubicBezTo>
                          <a:pt x="10" y="6"/>
                          <a:pt x="10" y="6"/>
                          <a:pt x="10" y="6"/>
                        </a:cubicBezTo>
                        <a:cubicBezTo>
                          <a:pt x="10" y="6"/>
                          <a:pt x="10" y="6"/>
                          <a:pt x="10" y="6"/>
                        </a:cubicBezTo>
                        <a:cubicBezTo>
                          <a:pt x="10" y="6"/>
                          <a:pt x="10" y="6"/>
                          <a:pt x="9" y="6"/>
                        </a:cubicBezTo>
                        <a:cubicBezTo>
                          <a:pt x="9" y="6"/>
                          <a:pt x="9" y="6"/>
                          <a:pt x="9" y="6"/>
                        </a:cubicBezTo>
                        <a:cubicBezTo>
                          <a:pt x="9" y="6"/>
                          <a:pt x="9" y="6"/>
                          <a:pt x="9" y="6"/>
                        </a:cubicBezTo>
                        <a:cubicBezTo>
                          <a:pt x="9" y="7"/>
                          <a:pt x="9" y="7"/>
                          <a:pt x="9" y="7"/>
                        </a:cubicBezTo>
                        <a:cubicBezTo>
                          <a:pt x="9" y="7"/>
                          <a:pt x="9" y="7"/>
                          <a:pt x="9" y="7"/>
                        </a:cubicBezTo>
                        <a:cubicBezTo>
                          <a:pt x="9" y="7"/>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10" y="8"/>
                        </a:cubicBezTo>
                        <a:cubicBezTo>
                          <a:pt x="10" y="8"/>
                          <a:pt x="10" y="8"/>
                          <a:pt x="10" y="8"/>
                        </a:cubicBezTo>
                        <a:cubicBezTo>
                          <a:pt x="10" y="8"/>
                          <a:pt x="10" y="8"/>
                          <a:pt x="10" y="8"/>
                        </a:cubicBezTo>
                        <a:cubicBezTo>
                          <a:pt x="10" y="9"/>
                          <a:pt x="10" y="9"/>
                          <a:pt x="10" y="9"/>
                        </a:cubicBezTo>
                        <a:cubicBezTo>
                          <a:pt x="10" y="9"/>
                          <a:pt x="10" y="9"/>
                          <a:pt x="10" y="10"/>
                        </a:cubicBezTo>
                        <a:cubicBezTo>
                          <a:pt x="10" y="10"/>
                          <a:pt x="10" y="10"/>
                          <a:pt x="10" y="10"/>
                        </a:cubicBezTo>
                        <a:cubicBezTo>
                          <a:pt x="10" y="10"/>
                          <a:pt x="11" y="10"/>
                          <a:pt x="11" y="10"/>
                        </a:cubicBezTo>
                        <a:cubicBezTo>
                          <a:pt x="11" y="10"/>
                          <a:pt x="11" y="10"/>
                          <a:pt x="10" y="10"/>
                        </a:cubicBezTo>
                        <a:cubicBezTo>
                          <a:pt x="10" y="10"/>
                          <a:pt x="10" y="11"/>
                          <a:pt x="10" y="11"/>
                        </a:cubicBezTo>
                        <a:cubicBezTo>
                          <a:pt x="10" y="11"/>
                          <a:pt x="10" y="11"/>
                          <a:pt x="10" y="11"/>
                        </a:cubicBezTo>
                        <a:cubicBezTo>
                          <a:pt x="10"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7" y="12"/>
                          <a:pt x="7" y="12"/>
                        </a:cubicBezTo>
                        <a:cubicBezTo>
                          <a:pt x="7" y="12"/>
                          <a:pt x="7" y="12"/>
                          <a:pt x="7" y="12"/>
                        </a:cubicBezTo>
                        <a:cubicBezTo>
                          <a:pt x="7" y="12"/>
                          <a:pt x="7" y="12"/>
                          <a:pt x="7" y="12"/>
                        </a:cubicBezTo>
                        <a:cubicBezTo>
                          <a:pt x="7" y="12"/>
                          <a:pt x="7" y="12"/>
                          <a:pt x="7" y="12"/>
                        </a:cubicBezTo>
                        <a:cubicBezTo>
                          <a:pt x="7" y="12"/>
                          <a:pt x="6" y="13"/>
                          <a:pt x="6" y="13"/>
                        </a:cubicBezTo>
                        <a:cubicBezTo>
                          <a:pt x="6" y="13"/>
                          <a:pt x="6" y="13"/>
                          <a:pt x="6" y="13"/>
                        </a:cubicBezTo>
                        <a:cubicBezTo>
                          <a:pt x="6" y="13"/>
                          <a:pt x="6" y="13"/>
                          <a:pt x="6"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4" y="15"/>
                          <a:pt x="4" y="15"/>
                          <a:pt x="4" y="15"/>
                        </a:cubicBezTo>
                        <a:cubicBezTo>
                          <a:pt x="4" y="15"/>
                          <a:pt x="4" y="15"/>
                          <a:pt x="4" y="15"/>
                        </a:cubicBezTo>
                        <a:cubicBezTo>
                          <a:pt x="4" y="15"/>
                          <a:pt x="3" y="16"/>
                          <a:pt x="3" y="16"/>
                        </a:cubicBezTo>
                        <a:cubicBezTo>
                          <a:pt x="3" y="16"/>
                          <a:pt x="3" y="16"/>
                          <a:pt x="3" y="16"/>
                        </a:cubicBezTo>
                        <a:cubicBezTo>
                          <a:pt x="3" y="16"/>
                          <a:pt x="3" y="16"/>
                          <a:pt x="3" y="16"/>
                        </a:cubicBezTo>
                        <a:cubicBezTo>
                          <a:pt x="3" y="16"/>
                          <a:pt x="3" y="16"/>
                          <a:pt x="3" y="16"/>
                        </a:cubicBezTo>
                        <a:cubicBezTo>
                          <a:pt x="3" y="16"/>
                          <a:pt x="3" y="17"/>
                          <a:pt x="3" y="17"/>
                        </a:cubicBezTo>
                        <a:cubicBezTo>
                          <a:pt x="3" y="17"/>
                          <a:pt x="2" y="17"/>
                          <a:pt x="2" y="17"/>
                        </a:cubicBezTo>
                        <a:cubicBezTo>
                          <a:pt x="2" y="17"/>
                          <a:pt x="2" y="17"/>
                          <a:pt x="2" y="17"/>
                        </a:cubicBezTo>
                        <a:cubicBezTo>
                          <a:pt x="2" y="17"/>
                          <a:pt x="2" y="17"/>
                          <a:pt x="2" y="17"/>
                        </a:cubicBezTo>
                        <a:cubicBezTo>
                          <a:pt x="2" y="17"/>
                          <a:pt x="2" y="17"/>
                          <a:pt x="2" y="17"/>
                        </a:cubicBezTo>
                        <a:cubicBezTo>
                          <a:pt x="2" y="17"/>
                          <a:pt x="1" y="17"/>
                          <a:pt x="1" y="17"/>
                        </a:cubicBezTo>
                        <a:cubicBezTo>
                          <a:pt x="1" y="17"/>
                          <a:pt x="2" y="16"/>
                          <a:pt x="2" y="16"/>
                        </a:cubicBezTo>
                        <a:cubicBezTo>
                          <a:pt x="2" y="16"/>
                          <a:pt x="2" y="16"/>
                          <a:pt x="2" y="16"/>
                        </a:cubicBezTo>
                        <a:cubicBezTo>
                          <a:pt x="2" y="16"/>
                          <a:pt x="1" y="16"/>
                          <a:pt x="1" y="16"/>
                        </a:cubicBezTo>
                        <a:cubicBezTo>
                          <a:pt x="1" y="16"/>
                          <a:pt x="1" y="16"/>
                          <a:pt x="1" y="16"/>
                        </a:cubicBezTo>
                        <a:cubicBezTo>
                          <a:pt x="1" y="16"/>
                          <a:pt x="1" y="16"/>
                          <a:pt x="1" y="16"/>
                        </a:cubicBezTo>
                        <a:cubicBezTo>
                          <a:pt x="1" y="16"/>
                          <a:pt x="1" y="16"/>
                          <a:pt x="1" y="15"/>
                        </a:cubicBezTo>
                        <a:cubicBezTo>
                          <a:pt x="1" y="15"/>
                          <a:pt x="1" y="15"/>
                          <a:pt x="1" y="15"/>
                        </a:cubicBezTo>
                        <a:cubicBezTo>
                          <a:pt x="1" y="15"/>
                          <a:pt x="1" y="15"/>
                          <a:pt x="1" y="15"/>
                        </a:cubicBezTo>
                        <a:cubicBezTo>
                          <a:pt x="1" y="16"/>
                          <a:pt x="1" y="15"/>
                          <a:pt x="1" y="15"/>
                        </a:cubicBezTo>
                        <a:cubicBezTo>
                          <a:pt x="0" y="15"/>
                          <a:pt x="0" y="15"/>
                          <a:pt x="0" y="15"/>
                        </a:cubicBezTo>
                        <a:cubicBezTo>
                          <a:pt x="0" y="15"/>
                          <a:pt x="1" y="15"/>
                          <a:pt x="1" y="15"/>
                        </a:cubicBezTo>
                        <a:cubicBezTo>
                          <a:pt x="1" y="15"/>
                          <a:pt x="0" y="15"/>
                          <a:pt x="0" y="15"/>
                        </a:cubicBezTo>
                        <a:cubicBezTo>
                          <a:pt x="0" y="15"/>
                          <a:pt x="0" y="14"/>
                          <a:pt x="0" y="14"/>
                        </a:cubicBezTo>
                        <a:cubicBezTo>
                          <a:pt x="0" y="14"/>
                          <a:pt x="0" y="14"/>
                          <a:pt x="0" y="14"/>
                        </a:cubicBezTo>
                        <a:cubicBezTo>
                          <a:pt x="0" y="14"/>
                          <a:pt x="0" y="14"/>
                          <a:pt x="0" y="14"/>
                        </a:cubicBezTo>
                        <a:cubicBezTo>
                          <a:pt x="0" y="14"/>
                          <a:pt x="0" y="14"/>
                          <a:pt x="0" y="14"/>
                        </a:cubicBezTo>
                        <a:cubicBezTo>
                          <a:pt x="0" y="14"/>
                          <a:pt x="0" y="13"/>
                          <a:pt x="0" y="13"/>
                        </a:cubicBezTo>
                        <a:cubicBezTo>
                          <a:pt x="0" y="13"/>
                          <a:pt x="0" y="13"/>
                          <a:pt x="0" y="13"/>
                        </a:cubicBezTo>
                        <a:cubicBezTo>
                          <a:pt x="0" y="13"/>
                          <a:pt x="0" y="13"/>
                          <a:pt x="0" y="13"/>
                        </a:cubicBezTo>
                        <a:cubicBezTo>
                          <a:pt x="0" y="13"/>
                          <a:pt x="0" y="13"/>
                          <a:pt x="0" y="13"/>
                        </a:cubicBezTo>
                        <a:cubicBezTo>
                          <a:pt x="0" y="13"/>
                          <a:pt x="0" y="12"/>
                          <a:pt x="0" y="12"/>
                        </a:cubicBezTo>
                        <a:cubicBezTo>
                          <a:pt x="0" y="12"/>
                          <a:pt x="0" y="12"/>
                          <a:pt x="0" y="12"/>
                        </a:cubicBezTo>
                        <a:cubicBezTo>
                          <a:pt x="0" y="12"/>
                          <a:pt x="0" y="12"/>
                          <a:pt x="0" y="12"/>
                        </a:cubicBezTo>
                        <a:cubicBezTo>
                          <a:pt x="0" y="12"/>
                          <a:pt x="0" y="11"/>
                          <a:pt x="0" y="11"/>
                        </a:cubicBezTo>
                        <a:cubicBezTo>
                          <a:pt x="0" y="11"/>
                          <a:pt x="1" y="11"/>
                          <a:pt x="1" y="11"/>
                        </a:cubicBezTo>
                        <a:cubicBezTo>
                          <a:pt x="1" y="11"/>
                          <a:pt x="1" y="10"/>
                          <a:pt x="1" y="10"/>
                        </a:cubicBezTo>
                        <a:cubicBezTo>
                          <a:pt x="1" y="10"/>
                          <a:pt x="1" y="10"/>
                          <a:pt x="1" y="10"/>
                        </a:cubicBezTo>
                        <a:cubicBezTo>
                          <a:pt x="1" y="10"/>
                          <a:pt x="1" y="10"/>
                          <a:pt x="1" y="10"/>
                        </a:cubicBezTo>
                        <a:cubicBezTo>
                          <a:pt x="1" y="10"/>
                          <a:pt x="2" y="10"/>
                          <a:pt x="2" y="10"/>
                        </a:cubicBezTo>
                        <a:cubicBezTo>
                          <a:pt x="2" y="10"/>
                          <a:pt x="2" y="9"/>
                          <a:pt x="2" y="9"/>
                        </a:cubicBezTo>
                        <a:cubicBezTo>
                          <a:pt x="2" y="9"/>
                          <a:pt x="2" y="9"/>
                          <a:pt x="2" y="9"/>
                        </a:cubicBezTo>
                        <a:cubicBezTo>
                          <a:pt x="3" y="8"/>
                          <a:pt x="3" y="8"/>
                          <a:pt x="3" y="8"/>
                        </a:cubicBezTo>
                        <a:cubicBezTo>
                          <a:pt x="3" y="8"/>
                          <a:pt x="3" y="8"/>
                          <a:pt x="3" y="8"/>
                        </a:cubicBezTo>
                        <a:cubicBezTo>
                          <a:pt x="4" y="8"/>
                          <a:pt x="4" y="8"/>
                          <a:pt x="4" y="8"/>
                        </a:cubicBezTo>
                        <a:cubicBezTo>
                          <a:pt x="4" y="8"/>
                          <a:pt x="4" y="8"/>
                          <a:pt x="3" y="7"/>
                        </a:cubicBezTo>
                        <a:cubicBezTo>
                          <a:pt x="3" y="7"/>
                          <a:pt x="3" y="7"/>
                          <a:pt x="3" y="7"/>
                        </a:cubicBezTo>
                        <a:cubicBezTo>
                          <a:pt x="3" y="7"/>
                          <a:pt x="4" y="7"/>
                          <a:pt x="4" y="7"/>
                        </a:cubicBezTo>
                        <a:cubicBezTo>
                          <a:pt x="4" y="7"/>
                          <a:pt x="4" y="7"/>
                          <a:pt x="4" y="7"/>
                        </a:cubicBezTo>
                        <a:cubicBezTo>
                          <a:pt x="4" y="7"/>
                          <a:pt x="4" y="7"/>
                          <a:pt x="4" y="7"/>
                        </a:cubicBezTo>
                        <a:cubicBezTo>
                          <a:pt x="4" y="7"/>
                          <a:pt x="5" y="6"/>
                          <a:pt x="5" y="6"/>
                        </a:cubicBezTo>
                        <a:cubicBezTo>
                          <a:pt x="5" y="6"/>
                          <a:pt x="5" y="5"/>
                          <a:pt x="5" y="5"/>
                        </a:cubicBezTo>
                        <a:cubicBezTo>
                          <a:pt x="5" y="5"/>
                          <a:pt x="5" y="5"/>
                          <a:pt x="5" y="5"/>
                        </a:cubicBezTo>
                        <a:cubicBezTo>
                          <a:pt x="5" y="5"/>
                          <a:pt x="6" y="4"/>
                          <a:pt x="6" y="4"/>
                        </a:cubicBezTo>
                        <a:cubicBezTo>
                          <a:pt x="6" y="4"/>
                          <a:pt x="6" y="4"/>
                          <a:pt x="6" y="4"/>
                        </a:cubicBezTo>
                        <a:cubicBezTo>
                          <a:pt x="6" y="4"/>
                          <a:pt x="6" y="4"/>
                          <a:pt x="6" y="4"/>
                        </a:cubicBezTo>
                        <a:cubicBezTo>
                          <a:pt x="6" y="4"/>
                          <a:pt x="6" y="3"/>
                          <a:pt x="6" y="3"/>
                        </a:cubicBezTo>
                        <a:cubicBezTo>
                          <a:pt x="6" y="3"/>
                          <a:pt x="6" y="4"/>
                          <a:pt x="6" y="4"/>
                        </a:cubicBezTo>
                        <a:cubicBezTo>
                          <a:pt x="6" y="4"/>
                          <a:pt x="6" y="4"/>
                          <a:pt x="6" y="4"/>
                        </a:cubicBezTo>
                        <a:cubicBezTo>
                          <a:pt x="6" y="4"/>
                          <a:pt x="6" y="4"/>
                          <a:pt x="6" y="4"/>
                        </a:cubicBezTo>
                        <a:cubicBezTo>
                          <a:pt x="6" y="4"/>
                          <a:pt x="6" y="4"/>
                          <a:pt x="7" y="4"/>
                        </a:cubicBezTo>
                        <a:cubicBezTo>
                          <a:pt x="7" y="4"/>
                          <a:pt x="7" y="3"/>
                          <a:pt x="7" y="3"/>
                        </a:cubicBezTo>
                        <a:cubicBezTo>
                          <a:pt x="7" y="3"/>
                          <a:pt x="7" y="3"/>
                          <a:pt x="7" y="3"/>
                        </a:cubicBezTo>
                        <a:cubicBezTo>
                          <a:pt x="7" y="3"/>
                          <a:pt x="7" y="3"/>
                          <a:pt x="7" y="3"/>
                        </a:cubicBezTo>
                        <a:cubicBezTo>
                          <a:pt x="7" y="3"/>
                          <a:pt x="6" y="3"/>
                          <a:pt x="7" y="3"/>
                        </a:cubicBezTo>
                        <a:cubicBezTo>
                          <a:pt x="7" y="3"/>
                          <a:pt x="7" y="3"/>
                          <a:pt x="7" y="3"/>
                        </a:cubicBezTo>
                        <a:cubicBezTo>
                          <a:pt x="7" y="3"/>
                          <a:pt x="7" y="3"/>
                          <a:pt x="7" y="3"/>
                        </a:cubicBezTo>
                        <a:cubicBezTo>
                          <a:pt x="7" y="3"/>
                          <a:pt x="7" y="3"/>
                          <a:pt x="8" y="2"/>
                        </a:cubicBezTo>
                        <a:cubicBezTo>
                          <a:pt x="8" y="3"/>
                          <a:pt x="8" y="3"/>
                          <a:pt x="8" y="3"/>
                        </a:cubicBezTo>
                        <a:cubicBezTo>
                          <a:pt x="8" y="3"/>
                          <a:pt x="8" y="2"/>
                          <a:pt x="8" y="2"/>
                        </a:cubicBezTo>
                        <a:cubicBezTo>
                          <a:pt x="8" y="2"/>
                          <a:pt x="8" y="2"/>
                          <a:pt x="8" y="2"/>
                        </a:cubicBezTo>
                        <a:cubicBezTo>
                          <a:pt x="9" y="2"/>
                          <a:pt x="9" y="2"/>
                          <a:pt x="9" y="2"/>
                        </a:cubicBezTo>
                        <a:cubicBezTo>
                          <a:pt x="9" y="2"/>
                          <a:pt x="9" y="2"/>
                          <a:pt x="9" y="2"/>
                        </a:cubicBezTo>
                        <a:cubicBezTo>
                          <a:pt x="8" y="2"/>
                          <a:pt x="8" y="2"/>
                          <a:pt x="8" y="2"/>
                        </a:cubicBezTo>
                        <a:cubicBezTo>
                          <a:pt x="8" y="3"/>
                          <a:pt x="8" y="2"/>
                          <a:pt x="8" y="3"/>
                        </a:cubicBezTo>
                        <a:cubicBezTo>
                          <a:pt x="8" y="3"/>
                          <a:pt x="8" y="3"/>
                          <a:pt x="8" y="3"/>
                        </a:cubicBezTo>
                        <a:cubicBezTo>
                          <a:pt x="8" y="3"/>
                          <a:pt x="8" y="3"/>
                          <a:pt x="8" y="3"/>
                        </a:cubicBezTo>
                        <a:cubicBezTo>
                          <a:pt x="8" y="3"/>
                          <a:pt x="8" y="3"/>
                          <a:pt x="8" y="3"/>
                        </a:cubicBezTo>
                        <a:cubicBezTo>
                          <a:pt x="8"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4"/>
                        </a:cubicBezTo>
                        <a:cubicBezTo>
                          <a:pt x="7" y="4"/>
                          <a:pt x="7" y="4"/>
                          <a:pt x="7" y="4"/>
                        </a:cubicBezTo>
                        <a:cubicBezTo>
                          <a:pt x="7" y="4"/>
                          <a:pt x="7" y="4"/>
                          <a:pt x="8" y="4"/>
                        </a:cubicBezTo>
                        <a:cubicBezTo>
                          <a:pt x="8" y="3"/>
                          <a:pt x="8" y="3"/>
                          <a:pt x="8" y="3"/>
                        </a:cubicBezTo>
                        <a:cubicBezTo>
                          <a:pt x="8" y="3"/>
                          <a:pt x="8" y="3"/>
                          <a:pt x="8" y="3"/>
                        </a:cubicBezTo>
                        <a:cubicBezTo>
                          <a:pt x="8" y="3"/>
                          <a:pt x="8" y="3"/>
                          <a:pt x="8" y="3"/>
                        </a:cubicBezTo>
                        <a:cubicBezTo>
                          <a:pt x="8" y="4"/>
                          <a:pt x="8" y="4"/>
                          <a:pt x="8" y="4"/>
                        </a:cubicBezTo>
                        <a:cubicBezTo>
                          <a:pt x="8" y="4"/>
                          <a:pt x="8" y="4"/>
                          <a:pt x="8" y="4"/>
                        </a:cubicBezTo>
                        <a:cubicBezTo>
                          <a:pt x="8" y="4"/>
                          <a:pt x="8" y="4"/>
                          <a:pt x="8" y="4"/>
                        </a:cubicBezTo>
                        <a:cubicBezTo>
                          <a:pt x="8" y="4"/>
                          <a:pt x="8" y="4"/>
                          <a:pt x="8" y="4"/>
                        </a:cubicBezTo>
                        <a:cubicBezTo>
                          <a:pt x="8" y="4"/>
                          <a:pt x="7" y="4"/>
                          <a:pt x="7" y="4"/>
                        </a:cubicBezTo>
                        <a:cubicBezTo>
                          <a:pt x="7" y="4"/>
                          <a:pt x="7" y="4"/>
                          <a:pt x="7" y="4"/>
                        </a:cubicBezTo>
                        <a:cubicBezTo>
                          <a:pt x="7" y="4"/>
                          <a:pt x="7" y="5"/>
                          <a:pt x="7" y="4"/>
                        </a:cubicBezTo>
                        <a:cubicBezTo>
                          <a:pt x="7" y="4"/>
                          <a:pt x="7" y="4"/>
                          <a:pt x="8" y="4"/>
                        </a:cubicBezTo>
                        <a:cubicBezTo>
                          <a:pt x="8" y="4"/>
                          <a:pt x="8" y="4"/>
                          <a:pt x="8" y="4"/>
                        </a:cubicBezTo>
                        <a:cubicBezTo>
                          <a:pt x="8" y="4"/>
                          <a:pt x="8" y="5"/>
                          <a:pt x="8" y="5"/>
                        </a:cubicBezTo>
                        <a:cubicBezTo>
                          <a:pt x="8" y="5"/>
                          <a:pt x="8" y="5"/>
                          <a:pt x="7" y="5"/>
                        </a:cubicBezTo>
                        <a:cubicBezTo>
                          <a:pt x="7" y="5"/>
                          <a:pt x="7" y="5"/>
                          <a:pt x="7" y="5"/>
                        </a:cubicBezTo>
                        <a:cubicBezTo>
                          <a:pt x="7" y="5"/>
                          <a:pt x="7" y="5"/>
                          <a:pt x="7" y="5"/>
                        </a:cubicBezTo>
                        <a:cubicBezTo>
                          <a:pt x="7" y="5"/>
                          <a:pt x="7" y="5"/>
                          <a:pt x="7" y="5"/>
                        </a:cubicBezTo>
                        <a:cubicBezTo>
                          <a:pt x="7" y="5"/>
                          <a:pt x="7" y="5"/>
                          <a:pt x="7" y="5"/>
                        </a:cubicBezTo>
                        <a:cubicBezTo>
                          <a:pt x="8" y="6"/>
                          <a:pt x="8" y="5"/>
                          <a:pt x="8" y="5"/>
                        </a:cubicBezTo>
                        <a:cubicBezTo>
                          <a:pt x="8" y="5"/>
                          <a:pt x="8" y="5"/>
                          <a:pt x="8" y="5"/>
                        </a:cubicBezTo>
                        <a:cubicBezTo>
                          <a:pt x="8" y="5"/>
                          <a:pt x="8" y="5"/>
                          <a:pt x="8" y="5"/>
                        </a:cubicBezTo>
                        <a:cubicBezTo>
                          <a:pt x="8" y="5"/>
                          <a:pt x="8" y="5"/>
                          <a:pt x="8" y="5"/>
                        </a:cubicBezTo>
                        <a:cubicBezTo>
                          <a:pt x="9" y="5"/>
                          <a:pt x="9" y="5"/>
                          <a:pt x="9" y="5"/>
                        </a:cubicBezTo>
                        <a:cubicBezTo>
                          <a:pt x="9" y="5"/>
                          <a:pt x="10" y="5"/>
                          <a:pt x="10" y="4"/>
                        </a:cubicBezTo>
                        <a:cubicBezTo>
                          <a:pt x="10" y="4"/>
                          <a:pt x="10" y="4"/>
                          <a:pt x="10" y="4"/>
                        </a:cubicBezTo>
                        <a:cubicBezTo>
                          <a:pt x="9" y="5"/>
                          <a:pt x="9" y="5"/>
                          <a:pt x="9" y="4"/>
                        </a:cubicBezTo>
                        <a:cubicBezTo>
                          <a:pt x="9" y="4"/>
                          <a:pt x="9" y="4"/>
                          <a:pt x="9" y="4"/>
                        </a:cubicBezTo>
                        <a:cubicBezTo>
                          <a:pt x="9" y="4"/>
                          <a:pt x="9" y="5"/>
                          <a:pt x="9" y="5"/>
                        </a:cubicBezTo>
                        <a:cubicBezTo>
                          <a:pt x="9" y="5"/>
                          <a:pt x="9" y="5"/>
                          <a:pt x="9" y="5"/>
                        </a:cubicBezTo>
                        <a:cubicBezTo>
                          <a:pt x="9" y="5"/>
                          <a:pt x="8" y="5"/>
                          <a:pt x="8" y="5"/>
                        </a:cubicBezTo>
                        <a:cubicBezTo>
                          <a:pt x="8" y="5"/>
                          <a:pt x="8" y="5"/>
                          <a:pt x="8" y="5"/>
                        </a:cubicBezTo>
                        <a:cubicBezTo>
                          <a:pt x="8" y="5"/>
                          <a:pt x="8" y="5"/>
                          <a:pt x="8" y="5"/>
                        </a:cubicBezTo>
                        <a:cubicBezTo>
                          <a:pt x="8" y="5"/>
                          <a:pt x="8" y="5"/>
                          <a:pt x="8" y="5"/>
                        </a:cubicBezTo>
                        <a:cubicBezTo>
                          <a:pt x="8" y="4"/>
                          <a:pt x="8" y="4"/>
                          <a:pt x="8" y="4"/>
                        </a:cubicBezTo>
                        <a:cubicBezTo>
                          <a:pt x="8" y="4"/>
                          <a:pt x="8" y="4"/>
                          <a:pt x="8" y="4"/>
                        </a:cubicBezTo>
                        <a:cubicBezTo>
                          <a:pt x="9" y="4"/>
                          <a:pt x="9" y="4"/>
                          <a:pt x="9" y="4"/>
                        </a:cubicBezTo>
                        <a:cubicBezTo>
                          <a:pt x="8" y="4"/>
                          <a:pt x="8" y="4"/>
                          <a:pt x="9" y="4"/>
                        </a:cubicBezTo>
                        <a:cubicBezTo>
                          <a:pt x="9" y="4"/>
                          <a:pt x="9" y="4"/>
                          <a:pt x="9" y="4"/>
                        </a:cubicBezTo>
                        <a:cubicBezTo>
                          <a:pt x="9" y="4"/>
                          <a:pt x="9" y="4"/>
                          <a:pt x="9" y="4"/>
                        </a:cubicBezTo>
                        <a:cubicBezTo>
                          <a:pt x="9" y="4"/>
                          <a:pt x="9" y="4"/>
                          <a:pt x="9" y="4"/>
                        </a:cubicBezTo>
                        <a:cubicBezTo>
                          <a:pt x="9" y="4"/>
                          <a:pt x="9" y="3"/>
                          <a:pt x="9" y="3"/>
                        </a:cubicBezTo>
                        <a:cubicBezTo>
                          <a:pt x="9" y="3"/>
                          <a:pt x="9" y="3"/>
                          <a:pt x="9" y="3"/>
                        </a:cubicBezTo>
                        <a:cubicBezTo>
                          <a:pt x="9" y="3"/>
                          <a:pt x="9"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4"/>
                          <a:pt x="11" y="3"/>
                        </a:cubicBezTo>
                        <a:cubicBezTo>
                          <a:pt x="11" y="3"/>
                          <a:pt x="11" y="3"/>
                          <a:pt x="11" y="3"/>
                        </a:cubicBezTo>
                        <a:cubicBezTo>
                          <a:pt x="11" y="3"/>
                          <a:pt x="11" y="3"/>
                          <a:pt x="11" y="3"/>
                        </a:cubicBezTo>
                        <a:cubicBezTo>
                          <a:pt x="11" y="4"/>
                          <a:pt x="10" y="4"/>
                          <a:pt x="11" y="4"/>
                        </a:cubicBezTo>
                        <a:cubicBezTo>
                          <a:pt x="11"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8" y="5"/>
                        </a:cubicBezTo>
                        <a:cubicBezTo>
                          <a:pt x="8" y="5"/>
                          <a:pt x="8" y="5"/>
                          <a:pt x="8" y="5"/>
                        </a:cubicBezTo>
                        <a:cubicBezTo>
                          <a:pt x="8" y="5"/>
                          <a:pt x="8" y="5"/>
                          <a:pt x="8" y="5"/>
                        </a:cubicBezTo>
                        <a:cubicBezTo>
                          <a:pt x="8" y="5"/>
                          <a:pt x="8" y="5"/>
                          <a:pt x="9" y="5"/>
                        </a:cubicBezTo>
                        <a:cubicBezTo>
                          <a:pt x="9" y="5"/>
                          <a:pt x="9" y="5"/>
                          <a:pt x="9" y="5"/>
                        </a:cubicBezTo>
                        <a:cubicBezTo>
                          <a:pt x="9" y="5"/>
                          <a:pt x="9" y="5"/>
                          <a:pt x="9" y="5"/>
                        </a:cubicBezTo>
                        <a:cubicBezTo>
                          <a:pt x="9" y="5"/>
                          <a:pt x="9" y="5"/>
                          <a:pt x="9" y="5"/>
                        </a:cubicBezTo>
                        <a:cubicBezTo>
                          <a:pt x="10" y="5"/>
                          <a:pt x="10" y="5"/>
                          <a:pt x="10" y="5"/>
                        </a:cubicBezTo>
                        <a:cubicBezTo>
                          <a:pt x="10" y="5"/>
                          <a:pt x="10" y="5"/>
                          <a:pt x="10" y="5"/>
                        </a:cubicBezTo>
                        <a:cubicBezTo>
                          <a:pt x="10" y="5"/>
                          <a:pt x="10"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8" name="Freeform 728">
                    <a:extLst>
                      <a:ext uri="{FF2B5EF4-FFF2-40B4-BE49-F238E27FC236}">
                        <a16:creationId xmlns:a16="http://schemas.microsoft.com/office/drawing/2014/main" id="{CFF1FD5E-A516-2DE4-7EEC-8BCFCD90F515}"/>
                      </a:ext>
                    </a:extLst>
                  </p:cNvPr>
                  <p:cNvSpPr>
                    <a:spLocks/>
                  </p:cNvSpPr>
                  <p:nvPr/>
                </p:nvSpPr>
                <p:spPr bwMode="auto">
                  <a:xfrm>
                    <a:off x="10348913" y="6088063"/>
                    <a:ext cx="55562" cy="66675"/>
                  </a:xfrm>
                  <a:custGeom>
                    <a:avLst/>
                    <a:gdLst>
                      <a:gd name="T0" fmla="*/ 11 w 13"/>
                      <a:gd name="T1" fmla="*/ 3 h 16"/>
                      <a:gd name="T2" fmla="*/ 11 w 13"/>
                      <a:gd name="T3" fmla="*/ 2 h 16"/>
                      <a:gd name="T4" fmla="*/ 10 w 13"/>
                      <a:gd name="T5" fmla="*/ 2 h 16"/>
                      <a:gd name="T6" fmla="*/ 9 w 13"/>
                      <a:gd name="T7" fmla="*/ 1 h 16"/>
                      <a:gd name="T8" fmla="*/ 9 w 13"/>
                      <a:gd name="T9" fmla="*/ 1 h 16"/>
                      <a:gd name="T10" fmla="*/ 9 w 13"/>
                      <a:gd name="T11" fmla="*/ 0 h 16"/>
                      <a:gd name="T12" fmla="*/ 8 w 13"/>
                      <a:gd name="T13" fmla="*/ 1 h 16"/>
                      <a:gd name="T14" fmla="*/ 7 w 13"/>
                      <a:gd name="T15" fmla="*/ 0 h 16"/>
                      <a:gd name="T16" fmla="*/ 6 w 13"/>
                      <a:gd name="T17" fmla="*/ 0 h 16"/>
                      <a:gd name="T18" fmla="*/ 6 w 13"/>
                      <a:gd name="T19" fmla="*/ 1 h 16"/>
                      <a:gd name="T20" fmla="*/ 5 w 13"/>
                      <a:gd name="T21" fmla="*/ 1 h 16"/>
                      <a:gd name="T22" fmla="*/ 4 w 13"/>
                      <a:gd name="T23" fmla="*/ 2 h 16"/>
                      <a:gd name="T24" fmla="*/ 4 w 13"/>
                      <a:gd name="T25" fmla="*/ 2 h 16"/>
                      <a:gd name="T26" fmla="*/ 3 w 13"/>
                      <a:gd name="T27" fmla="*/ 2 h 16"/>
                      <a:gd name="T28" fmla="*/ 2 w 13"/>
                      <a:gd name="T29" fmla="*/ 3 h 16"/>
                      <a:gd name="T30" fmla="*/ 2 w 13"/>
                      <a:gd name="T31" fmla="*/ 3 h 16"/>
                      <a:gd name="T32" fmla="*/ 2 w 13"/>
                      <a:gd name="T33" fmla="*/ 3 h 16"/>
                      <a:gd name="T34" fmla="*/ 1 w 13"/>
                      <a:gd name="T35" fmla="*/ 3 h 16"/>
                      <a:gd name="T36" fmla="*/ 1 w 13"/>
                      <a:gd name="T37" fmla="*/ 4 h 16"/>
                      <a:gd name="T38" fmla="*/ 0 w 13"/>
                      <a:gd name="T39" fmla="*/ 5 h 16"/>
                      <a:gd name="T40" fmla="*/ 0 w 13"/>
                      <a:gd name="T41" fmla="*/ 6 h 16"/>
                      <a:gd name="T42" fmla="*/ 0 w 13"/>
                      <a:gd name="T43" fmla="*/ 7 h 16"/>
                      <a:gd name="T44" fmla="*/ 1 w 13"/>
                      <a:gd name="T45" fmla="*/ 8 h 16"/>
                      <a:gd name="T46" fmla="*/ 0 w 13"/>
                      <a:gd name="T47" fmla="*/ 9 h 16"/>
                      <a:gd name="T48" fmla="*/ 1 w 13"/>
                      <a:gd name="T49" fmla="*/ 9 h 16"/>
                      <a:gd name="T50" fmla="*/ 0 w 13"/>
                      <a:gd name="T51" fmla="*/ 11 h 16"/>
                      <a:gd name="T52" fmla="*/ 0 w 13"/>
                      <a:gd name="T53" fmla="*/ 12 h 16"/>
                      <a:gd name="T54" fmla="*/ 1 w 13"/>
                      <a:gd name="T55" fmla="*/ 13 h 16"/>
                      <a:gd name="T56" fmla="*/ 2 w 13"/>
                      <a:gd name="T57" fmla="*/ 13 h 16"/>
                      <a:gd name="T58" fmla="*/ 2 w 13"/>
                      <a:gd name="T59" fmla="*/ 14 h 16"/>
                      <a:gd name="T60" fmla="*/ 2 w 13"/>
                      <a:gd name="T61" fmla="*/ 15 h 16"/>
                      <a:gd name="T62" fmla="*/ 3 w 13"/>
                      <a:gd name="T63" fmla="*/ 16 h 16"/>
                      <a:gd name="T64" fmla="*/ 4 w 13"/>
                      <a:gd name="T65" fmla="*/ 15 h 16"/>
                      <a:gd name="T66" fmla="*/ 5 w 13"/>
                      <a:gd name="T67" fmla="*/ 13 h 16"/>
                      <a:gd name="T68" fmla="*/ 6 w 13"/>
                      <a:gd name="T69" fmla="*/ 11 h 16"/>
                      <a:gd name="T70" fmla="*/ 7 w 13"/>
                      <a:gd name="T71" fmla="*/ 9 h 16"/>
                      <a:gd name="T72" fmla="*/ 6 w 13"/>
                      <a:gd name="T73" fmla="*/ 9 h 16"/>
                      <a:gd name="T74" fmla="*/ 5 w 13"/>
                      <a:gd name="T75" fmla="*/ 8 h 16"/>
                      <a:gd name="T76" fmla="*/ 6 w 13"/>
                      <a:gd name="T77" fmla="*/ 6 h 16"/>
                      <a:gd name="T78" fmla="*/ 8 w 13"/>
                      <a:gd name="T79" fmla="*/ 4 h 16"/>
                      <a:gd name="T80" fmla="*/ 10 w 13"/>
                      <a:gd name="T81" fmla="*/ 4 h 16"/>
                      <a:gd name="T82" fmla="*/ 12 w 13"/>
                      <a:gd name="T83" fmla="*/ 4 h 16"/>
                      <a:gd name="T84" fmla="*/ 12 w 13"/>
                      <a:gd name="T85" fmla="*/ 5 h 16"/>
                      <a:gd name="T86" fmla="*/ 12 w 13"/>
                      <a:gd name="T87" fmla="*/ 6 h 16"/>
                      <a:gd name="T88" fmla="*/ 13 w 13"/>
                      <a:gd name="T89" fmla="*/ 5 h 16"/>
                      <a:gd name="T90" fmla="*/ 12 w 13"/>
                      <a:gd name="T9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 h="16">
                        <a:moveTo>
                          <a:pt x="12" y="3"/>
                        </a:moveTo>
                        <a:cubicBezTo>
                          <a:pt x="11" y="3"/>
                          <a:pt x="11" y="3"/>
                          <a:pt x="11" y="3"/>
                        </a:cubicBezTo>
                        <a:cubicBezTo>
                          <a:pt x="11" y="3"/>
                          <a:pt x="11" y="3"/>
                          <a:pt x="11" y="3"/>
                        </a:cubicBezTo>
                        <a:cubicBezTo>
                          <a:pt x="11" y="3"/>
                          <a:pt x="11" y="3"/>
                          <a:pt x="11" y="3"/>
                        </a:cubicBezTo>
                        <a:cubicBezTo>
                          <a:pt x="11" y="3"/>
                          <a:pt x="11" y="3"/>
                          <a:pt x="11" y="3"/>
                        </a:cubicBezTo>
                        <a:cubicBezTo>
                          <a:pt x="11" y="2"/>
                          <a:pt x="11" y="2"/>
                          <a:pt x="11" y="2"/>
                        </a:cubicBezTo>
                        <a:cubicBezTo>
                          <a:pt x="11"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1"/>
                          <a:pt x="9" y="1"/>
                        </a:cubicBezTo>
                        <a:cubicBezTo>
                          <a:pt x="9" y="1"/>
                          <a:pt x="9" y="1"/>
                          <a:pt x="9" y="1"/>
                        </a:cubicBezTo>
                        <a:cubicBezTo>
                          <a:pt x="9" y="1"/>
                          <a:pt x="9" y="1"/>
                          <a:pt x="9" y="1"/>
                        </a:cubicBezTo>
                        <a:cubicBezTo>
                          <a:pt x="9" y="1"/>
                          <a:pt x="9" y="1"/>
                          <a:pt x="9" y="1"/>
                        </a:cubicBezTo>
                        <a:cubicBezTo>
                          <a:pt x="9" y="1"/>
                          <a:pt x="9" y="1"/>
                          <a:pt x="9" y="1"/>
                        </a:cubicBezTo>
                        <a:cubicBezTo>
                          <a:pt x="9" y="0"/>
                          <a:pt x="9" y="0"/>
                          <a:pt x="9" y="0"/>
                        </a:cubicBezTo>
                        <a:cubicBezTo>
                          <a:pt x="9" y="0"/>
                          <a:pt x="9" y="0"/>
                          <a:pt x="9" y="0"/>
                        </a:cubicBezTo>
                        <a:cubicBezTo>
                          <a:pt x="9" y="0"/>
                          <a:pt x="9" y="0"/>
                          <a:pt x="9" y="0"/>
                        </a:cubicBezTo>
                        <a:cubicBezTo>
                          <a:pt x="8" y="0"/>
                          <a:pt x="8" y="0"/>
                          <a:pt x="8" y="0"/>
                        </a:cubicBezTo>
                        <a:cubicBezTo>
                          <a:pt x="8" y="0"/>
                          <a:pt x="8" y="1"/>
                          <a:pt x="8" y="1"/>
                        </a:cubicBezTo>
                        <a:cubicBezTo>
                          <a:pt x="8" y="1"/>
                          <a:pt x="8" y="0"/>
                          <a:pt x="8" y="0"/>
                        </a:cubicBezTo>
                        <a:cubicBezTo>
                          <a:pt x="8" y="0"/>
                          <a:pt x="7" y="0"/>
                          <a:pt x="7" y="0"/>
                        </a:cubicBezTo>
                        <a:cubicBezTo>
                          <a:pt x="7" y="0"/>
                          <a:pt x="7" y="0"/>
                          <a:pt x="7" y="0"/>
                        </a:cubicBezTo>
                        <a:cubicBezTo>
                          <a:pt x="7" y="0"/>
                          <a:pt x="7" y="0"/>
                          <a:pt x="7" y="0"/>
                        </a:cubicBezTo>
                        <a:cubicBezTo>
                          <a:pt x="7" y="0"/>
                          <a:pt x="7" y="0"/>
                          <a:pt x="7" y="0"/>
                        </a:cubicBezTo>
                        <a:cubicBezTo>
                          <a:pt x="6" y="0"/>
                          <a:pt x="6" y="0"/>
                          <a:pt x="6" y="0"/>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4" y="1"/>
                          <a:pt x="4" y="1"/>
                        </a:cubicBezTo>
                        <a:cubicBezTo>
                          <a:pt x="4" y="1"/>
                          <a:pt x="4" y="1"/>
                          <a:pt x="4" y="1"/>
                        </a:cubicBezTo>
                        <a:cubicBezTo>
                          <a:pt x="4" y="1"/>
                          <a:pt x="4" y="2"/>
                          <a:pt x="4" y="2"/>
                        </a:cubicBezTo>
                        <a:cubicBezTo>
                          <a:pt x="4" y="2"/>
                          <a:pt x="4" y="2"/>
                          <a:pt x="4" y="2"/>
                        </a:cubicBezTo>
                        <a:cubicBezTo>
                          <a:pt x="4" y="2"/>
                          <a:pt x="4" y="2"/>
                          <a:pt x="4" y="2"/>
                        </a:cubicBezTo>
                        <a:cubicBezTo>
                          <a:pt x="4" y="2"/>
                          <a:pt x="4" y="2"/>
                          <a:pt x="4" y="2"/>
                        </a:cubicBezTo>
                        <a:cubicBezTo>
                          <a:pt x="4" y="2"/>
                          <a:pt x="3" y="2"/>
                          <a:pt x="3" y="2"/>
                        </a:cubicBezTo>
                        <a:cubicBezTo>
                          <a:pt x="3" y="2"/>
                          <a:pt x="3" y="2"/>
                          <a:pt x="3" y="2"/>
                        </a:cubicBezTo>
                        <a:cubicBezTo>
                          <a:pt x="3" y="2"/>
                          <a:pt x="3" y="2"/>
                          <a:pt x="3" y="2"/>
                        </a:cubicBezTo>
                        <a:cubicBezTo>
                          <a:pt x="3" y="2"/>
                          <a:pt x="3" y="2"/>
                          <a:pt x="3" y="2"/>
                        </a:cubicBezTo>
                        <a:cubicBezTo>
                          <a:pt x="3" y="2"/>
                          <a:pt x="3" y="3"/>
                          <a:pt x="3" y="3"/>
                        </a:cubicBezTo>
                        <a:cubicBezTo>
                          <a:pt x="3" y="3"/>
                          <a:pt x="2" y="3"/>
                          <a:pt x="2" y="3"/>
                        </a:cubicBezTo>
                        <a:cubicBezTo>
                          <a:pt x="2" y="3"/>
                          <a:pt x="2" y="3"/>
                          <a:pt x="2" y="3"/>
                        </a:cubicBezTo>
                        <a:cubicBezTo>
                          <a:pt x="2" y="3"/>
                          <a:pt x="2" y="3"/>
                          <a:pt x="2" y="3"/>
                        </a:cubicBezTo>
                        <a:cubicBezTo>
                          <a:pt x="2" y="3"/>
                          <a:pt x="2" y="3"/>
                          <a:pt x="2" y="3"/>
                        </a:cubicBezTo>
                        <a:cubicBezTo>
                          <a:pt x="2" y="3"/>
                          <a:pt x="2" y="4"/>
                          <a:pt x="2" y="4"/>
                        </a:cubicBezTo>
                        <a:cubicBezTo>
                          <a:pt x="2" y="4"/>
                          <a:pt x="2" y="4"/>
                          <a:pt x="2" y="4"/>
                        </a:cubicBezTo>
                        <a:cubicBezTo>
                          <a:pt x="2" y="4"/>
                          <a:pt x="2" y="3"/>
                          <a:pt x="2" y="3"/>
                        </a:cubicBezTo>
                        <a:cubicBezTo>
                          <a:pt x="2" y="3"/>
                          <a:pt x="2" y="3"/>
                          <a:pt x="2" y="3"/>
                        </a:cubicBezTo>
                        <a:cubicBezTo>
                          <a:pt x="1" y="3"/>
                          <a:pt x="1" y="3"/>
                          <a:pt x="1" y="3"/>
                        </a:cubicBezTo>
                        <a:cubicBezTo>
                          <a:pt x="1" y="3"/>
                          <a:pt x="1" y="3"/>
                          <a:pt x="1" y="3"/>
                        </a:cubicBezTo>
                        <a:cubicBezTo>
                          <a:pt x="1" y="3"/>
                          <a:pt x="1" y="3"/>
                          <a:pt x="1" y="3"/>
                        </a:cubicBezTo>
                        <a:cubicBezTo>
                          <a:pt x="0" y="4"/>
                          <a:pt x="0" y="4"/>
                          <a:pt x="0" y="4"/>
                        </a:cubicBezTo>
                        <a:cubicBezTo>
                          <a:pt x="1" y="4"/>
                          <a:pt x="1" y="4"/>
                          <a:pt x="1" y="4"/>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7"/>
                          <a:pt x="0" y="7"/>
                        </a:cubicBezTo>
                        <a:cubicBezTo>
                          <a:pt x="0" y="7"/>
                          <a:pt x="0" y="7"/>
                          <a:pt x="0" y="7"/>
                        </a:cubicBezTo>
                        <a:cubicBezTo>
                          <a:pt x="0" y="7"/>
                          <a:pt x="0" y="7"/>
                          <a:pt x="0" y="7"/>
                        </a:cubicBezTo>
                        <a:cubicBezTo>
                          <a:pt x="0" y="7"/>
                          <a:pt x="0" y="7"/>
                          <a:pt x="0" y="7"/>
                        </a:cubicBezTo>
                        <a:cubicBezTo>
                          <a:pt x="0" y="8"/>
                          <a:pt x="0" y="8"/>
                          <a:pt x="0" y="8"/>
                        </a:cubicBezTo>
                        <a:cubicBezTo>
                          <a:pt x="0" y="8"/>
                          <a:pt x="1" y="8"/>
                          <a:pt x="1" y="8"/>
                        </a:cubicBezTo>
                        <a:cubicBezTo>
                          <a:pt x="1" y="8"/>
                          <a:pt x="1" y="8"/>
                          <a:pt x="1" y="8"/>
                        </a:cubicBezTo>
                        <a:cubicBezTo>
                          <a:pt x="1" y="8"/>
                          <a:pt x="1" y="8"/>
                          <a:pt x="1" y="8"/>
                        </a:cubicBezTo>
                        <a:cubicBezTo>
                          <a:pt x="1" y="8"/>
                          <a:pt x="0" y="9"/>
                          <a:pt x="0" y="9"/>
                        </a:cubicBezTo>
                        <a:cubicBezTo>
                          <a:pt x="0" y="9"/>
                          <a:pt x="1" y="9"/>
                          <a:pt x="1" y="9"/>
                        </a:cubicBezTo>
                        <a:cubicBezTo>
                          <a:pt x="1" y="9"/>
                          <a:pt x="1" y="9"/>
                          <a:pt x="1" y="9"/>
                        </a:cubicBezTo>
                        <a:cubicBezTo>
                          <a:pt x="1" y="9"/>
                          <a:pt x="1" y="9"/>
                          <a:pt x="1" y="9"/>
                        </a:cubicBezTo>
                        <a:cubicBezTo>
                          <a:pt x="0" y="11"/>
                          <a:pt x="0" y="11"/>
                          <a:pt x="0" y="11"/>
                        </a:cubicBezTo>
                        <a:cubicBezTo>
                          <a:pt x="0" y="11"/>
                          <a:pt x="0" y="11"/>
                          <a:pt x="0" y="11"/>
                        </a:cubicBezTo>
                        <a:cubicBezTo>
                          <a:pt x="0" y="11"/>
                          <a:pt x="0" y="11"/>
                          <a:pt x="0" y="11"/>
                        </a:cubicBezTo>
                        <a:cubicBezTo>
                          <a:pt x="0" y="11"/>
                          <a:pt x="0" y="12"/>
                          <a:pt x="0" y="12"/>
                        </a:cubicBezTo>
                        <a:cubicBezTo>
                          <a:pt x="0" y="12"/>
                          <a:pt x="0" y="12"/>
                          <a:pt x="0" y="12"/>
                        </a:cubicBezTo>
                        <a:cubicBezTo>
                          <a:pt x="0" y="12"/>
                          <a:pt x="0" y="12"/>
                          <a:pt x="0" y="12"/>
                        </a:cubicBezTo>
                        <a:cubicBezTo>
                          <a:pt x="0" y="12"/>
                          <a:pt x="0" y="12"/>
                          <a:pt x="0" y="12"/>
                        </a:cubicBezTo>
                        <a:cubicBezTo>
                          <a:pt x="0" y="12"/>
                          <a:pt x="0" y="13"/>
                          <a:pt x="1" y="13"/>
                        </a:cubicBezTo>
                        <a:cubicBezTo>
                          <a:pt x="1" y="13"/>
                          <a:pt x="1" y="13"/>
                          <a:pt x="1" y="13"/>
                        </a:cubicBezTo>
                        <a:cubicBezTo>
                          <a:pt x="1" y="13"/>
                          <a:pt x="1" y="13"/>
                          <a:pt x="1" y="13"/>
                        </a:cubicBezTo>
                        <a:cubicBezTo>
                          <a:pt x="1" y="13"/>
                          <a:pt x="1" y="13"/>
                          <a:pt x="1" y="13"/>
                        </a:cubicBezTo>
                        <a:cubicBezTo>
                          <a:pt x="2" y="13"/>
                          <a:pt x="2" y="13"/>
                          <a:pt x="2" y="13"/>
                        </a:cubicBezTo>
                        <a:cubicBezTo>
                          <a:pt x="2" y="14"/>
                          <a:pt x="2" y="14"/>
                          <a:pt x="2" y="14"/>
                        </a:cubicBezTo>
                        <a:cubicBezTo>
                          <a:pt x="2" y="14"/>
                          <a:pt x="2" y="14"/>
                          <a:pt x="2" y="14"/>
                        </a:cubicBezTo>
                        <a:cubicBezTo>
                          <a:pt x="2" y="14"/>
                          <a:pt x="2" y="14"/>
                          <a:pt x="2" y="14"/>
                        </a:cubicBezTo>
                        <a:cubicBezTo>
                          <a:pt x="2" y="14"/>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4" y="16"/>
                        </a:cubicBezTo>
                        <a:cubicBezTo>
                          <a:pt x="4" y="16"/>
                          <a:pt x="4" y="16"/>
                          <a:pt x="4" y="15"/>
                        </a:cubicBezTo>
                        <a:cubicBezTo>
                          <a:pt x="4" y="15"/>
                          <a:pt x="4" y="15"/>
                          <a:pt x="4" y="15"/>
                        </a:cubicBezTo>
                        <a:cubicBezTo>
                          <a:pt x="4" y="15"/>
                          <a:pt x="4" y="15"/>
                          <a:pt x="4" y="14"/>
                        </a:cubicBezTo>
                        <a:cubicBezTo>
                          <a:pt x="5" y="14"/>
                          <a:pt x="5" y="14"/>
                          <a:pt x="5" y="13"/>
                        </a:cubicBezTo>
                        <a:cubicBezTo>
                          <a:pt x="5" y="13"/>
                          <a:pt x="5" y="12"/>
                          <a:pt x="6" y="12"/>
                        </a:cubicBezTo>
                        <a:cubicBezTo>
                          <a:pt x="6" y="12"/>
                          <a:pt x="6" y="11"/>
                          <a:pt x="6" y="11"/>
                        </a:cubicBezTo>
                        <a:cubicBezTo>
                          <a:pt x="6" y="11"/>
                          <a:pt x="6" y="11"/>
                          <a:pt x="6" y="11"/>
                        </a:cubicBezTo>
                        <a:cubicBezTo>
                          <a:pt x="6" y="10"/>
                          <a:pt x="6" y="10"/>
                          <a:pt x="6" y="10"/>
                        </a:cubicBezTo>
                        <a:cubicBezTo>
                          <a:pt x="7" y="10"/>
                          <a:pt x="7" y="10"/>
                          <a:pt x="7" y="9"/>
                        </a:cubicBezTo>
                        <a:cubicBezTo>
                          <a:pt x="7" y="9"/>
                          <a:pt x="7" y="9"/>
                          <a:pt x="7" y="9"/>
                        </a:cubicBezTo>
                        <a:cubicBezTo>
                          <a:pt x="7" y="9"/>
                          <a:pt x="7" y="9"/>
                          <a:pt x="6" y="9"/>
                        </a:cubicBezTo>
                        <a:cubicBezTo>
                          <a:pt x="6" y="9"/>
                          <a:pt x="6" y="9"/>
                          <a:pt x="6" y="9"/>
                        </a:cubicBezTo>
                        <a:cubicBezTo>
                          <a:pt x="6" y="9"/>
                          <a:pt x="6" y="9"/>
                          <a:pt x="6" y="9"/>
                        </a:cubicBezTo>
                        <a:cubicBezTo>
                          <a:pt x="6" y="9"/>
                          <a:pt x="6" y="8"/>
                          <a:pt x="6" y="8"/>
                        </a:cubicBezTo>
                        <a:cubicBezTo>
                          <a:pt x="6" y="8"/>
                          <a:pt x="6" y="8"/>
                          <a:pt x="6" y="8"/>
                        </a:cubicBezTo>
                        <a:cubicBezTo>
                          <a:pt x="6" y="8"/>
                          <a:pt x="6" y="8"/>
                          <a:pt x="5" y="8"/>
                        </a:cubicBezTo>
                        <a:cubicBezTo>
                          <a:pt x="5" y="8"/>
                          <a:pt x="5" y="8"/>
                          <a:pt x="5" y="8"/>
                        </a:cubicBezTo>
                        <a:cubicBezTo>
                          <a:pt x="5" y="7"/>
                          <a:pt x="5" y="7"/>
                          <a:pt x="6" y="7"/>
                        </a:cubicBezTo>
                        <a:cubicBezTo>
                          <a:pt x="6" y="6"/>
                          <a:pt x="6" y="6"/>
                          <a:pt x="6" y="6"/>
                        </a:cubicBezTo>
                        <a:cubicBezTo>
                          <a:pt x="6" y="6"/>
                          <a:pt x="6" y="6"/>
                          <a:pt x="6" y="6"/>
                        </a:cubicBezTo>
                        <a:cubicBezTo>
                          <a:pt x="6" y="5"/>
                          <a:pt x="7" y="5"/>
                          <a:pt x="7" y="5"/>
                        </a:cubicBezTo>
                        <a:cubicBezTo>
                          <a:pt x="7" y="5"/>
                          <a:pt x="8" y="5"/>
                          <a:pt x="8" y="4"/>
                        </a:cubicBezTo>
                        <a:cubicBezTo>
                          <a:pt x="8" y="4"/>
                          <a:pt x="8" y="4"/>
                          <a:pt x="8" y="4"/>
                        </a:cubicBezTo>
                        <a:cubicBezTo>
                          <a:pt x="8" y="4"/>
                          <a:pt x="8" y="4"/>
                          <a:pt x="8" y="4"/>
                        </a:cubicBezTo>
                        <a:cubicBezTo>
                          <a:pt x="9" y="4"/>
                          <a:pt x="9" y="4"/>
                          <a:pt x="10" y="4"/>
                        </a:cubicBezTo>
                        <a:cubicBezTo>
                          <a:pt x="10" y="4"/>
                          <a:pt x="10" y="4"/>
                          <a:pt x="10" y="4"/>
                        </a:cubicBezTo>
                        <a:cubicBezTo>
                          <a:pt x="10" y="4"/>
                          <a:pt x="10" y="4"/>
                          <a:pt x="10" y="4"/>
                        </a:cubicBezTo>
                        <a:cubicBezTo>
                          <a:pt x="11" y="4"/>
                          <a:pt x="11" y="4"/>
                          <a:pt x="12" y="4"/>
                        </a:cubicBezTo>
                        <a:cubicBezTo>
                          <a:pt x="12" y="4"/>
                          <a:pt x="12" y="4"/>
                          <a:pt x="12" y="4"/>
                        </a:cubicBezTo>
                        <a:cubicBezTo>
                          <a:pt x="12" y="5"/>
                          <a:pt x="12" y="5"/>
                          <a:pt x="12" y="5"/>
                        </a:cubicBezTo>
                        <a:cubicBezTo>
                          <a:pt x="12" y="5"/>
                          <a:pt x="12" y="5"/>
                          <a:pt x="12" y="5"/>
                        </a:cubicBezTo>
                        <a:cubicBezTo>
                          <a:pt x="12" y="5"/>
                          <a:pt x="12" y="5"/>
                          <a:pt x="12" y="6"/>
                        </a:cubicBezTo>
                        <a:cubicBezTo>
                          <a:pt x="12" y="6"/>
                          <a:pt x="12" y="6"/>
                          <a:pt x="12" y="6"/>
                        </a:cubicBezTo>
                        <a:cubicBezTo>
                          <a:pt x="12" y="6"/>
                          <a:pt x="12" y="6"/>
                          <a:pt x="12" y="6"/>
                        </a:cubicBezTo>
                        <a:cubicBezTo>
                          <a:pt x="12" y="6"/>
                          <a:pt x="12" y="6"/>
                          <a:pt x="12" y="5"/>
                        </a:cubicBezTo>
                        <a:cubicBezTo>
                          <a:pt x="12" y="5"/>
                          <a:pt x="12" y="5"/>
                          <a:pt x="13" y="5"/>
                        </a:cubicBezTo>
                        <a:cubicBezTo>
                          <a:pt x="13" y="5"/>
                          <a:pt x="13" y="5"/>
                          <a:pt x="13" y="5"/>
                        </a:cubicBezTo>
                        <a:cubicBezTo>
                          <a:pt x="13" y="5"/>
                          <a:pt x="13" y="5"/>
                          <a:pt x="13" y="5"/>
                        </a:cubicBezTo>
                        <a:cubicBezTo>
                          <a:pt x="12" y="4"/>
                          <a:pt x="12" y="4"/>
                          <a:pt x="12" y="4"/>
                        </a:cubicBezTo>
                        <a:cubicBezTo>
                          <a:pt x="12" y="4"/>
                          <a:pt x="12" y="4"/>
                          <a:pt x="12" y="3"/>
                        </a:cubicBezTo>
                        <a:cubicBezTo>
                          <a:pt x="12" y="3"/>
                          <a:pt x="12" y="3"/>
                          <a:pt x="12" y="3"/>
                        </a:cubicBezTo>
                        <a:cubicBezTo>
                          <a:pt x="12" y="3"/>
                          <a:pt x="12" y="3"/>
                          <a:pt x="12" y="3"/>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9" name="Freeform 729">
                    <a:extLst>
                      <a:ext uri="{FF2B5EF4-FFF2-40B4-BE49-F238E27FC236}">
                        <a16:creationId xmlns:a16="http://schemas.microsoft.com/office/drawing/2014/main" id="{6103FAAF-ACA8-AE79-EC36-9E7D74621E28}"/>
                      </a:ext>
                    </a:extLst>
                  </p:cNvPr>
                  <p:cNvSpPr>
                    <a:spLocks/>
                  </p:cNvSpPr>
                  <p:nvPr/>
                </p:nvSpPr>
                <p:spPr bwMode="auto">
                  <a:xfrm>
                    <a:off x="10379075" y="6049963"/>
                    <a:ext cx="41275" cy="50800"/>
                  </a:xfrm>
                  <a:custGeom>
                    <a:avLst/>
                    <a:gdLst>
                      <a:gd name="T0" fmla="*/ 9 w 10"/>
                      <a:gd name="T1" fmla="*/ 1 h 12"/>
                      <a:gd name="T2" fmla="*/ 8 w 10"/>
                      <a:gd name="T3" fmla="*/ 1 h 12"/>
                      <a:gd name="T4" fmla="*/ 8 w 10"/>
                      <a:gd name="T5" fmla="*/ 1 h 12"/>
                      <a:gd name="T6" fmla="*/ 8 w 10"/>
                      <a:gd name="T7" fmla="*/ 0 h 12"/>
                      <a:gd name="T8" fmla="*/ 8 w 10"/>
                      <a:gd name="T9" fmla="*/ 0 h 12"/>
                      <a:gd name="T10" fmla="*/ 7 w 10"/>
                      <a:gd name="T11" fmla="*/ 0 h 12"/>
                      <a:gd name="T12" fmla="*/ 6 w 10"/>
                      <a:gd name="T13" fmla="*/ 0 h 12"/>
                      <a:gd name="T14" fmla="*/ 7 w 10"/>
                      <a:gd name="T15" fmla="*/ 1 h 12"/>
                      <a:gd name="T16" fmla="*/ 6 w 10"/>
                      <a:gd name="T17" fmla="*/ 1 h 12"/>
                      <a:gd name="T18" fmla="*/ 6 w 10"/>
                      <a:gd name="T19" fmla="*/ 1 h 12"/>
                      <a:gd name="T20" fmla="*/ 6 w 10"/>
                      <a:gd name="T21" fmla="*/ 2 h 12"/>
                      <a:gd name="T22" fmla="*/ 6 w 10"/>
                      <a:gd name="T23" fmla="*/ 2 h 12"/>
                      <a:gd name="T24" fmla="*/ 6 w 10"/>
                      <a:gd name="T25" fmla="*/ 3 h 12"/>
                      <a:gd name="T26" fmla="*/ 4 w 10"/>
                      <a:gd name="T27" fmla="*/ 5 h 12"/>
                      <a:gd name="T28" fmla="*/ 4 w 10"/>
                      <a:gd name="T29" fmla="*/ 4 h 12"/>
                      <a:gd name="T30" fmla="*/ 4 w 10"/>
                      <a:gd name="T31" fmla="*/ 4 h 12"/>
                      <a:gd name="T32" fmla="*/ 4 w 10"/>
                      <a:gd name="T33" fmla="*/ 5 h 12"/>
                      <a:gd name="T34" fmla="*/ 3 w 10"/>
                      <a:gd name="T35" fmla="*/ 6 h 12"/>
                      <a:gd name="T36" fmla="*/ 2 w 10"/>
                      <a:gd name="T37" fmla="*/ 6 h 12"/>
                      <a:gd name="T38" fmla="*/ 2 w 10"/>
                      <a:gd name="T39" fmla="*/ 6 h 12"/>
                      <a:gd name="T40" fmla="*/ 2 w 10"/>
                      <a:gd name="T41" fmla="*/ 7 h 12"/>
                      <a:gd name="T42" fmla="*/ 1 w 10"/>
                      <a:gd name="T43" fmla="*/ 8 h 12"/>
                      <a:gd name="T44" fmla="*/ 1 w 10"/>
                      <a:gd name="T45" fmla="*/ 8 h 12"/>
                      <a:gd name="T46" fmla="*/ 0 w 10"/>
                      <a:gd name="T47" fmla="*/ 9 h 12"/>
                      <a:gd name="T48" fmla="*/ 0 w 10"/>
                      <a:gd name="T49" fmla="*/ 9 h 12"/>
                      <a:gd name="T50" fmla="*/ 1 w 10"/>
                      <a:gd name="T51" fmla="*/ 10 h 12"/>
                      <a:gd name="T52" fmla="*/ 2 w 10"/>
                      <a:gd name="T53" fmla="*/ 9 h 12"/>
                      <a:gd name="T54" fmla="*/ 2 w 10"/>
                      <a:gd name="T55" fmla="*/ 9 h 12"/>
                      <a:gd name="T56" fmla="*/ 2 w 10"/>
                      <a:gd name="T57" fmla="*/ 10 h 12"/>
                      <a:gd name="T58" fmla="*/ 2 w 10"/>
                      <a:gd name="T59" fmla="*/ 10 h 12"/>
                      <a:gd name="T60" fmla="*/ 2 w 10"/>
                      <a:gd name="T61" fmla="*/ 11 h 12"/>
                      <a:gd name="T62" fmla="*/ 3 w 10"/>
                      <a:gd name="T63" fmla="*/ 11 h 12"/>
                      <a:gd name="T64" fmla="*/ 3 w 10"/>
                      <a:gd name="T65" fmla="*/ 11 h 12"/>
                      <a:gd name="T66" fmla="*/ 4 w 10"/>
                      <a:gd name="T67" fmla="*/ 12 h 12"/>
                      <a:gd name="T68" fmla="*/ 4 w 10"/>
                      <a:gd name="T69" fmla="*/ 12 h 12"/>
                      <a:gd name="T70" fmla="*/ 5 w 10"/>
                      <a:gd name="T71" fmla="*/ 12 h 12"/>
                      <a:gd name="T72" fmla="*/ 5 w 10"/>
                      <a:gd name="T73" fmla="*/ 12 h 12"/>
                      <a:gd name="T74" fmla="*/ 5 w 10"/>
                      <a:gd name="T75" fmla="*/ 12 h 12"/>
                      <a:gd name="T76" fmla="*/ 6 w 10"/>
                      <a:gd name="T77" fmla="*/ 11 h 12"/>
                      <a:gd name="T78" fmla="*/ 6 w 10"/>
                      <a:gd name="T79" fmla="*/ 10 h 12"/>
                      <a:gd name="T80" fmla="*/ 6 w 10"/>
                      <a:gd name="T81" fmla="*/ 10 h 12"/>
                      <a:gd name="T82" fmla="*/ 7 w 10"/>
                      <a:gd name="T83" fmla="*/ 9 h 12"/>
                      <a:gd name="T84" fmla="*/ 8 w 10"/>
                      <a:gd name="T85" fmla="*/ 9 h 12"/>
                      <a:gd name="T86" fmla="*/ 8 w 10"/>
                      <a:gd name="T87" fmla="*/ 7 h 12"/>
                      <a:gd name="T88" fmla="*/ 8 w 10"/>
                      <a:gd name="T89" fmla="*/ 7 h 12"/>
                      <a:gd name="T90" fmla="*/ 8 w 10"/>
                      <a:gd name="T91" fmla="*/ 6 h 12"/>
                      <a:gd name="T92" fmla="*/ 8 w 10"/>
                      <a:gd name="T93" fmla="*/ 5 h 12"/>
                      <a:gd name="T94" fmla="*/ 8 w 10"/>
                      <a:gd name="T95" fmla="*/ 5 h 12"/>
                      <a:gd name="T96" fmla="*/ 8 w 10"/>
                      <a:gd name="T97" fmla="*/ 4 h 12"/>
                      <a:gd name="T98" fmla="*/ 8 w 10"/>
                      <a:gd name="T99" fmla="*/ 4 h 12"/>
                      <a:gd name="T100" fmla="*/ 8 w 10"/>
                      <a:gd name="T101" fmla="*/ 4 h 12"/>
                      <a:gd name="T102" fmla="*/ 9 w 10"/>
                      <a:gd name="T103" fmla="*/ 2 h 12"/>
                      <a:gd name="T104" fmla="*/ 9 w 10"/>
                      <a:gd name="T10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 h="12">
                        <a:moveTo>
                          <a:pt x="9" y="1"/>
                        </a:moveTo>
                        <a:cubicBezTo>
                          <a:pt x="9" y="1"/>
                          <a:pt x="9" y="1"/>
                          <a:pt x="9" y="1"/>
                        </a:cubicBezTo>
                        <a:cubicBezTo>
                          <a:pt x="9"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0"/>
                          <a:pt x="8" y="0"/>
                        </a:cubicBezTo>
                        <a:cubicBezTo>
                          <a:pt x="8" y="0"/>
                          <a:pt x="8" y="0"/>
                          <a:pt x="8" y="0"/>
                        </a:cubicBezTo>
                        <a:cubicBezTo>
                          <a:pt x="8" y="0"/>
                          <a:pt x="8" y="0"/>
                          <a:pt x="8" y="0"/>
                        </a:cubicBezTo>
                        <a:cubicBezTo>
                          <a:pt x="8" y="0"/>
                          <a:pt x="7" y="0"/>
                          <a:pt x="7" y="0"/>
                        </a:cubicBezTo>
                        <a:cubicBezTo>
                          <a:pt x="7" y="0"/>
                          <a:pt x="7" y="0"/>
                          <a:pt x="7" y="0"/>
                        </a:cubicBezTo>
                        <a:cubicBezTo>
                          <a:pt x="7" y="0"/>
                          <a:pt x="7" y="0"/>
                          <a:pt x="7" y="0"/>
                        </a:cubicBezTo>
                        <a:cubicBezTo>
                          <a:pt x="7" y="0"/>
                          <a:pt x="7" y="0"/>
                          <a:pt x="6" y="0"/>
                        </a:cubicBezTo>
                        <a:cubicBezTo>
                          <a:pt x="6" y="0"/>
                          <a:pt x="6" y="0"/>
                          <a:pt x="6" y="0"/>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2"/>
                          <a:pt x="6" y="2"/>
                        </a:cubicBezTo>
                        <a:cubicBezTo>
                          <a:pt x="6" y="2"/>
                          <a:pt x="6" y="2"/>
                          <a:pt x="6" y="2"/>
                        </a:cubicBezTo>
                        <a:cubicBezTo>
                          <a:pt x="6" y="2"/>
                          <a:pt x="6" y="2"/>
                          <a:pt x="6" y="2"/>
                        </a:cubicBezTo>
                        <a:cubicBezTo>
                          <a:pt x="6" y="2"/>
                          <a:pt x="6" y="2"/>
                          <a:pt x="6" y="2"/>
                        </a:cubicBezTo>
                        <a:cubicBezTo>
                          <a:pt x="6" y="3"/>
                          <a:pt x="6" y="3"/>
                          <a:pt x="6" y="3"/>
                        </a:cubicBezTo>
                        <a:cubicBezTo>
                          <a:pt x="5" y="5"/>
                          <a:pt x="5" y="5"/>
                          <a:pt x="5" y="5"/>
                        </a:cubicBezTo>
                        <a:cubicBezTo>
                          <a:pt x="4" y="5"/>
                          <a:pt x="4" y="5"/>
                          <a:pt x="4" y="5"/>
                        </a:cubicBezTo>
                        <a:cubicBezTo>
                          <a:pt x="4" y="5"/>
                          <a:pt x="4" y="4"/>
                          <a:pt x="4" y="4"/>
                        </a:cubicBezTo>
                        <a:cubicBezTo>
                          <a:pt x="4" y="4"/>
                          <a:pt x="4" y="4"/>
                          <a:pt x="4" y="4"/>
                        </a:cubicBezTo>
                        <a:cubicBezTo>
                          <a:pt x="4" y="4"/>
                          <a:pt x="4" y="4"/>
                          <a:pt x="4" y="4"/>
                        </a:cubicBezTo>
                        <a:cubicBezTo>
                          <a:pt x="4" y="4"/>
                          <a:pt x="4" y="4"/>
                          <a:pt x="4" y="4"/>
                        </a:cubicBezTo>
                        <a:cubicBezTo>
                          <a:pt x="4" y="4"/>
                          <a:pt x="4" y="5"/>
                          <a:pt x="4" y="5"/>
                        </a:cubicBezTo>
                        <a:cubicBezTo>
                          <a:pt x="4" y="5"/>
                          <a:pt x="4" y="5"/>
                          <a:pt x="4" y="5"/>
                        </a:cubicBezTo>
                        <a:cubicBezTo>
                          <a:pt x="4" y="5"/>
                          <a:pt x="3" y="5"/>
                          <a:pt x="3" y="5"/>
                        </a:cubicBezTo>
                        <a:cubicBezTo>
                          <a:pt x="3" y="5"/>
                          <a:pt x="3" y="6"/>
                          <a:pt x="3" y="6"/>
                        </a:cubicBezTo>
                        <a:cubicBezTo>
                          <a:pt x="3" y="6"/>
                          <a:pt x="3" y="6"/>
                          <a:pt x="3" y="6"/>
                        </a:cubicBezTo>
                        <a:cubicBezTo>
                          <a:pt x="3"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1" y="8"/>
                          <a:pt x="1" y="8"/>
                        </a:cubicBezTo>
                        <a:cubicBezTo>
                          <a:pt x="1" y="8"/>
                          <a:pt x="1" y="8"/>
                          <a:pt x="1" y="8"/>
                        </a:cubicBezTo>
                        <a:cubicBezTo>
                          <a:pt x="1" y="8"/>
                          <a:pt x="1" y="8"/>
                          <a:pt x="1" y="8"/>
                        </a:cubicBezTo>
                        <a:cubicBezTo>
                          <a:pt x="1" y="8"/>
                          <a:pt x="1" y="8"/>
                          <a:pt x="1" y="8"/>
                        </a:cubicBezTo>
                        <a:cubicBezTo>
                          <a:pt x="0" y="9"/>
                          <a:pt x="0" y="9"/>
                          <a:pt x="0" y="9"/>
                        </a:cubicBezTo>
                        <a:cubicBezTo>
                          <a:pt x="0" y="9"/>
                          <a:pt x="0" y="9"/>
                          <a:pt x="0" y="9"/>
                        </a:cubicBezTo>
                        <a:cubicBezTo>
                          <a:pt x="0" y="9"/>
                          <a:pt x="0" y="9"/>
                          <a:pt x="0" y="9"/>
                        </a:cubicBezTo>
                        <a:cubicBezTo>
                          <a:pt x="0" y="9"/>
                          <a:pt x="1" y="9"/>
                          <a:pt x="1" y="9"/>
                        </a:cubicBezTo>
                        <a:cubicBezTo>
                          <a:pt x="1" y="9"/>
                          <a:pt x="1" y="10"/>
                          <a:pt x="1" y="10"/>
                        </a:cubicBezTo>
                        <a:cubicBezTo>
                          <a:pt x="1" y="10"/>
                          <a:pt x="1" y="9"/>
                          <a:pt x="1" y="9"/>
                        </a:cubicBezTo>
                        <a:cubicBezTo>
                          <a:pt x="2" y="9"/>
                          <a:pt x="2" y="9"/>
                          <a:pt x="2" y="9"/>
                        </a:cubicBezTo>
                        <a:cubicBezTo>
                          <a:pt x="2" y="9"/>
                          <a:pt x="2" y="9"/>
                          <a:pt x="2" y="9"/>
                        </a:cubicBezTo>
                        <a:cubicBezTo>
                          <a:pt x="2" y="9"/>
                          <a:pt x="2" y="9"/>
                          <a:pt x="2" y="9"/>
                        </a:cubicBezTo>
                        <a:cubicBezTo>
                          <a:pt x="2" y="9"/>
                          <a:pt x="2" y="9"/>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1"/>
                          <a:pt x="2" y="11"/>
                        </a:cubicBezTo>
                        <a:cubicBezTo>
                          <a:pt x="3" y="11"/>
                          <a:pt x="3" y="11"/>
                          <a:pt x="3" y="11"/>
                        </a:cubicBezTo>
                        <a:cubicBezTo>
                          <a:pt x="3" y="11"/>
                          <a:pt x="3" y="11"/>
                          <a:pt x="3" y="11"/>
                        </a:cubicBezTo>
                        <a:cubicBezTo>
                          <a:pt x="3" y="11"/>
                          <a:pt x="3" y="11"/>
                          <a:pt x="3" y="11"/>
                        </a:cubicBezTo>
                        <a:cubicBezTo>
                          <a:pt x="3" y="11"/>
                          <a:pt x="3" y="11"/>
                          <a:pt x="3" y="11"/>
                        </a:cubicBezTo>
                        <a:cubicBezTo>
                          <a:pt x="3" y="11"/>
                          <a:pt x="4" y="11"/>
                          <a:pt x="4" y="11"/>
                        </a:cubicBezTo>
                        <a:cubicBezTo>
                          <a:pt x="4" y="12"/>
                          <a:pt x="4" y="12"/>
                          <a:pt x="4"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1"/>
                          <a:pt x="5" y="11"/>
                          <a:pt x="5" y="11"/>
                        </a:cubicBezTo>
                        <a:cubicBezTo>
                          <a:pt x="5" y="11"/>
                          <a:pt x="5" y="11"/>
                          <a:pt x="6" y="11"/>
                        </a:cubicBezTo>
                        <a:cubicBezTo>
                          <a:pt x="6" y="11"/>
                          <a:pt x="6" y="11"/>
                          <a:pt x="6" y="11"/>
                        </a:cubicBezTo>
                        <a:cubicBezTo>
                          <a:pt x="5" y="10"/>
                          <a:pt x="6" y="10"/>
                          <a:pt x="6" y="10"/>
                        </a:cubicBezTo>
                        <a:cubicBezTo>
                          <a:pt x="6" y="10"/>
                          <a:pt x="6" y="10"/>
                          <a:pt x="6" y="10"/>
                        </a:cubicBezTo>
                        <a:cubicBezTo>
                          <a:pt x="6" y="10"/>
                          <a:pt x="6" y="10"/>
                          <a:pt x="6" y="10"/>
                        </a:cubicBezTo>
                        <a:cubicBezTo>
                          <a:pt x="7" y="10"/>
                          <a:pt x="7" y="10"/>
                          <a:pt x="7" y="10"/>
                        </a:cubicBezTo>
                        <a:cubicBezTo>
                          <a:pt x="7" y="10"/>
                          <a:pt x="7" y="10"/>
                          <a:pt x="7" y="9"/>
                        </a:cubicBezTo>
                        <a:cubicBezTo>
                          <a:pt x="7" y="9"/>
                          <a:pt x="7" y="9"/>
                          <a:pt x="8" y="9"/>
                        </a:cubicBezTo>
                        <a:cubicBezTo>
                          <a:pt x="8" y="9"/>
                          <a:pt x="8" y="9"/>
                          <a:pt x="8" y="9"/>
                        </a:cubicBezTo>
                        <a:cubicBezTo>
                          <a:pt x="8" y="8"/>
                          <a:pt x="8" y="8"/>
                          <a:pt x="8" y="8"/>
                        </a:cubicBezTo>
                        <a:cubicBezTo>
                          <a:pt x="8" y="8"/>
                          <a:pt x="8" y="7"/>
                          <a:pt x="8" y="7"/>
                        </a:cubicBezTo>
                        <a:cubicBezTo>
                          <a:pt x="8" y="7"/>
                          <a:pt x="8" y="7"/>
                          <a:pt x="8" y="7"/>
                        </a:cubicBezTo>
                        <a:cubicBezTo>
                          <a:pt x="8" y="7"/>
                          <a:pt x="8" y="7"/>
                          <a:pt x="8" y="7"/>
                        </a:cubicBezTo>
                        <a:cubicBezTo>
                          <a:pt x="8" y="7"/>
                          <a:pt x="8" y="7"/>
                          <a:pt x="8" y="6"/>
                        </a:cubicBezTo>
                        <a:cubicBezTo>
                          <a:pt x="8" y="6"/>
                          <a:pt x="8" y="6"/>
                          <a:pt x="8" y="6"/>
                        </a:cubicBezTo>
                        <a:cubicBezTo>
                          <a:pt x="8" y="6"/>
                          <a:pt x="8" y="6"/>
                          <a:pt x="8" y="5"/>
                        </a:cubicBezTo>
                        <a:cubicBezTo>
                          <a:pt x="8" y="5"/>
                          <a:pt x="8" y="5"/>
                          <a:pt x="8" y="5"/>
                        </a:cubicBezTo>
                        <a:cubicBezTo>
                          <a:pt x="8" y="5"/>
                          <a:pt x="8" y="5"/>
                          <a:pt x="8" y="5"/>
                        </a:cubicBezTo>
                        <a:cubicBezTo>
                          <a:pt x="8" y="5"/>
                          <a:pt x="8" y="5"/>
                          <a:pt x="8" y="5"/>
                        </a:cubicBezTo>
                        <a:cubicBezTo>
                          <a:pt x="8" y="5"/>
                          <a:pt x="8" y="5"/>
                          <a:pt x="8" y="5"/>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9" y="3"/>
                        </a:cubicBezTo>
                        <a:cubicBezTo>
                          <a:pt x="9" y="3"/>
                          <a:pt x="9" y="2"/>
                          <a:pt x="9" y="2"/>
                        </a:cubicBezTo>
                        <a:cubicBezTo>
                          <a:pt x="9" y="2"/>
                          <a:pt x="9" y="2"/>
                          <a:pt x="9" y="2"/>
                        </a:cubicBezTo>
                        <a:cubicBezTo>
                          <a:pt x="9" y="2"/>
                          <a:pt x="10" y="2"/>
                          <a:pt x="9" y="1"/>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0" name="Freeform 730">
                    <a:extLst>
                      <a:ext uri="{FF2B5EF4-FFF2-40B4-BE49-F238E27FC236}">
                        <a16:creationId xmlns:a16="http://schemas.microsoft.com/office/drawing/2014/main" id="{FB7B3488-7FF2-A5F8-C9A1-879D80FC64E3}"/>
                      </a:ext>
                    </a:extLst>
                  </p:cNvPr>
                  <p:cNvSpPr>
                    <a:spLocks noEditPoints="1"/>
                  </p:cNvSpPr>
                  <p:nvPr/>
                </p:nvSpPr>
                <p:spPr bwMode="auto">
                  <a:xfrm>
                    <a:off x="10548938" y="6283325"/>
                    <a:ext cx="20637" cy="25400"/>
                  </a:xfrm>
                  <a:custGeom>
                    <a:avLst/>
                    <a:gdLst>
                      <a:gd name="T0" fmla="*/ 4 w 5"/>
                      <a:gd name="T1" fmla="*/ 1 h 6"/>
                      <a:gd name="T2" fmla="*/ 3 w 5"/>
                      <a:gd name="T3" fmla="*/ 1 h 6"/>
                      <a:gd name="T4" fmla="*/ 3 w 5"/>
                      <a:gd name="T5" fmla="*/ 2 h 6"/>
                      <a:gd name="T6" fmla="*/ 3 w 5"/>
                      <a:gd name="T7" fmla="*/ 2 h 6"/>
                      <a:gd name="T8" fmla="*/ 4 w 5"/>
                      <a:gd name="T9" fmla="*/ 3 h 6"/>
                      <a:gd name="T10" fmla="*/ 4 w 5"/>
                      <a:gd name="T11" fmla="*/ 3 h 6"/>
                      <a:gd name="T12" fmla="*/ 3 w 5"/>
                      <a:gd name="T13" fmla="*/ 3 h 6"/>
                      <a:gd name="T14" fmla="*/ 3 w 5"/>
                      <a:gd name="T15" fmla="*/ 3 h 6"/>
                      <a:gd name="T16" fmla="*/ 2 w 5"/>
                      <a:gd name="T17" fmla="*/ 4 h 6"/>
                      <a:gd name="T18" fmla="*/ 2 w 5"/>
                      <a:gd name="T19" fmla="*/ 4 h 6"/>
                      <a:gd name="T20" fmla="*/ 2 w 5"/>
                      <a:gd name="T21" fmla="*/ 3 h 6"/>
                      <a:gd name="T22" fmla="*/ 2 w 5"/>
                      <a:gd name="T23" fmla="*/ 3 h 6"/>
                      <a:gd name="T24" fmla="*/ 2 w 5"/>
                      <a:gd name="T25" fmla="*/ 2 h 6"/>
                      <a:gd name="T26" fmla="*/ 2 w 5"/>
                      <a:gd name="T27" fmla="*/ 2 h 6"/>
                      <a:gd name="T28" fmla="*/ 3 w 5"/>
                      <a:gd name="T29" fmla="*/ 2 h 6"/>
                      <a:gd name="T30" fmla="*/ 2 w 5"/>
                      <a:gd name="T31" fmla="*/ 1 h 6"/>
                      <a:gd name="T32" fmla="*/ 2 w 5"/>
                      <a:gd name="T33" fmla="*/ 1 h 6"/>
                      <a:gd name="T34" fmla="*/ 1 w 5"/>
                      <a:gd name="T35" fmla="*/ 1 h 6"/>
                      <a:gd name="T36" fmla="*/ 1 w 5"/>
                      <a:gd name="T37" fmla="*/ 1 h 6"/>
                      <a:gd name="T38" fmla="*/ 1 w 5"/>
                      <a:gd name="T39" fmla="*/ 1 h 6"/>
                      <a:gd name="T40" fmla="*/ 1 w 5"/>
                      <a:gd name="T41" fmla="*/ 1 h 6"/>
                      <a:gd name="T42" fmla="*/ 1 w 5"/>
                      <a:gd name="T43" fmla="*/ 1 h 6"/>
                      <a:gd name="T44" fmla="*/ 0 w 5"/>
                      <a:gd name="T45" fmla="*/ 1 h 6"/>
                      <a:gd name="T46" fmla="*/ 0 w 5"/>
                      <a:gd name="T47" fmla="*/ 1 h 6"/>
                      <a:gd name="T48" fmla="*/ 0 w 5"/>
                      <a:gd name="T49" fmla="*/ 1 h 6"/>
                      <a:gd name="T50" fmla="*/ 1 w 5"/>
                      <a:gd name="T51" fmla="*/ 0 h 6"/>
                      <a:gd name="T52" fmla="*/ 2 w 5"/>
                      <a:gd name="T53" fmla="*/ 0 h 6"/>
                      <a:gd name="T54" fmla="*/ 2 w 5"/>
                      <a:gd name="T55" fmla="*/ 0 h 6"/>
                      <a:gd name="T56" fmla="*/ 2 w 5"/>
                      <a:gd name="T57" fmla="*/ 0 h 6"/>
                      <a:gd name="T58" fmla="*/ 3 w 5"/>
                      <a:gd name="T59" fmla="*/ 0 h 6"/>
                      <a:gd name="T60" fmla="*/ 3 w 5"/>
                      <a:gd name="T61" fmla="*/ 0 h 6"/>
                      <a:gd name="T62" fmla="*/ 4 w 5"/>
                      <a:gd name="T63" fmla="*/ 0 h 6"/>
                      <a:gd name="T64" fmla="*/ 4 w 5"/>
                      <a:gd name="T65" fmla="*/ 0 h 6"/>
                      <a:gd name="T66" fmla="*/ 4 w 5"/>
                      <a:gd name="T67" fmla="*/ 0 h 6"/>
                      <a:gd name="T68" fmla="*/ 4 w 5"/>
                      <a:gd name="T69" fmla="*/ 0 h 6"/>
                      <a:gd name="T70" fmla="*/ 5 w 5"/>
                      <a:gd name="T71" fmla="*/ 0 h 6"/>
                      <a:gd name="T72" fmla="*/ 4 w 5"/>
                      <a:gd name="T73" fmla="*/ 0 h 6"/>
                      <a:gd name="T74" fmla="*/ 4 w 5"/>
                      <a:gd name="T75" fmla="*/ 0 h 6"/>
                      <a:gd name="T76" fmla="*/ 5 w 5"/>
                      <a:gd name="T77" fmla="*/ 5 h 6"/>
                      <a:gd name="T78" fmla="*/ 4 w 5"/>
                      <a:gd name="T79" fmla="*/ 5 h 6"/>
                      <a:gd name="T80" fmla="*/ 4 w 5"/>
                      <a:gd name="T81" fmla="*/ 5 h 6"/>
                      <a:gd name="T82" fmla="*/ 4 w 5"/>
                      <a:gd name="T83" fmla="*/ 6 h 6"/>
                      <a:gd name="T84" fmla="*/ 4 w 5"/>
                      <a:gd name="T85" fmla="*/ 6 h 6"/>
                      <a:gd name="T86" fmla="*/ 5 w 5"/>
                      <a:gd name="T87" fmla="*/ 5 h 6"/>
                      <a:gd name="T88" fmla="*/ 5 w 5"/>
                      <a:gd name="T89" fmla="*/ 5 h 6"/>
                      <a:gd name="T90" fmla="*/ 5 w 5"/>
                      <a:gd name="T91" fmla="*/ 6 h 6"/>
                      <a:gd name="T92" fmla="*/ 4 w 5"/>
                      <a:gd name="T93" fmla="*/ 5 h 6"/>
                      <a:gd name="T94" fmla="*/ 4 w 5"/>
                      <a:gd name="T9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 h="6">
                        <a:moveTo>
                          <a:pt x="4" y="0"/>
                        </a:moveTo>
                        <a:cubicBezTo>
                          <a:pt x="4" y="0"/>
                          <a:pt x="4" y="0"/>
                          <a:pt x="4" y="0"/>
                        </a:cubicBezTo>
                        <a:cubicBezTo>
                          <a:pt x="4" y="1"/>
                          <a:pt x="4" y="1"/>
                          <a:pt x="4" y="1"/>
                        </a:cubicBezTo>
                        <a:cubicBezTo>
                          <a:pt x="4" y="1"/>
                          <a:pt x="4" y="1"/>
                          <a:pt x="4" y="1"/>
                        </a:cubicBezTo>
                        <a:cubicBezTo>
                          <a:pt x="4" y="1"/>
                          <a:pt x="4" y="1"/>
                          <a:pt x="4" y="1"/>
                        </a:cubicBezTo>
                        <a:cubicBezTo>
                          <a:pt x="4" y="1"/>
                          <a:pt x="3" y="1"/>
                          <a:pt x="3" y="1"/>
                        </a:cubicBezTo>
                        <a:cubicBezTo>
                          <a:pt x="4" y="1"/>
                          <a:pt x="3" y="1"/>
                          <a:pt x="3" y="1"/>
                        </a:cubicBezTo>
                        <a:cubicBezTo>
                          <a:pt x="3" y="1"/>
                          <a:pt x="3" y="1"/>
                          <a:pt x="3" y="1"/>
                        </a:cubicBezTo>
                        <a:cubicBezTo>
                          <a:pt x="3" y="1"/>
                          <a:pt x="3" y="2"/>
                          <a:pt x="3" y="2"/>
                        </a:cubicBezTo>
                        <a:cubicBezTo>
                          <a:pt x="3" y="2"/>
                          <a:pt x="3" y="2"/>
                          <a:pt x="3" y="2"/>
                        </a:cubicBezTo>
                        <a:cubicBezTo>
                          <a:pt x="3" y="2"/>
                          <a:pt x="3" y="2"/>
                          <a:pt x="3" y="2"/>
                        </a:cubicBezTo>
                        <a:cubicBezTo>
                          <a:pt x="3" y="2"/>
                          <a:pt x="3" y="2"/>
                          <a:pt x="3" y="2"/>
                        </a:cubicBezTo>
                        <a:cubicBezTo>
                          <a:pt x="3" y="2"/>
                          <a:pt x="3" y="2"/>
                          <a:pt x="3" y="3"/>
                        </a:cubicBezTo>
                        <a:cubicBezTo>
                          <a:pt x="3"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3"/>
                          <a:pt x="2" y="3"/>
                        </a:cubicBezTo>
                        <a:cubicBezTo>
                          <a:pt x="2" y="3"/>
                          <a:pt x="2" y="3"/>
                          <a:pt x="2" y="3"/>
                        </a:cubicBezTo>
                        <a:cubicBezTo>
                          <a:pt x="2" y="3"/>
                          <a:pt x="2" y="3"/>
                          <a:pt x="2" y="3"/>
                        </a:cubicBezTo>
                        <a:cubicBezTo>
                          <a:pt x="2" y="3"/>
                          <a:pt x="2" y="3"/>
                          <a:pt x="2" y="3"/>
                        </a:cubicBezTo>
                        <a:cubicBezTo>
                          <a:pt x="1" y="3"/>
                          <a:pt x="1" y="3"/>
                          <a:pt x="2" y="3"/>
                        </a:cubicBezTo>
                        <a:cubicBezTo>
                          <a:pt x="2" y="3"/>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3" y="2"/>
                          <a:pt x="3"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0"/>
                          <a:pt x="1" y="0"/>
                        </a:cubicBezTo>
                        <a:cubicBezTo>
                          <a:pt x="1" y="0"/>
                          <a:pt x="1" y="0"/>
                          <a:pt x="1" y="0"/>
                        </a:cubicBezTo>
                        <a:cubicBezTo>
                          <a:pt x="1" y="0"/>
                          <a:pt x="1" y="0"/>
                          <a:pt x="1" y="0"/>
                        </a:cubicBezTo>
                        <a:cubicBezTo>
                          <a:pt x="1" y="0"/>
                          <a:pt x="1"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5" y="0"/>
                          <a:pt x="5" y="0"/>
                          <a:pt x="5" y="0"/>
                        </a:cubicBezTo>
                        <a:cubicBezTo>
                          <a:pt x="5" y="0"/>
                          <a:pt x="5" y="0"/>
                          <a:pt x="5" y="0"/>
                        </a:cubicBezTo>
                        <a:cubicBezTo>
                          <a:pt x="5" y="0"/>
                          <a:pt x="5" y="0"/>
                          <a:pt x="5" y="0"/>
                        </a:cubicBezTo>
                        <a:cubicBezTo>
                          <a:pt x="5" y="0"/>
                          <a:pt x="5" y="0"/>
                          <a:pt x="4" y="0"/>
                        </a:cubicBezTo>
                        <a:cubicBezTo>
                          <a:pt x="4" y="0"/>
                          <a:pt x="4" y="0"/>
                          <a:pt x="4" y="0"/>
                        </a:cubicBezTo>
                        <a:cubicBezTo>
                          <a:pt x="5" y="0"/>
                          <a:pt x="5" y="0"/>
                          <a:pt x="4" y="0"/>
                        </a:cubicBezTo>
                        <a:cubicBezTo>
                          <a:pt x="4" y="0"/>
                          <a:pt x="4" y="0"/>
                          <a:pt x="4" y="0"/>
                        </a:cubicBezTo>
                        <a:cubicBezTo>
                          <a:pt x="4" y="0"/>
                          <a:pt x="4" y="0"/>
                          <a:pt x="4" y="0"/>
                        </a:cubicBezTo>
                        <a:close/>
                        <a:moveTo>
                          <a:pt x="5" y="5"/>
                        </a:moveTo>
                        <a:cubicBezTo>
                          <a:pt x="5" y="5"/>
                          <a:pt x="5" y="5"/>
                          <a:pt x="5" y="5"/>
                        </a:cubicBezTo>
                        <a:cubicBezTo>
                          <a:pt x="5" y="5"/>
                          <a:pt x="5" y="5"/>
                          <a:pt x="5" y="5"/>
                        </a:cubicBezTo>
                        <a:cubicBezTo>
                          <a:pt x="5" y="5"/>
                          <a:pt x="5" y="5"/>
                          <a:pt x="4" y="5"/>
                        </a:cubicBezTo>
                        <a:cubicBezTo>
                          <a:pt x="4" y="5"/>
                          <a:pt x="4" y="5"/>
                          <a:pt x="4" y="5"/>
                        </a:cubicBezTo>
                        <a:cubicBezTo>
                          <a:pt x="4" y="5"/>
                          <a:pt x="4" y="5"/>
                          <a:pt x="4" y="5"/>
                        </a:cubicBezTo>
                        <a:cubicBezTo>
                          <a:pt x="5" y="5"/>
                          <a:pt x="4" y="5"/>
                          <a:pt x="4" y="5"/>
                        </a:cubicBezTo>
                        <a:cubicBezTo>
                          <a:pt x="4" y="5"/>
                          <a:pt x="4" y="5"/>
                          <a:pt x="4" y="5"/>
                        </a:cubicBezTo>
                        <a:cubicBezTo>
                          <a:pt x="4" y="5"/>
                          <a:pt x="4" y="5"/>
                          <a:pt x="4" y="5"/>
                        </a:cubicBezTo>
                        <a:cubicBezTo>
                          <a:pt x="4" y="5"/>
                          <a:pt x="4" y="5"/>
                          <a:pt x="4" y="5"/>
                        </a:cubicBezTo>
                        <a:cubicBezTo>
                          <a:pt x="4" y="5"/>
                          <a:pt x="4" y="6"/>
                          <a:pt x="4" y="6"/>
                        </a:cubicBezTo>
                        <a:cubicBezTo>
                          <a:pt x="4" y="6"/>
                          <a:pt x="4" y="6"/>
                          <a:pt x="4" y="6"/>
                        </a:cubicBezTo>
                        <a:cubicBezTo>
                          <a:pt x="4" y="6"/>
                          <a:pt x="4" y="6"/>
                          <a:pt x="4" y="6"/>
                        </a:cubicBezTo>
                        <a:cubicBezTo>
                          <a:pt x="4" y="6"/>
                          <a:pt x="4" y="6"/>
                          <a:pt x="4" y="6"/>
                        </a:cubicBezTo>
                        <a:cubicBezTo>
                          <a:pt x="4" y="6"/>
                          <a:pt x="4" y="6"/>
                          <a:pt x="5" y="6"/>
                        </a:cubicBezTo>
                        <a:cubicBezTo>
                          <a:pt x="5" y="6"/>
                          <a:pt x="5" y="6"/>
                          <a:pt x="5" y="6"/>
                        </a:cubicBezTo>
                        <a:cubicBezTo>
                          <a:pt x="5" y="6"/>
                          <a:pt x="5" y="6"/>
                          <a:pt x="5" y="5"/>
                        </a:cubicBezTo>
                        <a:cubicBezTo>
                          <a:pt x="5" y="5"/>
                          <a:pt x="5" y="5"/>
                          <a:pt x="5" y="5"/>
                        </a:cubicBezTo>
                        <a:cubicBezTo>
                          <a:pt x="5" y="5"/>
                          <a:pt x="5" y="5"/>
                          <a:pt x="5" y="5"/>
                        </a:cubicBezTo>
                        <a:cubicBezTo>
                          <a:pt x="5" y="5"/>
                          <a:pt x="5" y="5"/>
                          <a:pt x="5" y="5"/>
                        </a:cubicBezTo>
                        <a:close/>
                        <a:moveTo>
                          <a:pt x="5" y="6"/>
                        </a:moveTo>
                        <a:cubicBezTo>
                          <a:pt x="5" y="6"/>
                          <a:pt x="5" y="6"/>
                          <a:pt x="5" y="6"/>
                        </a:cubicBezTo>
                        <a:cubicBezTo>
                          <a:pt x="5" y="6"/>
                          <a:pt x="5" y="6"/>
                          <a:pt x="5" y="6"/>
                        </a:cubicBezTo>
                        <a:cubicBezTo>
                          <a:pt x="5" y="6"/>
                          <a:pt x="5" y="6"/>
                          <a:pt x="5" y="6"/>
                        </a:cubicBezTo>
                        <a:cubicBezTo>
                          <a:pt x="5" y="6"/>
                          <a:pt x="5" y="6"/>
                          <a:pt x="5" y="6"/>
                        </a:cubicBezTo>
                        <a:close/>
                        <a:moveTo>
                          <a:pt x="4" y="5"/>
                        </a:moveTo>
                        <a:cubicBezTo>
                          <a:pt x="4" y="5"/>
                          <a:pt x="4" y="5"/>
                          <a:pt x="4" y="5"/>
                        </a:cubicBezTo>
                        <a:cubicBezTo>
                          <a:pt x="4" y="5"/>
                          <a:pt x="4" y="5"/>
                          <a:pt x="4" y="5"/>
                        </a:cubicBezTo>
                        <a:cubicBezTo>
                          <a:pt x="4" y="5"/>
                          <a:pt x="4" y="5"/>
                          <a:pt x="4" y="5"/>
                        </a:cubicBezTo>
                        <a:cubicBezTo>
                          <a:pt x="4" y="5"/>
                          <a:pt x="4" y="5"/>
                          <a:pt x="4" y="5"/>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1" name="Freeform 731">
                    <a:extLst>
                      <a:ext uri="{FF2B5EF4-FFF2-40B4-BE49-F238E27FC236}">
                        <a16:creationId xmlns:a16="http://schemas.microsoft.com/office/drawing/2014/main" id="{DAD47765-2320-C66E-8BF3-89C2516762DF}"/>
                      </a:ext>
                    </a:extLst>
                  </p:cNvPr>
                  <p:cNvSpPr>
                    <a:spLocks/>
                  </p:cNvSpPr>
                  <p:nvPr/>
                </p:nvSpPr>
                <p:spPr bwMode="auto">
                  <a:xfrm>
                    <a:off x="10158413" y="6211888"/>
                    <a:ext cx="133350" cy="130175"/>
                  </a:xfrm>
                  <a:custGeom>
                    <a:avLst/>
                    <a:gdLst>
                      <a:gd name="T0" fmla="*/ 30 w 32"/>
                      <a:gd name="T1" fmla="*/ 0 h 31"/>
                      <a:gd name="T2" fmla="*/ 29 w 32"/>
                      <a:gd name="T3" fmla="*/ 1 h 31"/>
                      <a:gd name="T4" fmla="*/ 28 w 32"/>
                      <a:gd name="T5" fmla="*/ 1 h 31"/>
                      <a:gd name="T6" fmla="*/ 27 w 32"/>
                      <a:gd name="T7" fmla="*/ 3 h 31"/>
                      <a:gd name="T8" fmla="*/ 26 w 32"/>
                      <a:gd name="T9" fmla="*/ 4 h 31"/>
                      <a:gd name="T10" fmla="*/ 25 w 32"/>
                      <a:gd name="T11" fmla="*/ 5 h 31"/>
                      <a:gd name="T12" fmla="*/ 25 w 32"/>
                      <a:gd name="T13" fmla="*/ 4 h 31"/>
                      <a:gd name="T14" fmla="*/ 24 w 32"/>
                      <a:gd name="T15" fmla="*/ 4 h 31"/>
                      <a:gd name="T16" fmla="*/ 24 w 32"/>
                      <a:gd name="T17" fmla="*/ 3 h 31"/>
                      <a:gd name="T18" fmla="*/ 23 w 32"/>
                      <a:gd name="T19" fmla="*/ 2 h 31"/>
                      <a:gd name="T20" fmla="*/ 23 w 32"/>
                      <a:gd name="T21" fmla="*/ 1 h 31"/>
                      <a:gd name="T22" fmla="*/ 22 w 32"/>
                      <a:gd name="T23" fmla="*/ 2 h 31"/>
                      <a:gd name="T24" fmla="*/ 21 w 32"/>
                      <a:gd name="T25" fmla="*/ 3 h 31"/>
                      <a:gd name="T26" fmla="*/ 21 w 32"/>
                      <a:gd name="T27" fmla="*/ 4 h 31"/>
                      <a:gd name="T28" fmla="*/ 19 w 32"/>
                      <a:gd name="T29" fmla="*/ 5 h 31"/>
                      <a:gd name="T30" fmla="*/ 18 w 32"/>
                      <a:gd name="T31" fmla="*/ 6 h 31"/>
                      <a:gd name="T32" fmla="*/ 17 w 32"/>
                      <a:gd name="T33" fmla="*/ 7 h 31"/>
                      <a:gd name="T34" fmla="*/ 16 w 32"/>
                      <a:gd name="T35" fmla="*/ 9 h 31"/>
                      <a:gd name="T36" fmla="*/ 15 w 32"/>
                      <a:gd name="T37" fmla="*/ 9 h 31"/>
                      <a:gd name="T38" fmla="*/ 13 w 32"/>
                      <a:gd name="T39" fmla="*/ 9 h 31"/>
                      <a:gd name="T40" fmla="*/ 11 w 32"/>
                      <a:gd name="T41" fmla="*/ 11 h 31"/>
                      <a:gd name="T42" fmla="*/ 9 w 32"/>
                      <a:gd name="T43" fmla="*/ 13 h 31"/>
                      <a:gd name="T44" fmla="*/ 8 w 32"/>
                      <a:gd name="T45" fmla="*/ 14 h 31"/>
                      <a:gd name="T46" fmla="*/ 6 w 32"/>
                      <a:gd name="T47" fmla="*/ 15 h 31"/>
                      <a:gd name="T48" fmla="*/ 5 w 32"/>
                      <a:gd name="T49" fmla="*/ 15 h 31"/>
                      <a:gd name="T50" fmla="*/ 4 w 32"/>
                      <a:gd name="T51" fmla="*/ 16 h 31"/>
                      <a:gd name="T52" fmla="*/ 3 w 32"/>
                      <a:gd name="T53" fmla="*/ 17 h 31"/>
                      <a:gd name="T54" fmla="*/ 2 w 32"/>
                      <a:gd name="T55" fmla="*/ 19 h 31"/>
                      <a:gd name="T56" fmla="*/ 1 w 32"/>
                      <a:gd name="T57" fmla="*/ 20 h 31"/>
                      <a:gd name="T58" fmla="*/ 0 w 32"/>
                      <a:gd name="T59" fmla="*/ 22 h 31"/>
                      <a:gd name="T60" fmla="*/ 0 w 32"/>
                      <a:gd name="T61" fmla="*/ 24 h 31"/>
                      <a:gd name="T62" fmla="*/ 1 w 32"/>
                      <a:gd name="T63" fmla="*/ 26 h 31"/>
                      <a:gd name="T64" fmla="*/ 3 w 32"/>
                      <a:gd name="T65" fmla="*/ 26 h 31"/>
                      <a:gd name="T66" fmla="*/ 5 w 32"/>
                      <a:gd name="T67" fmla="*/ 29 h 31"/>
                      <a:gd name="T68" fmla="*/ 6 w 32"/>
                      <a:gd name="T69" fmla="*/ 30 h 31"/>
                      <a:gd name="T70" fmla="*/ 7 w 32"/>
                      <a:gd name="T71" fmla="*/ 30 h 31"/>
                      <a:gd name="T72" fmla="*/ 8 w 32"/>
                      <a:gd name="T73" fmla="*/ 29 h 31"/>
                      <a:gd name="T74" fmla="*/ 11 w 32"/>
                      <a:gd name="T75" fmla="*/ 29 h 31"/>
                      <a:gd name="T76" fmla="*/ 12 w 32"/>
                      <a:gd name="T77" fmla="*/ 27 h 31"/>
                      <a:gd name="T78" fmla="*/ 12 w 32"/>
                      <a:gd name="T79" fmla="*/ 23 h 31"/>
                      <a:gd name="T80" fmla="*/ 18 w 32"/>
                      <a:gd name="T81" fmla="*/ 19 h 31"/>
                      <a:gd name="T82" fmla="*/ 21 w 32"/>
                      <a:gd name="T83" fmla="*/ 17 h 31"/>
                      <a:gd name="T84" fmla="*/ 22 w 32"/>
                      <a:gd name="T85" fmla="*/ 17 h 31"/>
                      <a:gd name="T86" fmla="*/ 21 w 32"/>
                      <a:gd name="T87" fmla="*/ 18 h 31"/>
                      <a:gd name="T88" fmla="*/ 23 w 32"/>
                      <a:gd name="T89" fmla="*/ 18 h 31"/>
                      <a:gd name="T90" fmla="*/ 24 w 32"/>
                      <a:gd name="T91" fmla="*/ 18 h 31"/>
                      <a:gd name="T92" fmla="*/ 24 w 32"/>
                      <a:gd name="T93" fmla="*/ 18 h 31"/>
                      <a:gd name="T94" fmla="*/ 26 w 32"/>
                      <a:gd name="T95" fmla="*/ 17 h 31"/>
                      <a:gd name="T96" fmla="*/ 24 w 32"/>
                      <a:gd name="T97" fmla="*/ 16 h 31"/>
                      <a:gd name="T98" fmla="*/ 24 w 32"/>
                      <a:gd name="T99" fmla="*/ 16 h 31"/>
                      <a:gd name="T100" fmla="*/ 23 w 32"/>
                      <a:gd name="T101" fmla="*/ 16 h 31"/>
                      <a:gd name="T102" fmla="*/ 22 w 32"/>
                      <a:gd name="T103" fmla="*/ 16 h 31"/>
                      <a:gd name="T104" fmla="*/ 23 w 32"/>
                      <a:gd name="T105" fmla="*/ 16 h 31"/>
                      <a:gd name="T106" fmla="*/ 23 w 32"/>
                      <a:gd name="T107" fmla="*/ 14 h 31"/>
                      <a:gd name="T108" fmla="*/ 23 w 32"/>
                      <a:gd name="T109" fmla="*/ 13 h 31"/>
                      <a:gd name="T110" fmla="*/ 25 w 32"/>
                      <a:gd name="T111" fmla="*/ 11 h 31"/>
                      <a:gd name="T112" fmla="*/ 27 w 32"/>
                      <a:gd name="T113" fmla="*/ 9 h 31"/>
                      <a:gd name="T114" fmla="*/ 28 w 32"/>
                      <a:gd name="T115" fmla="*/ 6 h 31"/>
                      <a:gd name="T116" fmla="*/ 30 w 32"/>
                      <a:gd name="T117" fmla="*/ 4 h 31"/>
                      <a:gd name="T118" fmla="*/ 30 w 32"/>
                      <a:gd name="T119" fmla="*/ 3 h 31"/>
                      <a:gd name="T120" fmla="*/ 32 w 32"/>
                      <a:gd name="T1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 h="31">
                        <a:moveTo>
                          <a:pt x="31" y="0"/>
                        </a:moveTo>
                        <a:cubicBezTo>
                          <a:pt x="31" y="0"/>
                          <a:pt x="31" y="0"/>
                          <a:pt x="31" y="0"/>
                        </a:cubicBezTo>
                        <a:cubicBezTo>
                          <a:pt x="31" y="0"/>
                          <a:pt x="31" y="0"/>
                          <a:pt x="31" y="0"/>
                        </a:cubicBezTo>
                        <a:cubicBezTo>
                          <a:pt x="31" y="0"/>
                          <a:pt x="30" y="0"/>
                          <a:pt x="30" y="0"/>
                        </a:cubicBezTo>
                        <a:cubicBezTo>
                          <a:pt x="30" y="0"/>
                          <a:pt x="30" y="0"/>
                          <a:pt x="30" y="0"/>
                        </a:cubicBezTo>
                        <a:cubicBezTo>
                          <a:pt x="30" y="0"/>
                          <a:pt x="30" y="0"/>
                          <a:pt x="30" y="0"/>
                        </a:cubicBezTo>
                        <a:cubicBezTo>
                          <a:pt x="30" y="0"/>
                          <a:pt x="30" y="0"/>
                          <a:pt x="30" y="0"/>
                        </a:cubicBezTo>
                        <a:cubicBezTo>
                          <a:pt x="30" y="0"/>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3"/>
                          <a:pt x="27" y="3"/>
                          <a:pt x="27" y="3"/>
                        </a:cubicBezTo>
                        <a:cubicBezTo>
                          <a:pt x="27" y="3"/>
                          <a:pt x="27" y="3"/>
                          <a:pt x="27" y="3"/>
                        </a:cubicBezTo>
                        <a:cubicBezTo>
                          <a:pt x="27" y="3"/>
                          <a:pt x="26" y="4"/>
                          <a:pt x="26" y="4"/>
                        </a:cubicBezTo>
                        <a:cubicBezTo>
                          <a:pt x="26" y="4"/>
                          <a:pt x="26" y="4"/>
                          <a:pt x="26" y="4"/>
                        </a:cubicBezTo>
                        <a:cubicBezTo>
                          <a:pt x="26" y="4"/>
                          <a:pt x="26" y="4"/>
                          <a:pt x="26" y="4"/>
                        </a:cubicBezTo>
                        <a:cubicBezTo>
                          <a:pt x="26" y="4"/>
                          <a:pt x="26" y="4"/>
                          <a:pt x="26" y="4"/>
                        </a:cubicBezTo>
                        <a:cubicBezTo>
                          <a:pt x="26" y="4"/>
                          <a:pt x="26" y="5"/>
                          <a:pt x="26" y="5"/>
                        </a:cubicBezTo>
                        <a:cubicBezTo>
                          <a:pt x="26" y="5"/>
                          <a:pt x="25" y="5"/>
                          <a:pt x="25" y="5"/>
                        </a:cubicBezTo>
                        <a:cubicBezTo>
                          <a:pt x="25" y="5"/>
                          <a:pt x="25" y="5"/>
                          <a:pt x="25" y="5"/>
                        </a:cubicBezTo>
                        <a:cubicBezTo>
                          <a:pt x="25" y="5"/>
                          <a:pt x="25" y="5"/>
                          <a:pt x="25" y="5"/>
                        </a:cubicBezTo>
                        <a:cubicBezTo>
                          <a:pt x="25" y="5"/>
                          <a:pt x="25" y="5"/>
                          <a:pt x="25" y="5"/>
                        </a:cubicBezTo>
                        <a:cubicBezTo>
                          <a:pt x="25" y="5"/>
                          <a:pt x="24" y="5"/>
                          <a:pt x="24" y="5"/>
                        </a:cubicBezTo>
                        <a:cubicBezTo>
                          <a:pt x="24" y="5"/>
                          <a:pt x="25" y="4"/>
                          <a:pt x="25" y="4"/>
                        </a:cubicBezTo>
                        <a:cubicBezTo>
                          <a:pt x="25" y="4"/>
                          <a:pt x="25" y="4"/>
                          <a:pt x="25" y="4"/>
                        </a:cubicBezTo>
                        <a:cubicBezTo>
                          <a:pt x="25" y="4"/>
                          <a:pt x="24" y="4"/>
                          <a:pt x="24" y="4"/>
                        </a:cubicBezTo>
                        <a:cubicBezTo>
                          <a:pt x="24" y="4"/>
                          <a:pt x="24" y="4"/>
                          <a:pt x="24" y="4"/>
                        </a:cubicBezTo>
                        <a:cubicBezTo>
                          <a:pt x="24" y="4"/>
                          <a:pt x="24" y="4"/>
                          <a:pt x="24" y="4"/>
                        </a:cubicBezTo>
                        <a:cubicBezTo>
                          <a:pt x="24" y="4"/>
                          <a:pt x="24" y="4"/>
                          <a:pt x="24" y="3"/>
                        </a:cubicBezTo>
                        <a:cubicBezTo>
                          <a:pt x="24" y="3"/>
                          <a:pt x="24" y="3"/>
                          <a:pt x="24" y="3"/>
                        </a:cubicBezTo>
                        <a:cubicBezTo>
                          <a:pt x="24" y="3"/>
                          <a:pt x="24" y="3"/>
                          <a:pt x="24" y="3"/>
                        </a:cubicBezTo>
                        <a:cubicBezTo>
                          <a:pt x="24" y="4"/>
                          <a:pt x="24" y="3"/>
                          <a:pt x="24" y="3"/>
                        </a:cubicBezTo>
                        <a:cubicBezTo>
                          <a:pt x="23" y="3"/>
                          <a:pt x="23" y="3"/>
                          <a:pt x="23" y="3"/>
                        </a:cubicBezTo>
                        <a:cubicBezTo>
                          <a:pt x="23" y="3"/>
                          <a:pt x="24" y="3"/>
                          <a:pt x="24" y="3"/>
                        </a:cubicBezTo>
                        <a:cubicBezTo>
                          <a:pt x="24" y="3"/>
                          <a:pt x="23" y="3"/>
                          <a:pt x="23" y="3"/>
                        </a:cubicBezTo>
                        <a:cubicBezTo>
                          <a:pt x="23" y="3"/>
                          <a:pt x="23" y="2"/>
                          <a:pt x="23" y="2"/>
                        </a:cubicBezTo>
                        <a:cubicBezTo>
                          <a:pt x="23" y="2"/>
                          <a:pt x="23" y="2"/>
                          <a:pt x="23" y="2"/>
                        </a:cubicBezTo>
                        <a:cubicBezTo>
                          <a:pt x="23" y="2"/>
                          <a:pt x="23" y="2"/>
                          <a:pt x="23" y="2"/>
                        </a:cubicBezTo>
                        <a:cubicBezTo>
                          <a:pt x="23" y="2"/>
                          <a:pt x="23" y="2"/>
                          <a:pt x="23" y="2"/>
                        </a:cubicBezTo>
                        <a:cubicBezTo>
                          <a:pt x="23" y="2"/>
                          <a:pt x="23" y="1"/>
                          <a:pt x="23" y="1"/>
                        </a:cubicBezTo>
                        <a:cubicBezTo>
                          <a:pt x="23" y="1"/>
                          <a:pt x="22" y="1"/>
                          <a:pt x="22" y="1"/>
                        </a:cubicBezTo>
                        <a:cubicBezTo>
                          <a:pt x="22" y="1"/>
                          <a:pt x="22" y="1"/>
                          <a:pt x="22" y="1"/>
                        </a:cubicBezTo>
                        <a:cubicBezTo>
                          <a:pt x="22" y="2"/>
                          <a:pt x="22" y="2"/>
                          <a:pt x="22" y="2"/>
                        </a:cubicBezTo>
                        <a:cubicBezTo>
                          <a:pt x="22" y="2"/>
                          <a:pt x="22" y="2"/>
                          <a:pt x="22" y="2"/>
                        </a:cubicBezTo>
                        <a:cubicBezTo>
                          <a:pt x="21" y="2"/>
                          <a:pt x="21" y="2"/>
                          <a:pt x="21" y="2"/>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4"/>
                          <a:pt x="21" y="4"/>
                        </a:cubicBezTo>
                        <a:cubicBezTo>
                          <a:pt x="21" y="4"/>
                          <a:pt x="21" y="4"/>
                          <a:pt x="21" y="4"/>
                        </a:cubicBezTo>
                        <a:cubicBezTo>
                          <a:pt x="21" y="4"/>
                          <a:pt x="20" y="4"/>
                          <a:pt x="20" y="4"/>
                        </a:cubicBezTo>
                        <a:cubicBezTo>
                          <a:pt x="20" y="4"/>
                          <a:pt x="20" y="4"/>
                          <a:pt x="20" y="4"/>
                        </a:cubicBezTo>
                        <a:cubicBezTo>
                          <a:pt x="20" y="4"/>
                          <a:pt x="20" y="5"/>
                          <a:pt x="20" y="5"/>
                        </a:cubicBezTo>
                        <a:cubicBezTo>
                          <a:pt x="19" y="5"/>
                          <a:pt x="19" y="5"/>
                          <a:pt x="19" y="5"/>
                        </a:cubicBezTo>
                        <a:cubicBezTo>
                          <a:pt x="19" y="5"/>
                          <a:pt x="19" y="5"/>
                          <a:pt x="19" y="5"/>
                        </a:cubicBezTo>
                        <a:cubicBezTo>
                          <a:pt x="19" y="5"/>
                          <a:pt x="19" y="5"/>
                          <a:pt x="19" y="5"/>
                        </a:cubicBezTo>
                        <a:cubicBezTo>
                          <a:pt x="18" y="6"/>
                          <a:pt x="18" y="6"/>
                          <a:pt x="18" y="6"/>
                        </a:cubicBezTo>
                        <a:cubicBezTo>
                          <a:pt x="18" y="6"/>
                          <a:pt x="18" y="6"/>
                          <a:pt x="18" y="6"/>
                        </a:cubicBezTo>
                        <a:cubicBezTo>
                          <a:pt x="18" y="6"/>
                          <a:pt x="18" y="6"/>
                          <a:pt x="18" y="6"/>
                        </a:cubicBezTo>
                        <a:cubicBezTo>
                          <a:pt x="17" y="6"/>
                          <a:pt x="17" y="6"/>
                          <a:pt x="17" y="6"/>
                        </a:cubicBezTo>
                        <a:cubicBezTo>
                          <a:pt x="17" y="6"/>
                          <a:pt x="17" y="7"/>
                          <a:pt x="17" y="7"/>
                        </a:cubicBezTo>
                        <a:cubicBezTo>
                          <a:pt x="17" y="7"/>
                          <a:pt x="17" y="7"/>
                          <a:pt x="17" y="7"/>
                        </a:cubicBezTo>
                        <a:cubicBezTo>
                          <a:pt x="17" y="8"/>
                          <a:pt x="17" y="8"/>
                          <a:pt x="17" y="8"/>
                        </a:cubicBezTo>
                        <a:cubicBezTo>
                          <a:pt x="16" y="8"/>
                          <a:pt x="16" y="8"/>
                          <a:pt x="16" y="8"/>
                        </a:cubicBezTo>
                        <a:cubicBezTo>
                          <a:pt x="16" y="8"/>
                          <a:pt x="16" y="8"/>
                          <a:pt x="16" y="8"/>
                        </a:cubicBezTo>
                        <a:cubicBezTo>
                          <a:pt x="16" y="9"/>
                          <a:pt x="16" y="9"/>
                          <a:pt x="16" y="9"/>
                        </a:cubicBezTo>
                        <a:cubicBezTo>
                          <a:pt x="16" y="9"/>
                          <a:pt x="16" y="9"/>
                          <a:pt x="16" y="9"/>
                        </a:cubicBezTo>
                        <a:cubicBezTo>
                          <a:pt x="15" y="9"/>
                          <a:pt x="15" y="9"/>
                          <a:pt x="15" y="9"/>
                        </a:cubicBezTo>
                        <a:cubicBezTo>
                          <a:pt x="15" y="9"/>
                          <a:pt x="15" y="9"/>
                          <a:pt x="15" y="9"/>
                        </a:cubicBezTo>
                        <a:cubicBezTo>
                          <a:pt x="15" y="9"/>
                          <a:pt x="15" y="9"/>
                          <a:pt x="15" y="9"/>
                        </a:cubicBezTo>
                        <a:cubicBezTo>
                          <a:pt x="14" y="9"/>
                          <a:pt x="14" y="9"/>
                          <a:pt x="14" y="9"/>
                        </a:cubicBezTo>
                        <a:cubicBezTo>
                          <a:pt x="13" y="9"/>
                          <a:pt x="13" y="9"/>
                          <a:pt x="13" y="9"/>
                        </a:cubicBezTo>
                        <a:cubicBezTo>
                          <a:pt x="13" y="9"/>
                          <a:pt x="13" y="9"/>
                          <a:pt x="13" y="9"/>
                        </a:cubicBezTo>
                        <a:cubicBezTo>
                          <a:pt x="13" y="9"/>
                          <a:pt x="13" y="9"/>
                          <a:pt x="13" y="9"/>
                        </a:cubicBezTo>
                        <a:cubicBezTo>
                          <a:pt x="12" y="10"/>
                          <a:pt x="12" y="10"/>
                          <a:pt x="12" y="10"/>
                        </a:cubicBezTo>
                        <a:cubicBezTo>
                          <a:pt x="12" y="11"/>
                          <a:pt x="12" y="11"/>
                          <a:pt x="12" y="11"/>
                        </a:cubicBezTo>
                        <a:cubicBezTo>
                          <a:pt x="12" y="11"/>
                          <a:pt x="12" y="11"/>
                          <a:pt x="12" y="11"/>
                        </a:cubicBezTo>
                        <a:cubicBezTo>
                          <a:pt x="11" y="11"/>
                          <a:pt x="11" y="11"/>
                          <a:pt x="11" y="11"/>
                        </a:cubicBezTo>
                        <a:cubicBezTo>
                          <a:pt x="10" y="12"/>
                          <a:pt x="10" y="12"/>
                          <a:pt x="10" y="12"/>
                        </a:cubicBezTo>
                        <a:cubicBezTo>
                          <a:pt x="10" y="12"/>
                          <a:pt x="10" y="12"/>
                          <a:pt x="10" y="12"/>
                        </a:cubicBezTo>
                        <a:cubicBezTo>
                          <a:pt x="9" y="13"/>
                          <a:pt x="9" y="13"/>
                          <a:pt x="9" y="13"/>
                        </a:cubicBezTo>
                        <a:cubicBezTo>
                          <a:pt x="9" y="13"/>
                          <a:pt x="9" y="13"/>
                          <a:pt x="9" y="13"/>
                        </a:cubicBezTo>
                        <a:cubicBezTo>
                          <a:pt x="9" y="13"/>
                          <a:pt x="9" y="13"/>
                          <a:pt x="9" y="13"/>
                        </a:cubicBezTo>
                        <a:cubicBezTo>
                          <a:pt x="8" y="13"/>
                          <a:pt x="8" y="13"/>
                          <a:pt x="8" y="13"/>
                        </a:cubicBezTo>
                        <a:cubicBezTo>
                          <a:pt x="8" y="13"/>
                          <a:pt x="8" y="13"/>
                          <a:pt x="8" y="13"/>
                        </a:cubicBezTo>
                        <a:cubicBezTo>
                          <a:pt x="8" y="14"/>
                          <a:pt x="8" y="14"/>
                          <a:pt x="8" y="14"/>
                        </a:cubicBezTo>
                        <a:cubicBezTo>
                          <a:pt x="7" y="14"/>
                          <a:pt x="7" y="14"/>
                          <a:pt x="7" y="14"/>
                        </a:cubicBezTo>
                        <a:cubicBezTo>
                          <a:pt x="7" y="14"/>
                          <a:pt x="7" y="14"/>
                          <a:pt x="7" y="14"/>
                        </a:cubicBezTo>
                        <a:cubicBezTo>
                          <a:pt x="7" y="14"/>
                          <a:pt x="7" y="14"/>
                          <a:pt x="6" y="14"/>
                        </a:cubicBezTo>
                        <a:cubicBezTo>
                          <a:pt x="6" y="14"/>
                          <a:pt x="6" y="15"/>
                          <a:pt x="6" y="15"/>
                        </a:cubicBezTo>
                        <a:cubicBezTo>
                          <a:pt x="6" y="15"/>
                          <a:pt x="6" y="15"/>
                          <a:pt x="6" y="15"/>
                        </a:cubicBezTo>
                        <a:cubicBezTo>
                          <a:pt x="5" y="15"/>
                          <a:pt x="5" y="15"/>
                          <a:pt x="5" y="15"/>
                        </a:cubicBezTo>
                        <a:cubicBezTo>
                          <a:pt x="5" y="15"/>
                          <a:pt x="5" y="15"/>
                          <a:pt x="5" y="15"/>
                        </a:cubicBezTo>
                        <a:cubicBezTo>
                          <a:pt x="5" y="15"/>
                          <a:pt x="5" y="15"/>
                          <a:pt x="5" y="15"/>
                        </a:cubicBezTo>
                        <a:cubicBezTo>
                          <a:pt x="5" y="15"/>
                          <a:pt x="4" y="15"/>
                          <a:pt x="4" y="15"/>
                        </a:cubicBezTo>
                        <a:cubicBezTo>
                          <a:pt x="4" y="16"/>
                          <a:pt x="4" y="16"/>
                          <a:pt x="4" y="16"/>
                        </a:cubicBezTo>
                        <a:cubicBezTo>
                          <a:pt x="4" y="16"/>
                          <a:pt x="4" y="16"/>
                          <a:pt x="4" y="16"/>
                        </a:cubicBezTo>
                        <a:cubicBezTo>
                          <a:pt x="4" y="16"/>
                          <a:pt x="4" y="16"/>
                          <a:pt x="4" y="16"/>
                        </a:cubicBezTo>
                        <a:cubicBezTo>
                          <a:pt x="4" y="17"/>
                          <a:pt x="4" y="17"/>
                          <a:pt x="4" y="17"/>
                        </a:cubicBezTo>
                        <a:cubicBezTo>
                          <a:pt x="3" y="17"/>
                          <a:pt x="3" y="17"/>
                          <a:pt x="3" y="17"/>
                        </a:cubicBezTo>
                        <a:cubicBezTo>
                          <a:pt x="3" y="17"/>
                          <a:pt x="3" y="17"/>
                          <a:pt x="3" y="17"/>
                        </a:cubicBezTo>
                        <a:cubicBezTo>
                          <a:pt x="3" y="17"/>
                          <a:pt x="3" y="17"/>
                          <a:pt x="3" y="17"/>
                        </a:cubicBezTo>
                        <a:cubicBezTo>
                          <a:pt x="3" y="17"/>
                          <a:pt x="3" y="18"/>
                          <a:pt x="3" y="18"/>
                        </a:cubicBezTo>
                        <a:cubicBezTo>
                          <a:pt x="3" y="18"/>
                          <a:pt x="3" y="18"/>
                          <a:pt x="3" y="18"/>
                        </a:cubicBezTo>
                        <a:cubicBezTo>
                          <a:pt x="2" y="18"/>
                          <a:pt x="2" y="18"/>
                          <a:pt x="2" y="18"/>
                        </a:cubicBezTo>
                        <a:cubicBezTo>
                          <a:pt x="2" y="19"/>
                          <a:pt x="2" y="19"/>
                          <a:pt x="2"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0" y="22"/>
                          <a:pt x="0" y="22"/>
                          <a:pt x="0" y="22"/>
                        </a:cubicBezTo>
                        <a:cubicBezTo>
                          <a:pt x="0" y="22"/>
                          <a:pt x="0" y="22"/>
                          <a:pt x="0" y="22"/>
                        </a:cubicBezTo>
                        <a:cubicBezTo>
                          <a:pt x="0" y="22"/>
                          <a:pt x="0" y="22"/>
                          <a:pt x="0" y="22"/>
                        </a:cubicBezTo>
                        <a:cubicBezTo>
                          <a:pt x="0" y="23"/>
                          <a:pt x="0" y="23"/>
                          <a:pt x="0" y="23"/>
                        </a:cubicBezTo>
                        <a:cubicBezTo>
                          <a:pt x="0" y="24"/>
                          <a:pt x="0" y="24"/>
                          <a:pt x="0" y="24"/>
                        </a:cubicBezTo>
                        <a:cubicBezTo>
                          <a:pt x="0" y="24"/>
                          <a:pt x="0" y="24"/>
                          <a:pt x="0" y="24"/>
                        </a:cubicBezTo>
                        <a:cubicBezTo>
                          <a:pt x="1" y="24"/>
                          <a:pt x="1" y="24"/>
                          <a:pt x="1" y="24"/>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2" y="26"/>
                          <a:pt x="2" y="26"/>
                          <a:pt x="2" y="26"/>
                        </a:cubicBezTo>
                        <a:cubicBezTo>
                          <a:pt x="3" y="26"/>
                          <a:pt x="3" y="26"/>
                          <a:pt x="3" y="26"/>
                        </a:cubicBezTo>
                        <a:cubicBezTo>
                          <a:pt x="3" y="26"/>
                          <a:pt x="3" y="26"/>
                          <a:pt x="3" y="26"/>
                        </a:cubicBezTo>
                        <a:cubicBezTo>
                          <a:pt x="3" y="28"/>
                          <a:pt x="3" y="28"/>
                          <a:pt x="3" y="28"/>
                        </a:cubicBezTo>
                        <a:cubicBezTo>
                          <a:pt x="4" y="29"/>
                          <a:pt x="4" y="29"/>
                          <a:pt x="4" y="29"/>
                        </a:cubicBezTo>
                        <a:cubicBezTo>
                          <a:pt x="5" y="29"/>
                          <a:pt x="5" y="29"/>
                          <a:pt x="5" y="29"/>
                        </a:cubicBezTo>
                        <a:cubicBezTo>
                          <a:pt x="5" y="29"/>
                          <a:pt x="5" y="29"/>
                          <a:pt x="5" y="29"/>
                        </a:cubicBezTo>
                        <a:cubicBezTo>
                          <a:pt x="6" y="29"/>
                          <a:pt x="6" y="29"/>
                          <a:pt x="6" y="29"/>
                        </a:cubicBezTo>
                        <a:cubicBezTo>
                          <a:pt x="6" y="30"/>
                          <a:pt x="6" y="30"/>
                          <a:pt x="6" y="30"/>
                        </a:cubicBezTo>
                        <a:cubicBezTo>
                          <a:pt x="6" y="30"/>
                          <a:pt x="6" y="30"/>
                          <a:pt x="6" y="30"/>
                        </a:cubicBezTo>
                        <a:cubicBezTo>
                          <a:pt x="6" y="30"/>
                          <a:pt x="6" y="30"/>
                          <a:pt x="6" y="30"/>
                        </a:cubicBezTo>
                        <a:cubicBezTo>
                          <a:pt x="6" y="30"/>
                          <a:pt x="6" y="31"/>
                          <a:pt x="6" y="31"/>
                        </a:cubicBezTo>
                        <a:cubicBezTo>
                          <a:pt x="6" y="31"/>
                          <a:pt x="6" y="31"/>
                          <a:pt x="6" y="31"/>
                        </a:cubicBezTo>
                        <a:cubicBezTo>
                          <a:pt x="7" y="30"/>
                          <a:pt x="7" y="30"/>
                          <a:pt x="7" y="30"/>
                        </a:cubicBezTo>
                        <a:cubicBezTo>
                          <a:pt x="7" y="30"/>
                          <a:pt x="7" y="30"/>
                          <a:pt x="7" y="30"/>
                        </a:cubicBezTo>
                        <a:cubicBezTo>
                          <a:pt x="8" y="30"/>
                          <a:pt x="8" y="30"/>
                          <a:pt x="8" y="30"/>
                        </a:cubicBezTo>
                        <a:cubicBezTo>
                          <a:pt x="8" y="29"/>
                          <a:pt x="8" y="29"/>
                          <a:pt x="8" y="29"/>
                        </a:cubicBezTo>
                        <a:cubicBezTo>
                          <a:pt x="8" y="29"/>
                          <a:pt x="8" y="29"/>
                          <a:pt x="8" y="29"/>
                        </a:cubicBezTo>
                        <a:cubicBezTo>
                          <a:pt x="8" y="29"/>
                          <a:pt x="9" y="29"/>
                          <a:pt x="9" y="29"/>
                        </a:cubicBezTo>
                        <a:cubicBezTo>
                          <a:pt x="9" y="29"/>
                          <a:pt x="9" y="29"/>
                          <a:pt x="9" y="29"/>
                        </a:cubicBezTo>
                        <a:cubicBezTo>
                          <a:pt x="10" y="29"/>
                          <a:pt x="10" y="29"/>
                          <a:pt x="10" y="29"/>
                        </a:cubicBezTo>
                        <a:cubicBezTo>
                          <a:pt x="11" y="29"/>
                          <a:pt x="11" y="29"/>
                          <a:pt x="11" y="29"/>
                        </a:cubicBezTo>
                        <a:cubicBezTo>
                          <a:pt x="12" y="29"/>
                          <a:pt x="12" y="29"/>
                          <a:pt x="12" y="29"/>
                        </a:cubicBezTo>
                        <a:cubicBezTo>
                          <a:pt x="12" y="28"/>
                          <a:pt x="12" y="28"/>
                          <a:pt x="12" y="27"/>
                        </a:cubicBezTo>
                        <a:cubicBezTo>
                          <a:pt x="12" y="27"/>
                          <a:pt x="12" y="27"/>
                          <a:pt x="12" y="27"/>
                        </a:cubicBezTo>
                        <a:cubicBezTo>
                          <a:pt x="11" y="27"/>
                          <a:pt x="11" y="27"/>
                          <a:pt x="12" y="27"/>
                        </a:cubicBezTo>
                        <a:cubicBezTo>
                          <a:pt x="12" y="27"/>
                          <a:pt x="12" y="26"/>
                          <a:pt x="12" y="26"/>
                        </a:cubicBezTo>
                        <a:cubicBezTo>
                          <a:pt x="12" y="26"/>
                          <a:pt x="12" y="25"/>
                          <a:pt x="12" y="25"/>
                        </a:cubicBezTo>
                        <a:cubicBezTo>
                          <a:pt x="12" y="24"/>
                          <a:pt x="12" y="24"/>
                          <a:pt x="12" y="24"/>
                        </a:cubicBezTo>
                        <a:cubicBezTo>
                          <a:pt x="12" y="23"/>
                          <a:pt x="12" y="23"/>
                          <a:pt x="12" y="23"/>
                        </a:cubicBezTo>
                        <a:cubicBezTo>
                          <a:pt x="12" y="23"/>
                          <a:pt x="12" y="23"/>
                          <a:pt x="13" y="23"/>
                        </a:cubicBezTo>
                        <a:cubicBezTo>
                          <a:pt x="13" y="22"/>
                          <a:pt x="14" y="22"/>
                          <a:pt x="14" y="22"/>
                        </a:cubicBezTo>
                        <a:cubicBezTo>
                          <a:pt x="15" y="21"/>
                          <a:pt x="15" y="21"/>
                          <a:pt x="16" y="21"/>
                        </a:cubicBezTo>
                        <a:cubicBezTo>
                          <a:pt x="16" y="20"/>
                          <a:pt x="17" y="20"/>
                          <a:pt x="18" y="19"/>
                        </a:cubicBezTo>
                        <a:cubicBezTo>
                          <a:pt x="19" y="19"/>
                          <a:pt x="19" y="19"/>
                          <a:pt x="20" y="18"/>
                        </a:cubicBezTo>
                        <a:cubicBezTo>
                          <a:pt x="20" y="18"/>
                          <a:pt x="20" y="18"/>
                          <a:pt x="20" y="18"/>
                        </a:cubicBezTo>
                        <a:cubicBezTo>
                          <a:pt x="20" y="18"/>
                          <a:pt x="20" y="17"/>
                          <a:pt x="20" y="17"/>
                        </a:cubicBezTo>
                        <a:cubicBezTo>
                          <a:pt x="21" y="17"/>
                          <a:pt x="21" y="17"/>
                          <a:pt x="21" y="17"/>
                        </a:cubicBezTo>
                        <a:cubicBezTo>
                          <a:pt x="21" y="17"/>
                          <a:pt x="21" y="17"/>
                          <a:pt x="21" y="17"/>
                        </a:cubicBezTo>
                        <a:cubicBezTo>
                          <a:pt x="21" y="17"/>
                          <a:pt x="21" y="17"/>
                          <a:pt x="21" y="17"/>
                        </a:cubicBezTo>
                        <a:cubicBezTo>
                          <a:pt x="21" y="17"/>
                          <a:pt x="22" y="18"/>
                          <a:pt x="22" y="17"/>
                        </a:cubicBezTo>
                        <a:cubicBezTo>
                          <a:pt x="22" y="17"/>
                          <a:pt x="22" y="17"/>
                          <a:pt x="22" y="17"/>
                        </a:cubicBezTo>
                        <a:cubicBezTo>
                          <a:pt x="22" y="17"/>
                          <a:pt x="22" y="18"/>
                          <a:pt x="22" y="18"/>
                        </a:cubicBezTo>
                        <a:cubicBezTo>
                          <a:pt x="22" y="18"/>
                          <a:pt x="22" y="18"/>
                          <a:pt x="22" y="18"/>
                        </a:cubicBezTo>
                        <a:cubicBezTo>
                          <a:pt x="22" y="18"/>
                          <a:pt x="21" y="18"/>
                          <a:pt x="21" y="18"/>
                        </a:cubicBezTo>
                        <a:cubicBezTo>
                          <a:pt x="21" y="18"/>
                          <a:pt x="20" y="18"/>
                          <a:pt x="21" y="18"/>
                        </a:cubicBezTo>
                        <a:cubicBezTo>
                          <a:pt x="21" y="18"/>
                          <a:pt x="21" y="18"/>
                          <a:pt x="21" y="18"/>
                        </a:cubicBezTo>
                        <a:cubicBezTo>
                          <a:pt x="22" y="18"/>
                          <a:pt x="22" y="18"/>
                          <a:pt x="23" y="18"/>
                        </a:cubicBezTo>
                        <a:cubicBezTo>
                          <a:pt x="23" y="18"/>
                          <a:pt x="23" y="18"/>
                          <a:pt x="23" y="18"/>
                        </a:cubicBezTo>
                        <a:cubicBezTo>
                          <a:pt x="23" y="18"/>
                          <a:pt x="23" y="18"/>
                          <a:pt x="23" y="18"/>
                        </a:cubicBezTo>
                        <a:cubicBezTo>
                          <a:pt x="23" y="18"/>
                          <a:pt x="23" y="18"/>
                          <a:pt x="23" y="19"/>
                        </a:cubicBezTo>
                        <a:cubicBezTo>
                          <a:pt x="24" y="19"/>
                          <a:pt x="24" y="19"/>
                          <a:pt x="24" y="19"/>
                        </a:cubicBezTo>
                        <a:cubicBezTo>
                          <a:pt x="24" y="19"/>
                          <a:pt x="24" y="19"/>
                          <a:pt x="24" y="19"/>
                        </a:cubicBezTo>
                        <a:cubicBezTo>
                          <a:pt x="24" y="19"/>
                          <a:pt x="24" y="19"/>
                          <a:pt x="24" y="18"/>
                        </a:cubicBezTo>
                        <a:cubicBezTo>
                          <a:pt x="24" y="18"/>
                          <a:pt x="24" y="18"/>
                          <a:pt x="24" y="18"/>
                        </a:cubicBezTo>
                        <a:cubicBezTo>
                          <a:pt x="24" y="18"/>
                          <a:pt x="24" y="18"/>
                          <a:pt x="24" y="17"/>
                        </a:cubicBezTo>
                        <a:cubicBezTo>
                          <a:pt x="24" y="18"/>
                          <a:pt x="24" y="18"/>
                          <a:pt x="24" y="18"/>
                        </a:cubicBezTo>
                        <a:cubicBezTo>
                          <a:pt x="24" y="18"/>
                          <a:pt x="24" y="18"/>
                          <a:pt x="24" y="18"/>
                        </a:cubicBezTo>
                        <a:cubicBezTo>
                          <a:pt x="24" y="19"/>
                          <a:pt x="25" y="19"/>
                          <a:pt x="25" y="19"/>
                        </a:cubicBezTo>
                        <a:cubicBezTo>
                          <a:pt x="25" y="18"/>
                          <a:pt x="25" y="18"/>
                          <a:pt x="25" y="18"/>
                        </a:cubicBezTo>
                        <a:cubicBezTo>
                          <a:pt x="26" y="18"/>
                          <a:pt x="26" y="17"/>
                          <a:pt x="26" y="17"/>
                        </a:cubicBezTo>
                        <a:cubicBezTo>
                          <a:pt x="26" y="17"/>
                          <a:pt x="26" y="17"/>
                          <a:pt x="26" y="17"/>
                        </a:cubicBezTo>
                        <a:cubicBezTo>
                          <a:pt x="26" y="17"/>
                          <a:pt x="25" y="17"/>
                          <a:pt x="25" y="17"/>
                        </a:cubicBezTo>
                        <a:cubicBezTo>
                          <a:pt x="25" y="17"/>
                          <a:pt x="25" y="17"/>
                          <a:pt x="25" y="17"/>
                        </a:cubicBezTo>
                        <a:cubicBezTo>
                          <a:pt x="25" y="16"/>
                          <a:pt x="25" y="16"/>
                          <a:pt x="25" y="16"/>
                        </a:cubicBezTo>
                        <a:cubicBezTo>
                          <a:pt x="25"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3" y="16"/>
                          <a:pt x="23" y="16"/>
                        </a:cubicBezTo>
                        <a:cubicBezTo>
                          <a:pt x="23" y="16"/>
                          <a:pt x="23" y="16"/>
                          <a:pt x="23" y="16"/>
                        </a:cubicBezTo>
                        <a:cubicBezTo>
                          <a:pt x="23" y="16"/>
                          <a:pt x="23" y="16"/>
                          <a:pt x="23" y="16"/>
                        </a:cubicBezTo>
                        <a:cubicBezTo>
                          <a:pt x="23" y="16"/>
                          <a:pt x="23" y="16"/>
                          <a:pt x="23" y="16"/>
                        </a:cubicBezTo>
                        <a:cubicBezTo>
                          <a:pt x="23" y="16"/>
                          <a:pt x="22" y="16"/>
                          <a:pt x="22" y="16"/>
                        </a:cubicBezTo>
                        <a:cubicBezTo>
                          <a:pt x="22" y="16"/>
                          <a:pt x="22" y="16"/>
                          <a:pt x="22" y="16"/>
                        </a:cubicBezTo>
                        <a:cubicBezTo>
                          <a:pt x="22" y="16"/>
                          <a:pt x="23" y="16"/>
                          <a:pt x="23" y="16"/>
                        </a:cubicBezTo>
                        <a:cubicBezTo>
                          <a:pt x="23" y="16"/>
                          <a:pt x="23" y="16"/>
                          <a:pt x="23" y="16"/>
                        </a:cubicBezTo>
                        <a:cubicBezTo>
                          <a:pt x="23" y="16"/>
                          <a:pt x="23" y="16"/>
                          <a:pt x="23" y="16"/>
                        </a:cubicBezTo>
                        <a:cubicBezTo>
                          <a:pt x="23" y="16"/>
                          <a:pt x="23" y="16"/>
                          <a:pt x="23" y="15"/>
                        </a:cubicBezTo>
                        <a:cubicBezTo>
                          <a:pt x="23" y="15"/>
                          <a:pt x="23" y="15"/>
                          <a:pt x="23" y="15"/>
                        </a:cubicBezTo>
                        <a:cubicBezTo>
                          <a:pt x="23" y="15"/>
                          <a:pt x="23" y="15"/>
                          <a:pt x="23" y="15"/>
                        </a:cubicBezTo>
                        <a:cubicBezTo>
                          <a:pt x="23" y="15"/>
                          <a:pt x="23" y="14"/>
                          <a:pt x="23" y="14"/>
                        </a:cubicBezTo>
                        <a:cubicBezTo>
                          <a:pt x="23" y="14"/>
                          <a:pt x="22" y="14"/>
                          <a:pt x="23" y="14"/>
                        </a:cubicBezTo>
                        <a:cubicBezTo>
                          <a:pt x="23" y="13"/>
                          <a:pt x="23" y="13"/>
                          <a:pt x="23" y="13"/>
                        </a:cubicBezTo>
                        <a:cubicBezTo>
                          <a:pt x="23" y="13"/>
                          <a:pt x="23" y="13"/>
                          <a:pt x="23" y="13"/>
                        </a:cubicBezTo>
                        <a:cubicBezTo>
                          <a:pt x="23" y="13"/>
                          <a:pt x="23" y="13"/>
                          <a:pt x="23" y="13"/>
                        </a:cubicBezTo>
                        <a:cubicBezTo>
                          <a:pt x="23" y="13"/>
                          <a:pt x="23" y="13"/>
                          <a:pt x="23" y="13"/>
                        </a:cubicBezTo>
                        <a:cubicBezTo>
                          <a:pt x="23" y="12"/>
                          <a:pt x="23" y="11"/>
                          <a:pt x="24" y="11"/>
                        </a:cubicBezTo>
                        <a:cubicBezTo>
                          <a:pt x="24" y="11"/>
                          <a:pt x="24" y="11"/>
                          <a:pt x="24" y="11"/>
                        </a:cubicBezTo>
                        <a:cubicBezTo>
                          <a:pt x="25" y="11"/>
                          <a:pt x="25" y="11"/>
                          <a:pt x="25" y="11"/>
                        </a:cubicBezTo>
                        <a:cubicBezTo>
                          <a:pt x="25" y="10"/>
                          <a:pt x="25" y="11"/>
                          <a:pt x="25" y="10"/>
                        </a:cubicBezTo>
                        <a:cubicBezTo>
                          <a:pt x="25" y="10"/>
                          <a:pt x="25" y="10"/>
                          <a:pt x="25" y="10"/>
                        </a:cubicBezTo>
                        <a:cubicBezTo>
                          <a:pt x="26" y="10"/>
                          <a:pt x="26" y="10"/>
                          <a:pt x="26" y="10"/>
                        </a:cubicBezTo>
                        <a:cubicBezTo>
                          <a:pt x="26" y="10"/>
                          <a:pt x="27" y="9"/>
                          <a:pt x="27" y="9"/>
                        </a:cubicBezTo>
                        <a:cubicBezTo>
                          <a:pt x="27" y="9"/>
                          <a:pt x="27" y="9"/>
                          <a:pt x="27" y="9"/>
                        </a:cubicBezTo>
                        <a:cubicBezTo>
                          <a:pt x="27" y="9"/>
                          <a:pt x="27" y="8"/>
                          <a:pt x="27" y="8"/>
                        </a:cubicBezTo>
                        <a:cubicBezTo>
                          <a:pt x="27" y="8"/>
                          <a:pt x="27" y="8"/>
                          <a:pt x="27" y="8"/>
                        </a:cubicBezTo>
                        <a:cubicBezTo>
                          <a:pt x="28" y="7"/>
                          <a:pt x="28" y="7"/>
                          <a:pt x="28" y="6"/>
                        </a:cubicBezTo>
                        <a:cubicBezTo>
                          <a:pt x="28" y="6"/>
                          <a:pt x="28" y="5"/>
                          <a:pt x="28" y="5"/>
                        </a:cubicBezTo>
                        <a:cubicBezTo>
                          <a:pt x="29" y="5"/>
                          <a:pt x="29" y="4"/>
                          <a:pt x="29" y="4"/>
                        </a:cubicBezTo>
                        <a:cubicBezTo>
                          <a:pt x="29" y="4"/>
                          <a:pt x="29" y="4"/>
                          <a:pt x="29" y="4"/>
                        </a:cubicBezTo>
                        <a:cubicBezTo>
                          <a:pt x="30" y="4"/>
                          <a:pt x="30" y="4"/>
                          <a:pt x="30" y="4"/>
                        </a:cubicBezTo>
                        <a:cubicBezTo>
                          <a:pt x="30" y="4"/>
                          <a:pt x="30" y="4"/>
                          <a:pt x="30" y="4"/>
                        </a:cubicBezTo>
                        <a:cubicBezTo>
                          <a:pt x="30" y="4"/>
                          <a:pt x="30" y="4"/>
                          <a:pt x="30" y="4"/>
                        </a:cubicBezTo>
                        <a:cubicBezTo>
                          <a:pt x="30" y="4"/>
                          <a:pt x="30" y="3"/>
                          <a:pt x="30" y="3"/>
                        </a:cubicBezTo>
                        <a:cubicBezTo>
                          <a:pt x="30" y="3"/>
                          <a:pt x="30" y="3"/>
                          <a:pt x="30" y="3"/>
                        </a:cubicBezTo>
                        <a:cubicBezTo>
                          <a:pt x="31" y="3"/>
                          <a:pt x="31" y="2"/>
                          <a:pt x="31" y="2"/>
                        </a:cubicBezTo>
                        <a:cubicBezTo>
                          <a:pt x="31" y="2"/>
                          <a:pt x="31" y="1"/>
                          <a:pt x="31" y="1"/>
                        </a:cubicBezTo>
                        <a:cubicBezTo>
                          <a:pt x="31" y="1"/>
                          <a:pt x="31" y="1"/>
                          <a:pt x="31" y="1"/>
                        </a:cubicBezTo>
                        <a:cubicBezTo>
                          <a:pt x="32" y="1"/>
                          <a:pt x="32" y="0"/>
                          <a:pt x="32" y="0"/>
                        </a:cubicBezTo>
                        <a:cubicBezTo>
                          <a:pt x="32" y="0"/>
                          <a:pt x="32" y="0"/>
                          <a:pt x="32" y="0"/>
                        </a:cubicBezTo>
                        <a:lnTo>
                          <a:pt x="31" y="0"/>
                        </a:ln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2" name="Freeform 732">
                    <a:extLst>
                      <a:ext uri="{FF2B5EF4-FFF2-40B4-BE49-F238E27FC236}">
                        <a16:creationId xmlns:a16="http://schemas.microsoft.com/office/drawing/2014/main" id="{5CFAA0FA-C990-7D19-C979-359EAE1B49FC}"/>
                      </a:ext>
                    </a:extLst>
                  </p:cNvPr>
                  <p:cNvSpPr>
                    <a:spLocks noEditPoints="1"/>
                  </p:cNvSpPr>
                  <p:nvPr/>
                </p:nvSpPr>
                <p:spPr bwMode="auto">
                  <a:xfrm>
                    <a:off x="10340975" y="6042025"/>
                    <a:ext cx="66675" cy="61913"/>
                  </a:xfrm>
                  <a:custGeom>
                    <a:avLst/>
                    <a:gdLst>
                      <a:gd name="T0" fmla="*/ 2 w 16"/>
                      <a:gd name="T1" fmla="*/ 2 h 15"/>
                      <a:gd name="T2" fmla="*/ 2 w 16"/>
                      <a:gd name="T3" fmla="*/ 3 h 15"/>
                      <a:gd name="T4" fmla="*/ 2 w 16"/>
                      <a:gd name="T5" fmla="*/ 3 h 15"/>
                      <a:gd name="T6" fmla="*/ 2 w 16"/>
                      <a:gd name="T7" fmla="*/ 3 h 15"/>
                      <a:gd name="T8" fmla="*/ 2 w 16"/>
                      <a:gd name="T9" fmla="*/ 3 h 15"/>
                      <a:gd name="T10" fmla="*/ 2 w 16"/>
                      <a:gd name="T11" fmla="*/ 3 h 15"/>
                      <a:gd name="T12" fmla="*/ 2 w 16"/>
                      <a:gd name="T13" fmla="*/ 3 h 15"/>
                      <a:gd name="T14" fmla="*/ 2 w 16"/>
                      <a:gd name="T15" fmla="*/ 2 h 15"/>
                      <a:gd name="T16" fmla="*/ 3 w 16"/>
                      <a:gd name="T17" fmla="*/ 0 h 15"/>
                      <a:gd name="T18" fmla="*/ 3 w 16"/>
                      <a:gd name="T19" fmla="*/ 0 h 15"/>
                      <a:gd name="T20" fmla="*/ 15 w 16"/>
                      <a:gd name="T21" fmla="*/ 4 h 15"/>
                      <a:gd name="T22" fmla="*/ 15 w 16"/>
                      <a:gd name="T23" fmla="*/ 3 h 15"/>
                      <a:gd name="T24" fmla="*/ 16 w 16"/>
                      <a:gd name="T25" fmla="*/ 3 h 15"/>
                      <a:gd name="T26" fmla="*/ 15 w 16"/>
                      <a:gd name="T27" fmla="*/ 2 h 15"/>
                      <a:gd name="T28" fmla="*/ 14 w 16"/>
                      <a:gd name="T29" fmla="*/ 3 h 15"/>
                      <a:gd name="T30" fmla="*/ 13 w 16"/>
                      <a:gd name="T31" fmla="*/ 3 h 15"/>
                      <a:gd name="T32" fmla="*/ 12 w 16"/>
                      <a:gd name="T33" fmla="*/ 4 h 15"/>
                      <a:gd name="T34" fmla="*/ 12 w 16"/>
                      <a:gd name="T35" fmla="*/ 5 h 15"/>
                      <a:gd name="T36" fmla="*/ 11 w 16"/>
                      <a:gd name="T37" fmla="*/ 6 h 15"/>
                      <a:gd name="T38" fmla="*/ 10 w 16"/>
                      <a:gd name="T39" fmla="*/ 6 h 15"/>
                      <a:gd name="T40" fmla="*/ 9 w 16"/>
                      <a:gd name="T41" fmla="*/ 6 h 15"/>
                      <a:gd name="T42" fmla="*/ 9 w 16"/>
                      <a:gd name="T43" fmla="*/ 6 h 15"/>
                      <a:gd name="T44" fmla="*/ 7 w 16"/>
                      <a:gd name="T45" fmla="*/ 5 h 15"/>
                      <a:gd name="T46" fmla="*/ 5 w 16"/>
                      <a:gd name="T47" fmla="*/ 4 h 15"/>
                      <a:gd name="T48" fmla="*/ 3 w 16"/>
                      <a:gd name="T49" fmla="*/ 3 h 15"/>
                      <a:gd name="T50" fmla="*/ 2 w 16"/>
                      <a:gd name="T51" fmla="*/ 3 h 15"/>
                      <a:gd name="T52" fmla="*/ 1 w 16"/>
                      <a:gd name="T53" fmla="*/ 3 h 15"/>
                      <a:gd name="T54" fmla="*/ 1 w 16"/>
                      <a:gd name="T55" fmla="*/ 2 h 15"/>
                      <a:gd name="T56" fmla="*/ 1 w 16"/>
                      <a:gd name="T57" fmla="*/ 1 h 15"/>
                      <a:gd name="T58" fmla="*/ 1 w 16"/>
                      <a:gd name="T59" fmla="*/ 1 h 15"/>
                      <a:gd name="T60" fmla="*/ 1 w 16"/>
                      <a:gd name="T61" fmla="*/ 2 h 15"/>
                      <a:gd name="T62" fmla="*/ 0 w 16"/>
                      <a:gd name="T63" fmla="*/ 1 h 15"/>
                      <a:gd name="T64" fmla="*/ 0 w 16"/>
                      <a:gd name="T65" fmla="*/ 2 h 15"/>
                      <a:gd name="T66" fmla="*/ 0 w 16"/>
                      <a:gd name="T67" fmla="*/ 3 h 15"/>
                      <a:gd name="T68" fmla="*/ 1 w 16"/>
                      <a:gd name="T69" fmla="*/ 4 h 15"/>
                      <a:gd name="T70" fmla="*/ 1 w 16"/>
                      <a:gd name="T71" fmla="*/ 5 h 15"/>
                      <a:gd name="T72" fmla="*/ 1 w 16"/>
                      <a:gd name="T73" fmla="*/ 6 h 15"/>
                      <a:gd name="T74" fmla="*/ 2 w 16"/>
                      <a:gd name="T75" fmla="*/ 7 h 15"/>
                      <a:gd name="T76" fmla="*/ 3 w 16"/>
                      <a:gd name="T77" fmla="*/ 8 h 15"/>
                      <a:gd name="T78" fmla="*/ 4 w 16"/>
                      <a:gd name="T79" fmla="*/ 9 h 15"/>
                      <a:gd name="T80" fmla="*/ 5 w 16"/>
                      <a:gd name="T81" fmla="*/ 9 h 15"/>
                      <a:gd name="T82" fmla="*/ 4 w 16"/>
                      <a:gd name="T83" fmla="*/ 11 h 15"/>
                      <a:gd name="T84" fmla="*/ 3 w 16"/>
                      <a:gd name="T85" fmla="*/ 13 h 15"/>
                      <a:gd name="T86" fmla="*/ 4 w 16"/>
                      <a:gd name="T87" fmla="*/ 14 h 15"/>
                      <a:gd name="T88" fmla="*/ 4 w 16"/>
                      <a:gd name="T89" fmla="*/ 15 h 15"/>
                      <a:gd name="T90" fmla="*/ 4 w 16"/>
                      <a:gd name="T91" fmla="*/ 14 h 15"/>
                      <a:gd name="T92" fmla="*/ 5 w 16"/>
                      <a:gd name="T93" fmla="*/ 13 h 15"/>
                      <a:gd name="T94" fmla="*/ 5 w 16"/>
                      <a:gd name="T95" fmla="*/ 13 h 15"/>
                      <a:gd name="T96" fmla="*/ 6 w 16"/>
                      <a:gd name="T97" fmla="*/ 13 h 15"/>
                      <a:gd name="T98" fmla="*/ 6 w 16"/>
                      <a:gd name="T99" fmla="*/ 12 h 15"/>
                      <a:gd name="T100" fmla="*/ 7 w 16"/>
                      <a:gd name="T101" fmla="*/ 12 h 15"/>
                      <a:gd name="T102" fmla="*/ 8 w 16"/>
                      <a:gd name="T103" fmla="*/ 12 h 15"/>
                      <a:gd name="T104" fmla="*/ 9 w 16"/>
                      <a:gd name="T105" fmla="*/ 11 h 15"/>
                      <a:gd name="T106" fmla="*/ 10 w 16"/>
                      <a:gd name="T107" fmla="*/ 10 h 15"/>
                      <a:gd name="T108" fmla="*/ 10 w 16"/>
                      <a:gd name="T109" fmla="*/ 10 h 15"/>
                      <a:gd name="T110" fmla="*/ 11 w 16"/>
                      <a:gd name="T111" fmla="*/ 9 h 15"/>
                      <a:gd name="T112" fmla="*/ 11 w 16"/>
                      <a:gd name="T113" fmla="*/ 8 h 15"/>
                      <a:gd name="T114" fmla="*/ 12 w 16"/>
                      <a:gd name="T115" fmla="*/ 7 h 15"/>
                      <a:gd name="T116" fmla="*/ 13 w 16"/>
                      <a:gd name="T117" fmla="*/ 6 h 15"/>
                      <a:gd name="T118" fmla="*/ 13 w 16"/>
                      <a:gd name="T119" fmla="*/ 6 h 15"/>
                      <a:gd name="T120" fmla="*/ 15 w 16"/>
                      <a:gd name="T12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 h="15">
                        <a:moveTo>
                          <a:pt x="1" y="2"/>
                        </a:moveTo>
                        <a:cubicBezTo>
                          <a:pt x="1" y="2"/>
                          <a:pt x="1" y="2"/>
                          <a:pt x="1" y="2"/>
                        </a:cubicBezTo>
                        <a:cubicBezTo>
                          <a:pt x="1" y="2"/>
                          <a:pt x="2" y="2"/>
                          <a:pt x="2" y="2"/>
                        </a:cubicBezTo>
                        <a:cubicBezTo>
                          <a:pt x="2" y="2"/>
                          <a:pt x="2" y="2"/>
                          <a:pt x="2" y="2"/>
                        </a:cubicBezTo>
                        <a:cubicBezTo>
                          <a:pt x="2" y="2"/>
                          <a:pt x="2" y="2"/>
                          <a:pt x="2" y="2"/>
                        </a:cubicBezTo>
                        <a:cubicBezTo>
                          <a:pt x="2" y="2"/>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1" y="2"/>
                        </a:cubicBezTo>
                        <a:close/>
                        <a:moveTo>
                          <a:pt x="3" y="0"/>
                        </a:moveTo>
                        <a:cubicBezTo>
                          <a:pt x="3" y="0"/>
                          <a:pt x="3" y="0"/>
                          <a:pt x="3" y="0"/>
                        </a:cubicBezTo>
                        <a:cubicBezTo>
                          <a:pt x="3" y="0"/>
                          <a:pt x="3" y="0"/>
                          <a:pt x="3" y="0"/>
                        </a:cubicBezTo>
                        <a:cubicBezTo>
                          <a:pt x="3" y="0"/>
                          <a:pt x="3" y="0"/>
                          <a:pt x="3" y="0"/>
                        </a:cubicBezTo>
                        <a:cubicBezTo>
                          <a:pt x="3" y="0"/>
                          <a:pt x="3" y="0"/>
                          <a:pt x="3" y="0"/>
                        </a:cubicBezTo>
                        <a:close/>
                        <a:moveTo>
                          <a:pt x="15" y="4"/>
                        </a:moveTo>
                        <a:cubicBezTo>
                          <a:pt x="15" y="4"/>
                          <a:pt x="15" y="4"/>
                          <a:pt x="15" y="4"/>
                        </a:cubicBezTo>
                        <a:cubicBezTo>
                          <a:pt x="15" y="4"/>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6" y="3"/>
                          <a:pt x="16" y="3"/>
                          <a:pt x="16" y="3"/>
                        </a:cubicBezTo>
                        <a:cubicBezTo>
                          <a:pt x="15" y="2"/>
                          <a:pt x="15" y="2"/>
                          <a:pt x="15" y="2"/>
                        </a:cubicBezTo>
                        <a:cubicBezTo>
                          <a:pt x="15" y="2"/>
                          <a:pt x="15" y="2"/>
                          <a:pt x="15" y="2"/>
                        </a:cubicBezTo>
                        <a:cubicBezTo>
                          <a:pt x="15" y="2"/>
                          <a:pt x="15" y="2"/>
                          <a:pt x="15" y="2"/>
                        </a:cubicBezTo>
                        <a:cubicBezTo>
                          <a:pt x="15" y="2"/>
                          <a:pt x="15" y="3"/>
                          <a:pt x="15" y="3"/>
                        </a:cubicBezTo>
                        <a:cubicBezTo>
                          <a:pt x="14" y="3"/>
                          <a:pt x="14" y="3"/>
                          <a:pt x="14" y="3"/>
                        </a:cubicBezTo>
                        <a:cubicBezTo>
                          <a:pt x="14" y="3"/>
                          <a:pt x="14" y="3"/>
                          <a:pt x="14" y="3"/>
                        </a:cubicBezTo>
                        <a:cubicBezTo>
                          <a:pt x="14" y="3"/>
                          <a:pt x="14" y="3"/>
                          <a:pt x="13" y="3"/>
                        </a:cubicBezTo>
                        <a:cubicBezTo>
                          <a:pt x="13" y="3"/>
                          <a:pt x="13" y="3"/>
                          <a:pt x="13" y="3"/>
                        </a:cubicBezTo>
                        <a:cubicBezTo>
                          <a:pt x="13" y="3"/>
                          <a:pt x="13" y="3"/>
                          <a:pt x="13" y="3"/>
                        </a:cubicBezTo>
                        <a:cubicBezTo>
                          <a:pt x="13" y="4"/>
                          <a:pt x="13" y="4"/>
                          <a:pt x="13" y="4"/>
                        </a:cubicBezTo>
                        <a:cubicBezTo>
                          <a:pt x="13" y="4"/>
                          <a:pt x="12" y="4"/>
                          <a:pt x="13" y="4"/>
                        </a:cubicBezTo>
                        <a:cubicBezTo>
                          <a:pt x="12" y="4"/>
                          <a:pt x="12" y="4"/>
                          <a:pt x="12" y="4"/>
                        </a:cubicBezTo>
                        <a:cubicBezTo>
                          <a:pt x="12" y="5"/>
                          <a:pt x="12" y="5"/>
                          <a:pt x="12" y="5"/>
                        </a:cubicBezTo>
                        <a:cubicBezTo>
                          <a:pt x="12" y="5"/>
                          <a:pt x="12" y="5"/>
                          <a:pt x="12" y="5"/>
                        </a:cubicBezTo>
                        <a:cubicBezTo>
                          <a:pt x="12" y="5"/>
                          <a:pt x="12" y="5"/>
                          <a:pt x="12" y="5"/>
                        </a:cubicBezTo>
                        <a:cubicBezTo>
                          <a:pt x="12" y="5"/>
                          <a:pt x="11" y="5"/>
                          <a:pt x="11" y="6"/>
                        </a:cubicBezTo>
                        <a:cubicBezTo>
                          <a:pt x="11" y="6"/>
                          <a:pt x="11" y="6"/>
                          <a:pt x="11" y="6"/>
                        </a:cubicBezTo>
                        <a:cubicBezTo>
                          <a:pt x="11" y="6"/>
                          <a:pt x="11" y="6"/>
                          <a:pt x="11" y="6"/>
                        </a:cubicBezTo>
                        <a:cubicBezTo>
                          <a:pt x="11"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8" y="6"/>
                          <a:pt x="8" y="6"/>
                        </a:cubicBezTo>
                        <a:cubicBezTo>
                          <a:pt x="8" y="5"/>
                          <a:pt x="7" y="5"/>
                          <a:pt x="7" y="5"/>
                        </a:cubicBezTo>
                        <a:cubicBezTo>
                          <a:pt x="7" y="5"/>
                          <a:pt x="7" y="5"/>
                          <a:pt x="7" y="5"/>
                        </a:cubicBezTo>
                        <a:cubicBezTo>
                          <a:pt x="6" y="5"/>
                          <a:pt x="6" y="5"/>
                          <a:pt x="5" y="4"/>
                        </a:cubicBezTo>
                        <a:cubicBezTo>
                          <a:pt x="5" y="4"/>
                          <a:pt x="5" y="4"/>
                          <a:pt x="5" y="4"/>
                        </a:cubicBezTo>
                        <a:cubicBezTo>
                          <a:pt x="5" y="4"/>
                          <a:pt x="5" y="4"/>
                          <a:pt x="5" y="4"/>
                        </a:cubicBezTo>
                        <a:cubicBezTo>
                          <a:pt x="4" y="4"/>
                          <a:pt x="4" y="4"/>
                          <a:pt x="4" y="4"/>
                        </a:cubicBezTo>
                        <a:cubicBezTo>
                          <a:pt x="4" y="4"/>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1" y="3"/>
                        </a:cubicBezTo>
                        <a:cubicBezTo>
                          <a:pt x="1" y="3"/>
                          <a:pt x="1" y="3"/>
                          <a:pt x="1" y="3"/>
                        </a:cubicBezTo>
                        <a:cubicBezTo>
                          <a:pt x="1" y="3"/>
                          <a:pt x="1" y="3"/>
                          <a:pt x="1" y="2"/>
                        </a:cubicBezTo>
                        <a:cubicBezTo>
                          <a:pt x="1" y="2"/>
                          <a:pt x="1" y="2"/>
                          <a:pt x="1" y="2"/>
                        </a:cubicBezTo>
                        <a:cubicBezTo>
                          <a:pt x="1" y="2"/>
                          <a:pt x="1" y="2"/>
                          <a:pt x="1" y="2"/>
                        </a:cubicBezTo>
                        <a:cubicBezTo>
                          <a:pt x="1" y="2"/>
                          <a:pt x="1" y="2"/>
                          <a:pt x="1" y="2"/>
                        </a:cubicBezTo>
                        <a:cubicBezTo>
                          <a:pt x="1" y="2"/>
                          <a:pt x="1" y="2"/>
                          <a:pt x="1" y="2"/>
                        </a:cubicBezTo>
                        <a:cubicBezTo>
                          <a:pt x="1" y="1"/>
                          <a:pt x="1" y="1"/>
                          <a:pt x="1" y="1"/>
                        </a:cubicBezTo>
                        <a:cubicBezTo>
                          <a:pt x="1" y="1"/>
                          <a:pt x="1" y="1"/>
                          <a:pt x="1" y="1"/>
                        </a:cubicBezTo>
                        <a:cubicBezTo>
                          <a:pt x="1" y="1"/>
                          <a:pt x="1" y="0"/>
                          <a:pt x="1" y="0"/>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0" y="2"/>
                          <a:pt x="0" y="2"/>
                        </a:cubicBezTo>
                        <a:cubicBezTo>
                          <a:pt x="0" y="2"/>
                          <a:pt x="0" y="1"/>
                          <a:pt x="0" y="1"/>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1" y="3"/>
                          <a:pt x="1" y="3"/>
                          <a:pt x="1" y="3"/>
                        </a:cubicBezTo>
                        <a:cubicBezTo>
                          <a:pt x="1" y="4"/>
                          <a:pt x="1" y="4"/>
                          <a:pt x="1" y="4"/>
                        </a:cubicBezTo>
                        <a:cubicBezTo>
                          <a:pt x="1" y="4"/>
                          <a:pt x="1" y="4"/>
                          <a:pt x="1" y="4"/>
                        </a:cubicBezTo>
                        <a:cubicBezTo>
                          <a:pt x="1" y="4"/>
                          <a:pt x="1" y="5"/>
                          <a:pt x="1" y="5"/>
                        </a:cubicBezTo>
                        <a:cubicBezTo>
                          <a:pt x="1" y="5"/>
                          <a:pt x="1" y="5"/>
                          <a:pt x="1" y="5"/>
                        </a:cubicBezTo>
                        <a:cubicBezTo>
                          <a:pt x="1" y="5"/>
                          <a:pt x="1" y="5"/>
                          <a:pt x="1" y="5"/>
                        </a:cubicBezTo>
                        <a:cubicBezTo>
                          <a:pt x="1" y="5"/>
                          <a:pt x="1" y="5"/>
                          <a:pt x="1" y="5"/>
                        </a:cubicBezTo>
                        <a:cubicBezTo>
                          <a:pt x="1" y="5"/>
                          <a:pt x="1" y="6"/>
                          <a:pt x="1" y="6"/>
                        </a:cubicBezTo>
                        <a:cubicBezTo>
                          <a:pt x="1" y="6"/>
                          <a:pt x="1" y="6"/>
                          <a:pt x="1" y="6"/>
                        </a:cubicBezTo>
                        <a:cubicBezTo>
                          <a:pt x="1" y="6"/>
                          <a:pt x="2" y="6"/>
                          <a:pt x="2" y="6"/>
                        </a:cubicBezTo>
                        <a:cubicBezTo>
                          <a:pt x="2" y="6"/>
                          <a:pt x="2" y="6"/>
                          <a:pt x="2" y="6"/>
                        </a:cubicBezTo>
                        <a:cubicBezTo>
                          <a:pt x="2" y="7"/>
                          <a:pt x="2" y="7"/>
                          <a:pt x="2" y="7"/>
                        </a:cubicBezTo>
                        <a:cubicBezTo>
                          <a:pt x="2" y="8"/>
                          <a:pt x="2" y="8"/>
                          <a:pt x="2" y="8"/>
                        </a:cubicBezTo>
                        <a:cubicBezTo>
                          <a:pt x="2" y="8"/>
                          <a:pt x="3" y="8"/>
                          <a:pt x="3" y="8"/>
                        </a:cubicBezTo>
                        <a:cubicBezTo>
                          <a:pt x="3" y="8"/>
                          <a:pt x="3" y="8"/>
                          <a:pt x="3" y="8"/>
                        </a:cubicBezTo>
                        <a:cubicBezTo>
                          <a:pt x="3" y="8"/>
                          <a:pt x="3" y="8"/>
                          <a:pt x="3" y="8"/>
                        </a:cubicBezTo>
                        <a:cubicBezTo>
                          <a:pt x="3" y="8"/>
                          <a:pt x="3" y="8"/>
                          <a:pt x="4" y="8"/>
                        </a:cubicBezTo>
                        <a:cubicBezTo>
                          <a:pt x="4" y="8"/>
                          <a:pt x="4" y="9"/>
                          <a:pt x="4" y="9"/>
                        </a:cubicBezTo>
                        <a:cubicBezTo>
                          <a:pt x="4" y="9"/>
                          <a:pt x="4" y="9"/>
                          <a:pt x="4" y="9"/>
                        </a:cubicBezTo>
                        <a:cubicBezTo>
                          <a:pt x="4" y="9"/>
                          <a:pt x="4" y="9"/>
                          <a:pt x="4" y="9"/>
                        </a:cubicBezTo>
                        <a:cubicBezTo>
                          <a:pt x="4" y="9"/>
                          <a:pt x="5" y="9"/>
                          <a:pt x="5" y="9"/>
                        </a:cubicBezTo>
                        <a:cubicBezTo>
                          <a:pt x="5" y="9"/>
                          <a:pt x="5" y="9"/>
                          <a:pt x="5" y="9"/>
                        </a:cubicBezTo>
                        <a:cubicBezTo>
                          <a:pt x="5" y="10"/>
                          <a:pt x="5" y="10"/>
                          <a:pt x="5" y="10"/>
                        </a:cubicBezTo>
                        <a:cubicBezTo>
                          <a:pt x="4" y="11"/>
                          <a:pt x="4" y="11"/>
                          <a:pt x="4" y="11"/>
                        </a:cubicBezTo>
                        <a:cubicBezTo>
                          <a:pt x="4" y="12"/>
                          <a:pt x="4" y="12"/>
                          <a:pt x="4" y="12"/>
                        </a:cubicBezTo>
                        <a:cubicBezTo>
                          <a:pt x="3" y="13"/>
                          <a:pt x="3" y="13"/>
                          <a:pt x="3" y="13"/>
                        </a:cubicBezTo>
                        <a:cubicBezTo>
                          <a:pt x="3" y="13"/>
                          <a:pt x="3" y="13"/>
                          <a:pt x="3" y="13"/>
                        </a:cubicBezTo>
                        <a:cubicBezTo>
                          <a:pt x="3" y="14"/>
                          <a:pt x="3" y="14"/>
                          <a:pt x="3" y="14"/>
                        </a:cubicBezTo>
                        <a:cubicBezTo>
                          <a:pt x="3" y="14"/>
                          <a:pt x="3" y="14"/>
                          <a:pt x="3" y="14"/>
                        </a:cubicBezTo>
                        <a:cubicBezTo>
                          <a:pt x="4" y="14"/>
                          <a:pt x="4" y="14"/>
                          <a:pt x="4" y="14"/>
                        </a:cubicBezTo>
                        <a:cubicBezTo>
                          <a:pt x="4" y="14"/>
                          <a:pt x="4" y="14"/>
                          <a:pt x="4" y="14"/>
                        </a:cubicBezTo>
                        <a:cubicBezTo>
                          <a:pt x="4" y="14"/>
                          <a:pt x="4" y="15"/>
                          <a:pt x="4" y="15"/>
                        </a:cubicBezTo>
                        <a:cubicBezTo>
                          <a:pt x="4" y="15"/>
                          <a:pt x="4" y="15"/>
                          <a:pt x="4" y="15"/>
                        </a:cubicBezTo>
                        <a:cubicBezTo>
                          <a:pt x="4" y="15"/>
                          <a:pt x="4" y="14"/>
                          <a:pt x="4" y="14"/>
                        </a:cubicBezTo>
                        <a:cubicBezTo>
                          <a:pt x="4" y="14"/>
                          <a:pt x="4" y="14"/>
                          <a:pt x="4" y="14"/>
                        </a:cubicBezTo>
                        <a:cubicBezTo>
                          <a:pt x="4" y="14"/>
                          <a:pt x="4" y="14"/>
                          <a:pt x="4" y="14"/>
                        </a:cubicBezTo>
                        <a:cubicBezTo>
                          <a:pt x="4" y="14"/>
                          <a:pt x="4" y="14"/>
                          <a:pt x="4" y="14"/>
                        </a:cubicBezTo>
                        <a:cubicBezTo>
                          <a:pt x="4" y="14"/>
                          <a:pt x="5" y="14"/>
                          <a:pt x="5" y="14"/>
                        </a:cubicBezTo>
                        <a:cubicBezTo>
                          <a:pt x="5" y="14"/>
                          <a:pt x="5" y="13"/>
                          <a:pt x="5" y="13"/>
                        </a:cubicBezTo>
                        <a:cubicBezTo>
                          <a:pt x="5" y="13"/>
                          <a:pt x="5" y="13"/>
                          <a:pt x="5" y="13"/>
                        </a:cubicBezTo>
                        <a:cubicBezTo>
                          <a:pt x="5" y="13"/>
                          <a:pt x="5" y="13"/>
                          <a:pt x="5" y="13"/>
                        </a:cubicBezTo>
                        <a:cubicBezTo>
                          <a:pt x="5" y="13"/>
                          <a:pt x="5" y="13"/>
                          <a:pt x="5" y="13"/>
                        </a:cubicBezTo>
                        <a:cubicBezTo>
                          <a:pt x="5" y="13"/>
                          <a:pt x="6" y="13"/>
                          <a:pt x="6" y="13"/>
                        </a:cubicBezTo>
                        <a:cubicBezTo>
                          <a:pt x="6" y="13"/>
                          <a:pt x="6" y="13"/>
                          <a:pt x="6" y="13"/>
                        </a:cubicBezTo>
                        <a:cubicBezTo>
                          <a:pt x="6" y="13"/>
                          <a:pt x="6" y="13"/>
                          <a:pt x="6" y="13"/>
                        </a:cubicBezTo>
                        <a:cubicBezTo>
                          <a:pt x="6" y="13"/>
                          <a:pt x="6" y="13"/>
                          <a:pt x="6" y="13"/>
                        </a:cubicBezTo>
                        <a:cubicBezTo>
                          <a:pt x="6" y="13"/>
                          <a:pt x="6" y="12"/>
                          <a:pt x="6" y="12"/>
                        </a:cubicBezTo>
                        <a:cubicBezTo>
                          <a:pt x="6" y="12"/>
                          <a:pt x="6" y="12"/>
                          <a:pt x="6" y="12"/>
                        </a:cubicBezTo>
                        <a:cubicBezTo>
                          <a:pt x="6" y="12"/>
                          <a:pt x="7" y="12"/>
                          <a:pt x="7" y="12"/>
                        </a:cubicBezTo>
                        <a:cubicBezTo>
                          <a:pt x="7" y="12"/>
                          <a:pt x="7" y="12"/>
                          <a:pt x="7" y="12"/>
                        </a:cubicBezTo>
                        <a:cubicBezTo>
                          <a:pt x="7" y="12"/>
                          <a:pt x="7" y="12"/>
                          <a:pt x="7" y="12"/>
                        </a:cubicBezTo>
                        <a:cubicBezTo>
                          <a:pt x="8" y="12"/>
                          <a:pt x="8" y="12"/>
                          <a:pt x="8" y="12"/>
                        </a:cubicBezTo>
                        <a:cubicBezTo>
                          <a:pt x="8" y="12"/>
                          <a:pt x="8" y="12"/>
                          <a:pt x="8" y="12"/>
                        </a:cubicBezTo>
                        <a:cubicBezTo>
                          <a:pt x="8" y="12"/>
                          <a:pt x="8" y="12"/>
                          <a:pt x="8" y="12"/>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1" y="9"/>
                          <a:pt x="11" y="9"/>
                        </a:cubicBezTo>
                        <a:cubicBezTo>
                          <a:pt x="11" y="9"/>
                          <a:pt x="11" y="9"/>
                          <a:pt x="11" y="9"/>
                        </a:cubicBezTo>
                        <a:cubicBezTo>
                          <a:pt x="11" y="9"/>
                          <a:pt x="11" y="9"/>
                          <a:pt x="11" y="9"/>
                        </a:cubicBezTo>
                        <a:cubicBezTo>
                          <a:pt x="11" y="8"/>
                          <a:pt x="11" y="8"/>
                          <a:pt x="11" y="8"/>
                        </a:cubicBezTo>
                        <a:cubicBezTo>
                          <a:pt x="11" y="8"/>
                          <a:pt x="11" y="8"/>
                          <a:pt x="11" y="8"/>
                        </a:cubicBezTo>
                        <a:cubicBezTo>
                          <a:pt x="11" y="8"/>
                          <a:pt x="11" y="8"/>
                          <a:pt x="11" y="8"/>
                        </a:cubicBezTo>
                        <a:cubicBezTo>
                          <a:pt x="11" y="8"/>
                          <a:pt x="12" y="8"/>
                          <a:pt x="12" y="8"/>
                        </a:cubicBezTo>
                        <a:cubicBezTo>
                          <a:pt x="12" y="8"/>
                          <a:pt x="12" y="8"/>
                          <a:pt x="12" y="8"/>
                        </a:cubicBezTo>
                        <a:cubicBezTo>
                          <a:pt x="12" y="8"/>
                          <a:pt x="12" y="7"/>
                          <a:pt x="12" y="7"/>
                        </a:cubicBezTo>
                        <a:cubicBezTo>
                          <a:pt x="12" y="7"/>
                          <a:pt x="13" y="7"/>
                          <a:pt x="13" y="7"/>
                        </a:cubicBezTo>
                        <a:cubicBezTo>
                          <a:pt x="13" y="7"/>
                          <a:pt x="13" y="7"/>
                          <a:pt x="13" y="7"/>
                        </a:cubicBezTo>
                        <a:cubicBezTo>
                          <a:pt x="13" y="7"/>
                          <a:pt x="13" y="6"/>
                          <a:pt x="13" y="6"/>
                        </a:cubicBezTo>
                        <a:cubicBezTo>
                          <a:pt x="13" y="6"/>
                          <a:pt x="13" y="6"/>
                          <a:pt x="13" y="6"/>
                        </a:cubicBezTo>
                        <a:cubicBezTo>
                          <a:pt x="13" y="6"/>
                          <a:pt x="13" y="6"/>
                          <a:pt x="13" y="6"/>
                        </a:cubicBezTo>
                        <a:cubicBezTo>
                          <a:pt x="13" y="6"/>
                          <a:pt x="13" y="6"/>
                          <a:pt x="13" y="6"/>
                        </a:cubicBezTo>
                        <a:cubicBezTo>
                          <a:pt x="13" y="6"/>
                          <a:pt x="13" y="7"/>
                          <a:pt x="13" y="7"/>
                        </a:cubicBezTo>
                        <a:cubicBezTo>
                          <a:pt x="14" y="7"/>
                          <a:pt x="14" y="7"/>
                          <a:pt x="14" y="7"/>
                        </a:cubicBezTo>
                        <a:cubicBezTo>
                          <a:pt x="15" y="5"/>
                          <a:pt x="15" y="5"/>
                          <a:pt x="15" y="5"/>
                        </a:cubicBezTo>
                        <a:cubicBezTo>
                          <a:pt x="15" y="4"/>
                          <a:pt x="15" y="4"/>
                          <a:pt x="15" y="4"/>
                        </a:cubicBezTo>
                        <a:cubicBezTo>
                          <a:pt x="15" y="4"/>
                          <a:pt x="15" y="4"/>
                          <a:pt x="15" y="4"/>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3" name="Freeform 733">
                    <a:extLst>
                      <a:ext uri="{FF2B5EF4-FFF2-40B4-BE49-F238E27FC236}">
                        <a16:creationId xmlns:a16="http://schemas.microsoft.com/office/drawing/2014/main" id="{0DBF7246-FD0D-6B71-BCAF-19A19A5EB9E5}"/>
                      </a:ext>
                    </a:extLst>
                  </p:cNvPr>
                  <p:cNvSpPr>
                    <a:spLocks noEditPoints="1"/>
                  </p:cNvSpPr>
                  <p:nvPr/>
                </p:nvSpPr>
                <p:spPr bwMode="auto">
                  <a:xfrm>
                    <a:off x="10294938" y="6000750"/>
                    <a:ext cx="38100" cy="41275"/>
                  </a:xfrm>
                  <a:custGeom>
                    <a:avLst/>
                    <a:gdLst>
                      <a:gd name="T0" fmla="*/ 8 w 9"/>
                      <a:gd name="T1" fmla="*/ 1 h 10"/>
                      <a:gd name="T2" fmla="*/ 8 w 9"/>
                      <a:gd name="T3" fmla="*/ 0 h 10"/>
                      <a:gd name="T4" fmla="*/ 8 w 9"/>
                      <a:gd name="T5" fmla="*/ 0 h 10"/>
                      <a:gd name="T6" fmla="*/ 9 w 9"/>
                      <a:gd name="T7" fmla="*/ 1 h 10"/>
                      <a:gd name="T8" fmla="*/ 9 w 9"/>
                      <a:gd name="T9" fmla="*/ 1 h 10"/>
                      <a:gd name="T10" fmla="*/ 9 w 9"/>
                      <a:gd name="T11" fmla="*/ 2 h 10"/>
                      <a:gd name="T12" fmla="*/ 9 w 9"/>
                      <a:gd name="T13" fmla="*/ 2 h 10"/>
                      <a:gd name="T14" fmla="*/ 8 w 9"/>
                      <a:gd name="T15" fmla="*/ 1 h 10"/>
                      <a:gd name="T16" fmla="*/ 6 w 9"/>
                      <a:gd name="T17" fmla="*/ 1 h 10"/>
                      <a:gd name="T18" fmla="*/ 6 w 9"/>
                      <a:gd name="T19" fmla="*/ 1 h 10"/>
                      <a:gd name="T20" fmla="*/ 5 w 9"/>
                      <a:gd name="T21" fmla="*/ 6 h 10"/>
                      <a:gd name="T22" fmla="*/ 5 w 9"/>
                      <a:gd name="T23" fmla="*/ 6 h 10"/>
                      <a:gd name="T24" fmla="*/ 5 w 9"/>
                      <a:gd name="T25" fmla="*/ 5 h 10"/>
                      <a:gd name="T26" fmla="*/ 5 w 9"/>
                      <a:gd name="T27" fmla="*/ 6 h 10"/>
                      <a:gd name="T28" fmla="*/ 5 w 9"/>
                      <a:gd name="T29" fmla="*/ 3 h 10"/>
                      <a:gd name="T30" fmla="*/ 5 w 9"/>
                      <a:gd name="T31" fmla="*/ 3 h 10"/>
                      <a:gd name="T32" fmla="*/ 6 w 9"/>
                      <a:gd name="T33" fmla="*/ 6 h 10"/>
                      <a:gd name="T34" fmla="*/ 7 w 9"/>
                      <a:gd name="T35" fmla="*/ 6 h 10"/>
                      <a:gd name="T36" fmla="*/ 7 w 9"/>
                      <a:gd name="T37" fmla="*/ 6 h 10"/>
                      <a:gd name="T38" fmla="*/ 6 w 9"/>
                      <a:gd name="T39" fmla="*/ 6 h 10"/>
                      <a:gd name="T40" fmla="*/ 6 w 9"/>
                      <a:gd name="T41" fmla="*/ 6 h 10"/>
                      <a:gd name="T42" fmla="*/ 7 w 9"/>
                      <a:gd name="T43" fmla="*/ 7 h 10"/>
                      <a:gd name="T44" fmla="*/ 7 w 9"/>
                      <a:gd name="T45" fmla="*/ 6 h 10"/>
                      <a:gd name="T46" fmla="*/ 4 w 9"/>
                      <a:gd name="T47" fmla="*/ 4 h 10"/>
                      <a:gd name="T48" fmla="*/ 5 w 9"/>
                      <a:gd name="T49" fmla="*/ 10 h 10"/>
                      <a:gd name="T50" fmla="*/ 6 w 9"/>
                      <a:gd name="T51" fmla="*/ 9 h 10"/>
                      <a:gd name="T52" fmla="*/ 7 w 9"/>
                      <a:gd name="T53" fmla="*/ 9 h 10"/>
                      <a:gd name="T54" fmla="*/ 8 w 9"/>
                      <a:gd name="T55" fmla="*/ 8 h 10"/>
                      <a:gd name="T56" fmla="*/ 7 w 9"/>
                      <a:gd name="T57" fmla="*/ 7 h 10"/>
                      <a:gd name="T58" fmla="*/ 6 w 9"/>
                      <a:gd name="T59" fmla="*/ 7 h 10"/>
                      <a:gd name="T60" fmla="*/ 5 w 9"/>
                      <a:gd name="T61" fmla="*/ 7 h 10"/>
                      <a:gd name="T62" fmla="*/ 5 w 9"/>
                      <a:gd name="T63" fmla="*/ 7 h 10"/>
                      <a:gd name="T64" fmla="*/ 4 w 9"/>
                      <a:gd name="T65" fmla="*/ 6 h 10"/>
                      <a:gd name="T66" fmla="*/ 4 w 9"/>
                      <a:gd name="T67" fmla="*/ 6 h 10"/>
                      <a:gd name="T68" fmla="*/ 4 w 9"/>
                      <a:gd name="T69" fmla="*/ 6 h 10"/>
                      <a:gd name="T70" fmla="*/ 4 w 9"/>
                      <a:gd name="T71" fmla="*/ 4 h 10"/>
                      <a:gd name="T72" fmla="*/ 4 w 9"/>
                      <a:gd name="T73" fmla="*/ 4 h 10"/>
                      <a:gd name="T74" fmla="*/ 4 w 9"/>
                      <a:gd name="T75" fmla="*/ 3 h 10"/>
                      <a:gd name="T76" fmla="*/ 4 w 9"/>
                      <a:gd name="T77" fmla="*/ 3 h 10"/>
                      <a:gd name="T78" fmla="*/ 5 w 9"/>
                      <a:gd name="T79" fmla="*/ 2 h 10"/>
                      <a:gd name="T80" fmla="*/ 4 w 9"/>
                      <a:gd name="T81" fmla="*/ 2 h 10"/>
                      <a:gd name="T82" fmla="*/ 4 w 9"/>
                      <a:gd name="T83" fmla="*/ 2 h 10"/>
                      <a:gd name="T84" fmla="*/ 3 w 9"/>
                      <a:gd name="T85" fmla="*/ 1 h 10"/>
                      <a:gd name="T86" fmla="*/ 2 w 9"/>
                      <a:gd name="T87" fmla="*/ 1 h 10"/>
                      <a:gd name="T88" fmla="*/ 1 w 9"/>
                      <a:gd name="T89" fmla="*/ 2 h 10"/>
                      <a:gd name="T90" fmla="*/ 1 w 9"/>
                      <a:gd name="T91" fmla="*/ 2 h 10"/>
                      <a:gd name="T92" fmla="*/ 2 w 9"/>
                      <a:gd name="T93" fmla="*/ 3 h 10"/>
                      <a:gd name="T94" fmla="*/ 2 w 9"/>
                      <a:gd name="T95" fmla="*/ 3 h 10"/>
                      <a:gd name="T96" fmla="*/ 1 w 9"/>
                      <a:gd name="T97" fmla="*/ 4 h 10"/>
                      <a:gd name="T98" fmla="*/ 1 w 9"/>
                      <a:gd name="T99" fmla="*/ 3 h 10"/>
                      <a:gd name="T100" fmla="*/ 0 w 9"/>
                      <a:gd name="T101" fmla="*/ 3 h 10"/>
                      <a:gd name="T102" fmla="*/ 2 w 9"/>
                      <a:gd name="T103" fmla="*/ 6 h 10"/>
                      <a:gd name="T104" fmla="*/ 2 w 9"/>
                      <a:gd name="T105" fmla="*/ 8 h 10"/>
                      <a:gd name="T106" fmla="*/ 3 w 9"/>
                      <a:gd name="T107" fmla="*/ 8 h 10"/>
                      <a:gd name="T108" fmla="*/ 4 w 9"/>
                      <a:gd name="T109" fmla="*/ 7 h 10"/>
                      <a:gd name="T110" fmla="*/ 4 w 9"/>
                      <a:gd name="T111" fmla="*/ 8 h 10"/>
                      <a:gd name="T112" fmla="*/ 5 w 9"/>
                      <a:gd name="T113" fmla="*/ 8 h 10"/>
                      <a:gd name="T114" fmla="*/ 4 w 9"/>
                      <a:gd name="T115" fmla="*/ 8 h 10"/>
                      <a:gd name="T116" fmla="*/ 3 w 9"/>
                      <a:gd name="T117" fmla="*/ 9 h 10"/>
                      <a:gd name="T118" fmla="*/ 3 w 9"/>
                      <a:gd name="T119" fmla="*/ 8 h 10"/>
                      <a:gd name="T120" fmla="*/ 3 w 9"/>
                      <a:gd name="T121" fmla="*/ 8 h 10"/>
                      <a:gd name="T122" fmla="*/ 4 w 9"/>
                      <a:gd name="T12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 h="10">
                        <a:moveTo>
                          <a:pt x="8" y="1"/>
                        </a:moveTo>
                        <a:cubicBezTo>
                          <a:pt x="8" y="1"/>
                          <a:pt x="8" y="1"/>
                          <a:pt x="8" y="1"/>
                        </a:cubicBezTo>
                        <a:cubicBezTo>
                          <a:pt x="8" y="1"/>
                          <a:pt x="8" y="1"/>
                          <a:pt x="8" y="1"/>
                        </a:cubicBezTo>
                        <a:cubicBezTo>
                          <a:pt x="8" y="1"/>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9" y="0"/>
                          <a:pt x="8" y="0"/>
                          <a:pt x="8" y="0"/>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1"/>
                          <a:pt x="8" y="1"/>
                          <a:pt x="8" y="1"/>
                        </a:cubicBezTo>
                        <a:cubicBezTo>
                          <a:pt x="8" y="1"/>
                          <a:pt x="8" y="1"/>
                          <a:pt x="8" y="1"/>
                        </a:cubicBezTo>
                        <a:cubicBezTo>
                          <a:pt x="8" y="1"/>
                          <a:pt x="8" y="1"/>
                          <a:pt x="8" y="1"/>
                        </a:cubicBezTo>
                        <a:close/>
                        <a:moveTo>
                          <a:pt x="6" y="1"/>
                        </a:moveTo>
                        <a:cubicBezTo>
                          <a:pt x="6" y="1"/>
                          <a:pt x="6" y="1"/>
                          <a:pt x="6" y="1"/>
                        </a:cubicBezTo>
                        <a:cubicBezTo>
                          <a:pt x="6" y="1"/>
                          <a:pt x="6" y="1"/>
                          <a:pt x="6" y="1"/>
                        </a:cubicBezTo>
                        <a:cubicBezTo>
                          <a:pt x="6" y="1"/>
                          <a:pt x="6" y="1"/>
                          <a:pt x="6" y="1"/>
                        </a:cubicBezTo>
                        <a:cubicBezTo>
                          <a:pt x="6" y="1"/>
                          <a:pt x="6" y="1"/>
                          <a:pt x="6" y="1"/>
                        </a:cubicBezTo>
                        <a:close/>
                        <a:moveTo>
                          <a:pt x="5" y="6"/>
                        </a:move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5"/>
                        </a:cubicBezTo>
                        <a:cubicBezTo>
                          <a:pt x="5" y="5"/>
                          <a:pt x="5" y="6"/>
                          <a:pt x="5" y="6"/>
                        </a:cubicBezTo>
                        <a:cubicBezTo>
                          <a:pt x="5" y="6"/>
                          <a:pt x="5" y="6"/>
                          <a:pt x="5" y="6"/>
                        </a:cubicBezTo>
                        <a:cubicBezTo>
                          <a:pt x="5" y="6"/>
                          <a:pt x="5" y="6"/>
                          <a:pt x="5" y="6"/>
                        </a:cubicBezTo>
                        <a:cubicBezTo>
                          <a:pt x="5" y="6"/>
                          <a:pt x="5" y="6"/>
                          <a:pt x="5" y="6"/>
                        </a:cubicBezTo>
                        <a:cubicBezTo>
                          <a:pt x="5" y="6"/>
                          <a:pt x="5" y="6"/>
                          <a:pt x="5" y="6"/>
                        </a:cubicBezTo>
                        <a:close/>
                        <a:moveTo>
                          <a:pt x="5" y="3"/>
                        </a:moveTo>
                        <a:cubicBezTo>
                          <a:pt x="5" y="3"/>
                          <a:pt x="5" y="3"/>
                          <a:pt x="5" y="3"/>
                        </a:cubicBezTo>
                        <a:cubicBezTo>
                          <a:pt x="5" y="3"/>
                          <a:pt x="5" y="3"/>
                          <a:pt x="5" y="3"/>
                        </a:cubicBezTo>
                        <a:cubicBezTo>
                          <a:pt x="5" y="3"/>
                          <a:pt x="5" y="3"/>
                          <a:pt x="5" y="3"/>
                        </a:cubicBezTo>
                        <a:cubicBezTo>
                          <a:pt x="5" y="3"/>
                          <a:pt x="5" y="3"/>
                          <a:pt x="5" y="3"/>
                        </a:cubicBezTo>
                        <a:close/>
                        <a:moveTo>
                          <a:pt x="6" y="6"/>
                        </a:moveTo>
                        <a:cubicBezTo>
                          <a:pt x="6" y="6"/>
                          <a:pt x="6" y="6"/>
                          <a:pt x="6" y="6"/>
                        </a:cubicBezTo>
                        <a:cubicBezTo>
                          <a:pt x="6" y="6"/>
                          <a:pt x="6" y="6"/>
                          <a:pt x="6" y="6"/>
                        </a:cubicBezTo>
                        <a:cubicBezTo>
                          <a:pt x="6" y="6"/>
                          <a:pt x="6" y="6"/>
                          <a:pt x="6" y="6"/>
                        </a:cubicBezTo>
                        <a:cubicBezTo>
                          <a:pt x="6" y="6"/>
                          <a:pt x="6" y="6"/>
                          <a:pt x="7" y="6"/>
                        </a:cubicBezTo>
                        <a:cubicBezTo>
                          <a:pt x="7" y="6"/>
                          <a:pt x="7" y="6"/>
                          <a:pt x="7" y="6"/>
                        </a:cubicBezTo>
                        <a:cubicBezTo>
                          <a:pt x="7" y="6"/>
                          <a:pt x="7" y="6"/>
                          <a:pt x="7" y="6"/>
                        </a:cubicBezTo>
                        <a:cubicBezTo>
                          <a:pt x="7" y="6"/>
                          <a:pt x="7" y="6"/>
                          <a:pt x="7" y="6"/>
                        </a:cubicBezTo>
                        <a:cubicBezTo>
                          <a:pt x="7" y="5"/>
                          <a:pt x="7" y="5"/>
                          <a:pt x="7" y="6"/>
                        </a:cubicBezTo>
                        <a:cubicBezTo>
                          <a:pt x="7" y="6"/>
                          <a:pt x="7" y="6"/>
                          <a:pt x="7"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lose/>
                        <a:moveTo>
                          <a:pt x="7" y="6"/>
                        </a:moveTo>
                        <a:cubicBezTo>
                          <a:pt x="7" y="6"/>
                          <a:pt x="7" y="7"/>
                          <a:pt x="7" y="7"/>
                        </a:cubicBezTo>
                        <a:cubicBezTo>
                          <a:pt x="7" y="7"/>
                          <a:pt x="7" y="7"/>
                          <a:pt x="7" y="7"/>
                        </a:cubicBezTo>
                        <a:cubicBezTo>
                          <a:pt x="7" y="7"/>
                          <a:pt x="7" y="7"/>
                          <a:pt x="7" y="7"/>
                        </a:cubicBezTo>
                        <a:cubicBezTo>
                          <a:pt x="7" y="7"/>
                          <a:pt x="7" y="6"/>
                          <a:pt x="7" y="6"/>
                        </a:cubicBezTo>
                        <a:close/>
                        <a:moveTo>
                          <a:pt x="4" y="4"/>
                        </a:moveTo>
                        <a:cubicBezTo>
                          <a:pt x="4" y="4"/>
                          <a:pt x="4" y="4"/>
                          <a:pt x="4" y="4"/>
                        </a:cubicBezTo>
                        <a:cubicBezTo>
                          <a:pt x="4" y="4"/>
                          <a:pt x="4" y="4"/>
                          <a:pt x="4" y="4"/>
                        </a:cubicBezTo>
                        <a:cubicBezTo>
                          <a:pt x="4" y="4"/>
                          <a:pt x="4" y="4"/>
                          <a:pt x="4" y="4"/>
                        </a:cubicBezTo>
                        <a:close/>
                        <a:moveTo>
                          <a:pt x="4" y="9"/>
                        </a:moveTo>
                        <a:cubicBezTo>
                          <a:pt x="5" y="10"/>
                          <a:pt x="5" y="10"/>
                          <a:pt x="5" y="10"/>
                        </a:cubicBezTo>
                        <a:cubicBezTo>
                          <a:pt x="5" y="9"/>
                          <a:pt x="5" y="9"/>
                          <a:pt x="5" y="9"/>
                        </a:cubicBezTo>
                        <a:cubicBezTo>
                          <a:pt x="5" y="9"/>
                          <a:pt x="5" y="9"/>
                          <a:pt x="5" y="9"/>
                        </a:cubicBezTo>
                        <a:cubicBezTo>
                          <a:pt x="5" y="9"/>
                          <a:pt x="6" y="9"/>
                          <a:pt x="6" y="9"/>
                        </a:cubicBezTo>
                        <a:cubicBezTo>
                          <a:pt x="6" y="9"/>
                          <a:pt x="6" y="9"/>
                          <a:pt x="6" y="9"/>
                        </a:cubicBezTo>
                        <a:cubicBezTo>
                          <a:pt x="6" y="9"/>
                          <a:pt x="6" y="9"/>
                          <a:pt x="6" y="9"/>
                        </a:cubicBezTo>
                        <a:cubicBezTo>
                          <a:pt x="7" y="9"/>
                          <a:pt x="7" y="9"/>
                          <a:pt x="7" y="9"/>
                        </a:cubicBezTo>
                        <a:cubicBezTo>
                          <a:pt x="7" y="8"/>
                          <a:pt x="7" y="8"/>
                          <a:pt x="7" y="8"/>
                        </a:cubicBezTo>
                        <a:cubicBezTo>
                          <a:pt x="7" y="9"/>
                          <a:pt x="7" y="9"/>
                          <a:pt x="7" y="9"/>
                        </a:cubicBezTo>
                        <a:cubicBezTo>
                          <a:pt x="8" y="8"/>
                          <a:pt x="8" y="8"/>
                          <a:pt x="8" y="8"/>
                        </a:cubicBezTo>
                        <a:cubicBezTo>
                          <a:pt x="8" y="8"/>
                          <a:pt x="8" y="8"/>
                          <a:pt x="8" y="8"/>
                        </a:cubicBezTo>
                        <a:cubicBezTo>
                          <a:pt x="8" y="8"/>
                          <a:pt x="8" y="8"/>
                          <a:pt x="8" y="8"/>
                        </a:cubicBezTo>
                        <a:cubicBezTo>
                          <a:pt x="8" y="7"/>
                          <a:pt x="7" y="7"/>
                          <a:pt x="7" y="7"/>
                        </a:cubicBezTo>
                        <a:cubicBezTo>
                          <a:pt x="7" y="7"/>
                          <a:pt x="7" y="7"/>
                          <a:pt x="7" y="7"/>
                        </a:cubicBezTo>
                        <a:cubicBezTo>
                          <a:pt x="7" y="7"/>
                          <a:pt x="6" y="7"/>
                          <a:pt x="6" y="7"/>
                        </a:cubicBezTo>
                        <a:cubicBezTo>
                          <a:pt x="6" y="7"/>
                          <a:pt x="6" y="7"/>
                          <a:pt x="6" y="7"/>
                        </a:cubicBezTo>
                        <a:cubicBezTo>
                          <a:pt x="6" y="7"/>
                          <a:pt x="6" y="7"/>
                          <a:pt x="6" y="7"/>
                        </a:cubicBezTo>
                        <a:cubicBezTo>
                          <a:pt x="6" y="7"/>
                          <a:pt x="6" y="7"/>
                          <a:pt x="6" y="7"/>
                        </a:cubicBezTo>
                        <a:cubicBezTo>
                          <a:pt x="6" y="7"/>
                          <a:pt x="6"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4" y="5"/>
                          <a:pt x="4" y="5"/>
                        </a:cubicBezTo>
                        <a:cubicBezTo>
                          <a:pt x="4" y="5"/>
                          <a:pt x="4" y="5"/>
                          <a:pt x="4" y="5"/>
                        </a:cubicBezTo>
                        <a:cubicBezTo>
                          <a:pt x="4" y="5"/>
                          <a:pt x="4" y="5"/>
                          <a:pt x="4" y="4"/>
                        </a:cubicBezTo>
                        <a:cubicBezTo>
                          <a:pt x="4" y="4"/>
                          <a:pt x="4" y="4"/>
                          <a:pt x="4" y="4"/>
                        </a:cubicBezTo>
                        <a:cubicBezTo>
                          <a:pt x="4" y="4"/>
                          <a:pt x="4" y="4"/>
                          <a:pt x="4" y="4"/>
                        </a:cubicBezTo>
                        <a:cubicBezTo>
                          <a:pt x="4" y="4"/>
                          <a:pt x="4" y="4"/>
                          <a:pt x="4" y="4"/>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2"/>
                          <a:pt x="4" y="2"/>
                        </a:cubicBezTo>
                        <a:cubicBezTo>
                          <a:pt x="4" y="2"/>
                          <a:pt x="5" y="3"/>
                          <a:pt x="5" y="2"/>
                        </a:cubicBezTo>
                        <a:cubicBezTo>
                          <a:pt x="5" y="2"/>
                          <a:pt x="5" y="2"/>
                          <a:pt x="4" y="2"/>
                        </a:cubicBezTo>
                        <a:cubicBezTo>
                          <a:pt x="4" y="2"/>
                          <a:pt x="4" y="2"/>
                          <a:pt x="4" y="2"/>
                        </a:cubicBezTo>
                        <a:cubicBezTo>
                          <a:pt x="4" y="2"/>
                          <a:pt x="4" y="2"/>
                          <a:pt x="4" y="2"/>
                        </a:cubicBezTo>
                        <a:cubicBezTo>
                          <a:pt x="4" y="2"/>
                          <a:pt x="4" y="2"/>
                          <a:pt x="4" y="2"/>
                        </a:cubicBezTo>
                        <a:cubicBezTo>
                          <a:pt x="4" y="2"/>
                          <a:pt x="4" y="2"/>
                          <a:pt x="4" y="2"/>
                        </a:cubicBezTo>
                        <a:cubicBezTo>
                          <a:pt x="5" y="2"/>
                          <a:pt x="4" y="2"/>
                          <a:pt x="4" y="2"/>
                        </a:cubicBezTo>
                        <a:cubicBezTo>
                          <a:pt x="4" y="1"/>
                          <a:pt x="4" y="1"/>
                          <a:pt x="4" y="1"/>
                        </a:cubicBezTo>
                        <a:cubicBezTo>
                          <a:pt x="4" y="1"/>
                          <a:pt x="3" y="1"/>
                          <a:pt x="3" y="0"/>
                        </a:cubicBezTo>
                        <a:cubicBezTo>
                          <a:pt x="3" y="1"/>
                          <a:pt x="3" y="1"/>
                          <a:pt x="3" y="1"/>
                        </a:cubicBezTo>
                        <a:cubicBezTo>
                          <a:pt x="3" y="1"/>
                          <a:pt x="3" y="1"/>
                          <a:pt x="3" y="1"/>
                        </a:cubicBezTo>
                        <a:cubicBezTo>
                          <a:pt x="3" y="1"/>
                          <a:pt x="3" y="1"/>
                          <a:pt x="3" y="1"/>
                        </a:cubicBezTo>
                        <a:cubicBezTo>
                          <a:pt x="3" y="1"/>
                          <a:pt x="2" y="1"/>
                          <a:pt x="2" y="1"/>
                        </a:cubicBezTo>
                        <a:cubicBezTo>
                          <a:pt x="2" y="1"/>
                          <a:pt x="2" y="1"/>
                          <a:pt x="2" y="1"/>
                        </a:cubicBezTo>
                        <a:cubicBezTo>
                          <a:pt x="2" y="1"/>
                          <a:pt x="2" y="2"/>
                          <a:pt x="2" y="2"/>
                        </a:cubicBezTo>
                        <a:cubicBezTo>
                          <a:pt x="2" y="2"/>
                          <a:pt x="1" y="2"/>
                          <a:pt x="1" y="2"/>
                        </a:cubicBezTo>
                        <a:cubicBezTo>
                          <a:pt x="1" y="2"/>
                          <a:pt x="1" y="2"/>
                          <a:pt x="1" y="2"/>
                        </a:cubicBezTo>
                        <a:cubicBezTo>
                          <a:pt x="1" y="2"/>
                          <a:pt x="1" y="2"/>
                          <a:pt x="1" y="2"/>
                        </a:cubicBezTo>
                        <a:cubicBezTo>
                          <a:pt x="1" y="2"/>
                          <a:pt x="1" y="2"/>
                          <a:pt x="1" y="2"/>
                        </a:cubicBezTo>
                        <a:cubicBezTo>
                          <a:pt x="1" y="2"/>
                          <a:pt x="1" y="2"/>
                          <a:pt x="1" y="2"/>
                        </a:cubicBezTo>
                        <a:cubicBezTo>
                          <a:pt x="1"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5"/>
                        </a:cubicBezTo>
                        <a:cubicBezTo>
                          <a:pt x="2" y="5"/>
                          <a:pt x="1" y="4"/>
                          <a:pt x="1" y="4"/>
                        </a:cubicBezTo>
                        <a:cubicBezTo>
                          <a:pt x="2" y="4"/>
                          <a:pt x="1" y="4"/>
                          <a:pt x="1" y="4"/>
                        </a:cubicBezTo>
                        <a:cubicBezTo>
                          <a:pt x="1" y="4"/>
                          <a:pt x="1" y="4"/>
                          <a:pt x="1" y="4"/>
                        </a:cubicBezTo>
                        <a:cubicBezTo>
                          <a:pt x="1" y="3"/>
                          <a:pt x="1" y="3"/>
                          <a:pt x="1" y="3"/>
                        </a:cubicBezTo>
                        <a:cubicBezTo>
                          <a:pt x="0" y="3"/>
                          <a:pt x="0" y="3"/>
                          <a:pt x="0" y="3"/>
                        </a:cubicBezTo>
                        <a:cubicBezTo>
                          <a:pt x="0" y="3"/>
                          <a:pt x="0" y="3"/>
                          <a:pt x="0" y="3"/>
                        </a:cubicBezTo>
                        <a:cubicBezTo>
                          <a:pt x="0" y="3"/>
                          <a:pt x="0" y="3"/>
                          <a:pt x="0" y="3"/>
                        </a:cubicBezTo>
                        <a:cubicBezTo>
                          <a:pt x="0" y="3"/>
                          <a:pt x="0" y="4"/>
                          <a:pt x="0" y="4"/>
                        </a:cubicBezTo>
                        <a:cubicBezTo>
                          <a:pt x="1" y="4"/>
                          <a:pt x="1" y="5"/>
                          <a:pt x="1" y="5"/>
                        </a:cubicBezTo>
                        <a:cubicBezTo>
                          <a:pt x="1" y="6"/>
                          <a:pt x="2" y="6"/>
                          <a:pt x="2" y="6"/>
                        </a:cubicBezTo>
                        <a:cubicBezTo>
                          <a:pt x="2" y="6"/>
                          <a:pt x="2" y="6"/>
                          <a:pt x="2" y="6"/>
                        </a:cubicBezTo>
                        <a:cubicBezTo>
                          <a:pt x="2" y="7"/>
                          <a:pt x="2" y="7"/>
                          <a:pt x="2" y="7"/>
                        </a:cubicBezTo>
                        <a:cubicBezTo>
                          <a:pt x="2" y="7"/>
                          <a:pt x="2" y="7"/>
                          <a:pt x="2" y="8"/>
                        </a:cubicBezTo>
                        <a:cubicBezTo>
                          <a:pt x="2" y="8"/>
                          <a:pt x="2" y="8"/>
                          <a:pt x="2" y="8"/>
                        </a:cubicBezTo>
                        <a:cubicBezTo>
                          <a:pt x="2" y="8"/>
                          <a:pt x="3" y="8"/>
                          <a:pt x="3" y="8"/>
                        </a:cubicBezTo>
                        <a:cubicBezTo>
                          <a:pt x="3" y="8"/>
                          <a:pt x="3" y="8"/>
                          <a:pt x="3" y="8"/>
                        </a:cubicBezTo>
                        <a:cubicBezTo>
                          <a:pt x="3" y="8"/>
                          <a:pt x="3" y="8"/>
                          <a:pt x="3" y="7"/>
                        </a:cubicBezTo>
                        <a:cubicBezTo>
                          <a:pt x="3" y="7"/>
                          <a:pt x="3" y="7"/>
                          <a:pt x="3" y="7"/>
                        </a:cubicBezTo>
                        <a:cubicBezTo>
                          <a:pt x="3" y="7"/>
                          <a:pt x="3" y="7"/>
                          <a:pt x="4" y="7"/>
                        </a:cubicBezTo>
                        <a:cubicBezTo>
                          <a:pt x="4" y="7"/>
                          <a:pt x="4" y="7"/>
                          <a:pt x="4" y="7"/>
                        </a:cubicBezTo>
                        <a:cubicBezTo>
                          <a:pt x="4" y="7"/>
                          <a:pt x="4" y="7"/>
                          <a:pt x="4" y="7"/>
                        </a:cubicBezTo>
                        <a:cubicBezTo>
                          <a:pt x="4" y="7"/>
                          <a:pt x="4" y="7"/>
                          <a:pt x="4" y="8"/>
                        </a:cubicBezTo>
                        <a:cubicBezTo>
                          <a:pt x="4" y="8"/>
                          <a:pt x="4" y="8"/>
                          <a:pt x="4" y="8"/>
                        </a:cubicBezTo>
                        <a:cubicBezTo>
                          <a:pt x="4" y="8"/>
                          <a:pt x="5" y="8"/>
                          <a:pt x="5" y="8"/>
                        </a:cubicBezTo>
                        <a:cubicBezTo>
                          <a:pt x="5" y="8"/>
                          <a:pt x="5" y="8"/>
                          <a:pt x="5" y="8"/>
                        </a:cubicBezTo>
                        <a:cubicBezTo>
                          <a:pt x="5" y="8"/>
                          <a:pt x="5" y="8"/>
                          <a:pt x="5" y="8"/>
                        </a:cubicBezTo>
                        <a:cubicBezTo>
                          <a:pt x="5" y="8"/>
                          <a:pt x="5" y="8"/>
                          <a:pt x="4" y="8"/>
                        </a:cubicBezTo>
                        <a:cubicBezTo>
                          <a:pt x="4" y="8"/>
                          <a:pt x="4" y="8"/>
                          <a:pt x="4" y="8"/>
                        </a:cubicBezTo>
                        <a:cubicBezTo>
                          <a:pt x="4" y="8"/>
                          <a:pt x="4" y="9"/>
                          <a:pt x="4" y="9"/>
                        </a:cubicBezTo>
                        <a:cubicBezTo>
                          <a:pt x="4" y="9"/>
                          <a:pt x="4" y="9"/>
                          <a:pt x="4" y="9"/>
                        </a:cubicBezTo>
                        <a:cubicBezTo>
                          <a:pt x="4" y="9"/>
                          <a:pt x="4" y="9"/>
                          <a:pt x="3" y="9"/>
                        </a:cubicBezTo>
                        <a:cubicBezTo>
                          <a:pt x="3" y="9"/>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10"/>
                        </a:cubicBezTo>
                        <a:cubicBezTo>
                          <a:pt x="4" y="10"/>
                          <a:pt x="4" y="10"/>
                          <a:pt x="4" y="10"/>
                        </a:cubicBezTo>
                        <a:lnTo>
                          <a:pt x="4" y="9"/>
                        </a:ln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4" name="Freeform 734">
                    <a:extLst>
                      <a:ext uri="{FF2B5EF4-FFF2-40B4-BE49-F238E27FC236}">
                        <a16:creationId xmlns:a16="http://schemas.microsoft.com/office/drawing/2014/main" id="{214D9A4B-ACB1-A14F-8DDD-40B15853AFC1}"/>
                      </a:ext>
                    </a:extLst>
                  </p:cNvPr>
                  <p:cNvSpPr>
                    <a:spLocks/>
                  </p:cNvSpPr>
                  <p:nvPr/>
                </p:nvSpPr>
                <p:spPr bwMode="auto">
                  <a:xfrm>
                    <a:off x="10253663" y="5942013"/>
                    <a:ext cx="53975" cy="69850"/>
                  </a:xfrm>
                  <a:custGeom>
                    <a:avLst/>
                    <a:gdLst>
                      <a:gd name="T0" fmla="*/ 13 w 13"/>
                      <a:gd name="T1" fmla="*/ 15 h 17"/>
                      <a:gd name="T2" fmla="*/ 13 w 13"/>
                      <a:gd name="T3" fmla="*/ 14 h 17"/>
                      <a:gd name="T4" fmla="*/ 12 w 13"/>
                      <a:gd name="T5" fmla="*/ 12 h 17"/>
                      <a:gd name="T6" fmla="*/ 11 w 13"/>
                      <a:gd name="T7" fmla="*/ 11 h 17"/>
                      <a:gd name="T8" fmla="*/ 12 w 13"/>
                      <a:gd name="T9" fmla="*/ 12 h 17"/>
                      <a:gd name="T10" fmla="*/ 12 w 13"/>
                      <a:gd name="T11" fmla="*/ 10 h 17"/>
                      <a:gd name="T12" fmla="*/ 12 w 13"/>
                      <a:gd name="T13" fmla="*/ 10 h 17"/>
                      <a:gd name="T14" fmla="*/ 12 w 13"/>
                      <a:gd name="T15" fmla="*/ 9 h 17"/>
                      <a:gd name="T16" fmla="*/ 11 w 13"/>
                      <a:gd name="T17" fmla="*/ 8 h 17"/>
                      <a:gd name="T18" fmla="*/ 11 w 13"/>
                      <a:gd name="T19" fmla="*/ 7 h 17"/>
                      <a:gd name="T20" fmla="*/ 10 w 13"/>
                      <a:gd name="T21" fmla="*/ 7 h 17"/>
                      <a:gd name="T22" fmla="*/ 10 w 13"/>
                      <a:gd name="T23" fmla="*/ 7 h 17"/>
                      <a:gd name="T24" fmla="*/ 10 w 13"/>
                      <a:gd name="T25" fmla="*/ 8 h 17"/>
                      <a:gd name="T26" fmla="*/ 10 w 13"/>
                      <a:gd name="T27" fmla="*/ 7 h 17"/>
                      <a:gd name="T28" fmla="*/ 9 w 13"/>
                      <a:gd name="T29" fmla="*/ 7 h 17"/>
                      <a:gd name="T30" fmla="*/ 9 w 13"/>
                      <a:gd name="T31" fmla="*/ 6 h 17"/>
                      <a:gd name="T32" fmla="*/ 9 w 13"/>
                      <a:gd name="T33" fmla="*/ 6 h 17"/>
                      <a:gd name="T34" fmla="*/ 8 w 13"/>
                      <a:gd name="T35" fmla="*/ 5 h 17"/>
                      <a:gd name="T36" fmla="*/ 7 w 13"/>
                      <a:gd name="T37" fmla="*/ 5 h 17"/>
                      <a:gd name="T38" fmla="*/ 6 w 13"/>
                      <a:gd name="T39" fmla="*/ 5 h 17"/>
                      <a:gd name="T40" fmla="*/ 6 w 13"/>
                      <a:gd name="T41" fmla="*/ 5 h 17"/>
                      <a:gd name="T42" fmla="*/ 5 w 13"/>
                      <a:gd name="T43" fmla="*/ 5 h 17"/>
                      <a:gd name="T44" fmla="*/ 5 w 13"/>
                      <a:gd name="T45" fmla="*/ 4 h 17"/>
                      <a:gd name="T46" fmla="*/ 4 w 13"/>
                      <a:gd name="T47" fmla="*/ 4 h 17"/>
                      <a:gd name="T48" fmla="*/ 4 w 13"/>
                      <a:gd name="T49" fmla="*/ 5 h 17"/>
                      <a:gd name="T50" fmla="*/ 4 w 13"/>
                      <a:gd name="T51" fmla="*/ 4 h 17"/>
                      <a:gd name="T52" fmla="*/ 3 w 13"/>
                      <a:gd name="T53" fmla="*/ 3 h 17"/>
                      <a:gd name="T54" fmla="*/ 2 w 13"/>
                      <a:gd name="T55" fmla="*/ 2 h 17"/>
                      <a:gd name="T56" fmla="*/ 2 w 13"/>
                      <a:gd name="T57" fmla="*/ 2 h 17"/>
                      <a:gd name="T58" fmla="*/ 2 w 13"/>
                      <a:gd name="T59" fmla="*/ 2 h 17"/>
                      <a:gd name="T60" fmla="*/ 2 w 13"/>
                      <a:gd name="T61" fmla="*/ 1 h 17"/>
                      <a:gd name="T62" fmla="*/ 2 w 13"/>
                      <a:gd name="T63" fmla="*/ 1 h 17"/>
                      <a:gd name="T64" fmla="*/ 2 w 13"/>
                      <a:gd name="T65" fmla="*/ 0 h 17"/>
                      <a:gd name="T66" fmla="*/ 0 w 13"/>
                      <a:gd name="T67" fmla="*/ 0 h 17"/>
                      <a:gd name="T68" fmla="*/ 1 w 13"/>
                      <a:gd name="T69" fmla="*/ 2 h 17"/>
                      <a:gd name="T70" fmla="*/ 3 w 13"/>
                      <a:gd name="T71" fmla="*/ 4 h 17"/>
                      <a:gd name="T72" fmla="*/ 3 w 13"/>
                      <a:gd name="T73" fmla="*/ 6 h 17"/>
                      <a:gd name="T74" fmla="*/ 4 w 13"/>
                      <a:gd name="T75" fmla="*/ 8 h 17"/>
                      <a:gd name="T76" fmla="*/ 4 w 13"/>
                      <a:gd name="T77" fmla="*/ 9 h 17"/>
                      <a:gd name="T78" fmla="*/ 5 w 13"/>
                      <a:gd name="T79" fmla="*/ 9 h 17"/>
                      <a:gd name="T80" fmla="*/ 6 w 13"/>
                      <a:gd name="T81" fmla="*/ 8 h 17"/>
                      <a:gd name="T82" fmla="*/ 5 w 13"/>
                      <a:gd name="T83" fmla="*/ 9 h 17"/>
                      <a:gd name="T84" fmla="*/ 5 w 13"/>
                      <a:gd name="T85" fmla="*/ 10 h 17"/>
                      <a:gd name="T86" fmla="*/ 7 w 13"/>
                      <a:gd name="T87" fmla="*/ 13 h 17"/>
                      <a:gd name="T88" fmla="*/ 10 w 13"/>
                      <a:gd name="T89" fmla="*/ 16 h 17"/>
                      <a:gd name="T90" fmla="*/ 9 w 13"/>
                      <a:gd name="T91" fmla="*/ 14 h 17"/>
                      <a:gd name="T92" fmla="*/ 10 w 13"/>
                      <a:gd name="T93" fmla="*/ 15 h 17"/>
                      <a:gd name="T94" fmla="*/ 11 w 13"/>
                      <a:gd name="T95" fmla="*/ 15 h 17"/>
                      <a:gd name="T96" fmla="*/ 11 w 13"/>
                      <a:gd name="T97" fmla="*/ 15 h 17"/>
                      <a:gd name="T98" fmla="*/ 11 w 13"/>
                      <a:gd name="T99" fmla="*/ 15 h 17"/>
                      <a:gd name="T100" fmla="*/ 12 w 13"/>
                      <a:gd name="T10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 h="17">
                        <a:moveTo>
                          <a:pt x="12" y="15"/>
                        </a:moveTo>
                        <a:cubicBezTo>
                          <a:pt x="12" y="15"/>
                          <a:pt x="12" y="15"/>
                          <a:pt x="12" y="15"/>
                        </a:cubicBezTo>
                        <a:cubicBezTo>
                          <a:pt x="12" y="15"/>
                          <a:pt x="13" y="15"/>
                          <a:pt x="13" y="15"/>
                        </a:cubicBezTo>
                        <a:cubicBezTo>
                          <a:pt x="13" y="15"/>
                          <a:pt x="13" y="15"/>
                          <a:pt x="13" y="15"/>
                        </a:cubicBezTo>
                        <a:cubicBezTo>
                          <a:pt x="13" y="15"/>
                          <a:pt x="13" y="15"/>
                          <a:pt x="13" y="15"/>
                        </a:cubicBezTo>
                        <a:cubicBezTo>
                          <a:pt x="13" y="14"/>
                          <a:pt x="13" y="14"/>
                          <a:pt x="13" y="14"/>
                        </a:cubicBezTo>
                        <a:cubicBezTo>
                          <a:pt x="13" y="14"/>
                          <a:pt x="13" y="14"/>
                          <a:pt x="13" y="14"/>
                        </a:cubicBezTo>
                        <a:cubicBezTo>
                          <a:pt x="13" y="14"/>
                          <a:pt x="13" y="14"/>
                          <a:pt x="13" y="14"/>
                        </a:cubicBezTo>
                        <a:cubicBezTo>
                          <a:pt x="13" y="14"/>
                          <a:pt x="13" y="14"/>
                          <a:pt x="13" y="14"/>
                        </a:cubicBezTo>
                        <a:cubicBezTo>
                          <a:pt x="12" y="13"/>
                          <a:pt x="12" y="13"/>
                          <a:pt x="12" y="12"/>
                        </a:cubicBezTo>
                        <a:cubicBezTo>
                          <a:pt x="12" y="12"/>
                          <a:pt x="12" y="12"/>
                          <a:pt x="12" y="12"/>
                        </a:cubicBezTo>
                        <a:cubicBezTo>
                          <a:pt x="12" y="12"/>
                          <a:pt x="12" y="12"/>
                          <a:pt x="12" y="12"/>
                        </a:cubicBezTo>
                        <a:cubicBezTo>
                          <a:pt x="12" y="12"/>
                          <a:pt x="12" y="12"/>
                          <a:pt x="12" y="12"/>
                        </a:cubicBezTo>
                        <a:cubicBezTo>
                          <a:pt x="12" y="12"/>
                          <a:pt x="12" y="12"/>
                          <a:pt x="11" y="12"/>
                        </a:cubicBezTo>
                        <a:cubicBezTo>
                          <a:pt x="11" y="12"/>
                          <a:pt x="11" y="12"/>
                          <a:pt x="11" y="12"/>
                        </a:cubicBezTo>
                        <a:cubicBezTo>
                          <a:pt x="11" y="12"/>
                          <a:pt x="11" y="12"/>
                          <a:pt x="11" y="11"/>
                        </a:cubicBezTo>
                        <a:cubicBezTo>
                          <a:pt x="11" y="11"/>
                          <a:pt x="11" y="11"/>
                          <a:pt x="11" y="11"/>
                        </a:cubicBezTo>
                        <a:cubicBezTo>
                          <a:pt x="12" y="11"/>
                          <a:pt x="12" y="11"/>
                          <a:pt x="12" y="11"/>
                        </a:cubicBezTo>
                        <a:cubicBezTo>
                          <a:pt x="12" y="11"/>
                          <a:pt x="12" y="11"/>
                          <a:pt x="12" y="11"/>
                        </a:cubicBezTo>
                        <a:cubicBezTo>
                          <a:pt x="12" y="11"/>
                          <a:pt x="12" y="12"/>
                          <a:pt x="12" y="12"/>
                        </a:cubicBezTo>
                        <a:cubicBezTo>
                          <a:pt x="12" y="12"/>
                          <a:pt x="13" y="12"/>
                          <a:pt x="13" y="12"/>
                        </a:cubicBezTo>
                        <a:cubicBezTo>
                          <a:pt x="13" y="12"/>
                          <a:pt x="13" y="12"/>
                          <a:pt x="13" y="12"/>
                        </a:cubicBezTo>
                        <a:cubicBezTo>
                          <a:pt x="13" y="11"/>
                          <a:pt x="13" y="11"/>
                          <a:pt x="13" y="11"/>
                        </a:cubicBezTo>
                        <a:cubicBezTo>
                          <a:pt x="12" y="11"/>
                          <a:pt x="12" y="11"/>
                          <a:pt x="12" y="10"/>
                        </a:cubicBezTo>
                        <a:cubicBezTo>
                          <a:pt x="12" y="10"/>
                          <a:pt x="12" y="10"/>
                          <a:pt x="12" y="10"/>
                        </a:cubicBezTo>
                        <a:cubicBezTo>
                          <a:pt x="12" y="10"/>
                          <a:pt x="13" y="10"/>
                          <a:pt x="13" y="10"/>
                        </a:cubicBezTo>
                        <a:cubicBezTo>
                          <a:pt x="13" y="10"/>
                          <a:pt x="13" y="10"/>
                          <a:pt x="12" y="10"/>
                        </a:cubicBezTo>
                        <a:cubicBezTo>
                          <a:pt x="12" y="10"/>
                          <a:pt x="12" y="10"/>
                          <a:pt x="12" y="10"/>
                        </a:cubicBezTo>
                        <a:cubicBezTo>
                          <a:pt x="12" y="10"/>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1" y="9"/>
                          <a:pt x="11" y="9"/>
                        </a:cubicBezTo>
                        <a:cubicBezTo>
                          <a:pt x="11" y="9"/>
                          <a:pt x="11" y="8"/>
                          <a:pt x="11" y="8"/>
                        </a:cubicBezTo>
                        <a:cubicBezTo>
                          <a:pt x="11" y="8"/>
                          <a:pt x="11" y="8"/>
                          <a:pt x="11" y="8"/>
                        </a:cubicBezTo>
                        <a:cubicBezTo>
                          <a:pt x="11" y="8"/>
                          <a:pt x="11" y="8"/>
                          <a:pt x="11" y="8"/>
                        </a:cubicBezTo>
                        <a:cubicBezTo>
                          <a:pt x="11" y="8"/>
                          <a:pt x="11" y="8"/>
                          <a:pt x="11" y="8"/>
                        </a:cubicBezTo>
                        <a:cubicBezTo>
                          <a:pt x="11" y="8"/>
                          <a:pt x="11" y="8"/>
                          <a:pt x="12" y="8"/>
                        </a:cubicBezTo>
                        <a:cubicBezTo>
                          <a:pt x="11" y="8"/>
                          <a:pt x="11" y="8"/>
                          <a:pt x="11" y="7"/>
                        </a:cubicBezTo>
                        <a:cubicBezTo>
                          <a:pt x="11" y="7"/>
                          <a:pt x="11" y="7"/>
                          <a:pt x="11" y="7"/>
                        </a:cubicBezTo>
                        <a:cubicBezTo>
                          <a:pt x="11" y="7"/>
                          <a:pt x="11" y="7"/>
                          <a:pt x="11" y="7"/>
                        </a:cubicBezTo>
                        <a:cubicBezTo>
                          <a:pt x="11" y="7"/>
                          <a:pt x="11" y="7"/>
                          <a:pt x="11" y="7"/>
                        </a:cubicBezTo>
                        <a:cubicBezTo>
                          <a:pt x="11"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9" y="7"/>
                        </a:cubicBezTo>
                        <a:cubicBezTo>
                          <a:pt x="9" y="7"/>
                          <a:pt x="9" y="7"/>
                          <a:pt x="9" y="7"/>
                        </a:cubicBezTo>
                        <a:cubicBezTo>
                          <a:pt x="9" y="7"/>
                          <a:pt x="9" y="7"/>
                          <a:pt x="9" y="7"/>
                        </a:cubicBezTo>
                        <a:cubicBezTo>
                          <a:pt x="9" y="7"/>
                          <a:pt x="9" y="7"/>
                          <a:pt x="9" y="7"/>
                        </a:cubicBezTo>
                        <a:cubicBezTo>
                          <a:pt x="9" y="7"/>
                          <a:pt x="9" y="7"/>
                          <a:pt x="9" y="6"/>
                        </a:cubicBezTo>
                        <a:cubicBezTo>
                          <a:pt x="9" y="6"/>
                          <a:pt x="9" y="6"/>
                          <a:pt x="9" y="6"/>
                        </a:cubicBezTo>
                        <a:cubicBezTo>
                          <a:pt x="9" y="6"/>
                          <a:pt x="9" y="6"/>
                          <a:pt x="9" y="6"/>
                        </a:cubicBezTo>
                        <a:cubicBezTo>
                          <a:pt x="9" y="6"/>
                          <a:pt x="9" y="6"/>
                          <a:pt x="9" y="6"/>
                        </a:cubicBezTo>
                        <a:cubicBezTo>
                          <a:pt x="9" y="7"/>
                          <a:pt x="10" y="7"/>
                          <a:pt x="10" y="6"/>
                        </a:cubicBezTo>
                        <a:cubicBezTo>
                          <a:pt x="10" y="6"/>
                          <a:pt x="10" y="6"/>
                          <a:pt x="10" y="6"/>
                        </a:cubicBezTo>
                        <a:cubicBezTo>
                          <a:pt x="10" y="6"/>
                          <a:pt x="9" y="6"/>
                          <a:pt x="9" y="6"/>
                        </a:cubicBezTo>
                        <a:cubicBezTo>
                          <a:pt x="9" y="6"/>
                          <a:pt x="9" y="6"/>
                          <a:pt x="9" y="6"/>
                        </a:cubicBezTo>
                        <a:cubicBezTo>
                          <a:pt x="9" y="6"/>
                          <a:pt x="9" y="5"/>
                          <a:pt x="8" y="5"/>
                        </a:cubicBezTo>
                        <a:cubicBezTo>
                          <a:pt x="8" y="5"/>
                          <a:pt x="8" y="5"/>
                          <a:pt x="8" y="5"/>
                        </a:cubicBezTo>
                        <a:cubicBezTo>
                          <a:pt x="8" y="5"/>
                          <a:pt x="8" y="5"/>
                          <a:pt x="8" y="5"/>
                        </a:cubicBezTo>
                        <a:cubicBezTo>
                          <a:pt x="8" y="5"/>
                          <a:pt x="8" y="5"/>
                          <a:pt x="8" y="5"/>
                        </a:cubicBezTo>
                        <a:cubicBezTo>
                          <a:pt x="8" y="5"/>
                          <a:pt x="7" y="5"/>
                          <a:pt x="7" y="5"/>
                        </a:cubicBezTo>
                        <a:cubicBezTo>
                          <a:pt x="7" y="5"/>
                          <a:pt x="8" y="5"/>
                          <a:pt x="7" y="5"/>
                        </a:cubicBezTo>
                        <a:cubicBezTo>
                          <a:pt x="7" y="5"/>
                          <a:pt x="7" y="6"/>
                          <a:pt x="7" y="6"/>
                        </a:cubicBezTo>
                        <a:cubicBezTo>
                          <a:pt x="7" y="6"/>
                          <a:pt x="7" y="5"/>
                          <a:pt x="7" y="5"/>
                        </a:cubicBezTo>
                        <a:cubicBezTo>
                          <a:pt x="7" y="5"/>
                          <a:pt x="7" y="5"/>
                          <a:pt x="7" y="5"/>
                        </a:cubicBezTo>
                        <a:cubicBezTo>
                          <a:pt x="7" y="5"/>
                          <a:pt x="7" y="5"/>
                          <a:pt x="7" y="5"/>
                        </a:cubicBezTo>
                        <a:cubicBezTo>
                          <a:pt x="7" y="5"/>
                          <a:pt x="7" y="5"/>
                          <a:pt x="7" y="5"/>
                        </a:cubicBezTo>
                        <a:cubicBezTo>
                          <a:pt x="6" y="5"/>
                          <a:pt x="6" y="5"/>
                          <a:pt x="6" y="5"/>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4" y="4"/>
                        </a:cubicBezTo>
                        <a:cubicBezTo>
                          <a:pt x="4" y="4"/>
                          <a:pt x="4" y="4"/>
                          <a:pt x="4" y="4"/>
                        </a:cubicBezTo>
                        <a:cubicBezTo>
                          <a:pt x="4" y="4"/>
                          <a:pt x="4" y="5"/>
                          <a:pt x="5" y="5"/>
                        </a:cubicBezTo>
                        <a:cubicBezTo>
                          <a:pt x="5"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4"/>
                        </a:cubicBezTo>
                        <a:cubicBezTo>
                          <a:pt x="4" y="4"/>
                          <a:pt x="4" y="4"/>
                          <a:pt x="4" y="4"/>
                        </a:cubicBezTo>
                        <a:cubicBezTo>
                          <a:pt x="4" y="4"/>
                          <a:pt x="4" y="4"/>
                          <a:pt x="4" y="4"/>
                        </a:cubicBezTo>
                        <a:cubicBezTo>
                          <a:pt x="3" y="4"/>
                          <a:pt x="3" y="4"/>
                          <a:pt x="3" y="4"/>
                        </a:cubicBezTo>
                        <a:cubicBezTo>
                          <a:pt x="3" y="4"/>
                          <a:pt x="3" y="3"/>
                          <a:pt x="3" y="3"/>
                        </a:cubicBezTo>
                        <a:cubicBezTo>
                          <a:pt x="3" y="3"/>
                          <a:pt x="3" y="3"/>
                          <a:pt x="3" y="3"/>
                        </a:cubicBezTo>
                        <a:cubicBezTo>
                          <a:pt x="3" y="3"/>
                          <a:pt x="3" y="4"/>
                          <a:pt x="3" y="4"/>
                        </a:cubicBezTo>
                        <a:cubicBezTo>
                          <a:pt x="3" y="3"/>
                          <a:pt x="3" y="3"/>
                          <a:pt x="3" y="3"/>
                        </a:cubicBezTo>
                        <a:cubicBezTo>
                          <a:pt x="3" y="3"/>
                          <a:pt x="3" y="2"/>
                          <a:pt x="2" y="2"/>
                        </a:cubicBezTo>
                        <a:cubicBezTo>
                          <a:pt x="2" y="2"/>
                          <a:pt x="2" y="2"/>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0"/>
                          <a:pt x="2" y="0"/>
                        </a:cubicBezTo>
                        <a:cubicBezTo>
                          <a:pt x="2" y="0"/>
                          <a:pt x="2" y="0"/>
                          <a:pt x="2" y="0"/>
                        </a:cubicBezTo>
                        <a:cubicBezTo>
                          <a:pt x="2" y="0"/>
                          <a:pt x="2" y="0"/>
                          <a:pt x="2" y="0"/>
                        </a:cubicBezTo>
                        <a:cubicBezTo>
                          <a:pt x="2" y="0"/>
                          <a:pt x="2" y="0"/>
                          <a:pt x="2" y="0"/>
                        </a:cubicBezTo>
                        <a:cubicBezTo>
                          <a:pt x="2" y="0"/>
                          <a:pt x="1" y="0"/>
                          <a:pt x="1" y="0"/>
                        </a:cubicBezTo>
                        <a:cubicBezTo>
                          <a:pt x="1" y="0"/>
                          <a:pt x="1" y="1"/>
                          <a:pt x="1" y="1"/>
                        </a:cubicBezTo>
                        <a:cubicBezTo>
                          <a:pt x="1" y="0"/>
                          <a:pt x="0" y="0"/>
                          <a:pt x="0" y="0"/>
                        </a:cubicBezTo>
                        <a:cubicBezTo>
                          <a:pt x="0" y="0"/>
                          <a:pt x="0" y="0"/>
                          <a:pt x="0" y="0"/>
                        </a:cubicBezTo>
                        <a:cubicBezTo>
                          <a:pt x="0" y="0"/>
                          <a:pt x="0" y="0"/>
                          <a:pt x="0" y="1"/>
                        </a:cubicBezTo>
                        <a:cubicBezTo>
                          <a:pt x="0" y="1"/>
                          <a:pt x="0" y="1"/>
                          <a:pt x="0" y="1"/>
                        </a:cubicBezTo>
                        <a:cubicBezTo>
                          <a:pt x="0" y="1"/>
                          <a:pt x="1" y="1"/>
                          <a:pt x="1" y="2"/>
                        </a:cubicBezTo>
                        <a:cubicBezTo>
                          <a:pt x="1" y="2"/>
                          <a:pt x="1" y="2"/>
                          <a:pt x="1" y="2"/>
                        </a:cubicBezTo>
                        <a:cubicBezTo>
                          <a:pt x="1" y="2"/>
                          <a:pt x="2" y="2"/>
                          <a:pt x="2" y="3"/>
                        </a:cubicBezTo>
                        <a:cubicBezTo>
                          <a:pt x="2" y="3"/>
                          <a:pt x="2" y="3"/>
                          <a:pt x="2" y="3"/>
                        </a:cubicBezTo>
                        <a:cubicBezTo>
                          <a:pt x="2" y="3"/>
                          <a:pt x="2" y="3"/>
                          <a:pt x="2" y="3"/>
                        </a:cubicBezTo>
                        <a:cubicBezTo>
                          <a:pt x="2" y="3"/>
                          <a:pt x="3" y="4"/>
                          <a:pt x="3" y="4"/>
                        </a:cubicBezTo>
                        <a:cubicBezTo>
                          <a:pt x="3" y="5"/>
                          <a:pt x="3" y="5"/>
                          <a:pt x="3" y="5"/>
                        </a:cubicBezTo>
                        <a:cubicBezTo>
                          <a:pt x="3" y="6"/>
                          <a:pt x="4"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8"/>
                          <a:pt x="3" y="8"/>
                          <a:pt x="4" y="8"/>
                        </a:cubicBezTo>
                        <a:cubicBezTo>
                          <a:pt x="4" y="8"/>
                          <a:pt x="4" y="8"/>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5" y="9"/>
                          <a:pt x="5" y="9"/>
                        </a:cubicBezTo>
                        <a:cubicBezTo>
                          <a:pt x="5" y="9"/>
                          <a:pt x="5" y="9"/>
                          <a:pt x="5" y="9"/>
                        </a:cubicBezTo>
                        <a:cubicBezTo>
                          <a:pt x="5" y="9"/>
                          <a:pt x="5" y="9"/>
                          <a:pt x="5" y="9"/>
                        </a:cubicBezTo>
                        <a:cubicBezTo>
                          <a:pt x="5" y="9"/>
                          <a:pt x="5" y="8"/>
                          <a:pt x="5" y="8"/>
                        </a:cubicBezTo>
                        <a:cubicBezTo>
                          <a:pt x="5" y="8"/>
                          <a:pt x="6" y="8"/>
                          <a:pt x="6" y="8"/>
                        </a:cubicBezTo>
                        <a:cubicBezTo>
                          <a:pt x="6" y="8"/>
                          <a:pt x="6" y="8"/>
                          <a:pt x="6" y="8"/>
                        </a:cubicBezTo>
                        <a:cubicBezTo>
                          <a:pt x="6" y="8"/>
                          <a:pt x="6" y="8"/>
                          <a:pt x="5" y="8"/>
                        </a:cubicBezTo>
                        <a:cubicBezTo>
                          <a:pt x="5" y="8"/>
                          <a:pt x="5" y="8"/>
                          <a:pt x="5" y="9"/>
                        </a:cubicBezTo>
                        <a:cubicBezTo>
                          <a:pt x="5" y="9"/>
                          <a:pt x="5" y="9"/>
                          <a:pt x="5" y="9"/>
                        </a:cubicBezTo>
                        <a:cubicBezTo>
                          <a:pt x="5" y="9"/>
                          <a:pt x="5" y="9"/>
                          <a:pt x="5" y="9"/>
                        </a:cubicBezTo>
                        <a:cubicBezTo>
                          <a:pt x="5" y="9"/>
                          <a:pt x="5" y="9"/>
                          <a:pt x="5" y="9"/>
                        </a:cubicBezTo>
                        <a:cubicBezTo>
                          <a:pt x="5" y="9"/>
                          <a:pt x="5" y="9"/>
                          <a:pt x="5" y="9"/>
                        </a:cubicBezTo>
                        <a:cubicBezTo>
                          <a:pt x="5" y="10"/>
                          <a:pt x="5" y="10"/>
                          <a:pt x="5" y="10"/>
                        </a:cubicBezTo>
                        <a:cubicBezTo>
                          <a:pt x="5" y="10"/>
                          <a:pt x="5" y="10"/>
                          <a:pt x="5" y="10"/>
                        </a:cubicBezTo>
                        <a:cubicBezTo>
                          <a:pt x="5" y="10"/>
                          <a:pt x="5" y="10"/>
                          <a:pt x="5" y="10"/>
                        </a:cubicBezTo>
                        <a:cubicBezTo>
                          <a:pt x="5" y="10"/>
                          <a:pt x="5" y="10"/>
                          <a:pt x="6" y="11"/>
                        </a:cubicBezTo>
                        <a:cubicBezTo>
                          <a:pt x="6" y="11"/>
                          <a:pt x="6" y="11"/>
                          <a:pt x="6" y="11"/>
                        </a:cubicBezTo>
                        <a:cubicBezTo>
                          <a:pt x="6" y="11"/>
                          <a:pt x="7" y="12"/>
                          <a:pt x="7" y="13"/>
                        </a:cubicBezTo>
                        <a:cubicBezTo>
                          <a:pt x="8" y="13"/>
                          <a:pt x="8" y="14"/>
                          <a:pt x="9" y="15"/>
                        </a:cubicBezTo>
                        <a:cubicBezTo>
                          <a:pt x="9" y="15"/>
                          <a:pt x="9" y="16"/>
                          <a:pt x="9" y="16"/>
                        </a:cubicBezTo>
                        <a:cubicBezTo>
                          <a:pt x="9" y="17"/>
                          <a:pt x="9" y="17"/>
                          <a:pt x="10" y="17"/>
                        </a:cubicBezTo>
                        <a:cubicBezTo>
                          <a:pt x="10" y="16"/>
                          <a:pt x="10" y="16"/>
                          <a:pt x="10" y="16"/>
                        </a:cubicBezTo>
                        <a:cubicBezTo>
                          <a:pt x="10" y="16"/>
                          <a:pt x="10" y="15"/>
                          <a:pt x="10" y="15"/>
                        </a:cubicBezTo>
                        <a:cubicBezTo>
                          <a:pt x="10" y="15"/>
                          <a:pt x="10" y="15"/>
                          <a:pt x="10" y="15"/>
                        </a:cubicBezTo>
                        <a:cubicBezTo>
                          <a:pt x="9" y="15"/>
                          <a:pt x="9" y="15"/>
                          <a:pt x="9" y="14"/>
                        </a:cubicBezTo>
                        <a:cubicBezTo>
                          <a:pt x="9" y="14"/>
                          <a:pt x="9" y="14"/>
                          <a:pt x="9" y="14"/>
                        </a:cubicBezTo>
                        <a:cubicBezTo>
                          <a:pt x="9" y="14"/>
                          <a:pt x="9" y="14"/>
                          <a:pt x="9" y="14"/>
                        </a:cubicBezTo>
                        <a:cubicBezTo>
                          <a:pt x="9" y="15"/>
                          <a:pt x="9" y="15"/>
                          <a:pt x="10" y="15"/>
                        </a:cubicBezTo>
                        <a:cubicBezTo>
                          <a:pt x="10" y="15"/>
                          <a:pt x="10" y="15"/>
                          <a:pt x="10" y="15"/>
                        </a:cubicBezTo>
                        <a:cubicBezTo>
                          <a:pt x="10" y="15"/>
                          <a:pt x="10" y="15"/>
                          <a:pt x="10" y="15"/>
                        </a:cubicBezTo>
                        <a:cubicBezTo>
                          <a:pt x="10" y="15"/>
                          <a:pt x="11" y="15"/>
                          <a:pt x="11" y="15"/>
                        </a:cubicBezTo>
                        <a:cubicBezTo>
                          <a:pt x="11" y="15"/>
                          <a:pt x="11" y="15"/>
                          <a:pt x="11" y="15"/>
                        </a:cubicBezTo>
                        <a:cubicBezTo>
                          <a:pt x="11" y="15"/>
                          <a:pt x="11" y="15"/>
                          <a:pt x="11" y="15"/>
                        </a:cubicBezTo>
                        <a:cubicBezTo>
                          <a:pt x="11" y="15"/>
                          <a:pt x="11" y="15"/>
                          <a:pt x="11" y="15"/>
                        </a:cubicBezTo>
                        <a:cubicBezTo>
                          <a:pt x="11" y="15"/>
                          <a:pt x="10" y="15"/>
                          <a:pt x="10" y="15"/>
                        </a:cubicBezTo>
                        <a:cubicBezTo>
                          <a:pt x="10" y="15"/>
                          <a:pt x="10" y="14"/>
                          <a:pt x="10" y="14"/>
                        </a:cubicBezTo>
                        <a:cubicBezTo>
                          <a:pt x="10" y="14"/>
                          <a:pt x="11" y="14"/>
                          <a:pt x="11" y="14"/>
                        </a:cubicBezTo>
                        <a:cubicBezTo>
                          <a:pt x="11" y="15"/>
                          <a:pt x="11" y="15"/>
                          <a:pt x="11" y="15"/>
                        </a:cubicBezTo>
                        <a:cubicBezTo>
                          <a:pt x="11" y="15"/>
                          <a:pt x="11" y="15"/>
                          <a:pt x="11" y="15"/>
                        </a:cubicBezTo>
                        <a:cubicBezTo>
                          <a:pt x="11" y="15"/>
                          <a:pt x="11" y="15"/>
                          <a:pt x="11" y="15"/>
                        </a:cubicBezTo>
                        <a:cubicBezTo>
                          <a:pt x="11" y="15"/>
                          <a:pt x="11" y="15"/>
                          <a:pt x="11" y="16"/>
                        </a:cubicBezTo>
                        <a:cubicBezTo>
                          <a:pt x="11" y="15"/>
                          <a:pt x="11" y="15"/>
                          <a:pt x="11" y="15"/>
                        </a:cubicBezTo>
                        <a:cubicBezTo>
                          <a:pt x="11" y="15"/>
                          <a:pt x="11" y="15"/>
                          <a:pt x="11" y="15"/>
                        </a:cubicBezTo>
                        <a:cubicBezTo>
                          <a:pt x="11" y="16"/>
                          <a:pt x="11" y="16"/>
                          <a:pt x="11" y="16"/>
                        </a:cubicBezTo>
                        <a:cubicBezTo>
                          <a:pt x="11" y="16"/>
                          <a:pt x="11" y="16"/>
                          <a:pt x="11" y="16"/>
                        </a:cubicBezTo>
                        <a:cubicBezTo>
                          <a:pt x="11" y="16"/>
                          <a:pt x="12" y="16"/>
                          <a:pt x="12" y="16"/>
                        </a:cubicBezTo>
                        <a:cubicBezTo>
                          <a:pt x="12" y="16"/>
                          <a:pt x="12" y="15"/>
                          <a:pt x="12" y="15"/>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4" name="Group 943">
                  <a:extLst>
                    <a:ext uri="{FF2B5EF4-FFF2-40B4-BE49-F238E27FC236}">
                      <a16:creationId xmlns:a16="http://schemas.microsoft.com/office/drawing/2014/main" id="{04D50FAC-277B-D5E5-B553-6AD4CBE45B88}"/>
                    </a:ext>
                  </a:extLst>
                </p:cNvPr>
                <p:cNvGrpSpPr/>
                <p:nvPr/>
              </p:nvGrpSpPr>
              <p:grpSpPr>
                <a:xfrm>
                  <a:off x="9766300" y="5083175"/>
                  <a:ext cx="736600" cy="474663"/>
                  <a:chOff x="9766300" y="5083175"/>
                  <a:chExt cx="736600" cy="474663"/>
                </a:xfrm>
                <a:grpFill/>
              </p:grpSpPr>
              <p:sp>
                <p:nvSpPr>
                  <p:cNvPr id="954" name="Freeform 695">
                    <a:extLst>
                      <a:ext uri="{FF2B5EF4-FFF2-40B4-BE49-F238E27FC236}">
                        <a16:creationId xmlns:a16="http://schemas.microsoft.com/office/drawing/2014/main" id="{BBEBF84C-FAAC-3927-D45D-DE7866ACCA45}"/>
                      </a:ext>
                    </a:extLst>
                  </p:cNvPr>
                  <p:cNvSpPr>
                    <a:spLocks noEditPoints="1"/>
                  </p:cNvSpPr>
                  <p:nvPr/>
                </p:nvSpPr>
                <p:spPr bwMode="auto">
                  <a:xfrm>
                    <a:off x="10079038" y="5270500"/>
                    <a:ext cx="95250" cy="212725"/>
                  </a:xfrm>
                  <a:custGeom>
                    <a:avLst/>
                    <a:gdLst>
                      <a:gd name="T0" fmla="*/ 2 w 23"/>
                      <a:gd name="T1" fmla="*/ 15 h 51"/>
                      <a:gd name="T2" fmla="*/ 3 w 23"/>
                      <a:gd name="T3" fmla="*/ 13 h 51"/>
                      <a:gd name="T4" fmla="*/ 4 w 23"/>
                      <a:gd name="T5" fmla="*/ 16 h 51"/>
                      <a:gd name="T6" fmla="*/ 4 w 23"/>
                      <a:gd name="T7" fmla="*/ 18 h 51"/>
                      <a:gd name="T8" fmla="*/ 1 w 23"/>
                      <a:gd name="T9" fmla="*/ 18 h 51"/>
                      <a:gd name="T10" fmla="*/ 0 w 23"/>
                      <a:gd name="T11" fmla="*/ 14 h 51"/>
                      <a:gd name="T12" fmla="*/ 0 w 23"/>
                      <a:gd name="T13" fmla="*/ 11 h 51"/>
                      <a:gd name="T14" fmla="*/ 8 w 23"/>
                      <a:gd name="T15" fmla="*/ 24 h 51"/>
                      <a:gd name="T16" fmla="*/ 7 w 23"/>
                      <a:gd name="T17" fmla="*/ 22 h 51"/>
                      <a:gd name="T18" fmla="*/ 5 w 23"/>
                      <a:gd name="T19" fmla="*/ 20 h 51"/>
                      <a:gd name="T20" fmla="*/ 5 w 23"/>
                      <a:gd name="T21" fmla="*/ 22 h 51"/>
                      <a:gd name="T22" fmla="*/ 6 w 23"/>
                      <a:gd name="T23" fmla="*/ 24 h 51"/>
                      <a:gd name="T24" fmla="*/ 7 w 23"/>
                      <a:gd name="T25" fmla="*/ 24 h 51"/>
                      <a:gd name="T26" fmla="*/ 13 w 23"/>
                      <a:gd name="T27" fmla="*/ 32 h 51"/>
                      <a:gd name="T28" fmla="*/ 11 w 23"/>
                      <a:gd name="T29" fmla="*/ 33 h 51"/>
                      <a:gd name="T30" fmla="*/ 12 w 23"/>
                      <a:gd name="T31" fmla="*/ 33 h 51"/>
                      <a:gd name="T32" fmla="*/ 14 w 23"/>
                      <a:gd name="T33" fmla="*/ 33 h 51"/>
                      <a:gd name="T34" fmla="*/ 18 w 23"/>
                      <a:gd name="T35" fmla="*/ 41 h 51"/>
                      <a:gd name="T36" fmla="*/ 17 w 23"/>
                      <a:gd name="T37" fmla="*/ 40 h 51"/>
                      <a:gd name="T38" fmla="*/ 18 w 23"/>
                      <a:gd name="T39" fmla="*/ 42 h 51"/>
                      <a:gd name="T40" fmla="*/ 9 w 23"/>
                      <a:gd name="T41" fmla="*/ 23 h 51"/>
                      <a:gd name="T42" fmla="*/ 11 w 23"/>
                      <a:gd name="T43" fmla="*/ 22 h 51"/>
                      <a:gd name="T44" fmla="*/ 20 w 23"/>
                      <a:gd name="T45" fmla="*/ 46 h 51"/>
                      <a:gd name="T46" fmla="*/ 18 w 23"/>
                      <a:gd name="T47" fmla="*/ 45 h 51"/>
                      <a:gd name="T48" fmla="*/ 20 w 23"/>
                      <a:gd name="T49" fmla="*/ 46 h 51"/>
                      <a:gd name="T50" fmla="*/ 11 w 23"/>
                      <a:gd name="T51" fmla="*/ 19 h 51"/>
                      <a:gd name="T52" fmla="*/ 11 w 23"/>
                      <a:gd name="T53" fmla="*/ 21 h 51"/>
                      <a:gd name="T54" fmla="*/ 11 w 23"/>
                      <a:gd name="T55" fmla="*/ 19 h 51"/>
                      <a:gd name="T56" fmla="*/ 12 w 23"/>
                      <a:gd name="T57" fmla="*/ 26 h 51"/>
                      <a:gd name="T58" fmla="*/ 12 w 23"/>
                      <a:gd name="T59" fmla="*/ 26 h 51"/>
                      <a:gd name="T60" fmla="*/ 11 w 23"/>
                      <a:gd name="T61" fmla="*/ 25 h 51"/>
                      <a:gd name="T62" fmla="*/ 6 w 23"/>
                      <a:gd name="T63" fmla="*/ 6 h 51"/>
                      <a:gd name="T64" fmla="*/ 6 w 23"/>
                      <a:gd name="T65" fmla="*/ 5 h 51"/>
                      <a:gd name="T66" fmla="*/ 9 w 23"/>
                      <a:gd name="T67" fmla="*/ 17 h 51"/>
                      <a:gd name="T68" fmla="*/ 8 w 23"/>
                      <a:gd name="T69" fmla="*/ 17 h 51"/>
                      <a:gd name="T70" fmla="*/ 10 w 23"/>
                      <a:gd name="T71" fmla="*/ 15 h 51"/>
                      <a:gd name="T72" fmla="*/ 11 w 23"/>
                      <a:gd name="T73" fmla="*/ 17 h 51"/>
                      <a:gd name="T74" fmla="*/ 10 w 23"/>
                      <a:gd name="T75" fmla="*/ 13 h 51"/>
                      <a:gd name="T76" fmla="*/ 7 w 23"/>
                      <a:gd name="T77" fmla="*/ 8 h 51"/>
                      <a:gd name="T78" fmla="*/ 23 w 23"/>
                      <a:gd name="T79" fmla="*/ 51 h 51"/>
                      <a:gd name="T80" fmla="*/ 4 w 23"/>
                      <a:gd name="T81" fmla="*/ 18 h 51"/>
                      <a:gd name="T82" fmla="*/ 4 w 23"/>
                      <a:gd name="T83" fmla="*/ 18 h 51"/>
                      <a:gd name="T84" fmla="*/ 5 w 23"/>
                      <a:gd name="T85" fmla="*/ 3 h 51"/>
                      <a:gd name="T86" fmla="*/ 13 w 23"/>
                      <a:gd name="T87" fmla="*/ 28 h 51"/>
                      <a:gd name="T88" fmla="*/ 11 w 23"/>
                      <a:gd name="T89" fmla="*/ 24 h 51"/>
                      <a:gd name="T90" fmla="*/ 7 w 23"/>
                      <a:gd name="T91" fmla="*/ 4 h 51"/>
                      <a:gd name="T92" fmla="*/ 0 w 23"/>
                      <a:gd name="T93" fmla="*/ 1 h 51"/>
                      <a:gd name="T94" fmla="*/ 12 w 23"/>
                      <a:gd name="T95" fmla="*/ 31 h 51"/>
                      <a:gd name="T96" fmla="*/ 13 w 23"/>
                      <a:gd name="T97" fmla="*/ 27 h 51"/>
                      <a:gd name="T98" fmla="*/ 12 w 23"/>
                      <a:gd name="T99" fmla="*/ 25 h 51"/>
                      <a:gd name="T100" fmla="*/ 10 w 23"/>
                      <a:gd name="T101" fmla="*/ 10 h 51"/>
                      <a:gd name="T102" fmla="*/ 1 w 23"/>
                      <a:gd name="T103" fmla="*/ 3 h 51"/>
                      <a:gd name="T104" fmla="*/ 7 w 23"/>
                      <a:gd name="T105" fmla="*/ 4 h 51"/>
                      <a:gd name="T106" fmla="*/ 0 w 23"/>
                      <a:gd name="T107"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 h="51">
                        <a:moveTo>
                          <a:pt x="1" y="12"/>
                        </a:moveTo>
                        <a:cubicBezTo>
                          <a:pt x="1" y="12"/>
                          <a:pt x="1" y="13"/>
                          <a:pt x="1" y="13"/>
                        </a:cubicBezTo>
                        <a:cubicBezTo>
                          <a:pt x="2" y="13"/>
                          <a:pt x="1" y="14"/>
                          <a:pt x="2" y="14"/>
                        </a:cubicBezTo>
                        <a:cubicBezTo>
                          <a:pt x="2" y="14"/>
                          <a:pt x="2" y="14"/>
                          <a:pt x="2" y="15"/>
                        </a:cubicBezTo>
                        <a:cubicBezTo>
                          <a:pt x="2" y="15"/>
                          <a:pt x="2" y="15"/>
                          <a:pt x="2" y="15"/>
                        </a:cubicBezTo>
                        <a:cubicBezTo>
                          <a:pt x="3" y="15"/>
                          <a:pt x="3" y="15"/>
                          <a:pt x="3" y="14"/>
                        </a:cubicBezTo>
                        <a:cubicBezTo>
                          <a:pt x="3" y="14"/>
                          <a:pt x="3" y="14"/>
                          <a:pt x="3" y="14"/>
                        </a:cubicBezTo>
                        <a:cubicBezTo>
                          <a:pt x="3" y="13"/>
                          <a:pt x="3" y="13"/>
                          <a:pt x="3" y="13"/>
                        </a:cubicBezTo>
                        <a:cubicBezTo>
                          <a:pt x="3" y="13"/>
                          <a:pt x="3" y="13"/>
                          <a:pt x="3" y="13"/>
                        </a:cubicBezTo>
                        <a:cubicBezTo>
                          <a:pt x="3" y="13"/>
                          <a:pt x="3" y="13"/>
                          <a:pt x="3" y="13"/>
                        </a:cubicBezTo>
                        <a:cubicBezTo>
                          <a:pt x="3" y="14"/>
                          <a:pt x="4" y="14"/>
                          <a:pt x="4"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7"/>
                          <a:pt x="4" y="17"/>
                          <a:pt x="5" y="17"/>
                        </a:cubicBezTo>
                        <a:cubicBezTo>
                          <a:pt x="5" y="17"/>
                          <a:pt x="5" y="17"/>
                          <a:pt x="5" y="17"/>
                        </a:cubicBezTo>
                        <a:cubicBezTo>
                          <a:pt x="5" y="17"/>
                          <a:pt x="5" y="17"/>
                          <a:pt x="5" y="17"/>
                        </a:cubicBezTo>
                        <a:cubicBezTo>
                          <a:pt x="4" y="17"/>
                          <a:pt x="4" y="18"/>
                          <a:pt x="4" y="18"/>
                        </a:cubicBezTo>
                        <a:cubicBezTo>
                          <a:pt x="4" y="18"/>
                          <a:pt x="4" y="18"/>
                          <a:pt x="3" y="18"/>
                        </a:cubicBezTo>
                        <a:cubicBezTo>
                          <a:pt x="3" y="18"/>
                          <a:pt x="2" y="18"/>
                          <a:pt x="2" y="18"/>
                        </a:cubicBezTo>
                        <a:cubicBezTo>
                          <a:pt x="2" y="19"/>
                          <a:pt x="2" y="19"/>
                          <a:pt x="2" y="19"/>
                        </a:cubicBezTo>
                        <a:cubicBezTo>
                          <a:pt x="2" y="18"/>
                          <a:pt x="1" y="18"/>
                          <a:pt x="1" y="18"/>
                        </a:cubicBezTo>
                        <a:cubicBezTo>
                          <a:pt x="1" y="18"/>
                          <a:pt x="1" y="18"/>
                          <a:pt x="1" y="18"/>
                        </a:cubicBezTo>
                        <a:cubicBezTo>
                          <a:pt x="1" y="17"/>
                          <a:pt x="1" y="17"/>
                          <a:pt x="1" y="17"/>
                        </a:cubicBezTo>
                        <a:cubicBezTo>
                          <a:pt x="0" y="16"/>
                          <a:pt x="1" y="16"/>
                          <a:pt x="1" y="16"/>
                        </a:cubicBezTo>
                        <a:cubicBezTo>
                          <a:pt x="1" y="16"/>
                          <a:pt x="1" y="16"/>
                          <a:pt x="1" y="15"/>
                        </a:cubicBezTo>
                        <a:cubicBezTo>
                          <a:pt x="0" y="15"/>
                          <a:pt x="1" y="15"/>
                          <a:pt x="0" y="14"/>
                        </a:cubicBezTo>
                        <a:cubicBezTo>
                          <a:pt x="0" y="14"/>
                          <a:pt x="0" y="14"/>
                          <a:pt x="0" y="14"/>
                        </a:cubicBezTo>
                        <a:cubicBezTo>
                          <a:pt x="0" y="13"/>
                          <a:pt x="0" y="13"/>
                          <a:pt x="0" y="13"/>
                        </a:cubicBezTo>
                        <a:cubicBezTo>
                          <a:pt x="0" y="13"/>
                          <a:pt x="0" y="12"/>
                          <a:pt x="0" y="12"/>
                        </a:cubicBezTo>
                        <a:cubicBezTo>
                          <a:pt x="0" y="12"/>
                          <a:pt x="0" y="12"/>
                          <a:pt x="0" y="12"/>
                        </a:cubicBezTo>
                        <a:cubicBezTo>
                          <a:pt x="0" y="11"/>
                          <a:pt x="0" y="11"/>
                          <a:pt x="0" y="11"/>
                        </a:cubicBezTo>
                        <a:cubicBezTo>
                          <a:pt x="0" y="11"/>
                          <a:pt x="0" y="11"/>
                          <a:pt x="0" y="11"/>
                        </a:cubicBezTo>
                        <a:cubicBezTo>
                          <a:pt x="1" y="12"/>
                          <a:pt x="1" y="12"/>
                          <a:pt x="1" y="12"/>
                        </a:cubicBezTo>
                        <a:close/>
                        <a:moveTo>
                          <a:pt x="9" y="24"/>
                        </a:moveTo>
                        <a:cubicBezTo>
                          <a:pt x="9" y="24"/>
                          <a:pt x="9" y="24"/>
                          <a:pt x="9" y="24"/>
                        </a:cubicBezTo>
                        <a:cubicBezTo>
                          <a:pt x="8" y="24"/>
                          <a:pt x="8" y="24"/>
                          <a:pt x="8" y="24"/>
                        </a:cubicBezTo>
                        <a:cubicBezTo>
                          <a:pt x="8" y="24"/>
                          <a:pt x="8" y="24"/>
                          <a:pt x="8" y="24"/>
                        </a:cubicBezTo>
                        <a:cubicBezTo>
                          <a:pt x="8" y="24"/>
                          <a:pt x="8" y="23"/>
                          <a:pt x="8" y="23"/>
                        </a:cubicBezTo>
                        <a:cubicBezTo>
                          <a:pt x="8" y="23"/>
                          <a:pt x="8" y="23"/>
                          <a:pt x="7" y="23"/>
                        </a:cubicBezTo>
                        <a:cubicBezTo>
                          <a:pt x="7" y="23"/>
                          <a:pt x="7" y="23"/>
                          <a:pt x="7" y="23"/>
                        </a:cubicBezTo>
                        <a:cubicBezTo>
                          <a:pt x="7" y="23"/>
                          <a:pt x="7" y="22"/>
                          <a:pt x="7" y="22"/>
                        </a:cubicBezTo>
                        <a:cubicBezTo>
                          <a:pt x="7" y="22"/>
                          <a:pt x="7" y="22"/>
                          <a:pt x="7" y="22"/>
                        </a:cubicBezTo>
                        <a:cubicBezTo>
                          <a:pt x="7" y="22"/>
                          <a:pt x="6" y="22"/>
                          <a:pt x="6" y="22"/>
                        </a:cubicBezTo>
                        <a:cubicBezTo>
                          <a:pt x="6" y="22"/>
                          <a:pt x="6" y="22"/>
                          <a:pt x="6" y="22"/>
                        </a:cubicBezTo>
                        <a:cubicBezTo>
                          <a:pt x="6" y="22"/>
                          <a:pt x="6" y="22"/>
                          <a:pt x="6" y="22"/>
                        </a:cubicBezTo>
                        <a:cubicBezTo>
                          <a:pt x="6" y="22"/>
                          <a:pt x="6" y="21"/>
                          <a:pt x="6" y="21"/>
                        </a:cubicBezTo>
                        <a:cubicBezTo>
                          <a:pt x="6" y="21"/>
                          <a:pt x="5" y="21"/>
                          <a:pt x="5" y="20"/>
                        </a:cubicBezTo>
                        <a:cubicBezTo>
                          <a:pt x="5" y="20"/>
                          <a:pt x="5" y="20"/>
                          <a:pt x="4" y="20"/>
                        </a:cubicBezTo>
                        <a:cubicBezTo>
                          <a:pt x="4" y="20"/>
                          <a:pt x="4" y="20"/>
                          <a:pt x="4" y="20"/>
                        </a:cubicBezTo>
                        <a:cubicBezTo>
                          <a:pt x="4" y="21"/>
                          <a:pt x="4" y="21"/>
                          <a:pt x="4" y="21"/>
                        </a:cubicBezTo>
                        <a:cubicBezTo>
                          <a:pt x="4" y="21"/>
                          <a:pt x="4" y="22"/>
                          <a:pt x="4" y="22"/>
                        </a:cubicBezTo>
                        <a:cubicBezTo>
                          <a:pt x="4" y="22"/>
                          <a:pt x="5" y="22"/>
                          <a:pt x="5" y="22"/>
                        </a:cubicBezTo>
                        <a:cubicBezTo>
                          <a:pt x="5" y="22"/>
                          <a:pt x="5" y="22"/>
                          <a:pt x="5" y="22"/>
                        </a:cubicBezTo>
                        <a:cubicBezTo>
                          <a:pt x="5" y="22"/>
                          <a:pt x="5" y="22"/>
                          <a:pt x="6" y="22"/>
                        </a:cubicBezTo>
                        <a:cubicBezTo>
                          <a:pt x="6" y="22"/>
                          <a:pt x="5" y="22"/>
                          <a:pt x="6" y="23"/>
                        </a:cubicBezTo>
                        <a:cubicBezTo>
                          <a:pt x="6" y="23"/>
                          <a:pt x="6" y="23"/>
                          <a:pt x="6" y="23"/>
                        </a:cubicBezTo>
                        <a:cubicBezTo>
                          <a:pt x="5" y="23"/>
                          <a:pt x="6" y="23"/>
                          <a:pt x="6" y="24"/>
                        </a:cubicBezTo>
                        <a:cubicBezTo>
                          <a:pt x="6" y="24"/>
                          <a:pt x="6" y="24"/>
                          <a:pt x="6" y="24"/>
                        </a:cubicBezTo>
                        <a:cubicBezTo>
                          <a:pt x="6" y="24"/>
                          <a:pt x="6" y="24"/>
                          <a:pt x="6" y="24"/>
                        </a:cubicBezTo>
                        <a:cubicBezTo>
                          <a:pt x="6" y="25"/>
                          <a:pt x="6" y="25"/>
                          <a:pt x="6" y="25"/>
                        </a:cubicBezTo>
                        <a:cubicBezTo>
                          <a:pt x="7" y="25"/>
                          <a:pt x="7" y="25"/>
                          <a:pt x="7" y="25"/>
                        </a:cubicBezTo>
                        <a:cubicBezTo>
                          <a:pt x="7" y="25"/>
                          <a:pt x="7" y="24"/>
                          <a:pt x="7" y="24"/>
                        </a:cubicBezTo>
                        <a:cubicBezTo>
                          <a:pt x="7" y="24"/>
                          <a:pt x="8" y="24"/>
                          <a:pt x="8" y="25"/>
                        </a:cubicBezTo>
                        <a:cubicBezTo>
                          <a:pt x="8" y="25"/>
                          <a:pt x="8" y="24"/>
                          <a:pt x="9" y="24"/>
                        </a:cubicBezTo>
                        <a:cubicBezTo>
                          <a:pt x="9" y="24"/>
                          <a:pt x="9" y="24"/>
                          <a:pt x="9" y="24"/>
                        </a:cubicBezTo>
                        <a:close/>
                        <a:moveTo>
                          <a:pt x="14" y="33"/>
                        </a:moveTo>
                        <a:cubicBezTo>
                          <a:pt x="13" y="33"/>
                          <a:pt x="13" y="33"/>
                          <a:pt x="13" y="32"/>
                        </a:cubicBezTo>
                        <a:cubicBezTo>
                          <a:pt x="13" y="32"/>
                          <a:pt x="13" y="32"/>
                          <a:pt x="12" y="32"/>
                        </a:cubicBezTo>
                        <a:cubicBezTo>
                          <a:pt x="12" y="32"/>
                          <a:pt x="12" y="32"/>
                          <a:pt x="12" y="32"/>
                        </a:cubicBezTo>
                        <a:cubicBezTo>
                          <a:pt x="12" y="32"/>
                          <a:pt x="11" y="32"/>
                          <a:pt x="11" y="32"/>
                        </a:cubicBezTo>
                        <a:cubicBezTo>
                          <a:pt x="11" y="32"/>
                          <a:pt x="11" y="32"/>
                          <a:pt x="11" y="32"/>
                        </a:cubicBezTo>
                        <a:cubicBezTo>
                          <a:pt x="11" y="33"/>
                          <a:pt x="11" y="33"/>
                          <a:pt x="11" y="33"/>
                        </a:cubicBezTo>
                        <a:cubicBezTo>
                          <a:pt x="11" y="33"/>
                          <a:pt x="11" y="33"/>
                          <a:pt x="11" y="33"/>
                        </a:cubicBezTo>
                        <a:cubicBezTo>
                          <a:pt x="11" y="33"/>
                          <a:pt x="11" y="33"/>
                          <a:pt x="11" y="33"/>
                        </a:cubicBezTo>
                        <a:cubicBezTo>
                          <a:pt x="11" y="33"/>
                          <a:pt x="11" y="33"/>
                          <a:pt x="11" y="33"/>
                        </a:cubicBezTo>
                        <a:cubicBezTo>
                          <a:pt x="12" y="33"/>
                          <a:pt x="12" y="33"/>
                          <a:pt x="12" y="33"/>
                        </a:cubicBezTo>
                        <a:cubicBezTo>
                          <a:pt x="12" y="33"/>
                          <a:pt x="12" y="33"/>
                          <a:pt x="12" y="33"/>
                        </a:cubicBezTo>
                        <a:cubicBezTo>
                          <a:pt x="12" y="33"/>
                          <a:pt x="12" y="33"/>
                          <a:pt x="12" y="34"/>
                        </a:cubicBezTo>
                        <a:cubicBezTo>
                          <a:pt x="12" y="34"/>
                          <a:pt x="12" y="33"/>
                          <a:pt x="12" y="34"/>
                        </a:cubicBezTo>
                        <a:cubicBezTo>
                          <a:pt x="12" y="34"/>
                          <a:pt x="13" y="34"/>
                          <a:pt x="13" y="34"/>
                        </a:cubicBezTo>
                        <a:cubicBezTo>
                          <a:pt x="13" y="34"/>
                          <a:pt x="13" y="34"/>
                          <a:pt x="13" y="34"/>
                        </a:cubicBezTo>
                        <a:cubicBezTo>
                          <a:pt x="13" y="34"/>
                          <a:pt x="14" y="33"/>
                          <a:pt x="14" y="33"/>
                        </a:cubicBezTo>
                        <a:cubicBezTo>
                          <a:pt x="14" y="33"/>
                          <a:pt x="14" y="33"/>
                          <a:pt x="14" y="33"/>
                        </a:cubicBezTo>
                        <a:close/>
                        <a:moveTo>
                          <a:pt x="19" y="42"/>
                        </a:moveTo>
                        <a:cubicBezTo>
                          <a:pt x="19" y="42"/>
                          <a:pt x="19" y="42"/>
                          <a:pt x="19" y="42"/>
                        </a:cubicBezTo>
                        <a:cubicBezTo>
                          <a:pt x="19" y="42"/>
                          <a:pt x="19" y="41"/>
                          <a:pt x="19" y="41"/>
                        </a:cubicBezTo>
                        <a:cubicBezTo>
                          <a:pt x="18" y="41"/>
                          <a:pt x="18" y="41"/>
                          <a:pt x="18" y="41"/>
                        </a:cubicBezTo>
                        <a:cubicBezTo>
                          <a:pt x="18" y="41"/>
                          <a:pt x="18" y="41"/>
                          <a:pt x="18" y="41"/>
                        </a:cubicBezTo>
                        <a:cubicBezTo>
                          <a:pt x="18" y="41"/>
                          <a:pt x="18" y="40"/>
                          <a:pt x="18" y="40"/>
                        </a:cubicBezTo>
                        <a:cubicBezTo>
                          <a:pt x="18" y="41"/>
                          <a:pt x="18" y="40"/>
                          <a:pt x="18" y="40"/>
                        </a:cubicBezTo>
                        <a:cubicBezTo>
                          <a:pt x="18" y="40"/>
                          <a:pt x="17" y="39"/>
                          <a:pt x="17" y="40"/>
                        </a:cubicBezTo>
                        <a:cubicBezTo>
                          <a:pt x="17" y="40"/>
                          <a:pt x="17" y="40"/>
                          <a:pt x="17" y="40"/>
                        </a:cubicBezTo>
                        <a:cubicBezTo>
                          <a:pt x="17" y="40"/>
                          <a:pt x="17" y="40"/>
                          <a:pt x="17" y="40"/>
                        </a:cubicBezTo>
                        <a:cubicBezTo>
                          <a:pt x="16" y="40"/>
                          <a:pt x="16" y="41"/>
                          <a:pt x="17" y="41"/>
                        </a:cubicBezTo>
                        <a:cubicBezTo>
                          <a:pt x="17" y="41"/>
                          <a:pt x="17" y="41"/>
                          <a:pt x="17" y="41"/>
                        </a:cubicBezTo>
                        <a:cubicBezTo>
                          <a:pt x="16" y="41"/>
                          <a:pt x="16" y="41"/>
                          <a:pt x="17" y="42"/>
                        </a:cubicBezTo>
                        <a:cubicBezTo>
                          <a:pt x="17" y="42"/>
                          <a:pt x="17" y="42"/>
                          <a:pt x="18" y="42"/>
                        </a:cubicBezTo>
                        <a:cubicBezTo>
                          <a:pt x="18" y="42"/>
                          <a:pt x="18" y="42"/>
                          <a:pt x="18" y="42"/>
                        </a:cubicBezTo>
                        <a:cubicBezTo>
                          <a:pt x="19" y="42"/>
                          <a:pt x="19" y="42"/>
                          <a:pt x="19" y="42"/>
                        </a:cubicBezTo>
                        <a:close/>
                        <a:moveTo>
                          <a:pt x="10" y="22"/>
                        </a:moveTo>
                        <a:cubicBezTo>
                          <a:pt x="10" y="22"/>
                          <a:pt x="9" y="22"/>
                          <a:pt x="9" y="22"/>
                        </a:cubicBezTo>
                        <a:cubicBezTo>
                          <a:pt x="9" y="22"/>
                          <a:pt x="9" y="23"/>
                          <a:pt x="9" y="23"/>
                        </a:cubicBezTo>
                        <a:cubicBezTo>
                          <a:pt x="10" y="23"/>
                          <a:pt x="10" y="23"/>
                          <a:pt x="10" y="23"/>
                        </a:cubicBezTo>
                        <a:cubicBezTo>
                          <a:pt x="11" y="24"/>
                          <a:pt x="11" y="23"/>
                          <a:pt x="11" y="23"/>
                        </a:cubicBezTo>
                        <a:cubicBezTo>
                          <a:pt x="12" y="23"/>
                          <a:pt x="12" y="23"/>
                          <a:pt x="12" y="23"/>
                        </a:cubicBezTo>
                        <a:cubicBezTo>
                          <a:pt x="12" y="23"/>
                          <a:pt x="12" y="23"/>
                          <a:pt x="12" y="23"/>
                        </a:cubicBezTo>
                        <a:cubicBezTo>
                          <a:pt x="11" y="23"/>
                          <a:pt x="11" y="22"/>
                          <a:pt x="11" y="22"/>
                        </a:cubicBezTo>
                        <a:cubicBezTo>
                          <a:pt x="11" y="22"/>
                          <a:pt x="11" y="22"/>
                          <a:pt x="11" y="22"/>
                        </a:cubicBezTo>
                        <a:cubicBezTo>
                          <a:pt x="11" y="22"/>
                          <a:pt x="11" y="22"/>
                          <a:pt x="11" y="22"/>
                        </a:cubicBezTo>
                        <a:cubicBezTo>
                          <a:pt x="10" y="22"/>
                          <a:pt x="10" y="22"/>
                          <a:pt x="10" y="22"/>
                        </a:cubicBezTo>
                        <a:cubicBezTo>
                          <a:pt x="10" y="22"/>
                          <a:pt x="10" y="22"/>
                          <a:pt x="10" y="22"/>
                        </a:cubicBezTo>
                        <a:close/>
                        <a:moveTo>
                          <a:pt x="20" y="46"/>
                        </a:moveTo>
                        <a:cubicBezTo>
                          <a:pt x="20" y="46"/>
                          <a:pt x="20" y="46"/>
                          <a:pt x="19" y="46"/>
                        </a:cubicBezTo>
                        <a:cubicBezTo>
                          <a:pt x="19" y="46"/>
                          <a:pt x="19" y="45"/>
                          <a:pt x="19" y="45"/>
                        </a:cubicBezTo>
                        <a:cubicBezTo>
                          <a:pt x="19" y="45"/>
                          <a:pt x="19" y="45"/>
                          <a:pt x="19" y="45"/>
                        </a:cubicBezTo>
                        <a:cubicBezTo>
                          <a:pt x="19" y="45"/>
                          <a:pt x="18" y="45"/>
                          <a:pt x="18" y="45"/>
                        </a:cubicBezTo>
                        <a:cubicBezTo>
                          <a:pt x="18" y="45"/>
                          <a:pt x="18" y="45"/>
                          <a:pt x="18" y="45"/>
                        </a:cubicBezTo>
                        <a:cubicBezTo>
                          <a:pt x="18" y="46"/>
                          <a:pt x="18" y="46"/>
                          <a:pt x="18" y="46"/>
                        </a:cubicBezTo>
                        <a:cubicBezTo>
                          <a:pt x="18" y="46"/>
                          <a:pt x="19" y="47"/>
                          <a:pt x="19" y="47"/>
                        </a:cubicBezTo>
                        <a:cubicBezTo>
                          <a:pt x="20" y="47"/>
                          <a:pt x="20" y="47"/>
                          <a:pt x="20" y="47"/>
                        </a:cubicBezTo>
                        <a:cubicBezTo>
                          <a:pt x="20" y="47"/>
                          <a:pt x="20" y="47"/>
                          <a:pt x="20" y="47"/>
                        </a:cubicBezTo>
                        <a:cubicBezTo>
                          <a:pt x="20" y="46"/>
                          <a:pt x="20" y="46"/>
                          <a:pt x="20" y="46"/>
                        </a:cubicBezTo>
                        <a:close/>
                        <a:moveTo>
                          <a:pt x="11" y="17"/>
                        </a:moveTo>
                        <a:cubicBezTo>
                          <a:pt x="11" y="17"/>
                          <a:pt x="11" y="17"/>
                          <a:pt x="11" y="17"/>
                        </a:cubicBezTo>
                        <a:cubicBezTo>
                          <a:pt x="11" y="17"/>
                          <a:pt x="11" y="18"/>
                          <a:pt x="11" y="18"/>
                        </a:cubicBezTo>
                        <a:cubicBezTo>
                          <a:pt x="11" y="18"/>
                          <a:pt x="11" y="18"/>
                          <a:pt x="11" y="18"/>
                        </a:cubicBezTo>
                        <a:cubicBezTo>
                          <a:pt x="11" y="18"/>
                          <a:pt x="11" y="19"/>
                          <a:pt x="11" y="19"/>
                        </a:cubicBezTo>
                        <a:cubicBezTo>
                          <a:pt x="11" y="19"/>
                          <a:pt x="11" y="19"/>
                          <a:pt x="11" y="19"/>
                        </a:cubicBezTo>
                        <a:cubicBezTo>
                          <a:pt x="11" y="20"/>
                          <a:pt x="11" y="20"/>
                          <a:pt x="11" y="20"/>
                        </a:cubicBezTo>
                        <a:cubicBezTo>
                          <a:pt x="11" y="20"/>
                          <a:pt x="11" y="20"/>
                          <a:pt x="11" y="20"/>
                        </a:cubicBezTo>
                        <a:cubicBezTo>
                          <a:pt x="11" y="20"/>
                          <a:pt x="11" y="20"/>
                          <a:pt x="11" y="21"/>
                        </a:cubicBezTo>
                        <a:cubicBezTo>
                          <a:pt x="11" y="21"/>
                          <a:pt x="11" y="21"/>
                          <a:pt x="11" y="21"/>
                        </a:cubicBezTo>
                        <a:cubicBezTo>
                          <a:pt x="11" y="21"/>
                          <a:pt x="11" y="21"/>
                          <a:pt x="11" y="21"/>
                        </a:cubicBezTo>
                        <a:cubicBezTo>
                          <a:pt x="12" y="21"/>
                          <a:pt x="12" y="21"/>
                          <a:pt x="12" y="21"/>
                        </a:cubicBezTo>
                        <a:cubicBezTo>
                          <a:pt x="12" y="20"/>
                          <a:pt x="12" y="20"/>
                          <a:pt x="12" y="20"/>
                        </a:cubicBezTo>
                        <a:cubicBezTo>
                          <a:pt x="11" y="20"/>
                          <a:pt x="12" y="19"/>
                          <a:pt x="11" y="19"/>
                        </a:cubicBezTo>
                        <a:cubicBezTo>
                          <a:pt x="11" y="19"/>
                          <a:pt x="11" y="19"/>
                          <a:pt x="11" y="19"/>
                        </a:cubicBezTo>
                        <a:cubicBezTo>
                          <a:pt x="11" y="18"/>
                          <a:pt x="11" y="18"/>
                          <a:pt x="11" y="18"/>
                        </a:cubicBezTo>
                        <a:cubicBezTo>
                          <a:pt x="11" y="18"/>
                          <a:pt x="11" y="18"/>
                          <a:pt x="11" y="17"/>
                        </a:cubicBezTo>
                        <a:cubicBezTo>
                          <a:pt x="11" y="17"/>
                          <a:pt x="11" y="17"/>
                          <a:pt x="11" y="17"/>
                        </a:cubicBezTo>
                        <a:close/>
                        <a:moveTo>
                          <a:pt x="12" y="27"/>
                        </a:moveTo>
                        <a:cubicBezTo>
                          <a:pt x="12" y="27"/>
                          <a:pt x="12" y="27"/>
                          <a:pt x="12" y="26"/>
                        </a:cubicBezTo>
                        <a:cubicBezTo>
                          <a:pt x="12" y="26"/>
                          <a:pt x="12" y="26"/>
                          <a:pt x="12" y="26"/>
                        </a:cubicBezTo>
                        <a:cubicBezTo>
                          <a:pt x="12" y="27"/>
                          <a:pt x="13" y="27"/>
                          <a:pt x="13" y="27"/>
                        </a:cubicBezTo>
                        <a:cubicBezTo>
                          <a:pt x="13" y="27"/>
                          <a:pt x="13" y="27"/>
                          <a:pt x="13" y="27"/>
                        </a:cubicBezTo>
                        <a:cubicBezTo>
                          <a:pt x="13" y="27"/>
                          <a:pt x="13" y="26"/>
                          <a:pt x="13" y="26"/>
                        </a:cubicBezTo>
                        <a:cubicBezTo>
                          <a:pt x="12" y="27"/>
                          <a:pt x="12" y="26"/>
                          <a:pt x="12" y="26"/>
                        </a:cubicBezTo>
                        <a:cubicBezTo>
                          <a:pt x="12" y="26"/>
                          <a:pt x="12" y="26"/>
                          <a:pt x="12" y="26"/>
                        </a:cubicBezTo>
                        <a:cubicBezTo>
                          <a:pt x="11" y="26"/>
                          <a:pt x="11" y="26"/>
                          <a:pt x="11" y="26"/>
                        </a:cubicBezTo>
                        <a:cubicBezTo>
                          <a:pt x="11" y="25"/>
                          <a:pt x="11" y="25"/>
                          <a:pt x="11" y="25"/>
                        </a:cubicBezTo>
                        <a:cubicBezTo>
                          <a:pt x="11" y="25"/>
                          <a:pt x="11" y="25"/>
                          <a:pt x="11" y="25"/>
                        </a:cubicBezTo>
                        <a:cubicBezTo>
                          <a:pt x="11" y="25"/>
                          <a:pt x="11" y="25"/>
                          <a:pt x="11" y="25"/>
                        </a:cubicBezTo>
                        <a:cubicBezTo>
                          <a:pt x="11" y="26"/>
                          <a:pt x="11" y="26"/>
                          <a:pt x="11" y="26"/>
                        </a:cubicBezTo>
                        <a:cubicBezTo>
                          <a:pt x="11" y="26"/>
                          <a:pt x="11" y="26"/>
                          <a:pt x="11" y="26"/>
                        </a:cubicBezTo>
                        <a:cubicBezTo>
                          <a:pt x="11" y="27"/>
                          <a:pt x="11" y="27"/>
                          <a:pt x="12" y="27"/>
                        </a:cubicBezTo>
                        <a:close/>
                        <a:moveTo>
                          <a:pt x="6" y="6"/>
                        </a:moveTo>
                        <a:cubicBezTo>
                          <a:pt x="6" y="6"/>
                          <a:pt x="6" y="6"/>
                          <a:pt x="6" y="6"/>
                        </a:cubicBezTo>
                        <a:cubicBezTo>
                          <a:pt x="6" y="6"/>
                          <a:pt x="6" y="6"/>
                          <a:pt x="7" y="6"/>
                        </a:cubicBezTo>
                        <a:cubicBezTo>
                          <a:pt x="7" y="6"/>
                          <a:pt x="7" y="6"/>
                          <a:pt x="7" y="6"/>
                        </a:cubicBezTo>
                        <a:cubicBezTo>
                          <a:pt x="7" y="6"/>
                          <a:pt x="7" y="6"/>
                          <a:pt x="7" y="6"/>
                        </a:cubicBezTo>
                        <a:cubicBezTo>
                          <a:pt x="7" y="5"/>
                          <a:pt x="7" y="5"/>
                          <a:pt x="7" y="5"/>
                        </a:cubicBezTo>
                        <a:cubicBezTo>
                          <a:pt x="6" y="5"/>
                          <a:pt x="6" y="5"/>
                          <a:pt x="6" y="5"/>
                        </a:cubicBezTo>
                        <a:cubicBezTo>
                          <a:pt x="6" y="5"/>
                          <a:pt x="5" y="5"/>
                          <a:pt x="5" y="5"/>
                        </a:cubicBezTo>
                        <a:cubicBezTo>
                          <a:pt x="5" y="6"/>
                          <a:pt x="6" y="6"/>
                          <a:pt x="6" y="6"/>
                        </a:cubicBezTo>
                        <a:cubicBezTo>
                          <a:pt x="6" y="6"/>
                          <a:pt x="6" y="6"/>
                          <a:pt x="6" y="6"/>
                        </a:cubicBezTo>
                        <a:close/>
                        <a:moveTo>
                          <a:pt x="8" y="17"/>
                        </a:moveTo>
                        <a:cubicBezTo>
                          <a:pt x="8" y="17"/>
                          <a:pt x="9" y="17"/>
                          <a:pt x="9" y="17"/>
                        </a:cubicBezTo>
                        <a:cubicBezTo>
                          <a:pt x="9" y="17"/>
                          <a:pt x="9" y="16"/>
                          <a:pt x="10" y="16"/>
                        </a:cubicBezTo>
                        <a:cubicBezTo>
                          <a:pt x="10" y="16"/>
                          <a:pt x="10" y="16"/>
                          <a:pt x="9" y="16"/>
                        </a:cubicBezTo>
                        <a:cubicBezTo>
                          <a:pt x="9" y="16"/>
                          <a:pt x="9" y="16"/>
                          <a:pt x="9" y="16"/>
                        </a:cubicBezTo>
                        <a:cubicBezTo>
                          <a:pt x="9" y="16"/>
                          <a:pt x="8" y="16"/>
                          <a:pt x="8" y="17"/>
                        </a:cubicBezTo>
                        <a:cubicBezTo>
                          <a:pt x="8" y="17"/>
                          <a:pt x="7" y="17"/>
                          <a:pt x="8" y="17"/>
                        </a:cubicBezTo>
                        <a:close/>
                        <a:moveTo>
                          <a:pt x="10" y="13"/>
                        </a:moveTo>
                        <a:cubicBezTo>
                          <a:pt x="10" y="13"/>
                          <a:pt x="10" y="13"/>
                          <a:pt x="10" y="14"/>
                        </a:cubicBezTo>
                        <a:cubicBezTo>
                          <a:pt x="10" y="14"/>
                          <a:pt x="10" y="14"/>
                          <a:pt x="10" y="14"/>
                        </a:cubicBezTo>
                        <a:cubicBezTo>
                          <a:pt x="10" y="14"/>
                          <a:pt x="10" y="14"/>
                          <a:pt x="10" y="14"/>
                        </a:cubicBezTo>
                        <a:cubicBezTo>
                          <a:pt x="10" y="14"/>
                          <a:pt x="10" y="14"/>
                          <a:pt x="10" y="15"/>
                        </a:cubicBezTo>
                        <a:cubicBezTo>
                          <a:pt x="10" y="15"/>
                          <a:pt x="10" y="15"/>
                          <a:pt x="11" y="15"/>
                        </a:cubicBezTo>
                        <a:cubicBezTo>
                          <a:pt x="11" y="15"/>
                          <a:pt x="10" y="16"/>
                          <a:pt x="11" y="16"/>
                        </a:cubicBezTo>
                        <a:cubicBezTo>
                          <a:pt x="11" y="16"/>
                          <a:pt x="11" y="16"/>
                          <a:pt x="11" y="16"/>
                        </a:cubicBezTo>
                        <a:cubicBezTo>
                          <a:pt x="11" y="16"/>
                          <a:pt x="11" y="16"/>
                          <a:pt x="11" y="16"/>
                        </a:cubicBezTo>
                        <a:cubicBezTo>
                          <a:pt x="11" y="17"/>
                          <a:pt x="11" y="17"/>
                          <a:pt x="11" y="17"/>
                        </a:cubicBezTo>
                        <a:cubicBezTo>
                          <a:pt x="11" y="16"/>
                          <a:pt x="11" y="16"/>
                          <a:pt x="11" y="16"/>
                        </a:cubicBezTo>
                        <a:cubicBezTo>
                          <a:pt x="11" y="16"/>
                          <a:pt x="11" y="15"/>
                          <a:pt x="11" y="15"/>
                        </a:cubicBezTo>
                        <a:cubicBezTo>
                          <a:pt x="11" y="15"/>
                          <a:pt x="11" y="15"/>
                          <a:pt x="11" y="15"/>
                        </a:cubicBezTo>
                        <a:cubicBezTo>
                          <a:pt x="11" y="14"/>
                          <a:pt x="10" y="14"/>
                          <a:pt x="10" y="13"/>
                        </a:cubicBezTo>
                        <a:cubicBezTo>
                          <a:pt x="10" y="13"/>
                          <a:pt x="10" y="13"/>
                          <a:pt x="10" y="13"/>
                        </a:cubicBezTo>
                        <a:cubicBezTo>
                          <a:pt x="10" y="13"/>
                          <a:pt x="10" y="13"/>
                          <a:pt x="10" y="13"/>
                        </a:cubicBezTo>
                        <a:close/>
                        <a:moveTo>
                          <a:pt x="6" y="8"/>
                        </a:moveTo>
                        <a:cubicBezTo>
                          <a:pt x="6" y="9"/>
                          <a:pt x="6" y="9"/>
                          <a:pt x="6" y="9"/>
                        </a:cubicBezTo>
                        <a:cubicBezTo>
                          <a:pt x="6" y="9"/>
                          <a:pt x="6" y="9"/>
                          <a:pt x="7" y="9"/>
                        </a:cubicBezTo>
                        <a:cubicBezTo>
                          <a:pt x="7" y="9"/>
                          <a:pt x="7" y="9"/>
                          <a:pt x="7" y="8"/>
                        </a:cubicBezTo>
                        <a:cubicBezTo>
                          <a:pt x="7" y="8"/>
                          <a:pt x="6" y="8"/>
                          <a:pt x="6" y="8"/>
                        </a:cubicBezTo>
                        <a:close/>
                        <a:moveTo>
                          <a:pt x="22" y="51"/>
                        </a:moveTo>
                        <a:cubicBezTo>
                          <a:pt x="22" y="51"/>
                          <a:pt x="22" y="51"/>
                          <a:pt x="22" y="51"/>
                        </a:cubicBezTo>
                        <a:cubicBezTo>
                          <a:pt x="22" y="51"/>
                          <a:pt x="22" y="51"/>
                          <a:pt x="22" y="51"/>
                        </a:cubicBezTo>
                        <a:cubicBezTo>
                          <a:pt x="23" y="51"/>
                          <a:pt x="23" y="51"/>
                          <a:pt x="23" y="51"/>
                        </a:cubicBezTo>
                        <a:cubicBezTo>
                          <a:pt x="23" y="51"/>
                          <a:pt x="22" y="51"/>
                          <a:pt x="22" y="51"/>
                        </a:cubicBezTo>
                        <a:close/>
                        <a:moveTo>
                          <a:pt x="4" y="18"/>
                        </a:moveTo>
                        <a:cubicBezTo>
                          <a:pt x="4" y="19"/>
                          <a:pt x="4" y="19"/>
                          <a:pt x="4" y="19"/>
                        </a:cubicBezTo>
                        <a:cubicBezTo>
                          <a:pt x="5" y="19"/>
                          <a:pt x="5" y="19"/>
                          <a:pt x="5" y="19"/>
                        </a:cubicBezTo>
                        <a:cubicBezTo>
                          <a:pt x="5" y="18"/>
                          <a:pt x="4" y="18"/>
                          <a:pt x="4" y="18"/>
                        </a:cubicBezTo>
                        <a:cubicBezTo>
                          <a:pt x="4" y="18"/>
                          <a:pt x="4" y="18"/>
                          <a:pt x="4" y="18"/>
                        </a:cubicBezTo>
                        <a:close/>
                        <a:moveTo>
                          <a:pt x="4" y="18"/>
                        </a:moveTo>
                        <a:cubicBezTo>
                          <a:pt x="4" y="18"/>
                          <a:pt x="4" y="18"/>
                          <a:pt x="4" y="18"/>
                        </a:cubicBezTo>
                        <a:cubicBezTo>
                          <a:pt x="4" y="18"/>
                          <a:pt x="4" y="18"/>
                          <a:pt x="4" y="18"/>
                        </a:cubicBezTo>
                        <a:cubicBezTo>
                          <a:pt x="4" y="18"/>
                          <a:pt x="4" y="18"/>
                          <a:pt x="4" y="18"/>
                        </a:cubicBezTo>
                        <a:cubicBezTo>
                          <a:pt x="4" y="18"/>
                          <a:pt x="4" y="18"/>
                          <a:pt x="4" y="18"/>
                        </a:cubicBezTo>
                        <a:close/>
                        <a:moveTo>
                          <a:pt x="5" y="4"/>
                        </a:moveTo>
                        <a:cubicBezTo>
                          <a:pt x="5" y="4"/>
                          <a:pt x="5" y="3"/>
                          <a:pt x="5" y="3"/>
                        </a:cubicBezTo>
                        <a:cubicBezTo>
                          <a:pt x="5" y="3"/>
                          <a:pt x="5" y="3"/>
                          <a:pt x="5" y="3"/>
                        </a:cubicBezTo>
                        <a:cubicBezTo>
                          <a:pt x="5" y="3"/>
                          <a:pt x="5" y="3"/>
                          <a:pt x="5" y="3"/>
                        </a:cubicBezTo>
                        <a:cubicBezTo>
                          <a:pt x="5" y="3"/>
                          <a:pt x="5" y="4"/>
                          <a:pt x="5" y="4"/>
                        </a:cubicBezTo>
                        <a:close/>
                        <a:moveTo>
                          <a:pt x="12" y="28"/>
                        </a:moveTo>
                        <a:cubicBezTo>
                          <a:pt x="12" y="28"/>
                          <a:pt x="12" y="29"/>
                          <a:pt x="12" y="29"/>
                        </a:cubicBezTo>
                        <a:cubicBezTo>
                          <a:pt x="12" y="29"/>
                          <a:pt x="12" y="29"/>
                          <a:pt x="12" y="29"/>
                        </a:cubicBezTo>
                        <a:cubicBezTo>
                          <a:pt x="12" y="29"/>
                          <a:pt x="13" y="28"/>
                          <a:pt x="13" y="28"/>
                        </a:cubicBezTo>
                        <a:cubicBezTo>
                          <a:pt x="12" y="28"/>
                          <a:pt x="12" y="28"/>
                          <a:pt x="12" y="28"/>
                        </a:cubicBezTo>
                        <a:close/>
                        <a:moveTo>
                          <a:pt x="11" y="24"/>
                        </a:moveTo>
                        <a:cubicBezTo>
                          <a:pt x="11" y="24"/>
                          <a:pt x="11" y="24"/>
                          <a:pt x="11" y="24"/>
                        </a:cubicBezTo>
                        <a:cubicBezTo>
                          <a:pt x="11" y="24"/>
                          <a:pt x="11" y="25"/>
                          <a:pt x="11" y="24"/>
                        </a:cubicBezTo>
                        <a:cubicBezTo>
                          <a:pt x="11" y="24"/>
                          <a:pt x="12" y="24"/>
                          <a:pt x="11" y="24"/>
                        </a:cubicBezTo>
                        <a:cubicBezTo>
                          <a:pt x="11" y="24"/>
                          <a:pt x="12" y="24"/>
                          <a:pt x="11" y="24"/>
                        </a:cubicBezTo>
                        <a:close/>
                        <a:moveTo>
                          <a:pt x="7" y="5"/>
                        </a:moveTo>
                        <a:cubicBezTo>
                          <a:pt x="8" y="5"/>
                          <a:pt x="8" y="5"/>
                          <a:pt x="8" y="4"/>
                        </a:cubicBezTo>
                        <a:cubicBezTo>
                          <a:pt x="8" y="4"/>
                          <a:pt x="8" y="4"/>
                          <a:pt x="8" y="4"/>
                        </a:cubicBezTo>
                        <a:cubicBezTo>
                          <a:pt x="7" y="4"/>
                          <a:pt x="7" y="4"/>
                          <a:pt x="7" y="4"/>
                        </a:cubicBezTo>
                        <a:cubicBezTo>
                          <a:pt x="7" y="5"/>
                          <a:pt x="7" y="5"/>
                          <a:pt x="7" y="5"/>
                        </a:cubicBezTo>
                        <a:close/>
                        <a:moveTo>
                          <a:pt x="0" y="2"/>
                        </a:moveTo>
                        <a:cubicBezTo>
                          <a:pt x="0" y="2"/>
                          <a:pt x="1" y="2"/>
                          <a:pt x="1" y="1"/>
                        </a:cubicBezTo>
                        <a:cubicBezTo>
                          <a:pt x="1" y="1"/>
                          <a:pt x="1" y="1"/>
                          <a:pt x="1" y="1"/>
                        </a:cubicBezTo>
                        <a:cubicBezTo>
                          <a:pt x="0" y="1"/>
                          <a:pt x="0" y="1"/>
                          <a:pt x="0" y="1"/>
                        </a:cubicBezTo>
                        <a:cubicBezTo>
                          <a:pt x="0" y="1"/>
                          <a:pt x="0" y="2"/>
                          <a:pt x="0" y="2"/>
                        </a:cubicBezTo>
                        <a:close/>
                        <a:moveTo>
                          <a:pt x="12" y="31"/>
                        </a:moveTo>
                        <a:cubicBezTo>
                          <a:pt x="12" y="31"/>
                          <a:pt x="12" y="31"/>
                          <a:pt x="12" y="31"/>
                        </a:cubicBezTo>
                        <a:cubicBezTo>
                          <a:pt x="12" y="31"/>
                          <a:pt x="12" y="31"/>
                          <a:pt x="12" y="31"/>
                        </a:cubicBezTo>
                        <a:cubicBezTo>
                          <a:pt x="12" y="31"/>
                          <a:pt x="12" y="31"/>
                          <a:pt x="12" y="31"/>
                        </a:cubicBezTo>
                        <a:close/>
                        <a:moveTo>
                          <a:pt x="13" y="27"/>
                        </a:moveTo>
                        <a:cubicBezTo>
                          <a:pt x="13" y="27"/>
                          <a:pt x="13" y="27"/>
                          <a:pt x="13" y="27"/>
                        </a:cubicBezTo>
                        <a:cubicBezTo>
                          <a:pt x="13" y="27"/>
                          <a:pt x="13" y="27"/>
                          <a:pt x="14" y="27"/>
                        </a:cubicBezTo>
                        <a:cubicBezTo>
                          <a:pt x="14" y="27"/>
                          <a:pt x="14" y="27"/>
                          <a:pt x="14" y="27"/>
                        </a:cubicBezTo>
                        <a:cubicBezTo>
                          <a:pt x="14" y="27"/>
                          <a:pt x="14" y="27"/>
                          <a:pt x="13" y="27"/>
                        </a:cubicBezTo>
                        <a:close/>
                        <a:moveTo>
                          <a:pt x="12" y="25"/>
                        </a:moveTo>
                        <a:cubicBezTo>
                          <a:pt x="12" y="25"/>
                          <a:pt x="12" y="25"/>
                          <a:pt x="12" y="24"/>
                        </a:cubicBezTo>
                        <a:cubicBezTo>
                          <a:pt x="12" y="24"/>
                          <a:pt x="12" y="24"/>
                          <a:pt x="12" y="24"/>
                        </a:cubicBezTo>
                        <a:cubicBezTo>
                          <a:pt x="12" y="24"/>
                          <a:pt x="12" y="24"/>
                          <a:pt x="12" y="24"/>
                        </a:cubicBezTo>
                        <a:cubicBezTo>
                          <a:pt x="12" y="25"/>
                          <a:pt x="12" y="25"/>
                          <a:pt x="12" y="25"/>
                        </a:cubicBezTo>
                        <a:close/>
                        <a:moveTo>
                          <a:pt x="10" y="10"/>
                        </a:moveTo>
                        <a:cubicBezTo>
                          <a:pt x="10" y="10"/>
                          <a:pt x="10" y="10"/>
                          <a:pt x="10" y="10"/>
                        </a:cubicBezTo>
                        <a:cubicBezTo>
                          <a:pt x="10" y="10"/>
                          <a:pt x="10" y="10"/>
                          <a:pt x="10" y="10"/>
                        </a:cubicBezTo>
                        <a:cubicBezTo>
                          <a:pt x="10" y="10"/>
                          <a:pt x="10" y="10"/>
                          <a:pt x="10" y="10"/>
                        </a:cubicBezTo>
                        <a:cubicBezTo>
                          <a:pt x="10" y="10"/>
                          <a:pt x="10" y="10"/>
                          <a:pt x="10" y="10"/>
                        </a:cubicBezTo>
                        <a:close/>
                        <a:moveTo>
                          <a:pt x="1" y="3"/>
                        </a:moveTo>
                        <a:cubicBezTo>
                          <a:pt x="1" y="3"/>
                          <a:pt x="1" y="3"/>
                          <a:pt x="1" y="3"/>
                        </a:cubicBezTo>
                        <a:cubicBezTo>
                          <a:pt x="1" y="3"/>
                          <a:pt x="1" y="2"/>
                          <a:pt x="1" y="2"/>
                        </a:cubicBezTo>
                        <a:cubicBezTo>
                          <a:pt x="1" y="2"/>
                          <a:pt x="1" y="3"/>
                          <a:pt x="1" y="3"/>
                        </a:cubicBezTo>
                        <a:cubicBezTo>
                          <a:pt x="1" y="3"/>
                          <a:pt x="1" y="3"/>
                          <a:pt x="1" y="3"/>
                        </a:cubicBezTo>
                        <a:close/>
                        <a:moveTo>
                          <a:pt x="0" y="2"/>
                        </a:moveTo>
                        <a:cubicBezTo>
                          <a:pt x="1" y="2"/>
                          <a:pt x="1" y="2"/>
                          <a:pt x="1" y="2"/>
                        </a:cubicBezTo>
                        <a:cubicBezTo>
                          <a:pt x="1" y="2"/>
                          <a:pt x="0" y="2"/>
                          <a:pt x="0" y="2"/>
                        </a:cubicBezTo>
                        <a:cubicBezTo>
                          <a:pt x="0" y="2"/>
                          <a:pt x="0" y="2"/>
                          <a:pt x="0" y="2"/>
                        </a:cubicBezTo>
                        <a:close/>
                        <a:moveTo>
                          <a:pt x="7" y="4"/>
                        </a:moveTo>
                        <a:cubicBezTo>
                          <a:pt x="7" y="4"/>
                          <a:pt x="7" y="4"/>
                          <a:pt x="7" y="4"/>
                        </a:cubicBezTo>
                        <a:cubicBezTo>
                          <a:pt x="7" y="4"/>
                          <a:pt x="7" y="4"/>
                          <a:pt x="7" y="4"/>
                        </a:cubicBezTo>
                        <a:cubicBezTo>
                          <a:pt x="7" y="4"/>
                          <a:pt x="6" y="4"/>
                          <a:pt x="6" y="4"/>
                        </a:cubicBezTo>
                        <a:cubicBezTo>
                          <a:pt x="6" y="4"/>
                          <a:pt x="7" y="4"/>
                          <a:pt x="7" y="4"/>
                        </a:cubicBezTo>
                        <a:close/>
                        <a:moveTo>
                          <a:pt x="0" y="1"/>
                        </a:moveTo>
                        <a:cubicBezTo>
                          <a:pt x="0" y="1"/>
                          <a:pt x="0" y="1"/>
                          <a:pt x="0" y="1"/>
                        </a:cubicBezTo>
                        <a:cubicBezTo>
                          <a:pt x="0" y="1"/>
                          <a:pt x="0" y="1"/>
                          <a:pt x="0" y="1"/>
                        </a:cubicBezTo>
                        <a:cubicBezTo>
                          <a:pt x="0" y="1"/>
                          <a:pt x="0" y="0"/>
                          <a:pt x="0" y="0"/>
                        </a:cubicBezTo>
                        <a:cubicBezTo>
                          <a:pt x="0" y="0"/>
                          <a:pt x="0" y="1"/>
                          <a:pt x="0" y="1"/>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5" name="Freeform 696">
                    <a:extLst>
                      <a:ext uri="{FF2B5EF4-FFF2-40B4-BE49-F238E27FC236}">
                        <a16:creationId xmlns:a16="http://schemas.microsoft.com/office/drawing/2014/main" id="{114D7EC6-379C-DACA-00F2-522FBC4B7CA7}"/>
                      </a:ext>
                    </a:extLst>
                  </p:cNvPr>
                  <p:cNvSpPr>
                    <a:spLocks noEditPoints="1"/>
                  </p:cNvSpPr>
                  <p:nvPr/>
                </p:nvSpPr>
                <p:spPr bwMode="auto">
                  <a:xfrm>
                    <a:off x="9766300" y="5083175"/>
                    <a:ext cx="325437" cy="150813"/>
                  </a:xfrm>
                  <a:custGeom>
                    <a:avLst/>
                    <a:gdLst>
                      <a:gd name="T0" fmla="*/ 30 w 78"/>
                      <a:gd name="T1" fmla="*/ 20 h 36"/>
                      <a:gd name="T2" fmla="*/ 29 w 78"/>
                      <a:gd name="T3" fmla="*/ 22 h 36"/>
                      <a:gd name="T4" fmla="*/ 35 w 78"/>
                      <a:gd name="T5" fmla="*/ 23 h 36"/>
                      <a:gd name="T6" fmla="*/ 36 w 78"/>
                      <a:gd name="T7" fmla="*/ 18 h 36"/>
                      <a:gd name="T8" fmla="*/ 34 w 78"/>
                      <a:gd name="T9" fmla="*/ 13 h 36"/>
                      <a:gd name="T10" fmla="*/ 37 w 78"/>
                      <a:gd name="T11" fmla="*/ 14 h 36"/>
                      <a:gd name="T12" fmla="*/ 38 w 78"/>
                      <a:gd name="T13" fmla="*/ 17 h 36"/>
                      <a:gd name="T14" fmla="*/ 39 w 78"/>
                      <a:gd name="T15" fmla="*/ 20 h 36"/>
                      <a:gd name="T16" fmla="*/ 41 w 78"/>
                      <a:gd name="T17" fmla="*/ 21 h 36"/>
                      <a:gd name="T18" fmla="*/ 25 w 78"/>
                      <a:gd name="T19" fmla="*/ 11 h 36"/>
                      <a:gd name="T20" fmla="*/ 21 w 78"/>
                      <a:gd name="T21" fmla="*/ 8 h 36"/>
                      <a:gd name="T22" fmla="*/ 19 w 78"/>
                      <a:gd name="T23" fmla="*/ 7 h 36"/>
                      <a:gd name="T24" fmla="*/ 19 w 78"/>
                      <a:gd name="T25" fmla="*/ 6 h 36"/>
                      <a:gd name="T26" fmla="*/ 21 w 78"/>
                      <a:gd name="T27" fmla="*/ 7 h 36"/>
                      <a:gd name="T28" fmla="*/ 24 w 78"/>
                      <a:gd name="T29" fmla="*/ 9 h 36"/>
                      <a:gd name="T30" fmla="*/ 28 w 78"/>
                      <a:gd name="T31" fmla="*/ 13 h 36"/>
                      <a:gd name="T32" fmla="*/ 27 w 78"/>
                      <a:gd name="T33" fmla="*/ 12 h 36"/>
                      <a:gd name="T34" fmla="*/ 6 w 78"/>
                      <a:gd name="T35" fmla="*/ 0 h 36"/>
                      <a:gd name="T36" fmla="*/ 11 w 78"/>
                      <a:gd name="T37" fmla="*/ 4 h 36"/>
                      <a:gd name="T38" fmla="*/ 14 w 78"/>
                      <a:gd name="T39" fmla="*/ 6 h 36"/>
                      <a:gd name="T40" fmla="*/ 11 w 78"/>
                      <a:gd name="T41" fmla="*/ 5 h 36"/>
                      <a:gd name="T42" fmla="*/ 45 w 78"/>
                      <a:gd name="T43" fmla="*/ 28 h 36"/>
                      <a:gd name="T44" fmla="*/ 41 w 78"/>
                      <a:gd name="T45" fmla="*/ 26 h 36"/>
                      <a:gd name="T46" fmla="*/ 40 w 78"/>
                      <a:gd name="T47" fmla="*/ 27 h 36"/>
                      <a:gd name="T48" fmla="*/ 42 w 78"/>
                      <a:gd name="T49" fmla="*/ 29 h 36"/>
                      <a:gd name="T50" fmla="*/ 16 w 78"/>
                      <a:gd name="T51" fmla="*/ 14 h 36"/>
                      <a:gd name="T52" fmla="*/ 13 w 78"/>
                      <a:gd name="T53" fmla="*/ 12 h 36"/>
                      <a:gd name="T54" fmla="*/ 11 w 78"/>
                      <a:gd name="T55" fmla="*/ 11 h 36"/>
                      <a:gd name="T56" fmla="*/ 14 w 78"/>
                      <a:gd name="T57" fmla="*/ 11 h 36"/>
                      <a:gd name="T58" fmla="*/ 8 w 78"/>
                      <a:gd name="T59" fmla="*/ 10 h 36"/>
                      <a:gd name="T60" fmla="*/ 8 w 78"/>
                      <a:gd name="T61" fmla="*/ 8 h 36"/>
                      <a:gd name="T62" fmla="*/ 17 w 78"/>
                      <a:gd name="T63" fmla="*/ 14 h 36"/>
                      <a:gd name="T64" fmla="*/ 17 w 78"/>
                      <a:gd name="T65" fmla="*/ 13 h 36"/>
                      <a:gd name="T66" fmla="*/ 12 w 78"/>
                      <a:gd name="T67" fmla="*/ 14 h 36"/>
                      <a:gd name="T68" fmla="*/ 1 w 78"/>
                      <a:gd name="T69" fmla="*/ 3 h 36"/>
                      <a:gd name="T70" fmla="*/ 32 w 78"/>
                      <a:gd name="T71" fmla="*/ 17 h 36"/>
                      <a:gd name="T72" fmla="*/ 28 w 78"/>
                      <a:gd name="T73" fmla="*/ 13 h 36"/>
                      <a:gd name="T74" fmla="*/ 13 w 78"/>
                      <a:gd name="T75" fmla="*/ 15 h 36"/>
                      <a:gd name="T76" fmla="*/ 32 w 78"/>
                      <a:gd name="T77" fmla="*/ 17 h 36"/>
                      <a:gd name="T78" fmla="*/ 0 w 78"/>
                      <a:gd name="T79" fmla="*/ 6 h 36"/>
                      <a:gd name="T80" fmla="*/ 3 w 78"/>
                      <a:gd name="T81" fmla="*/ 3 h 36"/>
                      <a:gd name="T82" fmla="*/ 10 w 78"/>
                      <a:gd name="T83" fmla="*/ 11 h 36"/>
                      <a:gd name="T84" fmla="*/ 24 w 78"/>
                      <a:gd name="T85" fmla="*/ 17 h 36"/>
                      <a:gd name="T86" fmla="*/ 42 w 78"/>
                      <a:gd name="T87" fmla="*/ 25 h 36"/>
                      <a:gd name="T88" fmla="*/ 31 w 78"/>
                      <a:gd name="T89" fmla="*/ 16 h 36"/>
                      <a:gd name="T90" fmla="*/ 30 w 78"/>
                      <a:gd name="T91" fmla="*/ 16 h 36"/>
                      <a:gd name="T92" fmla="*/ 13 w 78"/>
                      <a:gd name="T93" fmla="*/ 12 h 36"/>
                      <a:gd name="T94" fmla="*/ 2 w 78"/>
                      <a:gd name="T95" fmla="*/ 4 h 36"/>
                      <a:gd name="T96" fmla="*/ 36 w 78"/>
                      <a:gd name="T97" fmla="*/ 22 h 36"/>
                      <a:gd name="T98" fmla="*/ 21 w 78"/>
                      <a:gd name="T99" fmla="*/ 7 h 36"/>
                      <a:gd name="T100" fmla="*/ 13 w 78"/>
                      <a:gd name="T101" fmla="*/ 12 h 36"/>
                      <a:gd name="T102" fmla="*/ 27 w 78"/>
                      <a:gd name="T103" fmla="*/ 11 h 36"/>
                      <a:gd name="T104" fmla="*/ 22 w 78"/>
                      <a:gd name="T105" fmla="*/ 7 h 36"/>
                      <a:gd name="T106" fmla="*/ 30 w 78"/>
                      <a:gd name="T107" fmla="*/ 16 h 36"/>
                      <a:gd name="T108" fmla="*/ 24 w 78"/>
                      <a:gd name="T109" fmla="*/ 17 h 36"/>
                      <a:gd name="T110" fmla="*/ 43 w 78"/>
                      <a:gd name="T111" fmla="*/ 24 h 36"/>
                      <a:gd name="T112" fmla="*/ 12 w 78"/>
                      <a:gd name="T113" fmla="*/ 12 h 36"/>
                      <a:gd name="T114" fmla="*/ 30 w 78"/>
                      <a:gd name="T115" fmla="*/ 34 h 36"/>
                      <a:gd name="T116" fmla="*/ 34 w 78"/>
                      <a:gd name="T117" fmla="*/ 36 h 36"/>
                      <a:gd name="T118" fmla="*/ 70 w 78"/>
                      <a:gd name="T119" fmla="*/ 29 h 36"/>
                      <a:gd name="T120" fmla="*/ 77 w 78"/>
                      <a:gd name="T121" fmla="*/ 36 h 36"/>
                      <a:gd name="T122" fmla="*/ 70 w 78"/>
                      <a:gd name="T123"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 h="36">
                        <a:moveTo>
                          <a:pt x="36" y="22"/>
                        </a:moveTo>
                        <a:cubicBezTo>
                          <a:pt x="35" y="22"/>
                          <a:pt x="36" y="22"/>
                          <a:pt x="36" y="22"/>
                        </a:cubicBezTo>
                        <a:cubicBezTo>
                          <a:pt x="36" y="22"/>
                          <a:pt x="35" y="22"/>
                          <a:pt x="35" y="22"/>
                        </a:cubicBezTo>
                        <a:cubicBezTo>
                          <a:pt x="36" y="22"/>
                          <a:pt x="35" y="22"/>
                          <a:pt x="35" y="22"/>
                        </a:cubicBezTo>
                        <a:cubicBezTo>
                          <a:pt x="35" y="22"/>
                          <a:pt x="35" y="22"/>
                          <a:pt x="35" y="22"/>
                        </a:cubicBezTo>
                        <a:cubicBezTo>
                          <a:pt x="35" y="22"/>
                          <a:pt x="35" y="22"/>
                          <a:pt x="35" y="22"/>
                        </a:cubicBezTo>
                        <a:cubicBezTo>
                          <a:pt x="35" y="22"/>
                          <a:pt x="35" y="21"/>
                          <a:pt x="35" y="22"/>
                        </a:cubicBezTo>
                        <a:cubicBezTo>
                          <a:pt x="35" y="22"/>
                          <a:pt x="35" y="22"/>
                          <a:pt x="35" y="21"/>
                        </a:cubicBezTo>
                        <a:cubicBezTo>
                          <a:pt x="35" y="21"/>
                          <a:pt x="34" y="21"/>
                          <a:pt x="34" y="21"/>
                        </a:cubicBezTo>
                        <a:cubicBezTo>
                          <a:pt x="35" y="21"/>
                          <a:pt x="34" y="21"/>
                          <a:pt x="34" y="21"/>
                        </a:cubicBezTo>
                        <a:cubicBezTo>
                          <a:pt x="34" y="21"/>
                          <a:pt x="34" y="21"/>
                          <a:pt x="34" y="21"/>
                        </a:cubicBezTo>
                        <a:cubicBezTo>
                          <a:pt x="34" y="21"/>
                          <a:pt x="34" y="20"/>
                          <a:pt x="34" y="20"/>
                        </a:cubicBezTo>
                        <a:cubicBezTo>
                          <a:pt x="33" y="20"/>
                          <a:pt x="33" y="20"/>
                          <a:pt x="33" y="20"/>
                        </a:cubicBezTo>
                        <a:cubicBezTo>
                          <a:pt x="33" y="20"/>
                          <a:pt x="33" y="20"/>
                          <a:pt x="33" y="20"/>
                        </a:cubicBezTo>
                        <a:cubicBezTo>
                          <a:pt x="33" y="20"/>
                          <a:pt x="33" y="20"/>
                          <a:pt x="33" y="20"/>
                        </a:cubicBezTo>
                        <a:cubicBezTo>
                          <a:pt x="33" y="20"/>
                          <a:pt x="32" y="19"/>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1" y="19"/>
                          <a:pt x="31" y="20"/>
                          <a:pt x="31" y="19"/>
                        </a:cubicBezTo>
                        <a:cubicBezTo>
                          <a:pt x="31" y="19"/>
                          <a:pt x="31" y="20"/>
                          <a:pt x="31" y="20"/>
                        </a:cubicBezTo>
                        <a:cubicBezTo>
                          <a:pt x="31" y="20"/>
                          <a:pt x="31" y="20"/>
                          <a:pt x="30" y="20"/>
                        </a:cubicBezTo>
                        <a:cubicBezTo>
                          <a:pt x="30" y="19"/>
                          <a:pt x="30" y="19"/>
                          <a:pt x="30" y="20"/>
                        </a:cubicBezTo>
                        <a:cubicBezTo>
                          <a:pt x="30" y="20"/>
                          <a:pt x="30" y="20"/>
                          <a:pt x="30" y="20"/>
                        </a:cubicBezTo>
                        <a:cubicBezTo>
                          <a:pt x="30" y="20"/>
                          <a:pt x="30" y="20"/>
                          <a:pt x="30" y="20"/>
                        </a:cubicBezTo>
                        <a:cubicBezTo>
                          <a:pt x="29" y="20"/>
                          <a:pt x="29" y="19"/>
                          <a:pt x="29" y="19"/>
                        </a:cubicBezTo>
                        <a:cubicBezTo>
                          <a:pt x="29" y="19"/>
                          <a:pt x="29" y="19"/>
                          <a:pt x="29" y="19"/>
                        </a:cubicBezTo>
                        <a:cubicBezTo>
                          <a:pt x="29" y="19"/>
                          <a:pt x="29" y="19"/>
                          <a:pt x="29" y="19"/>
                        </a:cubicBezTo>
                        <a:cubicBezTo>
                          <a:pt x="29" y="19"/>
                          <a:pt x="29" y="19"/>
                          <a:pt x="29" y="19"/>
                        </a:cubicBezTo>
                        <a:cubicBezTo>
                          <a:pt x="28" y="19"/>
                          <a:pt x="28" y="19"/>
                          <a:pt x="28" y="18"/>
                        </a:cubicBezTo>
                        <a:cubicBezTo>
                          <a:pt x="28" y="18"/>
                          <a:pt x="28" y="18"/>
                          <a:pt x="28" y="18"/>
                        </a:cubicBezTo>
                        <a:cubicBezTo>
                          <a:pt x="28" y="19"/>
                          <a:pt x="28" y="19"/>
                          <a:pt x="28" y="19"/>
                        </a:cubicBezTo>
                        <a:cubicBezTo>
                          <a:pt x="27" y="19"/>
                          <a:pt x="27" y="19"/>
                          <a:pt x="27" y="19"/>
                        </a:cubicBezTo>
                        <a:cubicBezTo>
                          <a:pt x="27" y="19"/>
                          <a:pt x="27" y="19"/>
                          <a:pt x="27" y="19"/>
                        </a:cubicBezTo>
                        <a:cubicBezTo>
                          <a:pt x="27" y="19"/>
                          <a:pt x="27" y="20"/>
                          <a:pt x="27" y="20"/>
                        </a:cubicBezTo>
                        <a:cubicBezTo>
                          <a:pt x="27" y="20"/>
                          <a:pt x="27" y="20"/>
                          <a:pt x="27" y="20"/>
                        </a:cubicBezTo>
                        <a:cubicBezTo>
                          <a:pt x="27" y="20"/>
                          <a:pt x="27" y="20"/>
                          <a:pt x="27" y="20"/>
                        </a:cubicBezTo>
                        <a:cubicBezTo>
                          <a:pt x="27" y="20"/>
                          <a:pt x="27" y="20"/>
                          <a:pt x="27" y="20"/>
                        </a:cubicBezTo>
                        <a:cubicBezTo>
                          <a:pt x="28" y="20"/>
                          <a:pt x="28" y="21"/>
                          <a:pt x="28" y="21"/>
                        </a:cubicBezTo>
                        <a:cubicBezTo>
                          <a:pt x="28" y="21"/>
                          <a:pt x="28" y="21"/>
                          <a:pt x="28" y="21"/>
                        </a:cubicBezTo>
                        <a:cubicBezTo>
                          <a:pt x="28" y="21"/>
                          <a:pt x="28" y="21"/>
                          <a:pt x="28" y="21"/>
                        </a:cubicBezTo>
                        <a:cubicBezTo>
                          <a:pt x="28" y="21"/>
                          <a:pt x="28" y="21"/>
                          <a:pt x="28" y="21"/>
                        </a:cubicBezTo>
                        <a:cubicBezTo>
                          <a:pt x="28" y="21"/>
                          <a:pt x="28" y="21"/>
                          <a:pt x="28" y="22"/>
                        </a:cubicBezTo>
                        <a:cubicBezTo>
                          <a:pt x="28" y="22"/>
                          <a:pt x="28" y="22"/>
                          <a:pt x="28" y="22"/>
                        </a:cubicBezTo>
                        <a:cubicBezTo>
                          <a:pt x="28" y="22"/>
                          <a:pt x="28" y="22"/>
                          <a:pt x="29" y="22"/>
                        </a:cubicBezTo>
                        <a:cubicBezTo>
                          <a:pt x="29" y="22"/>
                          <a:pt x="29" y="22"/>
                          <a:pt x="29" y="22"/>
                        </a:cubicBezTo>
                        <a:cubicBezTo>
                          <a:pt x="29" y="22"/>
                          <a:pt x="29" y="22"/>
                          <a:pt x="29" y="22"/>
                        </a:cubicBezTo>
                        <a:cubicBezTo>
                          <a:pt x="29" y="22"/>
                          <a:pt x="29" y="22"/>
                          <a:pt x="29" y="22"/>
                        </a:cubicBezTo>
                        <a:cubicBezTo>
                          <a:pt x="29" y="22"/>
                          <a:pt x="30" y="22"/>
                          <a:pt x="30" y="22"/>
                        </a:cubicBezTo>
                        <a:cubicBezTo>
                          <a:pt x="30" y="22"/>
                          <a:pt x="30" y="22"/>
                          <a:pt x="30" y="22"/>
                        </a:cubicBezTo>
                        <a:cubicBezTo>
                          <a:pt x="30" y="22"/>
                          <a:pt x="30" y="22"/>
                          <a:pt x="30" y="22"/>
                        </a:cubicBezTo>
                        <a:cubicBezTo>
                          <a:pt x="30" y="22"/>
                          <a:pt x="30" y="22"/>
                          <a:pt x="30" y="22"/>
                        </a:cubicBezTo>
                        <a:cubicBezTo>
                          <a:pt x="30" y="22"/>
                          <a:pt x="31" y="22"/>
                          <a:pt x="31" y="22"/>
                        </a:cubicBezTo>
                        <a:cubicBezTo>
                          <a:pt x="31" y="22"/>
                          <a:pt x="31" y="22"/>
                          <a:pt x="31" y="22"/>
                        </a:cubicBezTo>
                        <a:cubicBezTo>
                          <a:pt x="31" y="22"/>
                          <a:pt x="31" y="22"/>
                          <a:pt x="32" y="22"/>
                        </a:cubicBezTo>
                        <a:cubicBezTo>
                          <a:pt x="32" y="22"/>
                          <a:pt x="32" y="22"/>
                          <a:pt x="32" y="22"/>
                        </a:cubicBezTo>
                        <a:cubicBezTo>
                          <a:pt x="32" y="22"/>
                          <a:pt x="32" y="22"/>
                          <a:pt x="32" y="22"/>
                        </a:cubicBezTo>
                        <a:cubicBezTo>
                          <a:pt x="32" y="22"/>
                          <a:pt x="32" y="22"/>
                          <a:pt x="32" y="22"/>
                        </a:cubicBezTo>
                        <a:cubicBezTo>
                          <a:pt x="33" y="22"/>
                          <a:pt x="33" y="23"/>
                          <a:pt x="33" y="23"/>
                        </a:cubicBezTo>
                        <a:cubicBezTo>
                          <a:pt x="33" y="23"/>
                          <a:pt x="33" y="23"/>
                          <a:pt x="33" y="23"/>
                        </a:cubicBezTo>
                        <a:cubicBezTo>
                          <a:pt x="33" y="23"/>
                          <a:pt x="33" y="23"/>
                          <a:pt x="33" y="23"/>
                        </a:cubicBezTo>
                        <a:cubicBezTo>
                          <a:pt x="33" y="23"/>
                          <a:pt x="33" y="23"/>
                          <a:pt x="33" y="23"/>
                        </a:cubicBezTo>
                        <a:cubicBezTo>
                          <a:pt x="33"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5" y="23"/>
                          <a:pt x="35" y="23"/>
                        </a:cubicBezTo>
                        <a:cubicBezTo>
                          <a:pt x="35" y="23"/>
                          <a:pt x="35" y="23"/>
                          <a:pt x="35" y="23"/>
                        </a:cubicBezTo>
                        <a:cubicBezTo>
                          <a:pt x="35" y="23"/>
                          <a:pt x="35" y="23"/>
                          <a:pt x="35" y="23"/>
                        </a:cubicBezTo>
                        <a:cubicBezTo>
                          <a:pt x="35" y="23"/>
                          <a:pt x="36" y="23"/>
                          <a:pt x="36" y="23"/>
                        </a:cubicBezTo>
                        <a:cubicBezTo>
                          <a:pt x="36" y="23"/>
                          <a:pt x="36" y="23"/>
                          <a:pt x="36" y="22"/>
                        </a:cubicBezTo>
                        <a:cubicBezTo>
                          <a:pt x="36" y="22"/>
                          <a:pt x="36" y="22"/>
                          <a:pt x="36" y="22"/>
                        </a:cubicBezTo>
                        <a:cubicBezTo>
                          <a:pt x="36" y="22"/>
                          <a:pt x="36" y="22"/>
                          <a:pt x="36" y="22"/>
                        </a:cubicBezTo>
                        <a:close/>
                        <a:moveTo>
                          <a:pt x="39" y="20"/>
                        </a:moveTo>
                        <a:cubicBezTo>
                          <a:pt x="39" y="20"/>
                          <a:pt x="39" y="20"/>
                          <a:pt x="39" y="20"/>
                        </a:cubicBezTo>
                        <a:cubicBezTo>
                          <a:pt x="39" y="20"/>
                          <a:pt x="38" y="20"/>
                          <a:pt x="38" y="20"/>
                        </a:cubicBezTo>
                        <a:cubicBezTo>
                          <a:pt x="38" y="20"/>
                          <a:pt x="38" y="20"/>
                          <a:pt x="38" y="19"/>
                        </a:cubicBezTo>
                        <a:cubicBezTo>
                          <a:pt x="38" y="19"/>
                          <a:pt x="38" y="19"/>
                          <a:pt x="38" y="19"/>
                        </a:cubicBezTo>
                        <a:cubicBezTo>
                          <a:pt x="38" y="19"/>
                          <a:pt x="38" y="19"/>
                          <a:pt x="38" y="19"/>
                        </a:cubicBezTo>
                        <a:cubicBezTo>
                          <a:pt x="38" y="19"/>
                          <a:pt x="38" y="19"/>
                          <a:pt x="38"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8"/>
                          <a:pt x="37" y="18"/>
                        </a:cubicBezTo>
                        <a:cubicBezTo>
                          <a:pt x="37" y="18"/>
                          <a:pt x="37" y="18"/>
                          <a:pt x="37" y="18"/>
                        </a:cubicBezTo>
                        <a:cubicBezTo>
                          <a:pt x="37" y="18"/>
                          <a:pt x="36" y="18"/>
                          <a:pt x="36" y="18"/>
                        </a:cubicBezTo>
                        <a:cubicBezTo>
                          <a:pt x="36" y="18"/>
                          <a:pt x="36" y="18"/>
                          <a:pt x="36" y="18"/>
                        </a:cubicBezTo>
                        <a:cubicBezTo>
                          <a:pt x="36" y="18"/>
                          <a:pt x="36" y="18"/>
                          <a:pt x="36" y="18"/>
                        </a:cubicBezTo>
                        <a:cubicBezTo>
                          <a:pt x="36" y="18"/>
                          <a:pt x="36"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6"/>
                          <a:pt x="35" y="16"/>
                        </a:cubicBezTo>
                        <a:cubicBezTo>
                          <a:pt x="35" y="16"/>
                          <a:pt x="35" y="16"/>
                          <a:pt x="35" y="16"/>
                        </a:cubicBezTo>
                        <a:cubicBezTo>
                          <a:pt x="35" y="16"/>
                          <a:pt x="35" y="16"/>
                          <a:pt x="35" y="16"/>
                        </a:cubicBezTo>
                        <a:cubicBezTo>
                          <a:pt x="35" y="16"/>
                          <a:pt x="35" y="16"/>
                          <a:pt x="35" y="16"/>
                        </a:cubicBezTo>
                        <a:cubicBezTo>
                          <a:pt x="35" y="16"/>
                          <a:pt x="35" y="15"/>
                          <a:pt x="35" y="15"/>
                        </a:cubicBezTo>
                        <a:cubicBezTo>
                          <a:pt x="35" y="15"/>
                          <a:pt x="35" y="15"/>
                          <a:pt x="35" y="15"/>
                        </a:cubicBezTo>
                        <a:cubicBezTo>
                          <a:pt x="35" y="15"/>
                          <a:pt x="35" y="15"/>
                          <a:pt x="35" y="15"/>
                        </a:cubicBezTo>
                        <a:cubicBezTo>
                          <a:pt x="35" y="15"/>
                          <a:pt x="35" y="15"/>
                          <a:pt x="35" y="15"/>
                        </a:cubicBezTo>
                        <a:cubicBezTo>
                          <a:pt x="35" y="14"/>
                          <a:pt x="35" y="14"/>
                          <a:pt x="35" y="14"/>
                        </a:cubicBezTo>
                        <a:cubicBezTo>
                          <a:pt x="35" y="14"/>
                          <a:pt x="35" y="14"/>
                          <a:pt x="35" y="14"/>
                        </a:cubicBezTo>
                        <a:cubicBezTo>
                          <a:pt x="34" y="14"/>
                          <a:pt x="34"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3"/>
                          <a:pt x="35" y="13"/>
                          <a:pt x="35" y="13"/>
                        </a:cubicBezTo>
                        <a:cubicBezTo>
                          <a:pt x="35" y="13"/>
                          <a:pt x="34" y="13"/>
                          <a:pt x="34" y="13"/>
                        </a:cubicBezTo>
                        <a:cubicBezTo>
                          <a:pt x="34" y="13"/>
                          <a:pt x="34" y="13"/>
                          <a:pt x="34" y="13"/>
                        </a:cubicBezTo>
                        <a:cubicBezTo>
                          <a:pt x="34" y="13"/>
                          <a:pt x="34" y="13"/>
                          <a:pt x="34" y="13"/>
                        </a:cubicBezTo>
                        <a:cubicBezTo>
                          <a:pt x="34" y="12"/>
                          <a:pt x="34" y="12"/>
                          <a:pt x="34" y="12"/>
                        </a:cubicBezTo>
                        <a:cubicBezTo>
                          <a:pt x="34" y="12"/>
                          <a:pt x="34" y="12"/>
                          <a:pt x="34" y="12"/>
                        </a:cubicBezTo>
                        <a:cubicBezTo>
                          <a:pt x="34"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4"/>
                          <a:pt x="36" y="14"/>
                          <a:pt x="36" y="14"/>
                        </a:cubicBezTo>
                        <a:cubicBezTo>
                          <a:pt x="37" y="14"/>
                          <a:pt x="37" y="14"/>
                          <a:pt x="37" y="14"/>
                        </a:cubicBezTo>
                        <a:cubicBezTo>
                          <a:pt x="37" y="14"/>
                          <a:pt x="37" y="14"/>
                          <a:pt x="37" y="14"/>
                        </a:cubicBezTo>
                        <a:cubicBezTo>
                          <a:pt x="37" y="14"/>
                          <a:pt x="37" y="14"/>
                          <a:pt x="37" y="14"/>
                        </a:cubicBezTo>
                        <a:cubicBezTo>
                          <a:pt x="37" y="15"/>
                          <a:pt x="37" y="15"/>
                          <a:pt x="37" y="15"/>
                        </a:cubicBezTo>
                        <a:cubicBezTo>
                          <a:pt x="36" y="15"/>
                          <a:pt x="36" y="15"/>
                          <a:pt x="36" y="15"/>
                        </a:cubicBezTo>
                        <a:cubicBezTo>
                          <a:pt x="37" y="15"/>
                          <a:pt x="37" y="15"/>
                          <a:pt x="36" y="15"/>
                        </a:cubicBezTo>
                        <a:cubicBezTo>
                          <a:pt x="36" y="15"/>
                          <a:pt x="36" y="15"/>
                          <a:pt x="36" y="15"/>
                        </a:cubicBezTo>
                        <a:cubicBezTo>
                          <a:pt x="36" y="15"/>
                          <a:pt x="36" y="15"/>
                          <a:pt x="36" y="15"/>
                        </a:cubicBezTo>
                        <a:cubicBezTo>
                          <a:pt x="36" y="15"/>
                          <a:pt x="36"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8" y="16"/>
                          <a:pt x="38" y="16"/>
                          <a:pt x="38" y="16"/>
                        </a:cubicBezTo>
                        <a:cubicBezTo>
                          <a:pt x="38" y="16"/>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8"/>
                          <a:pt x="38" y="18"/>
                        </a:cubicBezTo>
                        <a:cubicBezTo>
                          <a:pt x="38" y="18"/>
                          <a:pt x="38" y="18"/>
                          <a:pt x="38" y="18"/>
                        </a:cubicBezTo>
                        <a:cubicBezTo>
                          <a:pt x="38" y="18"/>
                          <a:pt x="38" y="18"/>
                          <a:pt x="38" y="18"/>
                        </a:cubicBezTo>
                        <a:cubicBezTo>
                          <a:pt x="38" y="18"/>
                          <a:pt x="39" y="18"/>
                          <a:pt x="38" y="18"/>
                        </a:cubicBezTo>
                        <a:cubicBezTo>
                          <a:pt x="38" y="18"/>
                          <a:pt x="39" y="18"/>
                          <a:pt x="39" y="18"/>
                        </a:cubicBezTo>
                        <a:cubicBezTo>
                          <a:pt x="39" y="18"/>
                          <a:pt x="38" y="18"/>
                          <a:pt x="38" y="18"/>
                        </a:cubicBezTo>
                        <a:cubicBezTo>
                          <a:pt x="38" y="18"/>
                          <a:pt x="38" y="18"/>
                          <a:pt x="38" y="18"/>
                        </a:cubicBezTo>
                        <a:cubicBezTo>
                          <a:pt x="39" y="18"/>
                          <a:pt x="39" y="19"/>
                          <a:pt x="39" y="19"/>
                        </a:cubicBezTo>
                        <a:cubicBezTo>
                          <a:pt x="39" y="19"/>
                          <a:pt x="39" y="19"/>
                          <a:pt x="39" y="19"/>
                        </a:cubicBezTo>
                        <a:cubicBezTo>
                          <a:pt x="38" y="19"/>
                          <a:pt x="38" y="19"/>
                          <a:pt x="38" y="19"/>
                        </a:cubicBezTo>
                        <a:cubicBezTo>
                          <a:pt x="38" y="19"/>
                          <a:pt x="38" y="19"/>
                          <a:pt x="38" y="19"/>
                        </a:cubicBezTo>
                        <a:cubicBezTo>
                          <a:pt x="38" y="19"/>
                          <a:pt x="38" y="19"/>
                          <a:pt x="38" y="19"/>
                        </a:cubicBezTo>
                        <a:cubicBezTo>
                          <a:pt x="38" y="19"/>
                          <a:pt x="38" y="19"/>
                          <a:pt x="39" y="19"/>
                        </a:cubicBezTo>
                        <a:cubicBezTo>
                          <a:pt x="39" y="19"/>
                          <a:pt x="39" y="19"/>
                          <a:pt x="39" y="19"/>
                        </a:cubicBezTo>
                        <a:cubicBezTo>
                          <a:pt x="39" y="19"/>
                          <a:pt x="39" y="19"/>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40" y="20"/>
                          <a:pt x="39" y="20"/>
                          <a:pt x="39" y="20"/>
                        </a:cubicBezTo>
                        <a:cubicBezTo>
                          <a:pt x="39" y="20"/>
                          <a:pt x="39" y="20"/>
                          <a:pt x="39" y="20"/>
                        </a:cubicBezTo>
                        <a:cubicBezTo>
                          <a:pt x="39" y="20"/>
                          <a:pt x="39" y="20"/>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40" y="19"/>
                          <a:pt x="40" y="19"/>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1" y="20"/>
                          <a:pt x="41" y="21"/>
                          <a:pt x="41" y="21"/>
                        </a:cubicBezTo>
                        <a:cubicBezTo>
                          <a:pt x="41" y="21"/>
                          <a:pt x="41" y="21"/>
                          <a:pt x="41" y="21"/>
                        </a:cubicBezTo>
                        <a:cubicBezTo>
                          <a:pt x="40" y="21"/>
                          <a:pt x="41" y="21"/>
                          <a:pt x="41" y="21"/>
                        </a:cubicBezTo>
                        <a:cubicBezTo>
                          <a:pt x="41" y="21"/>
                          <a:pt x="41" y="22"/>
                          <a:pt x="41" y="22"/>
                        </a:cubicBezTo>
                        <a:cubicBezTo>
                          <a:pt x="41" y="22"/>
                          <a:pt x="41" y="22"/>
                          <a:pt x="41" y="22"/>
                        </a:cubicBezTo>
                        <a:cubicBezTo>
                          <a:pt x="40" y="21"/>
                          <a:pt x="40" y="21"/>
                          <a:pt x="40" y="21"/>
                        </a:cubicBezTo>
                        <a:cubicBezTo>
                          <a:pt x="40" y="21"/>
                          <a:pt x="40" y="21"/>
                          <a:pt x="40" y="21"/>
                        </a:cubicBezTo>
                        <a:cubicBezTo>
                          <a:pt x="40" y="21"/>
                          <a:pt x="40" y="21"/>
                          <a:pt x="40" y="21"/>
                        </a:cubicBezTo>
                        <a:cubicBezTo>
                          <a:pt x="40" y="21"/>
                          <a:pt x="40" y="21"/>
                          <a:pt x="40" y="21"/>
                        </a:cubicBezTo>
                        <a:cubicBezTo>
                          <a:pt x="39" y="21"/>
                          <a:pt x="40" y="21"/>
                          <a:pt x="40" y="21"/>
                        </a:cubicBezTo>
                        <a:cubicBezTo>
                          <a:pt x="40" y="21"/>
                          <a:pt x="40" y="21"/>
                          <a:pt x="39" y="21"/>
                        </a:cubicBezTo>
                        <a:cubicBezTo>
                          <a:pt x="39" y="21"/>
                          <a:pt x="39" y="21"/>
                          <a:pt x="39" y="21"/>
                        </a:cubicBezTo>
                        <a:cubicBezTo>
                          <a:pt x="39" y="21"/>
                          <a:pt x="39" y="21"/>
                          <a:pt x="39" y="20"/>
                        </a:cubicBezTo>
                        <a:cubicBezTo>
                          <a:pt x="39" y="20"/>
                          <a:pt x="39" y="20"/>
                          <a:pt x="39" y="20"/>
                        </a:cubicBezTo>
                        <a:cubicBezTo>
                          <a:pt x="39" y="20"/>
                          <a:pt x="39" y="20"/>
                          <a:pt x="39" y="20"/>
                        </a:cubicBezTo>
                        <a:close/>
                        <a:moveTo>
                          <a:pt x="27" y="12"/>
                        </a:moveTo>
                        <a:cubicBezTo>
                          <a:pt x="27" y="12"/>
                          <a:pt x="27" y="12"/>
                          <a:pt x="27" y="12"/>
                        </a:cubicBezTo>
                        <a:cubicBezTo>
                          <a:pt x="27" y="12"/>
                          <a:pt x="26" y="12"/>
                          <a:pt x="26" y="12"/>
                        </a:cubicBezTo>
                        <a:cubicBezTo>
                          <a:pt x="26" y="12"/>
                          <a:pt x="26" y="12"/>
                          <a:pt x="26" y="12"/>
                        </a:cubicBezTo>
                        <a:cubicBezTo>
                          <a:pt x="26" y="12"/>
                          <a:pt x="25" y="12"/>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4" y="11"/>
                        </a:cubicBezTo>
                        <a:cubicBezTo>
                          <a:pt x="24" y="11"/>
                          <a:pt x="24" y="11"/>
                          <a:pt x="24" y="11"/>
                        </a:cubicBezTo>
                        <a:cubicBezTo>
                          <a:pt x="24" y="11"/>
                          <a:pt x="24" y="11"/>
                          <a:pt x="24" y="11"/>
                        </a:cubicBezTo>
                        <a:cubicBezTo>
                          <a:pt x="24" y="11"/>
                          <a:pt x="24" y="11"/>
                          <a:pt x="24" y="10"/>
                        </a:cubicBezTo>
                        <a:cubicBezTo>
                          <a:pt x="24" y="11"/>
                          <a:pt x="24"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2" y="10"/>
                        </a:cubicBezTo>
                        <a:cubicBezTo>
                          <a:pt x="22" y="10"/>
                          <a:pt x="22" y="10"/>
                          <a:pt x="22" y="10"/>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1" y="9"/>
                          <a:pt x="21" y="9"/>
                        </a:cubicBezTo>
                        <a:cubicBezTo>
                          <a:pt x="21" y="9"/>
                          <a:pt x="21" y="9"/>
                          <a:pt x="21" y="9"/>
                        </a:cubicBezTo>
                        <a:cubicBezTo>
                          <a:pt x="21" y="9"/>
                          <a:pt x="21" y="9"/>
                          <a:pt x="21" y="8"/>
                        </a:cubicBezTo>
                        <a:cubicBezTo>
                          <a:pt x="21" y="8"/>
                          <a:pt x="21" y="8"/>
                          <a:pt x="21" y="8"/>
                        </a:cubicBezTo>
                        <a:cubicBezTo>
                          <a:pt x="21" y="9"/>
                          <a:pt x="21" y="8"/>
                          <a:pt x="21" y="8"/>
                        </a:cubicBezTo>
                        <a:cubicBezTo>
                          <a:pt x="21" y="8"/>
                          <a:pt x="21" y="8"/>
                          <a:pt x="21" y="8"/>
                        </a:cubicBezTo>
                        <a:cubicBezTo>
                          <a:pt x="21" y="8"/>
                          <a:pt x="21" y="8"/>
                          <a:pt x="21" y="8"/>
                        </a:cubicBezTo>
                        <a:cubicBezTo>
                          <a:pt x="21" y="8"/>
                          <a:pt x="21" y="8"/>
                          <a:pt x="21" y="8"/>
                        </a:cubicBezTo>
                        <a:cubicBezTo>
                          <a:pt x="21" y="8"/>
                          <a:pt x="20" y="8"/>
                          <a:pt x="21" y="8"/>
                        </a:cubicBezTo>
                        <a:cubicBezTo>
                          <a:pt x="21" y="8"/>
                          <a:pt x="21" y="8"/>
                          <a:pt x="21" y="8"/>
                        </a:cubicBezTo>
                        <a:cubicBezTo>
                          <a:pt x="20" y="8"/>
                          <a:pt x="20" y="8"/>
                          <a:pt x="20" y="8"/>
                        </a:cubicBezTo>
                        <a:cubicBezTo>
                          <a:pt x="20" y="8"/>
                          <a:pt x="20" y="8"/>
                          <a:pt x="20" y="8"/>
                        </a:cubicBezTo>
                        <a:cubicBezTo>
                          <a:pt x="20" y="8"/>
                          <a:pt x="20" y="8"/>
                          <a:pt x="20" y="8"/>
                        </a:cubicBezTo>
                        <a:cubicBezTo>
                          <a:pt x="20" y="7"/>
                          <a:pt x="20" y="8"/>
                          <a:pt x="20" y="8"/>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8"/>
                          <a:pt x="20" y="8"/>
                          <a:pt x="20" y="7"/>
                        </a:cubicBezTo>
                        <a:cubicBezTo>
                          <a:pt x="20" y="7"/>
                          <a:pt x="20" y="7"/>
                          <a:pt x="20" y="7"/>
                        </a:cubicBezTo>
                        <a:cubicBezTo>
                          <a:pt x="20" y="7"/>
                          <a:pt x="20" y="7"/>
                          <a:pt x="20" y="7"/>
                        </a:cubicBezTo>
                        <a:cubicBezTo>
                          <a:pt x="20"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8" y="6"/>
                          <a:pt x="18" y="6"/>
                        </a:cubicBezTo>
                        <a:cubicBezTo>
                          <a:pt x="18" y="6"/>
                          <a:pt x="18" y="6"/>
                          <a:pt x="19" y="6"/>
                        </a:cubicBezTo>
                        <a:cubicBezTo>
                          <a:pt x="19" y="6"/>
                          <a:pt x="19" y="6"/>
                          <a:pt x="19" y="6"/>
                        </a:cubicBezTo>
                        <a:cubicBezTo>
                          <a:pt x="19" y="7"/>
                          <a:pt x="19" y="7"/>
                          <a:pt x="19" y="7"/>
                        </a:cubicBezTo>
                        <a:cubicBezTo>
                          <a:pt x="19" y="6"/>
                          <a:pt x="19" y="6"/>
                          <a:pt x="19" y="6"/>
                        </a:cubicBezTo>
                        <a:cubicBezTo>
                          <a:pt x="19" y="6"/>
                          <a:pt x="19" y="6"/>
                          <a:pt x="19" y="6"/>
                        </a:cubicBezTo>
                        <a:cubicBezTo>
                          <a:pt x="19" y="6"/>
                          <a:pt x="19" y="6"/>
                          <a:pt x="19" y="6"/>
                        </a:cubicBezTo>
                        <a:cubicBezTo>
                          <a:pt x="19" y="6"/>
                          <a:pt x="19" y="7"/>
                          <a:pt x="19" y="7"/>
                        </a:cubicBezTo>
                        <a:cubicBezTo>
                          <a:pt x="19" y="6"/>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1" y="7"/>
                        </a:cubicBezTo>
                        <a:cubicBezTo>
                          <a:pt x="21" y="7"/>
                          <a:pt x="21" y="7"/>
                          <a:pt x="21" y="7"/>
                        </a:cubicBezTo>
                        <a:cubicBezTo>
                          <a:pt x="21" y="7"/>
                          <a:pt x="21" y="7"/>
                          <a:pt x="21" y="7"/>
                        </a:cubicBezTo>
                        <a:cubicBezTo>
                          <a:pt x="21" y="7"/>
                          <a:pt x="21" y="7"/>
                          <a:pt x="21" y="7"/>
                        </a:cubicBezTo>
                        <a:cubicBezTo>
                          <a:pt x="21" y="7"/>
                          <a:pt x="21" y="7"/>
                          <a:pt x="21" y="7"/>
                        </a:cubicBezTo>
                        <a:cubicBezTo>
                          <a:pt x="22" y="7"/>
                          <a:pt x="22" y="7"/>
                          <a:pt x="22" y="7"/>
                        </a:cubicBezTo>
                        <a:cubicBezTo>
                          <a:pt x="22" y="7"/>
                          <a:pt x="22" y="7"/>
                          <a:pt x="22" y="7"/>
                        </a:cubicBezTo>
                        <a:cubicBezTo>
                          <a:pt x="22" y="7"/>
                          <a:pt x="22" y="7"/>
                          <a:pt x="22" y="7"/>
                        </a:cubicBezTo>
                        <a:cubicBezTo>
                          <a:pt x="22" y="8"/>
                          <a:pt x="22" y="8"/>
                          <a:pt x="22" y="8"/>
                        </a:cubicBezTo>
                        <a:cubicBezTo>
                          <a:pt x="22" y="8"/>
                          <a:pt x="22" y="8"/>
                          <a:pt x="23" y="8"/>
                        </a:cubicBezTo>
                        <a:cubicBezTo>
                          <a:pt x="23" y="8"/>
                          <a:pt x="23" y="8"/>
                          <a:pt x="23" y="8"/>
                        </a:cubicBezTo>
                        <a:cubicBezTo>
                          <a:pt x="23" y="8"/>
                          <a:pt x="23" y="8"/>
                          <a:pt x="23" y="8"/>
                        </a:cubicBezTo>
                        <a:cubicBezTo>
                          <a:pt x="23" y="8"/>
                          <a:pt x="23" y="8"/>
                          <a:pt x="23" y="8"/>
                        </a:cubicBezTo>
                        <a:cubicBezTo>
                          <a:pt x="23" y="8"/>
                          <a:pt x="23" y="8"/>
                          <a:pt x="23" y="9"/>
                        </a:cubicBezTo>
                        <a:cubicBezTo>
                          <a:pt x="23" y="9"/>
                          <a:pt x="23" y="9"/>
                          <a:pt x="23" y="9"/>
                        </a:cubicBezTo>
                        <a:cubicBezTo>
                          <a:pt x="23" y="9"/>
                          <a:pt x="23" y="9"/>
                          <a:pt x="23" y="9"/>
                        </a:cubicBezTo>
                        <a:cubicBezTo>
                          <a:pt x="23" y="9"/>
                          <a:pt x="23" y="9"/>
                          <a:pt x="23"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5" y="9"/>
                        </a:cubicBezTo>
                        <a:cubicBezTo>
                          <a:pt x="25" y="9"/>
                          <a:pt x="25" y="9"/>
                          <a:pt x="25" y="9"/>
                        </a:cubicBezTo>
                        <a:cubicBezTo>
                          <a:pt x="25" y="9"/>
                          <a:pt x="25" y="9"/>
                          <a:pt x="25" y="9"/>
                        </a:cubicBezTo>
                        <a:cubicBezTo>
                          <a:pt x="25" y="9"/>
                          <a:pt x="24" y="9"/>
                          <a:pt x="24" y="9"/>
                        </a:cubicBezTo>
                        <a:cubicBezTo>
                          <a:pt x="25" y="9"/>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7" y="10"/>
                          <a:pt x="27" y="10"/>
                          <a:pt x="27" y="10"/>
                        </a:cubicBezTo>
                        <a:cubicBezTo>
                          <a:pt x="27" y="10"/>
                          <a:pt x="27" y="11"/>
                          <a:pt x="27" y="11"/>
                        </a:cubicBezTo>
                        <a:cubicBezTo>
                          <a:pt x="27" y="11"/>
                          <a:pt x="27" y="11"/>
                          <a:pt x="27" y="11"/>
                        </a:cubicBezTo>
                        <a:cubicBezTo>
                          <a:pt x="27" y="11"/>
                          <a:pt x="28" y="11"/>
                          <a:pt x="28" y="11"/>
                        </a:cubicBezTo>
                        <a:cubicBezTo>
                          <a:pt x="28" y="11"/>
                          <a:pt x="28" y="11"/>
                          <a:pt x="28" y="11"/>
                        </a:cubicBezTo>
                        <a:cubicBezTo>
                          <a:pt x="28" y="11"/>
                          <a:pt x="28" y="12"/>
                          <a:pt x="28" y="12"/>
                        </a:cubicBezTo>
                        <a:cubicBezTo>
                          <a:pt x="28" y="12"/>
                          <a:pt x="29" y="12"/>
                          <a:pt x="29" y="12"/>
                        </a:cubicBezTo>
                        <a:cubicBezTo>
                          <a:pt x="29" y="12"/>
                          <a:pt x="29" y="12"/>
                          <a:pt x="29" y="12"/>
                        </a:cubicBezTo>
                        <a:cubicBezTo>
                          <a:pt x="29" y="12"/>
                          <a:pt x="29" y="12"/>
                          <a:pt x="29" y="12"/>
                        </a:cubicBezTo>
                        <a:cubicBezTo>
                          <a:pt x="29" y="12"/>
                          <a:pt x="29" y="12"/>
                          <a:pt x="29" y="13"/>
                        </a:cubicBezTo>
                        <a:cubicBezTo>
                          <a:pt x="29" y="13"/>
                          <a:pt x="29" y="13"/>
                          <a:pt x="29" y="13"/>
                        </a:cubicBezTo>
                        <a:cubicBezTo>
                          <a:pt x="28" y="12"/>
                          <a:pt x="28" y="13"/>
                          <a:pt x="28" y="13"/>
                        </a:cubicBezTo>
                        <a:cubicBezTo>
                          <a:pt x="28"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4"/>
                          <a:pt x="29" y="14"/>
                        </a:cubicBezTo>
                        <a:cubicBezTo>
                          <a:pt x="29" y="14"/>
                          <a:pt x="29" y="14"/>
                          <a:pt x="29" y="14"/>
                        </a:cubicBezTo>
                        <a:cubicBezTo>
                          <a:pt x="29" y="14"/>
                          <a:pt x="29" y="14"/>
                          <a:pt x="29" y="14"/>
                        </a:cubicBezTo>
                        <a:cubicBezTo>
                          <a:pt x="29" y="14"/>
                          <a:pt x="29" y="14"/>
                          <a:pt x="29" y="13"/>
                        </a:cubicBezTo>
                        <a:cubicBezTo>
                          <a:pt x="29" y="13"/>
                          <a:pt x="29" y="13"/>
                          <a:pt x="29" y="13"/>
                        </a:cubicBezTo>
                        <a:cubicBezTo>
                          <a:pt x="29" y="13"/>
                          <a:pt x="29"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2"/>
                          <a:pt x="28" y="12"/>
                        </a:cubicBezTo>
                        <a:cubicBezTo>
                          <a:pt x="27" y="12"/>
                          <a:pt x="27" y="12"/>
                          <a:pt x="27" y="12"/>
                        </a:cubicBezTo>
                        <a:cubicBezTo>
                          <a:pt x="27" y="12"/>
                          <a:pt x="27" y="12"/>
                          <a:pt x="27" y="12"/>
                        </a:cubicBezTo>
                        <a:cubicBezTo>
                          <a:pt x="27" y="12"/>
                          <a:pt x="27" y="12"/>
                          <a:pt x="27" y="12"/>
                        </a:cubicBezTo>
                        <a:cubicBezTo>
                          <a:pt x="27" y="12"/>
                          <a:pt x="27" y="12"/>
                          <a:pt x="27" y="12"/>
                        </a:cubicBezTo>
                        <a:close/>
                        <a:moveTo>
                          <a:pt x="9" y="5"/>
                        </a:moveTo>
                        <a:cubicBezTo>
                          <a:pt x="9" y="5"/>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8" y="4"/>
                        </a:cubicBezTo>
                        <a:cubicBezTo>
                          <a:pt x="8" y="4"/>
                          <a:pt x="8" y="3"/>
                          <a:pt x="8" y="3"/>
                        </a:cubicBezTo>
                        <a:cubicBezTo>
                          <a:pt x="8" y="3"/>
                          <a:pt x="8" y="3"/>
                          <a:pt x="8" y="3"/>
                        </a:cubicBezTo>
                        <a:cubicBezTo>
                          <a:pt x="8" y="3"/>
                          <a:pt x="8" y="3"/>
                          <a:pt x="8" y="3"/>
                        </a:cubicBezTo>
                        <a:cubicBezTo>
                          <a:pt x="8" y="2"/>
                          <a:pt x="7" y="2"/>
                          <a:pt x="7" y="2"/>
                        </a:cubicBezTo>
                        <a:cubicBezTo>
                          <a:pt x="7" y="2"/>
                          <a:pt x="7" y="2"/>
                          <a:pt x="7" y="2"/>
                        </a:cubicBezTo>
                        <a:cubicBezTo>
                          <a:pt x="7" y="2"/>
                          <a:pt x="7" y="2"/>
                          <a:pt x="7" y="2"/>
                        </a:cubicBezTo>
                        <a:cubicBezTo>
                          <a:pt x="7" y="2"/>
                          <a:pt x="7" y="2"/>
                          <a:pt x="7" y="2"/>
                        </a:cubicBezTo>
                        <a:cubicBezTo>
                          <a:pt x="7" y="2"/>
                          <a:pt x="6" y="2"/>
                          <a:pt x="6" y="2"/>
                        </a:cubicBezTo>
                        <a:cubicBezTo>
                          <a:pt x="6" y="2"/>
                          <a:pt x="6"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0"/>
                        </a:cubicBezTo>
                        <a:cubicBezTo>
                          <a:pt x="6" y="0"/>
                          <a:pt x="6" y="0"/>
                          <a:pt x="6" y="0"/>
                        </a:cubicBezTo>
                        <a:cubicBezTo>
                          <a:pt x="6" y="0"/>
                          <a:pt x="6" y="0"/>
                          <a:pt x="6" y="0"/>
                        </a:cubicBezTo>
                        <a:cubicBezTo>
                          <a:pt x="6" y="0"/>
                          <a:pt x="6" y="0"/>
                          <a:pt x="6" y="0"/>
                        </a:cubicBezTo>
                        <a:cubicBezTo>
                          <a:pt x="7" y="0"/>
                          <a:pt x="7" y="0"/>
                          <a:pt x="7" y="0"/>
                        </a:cubicBezTo>
                        <a:cubicBezTo>
                          <a:pt x="7" y="1"/>
                          <a:pt x="7" y="1"/>
                          <a:pt x="7" y="1"/>
                        </a:cubicBezTo>
                        <a:cubicBezTo>
                          <a:pt x="7" y="1"/>
                          <a:pt x="7" y="1"/>
                          <a:pt x="7" y="1"/>
                        </a:cubicBezTo>
                        <a:cubicBezTo>
                          <a:pt x="7" y="1"/>
                          <a:pt x="7" y="1"/>
                          <a:pt x="8" y="1"/>
                        </a:cubicBezTo>
                        <a:cubicBezTo>
                          <a:pt x="8" y="1"/>
                          <a:pt x="8" y="1"/>
                          <a:pt x="8" y="1"/>
                        </a:cubicBezTo>
                        <a:cubicBezTo>
                          <a:pt x="8" y="1"/>
                          <a:pt x="8" y="1"/>
                          <a:pt x="8" y="1"/>
                        </a:cubicBezTo>
                        <a:cubicBezTo>
                          <a:pt x="8" y="1"/>
                          <a:pt x="8" y="1"/>
                          <a:pt x="8" y="1"/>
                        </a:cubicBezTo>
                        <a:cubicBezTo>
                          <a:pt x="8" y="1"/>
                          <a:pt x="8" y="2"/>
                          <a:pt x="8" y="2"/>
                        </a:cubicBezTo>
                        <a:cubicBezTo>
                          <a:pt x="8" y="2"/>
                          <a:pt x="9" y="2"/>
                          <a:pt x="9" y="2"/>
                        </a:cubicBezTo>
                        <a:cubicBezTo>
                          <a:pt x="9" y="2"/>
                          <a:pt x="9" y="2"/>
                          <a:pt x="9" y="2"/>
                        </a:cubicBezTo>
                        <a:cubicBezTo>
                          <a:pt x="9" y="2"/>
                          <a:pt x="9" y="2"/>
                          <a:pt x="9"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1" y="3"/>
                          <a:pt x="11" y="3"/>
                          <a:pt x="11" y="3"/>
                        </a:cubicBezTo>
                        <a:cubicBezTo>
                          <a:pt x="11" y="3"/>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2" y="4"/>
                        </a:cubicBezTo>
                        <a:cubicBezTo>
                          <a:pt x="12" y="4"/>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4" y="5"/>
                        </a:cubicBezTo>
                        <a:cubicBezTo>
                          <a:pt x="14" y="5"/>
                          <a:pt x="14" y="5"/>
                          <a:pt x="14" y="5"/>
                        </a:cubicBezTo>
                        <a:cubicBezTo>
                          <a:pt x="14" y="5"/>
                          <a:pt x="14" y="5"/>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2" y="6"/>
                        </a:cubicBezTo>
                        <a:cubicBezTo>
                          <a:pt x="12" y="6"/>
                          <a:pt x="12" y="6"/>
                          <a:pt x="12" y="6"/>
                        </a:cubicBezTo>
                        <a:cubicBezTo>
                          <a:pt x="12" y="6"/>
                          <a:pt x="12" y="6"/>
                          <a:pt x="12" y="5"/>
                        </a:cubicBezTo>
                        <a:cubicBezTo>
                          <a:pt x="12" y="5"/>
                          <a:pt x="12" y="5"/>
                          <a:pt x="12" y="5"/>
                        </a:cubicBezTo>
                        <a:cubicBezTo>
                          <a:pt x="12" y="5"/>
                          <a:pt x="12" y="5"/>
                          <a:pt x="12" y="5"/>
                        </a:cubicBezTo>
                        <a:cubicBezTo>
                          <a:pt x="12" y="5"/>
                          <a:pt x="12" y="6"/>
                          <a:pt x="12" y="5"/>
                        </a:cubicBezTo>
                        <a:cubicBezTo>
                          <a:pt x="12" y="5"/>
                          <a:pt x="12" y="5"/>
                          <a:pt x="11" y="5"/>
                        </a:cubicBezTo>
                        <a:cubicBezTo>
                          <a:pt x="11" y="6"/>
                          <a:pt x="11" y="6"/>
                          <a:pt x="11" y="5"/>
                        </a:cubicBezTo>
                        <a:cubicBezTo>
                          <a:pt x="11" y="5"/>
                          <a:pt x="11" y="5"/>
                          <a:pt x="11" y="5"/>
                        </a:cubicBezTo>
                        <a:cubicBezTo>
                          <a:pt x="11" y="5"/>
                          <a:pt x="11" y="5"/>
                          <a:pt x="11" y="5"/>
                        </a:cubicBezTo>
                        <a:cubicBezTo>
                          <a:pt x="11" y="5"/>
                          <a:pt x="11" y="5"/>
                          <a:pt x="11" y="5"/>
                        </a:cubicBezTo>
                        <a:cubicBezTo>
                          <a:pt x="11" y="5"/>
                          <a:pt x="11" y="6"/>
                          <a:pt x="11"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9" y="5"/>
                        </a:cubicBezTo>
                        <a:close/>
                        <a:moveTo>
                          <a:pt x="46" y="29"/>
                        </a:moveTo>
                        <a:cubicBezTo>
                          <a:pt x="46" y="29"/>
                          <a:pt x="46" y="29"/>
                          <a:pt x="46" y="29"/>
                        </a:cubicBezTo>
                        <a:cubicBezTo>
                          <a:pt x="46" y="29"/>
                          <a:pt x="46" y="29"/>
                          <a:pt x="45" y="29"/>
                        </a:cubicBezTo>
                        <a:cubicBezTo>
                          <a:pt x="45" y="29"/>
                          <a:pt x="45" y="29"/>
                          <a:pt x="45" y="29"/>
                        </a:cubicBezTo>
                        <a:cubicBezTo>
                          <a:pt x="45" y="29"/>
                          <a:pt x="45" y="29"/>
                          <a:pt x="45" y="29"/>
                        </a:cubicBezTo>
                        <a:cubicBezTo>
                          <a:pt x="45" y="29"/>
                          <a:pt x="45" y="29"/>
                          <a:pt x="45" y="29"/>
                        </a:cubicBezTo>
                        <a:cubicBezTo>
                          <a:pt x="45" y="29"/>
                          <a:pt x="45" y="29"/>
                          <a:pt x="45" y="29"/>
                        </a:cubicBezTo>
                        <a:cubicBezTo>
                          <a:pt x="46" y="29"/>
                          <a:pt x="46" y="29"/>
                          <a:pt x="45" y="29"/>
                        </a:cubicBezTo>
                        <a:cubicBezTo>
                          <a:pt x="45" y="29"/>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7"/>
                          <a:pt x="45"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2" y="27"/>
                          <a:pt x="42" y="26"/>
                        </a:cubicBezTo>
                        <a:cubicBezTo>
                          <a:pt x="42" y="26"/>
                          <a:pt x="42" y="26"/>
                          <a:pt x="42" y="26"/>
                        </a:cubicBezTo>
                        <a:cubicBezTo>
                          <a:pt x="42" y="26"/>
                          <a:pt x="42" y="26"/>
                          <a:pt x="42" y="26"/>
                        </a:cubicBezTo>
                        <a:cubicBezTo>
                          <a:pt x="42" y="26"/>
                          <a:pt x="41" y="26"/>
                          <a:pt x="41" y="26"/>
                        </a:cubicBezTo>
                        <a:cubicBezTo>
                          <a:pt x="41" y="26"/>
                          <a:pt x="41" y="26"/>
                          <a:pt x="41" y="26"/>
                        </a:cubicBezTo>
                        <a:cubicBezTo>
                          <a:pt x="41" y="26"/>
                          <a:pt x="41" y="26"/>
                          <a:pt x="41" y="26"/>
                        </a:cubicBezTo>
                        <a:cubicBezTo>
                          <a:pt x="41" y="26"/>
                          <a:pt x="41" y="26"/>
                          <a:pt x="41" y="26"/>
                        </a:cubicBezTo>
                        <a:cubicBezTo>
                          <a:pt x="41" y="26"/>
                          <a:pt x="41" y="26"/>
                          <a:pt x="41" y="26"/>
                        </a:cubicBezTo>
                        <a:cubicBezTo>
                          <a:pt x="41" y="26"/>
                          <a:pt x="41" y="26"/>
                          <a:pt x="41" y="26"/>
                        </a:cubicBezTo>
                        <a:cubicBezTo>
                          <a:pt x="41" y="25"/>
                          <a:pt x="41" y="25"/>
                          <a:pt x="40" y="25"/>
                        </a:cubicBezTo>
                        <a:cubicBezTo>
                          <a:pt x="40" y="25"/>
                          <a:pt x="40" y="25"/>
                          <a:pt x="40" y="25"/>
                        </a:cubicBezTo>
                        <a:cubicBezTo>
                          <a:pt x="40" y="25"/>
                          <a:pt x="40" y="25"/>
                          <a:pt x="40" y="25"/>
                        </a:cubicBezTo>
                        <a:cubicBezTo>
                          <a:pt x="39" y="25"/>
                          <a:pt x="39" y="25"/>
                          <a:pt x="39" y="25"/>
                        </a:cubicBezTo>
                        <a:cubicBezTo>
                          <a:pt x="39" y="25"/>
                          <a:pt x="39" y="25"/>
                          <a:pt x="39" y="25"/>
                        </a:cubicBezTo>
                        <a:cubicBezTo>
                          <a:pt x="39" y="25"/>
                          <a:pt x="39" y="25"/>
                          <a:pt x="39" y="25"/>
                        </a:cubicBezTo>
                        <a:cubicBezTo>
                          <a:pt x="39" y="25"/>
                          <a:pt x="39" y="25"/>
                          <a:pt x="39" y="26"/>
                        </a:cubicBezTo>
                        <a:cubicBezTo>
                          <a:pt x="39" y="26"/>
                          <a:pt x="39" y="26"/>
                          <a:pt x="39" y="26"/>
                        </a:cubicBezTo>
                        <a:cubicBezTo>
                          <a:pt x="39" y="26"/>
                          <a:pt x="39" y="26"/>
                          <a:pt x="39" y="26"/>
                        </a:cubicBezTo>
                        <a:cubicBezTo>
                          <a:pt x="39" y="26"/>
                          <a:pt x="39" y="26"/>
                          <a:pt x="39" y="26"/>
                        </a:cubicBezTo>
                        <a:cubicBezTo>
                          <a:pt x="39" y="26"/>
                          <a:pt x="39" y="26"/>
                          <a:pt x="39" y="26"/>
                        </a:cubicBezTo>
                        <a:cubicBezTo>
                          <a:pt x="39" y="26"/>
                          <a:pt x="39" y="26"/>
                          <a:pt x="39" y="26"/>
                        </a:cubicBezTo>
                        <a:cubicBezTo>
                          <a:pt x="39" y="26"/>
                          <a:pt x="39"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8"/>
                          <a:pt x="41" y="27"/>
                        </a:cubicBezTo>
                        <a:cubicBezTo>
                          <a:pt x="41" y="27"/>
                          <a:pt x="41" y="27"/>
                          <a:pt x="41" y="27"/>
                        </a:cubicBezTo>
                        <a:cubicBezTo>
                          <a:pt x="41" y="27"/>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2" y="28"/>
                        </a:cubicBezTo>
                        <a:cubicBezTo>
                          <a:pt x="42" y="28"/>
                          <a:pt x="42" y="28"/>
                          <a:pt x="41" y="28"/>
                        </a:cubicBezTo>
                        <a:cubicBezTo>
                          <a:pt x="42" y="28"/>
                          <a:pt x="42" y="28"/>
                          <a:pt x="42" y="28"/>
                        </a:cubicBezTo>
                        <a:cubicBezTo>
                          <a:pt x="42" y="28"/>
                          <a:pt x="42" y="28"/>
                          <a:pt x="42" y="28"/>
                        </a:cubicBezTo>
                        <a:cubicBezTo>
                          <a:pt x="42" y="28"/>
                          <a:pt x="42" y="28"/>
                          <a:pt x="42" y="28"/>
                        </a:cubicBezTo>
                        <a:cubicBezTo>
                          <a:pt x="42" y="28"/>
                          <a:pt x="42" y="28"/>
                          <a:pt x="42" y="28"/>
                        </a:cubicBezTo>
                        <a:cubicBezTo>
                          <a:pt x="42" y="29"/>
                          <a:pt x="42" y="28"/>
                          <a:pt x="42" y="28"/>
                        </a:cubicBezTo>
                        <a:cubicBezTo>
                          <a:pt x="42" y="29"/>
                          <a:pt x="42" y="29"/>
                          <a:pt x="42" y="29"/>
                        </a:cubicBezTo>
                        <a:cubicBezTo>
                          <a:pt x="42" y="29"/>
                          <a:pt x="42" y="29"/>
                          <a:pt x="42" y="29"/>
                        </a:cubicBezTo>
                        <a:cubicBezTo>
                          <a:pt x="42" y="29"/>
                          <a:pt x="42" y="29"/>
                          <a:pt x="42"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4" y="29"/>
                          <a:pt x="44" y="29"/>
                          <a:pt x="44" y="29"/>
                        </a:cubicBezTo>
                        <a:cubicBezTo>
                          <a:pt x="44" y="29"/>
                          <a:pt x="44" y="29"/>
                          <a:pt x="44" y="29"/>
                        </a:cubicBezTo>
                        <a:cubicBezTo>
                          <a:pt x="44" y="29"/>
                          <a:pt x="44" y="29"/>
                          <a:pt x="44" y="29"/>
                        </a:cubicBezTo>
                        <a:cubicBezTo>
                          <a:pt x="44" y="29"/>
                          <a:pt x="44" y="29"/>
                          <a:pt x="45" y="29"/>
                        </a:cubicBezTo>
                        <a:cubicBezTo>
                          <a:pt x="45" y="29"/>
                          <a:pt x="45" y="29"/>
                          <a:pt x="45" y="29"/>
                        </a:cubicBezTo>
                        <a:cubicBezTo>
                          <a:pt x="45" y="29"/>
                          <a:pt x="45" y="29"/>
                          <a:pt x="45" y="29"/>
                        </a:cubicBezTo>
                        <a:cubicBezTo>
                          <a:pt x="45" y="29"/>
                          <a:pt x="46" y="29"/>
                          <a:pt x="46" y="29"/>
                        </a:cubicBezTo>
                        <a:cubicBezTo>
                          <a:pt x="46" y="29"/>
                          <a:pt x="46" y="29"/>
                          <a:pt x="46" y="29"/>
                        </a:cubicBezTo>
                        <a:cubicBezTo>
                          <a:pt x="46" y="29"/>
                          <a:pt x="46" y="29"/>
                          <a:pt x="46" y="29"/>
                        </a:cubicBezTo>
                        <a:cubicBezTo>
                          <a:pt x="46" y="29"/>
                          <a:pt x="46" y="29"/>
                          <a:pt x="46" y="29"/>
                        </a:cubicBezTo>
                        <a:close/>
                        <a:moveTo>
                          <a:pt x="43" y="27"/>
                        </a:moveTo>
                        <a:cubicBezTo>
                          <a:pt x="43" y="27"/>
                          <a:pt x="43" y="27"/>
                          <a:pt x="43" y="27"/>
                        </a:cubicBezTo>
                        <a:cubicBezTo>
                          <a:pt x="43" y="27"/>
                          <a:pt x="43" y="27"/>
                          <a:pt x="43" y="27"/>
                        </a:cubicBezTo>
                        <a:cubicBezTo>
                          <a:pt x="43" y="27"/>
                          <a:pt x="43" y="27"/>
                          <a:pt x="43" y="27"/>
                        </a:cubicBezTo>
                        <a:close/>
                        <a:moveTo>
                          <a:pt x="43" y="27"/>
                        </a:moveTo>
                        <a:cubicBezTo>
                          <a:pt x="43" y="27"/>
                          <a:pt x="43" y="27"/>
                          <a:pt x="43" y="27"/>
                        </a:cubicBezTo>
                        <a:cubicBezTo>
                          <a:pt x="43" y="27"/>
                          <a:pt x="43" y="27"/>
                          <a:pt x="43" y="27"/>
                        </a:cubicBezTo>
                        <a:close/>
                        <a:moveTo>
                          <a:pt x="16" y="14"/>
                        </a:moveTo>
                        <a:cubicBezTo>
                          <a:pt x="16"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3"/>
                          <a:pt x="15" y="13"/>
                        </a:cubicBezTo>
                        <a:cubicBezTo>
                          <a:pt x="15" y="13"/>
                          <a:pt x="15" y="13"/>
                          <a:pt x="15" y="13"/>
                        </a:cubicBezTo>
                        <a:cubicBezTo>
                          <a:pt x="15" y="13"/>
                          <a:pt x="15" y="13"/>
                          <a:pt x="15"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2"/>
                        </a:cubicBezTo>
                        <a:cubicBezTo>
                          <a:pt x="14" y="13"/>
                          <a:pt x="14" y="12"/>
                          <a:pt x="14" y="13"/>
                        </a:cubicBezTo>
                        <a:cubicBezTo>
                          <a:pt x="14" y="13"/>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1"/>
                          <a:pt x="11" y="11"/>
                          <a:pt x="11" y="11"/>
                        </a:cubicBezTo>
                        <a:cubicBezTo>
                          <a:pt x="11" y="11"/>
                          <a:pt x="11" y="11"/>
                          <a:pt x="11" y="11"/>
                        </a:cubicBezTo>
                        <a:cubicBezTo>
                          <a:pt x="10" y="11"/>
                          <a:pt x="10" y="11"/>
                          <a:pt x="10" y="11"/>
                        </a:cubicBezTo>
                        <a:cubicBezTo>
                          <a:pt x="10"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2"/>
                          <a:pt x="11" y="12"/>
                        </a:cubicBezTo>
                        <a:cubicBezTo>
                          <a:pt x="11" y="12"/>
                          <a:pt x="11" y="12"/>
                          <a:pt x="11" y="11"/>
                        </a:cubicBezTo>
                        <a:cubicBezTo>
                          <a:pt x="11" y="11"/>
                          <a:pt x="11" y="11"/>
                          <a:pt x="11" y="11"/>
                        </a:cubicBezTo>
                        <a:cubicBezTo>
                          <a:pt x="11" y="11"/>
                          <a:pt x="11" y="11"/>
                          <a:pt x="11" y="11"/>
                        </a:cubicBezTo>
                        <a:cubicBezTo>
                          <a:pt x="11"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0"/>
                          <a:pt x="12" y="10"/>
                          <a:pt x="12" y="10"/>
                        </a:cubicBezTo>
                        <a:cubicBezTo>
                          <a:pt x="12" y="10"/>
                          <a:pt x="12"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10"/>
                          <a:pt x="14" y="10"/>
                          <a:pt x="14" y="10"/>
                        </a:cubicBezTo>
                        <a:cubicBezTo>
                          <a:pt x="14" y="10"/>
                          <a:pt x="14" y="10"/>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5" y="11"/>
                          <a:pt x="15" y="11"/>
                          <a:pt x="15" y="11"/>
                        </a:cubicBezTo>
                        <a:cubicBezTo>
                          <a:pt x="15" y="11"/>
                          <a:pt x="15" y="11"/>
                          <a:pt x="15" y="11"/>
                        </a:cubicBezTo>
                        <a:cubicBezTo>
                          <a:pt x="15" y="11"/>
                          <a:pt x="15" y="12"/>
                          <a:pt x="15" y="12"/>
                        </a:cubicBezTo>
                        <a:cubicBezTo>
                          <a:pt x="15" y="12"/>
                          <a:pt x="15" y="12"/>
                          <a:pt x="15" y="12"/>
                        </a:cubicBezTo>
                        <a:cubicBezTo>
                          <a:pt x="15" y="12"/>
                          <a:pt x="15" y="12"/>
                          <a:pt x="15" y="12"/>
                        </a:cubicBezTo>
                        <a:cubicBezTo>
                          <a:pt x="15" y="12"/>
                          <a:pt x="15" y="12"/>
                          <a:pt x="15" y="12"/>
                        </a:cubicBezTo>
                        <a:cubicBezTo>
                          <a:pt x="15" y="12"/>
                          <a:pt x="15" y="12"/>
                          <a:pt x="16" y="12"/>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4"/>
                          <a:pt x="16" y="14"/>
                        </a:cubicBezTo>
                        <a:cubicBezTo>
                          <a:pt x="16" y="14"/>
                          <a:pt x="16" y="14"/>
                          <a:pt x="16" y="14"/>
                        </a:cubicBezTo>
                        <a:close/>
                        <a:moveTo>
                          <a:pt x="8" y="9"/>
                        </a:moveTo>
                        <a:cubicBezTo>
                          <a:pt x="8" y="9"/>
                          <a:pt x="8" y="9"/>
                          <a:pt x="8" y="9"/>
                        </a:cubicBezTo>
                        <a:cubicBezTo>
                          <a:pt x="8" y="9"/>
                          <a:pt x="8" y="9"/>
                          <a:pt x="8" y="9"/>
                        </a:cubicBezTo>
                        <a:cubicBezTo>
                          <a:pt x="8" y="10"/>
                          <a:pt x="8" y="10"/>
                          <a:pt x="8" y="10"/>
                        </a:cubicBezTo>
                        <a:cubicBezTo>
                          <a:pt x="8" y="10"/>
                          <a:pt x="8" y="10"/>
                          <a:pt x="8" y="10"/>
                        </a:cubicBezTo>
                        <a:cubicBezTo>
                          <a:pt x="8" y="9"/>
                          <a:pt x="8" y="9"/>
                          <a:pt x="8"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7" y="8"/>
                          <a:pt x="7" y="8"/>
                        </a:cubicBezTo>
                        <a:cubicBezTo>
                          <a:pt x="6" y="7"/>
                          <a:pt x="7" y="7"/>
                          <a:pt x="7" y="7"/>
                        </a:cubicBezTo>
                        <a:cubicBezTo>
                          <a:pt x="7" y="7"/>
                          <a:pt x="7" y="7"/>
                          <a:pt x="7" y="7"/>
                        </a:cubicBezTo>
                        <a:cubicBezTo>
                          <a:pt x="7" y="7"/>
                          <a:pt x="7" y="7"/>
                          <a:pt x="7" y="7"/>
                        </a:cubicBezTo>
                        <a:cubicBezTo>
                          <a:pt x="7" y="7"/>
                          <a:pt x="7" y="7"/>
                          <a:pt x="8" y="7"/>
                        </a:cubicBezTo>
                        <a:cubicBezTo>
                          <a:pt x="8" y="7"/>
                          <a:pt x="8" y="7"/>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9"/>
                          <a:pt x="8" y="9"/>
                        </a:cubicBezTo>
                        <a:close/>
                        <a:moveTo>
                          <a:pt x="10" y="11"/>
                        </a:moveTo>
                        <a:cubicBezTo>
                          <a:pt x="10" y="11"/>
                          <a:pt x="10" y="10"/>
                          <a:pt x="10" y="10"/>
                        </a:cubicBezTo>
                        <a:cubicBezTo>
                          <a:pt x="9" y="10"/>
                          <a:pt x="9" y="10"/>
                          <a:pt x="9" y="9"/>
                        </a:cubicBezTo>
                        <a:cubicBezTo>
                          <a:pt x="10" y="9"/>
                          <a:pt x="10" y="9"/>
                          <a:pt x="10" y="9"/>
                        </a:cubicBezTo>
                        <a:cubicBezTo>
                          <a:pt x="10" y="9"/>
                          <a:pt x="10" y="9"/>
                          <a:pt x="10" y="9"/>
                        </a:cubicBezTo>
                        <a:cubicBezTo>
                          <a:pt x="11" y="9"/>
                          <a:pt x="11" y="9"/>
                          <a:pt x="11" y="9"/>
                        </a:cubicBezTo>
                        <a:cubicBezTo>
                          <a:pt x="11" y="9"/>
                          <a:pt x="11" y="10"/>
                          <a:pt x="11" y="10"/>
                        </a:cubicBezTo>
                        <a:cubicBezTo>
                          <a:pt x="11" y="10"/>
                          <a:pt x="11" y="10"/>
                          <a:pt x="11" y="10"/>
                        </a:cubicBezTo>
                        <a:cubicBezTo>
                          <a:pt x="11" y="10"/>
                          <a:pt x="11" y="11"/>
                          <a:pt x="11" y="11"/>
                        </a:cubicBezTo>
                        <a:cubicBezTo>
                          <a:pt x="11" y="11"/>
                          <a:pt x="11" y="11"/>
                          <a:pt x="11" y="11"/>
                        </a:cubicBezTo>
                        <a:cubicBezTo>
                          <a:pt x="11" y="11"/>
                          <a:pt x="11" y="11"/>
                          <a:pt x="11" y="11"/>
                        </a:cubicBezTo>
                        <a:cubicBezTo>
                          <a:pt x="11" y="11"/>
                          <a:pt x="11" y="11"/>
                          <a:pt x="11" y="11"/>
                        </a:cubicBezTo>
                        <a:cubicBezTo>
                          <a:pt x="10" y="11"/>
                          <a:pt x="10" y="11"/>
                          <a:pt x="10" y="11"/>
                        </a:cubicBezTo>
                        <a:close/>
                        <a:moveTo>
                          <a:pt x="17" y="14"/>
                        </a:move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3"/>
                        </a:cubicBezTo>
                        <a:cubicBezTo>
                          <a:pt x="16" y="14"/>
                          <a:pt x="16" y="13"/>
                          <a:pt x="17" y="13"/>
                        </a:cubicBezTo>
                        <a:cubicBezTo>
                          <a:pt x="17" y="13"/>
                          <a:pt x="17" y="13"/>
                          <a:pt x="17" y="13"/>
                        </a:cubicBezTo>
                        <a:cubicBezTo>
                          <a:pt x="17" y="13"/>
                          <a:pt x="17" y="13"/>
                          <a:pt x="17" y="13"/>
                        </a:cubicBezTo>
                        <a:cubicBezTo>
                          <a:pt x="17" y="14"/>
                          <a:pt x="17" y="14"/>
                          <a:pt x="17" y="14"/>
                        </a:cubicBezTo>
                        <a:cubicBezTo>
                          <a:pt x="17" y="14"/>
                          <a:pt x="17" y="14"/>
                          <a:pt x="17" y="14"/>
                        </a:cubicBezTo>
                        <a:cubicBezTo>
                          <a:pt x="17" y="14"/>
                          <a:pt x="17" y="13"/>
                          <a:pt x="17" y="13"/>
                        </a:cubicBezTo>
                        <a:cubicBezTo>
                          <a:pt x="17" y="13"/>
                          <a:pt x="17" y="13"/>
                          <a:pt x="17" y="13"/>
                        </a:cubicBezTo>
                        <a:cubicBezTo>
                          <a:pt x="17" y="14"/>
                          <a:pt x="17" y="14"/>
                          <a:pt x="17" y="14"/>
                        </a:cubicBezTo>
                        <a:cubicBezTo>
                          <a:pt x="17" y="14"/>
                          <a:pt x="17" y="14"/>
                          <a:pt x="17" y="14"/>
                        </a:cubicBezTo>
                        <a:close/>
                        <a:moveTo>
                          <a:pt x="12" y="14"/>
                        </a:move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5"/>
                        </a:cubicBezTo>
                        <a:cubicBezTo>
                          <a:pt x="12" y="15"/>
                          <a:pt x="12" y="15"/>
                          <a:pt x="12" y="15"/>
                        </a:cubicBezTo>
                        <a:cubicBezTo>
                          <a:pt x="12" y="15"/>
                          <a:pt x="12" y="15"/>
                          <a:pt x="13" y="15"/>
                        </a:cubicBezTo>
                        <a:cubicBezTo>
                          <a:pt x="13" y="15"/>
                          <a:pt x="13" y="15"/>
                          <a:pt x="13" y="15"/>
                        </a:cubicBezTo>
                        <a:cubicBezTo>
                          <a:pt x="13" y="15"/>
                          <a:pt x="13" y="15"/>
                          <a:pt x="12" y="15"/>
                        </a:cubicBezTo>
                        <a:cubicBezTo>
                          <a:pt x="12" y="15"/>
                          <a:pt x="12" y="15"/>
                          <a:pt x="12" y="15"/>
                        </a:cubicBezTo>
                        <a:cubicBezTo>
                          <a:pt x="12" y="15"/>
                          <a:pt x="12" y="15"/>
                          <a:pt x="12" y="15"/>
                        </a:cubicBezTo>
                        <a:cubicBezTo>
                          <a:pt x="12" y="15"/>
                          <a:pt x="12" y="15"/>
                          <a:pt x="12" y="15"/>
                        </a:cubicBezTo>
                        <a:cubicBezTo>
                          <a:pt x="12" y="14"/>
                          <a:pt x="12" y="14"/>
                          <a:pt x="12" y="14"/>
                        </a:cubicBezTo>
                        <a:cubicBezTo>
                          <a:pt x="11" y="14"/>
                          <a:pt x="11" y="14"/>
                          <a:pt x="11" y="14"/>
                        </a:cubicBezTo>
                        <a:cubicBezTo>
                          <a:pt x="11" y="14"/>
                          <a:pt x="11" y="14"/>
                          <a:pt x="11" y="14"/>
                        </a:cubicBezTo>
                        <a:cubicBezTo>
                          <a:pt x="11" y="14"/>
                          <a:pt x="11" y="14"/>
                          <a:pt x="11" y="13"/>
                        </a:cubicBezTo>
                        <a:cubicBezTo>
                          <a:pt x="11" y="13"/>
                          <a:pt x="11" y="13"/>
                          <a:pt x="12" y="13"/>
                        </a:cubicBezTo>
                        <a:cubicBezTo>
                          <a:pt x="12" y="13"/>
                          <a:pt x="12" y="13"/>
                          <a:pt x="12" y="13"/>
                        </a:cubicBezTo>
                        <a:cubicBezTo>
                          <a:pt x="12" y="13"/>
                          <a:pt x="12" y="13"/>
                          <a:pt x="12" y="13"/>
                        </a:cubicBezTo>
                        <a:cubicBezTo>
                          <a:pt x="12" y="13"/>
                          <a:pt x="12" y="13"/>
                          <a:pt x="12" y="13"/>
                        </a:cubicBezTo>
                        <a:cubicBezTo>
                          <a:pt x="12" y="13"/>
                          <a:pt x="12" y="13"/>
                          <a:pt x="13" y="13"/>
                        </a:cubicBezTo>
                        <a:cubicBezTo>
                          <a:pt x="13" y="13"/>
                          <a:pt x="13" y="13"/>
                          <a:pt x="12" y="14"/>
                        </a:cubicBezTo>
                        <a:close/>
                        <a:moveTo>
                          <a:pt x="2" y="4"/>
                        </a:move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1" y="4"/>
                          <a:pt x="1" y="4"/>
                        </a:cubicBezTo>
                        <a:cubicBezTo>
                          <a:pt x="1" y="4"/>
                          <a:pt x="1" y="4"/>
                          <a:pt x="1" y="4"/>
                        </a:cubicBezTo>
                        <a:cubicBezTo>
                          <a:pt x="1" y="4"/>
                          <a:pt x="1" y="4"/>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2" y="3"/>
                          <a:pt x="2" y="3"/>
                        </a:cubicBezTo>
                        <a:cubicBezTo>
                          <a:pt x="2" y="3"/>
                          <a:pt x="2" y="3"/>
                          <a:pt x="2" y="3"/>
                        </a:cubicBezTo>
                        <a:cubicBezTo>
                          <a:pt x="2" y="3"/>
                          <a:pt x="2" y="3"/>
                          <a:pt x="2" y="4"/>
                        </a:cubicBezTo>
                        <a:cubicBezTo>
                          <a:pt x="2" y="4"/>
                          <a:pt x="2" y="4"/>
                          <a:pt x="2" y="4"/>
                        </a:cubicBezTo>
                        <a:cubicBezTo>
                          <a:pt x="2" y="4"/>
                          <a:pt x="2" y="4"/>
                          <a:pt x="2" y="4"/>
                        </a:cubicBezTo>
                        <a:cubicBezTo>
                          <a:pt x="2" y="4"/>
                          <a:pt x="2" y="4"/>
                          <a:pt x="2" y="4"/>
                        </a:cubicBezTo>
                        <a:close/>
                        <a:moveTo>
                          <a:pt x="31" y="17"/>
                        </a:move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2" y="17"/>
                          <a:pt x="32" y="17"/>
                          <a:pt x="32" y="17"/>
                        </a:cubicBezTo>
                        <a:cubicBezTo>
                          <a:pt x="32" y="17"/>
                          <a:pt x="32" y="17"/>
                          <a:pt x="32" y="17"/>
                        </a:cubicBezTo>
                        <a:cubicBezTo>
                          <a:pt x="32" y="17"/>
                          <a:pt x="32" y="17"/>
                          <a:pt x="32" y="17"/>
                        </a:cubicBezTo>
                        <a:cubicBezTo>
                          <a:pt x="32" y="17"/>
                          <a:pt x="32" y="17"/>
                          <a:pt x="32" y="17"/>
                        </a:cubicBezTo>
                        <a:cubicBezTo>
                          <a:pt x="32" y="17"/>
                          <a:pt x="32" y="17"/>
                          <a:pt x="32" y="17"/>
                        </a:cubicBezTo>
                        <a:cubicBezTo>
                          <a:pt x="32" y="17"/>
                          <a:pt x="32" y="17"/>
                          <a:pt x="32" y="18"/>
                        </a:cubicBezTo>
                        <a:cubicBezTo>
                          <a:pt x="32" y="18"/>
                          <a:pt x="32" y="18"/>
                          <a:pt x="32" y="18"/>
                        </a:cubicBezTo>
                        <a:cubicBezTo>
                          <a:pt x="32" y="18"/>
                          <a:pt x="32" y="18"/>
                          <a:pt x="32" y="18"/>
                        </a:cubicBezTo>
                        <a:cubicBezTo>
                          <a:pt x="32" y="18"/>
                          <a:pt x="32" y="17"/>
                          <a:pt x="32" y="17"/>
                        </a:cubicBezTo>
                        <a:cubicBezTo>
                          <a:pt x="32" y="17"/>
                          <a:pt x="32" y="17"/>
                          <a:pt x="32" y="17"/>
                        </a:cubicBezTo>
                        <a:cubicBezTo>
                          <a:pt x="32" y="17"/>
                          <a:pt x="32" y="17"/>
                          <a:pt x="32" y="17"/>
                        </a:cubicBezTo>
                        <a:cubicBezTo>
                          <a:pt x="31" y="17"/>
                          <a:pt x="31" y="17"/>
                          <a:pt x="31" y="17"/>
                        </a:cubicBezTo>
                        <a:cubicBezTo>
                          <a:pt x="31" y="17"/>
                          <a:pt x="31" y="17"/>
                          <a:pt x="31" y="17"/>
                        </a:cubicBezTo>
                        <a:cubicBezTo>
                          <a:pt x="31" y="17"/>
                          <a:pt x="31" y="17"/>
                          <a:pt x="31" y="17"/>
                        </a:cubicBezTo>
                        <a:close/>
                        <a:moveTo>
                          <a:pt x="27" y="13"/>
                        </a:moveTo>
                        <a:cubicBezTo>
                          <a:pt x="27" y="13"/>
                          <a:pt x="27" y="13"/>
                          <a:pt x="27" y="13"/>
                        </a:cubicBezTo>
                        <a:cubicBezTo>
                          <a:pt x="27" y="13"/>
                          <a:pt x="27" y="13"/>
                          <a:pt x="27" y="13"/>
                        </a:cubicBezTo>
                        <a:cubicBezTo>
                          <a:pt x="27" y="12"/>
                          <a:pt x="27" y="12"/>
                          <a:pt x="27" y="12"/>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4"/>
                          <a:pt x="28" y="14"/>
                        </a:cubicBezTo>
                        <a:cubicBezTo>
                          <a:pt x="28" y="14"/>
                          <a:pt x="28" y="14"/>
                          <a:pt x="28" y="14"/>
                        </a:cubicBezTo>
                        <a:cubicBezTo>
                          <a:pt x="28" y="14"/>
                          <a:pt x="27" y="14"/>
                          <a:pt x="27" y="13"/>
                        </a:cubicBezTo>
                        <a:cubicBezTo>
                          <a:pt x="27" y="13"/>
                          <a:pt x="27" y="13"/>
                          <a:pt x="27" y="13"/>
                        </a:cubicBezTo>
                        <a:close/>
                        <a:moveTo>
                          <a:pt x="7" y="11"/>
                        </a:moveTo>
                        <a:cubicBezTo>
                          <a:pt x="7" y="11"/>
                          <a:pt x="7" y="11"/>
                          <a:pt x="7" y="11"/>
                        </a:cubicBezTo>
                        <a:cubicBezTo>
                          <a:pt x="7" y="11"/>
                          <a:pt x="7" y="11"/>
                          <a:pt x="7" y="11"/>
                        </a:cubicBezTo>
                        <a:cubicBezTo>
                          <a:pt x="7" y="11"/>
                          <a:pt x="7" y="11"/>
                          <a:pt x="7" y="11"/>
                        </a:cubicBezTo>
                        <a:cubicBezTo>
                          <a:pt x="7" y="11"/>
                          <a:pt x="7" y="10"/>
                          <a:pt x="7" y="10"/>
                        </a:cubicBezTo>
                        <a:cubicBezTo>
                          <a:pt x="7" y="10"/>
                          <a:pt x="7" y="10"/>
                          <a:pt x="7" y="10"/>
                        </a:cubicBezTo>
                        <a:cubicBezTo>
                          <a:pt x="7" y="10"/>
                          <a:pt x="7" y="10"/>
                          <a:pt x="7" y="10"/>
                        </a:cubicBezTo>
                        <a:cubicBezTo>
                          <a:pt x="7" y="10"/>
                          <a:pt x="7" y="10"/>
                          <a:pt x="7" y="9"/>
                        </a:cubicBezTo>
                        <a:cubicBezTo>
                          <a:pt x="7" y="9"/>
                          <a:pt x="7" y="9"/>
                          <a:pt x="7" y="9"/>
                        </a:cubicBezTo>
                        <a:cubicBezTo>
                          <a:pt x="7" y="9"/>
                          <a:pt x="7" y="9"/>
                          <a:pt x="7" y="9"/>
                        </a:cubicBezTo>
                        <a:cubicBezTo>
                          <a:pt x="7" y="10"/>
                          <a:pt x="7" y="10"/>
                          <a:pt x="7" y="10"/>
                        </a:cubicBezTo>
                        <a:cubicBezTo>
                          <a:pt x="7" y="10"/>
                          <a:pt x="7" y="10"/>
                          <a:pt x="7" y="10"/>
                        </a:cubicBezTo>
                        <a:cubicBezTo>
                          <a:pt x="7" y="11"/>
                          <a:pt x="7" y="11"/>
                          <a:pt x="7" y="11"/>
                        </a:cubicBezTo>
                        <a:close/>
                        <a:moveTo>
                          <a:pt x="14" y="15"/>
                        </a:moveTo>
                        <a:cubicBezTo>
                          <a:pt x="14" y="15"/>
                          <a:pt x="14" y="15"/>
                          <a:pt x="14" y="15"/>
                        </a:cubicBezTo>
                        <a:cubicBezTo>
                          <a:pt x="14" y="15"/>
                          <a:pt x="14" y="15"/>
                          <a:pt x="14" y="15"/>
                        </a:cubicBezTo>
                        <a:cubicBezTo>
                          <a:pt x="14" y="15"/>
                          <a:pt x="14"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lose/>
                        <a:moveTo>
                          <a:pt x="32" y="18"/>
                        </a:moveTo>
                        <a:cubicBezTo>
                          <a:pt x="32" y="18"/>
                          <a:pt x="32" y="18"/>
                          <a:pt x="32" y="18"/>
                        </a:cubicBezTo>
                        <a:cubicBezTo>
                          <a:pt x="32" y="18"/>
                          <a:pt x="32" y="18"/>
                          <a:pt x="32" y="18"/>
                        </a:cubicBezTo>
                        <a:cubicBezTo>
                          <a:pt x="32" y="18"/>
                          <a:pt x="32" y="18"/>
                          <a:pt x="32" y="18"/>
                        </a:cubicBezTo>
                        <a:cubicBezTo>
                          <a:pt x="32" y="18"/>
                          <a:pt x="32" y="18"/>
                          <a:pt x="32" y="18"/>
                        </a:cubicBezTo>
                        <a:cubicBezTo>
                          <a:pt x="32" y="18"/>
                          <a:pt x="31" y="18"/>
                          <a:pt x="31"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7"/>
                        </a:cubicBezTo>
                        <a:cubicBezTo>
                          <a:pt x="32" y="17"/>
                          <a:pt x="32" y="17"/>
                          <a:pt x="32" y="17"/>
                        </a:cubicBezTo>
                        <a:cubicBezTo>
                          <a:pt x="32" y="17"/>
                          <a:pt x="32" y="17"/>
                          <a:pt x="32" y="17"/>
                        </a:cubicBezTo>
                        <a:cubicBezTo>
                          <a:pt x="32" y="17"/>
                          <a:pt x="32" y="17"/>
                          <a:pt x="32" y="17"/>
                        </a:cubicBezTo>
                        <a:cubicBezTo>
                          <a:pt x="32" y="17"/>
                          <a:pt x="32" y="17"/>
                          <a:pt x="32" y="17"/>
                        </a:cubicBezTo>
                        <a:cubicBezTo>
                          <a:pt x="32" y="17"/>
                          <a:pt x="32" y="17"/>
                          <a:pt x="32" y="17"/>
                        </a:cubicBezTo>
                        <a:cubicBezTo>
                          <a:pt x="32" y="17"/>
                          <a:pt x="33" y="17"/>
                          <a:pt x="33" y="17"/>
                        </a:cubicBezTo>
                        <a:cubicBezTo>
                          <a:pt x="33" y="17"/>
                          <a:pt x="33" y="17"/>
                          <a:pt x="33" y="18"/>
                        </a:cubicBezTo>
                        <a:cubicBezTo>
                          <a:pt x="33" y="18"/>
                          <a:pt x="33" y="18"/>
                          <a:pt x="33" y="18"/>
                        </a:cubicBezTo>
                        <a:cubicBezTo>
                          <a:pt x="33" y="18"/>
                          <a:pt x="33" y="18"/>
                          <a:pt x="33" y="18"/>
                        </a:cubicBezTo>
                        <a:cubicBezTo>
                          <a:pt x="33" y="18"/>
                          <a:pt x="32" y="18"/>
                          <a:pt x="32" y="18"/>
                        </a:cubicBezTo>
                        <a:cubicBezTo>
                          <a:pt x="32" y="18"/>
                          <a:pt x="32" y="18"/>
                          <a:pt x="32" y="18"/>
                        </a:cubicBezTo>
                        <a:cubicBezTo>
                          <a:pt x="32" y="18"/>
                          <a:pt x="32" y="18"/>
                          <a:pt x="32" y="18"/>
                        </a:cubicBezTo>
                        <a:close/>
                        <a:moveTo>
                          <a:pt x="18" y="15"/>
                        </a:moveTo>
                        <a:cubicBezTo>
                          <a:pt x="18" y="15"/>
                          <a:pt x="18" y="15"/>
                          <a:pt x="18" y="15"/>
                        </a:cubicBezTo>
                        <a:cubicBezTo>
                          <a:pt x="18" y="15"/>
                          <a:pt x="18" y="15"/>
                          <a:pt x="18" y="15"/>
                        </a:cubicBezTo>
                        <a:cubicBezTo>
                          <a:pt x="18" y="16"/>
                          <a:pt x="18" y="16"/>
                          <a:pt x="18" y="16"/>
                        </a:cubicBezTo>
                        <a:cubicBezTo>
                          <a:pt x="18" y="15"/>
                          <a:pt x="18" y="16"/>
                          <a:pt x="18" y="15"/>
                        </a:cubicBezTo>
                        <a:cubicBezTo>
                          <a:pt x="17" y="15"/>
                          <a:pt x="17" y="15"/>
                          <a:pt x="17"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lose/>
                        <a:moveTo>
                          <a:pt x="1" y="6"/>
                        </a:moveTo>
                        <a:cubicBezTo>
                          <a:pt x="1" y="6"/>
                          <a:pt x="1" y="6"/>
                          <a:pt x="1" y="6"/>
                        </a:cubicBezTo>
                        <a:cubicBezTo>
                          <a:pt x="0" y="6"/>
                          <a:pt x="0" y="6"/>
                          <a:pt x="0" y="6"/>
                        </a:cubicBezTo>
                        <a:cubicBezTo>
                          <a:pt x="0" y="6"/>
                          <a:pt x="0" y="6"/>
                          <a:pt x="0" y="6"/>
                        </a:cubicBezTo>
                        <a:cubicBezTo>
                          <a:pt x="0" y="6"/>
                          <a:pt x="0" y="6"/>
                          <a:pt x="0" y="6"/>
                        </a:cubicBezTo>
                        <a:cubicBezTo>
                          <a:pt x="0" y="5"/>
                          <a:pt x="0" y="5"/>
                          <a:pt x="0" y="5"/>
                        </a:cubicBezTo>
                        <a:cubicBezTo>
                          <a:pt x="0" y="5"/>
                          <a:pt x="0" y="5"/>
                          <a:pt x="0" y="5"/>
                        </a:cubicBezTo>
                        <a:cubicBezTo>
                          <a:pt x="0" y="5"/>
                          <a:pt x="0" y="5"/>
                          <a:pt x="0" y="5"/>
                        </a:cubicBezTo>
                        <a:cubicBezTo>
                          <a:pt x="0" y="5"/>
                          <a:pt x="0" y="5"/>
                          <a:pt x="0" y="5"/>
                        </a:cubicBezTo>
                        <a:cubicBezTo>
                          <a:pt x="0" y="5"/>
                          <a:pt x="0" y="5"/>
                          <a:pt x="1" y="6"/>
                        </a:cubicBezTo>
                        <a:close/>
                        <a:moveTo>
                          <a:pt x="15" y="6"/>
                        </a:move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lose/>
                        <a:moveTo>
                          <a:pt x="4" y="3"/>
                        </a:move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4" y="3"/>
                          <a:pt x="3" y="3"/>
                        </a:cubicBezTo>
                        <a:cubicBezTo>
                          <a:pt x="3" y="2"/>
                          <a:pt x="3" y="2"/>
                          <a:pt x="3" y="2"/>
                        </a:cubicBezTo>
                        <a:cubicBezTo>
                          <a:pt x="4" y="2"/>
                          <a:pt x="4" y="2"/>
                          <a:pt x="4" y="2"/>
                        </a:cubicBezTo>
                        <a:cubicBezTo>
                          <a:pt x="3" y="2"/>
                          <a:pt x="3" y="2"/>
                          <a:pt x="3" y="2"/>
                        </a:cubicBezTo>
                        <a:cubicBezTo>
                          <a:pt x="3" y="2"/>
                          <a:pt x="3" y="2"/>
                          <a:pt x="3" y="2"/>
                        </a:cubicBezTo>
                        <a:cubicBezTo>
                          <a:pt x="4" y="2"/>
                          <a:pt x="4" y="2"/>
                          <a:pt x="4" y="2"/>
                        </a:cubicBezTo>
                        <a:cubicBezTo>
                          <a:pt x="4" y="2"/>
                          <a:pt x="4" y="2"/>
                          <a:pt x="4" y="2"/>
                        </a:cubicBezTo>
                        <a:cubicBezTo>
                          <a:pt x="4" y="2"/>
                          <a:pt x="3" y="2"/>
                          <a:pt x="3" y="2"/>
                        </a:cubicBezTo>
                        <a:cubicBezTo>
                          <a:pt x="3" y="2"/>
                          <a:pt x="3" y="2"/>
                          <a:pt x="4" y="2"/>
                        </a:cubicBezTo>
                        <a:cubicBezTo>
                          <a:pt x="4" y="2"/>
                          <a:pt x="4" y="2"/>
                          <a:pt x="4" y="2"/>
                        </a:cubicBezTo>
                        <a:cubicBezTo>
                          <a:pt x="4" y="2"/>
                          <a:pt x="4" y="2"/>
                          <a:pt x="4" y="3"/>
                        </a:cubicBezTo>
                        <a:cubicBezTo>
                          <a:pt x="4" y="3"/>
                          <a:pt x="4" y="3"/>
                          <a:pt x="4" y="3"/>
                        </a:cubicBezTo>
                        <a:close/>
                        <a:moveTo>
                          <a:pt x="11" y="12"/>
                        </a:moveTo>
                        <a:cubicBezTo>
                          <a:pt x="11" y="12"/>
                          <a:pt x="11" y="12"/>
                          <a:pt x="11" y="12"/>
                        </a:cubicBezTo>
                        <a:cubicBezTo>
                          <a:pt x="11" y="12"/>
                          <a:pt x="11" y="12"/>
                          <a:pt x="10" y="12"/>
                        </a:cubicBezTo>
                        <a:cubicBezTo>
                          <a:pt x="10" y="12"/>
                          <a:pt x="10" y="12"/>
                          <a:pt x="10" y="12"/>
                        </a:cubicBezTo>
                        <a:cubicBezTo>
                          <a:pt x="10" y="12"/>
                          <a:pt x="10" y="12"/>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2"/>
                        </a:cubicBezTo>
                        <a:cubicBezTo>
                          <a:pt x="10" y="12"/>
                          <a:pt x="11" y="12"/>
                          <a:pt x="11" y="12"/>
                        </a:cubicBezTo>
                        <a:cubicBezTo>
                          <a:pt x="11" y="12"/>
                          <a:pt x="11" y="12"/>
                          <a:pt x="11" y="12"/>
                        </a:cubicBezTo>
                        <a:close/>
                        <a:moveTo>
                          <a:pt x="44" y="22"/>
                        </a:moveTo>
                        <a:cubicBezTo>
                          <a:pt x="44" y="22"/>
                          <a:pt x="43" y="22"/>
                          <a:pt x="44" y="22"/>
                        </a:cubicBezTo>
                        <a:cubicBezTo>
                          <a:pt x="44" y="23"/>
                          <a:pt x="44" y="23"/>
                          <a:pt x="43" y="23"/>
                        </a:cubicBezTo>
                        <a:cubicBezTo>
                          <a:pt x="43" y="23"/>
                          <a:pt x="43" y="23"/>
                          <a:pt x="43" y="23"/>
                        </a:cubicBezTo>
                        <a:cubicBezTo>
                          <a:pt x="43" y="22"/>
                          <a:pt x="43" y="22"/>
                          <a:pt x="43" y="22"/>
                        </a:cubicBezTo>
                        <a:cubicBezTo>
                          <a:pt x="43" y="22"/>
                          <a:pt x="43" y="22"/>
                          <a:pt x="43" y="22"/>
                        </a:cubicBezTo>
                        <a:cubicBezTo>
                          <a:pt x="43" y="22"/>
                          <a:pt x="43" y="22"/>
                          <a:pt x="44" y="22"/>
                        </a:cubicBezTo>
                        <a:cubicBezTo>
                          <a:pt x="44" y="22"/>
                          <a:pt x="44" y="22"/>
                          <a:pt x="44" y="22"/>
                        </a:cubicBezTo>
                        <a:cubicBezTo>
                          <a:pt x="44" y="22"/>
                          <a:pt x="44" y="22"/>
                          <a:pt x="44" y="22"/>
                        </a:cubicBezTo>
                        <a:cubicBezTo>
                          <a:pt x="43" y="22"/>
                          <a:pt x="44" y="22"/>
                          <a:pt x="44" y="22"/>
                        </a:cubicBezTo>
                        <a:close/>
                        <a:moveTo>
                          <a:pt x="25" y="17"/>
                        </a:moveTo>
                        <a:cubicBezTo>
                          <a:pt x="25" y="17"/>
                          <a:pt x="25" y="18"/>
                          <a:pt x="25" y="18"/>
                        </a:cubicBezTo>
                        <a:cubicBezTo>
                          <a:pt x="25" y="18"/>
                          <a:pt x="25" y="18"/>
                          <a:pt x="25" y="18"/>
                        </a:cubicBezTo>
                        <a:cubicBezTo>
                          <a:pt x="24" y="18"/>
                          <a:pt x="24" y="18"/>
                          <a:pt x="24" y="17"/>
                        </a:cubicBezTo>
                        <a:cubicBezTo>
                          <a:pt x="24" y="17"/>
                          <a:pt x="24" y="17"/>
                          <a:pt x="24" y="17"/>
                        </a:cubicBezTo>
                        <a:cubicBezTo>
                          <a:pt x="24" y="17"/>
                          <a:pt x="24" y="18"/>
                          <a:pt x="24" y="17"/>
                        </a:cubicBezTo>
                        <a:cubicBezTo>
                          <a:pt x="24" y="17"/>
                          <a:pt x="24" y="17"/>
                          <a:pt x="24" y="18"/>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5" y="17"/>
                          <a:pt x="25" y="17"/>
                        </a:cubicBezTo>
                        <a:cubicBezTo>
                          <a:pt x="25" y="17"/>
                          <a:pt x="25" y="17"/>
                          <a:pt x="24" y="17"/>
                        </a:cubicBezTo>
                        <a:cubicBezTo>
                          <a:pt x="25" y="17"/>
                          <a:pt x="25" y="17"/>
                          <a:pt x="25" y="17"/>
                        </a:cubicBezTo>
                        <a:cubicBezTo>
                          <a:pt x="25" y="17"/>
                          <a:pt x="25" y="17"/>
                          <a:pt x="25" y="17"/>
                        </a:cubicBezTo>
                        <a:cubicBezTo>
                          <a:pt x="25" y="17"/>
                          <a:pt x="25" y="17"/>
                          <a:pt x="25" y="17"/>
                        </a:cubicBezTo>
                        <a:cubicBezTo>
                          <a:pt x="25" y="17"/>
                          <a:pt x="25" y="17"/>
                          <a:pt x="25" y="17"/>
                        </a:cubicBezTo>
                        <a:close/>
                        <a:moveTo>
                          <a:pt x="42" y="26"/>
                        </a:moveTo>
                        <a:cubicBezTo>
                          <a:pt x="42" y="25"/>
                          <a:pt x="42" y="25"/>
                          <a:pt x="42" y="25"/>
                        </a:cubicBezTo>
                        <a:cubicBezTo>
                          <a:pt x="42" y="25"/>
                          <a:pt x="42" y="25"/>
                          <a:pt x="42" y="25"/>
                        </a:cubicBezTo>
                        <a:cubicBezTo>
                          <a:pt x="42" y="25"/>
                          <a:pt x="42" y="25"/>
                          <a:pt x="42" y="25"/>
                        </a:cubicBezTo>
                        <a:cubicBezTo>
                          <a:pt x="42" y="25"/>
                          <a:pt x="42" y="25"/>
                          <a:pt x="42" y="25"/>
                        </a:cubicBezTo>
                        <a:cubicBezTo>
                          <a:pt x="42" y="25"/>
                          <a:pt x="42" y="26"/>
                          <a:pt x="42" y="26"/>
                        </a:cubicBezTo>
                        <a:cubicBezTo>
                          <a:pt x="42" y="26"/>
                          <a:pt x="42" y="26"/>
                          <a:pt x="42" y="26"/>
                        </a:cubicBezTo>
                        <a:cubicBezTo>
                          <a:pt x="42" y="26"/>
                          <a:pt x="42" y="26"/>
                          <a:pt x="42" y="26"/>
                        </a:cubicBezTo>
                        <a:close/>
                        <a:moveTo>
                          <a:pt x="9" y="10"/>
                        </a:moveTo>
                        <a:cubicBezTo>
                          <a:pt x="9" y="10"/>
                          <a:pt x="9" y="10"/>
                          <a:pt x="9" y="11"/>
                        </a:cubicBezTo>
                        <a:cubicBezTo>
                          <a:pt x="9" y="11"/>
                          <a:pt x="9" y="11"/>
                          <a:pt x="9" y="11"/>
                        </a:cubicBezTo>
                        <a:cubicBezTo>
                          <a:pt x="9" y="11"/>
                          <a:pt x="8" y="11"/>
                          <a:pt x="8" y="10"/>
                        </a:cubicBezTo>
                        <a:cubicBezTo>
                          <a:pt x="8" y="10"/>
                          <a:pt x="8" y="10"/>
                          <a:pt x="8" y="10"/>
                        </a:cubicBezTo>
                        <a:cubicBezTo>
                          <a:pt x="8" y="10"/>
                          <a:pt x="8" y="10"/>
                          <a:pt x="8" y="10"/>
                        </a:cubicBezTo>
                        <a:cubicBezTo>
                          <a:pt x="8" y="10"/>
                          <a:pt x="9" y="10"/>
                          <a:pt x="9" y="10"/>
                        </a:cubicBezTo>
                        <a:close/>
                        <a:moveTo>
                          <a:pt x="29" y="18"/>
                        </a:moveTo>
                        <a:cubicBezTo>
                          <a:pt x="29" y="18"/>
                          <a:pt x="29" y="18"/>
                          <a:pt x="29" y="18"/>
                        </a:cubicBezTo>
                        <a:cubicBezTo>
                          <a:pt x="29" y="18"/>
                          <a:pt x="29" y="18"/>
                          <a:pt x="29" y="18"/>
                        </a:cubicBezTo>
                        <a:cubicBezTo>
                          <a:pt x="29" y="18"/>
                          <a:pt x="29" y="17"/>
                          <a:pt x="29" y="17"/>
                        </a:cubicBezTo>
                        <a:cubicBezTo>
                          <a:pt x="29" y="17"/>
                          <a:pt x="29" y="17"/>
                          <a:pt x="29" y="18"/>
                        </a:cubicBezTo>
                        <a:close/>
                        <a:moveTo>
                          <a:pt x="7" y="9"/>
                        </a:moveTo>
                        <a:cubicBezTo>
                          <a:pt x="7" y="9"/>
                          <a:pt x="7" y="9"/>
                          <a:pt x="7" y="9"/>
                        </a:cubicBezTo>
                        <a:cubicBezTo>
                          <a:pt x="7" y="9"/>
                          <a:pt x="6" y="9"/>
                          <a:pt x="7" y="8"/>
                        </a:cubicBezTo>
                        <a:cubicBezTo>
                          <a:pt x="7" y="8"/>
                          <a:pt x="7" y="8"/>
                          <a:pt x="7" y="8"/>
                        </a:cubicBezTo>
                        <a:cubicBezTo>
                          <a:pt x="7" y="9"/>
                          <a:pt x="7" y="9"/>
                          <a:pt x="7" y="9"/>
                        </a:cubicBezTo>
                        <a:close/>
                        <a:moveTo>
                          <a:pt x="31" y="17"/>
                        </a:moveTo>
                        <a:cubicBezTo>
                          <a:pt x="31" y="17"/>
                          <a:pt x="31" y="16"/>
                          <a:pt x="31" y="16"/>
                        </a:cubicBezTo>
                        <a:cubicBezTo>
                          <a:pt x="31" y="16"/>
                          <a:pt x="31" y="16"/>
                          <a:pt x="31" y="16"/>
                        </a:cubicBezTo>
                        <a:cubicBezTo>
                          <a:pt x="31" y="16"/>
                          <a:pt x="31" y="16"/>
                          <a:pt x="31" y="16"/>
                        </a:cubicBezTo>
                        <a:cubicBezTo>
                          <a:pt x="31" y="16"/>
                          <a:pt x="31" y="17"/>
                          <a:pt x="31" y="17"/>
                        </a:cubicBezTo>
                        <a:cubicBezTo>
                          <a:pt x="31" y="17"/>
                          <a:pt x="31" y="17"/>
                          <a:pt x="31" y="17"/>
                        </a:cubicBezTo>
                        <a:cubicBezTo>
                          <a:pt x="31" y="17"/>
                          <a:pt x="31" y="17"/>
                          <a:pt x="31" y="17"/>
                        </a:cubicBezTo>
                        <a:cubicBezTo>
                          <a:pt x="31" y="17"/>
                          <a:pt x="31" y="17"/>
                          <a:pt x="31" y="17"/>
                        </a:cubicBezTo>
                        <a:cubicBezTo>
                          <a:pt x="30" y="17"/>
                          <a:pt x="30" y="17"/>
                          <a:pt x="31" y="17"/>
                        </a:cubicBezTo>
                        <a:cubicBezTo>
                          <a:pt x="31" y="17"/>
                          <a:pt x="31" y="17"/>
                          <a:pt x="31" y="17"/>
                        </a:cubicBezTo>
                        <a:close/>
                        <a:moveTo>
                          <a:pt x="3" y="2"/>
                        </a:moveTo>
                        <a:cubicBezTo>
                          <a:pt x="3" y="2"/>
                          <a:pt x="3" y="2"/>
                          <a:pt x="3" y="2"/>
                        </a:cubicBezTo>
                        <a:cubicBezTo>
                          <a:pt x="3" y="2"/>
                          <a:pt x="3" y="2"/>
                          <a:pt x="3" y="2"/>
                        </a:cubicBezTo>
                        <a:cubicBezTo>
                          <a:pt x="3" y="2"/>
                          <a:pt x="3" y="2"/>
                          <a:pt x="3" y="2"/>
                        </a:cubicBezTo>
                        <a:cubicBezTo>
                          <a:pt x="3" y="2"/>
                          <a:pt x="3" y="2"/>
                          <a:pt x="3" y="2"/>
                        </a:cubicBezTo>
                        <a:close/>
                        <a:moveTo>
                          <a:pt x="35" y="12"/>
                        </a:moveTo>
                        <a:cubicBezTo>
                          <a:pt x="35" y="12"/>
                          <a:pt x="36" y="12"/>
                          <a:pt x="36" y="12"/>
                        </a:cubicBezTo>
                        <a:cubicBezTo>
                          <a:pt x="36" y="12"/>
                          <a:pt x="35" y="12"/>
                          <a:pt x="35" y="12"/>
                        </a:cubicBezTo>
                        <a:cubicBezTo>
                          <a:pt x="35" y="12"/>
                          <a:pt x="35" y="12"/>
                          <a:pt x="35" y="12"/>
                        </a:cubicBezTo>
                        <a:cubicBezTo>
                          <a:pt x="35" y="12"/>
                          <a:pt x="35" y="12"/>
                          <a:pt x="35" y="12"/>
                        </a:cubicBezTo>
                        <a:cubicBezTo>
                          <a:pt x="35" y="12"/>
                          <a:pt x="35" y="12"/>
                          <a:pt x="35" y="12"/>
                        </a:cubicBezTo>
                        <a:close/>
                        <a:moveTo>
                          <a:pt x="30" y="16"/>
                        </a:move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lose/>
                        <a:moveTo>
                          <a:pt x="29" y="33"/>
                        </a:moveTo>
                        <a:cubicBezTo>
                          <a:pt x="29" y="33"/>
                          <a:pt x="29" y="33"/>
                          <a:pt x="28" y="32"/>
                        </a:cubicBezTo>
                        <a:cubicBezTo>
                          <a:pt x="29" y="32"/>
                          <a:pt x="29" y="32"/>
                          <a:pt x="29" y="33"/>
                        </a:cubicBezTo>
                        <a:close/>
                        <a:moveTo>
                          <a:pt x="34" y="9"/>
                        </a:move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lose/>
                        <a:moveTo>
                          <a:pt x="47" y="29"/>
                        </a:moveTo>
                        <a:cubicBezTo>
                          <a:pt x="47" y="29"/>
                          <a:pt x="47" y="29"/>
                          <a:pt x="47" y="29"/>
                        </a:cubicBezTo>
                        <a:cubicBezTo>
                          <a:pt x="47" y="29"/>
                          <a:pt x="47" y="29"/>
                          <a:pt x="47" y="29"/>
                        </a:cubicBezTo>
                        <a:cubicBezTo>
                          <a:pt x="47" y="29"/>
                          <a:pt x="47" y="29"/>
                          <a:pt x="47" y="29"/>
                        </a:cubicBezTo>
                        <a:cubicBezTo>
                          <a:pt x="47" y="29"/>
                          <a:pt x="47" y="29"/>
                          <a:pt x="47" y="29"/>
                        </a:cubicBezTo>
                        <a:close/>
                        <a:moveTo>
                          <a:pt x="13" y="12"/>
                        </a:move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lose/>
                        <a:moveTo>
                          <a:pt x="7" y="12"/>
                        </a:move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lose/>
                        <a:moveTo>
                          <a:pt x="22" y="7"/>
                        </a:moveTo>
                        <a:cubicBezTo>
                          <a:pt x="22" y="7"/>
                          <a:pt x="22" y="7"/>
                          <a:pt x="22" y="7"/>
                        </a:cubicBezTo>
                        <a:cubicBezTo>
                          <a:pt x="22" y="7"/>
                          <a:pt x="21" y="7"/>
                          <a:pt x="21" y="7"/>
                        </a:cubicBezTo>
                        <a:cubicBezTo>
                          <a:pt x="21" y="7"/>
                          <a:pt x="21" y="7"/>
                          <a:pt x="21" y="7"/>
                        </a:cubicBezTo>
                        <a:cubicBezTo>
                          <a:pt x="21" y="7"/>
                          <a:pt x="21" y="7"/>
                          <a:pt x="22" y="7"/>
                        </a:cubicBezTo>
                        <a:close/>
                        <a:moveTo>
                          <a:pt x="2" y="4"/>
                        </a:moveTo>
                        <a:cubicBezTo>
                          <a:pt x="2" y="4"/>
                          <a:pt x="2" y="4"/>
                          <a:pt x="2" y="4"/>
                        </a:cubicBezTo>
                        <a:cubicBezTo>
                          <a:pt x="2" y="4"/>
                          <a:pt x="2" y="4"/>
                          <a:pt x="2" y="4"/>
                        </a:cubicBezTo>
                        <a:cubicBezTo>
                          <a:pt x="2" y="4"/>
                          <a:pt x="2" y="4"/>
                          <a:pt x="2" y="4"/>
                        </a:cubicBezTo>
                        <a:cubicBezTo>
                          <a:pt x="2" y="4"/>
                          <a:pt x="2" y="4"/>
                          <a:pt x="2" y="4"/>
                        </a:cubicBezTo>
                        <a:cubicBezTo>
                          <a:pt x="2" y="4"/>
                          <a:pt x="2" y="4"/>
                          <a:pt x="2" y="4"/>
                        </a:cubicBezTo>
                        <a:close/>
                        <a:moveTo>
                          <a:pt x="0" y="6"/>
                        </a:moveTo>
                        <a:cubicBezTo>
                          <a:pt x="0" y="6"/>
                          <a:pt x="0" y="6"/>
                          <a:pt x="0" y="6"/>
                        </a:cubicBezTo>
                        <a:cubicBezTo>
                          <a:pt x="0" y="6"/>
                          <a:pt x="0" y="6"/>
                          <a:pt x="0" y="6"/>
                        </a:cubicBezTo>
                        <a:cubicBezTo>
                          <a:pt x="0" y="6"/>
                          <a:pt x="0" y="6"/>
                          <a:pt x="0" y="6"/>
                        </a:cubicBezTo>
                        <a:cubicBezTo>
                          <a:pt x="0" y="6"/>
                          <a:pt x="0" y="6"/>
                          <a:pt x="0" y="6"/>
                        </a:cubicBezTo>
                        <a:close/>
                        <a:moveTo>
                          <a:pt x="13" y="12"/>
                        </a:moveTo>
                        <a:cubicBezTo>
                          <a:pt x="13" y="12"/>
                          <a:pt x="13" y="12"/>
                          <a:pt x="13" y="12"/>
                        </a:cubicBezTo>
                        <a:cubicBezTo>
                          <a:pt x="13" y="13"/>
                          <a:pt x="13" y="13"/>
                          <a:pt x="14" y="13"/>
                        </a:cubicBezTo>
                        <a:cubicBezTo>
                          <a:pt x="13" y="13"/>
                          <a:pt x="13" y="13"/>
                          <a:pt x="13" y="13"/>
                        </a:cubicBezTo>
                        <a:cubicBezTo>
                          <a:pt x="13" y="12"/>
                          <a:pt x="13" y="12"/>
                          <a:pt x="13" y="12"/>
                        </a:cubicBezTo>
                        <a:close/>
                        <a:moveTo>
                          <a:pt x="19" y="15"/>
                        </a:moveTo>
                        <a:cubicBezTo>
                          <a:pt x="19" y="15"/>
                          <a:pt x="19" y="15"/>
                          <a:pt x="18" y="15"/>
                        </a:cubicBezTo>
                        <a:cubicBezTo>
                          <a:pt x="18" y="15"/>
                          <a:pt x="18" y="15"/>
                          <a:pt x="18" y="15"/>
                        </a:cubicBezTo>
                        <a:cubicBezTo>
                          <a:pt x="18" y="15"/>
                          <a:pt x="18" y="15"/>
                          <a:pt x="18" y="15"/>
                        </a:cubicBezTo>
                        <a:cubicBezTo>
                          <a:pt x="19" y="15"/>
                          <a:pt x="19" y="15"/>
                          <a:pt x="19" y="15"/>
                        </a:cubicBezTo>
                        <a:close/>
                        <a:moveTo>
                          <a:pt x="36" y="22"/>
                        </a:move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lose/>
                        <a:moveTo>
                          <a:pt x="43" y="25"/>
                        </a:moveTo>
                        <a:cubicBezTo>
                          <a:pt x="43" y="25"/>
                          <a:pt x="43" y="25"/>
                          <a:pt x="43" y="25"/>
                        </a:cubicBezTo>
                        <a:cubicBezTo>
                          <a:pt x="43" y="25"/>
                          <a:pt x="43" y="25"/>
                          <a:pt x="43" y="25"/>
                        </a:cubicBezTo>
                        <a:cubicBezTo>
                          <a:pt x="43" y="25"/>
                          <a:pt x="43" y="25"/>
                          <a:pt x="43" y="25"/>
                        </a:cubicBezTo>
                        <a:cubicBezTo>
                          <a:pt x="43" y="25"/>
                          <a:pt x="43" y="25"/>
                          <a:pt x="43" y="25"/>
                        </a:cubicBezTo>
                        <a:close/>
                        <a:moveTo>
                          <a:pt x="24" y="18"/>
                        </a:moveTo>
                        <a:cubicBezTo>
                          <a:pt x="24" y="18"/>
                          <a:pt x="24" y="18"/>
                          <a:pt x="24" y="18"/>
                        </a:cubicBezTo>
                        <a:cubicBezTo>
                          <a:pt x="24" y="18"/>
                          <a:pt x="24" y="18"/>
                          <a:pt x="24" y="18"/>
                        </a:cubicBezTo>
                        <a:cubicBezTo>
                          <a:pt x="24" y="18"/>
                          <a:pt x="24" y="18"/>
                          <a:pt x="24" y="18"/>
                        </a:cubicBezTo>
                        <a:cubicBezTo>
                          <a:pt x="24" y="18"/>
                          <a:pt x="24" y="18"/>
                          <a:pt x="24" y="18"/>
                        </a:cubicBezTo>
                        <a:close/>
                        <a:moveTo>
                          <a:pt x="16" y="6"/>
                        </a:moveTo>
                        <a:cubicBezTo>
                          <a:pt x="16" y="6"/>
                          <a:pt x="17" y="6"/>
                          <a:pt x="17" y="6"/>
                        </a:cubicBezTo>
                        <a:cubicBezTo>
                          <a:pt x="16" y="6"/>
                          <a:pt x="16" y="6"/>
                          <a:pt x="16" y="6"/>
                        </a:cubicBezTo>
                        <a:cubicBezTo>
                          <a:pt x="16" y="6"/>
                          <a:pt x="16" y="6"/>
                          <a:pt x="16" y="6"/>
                        </a:cubicBezTo>
                        <a:cubicBezTo>
                          <a:pt x="16" y="6"/>
                          <a:pt x="16" y="6"/>
                          <a:pt x="16" y="6"/>
                        </a:cubicBezTo>
                        <a:close/>
                        <a:moveTo>
                          <a:pt x="17" y="6"/>
                        </a:moveTo>
                        <a:cubicBezTo>
                          <a:pt x="18" y="6"/>
                          <a:pt x="18" y="6"/>
                          <a:pt x="18" y="6"/>
                        </a:cubicBezTo>
                        <a:cubicBezTo>
                          <a:pt x="18" y="6"/>
                          <a:pt x="18" y="6"/>
                          <a:pt x="17" y="6"/>
                        </a:cubicBezTo>
                        <a:cubicBezTo>
                          <a:pt x="17" y="6"/>
                          <a:pt x="17" y="6"/>
                          <a:pt x="17" y="6"/>
                        </a:cubicBezTo>
                        <a:close/>
                        <a:moveTo>
                          <a:pt x="21" y="7"/>
                        </a:moveTo>
                        <a:cubicBezTo>
                          <a:pt x="21" y="7"/>
                          <a:pt x="21" y="7"/>
                          <a:pt x="21" y="7"/>
                        </a:cubicBezTo>
                        <a:cubicBezTo>
                          <a:pt x="21" y="7"/>
                          <a:pt x="21" y="7"/>
                          <a:pt x="21" y="7"/>
                        </a:cubicBezTo>
                        <a:cubicBezTo>
                          <a:pt x="21" y="7"/>
                          <a:pt x="21" y="7"/>
                          <a:pt x="21" y="7"/>
                        </a:cubicBezTo>
                        <a:close/>
                        <a:moveTo>
                          <a:pt x="2" y="3"/>
                        </a:moveTo>
                        <a:cubicBezTo>
                          <a:pt x="2" y="3"/>
                          <a:pt x="2" y="3"/>
                          <a:pt x="2" y="3"/>
                        </a:cubicBezTo>
                        <a:cubicBezTo>
                          <a:pt x="2" y="3"/>
                          <a:pt x="2" y="3"/>
                          <a:pt x="2" y="3"/>
                        </a:cubicBezTo>
                        <a:cubicBezTo>
                          <a:pt x="2" y="3"/>
                          <a:pt x="2" y="3"/>
                          <a:pt x="2" y="3"/>
                        </a:cubicBezTo>
                        <a:close/>
                        <a:moveTo>
                          <a:pt x="12" y="12"/>
                        </a:moveTo>
                        <a:cubicBezTo>
                          <a:pt x="12" y="12"/>
                          <a:pt x="12" y="12"/>
                          <a:pt x="12" y="12"/>
                        </a:cubicBezTo>
                        <a:cubicBezTo>
                          <a:pt x="12" y="12"/>
                          <a:pt x="12" y="12"/>
                          <a:pt x="12" y="12"/>
                        </a:cubicBezTo>
                        <a:cubicBezTo>
                          <a:pt x="12" y="12"/>
                          <a:pt x="12" y="12"/>
                          <a:pt x="12" y="12"/>
                        </a:cubicBezTo>
                        <a:cubicBezTo>
                          <a:pt x="12" y="12"/>
                          <a:pt x="12" y="12"/>
                          <a:pt x="12" y="12"/>
                        </a:cubicBezTo>
                        <a:close/>
                        <a:moveTo>
                          <a:pt x="20" y="8"/>
                        </a:moveTo>
                        <a:cubicBezTo>
                          <a:pt x="20" y="8"/>
                          <a:pt x="20" y="8"/>
                          <a:pt x="20" y="8"/>
                        </a:cubicBezTo>
                        <a:cubicBezTo>
                          <a:pt x="20" y="8"/>
                          <a:pt x="20" y="8"/>
                          <a:pt x="20" y="8"/>
                        </a:cubicBezTo>
                        <a:cubicBezTo>
                          <a:pt x="20" y="8"/>
                          <a:pt x="20" y="8"/>
                          <a:pt x="20" y="8"/>
                        </a:cubicBezTo>
                        <a:cubicBezTo>
                          <a:pt x="20" y="8"/>
                          <a:pt x="20" y="8"/>
                          <a:pt x="20" y="8"/>
                        </a:cubicBezTo>
                        <a:close/>
                        <a:moveTo>
                          <a:pt x="25" y="17"/>
                        </a:moveTo>
                        <a:cubicBezTo>
                          <a:pt x="25" y="18"/>
                          <a:pt x="25" y="18"/>
                          <a:pt x="25" y="18"/>
                        </a:cubicBezTo>
                        <a:cubicBezTo>
                          <a:pt x="25" y="18"/>
                          <a:pt x="25" y="18"/>
                          <a:pt x="25" y="18"/>
                        </a:cubicBezTo>
                        <a:cubicBezTo>
                          <a:pt x="25" y="17"/>
                          <a:pt x="25" y="17"/>
                          <a:pt x="25" y="17"/>
                        </a:cubicBezTo>
                        <a:cubicBezTo>
                          <a:pt x="25" y="17"/>
                          <a:pt x="25" y="17"/>
                          <a:pt x="25" y="17"/>
                        </a:cubicBezTo>
                        <a:close/>
                        <a:moveTo>
                          <a:pt x="13" y="12"/>
                        </a:moveTo>
                        <a:cubicBezTo>
                          <a:pt x="12" y="12"/>
                          <a:pt x="12" y="12"/>
                          <a:pt x="12" y="12"/>
                        </a:cubicBezTo>
                        <a:cubicBezTo>
                          <a:pt x="12" y="12"/>
                          <a:pt x="12" y="12"/>
                          <a:pt x="13" y="12"/>
                        </a:cubicBezTo>
                        <a:close/>
                        <a:moveTo>
                          <a:pt x="13" y="12"/>
                        </a:moveTo>
                        <a:cubicBezTo>
                          <a:pt x="13" y="12"/>
                          <a:pt x="13" y="12"/>
                          <a:pt x="13" y="12"/>
                        </a:cubicBezTo>
                        <a:cubicBezTo>
                          <a:pt x="13" y="12"/>
                          <a:pt x="13" y="12"/>
                          <a:pt x="13" y="12"/>
                        </a:cubicBezTo>
                        <a:cubicBezTo>
                          <a:pt x="13" y="12"/>
                          <a:pt x="13" y="12"/>
                          <a:pt x="13" y="12"/>
                        </a:cubicBezTo>
                        <a:cubicBezTo>
                          <a:pt x="13" y="12"/>
                          <a:pt x="13" y="12"/>
                          <a:pt x="13" y="12"/>
                        </a:cubicBezTo>
                        <a:close/>
                        <a:moveTo>
                          <a:pt x="40" y="27"/>
                        </a:moveTo>
                        <a:cubicBezTo>
                          <a:pt x="40" y="27"/>
                          <a:pt x="40" y="27"/>
                          <a:pt x="40" y="27"/>
                        </a:cubicBezTo>
                        <a:cubicBezTo>
                          <a:pt x="40" y="27"/>
                          <a:pt x="40" y="27"/>
                          <a:pt x="40" y="27"/>
                        </a:cubicBezTo>
                        <a:cubicBezTo>
                          <a:pt x="40" y="27"/>
                          <a:pt x="40" y="27"/>
                          <a:pt x="40" y="27"/>
                        </a:cubicBezTo>
                        <a:cubicBezTo>
                          <a:pt x="40" y="27"/>
                          <a:pt x="40" y="27"/>
                          <a:pt x="40" y="27"/>
                        </a:cubicBezTo>
                        <a:close/>
                        <a:moveTo>
                          <a:pt x="47" y="30"/>
                        </a:moveTo>
                        <a:cubicBezTo>
                          <a:pt x="47" y="30"/>
                          <a:pt x="47" y="30"/>
                          <a:pt x="47" y="30"/>
                        </a:cubicBezTo>
                        <a:cubicBezTo>
                          <a:pt x="47" y="30"/>
                          <a:pt x="47" y="30"/>
                          <a:pt x="47" y="30"/>
                        </a:cubicBezTo>
                        <a:cubicBezTo>
                          <a:pt x="47" y="30"/>
                          <a:pt x="47" y="30"/>
                          <a:pt x="47" y="30"/>
                        </a:cubicBezTo>
                        <a:close/>
                        <a:moveTo>
                          <a:pt x="41" y="25"/>
                        </a:moveTo>
                        <a:cubicBezTo>
                          <a:pt x="41" y="25"/>
                          <a:pt x="41" y="25"/>
                          <a:pt x="41" y="25"/>
                        </a:cubicBezTo>
                        <a:cubicBezTo>
                          <a:pt x="41" y="25"/>
                          <a:pt x="41" y="25"/>
                          <a:pt x="41" y="25"/>
                        </a:cubicBezTo>
                        <a:cubicBezTo>
                          <a:pt x="41" y="25"/>
                          <a:pt x="41" y="25"/>
                          <a:pt x="41" y="25"/>
                        </a:cubicBezTo>
                        <a:close/>
                        <a:moveTo>
                          <a:pt x="27" y="11"/>
                        </a:move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lose/>
                        <a:moveTo>
                          <a:pt x="43" y="25"/>
                        </a:moveTo>
                        <a:cubicBezTo>
                          <a:pt x="43" y="25"/>
                          <a:pt x="43" y="25"/>
                          <a:pt x="43" y="25"/>
                        </a:cubicBezTo>
                        <a:cubicBezTo>
                          <a:pt x="43" y="25"/>
                          <a:pt x="43" y="25"/>
                          <a:pt x="43" y="25"/>
                        </a:cubicBezTo>
                        <a:cubicBezTo>
                          <a:pt x="43" y="25"/>
                          <a:pt x="43" y="25"/>
                          <a:pt x="43" y="25"/>
                        </a:cubicBezTo>
                        <a:cubicBezTo>
                          <a:pt x="43" y="25"/>
                          <a:pt x="43" y="25"/>
                          <a:pt x="43" y="25"/>
                        </a:cubicBezTo>
                        <a:close/>
                        <a:moveTo>
                          <a:pt x="15" y="12"/>
                        </a:moveTo>
                        <a:cubicBezTo>
                          <a:pt x="15" y="12"/>
                          <a:pt x="15" y="12"/>
                          <a:pt x="15" y="12"/>
                        </a:cubicBezTo>
                        <a:cubicBezTo>
                          <a:pt x="15" y="12"/>
                          <a:pt x="15" y="12"/>
                          <a:pt x="15" y="12"/>
                        </a:cubicBezTo>
                        <a:close/>
                        <a:moveTo>
                          <a:pt x="18" y="14"/>
                        </a:moveTo>
                        <a:cubicBezTo>
                          <a:pt x="18" y="14"/>
                          <a:pt x="18" y="14"/>
                          <a:pt x="18" y="14"/>
                        </a:cubicBezTo>
                        <a:cubicBezTo>
                          <a:pt x="18" y="14"/>
                          <a:pt x="18" y="14"/>
                          <a:pt x="18" y="14"/>
                        </a:cubicBezTo>
                        <a:cubicBezTo>
                          <a:pt x="18" y="14"/>
                          <a:pt x="18" y="15"/>
                          <a:pt x="18" y="15"/>
                        </a:cubicBezTo>
                        <a:cubicBezTo>
                          <a:pt x="18" y="15"/>
                          <a:pt x="18" y="14"/>
                          <a:pt x="18" y="14"/>
                        </a:cubicBezTo>
                        <a:close/>
                        <a:moveTo>
                          <a:pt x="29" y="13"/>
                        </a:moveTo>
                        <a:cubicBezTo>
                          <a:pt x="30" y="13"/>
                          <a:pt x="30" y="13"/>
                          <a:pt x="30" y="13"/>
                        </a:cubicBezTo>
                        <a:cubicBezTo>
                          <a:pt x="30" y="13"/>
                          <a:pt x="30" y="13"/>
                          <a:pt x="30" y="13"/>
                        </a:cubicBezTo>
                        <a:cubicBezTo>
                          <a:pt x="29" y="13"/>
                          <a:pt x="29" y="13"/>
                          <a:pt x="29" y="13"/>
                        </a:cubicBezTo>
                        <a:cubicBezTo>
                          <a:pt x="29" y="13"/>
                          <a:pt x="29" y="13"/>
                          <a:pt x="29" y="13"/>
                        </a:cubicBezTo>
                        <a:close/>
                        <a:moveTo>
                          <a:pt x="22" y="7"/>
                        </a:moveTo>
                        <a:cubicBezTo>
                          <a:pt x="22" y="7"/>
                          <a:pt x="22" y="7"/>
                          <a:pt x="22" y="7"/>
                        </a:cubicBezTo>
                        <a:cubicBezTo>
                          <a:pt x="22" y="7"/>
                          <a:pt x="22" y="7"/>
                          <a:pt x="22" y="7"/>
                        </a:cubicBezTo>
                        <a:cubicBezTo>
                          <a:pt x="22" y="7"/>
                          <a:pt x="22" y="7"/>
                          <a:pt x="22" y="7"/>
                        </a:cubicBezTo>
                        <a:cubicBezTo>
                          <a:pt x="22" y="7"/>
                          <a:pt x="22" y="7"/>
                          <a:pt x="22" y="7"/>
                        </a:cubicBezTo>
                        <a:close/>
                        <a:moveTo>
                          <a:pt x="27" y="10"/>
                        </a:moveTo>
                        <a:cubicBezTo>
                          <a:pt x="27" y="10"/>
                          <a:pt x="27" y="10"/>
                          <a:pt x="27" y="10"/>
                        </a:cubicBezTo>
                        <a:cubicBezTo>
                          <a:pt x="27" y="10"/>
                          <a:pt x="27" y="10"/>
                          <a:pt x="27" y="10"/>
                        </a:cubicBezTo>
                        <a:cubicBezTo>
                          <a:pt x="27" y="10"/>
                          <a:pt x="27" y="10"/>
                          <a:pt x="27" y="10"/>
                        </a:cubicBezTo>
                        <a:close/>
                        <a:moveTo>
                          <a:pt x="16" y="6"/>
                        </a:moveTo>
                        <a:cubicBezTo>
                          <a:pt x="16" y="6"/>
                          <a:pt x="16" y="6"/>
                          <a:pt x="16" y="6"/>
                        </a:cubicBezTo>
                        <a:cubicBezTo>
                          <a:pt x="16" y="6"/>
                          <a:pt x="16" y="6"/>
                          <a:pt x="16" y="6"/>
                        </a:cubicBezTo>
                        <a:cubicBezTo>
                          <a:pt x="16" y="6"/>
                          <a:pt x="16" y="6"/>
                          <a:pt x="16" y="6"/>
                        </a:cubicBezTo>
                        <a:close/>
                        <a:moveTo>
                          <a:pt x="4" y="2"/>
                        </a:moveTo>
                        <a:cubicBezTo>
                          <a:pt x="4" y="2"/>
                          <a:pt x="4" y="2"/>
                          <a:pt x="4" y="2"/>
                        </a:cubicBezTo>
                        <a:cubicBezTo>
                          <a:pt x="4" y="2"/>
                          <a:pt x="4" y="2"/>
                          <a:pt x="4" y="2"/>
                        </a:cubicBezTo>
                        <a:cubicBezTo>
                          <a:pt x="4" y="2"/>
                          <a:pt x="4" y="2"/>
                          <a:pt x="4" y="2"/>
                        </a:cubicBezTo>
                        <a:cubicBezTo>
                          <a:pt x="4" y="2"/>
                          <a:pt x="4" y="2"/>
                          <a:pt x="4" y="2"/>
                        </a:cubicBezTo>
                        <a:close/>
                        <a:moveTo>
                          <a:pt x="14" y="11"/>
                        </a:moveTo>
                        <a:cubicBezTo>
                          <a:pt x="14" y="11"/>
                          <a:pt x="14" y="11"/>
                          <a:pt x="14" y="11"/>
                        </a:cubicBezTo>
                        <a:cubicBezTo>
                          <a:pt x="14" y="11"/>
                          <a:pt x="14" y="11"/>
                          <a:pt x="14" y="11"/>
                        </a:cubicBezTo>
                        <a:close/>
                        <a:moveTo>
                          <a:pt x="26" y="18"/>
                        </a:moveTo>
                        <a:cubicBezTo>
                          <a:pt x="26" y="18"/>
                          <a:pt x="26" y="18"/>
                          <a:pt x="26" y="18"/>
                        </a:cubicBezTo>
                        <a:cubicBezTo>
                          <a:pt x="26" y="18"/>
                          <a:pt x="26" y="18"/>
                          <a:pt x="26" y="18"/>
                        </a:cubicBezTo>
                        <a:cubicBezTo>
                          <a:pt x="26" y="18"/>
                          <a:pt x="26" y="17"/>
                          <a:pt x="26" y="17"/>
                        </a:cubicBezTo>
                        <a:cubicBezTo>
                          <a:pt x="26" y="17"/>
                          <a:pt x="26" y="17"/>
                          <a:pt x="26" y="18"/>
                        </a:cubicBezTo>
                        <a:close/>
                        <a:moveTo>
                          <a:pt x="30" y="16"/>
                        </a:moveTo>
                        <a:cubicBezTo>
                          <a:pt x="30" y="16"/>
                          <a:pt x="30" y="16"/>
                          <a:pt x="30" y="16"/>
                        </a:cubicBezTo>
                        <a:cubicBezTo>
                          <a:pt x="30" y="16"/>
                          <a:pt x="30" y="16"/>
                          <a:pt x="30" y="16"/>
                        </a:cubicBezTo>
                        <a:cubicBezTo>
                          <a:pt x="30" y="16"/>
                          <a:pt x="30" y="16"/>
                          <a:pt x="30" y="16"/>
                        </a:cubicBezTo>
                        <a:cubicBezTo>
                          <a:pt x="30" y="16"/>
                          <a:pt x="30" y="16"/>
                          <a:pt x="30" y="16"/>
                        </a:cubicBezTo>
                        <a:close/>
                        <a:moveTo>
                          <a:pt x="24" y="17"/>
                        </a:moveTo>
                        <a:cubicBezTo>
                          <a:pt x="24" y="17"/>
                          <a:pt x="24" y="17"/>
                          <a:pt x="24" y="17"/>
                        </a:cubicBezTo>
                        <a:cubicBezTo>
                          <a:pt x="24" y="17"/>
                          <a:pt x="24" y="17"/>
                          <a:pt x="24" y="17"/>
                        </a:cubicBezTo>
                        <a:cubicBezTo>
                          <a:pt x="24" y="17"/>
                          <a:pt x="24" y="17"/>
                          <a:pt x="24" y="17"/>
                        </a:cubicBezTo>
                        <a:close/>
                        <a:moveTo>
                          <a:pt x="20" y="8"/>
                        </a:moveTo>
                        <a:cubicBezTo>
                          <a:pt x="21" y="8"/>
                          <a:pt x="21" y="8"/>
                          <a:pt x="20" y="8"/>
                        </a:cubicBezTo>
                        <a:cubicBezTo>
                          <a:pt x="20" y="8"/>
                          <a:pt x="20" y="8"/>
                          <a:pt x="20" y="8"/>
                        </a:cubicBezTo>
                        <a:cubicBezTo>
                          <a:pt x="20" y="8"/>
                          <a:pt x="20" y="8"/>
                          <a:pt x="20" y="8"/>
                        </a:cubicBezTo>
                        <a:close/>
                        <a:moveTo>
                          <a:pt x="15" y="12"/>
                        </a:moveTo>
                        <a:cubicBezTo>
                          <a:pt x="15" y="12"/>
                          <a:pt x="15" y="12"/>
                          <a:pt x="15" y="12"/>
                        </a:cubicBezTo>
                        <a:cubicBezTo>
                          <a:pt x="15" y="12"/>
                          <a:pt x="15" y="12"/>
                          <a:pt x="15" y="12"/>
                        </a:cubicBezTo>
                        <a:close/>
                        <a:moveTo>
                          <a:pt x="24" y="17"/>
                        </a:moveTo>
                        <a:cubicBezTo>
                          <a:pt x="24" y="17"/>
                          <a:pt x="24" y="17"/>
                          <a:pt x="24" y="17"/>
                        </a:cubicBezTo>
                        <a:cubicBezTo>
                          <a:pt x="24" y="17"/>
                          <a:pt x="24" y="17"/>
                          <a:pt x="24" y="17"/>
                        </a:cubicBezTo>
                        <a:cubicBezTo>
                          <a:pt x="24" y="17"/>
                          <a:pt x="24" y="17"/>
                          <a:pt x="24" y="17"/>
                        </a:cubicBezTo>
                        <a:cubicBezTo>
                          <a:pt x="24" y="17"/>
                          <a:pt x="24" y="17"/>
                          <a:pt x="24" y="17"/>
                        </a:cubicBezTo>
                        <a:close/>
                        <a:moveTo>
                          <a:pt x="24" y="17"/>
                        </a:moveTo>
                        <a:cubicBezTo>
                          <a:pt x="24" y="17"/>
                          <a:pt x="24" y="17"/>
                          <a:pt x="24" y="17"/>
                        </a:cubicBezTo>
                        <a:cubicBezTo>
                          <a:pt x="24" y="17"/>
                          <a:pt x="24" y="16"/>
                          <a:pt x="24" y="16"/>
                        </a:cubicBezTo>
                        <a:cubicBezTo>
                          <a:pt x="24" y="17"/>
                          <a:pt x="24" y="17"/>
                          <a:pt x="24" y="17"/>
                        </a:cubicBezTo>
                        <a:cubicBezTo>
                          <a:pt x="24" y="17"/>
                          <a:pt x="24" y="17"/>
                          <a:pt x="24" y="17"/>
                        </a:cubicBezTo>
                        <a:close/>
                        <a:moveTo>
                          <a:pt x="18" y="6"/>
                        </a:moveTo>
                        <a:cubicBezTo>
                          <a:pt x="18" y="6"/>
                          <a:pt x="18" y="6"/>
                          <a:pt x="18" y="6"/>
                        </a:cubicBezTo>
                        <a:cubicBezTo>
                          <a:pt x="18" y="6"/>
                          <a:pt x="18" y="6"/>
                          <a:pt x="18" y="6"/>
                        </a:cubicBezTo>
                        <a:cubicBezTo>
                          <a:pt x="18" y="6"/>
                          <a:pt x="18" y="6"/>
                          <a:pt x="18" y="6"/>
                        </a:cubicBezTo>
                        <a:cubicBezTo>
                          <a:pt x="18" y="5"/>
                          <a:pt x="18" y="6"/>
                          <a:pt x="18" y="6"/>
                        </a:cubicBezTo>
                        <a:close/>
                        <a:moveTo>
                          <a:pt x="34" y="12"/>
                        </a:moveTo>
                        <a:cubicBezTo>
                          <a:pt x="34" y="12"/>
                          <a:pt x="34" y="12"/>
                          <a:pt x="34" y="12"/>
                        </a:cubicBezTo>
                        <a:cubicBezTo>
                          <a:pt x="34" y="12"/>
                          <a:pt x="34" y="12"/>
                          <a:pt x="34" y="12"/>
                        </a:cubicBezTo>
                        <a:cubicBezTo>
                          <a:pt x="34" y="12"/>
                          <a:pt x="34" y="12"/>
                          <a:pt x="34" y="12"/>
                        </a:cubicBezTo>
                        <a:cubicBezTo>
                          <a:pt x="34" y="12"/>
                          <a:pt x="34" y="12"/>
                          <a:pt x="34" y="12"/>
                        </a:cubicBezTo>
                        <a:close/>
                        <a:moveTo>
                          <a:pt x="31" y="17"/>
                        </a:moveTo>
                        <a:cubicBezTo>
                          <a:pt x="31" y="17"/>
                          <a:pt x="31" y="17"/>
                          <a:pt x="31" y="17"/>
                        </a:cubicBezTo>
                        <a:cubicBezTo>
                          <a:pt x="31" y="17"/>
                          <a:pt x="31" y="17"/>
                          <a:pt x="31" y="17"/>
                        </a:cubicBezTo>
                        <a:cubicBezTo>
                          <a:pt x="31" y="17"/>
                          <a:pt x="31" y="17"/>
                          <a:pt x="31" y="17"/>
                        </a:cubicBezTo>
                        <a:cubicBezTo>
                          <a:pt x="31" y="17"/>
                          <a:pt x="31" y="17"/>
                          <a:pt x="31" y="17"/>
                        </a:cubicBezTo>
                        <a:close/>
                        <a:moveTo>
                          <a:pt x="38" y="20"/>
                        </a:moveTo>
                        <a:cubicBezTo>
                          <a:pt x="38" y="20"/>
                          <a:pt x="38" y="20"/>
                          <a:pt x="38" y="20"/>
                        </a:cubicBezTo>
                        <a:cubicBezTo>
                          <a:pt x="38" y="20"/>
                          <a:pt x="38" y="20"/>
                          <a:pt x="38" y="20"/>
                        </a:cubicBezTo>
                        <a:cubicBezTo>
                          <a:pt x="38" y="20"/>
                          <a:pt x="38" y="20"/>
                          <a:pt x="38" y="20"/>
                        </a:cubicBezTo>
                        <a:close/>
                        <a:moveTo>
                          <a:pt x="43" y="24"/>
                        </a:moveTo>
                        <a:cubicBezTo>
                          <a:pt x="43" y="25"/>
                          <a:pt x="43" y="25"/>
                          <a:pt x="43" y="25"/>
                        </a:cubicBezTo>
                        <a:cubicBezTo>
                          <a:pt x="43" y="25"/>
                          <a:pt x="43" y="25"/>
                          <a:pt x="43" y="24"/>
                        </a:cubicBezTo>
                        <a:cubicBezTo>
                          <a:pt x="43" y="24"/>
                          <a:pt x="43" y="24"/>
                          <a:pt x="43" y="24"/>
                        </a:cubicBezTo>
                        <a:cubicBezTo>
                          <a:pt x="43" y="24"/>
                          <a:pt x="43" y="24"/>
                          <a:pt x="43" y="24"/>
                        </a:cubicBezTo>
                        <a:close/>
                        <a:moveTo>
                          <a:pt x="14" y="12"/>
                        </a:moveTo>
                        <a:cubicBezTo>
                          <a:pt x="14" y="12"/>
                          <a:pt x="14" y="12"/>
                          <a:pt x="14" y="12"/>
                        </a:cubicBezTo>
                        <a:cubicBezTo>
                          <a:pt x="13" y="12"/>
                          <a:pt x="13" y="12"/>
                          <a:pt x="13" y="12"/>
                        </a:cubicBezTo>
                        <a:cubicBezTo>
                          <a:pt x="13" y="12"/>
                          <a:pt x="13" y="12"/>
                          <a:pt x="14" y="12"/>
                        </a:cubicBezTo>
                        <a:cubicBezTo>
                          <a:pt x="14" y="12"/>
                          <a:pt x="14" y="12"/>
                          <a:pt x="14" y="12"/>
                        </a:cubicBezTo>
                        <a:cubicBezTo>
                          <a:pt x="14" y="12"/>
                          <a:pt x="14" y="12"/>
                          <a:pt x="14" y="12"/>
                        </a:cubicBezTo>
                        <a:close/>
                        <a:moveTo>
                          <a:pt x="18" y="15"/>
                        </a:moveTo>
                        <a:cubicBezTo>
                          <a:pt x="18" y="15"/>
                          <a:pt x="18" y="15"/>
                          <a:pt x="18" y="15"/>
                        </a:cubicBezTo>
                        <a:cubicBezTo>
                          <a:pt x="18" y="15"/>
                          <a:pt x="18" y="15"/>
                          <a:pt x="18" y="15"/>
                        </a:cubicBezTo>
                        <a:cubicBezTo>
                          <a:pt x="18" y="15"/>
                          <a:pt x="18" y="15"/>
                          <a:pt x="18" y="15"/>
                        </a:cubicBezTo>
                        <a:cubicBezTo>
                          <a:pt x="18" y="15"/>
                          <a:pt x="18" y="15"/>
                          <a:pt x="18" y="15"/>
                        </a:cubicBezTo>
                        <a:close/>
                        <a:moveTo>
                          <a:pt x="14" y="12"/>
                        </a:moveTo>
                        <a:cubicBezTo>
                          <a:pt x="14" y="12"/>
                          <a:pt x="14" y="12"/>
                          <a:pt x="14" y="12"/>
                        </a:cubicBezTo>
                        <a:cubicBezTo>
                          <a:pt x="14" y="12"/>
                          <a:pt x="14" y="12"/>
                          <a:pt x="14" y="12"/>
                        </a:cubicBezTo>
                        <a:cubicBezTo>
                          <a:pt x="14" y="12"/>
                          <a:pt x="14" y="12"/>
                          <a:pt x="14" y="12"/>
                        </a:cubicBezTo>
                        <a:close/>
                        <a:moveTo>
                          <a:pt x="3" y="2"/>
                        </a:moveTo>
                        <a:cubicBezTo>
                          <a:pt x="3" y="2"/>
                          <a:pt x="3" y="2"/>
                          <a:pt x="3" y="2"/>
                        </a:cubicBezTo>
                        <a:cubicBezTo>
                          <a:pt x="3" y="2"/>
                          <a:pt x="3" y="2"/>
                          <a:pt x="3" y="2"/>
                        </a:cubicBezTo>
                        <a:cubicBezTo>
                          <a:pt x="3" y="2"/>
                          <a:pt x="3" y="2"/>
                          <a:pt x="3" y="2"/>
                        </a:cubicBezTo>
                        <a:close/>
                        <a:moveTo>
                          <a:pt x="12" y="12"/>
                        </a:moveTo>
                        <a:cubicBezTo>
                          <a:pt x="12" y="12"/>
                          <a:pt x="12" y="12"/>
                          <a:pt x="12" y="12"/>
                        </a:cubicBezTo>
                        <a:cubicBezTo>
                          <a:pt x="12" y="12"/>
                          <a:pt x="12" y="12"/>
                          <a:pt x="12" y="12"/>
                        </a:cubicBezTo>
                        <a:cubicBezTo>
                          <a:pt x="12" y="12"/>
                          <a:pt x="12" y="12"/>
                          <a:pt x="12" y="12"/>
                        </a:cubicBezTo>
                        <a:cubicBezTo>
                          <a:pt x="12" y="12"/>
                          <a:pt x="12" y="12"/>
                          <a:pt x="12" y="12"/>
                        </a:cubicBezTo>
                        <a:close/>
                        <a:moveTo>
                          <a:pt x="15" y="11"/>
                        </a:moveTo>
                        <a:cubicBezTo>
                          <a:pt x="15" y="11"/>
                          <a:pt x="15" y="11"/>
                          <a:pt x="15" y="11"/>
                        </a:cubicBezTo>
                        <a:cubicBezTo>
                          <a:pt x="15" y="11"/>
                          <a:pt x="15" y="11"/>
                          <a:pt x="15" y="11"/>
                        </a:cubicBezTo>
                        <a:cubicBezTo>
                          <a:pt x="15" y="11"/>
                          <a:pt x="15" y="11"/>
                          <a:pt x="15" y="11"/>
                        </a:cubicBezTo>
                        <a:cubicBezTo>
                          <a:pt x="15" y="11"/>
                          <a:pt x="15" y="11"/>
                          <a:pt x="15" y="11"/>
                        </a:cubicBezTo>
                        <a:close/>
                        <a:moveTo>
                          <a:pt x="34" y="36"/>
                        </a:moveTo>
                        <a:cubicBezTo>
                          <a:pt x="34" y="36"/>
                          <a:pt x="34" y="36"/>
                          <a:pt x="34" y="36"/>
                        </a:cubicBezTo>
                        <a:cubicBezTo>
                          <a:pt x="34" y="36"/>
                          <a:pt x="34" y="36"/>
                          <a:pt x="34" y="35"/>
                        </a:cubicBezTo>
                        <a:cubicBezTo>
                          <a:pt x="33" y="35"/>
                          <a:pt x="33" y="35"/>
                          <a:pt x="33" y="35"/>
                        </a:cubicBezTo>
                        <a:cubicBezTo>
                          <a:pt x="33" y="35"/>
                          <a:pt x="33" y="35"/>
                          <a:pt x="33" y="35"/>
                        </a:cubicBezTo>
                        <a:cubicBezTo>
                          <a:pt x="33" y="35"/>
                          <a:pt x="33" y="35"/>
                          <a:pt x="33" y="35"/>
                        </a:cubicBezTo>
                        <a:cubicBezTo>
                          <a:pt x="33" y="35"/>
                          <a:pt x="33" y="35"/>
                          <a:pt x="32" y="35"/>
                        </a:cubicBezTo>
                        <a:cubicBezTo>
                          <a:pt x="32" y="35"/>
                          <a:pt x="32" y="35"/>
                          <a:pt x="32" y="34"/>
                        </a:cubicBezTo>
                        <a:cubicBezTo>
                          <a:pt x="32" y="34"/>
                          <a:pt x="31" y="34"/>
                          <a:pt x="31" y="34"/>
                        </a:cubicBezTo>
                        <a:cubicBezTo>
                          <a:pt x="31" y="34"/>
                          <a:pt x="31" y="34"/>
                          <a:pt x="31" y="34"/>
                        </a:cubicBezTo>
                        <a:cubicBezTo>
                          <a:pt x="31" y="34"/>
                          <a:pt x="31" y="34"/>
                          <a:pt x="31" y="34"/>
                        </a:cubicBezTo>
                        <a:cubicBezTo>
                          <a:pt x="30" y="34"/>
                          <a:pt x="30" y="34"/>
                          <a:pt x="30" y="34"/>
                        </a:cubicBezTo>
                        <a:cubicBezTo>
                          <a:pt x="30" y="33"/>
                          <a:pt x="30" y="34"/>
                          <a:pt x="30" y="34"/>
                        </a:cubicBezTo>
                        <a:cubicBezTo>
                          <a:pt x="30" y="34"/>
                          <a:pt x="30" y="34"/>
                          <a:pt x="30" y="34"/>
                        </a:cubicBezTo>
                        <a:cubicBezTo>
                          <a:pt x="30" y="34"/>
                          <a:pt x="30" y="34"/>
                          <a:pt x="30" y="34"/>
                        </a:cubicBezTo>
                        <a:cubicBezTo>
                          <a:pt x="30" y="35"/>
                          <a:pt x="30" y="35"/>
                          <a:pt x="30" y="35"/>
                        </a:cubicBezTo>
                        <a:cubicBezTo>
                          <a:pt x="30" y="35"/>
                          <a:pt x="30" y="35"/>
                          <a:pt x="30" y="35"/>
                        </a:cubicBezTo>
                        <a:cubicBezTo>
                          <a:pt x="30" y="34"/>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3" y="35"/>
                          <a:pt x="33" y="35"/>
                          <a:pt x="33" y="36"/>
                        </a:cubicBezTo>
                        <a:cubicBezTo>
                          <a:pt x="33" y="36"/>
                          <a:pt x="33" y="36"/>
                          <a:pt x="33" y="36"/>
                        </a:cubicBezTo>
                        <a:cubicBezTo>
                          <a:pt x="33" y="36"/>
                          <a:pt x="33" y="36"/>
                          <a:pt x="33" y="36"/>
                        </a:cubicBezTo>
                        <a:cubicBezTo>
                          <a:pt x="33" y="36"/>
                          <a:pt x="33" y="36"/>
                          <a:pt x="33"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5" y="36"/>
                          <a:pt x="34" y="36"/>
                          <a:pt x="34" y="36"/>
                        </a:cubicBezTo>
                        <a:close/>
                        <a:moveTo>
                          <a:pt x="34" y="36"/>
                        </a:moveTo>
                        <a:cubicBezTo>
                          <a:pt x="34" y="36"/>
                          <a:pt x="34" y="36"/>
                          <a:pt x="34" y="36"/>
                        </a:cubicBezTo>
                        <a:cubicBezTo>
                          <a:pt x="34" y="36"/>
                          <a:pt x="34" y="36"/>
                          <a:pt x="34" y="36"/>
                        </a:cubicBezTo>
                        <a:cubicBezTo>
                          <a:pt x="34" y="36"/>
                          <a:pt x="34" y="36"/>
                          <a:pt x="34" y="36"/>
                        </a:cubicBezTo>
                        <a:cubicBezTo>
                          <a:pt x="34" y="36"/>
                          <a:pt x="34" y="36"/>
                          <a:pt x="33" y="36"/>
                        </a:cubicBezTo>
                        <a:cubicBezTo>
                          <a:pt x="33" y="36"/>
                          <a:pt x="33" y="36"/>
                          <a:pt x="33" y="36"/>
                        </a:cubicBezTo>
                        <a:cubicBezTo>
                          <a:pt x="33" y="36"/>
                          <a:pt x="33" y="36"/>
                          <a:pt x="33" y="36"/>
                        </a:cubicBezTo>
                        <a:cubicBezTo>
                          <a:pt x="33" y="36"/>
                          <a:pt x="33" y="36"/>
                          <a:pt x="33" y="36"/>
                        </a:cubicBezTo>
                        <a:cubicBezTo>
                          <a:pt x="33" y="35"/>
                          <a:pt x="33" y="35"/>
                          <a:pt x="33" y="35"/>
                        </a:cubicBezTo>
                        <a:cubicBezTo>
                          <a:pt x="33" y="35"/>
                          <a:pt x="33" y="35"/>
                          <a:pt x="33" y="35"/>
                        </a:cubicBezTo>
                        <a:cubicBezTo>
                          <a:pt x="33" y="35"/>
                          <a:pt x="33" y="35"/>
                          <a:pt x="33" y="35"/>
                        </a:cubicBezTo>
                        <a:cubicBezTo>
                          <a:pt x="33" y="35"/>
                          <a:pt x="33" y="35"/>
                          <a:pt x="33" y="35"/>
                        </a:cubicBezTo>
                        <a:cubicBezTo>
                          <a:pt x="34" y="35"/>
                          <a:pt x="34" y="36"/>
                          <a:pt x="34" y="36"/>
                        </a:cubicBezTo>
                        <a:cubicBezTo>
                          <a:pt x="34" y="36"/>
                          <a:pt x="34" y="36"/>
                          <a:pt x="34" y="36"/>
                        </a:cubicBezTo>
                        <a:cubicBezTo>
                          <a:pt x="34" y="36"/>
                          <a:pt x="34" y="36"/>
                          <a:pt x="34" y="36"/>
                        </a:cubicBezTo>
                        <a:close/>
                        <a:moveTo>
                          <a:pt x="69" y="29"/>
                        </a:moveTo>
                        <a:cubicBezTo>
                          <a:pt x="70" y="29"/>
                          <a:pt x="70" y="29"/>
                          <a:pt x="70" y="29"/>
                        </a:cubicBezTo>
                        <a:cubicBezTo>
                          <a:pt x="70" y="29"/>
                          <a:pt x="70" y="29"/>
                          <a:pt x="70" y="29"/>
                        </a:cubicBezTo>
                        <a:cubicBezTo>
                          <a:pt x="70" y="29"/>
                          <a:pt x="70" y="29"/>
                          <a:pt x="70" y="29"/>
                        </a:cubicBezTo>
                        <a:cubicBezTo>
                          <a:pt x="70" y="29"/>
                          <a:pt x="70" y="29"/>
                          <a:pt x="70" y="29"/>
                        </a:cubicBezTo>
                        <a:cubicBezTo>
                          <a:pt x="70" y="29"/>
                          <a:pt x="70" y="28"/>
                          <a:pt x="70" y="28"/>
                        </a:cubicBezTo>
                        <a:cubicBezTo>
                          <a:pt x="71" y="28"/>
                          <a:pt x="71" y="28"/>
                          <a:pt x="71" y="28"/>
                        </a:cubicBezTo>
                        <a:cubicBezTo>
                          <a:pt x="71" y="28"/>
                          <a:pt x="71" y="28"/>
                          <a:pt x="71" y="28"/>
                        </a:cubicBezTo>
                        <a:cubicBezTo>
                          <a:pt x="71" y="28"/>
                          <a:pt x="72" y="28"/>
                          <a:pt x="72" y="28"/>
                        </a:cubicBezTo>
                        <a:cubicBezTo>
                          <a:pt x="72" y="28"/>
                          <a:pt x="72" y="28"/>
                          <a:pt x="72" y="28"/>
                        </a:cubicBezTo>
                        <a:cubicBezTo>
                          <a:pt x="72" y="29"/>
                          <a:pt x="72" y="29"/>
                          <a:pt x="71" y="29"/>
                        </a:cubicBezTo>
                        <a:cubicBezTo>
                          <a:pt x="71" y="29"/>
                          <a:pt x="71" y="29"/>
                          <a:pt x="71" y="29"/>
                        </a:cubicBezTo>
                        <a:cubicBezTo>
                          <a:pt x="71" y="29"/>
                          <a:pt x="71" y="29"/>
                          <a:pt x="71" y="29"/>
                        </a:cubicBezTo>
                        <a:cubicBezTo>
                          <a:pt x="71" y="29"/>
                          <a:pt x="70" y="29"/>
                          <a:pt x="70" y="29"/>
                        </a:cubicBezTo>
                        <a:cubicBezTo>
                          <a:pt x="70" y="30"/>
                          <a:pt x="70" y="30"/>
                          <a:pt x="70" y="29"/>
                        </a:cubicBezTo>
                        <a:cubicBezTo>
                          <a:pt x="70" y="30"/>
                          <a:pt x="70" y="30"/>
                          <a:pt x="70" y="30"/>
                        </a:cubicBezTo>
                        <a:cubicBezTo>
                          <a:pt x="70" y="30"/>
                          <a:pt x="70" y="29"/>
                          <a:pt x="69" y="29"/>
                        </a:cubicBezTo>
                        <a:cubicBezTo>
                          <a:pt x="69" y="29"/>
                          <a:pt x="69" y="29"/>
                          <a:pt x="69" y="29"/>
                        </a:cubicBezTo>
                        <a:close/>
                        <a:moveTo>
                          <a:pt x="77" y="35"/>
                        </a:moveTo>
                        <a:cubicBezTo>
                          <a:pt x="76" y="35"/>
                          <a:pt x="77" y="35"/>
                          <a:pt x="77" y="35"/>
                        </a:cubicBezTo>
                        <a:cubicBezTo>
                          <a:pt x="77" y="35"/>
                          <a:pt x="77" y="35"/>
                          <a:pt x="78" y="35"/>
                        </a:cubicBezTo>
                        <a:cubicBezTo>
                          <a:pt x="78" y="35"/>
                          <a:pt x="78" y="35"/>
                          <a:pt x="78" y="35"/>
                        </a:cubicBezTo>
                        <a:cubicBezTo>
                          <a:pt x="78" y="35"/>
                          <a:pt x="78" y="35"/>
                          <a:pt x="78" y="35"/>
                        </a:cubicBezTo>
                        <a:cubicBezTo>
                          <a:pt x="78" y="35"/>
                          <a:pt x="78" y="35"/>
                          <a:pt x="78" y="35"/>
                        </a:cubicBezTo>
                        <a:cubicBezTo>
                          <a:pt x="78" y="35"/>
                          <a:pt x="78" y="35"/>
                          <a:pt x="78" y="36"/>
                        </a:cubicBezTo>
                        <a:cubicBezTo>
                          <a:pt x="78" y="36"/>
                          <a:pt x="77" y="36"/>
                          <a:pt x="77" y="36"/>
                        </a:cubicBezTo>
                        <a:cubicBezTo>
                          <a:pt x="77" y="36"/>
                          <a:pt x="77" y="36"/>
                          <a:pt x="77" y="36"/>
                        </a:cubicBezTo>
                        <a:cubicBezTo>
                          <a:pt x="77" y="36"/>
                          <a:pt x="77" y="35"/>
                          <a:pt x="77" y="35"/>
                        </a:cubicBezTo>
                        <a:close/>
                        <a:moveTo>
                          <a:pt x="74" y="32"/>
                        </a:moveTo>
                        <a:cubicBezTo>
                          <a:pt x="74" y="32"/>
                          <a:pt x="74" y="32"/>
                          <a:pt x="75" y="32"/>
                        </a:cubicBezTo>
                        <a:cubicBezTo>
                          <a:pt x="75" y="32"/>
                          <a:pt x="75" y="32"/>
                          <a:pt x="75" y="33"/>
                        </a:cubicBezTo>
                        <a:cubicBezTo>
                          <a:pt x="75" y="33"/>
                          <a:pt x="75" y="33"/>
                          <a:pt x="75" y="33"/>
                        </a:cubicBezTo>
                        <a:cubicBezTo>
                          <a:pt x="74" y="33"/>
                          <a:pt x="74" y="33"/>
                          <a:pt x="74" y="32"/>
                        </a:cubicBezTo>
                        <a:close/>
                        <a:moveTo>
                          <a:pt x="73" y="26"/>
                        </a:moveTo>
                        <a:cubicBezTo>
                          <a:pt x="73" y="26"/>
                          <a:pt x="73" y="26"/>
                          <a:pt x="73" y="26"/>
                        </a:cubicBezTo>
                        <a:cubicBezTo>
                          <a:pt x="73" y="26"/>
                          <a:pt x="74" y="26"/>
                          <a:pt x="74" y="26"/>
                        </a:cubicBezTo>
                        <a:cubicBezTo>
                          <a:pt x="73" y="26"/>
                          <a:pt x="73" y="26"/>
                          <a:pt x="73" y="26"/>
                        </a:cubicBezTo>
                        <a:cubicBezTo>
                          <a:pt x="73" y="26"/>
                          <a:pt x="73" y="26"/>
                          <a:pt x="73" y="26"/>
                        </a:cubicBezTo>
                        <a:close/>
                        <a:moveTo>
                          <a:pt x="71" y="29"/>
                        </a:moveTo>
                        <a:cubicBezTo>
                          <a:pt x="71" y="29"/>
                          <a:pt x="72" y="29"/>
                          <a:pt x="72" y="29"/>
                        </a:cubicBezTo>
                        <a:cubicBezTo>
                          <a:pt x="72" y="29"/>
                          <a:pt x="72" y="29"/>
                          <a:pt x="71" y="29"/>
                        </a:cubicBezTo>
                        <a:close/>
                        <a:moveTo>
                          <a:pt x="70" y="29"/>
                        </a:moveTo>
                        <a:cubicBezTo>
                          <a:pt x="70" y="28"/>
                          <a:pt x="70" y="28"/>
                          <a:pt x="70" y="28"/>
                        </a:cubicBezTo>
                        <a:cubicBezTo>
                          <a:pt x="70" y="28"/>
                          <a:pt x="70" y="28"/>
                          <a:pt x="70" y="28"/>
                        </a:cubicBezTo>
                        <a:cubicBezTo>
                          <a:pt x="70" y="29"/>
                          <a:pt x="70" y="29"/>
                          <a:pt x="70" y="29"/>
                        </a:cubicBezTo>
                        <a:cubicBezTo>
                          <a:pt x="70" y="29"/>
                          <a:pt x="70" y="29"/>
                          <a:pt x="70" y="29"/>
                        </a:cubicBezTo>
                        <a:close/>
                        <a:moveTo>
                          <a:pt x="70" y="26"/>
                        </a:moveTo>
                        <a:cubicBezTo>
                          <a:pt x="70" y="26"/>
                          <a:pt x="70" y="26"/>
                          <a:pt x="70" y="26"/>
                        </a:cubicBezTo>
                        <a:cubicBezTo>
                          <a:pt x="70" y="26"/>
                          <a:pt x="70" y="26"/>
                          <a:pt x="70" y="26"/>
                        </a:cubicBezTo>
                        <a:cubicBezTo>
                          <a:pt x="70" y="26"/>
                          <a:pt x="70" y="26"/>
                          <a:pt x="70" y="26"/>
                        </a:cubicBezTo>
                        <a:cubicBezTo>
                          <a:pt x="70" y="26"/>
                          <a:pt x="70" y="26"/>
                          <a:pt x="70" y="26"/>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6" name="Freeform 735">
                    <a:extLst>
                      <a:ext uri="{FF2B5EF4-FFF2-40B4-BE49-F238E27FC236}">
                        <a16:creationId xmlns:a16="http://schemas.microsoft.com/office/drawing/2014/main" id="{32842471-7FF0-B708-C419-1D50A7F60205}"/>
                      </a:ext>
                    </a:extLst>
                  </p:cNvPr>
                  <p:cNvSpPr>
                    <a:spLocks noEditPoints="1"/>
                  </p:cNvSpPr>
                  <p:nvPr/>
                </p:nvSpPr>
                <p:spPr bwMode="auto">
                  <a:xfrm>
                    <a:off x="9996488" y="5462588"/>
                    <a:ext cx="128587" cy="95250"/>
                  </a:xfrm>
                  <a:custGeom>
                    <a:avLst/>
                    <a:gdLst>
                      <a:gd name="T0" fmla="*/ 24 w 31"/>
                      <a:gd name="T1" fmla="*/ 11 h 23"/>
                      <a:gd name="T2" fmla="*/ 24 w 31"/>
                      <a:gd name="T3" fmla="*/ 9 h 23"/>
                      <a:gd name="T4" fmla="*/ 23 w 31"/>
                      <a:gd name="T5" fmla="*/ 9 h 23"/>
                      <a:gd name="T6" fmla="*/ 25 w 31"/>
                      <a:gd name="T7" fmla="*/ 9 h 23"/>
                      <a:gd name="T8" fmla="*/ 26 w 31"/>
                      <a:gd name="T9" fmla="*/ 11 h 23"/>
                      <a:gd name="T10" fmla="*/ 26 w 31"/>
                      <a:gd name="T11" fmla="*/ 22 h 23"/>
                      <a:gd name="T12" fmla="*/ 26 w 31"/>
                      <a:gd name="T13" fmla="*/ 22 h 23"/>
                      <a:gd name="T14" fmla="*/ 20 w 31"/>
                      <a:gd name="T15" fmla="*/ 8 h 23"/>
                      <a:gd name="T16" fmla="*/ 6 w 31"/>
                      <a:gd name="T17" fmla="*/ 11 h 23"/>
                      <a:gd name="T18" fmla="*/ 6 w 31"/>
                      <a:gd name="T19" fmla="*/ 11 h 23"/>
                      <a:gd name="T20" fmla="*/ 16 w 31"/>
                      <a:gd name="T21" fmla="*/ 19 h 23"/>
                      <a:gd name="T22" fmla="*/ 0 w 31"/>
                      <a:gd name="T23" fmla="*/ 2 h 23"/>
                      <a:gd name="T24" fmla="*/ 14 w 31"/>
                      <a:gd name="T25" fmla="*/ 17 h 23"/>
                      <a:gd name="T26" fmla="*/ 22 w 31"/>
                      <a:gd name="T27" fmla="*/ 22 h 23"/>
                      <a:gd name="T28" fmla="*/ 4 w 31"/>
                      <a:gd name="T29" fmla="*/ 5 h 23"/>
                      <a:gd name="T30" fmla="*/ 4 w 31"/>
                      <a:gd name="T31" fmla="*/ 5 h 23"/>
                      <a:gd name="T32" fmla="*/ 8 w 31"/>
                      <a:gd name="T33" fmla="*/ 12 h 23"/>
                      <a:gd name="T34" fmla="*/ 10 w 31"/>
                      <a:gd name="T35" fmla="*/ 14 h 23"/>
                      <a:gd name="T36" fmla="*/ 2 w 31"/>
                      <a:gd name="T37" fmla="*/ 4 h 23"/>
                      <a:gd name="T38" fmla="*/ 22 w 31"/>
                      <a:gd name="T39" fmla="*/ 21 h 23"/>
                      <a:gd name="T40" fmla="*/ 21 w 31"/>
                      <a:gd name="T41" fmla="*/ 21 h 23"/>
                      <a:gd name="T42" fmla="*/ 20 w 31"/>
                      <a:gd name="T43" fmla="*/ 20 h 23"/>
                      <a:gd name="T44" fmla="*/ 19 w 31"/>
                      <a:gd name="T45" fmla="*/ 20 h 23"/>
                      <a:gd name="T46" fmla="*/ 19 w 31"/>
                      <a:gd name="T47" fmla="*/ 20 h 23"/>
                      <a:gd name="T48" fmla="*/ 17 w 31"/>
                      <a:gd name="T49" fmla="*/ 19 h 23"/>
                      <a:gd name="T50" fmla="*/ 16 w 31"/>
                      <a:gd name="T51" fmla="*/ 18 h 23"/>
                      <a:gd name="T52" fmla="*/ 14 w 31"/>
                      <a:gd name="T53" fmla="*/ 16 h 23"/>
                      <a:gd name="T54" fmla="*/ 13 w 31"/>
                      <a:gd name="T55" fmla="*/ 17 h 23"/>
                      <a:gd name="T56" fmla="*/ 12 w 31"/>
                      <a:gd name="T57" fmla="*/ 15 h 23"/>
                      <a:gd name="T58" fmla="*/ 9 w 31"/>
                      <a:gd name="T59" fmla="*/ 13 h 23"/>
                      <a:gd name="T60" fmla="*/ 9 w 31"/>
                      <a:gd name="T61" fmla="*/ 13 h 23"/>
                      <a:gd name="T62" fmla="*/ 7 w 31"/>
                      <a:gd name="T63" fmla="*/ 11 h 23"/>
                      <a:gd name="T64" fmla="*/ 7 w 31"/>
                      <a:gd name="T65" fmla="*/ 10 h 23"/>
                      <a:gd name="T66" fmla="*/ 5 w 31"/>
                      <a:gd name="T67" fmla="*/ 9 h 23"/>
                      <a:gd name="T68" fmla="*/ 4 w 31"/>
                      <a:gd name="T69" fmla="*/ 7 h 23"/>
                      <a:gd name="T70" fmla="*/ 3 w 31"/>
                      <a:gd name="T71" fmla="*/ 6 h 23"/>
                      <a:gd name="T72" fmla="*/ 3 w 31"/>
                      <a:gd name="T73" fmla="*/ 5 h 23"/>
                      <a:gd name="T74" fmla="*/ 3 w 31"/>
                      <a:gd name="T75" fmla="*/ 5 h 23"/>
                      <a:gd name="T76" fmla="*/ 5 w 31"/>
                      <a:gd name="T77" fmla="*/ 6 h 23"/>
                      <a:gd name="T78" fmla="*/ 7 w 31"/>
                      <a:gd name="T79" fmla="*/ 7 h 23"/>
                      <a:gd name="T80" fmla="*/ 11 w 31"/>
                      <a:gd name="T81" fmla="*/ 10 h 23"/>
                      <a:gd name="T82" fmla="*/ 13 w 31"/>
                      <a:gd name="T83" fmla="*/ 12 h 23"/>
                      <a:gd name="T84" fmla="*/ 15 w 31"/>
                      <a:gd name="T85" fmla="*/ 14 h 23"/>
                      <a:gd name="T86" fmla="*/ 16 w 31"/>
                      <a:gd name="T87" fmla="*/ 14 h 23"/>
                      <a:gd name="T88" fmla="*/ 18 w 31"/>
                      <a:gd name="T89" fmla="*/ 15 h 23"/>
                      <a:gd name="T90" fmla="*/ 20 w 31"/>
                      <a:gd name="T91" fmla="*/ 17 h 23"/>
                      <a:gd name="T92" fmla="*/ 23 w 31"/>
                      <a:gd name="T93" fmla="*/ 19 h 23"/>
                      <a:gd name="T94" fmla="*/ 1 w 31"/>
                      <a:gd name="T95" fmla="*/ 4 h 23"/>
                      <a:gd name="T96" fmla="*/ 0 w 31"/>
                      <a:gd name="T97" fmla="*/ 1 h 23"/>
                      <a:gd name="T98" fmla="*/ 31 w 31"/>
                      <a:gd name="T99" fmla="*/ 14 h 23"/>
                      <a:gd name="T100" fmla="*/ 28 w 31"/>
                      <a:gd name="T101" fmla="*/ 14 h 23"/>
                      <a:gd name="T102" fmla="*/ 30 w 31"/>
                      <a:gd name="T103" fmla="*/ 16 h 23"/>
                      <a:gd name="T104" fmla="*/ 20 w 31"/>
                      <a:gd name="T105" fmla="*/ 7 h 23"/>
                      <a:gd name="T106" fmla="*/ 20 w 31"/>
                      <a:gd name="T107" fmla="*/ 7 h 23"/>
                      <a:gd name="T108" fmla="*/ 16 w 31"/>
                      <a:gd name="T109" fmla="*/ 18 h 23"/>
                      <a:gd name="T110" fmla="*/ 16 w 31"/>
                      <a:gd name="T111" fmla="*/ 19 h 23"/>
                      <a:gd name="T112" fmla="*/ 16 w 31"/>
                      <a:gd name="T113"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 h="23">
                        <a:moveTo>
                          <a:pt x="26" y="12"/>
                        </a:moveTo>
                        <a:cubicBezTo>
                          <a:pt x="26" y="12"/>
                          <a:pt x="26" y="12"/>
                          <a:pt x="26" y="12"/>
                        </a:cubicBezTo>
                        <a:cubicBezTo>
                          <a:pt x="25" y="12"/>
                          <a:pt x="25" y="12"/>
                          <a:pt x="25" y="12"/>
                        </a:cubicBezTo>
                        <a:cubicBezTo>
                          <a:pt x="25" y="12"/>
                          <a:pt x="25" y="12"/>
                          <a:pt x="24" y="11"/>
                        </a:cubicBezTo>
                        <a:cubicBezTo>
                          <a:pt x="24" y="11"/>
                          <a:pt x="24" y="11"/>
                          <a:pt x="24" y="11"/>
                        </a:cubicBezTo>
                        <a:cubicBezTo>
                          <a:pt x="23" y="11"/>
                          <a:pt x="23" y="11"/>
                          <a:pt x="23" y="10"/>
                        </a:cubicBezTo>
                        <a:cubicBezTo>
                          <a:pt x="23" y="10"/>
                          <a:pt x="23" y="10"/>
                          <a:pt x="23" y="10"/>
                        </a:cubicBezTo>
                        <a:cubicBezTo>
                          <a:pt x="23" y="10"/>
                          <a:pt x="23" y="10"/>
                          <a:pt x="23" y="10"/>
                        </a:cubicBezTo>
                        <a:cubicBezTo>
                          <a:pt x="24" y="10"/>
                          <a:pt x="24" y="10"/>
                          <a:pt x="24" y="10"/>
                        </a:cubicBezTo>
                        <a:cubicBezTo>
                          <a:pt x="24" y="10"/>
                          <a:pt x="24" y="9"/>
                          <a:pt x="24" y="9"/>
                        </a:cubicBezTo>
                        <a:cubicBezTo>
                          <a:pt x="24" y="9"/>
                          <a:pt x="24" y="9"/>
                          <a:pt x="24" y="9"/>
                        </a:cubicBezTo>
                        <a:cubicBezTo>
                          <a:pt x="24" y="9"/>
                          <a:pt x="24" y="9"/>
                          <a:pt x="24" y="9"/>
                        </a:cubicBezTo>
                        <a:cubicBezTo>
                          <a:pt x="24" y="9"/>
                          <a:pt x="24" y="9"/>
                          <a:pt x="24" y="9"/>
                        </a:cubicBezTo>
                        <a:cubicBezTo>
                          <a:pt x="24" y="9"/>
                          <a:pt x="23" y="9"/>
                          <a:pt x="23" y="9"/>
                        </a:cubicBezTo>
                        <a:cubicBezTo>
                          <a:pt x="23" y="9"/>
                          <a:pt x="23" y="9"/>
                          <a:pt x="23" y="9"/>
                        </a:cubicBezTo>
                        <a:cubicBezTo>
                          <a:pt x="23" y="9"/>
                          <a:pt x="23" y="9"/>
                          <a:pt x="24" y="9"/>
                        </a:cubicBezTo>
                        <a:cubicBezTo>
                          <a:pt x="24" y="9"/>
                          <a:pt x="24" y="9"/>
                          <a:pt x="24" y="9"/>
                        </a:cubicBezTo>
                        <a:cubicBezTo>
                          <a:pt x="24" y="9"/>
                          <a:pt x="24" y="9"/>
                          <a:pt x="24" y="9"/>
                        </a:cubicBezTo>
                        <a:cubicBezTo>
                          <a:pt x="24" y="8"/>
                          <a:pt x="24" y="9"/>
                          <a:pt x="25" y="9"/>
                        </a:cubicBezTo>
                        <a:cubicBezTo>
                          <a:pt x="25" y="9"/>
                          <a:pt x="25" y="9"/>
                          <a:pt x="25" y="9"/>
                        </a:cubicBezTo>
                        <a:cubicBezTo>
                          <a:pt x="25" y="9"/>
                          <a:pt x="25" y="9"/>
                          <a:pt x="25" y="9"/>
                        </a:cubicBezTo>
                        <a:cubicBezTo>
                          <a:pt x="25" y="9"/>
                          <a:pt x="25" y="10"/>
                          <a:pt x="25" y="10"/>
                        </a:cubicBezTo>
                        <a:cubicBezTo>
                          <a:pt x="25" y="10"/>
                          <a:pt x="25" y="10"/>
                          <a:pt x="25" y="10"/>
                        </a:cubicBezTo>
                        <a:cubicBezTo>
                          <a:pt x="25" y="10"/>
                          <a:pt x="25" y="10"/>
                          <a:pt x="25" y="10"/>
                        </a:cubicBezTo>
                        <a:cubicBezTo>
                          <a:pt x="25" y="10"/>
                          <a:pt x="26" y="11"/>
                          <a:pt x="26" y="11"/>
                        </a:cubicBezTo>
                        <a:cubicBezTo>
                          <a:pt x="26" y="11"/>
                          <a:pt x="26" y="11"/>
                          <a:pt x="26" y="11"/>
                        </a:cubicBezTo>
                        <a:cubicBezTo>
                          <a:pt x="26" y="11"/>
                          <a:pt x="26" y="11"/>
                          <a:pt x="26" y="12"/>
                        </a:cubicBezTo>
                        <a:cubicBezTo>
                          <a:pt x="26" y="12"/>
                          <a:pt x="26" y="12"/>
                          <a:pt x="26" y="12"/>
                        </a:cubicBezTo>
                        <a:close/>
                        <a:moveTo>
                          <a:pt x="26" y="22"/>
                        </a:moveTo>
                        <a:cubicBezTo>
                          <a:pt x="26" y="22"/>
                          <a:pt x="26" y="22"/>
                          <a:pt x="26" y="22"/>
                        </a:cubicBezTo>
                        <a:cubicBezTo>
                          <a:pt x="26" y="22"/>
                          <a:pt x="26" y="22"/>
                          <a:pt x="26" y="22"/>
                        </a:cubicBezTo>
                        <a:cubicBezTo>
                          <a:pt x="26" y="22"/>
                          <a:pt x="26" y="23"/>
                          <a:pt x="26" y="23"/>
                        </a:cubicBezTo>
                        <a:cubicBezTo>
                          <a:pt x="26" y="23"/>
                          <a:pt x="26" y="23"/>
                          <a:pt x="26" y="23"/>
                        </a:cubicBezTo>
                        <a:cubicBezTo>
                          <a:pt x="26" y="23"/>
                          <a:pt x="27" y="23"/>
                          <a:pt x="27" y="23"/>
                        </a:cubicBezTo>
                        <a:cubicBezTo>
                          <a:pt x="27" y="23"/>
                          <a:pt x="27" y="22"/>
                          <a:pt x="26" y="22"/>
                        </a:cubicBezTo>
                        <a:close/>
                        <a:moveTo>
                          <a:pt x="20" y="9"/>
                        </a:moveTo>
                        <a:cubicBezTo>
                          <a:pt x="19" y="9"/>
                          <a:pt x="19" y="9"/>
                          <a:pt x="19" y="9"/>
                        </a:cubicBezTo>
                        <a:cubicBezTo>
                          <a:pt x="19" y="9"/>
                          <a:pt x="19" y="9"/>
                          <a:pt x="19" y="9"/>
                        </a:cubicBezTo>
                        <a:cubicBezTo>
                          <a:pt x="20" y="9"/>
                          <a:pt x="20" y="9"/>
                          <a:pt x="20" y="9"/>
                        </a:cubicBezTo>
                        <a:cubicBezTo>
                          <a:pt x="20" y="8"/>
                          <a:pt x="20" y="8"/>
                          <a:pt x="20" y="8"/>
                        </a:cubicBezTo>
                        <a:cubicBezTo>
                          <a:pt x="20" y="8"/>
                          <a:pt x="20" y="8"/>
                          <a:pt x="20" y="8"/>
                        </a:cubicBezTo>
                        <a:cubicBezTo>
                          <a:pt x="20" y="8"/>
                          <a:pt x="20" y="8"/>
                          <a:pt x="20" y="7"/>
                        </a:cubicBezTo>
                        <a:cubicBezTo>
                          <a:pt x="20" y="8"/>
                          <a:pt x="20" y="8"/>
                          <a:pt x="20" y="9"/>
                        </a:cubicBezTo>
                        <a:close/>
                        <a:moveTo>
                          <a:pt x="6" y="11"/>
                        </a:moveTo>
                        <a:cubicBezTo>
                          <a:pt x="6" y="11"/>
                          <a:pt x="6" y="10"/>
                          <a:pt x="6" y="11"/>
                        </a:cubicBezTo>
                        <a:cubicBezTo>
                          <a:pt x="6" y="11"/>
                          <a:pt x="6" y="11"/>
                          <a:pt x="5" y="11"/>
                        </a:cubicBezTo>
                        <a:cubicBezTo>
                          <a:pt x="6" y="11"/>
                          <a:pt x="6" y="11"/>
                          <a:pt x="6" y="11"/>
                        </a:cubicBezTo>
                        <a:cubicBezTo>
                          <a:pt x="6" y="11"/>
                          <a:pt x="6" y="11"/>
                          <a:pt x="6" y="11"/>
                        </a:cubicBezTo>
                        <a:cubicBezTo>
                          <a:pt x="6" y="11"/>
                          <a:pt x="6" y="11"/>
                          <a:pt x="7" y="11"/>
                        </a:cubicBezTo>
                        <a:cubicBezTo>
                          <a:pt x="7" y="11"/>
                          <a:pt x="6" y="11"/>
                          <a:pt x="6" y="11"/>
                        </a:cubicBezTo>
                        <a:close/>
                        <a:moveTo>
                          <a:pt x="16" y="19"/>
                        </a:moveTo>
                        <a:cubicBezTo>
                          <a:pt x="16" y="19"/>
                          <a:pt x="16" y="19"/>
                          <a:pt x="16" y="19"/>
                        </a:cubicBezTo>
                        <a:cubicBezTo>
                          <a:pt x="16" y="19"/>
                          <a:pt x="16" y="19"/>
                          <a:pt x="16" y="19"/>
                        </a:cubicBezTo>
                        <a:cubicBezTo>
                          <a:pt x="16" y="19"/>
                          <a:pt x="17" y="19"/>
                          <a:pt x="17" y="19"/>
                        </a:cubicBezTo>
                        <a:cubicBezTo>
                          <a:pt x="17" y="19"/>
                          <a:pt x="17" y="19"/>
                          <a:pt x="16" y="19"/>
                        </a:cubicBezTo>
                        <a:close/>
                        <a:moveTo>
                          <a:pt x="0" y="1"/>
                        </a:moveTo>
                        <a:cubicBezTo>
                          <a:pt x="0" y="1"/>
                          <a:pt x="0" y="1"/>
                          <a:pt x="0" y="1"/>
                        </a:cubicBezTo>
                        <a:cubicBezTo>
                          <a:pt x="0" y="1"/>
                          <a:pt x="0" y="1"/>
                          <a:pt x="0" y="1"/>
                        </a:cubicBezTo>
                        <a:cubicBezTo>
                          <a:pt x="0" y="2"/>
                          <a:pt x="0" y="2"/>
                          <a:pt x="0" y="2"/>
                        </a:cubicBezTo>
                        <a:cubicBezTo>
                          <a:pt x="0" y="2"/>
                          <a:pt x="0" y="2"/>
                          <a:pt x="0" y="2"/>
                        </a:cubicBezTo>
                        <a:cubicBezTo>
                          <a:pt x="0" y="2"/>
                          <a:pt x="0" y="1"/>
                          <a:pt x="0" y="1"/>
                        </a:cubicBezTo>
                        <a:close/>
                        <a:moveTo>
                          <a:pt x="14" y="17"/>
                        </a:moveTo>
                        <a:cubicBezTo>
                          <a:pt x="14" y="17"/>
                          <a:pt x="14" y="16"/>
                          <a:pt x="14" y="16"/>
                        </a:cubicBezTo>
                        <a:cubicBezTo>
                          <a:pt x="14" y="16"/>
                          <a:pt x="14" y="17"/>
                          <a:pt x="14" y="17"/>
                        </a:cubicBezTo>
                        <a:cubicBezTo>
                          <a:pt x="14" y="17"/>
                          <a:pt x="14" y="17"/>
                          <a:pt x="14" y="17"/>
                        </a:cubicBezTo>
                        <a:cubicBezTo>
                          <a:pt x="14" y="17"/>
                          <a:pt x="14" y="17"/>
                          <a:pt x="14" y="17"/>
                        </a:cubicBezTo>
                        <a:cubicBezTo>
                          <a:pt x="14" y="17"/>
                          <a:pt x="14" y="17"/>
                          <a:pt x="14" y="17"/>
                        </a:cubicBezTo>
                        <a:close/>
                        <a:moveTo>
                          <a:pt x="22" y="21"/>
                        </a:moveTo>
                        <a:cubicBezTo>
                          <a:pt x="22" y="21"/>
                          <a:pt x="21" y="21"/>
                          <a:pt x="21" y="21"/>
                        </a:cubicBezTo>
                        <a:cubicBezTo>
                          <a:pt x="21" y="22"/>
                          <a:pt x="21" y="22"/>
                          <a:pt x="22" y="22"/>
                        </a:cubicBezTo>
                        <a:cubicBezTo>
                          <a:pt x="22" y="22"/>
                          <a:pt x="22" y="21"/>
                          <a:pt x="22" y="21"/>
                        </a:cubicBezTo>
                        <a:cubicBezTo>
                          <a:pt x="22" y="21"/>
                          <a:pt x="22" y="21"/>
                          <a:pt x="22" y="21"/>
                        </a:cubicBezTo>
                        <a:close/>
                        <a:moveTo>
                          <a:pt x="4" y="5"/>
                        </a:moveTo>
                        <a:cubicBezTo>
                          <a:pt x="4" y="5"/>
                          <a:pt x="4" y="5"/>
                          <a:pt x="4" y="5"/>
                        </a:cubicBezTo>
                        <a:cubicBezTo>
                          <a:pt x="4" y="5"/>
                          <a:pt x="4" y="5"/>
                          <a:pt x="4" y="5"/>
                        </a:cubicBezTo>
                        <a:cubicBezTo>
                          <a:pt x="4" y="4"/>
                          <a:pt x="4" y="4"/>
                          <a:pt x="4" y="4"/>
                        </a:cubicBezTo>
                        <a:cubicBezTo>
                          <a:pt x="3" y="4"/>
                          <a:pt x="4" y="4"/>
                          <a:pt x="4" y="5"/>
                        </a:cubicBezTo>
                        <a:cubicBezTo>
                          <a:pt x="4" y="5"/>
                          <a:pt x="4" y="5"/>
                          <a:pt x="4" y="5"/>
                        </a:cubicBezTo>
                        <a:cubicBezTo>
                          <a:pt x="4" y="5"/>
                          <a:pt x="4" y="4"/>
                          <a:pt x="3" y="4"/>
                        </a:cubicBezTo>
                        <a:cubicBezTo>
                          <a:pt x="3" y="5"/>
                          <a:pt x="4" y="5"/>
                          <a:pt x="4" y="5"/>
                        </a:cubicBezTo>
                        <a:close/>
                        <a:moveTo>
                          <a:pt x="8" y="12"/>
                        </a:moveTo>
                        <a:cubicBezTo>
                          <a:pt x="7" y="12"/>
                          <a:pt x="8" y="12"/>
                          <a:pt x="8" y="12"/>
                        </a:cubicBezTo>
                        <a:cubicBezTo>
                          <a:pt x="8" y="12"/>
                          <a:pt x="7" y="12"/>
                          <a:pt x="8" y="12"/>
                        </a:cubicBezTo>
                        <a:cubicBezTo>
                          <a:pt x="8" y="12"/>
                          <a:pt x="8" y="12"/>
                          <a:pt x="8" y="12"/>
                        </a:cubicBezTo>
                        <a:cubicBezTo>
                          <a:pt x="8" y="12"/>
                          <a:pt x="8" y="12"/>
                          <a:pt x="8" y="12"/>
                        </a:cubicBezTo>
                        <a:close/>
                        <a:moveTo>
                          <a:pt x="10" y="14"/>
                        </a:moveTo>
                        <a:cubicBezTo>
                          <a:pt x="10" y="14"/>
                          <a:pt x="10" y="14"/>
                          <a:pt x="10" y="14"/>
                        </a:cubicBezTo>
                        <a:cubicBezTo>
                          <a:pt x="10" y="14"/>
                          <a:pt x="10" y="14"/>
                          <a:pt x="10" y="14"/>
                        </a:cubicBezTo>
                        <a:cubicBezTo>
                          <a:pt x="10" y="14"/>
                          <a:pt x="10" y="15"/>
                          <a:pt x="10" y="15"/>
                        </a:cubicBezTo>
                        <a:cubicBezTo>
                          <a:pt x="10" y="15"/>
                          <a:pt x="10" y="14"/>
                          <a:pt x="10" y="14"/>
                        </a:cubicBezTo>
                        <a:close/>
                        <a:moveTo>
                          <a:pt x="2" y="4"/>
                        </a:moveTo>
                        <a:cubicBezTo>
                          <a:pt x="2" y="4"/>
                          <a:pt x="2" y="4"/>
                          <a:pt x="2" y="4"/>
                        </a:cubicBezTo>
                        <a:cubicBezTo>
                          <a:pt x="2" y="4"/>
                          <a:pt x="2" y="4"/>
                          <a:pt x="2" y="4"/>
                        </a:cubicBezTo>
                        <a:cubicBezTo>
                          <a:pt x="2" y="4"/>
                          <a:pt x="2" y="4"/>
                          <a:pt x="2" y="4"/>
                        </a:cubicBezTo>
                        <a:cubicBezTo>
                          <a:pt x="2" y="4"/>
                          <a:pt x="2" y="4"/>
                          <a:pt x="2" y="4"/>
                        </a:cubicBezTo>
                        <a:close/>
                        <a:moveTo>
                          <a:pt x="23" y="21"/>
                        </a:moveTo>
                        <a:cubicBezTo>
                          <a:pt x="23" y="21"/>
                          <a:pt x="23" y="21"/>
                          <a:pt x="23" y="21"/>
                        </a:cubicBezTo>
                        <a:cubicBezTo>
                          <a:pt x="23" y="21"/>
                          <a:pt x="23" y="21"/>
                          <a:pt x="23"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1" y="21"/>
                          <a:pt x="21" y="21"/>
                          <a:pt x="21" y="21"/>
                        </a:cubicBezTo>
                        <a:cubicBezTo>
                          <a:pt x="21" y="21"/>
                          <a:pt x="21" y="21"/>
                          <a:pt x="21" y="21"/>
                        </a:cubicBezTo>
                        <a:cubicBezTo>
                          <a:pt x="21" y="21"/>
                          <a:pt x="21" y="21"/>
                          <a:pt x="21" y="20"/>
                        </a:cubicBezTo>
                        <a:cubicBezTo>
                          <a:pt x="21" y="20"/>
                          <a:pt x="21"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19" y="20"/>
                          <a:pt x="20" y="20"/>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8" y="19"/>
                          <a:pt x="18" y="20"/>
                          <a:pt x="18" y="19"/>
                        </a:cubicBezTo>
                        <a:cubicBezTo>
                          <a:pt x="18" y="19"/>
                          <a:pt x="17" y="19"/>
                          <a:pt x="17" y="19"/>
                        </a:cubicBezTo>
                        <a:cubicBezTo>
                          <a:pt x="17" y="19"/>
                          <a:pt x="17" y="19"/>
                          <a:pt x="17" y="19"/>
                        </a:cubicBezTo>
                        <a:cubicBezTo>
                          <a:pt x="17" y="19"/>
                          <a:pt x="17" y="19"/>
                          <a:pt x="17" y="19"/>
                        </a:cubicBezTo>
                        <a:cubicBezTo>
                          <a:pt x="17" y="19"/>
                          <a:pt x="17" y="18"/>
                          <a:pt x="17" y="18"/>
                        </a:cubicBezTo>
                        <a:cubicBezTo>
                          <a:pt x="17" y="18"/>
                          <a:pt x="17" y="18"/>
                          <a:pt x="17" y="18"/>
                        </a:cubicBezTo>
                        <a:cubicBezTo>
                          <a:pt x="17" y="18"/>
                          <a:pt x="17" y="18"/>
                          <a:pt x="17" y="18"/>
                        </a:cubicBezTo>
                        <a:cubicBezTo>
                          <a:pt x="17" y="18"/>
                          <a:pt x="17" y="18"/>
                          <a:pt x="17" y="18"/>
                        </a:cubicBezTo>
                        <a:cubicBezTo>
                          <a:pt x="17" y="18"/>
                          <a:pt x="16" y="18"/>
                          <a:pt x="16" y="18"/>
                        </a:cubicBezTo>
                        <a:cubicBezTo>
                          <a:pt x="16" y="18"/>
                          <a:pt x="16" y="18"/>
                          <a:pt x="16" y="18"/>
                        </a:cubicBezTo>
                        <a:cubicBezTo>
                          <a:pt x="16" y="17"/>
                          <a:pt x="15" y="17"/>
                          <a:pt x="15" y="17"/>
                        </a:cubicBezTo>
                        <a:cubicBezTo>
                          <a:pt x="15" y="17"/>
                          <a:pt x="15" y="17"/>
                          <a:pt x="15" y="17"/>
                        </a:cubicBezTo>
                        <a:cubicBezTo>
                          <a:pt x="15" y="17"/>
                          <a:pt x="14" y="17"/>
                          <a:pt x="14" y="17"/>
                        </a:cubicBezTo>
                        <a:cubicBezTo>
                          <a:pt x="15" y="16"/>
                          <a:pt x="14" y="16"/>
                          <a:pt x="14" y="16"/>
                        </a:cubicBezTo>
                        <a:cubicBezTo>
                          <a:pt x="14" y="16"/>
                          <a:pt x="14" y="16"/>
                          <a:pt x="14" y="16"/>
                        </a:cubicBezTo>
                        <a:cubicBezTo>
                          <a:pt x="14" y="16"/>
                          <a:pt x="14" y="16"/>
                          <a:pt x="14" y="16"/>
                        </a:cubicBezTo>
                        <a:cubicBezTo>
                          <a:pt x="13" y="16"/>
                          <a:pt x="13" y="16"/>
                          <a:pt x="14" y="16"/>
                        </a:cubicBezTo>
                        <a:cubicBezTo>
                          <a:pt x="14" y="16"/>
                          <a:pt x="14" y="17"/>
                          <a:pt x="13" y="17"/>
                        </a:cubicBezTo>
                        <a:cubicBezTo>
                          <a:pt x="13" y="17"/>
                          <a:pt x="13" y="17"/>
                          <a:pt x="13" y="17"/>
                        </a:cubicBezTo>
                        <a:cubicBezTo>
                          <a:pt x="13" y="17"/>
                          <a:pt x="13" y="17"/>
                          <a:pt x="13" y="17"/>
                        </a:cubicBezTo>
                        <a:cubicBezTo>
                          <a:pt x="13" y="16"/>
                          <a:pt x="12" y="16"/>
                          <a:pt x="12" y="16"/>
                        </a:cubicBezTo>
                        <a:cubicBezTo>
                          <a:pt x="12" y="16"/>
                          <a:pt x="12" y="16"/>
                          <a:pt x="13" y="16"/>
                        </a:cubicBezTo>
                        <a:cubicBezTo>
                          <a:pt x="13" y="15"/>
                          <a:pt x="12" y="15"/>
                          <a:pt x="12" y="15"/>
                        </a:cubicBezTo>
                        <a:cubicBezTo>
                          <a:pt x="12" y="15"/>
                          <a:pt x="12" y="15"/>
                          <a:pt x="12" y="15"/>
                        </a:cubicBezTo>
                        <a:cubicBezTo>
                          <a:pt x="11" y="15"/>
                          <a:pt x="11" y="15"/>
                          <a:pt x="11" y="15"/>
                        </a:cubicBezTo>
                        <a:cubicBezTo>
                          <a:pt x="11" y="15"/>
                          <a:pt x="11" y="15"/>
                          <a:pt x="11" y="15"/>
                        </a:cubicBezTo>
                        <a:cubicBezTo>
                          <a:pt x="11" y="15"/>
                          <a:pt x="11" y="15"/>
                          <a:pt x="11" y="15"/>
                        </a:cubicBezTo>
                        <a:cubicBezTo>
                          <a:pt x="11" y="15"/>
                          <a:pt x="10" y="14"/>
                          <a:pt x="10" y="14"/>
                        </a:cubicBezTo>
                        <a:cubicBezTo>
                          <a:pt x="10" y="14"/>
                          <a:pt x="10" y="14"/>
                          <a:pt x="9" y="13"/>
                        </a:cubicBezTo>
                        <a:cubicBezTo>
                          <a:pt x="9" y="13"/>
                          <a:pt x="9" y="13"/>
                          <a:pt x="9" y="13"/>
                        </a:cubicBezTo>
                        <a:cubicBezTo>
                          <a:pt x="9" y="14"/>
                          <a:pt x="9" y="14"/>
                          <a:pt x="9" y="14"/>
                        </a:cubicBezTo>
                        <a:cubicBezTo>
                          <a:pt x="9" y="14"/>
                          <a:pt x="9" y="14"/>
                          <a:pt x="9" y="14"/>
                        </a:cubicBezTo>
                        <a:cubicBezTo>
                          <a:pt x="8" y="13"/>
                          <a:pt x="9" y="13"/>
                          <a:pt x="9" y="13"/>
                        </a:cubicBezTo>
                        <a:cubicBezTo>
                          <a:pt x="9" y="13"/>
                          <a:pt x="9" y="13"/>
                          <a:pt x="9" y="13"/>
                        </a:cubicBezTo>
                        <a:cubicBezTo>
                          <a:pt x="9" y="13"/>
                          <a:pt x="9" y="13"/>
                          <a:pt x="9" y="13"/>
                        </a:cubicBezTo>
                        <a:cubicBezTo>
                          <a:pt x="9" y="13"/>
                          <a:pt x="8" y="12"/>
                          <a:pt x="8" y="12"/>
                        </a:cubicBezTo>
                        <a:cubicBezTo>
                          <a:pt x="8" y="12"/>
                          <a:pt x="8" y="12"/>
                          <a:pt x="8" y="12"/>
                        </a:cubicBezTo>
                        <a:cubicBezTo>
                          <a:pt x="8" y="11"/>
                          <a:pt x="8" y="11"/>
                          <a:pt x="8"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0"/>
                        </a:cubicBezTo>
                        <a:cubicBezTo>
                          <a:pt x="7" y="10"/>
                          <a:pt x="7" y="10"/>
                          <a:pt x="7" y="10"/>
                        </a:cubicBezTo>
                        <a:cubicBezTo>
                          <a:pt x="7" y="10"/>
                          <a:pt x="6" y="10"/>
                          <a:pt x="6" y="10"/>
                        </a:cubicBezTo>
                        <a:cubicBezTo>
                          <a:pt x="6" y="10"/>
                          <a:pt x="6" y="10"/>
                          <a:pt x="6" y="10"/>
                        </a:cubicBezTo>
                        <a:cubicBezTo>
                          <a:pt x="5" y="10"/>
                          <a:pt x="5" y="9"/>
                          <a:pt x="5" y="9"/>
                        </a:cubicBezTo>
                        <a:cubicBezTo>
                          <a:pt x="5" y="9"/>
                          <a:pt x="5" y="9"/>
                          <a:pt x="5" y="9"/>
                        </a:cubicBezTo>
                        <a:cubicBezTo>
                          <a:pt x="5" y="9"/>
                          <a:pt x="5" y="9"/>
                          <a:pt x="5" y="9"/>
                        </a:cubicBezTo>
                        <a:cubicBezTo>
                          <a:pt x="5" y="9"/>
                          <a:pt x="5" y="8"/>
                          <a:pt x="5" y="8"/>
                        </a:cubicBezTo>
                        <a:cubicBezTo>
                          <a:pt x="5" y="8"/>
                          <a:pt x="4" y="8"/>
                          <a:pt x="4" y="8"/>
                        </a:cubicBezTo>
                        <a:cubicBezTo>
                          <a:pt x="4" y="8"/>
                          <a:pt x="4" y="7"/>
                          <a:pt x="4" y="7"/>
                        </a:cubicBezTo>
                        <a:cubicBezTo>
                          <a:pt x="4" y="7"/>
                          <a:pt x="4" y="7"/>
                          <a:pt x="4" y="7"/>
                        </a:cubicBezTo>
                        <a:cubicBezTo>
                          <a:pt x="3" y="7"/>
                          <a:pt x="3" y="6"/>
                          <a:pt x="4" y="6"/>
                        </a:cubicBezTo>
                        <a:cubicBezTo>
                          <a:pt x="4" y="6"/>
                          <a:pt x="4" y="6"/>
                          <a:pt x="4" y="6"/>
                        </a:cubicBezTo>
                        <a:cubicBezTo>
                          <a:pt x="4" y="6"/>
                          <a:pt x="3" y="6"/>
                          <a:pt x="3" y="6"/>
                        </a:cubicBezTo>
                        <a:cubicBezTo>
                          <a:pt x="3" y="6"/>
                          <a:pt x="3" y="6"/>
                          <a:pt x="3" y="6"/>
                        </a:cubicBezTo>
                        <a:cubicBezTo>
                          <a:pt x="3" y="6"/>
                          <a:pt x="3" y="6"/>
                          <a:pt x="3" y="6"/>
                        </a:cubicBezTo>
                        <a:cubicBezTo>
                          <a:pt x="3" y="6"/>
                          <a:pt x="3" y="6"/>
                          <a:pt x="3" y="6"/>
                        </a:cubicBezTo>
                        <a:cubicBezTo>
                          <a:pt x="3" y="6"/>
                          <a:pt x="3" y="6"/>
                          <a:pt x="2" y="6"/>
                        </a:cubicBezTo>
                        <a:cubicBezTo>
                          <a:pt x="2" y="5"/>
                          <a:pt x="2" y="5"/>
                          <a:pt x="3" y="5"/>
                        </a:cubicBezTo>
                        <a:cubicBezTo>
                          <a:pt x="3" y="5"/>
                          <a:pt x="3" y="5"/>
                          <a:pt x="3" y="5"/>
                        </a:cubicBezTo>
                        <a:cubicBezTo>
                          <a:pt x="3" y="5"/>
                          <a:pt x="3" y="5"/>
                          <a:pt x="3" y="5"/>
                        </a:cubicBezTo>
                        <a:cubicBezTo>
                          <a:pt x="3" y="5"/>
                          <a:pt x="3" y="5"/>
                          <a:pt x="3" y="5"/>
                        </a:cubicBezTo>
                        <a:cubicBezTo>
                          <a:pt x="3" y="5"/>
                          <a:pt x="3" y="5"/>
                          <a:pt x="3" y="4"/>
                        </a:cubicBezTo>
                        <a:cubicBezTo>
                          <a:pt x="3" y="4"/>
                          <a:pt x="2" y="4"/>
                          <a:pt x="3" y="4"/>
                        </a:cubicBezTo>
                        <a:cubicBezTo>
                          <a:pt x="3" y="4"/>
                          <a:pt x="3" y="4"/>
                          <a:pt x="3" y="4"/>
                        </a:cubicBezTo>
                        <a:cubicBezTo>
                          <a:pt x="3" y="5"/>
                          <a:pt x="3" y="5"/>
                          <a:pt x="3" y="5"/>
                        </a:cubicBezTo>
                        <a:cubicBezTo>
                          <a:pt x="3" y="5"/>
                          <a:pt x="3" y="5"/>
                          <a:pt x="3" y="5"/>
                        </a:cubicBezTo>
                        <a:cubicBezTo>
                          <a:pt x="3" y="5"/>
                          <a:pt x="3" y="5"/>
                          <a:pt x="4" y="5"/>
                        </a:cubicBezTo>
                        <a:cubicBezTo>
                          <a:pt x="4" y="5"/>
                          <a:pt x="4" y="5"/>
                          <a:pt x="4" y="5"/>
                        </a:cubicBezTo>
                        <a:cubicBezTo>
                          <a:pt x="4" y="6"/>
                          <a:pt x="4" y="6"/>
                          <a:pt x="5" y="6"/>
                        </a:cubicBezTo>
                        <a:cubicBezTo>
                          <a:pt x="5" y="6"/>
                          <a:pt x="5" y="6"/>
                          <a:pt x="5" y="6"/>
                        </a:cubicBezTo>
                        <a:cubicBezTo>
                          <a:pt x="5" y="6"/>
                          <a:pt x="4" y="5"/>
                          <a:pt x="5" y="5"/>
                        </a:cubicBezTo>
                        <a:cubicBezTo>
                          <a:pt x="5" y="5"/>
                          <a:pt x="5" y="5"/>
                          <a:pt x="5" y="5"/>
                        </a:cubicBezTo>
                        <a:cubicBezTo>
                          <a:pt x="5" y="5"/>
                          <a:pt x="5" y="6"/>
                          <a:pt x="5" y="6"/>
                        </a:cubicBezTo>
                        <a:cubicBezTo>
                          <a:pt x="6" y="6"/>
                          <a:pt x="6" y="6"/>
                          <a:pt x="6" y="6"/>
                        </a:cubicBezTo>
                        <a:cubicBezTo>
                          <a:pt x="6" y="6"/>
                          <a:pt x="7" y="7"/>
                          <a:pt x="7" y="7"/>
                        </a:cubicBezTo>
                        <a:cubicBezTo>
                          <a:pt x="7" y="7"/>
                          <a:pt x="8" y="7"/>
                          <a:pt x="8" y="8"/>
                        </a:cubicBezTo>
                        <a:cubicBezTo>
                          <a:pt x="8" y="8"/>
                          <a:pt x="8" y="8"/>
                          <a:pt x="8" y="8"/>
                        </a:cubicBezTo>
                        <a:cubicBezTo>
                          <a:pt x="9" y="8"/>
                          <a:pt x="9" y="9"/>
                          <a:pt x="10" y="9"/>
                        </a:cubicBezTo>
                        <a:cubicBezTo>
                          <a:pt x="10" y="9"/>
                          <a:pt x="10" y="9"/>
                          <a:pt x="10" y="9"/>
                        </a:cubicBezTo>
                        <a:cubicBezTo>
                          <a:pt x="11" y="9"/>
                          <a:pt x="11" y="9"/>
                          <a:pt x="11" y="10"/>
                        </a:cubicBezTo>
                        <a:cubicBezTo>
                          <a:pt x="11" y="10"/>
                          <a:pt x="11" y="10"/>
                          <a:pt x="12" y="10"/>
                        </a:cubicBezTo>
                        <a:cubicBezTo>
                          <a:pt x="12" y="10"/>
                          <a:pt x="12" y="10"/>
                          <a:pt x="12" y="11"/>
                        </a:cubicBezTo>
                        <a:cubicBezTo>
                          <a:pt x="12" y="11"/>
                          <a:pt x="12" y="11"/>
                          <a:pt x="12" y="12"/>
                        </a:cubicBezTo>
                        <a:cubicBezTo>
                          <a:pt x="12" y="12"/>
                          <a:pt x="13" y="12"/>
                          <a:pt x="13" y="12"/>
                        </a:cubicBezTo>
                        <a:cubicBezTo>
                          <a:pt x="13" y="12"/>
                          <a:pt x="13" y="12"/>
                          <a:pt x="13" y="12"/>
                        </a:cubicBezTo>
                        <a:cubicBezTo>
                          <a:pt x="14" y="12"/>
                          <a:pt x="13" y="12"/>
                          <a:pt x="13" y="12"/>
                        </a:cubicBezTo>
                        <a:cubicBezTo>
                          <a:pt x="13" y="13"/>
                          <a:pt x="13" y="13"/>
                          <a:pt x="13" y="13"/>
                        </a:cubicBezTo>
                        <a:cubicBezTo>
                          <a:pt x="13" y="13"/>
                          <a:pt x="14" y="13"/>
                          <a:pt x="14" y="13"/>
                        </a:cubicBezTo>
                        <a:cubicBezTo>
                          <a:pt x="14" y="13"/>
                          <a:pt x="14" y="13"/>
                          <a:pt x="14" y="13"/>
                        </a:cubicBezTo>
                        <a:cubicBezTo>
                          <a:pt x="15" y="13"/>
                          <a:pt x="15" y="13"/>
                          <a:pt x="15" y="14"/>
                        </a:cubicBezTo>
                        <a:cubicBezTo>
                          <a:pt x="15" y="14"/>
                          <a:pt x="15" y="14"/>
                          <a:pt x="15" y="14"/>
                        </a:cubicBezTo>
                        <a:cubicBezTo>
                          <a:pt x="16" y="14"/>
                          <a:pt x="16" y="14"/>
                          <a:pt x="16" y="14"/>
                        </a:cubicBezTo>
                        <a:cubicBezTo>
                          <a:pt x="16" y="14"/>
                          <a:pt x="16" y="15"/>
                          <a:pt x="16" y="15"/>
                        </a:cubicBezTo>
                        <a:cubicBezTo>
                          <a:pt x="16" y="14"/>
                          <a:pt x="16" y="14"/>
                          <a:pt x="16" y="14"/>
                        </a:cubicBezTo>
                        <a:cubicBezTo>
                          <a:pt x="16" y="14"/>
                          <a:pt x="16" y="14"/>
                          <a:pt x="16" y="14"/>
                        </a:cubicBezTo>
                        <a:cubicBezTo>
                          <a:pt x="16" y="14"/>
                          <a:pt x="16" y="14"/>
                          <a:pt x="16" y="14"/>
                        </a:cubicBezTo>
                        <a:cubicBezTo>
                          <a:pt x="16" y="14"/>
                          <a:pt x="17" y="14"/>
                          <a:pt x="17" y="15"/>
                        </a:cubicBezTo>
                        <a:cubicBezTo>
                          <a:pt x="17" y="15"/>
                          <a:pt x="17" y="15"/>
                          <a:pt x="17" y="15"/>
                        </a:cubicBezTo>
                        <a:cubicBezTo>
                          <a:pt x="17" y="15"/>
                          <a:pt x="17" y="15"/>
                          <a:pt x="17" y="15"/>
                        </a:cubicBezTo>
                        <a:cubicBezTo>
                          <a:pt x="18" y="15"/>
                          <a:pt x="18" y="15"/>
                          <a:pt x="18" y="15"/>
                        </a:cubicBezTo>
                        <a:cubicBezTo>
                          <a:pt x="18" y="15"/>
                          <a:pt x="18" y="16"/>
                          <a:pt x="18" y="16"/>
                        </a:cubicBezTo>
                        <a:cubicBezTo>
                          <a:pt x="18" y="16"/>
                          <a:pt x="18" y="16"/>
                          <a:pt x="18" y="16"/>
                        </a:cubicBezTo>
                        <a:cubicBezTo>
                          <a:pt x="18" y="16"/>
                          <a:pt x="18" y="16"/>
                          <a:pt x="18" y="16"/>
                        </a:cubicBezTo>
                        <a:cubicBezTo>
                          <a:pt x="18" y="16"/>
                          <a:pt x="19" y="16"/>
                          <a:pt x="19" y="16"/>
                        </a:cubicBezTo>
                        <a:cubicBezTo>
                          <a:pt x="19" y="17"/>
                          <a:pt x="20" y="17"/>
                          <a:pt x="20" y="17"/>
                        </a:cubicBezTo>
                        <a:cubicBezTo>
                          <a:pt x="20" y="18"/>
                          <a:pt x="20" y="18"/>
                          <a:pt x="20" y="18"/>
                        </a:cubicBezTo>
                        <a:cubicBezTo>
                          <a:pt x="20" y="18"/>
                          <a:pt x="21" y="18"/>
                          <a:pt x="21" y="18"/>
                        </a:cubicBezTo>
                        <a:cubicBezTo>
                          <a:pt x="21" y="18"/>
                          <a:pt x="21" y="18"/>
                          <a:pt x="21" y="18"/>
                        </a:cubicBezTo>
                        <a:cubicBezTo>
                          <a:pt x="21" y="18"/>
                          <a:pt x="21" y="18"/>
                          <a:pt x="22" y="18"/>
                        </a:cubicBezTo>
                        <a:cubicBezTo>
                          <a:pt x="22" y="18"/>
                          <a:pt x="22" y="19"/>
                          <a:pt x="23" y="19"/>
                        </a:cubicBezTo>
                        <a:cubicBezTo>
                          <a:pt x="23" y="19"/>
                          <a:pt x="23" y="19"/>
                          <a:pt x="23" y="19"/>
                        </a:cubicBezTo>
                        <a:cubicBezTo>
                          <a:pt x="23" y="19"/>
                          <a:pt x="23" y="19"/>
                          <a:pt x="23" y="19"/>
                        </a:cubicBezTo>
                        <a:cubicBezTo>
                          <a:pt x="23" y="20"/>
                          <a:pt x="23" y="20"/>
                          <a:pt x="23" y="20"/>
                        </a:cubicBezTo>
                        <a:cubicBezTo>
                          <a:pt x="23" y="20"/>
                          <a:pt x="23" y="20"/>
                          <a:pt x="23" y="21"/>
                        </a:cubicBezTo>
                        <a:close/>
                        <a:moveTo>
                          <a:pt x="1" y="4"/>
                        </a:moveTo>
                        <a:cubicBezTo>
                          <a:pt x="1" y="4"/>
                          <a:pt x="1" y="4"/>
                          <a:pt x="1" y="4"/>
                        </a:cubicBezTo>
                        <a:cubicBezTo>
                          <a:pt x="1" y="4"/>
                          <a:pt x="1" y="4"/>
                          <a:pt x="1" y="4"/>
                        </a:cubicBezTo>
                        <a:cubicBezTo>
                          <a:pt x="1" y="4"/>
                          <a:pt x="1" y="4"/>
                          <a:pt x="1" y="4"/>
                        </a:cubicBezTo>
                        <a:cubicBezTo>
                          <a:pt x="1" y="4"/>
                          <a:pt x="1" y="4"/>
                          <a:pt x="1" y="4"/>
                        </a:cubicBezTo>
                        <a:close/>
                        <a:moveTo>
                          <a:pt x="0" y="1"/>
                        </a:moveTo>
                        <a:cubicBezTo>
                          <a:pt x="0" y="0"/>
                          <a:pt x="0" y="1"/>
                          <a:pt x="0" y="1"/>
                        </a:cubicBezTo>
                        <a:cubicBezTo>
                          <a:pt x="0" y="1"/>
                          <a:pt x="0" y="1"/>
                          <a:pt x="0" y="1"/>
                        </a:cubicBezTo>
                        <a:cubicBezTo>
                          <a:pt x="0" y="1"/>
                          <a:pt x="0" y="1"/>
                          <a:pt x="0" y="1"/>
                        </a:cubicBezTo>
                        <a:cubicBezTo>
                          <a:pt x="0" y="1"/>
                          <a:pt x="0" y="1"/>
                          <a:pt x="0" y="1"/>
                        </a:cubicBezTo>
                        <a:close/>
                        <a:moveTo>
                          <a:pt x="31" y="14"/>
                        </a:moveTo>
                        <a:cubicBezTo>
                          <a:pt x="30" y="14"/>
                          <a:pt x="30" y="14"/>
                          <a:pt x="30" y="14"/>
                        </a:cubicBezTo>
                        <a:cubicBezTo>
                          <a:pt x="30" y="14"/>
                          <a:pt x="29" y="14"/>
                          <a:pt x="30" y="14"/>
                        </a:cubicBezTo>
                        <a:cubicBezTo>
                          <a:pt x="30" y="14"/>
                          <a:pt x="29" y="14"/>
                          <a:pt x="29" y="14"/>
                        </a:cubicBezTo>
                        <a:cubicBezTo>
                          <a:pt x="29" y="14"/>
                          <a:pt x="29" y="14"/>
                          <a:pt x="29" y="14"/>
                        </a:cubicBezTo>
                        <a:cubicBezTo>
                          <a:pt x="29" y="14"/>
                          <a:pt x="28" y="14"/>
                          <a:pt x="28" y="14"/>
                        </a:cubicBezTo>
                        <a:cubicBezTo>
                          <a:pt x="29" y="14"/>
                          <a:pt x="29" y="15"/>
                          <a:pt x="29" y="15"/>
                        </a:cubicBezTo>
                        <a:cubicBezTo>
                          <a:pt x="29" y="15"/>
                          <a:pt x="29" y="15"/>
                          <a:pt x="29" y="15"/>
                        </a:cubicBezTo>
                        <a:cubicBezTo>
                          <a:pt x="29" y="15"/>
                          <a:pt x="29" y="15"/>
                          <a:pt x="29" y="15"/>
                        </a:cubicBezTo>
                        <a:cubicBezTo>
                          <a:pt x="29" y="16"/>
                          <a:pt x="30" y="16"/>
                          <a:pt x="30" y="16"/>
                        </a:cubicBezTo>
                        <a:cubicBezTo>
                          <a:pt x="30" y="16"/>
                          <a:pt x="30" y="16"/>
                          <a:pt x="30" y="16"/>
                        </a:cubicBezTo>
                        <a:cubicBezTo>
                          <a:pt x="31" y="16"/>
                          <a:pt x="31" y="15"/>
                          <a:pt x="31" y="15"/>
                        </a:cubicBezTo>
                        <a:cubicBezTo>
                          <a:pt x="31" y="15"/>
                          <a:pt x="31" y="15"/>
                          <a:pt x="30" y="15"/>
                        </a:cubicBezTo>
                        <a:cubicBezTo>
                          <a:pt x="31" y="15"/>
                          <a:pt x="30" y="15"/>
                          <a:pt x="31" y="15"/>
                        </a:cubicBezTo>
                        <a:cubicBezTo>
                          <a:pt x="31" y="14"/>
                          <a:pt x="31" y="14"/>
                          <a:pt x="31" y="14"/>
                        </a:cubicBezTo>
                        <a:close/>
                        <a:moveTo>
                          <a:pt x="20" y="7"/>
                        </a:moveTo>
                        <a:cubicBezTo>
                          <a:pt x="21" y="7"/>
                          <a:pt x="21" y="7"/>
                          <a:pt x="20" y="7"/>
                        </a:cubicBezTo>
                        <a:cubicBezTo>
                          <a:pt x="20" y="7"/>
                          <a:pt x="20" y="7"/>
                          <a:pt x="20" y="7"/>
                        </a:cubicBezTo>
                        <a:cubicBezTo>
                          <a:pt x="20" y="6"/>
                          <a:pt x="20" y="6"/>
                          <a:pt x="20" y="7"/>
                        </a:cubicBezTo>
                        <a:cubicBezTo>
                          <a:pt x="20" y="7"/>
                          <a:pt x="20" y="7"/>
                          <a:pt x="20" y="7"/>
                        </a:cubicBezTo>
                        <a:cubicBezTo>
                          <a:pt x="20" y="7"/>
                          <a:pt x="20" y="7"/>
                          <a:pt x="20" y="7"/>
                        </a:cubicBezTo>
                        <a:cubicBezTo>
                          <a:pt x="20" y="7"/>
                          <a:pt x="20" y="7"/>
                          <a:pt x="20" y="7"/>
                        </a:cubicBezTo>
                        <a:cubicBezTo>
                          <a:pt x="20" y="7"/>
                          <a:pt x="20" y="7"/>
                          <a:pt x="20" y="7"/>
                        </a:cubicBezTo>
                        <a:close/>
                        <a:moveTo>
                          <a:pt x="16" y="18"/>
                        </a:moveTo>
                        <a:cubicBezTo>
                          <a:pt x="16" y="18"/>
                          <a:pt x="16" y="18"/>
                          <a:pt x="16" y="18"/>
                        </a:cubicBezTo>
                        <a:cubicBezTo>
                          <a:pt x="16" y="18"/>
                          <a:pt x="16" y="18"/>
                          <a:pt x="16" y="18"/>
                        </a:cubicBezTo>
                        <a:cubicBezTo>
                          <a:pt x="16" y="18"/>
                          <a:pt x="16" y="18"/>
                          <a:pt x="16" y="18"/>
                        </a:cubicBezTo>
                        <a:cubicBezTo>
                          <a:pt x="16" y="18"/>
                          <a:pt x="16" y="18"/>
                          <a:pt x="16" y="18"/>
                        </a:cubicBezTo>
                        <a:close/>
                        <a:moveTo>
                          <a:pt x="16" y="19"/>
                        </a:moveTo>
                        <a:cubicBezTo>
                          <a:pt x="16" y="19"/>
                          <a:pt x="16" y="19"/>
                          <a:pt x="16" y="19"/>
                        </a:cubicBezTo>
                        <a:cubicBezTo>
                          <a:pt x="16" y="19"/>
                          <a:pt x="16" y="19"/>
                          <a:pt x="16" y="19"/>
                        </a:cubicBezTo>
                        <a:cubicBezTo>
                          <a:pt x="16" y="19"/>
                          <a:pt x="16" y="19"/>
                          <a:pt x="16" y="19"/>
                        </a:cubicBezTo>
                        <a:cubicBezTo>
                          <a:pt x="16" y="19"/>
                          <a:pt x="16" y="19"/>
                          <a:pt x="16" y="19"/>
                        </a:cubicBezTo>
                        <a:close/>
                        <a:moveTo>
                          <a:pt x="16" y="18"/>
                        </a:moveTo>
                        <a:cubicBezTo>
                          <a:pt x="16" y="18"/>
                          <a:pt x="16" y="18"/>
                          <a:pt x="16" y="18"/>
                        </a:cubicBezTo>
                        <a:cubicBezTo>
                          <a:pt x="16" y="18"/>
                          <a:pt x="16" y="18"/>
                          <a:pt x="16" y="18"/>
                        </a:cubicBezTo>
                        <a:cubicBezTo>
                          <a:pt x="16" y="18"/>
                          <a:pt x="16" y="18"/>
                          <a:pt x="16" y="18"/>
                        </a:cubicBezTo>
                        <a:cubicBezTo>
                          <a:pt x="16" y="18"/>
                          <a:pt x="16" y="18"/>
                          <a:pt x="16" y="18"/>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7" name="Freeform 736">
                    <a:extLst>
                      <a:ext uri="{FF2B5EF4-FFF2-40B4-BE49-F238E27FC236}">
                        <a16:creationId xmlns:a16="http://schemas.microsoft.com/office/drawing/2014/main" id="{DEAE1A38-C966-81BA-B9CE-BF5B9ED12FB7}"/>
                      </a:ext>
                    </a:extLst>
                  </p:cNvPr>
                  <p:cNvSpPr>
                    <a:spLocks noEditPoints="1"/>
                  </p:cNvSpPr>
                  <p:nvPr/>
                </p:nvSpPr>
                <p:spPr bwMode="auto">
                  <a:xfrm>
                    <a:off x="10374313" y="5362575"/>
                    <a:ext cx="128587" cy="92075"/>
                  </a:xfrm>
                  <a:custGeom>
                    <a:avLst/>
                    <a:gdLst>
                      <a:gd name="T0" fmla="*/ 9 w 31"/>
                      <a:gd name="T1" fmla="*/ 20 h 22"/>
                      <a:gd name="T2" fmla="*/ 7 w 31"/>
                      <a:gd name="T3" fmla="*/ 21 h 22"/>
                      <a:gd name="T4" fmla="*/ 9 w 31"/>
                      <a:gd name="T5" fmla="*/ 20 h 22"/>
                      <a:gd name="T6" fmla="*/ 11 w 31"/>
                      <a:gd name="T7" fmla="*/ 14 h 22"/>
                      <a:gd name="T8" fmla="*/ 9 w 31"/>
                      <a:gd name="T9" fmla="*/ 14 h 22"/>
                      <a:gd name="T10" fmla="*/ 6 w 31"/>
                      <a:gd name="T11" fmla="*/ 15 h 22"/>
                      <a:gd name="T12" fmla="*/ 2 w 31"/>
                      <a:gd name="T13" fmla="*/ 13 h 22"/>
                      <a:gd name="T14" fmla="*/ 3 w 31"/>
                      <a:gd name="T15" fmla="*/ 11 h 22"/>
                      <a:gd name="T16" fmla="*/ 5 w 31"/>
                      <a:gd name="T17" fmla="*/ 9 h 22"/>
                      <a:gd name="T18" fmla="*/ 7 w 31"/>
                      <a:gd name="T19" fmla="*/ 9 h 22"/>
                      <a:gd name="T20" fmla="*/ 9 w 31"/>
                      <a:gd name="T21" fmla="*/ 9 h 22"/>
                      <a:gd name="T22" fmla="*/ 11 w 31"/>
                      <a:gd name="T23" fmla="*/ 12 h 22"/>
                      <a:gd name="T24" fmla="*/ 15 w 31"/>
                      <a:gd name="T25" fmla="*/ 13 h 22"/>
                      <a:gd name="T26" fmla="*/ 18 w 31"/>
                      <a:gd name="T27" fmla="*/ 4 h 22"/>
                      <a:gd name="T28" fmla="*/ 16 w 31"/>
                      <a:gd name="T29" fmla="*/ 4 h 22"/>
                      <a:gd name="T30" fmla="*/ 14 w 31"/>
                      <a:gd name="T31" fmla="*/ 6 h 22"/>
                      <a:gd name="T32" fmla="*/ 12 w 31"/>
                      <a:gd name="T33" fmla="*/ 6 h 22"/>
                      <a:gd name="T34" fmla="*/ 11 w 31"/>
                      <a:gd name="T35" fmla="*/ 4 h 22"/>
                      <a:gd name="T36" fmla="*/ 12 w 31"/>
                      <a:gd name="T37" fmla="*/ 3 h 22"/>
                      <a:gd name="T38" fmla="*/ 14 w 31"/>
                      <a:gd name="T39" fmla="*/ 2 h 22"/>
                      <a:gd name="T40" fmla="*/ 17 w 31"/>
                      <a:gd name="T41" fmla="*/ 1 h 22"/>
                      <a:gd name="T42" fmla="*/ 18 w 31"/>
                      <a:gd name="T43" fmla="*/ 1 h 22"/>
                      <a:gd name="T44" fmla="*/ 19 w 31"/>
                      <a:gd name="T45" fmla="*/ 0 h 22"/>
                      <a:gd name="T46" fmla="*/ 19 w 31"/>
                      <a:gd name="T47" fmla="*/ 1 h 22"/>
                      <a:gd name="T48" fmla="*/ 17 w 31"/>
                      <a:gd name="T49" fmla="*/ 4 h 22"/>
                      <a:gd name="T50" fmla="*/ 20 w 31"/>
                      <a:gd name="T51" fmla="*/ 2 h 22"/>
                      <a:gd name="T52" fmla="*/ 20 w 31"/>
                      <a:gd name="T53" fmla="*/ 4 h 22"/>
                      <a:gd name="T54" fmla="*/ 27 w 31"/>
                      <a:gd name="T55" fmla="*/ 7 h 22"/>
                      <a:gd name="T56" fmla="*/ 21 w 31"/>
                      <a:gd name="T57" fmla="*/ 2 h 22"/>
                      <a:gd name="T58" fmla="*/ 19 w 31"/>
                      <a:gd name="T59" fmla="*/ 17 h 22"/>
                      <a:gd name="T60" fmla="*/ 22 w 31"/>
                      <a:gd name="T61" fmla="*/ 4 h 22"/>
                      <a:gd name="T62" fmla="*/ 8 w 31"/>
                      <a:gd name="T63" fmla="*/ 16 h 22"/>
                      <a:gd name="T64" fmla="*/ 22 w 31"/>
                      <a:gd name="T65" fmla="*/ 5 h 22"/>
                      <a:gd name="T66" fmla="*/ 2 w 31"/>
                      <a:gd name="T67" fmla="*/ 7 h 22"/>
                      <a:gd name="T68" fmla="*/ 25 w 31"/>
                      <a:gd name="T69" fmla="*/ 11 h 22"/>
                      <a:gd name="T70" fmla="*/ 3 w 31"/>
                      <a:gd name="T71" fmla="*/ 5 h 22"/>
                      <a:gd name="T72" fmla="*/ 10 w 31"/>
                      <a:gd name="T73" fmla="*/ 20 h 22"/>
                      <a:gd name="T74" fmla="*/ 1 w 31"/>
                      <a:gd name="T75" fmla="*/ 11 h 22"/>
                      <a:gd name="T76" fmla="*/ 26 w 31"/>
                      <a:gd name="T77" fmla="*/ 9 h 22"/>
                      <a:gd name="T78" fmla="*/ 17 w 31"/>
                      <a:gd name="T79" fmla="*/ 12 h 22"/>
                      <a:gd name="T80" fmla="*/ 27 w 31"/>
                      <a:gd name="T81" fmla="*/ 13 h 22"/>
                      <a:gd name="T82" fmla="*/ 28 w 31"/>
                      <a:gd name="T83" fmla="*/ 11 h 22"/>
                      <a:gd name="T84" fmla="*/ 12 w 31"/>
                      <a:gd name="T85" fmla="*/ 3 h 22"/>
                      <a:gd name="T86" fmla="*/ 14 w 31"/>
                      <a:gd name="T87" fmla="*/ 10 h 22"/>
                      <a:gd name="T88" fmla="*/ 1 w 31"/>
                      <a:gd name="T89" fmla="*/ 11 h 22"/>
                      <a:gd name="T90" fmla="*/ 16 w 31"/>
                      <a:gd name="T91" fmla="*/ 1 h 22"/>
                      <a:gd name="T92" fmla="*/ 3 w 31"/>
                      <a:gd name="T93" fmla="*/ 6 h 22"/>
                      <a:gd name="T94" fmla="*/ 1 w 31"/>
                      <a:gd name="T95" fmla="*/ 8 h 22"/>
                      <a:gd name="T96" fmla="*/ 12 w 31"/>
                      <a:gd name="T97" fmla="*/ 3 h 22"/>
                      <a:gd name="T98" fmla="*/ 0 w 31"/>
                      <a:gd name="T99" fmla="*/ 7 h 22"/>
                      <a:gd name="T100" fmla="*/ 4 w 31"/>
                      <a:gd name="T101" fmla="*/ 9 h 22"/>
                      <a:gd name="T102" fmla="*/ 13 w 31"/>
                      <a:gd name="T103" fmla="*/ 2 h 22"/>
                      <a:gd name="T104" fmla="*/ 12 w 31"/>
                      <a:gd name="T105" fmla="*/ 10 h 22"/>
                      <a:gd name="T106" fmla="*/ 28 w 31"/>
                      <a:gd name="T107" fmla="*/ 7 h 22"/>
                      <a:gd name="T108" fmla="*/ 31 w 31"/>
                      <a:gd name="T109" fmla="*/ 20 h 22"/>
                      <a:gd name="T110" fmla="*/ 12 w 31"/>
                      <a:gd name="T111" fmla="*/ 11 h 22"/>
                      <a:gd name="T112" fmla="*/ 15 w 31"/>
                      <a:gd name="T113" fmla="*/ 2 h 22"/>
                      <a:gd name="T114" fmla="*/ 2 w 31"/>
                      <a:gd name="T115" fmla="*/ 7 h 22"/>
                      <a:gd name="T116" fmla="*/ 23 w 31"/>
                      <a:gd name="T117" fmla="*/ 2 h 22"/>
                      <a:gd name="T118" fmla="*/ 9 w 31"/>
                      <a:gd name="T119" fmla="*/ 14 h 22"/>
                      <a:gd name="T120" fmla="*/ 1 w 31"/>
                      <a:gd name="T12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 h="22">
                        <a:moveTo>
                          <a:pt x="10" y="20"/>
                        </a:move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9" y="21"/>
                        </a:cubicBezTo>
                        <a:cubicBezTo>
                          <a:pt x="9" y="21"/>
                          <a:pt x="9" y="21"/>
                          <a:pt x="9" y="20"/>
                        </a:cubicBezTo>
                        <a:cubicBezTo>
                          <a:pt x="9" y="20"/>
                          <a:pt x="9" y="20"/>
                          <a:pt x="9" y="20"/>
                        </a:cubicBezTo>
                        <a:cubicBezTo>
                          <a:pt x="9" y="21"/>
                          <a:pt x="9" y="21"/>
                          <a:pt x="9" y="21"/>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8" y="20"/>
                          <a:pt x="9" y="20"/>
                          <a:pt x="9" y="20"/>
                        </a:cubicBezTo>
                        <a:cubicBezTo>
                          <a:pt x="9" y="20"/>
                          <a:pt x="8" y="20"/>
                          <a:pt x="8" y="20"/>
                        </a:cubicBezTo>
                        <a:cubicBezTo>
                          <a:pt x="8" y="20"/>
                          <a:pt x="8" y="21"/>
                          <a:pt x="8" y="20"/>
                        </a:cubicBezTo>
                        <a:cubicBezTo>
                          <a:pt x="8" y="20"/>
                          <a:pt x="8" y="20"/>
                          <a:pt x="8" y="20"/>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8" y="21"/>
                          <a:pt x="8" y="21"/>
                          <a:pt x="8" y="21"/>
                        </a:cubicBezTo>
                        <a:cubicBezTo>
                          <a:pt x="8" y="21"/>
                          <a:pt x="8" y="21"/>
                          <a:pt x="8" y="21"/>
                        </a:cubicBezTo>
                        <a:cubicBezTo>
                          <a:pt x="8" y="21"/>
                          <a:pt x="8" y="21"/>
                          <a:pt x="8" y="21"/>
                        </a:cubicBezTo>
                        <a:cubicBezTo>
                          <a:pt x="8" y="20"/>
                          <a:pt x="8" y="20"/>
                          <a:pt x="8" y="20"/>
                        </a:cubicBezTo>
                        <a:cubicBezTo>
                          <a:pt x="8" y="21"/>
                          <a:pt x="8" y="20"/>
                          <a:pt x="8" y="20"/>
                        </a:cubicBezTo>
                        <a:cubicBezTo>
                          <a:pt x="8" y="20"/>
                          <a:pt x="8" y="20"/>
                          <a:pt x="8" y="20"/>
                        </a:cubicBezTo>
                        <a:cubicBezTo>
                          <a:pt x="8" y="20"/>
                          <a:pt x="8" y="20"/>
                          <a:pt x="8" y="20"/>
                        </a:cubicBezTo>
                        <a:cubicBezTo>
                          <a:pt x="8" y="20"/>
                          <a:pt x="8" y="20"/>
                          <a:pt x="8" y="20"/>
                        </a:cubicBezTo>
                        <a:cubicBezTo>
                          <a:pt x="8"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lose/>
                        <a:moveTo>
                          <a:pt x="12" y="13"/>
                        </a:moveTo>
                        <a:cubicBezTo>
                          <a:pt x="11" y="13"/>
                          <a:pt x="11" y="13"/>
                          <a:pt x="12" y="13"/>
                        </a:cubicBezTo>
                        <a:cubicBezTo>
                          <a:pt x="12" y="13"/>
                          <a:pt x="12" y="13"/>
                          <a:pt x="12" y="13"/>
                        </a:cubicBezTo>
                        <a:cubicBezTo>
                          <a:pt x="11" y="13"/>
                          <a:pt x="11" y="13"/>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8" y="14"/>
                          <a:pt x="8" y="14"/>
                        </a:cubicBezTo>
                        <a:cubicBezTo>
                          <a:pt x="8" y="14"/>
                          <a:pt x="8" y="14"/>
                          <a:pt x="8" y="14"/>
                        </a:cubicBezTo>
                        <a:cubicBezTo>
                          <a:pt x="8" y="14"/>
                          <a:pt x="8" y="15"/>
                          <a:pt x="8" y="15"/>
                        </a:cubicBezTo>
                        <a:cubicBezTo>
                          <a:pt x="8" y="15"/>
                          <a:pt x="8" y="15"/>
                          <a:pt x="8" y="15"/>
                        </a:cubicBezTo>
                        <a:cubicBezTo>
                          <a:pt x="8" y="15"/>
                          <a:pt x="8" y="15"/>
                          <a:pt x="8" y="15"/>
                        </a:cubicBezTo>
                        <a:cubicBezTo>
                          <a:pt x="8" y="15"/>
                          <a:pt x="8" y="15"/>
                          <a:pt x="8"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5" y="15"/>
                        </a:cubicBezTo>
                        <a:cubicBezTo>
                          <a:pt x="5" y="15"/>
                          <a:pt x="5" y="15"/>
                          <a:pt x="5" y="15"/>
                        </a:cubicBezTo>
                        <a:cubicBezTo>
                          <a:pt x="5" y="15"/>
                          <a:pt x="5" y="15"/>
                          <a:pt x="5" y="15"/>
                        </a:cubicBezTo>
                        <a:cubicBezTo>
                          <a:pt x="5" y="15"/>
                          <a:pt x="5" y="15"/>
                          <a:pt x="5" y="14"/>
                        </a:cubicBezTo>
                        <a:cubicBezTo>
                          <a:pt x="5" y="14"/>
                          <a:pt x="5" y="14"/>
                          <a:pt x="5" y="14"/>
                        </a:cubicBezTo>
                        <a:cubicBezTo>
                          <a:pt x="5" y="14"/>
                          <a:pt x="5" y="15"/>
                          <a:pt x="5" y="14"/>
                        </a:cubicBezTo>
                        <a:cubicBezTo>
                          <a:pt x="5" y="14"/>
                          <a:pt x="5" y="14"/>
                          <a:pt x="5" y="14"/>
                        </a:cubicBezTo>
                        <a:cubicBezTo>
                          <a:pt x="5" y="14"/>
                          <a:pt x="4" y="14"/>
                          <a:pt x="4" y="14"/>
                        </a:cubicBezTo>
                        <a:cubicBezTo>
                          <a:pt x="4" y="14"/>
                          <a:pt x="4" y="14"/>
                          <a:pt x="4" y="14"/>
                        </a:cubicBezTo>
                        <a:cubicBezTo>
                          <a:pt x="4" y="14"/>
                          <a:pt x="4" y="14"/>
                          <a:pt x="4" y="14"/>
                        </a:cubicBezTo>
                        <a:cubicBezTo>
                          <a:pt x="4" y="14"/>
                          <a:pt x="4" y="14"/>
                          <a:pt x="4" y="14"/>
                        </a:cubicBezTo>
                        <a:cubicBezTo>
                          <a:pt x="4" y="14"/>
                          <a:pt x="4"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2" y="14"/>
                          <a:pt x="2" y="14"/>
                        </a:cubicBezTo>
                        <a:cubicBezTo>
                          <a:pt x="2" y="14"/>
                          <a:pt x="2" y="14"/>
                          <a:pt x="2" y="14"/>
                        </a:cubicBezTo>
                        <a:cubicBezTo>
                          <a:pt x="2" y="14"/>
                          <a:pt x="2" y="14"/>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3" y="12"/>
                          <a:pt x="3" y="12"/>
                        </a:cubicBezTo>
                        <a:cubicBezTo>
                          <a:pt x="3" y="12"/>
                          <a:pt x="3" y="12"/>
                          <a:pt x="3" y="12"/>
                        </a:cubicBezTo>
                        <a:cubicBezTo>
                          <a:pt x="3" y="12"/>
                          <a:pt x="3" y="12"/>
                          <a:pt x="3" y="12"/>
                        </a:cubicBezTo>
                        <a:cubicBezTo>
                          <a:pt x="3" y="12"/>
                          <a:pt x="3" y="12"/>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0"/>
                        </a:cubicBezTo>
                        <a:cubicBezTo>
                          <a:pt x="3" y="11"/>
                          <a:pt x="3" y="11"/>
                          <a:pt x="3" y="11"/>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9"/>
                        </a:cubicBezTo>
                        <a:cubicBezTo>
                          <a:pt x="4" y="9"/>
                          <a:pt x="4" y="9"/>
                          <a:pt x="4" y="9"/>
                        </a:cubicBezTo>
                        <a:cubicBezTo>
                          <a:pt x="4" y="9"/>
                          <a:pt x="4" y="9"/>
                          <a:pt x="4" y="9"/>
                        </a:cubicBezTo>
                        <a:cubicBezTo>
                          <a:pt x="4" y="9"/>
                          <a:pt x="4" y="9"/>
                          <a:pt x="4" y="9"/>
                        </a:cubicBezTo>
                        <a:cubicBezTo>
                          <a:pt x="4" y="9"/>
                          <a:pt x="4"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8"/>
                          <a:pt x="7" y="8"/>
                          <a:pt x="8" y="9"/>
                        </a:cubicBezTo>
                        <a:cubicBezTo>
                          <a:pt x="8" y="9"/>
                          <a:pt x="8" y="9"/>
                          <a:pt x="8"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10"/>
                          <a:pt x="9" y="10"/>
                        </a:cubicBezTo>
                        <a:cubicBezTo>
                          <a:pt x="9" y="10"/>
                          <a:pt x="10" y="10"/>
                          <a:pt x="9"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1" y="10"/>
                          <a:pt x="11" y="10"/>
                          <a:pt x="11" y="10"/>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2" y="13"/>
                          <a:pt x="12" y="13"/>
                        </a:cubicBezTo>
                        <a:cubicBezTo>
                          <a:pt x="12" y="13"/>
                          <a:pt x="12" y="13"/>
                          <a:pt x="12" y="13"/>
                        </a:cubicBezTo>
                        <a:cubicBezTo>
                          <a:pt x="12" y="13"/>
                          <a:pt x="12" y="13"/>
                          <a:pt x="12" y="13"/>
                        </a:cubicBezTo>
                        <a:close/>
                        <a:moveTo>
                          <a:pt x="16" y="13"/>
                        </a:moveTo>
                        <a:cubicBezTo>
                          <a:pt x="16" y="13"/>
                          <a:pt x="16" y="13"/>
                          <a:pt x="16" y="13"/>
                        </a:cubicBezTo>
                        <a:cubicBezTo>
                          <a:pt x="16" y="13"/>
                          <a:pt x="16" y="13"/>
                          <a:pt x="16" y="13"/>
                        </a:cubicBezTo>
                        <a:cubicBezTo>
                          <a:pt x="16" y="13"/>
                          <a:pt x="16" y="13"/>
                          <a:pt x="16" y="13"/>
                        </a:cubicBezTo>
                        <a:cubicBezTo>
                          <a:pt x="16" y="13"/>
                          <a:pt x="16"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6" y="13"/>
                          <a:pt x="16" y="13"/>
                        </a:cubicBezTo>
                        <a:cubicBezTo>
                          <a:pt x="16" y="13"/>
                          <a:pt x="16" y="13"/>
                          <a:pt x="16" y="13"/>
                        </a:cubicBezTo>
                        <a:cubicBezTo>
                          <a:pt x="16" y="13"/>
                          <a:pt x="16" y="13"/>
                          <a:pt x="16" y="14"/>
                        </a:cubicBezTo>
                        <a:cubicBezTo>
                          <a:pt x="16" y="14"/>
                          <a:pt x="16" y="14"/>
                          <a:pt x="16" y="14"/>
                        </a:cubicBezTo>
                        <a:cubicBezTo>
                          <a:pt x="16" y="14"/>
                          <a:pt x="16" y="14"/>
                          <a:pt x="16" y="14"/>
                        </a:cubicBezTo>
                        <a:cubicBezTo>
                          <a:pt x="16" y="14"/>
                          <a:pt x="16" y="14"/>
                          <a:pt x="16" y="14"/>
                        </a:cubicBezTo>
                        <a:cubicBezTo>
                          <a:pt x="16" y="14"/>
                          <a:pt x="16" y="13"/>
                          <a:pt x="16" y="13"/>
                        </a:cubicBezTo>
                        <a:close/>
                        <a:moveTo>
                          <a:pt x="19" y="4"/>
                        </a:move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5"/>
                          <a:pt x="18" y="5"/>
                          <a:pt x="18" y="5"/>
                        </a:cubicBezTo>
                        <a:cubicBezTo>
                          <a:pt x="18" y="5"/>
                          <a:pt x="18" y="5"/>
                          <a:pt x="18" y="5"/>
                        </a:cubicBezTo>
                        <a:cubicBezTo>
                          <a:pt x="18" y="5"/>
                          <a:pt x="17" y="5"/>
                          <a:pt x="17" y="5"/>
                        </a:cubicBezTo>
                        <a:cubicBezTo>
                          <a:pt x="17" y="4"/>
                          <a:pt x="17" y="4"/>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4" y="4"/>
                          <a:pt x="14" y="4"/>
                        </a:cubicBezTo>
                        <a:cubicBezTo>
                          <a:pt x="14" y="4"/>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6"/>
                          <a:pt x="14" y="6"/>
                          <a:pt x="14" y="6"/>
                        </a:cubicBezTo>
                        <a:cubicBezTo>
                          <a:pt x="14" y="6"/>
                          <a:pt x="14" y="6"/>
                          <a:pt x="14" y="5"/>
                        </a:cubicBezTo>
                        <a:cubicBezTo>
                          <a:pt x="14" y="5"/>
                          <a:pt x="14"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1" y="6"/>
                        </a:cubicBezTo>
                        <a:cubicBezTo>
                          <a:pt x="11" y="6"/>
                          <a:pt x="11" y="6"/>
                          <a:pt x="11" y="6"/>
                        </a:cubicBezTo>
                        <a:cubicBezTo>
                          <a:pt x="11" y="6"/>
                          <a:pt x="11" y="6"/>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5"/>
                          <a:pt x="10" y="5"/>
                          <a:pt x="10" y="5"/>
                        </a:cubicBezTo>
                        <a:cubicBezTo>
                          <a:pt x="10" y="5"/>
                          <a:pt x="10" y="4"/>
                          <a:pt x="10" y="4"/>
                        </a:cubicBezTo>
                        <a:cubicBezTo>
                          <a:pt x="10" y="4"/>
                          <a:pt x="10" y="4"/>
                          <a:pt x="10" y="4"/>
                        </a:cubicBezTo>
                        <a:cubicBezTo>
                          <a:pt x="10" y="4"/>
                          <a:pt x="10" y="4"/>
                          <a:pt x="10" y="4"/>
                        </a:cubicBezTo>
                        <a:cubicBezTo>
                          <a:pt x="10" y="4"/>
                          <a:pt x="10" y="4"/>
                          <a:pt x="10" y="4"/>
                        </a:cubicBezTo>
                        <a:cubicBezTo>
                          <a:pt x="10" y="4"/>
                          <a:pt x="11" y="4"/>
                          <a:pt x="11" y="4"/>
                        </a:cubicBezTo>
                        <a:cubicBezTo>
                          <a:pt x="11" y="4"/>
                          <a:pt x="11" y="4"/>
                          <a:pt x="11" y="4"/>
                        </a:cubicBezTo>
                        <a:cubicBezTo>
                          <a:pt x="10" y="4"/>
                          <a:pt x="10"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0" y="3"/>
                          <a:pt x="11" y="3"/>
                          <a:pt x="11" y="3"/>
                        </a:cubicBezTo>
                        <a:cubicBezTo>
                          <a:pt x="11" y="3"/>
                          <a:pt x="11" y="3"/>
                          <a:pt x="11" y="3"/>
                        </a:cubicBezTo>
                        <a:cubicBezTo>
                          <a:pt x="11" y="3"/>
                          <a:pt x="11" y="3"/>
                          <a:pt x="11" y="3"/>
                        </a:cubicBezTo>
                        <a:cubicBezTo>
                          <a:pt x="11" y="3"/>
                          <a:pt x="11" y="3"/>
                          <a:pt x="11" y="4"/>
                        </a:cubicBezTo>
                        <a:cubicBezTo>
                          <a:pt x="11" y="4"/>
                          <a:pt x="11" y="4"/>
                          <a:pt x="11" y="4"/>
                        </a:cubicBezTo>
                        <a:cubicBezTo>
                          <a:pt x="11" y="4"/>
                          <a:pt x="11" y="4"/>
                          <a:pt x="11" y="4"/>
                        </a:cubicBezTo>
                        <a:cubicBezTo>
                          <a:pt x="11" y="3"/>
                          <a:pt x="11" y="3"/>
                          <a:pt x="11" y="4"/>
                        </a:cubicBezTo>
                        <a:cubicBezTo>
                          <a:pt x="11" y="4"/>
                          <a:pt x="11" y="4"/>
                          <a:pt x="11" y="4"/>
                        </a:cubicBezTo>
                        <a:cubicBezTo>
                          <a:pt x="12" y="4"/>
                          <a:pt x="12" y="4"/>
                          <a:pt x="12" y="4"/>
                        </a:cubicBezTo>
                        <a:cubicBezTo>
                          <a:pt x="12" y="3"/>
                          <a:pt x="12" y="3"/>
                          <a:pt x="12" y="3"/>
                        </a:cubicBezTo>
                        <a:cubicBezTo>
                          <a:pt x="12" y="3"/>
                          <a:pt x="12" y="3"/>
                          <a:pt x="12" y="3"/>
                        </a:cubicBezTo>
                        <a:cubicBezTo>
                          <a:pt x="12" y="4"/>
                          <a:pt x="12" y="4"/>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1"/>
                        </a:cubicBezTo>
                        <a:cubicBezTo>
                          <a:pt x="16" y="1"/>
                          <a:pt x="16" y="1"/>
                          <a:pt x="16" y="1"/>
                        </a:cubicBezTo>
                        <a:cubicBezTo>
                          <a:pt x="16" y="1"/>
                          <a:pt x="16" y="2"/>
                          <a:pt x="16" y="1"/>
                        </a:cubicBezTo>
                        <a:cubicBezTo>
                          <a:pt x="16" y="1"/>
                          <a:pt x="16" y="1"/>
                          <a:pt x="16" y="1"/>
                        </a:cubicBezTo>
                        <a:cubicBezTo>
                          <a:pt x="16" y="1"/>
                          <a:pt x="16" y="2"/>
                          <a:pt x="16" y="1"/>
                        </a:cubicBezTo>
                        <a:cubicBezTo>
                          <a:pt x="16" y="1"/>
                          <a:pt x="16" y="1"/>
                          <a:pt x="16" y="1"/>
                        </a:cubicBezTo>
                        <a:cubicBezTo>
                          <a:pt x="16" y="1"/>
                          <a:pt x="16" y="1"/>
                          <a:pt x="16" y="1"/>
                        </a:cubicBezTo>
                        <a:cubicBezTo>
                          <a:pt x="16" y="1"/>
                          <a:pt x="16" y="1"/>
                          <a:pt x="16" y="1"/>
                        </a:cubicBezTo>
                        <a:cubicBezTo>
                          <a:pt x="16" y="1"/>
                          <a:pt x="16" y="1"/>
                          <a:pt x="16"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8" y="1"/>
                        </a:cubicBezTo>
                        <a:cubicBezTo>
                          <a:pt x="18" y="1"/>
                          <a:pt x="18" y="1"/>
                          <a:pt x="18" y="1"/>
                        </a:cubicBezTo>
                        <a:cubicBezTo>
                          <a:pt x="17" y="1"/>
                          <a:pt x="17"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9" y="0"/>
                          <a:pt x="19" y="0"/>
                          <a:pt x="19" y="0"/>
                        </a:cubicBezTo>
                        <a:cubicBezTo>
                          <a:pt x="19" y="0"/>
                          <a:pt x="19" y="0"/>
                          <a:pt x="19" y="0"/>
                        </a:cubicBezTo>
                        <a:cubicBezTo>
                          <a:pt x="19" y="0"/>
                          <a:pt x="19" y="0"/>
                          <a:pt x="19" y="0"/>
                        </a:cubicBezTo>
                        <a:cubicBezTo>
                          <a:pt x="19" y="0"/>
                          <a:pt x="19" y="1"/>
                          <a:pt x="19" y="1"/>
                        </a:cubicBezTo>
                        <a:cubicBezTo>
                          <a:pt x="19" y="1"/>
                          <a:pt x="19" y="1"/>
                          <a:pt x="19" y="1"/>
                        </a:cubicBezTo>
                        <a:cubicBezTo>
                          <a:pt x="19" y="1"/>
                          <a:pt x="19" y="0"/>
                          <a:pt x="19" y="1"/>
                        </a:cubicBezTo>
                        <a:cubicBezTo>
                          <a:pt x="19" y="1"/>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1"/>
                          <a:pt x="19" y="1"/>
                        </a:cubicBezTo>
                        <a:cubicBezTo>
                          <a:pt x="19" y="1"/>
                          <a:pt x="19" y="1"/>
                          <a:pt x="19" y="1"/>
                        </a:cubicBezTo>
                        <a:cubicBezTo>
                          <a:pt x="19" y="1"/>
                          <a:pt x="19" y="1"/>
                          <a:pt x="19" y="1"/>
                        </a:cubicBezTo>
                        <a:cubicBezTo>
                          <a:pt x="19"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1" y="0"/>
                          <a:pt x="21" y="0"/>
                        </a:cubicBezTo>
                        <a:cubicBezTo>
                          <a:pt x="21" y="0"/>
                          <a:pt x="21" y="0"/>
                          <a:pt x="21" y="0"/>
                        </a:cubicBezTo>
                        <a:cubicBezTo>
                          <a:pt x="21" y="0"/>
                          <a:pt x="21" y="0"/>
                          <a:pt x="21" y="0"/>
                        </a:cubicBezTo>
                        <a:cubicBezTo>
                          <a:pt x="21" y="0"/>
                          <a:pt x="20" y="0"/>
                          <a:pt x="20" y="0"/>
                        </a:cubicBezTo>
                        <a:cubicBezTo>
                          <a:pt x="20" y="0"/>
                          <a:pt x="20" y="0"/>
                          <a:pt x="20" y="0"/>
                        </a:cubicBezTo>
                        <a:cubicBezTo>
                          <a:pt x="20" y="0"/>
                          <a:pt x="20" y="0"/>
                          <a:pt x="20" y="0"/>
                        </a:cubicBezTo>
                        <a:cubicBezTo>
                          <a:pt x="20" y="0"/>
                          <a:pt x="20" y="0"/>
                          <a:pt x="20" y="0"/>
                        </a:cubicBezTo>
                        <a:cubicBezTo>
                          <a:pt x="20" y="1"/>
                          <a:pt x="20" y="1"/>
                          <a:pt x="20" y="1"/>
                        </a:cubicBezTo>
                        <a:cubicBezTo>
                          <a:pt x="20" y="1"/>
                          <a:pt x="20" y="1"/>
                          <a:pt x="20" y="1"/>
                        </a:cubicBezTo>
                        <a:cubicBezTo>
                          <a:pt x="20" y="1"/>
                          <a:pt x="19" y="1"/>
                          <a:pt x="19" y="1"/>
                        </a:cubicBezTo>
                        <a:cubicBezTo>
                          <a:pt x="19" y="1"/>
                          <a:pt x="19" y="1"/>
                          <a:pt x="19" y="1"/>
                        </a:cubicBezTo>
                        <a:cubicBezTo>
                          <a:pt x="19" y="1"/>
                          <a:pt x="19" y="1"/>
                          <a:pt x="19" y="1"/>
                        </a:cubicBezTo>
                        <a:cubicBezTo>
                          <a:pt x="19" y="1"/>
                          <a:pt x="19" y="1"/>
                          <a:pt x="19" y="1"/>
                        </a:cubicBezTo>
                        <a:cubicBezTo>
                          <a:pt x="19" y="1"/>
                          <a:pt x="19" y="2"/>
                          <a:pt x="19" y="2"/>
                        </a:cubicBezTo>
                        <a:cubicBezTo>
                          <a:pt x="19" y="2"/>
                          <a:pt x="19" y="2"/>
                          <a:pt x="19" y="2"/>
                        </a:cubicBezTo>
                        <a:cubicBezTo>
                          <a:pt x="19" y="2"/>
                          <a:pt x="19" y="2"/>
                          <a:pt x="19" y="2"/>
                        </a:cubicBezTo>
                        <a:cubicBezTo>
                          <a:pt x="19" y="2"/>
                          <a:pt x="19" y="2"/>
                          <a:pt x="19" y="2"/>
                        </a:cubicBezTo>
                        <a:cubicBezTo>
                          <a:pt x="19" y="2"/>
                          <a:pt x="18" y="2"/>
                          <a:pt x="18" y="2"/>
                        </a:cubicBezTo>
                        <a:cubicBezTo>
                          <a:pt x="18" y="2"/>
                          <a:pt x="18" y="2"/>
                          <a:pt x="18" y="2"/>
                        </a:cubicBezTo>
                        <a:cubicBezTo>
                          <a:pt x="18" y="2"/>
                          <a:pt x="18" y="2"/>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8" y="3"/>
                          <a:pt x="18" y="3"/>
                        </a:cubicBezTo>
                        <a:cubicBezTo>
                          <a:pt x="18" y="3"/>
                          <a:pt x="18"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3"/>
                          <a:pt x="18" y="3"/>
                        </a:cubicBezTo>
                        <a:cubicBezTo>
                          <a:pt x="18"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20" y="2"/>
                        </a:cubicBezTo>
                        <a:cubicBezTo>
                          <a:pt x="20" y="2"/>
                          <a:pt x="20" y="2"/>
                          <a:pt x="20" y="2"/>
                        </a:cubicBezTo>
                        <a:cubicBezTo>
                          <a:pt x="20" y="2"/>
                          <a:pt x="20" y="2"/>
                          <a:pt x="20" y="2"/>
                        </a:cubicBezTo>
                        <a:cubicBezTo>
                          <a:pt x="20" y="2"/>
                          <a:pt x="20" y="2"/>
                          <a:pt x="20" y="2"/>
                        </a:cubicBezTo>
                        <a:cubicBezTo>
                          <a:pt x="20" y="2"/>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19" y="3"/>
                        </a:cubicBezTo>
                        <a:cubicBezTo>
                          <a:pt x="19" y="3"/>
                          <a:pt x="19" y="3"/>
                          <a:pt x="19" y="3"/>
                        </a:cubicBezTo>
                        <a:cubicBezTo>
                          <a:pt x="19" y="4"/>
                          <a:pt x="19" y="4"/>
                          <a:pt x="19" y="4"/>
                        </a:cubicBezTo>
                        <a:cubicBezTo>
                          <a:pt x="19" y="4"/>
                          <a:pt x="19" y="4"/>
                          <a:pt x="19" y="4"/>
                        </a:cubicBezTo>
                        <a:cubicBezTo>
                          <a:pt x="19" y="4"/>
                          <a:pt x="19" y="4"/>
                          <a:pt x="19"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19" y="4"/>
                          <a:pt x="19" y="4"/>
                        </a:cubicBezTo>
                        <a:cubicBezTo>
                          <a:pt x="19" y="4"/>
                          <a:pt x="19" y="4"/>
                          <a:pt x="19" y="4"/>
                        </a:cubicBezTo>
                        <a:cubicBezTo>
                          <a:pt x="19" y="4"/>
                          <a:pt x="19" y="4"/>
                          <a:pt x="19" y="4"/>
                        </a:cubicBezTo>
                        <a:cubicBezTo>
                          <a:pt x="19" y="4"/>
                          <a:pt x="19" y="4"/>
                          <a:pt x="19" y="4"/>
                        </a:cubicBezTo>
                        <a:close/>
                        <a:moveTo>
                          <a:pt x="16" y="9"/>
                        </a:moveTo>
                        <a:cubicBezTo>
                          <a:pt x="16" y="9"/>
                          <a:pt x="17" y="9"/>
                          <a:pt x="17" y="8"/>
                        </a:cubicBezTo>
                        <a:cubicBezTo>
                          <a:pt x="17" y="8"/>
                          <a:pt x="17" y="8"/>
                          <a:pt x="17" y="8"/>
                        </a:cubicBezTo>
                        <a:cubicBezTo>
                          <a:pt x="17" y="8"/>
                          <a:pt x="17" y="8"/>
                          <a:pt x="17" y="8"/>
                        </a:cubicBezTo>
                        <a:cubicBezTo>
                          <a:pt x="17" y="8"/>
                          <a:pt x="17" y="8"/>
                          <a:pt x="17" y="8"/>
                        </a:cubicBezTo>
                        <a:cubicBezTo>
                          <a:pt x="17" y="8"/>
                          <a:pt x="17" y="8"/>
                          <a:pt x="17"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9"/>
                          <a:pt x="16" y="9"/>
                        </a:cubicBezTo>
                        <a:cubicBezTo>
                          <a:pt x="16" y="9"/>
                          <a:pt x="16" y="9"/>
                          <a:pt x="16" y="9"/>
                        </a:cubicBezTo>
                        <a:close/>
                        <a:moveTo>
                          <a:pt x="28" y="7"/>
                        </a:moveTo>
                        <a:cubicBezTo>
                          <a:pt x="28" y="7"/>
                          <a:pt x="28" y="7"/>
                          <a:pt x="28"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8"/>
                        </a:cubicBezTo>
                        <a:cubicBezTo>
                          <a:pt x="27" y="8"/>
                          <a:pt x="27" y="8"/>
                          <a:pt x="27" y="8"/>
                        </a:cubicBezTo>
                        <a:cubicBezTo>
                          <a:pt x="27" y="8"/>
                          <a:pt x="27" y="8"/>
                          <a:pt x="27" y="8"/>
                        </a:cubicBezTo>
                        <a:cubicBezTo>
                          <a:pt x="27" y="8"/>
                          <a:pt x="27" y="9"/>
                          <a:pt x="28" y="8"/>
                        </a:cubicBezTo>
                        <a:cubicBezTo>
                          <a:pt x="28" y="8"/>
                          <a:pt x="28" y="8"/>
                          <a:pt x="28" y="8"/>
                        </a:cubicBezTo>
                        <a:cubicBezTo>
                          <a:pt x="28" y="8"/>
                          <a:pt x="28" y="8"/>
                          <a:pt x="28" y="8"/>
                        </a:cubicBezTo>
                        <a:cubicBezTo>
                          <a:pt x="27" y="8"/>
                          <a:pt x="27" y="8"/>
                          <a:pt x="27" y="8"/>
                        </a:cubicBezTo>
                        <a:cubicBezTo>
                          <a:pt x="27" y="8"/>
                          <a:pt x="27" y="8"/>
                          <a:pt x="27" y="8"/>
                        </a:cubicBezTo>
                        <a:cubicBezTo>
                          <a:pt x="27" y="8"/>
                          <a:pt x="27" y="8"/>
                          <a:pt x="27" y="8"/>
                        </a:cubicBezTo>
                        <a:cubicBezTo>
                          <a:pt x="27" y="8"/>
                          <a:pt x="27" y="8"/>
                          <a:pt x="27" y="8"/>
                        </a:cubicBezTo>
                        <a:cubicBezTo>
                          <a:pt x="27" y="8"/>
                          <a:pt x="28" y="8"/>
                          <a:pt x="28" y="8"/>
                        </a:cubicBezTo>
                        <a:cubicBezTo>
                          <a:pt x="28" y="8"/>
                          <a:pt x="28" y="8"/>
                          <a:pt x="28" y="7"/>
                        </a:cubicBezTo>
                        <a:cubicBezTo>
                          <a:pt x="28" y="7"/>
                          <a:pt x="28" y="7"/>
                          <a:pt x="28" y="7"/>
                        </a:cubicBezTo>
                        <a:close/>
                        <a:moveTo>
                          <a:pt x="21" y="2"/>
                        </a:moveTo>
                        <a:cubicBezTo>
                          <a:pt x="21" y="2"/>
                          <a:pt x="21" y="2"/>
                          <a:pt x="21" y="2"/>
                        </a:cubicBezTo>
                        <a:cubicBezTo>
                          <a:pt x="20" y="2"/>
                          <a:pt x="20" y="2"/>
                          <a:pt x="20" y="3"/>
                        </a:cubicBezTo>
                        <a:cubicBezTo>
                          <a:pt x="20" y="3"/>
                          <a:pt x="20" y="3"/>
                          <a:pt x="20" y="3"/>
                        </a:cubicBezTo>
                        <a:cubicBezTo>
                          <a:pt x="20" y="3"/>
                          <a:pt x="20" y="3"/>
                          <a:pt x="20" y="3"/>
                        </a:cubicBezTo>
                        <a:cubicBezTo>
                          <a:pt x="20" y="3"/>
                          <a:pt x="20" y="3"/>
                          <a:pt x="20" y="3"/>
                        </a:cubicBezTo>
                        <a:cubicBezTo>
                          <a:pt x="20" y="3"/>
                          <a:pt x="20" y="3"/>
                          <a:pt x="21" y="3"/>
                        </a:cubicBezTo>
                        <a:cubicBezTo>
                          <a:pt x="21" y="3"/>
                          <a:pt x="21" y="3"/>
                          <a:pt x="21" y="3"/>
                        </a:cubicBezTo>
                        <a:cubicBezTo>
                          <a:pt x="21" y="3"/>
                          <a:pt x="21" y="3"/>
                          <a:pt x="21" y="3"/>
                        </a:cubicBezTo>
                        <a:cubicBezTo>
                          <a:pt x="21" y="3"/>
                          <a:pt x="21" y="3"/>
                          <a:pt x="21" y="3"/>
                        </a:cubicBezTo>
                        <a:cubicBezTo>
                          <a:pt x="21" y="3"/>
                          <a:pt x="21" y="3"/>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lose/>
                        <a:moveTo>
                          <a:pt x="20" y="17"/>
                        </a:moveTo>
                        <a:cubicBezTo>
                          <a:pt x="20" y="17"/>
                          <a:pt x="20" y="17"/>
                          <a:pt x="20" y="17"/>
                        </a:cubicBezTo>
                        <a:cubicBezTo>
                          <a:pt x="20" y="17"/>
                          <a:pt x="20" y="17"/>
                          <a:pt x="20" y="17"/>
                        </a:cubicBezTo>
                        <a:cubicBezTo>
                          <a:pt x="19" y="17"/>
                          <a:pt x="19" y="17"/>
                          <a:pt x="19" y="17"/>
                        </a:cubicBezTo>
                        <a:cubicBezTo>
                          <a:pt x="19" y="17"/>
                          <a:pt x="19" y="17"/>
                          <a:pt x="19" y="17"/>
                        </a:cubicBezTo>
                        <a:cubicBezTo>
                          <a:pt x="19" y="17"/>
                          <a:pt x="19" y="17"/>
                          <a:pt x="20" y="17"/>
                        </a:cubicBezTo>
                        <a:cubicBezTo>
                          <a:pt x="20" y="17"/>
                          <a:pt x="20" y="17"/>
                          <a:pt x="20" y="17"/>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lose/>
                        <a:moveTo>
                          <a:pt x="21" y="5"/>
                        </a:move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4"/>
                          <a:pt x="22" y="4"/>
                          <a:pt x="22" y="4"/>
                        </a:cubicBezTo>
                        <a:cubicBezTo>
                          <a:pt x="22" y="4"/>
                          <a:pt x="22"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1" y="6"/>
                          <a:pt x="21" y="5"/>
                        </a:cubicBezTo>
                        <a:cubicBezTo>
                          <a:pt x="21" y="5"/>
                          <a:pt x="21" y="5"/>
                          <a:pt x="21" y="5"/>
                        </a:cubicBezTo>
                        <a:cubicBezTo>
                          <a:pt x="21" y="5"/>
                          <a:pt x="21" y="5"/>
                          <a:pt x="21" y="5"/>
                        </a:cubicBezTo>
                        <a:close/>
                        <a:moveTo>
                          <a:pt x="8" y="16"/>
                        </a:move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lose/>
                        <a:moveTo>
                          <a:pt x="22" y="4"/>
                        </a:move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5"/>
                        </a:cubicBezTo>
                        <a:cubicBezTo>
                          <a:pt x="22" y="5"/>
                          <a:pt x="22" y="5"/>
                          <a:pt x="22" y="4"/>
                        </a:cubicBezTo>
                        <a:cubicBezTo>
                          <a:pt x="22" y="4"/>
                          <a:pt x="22" y="5"/>
                          <a:pt x="22" y="5"/>
                        </a:cubicBezTo>
                        <a:cubicBezTo>
                          <a:pt x="22" y="5"/>
                          <a:pt x="22" y="5"/>
                          <a:pt x="22" y="5"/>
                        </a:cubicBezTo>
                        <a:cubicBezTo>
                          <a:pt x="22" y="5"/>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lose/>
                        <a:moveTo>
                          <a:pt x="2" y="7"/>
                        </a:moveTo>
                        <a:cubicBezTo>
                          <a:pt x="2" y="7"/>
                          <a:pt x="2" y="6"/>
                          <a:pt x="2" y="6"/>
                        </a:cubicBezTo>
                        <a:cubicBezTo>
                          <a:pt x="2" y="6"/>
                          <a:pt x="2" y="6"/>
                          <a:pt x="2" y="7"/>
                        </a:cubicBezTo>
                        <a:cubicBezTo>
                          <a:pt x="2" y="7"/>
                          <a:pt x="2" y="7"/>
                          <a:pt x="2" y="7"/>
                        </a:cubicBezTo>
                        <a:cubicBezTo>
                          <a:pt x="2" y="7"/>
                          <a:pt x="2" y="7"/>
                          <a:pt x="2" y="7"/>
                        </a:cubicBezTo>
                        <a:cubicBezTo>
                          <a:pt x="2" y="7"/>
                          <a:pt x="2" y="7"/>
                          <a:pt x="2" y="7"/>
                        </a:cubicBezTo>
                        <a:cubicBezTo>
                          <a:pt x="2" y="7"/>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lose/>
                        <a:moveTo>
                          <a:pt x="22" y="20"/>
                        </a:moveTo>
                        <a:cubicBezTo>
                          <a:pt x="22"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lose/>
                        <a:moveTo>
                          <a:pt x="25" y="11"/>
                        </a:move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lose/>
                        <a:moveTo>
                          <a:pt x="3" y="5"/>
                        </a:moveTo>
                        <a:cubicBezTo>
                          <a:pt x="3" y="5"/>
                          <a:pt x="3" y="5"/>
                          <a:pt x="3" y="5"/>
                        </a:cubicBezTo>
                        <a:cubicBezTo>
                          <a:pt x="3" y="5"/>
                          <a:pt x="3" y="5"/>
                          <a:pt x="3" y="5"/>
                        </a:cubicBezTo>
                        <a:cubicBezTo>
                          <a:pt x="3" y="5"/>
                          <a:pt x="3" y="5"/>
                          <a:pt x="4" y="5"/>
                        </a:cubicBezTo>
                        <a:cubicBezTo>
                          <a:pt x="4" y="5"/>
                          <a:pt x="4" y="5"/>
                          <a:pt x="4" y="5"/>
                        </a:cubicBezTo>
                        <a:cubicBezTo>
                          <a:pt x="3" y="5"/>
                          <a:pt x="4" y="5"/>
                          <a:pt x="4" y="5"/>
                        </a:cubicBezTo>
                        <a:cubicBezTo>
                          <a:pt x="4" y="5"/>
                          <a:pt x="4" y="5"/>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lose/>
                        <a:moveTo>
                          <a:pt x="19" y="21"/>
                        </a:move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2"/>
                          <a:pt x="19" y="21"/>
                        </a:cubicBezTo>
                        <a:cubicBezTo>
                          <a:pt x="19" y="21"/>
                          <a:pt x="19" y="21"/>
                          <a:pt x="19" y="21"/>
                        </a:cubicBezTo>
                        <a:cubicBezTo>
                          <a:pt x="19" y="21"/>
                          <a:pt x="19" y="21"/>
                          <a:pt x="19" y="21"/>
                        </a:cubicBezTo>
                        <a:cubicBezTo>
                          <a:pt x="19" y="21"/>
                          <a:pt x="19" y="21"/>
                          <a:pt x="19" y="21"/>
                        </a:cubicBezTo>
                        <a:close/>
                        <a:moveTo>
                          <a:pt x="10" y="19"/>
                        </a:moveTo>
                        <a:cubicBezTo>
                          <a:pt x="10" y="19"/>
                          <a:pt x="10" y="19"/>
                          <a:pt x="10" y="19"/>
                        </a:cubicBezTo>
                        <a:cubicBezTo>
                          <a:pt x="10" y="19"/>
                          <a:pt x="10" y="19"/>
                          <a:pt x="10" y="19"/>
                        </a:cubicBezTo>
                        <a:cubicBezTo>
                          <a:pt x="10" y="19"/>
                          <a:pt x="10" y="19"/>
                          <a:pt x="10" y="19"/>
                        </a:cubicBezTo>
                        <a:cubicBezTo>
                          <a:pt x="10" y="19"/>
                          <a:pt x="10" y="19"/>
                          <a:pt x="10" y="19"/>
                        </a:cubicBezTo>
                        <a:cubicBezTo>
                          <a:pt x="10" y="19"/>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19"/>
                          <a:pt x="10" y="19"/>
                        </a:cubicBezTo>
                        <a:cubicBezTo>
                          <a:pt x="10" y="19"/>
                          <a:pt x="10" y="19"/>
                          <a:pt x="10" y="19"/>
                        </a:cubicBezTo>
                        <a:close/>
                        <a:moveTo>
                          <a:pt x="27" y="20"/>
                        </a:moveTo>
                        <a:cubicBezTo>
                          <a:pt x="27" y="20"/>
                          <a:pt x="27" y="20"/>
                          <a:pt x="27" y="20"/>
                        </a:cubicBezTo>
                        <a:cubicBezTo>
                          <a:pt x="27" y="20"/>
                          <a:pt x="27" y="20"/>
                          <a:pt x="27" y="20"/>
                        </a:cubicBezTo>
                        <a:cubicBezTo>
                          <a:pt x="27" y="20"/>
                          <a:pt x="27" y="20"/>
                          <a:pt x="28" y="20"/>
                        </a:cubicBezTo>
                        <a:cubicBezTo>
                          <a:pt x="28" y="20"/>
                          <a:pt x="28" y="20"/>
                          <a:pt x="28" y="20"/>
                        </a:cubicBezTo>
                        <a:cubicBezTo>
                          <a:pt x="28" y="20"/>
                          <a:pt x="28" y="20"/>
                          <a:pt x="28" y="20"/>
                        </a:cubicBezTo>
                        <a:cubicBezTo>
                          <a:pt x="28" y="20"/>
                          <a:pt x="28" y="20"/>
                          <a:pt x="27" y="20"/>
                        </a:cubicBezTo>
                        <a:close/>
                        <a:moveTo>
                          <a:pt x="5" y="17"/>
                        </a:moveTo>
                        <a:cubicBezTo>
                          <a:pt x="5" y="17"/>
                          <a:pt x="5" y="17"/>
                          <a:pt x="5" y="17"/>
                        </a:cubicBezTo>
                        <a:cubicBezTo>
                          <a:pt x="5" y="17"/>
                          <a:pt x="5" y="17"/>
                          <a:pt x="4" y="17"/>
                        </a:cubicBezTo>
                        <a:cubicBezTo>
                          <a:pt x="4" y="16"/>
                          <a:pt x="4" y="17"/>
                          <a:pt x="4" y="17"/>
                        </a:cubicBezTo>
                        <a:cubicBezTo>
                          <a:pt x="4" y="17"/>
                          <a:pt x="4" y="17"/>
                          <a:pt x="4" y="17"/>
                        </a:cubicBezTo>
                        <a:cubicBezTo>
                          <a:pt x="4" y="17"/>
                          <a:pt x="4" y="17"/>
                          <a:pt x="4" y="17"/>
                        </a:cubicBezTo>
                        <a:cubicBezTo>
                          <a:pt x="4" y="17"/>
                          <a:pt x="4" y="17"/>
                          <a:pt x="4" y="17"/>
                        </a:cubicBezTo>
                        <a:cubicBezTo>
                          <a:pt x="4" y="17"/>
                          <a:pt x="5" y="17"/>
                          <a:pt x="5" y="17"/>
                        </a:cubicBezTo>
                        <a:cubicBezTo>
                          <a:pt x="5" y="17"/>
                          <a:pt x="5" y="17"/>
                          <a:pt x="5" y="17"/>
                        </a:cubicBezTo>
                        <a:cubicBezTo>
                          <a:pt x="5" y="17"/>
                          <a:pt x="5" y="17"/>
                          <a:pt x="5" y="17"/>
                        </a:cubicBezTo>
                        <a:cubicBezTo>
                          <a:pt x="5" y="17"/>
                          <a:pt x="5" y="17"/>
                          <a:pt x="5" y="17"/>
                        </a:cubicBezTo>
                        <a:close/>
                        <a:moveTo>
                          <a:pt x="1" y="12"/>
                        </a:moveTo>
                        <a:cubicBezTo>
                          <a:pt x="1" y="11"/>
                          <a:pt x="1" y="11"/>
                          <a:pt x="1" y="11"/>
                        </a:cubicBezTo>
                        <a:cubicBezTo>
                          <a:pt x="1" y="11"/>
                          <a:pt x="1" y="11"/>
                          <a:pt x="1" y="11"/>
                        </a:cubicBezTo>
                        <a:cubicBezTo>
                          <a:pt x="1" y="11"/>
                          <a:pt x="1" y="11"/>
                          <a:pt x="1" y="11"/>
                        </a:cubicBezTo>
                        <a:cubicBezTo>
                          <a:pt x="1" y="11"/>
                          <a:pt x="1" y="11"/>
                          <a:pt x="1" y="11"/>
                        </a:cubicBezTo>
                        <a:cubicBezTo>
                          <a:pt x="1" y="11"/>
                          <a:pt x="1" y="11"/>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lose/>
                        <a:moveTo>
                          <a:pt x="1" y="8"/>
                        </a:move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lose/>
                        <a:moveTo>
                          <a:pt x="26" y="9"/>
                        </a:moveTo>
                        <a:cubicBezTo>
                          <a:pt x="26" y="9"/>
                          <a:pt x="26" y="9"/>
                          <a:pt x="26" y="9"/>
                        </a:cubicBezTo>
                        <a:cubicBezTo>
                          <a:pt x="26" y="9"/>
                          <a:pt x="26" y="9"/>
                          <a:pt x="26" y="9"/>
                        </a:cubicBezTo>
                        <a:cubicBezTo>
                          <a:pt x="26" y="9"/>
                          <a:pt x="26" y="9"/>
                          <a:pt x="26" y="9"/>
                        </a:cubicBezTo>
                        <a:cubicBezTo>
                          <a:pt x="26" y="9"/>
                          <a:pt x="26" y="9"/>
                          <a:pt x="26" y="9"/>
                        </a:cubicBezTo>
                        <a:close/>
                        <a:moveTo>
                          <a:pt x="3" y="5"/>
                        </a:move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lose/>
                        <a:moveTo>
                          <a:pt x="17" y="11"/>
                        </a:moveTo>
                        <a:cubicBezTo>
                          <a:pt x="16" y="11"/>
                          <a:pt x="16" y="11"/>
                          <a:pt x="16" y="11"/>
                        </a:cubicBezTo>
                        <a:cubicBezTo>
                          <a:pt x="16" y="11"/>
                          <a:pt x="16" y="11"/>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7" y="12"/>
                          <a:pt x="17" y="12"/>
                          <a:pt x="17" y="12"/>
                        </a:cubicBezTo>
                        <a:cubicBezTo>
                          <a:pt x="17" y="12"/>
                          <a:pt x="17" y="12"/>
                          <a:pt x="17" y="12"/>
                        </a:cubicBezTo>
                        <a:cubicBezTo>
                          <a:pt x="17" y="12"/>
                          <a:pt x="16" y="12"/>
                          <a:pt x="17" y="12"/>
                        </a:cubicBezTo>
                        <a:cubicBezTo>
                          <a:pt x="17" y="12"/>
                          <a:pt x="17" y="12"/>
                          <a:pt x="17" y="12"/>
                        </a:cubicBezTo>
                        <a:cubicBezTo>
                          <a:pt x="17" y="12"/>
                          <a:pt x="17" y="12"/>
                          <a:pt x="17" y="12"/>
                        </a:cubicBezTo>
                        <a:cubicBezTo>
                          <a:pt x="17" y="11"/>
                          <a:pt x="17" y="11"/>
                          <a:pt x="17" y="11"/>
                        </a:cubicBezTo>
                        <a:close/>
                        <a:moveTo>
                          <a:pt x="30" y="21"/>
                        </a:move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lose/>
                        <a:moveTo>
                          <a:pt x="27" y="13"/>
                        </a:move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lose/>
                        <a:moveTo>
                          <a:pt x="20" y="4"/>
                        </a:moveTo>
                        <a:cubicBezTo>
                          <a:pt x="20" y="4"/>
                          <a:pt x="20" y="4"/>
                          <a:pt x="20" y="4"/>
                        </a:cubicBezTo>
                        <a:cubicBezTo>
                          <a:pt x="20" y="4"/>
                          <a:pt x="20" y="4"/>
                          <a:pt x="20" y="4"/>
                        </a:cubicBezTo>
                        <a:cubicBezTo>
                          <a:pt x="20" y="4"/>
                          <a:pt x="20" y="4"/>
                          <a:pt x="20" y="4"/>
                        </a:cubicBezTo>
                        <a:cubicBezTo>
                          <a:pt x="20" y="4"/>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4"/>
                          <a:pt x="20" y="4"/>
                          <a:pt x="20" y="4"/>
                        </a:cubicBezTo>
                        <a:close/>
                        <a:moveTo>
                          <a:pt x="28" y="11"/>
                        </a:moveTo>
                        <a:cubicBezTo>
                          <a:pt x="28" y="11"/>
                          <a:pt x="28" y="11"/>
                          <a:pt x="28" y="11"/>
                        </a:cubicBezTo>
                        <a:cubicBezTo>
                          <a:pt x="29" y="11"/>
                          <a:pt x="29"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lose/>
                        <a:moveTo>
                          <a:pt x="9" y="5"/>
                        </a:move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lose/>
                        <a:moveTo>
                          <a:pt x="26" y="8"/>
                        </a:move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lose/>
                        <a:moveTo>
                          <a:pt x="23" y="4"/>
                        </a:moveTo>
                        <a:cubicBezTo>
                          <a:pt x="23" y="4"/>
                          <a:pt x="23" y="4"/>
                          <a:pt x="22" y="4"/>
                        </a:cubicBezTo>
                        <a:cubicBezTo>
                          <a:pt x="22" y="4"/>
                          <a:pt x="22" y="4"/>
                          <a:pt x="22" y="4"/>
                        </a:cubicBezTo>
                        <a:cubicBezTo>
                          <a:pt x="23" y="4"/>
                          <a:pt x="23" y="4"/>
                          <a:pt x="22" y="4"/>
                        </a:cubicBezTo>
                        <a:cubicBezTo>
                          <a:pt x="22" y="4"/>
                          <a:pt x="22" y="4"/>
                          <a:pt x="23" y="4"/>
                        </a:cubicBezTo>
                        <a:cubicBezTo>
                          <a:pt x="23" y="4"/>
                          <a:pt x="23" y="4"/>
                          <a:pt x="23" y="4"/>
                        </a:cubicBezTo>
                        <a:cubicBezTo>
                          <a:pt x="23" y="4"/>
                          <a:pt x="23" y="4"/>
                          <a:pt x="23" y="4"/>
                        </a:cubicBezTo>
                        <a:cubicBezTo>
                          <a:pt x="23" y="4"/>
                          <a:pt x="23" y="4"/>
                          <a:pt x="23" y="4"/>
                        </a:cubicBezTo>
                        <a:cubicBezTo>
                          <a:pt x="23" y="4"/>
                          <a:pt x="23" y="4"/>
                          <a:pt x="23" y="4"/>
                        </a:cubicBezTo>
                        <a:close/>
                        <a:moveTo>
                          <a:pt x="12" y="3"/>
                        </a:moveTo>
                        <a:cubicBezTo>
                          <a:pt x="12" y="3"/>
                          <a:pt x="12" y="3"/>
                          <a:pt x="12" y="3"/>
                        </a:cubicBezTo>
                        <a:cubicBezTo>
                          <a:pt x="12" y="3"/>
                          <a:pt x="13" y="3"/>
                          <a:pt x="13" y="2"/>
                        </a:cubicBezTo>
                        <a:cubicBezTo>
                          <a:pt x="13" y="2"/>
                          <a:pt x="12" y="2"/>
                          <a:pt x="12" y="2"/>
                        </a:cubicBezTo>
                        <a:cubicBezTo>
                          <a:pt x="12" y="2"/>
                          <a:pt x="12" y="2"/>
                          <a:pt x="12" y="2"/>
                        </a:cubicBezTo>
                        <a:cubicBezTo>
                          <a:pt x="12" y="3"/>
                          <a:pt x="12" y="3"/>
                          <a:pt x="12" y="3"/>
                        </a:cubicBezTo>
                        <a:cubicBezTo>
                          <a:pt x="12" y="3"/>
                          <a:pt x="12" y="3"/>
                          <a:pt x="12" y="3"/>
                        </a:cubicBezTo>
                        <a:cubicBezTo>
                          <a:pt x="12" y="3"/>
                          <a:pt x="12" y="3"/>
                          <a:pt x="12" y="3"/>
                        </a:cubicBezTo>
                        <a:close/>
                        <a:moveTo>
                          <a:pt x="30" y="18"/>
                        </a:moveTo>
                        <a:cubicBezTo>
                          <a:pt x="30" y="18"/>
                          <a:pt x="30" y="18"/>
                          <a:pt x="30" y="18"/>
                        </a:cubicBezTo>
                        <a:cubicBezTo>
                          <a:pt x="30" y="18"/>
                          <a:pt x="30" y="18"/>
                          <a:pt x="30" y="18"/>
                        </a:cubicBezTo>
                        <a:cubicBezTo>
                          <a:pt x="31" y="18"/>
                          <a:pt x="31" y="18"/>
                          <a:pt x="31" y="18"/>
                        </a:cubicBezTo>
                        <a:cubicBezTo>
                          <a:pt x="31" y="18"/>
                          <a:pt x="31" y="17"/>
                          <a:pt x="30" y="18"/>
                        </a:cubicBezTo>
                        <a:close/>
                        <a:moveTo>
                          <a:pt x="30" y="19"/>
                        </a:moveTo>
                        <a:cubicBezTo>
                          <a:pt x="30" y="19"/>
                          <a:pt x="30" y="19"/>
                          <a:pt x="29" y="19"/>
                        </a:cubicBezTo>
                        <a:cubicBezTo>
                          <a:pt x="29" y="19"/>
                          <a:pt x="29" y="19"/>
                          <a:pt x="29" y="19"/>
                        </a:cubicBezTo>
                        <a:cubicBezTo>
                          <a:pt x="29" y="19"/>
                          <a:pt x="29" y="19"/>
                          <a:pt x="29" y="19"/>
                        </a:cubicBezTo>
                        <a:cubicBezTo>
                          <a:pt x="29"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lose/>
                        <a:moveTo>
                          <a:pt x="14" y="10"/>
                        </a:moveTo>
                        <a:cubicBezTo>
                          <a:pt x="14" y="10"/>
                          <a:pt x="14" y="10"/>
                          <a:pt x="14" y="10"/>
                        </a:cubicBezTo>
                        <a:cubicBezTo>
                          <a:pt x="14" y="10"/>
                          <a:pt x="14" y="10"/>
                          <a:pt x="14" y="10"/>
                        </a:cubicBezTo>
                        <a:cubicBezTo>
                          <a:pt x="14" y="10"/>
                          <a:pt x="14" y="10"/>
                          <a:pt x="14" y="11"/>
                        </a:cubicBezTo>
                        <a:cubicBezTo>
                          <a:pt x="14" y="11"/>
                          <a:pt x="14" y="11"/>
                          <a:pt x="14" y="11"/>
                        </a:cubicBezTo>
                        <a:cubicBezTo>
                          <a:pt x="14" y="11"/>
                          <a:pt x="14" y="11"/>
                          <a:pt x="14" y="11"/>
                        </a:cubicBezTo>
                        <a:cubicBezTo>
                          <a:pt x="14" y="10"/>
                          <a:pt x="14" y="10"/>
                          <a:pt x="14" y="10"/>
                        </a:cubicBezTo>
                        <a:close/>
                        <a:moveTo>
                          <a:pt x="31" y="21"/>
                        </a:move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lose/>
                        <a:moveTo>
                          <a:pt x="3" y="6"/>
                        </a:moveTo>
                        <a:cubicBezTo>
                          <a:pt x="3" y="6"/>
                          <a:pt x="3" y="6"/>
                          <a:pt x="3" y="6"/>
                        </a:cubicBezTo>
                        <a:cubicBezTo>
                          <a:pt x="3" y="6"/>
                          <a:pt x="3" y="6"/>
                          <a:pt x="3" y="6"/>
                        </a:cubicBezTo>
                        <a:cubicBezTo>
                          <a:pt x="3" y="6"/>
                          <a:pt x="3" y="6"/>
                          <a:pt x="3" y="6"/>
                        </a:cubicBezTo>
                        <a:cubicBezTo>
                          <a:pt x="3" y="6"/>
                          <a:pt x="3" y="6"/>
                          <a:pt x="3" y="6"/>
                        </a:cubicBezTo>
                        <a:cubicBezTo>
                          <a:pt x="3" y="6"/>
                          <a:pt x="2" y="6"/>
                          <a:pt x="2" y="6"/>
                        </a:cubicBezTo>
                        <a:cubicBezTo>
                          <a:pt x="2" y="6"/>
                          <a:pt x="2" y="6"/>
                          <a:pt x="2" y="6"/>
                        </a:cubicBezTo>
                        <a:cubicBezTo>
                          <a:pt x="2" y="6"/>
                          <a:pt x="2" y="6"/>
                          <a:pt x="3" y="6"/>
                        </a:cubicBezTo>
                        <a:close/>
                        <a:moveTo>
                          <a:pt x="1" y="11"/>
                        </a:moveTo>
                        <a:cubicBezTo>
                          <a:pt x="1" y="11"/>
                          <a:pt x="1" y="11"/>
                          <a:pt x="1" y="11"/>
                        </a:cubicBezTo>
                        <a:cubicBezTo>
                          <a:pt x="1" y="11"/>
                          <a:pt x="1" y="11"/>
                          <a:pt x="1" y="11"/>
                        </a:cubicBezTo>
                        <a:cubicBezTo>
                          <a:pt x="1" y="11"/>
                          <a:pt x="1" y="11"/>
                          <a:pt x="1" y="11"/>
                        </a:cubicBezTo>
                        <a:cubicBezTo>
                          <a:pt x="1" y="11"/>
                          <a:pt x="1" y="11"/>
                          <a:pt x="1" y="11"/>
                        </a:cubicBezTo>
                        <a:close/>
                        <a:moveTo>
                          <a:pt x="15" y="11"/>
                        </a:moveTo>
                        <a:cubicBezTo>
                          <a:pt x="15" y="11"/>
                          <a:pt x="15" y="11"/>
                          <a:pt x="15" y="11"/>
                        </a:cubicBezTo>
                        <a:cubicBezTo>
                          <a:pt x="15" y="11"/>
                          <a:pt x="15" y="11"/>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lose/>
                        <a:moveTo>
                          <a:pt x="11" y="3"/>
                        </a:moveTo>
                        <a:cubicBezTo>
                          <a:pt x="11" y="3"/>
                          <a:pt x="11" y="3"/>
                          <a:pt x="11" y="3"/>
                        </a:cubicBezTo>
                        <a:cubicBezTo>
                          <a:pt x="11" y="3"/>
                          <a:pt x="11" y="3"/>
                          <a:pt x="11" y="3"/>
                        </a:cubicBezTo>
                        <a:cubicBezTo>
                          <a:pt x="11" y="3"/>
                          <a:pt x="11" y="3"/>
                          <a:pt x="11" y="3"/>
                        </a:cubicBezTo>
                        <a:close/>
                        <a:moveTo>
                          <a:pt x="25" y="6"/>
                        </a:move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lose/>
                        <a:moveTo>
                          <a:pt x="16" y="1"/>
                        </a:move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lose/>
                        <a:moveTo>
                          <a:pt x="23" y="18"/>
                        </a:moveTo>
                        <a:cubicBezTo>
                          <a:pt x="23" y="18"/>
                          <a:pt x="23" y="18"/>
                          <a:pt x="23" y="18"/>
                        </a:cubicBezTo>
                        <a:cubicBezTo>
                          <a:pt x="23" y="18"/>
                          <a:pt x="23" y="18"/>
                          <a:pt x="23" y="18"/>
                        </a:cubicBezTo>
                        <a:cubicBezTo>
                          <a:pt x="23" y="18"/>
                          <a:pt x="23" y="18"/>
                          <a:pt x="23" y="18"/>
                        </a:cubicBezTo>
                        <a:cubicBezTo>
                          <a:pt x="23" y="18"/>
                          <a:pt x="23" y="18"/>
                          <a:pt x="23" y="18"/>
                        </a:cubicBezTo>
                        <a:close/>
                        <a:moveTo>
                          <a:pt x="24" y="8"/>
                        </a:moveTo>
                        <a:cubicBezTo>
                          <a:pt x="24" y="8"/>
                          <a:pt x="23" y="8"/>
                          <a:pt x="24" y="8"/>
                        </a:cubicBezTo>
                        <a:cubicBezTo>
                          <a:pt x="24" y="8"/>
                          <a:pt x="24" y="8"/>
                          <a:pt x="24" y="8"/>
                        </a:cubicBezTo>
                        <a:cubicBezTo>
                          <a:pt x="24" y="8"/>
                          <a:pt x="24" y="8"/>
                          <a:pt x="24" y="8"/>
                        </a:cubicBezTo>
                        <a:cubicBezTo>
                          <a:pt x="24" y="8"/>
                          <a:pt x="24" y="8"/>
                          <a:pt x="24" y="8"/>
                        </a:cubicBezTo>
                        <a:close/>
                        <a:moveTo>
                          <a:pt x="13" y="9"/>
                        </a:moveTo>
                        <a:cubicBezTo>
                          <a:pt x="13" y="9"/>
                          <a:pt x="13" y="9"/>
                          <a:pt x="13" y="9"/>
                        </a:cubicBezTo>
                        <a:cubicBezTo>
                          <a:pt x="13" y="9"/>
                          <a:pt x="13" y="9"/>
                          <a:pt x="13" y="9"/>
                        </a:cubicBezTo>
                        <a:cubicBezTo>
                          <a:pt x="13" y="9"/>
                          <a:pt x="14" y="9"/>
                          <a:pt x="14" y="9"/>
                        </a:cubicBezTo>
                        <a:cubicBezTo>
                          <a:pt x="14" y="9"/>
                          <a:pt x="13" y="9"/>
                          <a:pt x="13" y="9"/>
                        </a:cubicBezTo>
                        <a:close/>
                        <a:moveTo>
                          <a:pt x="2" y="6"/>
                        </a:moveTo>
                        <a:cubicBezTo>
                          <a:pt x="2" y="6"/>
                          <a:pt x="2" y="6"/>
                          <a:pt x="3" y="6"/>
                        </a:cubicBezTo>
                        <a:cubicBezTo>
                          <a:pt x="3" y="6"/>
                          <a:pt x="3" y="6"/>
                          <a:pt x="3" y="6"/>
                        </a:cubicBezTo>
                        <a:cubicBezTo>
                          <a:pt x="3" y="6"/>
                          <a:pt x="3" y="6"/>
                          <a:pt x="3" y="6"/>
                        </a:cubicBezTo>
                        <a:cubicBezTo>
                          <a:pt x="3" y="6"/>
                          <a:pt x="2" y="6"/>
                          <a:pt x="2" y="6"/>
                        </a:cubicBezTo>
                        <a:cubicBezTo>
                          <a:pt x="2" y="6"/>
                          <a:pt x="2" y="6"/>
                          <a:pt x="2" y="6"/>
                        </a:cubicBezTo>
                        <a:cubicBezTo>
                          <a:pt x="2" y="6"/>
                          <a:pt x="2" y="6"/>
                          <a:pt x="2" y="6"/>
                        </a:cubicBezTo>
                        <a:cubicBezTo>
                          <a:pt x="2" y="6"/>
                          <a:pt x="2" y="6"/>
                          <a:pt x="2" y="6"/>
                        </a:cubicBezTo>
                        <a:close/>
                        <a:moveTo>
                          <a:pt x="28" y="19"/>
                        </a:moveTo>
                        <a:cubicBezTo>
                          <a:pt x="28" y="19"/>
                          <a:pt x="28" y="19"/>
                          <a:pt x="28" y="19"/>
                        </a:cubicBezTo>
                        <a:cubicBezTo>
                          <a:pt x="28" y="19"/>
                          <a:pt x="28" y="19"/>
                          <a:pt x="28" y="19"/>
                        </a:cubicBezTo>
                        <a:cubicBezTo>
                          <a:pt x="28" y="19"/>
                          <a:pt x="28" y="19"/>
                          <a:pt x="28" y="19"/>
                        </a:cubicBezTo>
                        <a:close/>
                        <a:moveTo>
                          <a:pt x="12" y="10"/>
                        </a:move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3" y="11"/>
                          <a:pt x="13" y="11"/>
                        </a:cubicBezTo>
                        <a:cubicBezTo>
                          <a:pt x="13" y="11"/>
                          <a:pt x="13" y="11"/>
                          <a:pt x="12" y="10"/>
                        </a:cubicBezTo>
                        <a:cubicBezTo>
                          <a:pt x="12" y="10"/>
                          <a:pt x="12" y="10"/>
                          <a:pt x="12" y="10"/>
                        </a:cubicBezTo>
                        <a:close/>
                        <a:moveTo>
                          <a:pt x="1" y="8"/>
                        </a:moveTo>
                        <a:cubicBezTo>
                          <a:pt x="1" y="8"/>
                          <a:pt x="1" y="8"/>
                          <a:pt x="1" y="8"/>
                        </a:cubicBezTo>
                        <a:cubicBezTo>
                          <a:pt x="1" y="8"/>
                          <a:pt x="1" y="8"/>
                          <a:pt x="1" y="8"/>
                        </a:cubicBezTo>
                        <a:cubicBezTo>
                          <a:pt x="1" y="8"/>
                          <a:pt x="1" y="8"/>
                          <a:pt x="1" y="8"/>
                        </a:cubicBezTo>
                        <a:cubicBezTo>
                          <a:pt x="1" y="8"/>
                          <a:pt x="1" y="8"/>
                          <a:pt x="1" y="8"/>
                        </a:cubicBezTo>
                        <a:close/>
                        <a:moveTo>
                          <a:pt x="14" y="2"/>
                        </a:moveTo>
                        <a:cubicBezTo>
                          <a:pt x="14"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4" y="2"/>
                        </a:cubicBezTo>
                        <a:cubicBezTo>
                          <a:pt x="14" y="2"/>
                          <a:pt x="14" y="2"/>
                          <a:pt x="14" y="2"/>
                        </a:cubicBezTo>
                        <a:cubicBezTo>
                          <a:pt x="14" y="2"/>
                          <a:pt x="14" y="2"/>
                          <a:pt x="14" y="2"/>
                        </a:cubicBezTo>
                        <a:close/>
                        <a:moveTo>
                          <a:pt x="31" y="22"/>
                        </a:moveTo>
                        <a:cubicBezTo>
                          <a:pt x="31" y="22"/>
                          <a:pt x="31" y="22"/>
                          <a:pt x="31" y="22"/>
                        </a:cubicBezTo>
                        <a:cubicBezTo>
                          <a:pt x="31" y="22"/>
                          <a:pt x="31" y="22"/>
                          <a:pt x="31" y="22"/>
                        </a:cubicBezTo>
                        <a:cubicBezTo>
                          <a:pt x="31" y="22"/>
                          <a:pt x="31" y="22"/>
                          <a:pt x="31" y="22"/>
                        </a:cubicBezTo>
                        <a:cubicBezTo>
                          <a:pt x="31" y="21"/>
                          <a:pt x="31" y="22"/>
                          <a:pt x="31" y="22"/>
                        </a:cubicBezTo>
                        <a:close/>
                        <a:moveTo>
                          <a:pt x="12" y="3"/>
                        </a:move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lose/>
                        <a:moveTo>
                          <a:pt x="28" y="8"/>
                        </a:moveTo>
                        <a:cubicBezTo>
                          <a:pt x="28" y="8"/>
                          <a:pt x="28" y="9"/>
                          <a:pt x="28" y="9"/>
                        </a:cubicBezTo>
                        <a:cubicBezTo>
                          <a:pt x="28" y="9"/>
                          <a:pt x="28" y="9"/>
                          <a:pt x="28" y="9"/>
                        </a:cubicBezTo>
                        <a:cubicBezTo>
                          <a:pt x="28" y="9"/>
                          <a:pt x="28" y="9"/>
                          <a:pt x="28" y="8"/>
                        </a:cubicBezTo>
                        <a:cubicBezTo>
                          <a:pt x="28" y="8"/>
                          <a:pt x="28" y="8"/>
                          <a:pt x="28" y="8"/>
                        </a:cubicBezTo>
                        <a:close/>
                        <a:moveTo>
                          <a:pt x="29" y="15"/>
                        </a:moveTo>
                        <a:cubicBezTo>
                          <a:pt x="29" y="14"/>
                          <a:pt x="29" y="14"/>
                          <a:pt x="29" y="14"/>
                        </a:cubicBezTo>
                        <a:cubicBezTo>
                          <a:pt x="29" y="14"/>
                          <a:pt x="29" y="14"/>
                          <a:pt x="29" y="14"/>
                        </a:cubicBezTo>
                        <a:cubicBezTo>
                          <a:pt x="29" y="14"/>
                          <a:pt x="29" y="14"/>
                          <a:pt x="29" y="14"/>
                        </a:cubicBezTo>
                        <a:cubicBezTo>
                          <a:pt x="29" y="14"/>
                          <a:pt x="28" y="14"/>
                          <a:pt x="28" y="14"/>
                        </a:cubicBezTo>
                        <a:cubicBezTo>
                          <a:pt x="28" y="14"/>
                          <a:pt x="28" y="14"/>
                          <a:pt x="28" y="14"/>
                        </a:cubicBezTo>
                        <a:cubicBezTo>
                          <a:pt x="28" y="15"/>
                          <a:pt x="28" y="15"/>
                          <a:pt x="28" y="15"/>
                        </a:cubicBezTo>
                        <a:cubicBezTo>
                          <a:pt x="28" y="15"/>
                          <a:pt x="29" y="15"/>
                          <a:pt x="28" y="15"/>
                        </a:cubicBezTo>
                        <a:cubicBezTo>
                          <a:pt x="28"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lose/>
                        <a:moveTo>
                          <a:pt x="0" y="7"/>
                        </a:moveTo>
                        <a:cubicBezTo>
                          <a:pt x="0" y="7"/>
                          <a:pt x="0" y="7"/>
                          <a:pt x="0" y="7"/>
                        </a:cubicBezTo>
                        <a:cubicBezTo>
                          <a:pt x="0" y="7"/>
                          <a:pt x="0" y="7"/>
                          <a:pt x="0" y="7"/>
                        </a:cubicBezTo>
                        <a:cubicBezTo>
                          <a:pt x="0" y="7"/>
                          <a:pt x="0" y="7"/>
                          <a:pt x="0" y="7"/>
                        </a:cubicBezTo>
                        <a:cubicBezTo>
                          <a:pt x="0" y="7"/>
                          <a:pt x="0" y="7"/>
                          <a:pt x="0" y="7"/>
                        </a:cubicBezTo>
                        <a:cubicBezTo>
                          <a:pt x="0" y="7"/>
                          <a:pt x="0" y="7"/>
                          <a:pt x="0" y="7"/>
                        </a:cubicBezTo>
                        <a:close/>
                        <a:moveTo>
                          <a:pt x="31" y="16"/>
                        </a:move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lose/>
                        <a:moveTo>
                          <a:pt x="18" y="0"/>
                        </a:moveTo>
                        <a:cubicBezTo>
                          <a:pt x="18" y="0"/>
                          <a:pt x="18" y="0"/>
                          <a:pt x="18" y="0"/>
                        </a:cubicBezTo>
                        <a:cubicBezTo>
                          <a:pt x="18" y="0"/>
                          <a:pt x="18" y="0"/>
                          <a:pt x="18" y="0"/>
                        </a:cubicBezTo>
                        <a:cubicBezTo>
                          <a:pt x="18" y="0"/>
                          <a:pt x="18" y="0"/>
                          <a:pt x="18" y="0"/>
                        </a:cubicBezTo>
                        <a:cubicBezTo>
                          <a:pt x="18" y="0"/>
                          <a:pt x="18" y="0"/>
                          <a:pt x="18" y="0"/>
                        </a:cubicBezTo>
                        <a:close/>
                        <a:moveTo>
                          <a:pt x="8" y="8"/>
                        </a:moveTo>
                        <a:cubicBezTo>
                          <a:pt x="8" y="8"/>
                          <a:pt x="8" y="8"/>
                          <a:pt x="8" y="8"/>
                        </a:cubicBezTo>
                        <a:cubicBezTo>
                          <a:pt x="8" y="8"/>
                          <a:pt x="8" y="8"/>
                          <a:pt x="8" y="8"/>
                        </a:cubicBezTo>
                        <a:cubicBezTo>
                          <a:pt x="8" y="8"/>
                          <a:pt x="8" y="8"/>
                          <a:pt x="8" y="8"/>
                        </a:cubicBezTo>
                        <a:cubicBezTo>
                          <a:pt x="8" y="8"/>
                          <a:pt x="8" y="8"/>
                          <a:pt x="8" y="8"/>
                        </a:cubicBezTo>
                        <a:close/>
                        <a:moveTo>
                          <a:pt x="4" y="9"/>
                        </a:moveTo>
                        <a:cubicBezTo>
                          <a:pt x="4" y="9"/>
                          <a:pt x="4" y="9"/>
                          <a:pt x="4" y="9"/>
                        </a:cubicBezTo>
                        <a:cubicBezTo>
                          <a:pt x="4" y="9"/>
                          <a:pt x="4" y="9"/>
                          <a:pt x="4" y="9"/>
                        </a:cubicBezTo>
                        <a:cubicBezTo>
                          <a:pt x="4" y="9"/>
                          <a:pt x="4" y="9"/>
                          <a:pt x="4" y="9"/>
                        </a:cubicBezTo>
                        <a:cubicBezTo>
                          <a:pt x="4" y="9"/>
                          <a:pt x="4" y="9"/>
                          <a:pt x="4" y="9"/>
                        </a:cubicBezTo>
                        <a:close/>
                        <a:moveTo>
                          <a:pt x="25" y="16"/>
                        </a:moveTo>
                        <a:cubicBezTo>
                          <a:pt x="25" y="16"/>
                          <a:pt x="25" y="16"/>
                          <a:pt x="25" y="16"/>
                        </a:cubicBezTo>
                        <a:cubicBezTo>
                          <a:pt x="25" y="16"/>
                          <a:pt x="25" y="16"/>
                          <a:pt x="25" y="16"/>
                        </a:cubicBezTo>
                        <a:cubicBezTo>
                          <a:pt x="25" y="16"/>
                          <a:pt x="25" y="16"/>
                          <a:pt x="25" y="16"/>
                        </a:cubicBezTo>
                        <a:cubicBezTo>
                          <a:pt x="25" y="16"/>
                          <a:pt x="25" y="16"/>
                          <a:pt x="25" y="16"/>
                        </a:cubicBezTo>
                        <a:close/>
                        <a:moveTo>
                          <a:pt x="1" y="11"/>
                        </a:moveTo>
                        <a:cubicBezTo>
                          <a:pt x="1" y="12"/>
                          <a:pt x="1" y="12"/>
                          <a:pt x="2" y="12"/>
                        </a:cubicBezTo>
                        <a:cubicBezTo>
                          <a:pt x="1" y="12"/>
                          <a:pt x="1" y="11"/>
                          <a:pt x="1" y="11"/>
                        </a:cubicBezTo>
                        <a:close/>
                        <a:moveTo>
                          <a:pt x="24" y="9"/>
                        </a:moveTo>
                        <a:cubicBezTo>
                          <a:pt x="24" y="9"/>
                          <a:pt x="24" y="9"/>
                          <a:pt x="24" y="9"/>
                        </a:cubicBezTo>
                        <a:cubicBezTo>
                          <a:pt x="24" y="9"/>
                          <a:pt x="24" y="9"/>
                          <a:pt x="24" y="9"/>
                        </a:cubicBezTo>
                        <a:cubicBezTo>
                          <a:pt x="24" y="9"/>
                          <a:pt x="24" y="9"/>
                          <a:pt x="24" y="9"/>
                        </a:cubicBezTo>
                        <a:cubicBezTo>
                          <a:pt x="24" y="9"/>
                          <a:pt x="24" y="9"/>
                          <a:pt x="24" y="9"/>
                        </a:cubicBezTo>
                        <a:close/>
                        <a:moveTo>
                          <a:pt x="8" y="21"/>
                        </a:move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lose/>
                        <a:moveTo>
                          <a:pt x="13" y="2"/>
                        </a:move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lose/>
                        <a:moveTo>
                          <a:pt x="14" y="2"/>
                        </a:moveTo>
                        <a:cubicBezTo>
                          <a:pt x="14" y="2"/>
                          <a:pt x="14" y="2"/>
                          <a:pt x="14" y="2"/>
                        </a:cubicBezTo>
                        <a:cubicBezTo>
                          <a:pt x="14" y="2"/>
                          <a:pt x="14" y="2"/>
                          <a:pt x="14" y="2"/>
                        </a:cubicBezTo>
                        <a:cubicBezTo>
                          <a:pt x="14" y="2"/>
                          <a:pt x="14" y="2"/>
                          <a:pt x="14" y="2"/>
                        </a:cubicBezTo>
                        <a:cubicBezTo>
                          <a:pt x="14" y="2"/>
                          <a:pt x="14" y="2"/>
                          <a:pt x="14" y="2"/>
                        </a:cubicBezTo>
                        <a:close/>
                        <a:moveTo>
                          <a:pt x="8" y="21"/>
                        </a:moveTo>
                        <a:cubicBezTo>
                          <a:pt x="8" y="21"/>
                          <a:pt x="8" y="21"/>
                          <a:pt x="8" y="21"/>
                        </a:cubicBezTo>
                        <a:cubicBezTo>
                          <a:pt x="8" y="21"/>
                          <a:pt x="8" y="21"/>
                          <a:pt x="8" y="21"/>
                        </a:cubicBezTo>
                        <a:cubicBezTo>
                          <a:pt x="8" y="21"/>
                          <a:pt x="8" y="21"/>
                          <a:pt x="8" y="21"/>
                        </a:cubicBezTo>
                        <a:cubicBezTo>
                          <a:pt x="8" y="21"/>
                          <a:pt x="8" y="21"/>
                          <a:pt x="8" y="21"/>
                        </a:cubicBezTo>
                        <a:close/>
                        <a:moveTo>
                          <a:pt x="8" y="8"/>
                        </a:moveTo>
                        <a:cubicBezTo>
                          <a:pt x="9" y="8"/>
                          <a:pt x="9" y="8"/>
                          <a:pt x="9" y="8"/>
                        </a:cubicBezTo>
                        <a:cubicBezTo>
                          <a:pt x="9" y="8"/>
                          <a:pt x="9" y="8"/>
                          <a:pt x="9" y="8"/>
                        </a:cubicBezTo>
                        <a:cubicBezTo>
                          <a:pt x="9" y="8"/>
                          <a:pt x="9" y="8"/>
                          <a:pt x="9" y="8"/>
                        </a:cubicBezTo>
                        <a:cubicBezTo>
                          <a:pt x="9" y="8"/>
                          <a:pt x="8" y="8"/>
                          <a:pt x="8" y="8"/>
                        </a:cubicBezTo>
                        <a:close/>
                        <a:moveTo>
                          <a:pt x="31" y="20"/>
                        </a:moveTo>
                        <a:cubicBezTo>
                          <a:pt x="31" y="20"/>
                          <a:pt x="31" y="20"/>
                          <a:pt x="31" y="20"/>
                        </a:cubicBezTo>
                        <a:cubicBezTo>
                          <a:pt x="31" y="20"/>
                          <a:pt x="31" y="20"/>
                          <a:pt x="31" y="20"/>
                        </a:cubicBezTo>
                        <a:close/>
                        <a:moveTo>
                          <a:pt x="12" y="10"/>
                        </a:moveTo>
                        <a:cubicBezTo>
                          <a:pt x="12" y="10"/>
                          <a:pt x="12" y="10"/>
                          <a:pt x="12" y="10"/>
                        </a:cubicBezTo>
                        <a:cubicBezTo>
                          <a:pt x="12" y="10"/>
                          <a:pt x="12" y="10"/>
                          <a:pt x="12" y="10"/>
                        </a:cubicBezTo>
                        <a:cubicBezTo>
                          <a:pt x="11" y="10"/>
                          <a:pt x="11" y="10"/>
                          <a:pt x="11" y="10"/>
                        </a:cubicBezTo>
                        <a:cubicBezTo>
                          <a:pt x="11" y="10"/>
                          <a:pt x="11" y="10"/>
                          <a:pt x="12" y="10"/>
                        </a:cubicBezTo>
                        <a:close/>
                        <a:moveTo>
                          <a:pt x="10" y="14"/>
                        </a:moveTo>
                        <a:cubicBezTo>
                          <a:pt x="10" y="14"/>
                          <a:pt x="10" y="14"/>
                          <a:pt x="11" y="14"/>
                        </a:cubicBezTo>
                        <a:cubicBezTo>
                          <a:pt x="11" y="14"/>
                          <a:pt x="10" y="14"/>
                          <a:pt x="10" y="14"/>
                        </a:cubicBezTo>
                        <a:close/>
                        <a:moveTo>
                          <a:pt x="11" y="19"/>
                        </a:moveTo>
                        <a:cubicBezTo>
                          <a:pt x="11" y="19"/>
                          <a:pt x="10" y="19"/>
                          <a:pt x="10" y="19"/>
                        </a:cubicBezTo>
                        <a:cubicBezTo>
                          <a:pt x="11" y="19"/>
                          <a:pt x="11" y="19"/>
                          <a:pt x="11" y="19"/>
                        </a:cubicBezTo>
                        <a:cubicBezTo>
                          <a:pt x="11" y="19"/>
                          <a:pt x="11" y="19"/>
                          <a:pt x="11" y="19"/>
                        </a:cubicBezTo>
                        <a:cubicBezTo>
                          <a:pt x="11" y="19"/>
                          <a:pt x="11" y="19"/>
                          <a:pt x="11" y="19"/>
                        </a:cubicBezTo>
                        <a:close/>
                        <a:moveTo>
                          <a:pt x="2" y="11"/>
                        </a:moveTo>
                        <a:cubicBezTo>
                          <a:pt x="2" y="11"/>
                          <a:pt x="2" y="11"/>
                          <a:pt x="2" y="11"/>
                        </a:cubicBezTo>
                        <a:cubicBezTo>
                          <a:pt x="2" y="11"/>
                          <a:pt x="1" y="11"/>
                          <a:pt x="1" y="11"/>
                        </a:cubicBezTo>
                        <a:cubicBezTo>
                          <a:pt x="2" y="11"/>
                          <a:pt x="2" y="11"/>
                          <a:pt x="2" y="11"/>
                        </a:cubicBezTo>
                        <a:cubicBezTo>
                          <a:pt x="2" y="11"/>
                          <a:pt x="2" y="11"/>
                          <a:pt x="2" y="11"/>
                        </a:cubicBezTo>
                        <a:cubicBezTo>
                          <a:pt x="2" y="11"/>
                          <a:pt x="2" y="11"/>
                          <a:pt x="2" y="11"/>
                        </a:cubicBezTo>
                        <a:close/>
                        <a:moveTo>
                          <a:pt x="8" y="8"/>
                        </a:moveTo>
                        <a:cubicBezTo>
                          <a:pt x="8" y="8"/>
                          <a:pt x="8" y="8"/>
                          <a:pt x="8" y="8"/>
                        </a:cubicBezTo>
                        <a:cubicBezTo>
                          <a:pt x="8" y="8"/>
                          <a:pt x="8" y="8"/>
                          <a:pt x="8" y="8"/>
                        </a:cubicBezTo>
                        <a:cubicBezTo>
                          <a:pt x="8" y="8"/>
                          <a:pt x="8" y="8"/>
                          <a:pt x="8" y="8"/>
                        </a:cubicBezTo>
                        <a:close/>
                        <a:moveTo>
                          <a:pt x="28" y="7"/>
                        </a:moveTo>
                        <a:cubicBezTo>
                          <a:pt x="28" y="7"/>
                          <a:pt x="28" y="7"/>
                          <a:pt x="28" y="7"/>
                        </a:cubicBezTo>
                        <a:cubicBezTo>
                          <a:pt x="28" y="7"/>
                          <a:pt x="28" y="7"/>
                          <a:pt x="28" y="7"/>
                        </a:cubicBezTo>
                        <a:close/>
                        <a:moveTo>
                          <a:pt x="15" y="2"/>
                        </a:moveTo>
                        <a:cubicBezTo>
                          <a:pt x="15" y="2"/>
                          <a:pt x="15" y="2"/>
                          <a:pt x="15" y="2"/>
                        </a:cubicBezTo>
                        <a:cubicBezTo>
                          <a:pt x="15" y="2"/>
                          <a:pt x="15" y="2"/>
                          <a:pt x="15" y="2"/>
                        </a:cubicBezTo>
                        <a:cubicBezTo>
                          <a:pt x="15" y="2"/>
                          <a:pt x="15" y="2"/>
                          <a:pt x="15" y="2"/>
                        </a:cubicBezTo>
                        <a:cubicBezTo>
                          <a:pt x="15" y="2"/>
                          <a:pt x="15" y="2"/>
                          <a:pt x="15" y="2"/>
                        </a:cubicBezTo>
                        <a:close/>
                        <a:moveTo>
                          <a:pt x="31" y="21"/>
                        </a:moveTo>
                        <a:cubicBezTo>
                          <a:pt x="31" y="21"/>
                          <a:pt x="31" y="21"/>
                          <a:pt x="31" y="21"/>
                        </a:cubicBezTo>
                        <a:cubicBezTo>
                          <a:pt x="31" y="21"/>
                          <a:pt x="31" y="21"/>
                          <a:pt x="31" y="21"/>
                        </a:cubicBezTo>
                        <a:close/>
                        <a:moveTo>
                          <a:pt x="24" y="8"/>
                        </a:moveTo>
                        <a:cubicBezTo>
                          <a:pt x="24" y="8"/>
                          <a:pt x="24" y="8"/>
                          <a:pt x="24" y="8"/>
                        </a:cubicBezTo>
                        <a:cubicBezTo>
                          <a:pt x="24" y="8"/>
                          <a:pt x="24" y="8"/>
                          <a:pt x="24" y="8"/>
                        </a:cubicBezTo>
                        <a:cubicBezTo>
                          <a:pt x="24" y="8"/>
                          <a:pt x="24" y="8"/>
                          <a:pt x="24" y="8"/>
                        </a:cubicBezTo>
                        <a:cubicBezTo>
                          <a:pt x="24" y="8"/>
                          <a:pt x="24" y="8"/>
                          <a:pt x="24" y="8"/>
                        </a:cubicBezTo>
                        <a:close/>
                        <a:moveTo>
                          <a:pt x="30" y="18"/>
                        </a:moveTo>
                        <a:cubicBezTo>
                          <a:pt x="30" y="18"/>
                          <a:pt x="30" y="18"/>
                          <a:pt x="30" y="18"/>
                        </a:cubicBezTo>
                        <a:cubicBezTo>
                          <a:pt x="30" y="18"/>
                          <a:pt x="30" y="18"/>
                          <a:pt x="30" y="18"/>
                        </a:cubicBezTo>
                        <a:close/>
                        <a:moveTo>
                          <a:pt x="1" y="10"/>
                        </a:moveTo>
                        <a:cubicBezTo>
                          <a:pt x="1" y="10"/>
                          <a:pt x="1" y="10"/>
                          <a:pt x="1" y="10"/>
                        </a:cubicBezTo>
                        <a:cubicBezTo>
                          <a:pt x="1" y="10"/>
                          <a:pt x="1" y="10"/>
                          <a:pt x="1" y="10"/>
                        </a:cubicBezTo>
                        <a:cubicBezTo>
                          <a:pt x="1" y="10"/>
                          <a:pt x="1" y="10"/>
                          <a:pt x="1" y="10"/>
                        </a:cubicBezTo>
                        <a:cubicBezTo>
                          <a:pt x="1" y="10"/>
                          <a:pt x="1" y="10"/>
                          <a:pt x="1" y="10"/>
                        </a:cubicBezTo>
                        <a:close/>
                        <a:moveTo>
                          <a:pt x="31" y="20"/>
                        </a:moveTo>
                        <a:cubicBezTo>
                          <a:pt x="31" y="20"/>
                          <a:pt x="31" y="20"/>
                          <a:pt x="31" y="20"/>
                        </a:cubicBezTo>
                        <a:cubicBezTo>
                          <a:pt x="31" y="20"/>
                          <a:pt x="31" y="20"/>
                          <a:pt x="31" y="20"/>
                        </a:cubicBezTo>
                        <a:cubicBezTo>
                          <a:pt x="31" y="20"/>
                          <a:pt x="31" y="20"/>
                          <a:pt x="31" y="20"/>
                        </a:cubicBezTo>
                        <a:cubicBezTo>
                          <a:pt x="31" y="20"/>
                          <a:pt x="31" y="20"/>
                          <a:pt x="31" y="20"/>
                        </a:cubicBezTo>
                        <a:close/>
                        <a:moveTo>
                          <a:pt x="3" y="6"/>
                        </a:moveTo>
                        <a:cubicBezTo>
                          <a:pt x="3" y="6"/>
                          <a:pt x="3" y="6"/>
                          <a:pt x="3" y="6"/>
                        </a:cubicBezTo>
                        <a:cubicBezTo>
                          <a:pt x="3" y="6"/>
                          <a:pt x="3" y="6"/>
                          <a:pt x="3" y="6"/>
                        </a:cubicBezTo>
                        <a:cubicBezTo>
                          <a:pt x="3" y="6"/>
                          <a:pt x="3" y="6"/>
                          <a:pt x="3" y="6"/>
                        </a:cubicBezTo>
                        <a:cubicBezTo>
                          <a:pt x="3" y="6"/>
                          <a:pt x="3" y="6"/>
                          <a:pt x="3" y="6"/>
                        </a:cubicBezTo>
                        <a:cubicBezTo>
                          <a:pt x="3" y="6"/>
                          <a:pt x="3" y="6"/>
                          <a:pt x="3" y="6"/>
                        </a:cubicBezTo>
                        <a:close/>
                        <a:moveTo>
                          <a:pt x="3" y="6"/>
                        </a:moveTo>
                        <a:cubicBezTo>
                          <a:pt x="3" y="6"/>
                          <a:pt x="3" y="6"/>
                          <a:pt x="3" y="6"/>
                        </a:cubicBezTo>
                        <a:close/>
                        <a:moveTo>
                          <a:pt x="12" y="11"/>
                        </a:move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2"/>
                          <a:pt x="12" y="12"/>
                        </a:cubicBezTo>
                        <a:cubicBezTo>
                          <a:pt x="12" y="12"/>
                          <a:pt x="12" y="11"/>
                          <a:pt x="12" y="11"/>
                        </a:cubicBezTo>
                        <a:cubicBezTo>
                          <a:pt x="12" y="11"/>
                          <a:pt x="12" y="11"/>
                          <a:pt x="12" y="11"/>
                        </a:cubicBezTo>
                        <a:cubicBezTo>
                          <a:pt x="12" y="11"/>
                          <a:pt x="12" y="11"/>
                          <a:pt x="12" y="11"/>
                        </a:cubicBezTo>
                        <a:cubicBezTo>
                          <a:pt x="12" y="11"/>
                          <a:pt x="12" y="11"/>
                          <a:pt x="12" y="11"/>
                        </a:cubicBezTo>
                        <a:close/>
                        <a:moveTo>
                          <a:pt x="7" y="16"/>
                        </a:moveTo>
                        <a:cubicBezTo>
                          <a:pt x="7" y="16"/>
                          <a:pt x="7" y="16"/>
                          <a:pt x="7" y="16"/>
                        </a:cubicBezTo>
                        <a:cubicBezTo>
                          <a:pt x="7" y="16"/>
                          <a:pt x="7" y="16"/>
                          <a:pt x="7" y="16"/>
                        </a:cubicBezTo>
                        <a:cubicBezTo>
                          <a:pt x="7" y="16"/>
                          <a:pt x="7" y="16"/>
                          <a:pt x="7" y="16"/>
                        </a:cubicBezTo>
                        <a:cubicBezTo>
                          <a:pt x="7" y="16"/>
                          <a:pt x="7" y="16"/>
                          <a:pt x="7" y="16"/>
                        </a:cubicBezTo>
                        <a:close/>
                        <a:moveTo>
                          <a:pt x="1" y="9"/>
                        </a:moveTo>
                        <a:cubicBezTo>
                          <a:pt x="1" y="9"/>
                          <a:pt x="1" y="9"/>
                          <a:pt x="1" y="9"/>
                        </a:cubicBezTo>
                        <a:cubicBezTo>
                          <a:pt x="1" y="9"/>
                          <a:pt x="1" y="9"/>
                          <a:pt x="1" y="9"/>
                        </a:cubicBezTo>
                        <a:cubicBezTo>
                          <a:pt x="1" y="9"/>
                          <a:pt x="1" y="9"/>
                          <a:pt x="1" y="9"/>
                        </a:cubicBezTo>
                        <a:cubicBezTo>
                          <a:pt x="1" y="9"/>
                          <a:pt x="1" y="9"/>
                          <a:pt x="1" y="9"/>
                        </a:cubicBezTo>
                        <a:close/>
                        <a:moveTo>
                          <a:pt x="3" y="6"/>
                        </a:moveTo>
                        <a:cubicBezTo>
                          <a:pt x="3" y="6"/>
                          <a:pt x="3" y="6"/>
                          <a:pt x="3" y="6"/>
                        </a:cubicBezTo>
                        <a:cubicBezTo>
                          <a:pt x="3" y="6"/>
                          <a:pt x="3" y="6"/>
                          <a:pt x="3" y="6"/>
                        </a:cubicBezTo>
                        <a:cubicBezTo>
                          <a:pt x="3" y="6"/>
                          <a:pt x="3" y="6"/>
                          <a:pt x="3" y="6"/>
                        </a:cubicBezTo>
                        <a:close/>
                        <a:moveTo>
                          <a:pt x="26" y="0"/>
                        </a:moveTo>
                        <a:cubicBezTo>
                          <a:pt x="26" y="0"/>
                          <a:pt x="26" y="0"/>
                          <a:pt x="26" y="0"/>
                        </a:cubicBezTo>
                        <a:cubicBezTo>
                          <a:pt x="26" y="0"/>
                          <a:pt x="26" y="0"/>
                          <a:pt x="26" y="0"/>
                        </a:cubicBezTo>
                        <a:cubicBezTo>
                          <a:pt x="26" y="0"/>
                          <a:pt x="26" y="0"/>
                          <a:pt x="26" y="0"/>
                        </a:cubicBezTo>
                        <a:close/>
                        <a:moveTo>
                          <a:pt x="14" y="1"/>
                        </a:moveTo>
                        <a:cubicBezTo>
                          <a:pt x="14" y="1"/>
                          <a:pt x="14" y="1"/>
                          <a:pt x="14" y="1"/>
                        </a:cubicBezTo>
                        <a:cubicBezTo>
                          <a:pt x="14" y="1"/>
                          <a:pt x="14" y="1"/>
                          <a:pt x="14" y="1"/>
                        </a:cubicBezTo>
                        <a:cubicBezTo>
                          <a:pt x="14" y="1"/>
                          <a:pt x="14" y="1"/>
                          <a:pt x="14" y="1"/>
                        </a:cubicBezTo>
                        <a:close/>
                        <a:moveTo>
                          <a:pt x="15" y="2"/>
                        </a:moveTo>
                        <a:cubicBezTo>
                          <a:pt x="15" y="2"/>
                          <a:pt x="15" y="2"/>
                          <a:pt x="15" y="2"/>
                        </a:cubicBezTo>
                        <a:cubicBezTo>
                          <a:pt x="15" y="2"/>
                          <a:pt x="15" y="2"/>
                          <a:pt x="15" y="2"/>
                        </a:cubicBezTo>
                        <a:cubicBezTo>
                          <a:pt x="15" y="2"/>
                          <a:pt x="15" y="2"/>
                          <a:pt x="15" y="2"/>
                        </a:cubicBezTo>
                        <a:cubicBezTo>
                          <a:pt x="15" y="2"/>
                          <a:pt x="15" y="2"/>
                          <a:pt x="15" y="2"/>
                        </a:cubicBezTo>
                        <a:close/>
                        <a:moveTo>
                          <a:pt x="3" y="10"/>
                        </a:moveTo>
                        <a:cubicBezTo>
                          <a:pt x="3" y="10"/>
                          <a:pt x="3" y="10"/>
                          <a:pt x="3" y="10"/>
                        </a:cubicBezTo>
                        <a:cubicBezTo>
                          <a:pt x="3" y="10"/>
                          <a:pt x="3" y="10"/>
                          <a:pt x="3" y="10"/>
                        </a:cubicBezTo>
                        <a:cubicBezTo>
                          <a:pt x="3" y="10"/>
                          <a:pt x="3" y="10"/>
                          <a:pt x="3" y="10"/>
                        </a:cubicBezTo>
                        <a:close/>
                        <a:moveTo>
                          <a:pt x="1" y="10"/>
                        </a:moveTo>
                        <a:cubicBezTo>
                          <a:pt x="1" y="10"/>
                          <a:pt x="1" y="10"/>
                          <a:pt x="1" y="10"/>
                        </a:cubicBezTo>
                        <a:cubicBezTo>
                          <a:pt x="1" y="10"/>
                          <a:pt x="1" y="10"/>
                          <a:pt x="1" y="10"/>
                        </a:cubicBezTo>
                        <a:close/>
                        <a:moveTo>
                          <a:pt x="28" y="20"/>
                        </a:moveTo>
                        <a:cubicBezTo>
                          <a:pt x="28" y="20"/>
                          <a:pt x="28" y="20"/>
                          <a:pt x="28" y="20"/>
                        </a:cubicBezTo>
                        <a:cubicBezTo>
                          <a:pt x="28" y="20"/>
                          <a:pt x="28" y="20"/>
                          <a:pt x="28" y="20"/>
                        </a:cubicBezTo>
                        <a:cubicBezTo>
                          <a:pt x="28" y="20"/>
                          <a:pt x="28" y="20"/>
                          <a:pt x="28" y="20"/>
                        </a:cubicBezTo>
                        <a:cubicBezTo>
                          <a:pt x="28" y="20"/>
                          <a:pt x="28" y="20"/>
                          <a:pt x="28" y="20"/>
                        </a:cubicBezTo>
                        <a:close/>
                        <a:moveTo>
                          <a:pt x="3" y="5"/>
                        </a:moveTo>
                        <a:cubicBezTo>
                          <a:pt x="3" y="5"/>
                          <a:pt x="3" y="5"/>
                          <a:pt x="3" y="5"/>
                        </a:cubicBezTo>
                        <a:cubicBezTo>
                          <a:pt x="3" y="5"/>
                          <a:pt x="3" y="5"/>
                          <a:pt x="3" y="5"/>
                        </a:cubicBezTo>
                        <a:cubicBezTo>
                          <a:pt x="3" y="5"/>
                          <a:pt x="3" y="5"/>
                          <a:pt x="3" y="5"/>
                        </a:cubicBezTo>
                        <a:cubicBezTo>
                          <a:pt x="3" y="5"/>
                          <a:pt x="3" y="5"/>
                          <a:pt x="3" y="5"/>
                        </a:cubicBezTo>
                        <a:close/>
                        <a:moveTo>
                          <a:pt x="1" y="11"/>
                        </a:moveTo>
                        <a:cubicBezTo>
                          <a:pt x="1" y="11"/>
                          <a:pt x="1" y="11"/>
                          <a:pt x="1" y="11"/>
                        </a:cubicBezTo>
                        <a:cubicBezTo>
                          <a:pt x="1" y="11"/>
                          <a:pt x="1" y="11"/>
                          <a:pt x="1" y="11"/>
                        </a:cubicBezTo>
                        <a:close/>
                        <a:moveTo>
                          <a:pt x="2" y="7"/>
                        </a:moveTo>
                        <a:cubicBezTo>
                          <a:pt x="2" y="7"/>
                          <a:pt x="2" y="7"/>
                          <a:pt x="2" y="7"/>
                        </a:cubicBezTo>
                        <a:cubicBezTo>
                          <a:pt x="2" y="7"/>
                          <a:pt x="2" y="7"/>
                          <a:pt x="2" y="7"/>
                        </a:cubicBezTo>
                        <a:cubicBezTo>
                          <a:pt x="2" y="7"/>
                          <a:pt x="1" y="7"/>
                          <a:pt x="1" y="7"/>
                        </a:cubicBezTo>
                        <a:cubicBezTo>
                          <a:pt x="1" y="7"/>
                          <a:pt x="2" y="7"/>
                          <a:pt x="2" y="7"/>
                        </a:cubicBezTo>
                        <a:close/>
                        <a:moveTo>
                          <a:pt x="12" y="3"/>
                        </a:moveTo>
                        <a:cubicBezTo>
                          <a:pt x="12" y="3"/>
                          <a:pt x="12" y="3"/>
                          <a:pt x="12" y="3"/>
                        </a:cubicBezTo>
                        <a:cubicBezTo>
                          <a:pt x="12" y="3"/>
                          <a:pt x="12" y="3"/>
                          <a:pt x="12" y="3"/>
                        </a:cubicBezTo>
                        <a:cubicBezTo>
                          <a:pt x="12" y="3"/>
                          <a:pt x="12" y="3"/>
                          <a:pt x="12" y="3"/>
                        </a:cubicBezTo>
                        <a:cubicBezTo>
                          <a:pt x="12" y="3"/>
                          <a:pt x="12" y="3"/>
                          <a:pt x="12" y="3"/>
                        </a:cubicBezTo>
                        <a:close/>
                        <a:moveTo>
                          <a:pt x="2" y="9"/>
                        </a:moveTo>
                        <a:cubicBezTo>
                          <a:pt x="2" y="9"/>
                          <a:pt x="2" y="9"/>
                          <a:pt x="2" y="9"/>
                        </a:cubicBezTo>
                        <a:cubicBezTo>
                          <a:pt x="2" y="9"/>
                          <a:pt x="2" y="9"/>
                          <a:pt x="2" y="9"/>
                        </a:cubicBezTo>
                        <a:close/>
                        <a:moveTo>
                          <a:pt x="13" y="9"/>
                        </a:moveTo>
                        <a:cubicBezTo>
                          <a:pt x="13" y="9"/>
                          <a:pt x="13" y="9"/>
                          <a:pt x="13" y="9"/>
                        </a:cubicBezTo>
                        <a:cubicBezTo>
                          <a:pt x="13" y="9"/>
                          <a:pt x="13" y="9"/>
                          <a:pt x="13" y="9"/>
                        </a:cubicBezTo>
                        <a:close/>
                        <a:moveTo>
                          <a:pt x="5" y="9"/>
                        </a:moveTo>
                        <a:cubicBezTo>
                          <a:pt x="5" y="9"/>
                          <a:pt x="5" y="9"/>
                          <a:pt x="5" y="9"/>
                        </a:cubicBezTo>
                        <a:cubicBezTo>
                          <a:pt x="5" y="9"/>
                          <a:pt x="5" y="9"/>
                          <a:pt x="5" y="9"/>
                        </a:cubicBezTo>
                        <a:cubicBezTo>
                          <a:pt x="5" y="9"/>
                          <a:pt x="5" y="9"/>
                          <a:pt x="5" y="9"/>
                        </a:cubicBezTo>
                        <a:cubicBezTo>
                          <a:pt x="5" y="9"/>
                          <a:pt x="5" y="9"/>
                          <a:pt x="5" y="9"/>
                        </a:cubicBezTo>
                        <a:close/>
                        <a:moveTo>
                          <a:pt x="18" y="0"/>
                        </a:moveTo>
                        <a:cubicBezTo>
                          <a:pt x="18" y="0"/>
                          <a:pt x="18" y="0"/>
                          <a:pt x="18" y="0"/>
                        </a:cubicBezTo>
                        <a:cubicBezTo>
                          <a:pt x="18" y="0"/>
                          <a:pt x="18" y="0"/>
                          <a:pt x="18" y="0"/>
                        </a:cubicBezTo>
                        <a:close/>
                        <a:moveTo>
                          <a:pt x="23" y="2"/>
                        </a:moveTo>
                        <a:cubicBezTo>
                          <a:pt x="23" y="2"/>
                          <a:pt x="22" y="2"/>
                          <a:pt x="22" y="2"/>
                        </a:cubicBezTo>
                        <a:cubicBezTo>
                          <a:pt x="22" y="2"/>
                          <a:pt x="22" y="2"/>
                          <a:pt x="22" y="2"/>
                        </a:cubicBezTo>
                        <a:cubicBezTo>
                          <a:pt x="22" y="2"/>
                          <a:pt x="22" y="2"/>
                          <a:pt x="22" y="2"/>
                        </a:cubicBezTo>
                        <a:cubicBezTo>
                          <a:pt x="22" y="2"/>
                          <a:pt x="23" y="2"/>
                          <a:pt x="23" y="2"/>
                        </a:cubicBezTo>
                        <a:close/>
                        <a:moveTo>
                          <a:pt x="3" y="5"/>
                        </a:moveTo>
                        <a:cubicBezTo>
                          <a:pt x="3" y="5"/>
                          <a:pt x="3" y="5"/>
                          <a:pt x="3" y="5"/>
                        </a:cubicBezTo>
                        <a:cubicBezTo>
                          <a:pt x="3" y="5"/>
                          <a:pt x="3" y="5"/>
                          <a:pt x="3" y="5"/>
                        </a:cubicBezTo>
                        <a:cubicBezTo>
                          <a:pt x="3" y="5"/>
                          <a:pt x="3" y="5"/>
                          <a:pt x="3" y="5"/>
                        </a:cubicBezTo>
                        <a:cubicBezTo>
                          <a:pt x="3" y="5"/>
                          <a:pt x="3" y="5"/>
                          <a:pt x="3" y="5"/>
                        </a:cubicBezTo>
                        <a:close/>
                        <a:moveTo>
                          <a:pt x="30" y="20"/>
                        </a:moveTo>
                        <a:cubicBezTo>
                          <a:pt x="30" y="20"/>
                          <a:pt x="30" y="20"/>
                          <a:pt x="30" y="20"/>
                        </a:cubicBezTo>
                        <a:cubicBezTo>
                          <a:pt x="30" y="20"/>
                          <a:pt x="30" y="20"/>
                          <a:pt x="30" y="20"/>
                        </a:cubicBezTo>
                        <a:cubicBezTo>
                          <a:pt x="30" y="20"/>
                          <a:pt x="30" y="20"/>
                          <a:pt x="30" y="20"/>
                        </a:cubicBezTo>
                        <a:cubicBezTo>
                          <a:pt x="30" y="20"/>
                          <a:pt x="30" y="20"/>
                          <a:pt x="30" y="20"/>
                        </a:cubicBezTo>
                        <a:close/>
                        <a:moveTo>
                          <a:pt x="19" y="0"/>
                        </a:moveTo>
                        <a:cubicBezTo>
                          <a:pt x="19" y="0"/>
                          <a:pt x="19" y="0"/>
                          <a:pt x="19" y="0"/>
                        </a:cubicBezTo>
                        <a:cubicBezTo>
                          <a:pt x="19" y="0"/>
                          <a:pt x="19" y="0"/>
                          <a:pt x="19" y="0"/>
                        </a:cubicBezTo>
                        <a:cubicBezTo>
                          <a:pt x="19" y="0"/>
                          <a:pt x="19" y="0"/>
                          <a:pt x="19" y="0"/>
                        </a:cubicBezTo>
                        <a:cubicBezTo>
                          <a:pt x="19" y="0"/>
                          <a:pt x="19" y="0"/>
                          <a:pt x="19" y="0"/>
                        </a:cubicBezTo>
                        <a:close/>
                        <a:moveTo>
                          <a:pt x="9" y="14"/>
                        </a:moveTo>
                        <a:cubicBezTo>
                          <a:pt x="9" y="14"/>
                          <a:pt x="9" y="14"/>
                          <a:pt x="9" y="14"/>
                        </a:cubicBezTo>
                        <a:cubicBezTo>
                          <a:pt x="9" y="14"/>
                          <a:pt x="9" y="14"/>
                          <a:pt x="9" y="14"/>
                        </a:cubicBezTo>
                        <a:cubicBezTo>
                          <a:pt x="9" y="14"/>
                          <a:pt x="9" y="14"/>
                          <a:pt x="9" y="14"/>
                        </a:cubicBezTo>
                        <a:cubicBezTo>
                          <a:pt x="9" y="14"/>
                          <a:pt x="9" y="14"/>
                          <a:pt x="9" y="14"/>
                        </a:cubicBezTo>
                        <a:close/>
                        <a:moveTo>
                          <a:pt x="29" y="8"/>
                        </a:moveTo>
                        <a:cubicBezTo>
                          <a:pt x="29" y="8"/>
                          <a:pt x="29" y="8"/>
                          <a:pt x="29" y="8"/>
                        </a:cubicBezTo>
                        <a:cubicBezTo>
                          <a:pt x="29" y="8"/>
                          <a:pt x="29" y="8"/>
                          <a:pt x="29" y="8"/>
                        </a:cubicBezTo>
                        <a:cubicBezTo>
                          <a:pt x="29" y="8"/>
                          <a:pt x="29" y="8"/>
                          <a:pt x="29" y="8"/>
                        </a:cubicBezTo>
                        <a:cubicBezTo>
                          <a:pt x="29" y="8"/>
                          <a:pt x="29" y="8"/>
                          <a:pt x="29" y="8"/>
                        </a:cubicBezTo>
                        <a:close/>
                        <a:moveTo>
                          <a:pt x="22" y="4"/>
                        </a:moveTo>
                        <a:cubicBezTo>
                          <a:pt x="22" y="4"/>
                          <a:pt x="22" y="4"/>
                          <a:pt x="22" y="4"/>
                        </a:cubicBezTo>
                        <a:cubicBezTo>
                          <a:pt x="22" y="4"/>
                          <a:pt x="22" y="4"/>
                          <a:pt x="22" y="4"/>
                        </a:cubicBezTo>
                        <a:close/>
                        <a:moveTo>
                          <a:pt x="1" y="10"/>
                        </a:moveTo>
                        <a:cubicBezTo>
                          <a:pt x="1" y="10"/>
                          <a:pt x="1" y="10"/>
                          <a:pt x="1" y="10"/>
                        </a:cubicBezTo>
                        <a:cubicBezTo>
                          <a:pt x="1" y="10"/>
                          <a:pt x="1" y="10"/>
                          <a:pt x="1" y="10"/>
                        </a:cubicBezTo>
                        <a:cubicBezTo>
                          <a:pt x="1" y="10"/>
                          <a:pt x="1" y="10"/>
                          <a:pt x="1" y="10"/>
                        </a:cubicBezTo>
                        <a:close/>
                        <a:moveTo>
                          <a:pt x="15" y="2"/>
                        </a:moveTo>
                        <a:cubicBezTo>
                          <a:pt x="15" y="2"/>
                          <a:pt x="15" y="2"/>
                          <a:pt x="15" y="2"/>
                        </a:cubicBezTo>
                        <a:cubicBezTo>
                          <a:pt x="15" y="2"/>
                          <a:pt x="15" y="2"/>
                          <a:pt x="15" y="2"/>
                        </a:cubicBezTo>
                        <a:cubicBezTo>
                          <a:pt x="15" y="2"/>
                          <a:pt x="15" y="2"/>
                          <a:pt x="15" y="2"/>
                        </a:cubicBezTo>
                        <a:cubicBezTo>
                          <a:pt x="15" y="2"/>
                          <a:pt x="15" y="2"/>
                          <a:pt x="15" y="2"/>
                        </a:cubicBezTo>
                        <a:close/>
                        <a:moveTo>
                          <a:pt x="1" y="7"/>
                        </a:moveTo>
                        <a:cubicBezTo>
                          <a:pt x="1" y="7"/>
                          <a:pt x="1" y="7"/>
                          <a:pt x="1" y="7"/>
                        </a:cubicBezTo>
                        <a:cubicBezTo>
                          <a:pt x="1" y="7"/>
                          <a:pt x="1" y="7"/>
                          <a:pt x="1" y="7"/>
                        </a:cubicBezTo>
                        <a:cubicBezTo>
                          <a:pt x="1" y="7"/>
                          <a:pt x="1" y="7"/>
                          <a:pt x="1" y="7"/>
                        </a:cubicBezTo>
                        <a:cubicBezTo>
                          <a:pt x="1" y="7"/>
                          <a:pt x="1" y="7"/>
                          <a:pt x="1" y="7"/>
                        </a:cubicBezTo>
                        <a:close/>
                        <a:moveTo>
                          <a:pt x="1" y="9"/>
                        </a:moveTo>
                        <a:cubicBezTo>
                          <a:pt x="1" y="9"/>
                          <a:pt x="1" y="9"/>
                          <a:pt x="1" y="9"/>
                        </a:cubicBezTo>
                        <a:cubicBezTo>
                          <a:pt x="1" y="9"/>
                          <a:pt x="1" y="9"/>
                          <a:pt x="1" y="9"/>
                        </a:cubicBezTo>
                        <a:cubicBezTo>
                          <a:pt x="1" y="9"/>
                          <a:pt x="1" y="9"/>
                          <a:pt x="1" y="9"/>
                        </a:cubicBezTo>
                        <a:cubicBezTo>
                          <a:pt x="1" y="9"/>
                          <a:pt x="1" y="9"/>
                          <a:pt x="1" y="9"/>
                        </a:cubicBezTo>
                        <a:close/>
                        <a:moveTo>
                          <a:pt x="18" y="0"/>
                        </a:moveTo>
                        <a:cubicBezTo>
                          <a:pt x="18" y="0"/>
                          <a:pt x="18" y="0"/>
                          <a:pt x="18" y="0"/>
                        </a:cubicBezTo>
                        <a:cubicBezTo>
                          <a:pt x="18" y="0"/>
                          <a:pt x="18" y="0"/>
                          <a:pt x="18" y="0"/>
                        </a:cubicBezTo>
                        <a:cubicBezTo>
                          <a:pt x="18" y="0"/>
                          <a:pt x="18" y="0"/>
                          <a:pt x="18" y="0"/>
                        </a:cubicBezTo>
                        <a:cubicBezTo>
                          <a:pt x="18" y="0"/>
                          <a:pt x="18" y="0"/>
                          <a:pt x="18" y="0"/>
                        </a:cubicBezTo>
                        <a:close/>
                        <a:moveTo>
                          <a:pt x="11" y="13"/>
                        </a:moveTo>
                        <a:cubicBezTo>
                          <a:pt x="11" y="13"/>
                          <a:pt x="11" y="13"/>
                          <a:pt x="11" y="13"/>
                        </a:cubicBezTo>
                        <a:cubicBezTo>
                          <a:pt x="11" y="13"/>
                          <a:pt x="11" y="13"/>
                          <a:pt x="11" y="13"/>
                        </a:cubicBezTo>
                        <a:cubicBezTo>
                          <a:pt x="11" y="13"/>
                          <a:pt x="11" y="13"/>
                          <a:pt x="11" y="13"/>
                        </a:cubicBezTo>
                        <a:cubicBezTo>
                          <a:pt x="11" y="13"/>
                          <a:pt x="11" y="13"/>
                          <a:pt x="11" y="13"/>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5" name="Group 944">
                  <a:extLst>
                    <a:ext uri="{FF2B5EF4-FFF2-40B4-BE49-F238E27FC236}">
                      <a16:creationId xmlns:a16="http://schemas.microsoft.com/office/drawing/2014/main" id="{F363360B-629E-7240-466F-87B9C9DDE76B}"/>
                    </a:ext>
                  </a:extLst>
                </p:cNvPr>
                <p:cNvGrpSpPr/>
                <p:nvPr/>
              </p:nvGrpSpPr>
              <p:grpSpPr>
                <a:xfrm>
                  <a:off x="8555038" y="5203825"/>
                  <a:ext cx="1154112" cy="1074738"/>
                  <a:chOff x="8555038" y="5203825"/>
                  <a:chExt cx="1154112" cy="1074738"/>
                </a:xfrm>
                <a:grpFill/>
              </p:grpSpPr>
              <p:sp>
                <p:nvSpPr>
                  <p:cNvPr id="946" name="Freeform 737">
                    <a:extLst>
                      <a:ext uri="{FF2B5EF4-FFF2-40B4-BE49-F238E27FC236}">
                        <a16:creationId xmlns:a16="http://schemas.microsoft.com/office/drawing/2014/main" id="{D0B29D70-4EFD-1845-79C9-72DA0030E4D9}"/>
                      </a:ext>
                    </a:extLst>
                  </p:cNvPr>
                  <p:cNvSpPr>
                    <a:spLocks noEditPoints="1"/>
                  </p:cNvSpPr>
                  <p:nvPr/>
                </p:nvSpPr>
                <p:spPr bwMode="auto">
                  <a:xfrm>
                    <a:off x="8555038" y="5291138"/>
                    <a:ext cx="454025" cy="676275"/>
                  </a:xfrm>
                  <a:custGeom>
                    <a:avLst/>
                    <a:gdLst>
                      <a:gd name="T0" fmla="*/ 5 w 109"/>
                      <a:gd name="T1" fmla="*/ 87 h 162"/>
                      <a:gd name="T2" fmla="*/ 5 w 109"/>
                      <a:gd name="T3" fmla="*/ 90 h 162"/>
                      <a:gd name="T4" fmla="*/ 1 w 109"/>
                      <a:gd name="T5" fmla="*/ 88 h 162"/>
                      <a:gd name="T6" fmla="*/ 1 w 109"/>
                      <a:gd name="T7" fmla="*/ 88 h 162"/>
                      <a:gd name="T8" fmla="*/ 2 w 109"/>
                      <a:gd name="T9" fmla="*/ 89 h 162"/>
                      <a:gd name="T10" fmla="*/ 17 w 109"/>
                      <a:gd name="T11" fmla="*/ 50 h 162"/>
                      <a:gd name="T12" fmla="*/ 17 w 109"/>
                      <a:gd name="T13" fmla="*/ 50 h 162"/>
                      <a:gd name="T14" fmla="*/ 79 w 109"/>
                      <a:gd name="T15" fmla="*/ 12 h 162"/>
                      <a:gd name="T16" fmla="*/ 84 w 109"/>
                      <a:gd name="T17" fmla="*/ 6 h 162"/>
                      <a:gd name="T18" fmla="*/ 83 w 109"/>
                      <a:gd name="T19" fmla="*/ 7 h 162"/>
                      <a:gd name="T20" fmla="*/ 106 w 109"/>
                      <a:gd name="T21" fmla="*/ 9 h 162"/>
                      <a:gd name="T22" fmla="*/ 103 w 109"/>
                      <a:gd name="T23" fmla="*/ 12 h 162"/>
                      <a:gd name="T24" fmla="*/ 103 w 109"/>
                      <a:gd name="T25" fmla="*/ 6 h 162"/>
                      <a:gd name="T26" fmla="*/ 97 w 109"/>
                      <a:gd name="T27" fmla="*/ 2 h 162"/>
                      <a:gd name="T28" fmla="*/ 93 w 109"/>
                      <a:gd name="T29" fmla="*/ 3 h 162"/>
                      <a:gd name="T30" fmla="*/ 90 w 109"/>
                      <a:gd name="T31" fmla="*/ 3 h 162"/>
                      <a:gd name="T32" fmla="*/ 88 w 109"/>
                      <a:gd name="T33" fmla="*/ 7 h 162"/>
                      <a:gd name="T34" fmla="*/ 86 w 109"/>
                      <a:gd name="T35" fmla="*/ 6 h 162"/>
                      <a:gd name="T36" fmla="*/ 85 w 109"/>
                      <a:gd name="T37" fmla="*/ 10 h 162"/>
                      <a:gd name="T38" fmla="*/ 83 w 109"/>
                      <a:gd name="T39" fmla="*/ 12 h 162"/>
                      <a:gd name="T40" fmla="*/ 80 w 109"/>
                      <a:gd name="T41" fmla="*/ 12 h 162"/>
                      <a:gd name="T42" fmla="*/ 79 w 109"/>
                      <a:gd name="T43" fmla="*/ 16 h 162"/>
                      <a:gd name="T44" fmla="*/ 78 w 109"/>
                      <a:gd name="T45" fmla="*/ 18 h 162"/>
                      <a:gd name="T46" fmla="*/ 74 w 109"/>
                      <a:gd name="T47" fmla="*/ 17 h 162"/>
                      <a:gd name="T48" fmla="*/ 72 w 109"/>
                      <a:gd name="T49" fmla="*/ 20 h 162"/>
                      <a:gd name="T50" fmla="*/ 73 w 109"/>
                      <a:gd name="T51" fmla="*/ 25 h 162"/>
                      <a:gd name="T52" fmla="*/ 70 w 109"/>
                      <a:gd name="T53" fmla="*/ 22 h 162"/>
                      <a:gd name="T54" fmla="*/ 67 w 109"/>
                      <a:gd name="T55" fmla="*/ 21 h 162"/>
                      <a:gd name="T56" fmla="*/ 63 w 109"/>
                      <a:gd name="T57" fmla="*/ 26 h 162"/>
                      <a:gd name="T58" fmla="*/ 60 w 109"/>
                      <a:gd name="T59" fmla="*/ 35 h 162"/>
                      <a:gd name="T60" fmla="*/ 51 w 109"/>
                      <a:gd name="T61" fmla="*/ 44 h 162"/>
                      <a:gd name="T62" fmla="*/ 42 w 109"/>
                      <a:gd name="T63" fmla="*/ 45 h 162"/>
                      <a:gd name="T64" fmla="*/ 30 w 109"/>
                      <a:gd name="T65" fmla="*/ 50 h 162"/>
                      <a:gd name="T66" fmla="*/ 26 w 109"/>
                      <a:gd name="T67" fmla="*/ 50 h 162"/>
                      <a:gd name="T68" fmla="*/ 20 w 109"/>
                      <a:gd name="T69" fmla="*/ 53 h 162"/>
                      <a:gd name="T70" fmla="*/ 13 w 109"/>
                      <a:gd name="T71" fmla="*/ 58 h 162"/>
                      <a:gd name="T72" fmla="*/ 8 w 109"/>
                      <a:gd name="T73" fmla="*/ 60 h 162"/>
                      <a:gd name="T74" fmla="*/ 6 w 109"/>
                      <a:gd name="T75" fmla="*/ 67 h 162"/>
                      <a:gd name="T76" fmla="*/ 4 w 109"/>
                      <a:gd name="T77" fmla="*/ 79 h 162"/>
                      <a:gd name="T78" fmla="*/ 9 w 109"/>
                      <a:gd name="T79" fmla="*/ 89 h 162"/>
                      <a:gd name="T80" fmla="*/ 7 w 109"/>
                      <a:gd name="T81" fmla="*/ 90 h 162"/>
                      <a:gd name="T82" fmla="*/ 4 w 109"/>
                      <a:gd name="T83" fmla="*/ 91 h 162"/>
                      <a:gd name="T84" fmla="*/ 4 w 109"/>
                      <a:gd name="T85" fmla="*/ 94 h 162"/>
                      <a:gd name="T86" fmla="*/ 11 w 109"/>
                      <a:gd name="T87" fmla="*/ 109 h 162"/>
                      <a:gd name="T88" fmla="*/ 16 w 109"/>
                      <a:gd name="T89" fmla="*/ 127 h 162"/>
                      <a:gd name="T90" fmla="*/ 19 w 109"/>
                      <a:gd name="T91" fmla="*/ 144 h 162"/>
                      <a:gd name="T92" fmla="*/ 15 w 109"/>
                      <a:gd name="T93" fmla="*/ 154 h 162"/>
                      <a:gd name="T94" fmla="*/ 24 w 109"/>
                      <a:gd name="T95" fmla="*/ 160 h 162"/>
                      <a:gd name="T96" fmla="*/ 31 w 109"/>
                      <a:gd name="T97" fmla="*/ 161 h 162"/>
                      <a:gd name="T98" fmla="*/ 36 w 109"/>
                      <a:gd name="T99" fmla="*/ 160 h 162"/>
                      <a:gd name="T100" fmla="*/ 42 w 109"/>
                      <a:gd name="T101" fmla="*/ 156 h 162"/>
                      <a:gd name="T102" fmla="*/ 47 w 109"/>
                      <a:gd name="T103" fmla="*/ 152 h 162"/>
                      <a:gd name="T104" fmla="*/ 58 w 109"/>
                      <a:gd name="T105" fmla="*/ 151 h 162"/>
                      <a:gd name="T106" fmla="*/ 64 w 109"/>
                      <a:gd name="T107" fmla="*/ 152 h 162"/>
                      <a:gd name="T108" fmla="*/ 71 w 109"/>
                      <a:gd name="T109" fmla="*/ 152 h 162"/>
                      <a:gd name="T110" fmla="*/ 75 w 109"/>
                      <a:gd name="T111" fmla="*/ 149 h 162"/>
                      <a:gd name="T112" fmla="*/ 81 w 109"/>
                      <a:gd name="T113" fmla="*/ 143 h 162"/>
                      <a:gd name="T114" fmla="*/ 91 w 109"/>
                      <a:gd name="T115" fmla="*/ 138 h 162"/>
                      <a:gd name="T116" fmla="*/ 109 w 109"/>
                      <a:gd name="T117" fmla="*/ 13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9" h="162">
                        <a:moveTo>
                          <a:pt x="3" y="87"/>
                        </a:moveTo>
                        <a:cubicBezTo>
                          <a:pt x="3" y="87"/>
                          <a:pt x="3" y="87"/>
                          <a:pt x="3" y="87"/>
                        </a:cubicBezTo>
                        <a:cubicBezTo>
                          <a:pt x="3" y="87"/>
                          <a:pt x="4" y="87"/>
                          <a:pt x="4" y="87"/>
                        </a:cubicBezTo>
                        <a:cubicBezTo>
                          <a:pt x="4" y="87"/>
                          <a:pt x="4" y="87"/>
                          <a:pt x="4" y="86"/>
                        </a:cubicBezTo>
                        <a:cubicBezTo>
                          <a:pt x="4" y="86"/>
                          <a:pt x="4" y="86"/>
                          <a:pt x="4" y="86"/>
                        </a:cubicBezTo>
                        <a:cubicBezTo>
                          <a:pt x="4" y="86"/>
                          <a:pt x="4" y="86"/>
                          <a:pt x="4" y="86"/>
                        </a:cubicBezTo>
                        <a:cubicBezTo>
                          <a:pt x="4" y="86"/>
                          <a:pt x="4" y="86"/>
                          <a:pt x="4" y="86"/>
                        </a:cubicBezTo>
                        <a:cubicBezTo>
                          <a:pt x="4" y="86"/>
                          <a:pt x="4" y="86"/>
                          <a:pt x="5" y="86"/>
                        </a:cubicBezTo>
                        <a:cubicBezTo>
                          <a:pt x="5" y="86"/>
                          <a:pt x="5" y="87"/>
                          <a:pt x="5" y="87"/>
                        </a:cubicBezTo>
                        <a:cubicBezTo>
                          <a:pt x="5" y="87"/>
                          <a:pt x="5" y="87"/>
                          <a:pt x="5" y="87"/>
                        </a:cubicBezTo>
                        <a:cubicBezTo>
                          <a:pt x="5" y="87"/>
                          <a:pt x="5" y="87"/>
                          <a:pt x="5" y="87"/>
                        </a:cubicBezTo>
                        <a:cubicBezTo>
                          <a:pt x="5" y="87"/>
                          <a:pt x="5" y="87"/>
                          <a:pt x="5" y="87"/>
                        </a:cubicBezTo>
                        <a:cubicBezTo>
                          <a:pt x="5" y="88"/>
                          <a:pt x="6" y="88"/>
                          <a:pt x="6" y="88"/>
                        </a:cubicBezTo>
                        <a:cubicBezTo>
                          <a:pt x="6" y="88"/>
                          <a:pt x="6" y="88"/>
                          <a:pt x="6" y="88"/>
                        </a:cubicBezTo>
                        <a:cubicBezTo>
                          <a:pt x="6" y="88"/>
                          <a:pt x="6" y="88"/>
                          <a:pt x="6" y="89"/>
                        </a:cubicBezTo>
                        <a:cubicBezTo>
                          <a:pt x="6" y="89"/>
                          <a:pt x="6" y="89"/>
                          <a:pt x="6" y="89"/>
                        </a:cubicBezTo>
                        <a:cubicBezTo>
                          <a:pt x="6" y="89"/>
                          <a:pt x="6" y="89"/>
                          <a:pt x="6" y="90"/>
                        </a:cubicBezTo>
                        <a:cubicBezTo>
                          <a:pt x="5" y="90"/>
                          <a:pt x="6" y="90"/>
                          <a:pt x="5" y="91"/>
                        </a:cubicBezTo>
                        <a:cubicBezTo>
                          <a:pt x="5" y="91"/>
                          <a:pt x="5" y="91"/>
                          <a:pt x="5" y="90"/>
                        </a:cubicBezTo>
                        <a:cubicBezTo>
                          <a:pt x="5" y="90"/>
                          <a:pt x="5" y="90"/>
                          <a:pt x="5" y="90"/>
                        </a:cubicBezTo>
                        <a:cubicBezTo>
                          <a:pt x="5" y="90"/>
                          <a:pt x="5" y="90"/>
                          <a:pt x="5" y="89"/>
                        </a:cubicBezTo>
                        <a:cubicBezTo>
                          <a:pt x="5" y="89"/>
                          <a:pt x="5" y="89"/>
                          <a:pt x="5" y="89"/>
                        </a:cubicBezTo>
                        <a:cubicBezTo>
                          <a:pt x="5" y="89"/>
                          <a:pt x="5" y="89"/>
                          <a:pt x="4" y="89"/>
                        </a:cubicBezTo>
                        <a:cubicBezTo>
                          <a:pt x="4" y="89"/>
                          <a:pt x="4" y="88"/>
                          <a:pt x="4" y="88"/>
                        </a:cubicBezTo>
                        <a:cubicBezTo>
                          <a:pt x="4" y="87"/>
                          <a:pt x="4" y="87"/>
                          <a:pt x="4" y="87"/>
                        </a:cubicBezTo>
                        <a:cubicBezTo>
                          <a:pt x="4" y="87"/>
                          <a:pt x="4" y="87"/>
                          <a:pt x="4" y="87"/>
                        </a:cubicBezTo>
                        <a:cubicBezTo>
                          <a:pt x="4" y="87"/>
                          <a:pt x="3" y="87"/>
                          <a:pt x="3" y="87"/>
                        </a:cubicBezTo>
                        <a:cubicBezTo>
                          <a:pt x="3" y="87"/>
                          <a:pt x="3" y="87"/>
                          <a:pt x="3" y="87"/>
                        </a:cubicBezTo>
                        <a:close/>
                        <a:moveTo>
                          <a:pt x="1" y="88"/>
                        </a:moveTo>
                        <a:cubicBezTo>
                          <a:pt x="1" y="88"/>
                          <a:pt x="1" y="88"/>
                          <a:pt x="1" y="88"/>
                        </a:cubicBezTo>
                        <a:cubicBezTo>
                          <a:pt x="1" y="88"/>
                          <a:pt x="1" y="88"/>
                          <a:pt x="1" y="88"/>
                        </a:cubicBezTo>
                        <a:cubicBezTo>
                          <a:pt x="1" y="87"/>
                          <a:pt x="1" y="87"/>
                          <a:pt x="1" y="87"/>
                        </a:cubicBezTo>
                        <a:cubicBezTo>
                          <a:pt x="1" y="87"/>
                          <a:pt x="1" y="87"/>
                          <a:pt x="1" y="87"/>
                        </a:cubicBezTo>
                        <a:cubicBezTo>
                          <a:pt x="1" y="87"/>
                          <a:pt x="1" y="87"/>
                          <a:pt x="1" y="87"/>
                        </a:cubicBezTo>
                        <a:cubicBezTo>
                          <a:pt x="1" y="86"/>
                          <a:pt x="1" y="86"/>
                          <a:pt x="1" y="86"/>
                        </a:cubicBezTo>
                        <a:cubicBezTo>
                          <a:pt x="1" y="86"/>
                          <a:pt x="1" y="86"/>
                          <a:pt x="1" y="86"/>
                        </a:cubicBezTo>
                        <a:cubicBezTo>
                          <a:pt x="1" y="86"/>
                          <a:pt x="1" y="86"/>
                          <a:pt x="1" y="86"/>
                        </a:cubicBezTo>
                        <a:cubicBezTo>
                          <a:pt x="1" y="86"/>
                          <a:pt x="0" y="86"/>
                          <a:pt x="0" y="86"/>
                        </a:cubicBezTo>
                        <a:cubicBezTo>
                          <a:pt x="0" y="86"/>
                          <a:pt x="0" y="87"/>
                          <a:pt x="1" y="87"/>
                        </a:cubicBezTo>
                        <a:cubicBezTo>
                          <a:pt x="1" y="87"/>
                          <a:pt x="1" y="88"/>
                          <a:pt x="1" y="88"/>
                        </a:cubicBezTo>
                        <a:cubicBezTo>
                          <a:pt x="1" y="88"/>
                          <a:pt x="1" y="88"/>
                          <a:pt x="1" y="88"/>
                        </a:cubicBezTo>
                        <a:cubicBezTo>
                          <a:pt x="1" y="88"/>
                          <a:pt x="1" y="88"/>
                          <a:pt x="1" y="88"/>
                        </a:cubicBezTo>
                        <a:cubicBezTo>
                          <a:pt x="1" y="89"/>
                          <a:pt x="1" y="89"/>
                          <a:pt x="2" y="90"/>
                        </a:cubicBezTo>
                        <a:cubicBezTo>
                          <a:pt x="2" y="90"/>
                          <a:pt x="2" y="90"/>
                          <a:pt x="2" y="90"/>
                        </a:cubicBezTo>
                        <a:cubicBezTo>
                          <a:pt x="2" y="90"/>
                          <a:pt x="2" y="90"/>
                          <a:pt x="2" y="90"/>
                        </a:cubicBezTo>
                        <a:cubicBezTo>
                          <a:pt x="2" y="90"/>
                          <a:pt x="2" y="90"/>
                          <a:pt x="2" y="90"/>
                        </a:cubicBezTo>
                        <a:cubicBezTo>
                          <a:pt x="2" y="90"/>
                          <a:pt x="2" y="90"/>
                          <a:pt x="2" y="89"/>
                        </a:cubicBezTo>
                        <a:cubicBezTo>
                          <a:pt x="2" y="89"/>
                          <a:pt x="2" y="89"/>
                          <a:pt x="2" y="89"/>
                        </a:cubicBezTo>
                        <a:cubicBezTo>
                          <a:pt x="2" y="89"/>
                          <a:pt x="2" y="89"/>
                          <a:pt x="2" y="89"/>
                        </a:cubicBezTo>
                        <a:cubicBezTo>
                          <a:pt x="2" y="89"/>
                          <a:pt x="2" y="89"/>
                          <a:pt x="2" y="89"/>
                        </a:cubicBezTo>
                        <a:cubicBezTo>
                          <a:pt x="2" y="89"/>
                          <a:pt x="2" y="89"/>
                          <a:pt x="2" y="89"/>
                        </a:cubicBezTo>
                        <a:cubicBezTo>
                          <a:pt x="2" y="88"/>
                          <a:pt x="2" y="88"/>
                          <a:pt x="2" y="88"/>
                        </a:cubicBezTo>
                        <a:cubicBezTo>
                          <a:pt x="2" y="88"/>
                          <a:pt x="2" y="88"/>
                          <a:pt x="2" y="88"/>
                        </a:cubicBezTo>
                        <a:cubicBezTo>
                          <a:pt x="1" y="88"/>
                          <a:pt x="1" y="88"/>
                          <a:pt x="1" y="88"/>
                        </a:cubicBezTo>
                        <a:cubicBezTo>
                          <a:pt x="1" y="88"/>
                          <a:pt x="1" y="88"/>
                          <a:pt x="1" y="88"/>
                        </a:cubicBezTo>
                        <a:close/>
                        <a:moveTo>
                          <a:pt x="17" y="50"/>
                        </a:move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7" y="51"/>
                          <a:pt x="17" y="51"/>
                          <a:pt x="17" y="51"/>
                        </a:cubicBezTo>
                        <a:cubicBezTo>
                          <a:pt x="17" y="51"/>
                          <a:pt x="17" y="52"/>
                          <a:pt x="17" y="52"/>
                        </a:cubicBezTo>
                        <a:cubicBezTo>
                          <a:pt x="17" y="52"/>
                          <a:pt x="17" y="51"/>
                          <a:pt x="17" y="51"/>
                        </a:cubicBezTo>
                        <a:cubicBezTo>
                          <a:pt x="17" y="51"/>
                          <a:pt x="17" y="51"/>
                          <a:pt x="17" y="51"/>
                        </a:cubicBezTo>
                        <a:cubicBezTo>
                          <a:pt x="17" y="51"/>
                          <a:pt x="17" y="51"/>
                          <a:pt x="17" y="51"/>
                        </a:cubicBezTo>
                        <a:cubicBezTo>
                          <a:pt x="18" y="51"/>
                          <a:pt x="18" y="51"/>
                          <a:pt x="18" y="51"/>
                        </a:cubicBezTo>
                        <a:cubicBezTo>
                          <a:pt x="18" y="51"/>
                          <a:pt x="18" y="51"/>
                          <a:pt x="18" y="50"/>
                        </a:cubicBezTo>
                        <a:cubicBezTo>
                          <a:pt x="18" y="50"/>
                          <a:pt x="18" y="50"/>
                          <a:pt x="17" y="50"/>
                        </a:cubicBezTo>
                        <a:close/>
                        <a:moveTo>
                          <a:pt x="80" y="12"/>
                        </a:moveTo>
                        <a:cubicBezTo>
                          <a:pt x="80" y="11"/>
                          <a:pt x="80" y="11"/>
                          <a:pt x="80" y="11"/>
                        </a:cubicBezTo>
                        <a:cubicBezTo>
                          <a:pt x="80" y="11"/>
                          <a:pt x="80" y="11"/>
                          <a:pt x="79" y="11"/>
                        </a:cubicBezTo>
                        <a:cubicBezTo>
                          <a:pt x="79" y="11"/>
                          <a:pt x="79" y="11"/>
                          <a:pt x="79" y="11"/>
                        </a:cubicBezTo>
                        <a:cubicBezTo>
                          <a:pt x="79" y="11"/>
                          <a:pt x="79" y="11"/>
                          <a:pt x="79" y="11"/>
                        </a:cubicBezTo>
                        <a:cubicBezTo>
                          <a:pt x="79" y="11"/>
                          <a:pt x="79" y="11"/>
                          <a:pt x="79" y="11"/>
                        </a:cubicBezTo>
                        <a:cubicBezTo>
                          <a:pt x="79" y="11"/>
                          <a:pt x="79" y="11"/>
                          <a:pt x="79" y="11"/>
                        </a:cubicBezTo>
                        <a:cubicBezTo>
                          <a:pt x="79" y="12"/>
                          <a:pt x="79" y="12"/>
                          <a:pt x="79" y="12"/>
                        </a:cubicBezTo>
                        <a:cubicBezTo>
                          <a:pt x="79" y="12"/>
                          <a:pt x="79" y="12"/>
                          <a:pt x="79" y="12"/>
                        </a:cubicBezTo>
                        <a:cubicBezTo>
                          <a:pt x="79" y="12"/>
                          <a:pt x="79" y="12"/>
                          <a:pt x="79" y="12"/>
                        </a:cubicBezTo>
                        <a:cubicBezTo>
                          <a:pt x="79" y="12"/>
                          <a:pt x="79" y="12"/>
                          <a:pt x="79" y="12"/>
                        </a:cubicBezTo>
                        <a:cubicBezTo>
                          <a:pt x="80" y="12"/>
                          <a:pt x="80" y="12"/>
                          <a:pt x="80" y="12"/>
                        </a:cubicBezTo>
                        <a:cubicBezTo>
                          <a:pt x="80" y="12"/>
                          <a:pt x="80" y="12"/>
                          <a:pt x="80" y="12"/>
                        </a:cubicBezTo>
                        <a:cubicBezTo>
                          <a:pt x="80" y="12"/>
                          <a:pt x="80" y="12"/>
                          <a:pt x="80" y="12"/>
                        </a:cubicBezTo>
                        <a:cubicBezTo>
                          <a:pt x="80" y="12"/>
                          <a:pt x="80" y="12"/>
                          <a:pt x="80" y="12"/>
                        </a:cubicBezTo>
                        <a:close/>
                        <a:moveTo>
                          <a:pt x="84" y="6"/>
                        </a:moveTo>
                        <a:cubicBezTo>
                          <a:pt x="84" y="6"/>
                          <a:pt x="84" y="6"/>
                          <a:pt x="84" y="6"/>
                        </a:cubicBezTo>
                        <a:cubicBezTo>
                          <a:pt x="84" y="6"/>
                          <a:pt x="84" y="6"/>
                          <a:pt x="84" y="6"/>
                        </a:cubicBezTo>
                        <a:cubicBezTo>
                          <a:pt x="84" y="6"/>
                          <a:pt x="84" y="6"/>
                          <a:pt x="84" y="6"/>
                        </a:cubicBezTo>
                        <a:cubicBezTo>
                          <a:pt x="84" y="6"/>
                          <a:pt x="84" y="6"/>
                          <a:pt x="84" y="6"/>
                        </a:cubicBezTo>
                        <a:cubicBezTo>
                          <a:pt x="84" y="6"/>
                          <a:pt x="84" y="6"/>
                          <a:pt x="84" y="6"/>
                        </a:cubicBezTo>
                        <a:cubicBezTo>
                          <a:pt x="84" y="6"/>
                          <a:pt x="84" y="6"/>
                          <a:pt x="84" y="6"/>
                        </a:cubicBezTo>
                        <a:cubicBezTo>
                          <a:pt x="84" y="6"/>
                          <a:pt x="83" y="6"/>
                          <a:pt x="83" y="6"/>
                        </a:cubicBezTo>
                        <a:cubicBezTo>
                          <a:pt x="83" y="6"/>
                          <a:pt x="83" y="6"/>
                          <a:pt x="83" y="6"/>
                        </a:cubicBezTo>
                        <a:cubicBezTo>
                          <a:pt x="83" y="6"/>
                          <a:pt x="83" y="6"/>
                          <a:pt x="83" y="6"/>
                        </a:cubicBezTo>
                        <a:cubicBezTo>
                          <a:pt x="83" y="6"/>
                          <a:pt x="83" y="6"/>
                          <a:pt x="83" y="6"/>
                        </a:cubicBezTo>
                        <a:cubicBezTo>
                          <a:pt x="83" y="6"/>
                          <a:pt x="83" y="6"/>
                          <a:pt x="83" y="6"/>
                        </a:cubicBezTo>
                        <a:cubicBezTo>
                          <a:pt x="83" y="6"/>
                          <a:pt x="83" y="6"/>
                          <a:pt x="83" y="6"/>
                        </a:cubicBezTo>
                        <a:cubicBezTo>
                          <a:pt x="83" y="6"/>
                          <a:pt x="83" y="7"/>
                          <a:pt x="83" y="7"/>
                        </a:cubicBezTo>
                        <a:cubicBezTo>
                          <a:pt x="83" y="7"/>
                          <a:pt x="83" y="7"/>
                          <a:pt x="83" y="7"/>
                        </a:cubicBezTo>
                        <a:cubicBezTo>
                          <a:pt x="83" y="6"/>
                          <a:pt x="84" y="6"/>
                          <a:pt x="84" y="6"/>
                        </a:cubicBezTo>
                        <a:cubicBezTo>
                          <a:pt x="84" y="6"/>
                          <a:pt x="84" y="6"/>
                          <a:pt x="84" y="6"/>
                        </a:cubicBezTo>
                        <a:cubicBezTo>
                          <a:pt x="84" y="6"/>
                          <a:pt x="84" y="6"/>
                          <a:pt x="84" y="6"/>
                        </a:cubicBezTo>
                        <a:close/>
                        <a:moveTo>
                          <a:pt x="108" y="8"/>
                        </a:moveTo>
                        <a:cubicBezTo>
                          <a:pt x="108" y="8"/>
                          <a:pt x="108" y="8"/>
                          <a:pt x="108" y="8"/>
                        </a:cubicBezTo>
                        <a:cubicBezTo>
                          <a:pt x="107" y="8"/>
                          <a:pt x="107" y="8"/>
                          <a:pt x="107" y="8"/>
                        </a:cubicBezTo>
                        <a:cubicBezTo>
                          <a:pt x="106" y="8"/>
                          <a:pt x="106" y="8"/>
                          <a:pt x="106" y="8"/>
                        </a:cubicBezTo>
                        <a:cubicBezTo>
                          <a:pt x="105" y="8"/>
                          <a:pt x="105" y="8"/>
                          <a:pt x="106" y="8"/>
                        </a:cubicBezTo>
                        <a:cubicBezTo>
                          <a:pt x="106" y="8"/>
                          <a:pt x="106" y="8"/>
                          <a:pt x="106" y="9"/>
                        </a:cubicBezTo>
                        <a:cubicBezTo>
                          <a:pt x="106" y="9"/>
                          <a:pt x="106" y="9"/>
                          <a:pt x="106" y="9"/>
                        </a:cubicBezTo>
                        <a:cubicBezTo>
                          <a:pt x="106" y="9"/>
                          <a:pt x="106" y="10"/>
                          <a:pt x="106" y="10"/>
                        </a:cubicBezTo>
                        <a:cubicBezTo>
                          <a:pt x="105" y="10"/>
                          <a:pt x="105" y="9"/>
                          <a:pt x="105" y="9"/>
                        </a:cubicBezTo>
                        <a:cubicBezTo>
                          <a:pt x="105" y="9"/>
                          <a:pt x="104" y="9"/>
                          <a:pt x="104" y="9"/>
                        </a:cubicBezTo>
                        <a:cubicBezTo>
                          <a:pt x="104" y="9"/>
                          <a:pt x="104" y="10"/>
                          <a:pt x="104" y="10"/>
                        </a:cubicBezTo>
                        <a:cubicBezTo>
                          <a:pt x="104" y="10"/>
                          <a:pt x="105" y="11"/>
                          <a:pt x="105" y="11"/>
                        </a:cubicBezTo>
                        <a:cubicBezTo>
                          <a:pt x="104" y="11"/>
                          <a:pt x="104" y="11"/>
                          <a:pt x="104" y="11"/>
                        </a:cubicBezTo>
                        <a:cubicBezTo>
                          <a:pt x="104" y="11"/>
                          <a:pt x="104" y="11"/>
                          <a:pt x="104" y="11"/>
                        </a:cubicBezTo>
                        <a:cubicBezTo>
                          <a:pt x="104" y="11"/>
                          <a:pt x="104" y="12"/>
                          <a:pt x="104" y="12"/>
                        </a:cubicBezTo>
                        <a:cubicBezTo>
                          <a:pt x="104" y="12"/>
                          <a:pt x="103" y="12"/>
                          <a:pt x="103" y="12"/>
                        </a:cubicBezTo>
                        <a:cubicBezTo>
                          <a:pt x="103" y="12"/>
                          <a:pt x="103" y="12"/>
                          <a:pt x="103" y="12"/>
                        </a:cubicBezTo>
                        <a:cubicBezTo>
                          <a:pt x="103" y="11"/>
                          <a:pt x="103" y="11"/>
                          <a:pt x="103" y="11"/>
                        </a:cubicBezTo>
                        <a:cubicBezTo>
                          <a:pt x="104" y="11"/>
                          <a:pt x="104" y="11"/>
                          <a:pt x="104" y="11"/>
                        </a:cubicBezTo>
                        <a:cubicBezTo>
                          <a:pt x="104" y="11"/>
                          <a:pt x="104" y="10"/>
                          <a:pt x="104" y="10"/>
                        </a:cubicBezTo>
                        <a:cubicBezTo>
                          <a:pt x="104" y="10"/>
                          <a:pt x="104" y="10"/>
                          <a:pt x="104" y="10"/>
                        </a:cubicBezTo>
                        <a:cubicBezTo>
                          <a:pt x="104" y="10"/>
                          <a:pt x="104" y="10"/>
                          <a:pt x="104" y="10"/>
                        </a:cubicBezTo>
                        <a:cubicBezTo>
                          <a:pt x="104" y="9"/>
                          <a:pt x="104" y="9"/>
                          <a:pt x="104" y="9"/>
                        </a:cubicBezTo>
                        <a:cubicBezTo>
                          <a:pt x="104" y="9"/>
                          <a:pt x="104" y="8"/>
                          <a:pt x="104" y="8"/>
                        </a:cubicBezTo>
                        <a:cubicBezTo>
                          <a:pt x="104" y="8"/>
                          <a:pt x="104" y="7"/>
                          <a:pt x="104" y="7"/>
                        </a:cubicBezTo>
                        <a:cubicBezTo>
                          <a:pt x="104" y="7"/>
                          <a:pt x="104" y="7"/>
                          <a:pt x="103" y="7"/>
                        </a:cubicBezTo>
                        <a:cubicBezTo>
                          <a:pt x="103" y="7"/>
                          <a:pt x="103" y="7"/>
                          <a:pt x="103" y="6"/>
                        </a:cubicBezTo>
                        <a:cubicBezTo>
                          <a:pt x="103" y="6"/>
                          <a:pt x="103" y="6"/>
                          <a:pt x="102" y="6"/>
                        </a:cubicBezTo>
                        <a:cubicBezTo>
                          <a:pt x="102" y="6"/>
                          <a:pt x="102" y="6"/>
                          <a:pt x="102" y="6"/>
                        </a:cubicBezTo>
                        <a:cubicBezTo>
                          <a:pt x="102" y="6"/>
                          <a:pt x="102" y="6"/>
                          <a:pt x="102" y="5"/>
                        </a:cubicBezTo>
                        <a:cubicBezTo>
                          <a:pt x="102" y="5"/>
                          <a:pt x="102" y="5"/>
                          <a:pt x="101" y="5"/>
                        </a:cubicBezTo>
                        <a:cubicBezTo>
                          <a:pt x="101" y="4"/>
                          <a:pt x="101" y="4"/>
                          <a:pt x="101" y="4"/>
                        </a:cubicBezTo>
                        <a:cubicBezTo>
                          <a:pt x="101" y="4"/>
                          <a:pt x="99" y="3"/>
                          <a:pt x="99" y="3"/>
                        </a:cubicBezTo>
                        <a:cubicBezTo>
                          <a:pt x="99" y="3"/>
                          <a:pt x="99" y="2"/>
                          <a:pt x="99" y="2"/>
                        </a:cubicBezTo>
                        <a:cubicBezTo>
                          <a:pt x="99" y="2"/>
                          <a:pt x="98" y="2"/>
                          <a:pt x="98" y="2"/>
                        </a:cubicBezTo>
                        <a:cubicBezTo>
                          <a:pt x="98" y="1"/>
                          <a:pt x="98" y="2"/>
                          <a:pt x="97" y="2"/>
                        </a:cubicBezTo>
                        <a:cubicBezTo>
                          <a:pt x="97" y="2"/>
                          <a:pt x="97" y="2"/>
                          <a:pt x="97" y="2"/>
                        </a:cubicBezTo>
                        <a:cubicBezTo>
                          <a:pt x="97" y="2"/>
                          <a:pt x="96" y="1"/>
                          <a:pt x="96" y="1"/>
                        </a:cubicBezTo>
                        <a:cubicBezTo>
                          <a:pt x="96" y="1"/>
                          <a:pt x="96" y="0"/>
                          <a:pt x="96" y="0"/>
                        </a:cubicBezTo>
                        <a:cubicBezTo>
                          <a:pt x="95" y="0"/>
                          <a:pt x="95" y="1"/>
                          <a:pt x="95" y="1"/>
                        </a:cubicBezTo>
                        <a:cubicBezTo>
                          <a:pt x="95" y="1"/>
                          <a:pt x="94" y="1"/>
                          <a:pt x="94" y="1"/>
                        </a:cubicBezTo>
                        <a:cubicBezTo>
                          <a:pt x="94" y="1"/>
                          <a:pt x="95" y="2"/>
                          <a:pt x="95" y="2"/>
                        </a:cubicBezTo>
                        <a:cubicBezTo>
                          <a:pt x="95" y="2"/>
                          <a:pt x="95" y="2"/>
                          <a:pt x="94" y="2"/>
                        </a:cubicBezTo>
                        <a:cubicBezTo>
                          <a:pt x="94" y="2"/>
                          <a:pt x="94" y="3"/>
                          <a:pt x="94" y="3"/>
                        </a:cubicBezTo>
                        <a:cubicBezTo>
                          <a:pt x="94" y="3"/>
                          <a:pt x="94" y="3"/>
                          <a:pt x="93" y="4"/>
                        </a:cubicBezTo>
                        <a:cubicBezTo>
                          <a:pt x="93" y="4"/>
                          <a:pt x="93" y="3"/>
                          <a:pt x="93" y="3"/>
                        </a:cubicBezTo>
                        <a:cubicBezTo>
                          <a:pt x="92" y="3"/>
                          <a:pt x="93" y="3"/>
                          <a:pt x="93" y="3"/>
                        </a:cubicBezTo>
                        <a:cubicBezTo>
                          <a:pt x="93" y="2"/>
                          <a:pt x="92" y="2"/>
                          <a:pt x="92" y="2"/>
                        </a:cubicBezTo>
                        <a:cubicBezTo>
                          <a:pt x="92" y="2"/>
                          <a:pt x="92" y="2"/>
                          <a:pt x="92" y="3"/>
                        </a:cubicBezTo>
                        <a:cubicBezTo>
                          <a:pt x="91" y="3"/>
                          <a:pt x="91" y="3"/>
                          <a:pt x="91" y="3"/>
                        </a:cubicBezTo>
                        <a:cubicBezTo>
                          <a:pt x="91" y="4"/>
                          <a:pt x="91" y="4"/>
                          <a:pt x="91" y="4"/>
                        </a:cubicBezTo>
                        <a:cubicBezTo>
                          <a:pt x="91" y="4"/>
                          <a:pt x="91" y="3"/>
                          <a:pt x="91" y="3"/>
                        </a:cubicBezTo>
                        <a:cubicBezTo>
                          <a:pt x="90" y="3"/>
                          <a:pt x="90" y="2"/>
                          <a:pt x="90" y="2"/>
                        </a:cubicBezTo>
                        <a:cubicBezTo>
                          <a:pt x="90" y="2"/>
                          <a:pt x="90" y="2"/>
                          <a:pt x="90" y="2"/>
                        </a:cubicBezTo>
                        <a:cubicBezTo>
                          <a:pt x="90" y="2"/>
                          <a:pt x="90" y="2"/>
                          <a:pt x="90" y="2"/>
                        </a:cubicBezTo>
                        <a:cubicBezTo>
                          <a:pt x="90" y="2"/>
                          <a:pt x="90" y="3"/>
                          <a:pt x="90" y="3"/>
                        </a:cubicBezTo>
                        <a:cubicBezTo>
                          <a:pt x="90" y="3"/>
                          <a:pt x="90" y="3"/>
                          <a:pt x="90" y="3"/>
                        </a:cubicBezTo>
                        <a:cubicBezTo>
                          <a:pt x="90" y="3"/>
                          <a:pt x="90" y="4"/>
                          <a:pt x="90" y="4"/>
                        </a:cubicBezTo>
                        <a:cubicBezTo>
                          <a:pt x="90" y="4"/>
                          <a:pt x="90" y="4"/>
                          <a:pt x="90" y="4"/>
                        </a:cubicBezTo>
                        <a:cubicBezTo>
                          <a:pt x="90" y="4"/>
                          <a:pt x="90" y="4"/>
                          <a:pt x="90" y="5"/>
                        </a:cubicBezTo>
                        <a:cubicBezTo>
                          <a:pt x="90" y="5"/>
                          <a:pt x="89" y="5"/>
                          <a:pt x="89" y="5"/>
                        </a:cubicBezTo>
                        <a:cubicBezTo>
                          <a:pt x="89" y="5"/>
                          <a:pt x="89" y="5"/>
                          <a:pt x="89" y="6"/>
                        </a:cubicBezTo>
                        <a:cubicBezTo>
                          <a:pt x="89" y="6"/>
                          <a:pt x="90" y="6"/>
                          <a:pt x="90" y="6"/>
                        </a:cubicBezTo>
                        <a:cubicBezTo>
                          <a:pt x="90" y="6"/>
                          <a:pt x="90" y="6"/>
                          <a:pt x="90" y="6"/>
                        </a:cubicBezTo>
                        <a:cubicBezTo>
                          <a:pt x="90" y="6"/>
                          <a:pt x="89" y="6"/>
                          <a:pt x="89" y="6"/>
                        </a:cubicBezTo>
                        <a:cubicBezTo>
                          <a:pt x="89" y="6"/>
                          <a:pt x="89" y="7"/>
                          <a:pt x="89" y="7"/>
                        </a:cubicBezTo>
                        <a:cubicBezTo>
                          <a:pt x="89" y="7"/>
                          <a:pt x="88" y="7"/>
                          <a:pt x="88" y="7"/>
                        </a:cubicBezTo>
                        <a:cubicBezTo>
                          <a:pt x="88" y="7"/>
                          <a:pt x="88" y="6"/>
                          <a:pt x="88" y="6"/>
                        </a:cubicBezTo>
                        <a:cubicBezTo>
                          <a:pt x="88" y="6"/>
                          <a:pt x="88" y="6"/>
                          <a:pt x="87" y="6"/>
                        </a:cubicBezTo>
                        <a:cubicBezTo>
                          <a:pt x="87" y="6"/>
                          <a:pt x="87" y="6"/>
                          <a:pt x="87" y="6"/>
                        </a:cubicBezTo>
                        <a:cubicBezTo>
                          <a:pt x="87" y="6"/>
                          <a:pt x="87" y="6"/>
                          <a:pt x="87" y="6"/>
                        </a:cubicBezTo>
                        <a:cubicBezTo>
                          <a:pt x="87" y="6"/>
                          <a:pt x="87" y="5"/>
                          <a:pt x="87" y="5"/>
                        </a:cubicBezTo>
                        <a:cubicBezTo>
                          <a:pt x="87" y="5"/>
                          <a:pt x="87" y="4"/>
                          <a:pt x="87" y="4"/>
                        </a:cubicBezTo>
                        <a:cubicBezTo>
                          <a:pt x="87" y="4"/>
                          <a:pt x="87" y="4"/>
                          <a:pt x="87" y="4"/>
                        </a:cubicBezTo>
                        <a:cubicBezTo>
                          <a:pt x="87" y="4"/>
                          <a:pt x="86" y="5"/>
                          <a:pt x="86" y="5"/>
                        </a:cubicBezTo>
                        <a:cubicBezTo>
                          <a:pt x="86" y="5"/>
                          <a:pt x="86" y="6"/>
                          <a:pt x="86" y="6"/>
                        </a:cubicBezTo>
                        <a:cubicBezTo>
                          <a:pt x="86" y="6"/>
                          <a:pt x="86" y="6"/>
                          <a:pt x="86" y="6"/>
                        </a:cubicBezTo>
                        <a:cubicBezTo>
                          <a:pt x="86" y="6"/>
                          <a:pt x="85" y="6"/>
                          <a:pt x="85" y="6"/>
                        </a:cubicBezTo>
                        <a:cubicBezTo>
                          <a:pt x="85" y="6"/>
                          <a:pt x="85" y="6"/>
                          <a:pt x="85" y="6"/>
                        </a:cubicBezTo>
                        <a:cubicBezTo>
                          <a:pt x="85" y="6"/>
                          <a:pt x="85" y="6"/>
                          <a:pt x="85" y="6"/>
                        </a:cubicBezTo>
                        <a:cubicBezTo>
                          <a:pt x="84" y="6"/>
                          <a:pt x="84" y="7"/>
                          <a:pt x="84" y="7"/>
                        </a:cubicBezTo>
                        <a:cubicBezTo>
                          <a:pt x="84" y="7"/>
                          <a:pt x="84" y="7"/>
                          <a:pt x="84" y="7"/>
                        </a:cubicBezTo>
                        <a:cubicBezTo>
                          <a:pt x="84" y="7"/>
                          <a:pt x="84" y="8"/>
                          <a:pt x="84" y="8"/>
                        </a:cubicBezTo>
                        <a:cubicBezTo>
                          <a:pt x="84" y="8"/>
                          <a:pt x="84" y="9"/>
                          <a:pt x="84" y="9"/>
                        </a:cubicBezTo>
                        <a:cubicBezTo>
                          <a:pt x="84" y="9"/>
                          <a:pt x="84" y="9"/>
                          <a:pt x="84" y="9"/>
                        </a:cubicBezTo>
                        <a:cubicBezTo>
                          <a:pt x="85" y="9"/>
                          <a:pt x="85" y="9"/>
                          <a:pt x="85" y="9"/>
                        </a:cubicBezTo>
                        <a:cubicBezTo>
                          <a:pt x="85" y="10"/>
                          <a:pt x="85" y="10"/>
                          <a:pt x="85" y="10"/>
                        </a:cubicBezTo>
                        <a:cubicBezTo>
                          <a:pt x="85" y="10"/>
                          <a:pt x="85" y="10"/>
                          <a:pt x="85" y="10"/>
                        </a:cubicBezTo>
                        <a:cubicBezTo>
                          <a:pt x="84" y="10"/>
                          <a:pt x="84" y="10"/>
                          <a:pt x="83" y="10"/>
                        </a:cubicBezTo>
                        <a:cubicBezTo>
                          <a:pt x="83" y="10"/>
                          <a:pt x="83" y="10"/>
                          <a:pt x="83" y="9"/>
                        </a:cubicBezTo>
                        <a:cubicBezTo>
                          <a:pt x="83" y="9"/>
                          <a:pt x="83" y="9"/>
                          <a:pt x="83" y="9"/>
                        </a:cubicBezTo>
                        <a:cubicBezTo>
                          <a:pt x="83" y="9"/>
                          <a:pt x="83" y="10"/>
                          <a:pt x="83" y="10"/>
                        </a:cubicBezTo>
                        <a:cubicBezTo>
                          <a:pt x="83" y="10"/>
                          <a:pt x="82" y="10"/>
                          <a:pt x="82" y="10"/>
                        </a:cubicBezTo>
                        <a:cubicBezTo>
                          <a:pt x="82" y="10"/>
                          <a:pt x="82" y="10"/>
                          <a:pt x="82" y="11"/>
                        </a:cubicBezTo>
                        <a:cubicBezTo>
                          <a:pt x="81" y="11"/>
                          <a:pt x="82" y="11"/>
                          <a:pt x="82" y="11"/>
                        </a:cubicBezTo>
                        <a:cubicBezTo>
                          <a:pt x="82" y="11"/>
                          <a:pt x="82" y="11"/>
                          <a:pt x="82" y="12"/>
                        </a:cubicBezTo>
                        <a:cubicBezTo>
                          <a:pt x="83" y="12"/>
                          <a:pt x="83" y="12"/>
                          <a:pt x="83" y="12"/>
                        </a:cubicBezTo>
                        <a:cubicBezTo>
                          <a:pt x="83" y="12"/>
                          <a:pt x="83" y="12"/>
                          <a:pt x="83" y="12"/>
                        </a:cubicBezTo>
                        <a:cubicBezTo>
                          <a:pt x="83" y="12"/>
                          <a:pt x="83" y="13"/>
                          <a:pt x="83" y="13"/>
                        </a:cubicBezTo>
                        <a:cubicBezTo>
                          <a:pt x="82" y="13"/>
                          <a:pt x="82" y="13"/>
                          <a:pt x="82" y="12"/>
                        </a:cubicBezTo>
                        <a:cubicBezTo>
                          <a:pt x="82" y="12"/>
                          <a:pt x="82" y="12"/>
                          <a:pt x="82" y="12"/>
                        </a:cubicBezTo>
                        <a:cubicBezTo>
                          <a:pt x="81" y="12"/>
                          <a:pt x="81" y="12"/>
                          <a:pt x="81" y="11"/>
                        </a:cubicBezTo>
                        <a:cubicBezTo>
                          <a:pt x="81" y="11"/>
                          <a:pt x="81" y="11"/>
                          <a:pt x="81" y="11"/>
                        </a:cubicBezTo>
                        <a:cubicBezTo>
                          <a:pt x="81" y="11"/>
                          <a:pt x="80" y="11"/>
                          <a:pt x="80" y="11"/>
                        </a:cubicBezTo>
                        <a:cubicBezTo>
                          <a:pt x="80" y="11"/>
                          <a:pt x="80" y="11"/>
                          <a:pt x="80" y="12"/>
                        </a:cubicBezTo>
                        <a:cubicBezTo>
                          <a:pt x="81" y="12"/>
                          <a:pt x="80" y="12"/>
                          <a:pt x="80" y="12"/>
                        </a:cubicBezTo>
                        <a:cubicBezTo>
                          <a:pt x="80" y="12"/>
                          <a:pt x="80" y="12"/>
                          <a:pt x="80" y="12"/>
                        </a:cubicBezTo>
                        <a:cubicBezTo>
                          <a:pt x="80" y="12"/>
                          <a:pt x="80" y="13"/>
                          <a:pt x="80" y="13"/>
                        </a:cubicBezTo>
                        <a:cubicBezTo>
                          <a:pt x="80" y="13"/>
                          <a:pt x="80" y="13"/>
                          <a:pt x="79" y="13"/>
                        </a:cubicBezTo>
                        <a:cubicBezTo>
                          <a:pt x="79" y="13"/>
                          <a:pt x="79" y="13"/>
                          <a:pt x="79" y="13"/>
                        </a:cubicBezTo>
                        <a:cubicBezTo>
                          <a:pt x="79" y="13"/>
                          <a:pt x="79" y="13"/>
                          <a:pt x="79" y="13"/>
                        </a:cubicBezTo>
                        <a:cubicBezTo>
                          <a:pt x="79" y="13"/>
                          <a:pt x="79" y="14"/>
                          <a:pt x="79" y="14"/>
                        </a:cubicBezTo>
                        <a:cubicBezTo>
                          <a:pt x="79" y="14"/>
                          <a:pt x="78" y="14"/>
                          <a:pt x="78" y="14"/>
                        </a:cubicBezTo>
                        <a:cubicBezTo>
                          <a:pt x="78" y="14"/>
                          <a:pt x="78" y="15"/>
                          <a:pt x="78" y="15"/>
                        </a:cubicBezTo>
                        <a:cubicBezTo>
                          <a:pt x="78" y="15"/>
                          <a:pt x="79" y="15"/>
                          <a:pt x="79" y="16"/>
                        </a:cubicBezTo>
                        <a:cubicBezTo>
                          <a:pt x="79" y="16"/>
                          <a:pt x="79" y="16"/>
                          <a:pt x="79" y="16"/>
                        </a:cubicBezTo>
                        <a:cubicBezTo>
                          <a:pt x="79" y="16"/>
                          <a:pt x="79" y="16"/>
                          <a:pt x="79" y="16"/>
                        </a:cubicBezTo>
                        <a:cubicBezTo>
                          <a:pt x="79" y="16"/>
                          <a:pt x="79" y="15"/>
                          <a:pt x="80" y="15"/>
                        </a:cubicBezTo>
                        <a:cubicBezTo>
                          <a:pt x="80" y="15"/>
                          <a:pt x="80" y="15"/>
                          <a:pt x="80" y="15"/>
                        </a:cubicBezTo>
                        <a:cubicBezTo>
                          <a:pt x="80" y="15"/>
                          <a:pt x="80" y="15"/>
                          <a:pt x="80" y="15"/>
                        </a:cubicBezTo>
                        <a:cubicBezTo>
                          <a:pt x="80" y="15"/>
                          <a:pt x="80" y="16"/>
                          <a:pt x="80" y="16"/>
                        </a:cubicBezTo>
                        <a:cubicBezTo>
                          <a:pt x="80" y="16"/>
                          <a:pt x="80" y="17"/>
                          <a:pt x="80" y="17"/>
                        </a:cubicBezTo>
                        <a:cubicBezTo>
                          <a:pt x="80" y="17"/>
                          <a:pt x="80" y="17"/>
                          <a:pt x="80" y="17"/>
                        </a:cubicBezTo>
                        <a:cubicBezTo>
                          <a:pt x="79" y="17"/>
                          <a:pt x="79" y="17"/>
                          <a:pt x="79" y="17"/>
                        </a:cubicBezTo>
                        <a:cubicBezTo>
                          <a:pt x="79" y="17"/>
                          <a:pt x="79" y="17"/>
                          <a:pt x="79" y="17"/>
                        </a:cubicBezTo>
                        <a:cubicBezTo>
                          <a:pt x="79" y="17"/>
                          <a:pt x="78" y="18"/>
                          <a:pt x="78" y="18"/>
                        </a:cubicBezTo>
                        <a:cubicBezTo>
                          <a:pt x="78" y="18"/>
                          <a:pt x="78" y="18"/>
                          <a:pt x="78" y="18"/>
                        </a:cubicBezTo>
                        <a:cubicBezTo>
                          <a:pt x="78" y="18"/>
                          <a:pt x="78" y="19"/>
                          <a:pt x="78" y="19"/>
                        </a:cubicBezTo>
                        <a:cubicBezTo>
                          <a:pt x="78" y="19"/>
                          <a:pt x="78" y="19"/>
                          <a:pt x="78" y="19"/>
                        </a:cubicBezTo>
                        <a:cubicBezTo>
                          <a:pt x="78" y="19"/>
                          <a:pt x="77" y="19"/>
                          <a:pt x="77" y="19"/>
                        </a:cubicBezTo>
                        <a:cubicBezTo>
                          <a:pt x="77" y="19"/>
                          <a:pt x="77" y="19"/>
                          <a:pt x="76" y="18"/>
                        </a:cubicBezTo>
                        <a:cubicBezTo>
                          <a:pt x="76" y="18"/>
                          <a:pt x="75" y="18"/>
                          <a:pt x="75" y="18"/>
                        </a:cubicBezTo>
                        <a:cubicBezTo>
                          <a:pt x="75" y="18"/>
                          <a:pt x="75" y="19"/>
                          <a:pt x="75" y="19"/>
                        </a:cubicBezTo>
                        <a:cubicBezTo>
                          <a:pt x="75" y="19"/>
                          <a:pt x="75" y="19"/>
                          <a:pt x="75" y="19"/>
                        </a:cubicBezTo>
                        <a:cubicBezTo>
                          <a:pt x="75" y="19"/>
                          <a:pt x="74" y="19"/>
                          <a:pt x="74" y="19"/>
                        </a:cubicBezTo>
                        <a:cubicBezTo>
                          <a:pt x="74" y="19"/>
                          <a:pt x="74" y="18"/>
                          <a:pt x="74" y="18"/>
                        </a:cubicBezTo>
                        <a:cubicBezTo>
                          <a:pt x="74" y="18"/>
                          <a:pt x="74" y="18"/>
                          <a:pt x="74" y="17"/>
                        </a:cubicBezTo>
                        <a:cubicBezTo>
                          <a:pt x="74" y="17"/>
                          <a:pt x="73" y="17"/>
                          <a:pt x="73" y="17"/>
                        </a:cubicBezTo>
                        <a:cubicBezTo>
                          <a:pt x="73" y="18"/>
                          <a:pt x="73" y="18"/>
                          <a:pt x="73" y="18"/>
                        </a:cubicBezTo>
                        <a:cubicBezTo>
                          <a:pt x="73" y="18"/>
                          <a:pt x="73" y="18"/>
                          <a:pt x="73" y="18"/>
                        </a:cubicBezTo>
                        <a:cubicBezTo>
                          <a:pt x="73" y="18"/>
                          <a:pt x="73" y="18"/>
                          <a:pt x="73" y="19"/>
                        </a:cubicBezTo>
                        <a:cubicBezTo>
                          <a:pt x="73" y="19"/>
                          <a:pt x="73" y="19"/>
                          <a:pt x="73" y="19"/>
                        </a:cubicBezTo>
                        <a:cubicBezTo>
                          <a:pt x="73" y="19"/>
                          <a:pt x="73" y="19"/>
                          <a:pt x="73" y="19"/>
                        </a:cubicBezTo>
                        <a:cubicBezTo>
                          <a:pt x="73" y="19"/>
                          <a:pt x="73" y="19"/>
                          <a:pt x="73" y="19"/>
                        </a:cubicBezTo>
                        <a:cubicBezTo>
                          <a:pt x="73" y="20"/>
                          <a:pt x="73" y="20"/>
                          <a:pt x="73" y="20"/>
                        </a:cubicBezTo>
                        <a:cubicBezTo>
                          <a:pt x="73" y="20"/>
                          <a:pt x="73" y="20"/>
                          <a:pt x="73" y="20"/>
                        </a:cubicBezTo>
                        <a:cubicBezTo>
                          <a:pt x="73" y="20"/>
                          <a:pt x="72" y="20"/>
                          <a:pt x="72" y="20"/>
                        </a:cubicBezTo>
                        <a:cubicBezTo>
                          <a:pt x="72" y="20"/>
                          <a:pt x="72" y="21"/>
                          <a:pt x="72" y="21"/>
                        </a:cubicBezTo>
                        <a:cubicBezTo>
                          <a:pt x="73" y="21"/>
                          <a:pt x="73" y="21"/>
                          <a:pt x="73" y="21"/>
                        </a:cubicBezTo>
                        <a:cubicBezTo>
                          <a:pt x="73" y="22"/>
                          <a:pt x="74" y="22"/>
                          <a:pt x="74" y="22"/>
                        </a:cubicBezTo>
                        <a:cubicBezTo>
                          <a:pt x="74" y="22"/>
                          <a:pt x="74" y="23"/>
                          <a:pt x="75" y="23"/>
                        </a:cubicBezTo>
                        <a:cubicBezTo>
                          <a:pt x="75" y="23"/>
                          <a:pt x="75" y="23"/>
                          <a:pt x="75" y="23"/>
                        </a:cubicBezTo>
                        <a:cubicBezTo>
                          <a:pt x="74" y="23"/>
                          <a:pt x="74" y="24"/>
                          <a:pt x="74" y="24"/>
                        </a:cubicBezTo>
                        <a:cubicBezTo>
                          <a:pt x="74" y="24"/>
                          <a:pt x="74" y="24"/>
                          <a:pt x="74" y="24"/>
                        </a:cubicBezTo>
                        <a:cubicBezTo>
                          <a:pt x="74" y="24"/>
                          <a:pt x="74" y="24"/>
                          <a:pt x="74" y="24"/>
                        </a:cubicBezTo>
                        <a:cubicBezTo>
                          <a:pt x="74" y="24"/>
                          <a:pt x="73" y="24"/>
                          <a:pt x="73" y="24"/>
                        </a:cubicBezTo>
                        <a:cubicBezTo>
                          <a:pt x="73" y="24"/>
                          <a:pt x="73" y="24"/>
                          <a:pt x="73" y="25"/>
                        </a:cubicBezTo>
                        <a:cubicBezTo>
                          <a:pt x="73" y="25"/>
                          <a:pt x="73" y="25"/>
                          <a:pt x="73" y="26"/>
                        </a:cubicBezTo>
                        <a:cubicBezTo>
                          <a:pt x="73" y="26"/>
                          <a:pt x="73" y="26"/>
                          <a:pt x="73" y="26"/>
                        </a:cubicBezTo>
                        <a:cubicBezTo>
                          <a:pt x="73" y="27"/>
                          <a:pt x="73" y="27"/>
                          <a:pt x="73" y="27"/>
                        </a:cubicBezTo>
                        <a:cubicBezTo>
                          <a:pt x="72" y="27"/>
                          <a:pt x="72" y="26"/>
                          <a:pt x="72" y="26"/>
                        </a:cubicBezTo>
                        <a:cubicBezTo>
                          <a:pt x="72" y="26"/>
                          <a:pt x="72" y="26"/>
                          <a:pt x="71" y="25"/>
                        </a:cubicBezTo>
                        <a:cubicBezTo>
                          <a:pt x="71" y="25"/>
                          <a:pt x="71" y="25"/>
                          <a:pt x="71" y="25"/>
                        </a:cubicBezTo>
                        <a:cubicBezTo>
                          <a:pt x="71" y="25"/>
                          <a:pt x="71" y="24"/>
                          <a:pt x="71" y="24"/>
                        </a:cubicBezTo>
                        <a:cubicBezTo>
                          <a:pt x="71" y="24"/>
                          <a:pt x="70" y="24"/>
                          <a:pt x="70" y="23"/>
                        </a:cubicBezTo>
                        <a:cubicBezTo>
                          <a:pt x="70" y="23"/>
                          <a:pt x="70" y="23"/>
                          <a:pt x="70" y="23"/>
                        </a:cubicBezTo>
                        <a:cubicBezTo>
                          <a:pt x="70" y="22"/>
                          <a:pt x="70" y="22"/>
                          <a:pt x="70" y="22"/>
                        </a:cubicBezTo>
                        <a:cubicBezTo>
                          <a:pt x="69" y="22"/>
                          <a:pt x="69" y="21"/>
                          <a:pt x="69" y="21"/>
                        </a:cubicBezTo>
                        <a:cubicBezTo>
                          <a:pt x="69" y="21"/>
                          <a:pt x="69" y="21"/>
                          <a:pt x="69" y="21"/>
                        </a:cubicBezTo>
                        <a:cubicBezTo>
                          <a:pt x="69" y="21"/>
                          <a:pt x="69" y="21"/>
                          <a:pt x="69" y="21"/>
                        </a:cubicBezTo>
                        <a:cubicBezTo>
                          <a:pt x="68" y="21"/>
                          <a:pt x="69" y="20"/>
                          <a:pt x="69" y="20"/>
                        </a:cubicBezTo>
                        <a:cubicBezTo>
                          <a:pt x="69" y="20"/>
                          <a:pt x="69" y="20"/>
                          <a:pt x="69" y="19"/>
                        </a:cubicBezTo>
                        <a:cubicBezTo>
                          <a:pt x="69" y="19"/>
                          <a:pt x="69" y="19"/>
                          <a:pt x="69" y="19"/>
                        </a:cubicBezTo>
                        <a:cubicBezTo>
                          <a:pt x="69" y="19"/>
                          <a:pt x="68" y="19"/>
                          <a:pt x="68" y="19"/>
                        </a:cubicBezTo>
                        <a:cubicBezTo>
                          <a:pt x="68" y="19"/>
                          <a:pt x="68" y="20"/>
                          <a:pt x="68" y="20"/>
                        </a:cubicBezTo>
                        <a:cubicBezTo>
                          <a:pt x="68" y="20"/>
                          <a:pt x="68" y="20"/>
                          <a:pt x="68" y="20"/>
                        </a:cubicBezTo>
                        <a:cubicBezTo>
                          <a:pt x="68" y="20"/>
                          <a:pt x="67" y="20"/>
                          <a:pt x="67" y="21"/>
                        </a:cubicBezTo>
                        <a:cubicBezTo>
                          <a:pt x="67" y="21"/>
                          <a:pt x="67" y="22"/>
                          <a:pt x="67" y="22"/>
                        </a:cubicBezTo>
                        <a:cubicBezTo>
                          <a:pt x="67" y="22"/>
                          <a:pt x="67" y="22"/>
                          <a:pt x="67" y="22"/>
                        </a:cubicBezTo>
                        <a:cubicBezTo>
                          <a:pt x="67" y="22"/>
                          <a:pt x="66" y="22"/>
                          <a:pt x="66" y="22"/>
                        </a:cubicBezTo>
                        <a:cubicBezTo>
                          <a:pt x="66" y="22"/>
                          <a:pt x="66" y="23"/>
                          <a:pt x="66" y="23"/>
                        </a:cubicBezTo>
                        <a:cubicBezTo>
                          <a:pt x="66" y="23"/>
                          <a:pt x="66" y="23"/>
                          <a:pt x="66" y="23"/>
                        </a:cubicBezTo>
                        <a:cubicBezTo>
                          <a:pt x="66" y="23"/>
                          <a:pt x="66" y="23"/>
                          <a:pt x="66" y="23"/>
                        </a:cubicBezTo>
                        <a:cubicBezTo>
                          <a:pt x="66" y="23"/>
                          <a:pt x="65" y="23"/>
                          <a:pt x="65" y="23"/>
                        </a:cubicBezTo>
                        <a:cubicBezTo>
                          <a:pt x="64" y="23"/>
                          <a:pt x="64" y="24"/>
                          <a:pt x="64" y="24"/>
                        </a:cubicBezTo>
                        <a:cubicBezTo>
                          <a:pt x="64" y="24"/>
                          <a:pt x="63" y="25"/>
                          <a:pt x="63" y="25"/>
                        </a:cubicBezTo>
                        <a:cubicBezTo>
                          <a:pt x="63" y="25"/>
                          <a:pt x="63" y="26"/>
                          <a:pt x="63" y="26"/>
                        </a:cubicBezTo>
                        <a:cubicBezTo>
                          <a:pt x="63" y="26"/>
                          <a:pt x="63" y="27"/>
                          <a:pt x="63" y="28"/>
                        </a:cubicBezTo>
                        <a:cubicBezTo>
                          <a:pt x="63" y="28"/>
                          <a:pt x="63" y="28"/>
                          <a:pt x="63" y="28"/>
                        </a:cubicBezTo>
                        <a:cubicBezTo>
                          <a:pt x="63" y="29"/>
                          <a:pt x="63" y="30"/>
                          <a:pt x="63" y="30"/>
                        </a:cubicBezTo>
                        <a:cubicBezTo>
                          <a:pt x="64" y="30"/>
                          <a:pt x="64" y="30"/>
                          <a:pt x="64" y="31"/>
                        </a:cubicBezTo>
                        <a:cubicBezTo>
                          <a:pt x="65" y="31"/>
                          <a:pt x="64" y="31"/>
                          <a:pt x="64" y="31"/>
                        </a:cubicBezTo>
                        <a:cubicBezTo>
                          <a:pt x="64" y="32"/>
                          <a:pt x="64" y="32"/>
                          <a:pt x="64" y="32"/>
                        </a:cubicBezTo>
                        <a:cubicBezTo>
                          <a:pt x="63" y="32"/>
                          <a:pt x="63" y="33"/>
                          <a:pt x="63" y="33"/>
                        </a:cubicBezTo>
                        <a:cubicBezTo>
                          <a:pt x="63" y="33"/>
                          <a:pt x="62" y="34"/>
                          <a:pt x="62" y="34"/>
                        </a:cubicBezTo>
                        <a:cubicBezTo>
                          <a:pt x="61" y="34"/>
                          <a:pt x="61" y="34"/>
                          <a:pt x="61" y="34"/>
                        </a:cubicBezTo>
                        <a:cubicBezTo>
                          <a:pt x="60" y="34"/>
                          <a:pt x="60" y="35"/>
                          <a:pt x="60" y="35"/>
                        </a:cubicBezTo>
                        <a:cubicBezTo>
                          <a:pt x="60" y="35"/>
                          <a:pt x="60" y="35"/>
                          <a:pt x="60" y="35"/>
                        </a:cubicBezTo>
                        <a:cubicBezTo>
                          <a:pt x="60" y="36"/>
                          <a:pt x="60" y="36"/>
                          <a:pt x="59" y="36"/>
                        </a:cubicBezTo>
                        <a:cubicBezTo>
                          <a:pt x="59" y="36"/>
                          <a:pt x="60" y="36"/>
                          <a:pt x="60" y="36"/>
                        </a:cubicBezTo>
                        <a:cubicBezTo>
                          <a:pt x="60" y="36"/>
                          <a:pt x="60" y="37"/>
                          <a:pt x="59" y="37"/>
                        </a:cubicBezTo>
                        <a:cubicBezTo>
                          <a:pt x="59" y="37"/>
                          <a:pt x="59" y="38"/>
                          <a:pt x="59" y="38"/>
                        </a:cubicBezTo>
                        <a:cubicBezTo>
                          <a:pt x="58" y="39"/>
                          <a:pt x="58" y="40"/>
                          <a:pt x="57" y="41"/>
                        </a:cubicBezTo>
                        <a:cubicBezTo>
                          <a:pt x="57" y="41"/>
                          <a:pt x="55" y="42"/>
                          <a:pt x="55" y="42"/>
                        </a:cubicBezTo>
                        <a:cubicBezTo>
                          <a:pt x="55" y="43"/>
                          <a:pt x="54" y="43"/>
                          <a:pt x="53" y="43"/>
                        </a:cubicBezTo>
                        <a:cubicBezTo>
                          <a:pt x="53" y="43"/>
                          <a:pt x="52" y="43"/>
                          <a:pt x="52" y="43"/>
                        </a:cubicBezTo>
                        <a:cubicBezTo>
                          <a:pt x="51" y="43"/>
                          <a:pt x="51" y="44"/>
                          <a:pt x="51" y="44"/>
                        </a:cubicBezTo>
                        <a:cubicBezTo>
                          <a:pt x="51" y="44"/>
                          <a:pt x="50" y="44"/>
                          <a:pt x="50" y="44"/>
                        </a:cubicBezTo>
                        <a:cubicBezTo>
                          <a:pt x="49" y="44"/>
                          <a:pt x="48" y="44"/>
                          <a:pt x="48" y="45"/>
                        </a:cubicBezTo>
                        <a:cubicBezTo>
                          <a:pt x="47" y="45"/>
                          <a:pt x="47" y="45"/>
                          <a:pt x="47" y="45"/>
                        </a:cubicBezTo>
                        <a:cubicBezTo>
                          <a:pt x="47" y="45"/>
                          <a:pt x="47" y="45"/>
                          <a:pt x="47" y="45"/>
                        </a:cubicBezTo>
                        <a:cubicBezTo>
                          <a:pt x="47" y="45"/>
                          <a:pt x="46" y="45"/>
                          <a:pt x="46" y="45"/>
                        </a:cubicBezTo>
                        <a:cubicBezTo>
                          <a:pt x="46" y="45"/>
                          <a:pt x="45" y="45"/>
                          <a:pt x="45" y="45"/>
                        </a:cubicBezTo>
                        <a:cubicBezTo>
                          <a:pt x="45" y="45"/>
                          <a:pt x="45" y="45"/>
                          <a:pt x="44" y="45"/>
                        </a:cubicBezTo>
                        <a:cubicBezTo>
                          <a:pt x="44" y="45"/>
                          <a:pt x="43" y="45"/>
                          <a:pt x="43" y="45"/>
                        </a:cubicBezTo>
                        <a:cubicBezTo>
                          <a:pt x="43" y="45"/>
                          <a:pt x="43" y="45"/>
                          <a:pt x="42" y="45"/>
                        </a:cubicBezTo>
                        <a:cubicBezTo>
                          <a:pt x="42" y="45"/>
                          <a:pt x="42" y="45"/>
                          <a:pt x="42" y="45"/>
                        </a:cubicBezTo>
                        <a:cubicBezTo>
                          <a:pt x="42" y="45"/>
                          <a:pt x="42" y="46"/>
                          <a:pt x="41" y="46"/>
                        </a:cubicBezTo>
                        <a:cubicBezTo>
                          <a:pt x="41" y="46"/>
                          <a:pt x="40" y="47"/>
                          <a:pt x="40" y="47"/>
                        </a:cubicBezTo>
                        <a:cubicBezTo>
                          <a:pt x="39" y="47"/>
                          <a:pt x="39" y="47"/>
                          <a:pt x="39" y="47"/>
                        </a:cubicBezTo>
                        <a:cubicBezTo>
                          <a:pt x="38" y="47"/>
                          <a:pt x="37" y="47"/>
                          <a:pt x="37" y="47"/>
                        </a:cubicBezTo>
                        <a:cubicBezTo>
                          <a:pt x="37" y="48"/>
                          <a:pt x="36" y="48"/>
                          <a:pt x="36" y="48"/>
                        </a:cubicBezTo>
                        <a:cubicBezTo>
                          <a:pt x="35" y="48"/>
                          <a:pt x="35" y="48"/>
                          <a:pt x="35" y="48"/>
                        </a:cubicBezTo>
                        <a:cubicBezTo>
                          <a:pt x="34" y="49"/>
                          <a:pt x="34" y="49"/>
                          <a:pt x="34" y="49"/>
                        </a:cubicBezTo>
                        <a:cubicBezTo>
                          <a:pt x="34" y="49"/>
                          <a:pt x="33" y="50"/>
                          <a:pt x="33" y="50"/>
                        </a:cubicBezTo>
                        <a:cubicBezTo>
                          <a:pt x="33" y="50"/>
                          <a:pt x="32" y="50"/>
                          <a:pt x="31" y="50"/>
                        </a:cubicBezTo>
                        <a:cubicBezTo>
                          <a:pt x="31" y="50"/>
                          <a:pt x="30" y="50"/>
                          <a:pt x="30" y="50"/>
                        </a:cubicBezTo>
                        <a:cubicBezTo>
                          <a:pt x="29" y="50"/>
                          <a:pt x="29" y="50"/>
                          <a:pt x="29" y="50"/>
                        </a:cubicBezTo>
                        <a:cubicBezTo>
                          <a:pt x="29" y="50"/>
                          <a:pt x="29" y="49"/>
                          <a:pt x="29" y="49"/>
                        </a:cubicBezTo>
                        <a:cubicBezTo>
                          <a:pt x="28" y="49"/>
                          <a:pt x="28" y="50"/>
                          <a:pt x="28" y="50"/>
                        </a:cubicBezTo>
                        <a:cubicBezTo>
                          <a:pt x="27" y="50"/>
                          <a:pt x="27" y="50"/>
                          <a:pt x="27" y="50"/>
                        </a:cubicBezTo>
                        <a:cubicBezTo>
                          <a:pt x="27" y="50"/>
                          <a:pt x="27" y="50"/>
                          <a:pt x="27" y="50"/>
                        </a:cubicBezTo>
                        <a:cubicBezTo>
                          <a:pt x="27" y="50"/>
                          <a:pt x="27" y="49"/>
                          <a:pt x="27" y="49"/>
                        </a:cubicBezTo>
                        <a:cubicBezTo>
                          <a:pt x="27" y="49"/>
                          <a:pt x="27" y="49"/>
                          <a:pt x="27" y="49"/>
                        </a:cubicBezTo>
                        <a:cubicBezTo>
                          <a:pt x="27" y="49"/>
                          <a:pt x="26" y="49"/>
                          <a:pt x="26" y="50"/>
                        </a:cubicBezTo>
                        <a:cubicBezTo>
                          <a:pt x="26" y="50"/>
                          <a:pt x="26" y="50"/>
                          <a:pt x="26" y="50"/>
                        </a:cubicBezTo>
                        <a:cubicBezTo>
                          <a:pt x="26" y="50"/>
                          <a:pt x="26" y="50"/>
                          <a:pt x="26" y="50"/>
                        </a:cubicBezTo>
                        <a:cubicBezTo>
                          <a:pt x="26" y="50"/>
                          <a:pt x="26" y="50"/>
                          <a:pt x="25" y="50"/>
                        </a:cubicBezTo>
                        <a:cubicBezTo>
                          <a:pt x="25" y="50"/>
                          <a:pt x="25" y="50"/>
                          <a:pt x="25" y="50"/>
                        </a:cubicBezTo>
                        <a:cubicBezTo>
                          <a:pt x="25" y="50"/>
                          <a:pt x="24" y="51"/>
                          <a:pt x="24" y="51"/>
                        </a:cubicBezTo>
                        <a:cubicBezTo>
                          <a:pt x="24" y="51"/>
                          <a:pt x="24" y="51"/>
                          <a:pt x="23" y="51"/>
                        </a:cubicBezTo>
                        <a:cubicBezTo>
                          <a:pt x="23" y="51"/>
                          <a:pt x="23" y="51"/>
                          <a:pt x="23" y="51"/>
                        </a:cubicBezTo>
                        <a:cubicBezTo>
                          <a:pt x="23" y="51"/>
                          <a:pt x="23" y="52"/>
                          <a:pt x="23" y="52"/>
                        </a:cubicBezTo>
                        <a:cubicBezTo>
                          <a:pt x="22" y="52"/>
                          <a:pt x="22" y="52"/>
                          <a:pt x="22" y="52"/>
                        </a:cubicBezTo>
                        <a:cubicBezTo>
                          <a:pt x="22" y="52"/>
                          <a:pt x="22" y="52"/>
                          <a:pt x="21" y="52"/>
                        </a:cubicBezTo>
                        <a:cubicBezTo>
                          <a:pt x="21" y="52"/>
                          <a:pt x="21" y="53"/>
                          <a:pt x="21" y="53"/>
                        </a:cubicBezTo>
                        <a:cubicBezTo>
                          <a:pt x="20" y="53"/>
                          <a:pt x="21" y="53"/>
                          <a:pt x="20" y="53"/>
                        </a:cubicBezTo>
                        <a:cubicBezTo>
                          <a:pt x="20" y="54"/>
                          <a:pt x="20" y="54"/>
                          <a:pt x="20" y="54"/>
                        </a:cubicBezTo>
                        <a:cubicBezTo>
                          <a:pt x="20" y="54"/>
                          <a:pt x="19" y="54"/>
                          <a:pt x="19" y="54"/>
                        </a:cubicBezTo>
                        <a:cubicBezTo>
                          <a:pt x="19" y="54"/>
                          <a:pt x="19" y="55"/>
                          <a:pt x="18" y="55"/>
                        </a:cubicBezTo>
                        <a:cubicBezTo>
                          <a:pt x="18" y="55"/>
                          <a:pt x="18" y="56"/>
                          <a:pt x="18" y="56"/>
                        </a:cubicBezTo>
                        <a:cubicBezTo>
                          <a:pt x="18" y="56"/>
                          <a:pt x="17" y="56"/>
                          <a:pt x="17" y="56"/>
                        </a:cubicBezTo>
                        <a:cubicBezTo>
                          <a:pt x="17" y="56"/>
                          <a:pt x="16" y="56"/>
                          <a:pt x="16" y="56"/>
                        </a:cubicBezTo>
                        <a:cubicBezTo>
                          <a:pt x="16" y="56"/>
                          <a:pt x="16" y="57"/>
                          <a:pt x="16" y="57"/>
                        </a:cubicBezTo>
                        <a:cubicBezTo>
                          <a:pt x="16" y="57"/>
                          <a:pt x="15" y="57"/>
                          <a:pt x="15" y="57"/>
                        </a:cubicBezTo>
                        <a:cubicBezTo>
                          <a:pt x="15" y="57"/>
                          <a:pt x="14" y="57"/>
                          <a:pt x="14" y="57"/>
                        </a:cubicBezTo>
                        <a:cubicBezTo>
                          <a:pt x="14" y="57"/>
                          <a:pt x="13" y="58"/>
                          <a:pt x="13" y="58"/>
                        </a:cubicBezTo>
                        <a:cubicBezTo>
                          <a:pt x="12" y="58"/>
                          <a:pt x="12" y="58"/>
                          <a:pt x="12" y="59"/>
                        </a:cubicBezTo>
                        <a:cubicBezTo>
                          <a:pt x="12" y="59"/>
                          <a:pt x="11" y="60"/>
                          <a:pt x="11" y="60"/>
                        </a:cubicBezTo>
                        <a:cubicBezTo>
                          <a:pt x="11" y="60"/>
                          <a:pt x="11" y="61"/>
                          <a:pt x="10" y="62"/>
                        </a:cubicBezTo>
                        <a:cubicBezTo>
                          <a:pt x="10" y="62"/>
                          <a:pt x="10" y="63"/>
                          <a:pt x="10" y="63"/>
                        </a:cubicBezTo>
                        <a:cubicBezTo>
                          <a:pt x="10" y="63"/>
                          <a:pt x="10" y="63"/>
                          <a:pt x="10" y="63"/>
                        </a:cubicBezTo>
                        <a:cubicBezTo>
                          <a:pt x="10" y="63"/>
                          <a:pt x="9" y="63"/>
                          <a:pt x="9" y="63"/>
                        </a:cubicBezTo>
                        <a:cubicBezTo>
                          <a:pt x="9" y="63"/>
                          <a:pt x="9" y="63"/>
                          <a:pt x="9" y="63"/>
                        </a:cubicBezTo>
                        <a:cubicBezTo>
                          <a:pt x="9" y="62"/>
                          <a:pt x="9" y="62"/>
                          <a:pt x="8" y="62"/>
                        </a:cubicBezTo>
                        <a:cubicBezTo>
                          <a:pt x="8" y="62"/>
                          <a:pt x="8" y="61"/>
                          <a:pt x="8" y="61"/>
                        </a:cubicBezTo>
                        <a:cubicBezTo>
                          <a:pt x="8" y="61"/>
                          <a:pt x="8" y="60"/>
                          <a:pt x="8" y="60"/>
                        </a:cubicBezTo>
                        <a:cubicBezTo>
                          <a:pt x="8" y="60"/>
                          <a:pt x="8" y="60"/>
                          <a:pt x="9" y="59"/>
                        </a:cubicBezTo>
                        <a:cubicBezTo>
                          <a:pt x="9" y="59"/>
                          <a:pt x="9" y="58"/>
                          <a:pt x="8" y="58"/>
                        </a:cubicBezTo>
                        <a:cubicBezTo>
                          <a:pt x="8" y="58"/>
                          <a:pt x="8" y="58"/>
                          <a:pt x="8" y="59"/>
                        </a:cubicBezTo>
                        <a:cubicBezTo>
                          <a:pt x="7" y="59"/>
                          <a:pt x="7" y="60"/>
                          <a:pt x="7" y="60"/>
                        </a:cubicBezTo>
                        <a:cubicBezTo>
                          <a:pt x="7" y="60"/>
                          <a:pt x="7" y="61"/>
                          <a:pt x="6" y="62"/>
                        </a:cubicBezTo>
                        <a:cubicBezTo>
                          <a:pt x="6" y="62"/>
                          <a:pt x="6" y="62"/>
                          <a:pt x="6" y="63"/>
                        </a:cubicBezTo>
                        <a:cubicBezTo>
                          <a:pt x="6" y="63"/>
                          <a:pt x="5" y="63"/>
                          <a:pt x="5" y="64"/>
                        </a:cubicBezTo>
                        <a:cubicBezTo>
                          <a:pt x="5" y="64"/>
                          <a:pt x="5" y="64"/>
                          <a:pt x="6" y="65"/>
                        </a:cubicBezTo>
                        <a:cubicBezTo>
                          <a:pt x="6" y="65"/>
                          <a:pt x="6" y="65"/>
                          <a:pt x="6" y="66"/>
                        </a:cubicBezTo>
                        <a:cubicBezTo>
                          <a:pt x="6" y="66"/>
                          <a:pt x="6" y="67"/>
                          <a:pt x="6" y="67"/>
                        </a:cubicBezTo>
                        <a:cubicBezTo>
                          <a:pt x="6" y="68"/>
                          <a:pt x="6" y="68"/>
                          <a:pt x="6" y="68"/>
                        </a:cubicBezTo>
                        <a:cubicBezTo>
                          <a:pt x="6" y="68"/>
                          <a:pt x="6" y="69"/>
                          <a:pt x="6" y="69"/>
                        </a:cubicBezTo>
                        <a:cubicBezTo>
                          <a:pt x="6" y="70"/>
                          <a:pt x="6" y="70"/>
                          <a:pt x="6" y="71"/>
                        </a:cubicBezTo>
                        <a:cubicBezTo>
                          <a:pt x="6" y="71"/>
                          <a:pt x="5" y="71"/>
                          <a:pt x="5" y="72"/>
                        </a:cubicBezTo>
                        <a:cubicBezTo>
                          <a:pt x="5" y="72"/>
                          <a:pt x="5" y="72"/>
                          <a:pt x="5" y="72"/>
                        </a:cubicBezTo>
                        <a:cubicBezTo>
                          <a:pt x="5" y="73"/>
                          <a:pt x="4" y="73"/>
                          <a:pt x="4" y="73"/>
                        </a:cubicBezTo>
                        <a:cubicBezTo>
                          <a:pt x="4" y="74"/>
                          <a:pt x="4" y="74"/>
                          <a:pt x="4" y="75"/>
                        </a:cubicBezTo>
                        <a:cubicBezTo>
                          <a:pt x="4" y="75"/>
                          <a:pt x="4" y="76"/>
                          <a:pt x="4" y="76"/>
                        </a:cubicBezTo>
                        <a:cubicBezTo>
                          <a:pt x="3" y="77"/>
                          <a:pt x="3" y="77"/>
                          <a:pt x="3" y="78"/>
                        </a:cubicBezTo>
                        <a:cubicBezTo>
                          <a:pt x="3" y="78"/>
                          <a:pt x="4" y="78"/>
                          <a:pt x="4" y="79"/>
                        </a:cubicBezTo>
                        <a:cubicBezTo>
                          <a:pt x="4" y="79"/>
                          <a:pt x="5" y="79"/>
                          <a:pt x="5" y="80"/>
                        </a:cubicBezTo>
                        <a:cubicBezTo>
                          <a:pt x="5" y="80"/>
                          <a:pt x="5" y="80"/>
                          <a:pt x="5" y="80"/>
                        </a:cubicBezTo>
                        <a:cubicBezTo>
                          <a:pt x="5" y="81"/>
                          <a:pt x="5" y="81"/>
                          <a:pt x="5" y="81"/>
                        </a:cubicBezTo>
                        <a:cubicBezTo>
                          <a:pt x="5" y="81"/>
                          <a:pt x="5" y="82"/>
                          <a:pt x="5" y="82"/>
                        </a:cubicBezTo>
                        <a:cubicBezTo>
                          <a:pt x="5" y="82"/>
                          <a:pt x="6" y="83"/>
                          <a:pt x="6" y="83"/>
                        </a:cubicBezTo>
                        <a:cubicBezTo>
                          <a:pt x="6" y="83"/>
                          <a:pt x="7" y="84"/>
                          <a:pt x="7" y="84"/>
                        </a:cubicBezTo>
                        <a:cubicBezTo>
                          <a:pt x="7" y="85"/>
                          <a:pt x="7" y="85"/>
                          <a:pt x="7" y="85"/>
                        </a:cubicBezTo>
                        <a:cubicBezTo>
                          <a:pt x="7" y="86"/>
                          <a:pt x="8" y="86"/>
                          <a:pt x="8" y="87"/>
                        </a:cubicBezTo>
                        <a:cubicBezTo>
                          <a:pt x="8" y="88"/>
                          <a:pt x="9" y="88"/>
                          <a:pt x="9" y="89"/>
                        </a:cubicBezTo>
                        <a:cubicBezTo>
                          <a:pt x="9" y="89"/>
                          <a:pt x="9" y="89"/>
                          <a:pt x="9" y="89"/>
                        </a:cubicBezTo>
                        <a:cubicBezTo>
                          <a:pt x="9" y="89"/>
                          <a:pt x="9" y="89"/>
                          <a:pt x="9" y="90"/>
                        </a:cubicBezTo>
                        <a:cubicBezTo>
                          <a:pt x="9" y="90"/>
                          <a:pt x="9" y="90"/>
                          <a:pt x="9" y="90"/>
                        </a:cubicBezTo>
                        <a:cubicBezTo>
                          <a:pt x="9" y="90"/>
                          <a:pt x="9" y="91"/>
                          <a:pt x="9" y="91"/>
                        </a:cubicBezTo>
                        <a:cubicBezTo>
                          <a:pt x="9" y="91"/>
                          <a:pt x="9" y="91"/>
                          <a:pt x="9" y="91"/>
                        </a:cubicBezTo>
                        <a:cubicBezTo>
                          <a:pt x="9" y="92"/>
                          <a:pt x="9" y="92"/>
                          <a:pt x="9" y="92"/>
                        </a:cubicBezTo>
                        <a:cubicBezTo>
                          <a:pt x="8" y="93"/>
                          <a:pt x="8" y="93"/>
                          <a:pt x="8" y="93"/>
                        </a:cubicBezTo>
                        <a:cubicBezTo>
                          <a:pt x="8" y="93"/>
                          <a:pt x="8" y="93"/>
                          <a:pt x="8" y="93"/>
                        </a:cubicBezTo>
                        <a:cubicBezTo>
                          <a:pt x="8" y="93"/>
                          <a:pt x="7" y="92"/>
                          <a:pt x="7" y="92"/>
                        </a:cubicBezTo>
                        <a:cubicBezTo>
                          <a:pt x="7" y="92"/>
                          <a:pt x="7" y="91"/>
                          <a:pt x="7" y="91"/>
                        </a:cubicBezTo>
                        <a:cubicBezTo>
                          <a:pt x="7" y="91"/>
                          <a:pt x="7" y="91"/>
                          <a:pt x="7" y="90"/>
                        </a:cubicBezTo>
                        <a:cubicBezTo>
                          <a:pt x="7" y="90"/>
                          <a:pt x="7" y="90"/>
                          <a:pt x="6" y="90"/>
                        </a:cubicBezTo>
                        <a:cubicBezTo>
                          <a:pt x="6" y="90"/>
                          <a:pt x="6" y="91"/>
                          <a:pt x="6" y="91"/>
                        </a:cubicBezTo>
                        <a:cubicBezTo>
                          <a:pt x="6" y="91"/>
                          <a:pt x="6" y="91"/>
                          <a:pt x="6" y="91"/>
                        </a:cubicBezTo>
                        <a:cubicBezTo>
                          <a:pt x="6" y="91"/>
                          <a:pt x="7" y="92"/>
                          <a:pt x="7" y="92"/>
                        </a:cubicBezTo>
                        <a:cubicBezTo>
                          <a:pt x="7" y="92"/>
                          <a:pt x="7" y="93"/>
                          <a:pt x="7" y="93"/>
                        </a:cubicBezTo>
                        <a:cubicBezTo>
                          <a:pt x="6" y="94"/>
                          <a:pt x="6" y="94"/>
                          <a:pt x="6" y="94"/>
                        </a:cubicBezTo>
                        <a:cubicBezTo>
                          <a:pt x="6" y="94"/>
                          <a:pt x="6" y="94"/>
                          <a:pt x="5" y="94"/>
                        </a:cubicBezTo>
                        <a:cubicBezTo>
                          <a:pt x="5" y="94"/>
                          <a:pt x="5" y="94"/>
                          <a:pt x="5" y="94"/>
                        </a:cubicBezTo>
                        <a:cubicBezTo>
                          <a:pt x="5" y="93"/>
                          <a:pt x="5" y="92"/>
                          <a:pt x="5" y="92"/>
                        </a:cubicBezTo>
                        <a:cubicBezTo>
                          <a:pt x="5" y="92"/>
                          <a:pt x="4" y="91"/>
                          <a:pt x="4" y="91"/>
                        </a:cubicBezTo>
                        <a:cubicBezTo>
                          <a:pt x="4" y="91"/>
                          <a:pt x="4" y="90"/>
                          <a:pt x="4" y="90"/>
                        </a:cubicBezTo>
                        <a:cubicBezTo>
                          <a:pt x="3" y="90"/>
                          <a:pt x="3" y="91"/>
                          <a:pt x="3" y="91"/>
                        </a:cubicBezTo>
                        <a:cubicBezTo>
                          <a:pt x="3" y="91"/>
                          <a:pt x="3" y="91"/>
                          <a:pt x="3" y="91"/>
                        </a:cubicBezTo>
                        <a:cubicBezTo>
                          <a:pt x="3" y="91"/>
                          <a:pt x="3" y="90"/>
                          <a:pt x="3" y="90"/>
                        </a:cubicBezTo>
                        <a:cubicBezTo>
                          <a:pt x="3" y="89"/>
                          <a:pt x="3" y="90"/>
                          <a:pt x="3" y="90"/>
                        </a:cubicBezTo>
                        <a:cubicBezTo>
                          <a:pt x="3" y="90"/>
                          <a:pt x="2" y="90"/>
                          <a:pt x="2" y="90"/>
                        </a:cubicBezTo>
                        <a:cubicBezTo>
                          <a:pt x="2" y="91"/>
                          <a:pt x="2" y="91"/>
                          <a:pt x="2" y="91"/>
                        </a:cubicBezTo>
                        <a:cubicBezTo>
                          <a:pt x="2" y="91"/>
                          <a:pt x="2" y="91"/>
                          <a:pt x="2" y="92"/>
                        </a:cubicBezTo>
                        <a:cubicBezTo>
                          <a:pt x="3" y="92"/>
                          <a:pt x="2" y="92"/>
                          <a:pt x="3" y="92"/>
                        </a:cubicBezTo>
                        <a:cubicBezTo>
                          <a:pt x="3" y="93"/>
                          <a:pt x="4" y="93"/>
                          <a:pt x="4" y="94"/>
                        </a:cubicBezTo>
                        <a:cubicBezTo>
                          <a:pt x="5" y="95"/>
                          <a:pt x="6" y="96"/>
                          <a:pt x="6" y="97"/>
                        </a:cubicBezTo>
                        <a:cubicBezTo>
                          <a:pt x="7" y="98"/>
                          <a:pt x="8" y="99"/>
                          <a:pt x="8" y="99"/>
                        </a:cubicBezTo>
                        <a:cubicBezTo>
                          <a:pt x="8" y="100"/>
                          <a:pt x="8" y="102"/>
                          <a:pt x="9" y="102"/>
                        </a:cubicBezTo>
                        <a:cubicBezTo>
                          <a:pt x="9" y="103"/>
                          <a:pt x="8" y="103"/>
                          <a:pt x="8" y="103"/>
                        </a:cubicBezTo>
                        <a:cubicBezTo>
                          <a:pt x="8" y="103"/>
                          <a:pt x="8" y="104"/>
                          <a:pt x="8" y="104"/>
                        </a:cubicBezTo>
                        <a:cubicBezTo>
                          <a:pt x="9" y="104"/>
                          <a:pt x="9" y="104"/>
                          <a:pt x="9" y="105"/>
                        </a:cubicBezTo>
                        <a:cubicBezTo>
                          <a:pt x="9" y="106"/>
                          <a:pt x="9" y="105"/>
                          <a:pt x="9" y="106"/>
                        </a:cubicBezTo>
                        <a:cubicBezTo>
                          <a:pt x="9" y="106"/>
                          <a:pt x="10" y="106"/>
                          <a:pt x="10" y="107"/>
                        </a:cubicBezTo>
                        <a:cubicBezTo>
                          <a:pt x="10" y="107"/>
                          <a:pt x="10" y="107"/>
                          <a:pt x="11" y="108"/>
                        </a:cubicBezTo>
                        <a:cubicBezTo>
                          <a:pt x="11" y="108"/>
                          <a:pt x="11" y="108"/>
                          <a:pt x="11" y="109"/>
                        </a:cubicBezTo>
                        <a:cubicBezTo>
                          <a:pt x="11" y="109"/>
                          <a:pt x="11" y="110"/>
                          <a:pt x="11" y="110"/>
                        </a:cubicBezTo>
                        <a:cubicBezTo>
                          <a:pt x="11" y="111"/>
                          <a:pt x="12" y="112"/>
                          <a:pt x="12" y="112"/>
                        </a:cubicBezTo>
                        <a:cubicBezTo>
                          <a:pt x="13" y="113"/>
                          <a:pt x="13" y="113"/>
                          <a:pt x="13" y="114"/>
                        </a:cubicBezTo>
                        <a:cubicBezTo>
                          <a:pt x="13" y="114"/>
                          <a:pt x="14" y="114"/>
                          <a:pt x="14" y="115"/>
                        </a:cubicBezTo>
                        <a:cubicBezTo>
                          <a:pt x="14" y="115"/>
                          <a:pt x="14" y="115"/>
                          <a:pt x="14" y="116"/>
                        </a:cubicBezTo>
                        <a:cubicBezTo>
                          <a:pt x="14" y="116"/>
                          <a:pt x="14" y="116"/>
                          <a:pt x="14" y="117"/>
                        </a:cubicBezTo>
                        <a:cubicBezTo>
                          <a:pt x="14" y="117"/>
                          <a:pt x="14" y="118"/>
                          <a:pt x="14" y="118"/>
                        </a:cubicBezTo>
                        <a:cubicBezTo>
                          <a:pt x="14" y="119"/>
                          <a:pt x="14" y="121"/>
                          <a:pt x="14" y="122"/>
                        </a:cubicBezTo>
                        <a:cubicBezTo>
                          <a:pt x="14" y="122"/>
                          <a:pt x="15" y="124"/>
                          <a:pt x="15" y="125"/>
                        </a:cubicBezTo>
                        <a:cubicBezTo>
                          <a:pt x="15" y="126"/>
                          <a:pt x="16" y="127"/>
                          <a:pt x="16" y="127"/>
                        </a:cubicBezTo>
                        <a:cubicBezTo>
                          <a:pt x="16" y="127"/>
                          <a:pt x="17" y="129"/>
                          <a:pt x="18" y="130"/>
                        </a:cubicBezTo>
                        <a:cubicBezTo>
                          <a:pt x="18" y="131"/>
                          <a:pt x="18" y="132"/>
                          <a:pt x="19" y="133"/>
                        </a:cubicBezTo>
                        <a:cubicBezTo>
                          <a:pt x="19" y="133"/>
                          <a:pt x="19" y="134"/>
                          <a:pt x="19" y="135"/>
                        </a:cubicBezTo>
                        <a:cubicBezTo>
                          <a:pt x="19" y="135"/>
                          <a:pt x="19" y="136"/>
                          <a:pt x="19" y="137"/>
                        </a:cubicBezTo>
                        <a:cubicBezTo>
                          <a:pt x="20" y="137"/>
                          <a:pt x="19" y="138"/>
                          <a:pt x="19" y="138"/>
                        </a:cubicBezTo>
                        <a:cubicBezTo>
                          <a:pt x="19" y="138"/>
                          <a:pt x="19" y="139"/>
                          <a:pt x="19" y="139"/>
                        </a:cubicBezTo>
                        <a:cubicBezTo>
                          <a:pt x="19" y="140"/>
                          <a:pt x="19" y="140"/>
                          <a:pt x="19" y="141"/>
                        </a:cubicBezTo>
                        <a:cubicBezTo>
                          <a:pt x="18" y="141"/>
                          <a:pt x="18" y="142"/>
                          <a:pt x="19" y="142"/>
                        </a:cubicBezTo>
                        <a:cubicBezTo>
                          <a:pt x="19" y="142"/>
                          <a:pt x="19" y="142"/>
                          <a:pt x="19" y="143"/>
                        </a:cubicBezTo>
                        <a:cubicBezTo>
                          <a:pt x="19" y="143"/>
                          <a:pt x="19" y="144"/>
                          <a:pt x="19" y="144"/>
                        </a:cubicBezTo>
                        <a:cubicBezTo>
                          <a:pt x="19" y="145"/>
                          <a:pt x="19" y="146"/>
                          <a:pt x="19" y="146"/>
                        </a:cubicBezTo>
                        <a:cubicBezTo>
                          <a:pt x="19" y="147"/>
                          <a:pt x="19" y="147"/>
                          <a:pt x="18" y="147"/>
                        </a:cubicBezTo>
                        <a:cubicBezTo>
                          <a:pt x="18" y="148"/>
                          <a:pt x="18" y="149"/>
                          <a:pt x="18" y="149"/>
                        </a:cubicBezTo>
                        <a:cubicBezTo>
                          <a:pt x="17" y="149"/>
                          <a:pt x="17" y="149"/>
                          <a:pt x="16" y="150"/>
                        </a:cubicBezTo>
                        <a:cubicBezTo>
                          <a:pt x="16" y="150"/>
                          <a:pt x="15" y="149"/>
                          <a:pt x="15" y="149"/>
                        </a:cubicBezTo>
                        <a:cubicBezTo>
                          <a:pt x="15" y="149"/>
                          <a:pt x="15" y="149"/>
                          <a:pt x="15" y="149"/>
                        </a:cubicBezTo>
                        <a:cubicBezTo>
                          <a:pt x="14" y="149"/>
                          <a:pt x="15" y="149"/>
                          <a:pt x="14" y="150"/>
                        </a:cubicBezTo>
                        <a:cubicBezTo>
                          <a:pt x="14" y="150"/>
                          <a:pt x="14" y="150"/>
                          <a:pt x="14" y="151"/>
                        </a:cubicBezTo>
                        <a:cubicBezTo>
                          <a:pt x="14" y="151"/>
                          <a:pt x="14" y="153"/>
                          <a:pt x="15" y="153"/>
                        </a:cubicBezTo>
                        <a:cubicBezTo>
                          <a:pt x="15" y="153"/>
                          <a:pt x="15" y="153"/>
                          <a:pt x="15" y="154"/>
                        </a:cubicBezTo>
                        <a:cubicBezTo>
                          <a:pt x="15" y="154"/>
                          <a:pt x="15" y="155"/>
                          <a:pt x="15" y="155"/>
                        </a:cubicBezTo>
                        <a:cubicBezTo>
                          <a:pt x="15" y="155"/>
                          <a:pt x="15" y="155"/>
                          <a:pt x="16" y="155"/>
                        </a:cubicBezTo>
                        <a:cubicBezTo>
                          <a:pt x="16" y="155"/>
                          <a:pt x="16" y="155"/>
                          <a:pt x="16" y="155"/>
                        </a:cubicBezTo>
                        <a:cubicBezTo>
                          <a:pt x="17" y="155"/>
                          <a:pt x="17" y="155"/>
                          <a:pt x="17" y="155"/>
                        </a:cubicBezTo>
                        <a:cubicBezTo>
                          <a:pt x="17" y="155"/>
                          <a:pt x="18" y="155"/>
                          <a:pt x="18" y="156"/>
                        </a:cubicBezTo>
                        <a:cubicBezTo>
                          <a:pt x="18" y="156"/>
                          <a:pt x="19" y="156"/>
                          <a:pt x="19" y="157"/>
                        </a:cubicBezTo>
                        <a:cubicBezTo>
                          <a:pt x="20" y="157"/>
                          <a:pt x="20" y="158"/>
                          <a:pt x="21" y="158"/>
                        </a:cubicBezTo>
                        <a:cubicBezTo>
                          <a:pt x="21" y="159"/>
                          <a:pt x="21" y="159"/>
                          <a:pt x="21" y="159"/>
                        </a:cubicBezTo>
                        <a:cubicBezTo>
                          <a:pt x="21" y="159"/>
                          <a:pt x="22" y="159"/>
                          <a:pt x="22" y="159"/>
                        </a:cubicBezTo>
                        <a:cubicBezTo>
                          <a:pt x="22" y="159"/>
                          <a:pt x="23" y="160"/>
                          <a:pt x="24" y="160"/>
                        </a:cubicBezTo>
                        <a:cubicBezTo>
                          <a:pt x="24" y="160"/>
                          <a:pt x="25" y="161"/>
                          <a:pt x="25" y="161"/>
                        </a:cubicBezTo>
                        <a:cubicBezTo>
                          <a:pt x="25" y="161"/>
                          <a:pt x="26" y="161"/>
                          <a:pt x="26" y="161"/>
                        </a:cubicBezTo>
                        <a:cubicBezTo>
                          <a:pt x="26" y="161"/>
                          <a:pt x="27" y="161"/>
                          <a:pt x="27" y="161"/>
                        </a:cubicBezTo>
                        <a:cubicBezTo>
                          <a:pt x="27" y="161"/>
                          <a:pt x="28" y="161"/>
                          <a:pt x="28" y="161"/>
                        </a:cubicBezTo>
                        <a:cubicBezTo>
                          <a:pt x="28" y="161"/>
                          <a:pt x="28" y="161"/>
                          <a:pt x="28" y="161"/>
                        </a:cubicBezTo>
                        <a:cubicBezTo>
                          <a:pt x="28" y="161"/>
                          <a:pt x="29" y="161"/>
                          <a:pt x="29" y="161"/>
                        </a:cubicBezTo>
                        <a:cubicBezTo>
                          <a:pt x="29" y="161"/>
                          <a:pt x="30" y="161"/>
                          <a:pt x="30" y="161"/>
                        </a:cubicBezTo>
                        <a:cubicBezTo>
                          <a:pt x="30" y="161"/>
                          <a:pt x="30" y="160"/>
                          <a:pt x="31" y="160"/>
                        </a:cubicBezTo>
                        <a:cubicBezTo>
                          <a:pt x="31" y="160"/>
                          <a:pt x="31" y="160"/>
                          <a:pt x="31" y="160"/>
                        </a:cubicBezTo>
                        <a:cubicBezTo>
                          <a:pt x="31" y="160"/>
                          <a:pt x="31" y="161"/>
                          <a:pt x="31" y="161"/>
                        </a:cubicBezTo>
                        <a:cubicBezTo>
                          <a:pt x="31" y="161"/>
                          <a:pt x="31" y="161"/>
                          <a:pt x="31" y="161"/>
                        </a:cubicBezTo>
                        <a:cubicBezTo>
                          <a:pt x="31" y="161"/>
                          <a:pt x="32" y="162"/>
                          <a:pt x="32" y="162"/>
                        </a:cubicBezTo>
                        <a:cubicBezTo>
                          <a:pt x="32" y="161"/>
                          <a:pt x="32" y="161"/>
                          <a:pt x="32" y="161"/>
                        </a:cubicBezTo>
                        <a:cubicBezTo>
                          <a:pt x="32" y="161"/>
                          <a:pt x="32" y="161"/>
                          <a:pt x="33" y="161"/>
                        </a:cubicBezTo>
                        <a:cubicBezTo>
                          <a:pt x="33" y="161"/>
                          <a:pt x="33" y="161"/>
                          <a:pt x="33" y="161"/>
                        </a:cubicBezTo>
                        <a:cubicBezTo>
                          <a:pt x="33" y="161"/>
                          <a:pt x="34" y="162"/>
                          <a:pt x="34" y="162"/>
                        </a:cubicBezTo>
                        <a:cubicBezTo>
                          <a:pt x="34" y="161"/>
                          <a:pt x="34" y="161"/>
                          <a:pt x="34" y="161"/>
                        </a:cubicBezTo>
                        <a:cubicBezTo>
                          <a:pt x="34" y="161"/>
                          <a:pt x="34" y="161"/>
                          <a:pt x="35" y="161"/>
                        </a:cubicBezTo>
                        <a:cubicBezTo>
                          <a:pt x="35" y="160"/>
                          <a:pt x="35" y="160"/>
                          <a:pt x="36" y="160"/>
                        </a:cubicBezTo>
                        <a:cubicBezTo>
                          <a:pt x="36" y="160"/>
                          <a:pt x="36" y="160"/>
                          <a:pt x="36" y="160"/>
                        </a:cubicBezTo>
                        <a:cubicBezTo>
                          <a:pt x="36" y="160"/>
                          <a:pt x="37" y="160"/>
                          <a:pt x="37" y="160"/>
                        </a:cubicBezTo>
                        <a:cubicBezTo>
                          <a:pt x="38" y="160"/>
                          <a:pt x="38" y="159"/>
                          <a:pt x="38" y="159"/>
                        </a:cubicBezTo>
                        <a:cubicBezTo>
                          <a:pt x="38" y="159"/>
                          <a:pt x="38" y="159"/>
                          <a:pt x="38" y="159"/>
                        </a:cubicBezTo>
                        <a:cubicBezTo>
                          <a:pt x="38" y="158"/>
                          <a:pt x="38" y="158"/>
                          <a:pt x="38" y="158"/>
                        </a:cubicBezTo>
                        <a:cubicBezTo>
                          <a:pt x="38" y="158"/>
                          <a:pt x="39" y="158"/>
                          <a:pt x="39" y="158"/>
                        </a:cubicBezTo>
                        <a:cubicBezTo>
                          <a:pt x="39" y="158"/>
                          <a:pt x="40" y="157"/>
                          <a:pt x="40" y="157"/>
                        </a:cubicBezTo>
                        <a:cubicBezTo>
                          <a:pt x="40" y="157"/>
                          <a:pt x="40" y="157"/>
                          <a:pt x="40" y="157"/>
                        </a:cubicBezTo>
                        <a:cubicBezTo>
                          <a:pt x="40" y="156"/>
                          <a:pt x="41" y="156"/>
                          <a:pt x="41" y="156"/>
                        </a:cubicBezTo>
                        <a:cubicBezTo>
                          <a:pt x="41" y="156"/>
                          <a:pt x="41" y="156"/>
                          <a:pt x="41" y="156"/>
                        </a:cubicBezTo>
                        <a:cubicBezTo>
                          <a:pt x="41" y="156"/>
                          <a:pt x="42" y="156"/>
                          <a:pt x="42" y="156"/>
                        </a:cubicBezTo>
                        <a:cubicBezTo>
                          <a:pt x="43" y="156"/>
                          <a:pt x="43" y="156"/>
                          <a:pt x="43" y="156"/>
                        </a:cubicBezTo>
                        <a:cubicBezTo>
                          <a:pt x="43" y="156"/>
                          <a:pt x="43" y="156"/>
                          <a:pt x="43" y="156"/>
                        </a:cubicBezTo>
                        <a:cubicBezTo>
                          <a:pt x="44" y="156"/>
                          <a:pt x="44" y="156"/>
                          <a:pt x="44" y="156"/>
                        </a:cubicBezTo>
                        <a:cubicBezTo>
                          <a:pt x="44" y="156"/>
                          <a:pt x="44" y="156"/>
                          <a:pt x="44" y="156"/>
                        </a:cubicBezTo>
                        <a:cubicBezTo>
                          <a:pt x="44" y="155"/>
                          <a:pt x="44" y="155"/>
                          <a:pt x="44" y="155"/>
                        </a:cubicBezTo>
                        <a:cubicBezTo>
                          <a:pt x="45" y="155"/>
                          <a:pt x="45" y="155"/>
                          <a:pt x="45" y="155"/>
                        </a:cubicBezTo>
                        <a:cubicBezTo>
                          <a:pt x="45" y="155"/>
                          <a:pt x="45" y="154"/>
                          <a:pt x="45" y="154"/>
                        </a:cubicBezTo>
                        <a:cubicBezTo>
                          <a:pt x="45" y="154"/>
                          <a:pt x="45" y="154"/>
                          <a:pt x="45" y="154"/>
                        </a:cubicBezTo>
                        <a:cubicBezTo>
                          <a:pt x="46" y="153"/>
                          <a:pt x="46" y="153"/>
                          <a:pt x="46" y="153"/>
                        </a:cubicBezTo>
                        <a:cubicBezTo>
                          <a:pt x="47" y="153"/>
                          <a:pt x="47" y="152"/>
                          <a:pt x="47" y="152"/>
                        </a:cubicBezTo>
                        <a:cubicBezTo>
                          <a:pt x="47" y="152"/>
                          <a:pt x="48" y="152"/>
                          <a:pt x="48" y="152"/>
                        </a:cubicBezTo>
                        <a:cubicBezTo>
                          <a:pt x="49" y="152"/>
                          <a:pt x="49" y="152"/>
                          <a:pt x="49" y="152"/>
                        </a:cubicBezTo>
                        <a:cubicBezTo>
                          <a:pt x="50" y="152"/>
                          <a:pt x="50" y="152"/>
                          <a:pt x="50" y="152"/>
                        </a:cubicBezTo>
                        <a:cubicBezTo>
                          <a:pt x="51" y="152"/>
                          <a:pt x="51" y="152"/>
                          <a:pt x="51" y="152"/>
                        </a:cubicBezTo>
                        <a:cubicBezTo>
                          <a:pt x="52" y="152"/>
                          <a:pt x="53" y="151"/>
                          <a:pt x="53" y="151"/>
                        </a:cubicBezTo>
                        <a:cubicBezTo>
                          <a:pt x="53" y="151"/>
                          <a:pt x="53" y="151"/>
                          <a:pt x="54" y="151"/>
                        </a:cubicBezTo>
                        <a:cubicBezTo>
                          <a:pt x="54" y="151"/>
                          <a:pt x="54" y="151"/>
                          <a:pt x="54" y="151"/>
                        </a:cubicBezTo>
                        <a:cubicBezTo>
                          <a:pt x="54" y="151"/>
                          <a:pt x="55" y="151"/>
                          <a:pt x="56" y="151"/>
                        </a:cubicBezTo>
                        <a:cubicBezTo>
                          <a:pt x="56" y="151"/>
                          <a:pt x="56" y="151"/>
                          <a:pt x="57" y="151"/>
                        </a:cubicBezTo>
                        <a:cubicBezTo>
                          <a:pt x="57" y="151"/>
                          <a:pt x="57" y="151"/>
                          <a:pt x="58" y="151"/>
                        </a:cubicBezTo>
                        <a:cubicBezTo>
                          <a:pt x="58" y="151"/>
                          <a:pt x="59" y="151"/>
                          <a:pt x="59" y="151"/>
                        </a:cubicBezTo>
                        <a:cubicBezTo>
                          <a:pt x="59" y="151"/>
                          <a:pt x="59" y="151"/>
                          <a:pt x="59" y="151"/>
                        </a:cubicBezTo>
                        <a:cubicBezTo>
                          <a:pt x="59" y="151"/>
                          <a:pt x="60" y="151"/>
                          <a:pt x="60" y="151"/>
                        </a:cubicBezTo>
                        <a:cubicBezTo>
                          <a:pt x="60" y="151"/>
                          <a:pt x="60" y="151"/>
                          <a:pt x="60" y="151"/>
                        </a:cubicBezTo>
                        <a:cubicBezTo>
                          <a:pt x="60" y="151"/>
                          <a:pt x="60" y="151"/>
                          <a:pt x="61" y="151"/>
                        </a:cubicBezTo>
                        <a:cubicBezTo>
                          <a:pt x="61" y="151"/>
                          <a:pt x="61" y="151"/>
                          <a:pt x="62" y="151"/>
                        </a:cubicBezTo>
                        <a:cubicBezTo>
                          <a:pt x="62" y="151"/>
                          <a:pt x="62" y="151"/>
                          <a:pt x="62" y="151"/>
                        </a:cubicBezTo>
                        <a:cubicBezTo>
                          <a:pt x="62" y="151"/>
                          <a:pt x="62" y="152"/>
                          <a:pt x="63" y="152"/>
                        </a:cubicBezTo>
                        <a:cubicBezTo>
                          <a:pt x="63" y="152"/>
                          <a:pt x="63" y="152"/>
                          <a:pt x="63" y="152"/>
                        </a:cubicBezTo>
                        <a:cubicBezTo>
                          <a:pt x="63" y="152"/>
                          <a:pt x="64" y="152"/>
                          <a:pt x="64" y="152"/>
                        </a:cubicBezTo>
                        <a:cubicBezTo>
                          <a:pt x="64" y="152"/>
                          <a:pt x="64" y="152"/>
                          <a:pt x="64" y="152"/>
                        </a:cubicBezTo>
                        <a:cubicBezTo>
                          <a:pt x="64" y="152"/>
                          <a:pt x="65" y="152"/>
                          <a:pt x="65" y="152"/>
                        </a:cubicBezTo>
                        <a:cubicBezTo>
                          <a:pt x="65" y="152"/>
                          <a:pt x="66" y="152"/>
                          <a:pt x="66" y="152"/>
                        </a:cubicBezTo>
                        <a:cubicBezTo>
                          <a:pt x="66" y="152"/>
                          <a:pt x="66" y="151"/>
                          <a:pt x="66" y="151"/>
                        </a:cubicBezTo>
                        <a:cubicBezTo>
                          <a:pt x="66" y="151"/>
                          <a:pt x="67" y="151"/>
                          <a:pt x="67" y="151"/>
                        </a:cubicBezTo>
                        <a:cubicBezTo>
                          <a:pt x="68" y="151"/>
                          <a:pt x="68" y="151"/>
                          <a:pt x="68" y="151"/>
                        </a:cubicBezTo>
                        <a:cubicBezTo>
                          <a:pt x="69" y="151"/>
                          <a:pt x="69" y="151"/>
                          <a:pt x="69" y="151"/>
                        </a:cubicBezTo>
                        <a:cubicBezTo>
                          <a:pt x="69" y="151"/>
                          <a:pt x="70" y="152"/>
                          <a:pt x="70" y="152"/>
                        </a:cubicBezTo>
                        <a:cubicBezTo>
                          <a:pt x="70" y="152"/>
                          <a:pt x="70" y="152"/>
                          <a:pt x="70" y="152"/>
                        </a:cubicBezTo>
                        <a:cubicBezTo>
                          <a:pt x="70" y="152"/>
                          <a:pt x="70" y="152"/>
                          <a:pt x="71" y="152"/>
                        </a:cubicBezTo>
                        <a:cubicBezTo>
                          <a:pt x="71" y="152"/>
                          <a:pt x="71" y="152"/>
                          <a:pt x="71" y="152"/>
                        </a:cubicBezTo>
                        <a:cubicBezTo>
                          <a:pt x="71" y="151"/>
                          <a:pt x="71" y="151"/>
                          <a:pt x="72" y="151"/>
                        </a:cubicBezTo>
                        <a:cubicBezTo>
                          <a:pt x="72" y="151"/>
                          <a:pt x="72" y="152"/>
                          <a:pt x="72" y="152"/>
                        </a:cubicBezTo>
                        <a:cubicBezTo>
                          <a:pt x="72" y="152"/>
                          <a:pt x="73" y="152"/>
                          <a:pt x="73" y="151"/>
                        </a:cubicBezTo>
                        <a:cubicBezTo>
                          <a:pt x="73" y="151"/>
                          <a:pt x="73" y="151"/>
                          <a:pt x="73" y="151"/>
                        </a:cubicBezTo>
                        <a:cubicBezTo>
                          <a:pt x="74" y="151"/>
                          <a:pt x="74" y="151"/>
                          <a:pt x="74" y="150"/>
                        </a:cubicBezTo>
                        <a:cubicBezTo>
                          <a:pt x="74" y="150"/>
                          <a:pt x="74" y="150"/>
                          <a:pt x="74" y="150"/>
                        </a:cubicBezTo>
                        <a:cubicBezTo>
                          <a:pt x="74" y="150"/>
                          <a:pt x="74" y="150"/>
                          <a:pt x="74" y="150"/>
                        </a:cubicBezTo>
                        <a:cubicBezTo>
                          <a:pt x="74" y="149"/>
                          <a:pt x="75" y="149"/>
                          <a:pt x="75" y="149"/>
                        </a:cubicBezTo>
                        <a:cubicBezTo>
                          <a:pt x="75" y="149"/>
                          <a:pt x="75" y="149"/>
                          <a:pt x="75" y="149"/>
                        </a:cubicBezTo>
                        <a:cubicBezTo>
                          <a:pt x="75" y="149"/>
                          <a:pt x="75" y="149"/>
                          <a:pt x="76" y="149"/>
                        </a:cubicBezTo>
                        <a:cubicBezTo>
                          <a:pt x="76" y="148"/>
                          <a:pt x="75" y="148"/>
                          <a:pt x="76" y="147"/>
                        </a:cubicBezTo>
                        <a:cubicBezTo>
                          <a:pt x="76" y="147"/>
                          <a:pt x="76" y="147"/>
                          <a:pt x="76" y="147"/>
                        </a:cubicBezTo>
                        <a:cubicBezTo>
                          <a:pt x="76" y="146"/>
                          <a:pt x="76" y="146"/>
                          <a:pt x="76" y="146"/>
                        </a:cubicBezTo>
                        <a:cubicBezTo>
                          <a:pt x="76" y="146"/>
                          <a:pt x="76" y="145"/>
                          <a:pt x="77" y="145"/>
                        </a:cubicBezTo>
                        <a:cubicBezTo>
                          <a:pt x="77" y="145"/>
                          <a:pt x="77" y="144"/>
                          <a:pt x="78" y="144"/>
                        </a:cubicBezTo>
                        <a:cubicBezTo>
                          <a:pt x="78" y="144"/>
                          <a:pt x="79" y="144"/>
                          <a:pt x="79" y="144"/>
                        </a:cubicBezTo>
                        <a:cubicBezTo>
                          <a:pt x="79" y="144"/>
                          <a:pt x="79" y="144"/>
                          <a:pt x="80" y="144"/>
                        </a:cubicBezTo>
                        <a:cubicBezTo>
                          <a:pt x="80" y="143"/>
                          <a:pt x="80" y="143"/>
                          <a:pt x="80" y="143"/>
                        </a:cubicBezTo>
                        <a:cubicBezTo>
                          <a:pt x="80" y="143"/>
                          <a:pt x="81" y="143"/>
                          <a:pt x="81" y="143"/>
                        </a:cubicBezTo>
                        <a:cubicBezTo>
                          <a:pt x="81" y="143"/>
                          <a:pt x="81" y="143"/>
                          <a:pt x="82" y="143"/>
                        </a:cubicBezTo>
                        <a:cubicBezTo>
                          <a:pt x="82" y="143"/>
                          <a:pt x="82" y="142"/>
                          <a:pt x="82" y="142"/>
                        </a:cubicBezTo>
                        <a:cubicBezTo>
                          <a:pt x="82" y="142"/>
                          <a:pt x="83" y="142"/>
                          <a:pt x="83" y="142"/>
                        </a:cubicBezTo>
                        <a:cubicBezTo>
                          <a:pt x="83" y="142"/>
                          <a:pt x="84" y="142"/>
                          <a:pt x="84" y="141"/>
                        </a:cubicBezTo>
                        <a:cubicBezTo>
                          <a:pt x="84" y="141"/>
                          <a:pt x="85" y="141"/>
                          <a:pt x="85" y="141"/>
                        </a:cubicBezTo>
                        <a:cubicBezTo>
                          <a:pt x="85" y="141"/>
                          <a:pt x="85" y="141"/>
                          <a:pt x="86" y="140"/>
                        </a:cubicBezTo>
                        <a:cubicBezTo>
                          <a:pt x="87" y="140"/>
                          <a:pt x="87" y="140"/>
                          <a:pt x="87" y="140"/>
                        </a:cubicBezTo>
                        <a:cubicBezTo>
                          <a:pt x="87" y="139"/>
                          <a:pt x="88" y="139"/>
                          <a:pt x="88" y="139"/>
                        </a:cubicBezTo>
                        <a:cubicBezTo>
                          <a:pt x="89" y="138"/>
                          <a:pt x="89" y="138"/>
                          <a:pt x="90" y="138"/>
                        </a:cubicBezTo>
                        <a:cubicBezTo>
                          <a:pt x="90" y="138"/>
                          <a:pt x="91" y="138"/>
                          <a:pt x="91" y="138"/>
                        </a:cubicBezTo>
                        <a:cubicBezTo>
                          <a:pt x="92" y="138"/>
                          <a:pt x="92" y="138"/>
                          <a:pt x="92" y="139"/>
                        </a:cubicBezTo>
                        <a:cubicBezTo>
                          <a:pt x="93" y="139"/>
                          <a:pt x="95" y="139"/>
                          <a:pt x="95" y="138"/>
                        </a:cubicBezTo>
                        <a:cubicBezTo>
                          <a:pt x="96" y="138"/>
                          <a:pt x="98" y="138"/>
                          <a:pt x="98" y="138"/>
                        </a:cubicBezTo>
                        <a:cubicBezTo>
                          <a:pt x="99" y="138"/>
                          <a:pt x="99" y="138"/>
                          <a:pt x="100" y="138"/>
                        </a:cubicBezTo>
                        <a:cubicBezTo>
                          <a:pt x="100" y="137"/>
                          <a:pt x="101" y="137"/>
                          <a:pt x="101" y="137"/>
                        </a:cubicBezTo>
                        <a:cubicBezTo>
                          <a:pt x="101" y="137"/>
                          <a:pt x="103" y="137"/>
                          <a:pt x="103" y="137"/>
                        </a:cubicBezTo>
                        <a:cubicBezTo>
                          <a:pt x="103" y="137"/>
                          <a:pt x="104" y="136"/>
                          <a:pt x="104" y="136"/>
                        </a:cubicBezTo>
                        <a:cubicBezTo>
                          <a:pt x="105" y="136"/>
                          <a:pt x="107" y="135"/>
                          <a:pt x="107" y="135"/>
                        </a:cubicBezTo>
                        <a:cubicBezTo>
                          <a:pt x="108" y="135"/>
                          <a:pt x="109" y="134"/>
                          <a:pt x="109" y="134"/>
                        </a:cubicBezTo>
                        <a:cubicBezTo>
                          <a:pt x="109" y="134"/>
                          <a:pt x="109" y="134"/>
                          <a:pt x="109" y="134"/>
                        </a:cubicBezTo>
                        <a:cubicBezTo>
                          <a:pt x="109" y="89"/>
                          <a:pt x="109" y="89"/>
                          <a:pt x="109" y="89"/>
                        </a:cubicBezTo>
                        <a:cubicBezTo>
                          <a:pt x="109" y="8"/>
                          <a:pt x="109" y="8"/>
                          <a:pt x="109" y="8"/>
                        </a:cubicBezTo>
                        <a:cubicBezTo>
                          <a:pt x="109" y="8"/>
                          <a:pt x="108" y="8"/>
                          <a:pt x="108" y="8"/>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7" name="Freeform 738">
                    <a:extLst>
                      <a:ext uri="{FF2B5EF4-FFF2-40B4-BE49-F238E27FC236}">
                        <a16:creationId xmlns:a16="http://schemas.microsoft.com/office/drawing/2014/main" id="{448D27D1-819E-6E2D-F8E8-D4244270699E}"/>
                      </a:ext>
                    </a:extLst>
                  </p:cNvPr>
                  <p:cNvSpPr>
                    <a:spLocks noEditPoints="1"/>
                  </p:cNvSpPr>
                  <p:nvPr/>
                </p:nvSpPr>
                <p:spPr bwMode="auto">
                  <a:xfrm>
                    <a:off x="9350375" y="5924550"/>
                    <a:ext cx="254000" cy="184150"/>
                  </a:xfrm>
                  <a:custGeom>
                    <a:avLst/>
                    <a:gdLst>
                      <a:gd name="T0" fmla="*/ 29 w 61"/>
                      <a:gd name="T1" fmla="*/ 38 h 44"/>
                      <a:gd name="T2" fmla="*/ 29 w 61"/>
                      <a:gd name="T3" fmla="*/ 38 h 44"/>
                      <a:gd name="T4" fmla="*/ 29 w 61"/>
                      <a:gd name="T5" fmla="*/ 39 h 44"/>
                      <a:gd name="T6" fmla="*/ 29 w 61"/>
                      <a:gd name="T7" fmla="*/ 37 h 44"/>
                      <a:gd name="T8" fmla="*/ 29 w 61"/>
                      <a:gd name="T9" fmla="*/ 37 h 44"/>
                      <a:gd name="T10" fmla="*/ 30 w 61"/>
                      <a:gd name="T11" fmla="*/ 37 h 44"/>
                      <a:gd name="T12" fmla="*/ 30 w 61"/>
                      <a:gd name="T13" fmla="*/ 37 h 44"/>
                      <a:gd name="T14" fmla="*/ 49 w 61"/>
                      <a:gd name="T15" fmla="*/ 24 h 44"/>
                      <a:gd name="T16" fmla="*/ 48 w 61"/>
                      <a:gd name="T17" fmla="*/ 20 h 44"/>
                      <a:gd name="T18" fmla="*/ 45 w 61"/>
                      <a:gd name="T19" fmla="*/ 16 h 44"/>
                      <a:gd name="T20" fmla="*/ 43 w 61"/>
                      <a:gd name="T21" fmla="*/ 17 h 44"/>
                      <a:gd name="T22" fmla="*/ 40 w 61"/>
                      <a:gd name="T23" fmla="*/ 17 h 44"/>
                      <a:gd name="T24" fmla="*/ 34 w 61"/>
                      <a:gd name="T25" fmla="*/ 17 h 44"/>
                      <a:gd name="T26" fmla="*/ 28 w 61"/>
                      <a:gd name="T27" fmla="*/ 15 h 44"/>
                      <a:gd name="T28" fmla="*/ 27 w 61"/>
                      <a:gd name="T29" fmla="*/ 17 h 44"/>
                      <a:gd name="T30" fmla="*/ 23 w 61"/>
                      <a:gd name="T31" fmla="*/ 15 h 44"/>
                      <a:gd name="T32" fmla="*/ 18 w 61"/>
                      <a:gd name="T33" fmla="*/ 11 h 44"/>
                      <a:gd name="T34" fmla="*/ 15 w 61"/>
                      <a:gd name="T35" fmla="*/ 6 h 44"/>
                      <a:gd name="T36" fmla="*/ 11 w 61"/>
                      <a:gd name="T37" fmla="*/ 6 h 44"/>
                      <a:gd name="T38" fmla="*/ 9 w 61"/>
                      <a:gd name="T39" fmla="*/ 3 h 44"/>
                      <a:gd name="T40" fmla="*/ 4 w 61"/>
                      <a:gd name="T41" fmla="*/ 2 h 44"/>
                      <a:gd name="T42" fmla="*/ 0 w 61"/>
                      <a:gd name="T43" fmla="*/ 0 h 44"/>
                      <a:gd name="T44" fmla="*/ 3 w 61"/>
                      <a:gd name="T45" fmla="*/ 37 h 44"/>
                      <a:gd name="T46" fmla="*/ 7 w 61"/>
                      <a:gd name="T47" fmla="*/ 36 h 44"/>
                      <a:gd name="T48" fmla="*/ 10 w 61"/>
                      <a:gd name="T49" fmla="*/ 37 h 44"/>
                      <a:gd name="T50" fmla="*/ 15 w 61"/>
                      <a:gd name="T51" fmla="*/ 40 h 44"/>
                      <a:gd name="T52" fmla="*/ 19 w 61"/>
                      <a:gd name="T53" fmla="*/ 40 h 44"/>
                      <a:gd name="T54" fmla="*/ 21 w 61"/>
                      <a:gd name="T55" fmla="*/ 38 h 44"/>
                      <a:gd name="T56" fmla="*/ 25 w 61"/>
                      <a:gd name="T57" fmla="*/ 36 h 44"/>
                      <a:gd name="T58" fmla="*/ 23 w 61"/>
                      <a:gd name="T59" fmla="*/ 35 h 44"/>
                      <a:gd name="T60" fmla="*/ 26 w 61"/>
                      <a:gd name="T61" fmla="*/ 33 h 44"/>
                      <a:gd name="T62" fmla="*/ 28 w 61"/>
                      <a:gd name="T63" fmla="*/ 36 h 44"/>
                      <a:gd name="T64" fmla="*/ 27 w 61"/>
                      <a:gd name="T65" fmla="*/ 38 h 44"/>
                      <a:gd name="T66" fmla="*/ 29 w 61"/>
                      <a:gd name="T67" fmla="*/ 37 h 44"/>
                      <a:gd name="T68" fmla="*/ 31 w 61"/>
                      <a:gd name="T69" fmla="*/ 36 h 44"/>
                      <a:gd name="T70" fmla="*/ 31 w 61"/>
                      <a:gd name="T71" fmla="*/ 39 h 44"/>
                      <a:gd name="T72" fmla="*/ 34 w 61"/>
                      <a:gd name="T73" fmla="*/ 42 h 44"/>
                      <a:gd name="T74" fmla="*/ 35 w 61"/>
                      <a:gd name="T75" fmla="*/ 41 h 44"/>
                      <a:gd name="T76" fmla="*/ 37 w 61"/>
                      <a:gd name="T77" fmla="*/ 44 h 44"/>
                      <a:gd name="T78" fmla="*/ 37 w 61"/>
                      <a:gd name="T79" fmla="*/ 42 h 44"/>
                      <a:gd name="T80" fmla="*/ 37 w 61"/>
                      <a:gd name="T81" fmla="*/ 42 h 44"/>
                      <a:gd name="T82" fmla="*/ 36 w 61"/>
                      <a:gd name="T83" fmla="*/ 40 h 44"/>
                      <a:gd name="T84" fmla="*/ 39 w 61"/>
                      <a:gd name="T85" fmla="*/ 40 h 44"/>
                      <a:gd name="T86" fmla="*/ 44 w 61"/>
                      <a:gd name="T87" fmla="*/ 36 h 44"/>
                      <a:gd name="T88" fmla="*/ 44 w 61"/>
                      <a:gd name="T89" fmla="*/ 34 h 44"/>
                      <a:gd name="T90" fmla="*/ 46 w 61"/>
                      <a:gd name="T91" fmla="*/ 33 h 44"/>
                      <a:gd name="T92" fmla="*/ 49 w 61"/>
                      <a:gd name="T93" fmla="*/ 32 h 44"/>
                      <a:gd name="T94" fmla="*/ 55 w 61"/>
                      <a:gd name="T95" fmla="*/ 32 h 44"/>
                      <a:gd name="T96" fmla="*/ 59 w 61"/>
                      <a:gd name="T97" fmla="*/ 31 h 44"/>
                      <a:gd name="T98" fmla="*/ 60 w 61"/>
                      <a:gd name="T99"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 h="44">
                        <a:moveTo>
                          <a:pt x="29" y="39"/>
                        </a:move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lose/>
                        <a:moveTo>
                          <a:pt x="30" y="36"/>
                        </a:moveTo>
                        <a:cubicBezTo>
                          <a:pt x="30" y="36"/>
                          <a:pt x="30"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30" y="37"/>
                          <a:pt x="30" y="37"/>
                        </a:cubicBezTo>
                        <a:cubicBezTo>
                          <a:pt x="30" y="37"/>
                          <a:pt x="30" y="37"/>
                          <a:pt x="30" y="37"/>
                        </a:cubicBezTo>
                        <a:cubicBezTo>
                          <a:pt x="30" y="37"/>
                          <a:pt x="30" y="37"/>
                          <a:pt x="30" y="37"/>
                        </a:cubicBezTo>
                        <a:cubicBezTo>
                          <a:pt x="30" y="37"/>
                          <a:pt x="30" y="37"/>
                          <a:pt x="30" y="37"/>
                        </a:cubicBezTo>
                        <a:cubicBezTo>
                          <a:pt x="31" y="37"/>
                          <a:pt x="31" y="37"/>
                          <a:pt x="31" y="37"/>
                        </a:cubicBezTo>
                        <a:cubicBezTo>
                          <a:pt x="31" y="37"/>
                          <a:pt x="31" y="37"/>
                          <a:pt x="31" y="37"/>
                        </a:cubicBezTo>
                        <a:cubicBezTo>
                          <a:pt x="30" y="37"/>
                          <a:pt x="30" y="37"/>
                          <a:pt x="30" y="37"/>
                        </a:cubicBezTo>
                        <a:cubicBezTo>
                          <a:pt x="30" y="37"/>
                          <a:pt x="30" y="37"/>
                          <a:pt x="30" y="37"/>
                        </a:cubicBezTo>
                        <a:cubicBezTo>
                          <a:pt x="30" y="37"/>
                          <a:pt x="30" y="36"/>
                          <a:pt x="30" y="36"/>
                        </a:cubicBezTo>
                        <a:close/>
                        <a:moveTo>
                          <a:pt x="58" y="28"/>
                        </a:moveTo>
                        <a:cubicBezTo>
                          <a:pt x="58" y="28"/>
                          <a:pt x="56" y="27"/>
                          <a:pt x="56" y="27"/>
                        </a:cubicBezTo>
                        <a:cubicBezTo>
                          <a:pt x="55" y="27"/>
                          <a:pt x="49" y="24"/>
                          <a:pt x="49" y="24"/>
                        </a:cubicBezTo>
                        <a:cubicBezTo>
                          <a:pt x="49" y="24"/>
                          <a:pt x="49" y="24"/>
                          <a:pt x="49" y="24"/>
                        </a:cubicBezTo>
                        <a:cubicBezTo>
                          <a:pt x="49" y="24"/>
                          <a:pt x="49" y="23"/>
                          <a:pt x="49" y="23"/>
                        </a:cubicBezTo>
                        <a:cubicBezTo>
                          <a:pt x="49" y="23"/>
                          <a:pt x="49" y="22"/>
                          <a:pt x="49" y="22"/>
                        </a:cubicBezTo>
                        <a:cubicBezTo>
                          <a:pt x="49" y="22"/>
                          <a:pt x="48" y="20"/>
                          <a:pt x="48" y="20"/>
                        </a:cubicBezTo>
                        <a:cubicBezTo>
                          <a:pt x="48" y="20"/>
                          <a:pt x="48" y="19"/>
                          <a:pt x="48" y="18"/>
                        </a:cubicBezTo>
                        <a:cubicBezTo>
                          <a:pt x="48" y="18"/>
                          <a:pt x="47" y="17"/>
                          <a:pt x="47" y="17"/>
                        </a:cubicBezTo>
                        <a:cubicBezTo>
                          <a:pt x="47" y="17"/>
                          <a:pt x="46" y="16"/>
                          <a:pt x="46" y="16"/>
                        </a:cubicBezTo>
                        <a:cubicBezTo>
                          <a:pt x="46" y="16"/>
                          <a:pt x="45" y="16"/>
                          <a:pt x="45" y="16"/>
                        </a:cubicBezTo>
                        <a:cubicBezTo>
                          <a:pt x="45" y="17"/>
                          <a:pt x="45" y="17"/>
                          <a:pt x="45" y="17"/>
                        </a:cubicBezTo>
                        <a:cubicBezTo>
                          <a:pt x="45" y="17"/>
                          <a:pt x="44" y="16"/>
                          <a:pt x="44" y="16"/>
                        </a:cubicBezTo>
                        <a:cubicBezTo>
                          <a:pt x="44" y="16"/>
                          <a:pt x="44" y="16"/>
                          <a:pt x="43" y="17"/>
                        </a:cubicBezTo>
                        <a:cubicBezTo>
                          <a:pt x="43" y="17"/>
                          <a:pt x="43" y="17"/>
                          <a:pt x="43" y="17"/>
                        </a:cubicBezTo>
                        <a:cubicBezTo>
                          <a:pt x="43" y="17"/>
                          <a:pt x="42" y="17"/>
                          <a:pt x="42" y="17"/>
                        </a:cubicBezTo>
                        <a:cubicBezTo>
                          <a:pt x="42" y="17"/>
                          <a:pt x="41" y="17"/>
                          <a:pt x="41" y="17"/>
                        </a:cubicBezTo>
                        <a:cubicBezTo>
                          <a:pt x="41" y="17"/>
                          <a:pt x="41" y="18"/>
                          <a:pt x="41" y="18"/>
                        </a:cubicBezTo>
                        <a:cubicBezTo>
                          <a:pt x="41" y="18"/>
                          <a:pt x="40" y="17"/>
                          <a:pt x="40" y="17"/>
                        </a:cubicBezTo>
                        <a:cubicBezTo>
                          <a:pt x="39" y="17"/>
                          <a:pt x="39" y="16"/>
                          <a:pt x="38" y="16"/>
                        </a:cubicBezTo>
                        <a:cubicBezTo>
                          <a:pt x="38" y="16"/>
                          <a:pt x="37" y="16"/>
                          <a:pt x="37" y="16"/>
                        </a:cubicBezTo>
                        <a:cubicBezTo>
                          <a:pt x="37" y="17"/>
                          <a:pt x="36" y="17"/>
                          <a:pt x="36" y="17"/>
                        </a:cubicBezTo>
                        <a:cubicBezTo>
                          <a:pt x="35" y="17"/>
                          <a:pt x="34" y="17"/>
                          <a:pt x="34" y="17"/>
                        </a:cubicBezTo>
                        <a:cubicBezTo>
                          <a:pt x="34" y="17"/>
                          <a:pt x="33" y="16"/>
                          <a:pt x="32" y="16"/>
                        </a:cubicBezTo>
                        <a:cubicBezTo>
                          <a:pt x="32" y="16"/>
                          <a:pt x="31" y="15"/>
                          <a:pt x="31" y="15"/>
                        </a:cubicBezTo>
                        <a:cubicBezTo>
                          <a:pt x="31" y="15"/>
                          <a:pt x="30" y="15"/>
                          <a:pt x="30" y="15"/>
                        </a:cubicBezTo>
                        <a:cubicBezTo>
                          <a:pt x="30" y="15"/>
                          <a:pt x="29" y="15"/>
                          <a:pt x="28" y="15"/>
                        </a:cubicBezTo>
                        <a:cubicBezTo>
                          <a:pt x="28" y="15"/>
                          <a:pt x="28" y="15"/>
                          <a:pt x="28" y="15"/>
                        </a:cubicBezTo>
                        <a:cubicBezTo>
                          <a:pt x="27" y="16"/>
                          <a:pt x="27" y="16"/>
                          <a:pt x="27" y="16"/>
                        </a:cubicBezTo>
                        <a:cubicBezTo>
                          <a:pt x="27" y="16"/>
                          <a:pt x="27" y="17"/>
                          <a:pt x="27" y="17"/>
                        </a:cubicBezTo>
                        <a:cubicBezTo>
                          <a:pt x="27" y="17"/>
                          <a:pt x="27" y="17"/>
                          <a:pt x="27" y="17"/>
                        </a:cubicBezTo>
                        <a:cubicBezTo>
                          <a:pt x="27" y="17"/>
                          <a:pt x="26" y="18"/>
                          <a:pt x="26" y="18"/>
                        </a:cubicBezTo>
                        <a:cubicBezTo>
                          <a:pt x="26" y="18"/>
                          <a:pt x="25" y="17"/>
                          <a:pt x="24" y="17"/>
                        </a:cubicBezTo>
                        <a:cubicBezTo>
                          <a:pt x="24" y="17"/>
                          <a:pt x="24" y="16"/>
                          <a:pt x="23" y="16"/>
                        </a:cubicBezTo>
                        <a:cubicBezTo>
                          <a:pt x="23" y="16"/>
                          <a:pt x="23" y="15"/>
                          <a:pt x="23" y="15"/>
                        </a:cubicBezTo>
                        <a:cubicBezTo>
                          <a:pt x="23" y="15"/>
                          <a:pt x="22" y="14"/>
                          <a:pt x="22" y="14"/>
                        </a:cubicBezTo>
                        <a:cubicBezTo>
                          <a:pt x="21" y="14"/>
                          <a:pt x="20" y="13"/>
                          <a:pt x="20" y="12"/>
                        </a:cubicBezTo>
                        <a:cubicBezTo>
                          <a:pt x="19" y="12"/>
                          <a:pt x="18" y="12"/>
                          <a:pt x="18" y="11"/>
                        </a:cubicBezTo>
                        <a:cubicBezTo>
                          <a:pt x="18" y="11"/>
                          <a:pt x="18" y="11"/>
                          <a:pt x="18" y="11"/>
                        </a:cubicBezTo>
                        <a:cubicBezTo>
                          <a:pt x="18" y="10"/>
                          <a:pt x="16" y="10"/>
                          <a:pt x="16" y="10"/>
                        </a:cubicBezTo>
                        <a:cubicBezTo>
                          <a:pt x="16" y="9"/>
                          <a:pt x="16" y="8"/>
                          <a:pt x="16" y="8"/>
                        </a:cubicBezTo>
                        <a:cubicBezTo>
                          <a:pt x="16" y="8"/>
                          <a:pt x="16" y="8"/>
                          <a:pt x="16" y="7"/>
                        </a:cubicBezTo>
                        <a:cubicBezTo>
                          <a:pt x="16" y="7"/>
                          <a:pt x="16" y="6"/>
                          <a:pt x="15" y="6"/>
                        </a:cubicBezTo>
                        <a:cubicBezTo>
                          <a:pt x="15" y="6"/>
                          <a:pt x="14" y="6"/>
                          <a:pt x="13" y="6"/>
                        </a:cubicBezTo>
                        <a:cubicBezTo>
                          <a:pt x="13" y="6"/>
                          <a:pt x="13" y="5"/>
                          <a:pt x="12" y="5"/>
                        </a:cubicBezTo>
                        <a:cubicBezTo>
                          <a:pt x="12" y="5"/>
                          <a:pt x="12" y="5"/>
                          <a:pt x="12" y="5"/>
                        </a:cubicBezTo>
                        <a:cubicBezTo>
                          <a:pt x="12" y="6"/>
                          <a:pt x="11" y="6"/>
                          <a:pt x="11" y="6"/>
                        </a:cubicBezTo>
                        <a:cubicBezTo>
                          <a:pt x="11" y="6"/>
                          <a:pt x="11" y="7"/>
                          <a:pt x="11" y="6"/>
                        </a:cubicBezTo>
                        <a:cubicBezTo>
                          <a:pt x="10" y="6"/>
                          <a:pt x="10" y="5"/>
                          <a:pt x="10" y="5"/>
                        </a:cubicBezTo>
                        <a:cubicBezTo>
                          <a:pt x="9" y="4"/>
                          <a:pt x="9" y="4"/>
                          <a:pt x="9" y="4"/>
                        </a:cubicBezTo>
                        <a:cubicBezTo>
                          <a:pt x="9" y="3"/>
                          <a:pt x="9" y="3"/>
                          <a:pt x="9" y="3"/>
                        </a:cubicBezTo>
                        <a:cubicBezTo>
                          <a:pt x="8" y="2"/>
                          <a:pt x="8" y="2"/>
                          <a:pt x="8" y="2"/>
                        </a:cubicBezTo>
                        <a:cubicBezTo>
                          <a:pt x="8" y="1"/>
                          <a:pt x="7" y="2"/>
                          <a:pt x="7" y="1"/>
                        </a:cubicBezTo>
                        <a:cubicBezTo>
                          <a:pt x="6" y="1"/>
                          <a:pt x="6" y="1"/>
                          <a:pt x="6" y="1"/>
                        </a:cubicBezTo>
                        <a:cubicBezTo>
                          <a:pt x="5" y="1"/>
                          <a:pt x="5" y="1"/>
                          <a:pt x="4" y="2"/>
                        </a:cubicBezTo>
                        <a:cubicBezTo>
                          <a:pt x="4" y="2"/>
                          <a:pt x="4" y="2"/>
                          <a:pt x="4" y="2"/>
                        </a:cubicBezTo>
                        <a:cubicBezTo>
                          <a:pt x="3" y="2"/>
                          <a:pt x="3" y="1"/>
                          <a:pt x="2" y="1"/>
                        </a:cubicBezTo>
                        <a:cubicBezTo>
                          <a:pt x="2" y="1"/>
                          <a:pt x="1" y="1"/>
                          <a:pt x="1" y="1"/>
                        </a:cubicBezTo>
                        <a:cubicBezTo>
                          <a:pt x="1" y="1"/>
                          <a:pt x="0" y="0"/>
                          <a:pt x="0" y="0"/>
                        </a:cubicBezTo>
                        <a:cubicBezTo>
                          <a:pt x="0" y="34"/>
                          <a:pt x="0" y="34"/>
                          <a:pt x="0" y="34"/>
                        </a:cubicBezTo>
                        <a:cubicBezTo>
                          <a:pt x="0" y="34"/>
                          <a:pt x="1" y="35"/>
                          <a:pt x="1" y="35"/>
                        </a:cubicBezTo>
                        <a:cubicBezTo>
                          <a:pt x="2" y="35"/>
                          <a:pt x="2" y="36"/>
                          <a:pt x="2" y="36"/>
                        </a:cubicBezTo>
                        <a:cubicBezTo>
                          <a:pt x="3" y="37"/>
                          <a:pt x="3" y="37"/>
                          <a:pt x="3" y="37"/>
                        </a:cubicBezTo>
                        <a:cubicBezTo>
                          <a:pt x="4" y="37"/>
                          <a:pt x="4" y="37"/>
                          <a:pt x="4" y="37"/>
                        </a:cubicBezTo>
                        <a:cubicBezTo>
                          <a:pt x="4" y="37"/>
                          <a:pt x="5" y="37"/>
                          <a:pt x="5" y="36"/>
                        </a:cubicBezTo>
                        <a:cubicBezTo>
                          <a:pt x="5" y="36"/>
                          <a:pt x="5" y="36"/>
                          <a:pt x="5" y="36"/>
                        </a:cubicBezTo>
                        <a:cubicBezTo>
                          <a:pt x="6" y="36"/>
                          <a:pt x="6" y="36"/>
                          <a:pt x="7" y="36"/>
                        </a:cubicBezTo>
                        <a:cubicBezTo>
                          <a:pt x="7" y="36"/>
                          <a:pt x="7" y="37"/>
                          <a:pt x="8" y="37"/>
                        </a:cubicBezTo>
                        <a:cubicBezTo>
                          <a:pt x="8" y="37"/>
                          <a:pt x="8" y="37"/>
                          <a:pt x="8" y="37"/>
                        </a:cubicBezTo>
                        <a:cubicBezTo>
                          <a:pt x="9" y="37"/>
                          <a:pt x="9" y="37"/>
                          <a:pt x="9" y="37"/>
                        </a:cubicBezTo>
                        <a:cubicBezTo>
                          <a:pt x="9" y="37"/>
                          <a:pt x="10" y="37"/>
                          <a:pt x="10" y="37"/>
                        </a:cubicBezTo>
                        <a:cubicBezTo>
                          <a:pt x="11" y="37"/>
                          <a:pt x="11" y="38"/>
                          <a:pt x="12" y="38"/>
                        </a:cubicBezTo>
                        <a:cubicBezTo>
                          <a:pt x="12" y="38"/>
                          <a:pt x="13" y="39"/>
                          <a:pt x="13" y="39"/>
                        </a:cubicBezTo>
                        <a:cubicBezTo>
                          <a:pt x="13" y="39"/>
                          <a:pt x="14" y="39"/>
                          <a:pt x="14" y="40"/>
                        </a:cubicBezTo>
                        <a:cubicBezTo>
                          <a:pt x="15" y="40"/>
                          <a:pt x="15" y="40"/>
                          <a:pt x="15" y="40"/>
                        </a:cubicBezTo>
                        <a:cubicBezTo>
                          <a:pt x="15" y="41"/>
                          <a:pt x="16" y="41"/>
                          <a:pt x="16" y="41"/>
                        </a:cubicBezTo>
                        <a:cubicBezTo>
                          <a:pt x="17" y="41"/>
                          <a:pt x="17" y="41"/>
                          <a:pt x="17" y="41"/>
                        </a:cubicBezTo>
                        <a:cubicBezTo>
                          <a:pt x="18" y="42"/>
                          <a:pt x="18" y="41"/>
                          <a:pt x="18" y="41"/>
                        </a:cubicBezTo>
                        <a:cubicBezTo>
                          <a:pt x="18" y="41"/>
                          <a:pt x="19" y="40"/>
                          <a:pt x="19" y="40"/>
                        </a:cubicBezTo>
                        <a:cubicBezTo>
                          <a:pt x="19" y="40"/>
                          <a:pt x="20" y="40"/>
                          <a:pt x="20" y="40"/>
                        </a:cubicBezTo>
                        <a:cubicBezTo>
                          <a:pt x="20" y="39"/>
                          <a:pt x="20" y="39"/>
                          <a:pt x="20" y="39"/>
                        </a:cubicBezTo>
                        <a:cubicBezTo>
                          <a:pt x="20" y="39"/>
                          <a:pt x="20" y="39"/>
                          <a:pt x="21" y="39"/>
                        </a:cubicBezTo>
                        <a:cubicBezTo>
                          <a:pt x="21" y="38"/>
                          <a:pt x="21" y="38"/>
                          <a:pt x="21" y="38"/>
                        </a:cubicBezTo>
                        <a:cubicBezTo>
                          <a:pt x="21" y="38"/>
                          <a:pt x="22" y="37"/>
                          <a:pt x="22" y="37"/>
                        </a:cubicBezTo>
                        <a:cubicBezTo>
                          <a:pt x="22" y="37"/>
                          <a:pt x="23" y="36"/>
                          <a:pt x="23" y="36"/>
                        </a:cubicBezTo>
                        <a:cubicBezTo>
                          <a:pt x="24" y="36"/>
                          <a:pt x="24" y="36"/>
                          <a:pt x="25" y="36"/>
                        </a:cubicBezTo>
                        <a:cubicBezTo>
                          <a:pt x="25" y="36"/>
                          <a:pt x="25" y="36"/>
                          <a:pt x="25" y="36"/>
                        </a:cubicBezTo>
                        <a:cubicBezTo>
                          <a:pt x="25" y="35"/>
                          <a:pt x="25" y="35"/>
                          <a:pt x="25" y="35"/>
                        </a:cubicBezTo>
                        <a:cubicBezTo>
                          <a:pt x="25" y="35"/>
                          <a:pt x="25" y="35"/>
                          <a:pt x="25" y="35"/>
                        </a:cubicBezTo>
                        <a:cubicBezTo>
                          <a:pt x="24" y="35"/>
                          <a:pt x="24" y="35"/>
                          <a:pt x="24" y="35"/>
                        </a:cubicBezTo>
                        <a:cubicBezTo>
                          <a:pt x="23" y="35"/>
                          <a:pt x="23" y="35"/>
                          <a:pt x="23" y="35"/>
                        </a:cubicBezTo>
                        <a:cubicBezTo>
                          <a:pt x="23" y="35"/>
                          <a:pt x="24" y="35"/>
                          <a:pt x="24" y="35"/>
                        </a:cubicBezTo>
                        <a:cubicBezTo>
                          <a:pt x="24" y="35"/>
                          <a:pt x="24" y="34"/>
                          <a:pt x="25" y="34"/>
                        </a:cubicBezTo>
                        <a:cubicBezTo>
                          <a:pt x="25" y="34"/>
                          <a:pt x="25" y="34"/>
                          <a:pt x="26" y="33"/>
                        </a:cubicBezTo>
                        <a:cubicBezTo>
                          <a:pt x="26" y="33"/>
                          <a:pt x="26" y="33"/>
                          <a:pt x="26" y="33"/>
                        </a:cubicBezTo>
                        <a:cubicBezTo>
                          <a:pt x="27" y="33"/>
                          <a:pt x="27" y="33"/>
                          <a:pt x="27" y="33"/>
                        </a:cubicBezTo>
                        <a:cubicBezTo>
                          <a:pt x="27" y="33"/>
                          <a:pt x="28" y="34"/>
                          <a:pt x="28" y="34"/>
                        </a:cubicBezTo>
                        <a:cubicBezTo>
                          <a:pt x="28" y="34"/>
                          <a:pt x="28" y="35"/>
                          <a:pt x="28" y="35"/>
                        </a:cubicBezTo>
                        <a:cubicBezTo>
                          <a:pt x="28" y="35"/>
                          <a:pt x="28" y="35"/>
                          <a:pt x="28" y="36"/>
                        </a:cubicBezTo>
                        <a:cubicBezTo>
                          <a:pt x="28" y="36"/>
                          <a:pt x="27" y="36"/>
                          <a:pt x="27" y="37"/>
                        </a:cubicBezTo>
                        <a:cubicBezTo>
                          <a:pt x="27" y="37"/>
                          <a:pt x="26" y="37"/>
                          <a:pt x="26" y="37"/>
                        </a:cubicBezTo>
                        <a:cubicBezTo>
                          <a:pt x="26" y="37"/>
                          <a:pt x="26" y="37"/>
                          <a:pt x="26" y="38"/>
                        </a:cubicBezTo>
                        <a:cubicBezTo>
                          <a:pt x="27" y="38"/>
                          <a:pt x="27" y="38"/>
                          <a:pt x="27" y="38"/>
                        </a:cubicBezTo>
                        <a:cubicBezTo>
                          <a:pt x="27" y="38"/>
                          <a:pt x="27" y="38"/>
                          <a:pt x="27" y="38"/>
                        </a:cubicBezTo>
                        <a:cubicBezTo>
                          <a:pt x="27" y="38"/>
                          <a:pt x="28" y="38"/>
                          <a:pt x="28" y="38"/>
                        </a:cubicBezTo>
                        <a:cubicBezTo>
                          <a:pt x="28" y="38"/>
                          <a:pt x="28" y="37"/>
                          <a:pt x="28" y="37"/>
                        </a:cubicBezTo>
                        <a:cubicBezTo>
                          <a:pt x="28" y="37"/>
                          <a:pt x="29" y="37"/>
                          <a:pt x="29" y="37"/>
                        </a:cubicBezTo>
                        <a:cubicBezTo>
                          <a:pt x="29" y="37"/>
                          <a:pt x="29" y="37"/>
                          <a:pt x="29" y="36"/>
                        </a:cubicBezTo>
                        <a:cubicBezTo>
                          <a:pt x="29" y="36"/>
                          <a:pt x="29" y="36"/>
                          <a:pt x="30" y="36"/>
                        </a:cubicBezTo>
                        <a:cubicBezTo>
                          <a:pt x="30" y="36"/>
                          <a:pt x="30" y="36"/>
                          <a:pt x="30" y="36"/>
                        </a:cubicBezTo>
                        <a:cubicBezTo>
                          <a:pt x="31" y="36"/>
                          <a:pt x="31" y="36"/>
                          <a:pt x="31" y="36"/>
                        </a:cubicBezTo>
                        <a:cubicBezTo>
                          <a:pt x="31" y="36"/>
                          <a:pt x="31" y="37"/>
                          <a:pt x="31" y="37"/>
                        </a:cubicBezTo>
                        <a:cubicBezTo>
                          <a:pt x="31" y="38"/>
                          <a:pt x="30" y="38"/>
                          <a:pt x="30" y="38"/>
                        </a:cubicBezTo>
                        <a:cubicBezTo>
                          <a:pt x="30" y="38"/>
                          <a:pt x="30" y="38"/>
                          <a:pt x="31" y="39"/>
                        </a:cubicBezTo>
                        <a:cubicBezTo>
                          <a:pt x="31" y="39"/>
                          <a:pt x="31" y="39"/>
                          <a:pt x="31" y="39"/>
                        </a:cubicBezTo>
                        <a:cubicBezTo>
                          <a:pt x="31" y="40"/>
                          <a:pt x="32" y="40"/>
                          <a:pt x="32" y="40"/>
                        </a:cubicBezTo>
                        <a:cubicBezTo>
                          <a:pt x="32" y="40"/>
                          <a:pt x="33" y="40"/>
                          <a:pt x="33" y="40"/>
                        </a:cubicBezTo>
                        <a:cubicBezTo>
                          <a:pt x="33" y="40"/>
                          <a:pt x="33" y="40"/>
                          <a:pt x="33" y="41"/>
                        </a:cubicBezTo>
                        <a:cubicBezTo>
                          <a:pt x="34" y="42"/>
                          <a:pt x="34" y="42"/>
                          <a:pt x="34" y="42"/>
                        </a:cubicBezTo>
                        <a:cubicBezTo>
                          <a:pt x="34" y="42"/>
                          <a:pt x="34" y="42"/>
                          <a:pt x="34" y="41"/>
                        </a:cubicBezTo>
                        <a:cubicBezTo>
                          <a:pt x="34" y="41"/>
                          <a:pt x="35" y="41"/>
                          <a:pt x="35" y="41"/>
                        </a:cubicBezTo>
                        <a:cubicBezTo>
                          <a:pt x="35" y="41"/>
                          <a:pt x="35" y="41"/>
                          <a:pt x="35" y="41"/>
                        </a:cubicBezTo>
                        <a:cubicBezTo>
                          <a:pt x="35" y="41"/>
                          <a:pt x="35" y="41"/>
                          <a:pt x="35" y="41"/>
                        </a:cubicBezTo>
                        <a:cubicBezTo>
                          <a:pt x="35" y="41"/>
                          <a:pt x="36" y="41"/>
                          <a:pt x="36" y="41"/>
                        </a:cubicBezTo>
                        <a:cubicBezTo>
                          <a:pt x="36" y="42"/>
                          <a:pt x="36" y="42"/>
                          <a:pt x="36" y="42"/>
                        </a:cubicBezTo>
                        <a:cubicBezTo>
                          <a:pt x="36" y="42"/>
                          <a:pt x="36" y="43"/>
                          <a:pt x="37" y="43"/>
                        </a:cubicBezTo>
                        <a:cubicBezTo>
                          <a:pt x="37" y="43"/>
                          <a:pt x="37" y="44"/>
                          <a:pt x="37" y="44"/>
                        </a:cubicBezTo>
                        <a:cubicBezTo>
                          <a:pt x="37" y="44"/>
                          <a:pt x="38" y="44"/>
                          <a:pt x="38" y="43"/>
                        </a:cubicBezTo>
                        <a:cubicBezTo>
                          <a:pt x="38" y="43"/>
                          <a:pt x="38" y="43"/>
                          <a:pt x="38" y="43"/>
                        </a:cubicBezTo>
                        <a:cubicBezTo>
                          <a:pt x="38" y="43"/>
                          <a:pt x="37" y="43"/>
                          <a:pt x="37" y="42"/>
                        </a:cubicBezTo>
                        <a:cubicBezTo>
                          <a:pt x="37" y="42"/>
                          <a:pt x="37" y="42"/>
                          <a:pt x="37" y="42"/>
                        </a:cubicBezTo>
                        <a:cubicBezTo>
                          <a:pt x="38" y="41"/>
                          <a:pt x="38" y="41"/>
                          <a:pt x="38" y="41"/>
                        </a:cubicBezTo>
                        <a:cubicBezTo>
                          <a:pt x="38" y="41"/>
                          <a:pt x="37" y="41"/>
                          <a:pt x="37" y="41"/>
                        </a:cubicBezTo>
                        <a:cubicBezTo>
                          <a:pt x="37" y="41"/>
                          <a:pt x="37" y="41"/>
                          <a:pt x="37" y="41"/>
                        </a:cubicBezTo>
                        <a:cubicBezTo>
                          <a:pt x="37" y="41"/>
                          <a:pt x="37" y="41"/>
                          <a:pt x="37" y="42"/>
                        </a:cubicBezTo>
                        <a:cubicBezTo>
                          <a:pt x="37" y="42"/>
                          <a:pt x="36" y="42"/>
                          <a:pt x="36" y="42"/>
                        </a:cubicBezTo>
                        <a:cubicBezTo>
                          <a:pt x="36" y="42"/>
                          <a:pt x="36" y="41"/>
                          <a:pt x="36" y="41"/>
                        </a:cubicBezTo>
                        <a:cubicBezTo>
                          <a:pt x="36" y="41"/>
                          <a:pt x="36" y="41"/>
                          <a:pt x="36" y="41"/>
                        </a:cubicBezTo>
                        <a:cubicBezTo>
                          <a:pt x="35" y="41"/>
                          <a:pt x="36" y="40"/>
                          <a:pt x="36" y="40"/>
                        </a:cubicBezTo>
                        <a:cubicBezTo>
                          <a:pt x="36" y="40"/>
                          <a:pt x="36" y="40"/>
                          <a:pt x="37" y="40"/>
                        </a:cubicBezTo>
                        <a:cubicBezTo>
                          <a:pt x="37" y="40"/>
                          <a:pt x="37" y="40"/>
                          <a:pt x="38" y="40"/>
                        </a:cubicBezTo>
                        <a:cubicBezTo>
                          <a:pt x="38" y="40"/>
                          <a:pt x="38" y="40"/>
                          <a:pt x="38" y="40"/>
                        </a:cubicBezTo>
                        <a:cubicBezTo>
                          <a:pt x="38" y="40"/>
                          <a:pt x="39" y="40"/>
                          <a:pt x="39" y="40"/>
                        </a:cubicBezTo>
                        <a:cubicBezTo>
                          <a:pt x="40" y="40"/>
                          <a:pt x="40" y="40"/>
                          <a:pt x="40" y="40"/>
                        </a:cubicBezTo>
                        <a:cubicBezTo>
                          <a:pt x="40" y="39"/>
                          <a:pt x="41" y="39"/>
                          <a:pt x="41" y="39"/>
                        </a:cubicBezTo>
                        <a:cubicBezTo>
                          <a:pt x="41" y="39"/>
                          <a:pt x="42" y="38"/>
                          <a:pt x="42" y="38"/>
                        </a:cubicBezTo>
                        <a:cubicBezTo>
                          <a:pt x="42" y="37"/>
                          <a:pt x="44" y="36"/>
                          <a:pt x="44" y="36"/>
                        </a:cubicBezTo>
                        <a:cubicBezTo>
                          <a:pt x="44" y="35"/>
                          <a:pt x="45" y="35"/>
                          <a:pt x="45" y="35"/>
                        </a:cubicBezTo>
                        <a:cubicBezTo>
                          <a:pt x="45" y="35"/>
                          <a:pt x="45" y="34"/>
                          <a:pt x="45" y="34"/>
                        </a:cubicBezTo>
                        <a:cubicBezTo>
                          <a:pt x="45" y="34"/>
                          <a:pt x="44" y="35"/>
                          <a:pt x="44" y="34"/>
                        </a:cubicBezTo>
                        <a:cubicBezTo>
                          <a:pt x="44" y="34"/>
                          <a:pt x="44" y="34"/>
                          <a:pt x="44" y="34"/>
                        </a:cubicBezTo>
                        <a:cubicBezTo>
                          <a:pt x="44" y="34"/>
                          <a:pt x="45" y="34"/>
                          <a:pt x="45" y="34"/>
                        </a:cubicBezTo>
                        <a:cubicBezTo>
                          <a:pt x="45" y="34"/>
                          <a:pt x="46" y="34"/>
                          <a:pt x="46" y="33"/>
                        </a:cubicBezTo>
                        <a:cubicBezTo>
                          <a:pt x="46" y="33"/>
                          <a:pt x="46" y="33"/>
                          <a:pt x="46" y="33"/>
                        </a:cubicBezTo>
                        <a:cubicBezTo>
                          <a:pt x="46" y="33"/>
                          <a:pt x="46" y="33"/>
                          <a:pt x="46" y="33"/>
                        </a:cubicBezTo>
                        <a:cubicBezTo>
                          <a:pt x="46" y="33"/>
                          <a:pt x="46" y="33"/>
                          <a:pt x="46" y="33"/>
                        </a:cubicBezTo>
                        <a:cubicBezTo>
                          <a:pt x="46" y="33"/>
                          <a:pt x="47" y="33"/>
                          <a:pt x="47" y="33"/>
                        </a:cubicBezTo>
                        <a:cubicBezTo>
                          <a:pt x="48" y="33"/>
                          <a:pt x="49" y="33"/>
                          <a:pt x="49" y="33"/>
                        </a:cubicBezTo>
                        <a:cubicBezTo>
                          <a:pt x="49" y="33"/>
                          <a:pt x="49" y="32"/>
                          <a:pt x="49" y="32"/>
                        </a:cubicBezTo>
                        <a:cubicBezTo>
                          <a:pt x="50" y="32"/>
                          <a:pt x="52" y="32"/>
                          <a:pt x="52" y="32"/>
                        </a:cubicBezTo>
                        <a:cubicBezTo>
                          <a:pt x="52" y="32"/>
                          <a:pt x="54" y="32"/>
                          <a:pt x="54" y="32"/>
                        </a:cubicBezTo>
                        <a:cubicBezTo>
                          <a:pt x="54" y="32"/>
                          <a:pt x="54" y="32"/>
                          <a:pt x="54" y="32"/>
                        </a:cubicBezTo>
                        <a:cubicBezTo>
                          <a:pt x="55" y="32"/>
                          <a:pt x="55" y="32"/>
                          <a:pt x="55" y="32"/>
                        </a:cubicBezTo>
                        <a:cubicBezTo>
                          <a:pt x="55" y="32"/>
                          <a:pt x="55" y="32"/>
                          <a:pt x="55" y="32"/>
                        </a:cubicBezTo>
                        <a:cubicBezTo>
                          <a:pt x="56" y="32"/>
                          <a:pt x="57" y="32"/>
                          <a:pt x="58" y="32"/>
                        </a:cubicBezTo>
                        <a:cubicBezTo>
                          <a:pt x="58" y="32"/>
                          <a:pt x="58" y="32"/>
                          <a:pt x="58" y="32"/>
                        </a:cubicBezTo>
                        <a:cubicBezTo>
                          <a:pt x="59" y="32"/>
                          <a:pt x="59" y="31"/>
                          <a:pt x="59" y="31"/>
                        </a:cubicBezTo>
                        <a:cubicBezTo>
                          <a:pt x="60" y="31"/>
                          <a:pt x="60" y="31"/>
                          <a:pt x="60" y="30"/>
                        </a:cubicBezTo>
                        <a:cubicBezTo>
                          <a:pt x="60" y="30"/>
                          <a:pt x="60" y="30"/>
                          <a:pt x="60" y="30"/>
                        </a:cubicBezTo>
                        <a:cubicBezTo>
                          <a:pt x="60" y="30"/>
                          <a:pt x="60" y="30"/>
                          <a:pt x="60" y="30"/>
                        </a:cubicBezTo>
                        <a:cubicBezTo>
                          <a:pt x="60" y="30"/>
                          <a:pt x="60" y="30"/>
                          <a:pt x="60" y="30"/>
                        </a:cubicBezTo>
                        <a:cubicBezTo>
                          <a:pt x="60" y="30"/>
                          <a:pt x="61" y="30"/>
                          <a:pt x="61" y="30"/>
                        </a:cubicBezTo>
                        <a:cubicBezTo>
                          <a:pt x="61" y="30"/>
                          <a:pt x="60" y="29"/>
                          <a:pt x="60" y="29"/>
                        </a:cubicBezTo>
                        <a:cubicBezTo>
                          <a:pt x="60" y="29"/>
                          <a:pt x="59" y="28"/>
                          <a:pt x="58" y="28"/>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8" name="Freeform 739">
                    <a:extLst>
                      <a:ext uri="{FF2B5EF4-FFF2-40B4-BE49-F238E27FC236}">
                        <a16:creationId xmlns:a16="http://schemas.microsoft.com/office/drawing/2014/main" id="{76FB1815-6905-833C-2ECE-A3C59E518DEA}"/>
                      </a:ext>
                    </a:extLst>
                  </p:cNvPr>
                  <p:cNvSpPr>
                    <a:spLocks noEditPoints="1"/>
                  </p:cNvSpPr>
                  <p:nvPr/>
                </p:nvSpPr>
                <p:spPr bwMode="auto">
                  <a:xfrm>
                    <a:off x="9267825" y="5203825"/>
                    <a:ext cx="441325" cy="563563"/>
                  </a:xfrm>
                  <a:custGeom>
                    <a:avLst/>
                    <a:gdLst>
                      <a:gd name="T0" fmla="*/ 8 w 106"/>
                      <a:gd name="T1" fmla="*/ 42 h 135"/>
                      <a:gd name="T2" fmla="*/ 9 w 106"/>
                      <a:gd name="T3" fmla="*/ 41 h 135"/>
                      <a:gd name="T4" fmla="*/ 11 w 106"/>
                      <a:gd name="T5" fmla="*/ 40 h 135"/>
                      <a:gd name="T6" fmla="*/ 10 w 106"/>
                      <a:gd name="T7" fmla="*/ 41 h 135"/>
                      <a:gd name="T8" fmla="*/ 9 w 106"/>
                      <a:gd name="T9" fmla="*/ 42 h 135"/>
                      <a:gd name="T10" fmla="*/ 102 w 106"/>
                      <a:gd name="T11" fmla="*/ 104 h 135"/>
                      <a:gd name="T12" fmla="*/ 102 w 106"/>
                      <a:gd name="T13" fmla="*/ 109 h 135"/>
                      <a:gd name="T14" fmla="*/ 104 w 106"/>
                      <a:gd name="T15" fmla="*/ 101 h 135"/>
                      <a:gd name="T16" fmla="*/ 105 w 106"/>
                      <a:gd name="T17" fmla="*/ 120 h 135"/>
                      <a:gd name="T18" fmla="*/ 104 w 106"/>
                      <a:gd name="T19" fmla="*/ 119 h 135"/>
                      <a:gd name="T20" fmla="*/ 105 w 106"/>
                      <a:gd name="T21" fmla="*/ 124 h 135"/>
                      <a:gd name="T22" fmla="*/ 105 w 106"/>
                      <a:gd name="T23" fmla="*/ 121 h 135"/>
                      <a:gd name="T24" fmla="*/ 81 w 106"/>
                      <a:gd name="T25" fmla="*/ 130 h 135"/>
                      <a:gd name="T26" fmla="*/ 90 w 106"/>
                      <a:gd name="T27" fmla="*/ 133 h 135"/>
                      <a:gd name="T28" fmla="*/ 95 w 106"/>
                      <a:gd name="T29" fmla="*/ 131 h 135"/>
                      <a:gd name="T30" fmla="*/ 100 w 106"/>
                      <a:gd name="T31" fmla="*/ 128 h 135"/>
                      <a:gd name="T32" fmla="*/ 105 w 106"/>
                      <a:gd name="T33" fmla="*/ 125 h 135"/>
                      <a:gd name="T34" fmla="*/ 103 w 106"/>
                      <a:gd name="T35" fmla="*/ 121 h 135"/>
                      <a:gd name="T36" fmla="*/ 103 w 106"/>
                      <a:gd name="T37" fmla="*/ 117 h 135"/>
                      <a:gd name="T38" fmla="*/ 102 w 106"/>
                      <a:gd name="T39" fmla="*/ 112 h 135"/>
                      <a:gd name="T40" fmla="*/ 101 w 106"/>
                      <a:gd name="T41" fmla="*/ 108 h 135"/>
                      <a:gd name="T42" fmla="*/ 98 w 106"/>
                      <a:gd name="T43" fmla="*/ 103 h 135"/>
                      <a:gd name="T44" fmla="*/ 95 w 106"/>
                      <a:gd name="T45" fmla="*/ 97 h 135"/>
                      <a:gd name="T46" fmla="*/ 89 w 106"/>
                      <a:gd name="T47" fmla="*/ 94 h 135"/>
                      <a:gd name="T48" fmla="*/ 89 w 106"/>
                      <a:gd name="T49" fmla="*/ 91 h 135"/>
                      <a:gd name="T50" fmla="*/ 87 w 106"/>
                      <a:gd name="T51" fmla="*/ 88 h 135"/>
                      <a:gd name="T52" fmla="*/ 86 w 106"/>
                      <a:gd name="T53" fmla="*/ 84 h 135"/>
                      <a:gd name="T54" fmla="*/ 85 w 106"/>
                      <a:gd name="T55" fmla="*/ 84 h 135"/>
                      <a:gd name="T56" fmla="*/ 82 w 106"/>
                      <a:gd name="T57" fmla="*/ 82 h 135"/>
                      <a:gd name="T58" fmla="*/ 81 w 106"/>
                      <a:gd name="T59" fmla="*/ 84 h 135"/>
                      <a:gd name="T60" fmla="*/ 78 w 106"/>
                      <a:gd name="T61" fmla="*/ 81 h 135"/>
                      <a:gd name="T62" fmla="*/ 77 w 106"/>
                      <a:gd name="T63" fmla="*/ 77 h 135"/>
                      <a:gd name="T64" fmla="*/ 76 w 106"/>
                      <a:gd name="T65" fmla="*/ 73 h 135"/>
                      <a:gd name="T66" fmla="*/ 73 w 106"/>
                      <a:gd name="T67" fmla="*/ 71 h 135"/>
                      <a:gd name="T68" fmla="*/ 73 w 106"/>
                      <a:gd name="T69" fmla="*/ 68 h 135"/>
                      <a:gd name="T70" fmla="*/ 70 w 106"/>
                      <a:gd name="T71" fmla="*/ 67 h 135"/>
                      <a:gd name="T72" fmla="*/ 66 w 106"/>
                      <a:gd name="T73" fmla="*/ 65 h 135"/>
                      <a:gd name="T74" fmla="*/ 62 w 106"/>
                      <a:gd name="T75" fmla="*/ 61 h 135"/>
                      <a:gd name="T76" fmla="*/ 56 w 106"/>
                      <a:gd name="T77" fmla="*/ 58 h 135"/>
                      <a:gd name="T78" fmla="*/ 54 w 106"/>
                      <a:gd name="T79" fmla="*/ 53 h 135"/>
                      <a:gd name="T80" fmla="*/ 54 w 106"/>
                      <a:gd name="T81" fmla="*/ 47 h 135"/>
                      <a:gd name="T82" fmla="*/ 51 w 106"/>
                      <a:gd name="T83" fmla="*/ 42 h 135"/>
                      <a:gd name="T84" fmla="*/ 50 w 106"/>
                      <a:gd name="T85" fmla="*/ 36 h 135"/>
                      <a:gd name="T86" fmla="*/ 50 w 106"/>
                      <a:gd name="T87" fmla="*/ 30 h 135"/>
                      <a:gd name="T88" fmla="*/ 45 w 106"/>
                      <a:gd name="T89" fmla="*/ 27 h 135"/>
                      <a:gd name="T90" fmla="*/ 42 w 106"/>
                      <a:gd name="T91" fmla="*/ 25 h 135"/>
                      <a:gd name="T92" fmla="*/ 38 w 106"/>
                      <a:gd name="T93" fmla="*/ 23 h 135"/>
                      <a:gd name="T94" fmla="*/ 37 w 106"/>
                      <a:gd name="T95" fmla="*/ 18 h 135"/>
                      <a:gd name="T96" fmla="*/ 36 w 106"/>
                      <a:gd name="T97" fmla="*/ 13 h 135"/>
                      <a:gd name="T98" fmla="*/ 34 w 106"/>
                      <a:gd name="T99" fmla="*/ 9 h 135"/>
                      <a:gd name="T100" fmla="*/ 32 w 106"/>
                      <a:gd name="T101" fmla="*/ 2 h 135"/>
                      <a:gd name="T102" fmla="*/ 29 w 106"/>
                      <a:gd name="T103" fmla="*/ 2 h 135"/>
                      <a:gd name="T104" fmla="*/ 27 w 106"/>
                      <a:gd name="T105" fmla="*/ 7 h 135"/>
                      <a:gd name="T106" fmla="*/ 26 w 106"/>
                      <a:gd name="T107" fmla="*/ 9 h 135"/>
                      <a:gd name="T108" fmla="*/ 25 w 106"/>
                      <a:gd name="T109" fmla="*/ 13 h 135"/>
                      <a:gd name="T110" fmla="*/ 25 w 106"/>
                      <a:gd name="T111" fmla="*/ 15 h 135"/>
                      <a:gd name="T112" fmla="*/ 23 w 106"/>
                      <a:gd name="T113" fmla="*/ 21 h 135"/>
                      <a:gd name="T114" fmla="*/ 24 w 106"/>
                      <a:gd name="T115" fmla="*/ 28 h 135"/>
                      <a:gd name="T116" fmla="*/ 23 w 106"/>
                      <a:gd name="T117" fmla="*/ 36 h 135"/>
                      <a:gd name="T118" fmla="*/ 20 w 106"/>
                      <a:gd name="T119" fmla="*/ 44 h 135"/>
                      <a:gd name="T120" fmla="*/ 13 w 106"/>
                      <a:gd name="T121" fmla="*/ 49 h 135"/>
                      <a:gd name="T122" fmla="*/ 7 w 106"/>
                      <a:gd name="T123" fmla="*/ 44 h 135"/>
                      <a:gd name="T124" fmla="*/ 0 w 106"/>
                      <a:gd name="T125" fmla="*/ 11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 h="135">
                        <a:moveTo>
                          <a:pt x="9" y="42"/>
                        </a:moveTo>
                        <a:cubicBezTo>
                          <a:pt x="9" y="42"/>
                          <a:pt x="9" y="42"/>
                          <a:pt x="9" y="42"/>
                        </a:cubicBezTo>
                        <a:cubicBezTo>
                          <a:pt x="9" y="42"/>
                          <a:pt x="9" y="43"/>
                          <a:pt x="8" y="43"/>
                        </a:cubicBezTo>
                        <a:cubicBezTo>
                          <a:pt x="8" y="43"/>
                          <a:pt x="8" y="43"/>
                          <a:pt x="8" y="43"/>
                        </a:cubicBezTo>
                        <a:cubicBezTo>
                          <a:pt x="8" y="43"/>
                          <a:pt x="8" y="43"/>
                          <a:pt x="8" y="43"/>
                        </a:cubicBezTo>
                        <a:cubicBezTo>
                          <a:pt x="8" y="42"/>
                          <a:pt x="8" y="42"/>
                          <a:pt x="8" y="42"/>
                        </a:cubicBezTo>
                        <a:cubicBezTo>
                          <a:pt x="8" y="42"/>
                          <a:pt x="8" y="43"/>
                          <a:pt x="8" y="43"/>
                        </a:cubicBezTo>
                        <a:cubicBezTo>
                          <a:pt x="8" y="42"/>
                          <a:pt x="8" y="42"/>
                          <a:pt x="8" y="42"/>
                        </a:cubicBezTo>
                        <a:cubicBezTo>
                          <a:pt x="8" y="42"/>
                          <a:pt x="8" y="42"/>
                          <a:pt x="8" y="42"/>
                        </a:cubicBezTo>
                        <a:cubicBezTo>
                          <a:pt x="8" y="42"/>
                          <a:pt x="8" y="42"/>
                          <a:pt x="8" y="42"/>
                        </a:cubicBezTo>
                        <a:cubicBezTo>
                          <a:pt x="8" y="42"/>
                          <a:pt x="8" y="42"/>
                          <a:pt x="8" y="42"/>
                        </a:cubicBezTo>
                        <a:cubicBezTo>
                          <a:pt x="8" y="42"/>
                          <a:pt x="8" y="41"/>
                          <a:pt x="8" y="41"/>
                        </a:cubicBezTo>
                        <a:cubicBezTo>
                          <a:pt x="8" y="41"/>
                          <a:pt x="8" y="41"/>
                          <a:pt x="8" y="41"/>
                        </a:cubicBezTo>
                        <a:cubicBezTo>
                          <a:pt x="8" y="41"/>
                          <a:pt x="8" y="41"/>
                          <a:pt x="8" y="41"/>
                        </a:cubicBezTo>
                        <a:cubicBezTo>
                          <a:pt x="8" y="41"/>
                          <a:pt x="8" y="41"/>
                          <a:pt x="8" y="41"/>
                        </a:cubicBezTo>
                        <a:cubicBezTo>
                          <a:pt x="9" y="41"/>
                          <a:pt x="9" y="41"/>
                          <a:pt x="9" y="41"/>
                        </a:cubicBezTo>
                        <a:cubicBezTo>
                          <a:pt x="9" y="41"/>
                          <a:pt x="9" y="41"/>
                          <a:pt x="9" y="41"/>
                        </a:cubicBezTo>
                        <a:cubicBezTo>
                          <a:pt x="9" y="41"/>
                          <a:pt x="9" y="41"/>
                          <a:pt x="9" y="41"/>
                        </a:cubicBezTo>
                        <a:cubicBezTo>
                          <a:pt x="9" y="40"/>
                          <a:pt x="10" y="40"/>
                          <a:pt x="10" y="40"/>
                        </a:cubicBezTo>
                        <a:cubicBezTo>
                          <a:pt x="10" y="40"/>
                          <a:pt x="10" y="40"/>
                          <a:pt x="10" y="40"/>
                        </a:cubicBezTo>
                        <a:cubicBezTo>
                          <a:pt x="10" y="40"/>
                          <a:pt x="10" y="40"/>
                          <a:pt x="10" y="40"/>
                        </a:cubicBezTo>
                        <a:cubicBezTo>
                          <a:pt x="10" y="40"/>
                          <a:pt x="10" y="40"/>
                          <a:pt x="10" y="40"/>
                        </a:cubicBezTo>
                        <a:cubicBezTo>
                          <a:pt x="10" y="40"/>
                          <a:pt x="11" y="40"/>
                          <a:pt x="11" y="40"/>
                        </a:cubicBezTo>
                        <a:cubicBezTo>
                          <a:pt x="11" y="40"/>
                          <a:pt x="11" y="40"/>
                          <a:pt x="11" y="40"/>
                        </a:cubicBezTo>
                        <a:cubicBezTo>
                          <a:pt x="11" y="40"/>
                          <a:pt x="11" y="40"/>
                          <a:pt x="11" y="41"/>
                        </a:cubicBezTo>
                        <a:cubicBezTo>
                          <a:pt x="11" y="41"/>
                          <a:pt x="11" y="41"/>
                          <a:pt x="11" y="41"/>
                        </a:cubicBezTo>
                        <a:cubicBezTo>
                          <a:pt x="11" y="41"/>
                          <a:pt x="11" y="41"/>
                          <a:pt x="11" y="41"/>
                        </a:cubicBezTo>
                        <a:cubicBezTo>
                          <a:pt x="12" y="41"/>
                          <a:pt x="11" y="41"/>
                          <a:pt x="11" y="41"/>
                        </a:cubicBezTo>
                        <a:cubicBezTo>
                          <a:pt x="11" y="41"/>
                          <a:pt x="11" y="41"/>
                          <a:pt x="11" y="41"/>
                        </a:cubicBezTo>
                        <a:cubicBezTo>
                          <a:pt x="11" y="41"/>
                          <a:pt x="11" y="41"/>
                          <a:pt x="10" y="41"/>
                        </a:cubicBezTo>
                        <a:cubicBezTo>
                          <a:pt x="10" y="41"/>
                          <a:pt x="10" y="41"/>
                          <a:pt x="10" y="41"/>
                        </a:cubicBezTo>
                        <a:cubicBezTo>
                          <a:pt x="10" y="41"/>
                          <a:pt x="10" y="41"/>
                          <a:pt x="10" y="41"/>
                        </a:cubicBezTo>
                        <a:cubicBezTo>
                          <a:pt x="10" y="41"/>
                          <a:pt x="10" y="41"/>
                          <a:pt x="10" y="41"/>
                        </a:cubicBezTo>
                        <a:cubicBezTo>
                          <a:pt x="10" y="42"/>
                          <a:pt x="10" y="42"/>
                          <a:pt x="10" y="42"/>
                        </a:cubicBezTo>
                        <a:cubicBezTo>
                          <a:pt x="10" y="42"/>
                          <a:pt x="10" y="42"/>
                          <a:pt x="10" y="42"/>
                        </a:cubicBezTo>
                        <a:cubicBezTo>
                          <a:pt x="10" y="42"/>
                          <a:pt x="10" y="42"/>
                          <a:pt x="10"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lose/>
                        <a:moveTo>
                          <a:pt x="103" y="102"/>
                        </a:moveTo>
                        <a:cubicBezTo>
                          <a:pt x="103" y="102"/>
                          <a:pt x="104" y="102"/>
                          <a:pt x="104" y="102"/>
                        </a:cubicBezTo>
                        <a:cubicBezTo>
                          <a:pt x="103" y="103"/>
                          <a:pt x="103" y="103"/>
                          <a:pt x="103" y="103"/>
                        </a:cubicBezTo>
                        <a:cubicBezTo>
                          <a:pt x="103" y="103"/>
                          <a:pt x="103" y="103"/>
                          <a:pt x="103" y="103"/>
                        </a:cubicBezTo>
                        <a:cubicBezTo>
                          <a:pt x="103" y="103"/>
                          <a:pt x="103" y="104"/>
                          <a:pt x="103" y="104"/>
                        </a:cubicBezTo>
                        <a:cubicBezTo>
                          <a:pt x="103" y="104"/>
                          <a:pt x="102" y="104"/>
                          <a:pt x="102" y="104"/>
                        </a:cubicBezTo>
                        <a:cubicBezTo>
                          <a:pt x="102" y="104"/>
                          <a:pt x="102" y="104"/>
                          <a:pt x="102" y="104"/>
                        </a:cubicBezTo>
                        <a:cubicBezTo>
                          <a:pt x="102" y="104"/>
                          <a:pt x="102" y="104"/>
                          <a:pt x="102" y="104"/>
                        </a:cubicBezTo>
                        <a:cubicBezTo>
                          <a:pt x="102" y="104"/>
                          <a:pt x="102" y="104"/>
                          <a:pt x="102" y="105"/>
                        </a:cubicBezTo>
                        <a:cubicBezTo>
                          <a:pt x="102" y="105"/>
                          <a:pt x="102" y="105"/>
                          <a:pt x="102" y="105"/>
                        </a:cubicBezTo>
                        <a:cubicBezTo>
                          <a:pt x="102" y="106"/>
                          <a:pt x="102" y="106"/>
                          <a:pt x="102" y="106"/>
                        </a:cubicBezTo>
                        <a:cubicBezTo>
                          <a:pt x="102" y="106"/>
                          <a:pt x="102" y="106"/>
                          <a:pt x="102" y="106"/>
                        </a:cubicBezTo>
                        <a:cubicBezTo>
                          <a:pt x="102" y="107"/>
                          <a:pt x="102" y="107"/>
                          <a:pt x="102" y="107"/>
                        </a:cubicBezTo>
                        <a:cubicBezTo>
                          <a:pt x="102" y="108"/>
                          <a:pt x="102" y="108"/>
                          <a:pt x="102" y="109"/>
                        </a:cubicBezTo>
                        <a:cubicBezTo>
                          <a:pt x="102" y="109"/>
                          <a:pt x="102" y="109"/>
                          <a:pt x="102" y="109"/>
                        </a:cubicBezTo>
                        <a:cubicBezTo>
                          <a:pt x="102" y="108"/>
                          <a:pt x="102" y="108"/>
                          <a:pt x="102" y="108"/>
                        </a:cubicBezTo>
                        <a:cubicBezTo>
                          <a:pt x="102" y="108"/>
                          <a:pt x="102" y="108"/>
                          <a:pt x="103" y="108"/>
                        </a:cubicBezTo>
                        <a:cubicBezTo>
                          <a:pt x="103" y="107"/>
                          <a:pt x="103" y="106"/>
                          <a:pt x="103" y="106"/>
                        </a:cubicBezTo>
                        <a:cubicBezTo>
                          <a:pt x="103" y="106"/>
                          <a:pt x="103" y="105"/>
                          <a:pt x="103" y="105"/>
                        </a:cubicBezTo>
                        <a:cubicBezTo>
                          <a:pt x="103" y="105"/>
                          <a:pt x="104" y="105"/>
                          <a:pt x="104" y="105"/>
                        </a:cubicBezTo>
                        <a:cubicBezTo>
                          <a:pt x="104" y="104"/>
                          <a:pt x="104" y="103"/>
                          <a:pt x="104" y="103"/>
                        </a:cubicBezTo>
                        <a:cubicBezTo>
                          <a:pt x="104" y="102"/>
                          <a:pt x="104" y="102"/>
                          <a:pt x="104" y="102"/>
                        </a:cubicBezTo>
                        <a:cubicBezTo>
                          <a:pt x="104" y="101"/>
                          <a:pt x="104" y="101"/>
                          <a:pt x="104" y="101"/>
                        </a:cubicBezTo>
                        <a:cubicBezTo>
                          <a:pt x="104" y="101"/>
                          <a:pt x="103" y="101"/>
                          <a:pt x="103" y="101"/>
                        </a:cubicBezTo>
                        <a:cubicBezTo>
                          <a:pt x="103" y="101"/>
                          <a:pt x="103" y="101"/>
                          <a:pt x="103" y="101"/>
                        </a:cubicBezTo>
                        <a:cubicBezTo>
                          <a:pt x="103" y="101"/>
                          <a:pt x="103" y="101"/>
                          <a:pt x="103" y="102"/>
                        </a:cubicBezTo>
                        <a:cubicBezTo>
                          <a:pt x="103" y="102"/>
                          <a:pt x="103" y="102"/>
                          <a:pt x="103" y="102"/>
                        </a:cubicBezTo>
                        <a:cubicBezTo>
                          <a:pt x="103" y="102"/>
                          <a:pt x="103" y="102"/>
                          <a:pt x="103" y="102"/>
                        </a:cubicBezTo>
                        <a:close/>
                        <a:moveTo>
                          <a:pt x="104" y="119"/>
                        </a:moveTo>
                        <a:cubicBezTo>
                          <a:pt x="104" y="119"/>
                          <a:pt x="104" y="119"/>
                          <a:pt x="105" y="120"/>
                        </a:cubicBezTo>
                        <a:cubicBezTo>
                          <a:pt x="105" y="120"/>
                          <a:pt x="105" y="120"/>
                          <a:pt x="105" y="120"/>
                        </a:cubicBezTo>
                        <a:cubicBezTo>
                          <a:pt x="105" y="120"/>
                          <a:pt x="105" y="120"/>
                          <a:pt x="105" y="120"/>
                        </a:cubicBezTo>
                        <a:cubicBezTo>
                          <a:pt x="105" y="120"/>
                          <a:pt x="105" y="120"/>
                          <a:pt x="105" y="120"/>
                        </a:cubicBezTo>
                        <a:cubicBezTo>
                          <a:pt x="105" y="120"/>
                          <a:pt x="105" y="120"/>
                          <a:pt x="105" y="119"/>
                        </a:cubicBezTo>
                        <a:cubicBezTo>
                          <a:pt x="105" y="119"/>
                          <a:pt x="105" y="119"/>
                          <a:pt x="105" y="119"/>
                        </a:cubicBezTo>
                        <a:cubicBezTo>
                          <a:pt x="105" y="119"/>
                          <a:pt x="105" y="119"/>
                          <a:pt x="105" y="119"/>
                        </a:cubicBezTo>
                        <a:cubicBezTo>
                          <a:pt x="105" y="119"/>
                          <a:pt x="105" y="118"/>
                          <a:pt x="105" y="118"/>
                        </a:cubicBezTo>
                        <a:cubicBezTo>
                          <a:pt x="105" y="118"/>
                          <a:pt x="105" y="118"/>
                          <a:pt x="105" y="118"/>
                        </a:cubicBezTo>
                        <a:cubicBezTo>
                          <a:pt x="105" y="118"/>
                          <a:pt x="105" y="118"/>
                          <a:pt x="104" y="119"/>
                        </a:cubicBezTo>
                        <a:close/>
                        <a:moveTo>
                          <a:pt x="105" y="121"/>
                        </a:moveTo>
                        <a:cubicBezTo>
                          <a:pt x="105" y="121"/>
                          <a:pt x="105" y="121"/>
                          <a:pt x="105" y="121"/>
                        </a:cubicBezTo>
                        <a:cubicBezTo>
                          <a:pt x="105" y="122"/>
                          <a:pt x="105" y="122"/>
                          <a:pt x="105" y="122"/>
                        </a:cubicBezTo>
                        <a:cubicBezTo>
                          <a:pt x="105" y="122"/>
                          <a:pt x="105" y="123"/>
                          <a:pt x="105" y="123"/>
                        </a:cubicBezTo>
                        <a:cubicBezTo>
                          <a:pt x="105" y="123"/>
                          <a:pt x="105" y="123"/>
                          <a:pt x="105" y="123"/>
                        </a:cubicBezTo>
                        <a:cubicBezTo>
                          <a:pt x="105" y="123"/>
                          <a:pt x="104" y="123"/>
                          <a:pt x="104" y="123"/>
                        </a:cubicBezTo>
                        <a:cubicBezTo>
                          <a:pt x="104" y="123"/>
                          <a:pt x="104" y="123"/>
                          <a:pt x="104" y="123"/>
                        </a:cubicBezTo>
                        <a:cubicBezTo>
                          <a:pt x="105" y="123"/>
                          <a:pt x="105" y="123"/>
                          <a:pt x="105" y="124"/>
                        </a:cubicBezTo>
                        <a:cubicBezTo>
                          <a:pt x="105" y="124"/>
                          <a:pt x="105" y="124"/>
                          <a:pt x="105" y="123"/>
                        </a:cubicBezTo>
                        <a:cubicBezTo>
                          <a:pt x="105" y="123"/>
                          <a:pt x="105" y="123"/>
                          <a:pt x="105" y="123"/>
                        </a:cubicBezTo>
                        <a:cubicBezTo>
                          <a:pt x="105" y="123"/>
                          <a:pt x="105" y="123"/>
                          <a:pt x="105" y="123"/>
                        </a:cubicBezTo>
                        <a:cubicBezTo>
                          <a:pt x="105" y="122"/>
                          <a:pt x="105" y="122"/>
                          <a:pt x="105" y="122"/>
                        </a:cubicBezTo>
                        <a:cubicBezTo>
                          <a:pt x="105" y="122"/>
                          <a:pt x="105" y="122"/>
                          <a:pt x="105" y="122"/>
                        </a:cubicBezTo>
                        <a:cubicBezTo>
                          <a:pt x="105" y="122"/>
                          <a:pt x="105" y="122"/>
                          <a:pt x="106" y="121"/>
                        </a:cubicBezTo>
                        <a:cubicBezTo>
                          <a:pt x="106" y="121"/>
                          <a:pt x="106" y="121"/>
                          <a:pt x="105" y="121"/>
                        </a:cubicBezTo>
                        <a:cubicBezTo>
                          <a:pt x="105" y="121"/>
                          <a:pt x="105" y="121"/>
                          <a:pt x="105" y="121"/>
                        </a:cubicBezTo>
                        <a:cubicBezTo>
                          <a:pt x="105" y="121"/>
                          <a:pt x="105" y="121"/>
                          <a:pt x="105" y="121"/>
                        </a:cubicBezTo>
                        <a:cubicBezTo>
                          <a:pt x="105" y="121"/>
                          <a:pt x="105" y="121"/>
                          <a:pt x="105" y="121"/>
                        </a:cubicBezTo>
                        <a:close/>
                        <a:moveTo>
                          <a:pt x="74" y="133"/>
                        </a:moveTo>
                        <a:cubicBezTo>
                          <a:pt x="75" y="133"/>
                          <a:pt x="76" y="132"/>
                          <a:pt x="76" y="132"/>
                        </a:cubicBezTo>
                        <a:cubicBezTo>
                          <a:pt x="76" y="131"/>
                          <a:pt x="77" y="131"/>
                          <a:pt x="77" y="131"/>
                        </a:cubicBezTo>
                        <a:cubicBezTo>
                          <a:pt x="77" y="130"/>
                          <a:pt x="78" y="130"/>
                          <a:pt x="78" y="130"/>
                        </a:cubicBezTo>
                        <a:cubicBezTo>
                          <a:pt x="78" y="130"/>
                          <a:pt x="79" y="130"/>
                          <a:pt x="79" y="130"/>
                        </a:cubicBezTo>
                        <a:cubicBezTo>
                          <a:pt x="80" y="130"/>
                          <a:pt x="81" y="130"/>
                          <a:pt x="81" y="130"/>
                        </a:cubicBezTo>
                        <a:cubicBezTo>
                          <a:pt x="81" y="130"/>
                          <a:pt x="83" y="130"/>
                          <a:pt x="83" y="130"/>
                        </a:cubicBezTo>
                        <a:cubicBezTo>
                          <a:pt x="83" y="130"/>
                          <a:pt x="84" y="130"/>
                          <a:pt x="84" y="130"/>
                        </a:cubicBezTo>
                        <a:cubicBezTo>
                          <a:pt x="84" y="130"/>
                          <a:pt x="85" y="130"/>
                          <a:pt x="85" y="131"/>
                        </a:cubicBezTo>
                        <a:cubicBezTo>
                          <a:pt x="86" y="131"/>
                          <a:pt x="87" y="130"/>
                          <a:pt x="87" y="130"/>
                        </a:cubicBezTo>
                        <a:cubicBezTo>
                          <a:pt x="87" y="130"/>
                          <a:pt x="88" y="131"/>
                          <a:pt x="88" y="131"/>
                        </a:cubicBezTo>
                        <a:cubicBezTo>
                          <a:pt x="88" y="131"/>
                          <a:pt x="88" y="132"/>
                          <a:pt x="89" y="132"/>
                        </a:cubicBezTo>
                        <a:cubicBezTo>
                          <a:pt x="89" y="132"/>
                          <a:pt x="89" y="132"/>
                          <a:pt x="90" y="132"/>
                        </a:cubicBezTo>
                        <a:cubicBezTo>
                          <a:pt x="90" y="133"/>
                          <a:pt x="90" y="133"/>
                          <a:pt x="90" y="133"/>
                        </a:cubicBezTo>
                        <a:cubicBezTo>
                          <a:pt x="90" y="135"/>
                          <a:pt x="90" y="135"/>
                          <a:pt x="90" y="135"/>
                        </a:cubicBezTo>
                        <a:cubicBezTo>
                          <a:pt x="90" y="135"/>
                          <a:pt x="91" y="134"/>
                          <a:pt x="92" y="133"/>
                        </a:cubicBezTo>
                        <a:cubicBezTo>
                          <a:pt x="92" y="133"/>
                          <a:pt x="92" y="133"/>
                          <a:pt x="92" y="133"/>
                        </a:cubicBezTo>
                        <a:cubicBezTo>
                          <a:pt x="92" y="133"/>
                          <a:pt x="92" y="132"/>
                          <a:pt x="93" y="132"/>
                        </a:cubicBezTo>
                        <a:cubicBezTo>
                          <a:pt x="93" y="132"/>
                          <a:pt x="93" y="133"/>
                          <a:pt x="93" y="133"/>
                        </a:cubicBezTo>
                        <a:cubicBezTo>
                          <a:pt x="94" y="133"/>
                          <a:pt x="94" y="133"/>
                          <a:pt x="95" y="133"/>
                        </a:cubicBezTo>
                        <a:cubicBezTo>
                          <a:pt x="95" y="132"/>
                          <a:pt x="95" y="132"/>
                          <a:pt x="95" y="132"/>
                        </a:cubicBezTo>
                        <a:cubicBezTo>
                          <a:pt x="95" y="132"/>
                          <a:pt x="95" y="131"/>
                          <a:pt x="95" y="131"/>
                        </a:cubicBezTo>
                        <a:cubicBezTo>
                          <a:pt x="95" y="130"/>
                          <a:pt x="95" y="130"/>
                          <a:pt x="95" y="130"/>
                        </a:cubicBezTo>
                        <a:cubicBezTo>
                          <a:pt x="95" y="130"/>
                          <a:pt x="95" y="129"/>
                          <a:pt x="95" y="129"/>
                        </a:cubicBezTo>
                        <a:cubicBezTo>
                          <a:pt x="95" y="129"/>
                          <a:pt x="96" y="129"/>
                          <a:pt x="97" y="129"/>
                        </a:cubicBezTo>
                        <a:cubicBezTo>
                          <a:pt x="97" y="129"/>
                          <a:pt x="97" y="128"/>
                          <a:pt x="98" y="128"/>
                        </a:cubicBezTo>
                        <a:cubicBezTo>
                          <a:pt x="98" y="128"/>
                          <a:pt x="98" y="128"/>
                          <a:pt x="98" y="128"/>
                        </a:cubicBezTo>
                        <a:cubicBezTo>
                          <a:pt x="99" y="128"/>
                          <a:pt x="99" y="128"/>
                          <a:pt x="99" y="128"/>
                        </a:cubicBezTo>
                        <a:cubicBezTo>
                          <a:pt x="99" y="128"/>
                          <a:pt x="99" y="128"/>
                          <a:pt x="99" y="128"/>
                        </a:cubicBezTo>
                        <a:cubicBezTo>
                          <a:pt x="99" y="127"/>
                          <a:pt x="100" y="128"/>
                          <a:pt x="100" y="128"/>
                        </a:cubicBezTo>
                        <a:cubicBezTo>
                          <a:pt x="100" y="128"/>
                          <a:pt x="101" y="128"/>
                          <a:pt x="101" y="128"/>
                        </a:cubicBezTo>
                        <a:cubicBezTo>
                          <a:pt x="102" y="128"/>
                          <a:pt x="102" y="128"/>
                          <a:pt x="102" y="128"/>
                        </a:cubicBezTo>
                        <a:cubicBezTo>
                          <a:pt x="102" y="128"/>
                          <a:pt x="103" y="128"/>
                          <a:pt x="103" y="127"/>
                        </a:cubicBezTo>
                        <a:cubicBezTo>
                          <a:pt x="103" y="127"/>
                          <a:pt x="104" y="127"/>
                          <a:pt x="104" y="127"/>
                        </a:cubicBezTo>
                        <a:cubicBezTo>
                          <a:pt x="104" y="127"/>
                          <a:pt x="105" y="127"/>
                          <a:pt x="105" y="127"/>
                        </a:cubicBezTo>
                        <a:cubicBezTo>
                          <a:pt x="105" y="127"/>
                          <a:pt x="105" y="127"/>
                          <a:pt x="105" y="127"/>
                        </a:cubicBezTo>
                        <a:cubicBezTo>
                          <a:pt x="105" y="127"/>
                          <a:pt x="105" y="126"/>
                          <a:pt x="105" y="126"/>
                        </a:cubicBezTo>
                        <a:cubicBezTo>
                          <a:pt x="105" y="126"/>
                          <a:pt x="105" y="125"/>
                          <a:pt x="105" y="125"/>
                        </a:cubicBezTo>
                        <a:cubicBezTo>
                          <a:pt x="105" y="125"/>
                          <a:pt x="105" y="125"/>
                          <a:pt x="104" y="125"/>
                        </a:cubicBezTo>
                        <a:cubicBezTo>
                          <a:pt x="104" y="125"/>
                          <a:pt x="104" y="125"/>
                          <a:pt x="104" y="125"/>
                        </a:cubicBezTo>
                        <a:cubicBezTo>
                          <a:pt x="104" y="124"/>
                          <a:pt x="104" y="124"/>
                          <a:pt x="104" y="124"/>
                        </a:cubicBezTo>
                        <a:cubicBezTo>
                          <a:pt x="104" y="124"/>
                          <a:pt x="104" y="124"/>
                          <a:pt x="104" y="124"/>
                        </a:cubicBezTo>
                        <a:cubicBezTo>
                          <a:pt x="104" y="124"/>
                          <a:pt x="104" y="123"/>
                          <a:pt x="104" y="123"/>
                        </a:cubicBezTo>
                        <a:cubicBezTo>
                          <a:pt x="104" y="123"/>
                          <a:pt x="104" y="123"/>
                          <a:pt x="104" y="122"/>
                        </a:cubicBezTo>
                        <a:cubicBezTo>
                          <a:pt x="104" y="122"/>
                          <a:pt x="104" y="122"/>
                          <a:pt x="103" y="122"/>
                        </a:cubicBezTo>
                        <a:cubicBezTo>
                          <a:pt x="103" y="121"/>
                          <a:pt x="103" y="121"/>
                          <a:pt x="103" y="121"/>
                        </a:cubicBezTo>
                        <a:cubicBezTo>
                          <a:pt x="103" y="121"/>
                          <a:pt x="103" y="121"/>
                          <a:pt x="102" y="120"/>
                        </a:cubicBezTo>
                        <a:cubicBezTo>
                          <a:pt x="102" y="120"/>
                          <a:pt x="102" y="120"/>
                          <a:pt x="102" y="120"/>
                        </a:cubicBezTo>
                        <a:cubicBezTo>
                          <a:pt x="102" y="119"/>
                          <a:pt x="102" y="120"/>
                          <a:pt x="102" y="119"/>
                        </a:cubicBezTo>
                        <a:cubicBezTo>
                          <a:pt x="102" y="119"/>
                          <a:pt x="102" y="119"/>
                          <a:pt x="102" y="119"/>
                        </a:cubicBezTo>
                        <a:cubicBezTo>
                          <a:pt x="102" y="119"/>
                          <a:pt x="102" y="119"/>
                          <a:pt x="103" y="119"/>
                        </a:cubicBezTo>
                        <a:cubicBezTo>
                          <a:pt x="103" y="119"/>
                          <a:pt x="103" y="118"/>
                          <a:pt x="103" y="118"/>
                        </a:cubicBezTo>
                        <a:cubicBezTo>
                          <a:pt x="103" y="118"/>
                          <a:pt x="103" y="118"/>
                          <a:pt x="103" y="118"/>
                        </a:cubicBezTo>
                        <a:cubicBezTo>
                          <a:pt x="103" y="118"/>
                          <a:pt x="103" y="117"/>
                          <a:pt x="103" y="117"/>
                        </a:cubicBezTo>
                        <a:cubicBezTo>
                          <a:pt x="103" y="117"/>
                          <a:pt x="103" y="116"/>
                          <a:pt x="103" y="116"/>
                        </a:cubicBezTo>
                        <a:cubicBezTo>
                          <a:pt x="103" y="116"/>
                          <a:pt x="103" y="115"/>
                          <a:pt x="103" y="115"/>
                        </a:cubicBezTo>
                        <a:cubicBezTo>
                          <a:pt x="102" y="115"/>
                          <a:pt x="102" y="115"/>
                          <a:pt x="102" y="115"/>
                        </a:cubicBezTo>
                        <a:cubicBezTo>
                          <a:pt x="102" y="114"/>
                          <a:pt x="102" y="114"/>
                          <a:pt x="102" y="114"/>
                        </a:cubicBezTo>
                        <a:cubicBezTo>
                          <a:pt x="102" y="114"/>
                          <a:pt x="103" y="114"/>
                          <a:pt x="103" y="113"/>
                        </a:cubicBezTo>
                        <a:cubicBezTo>
                          <a:pt x="103" y="113"/>
                          <a:pt x="103" y="113"/>
                          <a:pt x="103" y="113"/>
                        </a:cubicBezTo>
                        <a:cubicBezTo>
                          <a:pt x="102" y="113"/>
                          <a:pt x="102" y="113"/>
                          <a:pt x="102" y="113"/>
                        </a:cubicBezTo>
                        <a:cubicBezTo>
                          <a:pt x="102" y="112"/>
                          <a:pt x="102" y="112"/>
                          <a:pt x="102" y="112"/>
                        </a:cubicBezTo>
                        <a:cubicBezTo>
                          <a:pt x="102" y="112"/>
                          <a:pt x="102" y="112"/>
                          <a:pt x="102" y="112"/>
                        </a:cubicBezTo>
                        <a:cubicBezTo>
                          <a:pt x="102" y="112"/>
                          <a:pt x="102" y="112"/>
                          <a:pt x="102" y="112"/>
                        </a:cubicBezTo>
                        <a:cubicBezTo>
                          <a:pt x="103" y="112"/>
                          <a:pt x="103" y="112"/>
                          <a:pt x="103" y="112"/>
                        </a:cubicBezTo>
                        <a:cubicBezTo>
                          <a:pt x="103" y="111"/>
                          <a:pt x="103" y="111"/>
                          <a:pt x="103" y="111"/>
                        </a:cubicBezTo>
                        <a:cubicBezTo>
                          <a:pt x="103" y="111"/>
                          <a:pt x="103" y="110"/>
                          <a:pt x="103" y="110"/>
                        </a:cubicBezTo>
                        <a:cubicBezTo>
                          <a:pt x="103" y="110"/>
                          <a:pt x="103" y="110"/>
                          <a:pt x="102" y="109"/>
                        </a:cubicBezTo>
                        <a:cubicBezTo>
                          <a:pt x="102" y="109"/>
                          <a:pt x="102" y="109"/>
                          <a:pt x="102" y="109"/>
                        </a:cubicBezTo>
                        <a:cubicBezTo>
                          <a:pt x="101" y="109"/>
                          <a:pt x="101" y="108"/>
                          <a:pt x="101" y="108"/>
                        </a:cubicBezTo>
                        <a:cubicBezTo>
                          <a:pt x="101" y="108"/>
                          <a:pt x="101" y="108"/>
                          <a:pt x="101" y="108"/>
                        </a:cubicBezTo>
                        <a:cubicBezTo>
                          <a:pt x="101" y="107"/>
                          <a:pt x="101" y="106"/>
                          <a:pt x="101" y="106"/>
                        </a:cubicBezTo>
                        <a:cubicBezTo>
                          <a:pt x="101" y="106"/>
                          <a:pt x="101" y="105"/>
                          <a:pt x="101" y="105"/>
                        </a:cubicBezTo>
                        <a:cubicBezTo>
                          <a:pt x="101" y="105"/>
                          <a:pt x="101" y="105"/>
                          <a:pt x="100" y="105"/>
                        </a:cubicBezTo>
                        <a:cubicBezTo>
                          <a:pt x="100" y="105"/>
                          <a:pt x="100" y="105"/>
                          <a:pt x="100" y="105"/>
                        </a:cubicBezTo>
                        <a:cubicBezTo>
                          <a:pt x="100" y="105"/>
                          <a:pt x="100" y="104"/>
                          <a:pt x="99" y="104"/>
                        </a:cubicBezTo>
                        <a:cubicBezTo>
                          <a:pt x="99" y="104"/>
                          <a:pt x="99" y="104"/>
                          <a:pt x="99" y="103"/>
                        </a:cubicBezTo>
                        <a:cubicBezTo>
                          <a:pt x="99" y="103"/>
                          <a:pt x="99" y="103"/>
                          <a:pt x="98" y="103"/>
                        </a:cubicBezTo>
                        <a:cubicBezTo>
                          <a:pt x="98" y="103"/>
                          <a:pt x="98" y="103"/>
                          <a:pt x="98" y="103"/>
                        </a:cubicBezTo>
                        <a:cubicBezTo>
                          <a:pt x="98" y="102"/>
                          <a:pt x="98" y="102"/>
                          <a:pt x="98" y="101"/>
                        </a:cubicBezTo>
                        <a:cubicBezTo>
                          <a:pt x="98" y="101"/>
                          <a:pt x="98" y="101"/>
                          <a:pt x="98" y="101"/>
                        </a:cubicBezTo>
                        <a:cubicBezTo>
                          <a:pt x="97" y="101"/>
                          <a:pt x="97" y="101"/>
                          <a:pt x="97" y="100"/>
                        </a:cubicBezTo>
                        <a:cubicBezTo>
                          <a:pt x="96" y="100"/>
                          <a:pt x="96" y="100"/>
                          <a:pt x="96" y="100"/>
                        </a:cubicBezTo>
                        <a:cubicBezTo>
                          <a:pt x="96" y="99"/>
                          <a:pt x="96" y="99"/>
                          <a:pt x="95" y="99"/>
                        </a:cubicBezTo>
                        <a:cubicBezTo>
                          <a:pt x="95" y="99"/>
                          <a:pt x="95" y="98"/>
                          <a:pt x="95" y="98"/>
                        </a:cubicBezTo>
                        <a:cubicBezTo>
                          <a:pt x="95" y="98"/>
                          <a:pt x="95" y="98"/>
                          <a:pt x="95" y="97"/>
                        </a:cubicBezTo>
                        <a:cubicBezTo>
                          <a:pt x="94" y="97"/>
                          <a:pt x="94" y="97"/>
                          <a:pt x="94" y="96"/>
                        </a:cubicBezTo>
                        <a:cubicBezTo>
                          <a:pt x="94" y="96"/>
                          <a:pt x="93" y="96"/>
                          <a:pt x="93" y="96"/>
                        </a:cubicBezTo>
                        <a:cubicBezTo>
                          <a:pt x="93" y="96"/>
                          <a:pt x="93" y="96"/>
                          <a:pt x="93" y="96"/>
                        </a:cubicBezTo>
                        <a:cubicBezTo>
                          <a:pt x="93" y="96"/>
                          <a:pt x="92" y="96"/>
                          <a:pt x="92" y="96"/>
                        </a:cubicBezTo>
                        <a:cubicBezTo>
                          <a:pt x="92" y="96"/>
                          <a:pt x="91" y="96"/>
                          <a:pt x="91" y="96"/>
                        </a:cubicBezTo>
                        <a:cubicBezTo>
                          <a:pt x="91" y="96"/>
                          <a:pt x="91" y="95"/>
                          <a:pt x="91" y="95"/>
                        </a:cubicBezTo>
                        <a:cubicBezTo>
                          <a:pt x="91" y="95"/>
                          <a:pt x="90" y="94"/>
                          <a:pt x="90" y="94"/>
                        </a:cubicBezTo>
                        <a:cubicBezTo>
                          <a:pt x="90" y="94"/>
                          <a:pt x="90" y="94"/>
                          <a:pt x="89" y="94"/>
                        </a:cubicBezTo>
                        <a:cubicBezTo>
                          <a:pt x="89" y="94"/>
                          <a:pt x="89" y="94"/>
                          <a:pt x="89" y="94"/>
                        </a:cubicBezTo>
                        <a:cubicBezTo>
                          <a:pt x="89" y="93"/>
                          <a:pt x="89" y="93"/>
                          <a:pt x="89" y="93"/>
                        </a:cubicBezTo>
                        <a:cubicBezTo>
                          <a:pt x="89" y="93"/>
                          <a:pt x="90" y="94"/>
                          <a:pt x="90" y="94"/>
                        </a:cubicBezTo>
                        <a:cubicBezTo>
                          <a:pt x="90" y="94"/>
                          <a:pt x="90" y="94"/>
                          <a:pt x="90" y="94"/>
                        </a:cubicBezTo>
                        <a:cubicBezTo>
                          <a:pt x="90" y="93"/>
                          <a:pt x="90" y="93"/>
                          <a:pt x="90" y="93"/>
                        </a:cubicBezTo>
                        <a:cubicBezTo>
                          <a:pt x="90" y="93"/>
                          <a:pt x="90" y="93"/>
                          <a:pt x="90" y="92"/>
                        </a:cubicBezTo>
                        <a:cubicBezTo>
                          <a:pt x="90" y="92"/>
                          <a:pt x="90" y="92"/>
                          <a:pt x="90" y="92"/>
                        </a:cubicBezTo>
                        <a:cubicBezTo>
                          <a:pt x="90" y="92"/>
                          <a:pt x="90" y="92"/>
                          <a:pt x="89" y="91"/>
                        </a:cubicBezTo>
                        <a:cubicBezTo>
                          <a:pt x="89" y="91"/>
                          <a:pt x="89" y="91"/>
                          <a:pt x="88" y="91"/>
                        </a:cubicBezTo>
                        <a:cubicBezTo>
                          <a:pt x="88" y="91"/>
                          <a:pt x="88" y="92"/>
                          <a:pt x="88" y="92"/>
                        </a:cubicBezTo>
                        <a:cubicBezTo>
                          <a:pt x="88" y="92"/>
                          <a:pt x="87" y="92"/>
                          <a:pt x="87" y="92"/>
                        </a:cubicBezTo>
                        <a:cubicBezTo>
                          <a:pt x="87" y="92"/>
                          <a:pt x="87" y="92"/>
                          <a:pt x="87" y="92"/>
                        </a:cubicBezTo>
                        <a:cubicBezTo>
                          <a:pt x="87" y="91"/>
                          <a:pt x="87" y="91"/>
                          <a:pt x="87" y="91"/>
                        </a:cubicBezTo>
                        <a:cubicBezTo>
                          <a:pt x="87" y="91"/>
                          <a:pt x="87" y="90"/>
                          <a:pt x="87" y="90"/>
                        </a:cubicBezTo>
                        <a:cubicBezTo>
                          <a:pt x="87" y="90"/>
                          <a:pt x="87" y="90"/>
                          <a:pt x="87" y="89"/>
                        </a:cubicBezTo>
                        <a:cubicBezTo>
                          <a:pt x="87" y="88"/>
                          <a:pt x="87" y="89"/>
                          <a:pt x="87" y="88"/>
                        </a:cubicBezTo>
                        <a:cubicBezTo>
                          <a:pt x="87" y="88"/>
                          <a:pt x="87" y="88"/>
                          <a:pt x="87" y="88"/>
                        </a:cubicBezTo>
                        <a:cubicBezTo>
                          <a:pt x="87" y="88"/>
                          <a:pt x="87" y="88"/>
                          <a:pt x="87" y="87"/>
                        </a:cubicBezTo>
                        <a:cubicBezTo>
                          <a:pt x="87" y="87"/>
                          <a:pt x="87" y="87"/>
                          <a:pt x="87" y="87"/>
                        </a:cubicBezTo>
                        <a:cubicBezTo>
                          <a:pt x="87" y="87"/>
                          <a:pt x="87" y="86"/>
                          <a:pt x="87" y="86"/>
                        </a:cubicBezTo>
                        <a:cubicBezTo>
                          <a:pt x="87" y="85"/>
                          <a:pt x="87" y="85"/>
                          <a:pt x="87" y="85"/>
                        </a:cubicBezTo>
                        <a:cubicBezTo>
                          <a:pt x="87" y="85"/>
                          <a:pt x="87" y="85"/>
                          <a:pt x="87" y="85"/>
                        </a:cubicBezTo>
                        <a:cubicBezTo>
                          <a:pt x="86" y="85"/>
                          <a:pt x="86" y="85"/>
                          <a:pt x="86" y="84"/>
                        </a:cubicBezTo>
                        <a:cubicBezTo>
                          <a:pt x="86" y="84"/>
                          <a:pt x="86" y="84"/>
                          <a:pt x="86" y="84"/>
                        </a:cubicBezTo>
                        <a:cubicBezTo>
                          <a:pt x="86" y="84"/>
                          <a:pt x="86" y="84"/>
                          <a:pt x="86" y="84"/>
                        </a:cubicBezTo>
                        <a:cubicBezTo>
                          <a:pt x="86" y="83"/>
                          <a:pt x="86" y="83"/>
                          <a:pt x="86" y="83"/>
                        </a:cubicBezTo>
                        <a:cubicBezTo>
                          <a:pt x="86" y="83"/>
                          <a:pt x="86" y="83"/>
                          <a:pt x="85" y="83"/>
                        </a:cubicBezTo>
                        <a:cubicBezTo>
                          <a:pt x="85" y="83"/>
                          <a:pt x="85" y="83"/>
                          <a:pt x="85" y="83"/>
                        </a:cubicBezTo>
                        <a:cubicBezTo>
                          <a:pt x="85" y="82"/>
                          <a:pt x="85" y="82"/>
                          <a:pt x="85" y="82"/>
                        </a:cubicBezTo>
                        <a:cubicBezTo>
                          <a:pt x="85" y="82"/>
                          <a:pt x="85" y="83"/>
                          <a:pt x="85" y="83"/>
                        </a:cubicBezTo>
                        <a:cubicBezTo>
                          <a:pt x="85" y="83"/>
                          <a:pt x="85" y="83"/>
                          <a:pt x="85" y="83"/>
                        </a:cubicBezTo>
                        <a:cubicBezTo>
                          <a:pt x="85" y="83"/>
                          <a:pt x="85" y="84"/>
                          <a:pt x="85" y="84"/>
                        </a:cubicBezTo>
                        <a:cubicBezTo>
                          <a:pt x="85" y="84"/>
                          <a:pt x="85" y="84"/>
                          <a:pt x="85" y="84"/>
                        </a:cubicBezTo>
                        <a:cubicBezTo>
                          <a:pt x="86" y="84"/>
                          <a:pt x="85" y="85"/>
                          <a:pt x="85" y="85"/>
                        </a:cubicBezTo>
                        <a:cubicBezTo>
                          <a:pt x="85" y="85"/>
                          <a:pt x="85" y="85"/>
                          <a:pt x="85" y="84"/>
                        </a:cubicBezTo>
                        <a:cubicBezTo>
                          <a:pt x="84" y="84"/>
                          <a:pt x="84" y="84"/>
                          <a:pt x="84" y="84"/>
                        </a:cubicBezTo>
                        <a:cubicBezTo>
                          <a:pt x="84" y="84"/>
                          <a:pt x="84" y="84"/>
                          <a:pt x="84" y="84"/>
                        </a:cubicBezTo>
                        <a:cubicBezTo>
                          <a:pt x="83" y="84"/>
                          <a:pt x="83" y="83"/>
                          <a:pt x="83" y="83"/>
                        </a:cubicBezTo>
                        <a:cubicBezTo>
                          <a:pt x="83" y="83"/>
                          <a:pt x="82" y="83"/>
                          <a:pt x="82" y="82"/>
                        </a:cubicBezTo>
                        <a:cubicBezTo>
                          <a:pt x="82" y="82"/>
                          <a:pt x="82" y="82"/>
                          <a:pt x="82" y="82"/>
                        </a:cubicBezTo>
                        <a:cubicBezTo>
                          <a:pt x="82" y="81"/>
                          <a:pt x="81" y="82"/>
                          <a:pt x="81" y="81"/>
                        </a:cubicBezTo>
                        <a:cubicBezTo>
                          <a:pt x="81" y="81"/>
                          <a:pt x="81" y="81"/>
                          <a:pt x="81" y="81"/>
                        </a:cubicBezTo>
                        <a:cubicBezTo>
                          <a:pt x="81" y="81"/>
                          <a:pt x="81" y="81"/>
                          <a:pt x="81" y="82"/>
                        </a:cubicBezTo>
                        <a:cubicBezTo>
                          <a:pt x="81" y="82"/>
                          <a:pt x="81" y="82"/>
                          <a:pt x="81" y="82"/>
                        </a:cubicBezTo>
                        <a:cubicBezTo>
                          <a:pt x="81" y="83"/>
                          <a:pt x="81" y="83"/>
                          <a:pt x="81" y="83"/>
                        </a:cubicBezTo>
                        <a:cubicBezTo>
                          <a:pt x="81" y="83"/>
                          <a:pt x="81" y="84"/>
                          <a:pt x="81" y="84"/>
                        </a:cubicBezTo>
                        <a:cubicBezTo>
                          <a:pt x="81" y="84"/>
                          <a:pt x="81" y="84"/>
                          <a:pt x="81" y="84"/>
                        </a:cubicBezTo>
                        <a:cubicBezTo>
                          <a:pt x="81" y="84"/>
                          <a:pt x="81" y="84"/>
                          <a:pt x="81" y="84"/>
                        </a:cubicBezTo>
                        <a:cubicBezTo>
                          <a:pt x="80" y="84"/>
                          <a:pt x="80" y="84"/>
                          <a:pt x="80" y="84"/>
                        </a:cubicBezTo>
                        <a:cubicBezTo>
                          <a:pt x="80" y="84"/>
                          <a:pt x="80" y="84"/>
                          <a:pt x="80" y="84"/>
                        </a:cubicBezTo>
                        <a:cubicBezTo>
                          <a:pt x="79" y="84"/>
                          <a:pt x="79" y="83"/>
                          <a:pt x="79" y="83"/>
                        </a:cubicBezTo>
                        <a:cubicBezTo>
                          <a:pt x="79" y="83"/>
                          <a:pt x="79" y="83"/>
                          <a:pt x="79" y="83"/>
                        </a:cubicBezTo>
                        <a:cubicBezTo>
                          <a:pt x="79" y="83"/>
                          <a:pt x="79" y="82"/>
                          <a:pt x="79" y="82"/>
                        </a:cubicBezTo>
                        <a:cubicBezTo>
                          <a:pt x="79" y="82"/>
                          <a:pt x="78" y="82"/>
                          <a:pt x="78" y="82"/>
                        </a:cubicBezTo>
                        <a:cubicBezTo>
                          <a:pt x="78" y="82"/>
                          <a:pt x="78" y="82"/>
                          <a:pt x="78" y="82"/>
                        </a:cubicBezTo>
                        <a:cubicBezTo>
                          <a:pt x="78" y="82"/>
                          <a:pt x="78" y="81"/>
                          <a:pt x="78" y="81"/>
                        </a:cubicBezTo>
                        <a:cubicBezTo>
                          <a:pt x="78" y="81"/>
                          <a:pt x="78" y="80"/>
                          <a:pt x="78" y="80"/>
                        </a:cubicBezTo>
                        <a:cubicBezTo>
                          <a:pt x="78" y="80"/>
                          <a:pt x="78" y="80"/>
                          <a:pt x="78" y="80"/>
                        </a:cubicBezTo>
                        <a:cubicBezTo>
                          <a:pt x="78" y="79"/>
                          <a:pt x="78" y="79"/>
                          <a:pt x="78" y="79"/>
                        </a:cubicBezTo>
                        <a:cubicBezTo>
                          <a:pt x="78" y="79"/>
                          <a:pt x="78" y="79"/>
                          <a:pt x="78" y="78"/>
                        </a:cubicBezTo>
                        <a:cubicBezTo>
                          <a:pt x="78" y="78"/>
                          <a:pt x="78" y="78"/>
                          <a:pt x="78" y="78"/>
                        </a:cubicBezTo>
                        <a:cubicBezTo>
                          <a:pt x="78" y="78"/>
                          <a:pt x="78" y="77"/>
                          <a:pt x="78" y="77"/>
                        </a:cubicBezTo>
                        <a:cubicBezTo>
                          <a:pt x="78" y="77"/>
                          <a:pt x="78" y="77"/>
                          <a:pt x="77" y="77"/>
                        </a:cubicBezTo>
                        <a:cubicBezTo>
                          <a:pt x="77" y="77"/>
                          <a:pt x="77" y="77"/>
                          <a:pt x="77" y="77"/>
                        </a:cubicBezTo>
                        <a:cubicBezTo>
                          <a:pt x="77" y="77"/>
                          <a:pt x="77" y="76"/>
                          <a:pt x="77" y="76"/>
                        </a:cubicBezTo>
                        <a:cubicBezTo>
                          <a:pt x="77" y="76"/>
                          <a:pt x="77" y="75"/>
                          <a:pt x="77" y="75"/>
                        </a:cubicBezTo>
                        <a:cubicBezTo>
                          <a:pt x="77" y="75"/>
                          <a:pt x="76" y="75"/>
                          <a:pt x="76" y="75"/>
                        </a:cubicBezTo>
                        <a:cubicBezTo>
                          <a:pt x="76" y="75"/>
                          <a:pt x="76" y="75"/>
                          <a:pt x="76" y="75"/>
                        </a:cubicBezTo>
                        <a:cubicBezTo>
                          <a:pt x="76" y="75"/>
                          <a:pt x="76" y="75"/>
                          <a:pt x="76" y="75"/>
                        </a:cubicBezTo>
                        <a:cubicBezTo>
                          <a:pt x="76" y="75"/>
                          <a:pt x="76" y="74"/>
                          <a:pt x="76" y="74"/>
                        </a:cubicBezTo>
                        <a:cubicBezTo>
                          <a:pt x="76" y="74"/>
                          <a:pt x="76" y="74"/>
                          <a:pt x="76" y="74"/>
                        </a:cubicBezTo>
                        <a:cubicBezTo>
                          <a:pt x="76" y="74"/>
                          <a:pt x="76" y="73"/>
                          <a:pt x="76" y="73"/>
                        </a:cubicBezTo>
                        <a:cubicBezTo>
                          <a:pt x="76" y="73"/>
                          <a:pt x="76" y="73"/>
                          <a:pt x="75" y="73"/>
                        </a:cubicBezTo>
                        <a:cubicBezTo>
                          <a:pt x="75" y="73"/>
                          <a:pt x="75" y="73"/>
                          <a:pt x="75" y="73"/>
                        </a:cubicBezTo>
                        <a:cubicBezTo>
                          <a:pt x="75" y="73"/>
                          <a:pt x="75" y="73"/>
                          <a:pt x="75" y="73"/>
                        </a:cubicBezTo>
                        <a:cubicBezTo>
                          <a:pt x="75" y="73"/>
                          <a:pt x="74" y="73"/>
                          <a:pt x="74" y="73"/>
                        </a:cubicBezTo>
                        <a:cubicBezTo>
                          <a:pt x="74" y="73"/>
                          <a:pt x="74" y="72"/>
                          <a:pt x="74" y="72"/>
                        </a:cubicBezTo>
                        <a:cubicBezTo>
                          <a:pt x="73" y="72"/>
                          <a:pt x="73" y="72"/>
                          <a:pt x="73" y="72"/>
                        </a:cubicBezTo>
                        <a:cubicBezTo>
                          <a:pt x="73" y="72"/>
                          <a:pt x="73" y="72"/>
                          <a:pt x="73" y="72"/>
                        </a:cubicBezTo>
                        <a:cubicBezTo>
                          <a:pt x="73" y="71"/>
                          <a:pt x="73" y="71"/>
                          <a:pt x="73" y="71"/>
                        </a:cubicBezTo>
                        <a:cubicBezTo>
                          <a:pt x="73" y="71"/>
                          <a:pt x="73" y="71"/>
                          <a:pt x="73" y="71"/>
                        </a:cubicBezTo>
                        <a:cubicBezTo>
                          <a:pt x="73" y="71"/>
                          <a:pt x="73" y="70"/>
                          <a:pt x="73" y="70"/>
                        </a:cubicBezTo>
                        <a:cubicBezTo>
                          <a:pt x="72" y="70"/>
                          <a:pt x="73" y="70"/>
                          <a:pt x="73" y="70"/>
                        </a:cubicBezTo>
                        <a:cubicBezTo>
                          <a:pt x="73" y="69"/>
                          <a:pt x="73" y="69"/>
                          <a:pt x="73" y="69"/>
                        </a:cubicBezTo>
                        <a:cubicBezTo>
                          <a:pt x="73" y="69"/>
                          <a:pt x="73" y="69"/>
                          <a:pt x="73" y="69"/>
                        </a:cubicBezTo>
                        <a:cubicBezTo>
                          <a:pt x="73" y="69"/>
                          <a:pt x="74" y="70"/>
                          <a:pt x="74" y="70"/>
                        </a:cubicBezTo>
                        <a:cubicBezTo>
                          <a:pt x="74" y="69"/>
                          <a:pt x="74" y="69"/>
                          <a:pt x="74" y="69"/>
                        </a:cubicBezTo>
                        <a:cubicBezTo>
                          <a:pt x="74" y="69"/>
                          <a:pt x="74" y="69"/>
                          <a:pt x="73" y="68"/>
                        </a:cubicBezTo>
                        <a:cubicBezTo>
                          <a:pt x="73" y="68"/>
                          <a:pt x="73" y="68"/>
                          <a:pt x="73" y="68"/>
                        </a:cubicBezTo>
                        <a:cubicBezTo>
                          <a:pt x="73" y="68"/>
                          <a:pt x="73" y="68"/>
                          <a:pt x="73" y="68"/>
                        </a:cubicBezTo>
                        <a:cubicBezTo>
                          <a:pt x="73" y="68"/>
                          <a:pt x="73" y="68"/>
                          <a:pt x="72" y="68"/>
                        </a:cubicBezTo>
                        <a:cubicBezTo>
                          <a:pt x="72" y="68"/>
                          <a:pt x="72" y="68"/>
                          <a:pt x="72" y="67"/>
                        </a:cubicBezTo>
                        <a:cubicBezTo>
                          <a:pt x="72" y="67"/>
                          <a:pt x="72" y="67"/>
                          <a:pt x="72" y="67"/>
                        </a:cubicBezTo>
                        <a:cubicBezTo>
                          <a:pt x="72" y="67"/>
                          <a:pt x="72" y="67"/>
                          <a:pt x="72" y="67"/>
                        </a:cubicBezTo>
                        <a:cubicBezTo>
                          <a:pt x="71" y="66"/>
                          <a:pt x="71" y="67"/>
                          <a:pt x="71" y="67"/>
                        </a:cubicBezTo>
                        <a:cubicBezTo>
                          <a:pt x="71" y="67"/>
                          <a:pt x="71" y="67"/>
                          <a:pt x="70" y="67"/>
                        </a:cubicBezTo>
                        <a:cubicBezTo>
                          <a:pt x="70" y="67"/>
                          <a:pt x="70" y="67"/>
                          <a:pt x="70" y="67"/>
                        </a:cubicBezTo>
                        <a:cubicBezTo>
                          <a:pt x="70" y="66"/>
                          <a:pt x="69" y="66"/>
                          <a:pt x="69" y="66"/>
                        </a:cubicBezTo>
                        <a:cubicBezTo>
                          <a:pt x="69" y="65"/>
                          <a:pt x="69" y="66"/>
                          <a:pt x="68" y="65"/>
                        </a:cubicBezTo>
                        <a:cubicBezTo>
                          <a:pt x="68" y="65"/>
                          <a:pt x="67" y="65"/>
                          <a:pt x="67" y="65"/>
                        </a:cubicBezTo>
                        <a:cubicBezTo>
                          <a:pt x="67" y="65"/>
                          <a:pt x="67" y="64"/>
                          <a:pt x="67" y="64"/>
                        </a:cubicBezTo>
                        <a:cubicBezTo>
                          <a:pt x="67" y="64"/>
                          <a:pt x="66" y="64"/>
                          <a:pt x="66" y="64"/>
                        </a:cubicBezTo>
                        <a:cubicBezTo>
                          <a:pt x="66" y="64"/>
                          <a:pt x="66" y="64"/>
                          <a:pt x="66" y="65"/>
                        </a:cubicBezTo>
                        <a:cubicBezTo>
                          <a:pt x="66" y="65"/>
                          <a:pt x="66" y="65"/>
                          <a:pt x="66" y="65"/>
                        </a:cubicBezTo>
                        <a:cubicBezTo>
                          <a:pt x="65" y="65"/>
                          <a:pt x="65" y="64"/>
                          <a:pt x="65" y="64"/>
                        </a:cubicBezTo>
                        <a:cubicBezTo>
                          <a:pt x="64" y="64"/>
                          <a:pt x="65" y="64"/>
                          <a:pt x="65" y="63"/>
                        </a:cubicBezTo>
                        <a:cubicBezTo>
                          <a:pt x="65" y="63"/>
                          <a:pt x="65" y="63"/>
                          <a:pt x="65" y="63"/>
                        </a:cubicBezTo>
                        <a:cubicBezTo>
                          <a:pt x="65" y="63"/>
                          <a:pt x="65" y="63"/>
                          <a:pt x="65" y="63"/>
                        </a:cubicBezTo>
                        <a:cubicBezTo>
                          <a:pt x="65" y="62"/>
                          <a:pt x="65" y="62"/>
                          <a:pt x="64" y="62"/>
                        </a:cubicBezTo>
                        <a:cubicBezTo>
                          <a:pt x="64" y="62"/>
                          <a:pt x="64" y="62"/>
                          <a:pt x="63" y="62"/>
                        </a:cubicBezTo>
                        <a:cubicBezTo>
                          <a:pt x="63" y="62"/>
                          <a:pt x="62" y="62"/>
                          <a:pt x="62" y="62"/>
                        </a:cubicBezTo>
                        <a:cubicBezTo>
                          <a:pt x="62" y="62"/>
                          <a:pt x="62" y="61"/>
                          <a:pt x="62" y="61"/>
                        </a:cubicBezTo>
                        <a:cubicBezTo>
                          <a:pt x="61" y="61"/>
                          <a:pt x="61" y="61"/>
                          <a:pt x="61" y="61"/>
                        </a:cubicBezTo>
                        <a:cubicBezTo>
                          <a:pt x="61" y="60"/>
                          <a:pt x="61" y="61"/>
                          <a:pt x="61" y="61"/>
                        </a:cubicBezTo>
                        <a:cubicBezTo>
                          <a:pt x="61" y="61"/>
                          <a:pt x="61" y="61"/>
                          <a:pt x="60" y="61"/>
                        </a:cubicBezTo>
                        <a:cubicBezTo>
                          <a:pt x="60" y="61"/>
                          <a:pt x="60" y="61"/>
                          <a:pt x="60" y="60"/>
                        </a:cubicBezTo>
                        <a:cubicBezTo>
                          <a:pt x="60" y="60"/>
                          <a:pt x="59" y="60"/>
                          <a:pt x="59" y="60"/>
                        </a:cubicBezTo>
                        <a:cubicBezTo>
                          <a:pt x="59" y="60"/>
                          <a:pt x="59" y="60"/>
                          <a:pt x="58" y="60"/>
                        </a:cubicBezTo>
                        <a:cubicBezTo>
                          <a:pt x="58" y="60"/>
                          <a:pt x="57" y="59"/>
                          <a:pt x="57" y="59"/>
                        </a:cubicBezTo>
                        <a:cubicBezTo>
                          <a:pt x="57" y="59"/>
                          <a:pt x="57" y="59"/>
                          <a:pt x="56" y="58"/>
                        </a:cubicBezTo>
                        <a:cubicBezTo>
                          <a:pt x="56" y="58"/>
                          <a:pt x="56" y="58"/>
                          <a:pt x="56" y="58"/>
                        </a:cubicBezTo>
                        <a:cubicBezTo>
                          <a:pt x="56" y="58"/>
                          <a:pt x="56" y="57"/>
                          <a:pt x="56" y="57"/>
                        </a:cubicBezTo>
                        <a:cubicBezTo>
                          <a:pt x="56" y="57"/>
                          <a:pt x="56" y="57"/>
                          <a:pt x="56" y="56"/>
                        </a:cubicBezTo>
                        <a:cubicBezTo>
                          <a:pt x="57" y="56"/>
                          <a:pt x="57" y="55"/>
                          <a:pt x="56" y="55"/>
                        </a:cubicBezTo>
                        <a:cubicBezTo>
                          <a:pt x="56" y="54"/>
                          <a:pt x="56" y="54"/>
                          <a:pt x="56" y="54"/>
                        </a:cubicBezTo>
                        <a:cubicBezTo>
                          <a:pt x="56" y="54"/>
                          <a:pt x="56" y="54"/>
                          <a:pt x="56" y="54"/>
                        </a:cubicBezTo>
                        <a:cubicBezTo>
                          <a:pt x="55" y="54"/>
                          <a:pt x="55" y="54"/>
                          <a:pt x="55" y="54"/>
                        </a:cubicBezTo>
                        <a:cubicBezTo>
                          <a:pt x="55" y="54"/>
                          <a:pt x="54" y="53"/>
                          <a:pt x="54" y="53"/>
                        </a:cubicBezTo>
                        <a:cubicBezTo>
                          <a:pt x="54" y="53"/>
                          <a:pt x="54" y="53"/>
                          <a:pt x="54" y="52"/>
                        </a:cubicBezTo>
                        <a:cubicBezTo>
                          <a:pt x="54" y="52"/>
                          <a:pt x="55" y="52"/>
                          <a:pt x="55" y="52"/>
                        </a:cubicBezTo>
                        <a:cubicBezTo>
                          <a:pt x="55" y="52"/>
                          <a:pt x="55" y="51"/>
                          <a:pt x="55" y="51"/>
                        </a:cubicBezTo>
                        <a:cubicBezTo>
                          <a:pt x="55" y="51"/>
                          <a:pt x="55" y="50"/>
                          <a:pt x="55" y="50"/>
                        </a:cubicBezTo>
                        <a:cubicBezTo>
                          <a:pt x="55" y="50"/>
                          <a:pt x="55" y="49"/>
                          <a:pt x="55" y="49"/>
                        </a:cubicBezTo>
                        <a:cubicBezTo>
                          <a:pt x="55" y="49"/>
                          <a:pt x="55" y="48"/>
                          <a:pt x="55" y="48"/>
                        </a:cubicBezTo>
                        <a:cubicBezTo>
                          <a:pt x="55" y="48"/>
                          <a:pt x="55" y="48"/>
                          <a:pt x="55" y="48"/>
                        </a:cubicBezTo>
                        <a:cubicBezTo>
                          <a:pt x="55" y="48"/>
                          <a:pt x="54" y="47"/>
                          <a:pt x="54" y="47"/>
                        </a:cubicBezTo>
                        <a:cubicBezTo>
                          <a:pt x="54" y="47"/>
                          <a:pt x="54" y="46"/>
                          <a:pt x="54" y="46"/>
                        </a:cubicBezTo>
                        <a:cubicBezTo>
                          <a:pt x="54" y="46"/>
                          <a:pt x="54" y="46"/>
                          <a:pt x="54" y="45"/>
                        </a:cubicBezTo>
                        <a:cubicBezTo>
                          <a:pt x="54" y="45"/>
                          <a:pt x="54" y="45"/>
                          <a:pt x="53" y="45"/>
                        </a:cubicBezTo>
                        <a:cubicBezTo>
                          <a:pt x="53" y="44"/>
                          <a:pt x="54" y="44"/>
                          <a:pt x="54" y="44"/>
                        </a:cubicBezTo>
                        <a:cubicBezTo>
                          <a:pt x="54" y="44"/>
                          <a:pt x="53" y="44"/>
                          <a:pt x="53" y="44"/>
                        </a:cubicBezTo>
                        <a:cubicBezTo>
                          <a:pt x="53" y="44"/>
                          <a:pt x="52" y="43"/>
                          <a:pt x="52" y="43"/>
                        </a:cubicBezTo>
                        <a:cubicBezTo>
                          <a:pt x="52" y="43"/>
                          <a:pt x="52" y="43"/>
                          <a:pt x="52" y="43"/>
                        </a:cubicBezTo>
                        <a:cubicBezTo>
                          <a:pt x="52" y="42"/>
                          <a:pt x="51" y="42"/>
                          <a:pt x="51" y="42"/>
                        </a:cubicBezTo>
                        <a:cubicBezTo>
                          <a:pt x="51" y="42"/>
                          <a:pt x="50" y="41"/>
                          <a:pt x="50" y="41"/>
                        </a:cubicBezTo>
                        <a:cubicBezTo>
                          <a:pt x="50" y="40"/>
                          <a:pt x="50" y="40"/>
                          <a:pt x="50" y="40"/>
                        </a:cubicBezTo>
                        <a:cubicBezTo>
                          <a:pt x="50" y="40"/>
                          <a:pt x="51" y="39"/>
                          <a:pt x="51" y="39"/>
                        </a:cubicBezTo>
                        <a:cubicBezTo>
                          <a:pt x="51" y="39"/>
                          <a:pt x="50" y="39"/>
                          <a:pt x="50" y="39"/>
                        </a:cubicBezTo>
                        <a:cubicBezTo>
                          <a:pt x="50" y="39"/>
                          <a:pt x="50" y="38"/>
                          <a:pt x="50" y="38"/>
                        </a:cubicBezTo>
                        <a:cubicBezTo>
                          <a:pt x="50" y="38"/>
                          <a:pt x="50" y="37"/>
                          <a:pt x="50" y="37"/>
                        </a:cubicBezTo>
                        <a:cubicBezTo>
                          <a:pt x="50" y="37"/>
                          <a:pt x="50" y="37"/>
                          <a:pt x="50" y="37"/>
                        </a:cubicBezTo>
                        <a:cubicBezTo>
                          <a:pt x="50" y="36"/>
                          <a:pt x="50" y="36"/>
                          <a:pt x="50" y="36"/>
                        </a:cubicBezTo>
                        <a:cubicBezTo>
                          <a:pt x="50" y="36"/>
                          <a:pt x="50" y="35"/>
                          <a:pt x="50" y="35"/>
                        </a:cubicBezTo>
                        <a:cubicBezTo>
                          <a:pt x="50" y="35"/>
                          <a:pt x="49" y="34"/>
                          <a:pt x="49" y="34"/>
                        </a:cubicBezTo>
                        <a:cubicBezTo>
                          <a:pt x="49" y="34"/>
                          <a:pt x="49" y="34"/>
                          <a:pt x="49" y="33"/>
                        </a:cubicBezTo>
                        <a:cubicBezTo>
                          <a:pt x="49" y="33"/>
                          <a:pt x="49" y="33"/>
                          <a:pt x="49" y="33"/>
                        </a:cubicBezTo>
                        <a:cubicBezTo>
                          <a:pt x="50" y="32"/>
                          <a:pt x="49" y="32"/>
                          <a:pt x="49" y="32"/>
                        </a:cubicBezTo>
                        <a:cubicBezTo>
                          <a:pt x="49" y="32"/>
                          <a:pt x="49" y="32"/>
                          <a:pt x="49" y="31"/>
                        </a:cubicBezTo>
                        <a:cubicBezTo>
                          <a:pt x="49" y="31"/>
                          <a:pt x="49" y="31"/>
                          <a:pt x="49" y="31"/>
                        </a:cubicBezTo>
                        <a:cubicBezTo>
                          <a:pt x="50" y="30"/>
                          <a:pt x="50" y="30"/>
                          <a:pt x="50" y="30"/>
                        </a:cubicBezTo>
                        <a:cubicBezTo>
                          <a:pt x="50" y="30"/>
                          <a:pt x="49" y="29"/>
                          <a:pt x="49" y="29"/>
                        </a:cubicBezTo>
                        <a:cubicBezTo>
                          <a:pt x="49" y="29"/>
                          <a:pt x="48" y="29"/>
                          <a:pt x="48" y="29"/>
                        </a:cubicBezTo>
                        <a:cubicBezTo>
                          <a:pt x="48" y="29"/>
                          <a:pt x="47" y="29"/>
                          <a:pt x="47" y="29"/>
                        </a:cubicBezTo>
                        <a:cubicBezTo>
                          <a:pt x="47" y="28"/>
                          <a:pt x="47" y="28"/>
                          <a:pt x="47" y="28"/>
                        </a:cubicBezTo>
                        <a:cubicBezTo>
                          <a:pt x="47" y="28"/>
                          <a:pt x="47" y="28"/>
                          <a:pt x="47" y="28"/>
                        </a:cubicBezTo>
                        <a:cubicBezTo>
                          <a:pt x="47" y="28"/>
                          <a:pt x="47" y="28"/>
                          <a:pt x="46" y="28"/>
                        </a:cubicBezTo>
                        <a:cubicBezTo>
                          <a:pt x="46" y="28"/>
                          <a:pt x="46" y="27"/>
                          <a:pt x="46" y="27"/>
                        </a:cubicBezTo>
                        <a:cubicBezTo>
                          <a:pt x="46" y="27"/>
                          <a:pt x="45" y="27"/>
                          <a:pt x="45" y="27"/>
                        </a:cubicBezTo>
                        <a:cubicBezTo>
                          <a:pt x="45" y="27"/>
                          <a:pt x="45" y="27"/>
                          <a:pt x="45" y="27"/>
                        </a:cubicBezTo>
                        <a:cubicBezTo>
                          <a:pt x="45" y="27"/>
                          <a:pt x="45" y="26"/>
                          <a:pt x="45" y="26"/>
                        </a:cubicBezTo>
                        <a:cubicBezTo>
                          <a:pt x="45" y="26"/>
                          <a:pt x="45" y="26"/>
                          <a:pt x="45" y="26"/>
                        </a:cubicBezTo>
                        <a:cubicBezTo>
                          <a:pt x="45" y="26"/>
                          <a:pt x="45" y="25"/>
                          <a:pt x="45" y="25"/>
                        </a:cubicBezTo>
                        <a:cubicBezTo>
                          <a:pt x="44" y="25"/>
                          <a:pt x="44" y="25"/>
                          <a:pt x="44" y="25"/>
                        </a:cubicBezTo>
                        <a:cubicBezTo>
                          <a:pt x="44" y="25"/>
                          <a:pt x="44" y="25"/>
                          <a:pt x="44" y="25"/>
                        </a:cubicBezTo>
                        <a:cubicBezTo>
                          <a:pt x="44" y="25"/>
                          <a:pt x="43" y="25"/>
                          <a:pt x="43" y="25"/>
                        </a:cubicBezTo>
                        <a:cubicBezTo>
                          <a:pt x="43" y="25"/>
                          <a:pt x="43" y="25"/>
                          <a:pt x="42" y="25"/>
                        </a:cubicBezTo>
                        <a:cubicBezTo>
                          <a:pt x="42" y="25"/>
                          <a:pt x="42" y="25"/>
                          <a:pt x="42" y="26"/>
                        </a:cubicBezTo>
                        <a:cubicBezTo>
                          <a:pt x="42" y="26"/>
                          <a:pt x="42" y="26"/>
                          <a:pt x="42" y="26"/>
                        </a:cubicBezTo>
                        <a:cubicBezTo>
                          <a:pt x="41" y="26"/>
                          <a:pt x="41" y="27"/>
                          <a:pt x="41" y="27"/>
                        </a:cubicBezTo>
                        <a:cubicBezTo>
                          <a:pt x="40" y="27"/>
                          <a:pt x="40" y="27"/>
                          <a:pt x="40" y="27"/>
                        </a:cubicBezTo>
                        <a:cubicBezTo>
                          <a:pt x="39" y="27"/>
                          <a:pt x="39" y="26"/>
                          <a:pt x="39" y="26"/>
                        </a:cubicBezTo>
                        <a:cubicBezTo>
                          <a:pt x="39" y="26"/>
                          <a:pt x="39" y="26"/>
                          <a:pt x="39" y="25"/>
                        </a:cubicBezTo>
                        <a:cubicBezTo>
                          <a:pt x="39" y="25"/>
                          <a:pt x="39" y="25"/>
                          <a:pt x="39" y="24"/>
                        </a:cubicBezTo>
                        <a:cubicBezTo>
                          <a:pt x="39" y="24"/>
                          <a:pt x="39" y="23"/>
                          <a:pt x="38" y="23"/>
                        </a:cubicBezTo>
                        <a:cubicBezTo>
                          <a:pt x="38" y="23"/>
                          <a:pt x="38" y="23"/>
                          <a:pt x="38" y="23"/>
                        </a:cubicBezTo>
                        <a:cubicBezTo>
                          <a:pt x="38" y="23"/>
                          <a:pt x="38" y="22"/>
                          <a:pt x="38" y="22"/>
                        </a:cubicBezTo>
                        <a:cubicBezTo>
                          <a:pt x="38" y="22"/>
                          <a:pt x="38" y="22"/>
                          <a:pt x="38" y="22"/>
                        </a:cubicBezTo>
                        <a:cubicBezTo>
                          <a:pt x="38" y="21"/>
                          <a:pt x="38" y="21"/>
                          <a:pt x="38" y="21"/>
                        </a:cubicBezTo>
                        <a:cubicBezTo>
                          <a:pt x="38" y="20"/>
                          <a:pt x="38" y="20"/>
                          <a:pt x="38" y="20"/>
                        </a:cubicBezTo>
                        <a:cubicBezTo>
                          <a:pt x="38" y="20"/>
                          <a:pt x="38" y="20"/>
                          <a:pt x="38" y="19"/>
                        </a:cubicBezTo>
                        <a:cubicBezTo>
                          <a:pt x="38" y="19"/>
                          <a:pt x="38" y="19"/>
                          <a:pt x="38" y="19"/>
                        </a:cubicBezTo>
                        <a:cubicBezTo>
                          <a:pt x="37" y="19"/>
                          <a:pt x="37" y="18"/>
                          <a:pt x="37" y="18"/>
                        </a:cubicBezTo>
                        <a:cubicBezTo>
                          <a:pt x="37" y="18"/>
                          <a:pt x="37" y="17"/>
                          <a:pt x="37" y="17"/>
                        </a:cubicBezTo>
                        <a:cubicBezTo>
                          <a:pt x="37" y="16"/>
                          <a:pt x="37" y="16"/>
                          <a:pt x="37" y="16"/>
                        </a:cubicBezTo>
                        <a:cubicBezTo>
                          <a:pt x="37" y="15"/>
                          <a:pt x="37" y="15"/>
                          <a:pt x="37" y="15"/>
                        </a:cubicBezTo>
                        <a:cubicBezTo>
                          <a:pt x="36" y="15"/>
                          <a:pt x="36" y="15"/>
                          <a:pt x="36" y="15"/>
                        </a:cubicBezTo>
                        <a:cubicBezTo>
                          <a:pt x="36" y="14"/>
                          <a:pt x="37" y="14"/>
                          <a:pt x="37" y="14"/>
                        </a:cubicBezTo>
                        <a:cubicBezTo>
                          <a:pt x="37" y="14"/>
                          <a:pt x="37" y="14"/>
                          <a:pt x="37" y="13"/>
                        </a:cubicBezTo>
                        <a:cubicBezTo>
                          <a:pt x="36" y="13"/>
                          <a:pt x="36" y="13"/>
                          <a:pt x="36" y="13"/>
                        </a:cubicBezTo>
                        <a:cubicBezTo>
                          <a:pt x="36" y="13"/>
                          <a:pt x="36" y="13"/>
                          <a:pt x="36" y="13"/>
                        </a:cubicBezTo>
                        <a:cubicBezTo>
                          <a:pt x="36" y="13"/>
                          <a:pt x="35" y="12"/>
                          <a:pt x="35" y="12"/>
                        </a:cubicBezTo>
                        <a:cubicBezTo>
                          <a:pt x="35" y="12"/>
                          <a:pt x="35" y="12"/>
                          <a:pt x="35" y="12"/>
                        </a:cubicBezTo>
                        <a:cubicBezTo>
                          <a:pt x="35" y="12"/>
                          <a:pt x="34" y="12"/>
                          <a:pt x="34" y="12"/>
                        </a:cubicBezTo>
                        <a:cubicBezTo>
                          <a:pt x="34" y="12"/>
                          <a:pt x="34" y="11"/>
                          <a:pt x="34" y="11"/>
                        </a:cubicBezTo>
                        <a:cubicBezTo>
                          <a:pt x="34" y="11"/>
                          <a:pt x="35" y="10"/>
                          <a:pt x="35" y="10"/>
                        </a:cubicBezTo>
                        <a:cubicBezTo>
                          <a:pt x="35" y="10"/>
                          <a:pt x="35" y="9"/>
                          <a:pt x="35" y="9"/>
                        </a:cubicBezTo>
                        <a:cubicBezTo>
                          <a:pt x="35" y="9"/>
                          <a:pt x="35" y="9"/>
                          <a:pt x="35" y="9"/>
                        </a:cubicBezTo>
                        <a:cubicBezTo>
                          <a:pt x="35" y="9"/>
                          <a:pt x="34" y="9"/>
                          <a:pt x="34" y="9"/>
                        </a:cubicBezTo>
                        <a:cubicBezTo>
                          <a:pt x="34" y="9"/>
                          <a:pt x="33" y="9"/>
                          <a:pt x="33" y="9"/>
                        </a:cubicBezTo>
                        <a:cubicBezTo>
                          <a:pt x="33" y="9"/>
                          <a:pt x="33" y="8"/>
                          <a:pt x="33" y="8"/>
                        </a:cubicBezTo>
                        <a:cubicBezTo>
                          <a:pt x="33" y="8"/>
                          <a:pt x="33" y="7"/>
                          <a:pt x="33" y="7"/>
                        </a:cubicBezTo>
                        <a:cubicBezTo>
                          <a:pt x="33" y="7"/>
                          <a:pt x="33" y="6"/>
                          <a:pt x="33" y="6"/>
                        </a:cubicBezTo>
                        <a:cubicBezTo>
                          <a:pt x="33" y="6"/>
                          <a:pt x="33" y="5"/>
                          <a:pt x="33" y="5"/>
                        </a:cubicBezTo>
                        <a:cubicBezTo>
                          <a:pt x="33" y="5"/>
                          <a:pt x="33" y="4"/>
                          <a:pt x="33" y="4"/>
                        </a:cubicBezTo>
                        <a:cubicBezTo>
                          <a:pt x="33" y="4"/>
                          <a:pt x="33" y="3"/>
                          <a:pt x="33" y="3"/>
                        </a:cubicBezTo>
                        <a:cubicBezTo>
                          <a:pt x="33" y="3"/>
                          <a:pt x="32" y="3"/>
                          <a:pt x="32" y="2"/>
                        </a:cubicBezTo>
                        <a:cubicBezTo>
                          <a:pt x="32" y="2"/>
                          <a:pt x="32" y="2"/>
                          <a:pt x="32" y="2"/>
                        </a:cubicBezTo>
                        <a:cubicBezTo>
                          <a:pt x="31" y="2"/>
                          <a:pt x="31" y="2"/>
                          <a:pt x="31" y="1"/>
                        </a:cubicBezTo>
                        <a:cubicBezTo>
                          <a:pt x="31" y="1"/>
                          <a:pt x="31" y="1"/>
                          <a:pt x="31" y="1"/>
                        </a:cubicBezTo>
                        <a:cubicBezTo>
                          <a:pt x="31" y="1"/>
                          <a:pt x="31" y="1"/>
                          <a:pt x="31" y="1"/>
                        </a:cubicBezTo>
                        <a:cubicBezTo>
                          <a:pt x="31" y="0"/>
                          <a:pt x="31" y="0"/>
                          <a:pt x="31" y="0"/>
                        </a:cubicBezTo>
                        <a:cubicBezTo>
                          <a:pt x="31" y="0"/>
                          <a:pt x="30" y="0"/>
                          <a:pt x="30" y="0"/>
                        </a:cubicBezTo>
                        <a:cubicBezTo>
                          <a:pt x="30" y="0"/>
                          <a:pt x="30" y="1"/>
                          <a:pt x="30" y="1"/>
                        </a:cubicBezTo>
                        <a:cubicBezTo>
                          <a:pt x="30" y="1"/>
                          <a:pt x="29" y="2"/>
                          <a:pt x="29" y="2"/>
                        </a:cubicBezTo>
                        <a:cubicBezTo>
                          <a:pt x="29" y="2"/>
                          <a:pt x="28" y="2"/>
                          <a:pt x="28" y="2"/>
                        </a:cubicBezTo>
                        <a:cubicBezTo>
                          <a:pt x="28" y="2"/>
                          <a:pt x="28" y="2"/>
                          <a:pt x="28" y="2"/>
                        </a:cubicBezTo>
                        <a:cubicBezTo>
                          <a:pt x="28" y="3"/>
                          <a:pt x="28" y="3"/>
                          <a:pt x="28" y="4"/>
                        </a:cubicBezTo>
                        <a:cubicBezTo>
                          <a:pt x="28" y="4"/>
                          <a:pt x="28" y="5"/>
                          <a:pt x="28" y="5"/>
                        </a:cubicBezTo>
                        <a:cubicBezTo>
                          <a:pt x="28" y="5"/>
                          <a:pt x="28" y="5"/>
                          <a:pt x="28" y="5"/>
                        </a:cubicBezTo>
                        <a:cubicBezTo>
                          <a:pt x="28" y="6"/>
                          <a:pt x="28" y="6"/>
                          <a:pt x="27" y="6"/>
                        </a:cubicBezTo>
                        <a:cubicBezTo>
                          <a:pt x="27" y="6"/>
                          <a:pt x="27" y="7"/>
                          <a:pt x="27" y="7"/>
                        </a:cubicBezTo>
                        <a:cubicBezTo>
                          <a:pt x="27" y="7"/>
                          <a:pt x="27" y="7"/>
                          <a:pt x="27" y="7"/>
                        </a:cubicBezTo>
                        <a:cubicBezTo>
                          <a:pt x="27" y="8"/>
                          <a:pt x="28" y="8"/>
                          <a:pt x="28" y="8"/>
                        </a:cubicBezTo>
                        <a:cubicBezTo>
                          <a:pt x="28" y="8"/>
                          <a:pt x="27" y="8"/>
                          <a:pt x="27" y="8"/>
                        </a:cubicBezTo>
                        <a:cubicBezTo>
                          <a:pt x="27" y="8"/>
                          <a:pt x="27" y="8"/>
                          <a:pt x="27" y="8"/>
                        </a:cubicBezTo>
                        <a:cubicBezTo>
                          <a:pt x="27" y="8"/>
                          <a:pt x="27" y="8"/>
                          <a:pt x="27" y="8"/>
                        </a:cubicBezTo>
                        <a:cubicBezTo>
                          <a:pt x="27" y="8"/>
                          <a:pt x="27" y="8"/>
                          <a:pt x="27" y="9"/>
                        </a:cubicBezTo>
                        <a:cubicBezTo>
                          <a:pt x="27" y="9"/>
                          <a:pt x="27" y="9"/>
                          <a:pt x="27" y="10"/>
                        </a:cubicBezTo>
                        <a:cubicBezTo>
                          <a:pt x="27" y="10"/>
                          <a:pt x="27" y="10"/>
                          <a:pt x="27" y="10"/>
                        </a:cubicBezTo>
                        <a:cubicBezTo>
                          <a:pt x="27" y="10"/>
                          <a:pt x="26" y="9"/>
                          <a:pt x="26" y="9"/>
                        </a:cubicBezTo>
                        <a:cubicBezTo>
                          <a:pt x="26" y="9"/>
                          <a:pt x="26" y="9"/>
                          <a:pt x="26" y="9"/>
                        </a:cubicBezTo>
                        <a:cubicBezTo>
                          <a:pt x="26" y="10"/>
                          <a:pt x="25" y="10"/>
                          <a:pt x="25" y="10"/>
                        </a:cubicBezTo>
                        <a:cubicBezTo>
                          <a:pt x="25" y="11"/>
                          <a:pt x="25" y="11"/>
                          <a:pt x="25" y="11"/>
                        </a:cubicBezTo>
                        <a:cubicBezTo>
                          <a:pt x="25" y="11"/>
                          <a:pt x="25" y="12"/>
                          <a:pt x="25" y="12"/>
                        </a:cubicBezTo>
                        <a:cubicBezTo>
                          <a:pt x="24" y="12"/>
                          <a:pt x="24" y="13"/>
                          <a:pt x="24" y="13"/>
                        </a:cubicBezTo>
                        <a:cubicBezTo>
                          <a:pt x="24" y="13"/>
                          <a:pt x="24" y="13"/>
                          <a:pt x="25" y="13"/>
                        </a:cubicBezTo>
                        <a:cubicBezTo>
                          <a:pt x="25" y="13"/>
                          <a:pt x="25" y="13"/>
                          <a:pt x="25" y="13"/>
                        </a:cubicBezTo>
                        <a:cubicBezTo>
                          <a:pt x="25" y="13"/>
                          <a:pt x="25" y="13"/>
                          <a:pt x="25" y="13"/>
                        </a:cubicBezTo>
                        <a:cubicBezTo>
                          <a:pt x="25" y="13"/>
                          <a:pt x="25" y="13"/>
                          <a:pt x="25" y="13"/>
                        </a:cubicBezTo>
                        <a:cubicBezTo>
                          <a:pt x="25" y="13"/>
                          <a:pt x="25" y="12"/>
                          <a:pt x="25" y="12"/>
                        </a:cubicBezTo>
                        <a:cubicBezTo>
                          <a:pt x="25" y="12"/>
                          <a:pt x="25" y="12"/>
                          <a:pt x="25" y="12"/>
                        </a:cubicBezTo>
                        <a:cubicBezTo>
                          <a:pt x="25" y="13"/>
                          <a:pt x="25" y="13"/>
                          <a:pt x="26" y="13"/>
                        </a:cubicBezTo>
                        <a:cubicBezTo>
                          <a:pt x="26" y="13"/>
                          <a:pt x="26" y="14"/>
                          <a:pt x="26" y="14"/>
                        </a:cubicBezTo>
                        <a:cubicBezTo>
                          <a:pt x="26" y="14"/>
                          <a:pt x="26" y="14"/>
                          <a:pt x="26" y="14"/>
                        </a:cubicBezTo>
                        <a:cubicBezTo>
                          <a:pt x="26" y="14"/>
                          <a:pt x="25" y="15"/>
                          <a:pt x="25" y="15"/>
                        </a:cubicBezTo>
                        <a:cubicBezTo>
                          <a:pt x="25" y="15"/>
                          <a:pt x="25" y="15"/>
                          <a:pt x="25" y="15"/>
                        </a:cubicBezTo>
                        <a:cubicBezTo>
                          <a:pt x="25" y="15"/>
                          <a:pt x="24" y="16"/>
                          <a:pt x="24" y="16"/>
                        </a:cubicBezTo>
                        <a:cubicBezTo>
                          <a:pt x="24" y="16"/>
                          <a:pt x="24" y="17"/>
                          <a:pt x="24" y="17"/>
                        </a:cubicBezTo>
                        <a:cubicBezTo>
                          <a:pt x="24" y="17"/>
                          <a:pt x="24" y="17"/>
                          <a:pt x="25" y="18"/>
                        </a:cubicBezTo>
                        <a:cubicBezTo>
                          <a:pt x="25" y="18"/>
                          <a:pt x="25" y="18"/>
                          <a:pt x="25" y="18"/>
                        </a:cubicBezTo>
                        <a:cubicBezTo>
                          <a:pt x="25" y="19"/>
                          <a:pt x="25" y="19"/>
                          <a:pt x="24" y="19"/>
                        </a:cubicBezTo>
                        <a:cubicBezTo>
                          <a:pt x="24" y="20"/>
                          <a:pt x="24" y="19"/>
                          <a:pt x="24" y="20"/>
                        </a:cubicBezTo>
                        <a:cubicBezTo>
                          <a:pt x="24" y="20"/>
                          <a:pt x="24" y="20"/>
                          <a:pt x="24" y="21"/>
                        </a:cubicBezTo>
                        <a:cubicBezTo>
                          <a:pt x="24" y="21"/>
                          <a:pt x="23" y="21"/>
                          <a:pt x="23" y="21"/>
                        </a:cubicBezTo>
                        <a:cubicBezTo>
                          <a:pt x="23" y="21"/>
                          <a:pt x="24" y="22"/>
                          <a:pt x="24" y="22"/>
                        </a:cubicBezTo>
                        <a:cubicBezTo>
                          <a:pt x="24" y="22"/>
                          <a:pt x="24" y="23"/>
                          <a:pt x="24" y="23"/>
                        </a:cubicBezTo>
                        <a:cubicBezTo>
                          <a:pt x="24" y="23"/>
                          <a:pt x="24" y="23"/>
                          <a:pt x="24" y="23"/>
                        </a:cubicBezTo>
                        <a:cubicBezTo>
                          <a:pt x="24" y="24"/>
                          <a:pt x="24" y="24"/>
                          <a:pt x="24" y="24"/>
                        </a:cubicBezTo>
                        <a:cubicBezTo>
                          <a:pt x="24" y="25"/>
                          <a:pt x="24" y="25"/>
                          <a:pt x="24" y="25"/>
                        </a:cubicBezTo>
                        <a:cubicBezTo>
                          <a:pt x="24" y="26"/>
                          <a:pt x="24" y="26"/>
                          <a:pt x="24" y="26"/>
                        </a:cubicBezTo>
                        <a:cubicBezTo>
                          <a:pt x="24" y="27"/>
                          <a:pt x="24" y="27"/>
                          <a:pt x="24" y="27"/>
                        </a:cubicBezTo>
                        <a:cubicBezTo>
                          <a:pt x="24" y="27"/>
                          <a:pt x="24" y="28"/>
                          <a:pt x="24" y="28"/>
                        </a:cubicBezTo>
                        <a:cubicBezTo>
                          <a:pt x="24" y="28"/>
                          <a:pt x="24" y="29"/>
                          <a:pt x="24" y="29"/>
                        </a:cubicBezTo>
                        <a:cubicBezTo>
                          <a:pt x="24" y="30"/>
                          <a:pt x="25" y="30"/>
                          <a:pt x="25" y="30"/>
                        </a:cubicBezTo>
                        <a:cubicBezTo>
                          <a:pt x="25" y="31"/>
                          <a:pt x="25" y="31"/>
                          <a:pt x="25" y="31"/>
                        </a:cubicBezTo>
                        <a:cubicBezTo>
                          <a:pt x="24" y="32"/>
                          <a:pt x="24" y="32"/>
                          <a:pt x="24" y="32"/>
                        </a:cubicBezTo>
                        <a:cubicBezTo>
                          <a:pt x="24" y="32"/>
                          <a:pt x="24" y="33"/>
                          <a:pt x="24" y="33"/>
                        </a:cubicBezTo>
                        <a:cubicBezTo>
                          <a:pt x="24" y="33"/>
                          <a:pt x="24" y="33"/>
                          <a:pt x="24" y="34"/>
                        </a:cubicBezTo>
                        <a:cubicBezTo>
                          <a:pt x="24" y="34"/>
                          <a:pt x="23" y="35"/>
                          <a:pt x="23" y="35"/>
                        </a:cubicBezTo>
                        <a:cubicBezTo>
                          <a:pt x="23" y="35"/>
                          <a:pt x="23" y="36"/>
                          <a:pt x="23" y="36"/>
                        </a:cubicBezTo>
                        <a:cubicBezTo>
                          <a:pt x="23" y="36"/>
                          <a:pt x="23" y="37"/>
                          <a:pt x="23" y="37"/>
                        </a:cubicBezTo>
                        <a:cubicBezTo>
                          <a:pt x="23" y="37"/>
                          <a:pt x="23" y="38"/>
                          <a:pt x="23" y="38"/>
                        </a:cubicBezTo>
                        <a:cubicBezTo>
                          <a:pt x="23" y="38"/>
                          <a:pt x="23" y="38"/>
                          <a:pt x="23" y="39"/>
                        </a:cubicBezTo>
                        <a:cubicBezTo>
                          <a:pt x="23" y="39"/>
                          <a:pt x="23" y="39"/>
                          <a:pt x="22" y="40"/>
                        </a:cubicBezTo>
                        <a:cubicBezTo>
                          <a:pt x="22" y="40"/>
                          <a:pt x="22" y="41"/>
                          <a:pt x="22" y="41"/>
                        </a:cubicBezTo>
                        <a:cubicBezTo>
                          <a:pt x="22" y="41"/>
                          <a:pt x="22" y="42"/>
                          <a:pt x="22" y="42"/>
                        </a:cubicBezTo>
                        <a:cubicBezTo>
                          <a:pt x="22" y="42"/>
                          <a:pt x="21" y="43"/>
                          <a:pt x="21" y="43"/>
                        </a:cubicBezTo>
                        <a:cubicBezTo>
                          <a:pt x="21" y="43"/>
                          <a:pt x="20" y="44"/>
                          <a:pt x="20" y="44"/>
                        </a:cubicBezTo>
                        <a:cubicBezTo>
                          <a:pt x="20" y="44"/>
                          <a:pt x="20" y="45"/>
                          <a:pt x="20" y="45"/>
                        </a:cubicBezTo>
                        <a:cubicBezTo>
                          <a:pt x="20" y="45"/>
                          <a:pt x="20" y="46"/>
                          <a:pt x="20" y="46"/>
                        </a:cubicBezTo>
                        <a:cubicBezTo>
                          <a:pt x="20" y="46"/>
                          <a:pt x="20" y="47"/>
                          <a:pt x="20" y="47"/>
                        </a:cubicBezTo>
                        <a:cubicBezTo>
                          <a:pt x="19" y="48"/>
                          <a:pt x="19" y="48"/>
                          <a:pt x="19" y="48"/>
                        </a:cubicBezTo>
                        <a:cubicBezTo>
                          <a:pt x="19" y="48"/>
                          <a:pt x="18" y="49"/>
                          <a:pt x="17" y="49"/>
                        </a:cubicBezTo>
                        <a:cubicBezTo>
                          <a:pt x="17" y="49"/>
                          <a:pt x="16" y="49"/>
                          <a:pt x="16" y="49"/>
                        </a:cubicBezTo>
                        <a:cubicBezTo>
                          <a:pt x="15" y="50"/>
                          <a:pt x="15" y="50"/>
                          <a:pt x="14" y="50"/>
                        </a:cubicBezTo>
                        <a:cubicBezTo>
                          <a:pt x="14" y="50"/>
                          <a:pt x="13" y="49"/>
                          <a:pt x="13" y="49"/>
                        </a:cubicBezTo>
                        <a:cubicBezTo>
                          <a:pt x="13" y="49"/>
                          <a:pt x="13" y="49"/>
                          <a:pt x="12" y="49"/>
                        </a:cubicBezTo>
                        <a:cubicBezTo>
                          <a:pt x="12" y="49"/>
                          <a:pt x="11" y="48"/>
                          <a:pt x="11" y="48"/>
                        </a:cubicBezTo>
                        <a:cubicBezTo>
                          <a:pt x="11" y="48"/>
                          <a:pt x="10" y="47"/>
                          <a:pt x="10" y="47"/>
                        </a:cubicBezTo>
                        <a:cubicBezTo>
                          <a:pt x="10" y="47"/>
                          <a:pt x="9" y="47"/>
                          <a:pt x="9" y="47"/>
                        </a:cubicBezTo>
                        <a:cubicBezTo>
                          <a:pt x="9" y="47"/>
                          <a:pt x="8" y="47"/>
                          <a:pt x="8" y="47"/>
                        </a:cubicBezTo>
                        <a:cubicBezTo>
                          <a:pt x="8" y="47"/>
                          <a:pt x="8" y="46"/>
                          <a:pt x="8" y="46"/>
                        </a:cubicBezTo>
                        <a:cubicBezTo>
                          <a:pt x="8" y="46"/>
                          <a:pt x="8" y="45"/>
                          <a:pt x="8" y="45"/>
                        </a:cubicBezTo>
                        <a:cubicBezTo>
                          <a:pt x="8" y="45"/>
                          <a:pt x="8" y="44"/>
                          <a:pt x="7" y="44"/>
                        </a:cubicBezTo>
                        <a:cubicBezTo>
                          <a:pt x="7" y="44"/>
                          <a:pt x="7" y="44"/>
                          <a:pt x="7" y="44"/>
                        </a:cubicBezTo>
                        <a:cubicBezTo>
                          <a:pt x="6" y="44"/>
                          <a:pt x="6" y="44"/>
                          <a:pt x="5" y="43"/>
                        </a:cubicBezTo>
                        <a:cubicBezTo>
                          <a:pt x="5" y="43"/>
                          <a:pt x="5" y="43"/>
                          <a:pt x="5" y="43"/>
                        </a:cubicBezTo>
                        <a:cubicBezTo>
                          <a:pt x="4" y="43"/>
                          <a:pt x="4" y="43"/>
                          <a:pt x="3" y="43"/>
                        </a:cubicBezTo>
                        <a:cubicBezTo>
                          <a:pt x="3" y="43"/>
                          <a:pt x="2" y="43"/>
                          <a:pt x="2" y="43"/>
                        </a:cubicBezTo>
                        <a:cubicBezTo>
                          <a:pt x="1" y="42"/>
                          <a:pt x="1" y="42"/>
                          <a:pt x="1" y="42"/>
                        </a:cubicBezTo>
                        <a:cubicBezTo>
                          <a:pt x="0" y="42"/>
                          <a:pt x="0" y="41"/>
                          <a:pt x="0" y="41"/>
                        </a:cubicBezTo>
                        <a:cubicBezTo>
                          <a:pt x="0" y="110"/>
                          <a:pt x="0" y="110"/>
                          <a:pt x="0" y="110"/>
                        </a:cubicBezTo>
                        <a:cubicBezTo>
                          <a:pt x="20" y="110"/>
                          <a:pt x="20" y="110"/>
                          <a:pt x="20" y="110"/>
                        </a:cubicBezTo>
                        <a:cubicBezTo>
                          <a:pt x="20" y="133"/>
                          <a:pt x="20" y="133"/>
                          <a:pt x="20" y="133"/>
                        </a:cubicBezTo>
                        <a:cubicBezTo>
                          <a:pt x="74" y="133"/>
                          <a:pt x="74" y="133"/>
                          <a:pt x="74" y="133"/>
                        </a:cubicBezTo>
                        <a:cubicBezTo>
                          <a:pt x="74" y="133"/>
                          <a:pt x="74" y="133"/>
                          <a:pt x="74" y="133"/>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9" name="Freeform 740">
                    <a:extLst>
                      <a:ext uri="{FF2B5EF4-FFF2-40B4-BE49-F238E27FC236}">
                        <a16:creationId xmlns:a16="http://schemas.microsoft.com/office/drawing/2014/main" id="{1B9A2B7B-FB99-3E71-65D1-8CC80317B048}"/>
                      </a:ext>
                    </a:extLst>
                  </p:cNvPr>
                  <p:cNvSpPr>
                    <a:spLocks noEditPoints="1"/>
                  </p:cNvSpPr>
                  <p:nvPr/>
                </p:nvSpPr>
                <p:spPr bwMode="auto">
                  <a:xfrm>
                    <a:off x="9429750" y="6124575"/>
                    <a:ext cx="133350" cy="153988"/>
                  </a:xfrm>
                  <a:custGeom>
                    <a:avLst/>
                    <a:gdLst>
                      <a:gd name="T0" fmla="*/ 2 w 32"/>
                      <a:gd name="T1" fmla="*/ 0 h 37"/>
                      <a:gd name="T2" fmla="*/ 2 w 32"/>
                      <a:gd name="T3" fmla="*/ 4 h 37"/>
                      <a:gd name="T4" fmla="*/ 1 w 32"/>
                      <a:gd name="T5" fmla="*/ 3 h 37"/>
                      <a:gd name="T6" fmla="*/ 29 w 32"/>
                      <a:gd name="T7" fmla="*/ 6 h 37"/>
                      <a:gd name="T8" fmla="*/ 30 w 32"/>
                      <a:gd name="T9" fmla="*/ 5 h 37"/>
                      <a:gd name="T10" fmla="*/ 31 w 32"/>
                      <a:gd name="T11" fmla="*/ 3 h 37"/>
                      <a:gd name="T12" fmla="*/ 29 w 32"/>
                      <a:gd name="T13" fmla="*/ 1 h 37"/>
                      <a:gd name="T14" fmla="*/ 27 w 32"/>
                      <a:gd name="T15" fmla="*/ 2 h 37"/>
                      <a:gd name="T16" fmla="*/ 29 w 32"/>
                      <a:gd name="T17" fmla="*/ 4 h 37"/>
                      <a:gd name="T18" fmla="*/ 30 w 32"/>
                      <a:gd name="T19" fmla="*/ 8 h 37"/>
                      <a:gd name="T20" fmla="*/ 31 w 32"/>
                      <a:gd name="T21" fmla="*/ 8 h 37"/>
                      <a:gd name="T22" fmla="*/ 32 w 32"/>
                      <a:gd name="T23" fmla="*/ 8 h 37"/>
                      <a:gd name="T24" fmla="*/ 31 w 32"/>
                      <a:gd name="T25" fmla="*/ 6 h 37"/>
                      <a:gd name="T26" fmla="*/ 30 w 32"/>
                      <a:gd name="T27" fmla="*/ 7 h 37"/>
                      <a:gd name="T28" fmla="*/ 30 w 32"/>
                      <a:gd name="T29" fmla="*/ 8 h 37"/>
                      <a:gd name="T30" fmla="*/ 21 w 32"/>
                      <a:gd name="T31" fmla="*/ 37 h 37"/>
                      <a:gd name="T32" fmla="*/ 22 w 32"/>
                      <a:gd name="T33" fmla="*/ 35 h 37"/>
                      <a:gd name="T34" fmla="*/ 22 w 32"/>
                      <a:gd name="T35" fmla="*/ 33 h 37"/>
                      <a:gd name="T36" fmla="*/ 24 w 32"/>
                      <a:gd name="T37" fmla="*/ 32 h 37"/>
                      <a:gd name="T38" fmla="*/ 24 w 32"/>
                      <a:gd name="T39" fmla="*/ 31 h 37"/>
                      <a:gd name="T40" fmla="*/ 26 w 32"/>
                      <a:gd name="T41" fmla="*/ 30 h 37"/>
                      <a:gd name="T42" fmla="*/ 27 w 32"/>
                      <a:gd name="T43" fmla="*/ 30 h 37"/>
                      <a:gd name="T44" fmla="*/ 26 w 32"/>
                      <a:gd name="T45" fmla="*/ 31 h 37"/>
                      <a:gd name="T46" fmla="*/ 27 w 32"/>
                      <a:gd name="T47" fmla="*/ 32 h 37"/>
                      <a:gd name="T48" fmla="*/ 29 w 32"/>
                      <a:gd name="T49" fmla="*/ 32 h 37"/>
                      <a:gd name="T50" fmla="*/ 28 w 32"/>
                      <a:gd name="T51" fmla="*/ 29 h 37"/>
                      <a:gd name="T52" fmla="*/ 28 w 32"/>
                      <a:gd name="T53" fmla="*/ 27 h 37"/>
                      <a:gd name="T54" fmla="*/ 29 w 32"/>
                      <a:gd name="T55" fmla="*/ 23 h 37"/>
                      <a:gd name="T56" fmla="*/ 31 w 32"/>
                      <a:gd name="T57" fmla="*/ 24 h 37"/>
                      <a:gd name="T58" fmla="*/ 31 w 32"/>
                      <a:gd name="T59" fmla="*/ 21 h 37"/>
                      <a:gd name="T60" fmla="*/ 30 w 32"/>
                      <a:gd name="T61" fmla="*/ 17 h 37"/>
                      <a:gd name="T62" fmla="*/ 31 w 32"/>
                      <a:gd name="T63" fmla="*/ 14 h 37"/>
                      <a:gd name="T64" fmla="*/ 30 w 32"/>
                      <a:gd name="T65" fmla="*/ 11 h 37"/>
                      <a:gd name="T66" fmla="*/ 28 w 32"/>
                      <a:gd name="T67" fmla="*/ 11 h 37"/>
                      <a:gd name="T68" fmla="*/ 24 w 32"/>
                      <a:gd name="T69" fmla="*/ 12 h 37"/>
                      <a:gd name="T70" fmla="*/ 21 w 32"/>
                      <a:gd name="T71" fmla="*/ 13 h 37"/>
                      <a:gd name="T72" fmla="*/ 10 w 32"/>
                      <a:gd name="T73" fmla="*/ 11 h 37"/>
                      <a:gd name="T74" fmla="*/ 7 w 32"/>
                      <a:gd name="T75" fmla="*/ 10 h 37"/>
                      <a:gd name="T76" fmla="*/ 6 w 32"/>
                      <a:gd name="T77" fmla="*/ 15 h 37"/>
                      <a:gd name="T78" fmla="*/ 8 w 32"/>
                      <a:gd name="T79" fmla="*/ 19 h 37"/>
                      <a:gd name="T80" fmla="*/ 10 w 32"/>
                      <a:gd name="T81" fmla="*/ 24 h 37"/>
                      <a:gd name="T82" fmla="*/ 12 w 32"/>
                      <a:gd name="T83" fmla="*/ 25 h 37"/>
                      <a:gd name="T84" fmla="*/ 11 w 32"/>
                      <a:gd name="T85" fmla="*/ 27 h 37"/>
                      <a:gd name="T86" fmla="*/ 12 w 32"/>
                      <a:gd name="T87" fmla="*/ 30 h 37"/>
                      <a:gd name="T88" fmla="*/ 15 w 32"/>
                      <a:gd name="T89" fmla="*/ 33 h 37"/>
                      <a:gd name="T90" fmla="*/ 16 w 32"/>
                      <a:gd name="T91" fmla="*/ 36 h 37"/>
                      <a:gd name="T92" fmla="*/ 21 w 32"/>
                      <a:gd name="T93" fmla="*/ 37 h 37"/>
                      <a:gd name="T94" fmla="*/ 30 w 32"/>
                      <a:gd name="T95" fmla="*/ 27 h 37"/>
                      <a:gd name="T96" fmla="*/ 29 w 32"/>
                      <a:gd name="T97" fmla="*/ 27 h 37"/>
                      <a:gd name="T98" fmla="*/ 29 w 32"/>
                      <a:gd name="T99" fmla="*/ 27 h 37"/>
                      <a:gd name="T100" fmla="*/ 31 w 32"/>
                      <a:gd name="T101" fmla="*/ 24 h 37"/>
                      <a:gd name="T102" fmla="*/ 31 w 32"/>
                      <a:gd name="T103" fmla="*/ 24 h 37"/>
                      <a:gd name="T104" fmla="*/ 24 w 32"/>
                      <a:gd name="T105" fmla="*/ 35 h 37"/>
                      <a:gd name="T106" fmla="*/ 24 w 32"/>
                      <a:gd name="T107" fmla="*/ 34 h 37"/>
                      <a:gd name="T108" fmla="*/ 24 w 32"/>
                      <a:gd name="T109" fmla="*/ 34 h 37"/>
                      <a:gd name="T110" fmla="*/ 24 w 32"/>
                      <a:gd name="T111" fmla="*/ 35 h 37"/>
                      <a:gd name="T112" fmla="*/ 7 w 32"/>
                      <a:gd name="T113" fmla="*/ 8 h 37"/>
                      <a:gd name="T114" fmla="*/ 8 w 32"/>
                      <a:gd name="T115" fmla="*/ 7 h 37"/>
                      <a:gd name="T116" fmla="*/ 8 w 32"/>
                      <a:gd name="T117"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 h="37">
                        <a:moveTo>
                          <a:pt x="1" y="1"/>
                        </a:moveTo>
                        <a:cubicBezTo>
                          <a:pt x="1" y="1"/>
                          <a:pt x="1" y="1"/>
                          <a:pt x="1" y="1"/>
                        </a:cubicBezTo>
                        <a:cubicBezTo>
                          <a:pt x="1" y="1"/>
                          <a:pt x="1" y="1"/>
                          <a:pt x="1" y="1"/>
                        </a:cubicBezTo>
                        <a:cubicBezTo>
                          <a:pt x="1" y="0"/>
                          <a:pt x="1" y="0"/>
                          <a:pt x="1" y="0"/>
                        </a:cubicBezTo>
                        <a:cubicBezTo>
                          <a:pt x="1" y="0"/>
                          <a:pt x="1" y="0"/>
                          <a:pt x="1" y="0"/>
                        </a:cubicBezTo>
                        <a:cubicBezTo>
                          <a:pt x="1" y="0"/>
                          <a:pt x="1" y="0"/>
                          <a:pt x="2" y="0"/>
                        </a:cubicBezTo>
                        <a:cubicBezTo>
                          <a:pt x="2" y="0"/>
                          <a:pt x="2" y="0"/>
                          <a:pt x="2" y="0"/>
                        </a:cubicBezTo>
                        <a:cubicBezTo>
                          <a:pt x="2" y="0"/>
                          <a:pt x="2" y="0"/>
                          <a:pt x="2" y="0"/>
                        </a:cubicBezTo>
                        <a:cubicBezTo>
                          <a:pt x="2" y="1"/>
                          <a:pt x="2" y="1"/>
                          <a:pt x="2" y="1"/>
                        </a:cubicBezTo>
                        <a:cubicBezTo>
                          <a:pt x="3" y="2"/>
                          <a:pt x="3" y="2"/>
                          <a:pt x="2" y="3"/>
                        </a:cubicBezTo>
                        <a:cubicBezTo>
                          <a:pt x="2" y="3"/>
                          <a:pt x="2" y="3"/>
                          <a:pt x="2" y="4"/>
                        </a:cubicBezTo>
                        <a:cubicBezTo>
                          <a:pt x="2" y="4"/>
                          <a:pt x="2" y="4"/>
                          <a:pt x="2" y="4"/>
                        </a:cubicBezTo>
                        <a:cubicBezTo>
                          <a:pt x="2" y="4"/>
                          <a:pt x="1" y="4"/>
                          <a:pt x="1" y="4"/>
                        </a:cubicBezTo>
                        <a:cubicBezTo>
                          <a:pt x="1" y="4"/>
                          <a:pt x="1" y="4"/>
                          <a:pt x="1" y="4"/>
                        </a:cubicBezTo>
                        <a:cubicBezTo>
                          <a:pt x="1" y="4"/>
                          <a:pt x="1" y="4"/>
                          <a:pt x="1" y="4"/>
                        </a:cubicBezTo>
                        <a:cubicBezTo>
                          <a:pt x="1" y="4"/>
                          <a:pt x="1" y="4"/>
                          <a:pt x="1" y="4"/>
                        </a:cubicBezTo>
                        <a:cubicBezTo>
                          <a:pt x="1" y="4"/>
                          <a:pt x="1" y="3"/>
                          <a:pt x="1" y="3"/>
                        </a:cubicBezTo>
                        <a:cubicBezTo>
                          <a:pt x="1" y="3"/>
                          <a:pt x="1" y="3"/>
                          <a:pt x="1" y="3"/>
                        </a:cubicBezTo>
                        <a:cubicBezTo>
                          <a:pt x="1" y="3"/>
                          <a:pt x="0" y="2"/>
                          <a:pt x="1" y="1"/>
                        </a:cubicBezTo>
                        <a:close/>
                        <a:moveTo>
                          <a:pt x="29" y="4"/>
                        </a:moveTo>
                        <a:cubicBezTo>
                          <a:pt x="29" y="4"/>
                          <a:pt x="29" y="5"/>
                          <a:pt x="29" y="5"/>
                        </a:cubicBezTo>
                        <a:cubicBezTo>
                          <a:pt x="29" y="5"/>
                          <a:pt x="29" y="5"/>
                          <a:pt x="29" y="5"/>
                        </a:cubicBezTo>
                        <a:cubicBezTo>
                          <a:pt x="29" y="5"/>
                          <a:pt x="29" y="6"/>
                          <a:pt x="29" y="6"/>
                        </a:cubicBezTo>
                        <a:cubicBezTo>
                          <a:pt x="29" y="6"/>
                          <a:pt x="29" y="6"/>
                          <a:pt x="29" y="6"/>
                        </a:cubicBezTo>
                        <a:cubicBezTo>
                          <a:pt x="29" y="6"/>
                          <a:pt x="29" y="6"/>
                          <a:pt x="29" y="6"/>
                        </a:cubicBezTo>
                        <a:cubicBezTo>
                          <a:pt x="30" y="6"/>
                          <a:pt x="30" y="6"/>
                          <a:pt x="30" y="6"/>
                        </a:cubicBezTo>
                        <a:cubicBezTo>
                          <a:pt x="30" y="6"/>
                          <a:pt x="30" y="6"/>
                          <a:pt x="30" y="6"/>
                        </a:cubicBezTo>
                        <a:cubicBezTo>
                          <a:pt x="30" y="6"/>
                          <a:pt x="30" y="6"/>
                          <a:pt x="30" y="6"/>
                        </a:cubicBezTo>
                        <a:cubicBezTo>
                          <a:pt x="30" y="6"/>
                          <a:pt x="30" y="5"/>
                          <a:pt x="30" y="5"/>
                        </a:cubicBezTo>
                        <a:cubicBezTo>
                          <a:pt x="30" y="5"/>
                          <a:pt x="30" y="5"/>
                          <a:pt x="30" y="5"/>
                        </a:cubicBezTo>
                        <a:cubicBezTo>
                          <a:pt x="30" y="5"/>
                          <a:pt x="30" y="5"/>
                          <a:pt x="30" y="5"/>
                        </a:cubicBezTo>
                        <a:cubicBezTo>
                          <a:pt x="31" y="5"/>
                          <a:pt x="31" y="5"/>
                          <a:pt x="31" y="5"/>
                        </a:cubicBezTo>
                        <a:cubicBezTo>
                          <a:pt x="31" y="5"/>
                          <a:pt x="31" y="5"/>
                          <a:pt x="31" y="5"/>
                        </a:cubicBezTo>
                        <a:cubicBezTo>
                          <a:pt x="31" y="4"/>
                          <a:pt x="31" y="4"/>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2"/>
                          <a:pt x="30" y="2"/>
                        </a:cubicBezTo>
                        <a:cubicBezTo>
                          <a:pt x="29" y="2"/>
                          <a:pt x="29" y="2"/>
                          <a:pt x="29" y="2"/>
                        </a:cubicBezTo>
                        <a:cubicBezTo>
                          <a:pt x="29" y="2"/>
                          <a:pt x="29" y="2"/>
                          <a:pt x="29" y="2"/>
                        </a:cubicBezTo>
                        <a:cubicBezTo>
                          <a:pt x="29" y="2"/>
                          <a:pt x="29" y="1"/>
                          <a:pt x="29" y="1"/>
                        </a:cubicBezTo>
                        <a:cubicBezTo>
                          <a:pt x="29" y="1"/>
                          <a:pt x="29" y="1"/>
                          <a:pt x="28" y="1"/>
                        </a:cubicBezTo>
                        <a:cubicBezTo>
                          <a:pt x="28" y="1"/>
                          <a:pt x="28" y="1"/>
                          <a:pt x="28" y="1"/>
                        </a:cubicBezTo>
                        <a:cubicBezTo>
                          <a:pt x="28" y="1"/>
                          <a:pt x="28" y="1"/>
                          <a:pt x="28" y="2"/>
                        </a:cubicBezTo>
                        <a:cubicBezTo>
                          <a:pt x="28" y="2"/>
                          <a:pt x="28" y="2"/>
                          <a:pt x="28" y="2"/>
                        </a:cubicBezTo>
                        <a:cubicBezTo>
                          <a:pt x="28" y="2"/>
                          <a:pt x="27" y="2"/>
                          <a:pt x="27" y="2"/>
                        </a:cubicBezTo>
                        <a:cubicBezTo>
                          <a:pt x="27" y="2"/>
                          <a:pt x="27" y="2"/>
                          <a:pt x="27" y="2"/>
                        </a:cubicBezTo>
                        <a:cubicBezTo>
                          <a:pt x="27"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9" y="4"/>
                          <a:pt x="28" y="4"/>
                          <a:pt x="29" y="4"/>
                        </a:cubicBezTo>
                        <a:cubicBezTo>
                          <a:pt x="29" y="4"/>
                          <a:pt x="29" y="4"/>
                          <a:pt x="29" y="4"/>
                        </a:cubicBezTo>
                        <a:close/>
                        <a:moveTo>
                          <a:pt x="29" y="7"/>
                        </a:moveTo>
                        <a:cubicBezTo>
                          <a:pt x="29" y="7"/>
                          <a:pt x="29" y="7"/>
                          <a:pt x="29" y="7"/>
                        </a:cubicBezTo>
                        <a:cubicBezTo>
                          <a:pt x="29" y="7"/>
                          <a:pt x="29" y="8"/>
                          <a:pt x="29" y="8"/>
                        </a:cubicBezTo>
                        <a:cubicBezTo>
                          <a:pt x="30" y="8"/>
                          <a:pt x="30" y="8"/>
                          <a:pt x="30" y="8"/>
                        </a:cubicBezTo>
                        <a:cubicBezTo>
                          <a:pt x="30" y="8"/>
                          <a:pt x="30" y="8"/>
                          <a:pt x="30" y="8"/>
                        </a:cubicBezTo>
                        <a:cubicBezTo>
                          <a:pt x="30" y="8"/>
                          <a:pt x="31" y="8"/>
                          <a:pt x="31" y="7"/>
                        </a:cubicBezTo>
                        <a:cubicBezTo>
                          <a:pt x="31" y="7"/>
                          <a:pt x="31" y="7"/>
                          <a:pt x="31" y="7"/>
                        </a:cubicBezTo>
                        <a:cubicBezTo>
                          <a:pt x="31" y="7"/>
                          <a:pt x="31" y="7"/>
                          <a:pt x="31" y="7"/>
                        </a:cubicBezTo>
                        <a:cubicBezTo>
                          <a:pt x="31" y="7"/>
                          <a:pt x="31" y="7"/>
                          <a:pt x="31" y="7"/>
                        </a:cubicBezTo>
                        <a:cubicBezTo>
                          <a:pt x="31" y="7"/>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2" y="8"/>
                          <a:pt x="32" y="8"/>
                          <a:pt x="32" y="8"/>
                        </a:cubicBezTo>
                        <a:cubicBezTo>
                          <a:pt x="32" y="8"/>
                          <a:pt x="32" y="8"/>
                          <a:pt x="32" y="8"/>
                        </a:cubicBezTo>
                        <a:cubicBezTo>
                          <a:pt x="32" y="7"/>
                          <a:pt x="32" y="7"/>
                          <a:pt x="32" y="7"/>
                        </a:cubicBezTo>
                        <a:cubicBezTo>
                          <a:pt x="32" y="7"/>
                          <a:pt x="32" y="7"/>
                          <a:pt x="32" y="7"/>
                        </a:cubicBezTo>
                        <a:cubicBezTo>
                          <a:pt x="32" y="7"/>
                          <a:pt x="32" y="7"/>
                          <a:pt x="32" y="7"/>
                        </a:cubicBezTo>
                        <a:cubicBezTo>
                          <a:pt x="32" y="7"/>
                          <a:pt x="32" y="7"/>
                          <a:pt x="32" y="7"/>
                        </a:cubicBezTo>
                        <a:cubicBezTo>
                          <a:pt x="32" y="7"/>
                          <a:pt x="31" y="7"/>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0" y="6"/>
                        </a:cubicBezTo>
                        <a:cubicBezTo>
                          <a:pt x="30" y="6"/>
                          <a:pt x="30" y="6"/>
                          <a:pt x="30" y="6"/>
                        </a:cubicBezTo>
                        <a:cubicBezTo>
                          <a:pt x="30" y="7"/>
                          <a:pt x="30" y="7"/>
                          <a:pt x="30" y="7"/>
                        </a:cubicBezTo>
                        <a:cubicBezTo>
                          <a:pt x="30" y="7"/>
                          <a:pt x="29" y="7"/>
                          <a:pt x="29" y="7"/>
                        </a:cubicBezTo>
                        <a:cubicBezTo>
                          <a:pt x="29" y="7"/>
                          <a:pt x="29" y="7"/>
                          <a:pt x="29" y="7"/>
                        </a:cubicBezTo>
                        <a:cubicBezTo>
                          <a:pt x="29" y="7"/>
                          <a:pt x="29" y="7"/>
                          <a:pt x="29" y="7"/>
                        </a:cubicBezTo>
                        <a:cubicBezTo>
                          <a:pt x="29" y="7"/>
                          <a:pt x="29" y="7"/>
                          <a:pt x="29" y="7"/>
                        </a:cubicBezTo>
                        <a:cubicBezTo>
                          <a:pt x="29" y="7"/>
                          <a:pt x="29" y="7"/>
                          <a:pt x="29" y="7"/>
                        </a:cubicBezTo>
                        <a:close/>
                        <a:moveTo>
                          <a:pt x="30" y="8"/>
                        </a:moveTo>
                        <a:cubicBezTo>
                          <a:pt x="30" y="8"/>
                          <a:pt x="30" y="8"/>
                          <a:pt x="30" y="8"/>
                        </a:cubicBezTo>
                        <a:cubicBezTo>
                          <a:pt x="30" y="8"/>
                          <a:pt x="30" y="8"/>
                          <a:pt x="30" y="8"/>
                        </a:cubicBezTo>
                        <a:cubicBezTo>
                          <a:pt x="30" y="8"/>
                          <a:pt x="30" y="8"/>
                          <a:pt x="30" y="8"/>
                        </a:cubicBezTo>
                        <a:cubicBezTo>
                          <a:pt x="30" y="8"/>
                          <a:pt x="30" y="9"/>
                          <a:pt x="30" y="9"/>
                        </a:cubicBezTo>
                        <a:cubicBezTo>
                          <a:pt x="30" y="8"/>
                          <a:pt x="30" y="8"/>
                          <a:pt x="30" y="8"/>
                        </a:cubicBezTo>
                        <a:close/>
                        <a:moveTo>
                          <a:pt x="21" y="37"/>
                        </a:moveTo>
                        <a:cubicBezTo>
                          <a:pt x="21" y="37"/>
                          <a:pt x="21" y="37"/>
                          <a:pt x="21" y="37"/>
                        </a:cubicBezTo>
                        <a:cubicBezTo>
                          <a:pt x="21" y="37"/>
                          <a:pt x="21" y="36"/>
                          <a:pt x="21" y="36"/>
                        </a:cubicBezTo>
                        <a:cubicBezTo>
                          <a:pt x="21" y="36"/>
                          <a:pt x="21" y="36"/>
                          <a:pt x="21" y="36"/>
                        </a:cubicBezTo>
                        <a:cubicBezTo>
                          <a:pt x="21" y="35"/>
                          <a:pt x="22" y="35"/>
                          <a:pt x="22" y="35"/>
                        </a:cubicBezTo>
                        <a:cubicBezTo>
                          <a:pt x="22" y="35"/>
                          <a:pt x="22" y="35"/>
                          <a:pt x="22" y="35"/>
                        </a:cubicBezTo>
                        <a:cubicBezTo>
                          <a:pt x="22" y="35"/>
                          <a:pt x="22" y="35"/>
                          <a:pt x="22" y="35"/>
                        </a:cubicBezTo>
                        <a:cubicBezTo>
                          <a:pt x="22" y="34"/>
                          <a:pt x="22" y="34"/>
                          <a:pt x="22" y="34"/>
                        </a:cubicBezTo>
                        <a:cubicBezTo>
                          <a:pt x="22" y="34"/>
                          <a:pt x="22" y="34"/>
                          <a:pt x="22" y="34"/>
                        </a:cubicBezTo>
                        <a:cubicBezTo>
                          <a:pt x="22" y="34"/>
                          <a:pt x="22" y="33"/>
                          <a:pt x="22" y="33"/>
                        </a:cubicBezTo>
                        <a:cubicBezTo>
                          <a:pt x="22" y="33"/>
                          <a:pt x="23" y="33"/>
                          <a:pt x="23" y="33"/>
                        </a:cubicBezTo>
                        <a:cubicBezTo>
                          <a:pt x="22" y="33"/>
                          <a:pt x="22" y="33"/>
                          <a:pt x="22" y="33"/>
                        </a:cubicBezTo>
                        <a:cubicBezTo>
                          <a:pt x="22" y="33"/>
                          <a:pt x="22" y="33"/>
                          <a:pt x="22" y="33"/>
                        </a:cubicBezTo>
                        <a:cubicBezTo>
                          <a:pt x="22" y="33"/>
                          <a:pt x="23" y="33"/>
                          <a:pt x="23" y="33"/>
                        </a:cubicBezTo>
                        <a:cubicBezTo>
                          <a:pt x="23" y="33"/>
                          <a:pt x="23" y="33"/>
                          <a:pt x="23" y="33"/>
                        </a:cubicBezTo>
                        <a:cubicBezTo>
                          <a:pt x="23" y="33"/>
                          <a:pt x="23" y="33"/>
                          <a:pt x="23" y="33"/>
                        </a:cubicBezTo>
                        <a:cubicBezTo>
                          <a:pt x="23" y="33"/>
                          <a:pt x="24" y="33"/>
                          <a:pt x="24" y="33"/>
                        </a:cubicBezTo>
                        <a:cubicBezTo>
                          <a:pt x="24" y="33"/>
                          <a:pt x="24" y="33"/>
                          <a:pt x="24" y="33"/>
                        </a:cubicBezTo>
                        <a:cubicBezTo>
                          <a:pt x="24" y="32"/>
                          <a:pt x="24" y="32"/>
                          <a:pt x="24" y="32"/>
                        </a:cubicBezTo>
                        <a:cubicBezTo>
                          <a:pt x="24" y="32"/>
                          <a:pt x="24" y="32"/>
                          <a:pt x="24" y="32"/>
                        </a:cubicBezTo>
                        <a:cubicBezTo>
                          <a:pt x="24" y="32"/>
                          <a:pt x="24" y="32"/>
                          <a:pt x="24" y="32"/>
                        </a:cubicBezTo>
                        <a:cubicBezTo>
                          <a:pt x="25" y="32"/>
                          <a:pt x="25" y="33"/>
                          <a:pt x="25" y="33"/>
                        </a:cubicBezTo>
                        <a:cubicBezTo>
                          <a:pt x="25" y="33"/>
                          <a:pt x="25" y="33"/>
                          <a:pt x="25" y="33"/>
                        </a:cubicBezTo>
                        <a:cubicBezTo>
                          <a:pt x="25" y="33"/>
                          <a:pt x="25" y="32"/>
                          <a:pt x="25" y="32"/>
                        </a:cubicBezTo>
                        <a:cubicBezTo>
                          <a:pt x="25" y="32"/>
                          <a:pt x="25" y="32"/>
                          <a:pt x="24" y="31"/>
                        </a:cubicBezTo>
                        <a:cubicBezTo>
                          <a:pt x="24" y="31"/>
                          <a:pt x="24" y="30"/>
                          <a:pt x="24" y="30"/>
                        </a:cubicBezTo>
                        <a:cubicBezTo>
                          <a:pt x="24" y="30"/>
                          <a:pt x="24" y="30"/>
                          <a:pt x="24" y="30"/>
                        </a:cubicBezTo>
                        <a:cubicBezTo>
                          <a:pt x="24" y="30"/>
                          <a:pt x="25" y="30"/>
                          <a:pt x="25" y="30"/>
                        </a:cubicBezTo>
                        <a:cubicBezTo>
                          <a:pt x="25" y="30"/>
                          <a:pt x="25" y="30"/>
                          <a:pt x="25" y="30"/>
                        </a:cubicBezTo>
                        <a:cubicBezTo>
                          <a:pt x="25" y="30"/>
                          <a:pt x="25" y="30"/>
                          <a:pt x="25" y="30"/>
                        </a:cubicBezTo>
                        <a:cubicBezTo>
                          <a:pt x="25" y="31"/>
                          <a:pt x="26" y="30"/>
                          <a:pt x="26" y="30"/>
                        </a:cubicBezTo>
                        <a:cubicBezTo>
                          <a:pt x="26" y="30"/>
                          <a:pt x="26" y="30"/>
                          <a:pt x="25" y="30"/>
                        </a:cubicBezTo>
                        <a:cubicBezTo>
                          <a:pt x="25" y="30"/>
                          <a:pt x="25" y="30"/>
                          <a:pt x="26" y="30"/>
                        </a:cubicBezTo>
                        <a:cubicBezTo>
                          <a:pt x="26" y="29"/>
                          <a:pt x="26" y="29"/>
                          <a:pt x="26" y="29"/>
                        </a:cubicBezTo>
                        <a:cubicBezTo>
                          <a:pt x="26" y="29"/>
                          <a:pt x="26" y="29"/>
                          <a:pt x="26" y="29"/>
                        </a:cubicBezTo>
                        <a:cubicBezTo>
                          <a:pt x="26" y="29"/>
                          <a:pt x="26" y="30"/>
                          <a:pt x="27" y="30"/>
                        </a:cubicBezTo>
                        <a:cubicBezTo>
                          <a:pt x="27" y="30"/>
                          <a:pt x="27" y="30"/>
                          <a:pt x="27" y="30"/>
                        </a:cubicBezTo>
                        <a:cubicBezTo>
                          <a:pt x="27" y="30"/>
                          <a:pt x="28" y="30"/>
                          <a:pt x="28" y="30"/>
                        </a:cubicBezTo>
                        <a:cubicBezTo>
                          <a:pt x="28" y="30"/>
                          <a:pt x="28" y="30"/>
                          <a:pt x="28" y="30"/>
                        </a:cubicBezTo>
                        <a:cubicBezTo>
                          <a:pt x="28" y="31"/>
                          <a:pt x="28" y="31"/>
                          <a:pt x="28" y="31"/>
                        </a:cubicBezTo>
                        <a:cubicBezTo>
                          <a:pt x="28" y="31"/>
                          <a:pt x="27" y="31"/>
                          <a:pt x="27" y="31"/>
                        </a:cubicBezTo>
                        <a:cubicBezTo>
                          <a:pt x="27" y="31"/>
                          <a:pt x="27" y="31"/>
                          <a:pt x="27" y="30"/>
                        </a:cubicBezTo>
                        <a:cubicBezTo>
                          <a:pt x="27" y="30"/>
                          <a:pt x="26" y="31"/>
                          <a:pt x="26" y="31"/>
                        </a:cubicBezTo>
                        <a:cubicBezTo>
                          <a:pt x="26" y="31"/>
                          <a:pt x="26" y="31"/>
                          <a:pt x="27" y="32"/>
                        </a:cubicBezTo>
                        <a:cubicBezTo>
                          <a:pt x="27" y="32"/>
                          <a:pt x="27" y="32"/>
                          <a:pt x="27" y="32"/>
                        </a:cubicBezTo>
                        <a:cubicBezTo>
                          <a:pt x="27" y="32"/>
                          <a:pt x="27" y="32"/>
                          <a:pt x="27" y="32"/>
                        </a:cubicBezTo>
                        <a:cubicBezTo>
                          <a:pt x="27" y="32"/>
                          <a:pt x="27" y="32"/>
                          <a:pt x="27" y="32"/>
                        </a:cubicBezTo>
                        <a:cubicBezTo>
                          <a:pt x="27" y="32"/>
                          <a:pt x="27" y="32"/>
                          <a:pt x="27" y="32"/>
                        </a:cubicBezTo>
                        <a:cubicBezTo>
                          <a:pt x="27" y="32"/>
                          <a:pt x="27" y="32"/>
                          <a:pt x="27" y="32"/>
                        </a:cubicBezTo>
                        <a:cubicBezTo>
                          <a:pt x="27" y="32"/>
                          <a:pt x="27" y="32"/>
                          <a:pt x="27" y="32"/>
                        </a:cubicBezTo>
                        <a:cubicBezTo>
                          <a:pt x="27" y="33"/>
                          <a:pt x="27" y="33"/>
                          <a:pt x="27" y="33"/>
                        </a:cubicBezTo>
                        <a:cubicBezTo>
                          <a:pt x="27" y="33"/>
                          <a:pt x="28" y="33"/>
                          <a:pt x="28" y="32"/>
                        </a:cubicBezTo>
                        <a:cubicBezTo>
                          <a:pt x="28" y="32"/>
                          <a:pt x="28" y="33"/>
                          <a:pt x="29" y="33"/>
                        </a:cubicBezTo>
                        <a:cubicBezTo>
                          <a:pt x="29" y="33"/>
                          <a:pt x="29" y="33"/>
                          <a:pt x="29" y="33"/>
                        </a:cubicBezTo>
                        <a:cubicBezTo>
                          <a:pt x="29" y="33"/>
                          <a:pt x="29" y="32"/>
                          <a:pt x="29" y="32"/>
                        </a:cubicBezTo>
                        <a:cubicBezTo>
                          <a:pt x="29" y="32"/>
                          <a:pt x="29" y="32"/>
                          <a:pt x="29" y="32"/>
                        </a:cubicBezTo>
                        <a:cubicBezTo>
                          <a:pt x="28" y="31"/>
                          <a:pt x="29" y="31"/>
                          <a:pt x="29" y="31"/>
                        </a:cubicBezTo>
                        <a:cubicBezTo>
                          <a:pt x="29" y="30"/>
                          <a:pt x="29" y="30"/>
                          <a:pt x="29" y="30"/>
                        </a:cubicBezTo>
                        <a:cubicBezTo>
                          <a:pt x="29" y="30"/>
                          <a:pt x="29" y="30"/>
                          <a:pt x="28" y="30"/>
                        </a:cubicBezTo>
                        <a:cubicBezTo>
                          <a:pt x="28" y="30"/>
                          <a:pt x="28" y="29"/>
                          <a:pt x="28" y="29"/>
                        </a:cubicBezTo>
                        <a:cubicBezTo>
                          <a:pt x="28" y="29"/>
                          <a:pt x="28" y="29"/>
                          <a:pt x="28" y="29"/>
                        </a:cubicBezTo>
                        <a:cubicBezTo>
                          <a:pt x="28" y="30"/>
                          <a:pt x="28" y="30"/>
                          <a:pt x="28" y="30"/>
                        </a:cubicBezTo>
                        <a:cubicBezTo>
                          <a:pt x="28" y="30"/>
                          <a:pt x="28" y="29"/>
                          <a:pt x="28" y="29"/>
                        </a:cubicBezTo>
                        <a:cubicBezTo>
                          <a:pt x="28" y="29"/>
                          <a:pt x="28" y="29"/>
                          <a:pt x="28" y="29"/>
                        </a:cubicBezTo>
                        <a:cubicBezTo>
                          <a:pt x="28" y="29"/>
                          <a:pt x="28" y="28"/>
                          <a:pt x="28" y="28"/>
                        </a:cubicBezTo>
                        <a:cubicBezTo>
                          <a:pt x="28" y="28"/>
                          <a:pt x="28" y="27"/>
                          <a:pt x="28" y="27"/>
                        </a:cubicBezTo>
                        <a:cubicBezTo>
                          <a:pt x="28" y="27"/>
                          <a:pt x="28" y="27"/>
                          <a:pt x="28" y="27"/>
                        </a:cubicBezTo>
                        <a:cubicBezTo>
                          <a:pt x="28" y="27"/>
                          <a:pt x="28" y="27"/>
                          <a:pt x="28" y="26"/>
                        </a:cubicBezTo>
                        <a:cubicBezTo>
                          <a:pt x="28" y="26"/>
                          <a:pt x="28" y="26"/>
                          <a:pt x="28" y="26"/>
                        </a:cubicBezTo>
                        <a:cubicBezTo>
                          <a:pt x="29" y="26"/>
                          <a:pt x="29" y="26"/>
                          <a:pt x="29" y="26"/>
                        </a:cubicBezTo>
                        <a:cubicBezTo>
                          <a:pt x="29" y="26"/>
                          <a:pt x="29" y="26"/>
                          <a:pt x="29" y="26"/>
                        </a:cubicBezTo>
                        <a:cubicBezTo>
                          <a:pt x="29" y="25"/>
                          <a:pt x="29" y="24"/>
                          <a:pt x="29" y="24"/>
                        </a:cubicBezTo>
                        <a:cubicBezTo>
                          <a:pt x="29" y="23"/>
                          <a:pt x="29" y="23"/>
                          <a:pt x="29" y="23"/>
                        </a:cubicBezTo>
                        <a:cubicBezTo>
                          <a:pt x="29" y="23"/>
                          <a:pt x="29" y="23"/>
                          <a:pt x="29" y="23"/>
                        </a:cubicBezTo>
                        <a:cubicBezTo>
                          <a:pt x="29" y="22"/>
                          <a:pt x="29" y="22"/>
                          <a:pt x="30" y="22"/>
                        </a:cubicBezTo>
                        <a:cubicBezTo>
                          <a:pt x="30" y="22"/>
                          <a:pt x="30" y="22"/>
                          <a:pt x="31" y="23"/>
                        </a:cubicBezTo>
                        <a:cubicBezTo>
                          <a:pt x="31" y="23"/>
                          <a:pt x="31" y="23"/>
                          <a:pt x="31" y="23"/>
                        </a:cubicBezTo>
                        <a:cubicBezTo>
                          <a:pt x="31" y="23"/>
                          <a:pt x="31" y="23"/>
                          <a:pt x="31" y="23"/>
                        </a:cubicBezTo>
                        <a:cubicBezTo>
                          <a:pt x="31" y="23"/>
                          <a:pt x="31" y="23"/>
                          <a:pt x="31" y="24"/>
                        </a:cubicBezTo>
                        <a:cubicBezTo>
                          <a:pt x="31" y="24"/>
                          <a:pt x="31" y="24"/>
                          <a:pt x="31" y="24"/>
                        </a:cubicBezTo>
                        <a:cubicBezTo>
                          <a:pt x="31" y="24"/>
                          <a:pt x="31" y="24"/>
                          <a:pt x="31" y="24"/>
                        </a:cubicBezTo>
                        <a:cubicBezTo>
                          <a:pt x="31" y="23"/>
                          <a:pt x="31" y="23"/>
                          <a:pt x="31" y="23"/>
                        </a:cubicBezTo>
                        <a:cubicBezTo>
                          <a:pt x="31" y="23"/>
                          <a:pt x="31" y="23"/>
                          <a:pt x="31" y="22"/>
                        </a:cubicBezTo>
                        <a:cubicBezTo>
                          <a:pt x="31" y="22"/>
                          <a:pt x="31" y="22"/>
                          <a:pt x="31" y="22"/>
                        </a:cubicBezTo>
                        <a:cubicBezTo>
                          <a:pt x="31" y="22"/>
                          <a:pt x="31" y="22"/>
                          <a:pt x="31" y="21"/>
                        </a:cubicBezTo>
                        <a:cubicBezTo>
                          <a:pt x="31" y="21"/>
                          <a:pt x="31" y="20"/>
                          <a:pt x="31" y="20"/>
                        </a:cubicBezTo>
                        <a:cubicBezTo>
                          <a:pt x="31" y="20"/>
                          <a:pt x="31" y="20"/>
                          <a:pt x="31" y="20"/>
                        </a:cubicBezTo>
                        <a:cubicBezTo>
                          <a:pt x="31" y="20"/>
                          <a:pt x="31" y="19"/>
                          <a:pt x="31" y="19"/>
                        </a:cubicBezTo>
                        <a:cubicBezTo>
                          <a:pt x="31" y="19"/>
                          <a:pt x="31" y="18"/>
                          <a:pt x="31" y="17"/>
                        </a:cubicBezTo>
                        <a:cubicBezTo>
                          <a:pt x="31" y="17"/>
                          <a:pt x="31" y="17"/>
                          <a:pt x="31" y="17"/>
                        </a:cubicBezTo>
                        <a:cubicBezTo>
                          <a:pt x="31" y="17"/>
                          <a:pt x="30" y="17"/>
                          <a:pt x="30" y="17"/>
                        </a:cubicBezTo>
                        <a:cubicBezTo>
                          <a:pt x="31" y="17"/>
                          <a:pt x="31" y="16"/>
                          <a:pt x="31" y="16"/>
                        </a:cubicBezTo>
                        <a:cubicBezTo>
                          <a:pt x="31" y="16"/>
                          <a:pt x="31" y="16"/>
                          <a:pt x="31" y="16"/>
                        </a:cubicBezTo>
                        <a:cubicBezTo>
                          <a:pt x="31" y="16"/>
                          <a:pt x="31" y="15"/>
                          <a:pt x="31" y="15"/>
                        </a:cubicBezTo>
                        <a:cubicBezTo>
                          <a:pt x="31" y="15"/>
                          <a:pt x="31" y="15"/>
                          <a:pt x="31" y="15"/>
                        </a:cubicBezTo>
                        <a:cubicBezTo>
                          <a:pt x="31" y="15"/>
                          <a:pt x="31" y="15"/>
                          <a:pt x="31" y="15"/>
                        </a:cubicBezTo>
                        <a:cubicBezTo>
                          <a:pt x="31" y="14"/>
                          <a:pt x="31" y="14"/>
                          <a:pt x="31" y="14"/>
                        </a:cubicBezTo>
                        <a:cubicBezTo>
                          <a:pt x="31" y="14"/>
                          <a:pt x="31" y="13"/>
                          <a:pt x="31" y="13"/>
                        </a:cubicBezTo>
                        <a:cubicBezTo>
                          <a:pt x="31" y="13"/>
                          <a:pt x="31" y="13"/>
                          <a:pt x="31" y="12"/>
                        </a:cubicBezTo>
                        <a:cubicBezTo>
                          <a:pt x="31" y="12"/>
                          <a:pt x="31" y="12"/>
                          <a:pt x="31" y="12"/>
                        </a:cubicBezTo>
                        <a:cubicBezTo>
                          <a:pt x="31" y="12"/>
                          <a:pt x="31" y="12"/>
                          <a:pt x="31" y="12"/>
                        </a:cubicBezTo>
                        <a:cubicBezTo>
                          <a:pt x="31" y="12"/>
                          <a:pt x="31" y="12"/>
                          <a:pt x="31" y="12"/>
                        </a:cubicBezTo>
                        <a:cubicBezTo>
                          <a:pt x="31" y="12"/>
                          <a:pt x="31" y="11"/>
                          <a:pt x="30" y="11"/>
                        </a:cubicBezTo>
                        <a:cubicBezTo>
                          <a:pt x="30" y="11"/>
                          <a:pt x="30" y="11"/>
                          <a:pt x="30" y="11"/>
                        </a:cubicBezTo>
                        <a:cubicBezTo>
                          <a:pt x="30" y="11"/>
                          <a:pt x="30" y="11"/>
                          <a:pt x="29" y="10"/>
                        </a:cubicBezTo>
                        <a:cubicBezTo>
                          <a:pt x="29" y="10"/>
                          <a:pt x="29" y="10"/>
                          <a:pt x="29" y="10"/>
                        </a:cubicBezTo>
                        <a:cubicBezTo>
                          <a:pt x="29" y="10"/>
                          <a:pt x="29" y="10"/>
                          <a:pt x="28" y="10"/>
                        </a:cubicBezTo>
                        <a:cubicBezTo>
                          <a:pt x="28" y="11"/>
                          <a:pt x="28" y="11"/>
                          <a:pt x="28" y="11"/>
                        </a:cubicBezTo>
                        <a:cubicBezTo>
                          <a:pt x="28" y="11"/>
                          <a:pt x="28" y="11"/>
                          <a:pt x="28" y="11"/>
                        </a:cubicBezTo>
                        <a:cubicBezTo>
                          <a:pt x="27" y="11"/>
                          <a:pt x="27" y="11"/>
                          <a:pt x="27" y="11"/>
                        </a:cubicBezTo>
                        <a:cubicBezTo>
                          <a:pt x="27" y="11"/>
                          <a:pt x="27" y="11"/>
                          <a:pt x="26" y="11"/>
                        </a:cubicBezTo>
                        <a:cubicBezTo>
                          <a:pt x="26" y="11"/>
                          <a:pt x="26" y="11"/>
                          <a:pt x="26" y="11"/>
                        </a:cubicBezTo>
                        <a:cubicBezTo>
                          <a:pt x="26" y="12"/>
                          <a:pt x="26" y="12"/>
                          <a:pt x="26" y="12"/>
                        </a:cubicBezTo>
                        <a:cubicBezTo>
                          <a:pt x="25" y="12"/>
                          <a:pt x="25" y="12"/>
                          <a:pt x="25" y="12"/>
                        </a:cubicBezTo>
                        <a:cubicBezTo>
                          <a:pt x="25" y="12"/>
                          <a:pt x="25" y="12"/>
                          <a:pt x="24" y="12"/>
                        </a:cubicBezTo>
                        <a:cubicBezTo>
                          <a:pt x="24" y="12"/>
                          <a:pt x="24" y="12"/>
                          <a:pt x="24" y="12"/>
                        </a:cubicBezTo>
                        <a:cubicBezTo>
                          <a:pt x="24" y="12"/>
                          <a:pt x="24" y="12"/>
                          <a:pt x="24" y="12"/>
                        </a:cubicBezTo>
                        <a:cubicBezTo>
                          <a:pt x="24" y="12"/>
                          <a:pt x="23" y="12"/>
                          <a:pt x="23" y="12"/>
                        </a:cubicBezTo>
                        <a:cubicBezTo>
                          <a:pt x="23" y="12"/>
                          <a:pt x="22" y="12"/>
                          <a:pt x="22" y="12"/>
                        </a:cubicBezTo>
                        <a:cubicBezTo>
                          <a:pt x="22" y="12"/>
                          <a:pt x="22" y="12"/>
                          <a:pt x="22" y="13"/>
                        </a:cubicBezTo>
                        <a:cubicBezTo>
                          <a:pt x="22" y="13"/>
                          <a:pt x="21" y="13"/>
                          <a:pt x="21" y="13"/>
                        </a:cubicBezTo>
                        <a:cubicBezTo>
                          <a:pt x="21" y="13"/>
                          <a:pt x="20" y="13"/>
                          <a:pt x="19" y="13"/>
                        </a:cubicBezTo>
                        <a:cubicBezTo>
                          <a:pt x="19" y="14"/>
                          <a:pt x="18" y="14"/>
                          <a:pt x="18" y="14"/>
                        </a:cubicBezTo>
                        <a:cubicBezTo>
                          <a:pt x="17" y="14"/>
                          <a:pt x="16" y="13"/>
                          <a:pt x="15" y="13"/>
                        </a:cubicBezTo>
                        <a:cubicBezTo>
                          <a:pt x="14" y="13"/>
                          <a:pt x="14" y="12"/>
                          <a:pt x="14" y="12"/>
                        </a:cubicBezTo>
                        <a:cubicBezTo>
                          <a:pt x="13" y="12"/>
                          <a:pt x="12" y="11"/>
                          <a:pt x="11" y="11"/>
                        </a:cubicBezTo>
                        <a:cubicBezTo>
                          <a:pt x="11" y="11"/>
                          <a:pt x="10" y="11"/>
                          <a:pt x="10" y="11"/>
                        </a:cubicBezTo>
                        <a:cubicBezTo>
                          <a:pt x="9" y="10"/>
                          <a:pt x="9" y="10"/>
                          <a:pt x="8" y="10"/>
                        </a:cubicBezTo>
                        <a:cubicBezTo>
                          <a:pt x="8" y="10"/>
                          <a:pt x="8" y="10"/>
                          <a:pt x="8" y="10"/>
                        </a:cubicBezTo>
                        <a:cubicBezTo>
                          <a:pt x="8" y="10"/>
                          <a:pt x="8" y="10"/>
                          <a:pt x="8" y="10"/>
                        </a:cubicBezTo>
                        <a:cubicBezTo>
                          <a:pt x="8" y="9"/>
                          <a:pt x="8" y="9"/>
                          <a:pt x="8" y="9"/>
                        </a:cubicBezTo>
                        <a:cubicBezTo>
                          <a:pt x="8" y="9"/>
                          <a:pt x="8" y="9"/>
                          <a:pt x="8" y="10"/>
                        </a:cubicBezTo>
                        <a:cubicBezTo>
                          <a:pt x="8" y="10"/>
                          <a:pt x="7" y="10"/>
                          <a:pt x="7" y="10"/>
                        </a:cubicBezTo>
                        <a:cubicBezTo>
                          <a:pt x="7" y="10"/>
                          <a:pt x="7" y="10"/>
                          <a:pt x="7" y="9"/>
                        </a:cubicBezTo>
                        <a:cubicBezTo>
                          <a:pt x="6" y="9"/>
                          <a:pt x="6" y="10"/>
                          <a:pt x="6" y="10"/>
                        </a:cubicBezTo>
                        <a:cubicBezTo>
                          <a:pt x="6" y="11"/>
                          <a:pt x="6" y="11"/>
                          <a:pt x="6" y="12"/>
                        </a:cubicBezTo>
                        <a:cubicBezTo>
                          <a:pt x="6" y="12"/>
                          <a:pt x="6" y="12"/>
                          <a:pt x="6" y="12"/>
                        </a:cubicBezTo>
                        <a:cubicBezTo>
                          <a:pt x="6" y="13"/>
                          <a:pt x="6" y="13"/>
                          <a:pt x="6" y="13"/>
                        </a:cubicBezTo>
                        <a:cubicBezTo>
                          <a:pt x="6" y="13"/>
                          <a:pt x="6" y="14"/>
                          <a:pt x="6" y="15"/>
                        </a:cubicBezTo>
                        <a:cubicBezTo>
                          <a:pt x="7" y="15"/>
                          <a:pt x="7" y="15"/>
                          <a:pt x="7" y="16"/>
                        </a:cubicBezTo>
                        <a:cubicBezTo>
                          <a:pt x="7" y="16"/>
                          <a:pt x="7" y="16"/>
                          <a:pt x="7" y="16"/>
                        </a:cubicBezTo>
                        <a:cubicBezTo>
                          <a:pt x="7" y="17"/>
                          <a:pt x="7" y="17"/>
                          <a:pt x="7" y="17"/>
                        </a:cubicBezTo>
                        <a:cubicBezTo>
                          <a:pt x="8" y="17"/>
                          <a:pt x="8" y="18"/>
                          <a:pt x="8" y="18"/>
                        </a:cubicBezTo>
                        <a:cubicBezTo>
                          <a:pt x="8" y="18"/>
                          <a:pt x="8" y="19"/>
                          <a:pt x="8" y="19"/>
                        </a:cubicBezTo>
                        <a:cubicBezTo>
                          <a:pt x="8" y="19"/>
                          <a:pt x="8" y="19"/>
                          <a:pt x="8" y="19"/>
                        </a:cubicBezTo>
                        <a:cubicBezTo>
                          <a:pt x="8" y="19"/>
                          <a:pt x="8" y="19"/>
                          <a:pt x="8" y="19"/>
                        </a:cubicBezTo>
                        <a:cubicBezTo>
                          <a:pt x="9" y="20"/>
                          <a:pt x="9" y="20"/>
                          <a:pt x="9" y="20"/>
                        </a:cubicBezTo>
                        <a:cubicBezTo>
                          <a:pt x="9" y="20"/>
                          <a:pt x="9" y="20"/>
                          <a:pt x="9" y="21"/>
                        </a:cubicBezTo>
                        <a:cubicBezTo>
                          <a:pt x="10" y="21"/>
                          <a:pt x="10" y="21"/>
                          <a:pt x="10" y="22"/>
                        </a:cubicBezTo>
                        <a:cubicBezTo>
                          <a:pt x="10" y="22"/>
                          <a:pt x="10" y="23"/>
                          <a:pt x="10" y="23"/>
                        </a:cubicBezTo>
                        <a:cubicBezTo>
                          <a:pt x="10" y="23"/>
                          <a:pt x="10" y="23"/>
                          <a:pt x="10" y="24"/>
                        </a:cubicBezTo>
                        <a:cubicBezTo>
                          <a:pt x="10" y="24"/>
                          <a:pt x="10" y="24"/>
                          <a:pt x="10" y="23"/>
                        </a:cubicBezTo>
                        <a:cubicBezTo>
                          <a:pt x="10" y="23"/>
                          <a:pt x="11" y="23"/>
                          <a:pt x="11" y="23"/>
                        </a:cubicBezTo>
                        <a:cubicBezTo>
                          <a:pt x="11" y="23"/>
                          <a:pt x="11" y="23"/>
                          <a:pt x="11" y="23"/>
                        </a:cubicBezTo>
                        <a:cubicBezTo>
                          <a:pt x="11" y="24"/>
                          <a:pt x="11" y="24"/>
                          <a:pt x="12" y="25"/>
                        </a:cubicBezTo>
                        <a:cubicBezTo>
                          <a:pt x="12" y="25"/>
                          <a:pt x="12" y="25"/>
                          <a:pt x="12" y="25"/>
                        </a:cubicBezTo>
                        <a:cubicBezTo>
                          <a:pt x="12" y="25"/>
                          <a:pt x="12" y="25"/>
                          <a:pt x="12" y="25"/>
                        </a:cubicBezTo>
                        <a:cubicBezTo>
                          <a:pt x="11" y="25"/>
                          <a:pt x="11" y="25"/>
                          <a:pt x="11" y="25"/>
                        </a:cubicBezTo>
                        <a:cubicBezTo>
                          <a:pt x="11" y="24"/>
                          <a:pt x="10" y="24"/>
                          <a:pt x="10" y="24"/>
                        </a:cubicBezTo>
                        <a:cubicBezTo>
                          <a:pt x="10" y="25"/>
                          <a:pt x="10" y="25"/>
                          <a:pt x="10" y="26"/>
                        </a:cubicBezTo>
                        <a:cubicBezTo>
                          <a:pt x="10" y="26"/>
                          <a:pt x="10" y="26"/>
                          <a:pt x="10" y="27"/>
                        </a:cubicBezTo>
                        <a:cubicBezTo>
                          <a:pt x="10" y="27"/>
                          <a:pt x="10" y="27"/>
                          <a:pt x="10" y="27"/>
                        </a:cubicBezTo>
                        <a:cubicBezTo>
                          <a:pt x="10" y="27"/>
                          <a:pt x="10" y="27"/>
                          <a:pt x="11" y="27"/>
                        </a:cubicBezTo>
                        <a:cubicBezTo>
                          <a:pt x="11" y="27"/>
                          <a:pt x="11" y="27"/>
                          <a:pt x="11" y="28"/>
                        </a:cubicBezTo>
                        <a:cubicBezTo>
                          <a:pt x="11" y="28"/>
                          <a:pt x="11" y="28"/>
                          <a:pt x="11" y="28"/>
                        </a:cubicBezTo>
                        <a:cubicBezTo>
                          <a:pt x="11" y="28"/>
                          <a:pt x="11" y="29"/>
                          <a:pt x="11" y="29"/>
                        </a:cubicBezTo>
                        <a:cubicBezTo>
                          <a:pt x="11" y="29"/>
                          <a:pt x="12" y="29"/>
                          <a:pt x="12" y="30"/>
                        </a:cubicBezTo>
                        <a:cubicBezTo>
                          <a:pt x="12" y="30"/>
                          <a:pt x="12" y="30"/>
                          <a:pt x="12" y="30"/>
                        </a:cubicBezTo>
                        <a:cubicBezTo>
                          <a:pt x="12" y="30"/>
                          <a:pt x="12" y="30"/>
                          <a:pt x="12" y="30"/>
                        </a:cubicBezTo>
                        <a:cubicBezTo>
                          <a:pt x="13" y="31"/>
                          <a:pt x="13" y="31"/>
                          <a:pt x="13" y="31"/>
                        </a:cubicBezTo>
                        <a:cubicBezTo>
                          <a:pt x="13" y="31"/>
                          <a:pt x="13" y="32"/>
                          <a:pt x="13" y="32"/>
                        </a:cubicBezTo>
                        <a:cubicBezTo>
                          <a:pt x="13" y="32"/>
                          <a:pt x="14" y="33"/>
                          <a:pt x="14" y="33"/>
                        </a:cubicBezTo>
                        <a:cubicBezTo>
                          <a:pt x="14" y="33"/>
                          <a:pt x="14" y="34"/>
                          <a:pt x="14" y="33"/>
                        </a:cubicBezTo>
                        <a:cubicBezTo>
                          <a:pt x="15" y="33"/>
                          <a:pt x="15" y="33"/>
                          <a:pt x="15" y="33"/>
                        </a:cubicBezTo>
                        <a:cubicBezTo>
                          <a:pt x="15" y="33"/>
                          <a:pt x="15" y="33"/>
                          <a:pt x="15" y="33"/>
                        </a:cubicBezTo>
                        <a:cubicBezTo>
                          <a:pt x="15" y="33"/>
                          <a:pt x="15" y="33"/>
                          <a:pt x="15" y="33"/>
                        </a:cubicBezTo>
                        <a:cubicBezTo>
                          <a:pt x="15" y="34"/>
                          <a:pt x="15" y="34"/>
                          <a:pt x="15" y="34"/>
                        </a:cubicBezTo>
                        <a:cubicBezTo>
                          <a:pt x="15" y="34"/>
                          <a:pt x="15" y="34"/>
                          <a:pt x="15" y="34"/>
                        </a:cubicBezTo>
                        <a:cubicBezTo>
                          <a:pt x="15" y="34"/>
                          <a:pt x="15" y="35"/>
                          <a:pt x="15" y="35"/>
                        </a:cubicBezTo>
                        <a:cubicBezTo>
                          <a:pt x="15" y="35"/>
                          <a:pt x="15" y="35"/>
                          <a:pt x="15" y="35"/>
                        </a:cubicBezTo>
                        <a:cubicBezTo>
                          <a:pt x="15" y="35"/>
                          <a:pt x="16" y="36"/>
                          <a:pt x="16" y="36"/>
                        </a:cubicBezTo>
                        <a:cubicBezTo>
                          <a:pt x="16" y="36"/>
                          <a:pt x="16" y="35"/>
                          <a:pt x="16" y="35"/>
                        </a:cubicBezTo>
                        <a:cubicBezTo>
                          <a:pt x="16" y="35"/>
                          <a:pt x="17" y="35"/>
                          <a:pt x="17" y="36"/>
                        </a:cubicBezTo>
                        <a:cubicBezTo>
                          <a:pt x="18" y="36"/>
                          <a:pt x="18" y="35"/>
                          <a:pt x="19" y="36"/>
                        </a:cubicBezTo>
                        <a:cubicBezTo>
                          <a:pt x="19" y="36"/>
                          <a:pt x="19" y="36"/>
                          <a:pt x="19" y="36"/>
                        </a:cubicBezTo>
                        <a:cubicBezTo>
                          <a:pt x="19" y="36"/>
                          <a:pt x="20" y="36"/>
                          <a:pt x="20" y="37"/>
                        </a:cubicBezTo>
                        <a:cubicBezTo>
                          <a:pt x="20" y="37"/>
                          <a:pt x="21" y="37"/>
                          <a:pt x="21" y="37"/>
                        </a:cubicBezTo>
                        <a:close/>
                        <a:moveTo>
                          <a:pt x="29" y="28"/>
                        </a:moveTo>
                        <a:cubicBezTo>
                          <a:pt x="29" y="28"/>
                          <a:pt x="29" y="28"/>
                          <a:pt x="29" y="28"/>
                        </a:cubicBezTo>
                        <a:cubicBezTo>
                          <a:pt x="29" y="28"/>
                          <a:pt x="29" y="28"/>
                          <a:pt x="29" y="28"/>
                        </a:cubicBezTo>
                        <a:cubicBezTo>
                          <a:pt x="30" y="28"/>
                          <a:pt x="30" y="28"/>
                          <a:pt x="30" y="28"/>
                        </a:cubicBezTo>
                        <a:cubicBezTo>
                          <a:pt x="30" y="28"/>
                          <a:pt x="30" y="28"/>
                          <a:pt x="30" y="28"/>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8"/>
                        </a:cubicBezTo>
                        <a:close/>
                        <a:moveTo>
                          <a:pt x="31" y="24"/>
                        </a:move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5"/>
                        </a:cubicBezTo>
                        <a:cubicBezTo>
                          <a:pt x="31" y="25"/>
                          <a:pt x="31" y="25"/>
                          <a:pt x="31" y="25"/>
                        </a:cubicBezTo>
                        <a:cubicBezTo>
                          <a:pt x="31" y="25"/>
                          <a:pt x="31" y="25"/>
                          <a:pt x="31" y="25"/>
                        </a:cubicBezTo>
                        <a:cubicBezTo>
                          <a:pt x="31" y="25"/>
                          <a:pt x="31" y="25"/>
                          <a:pt x="31" y="24"/>
                        </a:cubicBezTo>
                        <a:cubicBezTo>
                          <a:pt x="31" y="24"/>
                          <a:pt x="31" y="24"/>
                          <a:pt x="31" y="24"/>
                        </a:cubicBezTo>
                        <a:cubicBezTo>
                          <a:pt x="31" y="24"/>
                          <a:pt x="31" y="24"/>
                          <a:pt x="31" y="24"/>
                        </a:cubicBezTo>
                        <a:cubicBezTo>
                          <a:pt x="31" y="24"/>
                          <a:pt x="31" y="24"/>
                          <a:pt x="31" y="24"/>
                        </a:cubicBezTo>
                        <a:close/>
                        <a:moveTo>
                          <a:pt x="24" y="35"/>
                        </a:move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4"/>
                        </a:cubicBezTo>
                        <a:cubicBezTo>
                          <a:pt x="24" y="34"/>
                          <a:pt x="24" y="34"/>
                          <a:pt x="24" y="34"/>
                        </a:cubicBezTo>
                        <a:cubicBezTo>
                          <a:pt x="24" y="34"/>
                          <a:pt x="24" y="34"/>
                          <a:pt x="24" y="34"/>
                        </a:cubicBezTo>
                        <a:cubicBezTo>
                          <a:pt x="24" y="34"/>
                          <a:pt x="24" y="34"/>
                          <a:pt x="24" y="34"/>
                        </a:cubicBezTo>
                        <a:cubicBezTo>
                          <a:pt x="24" y="34"/>
                          <a:pt x="24" y="33"/>
                          <a:pt x="24" y="33"/>
                        </a:cubicBezTo>
                        <a:cubicBezTo>
                          <a:pt x="24" y="33"/>
                          <a:pt x="24" y="33"/>
                          <a:pt x="24" y="33"/>
                        </a:cubicBezTo>
                        <a:cubicBezTo>
                          <a:pt x="24" y="33"/>
                          <a:pt x="24" y="33"/>
                          <a:pt x="24" y="33"/>
                        </a:cubicBezTo>
                        <a:cubicBezTo>
                          <a:pt x="24" y="34"/>
                          <a:pt x="24" y="34"/>
                          <a:pt x="24" y="34"/>
                        </a:cubicBezTo>
                        <a:cubicBezTo>
                          <a:pt x="24" y="34"/>
                          <a:pt x="24" y="34"/>
                          <a:pt x="24" y="34"/>
                        </a:cubicBezTo>
                        <a:cubicBezTo>
                          <a:pt x="24" y="34"/>
                          <a:pt x="24" y="34"/>
                          <a:pt x="24" y="34"/>
                        </a:cubicBezTo>
                        <a:cubicBezTo>
                          <a:pt x="24" y="34"/>
                          <a:pt x="23" y="34"/>
                          <a:pt x="23" y="34"/>
                        </a:cubicBezTo>
                        <a:cubicBezTo>
                          <a:pt x="23" y="34"/>
                          <a:pt x="23" y="34"/>
                          <a:pt x="23" y="34"/>
                        </a:cubicBezTo>
                        <a:cubicBezTo>
                          <a:pt x="23" y="35"/>
                          <a:pt x="23" y="35"/>
                          <a:pt x="23" y="35"/>
                        </a:cubicBezTo>
                        <a:cubicBezTo>
                          <a:pt x="23" y="35"/>
                          <a:pt x="24" y="35"/>
                          <a:pt x="24" y="35"/>
                        </a:cubicBezTo>
                        <a:cubicBezTo>
                          <a:pt x="24" y="35"/>
                          <a:pt x="24" y="35"/>
                          <a:pt x="24" y="35"/>
                        </a:cubicBezTo>
                        <a:cubicBezTo>
                          <a:pt x="24" y="35"/>
                          <a:pt x="24" y="35"/>
                          <a:pt x="24" y="35"/>
                        </a:cubicBezTo>
                        <a:cubicBezTo>
                          <a:pt x="24" y="35"/>
                          <a:pt x="24" y="35"/>
                          <a:pt x="24" y="35"/>
                        </a:cubicBezTo>
                        <a:close/>
                        <a:moveTo>
                          <a:pt x="7" y="8"/>
                        </a:moveTo>
                        <a:cubicBezTo>
                          <a:pt x="7" y="8"/>
                          <a:pt x="7" y="9"/>
                          <a:pt x="7" y="9"/>
                        </a:cubicBezTo>
                        <a:cubicBezTo>
                          <a:pt x="7" y="9"/>
                          <a:pt x="7" y="9"/>
                          <a:pt x="7" y="9"/>
                        </a:cubicBezTo>
                        <a:cubicBezTo>
                          <a:pt x="7" y="9"/>
                          <a:pt x="7" y="8"/>
                          <a:pt x="7" y="8"/>
                        </a:cubicBezTo>
                        <a:cubicBezTo>
                          <a:pt x="7" y="8"/>
                          <a:pt x="7" y="8"/>
                          <a:pt x="7" y="8"/>
                        </a:cubicBezTo>
                        <a:cubicBezTo>
                          <a:pt x="7" y="8"/>
                          <a:pt x="7" y="8"/>
                          <a:pt x="7" y="8"/>
                        </a:cubicBezTo>
                        <a:cubicBezTo>
                          <a:pt x="7" y="8"/>
                          <a:pt x="7" y="8"/>
                          <a:pt x="7" y="8"/>
                        </a:cubicBezTo>
                        <a:close/>
                        <a:moveTo>
                          <a:pt x="8" y="7"/>
                        </a:move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0" name="Freeform 741">
                    <a:extLst>
                      <a:ext uri="{FF2B5EF4-FFF2-40B4-BE49-F238E27FC236}">
                        <a16:creationId xmlns:a16="http://schemas.microsoft.com/office/drawing/2014/main" id="{33643C30-7058-FFE7-6669-4EB0FC437687}"/>
                      </a:ext>
                    </a:extLst>
                  </p:cNvPr>
                  <p:cNvSpPr>
                    <a:spLocks noEditPoints="1"/>
                  </p:cNvSpPr>
                  <p:nvPr/>
                </p:nvSpPr>
                <p:spPr bwMode="auto">
                  <a:xfrm>
                    <a:off x="9009063" y="5662613"/>
                    <a:ext cx="341312" cy="404813"/>
                  </a:xfrm>
                  <a:custGeom>
                    <a:avLst/>
                    <a:gdLst>
                      <a:gd name="T0" fmla="*/ 53 w 82"/>
                      <a:gd name="T1" fmla="*/ 80 h 97"/>
                      <a:gd name="T2" fmla="*/ 52 w 82"/>
                      <a:gd name="T3" fmla="*/ 78 h 97"/>
                      <a:gd name="T4" fmla="*/ 56 w 82"/>
                      <a:gd name="T5" fmla="*/ 77 h 97"/>
                      <a:gd name="T6" fmla="*/ 59 w 82"/>
                      <a:gd name="T7" fmla="*/ 77 h 97"/>
                      <a:gd name="T8" fmla="*/ 60 w 82"/>
                      <a:gd name="T9" fmla="*/ 78 h 97"/>
                      <a:gd name="T10" fmla="*/ 62 w 82"/>
                      <a:gd name="T11" fmla="*/ 78 h 97"/>
                      <a:gd name="T12" fmla="*/ 62 w 82"/>
                      <a:gd name="T13" fmla="*/ 79 h 97"/>
                      <a:gd name="T14" fmla="*/ 59 w 82"/>
                      <a:gd name="T15" fmla="*/ 79 h 97"/>
                      <a:gd name="T16" fmla="*/ 57 w 82"/>
                      <a:gd name="T17" fmla="*/ 80 h 97"/>
                      <a:gd name="T18" fmla="*/ 49 w 82"/>
                      <a:gd name="T19" fmla="*/ 72 h 97"/>
                      <a:gd name="T20" fmla="*/ 49 w 82"/>
                      <a:gd name="T21" fmla="*/ 72 h 97"/>
                      <a:gd name="T22" fmla="*/ 49 w 82"/>
                      <a:gd name="T23" fmla="*/ 71 h 97"/>
                      <a:gd name="T24" fmla="*/ 38 w 82"/>
                      <a:gd name="T25" fmla="*/ 61 h 97"/>
                      <a:gd name="T26" fmla="*/ 38 w 82"/>
                      <a:gd name="T27" fmla="*/ 61 h 97"/>
                      <a:gd name="T28" fmla="*/ 38 w 82"/>
                      <a:gd name="T29" fmla="*/ 61 h 97"/>
                      <a:gd name="T30" fmla="*/ 3 w 82"/>
                      <a:gd name="T31" fmla="*/ 44 h 97"/>
                      <a:gd name="T32" fmla="*/ 13 w 82"/>
                      <a:gd name="T33" fmla="*/ 44 h 97"/>
                      <a:gd name="T34" fmla="*/ 19 w 82"/>
                      <a:gd name="T35" fmla="*/ 45 h 97"/>
                      <a:gd name="T36" fmla="*/ 24 w 82"/>
                      <a:gd name="T37" fmla="*/ 47 h 97"/>
                      <a:gd name="T38" fmla="*/ 29 w 82"/>
                      <a:gd name="T39" fmla="*/ 49 h 97"/>
                      <a:gd name="T40" fmla="*/ 32 w 82"/>
                      <a:gd name="T41" fmla="*/ 48 h 97"/>
                      <a:gd name="T42" fmla="*/ 34 w 82"/>
                      <a:gd name="T43" fmla="*/ 51 h 97"/>
                      <a:gd name="T44" fmla="*/ 36 w 82"/>
                      <a:gd name="T45" fmla="*/ 53 h 97"/>
                      <a:gd name="T46" fmla="*/ 35 w 82"/>
                      <a:gd name="T47" fmla="*/ 55 h 97"/>
                      <a:gd name="T48" fmla="*/ 37 w 82"/>
                      <a:gd name="T49" fmla="*/ 56 h 97"/>
                      <a:gd name="T50" fmla="*/ 40 w 82"/>
                      <a:gd name="T51" fmla="*/ 58 h 97"/>
                      <a:gd name="T52" fmla="*/ 43 w 82"/>
                      <a:gd name="T53" fmla="*/ 62 h 97"/>
                      <a:gd name="T54" fmla="*/ 44 w 82"/>
                      <a:gd name="T55" fmla="*/ 68 h 97"/>
                      <a:gd name="T56" fmla="*/ 43 w 82"/>
                      <a:gd name="T57" fmla="*/ 67 h 97"/>
                      <a:gd name="T58" fmla="*/ 45 w 82"/>
                      <a:gd name="T59" fmla="*/ 70 h 97"/>
                      <a:gd name="T60" fmla="*/ 47 w 82"/>
                      <a:gd name="T61" fmla="*/ 71 h 97"/>
                      <a:gd name="T62" fmla="*/ 48 w 82"/>
                      <a:gd name="T63" fmla="*/ 70 h 97"/>
                      <a:gd name="T64" fmla="*/ 48 w 82"/>
                      <a:gd name="T65" fmla="*/ 68 h 97"/>
                      <a:gd name="T66" fmla="*/ 49 w 82"/>
                      <a:gd name="T67" fmla="*/ 66 h 97"/>
                      <a:gd name="T68" fmla="*/ 52 w 82"/>
                      <a:gd name="T69" fmla="*/ 63 h 97"/>
                      <a:gd name="T70" fmla="*/ 55 w 82"/>
                      <a:gd name="T71" fmla="*/ 61 h 97"/>
                      <a:gd name="T72" fmla="*/ 58 w 82"/>
                      <a:gd name="T73" fmla="*/ 57 h 97"/>
                      <a:gd name="T74" fmla="*/ 60 w 82"/>
                      <a:gd name="T75" fmla="*/ 55 h 97"/>
                      <a:gd name="T76" fmla="*/ 60 w 82"/>
                      <a:gd name="T77" fmla="*/ 52 h 97"/>
                      <a:gd name="T78" fmla="*/ 61 w 82"/>
                      <a:gd name="T79" fmla="*/ 54 h 97"/>
                      <a:gd name="T80" fmla="*/ 61 w 82"/>
                      <a:gd name="T81" fmla="*/ 58 h 97"/>
                      <a:gd name="T82" fmla="*/ 59 w 82"/>
                      <a:gd name="T83" fmla="*/ 63 h 97"/>
                      <a:gd name="T84" fmla="*/ 58 w 82"/>
                      <a:gd name="T85" fmla="*/ 71 h 97"/>
                      <a:gd name="T86" fmla="*/ 55 w 82"/>
                      <a:gd name="T87" fmla="*/ 72 h 97"/>
                      <a:gd name="T88" fmla="*/ 56 w 82"/>
                      <a:gd name="T89" fmla="*/ 73 h 97"/>
                      <a:gd name="T90" fmla="*/ 59 w 82"/>
                      <a:gd name="T91" fmla="*/ 73 h 97"/>
                      <a:gd name="T92" fmla="*/ 61 w 82"/>
                      <a:gd name="T93" fmla="*/ 70 h 97"/>
                      <a:gd name="T94" fmla="*/ 62 w 82"/>
                      <a:gd name="T95" fmla="*/ 65 h 97"/>
                      <a:gd name="T96" fmla="*/ 65 w 82"/>
                      <a:gd name="T97" fmla="*/ 69 h 97"/>
                      <a:gd name="T98" fmla="*/ 64 w 82"/>
                      <a:gd name="T99" fmla="*/ 75 h 97"/>
                      <a:gd name="T100" fmla="*/ 64 w 82"/>
                      <a:gd name="T101" fmla="*/ 77 h 97"/>
                      <a:gd name="T102" fmla="*/ 69 w 82"/>
                      <a:gd name="T103" fmla="*/ 77 h 97"/>
                      <a:gd name="T104" fmla="*/ 74 w 82"/>
                      <a:gd name="T105" fmla="*/ 87 h 97"/>
                      <a:gd name="T106" fmla="*/ 75 w 82"/>
                      <a:gd name="T107" fmla="*/ 91 h 97"/>
                      <a:gd name="T108" fmla="*/ 79 w 82"/>
                      <a:gd name="T109" fmla="*/ 97 h 97"/>
                      <a:gd name="T110" fmla="*/ 0 w 82"/>
                      <a:gd name="T11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2" h="97">
                        <a:moveTo>
                          <a:pt x="57" y="80"/>
                        </a:moveTo>
                        <a:cubicBezTo>
                          <a:pt x="57" y="80"/>
                          <a:pt x="57" y="80"/>
                          <a:pt x="56" y="80"/>
                        </a:cubicBezTo>
                        <a:cubicBezTo>
                          <a:pt x="56" y="80"/>
                          <a:pt x="55" y="80"/>
                          <a:pt x="54" y="80"/>
                        </a:cubicBezTo>
                        <a:cubicBezTo>
                          <a:pt x="54" y="80"/>
                          <a:pt x="54" y="80"/>
                          <a:pt x="54" y="80"/>
                        </a:cubicBezTo>
                        <a:cubicBezTo>
                          <a:pt x="54" y="80"/>
                          <a:pt x="54" y="80"/>
                          <a:pt x="53" y="80"/>
                        </a:cubicBezTo>
                        <a:cubicBezTo>
                          <a:pt x="53" y="80"/>
                          <a:pt x="53" y="80"/>
                          <a:pt x="53" y="80"/>
                        </a:cubicBezTo>
                        <a:cubicBezTo>
                          <a:pt x="53" y="80"/>
                          <a:pt x="53" y="80"/>
                          <a:pt x="53" y="80"/>
                        </a:cubicBezTo>
                        <a:cubicBezTo>
                          <a:pt x="53" y="80"/>
                          <a:pt x="52" y="80"/>
                          <a:pt x="52" y="79"/>
                        </a:cubicBezTo>
                        <a:cubicBezTo>
                          <a:pt x="52" y="79"/>
                          <a:pt x="52" y="79"/>
                          <a:pt x="52" y="79"/>
                        </a:cubicBezTo>
                        <a:cubicBezTo>
                          <a:pt x="52" y="78"/>
                          <a:pt x="52" y="78"/>
                          <a:pt x="52" y="78"/>
                        </a:cubicBezTo>
                        <a:cubicBezTo>
                          <a:pt x="52" y="78"/>
                          <a:pt x="53" y="78"/>
                          <a:pt x="53" y="78"/>
                        </a:cubicBezTo>
                        <a:cubicBezTo>
                          <a:pt x="53" y="78"/>
                          <a:pt x="53" y="78"/>
                          <a:pt x="53" y="77"/>
                        </a:cubicBezTo>
                        <a:cubicBezTo>
                          <a:pt x="54" y="77"/>
                          <a:pt x="54" y="77"/>
                          <a:pt x="54" y="77"/>
                        </a:cubicBezTo>
                        <a:cubicBezTo>
                          <a:pt x="55" y="77"/>
                          <a:pt x="55" y="77"/>
                          <a:pt x="55" y="77"/>
                        </a:cubicBezTo>
                        <a:cubicBezTo>
                          <a:pt x="55" y="77"/>
                          <a:pt x="56" y="77"/>
                          <a:pt x="56" y="77"/>
                        </a:cubicBezTo>
                        <a:cubicBezTo>
                          <a:pt x="57" y="76"/>
                          <a:pt x="58" y="76"/>
                          <a:pt x="59" y="76"/>
                        </a:cubicBezTo>
                        <a:cubicBezTo>
                          <a:pt x="59" y="76"/>
                          <a:pt x="59" y="76"/>
                          <a:pt x="59" y="77"/>
                        </a:cubicBezTo>
                        <a:cubicBezTo>
                          <a:pt x="59" y="77"/>
                          <a:pt x="59" y="77"/>
                          <a:pt x="59" y="77"/>
                        </a:cubicBezTo>
                        <a:cubicBezTo>
                          <a:pt x="59" y="77"/>
                          <a:pt x="59" y="77"/>
                          <a:pt x="59" y="77"/>
                        </a:cubicBezTo>
                        <a:cubicBezTo>
                          <a:pt x="59" y="77"/>
                          <a:pt x="59" y="77"/>
                          <a:pt x="59" y="77"/>
                        </a:cubicBezTo>
                        <a:cubicBezTo>
                          <a:pt x="59" y="77"/>
                          <a:pt x="59" y="77"/>
                          <a:pt x="59" y="78"/>
                        </a:cubicBezTo>
                        <a:cubicBezTo>
                          <a:pt x="59" y="78"/>
                          <a:pt x="59" y="78"/>
                          <a:pt x="59" y="78"/>
                        </a:cubicBezTo>
                        <a:cubicBezTo>
                          <a:pt x="59" y="78"/>
                          <a:pt x="60" y="78"/>
                          <a:pt x="60" y="78"/>
                        </a:cubicBezTo>
                        <a:cubicBezTo>
                          <a:pt x="60" y="78"/>
                          <a:pt x="60" y="78"/>
                          <a:pt x="60" y="78"/>
                        </a:cubicBezTo>
                        <a:cubicBezTo>
                          <a:pt x="60" y="78"/>
                          <a:pt x="60" y="78"/>
                          <a:pt x="60" y="78"/>
                        </a:cubicBezTo>
                        <a:cubicBezTo>
                          <a:pt x="60" y="78"/>
                          <a:pt x="60" y="78"/>
                          <a:pt x="61" y="78"/>
                        </a:cubicBezTo>
                        <a:cubicBezTo>
                          <a:pt x="61" y="78"/>
                          <a:pt x="61" y="78"/>
                          <a:pt x="61" y="78"/>
                        </a:cubicBezTo>
                        <a:cubicBezTo>
                          <a:pt x="61" y="78"/>
                          <a:pt x="61" y="78"/>
                          <a:pt x="61" y="78"/>
                        </a:cubicBezTo>
                        <a:cubicBezTo>
                          <a:pt x="61" y="78"/>
                          <a:pt x="61" y="78"/>
                          <a:pt x="61" y="78"/>
                        </a:cubicBezTo>
                        <a:cubicBezTo>
                          <a:pt x="61" y="78"/>
                          <a:pt x="62" y="78"/>
                          <a:pt x="62" y="78"/>
                        </a:cubicBezTo>
                        <a:cubicBezTo>
                          <a:pt x="62" y="78"/>
                          <a:pt x="62" y="78"/>
                          <a:pt x="62" y="78"/>
                        </a:cubicBezTo>
                        <a:cubicBezTo>
                          <a:pt x="62" y="78"/>
                          <a:pt x="62" y="78"/>
                          <a:pt x="62" y="78"/>
                        </a:cubicBezTo>
                        <a:cubicBezTo>
                          <a:pt x="62" y="78"/>
                          <a:pt x="62" y="78"/>
                          <a:pt x="62" y="78"/>
                        </a:cubicBezTo>
                        <a:cubicBezTo>
                          <a:pt x="62" y="78"/>
                          <a:pt x="62" y="78"/>
                          <a:pt x="62" y="79"/>
                        </a:cubicBezTo>
                        <a:cubicBezTo>
                          <a:pt x="62" y="79"/>
                          <a:pt x="62" y="79"/>
                          <a:pt x="62" y="79"/>
                        </a:cubicBezTo>
                        <a:cubicBezTo>
                          <a:pt x="62" y="79"/>
                          <a:pt x="62" y="79"/>
                          <a:pt x="62" y="79"/>
                        </a:cubicBezTo>
                        <a:cubicBezTo>
                          <a:pt x="62" y="79"/>
                          <a:pt x="62" y="79"/>
                          <a:pt x="62" y="79"/>
                        </a:cubicBezTo>
                        <a:cubicBezTo>
                          <a:pt x="61" y="79"/>
                          <a:pt x="61" y="79"/>
                          <a:pt x="61" y="79"/>
                        </a:cubicBezTo>
                        <a:cubicBezTo>
                          <a:pt x="61" y="79"/>
                          <a:pt x="61" y="79"/>
                          <a:pt x="60" y="79"/>
                        </a:cubicBezTo>
                        <a:cubicBezTo>
                          <a:pt x="60" y="79"/>
                          <a:pt x="59" y="79"/>
                          <a:pt x="59" y="79"/>
                        </a:cubicBezTo>
                        <a:cubicBezTo>
                          <a:pt x="59" y="80"/>
                          <a:pt x="59" y="80"/>
                          <a:pt x="59" y="80"/>
                        </a:cubicBezTo>
                        <a:cubicBezTo>
                          <a:pt x="59" y="80"/>
                          <a:pt x="59" y="80"/>
                          <a:pt x="58" y="81"/>
                        </a:cubicBezTo>
                        <a:cubicBezTo>
                          <a:pt x="58" y="81"/>
                          <a:pt x="58" y="81"/>
                          <a:pt x="58" y="81"/>
                        </a:cubicBezTo>
                        <a:cubicBezTo>
                          <a:pt x="58" y="81"/>
                          <a:pt x="58" y="81"/>
                          <a:pt x="58" y="81"/>
                        </a:cubicBezTo>
                        <a:cubicBezTo>
                          <a:pt x="58" y="80"/>
                          <a:pt x="57" y="80"/>
                          <a:pt x="57" y="80"/>
                        </a:cubicBezTo>
                        <a:cubicBezTo>
                          <a:pt x="57" y="80"/>
                          <a:pt x="57" y="80"/>
                          <a:pt x="57" y="80"/>
                        </a:cubicBezTo>
                        <a:close/>
                        <a:moveTo>
                          <a:pt x="49" y="71"/>
                        </a:moveTo>
                        <a:cubicBezTo>
                          <a:pt x="49" y="71"/>
                          <a:pt x="49" y="71"/>
                          <a:pt x="49" y="71"/>
                        </a:cubicBezTo>
                        <a:cubicBezTo>
                          <a:pt x="49" y="71"/>
                          <a:pt x="49" y="71"/>
                          <a:pt x="49" y="71"/>
                        </a:cubicBezTo>
                        <a:cubicBezTo>
                          <a:pt x="49" y="72"/>
                          <a:pt x="49" y="72"/>
                          <a:pt x="49" y="72"/>
                        </a:cubicBezTo>
                        <a:cubicBezTo>
                          <a:pt x="49" y="72"/>
                          <a:pt x="49" y="72"/>
                          <a:pt x="49" y="72"/>
                        </a:cubicBezTo>
                        <a:cubicBezTo>
                          <a:pt x="49" y="72"/>
                          <a:pt x="50" y="72"/>
                          <a:pt x="50" y="72"/>
                        </a:cubicBezTo>
                        <a:cubicBezTo>
                          <a:pt x="50" y="72"/>
                          <a:pt x="50" y="72"/>
                          <a:pt x="50" y="72"/>
                        </a:cubicBezTo>
                        <a:cubicBezTo>
                          <a:pt x="50" y="72"/>
                          <a:pt x="50" y="72"/>
                          <a:pt x="50" y="72"/>
                        </a:cubicBezTo>
                        <a:cubicBezTo>
                          <a:pt x="50" y="72"/>
                          <a:pt x="49" y="72"/>
                          <a:pt x="49" y="72"/>
                        </a:cubicBezTo>
                        <a:cubicBezTo>
                          <a:pt x="49" y="72"/>
                          <a:pt x="49" y="71"/>
                          <a:pt x="49" y="71"/>
                        </a:cubicBezTo>
                        <a:cubicBezTo>
                          <a:pt x="49" y="71"/>
                          <a:pt x="49" y="71"/>
                          <a:pt x="49" y="71"/>
                        </a:cubicBezTo>
                        <a:cubicBezTo>
                          <a:pt x="49" y="71"/>
                          <a:pt x="49" y="71"/>
                          <a:pt x="49" y="71"/>
                        </a:cubicBezTo>
                        <a:cubicBezTo>
                          <a:pt x="49" y="71"/>
                          <a:pt x="49" y="71"/>
                          <a:pt x="49" y="71"/>
                        </a:cubicBezTo>
                        <a:cubicBezTo>
                          <a:pt x="49" y="71"/>
                          <a:pt x="49" y="71"/>
                          <a:pt x="49" y="71"/>
                        </a:cubicBezTo>
                        <a:cubicBezTo>
                          <a:pt x="49" y="71"/>
                          <a:pt x="49" y="71"/>
                          <a:pt x="49" y="71"/>
                        </a:cubicBezTo>
                        <a:cubicBezTo>
                          <a:pt x="49" y="71"/>
                          <a:pt x="49" y="71"/>
                          <a:pt x="49" y="71"/>
                        </a:cubicBezTo>
                        <a:close/>
                        <a:moveTo>
                          <a:pt x="38" y="61"/>
                        </a:moveTo>
                        <a:cubicBezTo>
                          <a:pt x="38" y="61"/>
                          <a:pt x="38" y="61"/>
                          <a:pt x="38" y="61"/>
                        </a:cubicBezTo>
                        <a:cubicBezTo>
                          <a:pt x="38" y="61"/>
                          <a:pt x="38" y="61"/>
                          <a:pt x="38" y="61"/>
                        </a:cubicBezTo>
                        <a:cubicBezTo>
                          <a:pt x="38" y="61"/>
                          <a:pt x="38" y="61"/>
                          <a:pt x="38" y="61"/>
                        </a:cubicBezTo>
                        <a:cubicBezTo>
                          <a:pt x="38" y="61"/>
                          <a:pt x="38" y="61"/>
                          <a:pt x="38" y="61"/>
                        </a:cubicBezTo>
                        <a:cubicBezTo>
                          <a:pt x="38" y="61"/>
                          <a:pt x="38" y="61"/>
                          <a:pt x="38" y="61"/>
                        </a:cubicBezTo>
                        <a:cubicBezTo>
                          <a:pt x="38" y="61"/>
                          <a:pt x="38" y="61"/>
                          <a:pt x="38" y="61"/>
                        </a:cubicBezTo>
                        <a:cubicBezTo>
                          <a:pt x="38" y="61"/>
                          <a:pt x="38" y="61"/>
                          <a:pt x="38" y="61"/>
                        </a:cubicBezTo>
                        <a:cubicBezTo>
                          <a:pt x="38" y="61"/>
                          <a:pt x="38" y="61"/>
                          <a:pt x="38" y="61"/>
                        </a:cubicBezTo>
                        <a:cubicBezTo>
                          <a:pt x="38" y="61"/>
                          <a:pt x="38" y="61"/>
                          <a:pt x="38" y="61"/>
                        </a:cubicBezTo>
                        <a:cubicBezTo>
                          <a:pt x="38" y="61"/>
                          <a:pt x="38" y="61"/>
                          <a:pt x="38" y="61"/>
                        </a:cubicBezTo>
                        <a:cubicBezTo>
                          <a:pt x="38" y="61"/>
                          <a:pt x="38" y="61"/>
                          <a:pt x="38" y="61"/>
                        </a:cubicBezTo>
                        <a:cubicBezTo>
                          <a:pt x="38" y="61"/>
                          <a:pt x="38" y="61"/>
                          <a:pt x="38" y="61"/>
                        </a:cubicBezTo>
                        <a:cubicBezTo>
                          <a:pt x="38" y="61"/>
                          <a:pt x="38" y="61"/>
                          <a:pt x="38" y="61"/>
                        </a:cubicBezTo>
                        <a:close/>
                        <a:moveTo>
                          <a:pt x="0" y="0"/>
                        </a:moveTo>
                        <a:cubicBezTo>
                          <a:pt x="0" y="45"/>
                          <a:pt x="0" y="45"/>
                          <a:pt x="0" y="45"/>
                        </a:cubicBezTo>
                        <a:cubicBezTo>
                          <a:pt x="1" y="44"/>
                          <a:pt x="1" y="44"/>
                          <a:pt x="1" y="44"/>
                        </a:cubicBezTo>
                        <a:cubicBezTo>
                          <a:pt x="2" y="44"/>
                          <a:pt x="2" y="44"/>
                          <a:pt x="3" y="44"/>
                        </a:cubicBezTo>
                        <a:cubicBezTo>
                          <a:pt x="3" y="44"/>
                          <a:pt x="4" y="44"/>
                          <a:pt x="4" y="44"/>
                        </a:cubicBezTo>
                        <a:cubicBezTo>
                          <a:pt x="5" y="44"/>
                          <a:pt x="5" y="44"/>
                          <a:pt x="5" y="44"/>
                        </a:cubicBezTo>
                        <a:cubicBezTo>
                          <a:pt x="5" y="44"/>
                          <a:pt x="6" y="44"/>
                          <a:pt x="7" y="44"/>
                        </a:cubicBezTo>
                        <a:cubicBezTo>
                          <a:pt x="7" y="44"/>
                          <a:pt x="12" y="44"/>
                          <a:pt x="12" y="44"/>
                        </a:cubicBezTo>
                        <a:cubicBezTo>
                          <a:pt x="12" y="44"/>
                          <a:pt x="13" y="44"/>
                          <a:pt x="13" y="44"/>
                        </a:cubicBezTo>
                        <a:cubicBezTo>
                          <a:pt x="13" y="44"/>
                          <a:pt x="14" y="44"/>
                          <a:pt x="14" y="44"/>
                        </a:cubicBezTo>
                        <a:cubicBezTo>
                          <a:pt x="14" y="44"/>
                          <a:pt x="15" y="43"/>
                          <a:pt x="15" y="43"/>
                        </a:cubicBezTo>
                        <a:cubicBezTo>
                          <a:pt x="15" y="43"/>
                          <a:pt x="16" y="43"/>
                          <a:pt x="16" y="43"/>
                        </a:cubicBezTo>
                        <a:cubicBezTo>
                          <a:pt x="16" y="43"/>
                          <a:pt x="17" y="43"/>
                          <a:pt x="17" y="44"/>
                        </a:cubicBezTo>
                        <a:cubicBezTo>
                          <a:pt x="17" y="44"/>
                          <a:pt x="19" y="45"/>
                          <a:pt x="19" y="45"/>
                        </a:cubicBezTo>
                        <a:cubicBezTo>
                          <a:pt x="20" y="45"/>
                          <a:pt x="20" y="45"/>
                          <a:pt x="20" y="46"/>
                        </a:cubicBezTo>
                        <a:cubicBezTo>
                          <a:pt x="21" y="46"/>
                          <a:pt x="22" y="46"/>
                          <a:pt x="22" y="47"/>
                        </a:cubicBezTo>
                        <a:cubicBezTo>
                          <a:pt x="22" y="47"/>
                          <a:pt x="22" y="47"/>
                          <a:pt x="22" y="47"/>
                        </a:cubicBezTo>
                        <a:cubicBezTo>
                          <a:pt x="23" y="47"/>
                          <a:pt x="23" y="47"/>
                          <a:pt x="24" y="47"/>
                        </a:cubicBezTo>
                        <a:cubicBezTo>
                          <a:pt x="24" y="47"/>
                          <a:pt x="24" y="47"/>
                          <a:pt x="24" y="47"/>
                        </a:cubicBezTo>
                        <a:cubicBezTo>
                          <a:pt x="24" y="46"/>
                          <a:pt x="25" y="47"/>
                          <a:pt x="25" y="47"/>
                        </a:cubicBezTo>
                        <a:cubicBezTo>
                          <a:pt x="25" y="47"/>
                          <a:pt x="26" y="47"/>
                          <a:pt x="26" y="47"/>
                        </a:cubicBezTo>
                        <a:cubicBezTo>
                          <a:pt x="26" y="47"/>
                          <a:pt x="27" y="47"/>
                          <a:pt x="27" y="47"/>
                        </a:cubicBezTo>
                        <a:cubicBezTo>
                          <a:pt x="27" y="47"/>
                          <a:pt x="28" y="48"/>
                          <a:pt x="29" y="48"/>
                        </a:cubicBezTo>
                        <a:cubicBezTo>
                          <a:pt x="29" y="49"/>
                          <a:pt x="29" y="49"/>
                          <a:pt x="29" y="49"/>
                        </a:cubicBezTo>
                        <a:cubicBezTo>
                          <a:pt x="30" y="49"/>
                          <a:pt x="30" y="49"/>
                          <a:pt x="30" y="49"/>
                        </a:cubicBezTo>
                        <a:cubicBezTo>
                          <a:pt x="31" y="48"/>
                          <a:pt x="31" y="48"/>
                          <a:pt x="31" y="48"/>
                        </a:cubicBezTo>
                        <a:cubicBezTo>
                          <a:pt x="31" y="48"/>
                          <a:pt x="31" y="48"/>
                          <a:pt x="31" y="48"/>
                        </a:cubicBezTo>
                        <a:cubicBezTo>
                          <a:pt x="31" y="48"/>
                          <a:pt x="32" y="48"/>
                          <a:pt x="32" y="48"/>
                        </a:cubicBezTo>
                        <a:cubicBezTo>
                          <a:pt x="32" y="48"/>
                          <a:pt x="32" y="48"/>
                          <a:pt x="32" y="48"/>
                        </a:cubicBezTo>
                        <a:cubicBezTo>
                          <a:pt x="32" y="48"/>
                          <a:pt x="33" y="49"/>
                          <a:pt x="33" y="49"/>
                        </a:cubicBezTo>
                        <a:cubicBezTo>
                          <a:pt x="33" y="49"/>
                          <a:pt x="34" y="50"/>
                          <a:pt x="34" y="50"/>
                        </a:cubicBezTo>
                        <a:cubicBezTo>
                          <a:pt x="34" y="50"/>
                          <a:pt x="34" y="50"/>
                          <a:pt x="34" y="50"/>
                        </a:cubicBezTo>
                        <a:cubicBezTo>
                          <a:pt x="34" y="51"/>
                          <a:pt x="34" y="51"/>
                          <a:pt x="34" y="51"/>
                        </a:cubicBezTo>
                        <a:cubicBezTo>
                          <a:pt x="34" y="51"/>
                          <a:pt x="34" y="51"/>
                          <a:pt x="34" y="51"/>
                        </a:cubicBezTo>
                        <a:cubicBezTo>
                          <a:pt x="34" y="51"/>
                          <a:pt x="35" y="51"/>
                          <a:pt x="35" y="51"/>
                        </a:cubicBezTo>
                        <a:cubicBezTo>
                          <a:pt x="35" y="51"/>
                          <a:pt x="36" y="51"/>
                          <a:pt x="36" y="51"/>
                        </a:cubicBezTo>
                        <a:cubicBezTo>
                          <a:pt x="36" y="51"/>
                          <a:pt x="36" y="51"/>
                          <a:pt x="36" y="52"/>
                        </a:cubicBezTo>
                        <a:cubicBezTo>
                          <a:pt x="37" y="52"/>
                          <a:pt x="37" y="53"/>
                          <a:pt x="37" y="53"/>
                        </a:cubicBezTo>
                        <a:cubicBezTo>
                          <a:pt x="36" y="53"/>
                          <a:pt x="36" y="53"/>
                          <a:pt x="36" y="53"/>
                        </a:cubicBezTo>
                        <a:cubicBezTo>
                          <a:pt x="36" y="53"/>
                          <a:pt x="36" y="53"/>
                          <a:pt x="36" y="53"/>
                        </a:cubicBezTo>
                        <a:cubicBezTo>
                          <a:pt x="35" y="53"/>
                          <a:pt x="35" y="53"/>
                          <a:pt x="35" y="53"/>
                        </a:cubicBezTo>
                        <a:cubicBezTo>
                          <a:pt x="35" y="53"/>
                          <a:pt x="35" y="53"/>
                          <a:pt x="35" y="53"/>
                        </a:cubicBezTo>
                        <a:cubicBezTo>
                          <a:pt x="36" y="53"/>
                          <a:pt x="36" y="54"/>
                          <a:pt x="36" y="54"/>
                        </a:cubicBezTo>
                        <a:cubicBezTo>
                          <a:pt x="36" y="54"/>
                          <a:pt x="35" y="55"/>
                          <a:pt x="35" y="55"/>
                        </a:cubicBezTo>
                        <a:cubicBezTo>
                          <a:pt x="36" y="55"/>
                          <a:pt x="36" y="55"/>
                          <a:pt x="36" y="55"/>
                        </a:cubicBezTo>
                        <a:cubicBezTo>
                          <a:pt x="36" y="55"/>
                          <a:pt x="36" y="55"/>
                          <a:pt x="36" y="55"/>
                        </a:cubicBezTo>
                        <a:cubicBezTo>
                          <a:pt x="36" y="55"/>
                          <a:pt x="36" y="56"/>
                          <a:pt x="36" y="56"/>
                        </a:cubicBezTo>
                        <a:cubicBezTo>
                          <a:pt x="36" y="57"/>
                          <a:pt x="37" y="57"/>
                          <a:pt x="37" y="57"/>
                        </a:cubicBezTo>
                        <a:cubicBezTo>
                          <a:pt x="37" y="57"/>
                          <a:pt x="37" y="57"/>
                          <a:pt x="37" y="56"/>
                        </a:cubicBezTo>
                        <a:cubicBezTo>
                          <a:pt x="37" y="56"/>
                          <a:pt x="37" y="56"/>
                          <a:pt x="38" y="56"/>
                        </a:cubicBezTo>
                        <a:cubicBezTo>
                          <a:pt x="38" y="56"/>
                          <a:pt x="38" y="56"/>
                          <a:pt x="39" y="56"/>
                        </a:cubicBezTo>
                        <a:cubicBezTo>
                          <a:pt x="39" y="56"/>
                          <a:pt x="39" y="57"/>
                          <a:pt x="39" y="57"/>
                        </a:cubicBezTo>
                        <a:cubicBezTo>
                          <a:pt x="39" y="57"/>
                          <a:pt x="40" y="57"/>
                          <a:pt x="40" y="57"/>
                        </a:cubicBezTo>
                        <a:cubicBezTo>
                          <a:pt x="40" y="58"/>
                          <a:pt x="40" y="58"/>
                          <a:pt x="40" y="58"/>
                        </a:cubicBezTo>
                        <a:cubicBezTo>
                          <a:pt x="40" y="58"/>
                          <a:pt x="40" y="58"/>
                          <a:pt x="40" y="59"/>
                        </a:cubicBezTo>
                        <a:cubicBezTo>
                          <a:pt x="40" y="59"/>
                          <a:pt x="40" y="59"/>
                          <a:pt x="40" y="60"/>
                        </a:cubicBezTo>
                        <a:cubicBezTo>
                          <a:pt x="40" y="60"/>
                          <a:pt x="40" y="60"/>
                          <a:pt x="41" y="60"/>
                        </a:cubicBezTo>
                        <a:cubicBezTo>
                          <a:pt x="41" y="61"/>
                          <a:pt x="41" y="61"/>
                          <a:pt x="41" y="61"/>
                        </a:cubicBezTo>
                        <a:cubicBezTo>
                          <a:pt x="42" y="61"/>
                          <a:pt x="43" y="62"/>
                          <a:pt x="43" y="62"/>
                        </a:cubicBezTo>
                        <a:cubicBezTo>
                          <a:pt x="43" y="63"/>
                          <a:pt x="43" y="63"/>
                          <a:pt x="43" y="63"/>
                        </a:cubicBezTo>
                        <a:cubicBezTo>
                          <a:pt x="43" y="64"/>
                          <a:pt x="43" y="64"/>
                          <a:pt x="43" y="64"/>
                        </a:cubicBezTo>
                        <a:cubicBezTo>
                          <a:pt x="44" y="65"/>
                          <a:pt x="44" y="65"/>
                          <a:pt x="44" y="65"/>
                        </a:cubicBezTo>
                        <a:cubicBezTo>
                          <a:pt x="44" y="66"/>
                          <a:pt x="44" y="67"/>
                          <a:pt x="44" y="67"/>
                        </a:cubicBezTo>
                        <a:cubicBezTo>
                          <a:pt x="44" y="67"/>
                          <a:pt x="44" y="68"/>
                          <a:pt x="44" y="68"/>
                        </a:cubicBezTo>
                        <a:cubicBezTo>
                          <a:pt x="44" y="68"/>
                          <a:pt x="44" y="68"/>
                          <a:pt x="44" y="68"/>
                        </a:cubicBezTo>
                        <a:cubicBezTo>
                          <a:pt x="44" y="68"/>
                          <a:pt x="44" y="68"/>
                          <a:pt x="44" y="68"/>
                        </a:cubicBezTo>
                        <a:cubicBezTo>
                          <a:pt x="44" y="68"/>
                          <a:pt x="44" y="68"/>
                          <a:pt x="44" y="68"/>
                        </a:cubicBezTo>
                        <a:cubicBezTo>
                          <a:pt x="44" y="67"/>
                          <a:pt x="43" y="67"/>
                          <a:pt x="43" y="67"/>
                        </a:cubicBezTo>
                        <a:cubicBezTo>
                          <a:pt x="43" y="67"/>
                          <a:pt x="43" y="67"/>
                          <a:pt x="43" y="67"/>
                        </a:cubicBezTo>
                        <a:cubicBezTo>
                          <a:pt x="42" y="67"/>
                          <a:pt x="42" y="67"/>
                          <a:pt x="42" y="68"/>
                        </a:cubicBezTo>
                        <a:cubicBezTo>
                          <a:pt x="42" y="68"/>
                          <a:pt x="43" y="68"/>
                          <a:pt x="43" y="68"/>
                        </a:cubicBezTo>
                        <a:cubicBezTo>
                          <a:pt x="43" y="68"/>
                          <a:pt x="43" y="68"/>
                          <a:pt x="43" y="68"/>
                        </a:cubicBezTo>
                        <a:cubicBezTo>
                          <a:pt x="44" y="68"/>
                          <a:pt x="44" y="69"/>
                          <a:pt x="45" y="69"/>
                        </a:cubicBezTo>
                        <a:cubicBezTo>
                          <a:pt x="45" y="70"/>
                          <a:pt x="45" y="70"/>
                          <a:pt x="45" y="70"/>
                        </a:cubicBezTo>
                        <a:cubicBezTo>
                          <a:pt x="45" y="71"/>
                          <a:pt x="45" y="71"/>
                          <a:pt x="46" y="71"/>
                        </a:cubicBezTo>
                        <a:cubicBezTo>
                          <a:pt x="46" y="71"/>
                          <a:pt x="46" y="71"/>
                          <a:pt x="46" y="71"/>
                        </a:cubicBezTo>
                        <a:cubicBezTo>
                          <a:pt x="46" y="71"/>
                          <a:pt x="46" y="71"/>
                          <a:pt x="46" y="70"/>
                        </a:cubicBezTo>
                        <a:cubicBezTo>
                          <a:pt x="46" y="70"/>
                          <a:pt x="47" y="70"/>
                          <a:pt x="47" y="70"/>
                        </a:cubicBezTo>
                        <a:cubicBezTo>
                          <a:pt x="47" y="71"/>
                          <a:pt x="47" y="71"/>
                          <a:pt x="47" y="71"/>
                        </a:cubicBezTo>
                        <a:cubicBezTo>
                          <a:pt x="47" y="71"/>
                          <a:pt x="47" y="71"/>
                          <a:pt x="48" y="71"/>
                        </a:cubicBezTo>
                        <a:cubicBezTo>
                          <a:pt x="48" y="71"/>
                          <a:pt x="48" y="71"/>
                          <a:pt x="48" y="71"/>
                        </a:cubicBezTo>
                        <a:cubicBezTo>
                          <a:pt x="48" y="71"/>
                          <a:pt x="48" y="71"/>
                          <a:pt x="48" y="71"/>
                        </a:cubicBezTo>
                        <a:cubicBezTo>
                          <a:pt x="48" y="71"/>
                          <a:pt x="48" y="70"/>
                          <a:pt x="48" y="70"/>
                        </a:cubicBezTo>
                        <a:cubicBezTo>
                          <a:pt x="48" y="70"/>
                          <a:pt x="48" y="70"/>
                          <a:pt x="48" y="70"/>
                        </a:cubicBezTo>
                        <a:cubicBezTo>
                          <a:pt x="48" y="70"/>
                          <a:pt x="48" y="70"/>
                          <a:pt x="48" y="70"/>
                        </a:cubicBezTo>
                        <a:cubicBezTo>
                          <a:pt x="48" y="70"/>
                          <a:pt x="48" y="70"/>
                          <a:pt x="47" y="70"/>
                        </a:cubicBezTo>
                        <a:cubicBezTo>
                          <a:pt x="47" y="70"/>
                          <a:pt x="47" y="69"/>
                          <a:pt x="47" y="69"/>
                        </a:cubicBezTo>
                        <a:cubicBezTo>
                          <a:pt x="47" y="69"/>
                          <a:pt x="47" y="69"/>
                          <a:pt x="47" y="68"/>
                        </a:cubicBezTo>
                        <a:cubicBezTo>
                          <a:pt x="47" y="68"/>
                          <a:pt x="47" y="68"/>
                          <a:pt x="48" y="68"/>
                        </a:cubicBezTo>
                        <a:cubicBezTo>
                          <a:pt x="48" y="68"/>
                          <a:pt x="48" y="68"/>
                          <a:pt x="48" y="67"/>
                        </a:cubicBezTo>
                        <a:cubicBezTo>
                          <a:pt x="48" y="67"/>
                          <a:pt x="49" y="67"/>
                          <a:pt x="49" y="67"/>
                        </a:cubicBezTo>
                        <a:cubicBezTo>
                          <a:pt x="49" y="67"/>
                          <a:pt x="49" y="67"/>
                          <a:pt x="49" y="67"/>
                        </a:cubicBezTo>
                        <a:cubicBezTo>
                          <a:pt x="49" y="67"/>
                          <a:pt x="49" y="67"/>
                          <a:pt x="49" y="67"/>
                        </a:cubicBezTo>
                        <a:cubicBezTo>
                          <a:pt x="49" y="67"/>
                          <a:pt x="49" y="66"/>
                          <a:pt x="49" y="66"/>
                        </a:cubicBezTo>
                        <a:cubicBezTo>
                          <a:pt x="49" y="66"/>
                          <a:pt x="50" y="66"/>
                          <a:pt x="50" y="66"/>
                        </a:cubicBezTo>
                        <a:cubicBezTo>
                          <a:pt x="50" y="65"/>
                          <a:pt x="50" y="65"/>
                          <a:pt x="50" y="65"/>
                        </a:cubicBezTo>
                        <a:cubicBezTo>
                          <a:pt x="50" y="65"/>
                          <a:pt x="50" y="65"/>
                          <a:pt x="50" y="64"/>
                        </a:cubicBezTo>
                        <a:cubicBezTo>
                          <a:pt x="51" y="64"/>
                          <a:pt x="51" y="64"/>
                          <a:pt x="51" y="64"/>
                        </a:cubicBezTo>
                        <a:cubicBezTo>
                          <a:pt x="51" y="64"/>
                          <a:pt x="51" y="63"/>
                          <a:pt x="52" y="63"/>
                        </a:cubicBezTo>
                        <a:cubicBezTo>
                          <a:pt x="52" y="63"/>
                          <a:pt x="53" y="62"/>
                          <a:pt x="53" y="62"/>
                        </a:cubicBezTo>
                        <a:cubicBezTo>
                          <a:pt x="53" y="62"/>
                          <a:pt x="54" y="62"/>
                          <a:pt x="54" y="62"/>
                        </a:cubicBezTo>
                        <a:cubicBezTo>
                          <a:pt x="54" y="61"/>
                          <a:pt x="54" y="61"/>
                          <a:pt x="54" y="61"/>
                        </a:cubicBezTo>
                        <a:cubicBezTo>
                          <a:pt x="54" y="61"/>
                          <a:pt x="54" y="61"/>
                          <a:pt x="55" y="61"/>
                        </a:cubicBezTo>
                        <a:cubicBezTo>
                          <a:pt x="55" y="61"/>
                          <a:pt x="55" y="61"/>
                          <a:pt x="55" y="61"/>
                        </a:cubicBezTo>
                        <a:cubicBezTo>
                          <a:pt x="55" y="61"/>
                          <a:pt x="56" y="61"/>
                          <a:pt x="56" y="61"/>
                        </a:cubicBezTo>
                        <a:cubicBezTo>
                          <a:pt x="57" y="61"/>
                          <a:pt x="57" y="60"/>
                          <a:pt x="57" y="60"/>
                        </a:cubicBezTo>
                        <a:cubicBezTo>
                          <a:pt x="57" y="60"/>
                          <a:pt x="57" y="60"/>
                          <a:pt x="57" y="59"/>
                        </a:cubicBezTo>
                        <a:cubicBezTo>
                          <a:pt x="57" y="59"/>
                          <a:pt x="57" y="59"/>
                          <a:pt x="58" y="59"/>
                        </a:cubicBezTo>
                        <a:cubicBezTo>
                          <a:pt x="58" y="58"/>
                          <a:pt x="58" y="58"/>
                          <a:pt x="58" y="57"/>
                        </a:cubicBezTo>
                        <a:cubicBezTo>
                          <a:pt x="58" y="57"/>
                          <a:pt x="58" y="57"/>
                          <a:pt x="58" y="57"/>
                        </a:cubicBezTo>
                        <a:cubicBezTo>
                          <a:pt x="58" y="57"/>
                          <a:pt x="58" y="56"/>
                          <a:pt x="58" y="56"/>
                        </a:cubicBezTo>
                        <a:cubicBezTo>
                          <a:pt x="58" y="56"/>
                          <a:pt x="58" y="56"/>
                          <a:pt x="59" y="56"/>
                        </a:cubicBezTo>
                        <a:cubicBezTo>
                          <a:pt x="59" y="56"/>
                          <a:pt x="59" y="55"/>
                          <a:pt x="59" y="55"/>
                        </a:cubicBezTo>
                        <a:cubicBezTo>
                          <a:pt x="59" y="55"/>
                          <a:pt x="60" y="55"/>
                          <a:pt x="60" y="55"/>
                        </a:cubicBezTo>
                        <a:cubicBezTo>
                          <a:pt x="60" y="55"/>
                          <a:pt x="60" y="55"/>
                          <a:pt x="60" y="55"/>
                        </a:cubicBezTo>
                        <a:cubicBezTo>
                          <a:pt x="60" y="54"/>
                          <a:pt x="60" y="54"/>
                          <a:pt x="60" y="54"/>
                        </a:cubicBezTo>
                        <a:cubicBezTo>
                          <a:pt x="60" y="54"/>
                          <a:pt x="60" y="54"/>
                          <a:pt x="60" y="53"/>
                        </a:cubicBezTo>
                        <a:cubicBezTo>
                          <a:pt x="60" y="53"/>
                          <a:pt x="60" y="53"/>
                          <a:pt x="60" y="53"/>
                        </a:cubicBezTo>
                        <a:cubicBezTo>
                          <a:pt x="60" y="53"/>
                          <a:pt x="60" y="52"/>
                          <a:pt x="60" y="52"/>
                        </a:cubicBezTo>
                        <a:cubicBezTo>
                          <a:pt x="60" y="51"/>
                          <a:pt x="60" y="51"/>
                          <a:pt x="60" y="51"/>
                        </a:cubicBezTo>
                        <a:cubicBezTo>
                          <a:pt x="60" y="51"/>
                          <a:pt x="61" y="51"/>
                          <a:pt x="61" y="51"/>
                        </a:cubicBezTo>
                        <a:cubicBezTo>
                          <a:pt x="61" y="52"/>
                          <a:pt x="61" y="52"/>
                          <a:pt x="61" y="53"/>
                        </a:cubicBezTo>
                        <a:cubicBezTo>
                          <a:pt x="61" y="53"/>
                          <a:pt x="61" y="53"/>
                          <a:pt x="61" y="53"/>
                        </a:cubicBezTo>
                        <a:cubicBezTo>
                          <a:pt x="61" y="53"/>
                          <a:pt x="61" y="54"/>
                          <a:pt x="61" y="54"/>
                        </a:cubicBezTo>
                        <a:cubicBezTo>
                          <a:pt x="61" y="55"/>
                          <a:pt x="61" y="55"/>
                          <a:pt x="62" y="55"/>
                        </a:cubicBezTo>
                        <a:cubicBezTo>
                          <a:pt x="62" y="55"/>
                          <a:pt x="62" y="56"/>
                          <a:pt x="62" y="56"/>
                        </a:cubicBezTo>
                        <a:cubicBezTo>
                          <a:pt x="62" y="56"/>
                          <a:pt x="62" y="56"/>
                          <a:pt x="62" y="56"/>
                        </a:cubicBezTo>
                        <a:cubicBezTo>
                          <a:pt x="62" y="56"/>
                          <a:pt x="61" y="56"/>
                          <a:pt x="61" y="57"/>
                        </a:cubicBezTo>
                        <a:cubicBezTo>
                          <a:pt x="61" y="57"/>
                          <a:pt x="61" y="57"/>
                          <a:pt x="61" y="58"/>
                        </a:cubicBezTo>
                        <a:cubicBezTo>
                          <a:pt x="61" y="58"/>
                          <a:pt x="61" y="58"/>
                          <a:pt x="61" y="59"/>
                        </a:cubicBezTo>
                        <a:cubicBezTo>
                          <a:pt x="61" y="59"/>
                          <a:pt x="61" y="59"/>
                          <a:pt x="61" y="60"/>
                        </a:cubicBezTo>
                        <a:cubicBezTo>
                          <a:pt x="61" y="60"/>
                          <a:pt x="61" y="60"/>
                          <a:pt x="61" y="60"/>
                        </a:cubicBezTo>
                        <a:cubicBezTo>
                          <a:pt x="60" y="61"/>
                          <a:pt x="60" y="61"/>
                          <a:pt x="60" y="62"/>
                        </a:cubicBezTo>
                        <a:cubicBezTo>
                          <a:pt x="59" y="62"/>
                          <a:pt x="59" y="62"/>
                          <a:pt x="59" y="63"/>
                        </a:cubicBezTo>
                        <a:cubicBezTo>
                          <a:pt x="59" y="63"/>
                          <a:pt x="59" y="63"/>
                          <a:pt x="59" y="64"/>
                        </a:cubicBezTo>
                        <a:cubicBezTo>
                          <a:pt x="59" y="64"/>
                          <a:pt x="58" y="64"/>
                          <a:pt x="58" y="65"/>
                        </a:cubicBezTo>
                        <a:cubicBezTo>
                          <a:pt x="58" y="65"/>
                          <a:pt x="58" y="65"/>
                          <a:pt x="58" y="66"/>
                        </a:cubicBezTo>
                        <a:cubicBezTo>
                          <a:pt x="58" y="66"/>
                          <a:pt x="58" y="70"/>
                          <a:pt x="58" y="70"/>
                        </a:cubicBezTo>
                        <a:cubicBezTo>
                          <a:pt x="58" y="71"/>
                          <a:pt x="58" y="71"/>
                          <a:pt x="58" y="71"/>
                        </a:cubicBezTo>
                        <a:cubicBezTo>
                          <a:pt x="58" y="71"/>
                          <a:pt x="57" y="71"/>
                          <a:pt x="57" y="71"/>
                        </a:cubicBezTo>
                        <a:cubicBezTo>
                          <a:pt x="57" y="71"/>
                          <a:pt x="57" y="71"/>
                          <a:pt x="56" y="71"/>
                        </a:cubicBezTo>
                        <a:cubicBezTo>
                          <a:pt x="56" y="71"/>
                          <a:pt x="55" y="71"/>
                          <a:pt x="55" y="71"/>
                        </a:cubicBezTo>
                        <a:cubicBezTo>
                          <a:pt x="55" y="71"/>
                          <a:pt x="55" y="71"/>
                          <a:pt x="55" y="71"/>
                        </a:cubicBezTo>
                        <a:cubicBezTo>
                          <a:pt x="55" y="71"/>
                          <a:pt x="55" y="72"/>
                          <a:pt x="55" y="72"/>
                        </a:cubicBezTo>
                        <a:cubicBezTo>
                          <a:pt x="55" y="73"/>
                          <a:pt x="54" y="73"/>
                          <a:pt x="54" y="73"/>
                        </a:cubicBezTo>
                        <a:cubicBezTo>
                          <a:pt x="54" y="73"/>
                          <a:pt x="54" y="73"/>
                          <a:pt x="54" y="73"/>
                        </a:cubicBezTo>
                        <a:cubicBezTo>
                          <a:pt x="54" y="74"/>
                          <a:pt x="54" y="74"/>
                          <a:pt x="54" y="74"/>
                        </a:cubicBezTo>
                        <a:cubicBezTo>
                          <a:pt x="54" y="74"/>
                          <a:pt x="55" y="74"/>
                          <a:pt x="55" y="74"/>
                        </a:cubicBezTo>
                        <a:cubicBezTo>
                          <a:pt x="55" y="73"/>
                          <a:pt x="55" y="73"/>
                          <a:pt x="56" y="73"/>
                        </a:cubicBezTo>
                        <a:cubicBezTo>
                          <a:pt x="56" y="73"/>
                          <a:pt x="56" y="73"/>
                          <a:pt x="57" y="73"/>
                        </a:cubicBezTo>
                        <a:cubicBezTo>
                          <a:pt x="57" y="73"/>
                          <a:pt x="57" y="73"/>
                          <a:pt x="57" y="73"/>
                        </a:cubicBezTo>
                        <a:cubicBezTo>
                          <a:pt x="57" y="73"/>
                          <a:pt x="57" y="73"/>
                          <a:pt x="58" y="73"/>
                        </a:cubicBezTo>
                        <a:cubicBezTo>
                          <a:pt x="58" y="73"/>
                          <a:pt x="58" y="73"/>
                          <a:pt x="59" y="73"/>
                        </a:cubicBezTo>
                        <a:cubicBezTo>
                          <a:pt x="59" y="73"/>
                          <a:pt x="59" y="73"/>
                          <a:pt x="59" y="73"/>
                        </a:cubicBezTo>
                        <a:cubicBezTo>
                          <a:pt x="59" y="73"/>
                          <a:pt x="60" y="73"/>
                          <a:pt x="60" y="73"/>
                        </a:cubicBezTo>
                        <a:cubicBezTo>
                          <a:pt x="60" y="72"/>
                          <a:pt x="60" y="72"/>
                          <a:pt x="60" y="71"/>
                        </a:cubicBezTo>
                        <a:cubicBezTo>
                          <a:pt x="60" y="71"/>
                          <a:pt x="60" y="71"/>
                          <a:pt x="60" y="71"/>
                        </a:cubicBezTo>
                        <a:cubicBezTo>
                          <a:pt x="60" y="71"/>
                          <a:pt x="60" y="71"/>
                          <a:pt x="60" y="71"/>
                        </a:cubicBezTo>
                        <a:cubicBezTo>
                          <a:pt x="60" y="70"/>
                          <a:pt x="61" y="70"/>
                          <a:pt x="61" y="70"/>
                        </a:cubicBezTo>
                        <a:cubicBezTo>
                          <a:pt x="61" y="70"/>
                          <a:pt x="61" y="69"/>
                          <a:pt x="61" y="69"/>
                        </a:cubicBezTo>
                        <a:cubicBezTo>
                          <a:pt x="61" y="69"/>
                          <a:pt x="61" y="68"/>
                          <a:pt x="61" y="68"/>
                        </a:cubicBezTo>
                        <a:cubicBezTo>
                          <a:pt x="61" y="67"/>
                          <a:pt x="61" y="67"/>
                          <a:pt x="61" y="67"/>
                        </a:cubicBezTo>
                        <a:cubicBezTo>
                          <a:pt x="61" y="67"/>
                          <a:pt x="62" y="66"/>
                          <a:pt x="62" y="66"/>
                        </a:cubicBezTo>
                        <a:cubicBezTo>
                          <a:pt x="62" y="66"/>
                          <a:pt x="62" y="65"/>
                          <a:pt x="62" y="65"/>
                        </a:cubicBezTo>
                        <a:cubicBezTo>
                          <a:pt x="62" y="65"/>
                          <a:pt x="62" y="65"/>
                          <a:pt x="62" y="65"/>
                        </a:cubicBezTo>
                        <a:cubicBezTo>
                          <a:pt x="62" y="65"/>
                          <a:pt x="63" y="65"/>
                          <a:pt x="63" y="65"/>
                        </a:cubicBezTo>
                        <a:cubicBezTo>
                          <a:pt x="63" y="65"/>
                          <a:pt x="63" y="66"/>
                          <a:pt x="63" y="66"/>
                        </a:cubicBezTo>
                        <a:cubicBezTo>
                          <a:pt x="64" y="67"/>
                          <a:pt x="64" y="67"/>
                          <a:pt x="64" y="68"/>
                        </a:cubicBezTo>
                        <a:cubicBezTo>
                          <a:pt x="65" y="68"/>
                          <a:pt x="65" y="69"/>
                          <a:pt x="65" y="69"/>
                        </a:cubicBezTo>
                        <a:cubicBezTo>
                          <a:pt x="65" y="69"/>
                          <a:pt x="65" y="70"/>
                          <a:pt x="65" y="70"/>
                        </a:cubicBezTo>
                        <a:cubicBezTo>
                          <a:pt x="65" y="70"/>
                          <a:pt x="65" y="71"/>
                          <a:pt x="65" y="72"/>
                        </a:cubicBezTo>
                        <a:cubicBezTo>
                          <a:pt x="65" y="72"/>
                          <a:pt x="65" y="72"/>
                          <a:pt x="65" y="73"/>
                        </a:cubicBezTo>
                        <a:cubicBezTo>
                          <a:pt x="65" y="73"/>
                          <a:pt x="65" y="74"/>
                          <a:pt x="65" y="74"/>
                        </a:cubicBezTo>
                        <a:cubicBezTo>
                          <a:pt x="65" y="74"/>
                          <a:pt x="64" y="75"/>
                          <a:pt x="64" y="75"/>
                        </a:cubicBezTo>
                        <a:cubicBezTo>
                          <a:pt x="64" y="76"/>
                          <a:pt x="63" y="76"/>
                          <a:pt x="63" y="76"/>
                        </a:cubicBezTo>
                        <a:cubicBezTo>
                          <a:pt x="63" y="76"/>
                          <a:pt x="63" y="76"/>
                          <a:pt x="63" y="76"/>
                        </a:cubicBezTo>
                        <a:cubicBezTo>
                          <a:pt x="63" y="76"/>
                          <a:pt x="63" y="77"/>
                          <a:pt x="63" y="77"/>
                        </a:cubicBezTo>
                        <a:cubicBezTo>
                          <a:pt x="63" y="77"/>
                          <a:pt x="63" y="77"/>
                          <a:pt x="64" y="77"/>
                        </a:cubicBezTo>
                        <a:cubicBezTo>
                          <a:pt x="64" y="77"/>
                          <a:pt x="64" y="77"/>
                          <a:pt x="64" y="77"/>
                        </a:cubicBezTo>
                        <a:cubicBezTo>
                          <a:pt x="64" y="77"/>
                          <a:pt x="65" y="77"/>
                          <a:pt x="66" y="77"/>
                        </a:cubicBezTo>
                        <a:cubicBezTo>
                          <a:pt x="66" y="76"/>
                          <a:pt x="66" y="76"/>
                          <a:pt x="66" y="76"/>
                        </a:cubicBezTo>
                        <a:cubicBezTo>
                          <a:pt x="67" y="76"/>
                          <a:pt x="67" y="76"/>
                          <a:pt x="67" y="76"/>
                        </a:cubicBezTo>
                        <a:cubicBezTo>
                          <a:pt x="67" y="76"/>
                          <a:pt x="68" y="77"/>
                          <a:pt x="68" y="77"/>
                        </a:cubicBezTo>
                        <a:cubicBezTo>
                          <a:pt x="69" y="77"/>
                          <a:pt x="69" y="77"/>
                          <a:pt x="69" y="77"/>
                        </a:cubicBezTo>
                        <a:cubicBezTo>
                          <a:pt x="70" y="77"/>
                          <a:pt x="70" y="78"/>
                          <a:pt x="71" y="79"/>
                        </a:cubicBezTo>
                        <a:cubicBezTo>
                          <a:pt x="72" y="79"/>
                          <a:pt x="72" y="80"/>
                          <a:pt x="73" y="81"/>
                        </a:cubicBezTo>
                        <a:cubicBezTo>
                          <a:pt x="73" y="81"/>
                          <a:pt x="74" y="83"/>
                          <a:pt x="74" y="83"/>
                        </a:cubicBezTo>
                        <a:cubicBezTo>
                          <a:pt x="74" y="84"/>
                          <a:pt x="74" y="85"/>
                          <a:pt x="74" y="85"/>
                        </a:cubicBezTo>
                        <a:cubicBezTo>
                          <a:pt x="74" y="85"/>
                          <a:pt x="74" y="86"/>
                          <a:pt x="74" y="87"/>
                        </a:cubicBezTo>
                        <a:cubicBezTo>
                          <a:pt x="74" y="87"/>
                          <a:pt x="74" y="88"/>
                          <a:pt x="74" y="88"/>
                        </a:cubicBezTo>
                        <a:cubicBezTo>
                          <a:pt x="73" y="88"/>
                          <a:pt x="73" y="88"/>
                          <a:pt x="73" y="88"/>
                        </a:cubicBezTo>
                        <a:cubicBezTo>
                          <a:pt x="73" y="88"/>
                          <a:pt x="74" y="88"/>
                          <a:pt x="74" y="89"/>
                        </a:cubicBezTo>
                        <a:cubicBezTo>
                          <a:pt x="74" y="89"/>
                          <a:pt x="74" y="90"/>
                          <a:pt x="74" y="91"/>
                        </a:cubicBezTo>
                        <a:cubicBezTo>
                          <a:pt x="74" y="91"/>
                          <a:pt x="74" y="91"/>
                          <a:pt x="75" y="91"/>
                        </a:cubicBezTo>
                        <a:cubicBezTo>
                          <a:pt x="75" y="91"/>
                          <a:pt x="76" y="92"/>
                          <a:pt x="76" y="92"/>
                        </a:cubicBezTo>
                        <a:cubicBezTo>
                          <a:pt x="76" y="92"/>
                          <a:pt x="76" y="93"/>
                          <a:pt x="76" y="93"/>
                        </a:cubicBezTo>
                        <a:cubicBezTo>
                          <a:pt x="76" y="93"/>
                          <a:pt x="77" y="94"/>
                          <a:pt x="77" y="95"/>
                        </a:cubicBezTo>
                        <a:cubicBezTo>
                          <a:pt x="78" y="95"/>
                          <a:pt x="77" y="95"/>
                          <a:pt x="78" y="95"/>
                        </a:cubicBezTo>
                        <a:cubicBezTo>
                          <a:pt x="78" y="96"/>
                          <a:pt x="78" y="97"/>
                          <a:pt x="79" y="97"/>
                        </a:cubicBezTo>
                        <a:cubicBezTo>
                          <a:pt x="79" y="97"/>
                          <a:pt x="80" y="97"/>
                          <a:pt x="80" y="97"/>
                        </a:cubicBezTo>
                        <a:cubicBezTo>
                          <a:pt x="80" y="97"/>
                          <a:pt x="81" y="97"/>
                          <a:pt x="82" y="97"/>
                        </a:cubicBezTo>
                        <a:cubicBezTo>
                          <a:pt x="82" y="63"/>
                          <a:pt x="82" y="63"/>
                          <a:pt x="82" y="63"/>
                        </a:cubicBezTo>
                        <a:cubicBezTo>
                          <a:pt x="82" y="0"/>
                          <a:pt x="82" y="0"/>
                          <a:pt x="82" y="0"/>
                        </a:cubicBezTo>
                        <a:lnTo>
                          <a:pt x="0" y="0"/>
                        </a:ln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1" name="Freeform 742">
                    <a:extLst>
                      <a:ext uri="{FF2B5EF4-FFF2-40B4-BE49-F238E27FC236}">
                        <a16:creationId xmlns:a16="http://schemas.microsoft.com/office/drawing/2014/main" id="{3D88D4C1-8671-EC57-C559-0FF72AFA2A4C}"/>
                      </a:ext>
                    </a:extLst>
                  </p:cNvPr>
                  <p:cNvSpPr>
                    <a:spLocks/>
                  </p:cNvSpPr>
                  <p:nvPr/>
                </p:nvSpPr>
                <p:spPr bwMode="auto">
                  <a:xfrm>
                    <a:off x="9350375" y="5734050"/>
                    <a:ext cx="358775" cy="315913"/>
                  </a:xfrm>
                  <a:custGeom>
                    <a:avLst/>
                    <a:gdLst>
                      <a:gd name="T0" fmla="*/ 86 w 86"/>
                      <a:gd name="T1" fmla="*/ 0 h 76"/>
                      <a:gd name="T2" fmla="*/ 84 w 86"/>
                      <a:gd name="T3" fmla="*/ 0 h 76"/>
                      <a:gd name="T4" fmla="*/ 80 w 86"/>
                      <a:gd name="T5" fmla="*/ 1 h 76"/>
                      <a:gd name="T6" fmla="*/ 78 w 86"/>
                      <a:gd name="T7" fmla="*/ 1 h 76"/>
                      <a:gd name="T8" fmla="*/ 75 w 86"/>
                      <a:gd name="T9" fmla="*/ 4 h 76"/>
                      <a:gd name="T10" fmla="*/ 73 w 86"/>
                      <a:gd name="T11" fmla="*/ 5 h 76"/>
                      <a:gd name="T12" fmla="*/ 70 w 86"/>
                      <a:gd name="T13" fmla="*/ 6 h 76"/>
                      <a:gd name="T14" fmla="*/ 67 w 86"/>
                      <a:gd name="T15" fmla="*/ 3 h 76"/>
                      <a:gd name="T16" fmla="*/ 61 w 86"/>
                      <a:gd name="T17" fmla="*/ 3 h 76"/>
                      <a:gd name="T18" fmla="*/ 56 w 86"/>
                      <a:gd name="T19" fmla="*/ 5 h 76"/>
                      <a:gd name="T20" fmla="*/ 0 w 86"/>
                      <a:gd name="T21" fmla="*/ 46 h 76"/>
                      <a:gd name="T22" fmla="*/ 4 w 86"/>
                      <a:gd name="T23" fmla="*/ 48 h 76"/>
                      <a:gd name="T24" fmla="*/ 9 w 86"/>
                      <a:gd name="T25" fmla="*/ 49 h 76"/>
                      <a:gd name="T26" fmla="*/ 11 w 86"/>
                      <a:gd name="T27" fmla="*/ 52 h 76"/>
                      <a:gd name="T28" fmla="*/ 15 w 86"/>
                      <a:gd name="T29" fmla="*/ 52 h 76"/>
                      <a:gd name="T30" fmla="*/ 18 w 86"/>
                      <a:gd name="T31" fmla="*/ 57 h 76"/>
                      <a:gd name="T32" fmla="*/ 23 w 86"/>
                      <a:gd name="T33" fmla="*/ 61 h 76"/>
                      <a:gd name="T34" fmla="*/ 27 w 86"/>
                      <a:gd name="T35" fmla="*/ 63 h 76"/>
                      <a:gd name="T36" fmla="*/ 28 w 86"/>
                      <a:gd name="T37" fmla="*/ 61 h 76"/>
                      <a:gd name="T38" fmla="*/ 34 w 86"/>
                      <a:gd name="T39" fmla="*/ 63 h 76"/>
                      <a:gd name="T40" fmla="*/ 40 w 86"/>
                      <a:gd name="T41" fmla="*/ 63 h 76"/>
                      <a:gd name="T42" fmla="*/ 43 w 86"/>
                      <a:gd name="T43" fmla="*/ 63 h 76"/>
                      <a:gd name="T44" fmla="*/ 45 w 86"/>
                      <a:gd name="T45" fmla="*/ 62 h 76"/>
                      <a:gd name="T46" fmla="*/ 48 w 86"/>
                      <a:gd name="T47" fmla="*/ 66 h 76"/>
                      <a:gd name="T48" fmla="*/ 49 w 86"/>
                      <a:gd name="T49" fmla="*/ 70 h 76"/>
                      <a:gd name="T50" fmla="*/ 61 w 86"/>
                      <a:gd name="T51" fmla="*/ 76 h 76"/>
                      <a:gd name="T52" fmla="*/ 61 w 86"/>
                      <a:gd name="T53" fmla="*/ 73 h 76"/>
                      <a:gd name="T54" fmla="*/ 61 w 86"/>
                      <a:gd name="T55" fmla="*/ 71 h 76"/>
                      <a:gd name="T56" fmla="*/ 62 w 86"/>
                      <a:gd name="T57" fmla="*/ 67 h 76"/>
                      <a:gd name="T58" fmla="*/ 62 w 86"/>
                      <a:gd name="T59" fmla="*/ 63 h 76"/>
                      <a:gd name="T60" fmla="*/ 63 w 86"/>
                      <a:gd name="T61" fmla="*/ 60 h 76"/>
                      <a:gd name="T62" fmla="*/ 65 w 86"/>
                      <a:gd name="T63" fmla="*/ 57 h 76"/>
                      <a:gd name="T64" fmla="*/ 66 w 86"/>
                      <a:gd name="T65" fmla="*/ 56 h 76"/>
                      <a:gd name="T66" fmla="*/ 67 w 86"/>
                      <a:gd name="T67" fmla="*/ 54 h 76"/>
                      <a:gd name="T68" fmla="*/ 67 w 86"/>
                      <a:gd name="T69" fmla="*/ 51 h 76"/>
                      <a:gd name="T70" fmla="*/ 69 w 86"/>
                      <a:gd name="T71" fmla="*/ 48 h 76"/>
                      <a:gd name="T72" fmla="*/ 70 w 86"/>
                      <a:gd name="T73" fmla="*/ 46 h 76"/>
                      <a:gd name="T74" fmla="*/ 70 w 86"/>
                      <a:gd name="T75" fmla="*/ 44 h 76"/>
                      <a:gd name="T76" fmla="*/ 71 w 86"/>
                      <a:gd name="T77" fmla="*/ 42 h 76"/>
                      <a:gd name="T78" fmla="*/ 72 w 86"/>
                      <a:gd name="T79" fmla="*/ 40 h 76"/>
                      <a:gd name="T80" fmla="*/ 73 w 86"/>
                      <a:gd name="T81" fmla="*/ 38 h 76"/>
                      <a:gd name="T82" fmla="*/ 75 w 86"/>
                      <a:gd name="T83" fmla="*/ 36 h 76"/>
                      <a:gd name="T84" fmla="*/ 75 w 86"/>
                      <a:gd name="T85" fmla="*/ 36 h 76"/>
                      <a:gd name="T86" fmla="*/ 77 w 86"/>
                      <a:gd name="T87" fmla="*/ 35 h 76"/>
                      <a:gd name="T88" fmla="*/ 79 w 86"/>
                      <a:gd name="T89" fmla="*/ 33 h 76"/>
                      <a:gd name="T90" fmla="*/ 79 w 86"/>
                      <a:gd name="T91" fmla="*/ 31 h 76"/>
                      <a:gd name="T92" fmla="*/ 80 w 86"/>
                      <a:gd name="T93" fmla="*/ 28 h 76"/>
                      <a:gd name="T94" fmla="*/ 81 w 86"/>
                      <a:gd name="T95" fmla="*/ 26 h 76"/>
                      <a:gd name="T96" fmla="*/ 82 w 86"/>
                      <a:gd name="T97" fmla="*/ 23 h 76"/>
                      <a:gd name="T98" fmla="*/ 82 w 86"/>
                      <a:gd name="T99" fmla="*/ 20 h 76"/>
                      <a:gd name="T100" fmla="*/ 83 w 86"/>
                      <a:gd name="T101" fmla="*/ 17 h 76"/>
                      <a:gd name="T102" fmla="*/ 84 w 86"/>
                      <a:gd name="T103" fmla="*/ 14 h 76"/>
                      <a:gd name="T104" fmla="*/ 84 w 86"/>
                      <a:gd name="T105" fmla="*/ 11 h 76"/>
                      <a:gd name="T106" fmla="*/ 85 w 86"/>
                      <a:gd name="T107" fmla="*/ 8 h 76"/>
                      <a:gd name="T108" fmla="*/ 86 w 86"/>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6" h="76">
                        <a:moveTo>
                          <a:pt x="86" y="4"/>
                        </a:moveTo>
                        <a:cubicBezTo>
                          <a:pt x="86" y="4"/>
                          <a:pt x="86" y="4"/>
                          <a:pt x="86" y="3"/>
                        </a:cubicBezTo>
                        <a:cubicBezTo>
                          <a:pt x="86" y="3"/>
                          <a:pt x="86" y="2"/>
                          <a:pt x="86" y="2"/>
                        </a:cubicBezTo>
                        <a:cubicBezTo>
                          <a:pt x="86" y="2"/>
                          <a:pt x="86" y="1"/>
                          <a:pt x="86" y="0"/>
                        </a:cubicBezTo>
                        <a:cubicBezTo>
                          <a:pt x="86" y="0"/>
                          <a:pt x="85" y="0"/>
                          <a:pt x="85" y="0"/>
                        </a:cubicBezTo>
                        <a:cubicBezTo>
                          <a:pt x="85" y="0"/>
                          <a:pt x="85" y="0"/>
                          <a:pt x="85" y="0"/>
                        </a:cubicBezTo>
                        <a:cubicBezTo>
                          <a:pt x="85" y="0"/>
                          <a:pt x="85" y="0"/>
                          <a:pt x="85" y="0"/>
                        </a:cubicBezTo>
                        <a:cubicBezTo>
                          <a:pt x="85" y="0"/>
                          <a:pt x="84" y="0"/>
                          <a:pt x="84" y="0"/>
                        </a:cubicBezTo>
                        <a:cubicBezTo>
                          <a:pt x="84" y="0"/>
                          <a:pt x="83" y="0"/>
                          <a:pt x="83" y="0"/>
                        </a:cubicBezTo>
                        <a:cubicBezTo>
                          <a:pt x="83" y="1"/>
                          <a:pt x="82" y="1"/>
                          <a:pt x="82" y="1"/>
                        </a:cubicBezTo>
                        <a:cubicBezTo>
                          <a:pt x="82" y="1"/>
                          <a:pt x="82" y="1"/>
                          <a:pt x="81" y="1"/>
                        </a:cubicBezTo>
                        <a:cubicBezTo>
                          <a:pt x="81" y="1"/>
                          <a:pt x="80" y="1"/>
                          <a:pt x="80" y="1"/>
                        </a:cubicBezTo>
                        <a:cubicBezTo>
                          <a:pt x="80" y="1"/>
                          <a:pt x="79" y="0"/>
                          <a:pt x="79" y="1"/>
                        </a:cubicBezTo>
                        <a:cubicBezTo>
                          <a:pt x="79" y="1"/>
                          <a:pt x="79" y="1"/>
                          <a:pt x="79" y="1"/>
                        </a:cubicBezTo>
                        <a:cubicBezTo>
                          <a:pt x="78" y="1"/>
                          <a:pt x="78" y="1"/>
                          <a:pt x="78" y="1"/>
                        </a:cubicBezTo>
                        <a:cubicBezTo>
                          <a:pt x="78" y="1"/>
                          <a:pt x="78" y="1"/>
                          <a:pt x="78" y="1"/>
                        </a:cubicBezTo>
                        <a:cubicBezTo>
                          <a:pt x="77" y="1"/>
                          <a:pt x="77" y="2"/>
                          <a:pt x="77" y="2"/>
                        </a:cubicBezTo>
                        <a:cubicBezTo>
                          <a:pt x="76" y="2"/>
                          <a:pt x="75" y="2"/>
                          <a:pt x="75" y="2"/>
                        </a:cubicBezTo>
                        <a:cubicBezTo>
                          <a:pt x="75" y="2"/>
                          <a:pt x="75" y="3"/>
                          <a:pt x="75" y="3"/>
                        </a:cubicBezTo>
                        <a:cubicBezTo>
                          <a:pt x="75" y="3"/>
                          <a:pt x="75" y="3"/>
                          <a:pt x="75" y="4"/>
                        </a:cubicBezTo>
                        <a:cubicBezTo>
                          <a:pt x="75" y="4"/>
                          <a:pt x="75" y="5"/>
                          <a:pt x="75" y="5"/>
                        </a:cubicBezTo>
                        <a:cubicBezTo>
                          <a:pt x="75" y="5"/>
                          <a:pt x="75" y="5"/>
                          <a:pt x="75" y="6"/>
                        </a:cubicBezTo>
                        <a:cubicBezTo>
                          <a:pt x="74" y="6"/>
                          <a:pt x="74" y="6"/>
                          <a:pt x="73" y="6"/>
                        </a:cubicBezTo>
                        <a:cubicBezTo>
                          <a:pt x="73" y="6"/>
                          <a:pt x="73" y="5"/>
                          <a:pt x="73" y="5"/>
                        </a:cubicBezTo>
                        <a:cubicBezTo>
                          <a:pt x="72" y="5"/>
                          <a:pt x="72" y="6"/>
                          <a:pt x="72" y="6"/>
                        </a:cubicBezTo>
                        <a:cubicBezTo>
                          <a:pt x="72" y="6"/>
                          <a:pt x="72" y="6"/>
                          <a:pt x="72" y="6"/>
                        </a:cubicBezTo>
                        <a:cubicBezTo>
                          <a:pt x="71" y="7"/>
                          <a:pt x="70" y="8"/>
                          <a:pt x="70" y="8"/>
                        </a:cubicBezTo>
                        <a:cubicBezTo>
                          <a:pt x="70" y="6"/>
                          <a:pt x="70" y="6"/>
                          <a:pt x="70" y="6"/>
                        </a:cubicBezTo>
                        <a:cubicBezTo>
                          <a:pt x="70" y="6"/>
                          <a:pt x="70" y="6"/>
                          <a:pt x="70" y="5"/>
                        </a:cubicBezTo>
                        <a:cubicBezTo>
                          <a:pt x="69" y="5"/>
                          <a:pt x="69" y="5"/>
                          <a:pt x="69" y="5"/>
                        </a:cubicBezTo>
                        <a:cubicBezTo>
                          <a:pt x="68" y="5"/>
                          <a:pt x="68" y="4"/>
                          <a:pt x="68" y="4"/>
                        </a:cubicBezTo>
                        <a:cubicBezTo>
                          <a:pt x="68" y="4"/>
                          <a:pt x="67" y="3"/>
                          <a:pt x="67" y="3"/>
                        </a:cubicBezTo>
                        <a:cubicBezTo>
                          <a:pt x="67" y="3"/>
                          <a:pt x="66" y="4"/>
                          <a:pt x="65" y="4"/>
                        </a:cubicBezTo>
                        <a:cubicBezTo>
                          <a:pt x="65" y="3"/>
                          <a:pt x="64" y="3"/>
                          <a:pt x="64" y="3"/>
                        </a:cubicBezTo>
                        <a:cubicBezTo>
                          <a:pt x="64" y="3"/>
                          <a:pt x="63" y="3"/>
                          <a:pt x="63" y="3"/>
                        </a:cubicBezTo>
                        <a:cubicBezTo>
                          <a:pt x="63" y="3"/>
                          <a:pt x="61" y="3"/>
                          <a:pt x="61" y="3"/>
                        </a:cubicBezTo>
                        <a:cubicBezTo>
                          <a:pt x="61" y="3"/>
                          <a:pt x="60" y="3"/>
                          <a:pt x="59" y="3"/>
                        </a:cubicBezTo>
                        <a:cubicBezTo>
                          <a:pt x="59" y="3"/>
                          <a:pt x="58" y="3"/>
                          <a:pt x="58" y="3"/>
                        </a:cubicBezTo>
                        <a:cubicBezTo>
                          <a:pt x="58" y="3"/>
                          <a:pt x="57" y="3"/>
                          <a:pt x="57" y="4"/>
                        </a:cubicBezTo>
                        <a:cubicBezTo>
                          <a:pt x="57" y="4"/>
                          <a:pt x="56" y="4"/>
                          <a:pt x="56" y="5"/>
                        </a:cubicBezTo>
                        <a:cubicBezTo>
                          <a:pt x="56" y="5"/>
                          <a:pt x="55" y="6"/>
                          <a:pt x="54" y="6"/>
                        </a:cubicBezTo>
                        <a:cubicBezTo>
                          <a:pt x="54" y="6"/>
                          <a:pt x="54" y="6"/>
                          <a:pt x="54" y="6"/>
                        </a:cubicBezTo>
                        <a:cubicBezTo>
                          <a:pt x="0" y="6"/>
                          <a:pt x="0" y="6"/>
                          <a:pt x="0" y="6"/>
                        </a:cubicBezTo>
                        <a:cubicBezTo>
                          <a:pt x="0" y="46"/>
                          <a:pt x="0" y="46"/>
                          <a:pt x="0" y="46"/>
                        </a:cubicBezTo>
                        <a:cubicBezTo>
                          <a:pt x="0" y="46"/>
                          <a:pt x="1" y="47"/>
                          <a:pt x="1" y="47"/>
                        </a:cubicBezTo>
                        <a:cubicBezTo>
                          <a:pt x="1" y="47"/>
                          <a:pt x="2" y="47"/>
                          <a:pt x="2" y="47"/>
                        </a:cubicBezTo>
                        <a:cubicBezTo>
                          <a:pt x="3" y="47"/>
                          <a:pt x="3" y="48"/>
                          <a:pt x="4" y="48"/>
                        </a:cubicBezTo>
                        <a:cubicBezTo>
                          <a:pt x="4" y="48"/>
                          <a:pt x="4" y="48"/>
                          <a:pt x="4" y="48"/>
                        </a:cubicBezTo>
                        <a:cubicBezTo>
                          <a:pt x="5" y="47"/>
                          <a:pt x="5" y="47"/>
                          <a:pt x="6" y="47"/>
                        </a:cubicBezTo>
                        <a:cubicBezTo>
                          <a:pt x="6" y="47"/>
                          <a:pt x="6" y="47"/>
                          <a:pt x="7" y="47"/>
                        </a:cubicBezTo>
                        <a:cubicBezTo>
                          <a:pt x="7" y="48"/>
                          <a:pt x="8" y="47"/>
                          <a:pt x="8" y="48"/>
                        </a:cubicBezTo>
                        <a:cubicBezTo>
                          <a:pt x="8" y="48"/>
                          <a:pt x="8" y="48"/>
                          <a:pt x="9" y="49"/>
                        </a:cubicBezTo>
                        <a:cubicBezTo>
                          <a:pt x="9" y="49"/>
                          <a:pt x="9" y="49"/>
                          <a:pt x="9" y="50"/>
                        </a:cubicBezTo>
                        <a:cubicBezTo>
                          <a:pt x="9" y="50"/>
                          <a:pt x="9" y="50"/>
                          <a:pt x="10" y="51"/>
                        </a:cubicBezTo>
                        <a:cubicBezTo>
                          <a:pt x="10" y="51"/>
                          <a:pt x="10" y="52"/>
                          <a:pt x="11" y="52"/>
                        </a:cubicBezTo>
                        <a:cubicBezTo>
                          <a:pt x="11" y="53"/>
                          <a:pt x="11" y="52"/>
                          <a:pt x="11" y="52"/>
                        </a:cubicBezTo>
                        <a:cubicBezTo>
                          <a:pt x="11" y="52"/>
                          <a:pt x="12" y="52"/>
                          <a:pt x="12" y="51"/>
                        </a:cubicBezTo>
                        <a:cubicBezTo>
                          <a:pt x="12" y="51"/>
                          <a:pt x="12" y="51"/>
                          <a:pt x="12" y="51"/>
                        </a:cubicBezTo>
                        <a:cubicBezTo>
                          <a:pt x="13" y="51"/>
                          <a:pt x="13" y="52"/>
                          <a:pt x="13" y="52"/>
                        </a:cubicBezTo>
                        <a:cubicBezTo>
                          <a:pt x="14" y="52"/>
                          <a:pt x="15" y="52"/>
                          <a:pt x="15" y="52"/>
                        </a:cubicBezTo>
                        <a:cubicBezTo>
                          <a:pt x="16" y="52"/>
                          <a:pt x="16" y="53"/>
                          <a:pt x="16" y="53"/>
                        </a:cubicBezTo>
                        <a:cubicBezTo>
                          <a:pt x="16" y="54"/>
                          <a:pt x="16" y="54"/>
                          <a:pt x="16" y="54"/>
                        </a:cubicBezTo>
                        <a:cubicBezTo>
                          <a:pt x="16" y="54"/>
                          <a:pt x="16" y="55"/>
                          <a:pt x="16" y="56"/>
                        </a:cubicBezTo>
                        <a:cubicBezTo>
                          <a:pt x="16" y="56"/>
                          <a:pt x="18" y="56"/>
                          <a:pt x="18" y="57"/>
                        </a:cubicBezTo>
                        <a:cubicBezTo>
                          <a:pt x="18" y="57"/>
                          <a:pt x="18" y="57"/>
                          <a:pt x="18" y="57"/>
                        </a:cubicBezTo>
                        <a:cubicBezTo>
                          <a:pt x="18" y="58"/>
                          <a:pt x="19" y="58"/>
                          <a:pt x="20" y="58"/>
                        </a:cubicBezTo>
                        <a:cubicBezTo>
                          <a:pt x="20" y="59"/>
                          <a:pt x="21" y="60"/>
                          <a:pt x="22" y="60"/>
                        </a:cubicBezTo>
                        <a:cubicBezTo>
                          <a:pt x="22" y="60"/>
                          <a:pt x="23" y="61"/>
                          <a:pt x="23" y="61"/>
                        </a:cubicBezTo>
                        <a:cubicBezTo>
                          <a:pt x="23" y="61"/>
                          <a:pt x="23" y="62"/>
                          <a:pt x="23" y="62"/>
                        </a:cubicBezTo>
                        <a:cubicBezTo>
                          <a:pt x="24" y="62"/>
                          <a:pt x="24" y="63"/>
                          <a:pt x="24" y="63"/>
                        </a:cubicBezTo>
                        <a:cubicBezTo>
                          <a:pt x="25" y="63"/>
                          <a:pt x="26" y="64"/>
                          <a:pt x="26" y="64"/>
                        </a:cubicBezTo>
                        <a:cubicBezTo>
                          <a:pt x="26" y="64"/>
                          <a:pt x="27" y="63"/>
                          <a:pt x="27" y="63"/>
                        </a:cubicBezTo>
                        <a:cubicBezTo>
                          <a:pt x="27" y="63"/>
                          <a:pt x="27" y="63"/>
                          <a:pt x="27" y="63"/>
                        </a:cubicBezTo>
                        <a:cubicBezTo>
                          <a:pt x="27" y="63"/>
                          <a:pt x="27" y="62"/>
                          <a:pt x="27" y="62"/>
                        </a:cubicBezTo>
                        <a:cubicBezTo>
                          <a:pt x="27" y="62"/>
                          <a:pt x="27" y="62"/>
                          <a:pt x="28" y="61"/>
                        </a:cubicBezTo>
                        <a:cubicBezTo>
                          <a:pt x="28" y="61"/>
                          <a:pt x="28" y="61"/>
                          <a:pt x="28" y="61"/>
                        </a:cubicBezTo>
                        <a:cubicBezTo>
                          <a:pt x="29" y="61"/>
                          <a:pt x="30" y="61"/>
                          <a:pt x="30" y="61"/>
                        </a:cubicBezTo>
                        <a:cubicBezTo>
                          <a:pt x="30" y="61"/>
                          <a:pt x="31" y="61"/>
                          <a:pt x="31" y="61"/>
                        </a:cubicBezTo>
                        <a:cubicBezTo>
                          <a:pt x="31" y="61"/>
                          <a:pt x="32" y="62"/>
                          <a:pt x="32" y="62"/>
                        </a:cubicBezTo>
                        <a:cubicBezTo>
                          <a:pt x="33" y="62"/>
                          <a:pt x="34" y="63"/>
                          <a:pt x="34" y="63"/>
                        </a:cubicBezTo>
                        <a:cubicBezTo>
                          <a:pt x="34" y="63"/>
                          <a:pt x="35" y="63"/>
                          <a:pt x="36" y="63"/>
                        </a:cubicBezTo>
                        <a:cubicBezTo>
                          <a:pt x="36" y="63"/>
                          <a:pt x="37" y="63"/>
                          <a:pt x="37" y="62"/>
                        </a:cubicBezTo>
                        <a:cubicBezTo>
                          <a:pt x="37" y="62"/>
                          <a:pt x="38" y="62"/>
                          <a:pt x="38" y="62"/>
                        </a:cubicBezTo>
                        <a:cubicBezTo>
                          <a:pt x="39" y="62"/>
                          <a:pt x="39" y="63"/>
                          <a:pt x="40" y="63"/>
                        </a:cubicBezTo>
                        <a:cubicBezTo>
                          <a:pt x="40" y="63"/>
                          <a:pt x="41" y="64"/>
                          <a:pt x="41" y="64"/>
                        </a:cubicBezTo>
                        <a:cubicBezTo>
                          <a:pt x="41" y="64"/>
                          <a:pt x="41" y="63"/>
                          <a:pt x="41" y="63"/>
                        </a:cubicBezTo>
                        <a:cubicBezTo>
                          <a:pt x="41" y="63"/>
                          <a:pt x="42" y="63"/>
                          <a:pt x="42" y="63"/>
                        </a:cubicBezTo>
                        <a:cubicBezTo>
                          <a:pt x="42" y="63"/>
                          <a:pt x="43" y="63"/>
                          <a:pt x="43" y="63"/>
                        </a:cubicBezTo>
                        <a:cubicBezTo>
                          <a:pt x="43" y="63"/>
                          <a:pt x="43" y="63"/>
                          <a:pt x="43" y="63"/>
                        </a:cubicBezTo>
                        <a:cubicBezTo>
                          <a:pt x="44" y="62"/>
                          <a:pt x="44" y="62"/>
                          <a:pt x="44" y="62"/>
                        </a:cubicBezTo>
                        <a:cubicBezTo>
                          <a:pt x="44" y="62"/>
                          <a:pt x="45" y="63"/>
                          <a:pt x="45" y="63"/>
                        </a:cubicBezTo>
                        <a:cubicBezTo>
                          <a:pt x="45" y="63"/>
                          <a:pt x="45" y="63"/>
                          <a:pt x="45" y="62"/>
                        </a:cubicBezTo>
                        <a:cubicBezTo>
                          <a:pt x="45" y="62"/>
                          <a:pt x="46" y="62"/>
                          <a:pt x="46" y="62"/>
                        </a:cubicBezTo>
                        <a:cubicBezTo>
                          <a:pt x="46" y="62"/>
                          <a:pt x="47" y="63"/>
                          <a:pt x="47" y="63"/>
                        </a:cubicBezTo>
                        <a:cubicBezTo>
                          <a:pt x="47" y="63"/>
                          <a:pt x="48" y="64"/>
                          <a:pt x="48" y="64"/>
                        </a:cubicBezTo>
                        <a:cubicBezTo>
                          <a:pt x="48" y="65"/>
                          <a:pt x="48" y="66"/>
                          <a:pt x="48" y="66"/>
                        </a:cubicBezTo>
                        <a:cubicBezTo>
                          <a:pt x="48" y="66"/>
                          <a:pt x="49" y="68"/>
                          <a:pt x="49" y="68"/>
                        </a:cubicBezTo>
                        <a:cubicBezTo>
                          <a:pt x="49" y="68"/>
                          <a:pt x="49" y="69"/>
                          <a:pt x="49" y="69"/>
                        </a:cubicBezTo>
                        <a:cubicBezTo>
                          <a:pt x="49" y="69"/>
                          <a:pt x="49" y="70"/>
                          <a:pt x="49" y="70"/>
                        </a:cubicBezTo>
                        <a:cubicBezTo>
                          <a:pt x="49" y="70"/>
                          <a:pt x="49" y="70"/>
                          <a:pt x="49" y="70"/>
                        </a:cubicBezTo>
                        <a:cubicBezTo>
                          <a:pt x="49" y="70"/>
                          <a:pt x="55" y="73"/>
                          <a:pt x="56" y="73"/>
                        </a:cubicBezTo>
                        <a:cubicBezTo>
                          <a:pt x="56" y="73"/>
                          <a:pt x="58" y="74"/>
                          <a:pt x="58" y="74"/>
                        </a:cubicBezTo>
                        <a:cubicBezTo>
                          <a:pt x="59" y="74"/>
                          <a:pt x="60" y="75"/>
                          <a:pt x="60" y="75"/>
                        </a:cubicBezTo>
                        <a:cubicBezTo>
                          <a:pt x="60" y="75"/>
                          <a:pt x="61" y="76"/>
                          <a:pt x="61" y="76"/>
                        </a:cubicBezTo>
                        <a:cubicBezTo>
                          <a:pt x="61" y="76"/>
                          <a:pt x="61" y="75"/>
                          <a:pt x="61" y="75"/>
                        </a:cubicBezTo>
                        <a:cubicBezTo>
                          <a:pt x="61" y="75"/>
                          <a:pt x="61" y="74"/>
                          <a:pt x="61" y="74"/>
                        </a:cubicBezTo>
                        <a:cubicBezTo>
                          <a:pt x="61" y="74"/>
                          <a:pt x="61" y="74"/>
                          <a:pt x="61" y="73"/>
                        </a:cubicBezTo>
                        <a:cubicBezTo>
                          <a:pt x="61" y="73"/>
                          <a:pt x="61" y="73"/>
                          <a:pt x="61" y="73"/>
                        </a:cubicBezTo>
                        <a:cubicBezTo>
                          <a:pt x="61" y="73"/>
                          <a:pt x="61" y="72"/>
                          <a:pt x="61" y="72"/>
                        </a:cubicBezTo>
                        <a:cubicBezTo>
                          <a:pt x="61" y="72"/>
                          <a:pt x="61" y="72"/>
                          <a:pt x="61" y="72"/>
                        </a:cubicBezTo>
                        <a:cubicBezTo>
                          <a:pt x="61" y="72"/>
                          <a:pt x="61" y="72"/>
                          <a:pt x="61" y="72"/>
                        </a:cubicBezTo>
                        <a:cubicBezTo>
                          <a:pt x="61" y="72"/>
                          <a:pt x="61" y="71"/>
                          <a:pt x="61" y="71"/>
                        </a:cubicBezTo>
                        <a:cubicBezTo>
                          <a:pt x="61" y="70"/>
                          <a:pt x="61" y="70"/>
                          <a:pt x="61" y="70"/>
                        </a:cubicBezTo>
                        <a:cubicBezTo>
                          <a:pt x="61" y="70"/>
                          <a:pt x="62" y="69"/>
                          <a:pt x="62" y="69"/>
                        </a:cubicBezTo>
                        <a:cubicBezTo>
                          <a:pt x="62" y="69"/>
                          <a:pt x="62" y="68"/>
                          <a:pt x="62" y="68"/>
                        </a:cubicBezTo>
                        <a:cubicBezTo>
                          <a:pt x="62" y="68"/>
                          <a:pt x="62" y="67"/>
                          <a:pt x="62" y="67"/>
                        </a:cubicBezTo>
                        <a:cubicBezTo>
                          <a:pt x="62" y="67"/>
                          <a:pt x="62" y="67"/>
                          <a:pt x="62" y="66"/>
                        </a:cubicBezTo>
                        <a:cubicBezTo>
                          <a:pt x="62" y="66"/>
                          <a:pt x="62" y="66"/>
                          <a:pt x="62" y="65"/>
                        </a:cubicBezTo>
                        <a:cubicBezTo>
                          <a:pt x="62" y="65"/>
                          <a:pt x="62" y="65"/>
                          <a:pt x="62" y="65"/>
                        </a:cubicBezTo>
                        <a:cubicBezTo>
                          <a:pt x="62" y="64"/>
                          <a:pt x="62" y="63"/>
                          <a:pt x="62" y="63"/>
                        </a:cubicBezTo>
                        <a:cubicBezTo>
                          <a:pt x="62" y="63"/>
                          <a:pt x="62" y="62"/>
                          <a:pt x="63" y="62"/>
                        </a:cubicBezTo>
                        <a:cubicBezTo>
                          <a:pt x="63" y="62"/>
                          <a:pt x="63" y="62"/>
                          <a:pt x="63" y="61"/>
                        </a:cubicBezTo>
                        <a:cubicBezTo>
                          <a:pt x="63" y="61"/>
                          <a:pt x="63" y="61"/>
                          <a:pt x="63" y="61"/>
                        </a:cubicBezTo>
                        <a:cubicBezTo>
                          <a:pt x="63" y="60"/>
                          <a:pt x="63" y="60"/>
                          <a:pt x="63" y="60"/>
                        </a:cubicBezTo>
                        <a:cubicBezTo>
                          <a:pt x="63" y="60"/>
                          <a:pt x="64" y="59"/>
                          <a:pt x="64" y="59"/>
                        </a:cubicBezTo>
                        <a:cubicBezTo>
                          <a:pt x="64" y="59"/>
                          <a:pt x="64" y="59"/>
                          <a:pt x="64" y="59"/>
                        </a:cubicBezTo>
                        <a:cubicBezTo>
                          <a:pt x="64" y="58"/>
                          <a:pt x="65" y="58"/>
                          <a:pt x="65" y="58"/>
                        </a:cubicBezTo>
                        <a:cubicBezTo>
                          <a:pt x="65" y="58"/>
                          <a:pt x="65" y="58"/>
                          <a:pt x="65" y="57"/>
                        </a:cubicBezTo>
                        <a:cubicBezTo>
                          <a:pt x="65" y="57"/>
                          <a:pt x="65" y="57"/>
                          <a:pt x="65" y="57"/>
                        </a:cubicBezTo>
                        <a:cubicBezTo>
                          <a:pt x="65" y="57"/>
                          <a:pt x="65" y="56"/>
                          <a:pt x="65" y="56"/>
                        </a:cubicBezTo>
                        <a:cubicBezTo>
                          <a:pt x="66" y="56"/>
                          <a:pt x="66" y="56"/>
                          <a:pt x="66" y="56"/>
                        </a:cubicBezTo>
                        <a:cubicBezTo>
                          <a:pt x="66" y="56"/>
                          <a:pt x="66" y="56"/>
                          <a:pt x="66" y="56"/>
                        </a:cubicBezTo>
                        <a:cubicBezTo>
                          <a:pt x="66" y="56"/>
                          <a:pt x="67" y="55"/>
                          <a:pt x="67" y="55"/>
                        </a:cubicBezTo>
                        <a:cubicBezTo>
                          <a:pt x="67" y="55"/>
                          <a:pt x="67" y="55"/>
                          <a:pt x="67" y="55"/>
                        </a:cubicBezTo>
                        <a:cubicBezTo>
                          <a:pt x="67" y="55"/>
                          <a:pt x="67" y="55"/>
                          <a:pt x="67" y="55"/>
                        </a:cubicBezTo>
                        <a:cubicBezTo>
                          <a:pt x="67" y="55"/>
                          <a:pt x="67" y="55"/>
                          <a:pt x="67" y="54"/>
                        </a:cubicBezTo>
                        <a:cubicBezTo>
                          <a:pt x="67" y="54"/>
                          <a:pt x="67" y="54"/>
                          <a:pt x="67" y="54"/>
                        </a:cubicBezTo>
                        <a:cubicBezTo>
                          <a:pt x="66" y="54"/>
                          <a:pt x="67" y="53"/>
                          <a:pt x="67" y="53"/>
                        </a:cubicBezTo>
                        <a:cubicBezTo>
                          <a:pt x="67" y="53"/>
                          <a:pt x="67" y="53"/>
                          <a:pt x="67" y="52"/>
                        </a:cubicBezTo>
                        <a:cubicBezTo>
                          <a:pt x="67" y="52"/>
                          <a:pt x="67" y="52"/>
                          <a:pt x="67" y="51"/>
                        </a:cubicBezTo>
                        <a:cubicBezTo>
                          <a:pt x="67" y="51"/>
                          <a:pt x="67" y="51"/>
                          <a:pt x="67" y="50"/>
                        </a:cubicBezTo>
                        <a:cubicBezTo>
                          <a:pt x="68" y="50"/>
                          <a:pt x="68" y="50"/>
                          <a:pt x="68" y="49"/>
                        </a:cubicBezTo>
                        <a:cubicBezTo>
                          <a:pt x="68" y="49"/>
                          <a:pt x="68" y="49"/>
                          <a:pt x="68" y="49"/>
                        </a:cubicBezTo>
                        <a:cubicBezTo>
                          <a:pt x="68" y="48"/>
                          <a:pt x="68" y="48"/>
                          <a:pt x="69" y="48"/>
                        </a:cubicBezTo>
                        <a:cubicBezTo>
                          <a:pt x="69" y="48"/>
                          <a:pt x="69" y="47"/>
                          <a:pt x="69" y="47"/>
                        </a:cubicBezTo>
                        <a:cubicBezTo>
                          <a:pt x="69" y="47"/>
                          <a:pt x="69" y="47"/>
                          <a:pt x="69" y="47"/>
                        </a:cubicBezTo>
                        <a:cubicBezTo>
                          <a:pt x="69" y="46"/>
                          <a:pt x="69" y="46"/>
                          <a:pt x="69" y="46"/>
                        </a:cubicBezTo>
                        <a:cubicBezTo>
                          <a:pt x="69" y="46"/>
                          <a:pt x="69" y="46"/>
                          <a:pt x="70" y="46"/>
                        </a:cubicBezTo>
                        <a:cubicBezTo>
                          <a:pt x="70" y="46"/>
                          <a:pt x="70" y="46"/>
                          <a:pt x="70" y="45"/>
                        </a:cubicBezTo>
                        <a:cubicBezTo>
                          <a:pt x="70" y="45"/>
                          <a:pt x="70" y="45"/>
                          <a:pt x="70" y="45"/>
                        </a:cubicBezTo>
                        <a:cubicBezTo>
                          <a:pt x="70" y="45"/>
                          <a:pt x="70" y="45"/>
                          <a:pt x="70" y="45"/>
                        </a:cubicBezTo>
                        <a:cubicBezTo>
                          <a:pt x="70" y="45"/>
                          <a:pt x="70" y="44"/>
                          <a:pt x="70" y="44"/>
                        </a:cubicBezTo>
                        <a:cubicBezTo>
                          <a:pt x="70" y="44"/>
                          <a:pt x="70" y="44"/>
                          <a:pt x="70" y="44"/>
                        </a:cubicBezTo>
                        <a:cubicBezTo>
                          <a:pt x="70" y="43"/>
                          <a:pt x="70" y="43"/>
                          <a:pt x="70" y="43"/>
                        </a:cubicBezTo>
                        <a:cubicBezTo>
                          <a:pt x="70" y="43"/>
                          <a:pt x="71" y="43"/>
                          <a:pt x="71" y="43"/>
                        </a:cubicBezTo>
                        <a:cubicBezTo>
                          <a:pt x="71" y="42"/>
                          <a:pt x="71" y="42"/>
                          <a:pt x="71" y="42"/>
                        </a:cubicBezTo>
                        <a:cubicBezTo>
                          <a:pt x="71" y="42"/>
                          <a:pt x="71" y="42"/>
                          <a:pt x="71" y="42"/>
                        </a:cubicBezTo>
                        <a:cubicBezTo>
                          <a:pt x="71" y="42"/>
                          <a:pt x="71" y="41"/>
                          <a:pt x="71" y="41"/>
                        </a:cubicBezTo>
                        <a:cubicBezTo>
                          <a:pt x="72" y="41"/>
                          <a:pt x="72" y="41"/>
                          <a:pt x="72" y="41"/>
                        </a:cubicBezTo>
                        <a:cubicBezTo>
                          <a:pt x="72" y="41"/>
                          <a:pt x="72" y="41"/>
                          <a:pt x="72" y="40"/>
                        </a:cubicBezTo>
                        <a:cubicBezTo>
                          <a:pt x="72" y="40"/>
                          <a:pt x="72" y="40"/>
                          <a:pt x="72" y="40"/>
                        </a:cubicBezTo>
                        <a:cubicBezTo>
                          <a:pt x="73" y="40"/>
                          <a:pt x="72" y="39"/>
                          <a:pt x="72" y="39"/>
                        </a:cubicBezTo>
                        <a:cubicBezTo>
                          <a:pt x="72" y="39"/>
                          <a:pt x="73" y="39"/>
                          <a:pt x="73" y="39"/>
                        </a:cubicBezTo>
                        <a:cubicBezTo>
                          <a:pt x="73" y="39"/>
                          <a:pt x="73" y="38"/>
                          <a:pt x="73" y="38"/>
                        </a:cubicBezTo>
                        <a:cubicBezTo>
                          <a:pt x="73" y="38"/>
                          <a:pt x="74" y="37"/>
                          <a:pt x="74" y="37"/>
                        </a:cubicBezTo>
                        <a:cubicBezTo>
                          <a:pt x="74" y="37"/>
                          <a:pt x="74" y="37"/>
                          <a:pt x="74" y="37"/>
                        </a:cubicBezTo>
                        <a:cubicBezTo>
                          <a:pt x="74" y="37"/>
                          <a:pt x="75" y="37"/>
                          <a:pt x="75" y="37"/>
                        </a:cubicBezTo>
                        <a:cubicBezTo>
                          <a:pt x="75" y="37"/>
                          <a:pt x="75" y="37"/>
                          <a:pt x="75" y="36"/>
                        </a:cubicBezTo>
                        <a:cubicBezTo>
                          <a:pt x="75" y="36"/>
                          <a:pt x="75" y="36"/>
                          <a:pt x="76" y="36"/>
                        </a:cubicBezTo>
                        <a:cubicBezTo>
                          <a:pt x="76" y="36"/>
                          <a:pt x="76" y="36"/>
                          <a:pt x="76" y="36"/>
                        </a:cubicBezTo>
                        <a:cubicBezTo>
                          <a:pt x="76" y="36"/>
                          <a:pt x="76" y="36"/>
                          <a:pt x="76" y="36"/>
                        </a:cubicBezTo>
                        <a:cubicBezTo>
                          <a:pt x="76" y="36"/>
                          <a:pt x="75" y="36"/>
                          <a:pt x="75" y="36"/>
                        </a:cubicBezTo>
                        <a:cubicBezTo>
                          <a:pt x="75" y="36"/>
                          <a:pt x="75" y="36"/>
                          <a:pt x="75" y="36"/>
                        </a:cubicBezTo>
                        <a:cubicBezTo>
                          <a:pt x="75" y="35"/>
                          <a:pt x="75" y="35"/>
                          <a:pt x="75" y="35"/>
                        </a:cubicBezTo>
                        <a:cubicBezTo>
                          <a:pt x="76" y="35"/>
                          <a:pt x="76" y="35"/>
                          <a:pt x="76" y="35"/>
                        </a:cubicBezTo>
                        <a:cubicBezTo>
                          <a:pt x="76" y="35"/>
                          <a:pt x="77" y="35"/>
                          <a:pt x="77" y="35"/>
                        </a:cubicBezTo>
                        <a:cubicBezTo>
                          <a:pt x="77" y="35"/>
                          <a:pt x="77" y="35"/>
                          <a:pt x="77" y="34"/>
                        </a:cubicBezTo>
                        <a:cubicBezTo>
                          <a:pt x="77" y="34"/>
                          <a:pt x="78" y="34"/>
                          <a:pt x="78" y="34"/>
                        </a:cubicBezTo>
                        <a:cubicBezTo>
                          <a:pt x="78" y="34"/>
                          <a:pt x="79" y="33"/>
                          <a:pt x="79" y="33"/>
                        </a:cubicBezTo>
                        <a:cubicBezTo>
                          <a:pt x="79" y="33"/>
                          <a:pt x="79" y="33"/>
                          <a:pt x="79" y="33"/>
                        </a:cubicBezTo>
                        <a:cubicBezTo>
                          <a:pt x="79" y="33"/>
                          <a:pt x="78" y="32"/>
                          <a:pt x="78" y="32"/>
                        </a:cubicBezTo>
                        <a:cubicBezTo>
                          <a:pt x="78" y="32"/>
                          <a:pt x="79" y="32"/>
                          <a:pt x="79" y="32"/>
                        </a:cubicBezTo>
                        <a:cubicBezTo>
                          <a:pt x="79" y="32"/>
                          <a:pt x="79" y="32"/>
                          <a:pt x="79" y="32"/>
                        </a:cubicBezTo>
                        <a:cubicBezTo>
                          <a:pt x="79" y="32"/>
                          <a:pt x="78" y="31"/>
                          <a:pt x="79" y="31"/>
                        </a:cubicBezTo>
                        <a:cubicBezTo>
                          <a:pt x="79" y="31"/>
                          <a:pt x="79" y="31"/>
                          <a:pt x="79" y="31"/>
                        </a:cubicBezTo>
                        <a:cubicBezTo>
                          <a:pt x="79" y="30"/>
                          <a:pt x="79" y="30"/>
                          <a:pt x="79" y="30"/>
                        </a:cubicBezTo>
                        <a:cubicBezTo>
                          <a:pt x="79" y="30"/>
                          <a:pt x="80" y="29"/>
                          <a:pt x="80" y="29"/>
                        </a:cubicBezTo>
                        <a:cubicBezTo>
                          <a:pt x="80" y="29"/>
                          <a:pt x="80" y="28"/>
                          <a:pt x="80" y="28"/>
                        </a:cubicBezTo>
                        <a:cubicBezTo>
                          <a:pt x="80" y="28"/>
                          <a:pt x="81" y="28"/>
                          <a:pt x="81" y="28"/>
                        </a:cubicBezTo>
                        <a:cubicBezTo>
                          <a:pt x="81" y="28"/>
                          <a:pt x="81" y="27"/>
                          <a:pt x="81" y="27"/>
                        </a:cubicBezTo>
                        <a:cubicBezTo>
                          <a:pt x="81" y="27"/>
                          <a:pt x="81" y="26"/>
                          <a:pt x="81" y="26"/>
                        </a:cubicBezTo>
                        <a:cubicBezTo>
                          <a:pt x="81" y="26"/>
                          <a:pt x="81" y="26"/>
                          <a:pt x="81" y="26"/>
                        </a:cubicBezTo>
                        <a:cubicBezTo>
                          <a:pt x="81" y="26"/>
                          <a:pt x="81" y="26"/>
                          <a:pt x="82" y="25"/>
                        </a:cubicBezTo>
                        <a:cubicBezTo>
                          <a:pt x="82" y="25"/>
                          <a:pt x="81" y="24"/>
                          <a:pt x="81" y="24"/>
                        </a:cubicBezTo>
                        <a:cubicBezTo>
                          <a:pt x="82" y="23"/>
                          <a:pt x="82" y="23"/>
                          <a:pt x="82" y="23"/>
                        </a:cubicBezTo>
                        <a:cubicBezTo>
                          <a:pt x="82" y="23"/>
                          <a:pt x="82" y="23"/>
                          <a:pt x="82" y="23"/>
                        </a:cubicBezTo>
                        <a:cubicBezTo>
                          <a:pt x="82" y="22"/>
                          <a:pt x="82" y="22"/>
                          <a:pt x="82" y="22"/>
                        </a:cubicBezTo>
                        <a:cubicBezTo>
                          <a:pt x="82" y="22"/>
                          <a:pt x="82" y="21"/>
                          <a:pt x="82" y="21"/>
                        </a:cubicBezTo>
                        <a:cubicBezTo>
                          <a:pt x="82" y="21"/>
                          <a:pt x="82" y="21"/>
                          <a:pt x="82" y="21"/>
                        </a:cubicBezTo>
                        <a:cubicBezTo>
                          <a:pt x="82" y="21"/>
                          <a:pt x="82" y="20"/>
                          <a:pt x="82" y="20"/>
                        </a:cubicBezTo>
                        <a:cubicBezTo>
                          <a:pt x="82" y="20"/>
                          <a:pt x="82" y="20"/>
                          <a:pt x="82" y="19"/>
                        </a:cubicBezTo>
                        <a:cubicBezTo>
                          <a:pt x="82" y="19"/>
                          <a:pt x="82" y="19"/>
                          <a:pt x="82" y="19"/>
                        </a:cubicBezTo>
                        <a:cubicBezTo>
                          <a:pt x="82" y="19"/>
                          <a:pt x="82" y="18"/>
                          <a:pt x="82" y="18"/>
                        </a:cubicBezTo>
                        <a:cubicBezTo>
                          <a:pt x="82" y="18"/>
                          <a:pt x="82" y="17"/>
                          <a:pt x="83" y="17"/>
                        </a:cubicBezTo>
                        <a:cubicBezTo>
                          <a:pt x="83" y="17"/>
                          <a:pt x="83" y="17"/>
                          <a:pt x="83" y="17"/>
                        </a:cubicBezTo>
                        <a:cubicBezTo>
                          <a:pt x="83" y="16"/>
                          <a:pt x="83" y="16"/>
                          <a:pt x="83" y="16"/>
                        </a:cubicBezTo>
                        <a:cubicBezTo>
                          <a:pt x="83" y="16"/>
                          <a:pt x="83" y="15"/>
                          <a:pt x="83" y="15"/>
                        </a:cubicBezTo>
                        <a:cubicBezTo>
                          <a:pt x="83" y="15"/>
                          <a:pt x="83" y="14"/>
                          <a:pt x="84" y="14"/>
                        </a:cubicBezTo>
                        <a:cubicBezTo>
                          <a:pt x="84" y="14"/>
                          <a:pt x="84" y="14"/>
                          <a:pt x="84" y="14"/>
                        </a:cubicBezTo>
                        <a:cubicBezTo>
                          <a:pt x="84" y="13"/>
                          <a:pt x="84" y="13"/>
                          <a:pt x="84" y="13"/>
                        </a:cubicBezTo>
                        <a:cubicBezTo>
                          <a:pt x="84" y="13"/>
                          <a:pt x="84" y="13"/>
                          <a:pt x="84" y="12"/>
                        </a:cubicBezTo>
                        <a:cubicBezTo>
                          <a:pt x="84" y="12"/>
                          <a:pt x="84" y="12"/>
                          <a:pt x="84" y="11"/>
                        </a:cubicBezTo>
                        <a:cubicBezTo>
                          <a:pt x="84" y="11"/>
                          <a:pt x="84" y="11"/>
                          <a:pt x="84" y="11"/>
                        </a:cubicBezTo>
                        <a:cubicBezTo>
                          <a:pt x="84" y="11"/>
                          <a:pt x="84" y="9"/>
                          <a:pt x="84" y="9"/>
                        </a:cubicBezTo>
                        <a:cubicBezTo>
                          <a:pt x="84" y="9"/>
                          <a:pt x="85" y="8"/>
                          <a:pt x="85" y="8"/>
                        </a:cubicBezTo>
                        <a:cubicBezTo>
                          <a:pt x="85" y="8"/>
                          <a:pt x="85" y="8"/>
                          <a:pt x="85" y="8"/>
                        </a:cubicBezTo>
                        <a:cubicBezTo>
                          <a:pt x="85" y="7"/>
                          <a:pt x="85" y="7"/>
                          <a:pt x="85" y="7"/>
                        </a:cubicBezTo>
                        <a:cubicBezTo>
                          <a:pt x="85" y="7"/>
                          <a:pt x="85" y="6"/>
                          <a:pt x="85" y="6"/>
                        </a:cubicBezTo>
                        <a:cubicBezTo>
                          <a:pt x="85" y="6"/>
                          <a:pt x="86" y="6"/>
                          <a:pt x="86" y="6"/>
                        </a:cubicBezTo>
                        <a:cubicBezTo>
                          <a:pt x="86" y="5"/>
                          <a:pt x="86" y="5"/>
                          <a:pt x="86" y="5"/>
                        </a:cubicBezTo>
                        <a:cubicBezTo>
                          <a:pt x="86" y="4"/>
                          <a:pt x="86" y="4"/>
                          <a:pt x="86" y="4"/>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2" name="Freeform 743">
                    <a:extLst>
                      <a:ext uri="{FF2B5EF4-FFF2-40B4-BE49-F238E27FC236}">
                        <a16:creationId xmlns:a16="http://schemas.microsoft.com/office/drawing/2014/main" id="{3D16BD41-4DCE-52CD-B889-6A64EA543BEE}"/>
                      </a:ext>
                    </a:extLst>
                  </p:cNvPr>
                  <p:cNvSpPr>
                    <a:spLocks noEditPoints="1"/>
                  </p:cNvSpPr>
                  <p:nvPr/>
                </p:nvSpPr>
                <p:spPr bwMode="auto">
                  <a:xfrm>
                    <a:off x="9009063" y="5213350"/>
                    <a:ext cx="258762" cy="449263"/>
                  </a:xfrm>
                  <a:custGeom>
                    <a:avLst/>
                    <a:gdLst>
                      <a:gd name="T0" fmla="*/ 8 w 62"/>
                      <a:gd name="T1" fmla="*/ 5 h 108"/>
                      <a:gd name="T2" fmla="*/ 10 w 62"/>
                      <a:gd name="T3" fmla="*/ 3 h 108"/>
                      <a:gd name="T4" fmla="*/ 11 w 62"/>
                      <a:gd name="T5" fmla="*/ 2 h 108"/>
                      <a:gd name="T6" fmla="*/ 15 w 62"/>
                      <a:gd name="T7" fmla="*/ 2 h 108"/>
                      <a:gd name="T8" fmla="*/ 17 w 62"/>
                      <a:gd name="T9" fmla="*/ 5 h 108"/>
                      <a:gd name="T10" fmla="*/ 12 w 62"/>
                      <a:gd name="T11" fmla="*/ 6 h 108"/>
                      <a:gd name="T12" fmla="*/ 48 w 62"/>
                      <a:gd name="T13" fmla="*/ 6 h 108"/>
                      <a:gd name="T14" fmla="*/ 50 w 62"/>
                      <a:gd name="T15" fmla="*/ 5 h 108"/>
                      <a:gd name="T16" fmla="*/ 52 w 62"/>
                      <a:gd name="T17" fmla="*/ 3 h 108"/>
                      <a:gd name="T18" fmla="*/ 53 w 62"/>
                      <a:gd name="T19" fmla="*/ 1 h 108"/>
                      <a:gd name="T20" fmla="*/ 52 w 62"/>
                      <a:gd name="T21" fmla="*/ 3 h 108"/>
                      <a:gd name="T22" fmla="*/ 50 w 62"/>
                      <a:gd name="T23" fmla="*/ 19 h 108"/>
                      <a:gd name="T24" fmla="*/ 49 w 62"/>
                      <a:gd name="T25" fmla="*/ 20 h 108"/>
                      <a:gd name="T26" fmla="*/ 52 w 62"/>
                      <a:gd name="T27" fmla="*/ 20 h 108"/>
                      <a:gd name="T28" fmla="*/ 51 w 62"/>
                      <a:gd name="T29" fmla="*/ 22 h 108"/>
                      <a:gd name="T30" fmla="*/ 52 w 62"/>
                      <a:gd name="T31" fmla="*/ 23 h 108"/>
                      <a:gd name="T32" fmla="*/ 55 w 62"/>
                      <a:gd name="T33" fmla="*/ 23 h 108"/>
                      <a:gd name="T34" fmla="*/ 53 w 62"/>
                      <a:gd name="T35" fmla="*/ 22 h 108"/>
                      <a:gd name="T36" fmla="*/ 54 w 62"/>
                      <a:gd name="T37" fmla="*/ 20 h 108"/>
                      <a:gd name="T38" fmla="*/ 53 w 62"/>
                      <a:gd name="T39" fmla="*/ 20 h 108"/>
                      <a:gd name="T40" fmla="*/ 52 w 62"/>
                      <a:gd name="T41" fmla="*/ 33 h 108"/>
                      <a:gd name="T42" fmla="*/ 52 w 62"/>
                      <a:gd name="T43" fmla="*/ 32 h 108"/>
                      <a:gd name="T44" fmla="*/ 56 w 62"/>
                      <a:gd name="T45" fmla="*/ 34 h 108"/>
                      <a:gd name="T46" fmla="*/ 55 w 62"/>
                      <a:gd name="T47" fmla="*/ 33 h 108"/>
                      <a:gd name="T48" fmla="*/ 55 w 62"/>
                      <a:gd name="T49" fmla="*/ 33 h 108"/>
                      <a:gd name="T50" fmla="*/ 57 w 62"/>
                      <a:gd name="T51" fmla="*/ 36 h 108"/>
                      <a:gd name="T52" fmla="*/ 52 w 62"/>
                      <a:gd name="T53" fmla="*/ 33 h 108"/>
                      <a:gd name="T54" fmla="*/ 47 w 62"/>
                      <a:gd name="T55" fmla="*/ 30 h 108"/>
                      <a:gd name="T56" fmla="*/ 44 w 62"/>
                      <a:gd name="T57" fmla="*/ 26 h 108"/>
                      <a:gd name="T58" fmla="*/ 48 w 62"/>
                      <a:gd name="T59" fmla="*/ 20 h 108"/>
                      <a:gd name="T60" fmla="*/ 49 w 62"/>
                      <a:gd name="T61" fmla="*/ 16 h 108"/>
                      <a:gd name="T62" fmla="*/ 51 w 62"/>
                      <a:gd name="T63" fmla="*/ 16 h 108"/>
                      <a:gd name="T64" fmla="*/ 52 w 62"/>
                      <a:gd name="T65" fmla="*/ 13 h 108"/>
                      <a:gd name="T66" fmla="*/ 55 w 62"/>
                      <a:gd name="T67" fmla="*/ 10 h 108"/>
                      <a:gd name="T68" fmla="*/ 51 w 62"/>
                      <a:gd name="T69" fmla="*/ 7 h 108"/>
                      <a:gd name="T70" fmla="*/ 50 w 62"/>
                      <a:gd name="T71" fmla="*/ 10 h 108"/>
                      <a:gd name="T72" fmla="*/ 47 w 62"/>
                      <a:gd name="T73" fmla="*/ 9 h 108"/>
                      <a:gd name="T74" fmla="*/ 47 w 62"/>
                      <a:gd name="T75" fmla="*/ 7 h 108"/>
                      <a:gd name="T76" fmla="*/ 43 w 62"/>
                      <a:gd name="T77" fmla="*/ 9 h 108"/>
                      <a:gd name="T78" fmla="*/ 39 w 62"/>
                      <a:gd name="T79" fmla="*/ 8 h 108"/>
                      <a:gd name="T80" fmla="*/ 34 w 62"/>
                      <a:gd name="T81" fmla="*/ 6 h 108"/>
                      <a:gd name="T82" fmla="*/ 31 w 62"/>
                      <a:gd name="T83" fmla="*/ 6 h 108"/>
                      <a:gd name="T84" fmla="*/ 27 w 62"/>
                      <a:gd name="T85" fmla="*/ 3 h 108"/>
                      <a:gd name="T86" fmla="*/ 25 w 62"/>
                      <a:gd name="T87" fmla="*/ 1 h 108"/>
                      <a:gd name="T88" fmla="*/ 22 w 62"/>
                      <a:gd name="T89" fmla="*/ 1 h 108"/>
                      <a:gd name="T90" fmla="*/ 21 w 62"/>
                      <a:gd name="T91" fmla="*/ 2 h 108"/>
                      <a:gd name="T92" fmla="*/ 22 w 62"/>
                      <a:gd name="T93" fmla="*/ 4 h 108"/>
                      <a:gd name="T94" fmla="*/ 25 w 62"/>
                      <a:gd name="T95" fmla="*/ 6 h 108"/>
                      <a:gd name="T96" fmla="*/ 23 w 62"/>
                      <a:gd name="T97" fmla="*/ 9 h 108"/>
                      <a:gd name="T98" fmla="*/ 17 w 62"/>
                      <a:gd name="T99" fmla="*/ 9 h 108"/>
                      <a:gd name="T100" fmla="*/ 14 w 62"/>
                      <a:gd name="T101" fmla="*/ 10 h 108"/>
                      <a:gd name="T102" fmla="*/ 13 w 62"/>
                      <a:gd name="T103" fmla="*/ 10 h 108"/>
                      <a:gd name="T104" fmla="*/ 9 w 62"/>
                      <a:gd name="T105" fmla="*/ 14 h 108"/>
                      <a:gd name="T106" fmla="*/ 6 w 62"/>
                      <a:gd name="T107" fmla="*/ 18 h 108"/>
                      <a:gd name="T108" fmla="*/ 3 w 62"/>
                      <a:gd name="T109" fmla="*/ 24 h 108"/>
                      <a:gd name="T110" fmla="*/ 5 w 62"/>
                      <a:gd name="T111" fmla="*/ 28 h 108"/>
                      <a:gd name="T112" fmla="*/ 2 w 62"/>
                      <a:gd name="T113" fmla="*/ 28 h 108"/>
                      <a:gd name="T114" fmla="*/ 0 w 62"/>
                      <a:gd name="T115" fmla="*/ 2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2" h="108">
                        <a:moveTo>
                          <a:pt x="11" y="6"/>
                        </a:moveTo>
                        <a:cubicBezTo>
                          <a:pt x="11" y="6"/>
                          <a:pt x="11" y="6"/>
                          <a:pt x="11" y="6"/>
                        </a:cubicBezTo>
                        <a:cubicBezTo>
                          <a:pt x="10" y="6"/>
                          <a:pt x="10" y="6"/>
                          <a:pt x="10" y="6"/>
                        </a:cubicBezTo>
                        <a:cubicBezTo>
                          <a:pt x="10" y="6"/>
                          <a:pt x="10" y="6"/>
                          <a:pt x="10" y="6"/>
                        </a:cubicBezTo>
                        <a:cubicBezTo>
                          <a:pt x="9" y="6"/>
                          <a:pt x="9" y="6"/>
                          <a:pt x="9" y="6"/>
                        </a:cubicBezTo>
                        <a:cubicBezTo>
                          <a:pt x="9" y="6"/>
                          <a:pt x="9" y="6"/>
                          <a:pt x="9" y="6"/>
                        </a:cubicBezTo>
                        <a:cubicBezTo>
                          <a:pt x="8" y="6"/>
                          <a:pt x="8" y="6"/>
                          <a:pt x="8" y="6"/>
                        </a:cubicBezTo>
                        <a:cubicBezTo>
                          <a:pt x="8" y="6"/>
                          <a:pt x="8" y="5"/>
                          <a:pt x="8" y="5"/>
                        </a:cubicBezTo>
                        <a:cubicBezTo>
                          <a:pt x="8" y="5"/>
                          <a:pt x="8" y="5"/>
                          <a:pt x="9" y="5"/>
                        </a:cubicBezTo>
                        <a:cubicBezTo>
                          <a:pt x="9" y="5"/>
                          <a:pt x="9" y="5"/>
                          <a:pt x="9" y="5"/>
                        </a:cubicBezTo>
                        <a:cubicBezTo>
                          <a:pt x="9" y="4"/>
                          <a:pt x="9" y="4"/>
                          <a:pt x="9" y="4"/>
                        </a:cubicBezTo>
                        <a:cubicBezTo>
                          <a:pt x="9" y="4"/>
                          <a:pt x="9" y="4"/>
                          <a:pt x="9" y="4"/>
                        </a:cubicBezTo>
                        <a:cubicBezTo>
                          <a:pt x="9" y="3"/>
                          <a:pt x="9" y="3"/>
                          <a:pt x="9" y="3"/>
                        </a:cubicBezTo>
                        <a:cubicBezTo>
                          <a:pt x="9" y="3"/>
                          <a:pt x="10" y="3"/>
                          <a:pt x="10" y="3"/>
                        </a:cubicBezTo>
                        <a:cubicBezTo>
                          <a:pt x="10" y="3"/>
                          <a:pt x="10" y="3"/>
                          <a:pt x="10" y="3"/>
                        </a:cubicBezTo>
                        <a:cubicBezTo>
                          <a:pt x="10" y="3"/>
                          <a:pt x="10" y="3"/>
                          <a:pt x="10" y="3"/>
                        </a:cubicBezTo>
                        <a:cubicBezTo>
                          <a:pt x="10" y="3"/>
                          <a:pt x="10" y="3"/>
                          <a:pt x="10" y="3"/>
                        </a:cubicBezTo>
                        <a:cubicBezTo>
                          <a:pt x="10" y="3"/>
                          <a:pt x="10" y="2"/>
                          <a:pt x="10" y="2"/>
                        </a:cubicBezTo>
                        <a:cubicBezTo>
                          <a:pt x="10" y="2"/>
                          <a:pt x="10" y="2"/>
                          <a:pt x="10" y="2"/>
                        </a:cubicBezTo>
                        <a:cubicBezTo>
                          <a:pt x="10" y="2"/>
                          <a:pt x="10" y="2"/>
                          <a:pt x="10" y="2"/>
                        </a:cubicBezTo>
                        <a:cubicBezTo>
                          <a:pt x="10" y="2"/>
                          <a:pt x="10" y="2"/>
                          <a:pt x="10" y="2"/>
                        </a:cubicBezTo>
                        <a:cubicBezTo>
                          <a:pt x="10" y="2"/>
                          <a:pt x="10" y="2"/>
                          <a:pt x="11" y="2"/>
                        </a:cubicBezTo>
                        <a:cubicBezTo>
                          <a:pt x="11" y="2"/>
                          <a:pt x="11" y="2"/>
                          <a:pt x="11" y="2"/>
                        </a:cubicBezTo>
                        <a:cubicBezTo>
                          <a:pt x="11" y="2"/>
                          <a:pt x="11" y="2"/>
                          <a:pt x="11" y="2"/>
                        </a:cubicBezTo>
                        <a:cubicBezTo>
                          <a:pt x="11" y="3"/>
                          <a:pt x="11" y="3"/>
                          <a:pt x="11" y="3"/>
                        </a:cubicBezTo>
                        <a:cubicBezTo>
                          <a:pt x="11" y="3"/>
                          <a:pt x="12" y="3"/>
                          <a:pt x="12" y="3"/>
                        </a:cubicBezTo>
                        <a:cubicBezTo>
                          <a:pt x="12" y="3"/>
                          <a:pt x="13" y="3"/>
                          <a:pt x="13" y="3"/>
                        </a:cubicBezTo>
                        <a:cubicBezTo>
                          <a:pt x="13" y="3"/>
                          <a:pt x="13" y="3"/>
                          <a:pt x="14" y="3"/>
                        </a:cubicBezTo>
                        <a:cubicBezTo>
                          <a:pt x="14" y="3"/>
                          <a:pt x="14" y="3"/>
                          <a:pt x="14" y="3"/>
                        </a:cubicBezTo>
                        <a:cubicBezTo>
                          <a:pt x="14" y="3"/>
                          <a:pt x="14" y="3"/>
                          <a:pt x="15" y="3"/>
                        </a:cubicBezTo>
                        <a:cubicBezTo>
                          <a:pt x="15" y="3"/>
                          <a:pt x="15" y="3"/>
                          <a:pt x="15" y="2"/>
                        </a:cubicBezTo>
                        <a:cubicBezTo>
                          <a:pt x="15" y="2"/>
                          <a:pt x="15" y="2"/>
                          <a:pt x="15" y="2"/>
                        </a:cubicBezTo>
                        <a:cubicBezTo>
                          <a:pt x="15" y="2"/>
                          <a:pt x="15" y="2"/>
                          <a:pt x="15" y="2"/>
                        </a:cubicBezTo>
                        <a:cubicBezTo>
                          <a:pt x="16" y="2"/>
                          <a:pt x="16" y="2"/>
                          <a:pt x="17" y="2"/>
                        </a:cubicBezTo>
                        <a:cubicBezTo>
                          <a:pt x="17" y="2"/>
                          <a:pt x="17" y="2"/>
                          <a:pt x="17" y="3"/>
                        </a:cubicBezTo>
                        <a:cubicBezTo>
                          <a:pt x="17" y="3"/>
                          <a:pt x="17" y="3"/>
                          <a:pt x="17" y="3"/>
                        </a:cubicBezTo>
                        <a:cubicBezTo>
                          <a:pt x="17" y="3"/>
                          <a:pt x="17" y="3"/>
                          <a:pt x="18" y="3"/>
                        </a:cubicBezTo>
                        <a:cubicBezTo>
                          <a:pt x="18" y="3"/>
                          <a:pt x="18" y="3"/>
                          <a:pt x="18" y="4"/>
                        </a:cubicBezTo>
                        <a:cubicBezTo>
                          <a:pt x="18" y="4"/>
                          <a:pt x="18" y="4"/>
                          <a:pt x="17" y="4"/>
                        </a:cubicBezTo>
                        <a:cubicBezTo>
                          <a:pt x="17" y="5"/>
                          <a:pt x="17" y="5"/>
                          <a:pt x="17" y="5"/>
                        </a:cubicBezTo>
                        <a:cubicBezTo>
                          <a:pt x="16" y="5"/>
                          <a:pt x="16" y="5"/>
                          <a:pt x="16" y="6"/>
                        </a:cubicBezTo>
                        <a:cubicBezTo>
                          <a:pt x="16" y="6"/>
                          <a:pt x="15" y="6"/>
                          <a:pt x="14" y="7"/>
                        </a:cubicBezTo>
                        <a:cubicBezTo>
                          <a:pt x="14" y="7"/>
                          <a:pt x="14" y="7"/>
                          <a:pt x="14" y="7"/>
                        </a:cubicBezTo>
                        <a:cubicBezTo>
                          <a:pt x="14" y="7"/>
                          <a:pt x="14" y="7"/>
                          <a:pt x="14" y="7"/>
                        </a:cubicBezTo>
                        <a:cubicBezTo>
                          <a:pt x="14" y="7"/>
                          <a:pt x="14" y="7"/>
                          <a:pt x="14" y="7"/>
                        </a:cubicBezTo>
                        <a:cubicBezTo>
                          <a:pt x="14" y="6"/>
                          <a:pt x="13" y="6"/>
                          <a:pt x="13" y="6"/>
                        </a:cubicBezTo>
                        <a:cubicBezTo>
                          <a:pt x="13" y="6"/>
                          <a:pt x="12" y="6"/>
                          <a:pt x="12" y="6"/>
                        </a:cubicBezTo>
                        <a:cubicBezTo>
                          <a:pt x="12" y="6"/>
                          <a:pt x="12" y="6"/>
                          <a:pt x="12" y="6"/>
                        </a:cubicBezTo>
                        <a:cubicBezTo>
                          <a:pt x="12" y="6"/>
                          <a:pt x="12" y="6"/>
                          <a:pt x="12" y="6"/>
                        </a:cubicBezTo>
                        <a:cubicBezTo>
                          <a:pt x="12" y="6"/>
                          <a:pt x="11" y="6"/>
                          <a:pt x="11" y="6"/>
                        </a:cubicBezTo>
                        <a:close/>
                        <a:moveTo>
                          <a:pt x="47" y="6"/>
                        </a:moveTo>
                        <a:cubicBezTo>
                          <a:pt x="47" y="6"/>
                          <a:pt x="47" y="6"/>
                          <a:pt x="47" y="6"/>
                        </a:cubicBezTo>
                        <a:cubicBezTo>
                          <a:pt x="47" y="6"/>
                          <a:pt x="47" y="6"/>
                          <a:pt x="47" y="6"/>
                        </a:cubicBezTo>
                        <a:cubicBezTo>
                          <a:pt x="47" y="6"/>
                          <a:pt x="47" y="6"/>
                          <a:pt x="47" y="6"/>
                        </a:cubicBezTo>
                        <a:cubicBezTo>
                          <a:pt x="47" y="6"/>
                          <a:pt x="47" y="6"/>
                          <a:pt x="47" y="6"/>
                        </a:cubicBezTo>
                        <a:cubicBezTo>
                          <a:pt x="48" y="6"/>
                          <a:pt x="48" y="6"/>
                          <a:pt x="48" y="6"/>
                        </a:cubicBezTo>
                        <a:cubicBezTo>
                          <a:pt x="48" y="6"/>
                          <a:pt x="47" y="5"/>
                          <a:pt x="47" y="6"/>
                        </a:cubicBezTo>
                        <a:close/>
                        <a:moveTo>
                          <a:pt x="50" y="5"/>
                        </a:move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1" y="5"/>
                        </a:cubicBezTo>
                        <a:cubicBezTo>
                          <a:pt x="51" y="5"/>
                          <a:pt x="51" y="5"/>
                          <a:pt x="51" y="4"/>
                        </a:cubicBezTo>
                        <a:cubicBezTo>
                          <a:pt x="51" y="4"/>
                          <a:pt x="51" y="4"/>
                          <a:pt x="51" y="4"/>
                        </a:cubicBezTo>
                        <a:cubicBezTo>
                          <a:pt x="51" y="4"/>
                          <a:pt x="51" y="4"/>
                          <a:pt x="51" y="4"/>
                        </a:cubicBezTo>
                        <a:cubicBezTo>
                          <a:pt x="51" y="4"/>
                          <a:pt x="50" y="4"/>
                          <a:pt x="50" y="4"/>
                        </a:cubicBezTo>
                        <a:cubicBezTo>
                          <a:pt x="50" y="4"/>
                          <a:pt x="50" y="4"/>
                          <a:pt x="50" y="5"/>
                        </a:cubicBezTo>
                        <a:close/>
                        <a:moveTo>
                          <a:pt x="52" y="3"/>
                        </a:moveTo>
                        <a:cubicBezTo>
                          <a:pt x="52" y="3"/>
                          <a:pt x="52" y="3"/>
                          <a:pt x="52" y="3"/>
                        </a:cubicBezTo>
                        <a:cubicBezTo>
                          <a:pt x="52" y="3"/>
                          <a:pt x="52" y="3"/>
                          <a:pt x="52" y="2"/>
                        </a:cubicBezTo>
                        <a:cubicBezTo>
                          <a:pt x="53" y="2"/>
                          <a:pt x="53" y="2"/>
                          <a:pt x="53" y="2"/>
                        </a:cubicBezTo>
                        <a:cubicBezTo>
                          <a:pt x="53" y="2"/>
                          <a:pt x="53" y="2"/>
                          <a:pt x="53" y="2"/>
                        </a:cubicBezTo>
                        <a:cubicBezTo>
                          <a:pt x="53" y="2"/>
                          <a:pt x="53" y="2"/>
                          <a:pt x="53" y="2"/>
                        </a:cubicBezTo>
                        <a:cubicBezTo>
                          <a:pt x="53" y="2"/>
                          <a:pt x="53" y="2"/>
                          <a:pt x="53" y="1"/>
                        </a:cubicBezTo>
                        <a:cubicBezTo>
                          <a:pt x="53" y="1"/>
                          <a:pt x="53" y="1"/>
                          <a:pt x="53" y="1"/>
                        </a:cubicBezTo>
                        <a:cubicBezTo>
                          <a:pt x="53" y="1"/>
                          <a:pt x="53" y="1"/>
                          <a:pt x="53" y="1"/>
                        </a:cubicBezTo>
                        <a:cubicBezTo>
                          <a:pt x="53" y="1"/>
                          <a:pt x="53" y="1"/>
                          <a:pt x="53" y="1"/>
                        </a:cubicBezTo>
                        <a:cubicBezTo>
                          <a:pt x="53" y="1"/>
                          <a:pt x="53" y="1"/>
                          <a:pt x="53" y="2"/>
                        </a:cubicBezTo>
                        <a:cubicBezTo>
                          <a:pt x="53" y="2"/>
                          <a:pt x="53" y="2"/>
                          <a:pt x="53" y="2"/>
                        </a:cubicBezTo>
                        <a:cubicBezTo>
                          <a:pt x="53" y="2"/>
                          <a:pt x="52" y="2"/>
                          <a:pt x="52" y="2"/>
                        </a:cubicBezTo>
                        <a:cubicBezTo>
                          <a:pt x="52" y="2"/>
                          <a:pt x="52" y="2"/>
                          <a:pt x="52" y="2"/>
                        </a:cubicBezTo>
                        <a:cubicBezTo>
                          <a:pt x="52" y="2"/>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lose/>
                        <a:moveTo>
                          <a:pt x="50" y="20"/>
                        </a:moveTo>
                        <a:cubicBezTo>
                          <a:pt x="50" y="20"/>
                          <a:pt x="50" y="20"/>
                          <a:pt x="50" y="20"/>
                        </a:cubicBezTo>
                        <a:cubicBezTo>
                          <a:pt x="50" y="20"/>
                          <a:pt x="50" y="20"/>
                          <a:pt x="50" y="20"/>
                        </a:cubicBezTo>
                        <a:cubicBezTo>
                          <a:pt x="50" y="20"/>
                          <a:pt x="50" y="20"/>
                          <a:pt x="50" y="20"/>
                        </a:cubicBezTo>
                        <a:cubicBezTo>
                          <a:pt x="50" y="20"/>
                          <a:pt x="50" y="20"/>
                          <a:pt x="50" y="19"/>
                        </a:cubicBezTo>
                        <a:cubicBezTo>
                          <a:pt x="50" y="19"/>
                          <a:pt x="50" y="19"/>
                          <a:pt x="50" y="19"/>
                        </a:cubicBezTo>
                        <a:cubicBezTo>
                          <a:pt x="50" y="19"/>
                          <a:pt x="50" y="19"/>
                          <a:pt x="50" y="19"/>
                        </a:cubicBezTo>
                        <a:cubicBezTo>
                          <a:pt x="50" y="19"/>
                          <a:pt x="50" y="19"/>
                          <a:pt x="49" y="19"/>
                        </a:cubicBezTo>
                        <a:cubicBezTo>
                          <a:pt x="49" y="19"/>
                          <a:pt x="49" y="19"/>
                          <a:pt x="49" y="19"/>
                        </a:cubicBezTo>
                        <a:cubicBezTo>
                          <a:pt x="49" y="19"/>
                          <a:pt x="49" y="19"/>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50" y="20"/>
                          <a:pt x="50" y="20"/>
                        </a:cubicBezTo>
                        <a:cubicBezTo>
                          <a:pt x="50" y="20"/>
                          <a:pt x="50" y="20"/>
                          <a:pt x="50" y="20"/>
                        </a:cubicBezTo>
                        <a:close/>
                        <a:moveTo>
                          <a:pt x="53" y="19"/>
                        </a:moveTo>
                        <a:cubicBezTo>
                          <a:pt x="53" y="19"/>
                          <a:pt x="53" y="19"/>
                          <a:pt x="53" y="19"/>
                        </a:cubicBezTo>
                        <a:cubicBezTo>
                          <a:pt x="53" y="19"/>
                          <a:pt x="53" y="19"/>
                          <a:pt x="53" y="19"/>
                        </a:cubicBezTo>
                        <a:cubicBezTo>
                          <a:pt x="53" y="19"/>
                          <a:pt x="53" y="19"/>
                          <a:pt x="52" y="19"/>
                        </a:cubicBezTo>
                        <a:cubicBezTo>
                          <a:pt x="52" y="19"/>
                          <a:pt x="52" y="20"/>
                          <a:pt x="52" y="20"/>
                        </a:cubicBezTo>
                        <a:cubicBezTo>
                          <a:pt x="52" y="20"/>
                          <a:pt x="52" y="20"/>
                          <a:pt x="52" y="20"/>
                        </a:cubicBezTo>
                        <a:cubicBezTo>
                          <a:pt x="52" y="20"/>
                          <a:pt x="52" y="20"/>
                          <a:pt x="52" y="20"/>
                        </a:cubicBezTo>
                        <a:cubicBezTo>
                          <a:pt x="51" y="20"/>
                          <a:pt x="51" y="20"/>
                          <a:pt x="51" y="20"/>
                        </a:cubicBezTo>
                        <a:cubicBezTo>
                          <a:pt x="51" y="20"/>
                          <a:pt x="51" y="20"/>
                          <a:pt x="51" y="20"/>
                        </a:cubicBezTo>
                        <a:cubicBezTo>
                          <a:pt x="51" y="20"/>
                          <a:pt x="51" y="20"/>
                          <a:pt x="51" y="21"/>
                        </a:cubicBezTo>
                        <a:cubicBezTo>
                          <a:pt x="51" y="21"/>
                          <a:pt x="51" y="21"/>
                          <a:pt x="51" y="22"/>
                        </a:cubicBezTo>
                        <a:cubicBezTo>
                          <a:pt x="51" y="22"/>
                          <a:pt x="51" y="22"/>
                          <a:pt x="51" y="22"/>
                        </a:cubicBezTo>
                        <a:cubicBezTo>
                          <a:pt x="51" y="22"/>
                          <a:pt x="51" y="22"/>
                          <a:pt x="51" y="22"/>
                        </a:cubicBezTo>
                        <a:cubicBezTo>
                          <a:pt x="51" y="23"/>
                          <a:pt x="51" y="23"/>
                          <a:pt x="51" y="23"/>
                        </a:cubicBezTo>
                        <a:cubicBezTo>
                          <a:pt x="51" y="23"/>
                          <a:pt x="51" y="23"/>
                          <a:pt x="51" y="23"/>
                        </a:cubicBezTo>
                        <a:cubicBezTo>
                          <a:pt x="51" y="23"/>
                          <a:pt x="51"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3" y="23"/>
                          <a:pt x="53" y="23"/>
                          <a:pt x="53" y="23"/>
                        </a:cubicBezTo>
                        <a:cubicBezTo>
                          <a:pt x="53" y="23"/>
                          <a:pt x="53" y="23"/>
                          <a:pt x="53" y="23"/>
                        </a:cubicBezTo>
                        <a:cubicBezTo>
                          <a:pt x="53" y="23"/>
                          <a:pt x="53" y="23"/>
                          <a:pt x="53" y="23"/>
                        </a:cubicBezTo>
                        <a:cubicBezTo>
                          <a:pt x="53" y="23"/>
                          <a:pt x="53" y="23"/>
                          <a:pt x="54" y="23"/>
                        </a:cubicBezTo>
                        <a:cubicBezTo>
                          <a:pt x="54" y="23"/>
                          <a:pt x="54" y="23"/>
                          <a:pt x="54" y="23"/>
                        </a:cubicBezTo>
                        <a:cubicBezTo>
                          <a:pt x="54" y="23"/>
                          <a:pt x="54" y="23"/>
                          <a:pt x="54" y="23"/>
                        </a:cubicBezTo>
                        <a:cubicBezTo>
                          <a:pt x="54" y="23"/>
                          <a:pt x="54" y="23"/>
                          <a:pt x="54" y="23"/>
                        </a:cubicBezTo>
                        <a:cubicBezTo>
                          <a:pt x="54" y="23"/>
                          <a:pt x="55" y="23"/>
                          <a:pt x="55" y="23"/>
                        </a:cubicBezTo>
                        <a:cubicBezTo>
                          <a:pt x="55" y="23"/>
                          <a:pt x="55" y="23"/>
                          <a:pt x="55" y="23"/>
                        </a:cubicBezTo>
                        <a:cubicBezTo>
                          <a:pt x="55" y="23"/>
                          <a:pt x="55" y="23"/>
                          <a:pt x="54" y="23"/>
                        </a:cubicBezTo>
                        <a:cubicBezTo>
                          <a:pt x="54" y="23"/>
                          <a:pt x="54" y="23"/>
                          <a:pt x="54" y="23"/>
                        </a:cubicBezTo>
                        <a:cubicBezTo>
                          <a:pt x="54" y="23"/>
                          <a:pt x="54" y="22"/>
                          <a:pt x="54" y="22"/>
                        </a:cubicBezTo>
                        <a:cubicBezTo>
                          <a:pt x="54" y="22"/>
                          <a:pt x="54" y="22"/>
                          <a:pt x="54" y="22"/>
                        </a:cubicBezTo>
                        <a:cubicBezTo>
                          <a:pt x="54" y="22"/>
                          <a:pt x="53" y="22"/>
                          <a:pt x="53" y="22"/>
                        </a:cubicBezTo>
                        <a:cubicBezTo>
                          <a:pt x="53" y="22"/>
                          <a:pt x="53" y="22"/>
                          <a:pt x="53" y="22"/>
                        </a:cubicBezTo>
                        <a:cubicBezTo>
                          <a:pt x="53" y="22"/>
                          <a:pt x="53" y="22"/>
                          <a:pt x="53" y="22"/>
                        </a:cubicBezTo>
                        <a:cubicBezTo>
                          <a:pt x="53" y="22"/>
                          <a:pt x="53" y="22"/>
                          <a:pt x="53" y="22"/>
                        </a:cubicBezTo>
                        <a:cubicBezTo>
                          <a:pt x="53" y="22"/>
                          <a:pt x="53" y="22"/>
                          <a:pt x="53" y="21"/>
                        </a:cubicBezTo>
                        <a:cubicBezTo>
                          <a:pt x="54" y="21"/>
                          <a:pt x="54" y="21"/>
                          <a:pt x="54" y="21"/>
                        </a:cubicBezTo>
                        <a:cubicBezTo>
                          <a:pt x="54" y="21"/>
                          <a:pt x="54" y="21"/>
                          <a:pt x="54" y="21"/>
                        </a:cubicBezTo>
                        <a:cubicBezTo>
                          <a:pt x="54" y="21"/>
                          <a:pt x="54" y="21"/>
                          <a:pt x="54" y="21"/>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3" y="20"/>
                          <a:pt x="53" y="20"/>
                          <a:pt x="53" y="20"/>
                        </a:cubicBezTo>
                        <a:cubicBezTo>
                          <a:pt x="53" y="20"/>
                          <a:pt x="53" y="20"/>
                          <a:pt x="53" y="20"/>
                        </a:cubicBezTo>
                        <a:cubicBezTo>
                          <a:pt x="53" y="19"/>
                          <a:pt x="53" y="19"/>
                          <a:pt x="53" y="19"/>
                        </a:cubicBezTo>
                        <a:close/>
                        <a:moveTo>
                          <a:pt x="52" y="32"/>
                        </a:moveTo>
                        <a:cubicBezTo>
                          <a:pt x="52" y="32"/>
                          <a:pt x="52" y="32"/>
                          <a:pt x="52" y="32"/>
                        </a:cubicBezTo>
                        <a:cubicBezTo>
                          <a:pt x="52" y="33"/>
                          <a:pt x="52" y="33"/>
                          <a:pt x="52" y="33"/>
                        </a:cubicBezTo>
                        <a:cubicBezTo>
                          <a:pt x="52" y="33"/>
                          <a:pt x="52" y="33"/>
                          <a:pt x="52" y="33"/>
                        </a:cubicBezTo>
                        <a:cubicBezTo>
                          <a:pt x="52" y="33"/>
                          <a:pt x="52" y="33"/>
                          <a:pt x="52" y="33"/>
                        </a:cubicBezTo>
                        <a:cubicBezTo>
                          <a:pt x="52" y="33"/>
                          <a:pt x="52" y="33"/>
                          <a:pt x="52" y="33"/>
                        </a:cubicBezTo>
                        <a:cubicBezTo>
                          <a:pt x="52" y="33"/>
                          <a:pt x="52" y="33"/>
                          <a:pt x="52" y="33"/>
                        </a:cubicBezTo>
                        <a:cubicBezTo>
                          <a:pt x="52" y="33"/>
                          <a:pt x="52" y="33"/>
                          <a:pt x="52" y="33"/>
                        </a:cubicBezTo>
                        <a:cubicBezTo>
                          <a:pt x="52" y="33"/>
                          <a:pt x="52" y="33"/>
                          <a:pt x="52" y="32"/>
                        </a:cubicBezTo>
                        <a:cubicBezTo>
                          <a:pt x="52" y="32"/>
                          <a:pt x="52" y="32"/>
                          <a:pt x="52" y="32"/>
                        </a:cubicBezTo>
                        <a:cubicBezTo>
                          <a:pt x="52" y="32"/>
                          <a:pt x="52" y="32"/>
                          <a:pt x="52" y="32"/>
                        </a:cubicBezTo>
                        <a:cubicBezTo>
                          <a:pt x="52" y="32"/>
                          <a:pt x="52" y="32"/>
                          <a:pt x="52" y="32"/>
                        </a:cubicBezTo>
                        <a:cubicBezTo>
                          <a:pt x="52" y="32"/>
                          <a:pt x="52" y="32"/>
                          <a:pt x="52" y="32"/>
                        </a:cubicBezTo>
                        <a:cubicBezTo>
                          <a:pt x="52" y="32"/>
                          <a:pt x="52" y="32"/>
                          <a:pt x="52" y="32"/>
                        </a:cubicBezTo>
                        <a:cubicBezTo>
                          <a:pt x="52" y="32"/>
                          <a:pt x="52" y="32"/>
                          <a:pt x="52" y="32"/>
                        </a:cubicBezTo>
                        <a:cubicBezTo>
                          <a:pt x="52" y="32"/>
                          <a:pt x="52" y="32"/>
                          <a:pt x="52" y="32"/>
                        </a:cubicBezTo>
                        <a:close/>
                        <a:moveTo>
                          <a:pt x="55" y="33"/>
                        </a:moveTo>
                        <a:cubicBezTo>
                          <a:pt x="55" y="33"/>
                          <a:pt x="55" y="33"/>
                          <a:pt x="55" y="33"/>
                        </a:cubicBezTo>
                        <a:cubicBezTo>
                          <a:pt x="55" y="34"/>
                          <a:pt x="55" y="34"/>
                          <a:pt x="55" y="34"/>
                        </a:cubicBezTo>
                        <a:cubicBezTo>
                          <a:pt x="55" y="34"/>
                          <a:pt x="55" y="34"/>
                          <a:pt x="55" y="34"/>
                        </a:cubicBezTo>
                        <a:cubicBezTo>
                          <a:pt x="55" y="34"/>
                          <a:pt x="55" y="34"/>
                          <a:pt x="55" y="34"/>
                        </a:cubicBezTo>
                        <a:cubicBezTo>
                          <a:pt x="55" y="34"/>
                          <a:pt x="56" y="34"/>
                          <a:pt x="56" y="34"/>
                        </a:cubicBezTo>
                        <a:cubicBezTo>
                          <a:pt x="56" y="34"/>
                          <a:pt x="56" y="34"/>
                          <a:pt x="56" y="34"/>
                        </a:cubicBezTo>
                        <a:cubicBezTo>
                          <a:pt x="56" y="34"/>
                          <a:pt x="56" y="34"/>
                          <a:pt x="56" y="34"/>
                        </a:cubicBezTo>
                        <a:cubicBezTo>
                          <a:pt x="56" y="34"/>
                          <a:pt x="56" y="34"/>
                          <a:pt x="56" y="34"/>
                        </a:cubicBezTo>
                        <a:cubicBezTo>
                          <a:pt x="56" y="33"/>
                          <a:pt x="56" y="33"/>
                          <a:pt x="56" y="33"/>
                        </a:cubicBezTo>
                        <a:cubicBezTo>
                          <a:pt x="56" y="33"/>
                          <a:pt x="56" y="33"/>
                          <a:pt x="56" y="33"/>
                        </a:cubicBezTo>
                        <a:cubicBezTo>
                          <a:pt x="55" y="33"/>
                          <a:pt x="55" y="33"/>
                          <a:pt x="55" y="33"/>
                        </a:cubicBezTo>
                        <a:cubicBezTo>
                          <a:pt x="55" y="33"/>
                          <a:pt x="55" y="33"/>
                          <a:pt x="55" y="33"/>
                        </a:cubicBezTo>
                        <a:cubicBezTo>
                          <a:pt x="55" y="33"/>
                          <a:pt x="55" y="33"/>
                          <a:pt x="55" y="33"/>
                        </a:cubicBezTo>
                        <a:cubicBezTo>
                          <a:pt x="55" y="33"/>
                          <a:pt x="55" y="33"/>
                          <a:pt x="55" y="33"/>
                        </a:cubicBezTo>
                        <a:cubicBezTo>
                          <a:pt x="55" y="33"/>
                          <a:pt x="55" y="33"/>
                          <a:pt x="55" y="33"/>
                        </a:cubicBezTo>
                        <a:cubicBezTo>
                          <a:pt x="55" y="33"/>
                          <a:pt x="55" y="33"/>
                          <a:pt x="55" y="33"/>
                        </a:cubicBezTo>
                        <a:cubicBezTo>
                          <a:pt x="55" y="33"/>
                          <a:pt x="55" y="33"/>
                          <a:pt x="55" y="33"/>
                        </a:cubicBezTo>
                        <a:cubicBezTo>
                          <a:pt x="55" y="33"/>
                          <a:pt x="55" y="33"/>
                          <a:pt x="55" y="33"/>
                        </a:cubicBezTo>
                        <a:cubicBezTo>
                          <a:pt x="55" y="33"/>
                          <a:pt x="55" y="33"/>
                          <a:pt x="55" y="33"/>
                        </a:cubicBezTo>
                        <a:cubicBezTo>
                          <a:pt x="55" y="33"/>
                          <a:pt x="55" y="33"/>
                          <a:pt x="55" y="33"/>
                        </a:cubicBezTo>
                        <a:cubicBezTo>
                          <a:pt x="55" y="33"/>
                          <a:pt x="55" y="33"/>
                          <a:pt x="55" y="33"/>
                        </a:cubicBezTo>
                        <a:cubicBezTo>
                          <a:pt x="55" y="33"/>
                          <a:pt x="55" y="33"/>
                          <a:pt x="55" y="33"/>
                        </a:cubicBezTo>
                        <a:cubicBezTo>
                          <a:pt x="55" y="33"/>
                          <a:pt x="55" y="33"/>
                          <a:pt x="55" y="33"/>
                        </a:cubicBezTo>
                        <a:close/>
                        <a:moveTo>
                          <a:pt x="62" y="39"/>
                        </a:moveTo>
                        <a:cubicBezTo>
                          <a:pt x="61" y="39"/>
                          <a:pt x="61" y="39"/>
                          <a:pt x="61" y="38"/>
                        </a:cubicBezTo>
                        <a:cubicBezTo>
                          <a:pt x="61" y="38"/>
                          <a:pt x="60" y="38"/>
                          <a:pt x="60" y="38"/>
                        </a:cubicBezTo>
                        <a:cubicBezTo>
                          <a:pt x="60" y="37"/>
                          <a:pt x="60" y="37"/>
                          <a:pt x="60" y="37"/>
                        </a:cubicBezTo>
                        <a:cubicBezTo>
                          <a:pt x="59" y="37"/>
                          <a:pt x="59" y="37"/>
                          <a:pt x="59" y="37"/>
                        </a:cubicBezTo>
                        <a:cubicBezTo>
                          <a:pt x="59" y="37"/>
                          <a:pt x="58" y="36"/>
                          <a:pt x="58" y="36"/>
                        </a:cubicBezTo>
                        <a:cubicBezTo>
                          <a:pt x="58" y="36"/>
                          <a:pt x="57" y="36"/>
                          <a:pt x="57" y="36"/>
                        </a:cubicBezTo>
                        <a:cubicBezTo>
                          <a:pt x="57" y="36"/>
                          <a:pt x="57" y="35"/>
                          <a:pt x="56" y="35"/>
                        </a:cubicBezTo>
                        <a:cubicBezTo>
                          <a:pt x="56" y="35"/>
                          <a:pt x="55" y="35"/>
                          <a:pt x="55" y="35"/>
                        </a:cubicBezTo>
                        <a:cubicBezTo>
                          <a:pt x="55" y="35"/>
                          <a:pt x="54" y="35"/>
                          <a:pt x="54" y="35"/>
                        </a:cubicBezTo>
                        <a:cubicBezTo>
                          <a:pt x="54" y="35"/>
                          <a:pt x="54" y="35"/>
                          <a:pt x="54" y="35"/>
                        </a:cubicBezTo>
                        <a:cubicBezTo>
                          <a:pt x="54" y="35"/>
                          <a:pt x="53" y="35"/>
                          <a:pt x="53" y="35"/>
                        </a:cubicBezTo>
                        <a:cubicBezTo>
                          <a:pt x="53" y="35"/>
                          <a:pt x="53" y="34"/>
                          <a:pt x="53" y="34"/>
                        </a:cubicBezTo>
                        <a:cubicBezTo>
                          <a:pt x="53" y="34"/>
                          <a:pt x="53" y="33"/>
                          <a:pt x="53" y="33"/>
                        </a:cubicBezTo>
                        <a:cubicBezTo>
                          <a:pt x="53" y="33"/>
                          <a:pt x="53" y="33"/>
                          <a:pt x="52" y="33"/>
                        </a:cubicBezTo>
                        <a:cubicBezTo>
                          <a:pt x="52" y="33"/>
                          <a:pt x="52" y="33"/>
                          <a:pt x="52" y="33"/>
                        </a:cubicBezTo>
                        <a:cubicBezTo>
                          <a:pt x="52" y="33"/>
                          <a:pt x="51" y="33"/>
                          <a:pt x="51" y="33"/>
                        </a:cubicBezTo>
                        <a:cubicBezTo>
                          <a:pt x="51" y="33"/>
                          <a:pt x="51" y="33"/>
                          <a:pt x="50" y="33"/>
                        </a:cubicBezTo>
                        <a:cubicBezTo>
                          <a:pt x="50" y="33"/>
                          <a:pt x="50" y="32"/>
                          <a:pt x="50" y="32"/>
                        </a:cubicBezTo>
                        <a:cubicBezTo>
                          <a:pt x="50" y="32"/>
                          <a:pt x="50" y="31"/>
                          <a:pt x="50" y="31"/>
                        </a:cubicBezTo>
                        <a:cubicBezTo>
                          <a:pt x="50" y="31"/>
                          <a:pt x="50" y="31"/>
                          <a:pt x="50" y="31"/>
                        </a:cubicBezTo>
                        <a:cubicBezTo>
                          <a:pt x="49" y="31"/>
                          <a:pt x="49" y="31"/>
                          <a:pt x="49" y="31"/>
                        </a:cubicBezTo>
                        <a:cubicBezTo>
                          <a:pt x="48" y="31"/>
                          <a:pt x="48" y="30"/>
                          <a:pt x="47" y="30"/>
                        </a:cubicBezTo>
                        <a:cubicBezTo>
                          <a:pt x="47" y="30"/>
                          <a:pt x="47" y="30"/>
                          <a:pt x="47" y="29"/>
                        </a:cubicBezTo>
                        <a:cubicBezTo>
                          <a:pt x="47" y="29"/>
                          <a:pt x="46" y="29"/>
                          <a:pt x="46" y="29"/>
                        </a:cubicBezTo>
                        <a:cubicBezTo>
                          <a:pt x="46" y="29"/>
                          <a:pt x="46" y="29"/>
                          <a:pt x="45" y="29"/>
                        </a:cubicBezTo>
                        <a:cubicBezTo>
                          <a:pt x="45" y="28"/>
                          <a:pt x="45" y="28"/>
                          <a:pt x="45" y="28"/>
                        </a:cubicBezTo>
                        <a:cubicBezTo>
                          <a:pt x="45" y="28"/>
                          <a:pt x="44" y="28"/>
                          <a:pt x="44" y="28"/>
                        </a:cubicBezTo>
                        <a:cubicBezTo>
                          <a:pt x="44" y="27"/>
                          <a:pt x="44" y="27"/>
                          <a:pt x="44" y="27"/>
                        </a:cubicBezTo>
                        <a:cubicBezTo>
                          <a:pt x="44" y="27"/>
                          <a:pt x="44" y="27"/>
                          <a:pt x="44" y="27"/>
                        </a:cubicBezTo>
                        <a:cubicBezTo>
                          <a:pt x="44" y="26"/>
                          <a:pt x="44" y="26"/>
                          <a:pt x="44" y="26"/>
                        </a:cubicBezTo>
                        <a:cubicBezTo>
                          <a:pt x="44" y="26"/>
                          <a:pt x="45" y="26"/>
                          <a:pt x="45" y="26"/>
                        </a:cubicBezTo>
                        <a:cubicBezTo>
                          <a:pt x="45" y="26"/>
                          <a:pt x="45" y="25"/>
                          <a:pt x="45" y="25"/>
                        </a:cubicBezTo>
                        <a:cubicBezTo>
                          <a:pt x="45" y="25"/>
                          <a:pt x="45" y="25"/>
                          <a:pt x="45" y="25"/>
                        </a:cubicBezTo>
                        <a:cubicBezTo>
                          <a:pt x="46" y="24"/>
                          <a:pt x="46" y="24"/>
                          <a:pt x="46" y="24"/>
                        </a:cubicBezTo>
                        <a:cubicBezTo>
                          <a:pt x="47" y="23"/>
                          <a:pt x="47" y="23"/>
                          <a:pt x="47" y="23"/>
                        </a:cubicBezTo>
                        <a:cubicBezTo>
                          <a:pt x="47" y="23"/>
                          <a:pt x="47" y="23"/>
                          <a:pt x="47" y="22"/>
                        </a:cubicBezTo>
                        <a:cubicBezTo>
                          <a:pt x="47" y="22"/>
                          <a:pt x="48" y="21"/>
                          <a:pt x="48" y="21"/>
                        </a:cubicBezTo>
                        <a:cubicBezTo>
                          <a:pt x="48" y="21"/>
                          <a:pt x="48" y="20"/>
                          <a:pt x="48" y="20"/>
                        </a:cubicBezTo>
                        <a:cubicBezTo>
                          <a:pt x="48" y="20"/>
                          <a:pt x="48" y="20"/>
                          <a:pt x="48" y="20"/>
                        </a:cubicBezTo>
                        <a:cubicBezTo>
                          <a:pt x="48" y="19"/>
                          <a:pt x="48" y="19"/>
                          <a:pt x="48" y="19"/>
                        </a:cubicBezTo>
                        <a:cubicBezTo>
                          <a:pt x="48" y="19"/>
                          <a:pt x="47" y="19"/>
                          <a:pt x="47" y="19"/>
                        </a:cubicBezTo>
                        <a:cubicBezTo>
                          <a:pt x="47" y="19"/>
                          <a:pt x="47" y="17"/>
                          <a:pt x="47" y="17"/>
                        </a:cubicBezTo>
                        <a:cubicBezTo>
                          <a:pt x="47" y="17"/>
                          <a:pt x="47" y="17"/>
                          <a:pt x="47" y="17"/>
                        </a:cubicBezTo>
                        <a:cubicBezTo>
                          <a:pt x="47" y="17"/>
                          <a:pt x="47" y="16"/>
                          <a:pt x="48" y="16"/>
                        </a:cubicBezTo>
                        <a:cubicBezTo>
                          <a:pt x="48" y="16"/>
                          <a:pt x="48" y="16"/>
                          <a:pt x="48" y="16"/>
                        </a:cubicBezTo>
                        <a:cubicBezTo>
                          <a:pt x="49" y="16"/>
                          <a:pt x="49" y="16"/>
                          <a:pt x="49" y="16"/>
                        </a:cubicBezTo>
                        <a:cubicBezTo>
                          <a:pt x="49" y="16"/>
                          <a:pt x="49" y="15"/>
                          <a:pt x="49" y="15"/>
                        </a:cubicBezTo>
                        <a:cubicBezTo>
                          <a:pt x="49" y="15"/>
                          <a:pt x="49" y="16"/>
                          <a:pt x="49" y="16"/>
                        </a:cubicBezTo>
                        <a:cubicBezTo>
                          <a:pt x="50" y="16"/>
                          <a:pt x="50" y="16"/>
                          <a:pt x="50" y="16"/>
                        </a:cubicBezTo>
                        <a:cubicBezTo>
                          <a:pt x="50" y="15"/>
                          <a:pt x="50" y="16"/>
                          <a:pt x="50" y="15"/>
                        </a:cubicBezTo>
                        <a:cubicBezTo>
                          <a:pt x="50" y="15"/>
                          <a:pt x="50" y="15"/>
                          <a:pt x="50" y="15"/>
                        </a:cubicBezTo>
                        <a:cubicBezTo>
                          <a:pt x="51" y="15"/>
                          <a:pt x="50" y="15"/>
                          <a:pt x="51" y="16"/>
                        </a:cubicBezTo>
                        <a:cubicBezTo>
                          <a:pt x="51" y="16"/>
                          <a:pt x="51" y="16"/>
                          <a:pt x="51" y="16"/>
                        </a:cubicBezTo>
                        <a:cubicBezTo>
                          <a:pt x="51" y="16"/>
                          <a:pt x="51" y="16"/>
                          <a:pt x="51" y="16"/>
                        </a:cubicBezTo>
                        <a:cubicBezTo>
                          <a:pt x="52" y="16"/>
                          <a:pt x="51" y="16"/>
                          <a:pt x="51" y="16"/>
                        </a:cubicBezTo>
                        <a:cubicBezTo>
                          <a:pt x="51" y="15"/>
                          <a:pt x="52" y="15"/>
                          <a:pt x="52" y="15"/>
                        </a:cubicBezTo>
                        <a:cubicBezTo>
                          <a:pt x="52" y="15"/>
                          <a:pt x="52" y="15"/>
                          <a:pt x="52" y="15"/>
                        </a:cubicBezTo>
                        <a:cubicBezTo>
                          <a:pt x="52" y="15"/>
                          <a:pt x="52" y="14"/>
                          <a:pt x="52" y="14"/>
                        </a:cubicBezTo>
                        <a:cubicBezTo>
                          <a:pt x="52" y="14"/>
                          <a:pt x="52" y="14"/>
                          <a:pt x="52" y="14"/>
                        </a:cubicBezTo>
                        <a:cubicBezTo>
                          <a:pt x="52" y="14"/>
                          <a:pt x="52" y="14"/>
                          <a:pt x="52" y="14"/>
                        </a:cubicBezTo>
                        <a:cubicBezTo>
                          <a:pt x="52" y="14"/>
                          <a:pt x="52" y="14"/>
                          <a:pt x="52" y="14"/>
                        </a:cubicBezTo>
                        <a:cubicBezTo>
                          <a:pt x="51" y="13"/>
                          <a:pt x="52" y="13"/>
                          <a:pt x="52" y="13"/>
                        </a:cubicBezTo>
                        <a:cubicBezTo>
                          <a:pt x="51" y="13"/>
                          <a:pt x="52" y="13"/>
                          <a:pt x="52" y="13"/>
                        </a:cubicBezTo>
                        <a:cubicBezTo>
                          <a:pt x="52" y="13"/>
                          <a:pt x="52" y="13"/>
                          <a:pt x="52" y="13"/>
                        </a:cubicBezTo>
                        <a:cubicBezTo>
                          <a:pt x="52" y="13"/>
                          <a:pt x="52" y="12"/>
                          <a:pt x="52" y="12"/>
                        </a:cubicBezTo>
                        <a:cubicBezTo>
                          <a:pt x="53" y="12"/>
                          <a:pt x="53" y="12"/>
                          <a:pt x="53" y="12"/>
                        </a:cubicBezTo>
                        <a:cubicBezTo>
                          <a:pt x="53" y="12"/>
                          <a:pt x="53" y="12"/>
                          <a:pt x="53" y="12"/>
                        </a:cubicBezTo>
                        <a:cubicBezTo>
                          <a:pt x="53" y="12"/>
                          <a:pt x="53" y="12"/>
                          <a:pt x="53" y="11"/>
                        </a:cubicBezTo>
                        <a:cubicBezTo>
                          <a:pt x="53" y="11"/>
                          <a:pt x="54" y="11"/>
                          <a:pt x="54" y="11"/>
                        </a:cubicBezTo>
                        <a:cubicBezTo>
                          <a:pt x="54" y="10"/>
                          <a:pt x="55" y="10"/>
                          <a:pt x="55" y="10"/>
                        </a:cubicBezTo>
                        <a:cubicBezTo>
                          <a:pt x="55" y="10"/>
                          <a:pt x="54" y="9"/>
                          <a:pt x="54" y="9"/>
                        </a:cubicBezTo>
                        <a:cubicBezTo>
                          <a:pt x="54" y="9"/>
                          <a:pt x="54" y="8"/>
                          <a:pt x="54" y="8"/>
                        </a:cubicBezTo>
                        <a:cubicBezTo>
                          <a:pt x="54" y="8"/>
                          <a:pt x="53" y="8"/>
                          <a:pt x="53" y="9"/>
                        </a:cubicBezTo>
                        <a:cubicBezTo>
                          <a:pt x="53" y="9"/>
                          <a:pt x="53" y="9"/>
                          <a:pt x="53" y="9"/>
                        </a:cubicBezTo>
                        <a:cubicBezTo>
                          <a:pt x="53" y="9"/>
                          <a:pt x="53" y="9"/>
                          <a:pt x="52" y="9"/>
                        </a:cubicBezTo>
                        <a:cubicBezTo>
                          <a:pt x="52" y="9"/>
                          <a:pt x="52" y="9"/>
                          <a:pt x="52" y="8"/>
                        </a:cubicBezTo>
                        <a:cubicBezTo>
                          <a:pt x="52" y="8"/>
                          <a:pt x="52" y="8"/>
                          <a:pt x="52" y="8"/>
                        </a:cubicBezTo>
                        <a:cubicBezTo>
                          <a:pt x="52" y="7"/>
                          <a:pt x="52" y="7"/>
                          <a:pt x="51" y="7"/>
                        </a:cubicBezTo>
                        <a:cubicBezTo>
                          <a:pt x="51" y="7"/>
                          <a:pt x="51" y="7"/>
                          <a:pt x="51" y="7"/>
                        </a:cubicBezTo>
                        <a:cubicBezTo>
                          <a:pt x="51" y="7"/>
                          <a:pt x="51" y="7"/>
                          <a:pt x="51" y="7"/>
                        </a:cubicBezTo>
                        <a:cubicBezTo>
                          <a:pt x="51" y="7"/>
                          <a:pt x="50" y="8"/>
                          <a:pt x="50" y="8"/>
                        </a:cubicBezTo>
                        <a:cubicBezTo>
                          <a:pt x="50" y="8"/>
                          <a:pt x="50" y="8"/>
                          <a:pt x="50" y="8"/>
                        </a:cubicBezTo>
                        <a:cubicBezTo>
                          <a:pt x="50" y="8"/>
                          <a:pt x="50" y="8"/>
                          <a:pt x="50" y="9"/>
                        </a:cubicBezTo>
                        <a:cubicBezTo>
                          <a:pt x="50" y="9"/>
                          <a:pt x="51" y="9"/>
                          <a:pt x="51" y="9"/>
                        </a:cubicBezTo>
                        <a:cubicBezTo>
                          <a:pt x="51" y="9"/>
                          <a:pt x="51" y="9"/>
                          <a:pt x="51" y="10"/>
                        </a:cubicBezTo>
                        <a:cubicBezTo>
                          <a:pt x="50" y="10"/>
                          <a:pt x="50" y="10"/>
                          <a:pt x="50" y="10"/>
                        </a:cubicBezTo>
                        <a:cubicBezTo>
                          <a:pt x="50" y="10"/>
                          <a:pt x="50" y="10"/>
                          <a:pt x="50" y="10"/>
                        </a:cubicBezTo>
                        <a:cubicBezTo>
                          <a:pt x="50" y="10"/>
                          <a:pt x="49" y="10"/>
                          <a:pt x="49" y="10"/>
                        </a:cubicBezTo>
                        <a:cubicBezTo>
                          <a:pt x="49" y="11"/>
                          <a:pt x="49" y="11"/>
                          <a:pt x="48" y="10"/>
                        </a:cubicBezTo>
                        <a:cubicBezTo>
                          <a:pt x="48" y="10"/>
                          <a:pt x="48" y="10"/>
                          <a:pt x="48" y="10"/>
                        </a:cubicBezTo>
                        <a:cubicBezTo>
                          <a:pt x="48" y="10"/>
                          <a:pt x="48" y="10"/>
                          <a:pt x="48" y="10"/>
                        </a:cubicBezTo>
                        <a:cubicBezTo>
                          <a:pt x="49" y="9"/>
                          <a:pt x="48" y="9"/>
                          <a:pt x="48" y="9"/>
                        </a:cubicBezTo>
                        <a:cubicBezTo>
                          <a:pt x="48" y="9"/>
                          <a:pt x="48" y="9"/>
                          <a:pt x="48" y="9"/>
                        </a:cubicBezTo>
                        <a:cubicBezTo>
                          <a:pt x="48" y="9"/>
                          <a:pt x="48" y="9"/>
                          <a:pt x="47" y="9"/>
                        </a:cubicBezTo>
                        <a:cubicBezTo>
                          <a:pt x="47" y="8"/>
                          <a:pt x="47" y="9"/>
                          <a:pt x="47" y="9"/>
                        </a:cubicBezTo>
                        <a:cubicBezTo>
                          <a:pt x="47" y="9"/>
                          <a:pt x="47" y="9"/>
                          <a:pt x="46" y="9"/>
                        </a:cubicBezTo>
                        <a:cubicBezTo>
                          <a:pt x="46" y="9"/>
                          <a:pt x="46" y="9"/>
                          <a:pt x="46" y="9"/>
                        </a:cubicBezTo>
                        <a:cubicBezTo>
                          <a:pt x="46" y="9"/>
                          <a:pt x="46" y="9"/>
                          <a:pt x="46" y="8"/>
                        </a:cubicBezTo>
                        <a:cubicBezTo>
                          <a:pt x="46" y="8"/>
                          <a:pt x="46" y="8"/>
                          <a:pt x="46" y="8"/>
                        </a:cubicBezTo>
                        <a:cubicBezTo>
                          <a:pt x="47" y="8"/>
                          <a:pt x="47" y="8"/>
                          <a:pt x="47" y="7"/>
                        </a:cubicBezTo>
                        <a:cubicBezTo>
                          <a:pt x="47" y="7"/>
                          <a:pt x="47" y="7"/>
                          <a:pt x="47" y="7"/>
                        </a:cubicBezTo>
                        <a:cubicBezTo>
                          <a:pt x="47" y="7"/>
                          <a:pt x="47" y="7"/>
                          <a:pt x="47" y="7"/>
                        </a:cubicBezTo>
                        <a:cubicBezTo>
                          <a:pt x="47" y="7"/>
                          <a:pt x="47" y="6"/>
                          <a:pt x="47" y="6"/>
                        </a:cubicBezTo>
                        <a:cubicBezTo>
                          <a:pt x="47" y="6"/>
                          <a:pt x="47" y="7"/>
                          <a:pt x="46" y="7"/>
                        </a:cubicBezTo>
                        <a:cubicBezTo>
                          <a:pt x="46" y="7"/>
                          <a:pt x="46" y="7"/>
                          <a:pt x="46" y="7"/>
                        </a:cubicBezTo>
                        <a:cubicBezTo>
                          <a:pt x="46" y="7"/>
                          <a:pt x="45" y="7"/>
                          <a:pt x="45" y="7"/>
                        </a:cubicBezTo>
                        <a:cubicBezTo>
                          <a:pt x="45" y="8"/>
                          <a:pt x="45" y="8"/>
                          <a:pt x="45" y="8"/>
                        </a:cubicBezTo>
                        <a:cubicBezTo>
                          <a:pt x="45" y="8"/>
                          <a:pt x="44" y="8"/>
                          <a:pt x="44" y="8"/>
                        </a:cubicBezTo>
                        <a:cubicBezTo>
                          <a:pt x="44" y="8"/>
                          <a:pt x="44" y="8"/>
                          <a:pt x="44" y="8"/>
                        </a:cubicBezTo>
                        <a:cubicBezTo>
                          <a:pt x="44" y="9"/>
                          <a:pt x="43" y="9"/>
                          <a:pt x="43" y="9"/>
                        </a:cubicBezTo>
                        <a:cubicBezTo>
                          <a:pt x="43" y="9"/>
                          <a:pt x="42" y="9"/>
                          <a:pt x="42" y="9"/>
                        </a:cubicBezTo>
                        <a:cubicBezTo>
                          <a:pt x="42" y="9"/>
                          <a:pt x="42" y="9"/>
                          <a:pt x="41" y="9"/>
                        </a:cubicBezTo>
                        <a:cubicBezTo>
                          <a:pt x="41" y="8"/>
                          <a:pt x="41" y="8"/>
                          <a:pt x="41" y="8"/>
                        </a:cubicBezTo>
                        <a:cubicBezTo>
                          <a:pt x="41" y="8"/>
                          <a:pt x="41" y="8"/>
                          <a:pt x="41" y="8"/>
                        </a:cubicBezTo>
                        <a:cubicBezTo>
                          <a:pt x="41" y="8"/>
                          <a:pt x="40" y="8"/>
                          <a:pt x="40" y="7"/>
                        </a:cubicBezTo>
                        <a:cubicBezTo>
                          <a:pt x="40" y="7"/>
                          <a:pt x="40" y="7"/>
                          <a:pt x="40" y="7"/>
                        </a:cubicBezTo>
                        <a:cubicBezTo>
                          <a:pt x="40" y="7"/>
                          <a:pt x="39" y="7"/>
                          <a:pt x="39" y="7"/>
                        </a:cubicBezTo>
                        <a:cubicBezTo>
                          <a:pt x="39" y="7"/>
                          <a:pt x="39" y="7"/>
                          <a:pt x="39" y="8"/>
                        </a:cubicBezTo>
                        <a:cubicBezTo>
                          <a:pt x="39" y="8"/>
                          <a:pt x="38" y="8"/>
                          <a:pt x="38" y="8"/>
                        </a:cubicBezTo>
                        <a:cubicBezTo>
                          <a:pt x="38" y="8"/>
                          <a:pt x="38" y="8"/>
                          <a:pt x="38" y="8"/>
                        </a:cubicBezTo>
                        <a:cubicBezTo>
                          <a:pt x="38" y="8"/>
                          <a:pt x="36" y="7"/>
                          <a:pt x="36" y="7"/>
                        </a:cubicBezTo>
                        <a:cubicBezTo>
                          <a:pt x="36" y="7"/>
                          <a:pt x="36" y="8"/>
                          <a:pt x="36" y="8"/>
                        </a:cubicBezTo>
                        <a:cubicBezTo>
                          <a:pt x="36" y="8"/>
                          <a:pt x="36" y="7"/>
                          <a:pt x="36" y="7"/>
                        </a:cubicBezTo>
                        <a:cubicBezTo>
                          <a:pt x="36" y="7"/>
                          <a:pt x="35" y="7"/>
                          <a:pt x="35" y="7"/>
                        </a:cubicBezTo>
                        <a:cubicBezTo>
                          <a:pt x="35" y="7"/>
                          <a:pt x="35" y="7"/>
                          <a:pt x="35" y="7"/>
                        </a:cubicBezTo>
                        <a:cubicBezTo>
                          <a:pt x="35" y="7"/>
                          <a:pt x="34" y="6"/>
                          <a:pt x="34" y="6"/>
                        </a:cubicBezTo>
                        <a:cubicBezTo>
                          <a:pt x="34" y="6"/>
                          <a:pt x="34" y="6"/>
                          <a:pt x="34" y="6"/>
                        </a:cubicBezTo>
                        <a:cubicBezTo>
                          <a:pt x="34" y="6"/>
                          <a:pt x="34" y="6"/>
                          <a:pt x="34" y="6"/>
                        </a:cubicBezTo>
                        <a:cubicBezTo>
                          <a:pt x="34" y="6"/>
                          <a:pt x="34" y="5"/>
                          <a:pt x="34" y="5"/>
                        </a:cubicBezTo>
                        <a:cubicBezTo>
                          <a:pt x="34" y="5"/>
                          <a:pt x="34" y="5"/>
                          <a:pt x="34" y="5"/>
                        </a:cubicBezTo>
                        <a:cubicBezTo>
                          <a:pt x="34" y="5"/>
                          <a:pt x="33" y="5"/>
                          <a:pt x="33" y="5"/>
                        </a:cubicBezTo>
                        <a:cubicBezTo>
                          <a:pt x="33" y="6"/>
                          <a:pt x="32" y="6"/>
                          <a:pt x="32" y="6"/>
                        </a:cubicBezTo>
                        <a:cubicBezTo>
                          <a:pt x="32" y="6"/>
                          <a:pt x="32" y="6"/>
                          <a:pt x="32" y="6"/>
                        </a:cubicBezTo>
                        <a:cubicBezTo>
                          <a:pt x="31" y="6"/>
                          <a:pt x="31" y="6"/>
                          <a:pt x="31" y="6"/>
                        </a:cubicBezTo>
                        <a:cubicBezTo>
                          <a:pt x="31" y="6"/>
                          <a:pt x="31" y="6"/>
                          <a:pt x="31" y="6"/>
                        </a:cubicBezTo>
                        <a:cubicBezTo>
                          <a:pt x="31" y="6"/>
                          <a:pt x="30" y="6"/>
                          <a:pt x="30" y="6"/>
                        </a:cubicBezTo>
                        <a:cubicBezTo>
                          <a:pt x="30" y="6"/>
                          <a:pt x="30" y="5"/>
                          <a:pt x="30" y="5"/>
                        </a:cubicBezTo>
                        <a:cubicBezTo>
                          <a:pt x="30" y="5"/>
                          <a:pt x="29" y="5"/>
                          <a:pt x="29" y="5"/>
                        </a:cubicBezTo>
                        <a:cubicBezTo>
                          <a:pt x="28" y="5"/>
                          <a:pt x="29" y="5"/>
                          <a:pt x="29" y="5"/>
                        </a:cubicBezTo>
                        <a:cubicBezTo>
                          <a:pt x="28" y="5"/>
                          <a:pt x="28" y="4"/>
                          <a:pt x="28" y="4"/>
                        </a:cubicBezTo>
                        <a:cubicBezTo>
                          <a:pt x="28" y="4"/>
                          <a:pt x="28" y="4"/>
                          <a:pt x="28" y="4"/>
                        </a:cubicBezTo>
                        <a:cubicBezTo>
                          <a:pt x="28" y="3"/>
                          <a:pt x="28" y="3"/>
                          <a:pt x="27" y="3"/>
                        </a:cubicBezTo>
                        <a:cubicBezTo>
                          <a:pt x="27" y="3"/>
                          <a:pt x="27" y="3"/>
                          <a:pt x="27" y="3"/>
                        </a:cubicBezTo>
                        <a:cubicBezTo>
                          <a:pt x="27" y="3"/>
                          <a:pt x="27" y="3"/>
                          <a:pt x="26" y="3"/>
                        </a:cubicBezTo>
                        <a:cubicBezTo>
                          <a:pt x="26" y="3"/>
                          <a:pt x="26" y="4"/>
                          <a:pt x="26" y="4"/>
                        </a:cubicBezTo>
                        <a:cubicBezTo>
                          <a:pt x="26" y="4"/>
                          <a:pt x="26" y="4"/>
                          <a:pt x="26" y="4"/>
                        </a:cubicBezTo>
                        <a:cubicBezTo>
                          <a:pt x="25" y="4"/>
                          <a:pt x="25" y="3"/>
                          <a:pt x="25" y="3"/>
                        </a:cubicBezTo>
                        <a:cubicBezTo>
                          <a:pt x="25" y="3"/>
                          <a:pt x="25" y="3"/>
                          <a:pt x="25" y="3"/>
                        </a:cubicBezTo>
                        <a:cubicBezTo>
                          <a:pt x="25" y="2"/>
                          <a:pt x="25" y="2"/>
                          <a:pt x="25" y="2"/>
                        </a:cubicBezTo>
                        <a:cubicBezTo>
                          <a:pt x="25" y="2"/>
                          <a:pt x="25" y="2"/>
                          <a:pt x="25" y="1"/>
                        </a:cubicBezTo>
                        <a:cubicBezTo>
                          <a:pt x="25" y="1"/>
                          <a:pt x="25" y="1"/>
                          <a:pt x="25" y="1"/>
                        </a:cubicBezTo>
                        <a:cubicBezTo>
                          <a:pt x="25" y="0"/>
                          <a:pt x="24" y="1"/>
                          <a:pt x="24" y="1"/>
                        </a:cubicBezTo>
                        <a:cubicBezTo>
                          <a:pt x="24" y="1"/>
                          <a:pt x="24" y="1"/>
                          <a:pt x="24" y="2"/>
                        </a:cubicBezTo>
                        <a:cubicBezTo>
                          <a:pt x="24" y="2"/>
                          <a:pt x="24" y="2"/>
                          <a:pt x="24" y="2"/>
                        </a:cubicBezTo>
                        <a:cubicBezTo>
                          <a:pt x="24" y="2"/>
                          <a:pt x="24" y="2"/>
                          <a:pt x="24" y="2"/>
                        </a:cubicBezTo>
                        <a:cubicBezTo>
                          <a:pt x="23" y="2"/>
                          <a:pt x="23" y="2"/>
                          <a:pt x="23" y="2"/>
                        </a:cubicBezTo>
                        <a:cubicBezTo>
                          <a:pt x="23" y="2"/>
                          <a:pt x="23" y="2"/>
                          <a:pt x="23" y="2"/>
                        </a:cubicBezTo>
                        <a:cubicBezTo>
                          <a:pt x="23" y="2"/>
                          <a:pt x="22" y="1"/>
                          <a:pt x="22" y="1"/>
                        </a:cubicBezTo>
                        <a:cubicBezTo>
                          <a:pt x="22" y="1"/>
                          <a:pt x="22" y="2"/>
                          <a:pt x="22" y="2"/>
                        </a:cubicBezTo>
                        <a:cubicBezTo>
                          <a:pt x="22" y="2"/>
                          <a:pt x="22" y="2"/>
                          <a:pt x="22" y="2"/>
                        </a:cubicBezTo>
                        <a:cubicBezTo>
                          <a:pt x="22" y="3"/>
                          <a:pt x="22" y="3"/>
                          <a:pt x="22" y="3"/>
                        </a:cubicBezTo>
                        <a:cubicBezTo>
                          <a:pt x="22" y="3"/>
                          <a:pt x="22" y="3"/>
                          <a:pt x="22" y="3"/>
                        </a:cubicBezTo>
                        <a:cubicBezTo>
                          <a:pt x="22" y="3"/>
                          <a:pt x="22" y="2"/>
                          <a:pt x="22" y="2"/>
                        </a:cubicBezTo>
                        <a:cubicBezTo>
                          <a:pt x="21" y="2"/>
                          <a:pt x="21" y="2"/>
                          <a:pt x="21" y="2"/>
                        </a:cubicBezTo>
                        <a:cubicBezTo>
                          <a:pt x="21" y="1"/>
                          <a:pt x="21" y="1"/>
                          <a:pt x="21" y="1"/>
                        </a:cubicBezTo>
                        <a:cubicBezTo>
                          <a:pt x="21" y="1"/>
                          <a:pt x="21" y="2"/>
                          <a:pt x="21" y="2"/>
                        </a:cubicBezTo>
                        <a:cubicBezTo>
                          <a:pt x="21" y="2"/>
                          <a:pt x="20" y="2"/>
                          <a:pt x="20" y="2"/>
                        </a:cubicBezTo>
                        <a:cubicBezTo>
                          <a:pt x="20" y="2"/>
                          <a:pt x="20" y="2"/>
                          <a:pt x="20" y="2"/>
                        </a:cubicBezTo>
                        <a:cubicBezTo>
                          <a:pt x="20" y="2"/>
                          <a:pt x="20" y="2"/>
                          <a:pt x="20" y="3"/>
                        </a:cubicBezTo>
                        <a:cubicBezTo>
                          <a:pt x="21" y="3"/>
                          <a:pt x="21" y="3"/>
                          <a:pt x="21" y="3"/>
                        </a:cubicBezTo>
                        <a:cubicBezTo>
                          <a:pt x="21" y="3"/>
                          <a:pt x="21" y="3"/>
                          <a:pt x="21" y="3"/>
                        </a:cubicBezTo>
                        <a:cubicBezTo>
                          <a:pt x="21" y="3"/>
                          <a:pt x="21" y="4"/>
                          <a:pt x="21" y="4"/>
                        </a:cubicBezTo>
                        <a:cubicBezTo>
                          <a:pt x="21" y="4"/>
                          <a:pt x="22" y="4"/>
                          <a:pt x="22" y="4"/>
                        </a:cubicBezTo>
                        <a:cubicBezTo>
                          <a:pt x="22" y="4"/>
                          <a:pt x="22" y="4"/>
                          <a:pt x="22" y="4"/>
                        </a:cubicBezTo>
                        <a:cubicBezTo>
                          <a:pt x="23" y="4"/>
                          <a:pt x="24" y="4"/>
                          <a:pt x="24" y="4"/>
                        </a:cubicBezTo>
                        <a:cubicBezTo>
                          <a:pt x="24" y="4"/>
                          <a:pt x="24" y="4"/>
                          <a:pt x="25" y="4"/>
                        </a:cubicBezTo>
                        <a:cubicBezTo>
                          <a:pt x="25" y="4"/>
                          <a:pt x="25" y="4"/>
                          <a:pt x="25" y="5"/>
                        </a:cubicBezTo>
                        <a:cubicBezTo>
                          <a:pt x="25" y="5"/>
                          <a:pt x="25" y="5"/>
                          <a:pt x="25" y="5"/>
                        </a:cubicBezTo>
                        <a:cubicBezTo>
                          <a:pt x="25" y="5"/>
                          <a:pt x="25" y="5"/>
                          <a:pt x="25" y="5"/>
                        </a:cubicBezTo>
                        <a:cubicBezTo>
                          <a:pt x="25" y="5"/>
                          <a:pt x="25" y="5"/>
                          <a:pt x="25" y="5"/>
                        </a:cubicBezTo>
                        <a:cubicBezTo>
                          <a:pt x="25" y="5"/>
                          <a:pt x="25" y="5"/>
                          <a:pt x="25" y="6"/>
                        </a:cubicBezTo>
                        <a:cubicBezTo>
                          <a:pt x="25" y="6"/>
                          <a:pt x="25" y="6"/>
                          <a:pt x="25" y="6"/>
                        </a:cubicBezTo>
                        <a:cubicBezTo>
                          <a:pt x="25" y="6"/>
                          <a:pt x="25" y="6"/>
                          <a:pt x="26" y="6"/>
                        </a:cubicBezTo>
                        <a:cubicBezTo>
                          <a:pt x="26" y="7"/>
                          <a:pt x="26" y="8"/>
                          <a:pt x="26" y="8"/>
                        </a:cubicBezTo>
                        <a:cubicBezTo>
                          <a:pt x="26" y="8"/>
                          <a:pt x="25" y="8"/>
                          <a:pt x="25" y="8"/>
                        </a:cubicBezTo>
                        <a:cubicBezTo>
                          <a:pt x="25" y="8"/>
                          <a:pt x="24" y="8"/>
                          <a:pt x="24" y="8"/>
                        </a:cubicBezTo>
                        <a:cubicBezTo>
                          <a:pt x="24" y="8"/>
                          <a:pt x="24" y="9"/>
                          <a:pt x="24" y="9"/>
                        </a:cubicBezTo>
                        <a:cubicBezTo>
                          <a:pt x="24" y="9"/>
                          <a:pt x="24" y="9"/>
                          <a:pt x="24" y="9"/>
                        </a:cubicBezTo>
                        <a:cubicBezTo>
                          <a:pt x="24" y="9"/>
                          <a:pt x="23" y="9"/>
                          <a:pt x="23" y="9"/>
                        </a:cubicBezTo>
                        <a:cubicBezTo>
                          <a:pt x="23" y="9"/>
                          <a:pt x="23" y="9"/>
                          <a:pt x="23" y="9"/>
                        </a:cubicBezTo>
                        <a:cubicBezTo>
                          <a:pt x="23" y="9"/>
                          <a:pt x="22" y="9"/>
                          <a:pt x="22" y="9"/>
                        </a:cubicBezTo>
                        <a:cubicBezTo>
                          <a:pt x="22" y="9"/>
                          <a:pt x="22" y="9"/>
                          <a:pt x="22" y="9"/>
                        </a:cubicBezTo>
                        <a:cubicBezTo>
                          <a:pt x="21" y="9"/>
                          <a:pt x="21" y="9"/>
                          <a:pt x="21" y="9"/>
                        </a:cubicBezTo>
                        <a:cubicBezTo>
                          <a:pt x="21" y="9"/>
                          <a:pt x="21" y="9"/>
                          <a:pt x="21" y="9"/>
                        </a:cubicBezTo>
                        <a:cubicBezTo>
                          <a:pt x="21" y="9"/>
                          <a:pt x="20" y="9"/>
                          <a:pt x="20" y="9"/>
                        </a:cubicBezTo>
                        <a:cubicBezTo>
                          <a:pt x="20" y="9"/>
                          <a:pt x="20" y="9"/>
                          <a:pt x="20" y="9"/>
                        </a:cubicBezTo>
                        <a:cubicBezTo>
                          <a:pt x="20" y="9"/>
                          <a:pt x="18" y="9"/>
                          <a:pt x="18" y="9"/>
                        </a:cubicBezTo>
                        <a:cubicBezTo>
                          <a:pt x="18" y="9"/>
                          <a:pt x="17" y="9"/>
                          <a:pt x="17" y="9"/>
                        </a:cubicBezTo>
                        <a:cubicBezTo>
                          <a:pt x="17" y="9"/>
                          <a:pt x="17" y="9"/>
                          <a:pt x="17" y="9"/>
                        </a:cubicBezTo>
                        <a:cubicBezTo>
                          <a:pt x="17" y="9"/>
                          <a:pt x="16" y="8"/>
                          <a:pt x="16" y="8"/>
                        </a:cubicBezTo>
                        <a:cubicBezTo>
                          <a:pt x="16" y="8"/>
                          <a:pt x="16" y="8"/>
                          <a:pt x="16" y="8"/>
                        </a:cubicBezTo>
                        <a:cubicBezTo>
                          <a:pt x="16" y="8"/>
                          <a:pt x="16" y="8"/>
                          <a:pt x="16" y="8"/>
                        </a:cubicBezTo>
                        <a:cubicBezTo>
                          <a:pt x="16" y="9"/>
                          <a:pt x="16" y="9"/>
                          <a:pt x="16" y="9"/>
                        </a:cubicBezTo>
                        <a:cubicBezTo>
                          <a:pt x="15" y="9"/>
                          <a:pt x="15" y="8"/>
                          <a:pt x="15" y="8"/>
                        </a:cubicBezTo>
                        <a:cubicBezTo>
                          <a:pt x="15" y="8"/>
                          <a:pt x="15" y="8"/>
                          <a:pt x="15" y="9"/>
                        </a:cubicBezTo>
                        <a:cubicBezTo>
                          <a:pt x="15" y="9"/>
                          <a:pt x="14" y="9"/>
                          <a:pt x="14" y="10"/>
                        </a:cubicBezTo>
                        <a:cubicBezTo>
                          <a:pt x="14" y="10"/>
                          <a:pt x="14" y="10"/>
                          <a:pt x="14" y="10"/>
                        </a:cubicBezTo>
                        <a:cubicBezTo>
                          <a:pt x="14" y="10"/>
                          <a:pt x="13" y="10"/>
                          <a:pt x="13" y="10"/>
                        </a:cubicBezTo>
                        <a:cubicBezTo>
                          <a:pt x="13" y="10"/>
                          <a:pt x="13" y="10"/>
                          <a:pt x="13" y="11"/>
                        </a:cubicBezTo>
                        <a:cubicBezTo>
                          <a:pt x="14" y="11"/>
                          <a:pt x="14" y="11"/>
                          <a:pt x="14" y="11"/>
                        </a:cubicBezTo>
                        <a:cubicBezTo>
                          <a:pt x="14" y="11"/>
                          <a:pt x="14" y="11"/>
                          <a:pt x="13" y="11"/>
                        </a:cubicBezTo>
                        <a:cubicBezTo>
                          <a:pt x="13" y="11"/>
                          <a:pt x="13" y="11"/>
                          <a:pt x="13" y="11"/>
                        </a:cubicBezTo>
                        <a:cubicBezTo>
                          <a:pt x="13" y="11"/>
                          <a:pt x="13" y="11"/>
                          <a:pt x="13" y="11"/>
                        </a:cubicBezTo>
                        <a:cubicBezTo>
                          <a:pt x="12" y="11"/>
                          <a:pt x="13" y="10"/>
                          <a:pt x="13" y="10"/>
                        </a:cubicBezTo>
                        <a:cubicBezTo>
                          <a:pt x="12" y="10"/>
                          <a:pt x="12" y="10"/>
                          <a:pt x="12" y="10"/>
                        </a:cubicBezTo>
                        <a:cubicBezTo>
                          <a:pt x="12" y="10"/>
                          <a:pt x="12" y="10"/>
                          <a:pt x="11" y="10"/>
                        </a:cubicBezTo>
                        <a:cubicBezTo>
                          <a:pt x="11" y="11"/>
                          <a:pt x="11" y="11"/>
                          <a:pt x="11" y="12"/>
                        </a:cubicBezTo>
                        <a:cubicBezTo>
                          <a:pt x="11" y="12"/>
                          <a:pt x="11" y="12"/>
                          <a:pt x="11" y="12"/>
                        </a:cubicBezTo>
                        <a:cubicBezTo>
                          <a:pt x="11" y="12"/>
                          <a:pt x="10" y="12"/>
                          <a:pt x="10" y="12"/>
                        </a:cubicBezTo>
                        <a:cubicBezTo>
                          <a:pt x="10" y="12"/>
                          <a:pt x="10" y="12"/>
                          <a:pt x="10" y="12"/>
                        </a:cubicBezTo>
                        <a:cubicBezTo>
                          <a:pt x="10" y="12"/>
                          <a:pt x="10" y="13"/>
                          <a:pt x="10" y="13"/>
                        </a:cubicBezTo>
                        <a:cubicBezTo>
                          <a:pt x="10" y="13"/>
                          <a:pt x="10" y="13"/>
                          <a:pt x="9" y="14"/>
                        </a:cubicBezTo>
                        <a:cubicBezTo>
                          <a:pt x="9" y="14"/>
                          <a:pt x="9" y="14"/>
                          <a:pt x="9" y="14"/>
                        </a:cubicBezTo>
                        <a:cubicBezTo>
                          <a:pt x="9" y="14"/>
                          <a:pt x="8" y="14"/>
                          <a:pt x="8" y="14"/>
                        </a:cubicBezTo>
                        <a:cubicBezTo>
                          <a:pt x="8" y="14"/>
                          <a:pt x="8" y="15"/>
                          <a:pt x="8" y="15"/>
                        </a:cubicBezTo>
                        <a:cubicBezTo>
                          <a:pt x="8" y="15"/>
                          <a:pt x="9" y="16"/>
                          <a:pt x="9" y="16"/>
                        </a:cubicBezTo>
                        <a:cubicBezTo>
                          <a:pt x="9" y="16"/>
                          <a:pt x="9" y="16"/>
                          <a:pt x="9" y="17"/>
                        </a:cubicBezTo>
                        <a:cubicBezTo>
                          <a:pt x="9" y="17"/>
                          <a:pt x="9" y="17"/>
                          <a:pt x="8" y="17"/>
                        </a:cubicBezTo>
                        <a:cubicBezTo>
                          <a:pt x="8" y="17"/>
                          <a:pt x="8" y="18"/>
                          <a:pt x="8" y="18"/>
                        </a:cubicBezTo>
                        <a:cubicBezTo>
                          <a:pt x="8" y="18"/>
                          <a:pt x="7" y="18"/>
                          <a:pt x="6" y="18"/>
                        </a:cubicBezTo>
                        <a:cubicBezTo>
                          <a:pt x="6" y="18"/>
                          <a:pt x="6" y="19"/>
                          <a:pt x="6" y="19"/>
                        </a:cubicBezTo>
                        <a:cubicBezTo>
                          <a:pt x="6" y="19"/>
                          <a:pt x="6" y="19"/>
                          <a:pt x="6" y="19"/>
                        </a:cubicBezTo>
                        <a:cubicBezTo>
                          <a:pt x="6" y="20"/>
                          <a:pt x="6" y="20"/>
                          <a:pt x="6" y="20"/>
                        </a:cubicBezTo>
                        <a:cubicBezTo>
                          <a:pt x="6" y="20"/>
                          <a:pt x="6" y="21"/>
                          <a:pt x="6" y="21"/>
                        </a:cubicBezTo>
                        <a:cubicBezTo>
                          <a:pt x="6" y="21"/>
                          <a:pt x="5" y="22"/>
                          <a:pt x="5" y="22"/>
                        </a:cubicBezTo>
                        <a:cubicBezTo>
                          <a:pt x="4" y="22"/>
                          <a:pt x="4" y="22"/>
                          <a:pt x="4" y="22"/>
                        </a:cubicBezTo>
                        <a:cubicBezTo>
                          <a:pt x="4" y="22"/>
                          <a:pt x="3" y="23"/>
                          <a:pt x="3" y="23"/>
                        </a:cubicBezTo>
                        <a:cubicBezTo>
                          <a:pt x="3" y="23"/>
                          <a:pt x="3" y="24"/>
                          <a:pt x="3" y="24"/>
                        </a:cubicBezTo>
                        <a:cubicBezTo>
                          <a:pt x="3" y="24"/>
                          <a:pt x="3" y="24"/>
                          <a:pt x="3" y="25"/>
                        </a:cubicBezTo>
                        <a:cubicBezTo>
                          <a:pt x="4" y="25"/>
                          <a:pt x="4" y="25"/>
                          <a:pt x="4" y="25"/>
                        </a:cubicBezTo>
                        <a:cubicBezTo>
                          <a:pt x="5" y="25"/>
                          <a:pt x="5" y="26"/>
                          <a:pt x="5" y="26"/>
                        </a:cubicBezTo>
                        <a:cubicBezTo>
                          <a:pt x="5" y="26"/>
                          <a:pt x="5" y="26"/>
                          <a:pt x="5" y="26"/>
                        </a:cubicBezTo>
                        <a:cubicBezTo>
                          <a:pt x="5" y="26"/>
                          <a:pt x="5" y="27"/>
                          <a:pt x="5" y="27"/>
                        </a:cubicBezTo>
                        <a:cubicBezTo>
                          <a:pt x="5" y="27"/>
                          <a:pt x="5" y="27"/>
                          <a:pt x="5" y="27"/>
                        </a:cubicBezTo>
                        <a:cubicBezTo>
                          <a:pt x="5" y="27"/>
                          <a:pt x="5" y="27"/>
                          <a:pt x="5" y="27"/>
                        </a:cubicBezTo>
                        <a:cubicBezTo>
                          <a:pt x="5" y="28"/>
                          <a:pt x="5" y="28"/>
                          <a:pt x="5" y="28"/>
                        </a:cubicBezTo>
                        <a:cubicBezTo>
                          <a:pt x="5" y="29"/>
                          <a:pt x="5" y="29"/>
                          <a:pt x="5" y="29"/>
                        </a:cubicBezTo>
                        <a:cubicBezTo>
                          <a:pt x="5" y="30"/>
                          <a:pt x="5" y="30"/>
                          <a:pt x="5" y="30"/>
                        </a:cubicBezTo>
                        <a:cubicBezTo>
                          <a:pt x="5" y="30"/>
                          <a:pt x="5" y="29"/>
                          <a:pt x="4" y="29"/>
                        </a:cubicBezTo>
                        <a:cubicBezTo>
                          <a:pt x="4" y="29"/>
                          <a:pt x="4" y="28"/>
                          <a:pt x="4" y="28"/>
                        </a:cubicBezTo>
                        <a:cubicBezTo>
                          <a:pt x="4" y="28"/>
                          <a:pt x="4" y="28"/>
                          <a:pt x="3" y="28"/>
                        </a:cubicBezTo>
                        <a:cubicBezTo>
                          <a:pt x="3" y="28"/>
                          <a:pt x="3" y="27"/>
                          <a:pt x="3" y="27"/>
                        </a:cubicBezTo>
                        <a:cubicBezTo>
                          <a:pt x="2" y="27"/>
                          <a:pt x="2" y="27"/>
                          <a:pt x="2" y="27"/>
                        </a:cubicBezTo>
                        <a:cubicBezTo>
                          <a:pt x="2" y="27"/>
                          <a:pt x="2" y="28"/>
                          <a:pt x="2" y="28"/>
                        </a:cubicBezTo>
                        <a:cubicBezTo>
                          <a:pt x="2" y="28"/>
                          <a:pt x="2" y="29"/>
                          <a:pt x="2" y="29"/>
                        </a:cubicBezTo>
                        <a:cubicBezTo>
                          <a:pt x="2" y="29"/>
                          <a:pt x="2" y="30"/>
                          <a:pt x="2" y="30"/>
                        </a:cubicBezTo>
                        <a:cubicBezTo>
                          <a:pt x="2" y="30"/>
                          <a:pt x="2" y="30"/>
                          <a:pt x="2" y="30"/>
                        </a:cubicBezTo>
                        <a:cubicBezTo>
                          <a:pt x="2" y="29"/>
                          <a:pt x="2" y="29"/>
                          <a:pt x="2" y="29"/>
                        </a:cubicBezTo>
                        <a:cubicBezTo>
                          <a:pt x="2" y="29"/>
                          <a:pt x="2" y="28"/>
                          <a:pt x="2" y="28"/>
                        </a:cubicBezTo>
                        <a:cubicBezTo>
                          <a:pt x="2" y="28"/>
                          <a:pt x="1" y="28"/>
                          <a:pt x="1" y="28"/>
                        </a:cubicBezTo>
                        <a:cubicBezTo>
                          <a:pt x="1" y="28"/>
                          <a:pt x="1" y="27"/>
                          <a:pt x="1" y="27"/>
                        </a:cubicBezTo>
                        <a:cubicBezTo>
                          <a:pt x="1" y="27"/>
                          <a:pt x="1" y="27"/>
                          <a:pt x="0" y="27"/>
                        </a:cubicBezTo>
                        <a:cubicBezTo>
                          <a:pt x="0" y="108"/>
                          <a:pt x="0" y="108"/>
                          <a:pt x="0" y="108"/>
                        </a:cubicBezTo>
                        <a:cubicBezTo>
                          <a:pt x="62" y="108"/>
                          <a:pt x="62" y="108"/>
                          <a:pt x="62" y="108"/>
                        </a:cubicBezTo>
                        <a:cubicBezTo>
                          <a:pt x="62" y="39"/>
                          <a:pt x="62" y="39"/>
                          <a:pt x="62" y="39"/>
                        </a:cubicBezTo>
                        <a:cubicBezTo>
                          <a:pt x="62" y="39"/>
                          <a:pt x="62" y="39"/>
                          <a:pt x="62" y="39"/>
                        </a:cubicBezTo>
                        <a:close/>
                      </a:path>
                    </a:pathLst>
                  </a:custGeom>
                  <a:solidFill>
                    <a:srgbClr val="C198E1"/>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3" name="Freeform 744">
                    <a:extLst>
                      <a:ext uri="{FF2B5EF4-FFF2-40B4-BE49-F238E27FC236}">
                        <a16:creationId xmlns:a16="http://schemas.microsoft.com/office/drawing/2014/main" id="{7300AA08-2887-9693-EA3E-14CB03CB0A5D}"/>
                      </a:ext>
                    </a:extLst>
                  </p:cNvPr>
                  <p:cNvSpPr>
                    <a:spLocks/>
                  </p:cNvSpPr>
                  <p:nvPr/>
                </p:nvSpPr>
                <p:spPr bwMode="auto">
                  <a:xfrm>
                    <a:off x="9571038" y="5967413"/>
                    <a:ext cx="17462" cy="23813"/>
                  </a:xfrm>
                  <a:custGeom>
                    <a:avLst/>
                    <a:gdLst>
                      <a:gd name="T0" fmla="*/ 1 w 4"/>
                      <a:gd name="T1" fmla="*/ 5 h 6"/>
                      <a:gd name="T2" fmla="*/ 1 w 4"/>
                      <a:gd name="T3" fmla="*/ 4 h 6"/>
                      <a:gd name="T4" fmla="*/ 0 w 4"/>
                      <a:gd name="T5" fmla="*/ 4 h 6"/>
                      <a:gd name="T6" fmla="*/ 0 w 4"/>
                      <a:gd name="T7" fmla="*/ 4 h 6"/>
                      <a:gd name="T8" fmla="*/ 0 w 4"/>
                      <a:gd name="T9" fmla="*/ 3 h 6"/>
                      <a:gd name="T10" fmla="*/ 0 w 4"/>
                      <a:gd name="T11" fmla="*/ 2 h 6"/>
                      <a:gd name="T12" fmla="*/ 0 w 4"/>
                      <a:gd name="T13" fmla="*/ 2 h 6"/>
                      <a:gd name="T14" fmla="*/ 0 w 4"/>
                      <a:gd name="T15" fmla="*/ 1 h 6"/>
                      <a:gd name="T16" fmla="*/ 0 w 4"/>
                      <a:gd name="T17" fmla="*/ 1 h 6"/>
                      <a:gd name="T18" fmla="*/ 1 w 4"/>
                      <a:gd name="T19" fmla="*/ 1 h 6"/>
                      <a:gd name="T20" fmla="*/ 1 w 4"/>
                      <a:gd name="T21" fmla="*/ 0 h 6"/>
                      <a:gd name="T22" fmla="*/ 2 w 4"/>
                      <a:gd name="T23" fmla="*/ 0 h 6"/>
                      <a:gd name="T24" fmla="*/ 2 w 4"/>
                      <a:gd name="T25" fmla="*/ 0 h 6"/>
                      <a:gd name="T26" fmla="*/ 3 w 4"/>
                      <a:gd name="T27" fmla="*/ 0 h 6"/>
                      <a:gd name="T28" fmla="*/ 4 w 4"/>
                      <a:gd name="T29" fmla="*/ 1 h 6"/>
                      <a:gd name="T30" fmla="*/ 4 w 4"/>
                      <a:gd name="T31" fmla="*/ 1 h 6"/>
                      <a:gd name="T32" fmla="*/ 4 w 4"/>
                      <a:gd name="T33" fmla="*/ 1 h 6"/>
                      <a:gd name="T34" fmla="*/ 3 w 4"/>
                      <a:gd name="T35" fmla="*/ 1 h 6"/>
                      <a:gd name="T36" fmla="*/ 2 w 4"/>
                      <a:gd name="T37" fmla="*/ 2 h 6"/>
                      <a:gd name="T38" fmla="*/ 2 w 4"/>
                      <a:gd name="T39" fmla="*/ 3 h 6"/>
                      <a:gd name="T40" fmla="*/ 2 w 4"/>
                      <a:gd name="T41" fmla="*/ 4 h 6"/>
                      <a:gd name="T42" fmla="*/ 2 w 4"/>
                      <a:gd name="T43" fmla="*/ 6 h 6"/>
                      <a:gd name="T44" fmla="*/ 1 w 4"/>
                      <a:gd name="T4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6">
                        <a:moveTo>
                          <a:pt x="1" y="5"/>
                        </a:moveTo>
                        <a:cubicBezTo>
                          <a:pt x="1" y="5"/>
                          <a:pt x="1" y="4"/>
                          <a:pt x="1" y="4"/>
                        </a:cubicBezTo>
                        <a:cubicBezTo>
                          <a:pt x="0" y="4"/>
                          <a:pt x="0" y="4"/>
                          <a:pt x="0" y="4"/>
                        </a:cubicBezTo>
                        <a:cubicBezTo>
                          <a:pt x="0" y="4"/>
                          <a:pt x="0" y="4"/>
                          <a:pt x="0" y="4"/>
                        </a:cubicBezTo>
                        <a:cubicBezTo>
                          <a:pt x="0" y="4"/>
                          <a:pt x="0" y="3"/>
                          <a:pt x="0" y="3"/>
                        </a:cubicBezTo>
                        <a:cubicBezTo>
                          <a:pt x="0" y="3"/>
                          <a:pt x="0" y="2"/>
                          <a:pt x="0" y="2"/>
                        </a:cubicBezTo>
                        <a:cubicBezTo>
                          <a:pt x="0" y="2"/>
                          <a:pt x="0" y="2"/>
                          <a:pt x="0" y="2"/>
                        </a:cubicBezTo>
                        <a:cubicBezTo>
                          <a:pt x="0" y="1"/>
                          <a:pt x="0" y="1"/>
                          <a:pt x="0" y="1"/>
                        </a:cubicBezTo>
                        <a:cubicBezTo>
                          <a:pt x="0" y="1"/>
                          <a:pt x="0" y="1"/>
                          <a:pt x="0" y="1"/>
                        </a:cubicBezTo>
                        <a:cubicBezTo>
                          <a:pt x="0" y="1"/>
                          <a:pt x="0" y="1"/>
                          <a:pt x="1" y="1"/>
                        </a:cubicBezTo>
                        <a:cubicBezTo>
                          <a:pt x="1" y="1"/>
                          <a:pt x="1" y="1"/>
                          <a:pt x="1" y="0"/>
                        </a:cubicBezTo>
                        <a:cubicBezTo>
                          <a:pt x="1" y="0"/>
                          <a:pt x="2" y="0"/>
                          <a:pt x="2" y="0"/>
                        </a:cubicBezTo>
                        <a:cubicBezTo>
                          <a:pt x="2" y="0"/>
                          <a:pt x="2" y="0"/>
                          <a:pt x="2" y="0"/>
                        </a:cubicBezTo>
                        <a:cubicBezTo>
                          <a:pt x="3" y="0"/>
                          <a:pt x="3" y="0"/>
                          <a:pt x="3" y="0"/>
                        </a:cubicBezTo>
                        <a:cubicBezTo>
                          <a:pt x="3" y="0"/>
                          <a:pt x="3" y="0"/>
                          <a:pt x="4" y="1"/>
                        </a:cubicBezTo>
                        <a:cubicBezTo>
                          <a:pt x="4" y="1"/>
                          <a:pt x="4" y="1"/>
                          <a:pt x="4" y="1"/>
                        </a:cubicBezTo>
                        <a:cubicBezTo>
                          <a:pt x="4" y="1"/>
                          <a:pt x="4" y="1"/>
                          <a:pt x="4" y="1"/>
                        </a:cubicBezTo>
                        <a:cubicBezTo>
                          <a:pt x="3" y="1"/>
                          <a:pt x="3" y="1"/>
                          <a:pt x="3" y="1"/>
                        </a:cubicBezTo>
                        <a:cubicBezTo>
                          <a:pt x="3" y="2"/>
                          <a:pt x="3" y="2"/>
                          <a:pt x="2" y="2"/>
                        </a:cubicBezTo>
                        <a:cubicBezTo>
                          <a:pt x="2" y="2"/>
                          <a:pt x="2" y="3"/>
                          <a:pt x="2" y="3"/>
                        </a:cubicBezTo>
                        <a:cubicBezTo>
                          <a:pt x="2" y="3"/>
                          <a:pt x="2" y="4"/>
                          <a:pt x="2" y="4"/>
                        </a:cubicBezTo>
                        <a:cubicBezTo>
                          <a:pt x="2" y="5"/>
                          <a:pt x="2" y="5"/>
                          <a:pt x="2" y="6"/>
                        </a:cubicBezTo>
                        <a:cubicBezTo>
                          <a:pt x="1" y="5"/>
                          <a:pt x="1" y="5"/>
                          <a:pt x="1" y="5"/>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732" name="North_America">
                <a:extLst>
                  <a:ext uri="{FF2B5EF4-FFF2-40B4-BE49-F238E27FC236}">
                    <a16:creationId xmlns:a16="http://schemas.microsoft.com/office/drawing/2014/main" id="{8E46CAB8-1003-7FC9-66B8-B849612326C2}"/>
                  </a:ext>
                </a:extLst>
              </p:cNvPr>
              <p:cNvGrpSpPr/>
              <p:nvPr/>
            </p:nvGrpSpPr>
            <p:grpSpPr>
              <a:xfrm>
                <a:off x="2754313" y="4500563"/>
                <a:ext cx="1668463" cy="2357437"/>
                <a:chOff x="2754313" y="4500563"/>
                <a:chExt cx="1668463" cy="2357437"/>
              </a:xfrm>
              <a:grpFill/>
            </p:grpSpPr>
            <p:sp>
              <p:nvSpPr>
                <p:cNvPr id="922" name="Freeform 690">
                  <a:extLst>
                    <a:ext uri="{FF2B5EF4-FFF2-40B4-BE49-F238E27FC236}">
                      <a16:creationId xmlns:a16="http://schemas.microsoft.com/office/drawing/2014/main" id="{5EB19383-B78C-9EE0-693A-1A81D438976A}"/>
                    </a:ext>
                  </a:extLst>
                </p:cNvPr>
                <p:cNvSpPr>
                  <a:spLocks noEditPoints="1"/>
                </p:cNvSpPr>
                <p:nvPr/>
              </p:nvSpPr>
              <p:spPr bwMode="auto">
                <a:xfrm>
                  <a:off x="2754313" y="4849813"/>
                  <a:ext cx="69850" cy="58738"/>
                </a:xfrm>
                <a:custGeom>
                  <a:avLst/>
                  <a:gdLst>
                    <a:gd name="T0" fmla="*/ 6 w 17"/>
                    <a:gd name="T1" fmla="*/ 9 h 14"/>
                    <a:gd name="T2" fmla="*/ 6 w 17"/>
                    <a:gd name="T3" fmla="*/ 9 h 14"/>
                    <a:gd name="T4" fmla="*/ 5 w 17"/>
                    <a:gd name="T5" fmla="*/ 8 h 14"/>
                    <a:gd name="T6" fmla="*/ 5 w 17"/>
                    <a:gd name="T7" fmla="*/ 7 h 14"/>
                    <a:gd name="T8" fmla="*/ 4 w 17"/>
                    <a:gd name="T9" fmla="*/ 6 h 14"/>
                    <a:gd name="T10" fmla="*/ 3 w 17"/>
                    <a:gd name="T11" fmla="*/ 5 h 14"/>
                    <a:gd name="T12" fmla="*/ 3 w 17"/>
                    <a:gd name="T13" fmla="*/ 4 h 14"/>
                    <a:gd name="T14" fmla="*/ 2 w 17"/>
                    <a:gd name="T15" fmla="*/ 3 h 14"/>
                    <a:gd name="T16" fmla="*/ 1 w 17"/>
                    <a:gd name="T17" fmla="*/ 4 h 14"/>
                    <a:gd name="T18" fmla="*/ 1 w 17"/>
                    <a:gd name="T19" fmla="*/ 5 h 14"/>
                    <a:gd name="T20" fmla="*/ 2 w 17"/>
                    <a:gd name="T21" fmla="*/ 5 h 14"/>
                    <a:gd name="T22" fmla="*/ 2 w 17"/>
                    <a:gd name="T23" fmla="*/ 6 h 14"/>
                    <a:gd name="T24" fmla="*/ 3 w 17"/>
                    <a:gd name="T25" fmla="*/ 7 h 14"/>
                    <a:gd name="T26" fmla="*/ 4 w 17"/>
                    <a:gd name="T27" fmla="*/ 8 h 14"/>
                    <a:gd name="T28" fmla="*/ 4 w 17"/>
                    <a:gd name="T29" fmla="*/ 9 h 14"/>
                    <a:gd name="T30" fmla="*/ 3 w 17"/>
                    <a:gd name="T31" fmla="*/ 9 h 14"/>
                    <a:gd name="T32" fmla="*/ 2 w 17"/>
                    <a:gd name="T33" fmla="*/ 10 h 14"/>
                    <a:gd name="T34" fmla="*/ 1 w 17"/>
                    <a:gd name="T35" fmla="*/ 11 h 14"/>
                    <a:gd name="T36" fmla="*/ 2 w 17"/>
                    <a:gd name="T37" fmla="*/ 11 h 14"/>
                    <a:gd name="T38" fmla="*/ 4 w 17"/>
                    <a:gd name="T39" fmla="*/ 12 h 14"/>
                    <a:gd name="T40" fmla="*/ 4 w 17"/>
                    <a:gd name="T41" fmla="*/ 11 h 14"/>
                    <a:gd name="T42" fmla="*/ 5 w 17"/>
                    <a:gd name="T43" fmla="*/ 11 h 14"/>
                    <a:gd name="T44" fmla="*/ 6 w 17"/>
                    <a:gd name="T45" fmla="*/ 10 h 14"/>
                    <a:gd name="T46" fmla="*/ 1 w 17"/>
                    <a:gd name="T47" fmla="*/ 8 h 14"/>
                    <a:gd name="T48" fmla="*/ 0 w 17"/>
                    <a:gd name="T49" fmla="*/ 6 h 14"/>
                    <a:gd name="T50" fmla="*/ 2 w 17"/>
                    <a:gd name="T51" fmla="*/ 6 h 14"/>
                    <a:gd name="T52" fmla="*/ 2 w 17"/>
                    <a:gd name="T53" fmla="*/ 8 h 14"/>
                    <a:gd name="T54" fmla="*/ 8 w 17"/>
                    <a:gd name="T55" fmla="*/ 7 h 14"/>
                    <a:gd name="T56" fmla="*/ 6 w 17"/>
                    <a:gd name="T57" fmla="*/ 7 h 14"/>
                    <a:gd name="T58" fmla="*/ 6 w 17"/>
                    <a:gd name="T59" fmla="*/ 6 h 14"/>
                    <a:gd name="T60" fmla="*/ 6 w 17"/>
                    <a:gd name="T61" fmla="*/ 5 h 14"/>
                    <a:gd name="T62" fmla="*/ 8 w 17"/>
                    <a:gd name="T63" fmla="*/ 6 h 14"/>
                    <a:gd name="T64" fmla="*/ 17 w 17"/>
                    <a:gd name="T65" fmla="*/ 10 h 14"/>
                    <a:gd name="T66" fmla="*/ 16 w 17"/>
                    <a:gd name="T67" fmla="*/ 11 h 14"/>
                    <a:gd name="T68" fmla="*/ 15 w 17"/>
                    <a:gd name="T69" fmla="*/ 11 h 14"/>
                    <a:gd name="T70" fmla="*/ 15 w 17"/>
                    <a:gd name="T71" fmla="*/ 10 h 14"/>
                    <a:gd name="T72" fmla="*/ 16 w 17"/>
                    <a:gd name="T73" fmla="*/ 9 h 14"/>
                    <a:gd name="T74" fmla="*/ 17 w 17"/>
                    <a:gd name="T75" fmla="*/ 9 h 14"/>
                    <a:gd name="T76" fmla="*/ 11 w 17"/>
                    <a:gd name="T77" fmla="*/ 9 h 14"/>
                    <a:gd name="T78" fmla="*/ 10 w 17"/>
                    <a:gd name="T79" fmla="*/ 9 h 14"/>
                    <a:gd name="T80" fmla="*/ 10 w 17"/>
                    <a:gd name="T81" fmla="*/ 10 h 14"/>
                    <a:gd name="T82" fmla="*/ 9 w 17"/>
                    <a:gd name="T83" fmla="*/ 10 h 14"/>
                    <a:gd name="T84" fmla="*/ 8 w 17"/>
                    <a:gd name="T85" fmla="*/ 9 h 14"/>
                    <a:gd name="T86" fmla="*/ 8 w 17"/>
                    <a:gd name="T87" fmla="*/ 9 h 14"/>
                    <a:gd name="T88" fmla="*/ 8 w 17"/>
                    <a:gd name="T89" fmla="*/ 8 h 14"/>
                    <a:gd name="T90" fmla="*/ 9 w 17"/>
                    <a:gd name="T91" fmla="*/ 8 h 14"/>
                    <a:gd name="T92" fmla="*/ 10 w 17"/>
                    <a:gd name="T93" fmla="*/ 7 h 14"/>
                    <a:gd name="T94" fmla="*/ 10 w 17"/>
                    <a:gd name="T95" fmla="*/ 8 h 14"/>
                    <a:gd name="T96" fmla="*/ 9 w 17"/>
                    <a:gd name="T97" fmla="*/ 13 h 14"/>
                    <a:gd name="T98" fmla="*/ 8 w 17"/>
                    <a:gd name="T99" fmla="*/ 13 h 14"/>
                    <a:gd name="T100" fmla="*/ 9 w 17"/>
                    <a:gd name="T101" fmla="*/ 13 h 14"/>
                    <a:gd name="T102" fmla="*/ 9 w 17"/>
                    <a:gd name="T103" fmla="*/ 2 h 14"/>
                    <a:gd name="T104" fmla="*/ 14 w 17"/>
                    <a:gd name="T105" fmla="*/ 14 h 14"/>
                    <a:gd name="T106" fmla="*/ 14 w 17"/>
                    <a:gd name="T107" fmla="*/ 14 h 14"/>
                    <a:gd name="T108" fmla="*/ 7 w 17"/>
                    <a:gd name="T109" fmla="*/ 0 h 14"/>
                    <a:gd name="T110" fmla="*/ 12 w 17"/>
                    <a:gd name="T111" fmla="*/ 10 h 14"/>
                    <a:gd name="T112" fmla="*/ 12 w 17"/>
                    <a:gd name="T113" fmla="*/ 10 h 14"/>
                    <a:gd name="T114" fmla="*/ 7 w 17"/>
                    <a:gd name="T115" fmla="*/ 7 h 14"/>
                    <a:gd name="T116" fmla="*/ 10 w 17"/>
                    <a:gd name="T117" fmla="*/ 7 h 14"/>
                    <a:gd name="T118" fmla="*/ 14 w 17"/>
                    <a:gd name="T11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 h="14">
                      <a:moveTo>
                        <a:pt x="6" y="10"/>
                      </a:move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4" y="7"/>
                      </a:cubicBezTo>
                      <a:cubicBezTo>
                        <a:pt x="4" y="7"/>
                        <a:pt x="4"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3" y="6"/>
                        <a:pt x="4" y="6"/>
                        <a:pt x="3" y="6"/>
                      </a:cubicBezTo>
                      <a:cubicBezTo>
                        <a:pt x="3" y="6"/>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4"/>
                      </a:cubicBezTo>
                      <a:cubicBezTo>
                        <a:pt x="1" y="4"/>
                        <a:pt x="1" y="4"/>
                        <a:pt x="2" y="4"/>
                      </a:cubicBezTo>
                      <a:cubicBezTo>
                        <a:pt x="2" y="4"/>
                        <a:pt x="2" y="4"/>
                        <a:pt x="2" y="4"/>
                      </a:cubicBezTo>
                      <a:cubicBezTo>
                        <a:pt x="2" y="4"/>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2" y="9"/>
                        <a:pt x="2" y="9"/>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1" y="10"/>
                        <a:pt x="1" y="10"/>
                      </a:cubicBezTo>
                      <a:cubicBezTo>
                        <a:pt x="1" y="10"/>
                        <a:pt x="1" y="10"/>
                        <a:pt x="1" y="10"/>
                      </a:cubicBezTo>
                      <a:cubicBezTo>
                        <a:pt x="1" y="10"/>
                        <a:pt x="1" y="10"/>
                        <a:pt x="1" y="10"/>
                      </a:cubicBezTo>
                      <a:cubicBezTo>
                        <a:pt x="1" y="10"/>
                        <a:pt x="1" y="10"/>
                        <a:pt x="1" y="10"/>
                      </a:cubicBezTo>
                      <a:cubicBezTo>
                        <a:pt x="1" y="10"/>
                        <a:pt x="1" y="11"/>
                        <a:pt x="1" y="11"/>
                      </a:cubicBezTo>
                      <a:cubicBezTo>
                        <a:pt x="1" y="11"/>
                        <a:pt x="1" y="11"/>
                        <a:pt x="1" y="11"/>
                      </a:cubicBezTo>
                      <a:cubicBezTo>
                        <a:pt x="1" y="11"/>
                        <a:pt x="1"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3" y="11"/>
                        <a:pt x="3" y="11"/>
                      </a:cubicBezTo>
                      <a:cubicBezTo>
                        <a:pt x="3" y="11"/>
                        <a:pt x="3" y="11"/>
                        <a:pt x="3" y="11"/>
                      </a:cubicBezTo>
                      <a:cubicBezTo>
                        <a:pt x="3" y="11"/>
                        <a:pt x="3" y="11"/>
                        <a:pt x="3" y="11"/>
                      </a:cubicBezTo>
                      <a:cubicBezTo>
                        <a:pt x="3" y="11"/>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lose/>
                      <a:moveTo>
                        <a:pt x="1" y="8"/>
                      </a:moveTo>
                      <a:cubicBezTo>
                        <a:pt x="1" y="8"/>
                        <a:pt x="1" y="8"/>
                        <a:pt x="1" y="8"/>
                      </a:cubicBezTo>
                      <a:cubicBezTo>
                        <a:pt x="1" y="8"/>
                        <a:pt x="1" y="8"/>
                        <a:pt x="1" y="8"/>
                      </a:cubicBezTo>
                      <a:cubicBezTo>
                        <a:pt x="1" y="8"/>
                        <a:pt x="1" y="8"/>
                        <a:pt x="1" y="8"/>
                      </a:cubicBezTo>
                      <a:cubicBezTo>
                        <a:pt x="1" y="8"/>
                        <a:pt x="1" y="8"/>
                        <a:pt x="1" y="8"/>
                      </a:cubicBezTo>
                      <a:cubicBezTo>
                        <a:pt x="1" y="8"/>
                        <a:pt x="0" y="8"/>
                        <a:pt x="0" y="7"/>
                      </a:cubicBezTo>
                      <a:cubicBezTo>
                        <a:pt x="0" y="7"/>
                        <a:pt x="0" y="7"/>
                        <a:pt x="0" y="7"/>
                      </a:cubicBezTo>
                      <a:cubicBezTo>
                        <a:pt x="0" y="7"/>
                        <a:pt x="0" y="7"/>
                        <a:pt x="0" y="7"/>
                      </a:cubicBezTo>
                      <a:cubicBezTo>
                        <a:pt x="0" y="7"/>
                        <a:pt x="0" y="7"/>
                        <a:pt x="0" y="7"/>
                      </a:cubicBezTo>
                      <a:cubicBezTo>
                        <a:pt x="0" y="7"/>
                        <a:pt x="0" y="7"/>
                        <a:pt x="0" y="7"/>
                      </a:cubicBezTo>
                      <a:cubicBezTo>
                        <a:pt x="0" y="7"/>
                        <a:pt x="0" y="6"/>
                        <a:pt x="0" y="6"/>
                      </a:cubicBezTo>
                      <a:cubicBezTo>
                        <a:pt x="0" y="6"/>
                        <a:pt x="0" y="6"/>
                        <a:pt x="0" y="6"/>
                      </a:cubicBezTo>
                      <a:cubicBezTo>
                        <a:pt x="0" y="6"/>
                        <a:pt x="0"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8"/>
                      </a:cubicBezTo>
                      <a:cubicBezTo>
                        <a:pt x="2" y="8"/>
                        <a:pt x="2" y="8"/>
                        <a:pt x="2" y="8"/>
                      </a:cubicBezTo>
                      <a:cubicBezTo>
                        <a:pt x="2" y="8"/>
                        <a:pt x="2" y="8"/>
                        <a:pt x="2" y="8"/>
                      </a:cubicBezTo>
                      <a:cubicBezTo>
                        <a:pt x="2" y="8"/>
                        <a:pt x="2" y="8"/>
                        <a:pt x="2" y="8"/>
                      </a:cubicBezTo>
                      <a:cubicBezTo>
                        <a:pt x="2" y="8"/>
                        <a:pt x="2" y="8"/>
                        <a:pt x="1" y="8"/>
                      </a:cubicBezTo>
                      <a:cubicBezTo>
                        <a:pt x="1" y="8"/>
                        <a:pt x="1" y="8"/>
                        <a:pt x="1" y="8"/>
                      </a:cubicBezTo>
                      <a:cubicBezTo>
                        <a:pt x="1" y="8"/>
                        <a:pt x="1" y="8"/>
                        <a:pt x="1" y="8"/>
                      </a:cubicBezTo>
                      <a:close/>
                      <a:moveTo>
                        <a:pt x="8" y="7"/>
                      </a:move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5"/>
                      </a:cubicBezTo>
                      <a:cubicBezTo>
                        <a:pt x="6" y="5"/>
                        <a:pt x="6" y="5"/>
                        <a:pt x="6" y="5"/>
                      </a:cubicBezTo>
                      <a:cubicBezTo>
                        <a:pt x="6" y="5"/>
                        <a:pt x="6" y="5"/>
                        <a:pt x="6" y="5"/>
                      </a:cubicBezTo>
                      <a:cubicBezTo>
                        <a:pt x="6" y="5"/>
                        <a:pt x="6" y="5"/>
                        <a:pt x="6" y="5"/>
                      </a:cubicBezTo>
                      <a:cubicBezTo>
                        <a:pt x="7" y="5"/>
                        <a:pt x="7" y="5"/>
                        <a:pt x="7" y="5"/>
                      </a:cubicBezTo>
                      <a:cubicBezTo>
                        <a:pt x="7" y="5"/>
                        <a:pt x="7" y="5"/>
                        <a:pt x="7" y="5"/>
                      </a:cubicBezTo>
                      <a:cubicBezTo>
                        <a:pt x="7" y="5"/>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7"/>
                      </a:cubicBezTo>
                      <a:close/>
                      <a:moveTo>
                        <a:pt x="17" y="9"/>
                      </a:moveTo>
                      <a:cubicBezTo>
                        <a:pt x="17" y="9"/>
                        <a:pt x="17" y="9"/>
                        <a:pt x="17" y="9"/>
                      </a:cubicBezTo>
                      <a:cubicBezTo>
                        <a:pt x="17" y="9"/>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4" y="11"/>
                        <a:pt x="14" y="11"/>
                      </a:cubicBezTo>
                      <a:cubicBezTo>
                        <a:pt x="14" y="11"/>
                        <a:pt x="14" y="11"/>
                        <a:pt x="14" y="11"/>
                      </a:cubicBezTo>
                      <a:cubicBezTo>
                        <a:pt x="14" y="11"/>
                        <a:pt x="14" y="11"/>
                        <a:pt x="14" y="11"/>
                      </a:cubicBezTo>
                      <a:cubicBezTo>
                        <a:pt x="14"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6" y="10"/>
                      </a:cubicBezTo>
                      <a:cubicBezTo>
                        <a:pt x="16" y="10"/>
                        <a:pt x="16" y="10"/>
                        <a:pt x="16" y="10"/>
                      </a:cubicBezTo>
                      <a:cubicBezTo>
                        <a:pt x="16" y="10"/>
                        <a:pt x="16" y="10"/>
                        <a:pt x="16" y="10"/>
                      </a:cubicBezTo>
                      <a:cubicBezTo>
                        <a:pt x="16" y="10"/>
                        <a:pt x="16" y="10"/>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lose/>
                      <a:moveTo>
                        <a:pt x="11" y="8"/>
                      </a:moveTo>
                      <a:cubicBezTo>
                        <a:pt x="11" y="8"/>
                        <a:pt x="11" y="8"/>
                        <a:pt x="11" y="8"/>
                      </a:cubicBezTo>
                      <a:cubicBezTo>
                        <a:pt x="11" y="8"/>
                        <a:pt x="11" y="8"/>
                        <a:pt x="11" y="8"/>
                      </a:cubicBezTo>
                      <a:cubicBezTo>
                        <a:pt x="11" y="8"/>
                        <a:pt x="11" y="8"/>
                        <a:pt x="11" y="8"/>
                      </a:cubicBezTo>
                      <a:cubicBezTo>
                        <a:pt x="11" y="8"/>
                        <a:pt x="10" y="9"/>
                        <a:pt x="11" y="9"/>
                      </a:cubicBezTo>
                      <a:cubicBezTo>
                        <a:pt x="11" y="9"/>
                        <a:pt x="11" y="9"/>
                        <a:pt x="11" y="9"/>
                      </a:cubicBezTo>
                      <a:cubicBezTo>
                        <a:pt x="11" y="9"/>
                        <a:pt x="11" y="9"/>
                        <a:pt x="11" y="9"/>
                      </a:cubicBezTo>
                      <a:cubicBezTo>
                        <a:pt x="11" y="9"/>
                        <a:pt x="11" y="9"/>
                        <a:pt x="11" y="9"/>
                      </a:cubicBezTo>
                      <a:cubicBezTo>
                        <a:pt x="10" y="9"/>
                        <a:pt x="10" y="9"/>
                        <a:pt x="10" y="9"/>
                      </a:cubicBezTo>
                      <a:cubicBezTo>
                        <a:pt x="11" y="9"/>
                        <a:pt x="11"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10"/>
                      </a:cubicBezTo>
                      <a:cubicBezTo>
                        <a:pt x="10" y="10"/>
                        <a:pt x="10" y="10"/>
                        <a:pt x="10" y="10"/>
                      </a:cubicBezTo>
                      <a:cubicBezTo>
                        <a:pt x="10" y="9"/>
                        <a:pt x="10" y="10"/>
                        <a:pt x="10" y="9"/>
                      </a:cubicBezTo>
                      <a:cubicBezTo>
                        <a:pt x="10" y="9"/>
                        <a:pt x="10" y="9"/>
                        <a:pt x="10" y="9"/>
                      </a:cubicBezTo>
                      <a:cubicBezTo>
                        <a:pt x="10" y="9"/>
                        <a:pt x="10" y="9"/>
                        <a:pt x="10" y="9"/>
                      </a:cubicBezTo>
                      <a:cubicBezTo>
                        <a:pt x="10" y="9"/>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1" y="8"/>
                      </a:cubicBezTo>
                      <a:cubicBezTo>
                        <a:pt x="11" y="8"/>
                        <a:pt x="11" y="8"/>
                        <a:pt x="11" y="8"/>
                      </a:cubicBezTo>
                      <a:close/>
                      <a:moveTo>
                        <a:pt x="9" y="13"/>
                      </a:moveTo>
                      <a:cubicBezTo>
                        <a:pt x="9" y="13"/>
                        <a:pt x="9" y="13"/>
                        <a:pt x="9" y="13"/>
                      </a:cubicBezTo>
                      <a:cubicBezTo>
                        <a:pt x="9" y="13"/>
                        <a:pt x="9" y="14"/>
                        <a:pt x="9" y="14"/>
                      </a:cubicBezTo>
                      <a:cubicBezTo>
                        <a:pt x="9" y="14"/>
                        <a:pt x="9" y="14"/>
                        <a:pt x="9" y="14"/>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8" y="14"/>
                        <a:pt x="8" y="14"/>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lose/>
                      <a:moveTo>
                        <a:pt x="8" y="2"/>
                      </a:moveTo>
                      <a:cubicBezTo>
                        <a:pt x="8" y="2"/>
                        <a:pt x="8" y="2"/>
                        <a:pt x="8" y="2"/>
                      </a:cubicBezTo>
                      <a:cubicBezTo>
                        <a:pt x="8" y="2"/>
                        <a:pt x="8"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8" y="2"/>
                      </a:cubicBezTo>
                      <a:cubicBezTo>
                        <a:pt x="8" y="2"/>
                        <a:pt x="8" y="2"/>
                        <a:pt x="8" y="2"/>
                      </a:cubicBezTo>
                      <a:cubicBezTo>
                        <a:pt x="8" y="2"/>
                        <a:pt x="8" y="2"/>
                        <a:pt x="8" y="2"/>
                      </a:cubicBezTo>
                      <a:cubicBezTo>
                        <a:pt x="8" y="2"/>
                        <a:pt x="8" y="2"/>
                        <a:pt x="8" y="2"/>
                      </a:cubicBezTo>
                      <a:close/>
                      <a:moveTo>
                        <a:pt x="14" y="14"/>
                      </a:move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lose/>
                      <a:moveTo>
                        <a:pt x="6" y="0"/>
                      </a:moveTo>
                      <a:cubicBezTo>
                        <a:pt x="6" y="0"/>
                        <a:pt x="6" y="0"/>
                        <a:pt x="6" y="0"/>
                      </a:cubicBezTo>
                      <a:cubicBezTo>
                        <a:pt x="6" y="0"/>
                        <a:pt x="6" y="0"/>
                        <a:pt x="6" y="0"/>
                      </a:cubicBezTo>
                      <a:cubicBezTo>
                        <a:pt x="6" y="0"/>
                        <a:pt x="6" y="0"/>
                        <a:pt x="6" y="0"/>
                      </a:cubicBezTo>
                      <a:cubicBezTo>
                        <a:pt x="6" y="0"/>
                        <a:pt x="6" y="0"/>
                        <a:pt x="6" y="0"/>
                      </a:cubicBezTo>
                      <a:cubicBezTo>
                        <a:pt x="6" y="0"/>
                        <a:pt x="7" y="0"/>
                        <a:pt x="7" y="0"/>
                      </a:cubicBezTo>
                      <a:cubicBezTo>
                        <a:pt x="7" y="0"/>
                        <a:pt x="7" y="0"/>
                        <a:pt x="7" y="0"/>
                      </a:cubicBezTo>
                      <a:cubicBezTo>
                        <a:pt x="7" y="0"/>
                        <a:pt x="7" y="0"/>
                        <a:pt x="7" y="0"/>
                      </a:cubicBezTo>
                      <a:cubicBezTo>
                        <a:pt x="7" y="0"/>
                        <a:pt x="7" y="0"/>
                        <a:pt x="7" y="0"/>
                      </a:cubicBezTo>
                      <a:cubicBezTo>
                        <a:pt x="7" y="0"/>
                        <a:pt x="7" y="0"/>
                        <a:pt x="7" y="0"/>
                      </a:cubicBezTo>
                      <a:cubicBezTo>
                        <a:pt x="7" y="1"/>
                        <a:pt x="6" y="0"/>
                        <a:pt x="6" y="0"/>
                      </a:cubicBezTo>
                      <a:cubicBezTo>
                        <a:pt x="6" y="0"/>
                        <a:pt x="6" y="0"/>
                        <a:pt x="6" y="0"/>
                      </a:cubicBezTo>
                      <a:cubicBezTo>
                        <a:pt x="6" y="0"/>
                        <a:pt x="6" y="0"/>
                        <a:pt x="6" y="0"/>
                      </a:cubicBezTo>
                      <a:cubicBezTo>
                        <a:pt x="6" y="0"/>
                        <a:pt x="6" y="0"/>
                        <a:pt x="6" y="0"/>
                      </a:cubicBezTo>
                      <a:close/>
                      <a:moveTo>
                        <a:pt x="12" y="10"/>
                      </a:moveTo>
                      <a:cubicBezTo>
                        <a:pt x="12" y="10"/>
                        <a:pt x="12" y="10"/>
                        <a:pt x="12"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2" y="10"/>
                        <a:pt x="12" y="10"/>
                      </a:cubicBezTo>
                      <a:cubicBezTo>
                        <a:pt x="12" y="10"/>
                        <a:pt x="12" y="10"/>
                        <a:pt x="12" y="10"/>
                      </a:cubicBezTo>
                      <a:close/>
                      <a:moveTo>
                        <a:pt x="7" y="9"/>
                      </a:moveTo>
                      <a:cubicBezTo>
                        <a:pt x="7" y="9"/>
                        <a:pt x="7" y="9"/>
                        <a:pt x="7" y="9"/>
                      </a:cubicBezTo>
                      <a:cubicBezTo>
                        <a:pt x="7" y="9"/>
                        <a:pt x="7" y="9"/>
                        <a:pt x="7" y="9"/>
                      </a:cubicBezTo>
                      <a:cubicBezTo>
                        <a:pt x="7" y="9"/>
                        <a:pt x="7" y="9"/>
                        <a:pt x="7" y="9"/>
                      </a:cubicBezTo>
                      <a:cubicBezTo>
                        <a:pt x="7" y="8"/>
                        <a:pt x="7" y="8"/>
                        <a:pt x="7" y="8"/>
                      </a:cubicBezTo>
                      <a:cubicBezTo>
                        <a:pt x="7" y="8"/>
                        <a:pt x="7" y="8"/>
                        <a:pt x="7" y="8"/>
                      </a:cubicBezTo>
                      <a:cubicBezTo>
                        <a:pt x="7" y="8"/>
                        <a:pt x="7" y="8"/>
                        <a:pt x="7" y="9"/>
                      </a:cubicBezTo>
                      <a:cubicBezTo>
                        <a:pt x="7" y="9"/>
                        <a:pt x="7" y="9"/>
                        <a:pt x="7" y="9"/>
                      </a:cubicBezTo>
                      <a:close/>
                      <a:moveTo>
                        <a:pt x="7" y="7"/>
                      </a:move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lose/>
                      <a:moveTo>
                        <a:pt x="10" y="7"/>
                      </a:moveTo>
                      <a:cubicBezTo>
                        <a:pt x="10" y="7"/>
                        <a:pt x="10" y="7"/>
                        <a:pt x="10" y="7"/>
                      </a:cubicBezTo>
                      <a:cubicBezTo>
                        <a:pt x="10" y="7"/>
                        <a:pt x="10" y="7"/>
                        <a:pt x="10" y="7"/>
                      </a:cubicBezTo>
                      <a:cubicBezTo>
                        <a:pt x="10" y="7"/>
                        <a:pt x="10" y="7"/>
                        <a:pt x="10" y="7"/>
                      </a:cubicBezTo>
                      <a:cubicBezTo>
                        <a:pt x="10" y="7"/>
                        <a:pt x="10" y="7"/>
                        <a:pt x="10" y="7"/>
                      </a:cubicBezTo>
                      <a:close/>
                      <a:moveTo>
                        <a:pt x="8" y="6"/>
                      </a:moveTo>
                      <a:cubicBezTo>
                        <a:pt x="8" y="6"/>
                        <a:pt x="8" y="6"/>
                        <a:pt x="8" y="6"/>
                      </a:cubicBezTo>
                      <a:cubicBezTo>
                        <a:pt x="8" y="6"/>
                        <a:pt x="8" y="6"/>
                        <a:pt x="8" y="6"/>
                      </a:cubicBezTo>
                      <a:cubicBezTo>
                        <a:pt x="8" y="6"/>
                        <a:pt x="8" y="6"/>
                        <a:pt x="8" y="6"/>
                      </a:cubicBezTo>
                      <a:close/>
                      <a:moveTo>
                        <a:pt x="14" y="14"/>
                      </a:moveTo>
                      <a:cubicBezTo>
                        <a:pt x="14" y="14"/>
                        <a:pt x="14" y="14"/>
                        <a:pt x="14" y="14"/>
                      </a:cubicBezTo>
                      <a:cubicBezTo>
                        <a:pt x="14" y="14"/>
                        <a:pt x="14" y="14"/>
                        <a:pt x="14" y="14"/>
                      </a:cubicBezTo>
                      <a:cubicBezTo>
                        <a:pt x="14" y="14"/>
                        <a:pt x="14" y="14"/>
                        <a:pt x="14" y="14"/>
                      </a:cubicBezTo>
                      <a:cubicBezTo>
                        <a:pt x="14" y="14"/>
                        <a:pt x="14" y="14"/>
                        <a:pt x="14" y="14"/>
                      </a:cubicBezTo>
                      <a:close/>
                      <a:moveTo>
                        <a:pt x="12" y="2"/>
                      </a:move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3" name="Freeform 679">
                  <a:extLst>
                    <a:ext uri="{FF2B5EF4-FFF2-40B4-BE49-F238E27FC236}">
                      <a16:creationId xmlns:a16="http://schemas.microsoft.com/office/drawing/2014/main" id="{796024F6-9088-B27D-0238-A0810DEC615D}"/>
                    </a:ext>
                  </a:extLst>
                </p:cNvPr>
                <p:cNvSpPr>
                  <a:spLocks noEditPoints="1"/>
                </p:cNvSpPr>
                <p:nvPr/>
              </p:nvSpPr>
              <p:spPr bwMode="auto">
                <a:xfrm>
                  <a:off x="3290888" y="4505325"/>
                  <a:ext cx="395287" cy="341313"/>
                </a:xfrm>
                <a:custGeom>
                  <a:avLst/>
                  <a:gdLst>
                    <a:gd name="T0" fmla="*/ 44 w 95"/>
                    <a:gd name="T1" fmla="*/ 74 h 82"/>
                    <a:gd name="T2" fmla="*/ 42 w 95"/>
                    <a:gd name="T3" fmla="*/ 68 h 82"/>
                    <a:gd name="T4" fmla="*/ 42 w 95"/>
                    <a:gd name="T5" fmla="*/ 64 h 82"/>
                    <a:gd name="T6" fmla="*/ 39 w 95"/>
                    <a:gd name="T7" fmla="*/ 57 h 82"/>
                    <a:gd name="T8" fmla="*/ 39 w 95"/>
                    <a:gd name="T9" fmla="*/ 51 h 82"/>
                    <a:gd name="T10" fmla="*/ 42 w 95"/>
                    <a:gd name="T11" fmla="*/ 45 h 82"/>
                    <a:gd name="T12" fmla="*/ 39 w 95"/>
                    <a:gd name="T13" fmla="*/ 42 h 82"/>
                    <a:gd name="T14" fmla="*/ 30 w 95"/>
                    <a:gd name="T15" fmla="*/ 43 h 82"/>
                    <a:gd name="T16" fmla="*/ 22 w 95"/>
                    <a:gd name="T17" fmla="*/ 38 h 82"/>
                    <a:gd name="T18" fmla="*/ 16 w 95"/>
                    <a:gd name="T19" fmla="*/ 37 h 82"/>
                    <a:gd name="T20" fmla="*/ 9 w 95"/>
                    <a:gd name="T21" fmla="*/ 37 h 82"/>
                    <a:gd name="T22" fmla="*/ 7 w 95"/>
                    <a:gd name="T23" fmla="*/ 29 h 82"/>
                    <a:gd name="T24" fmla="*/ 2 w 95"/>
                    <a:gd name="T25" fmla="*/ 21 h 82"/>
                    <a:gd name="T26" fmla="*/ 3 w 95"/>
                    <a:gd name="T27" fmla="*/ 15 h 82"/>
                    <a:gd name="T28" fmla="*/ 9 w 95"/>
                    <a:gd name="T29" fmla="*/ 5 h 82"/>
                    <a:gd name="T30" fmla="*/ 10 w 95"/>
                    <a:gd name="T31" fmla="*/ 7 h 82"/>
                    <a:gd name="T32" fmla="*/ 10 w 95"/>
                    <a:gd name="T33" fmla="*/ 16 h 82"/>
                    <a:gd name="T34" fmla="*/ 13 w 95"/>
                    <a:gd name="T35" fmla="*/ 23 h 82"/>
                    <a:gd name="T36" fmla="*/ 16 w 95"/>
                    <a:gd name="T37" fmla="*/ 17 h 82"/>
                    <a:gd name="T38" fmla="*/ 13 w 95"/>
                    <a:gd name="T39" fmla="*/ 10 h 82"/>
                    <a:gd name="T40" fmla="*/ 22 w 95"/>
                    <a:gd name="T41" fmla="*/ 7 h 82"/>
                    <a:gd name="T42" fmla="*/ 25 w 95"/>
                    <a:gd name="T43" fmla="*/ 4 h 82"/>
                    <a:gd name="T44" fmla="*/ 23 w 95"/>
                    <a:gd name="T45" fmla="*/ 1 h 82"/>
                    <a:gd name="T46" fmla="*/ 29 w 95"/>
                    <a:gd name="T47" fmla="*/ 5 h 82"/>
                    <a:gd name="T48" fmla="*/ 36 w 95"/>
                    <a:gd name="T49" fmla="*/ 10 h 82"/>
                    <a:gd name="T50" fmla="*/ 42 w 95"/>
                    <a:gd name="T51" fmla="*/ 12 h 82"/>
                    <a:gd name="T52" fmla="*/ 51 w 95"/>
                    <a:gd name="T53" fmla="*/ 12 h 82"/>
                    <a:gd name="T54" fmla="*/ 60 w 95"/>
                    <a:gd name="T55" fmla="*/ 16 h 82"/>
                    <a:gd name="T56" fmla="*/ 67 w 95"/>
                    <a:gd name="T57" fmla="*/ 12 h 82"/>
                    <a:gd name="T58" fmla="*/ 67 w 95"/>
                    <a:gd name="T59" fmla="*/ 12 h 82"/>
                    <a:gd name="T60" fmla="*/ 75 w 95"/>
                    <a:gd name="T61" fmla="*/ 11 h 82"/>
                    <a:gd name="T62" fmla="*/ 79 w 95"/>
                    <a:gd name="T63" fmla="*/ 12 h 82"/>
                    <a:gd name="T64" fmla="*/ 74 w 95"/>
                    <a:gd name="T65" fmla="*/ 12 h 82"/>
                    <a:gd name="T66" fmla="*/ 77 w 95"/>
                    <a:gd name="T67" fmla="*/ 17 h 82"/>
                    <a:gd name="T68" fmla="*/ 83 w 95"/>
                    <a:gd name="T69" fmla="*/ 18 h 82"/>
                    <a:gd name="T70" fmla="*/ 87 w 95"/>
                    <a:gd name="T71" fmla="*/ 22 h 82"/>
                    <a:gd name="T72" fmla="*/ 89 w 95"/>
                    <a:gd name="T73" fmla="*/ 25 h 82"/>
                    <a:gd name="T74" fmla="*/ 91 w 95"/>
                    <a:gd name="T75" fmla="*/ 26 h 82"/>
                    <a:gd name="T76" fmla="*/ 94 w 95"/>
                    <a:gd name="T77" fmla="*/ 29 h 82"/>
                    <a:gd name="T78" fmla="*/ 90 w 95"/>
                    <a:gd name="T79" fmla="*/ 35 h 82"/>
                    <a:gd name="T80" fmla="*/ 91 w 95"/>
                    <a:gd name="T81" fmla="*/ 38 h 82"/>
                    <a:gd name="T82" fmla="*/ 86 w 95"/>
                    <a:gd name="T83" fmla="*/ 40 h 82"/>
                    <a:gd name="T84" fmla="*/ 90 w 95"/>
                    <a:gd name="T85" fmla="*/ 52 h 82"/>
                    <a:gd name="T86" fmla="*/ 87 w 95"/>
                    <a:gd name="T87" fmla="*/ 55 h 82"/>
                    <a:gd name="T88" fmla="*/ 83 w 95"/>
                    <a:gd name="T89" fmla="*/ 57 h 82"/>
                    <a:gd name="T90" fmla="*/ 78 w 95"/>
                    <a:gd name="T91" fmla="*/ 58 h 82"/>
                    <a:gd name="T92" fmla="*/ 75 w 95"/>
                    <a:gd name="T93" fmla="*/ 61 h 82"/>
                    <a:gd name="T94" fmla="*/ 72 w 95"/>
                    <a:gd name="T95" fmla="*/ 60 h 82"/>
                    <a:gd name="T96" fmla="*/ 68 w 95"/>
                    <a:gd name="T97" fmla="*/ 59 h 82"/>
                    <a:gd name="T98" fmla="*/ 61 w 95"/>
                    <a:gd name="T99" fmla="*/ 57 h 82"/>
                    <a:gd name="T100" fmla="*/ 65 w 95"/>
                    <a:gd name="T101" fmla="*/ 62 h 82"/>
                    <a:gd name="T102" fmla="*/ 66 w 95"/>
                    <a:gd name="T103" fmla="*/ 69 h 82"/>
                    <a:gd name="T104" fmla="*/ 69 w 95"/>
                    <a:gd name="T105" fmla="*/ 72 h 82"/>
                    <a:gd name="T106" fmla="*/ 63 w 95"/>
                    <a:gd name="T107" fmla="*/ 77 h 82"/>
                    <a:gd name="T108" fmla="*/ 60 w 95"/>
                    <a:gd name="T109" fmla="*/ 78 h 82"/>
                    <a:gd name="T110" fmla="*/ 57 w 95"/>
                    <a:gd name="T111" fmla="*/ 80 h 82"/>
                    <a:gd name="T112" fmla="*/ 55 w 95"/>
                    <a:gd name="T113" fmla="*/ 80 h 82"/>
                    <a:gd name="T114" fmla="*/ 67 w 95"/>
                    <a:gd name="T115" fmla="*/ 9 h 82"/>
                    <a:gd name="T116" fmla="*/ 66 w 95"/>
                    <a:gd name="T117" fmla="*/ 8 h 82"/>
                    <a:gd name="T118" fmla="*/ 64 w 95"/>
                    <a:gd name="T119" fmla="*/ 9 h 82"/>
                    <a:gd name="T120" fmla="*/ 64 w 95"/>
                    <a:gd name="T121" fmla="*/ 9 h 82"/>
                    <a:gd name="T122" fmla="*/ 66 w 95"/>
                    <a:gd name="T123" fmla="*/ 10 h 82"/>
                    <a:gd name="T124" fmla="*/ 67 w 95"/>
                    <a:gd name="T125" fmla="*/ 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 h="82">
                      <a:moveTo>
                        <a:pt x="49" y="82"/>
                      </a:moveTo>
                      <a:cubicBezTo>
                        <a:pt x="46" y="78"/>
                        <a:pt x="46" y="78"/>
                        <a:pt x="46" y="78"/>
                      </a:cubicBezTo>
                      <a:cubicBezTo>
                        <a:pt x="46" y="78"/>
                        <a:pt x="46" y="77"/>
                        <a:pt x="46" y="77"/>
                      </a:cubicBezTo>
                      <a:cubicBezTo>
                        <a:pt x="46" y="77"/>
                        <a:pt x="46" y="77"/>
                        <a:pt x="46" y="77"/>
                      </a:cubicBezTo>
                      <a:cubicBezTo>
                        <a:pt x="45" y="76"/>
                        <a:pt x="45" y="75"/>
                        <a:pt x="45" y="75"/>
                      </a:cubicBezTo>
                      <a:cubicBezTo>
                        <a:pt x="45" y="75"/>
                        <a:pt x="44" y="74"/>
                        <a:pt x="44" y="74"/>
                      </a:cubicBezTo>
                      <a:cubicBezTo>
                        <a:pt x="44" y="74"/>
                        <a:pt x="44" y="73"/>
                        <a:pt x="44" y="73"/>
                      </a:cubicBezTo>
                      <a:cubicBezTo>
                        <a:pt x="44" y="73"/>
                        <a:pt x="44" y="72"/>
                        <a:pt x="44" y="72"/>
                      </a:cubicBezTo>
                      <a:cubicBezTo>
                        <a:pt x="44" y="72"/>
                        <a:pt x="44" y="72"/>
                        <a:pt x="43" y="72"/>
                      </a:cubicBezTo>
                      <a:cubicBezTo>
                        <a:pt x="43" y="71"/>
                        <a:pt x="43" y="71"/>
                        <a:pt x="43" y="71"/>
                      </a:cubicBezTo>
                      <a:cubicBezTo>
                        <a:pt x="43" y="70"/>
                        <a:pt x="43" y="70"/>
                        <a:pt x="43" y="70"/>
                      </a:cubicBezTo>
                      <a:cubicBezTo>
                        <a:pt x="43" y="70"/>
                        <a:pt x="42" y="69"/>
                        <a:pt x="42" y="68"/>
                      </a:cubicBezTo>
                      <a:cubicBezTo>
                        <a:pt x="42" y="68"/>
                        <a:pt x="41" y="68"/>
                        <a:pt x="41" y="68"/>
                      </a:cubicBezTo>
                      <a:cubicBezTo>
                        <a:pt x="41" y="68"/>
                        <a:pt x="40" y="67"/>
                        <a:pt x="40" y="67"/>
                      </a:cubicBezTo>
                      <a:cubicBezTo>
                        <a:pt x="40" y="67"/>
                        <a:pt x="39" y="67"/>
                        <a:pt x="39" y="67"/>
                      </a:cubicBezTo>
                      <a:cubicBezTo>
                        <a:pt x="39" y="67"/>
                        <a:pt x="39" y="67"/>
                        <a:pt x="39" y="67"/>
                      </a:cubicBezTo>
                      <a:cubicBezTo>
                        <a:pt x="41" y="65"/>
                        <a:pt x="41" y="65"/>
                        <a:pt x="41" y="65"/>
                      </a:cubicBezTo>
                      <a:cubicBezTo>
                        <a:pt x="42" y="64"/>
                        <a:pt x="42" y="64"/>
                        <a:pt x="42" y="64"/>
                      </a:cubicBezTo>
                      <a:cubicBezTo>
                        <a:pt x="42" y="64"/>
                        <a:pt x="43" y="63"/>
                        <a:pt x="43" y="63"/>
                      </a:cubicBezTo>
                      <a:cubicBezTo>
                        <a:pt x="43" y="63"/>
                        <a:pt x="42" y="62"/>
                        <a:pt x="42" y="62"/>
                      </a:cubicBezTo>
                      <a:cubicBezTo>
                        <a:pt x="42" y="62"/>
                        <a:pt x="41" y="60"/>
                        <a:pt x="41" y="60"/>
                      </a:cubicBezTo>
                      <a:cubicBezTo>
                        <a:pt x="40" y="60"/>
                        <a:pt x="40" y="60"/>
                        <a:pt x="40" y="60"/>
                      </a:cubicBezTo>
                      <a:cubicBezTo>
                        <a:pt x="40" y="60"/>
                        <a:pt x="40" y="59"/>
                        <a:pt x="40" y="59"/>
                      </a:cubicBezTo>
                      <a:cubicBezTo>
                        <a:pt x="40" y="59"/>
                        <a:pt x="39" y="57"/>
                        <a:pt x="39" y="57"/>
                      </a:cubicBezTo>
                      <a:cubicBezTo>
                        <a:pt x="39" y="56"/>
                        <a:pt x="39" y="56"/>
                        <a:pt x="39" y="56"/>
                      </a:cubicBezTo>
                      <a:cubicBezTo>
                        <a:pt x="39" y="56"/>
                        <a:pt x="39" y="55"/>
                        <a:pt x="39" y="55"/>
                      </a:cubicBezTo>
                      <a:cubicBezTo>
                        <a:pt x="39" y="55"/>
                        <a:pt x="39" y="55"/>
                        <a:pt x="39" y="54"/>
                      </a:cubicBezTo>
                      <a:cubicBezTo>
                        <a:pt x="39" y="54"/>
                        <a:pt x="39" y="54"/>
                        <a:pt x="39" y="54"/>
                      </a:cubicBezTo>
                      <a:cubicBezTo>
                        <a:pt x="39" y="51"/>
                        <a:pt x="39" y="51"/>
                        <a:pt x="39" y="51"/>
                      </a:cubicBezTo>
                      <a:cubicBezTo>
                        <a:pt x="39" y="51"/>
                        <a:pt x="39" y="51"/>
                        <a:pt x="39" y="51"/>
                      </a:cubicBezTo>
                      <a:cubicBezTo>
                        <a:pt x="39" y="51"/>
                        <a:pt x="39" y="50"/>
                        <a:pt x="39" y="50"/>
                      </a:cubicBezTo>
                      <a:cubicBezTo>
                        <a:pt x="39" y="50"/>
                        <a:pt x="39" y="50"/>
                        <a:pt x="39" y="50"/>
                      </a:cubicBezTo>
                      <a:cubicBezTo>
                        <a:pt x="39" y="49"/>
                        <a:pt x="39" y="49"/>
                        <a:pt x="40" y="49"/>
                      </a:cubicBezTo>
                      <a:cubicBezTo>
                        <a:pt x="40" y="49"/>
                        <a:pt x="40" y="48"/>
                        <a:pt x="40" y="48"/>
                      </a:cubicBezTo>
                      <a:cubicBezTo>
                        <a:pt x="40" y="46"/>
                        <a:pt x="40" y="46"/>
                        <a:pt x="40" y="46"/>
                      </a:cubicBezTo>
                      <a:cubicBezTo>
                        <a:pt x="42" y="45"/>
                        <a:pt x="42" y="45"/>
                        <a:pt x="42" y="45"/>
                      </a:cubicBezTo>
                      <a:cubicBezTo>
                        <a:pt x="42" y="44"/>
                        <a:pt x="42" y="44"/>
                        <a:pt x="42" y="44"/>
                      </a:cubicBezTo>
                      <a:cubicBezTo>
                        <a:pt x="41" y="43"/>
                        <a:pt x="41" y="43"/>
                        <a:pt x="41" y="43"/>
                      </a:cubicBezTo>
                      <a:cubicBezTo>
                        <a:pt x="41" y="43"/>
                        <a:pt x="41" y="43"/>
                        <a:pt x="41" y="43"/>
                      </a:cubicBezTo>
                      <a:cubicBezTo>
                        <a:pt x="41" y="43"/>
                        <a:pt x="40" y="43"/>
                        <a:pt x="40" y="43"/>
                      </a:cubicBezTo>
                      <a:cubicBezTo>
                        <a:pt x="40" y="43"/>
                        <a:pt x="40" y="42"/>
                        <a:pt x="40" y="42"/>
                      </a:cubicBezTo>
                      <a:cubicBezTo>
                        <a:pt x="39" y="42"/>
                        <a:pt x="39" y="42"/>
                        <a:pt x="39" y="42"/>
                      </a:cubicBezTo>
                      <a:cubicBezTo>
                        <a:pt x="39" y="42"/>
                        <a:pt x="38" y="43"/>
                        <a:pt x="38" y="43"/>
                      </a:cubicBezTo>
                      <a:cubicBezTo>
                        <a:pt x="37" y="43"/>
                        <a:pt x="35" y="44"/>
                        <a:pt x="35" y="44"/>
                      </a:cubicBezTo>
                      <a:cubicBezTo>
                        <a:pt x="35" y="44"/>
                        <a:pt x="34" y="44"/>
                        <a:pt x="34" y="44"/>
                      </a:cubicBezTo>
                      <a:cubicBezTo>
                        <a:pt x="34" y="44"/>
                        <a:pt x="32" y="44"/>
                        <a:pt x="32" y="44"/>
                      </a:cubicBezTo>
                      <a:cubicBezTo>
                        <a:pt x="32" y="44"/>
                        <a:pt x="31" y="43"/>
                        <a:pt x="31" y="43"/>
                      </a:cubicBezTo>
                      <a:cubicBezTo>
                        <a:pt x="30" y="43"/>
                        <a:pt x="30" y="43"/>
                        <a:pt x="30" y="43"/>
                      </a:cubicBezTo>
                      <a:cubicBezTo>
                        <a:pt x="30" y="43"/>
                        <a:pt x="29" y="44"/>
                        <a:pt x="29" y="44"/>
                      </a:cubicBezTo>
                      <a:cubicBezTo>
                        <a:pt x="29" y="44"/>
                        <a:pt x="29" y="44"/>
                        <a:pt x="29" y="44"/>
                      </a:cubicBezTo>
                      <a:cubicBezTo>
                        <a:pt x="28" y="44"/>
                        <a:pt x="28" y="44"/>
                        <a:pt x="28" y="44"/>
                      </a:cubicBezTo>
                      <a:cubicBezTo>
                        <a:pt x="28" y="44"/>
                        <a:pt x="28" y="44"/>
                        <a:pt x="28" y="44"/>
                      </a:cubicBezTo>
                      <a:cubicBezTo>
                        <a:pt x="23" y="38"/>
                        <a:pt x="23" y="38"/>
                        <a:pt x="23" y="38"/>
                      </a:cubicBezTo>
                      <a:cubicBezTo>
                        <a:pt x="22" y="38"/>
                        <a:pt x="22" y="38"/>
                        <a:pt x="22" y="38"/>
                      </a:cubicBezTo>
                      <a:cubicBezTo>
                        <a:pt x="21" y="38"/>
                        <a:pt x="21" y="38"/>
                        <a:pt x="21" y="38"/>
                      </a:cubicBezTo>
                      <a:cubicBezTo>
                        <a:pt x="19" y="37"/>
                        <a:pt x="19" y="37"/>
                        <a:pt x="19" y="37"/>
                      </a:cubicBezTo>
                      <a:cubicBezTo>
                        <a:pt x="18" y="37"/>
                        <a:pt x="18" y="37"/>
                        <a:pt x="18" y="37"/>
                      </a:cubicBezTo>
                      <a:cubicBezTo>
                        <a:pt x="17" y="38"/>
                        <a:pt x="17" y="38"/>
                        <a:pt x="17" y="38"/>
                      </a:cubicBezTo>
                      <a:cubicBezTo>
                        <a:pt x="16" y="38"/>
                        <a:pt x="16" y="38"/>
                        <a:pt x="16" y="38"/>
                      </a:cubicBezTo>
                      <a:cubicBezTo>
                        <a:pt x="16" y="37"/>
                        <a:pt x="16" y="37"/>
                        <a:pt x="16" y="37"/>
                      </a:cubicBezTo>
                      <a:cubicBezTo>
                        <a:pt x="12" y="37"/>
                        <a:pt x="12" y="37"/>
                        <a:pt x="12" y="37"/>
                      </a:cubicBezTo>
                      <a:cubicBezTo>
                        <a:pt x="12" y="37"/>
                        <a:pt x="11" y="37"/>
                        <a:pt x="11" y="37"/>
                      </a:cubicBezTo>
                      <a:cubicBezTo>
                        <a:pt x="11" y="37"/>
                        <a:pt x="11" y="37"/>
                        <a:pt x="11" y="37"/>
                      </a:cubicBezTo>
                      <a:cubicBezTo>
                        <a:pt x="10" y="37"/>
                        <a:pt x="10" y="37"/>
                        <a:pt x="10" y="37"/>
                      </a:cubicBezTo>
                      <a:cubicBezTo>
                        <a:pt x="9" y="37"/>
                        <a:pt x="9" y="37"/>
                        <a:pt x="9" y="37"/>
                      </a:cubicBezTo>
                      <a:cubicBezTo>
                        <a:pt x="9" y="37"/>
                        <a:pt x="9" y="37"/>
                        <a:pt x="9" y="37"/>
                      </a:cubicBezTo>
                      <a:cubicBezTo>
                        <a:pt x="9" y="36"/>
                        <a:pt x="8" y="35"/>
                        <a:pt x="8" y="35"/>
                      </a:cubicBezTo>
                      <a:cubicBezTo>
                        <a:pt x="7" y="35"/>
                        <a:pt x="7" y="35"/>
                        <a:pt x="7" y="35"/>
                      </a:cubicBezTo>
                      <a:cubicBezTo>
                        <a:pt x="7" y="35"/>
                        <a:pt x="6" y="34"/>
                        <a:pt x="6" y="34"/>
                      </a:cubicBezTo>
                      <a:cubicBezTo>
                        <a:pt x="6" y="33"/>
                        <a:pt x="6" y="31"/>
                        <a:pt x="6" y="31"/>
                      </a:cubicBezTo>
                      <a:cubicBezTo>
                        <a:pt x="6" y="31"/>
                        <a:pt x="7" y="30"/>
                        <a:pt x="7" y="30"/>
                      </a:cubicBezTo>
                      <a:cubicBezTo>
                        <a:pt x="7" y="30"/>
                        <a:pt x="7" y="29"/>
                        <a:pt x="7" y="29"/>
                      </a:cubicBezTo>
                      <a:cubicBezTo>
                        <a:pt x="7" y="29"/>
                        <a:pt x="7" y="28"/>
                        <a:pt x="6" y="28"/>
                      </a:cubicBezTo>
                      <a:cubicBezTo>
                        <a:pt x="6" y="28"/>
                        <a:pt x="5" y="26"/>
                        <a:pt x="5" y="26"/>
                      </a:cubicBezTo>
                      <a:cubicBezTo>
                        <a:pt x="5" y="26"/>
                        <a:pt x="5" y="25"/>
                        <a:pt x="5" y="25"/>
                      </a:cubicBezTo>
                      <a:cubicBezTo>
                        <a:pt x="5" y="24"/>
                        <a:pt x="4" y="23"/>
                        <a:pt x="4" y="23"/>
                      </a:cubicBezTo>
                      <a:cubicBezTo>
                        <a:pt x="3" y="23"/>
                        <a:pt x="3" y="23"/>
                        <a:pt x="3" y="23"/>
                      </a:cubicBezTo>
                      <a:cubicBezTo>
                        <a:pt x="2" y="21"/>
                        <a:pt x="2" y="21"/>
                        <a:pt x="2" y="21"/>
                      </a:cubicBezTo>
                      <a:cubicBezTo>
                        <a:pt x="1" y="22"/>
                        <a:pt x="1" y="22"/>
                        <a:pt x="1" y="22"/>
                      </a:cubicBezTo>
                      <a:cubicBezTo>
                        <a:pt x="0" y="22"/>
                        <a:pt x="0" y="22"/>
                        <a:pt x="0" y="22"/>
                      </a:cubicBezTo>
                      <a:cubicBezTo>
                        <a:pt x="0" y="22"/>
                        <a:pt x="3" y="18"/>
                        <a:pt x="3" y="18"/>
                      </a:cubicBezTo>
                      <a:cubicBezTo>
                        <a:pt x="3" y="17"/>
                        <a:pt x="3" y="17"/>
                        <a:pt x="3" y="17"/>
                      </a:cubicBezTo>
                      <a:cubicBezTo>
                        <a:pt x="3" y="17"/>
                        <a:pt x="2" y="17"/>
                        <a:pt x="2" y="16"/>
                      </a:cubicBezTo>
                      <a:cubicBezTo>
                        <a:pt x="2" y="16"/>
                        <a:pt x="3" y="16"/>
                        <a:pt x="3" y="15"/>
                      </a:cubicBezTo>
                      <a:cubicBezTo>
                        <a:pt x="3" y="15"/>
                        <a:pt x="3" y="14"/>
                        <a:pt x="3" y="14"/>
                      </a:cubicBezTo>
                      <a:cubicBezTo>
                        <a:pt x="3" y="14"/>
                        <a:pt x="3" y="13"/>
                        <a:pt x="3" y="13"/>
                      </a:cubicBezTo>
                      <a:cubicBezTo>
                        <a:pt x="3" y="13"/>
                        <a:pt x="6" y="8"/>
                        <a:pt x="6" y="8"/>
                      </a:cubicBezTo>
                      <a:cubicBezTo>
                        <a:pt x="6" y="8"/>
                        <a:pt x="7" y="8"/>
                        <a:pt x="7" y="8"/>
                      </a:cubicBezTo>
                      <a:cubicBezTo>
                        <a:pt x="8" y="8"/>
                        <a:pt x="8" y="7"/>
                        <a:pt x="8" y="7"/>
                      </a:cubicBezTo>
                      <a:cubicBezTo>
                        <a:pt x="9" y="5"/>
                        <a:pt x="9" y="5"/>
                        <a:pt x="9" y="5"/>
                      </a:cubicBezTo>
                      <a:cubicBezTo>
                        <a:pt x="10" y="4"/>
                        <a:pt x="10" y="4"/>
                        <a:pt x="10" y="4"/>
                      </a:cubicBezTo>
                      <a:cubicBezTo>
                        <a:pt x="14" y="3"/>
                        <a:pt x="14" y="3"/>
                        <a:pt x="14" y="3"/>
                      </a:cubicBezTo>
                      <a:cubicBezTo>
                        <a:pt x="14" y="3"/>
                        <a:pt x="14" y="4"/>
                        <a:pt x="14" y="4"/>
                      </a:cubicBezTo>
                      <a:cubicBezTo>
                        <a:pt x="13" y="4"/>
                        <a:pt x="11" y="4"/>
                        <a:pt x="11" y="5"/>
                      </a:cubicBezTo>
                      <a:cubicBezTo>
                        <a:pt x="10" y="5"/>
                        <a:pt x="10" y="5"/>
                        <a:pt x="10" y="5"/>
                      </a:cubicBezTo>
                      <a:cubicBezTo>
                        <a:pt x="10" y="5"/>
                        <a:pt x="10" y="6"/>
                        <a:pt x="10" y="7"/>
                      </a:cubicBezTo>
                      <a:cubicBezTo>
                        <a:pt x="10" y="7"/>
                        <a:pt x="10" y="8"/>
                        <a:pt x="11" y="8"/>
                      </a:cubicBezTo>
                      <a:cubicBezTo>
                        <a:pt x="11" y="8"/>
                        <a:pt x="11" y="10"/>
                        <a:pt x="12" y="10"/>
                      </a:cubicBezTo>
                      <a:cubicBezTo>
                        <a:pt x="12" y="10"/>
                        <a:pt x="12" y="11"/>
                        <a:pt x="12" y="11"/>
                      </a:cubicBezTo>
                      <a:cubicBezTo>
                        <a:pt x="12" y="11"/>
                        <a:pt x="12" y="13"/>
                        <a:pt x="12" y="13"/>
                      </a:cubicBezTo>
                      <a:cubicBezTo>
                        <a:pt x="12" y="13"/>
                        <a:pt x="11" y="14"/>
                        <a:pt x="11" y="15"/>
                      </a:cubicBezTo>
                      <a:cubicBezTo>
                        <a:pt x="10" y="15"/>
                        <a:pt x="10" y="15"/>
                        <a:pt x="10" y="16"/>
                      </a:cubicBezTo>
                      <a:cubicBezTo>
                        <a:pt x="9" y="16"/>
                        <a:pt x="9" y="17"/>
                        <a:pt x="9" y="17"/>
                      </a:cubicBezTo>
                      <a:cubicBezTo>
                        <a:pt x="8" y="18"/>
                        <a:pt x="9" y="18"/>
                        <a:pt x="9" y="18"/>
                      </a:cubicBezTo>
                      <a:cubicBezTo>
                        <a:pt x="10" y="19"/>
                        <a:pt x="10" y="19"/>
                        <a:pt x="10" y="20"/>
                      </a:cubicBezTo>
                      <a:cubicBezTo>
                        <a:pt x="11" y="20"/>
                        <a:pt x="11" y="21"/>
                        <a:pt x="11" y="21"/>
                      </a:cubicBezTo>
                      <a:cubicBezTo>
                        <a:pt x="11" y="22"/>
                        <a:pt x="11" y="23"/>
                        <a:pt x="12" y="23"/>
                      </a:cubicBezTo>
                      <a:cubicBezTo>
                        <a:pt x="12" y="23"/>
                        <a:pt x="13" y="23"/>
                        <a:pt x="13" y="23"/>
                      </a:cubicBezTo>
                      <a:cubicBezTo>
                        <a:pt x="14" y="23"/>
                        <a:pt x="15" y="23"/>
                        <a:pt x="15" y="22"/>
                      </a:cubicBezTo>
                      <a:cubicBezTo>
                        <a:pt x="15" y="22"/>
                        <a:pt x="16" y="21"/>
                        <a:pt x="16" y="21"/>
                      </a:cubicBezTo>
                      <a:cubicBezTo>
                        <a:pt x="16" y="21"/>
                        <a:pt x="16" y="21"/>
                        <a:pt x="16" y="21"/>
                      </a:cubicBezTo>
                      <a:cubicBezTo>
                        <a:pt x="16" y="20"/>
                        <a:pt x="16" y="19"/>
                        <a:pt x="16" y="19"/>
                      </a:cubicBezTo>
                      <a:cubicBezTo>
                        <a:pt x="16" y="19"/>
                        <a:pt x="16" y="18"/>
                        <a:pt x="16" y="18"/>
                      </a:cubicBezTo>
                      <a:cubicBezTo>
                        <a:pt x="16" y="18"/>
                        <a:pt x="16" y="18"/>
                        <a:pt x="16" y="17"/>
                      </a:cubicBezTo>
                      <a:cubicBezTo>
                        <a:pt x="16" y="17"/>
                        <a:pt x="15" y="16"/>
                        <a:pt x="15" y="16"/>
                      </a:cubicBezTo>
                      <a:cubicBezTo>
                        <a:pt x="15" y="16"/>
                        <a:pt x="15" y="16"/>
                        <a:pt x="15" y="15"/>
                      </a:cubicBezTo>
                      <a:cubicBezTo>
                        <a:pt x="15" y="15"/>
                        <a:pt x="14" y="15"/>
                        <a:pt x="14" y="15"/>
                      </a:cubicBezTo>
                      <a:cubicBezTo>
                        <a:pt x="14" y="14"/>
                        <a:pt x="13" y="13"/>
                        <a:pt x="13" y="13"/>
                      </a:cubicBezTo>
                      <a:cubicBezTo>
                        <a:pt x="13" y="12"/>
                        <a:pt x="13" y="11"/>
                        <a:pt x="13" y="11"/>
                      </a:cubicBezTo>
                      <a:cubicBezTo>
                        <a:pt x="13" y="11"/>
                        <a:pt x="13" y="10"/>
                        <a:pt x="13" y="10"/>
                      </a:cubicBezTo>
                      <a:cubicBezTo>
                        <a:pt x="13" y="10"/>
                        <a:pt x="13" y="10"/>
                        <a:pt x="14" y="10"/>
                      </a:cubicBezTo>
                      <a:cubicBezTo>
                        <a:pt x="14" y="10"/>
                        <a:pt x="15" y="9"/>
                        <a:pt x="15" y="9"/>
                      </a:cubicBezTo>
                      <a:cubicBezTo>
                        <a:pt x="15" y="9"/>
                        <a:pt x="16" y="9"/>
                        <a:pt x="17" y="8"/>
                      </a:cubicBezTo>
                      <a:cubicBezTo>
                        <a:pt x="17" y="8"/>
                        <a:pt x="19" y="7"/>
                        <a:pt x="19" y="7"/>
                      </a:cubicBezTo>
                      <a:cubicBezTo>
                        <a:pt x="19" y="7"/>
                        <a:pt x="20" y="7"/>
                        <a:pt x="20" y="7"/>
                      </a:cubicBezTo>
                      <a:cubicBezTo>
                        <a:pt x="20" y="7"/>
                        <a:pt x="21" y="7"/>
                        <a:pt x="22" y="7"/>
                      </a:cubicBezTo>
                      <a:cubicBezTo>
                        <a:pt x="22" y="7"/>
                        <a:pt x="22" y="6"/>
                        <a:pt x="23" y="6"/>
                      </a:cubicBezTo>
                      <a:cubicBezTo>
                        <a:pt x="23" y="6"/>
                        <a:pt x="23" y="6"/>
                        <a:pt x="23" y="6"/>
                      </a:cubicBezTo>
                      <a:cubicBezTo>
                        <a:pt x="24" y="6"/>
                        <a:pt x="24" y="6"/>
                        <a:pt x="25" y="6"/>
                      </a:cubicBezTo>
                      <a:cubicBezTo>
                        <a:pt x="25" y="6"/>
                        <a:pt x="25" y="6"/>
                        <a:pt x="25" y="5"/>
                      </a:cubicBezTo>
                      <a:cubicBezTo>
                        <a:pt x="26" y="5"/>
                        <a:pt x="25" y="5"/>
                        <a:pt x="25" y="5"/>
                      </a:cubicBezTo>
                      <a:cubicBezTo>
                        <a:pt x="25" y="5"/>
                        <a:pt x="25" y="4"/>
                        <a:pt x="25" y="4"/>
                      </a:cubicBezTo>
                      <a:cubicBezTo>
                        <a:pt x="24" y="4"/>
                        <a:pt x="24" y="4"/>
                        <a:pt x="24" y="4"/>
                      </a:cubicBezTo>
                      <a:cubicBezTo>
                        <a:pt x="24" y="4"/>
                        <a:pt x="22" y="5"/>
                        <a:pt x="22" y="5"/>
                      </a:cubicBezTo>
                      <a:cubicBezTo>
                        <a:pt x="22" y="5"/>
                        <a:pt x="22" y="4"/>
                        <a:pt x="22" y="4"/>
                      </a:cubicBezTo>
                      <a:cubicBezTo>
                        <a:pt x="22" y="4"/>
                        <a:pt x="22" y="3"/>
                        <a:pt x="22" y="3"/>
                      </a:cubicBezTo>
                      <a:cubicBezTo>
                        <a:pt x="22" y="3"/>
                        <a:pt x="21" y="2"/>
                        <a:pt x="21" y="2"/>
                      </a:cubicBezTo>
                      <a:cubicBezTo>
                        <a:pt x="21" y="2"/>
                        <a:pt x="22" y="1"/>
                        <a:pt x="23" y="1"/>
                      </a:cubicBezTo>
                      <a:cubicBezTo>
                        <a:pt x="23" y="0"/>
                        <a:pt x="24" y="1"/>
                        <a:pt x="24" y="1"/>
                      </a:cubicBezTo>
                      <a:cubicBezTo>
                        <a:pt x="25" y="1"/>
                        <a:pt x="25" y="1"/>
                        <a:pt x="25" y="2"/>
                      </a:cubicBezTo>
                      <a:cubicBezTo>
                        <a:pt x="25" y="2"/>
                        <a:pt x="25" y="3"/>
                        <a:pt x="25" y="3"/>
                      </a:cubicBezTo>
                      <a:cubicBezTo>
                        <a:pt x="25" y="3"/>
                        <a:pt x="25" y="4"/>
                        <a:pt x="25" y="4"/>
                      </a:cubicBezTo>
                      <a:cubicBezTo>
                        <a:pt x="26" y="5"/>
                        <a:pt x="26" y="5"/>
                        <a:pt x="26" y="5"/>
                      </a:cubicBezTo>
                      <a:cubicBezTo>
                        <a:pt x="26" y="5"/>
                        <a:pt x="28" y="5"/>
                        <a:pt x="29" y="5"/>
                      </a:cubicBezTo>
                      <a:cubicBezTo>
                        <a:pt x="30" y="5"/>
                        <a:pt x="30" y="6"/>
                        <a:pt x="30" y="6"/>
                      </a:cubicBezTo>
                      <a:cubicBezTo>
                        <a:pt x="30" y="6"/>
                        <a:pt x="32" y="6"/>
                        <a:pt x="32" y="6"/>
                      </a:cubicBezTo>
                      <a:cubicBezTo>
                        <a:pt x="32" y="6"/>
                        <a:pt x="33" y="7"/>
                        <a:pt x="33" y="7"/>
                      </a:cubicBezTo>
                      <a:cubicBezTo>
                        <a:pt x="34" y="7"/>
                        <a:pt x="35" y="8"/>
                        <a:pt x="35" y="8"/>
                      </a:cubicBezTo>
                      <a:cubicBezTo>
                        <a:pt x="35" y="8"/>
                        <a:pt x="35" y="9"/>
                        <a:pt x="36" y="9"/>
                      </a:cubicBezTo>
                      <a:cubicBezTo>
                        <a:pt x="36" y="9"/>
                        <a:pt x="36" y="10"/>
                        <a:pt x="36" y="10"/>
                      </a:cubicBezTo>
                      <a:cubicBezTo>
                        <a:pt x="36" y="10"/>
                        <a:pt x="36" y="11"/>
                        <a:pt x="36" y="11"/>
                      </a:cubicBezTo>
                      <a:cubicBezTo>
                        <a:pt x="36" y="11"/>
                        <a:pt x="36" y="12"/>
                        <a:pt x="36" y="12"/>
                      </a:cubicBezTo>
                      <a:cubicBezTo>
                        <a:pt x="36" y="13"/>
                        <a:pt x="37" y="13"/>
                        <a:pt x="38" y="13"/>
                      </a:cubicBezTo>
                      <a:cubicBezTo>
                        <a:pt x="38" y="13"/>
                        <a:pt x="39" y="13"/>
                        <a:pt x="39" y="13"/>
                      </a:cubicBezTo>
                      <a:cubicBezTo>
                        <a:pt x="39" y="13"/>
                        <a:pt x="41" y="12"/>
                        <a:pt x="41" y="12"/>
                      </a:cubicBezTo>
                      <a:cubicBezTo>
                        <a:pt x="42" y="12"/>
                        <a:pt x="42" y="12"/>
                        <a:pt x="42" y="12"/>
                      </a:cubicBezTo>
                      <a:cubicBezTo>
                        <a:pt x="43" y="12"/>
                        <a:pt x="44" y="12"/>
                        <a:pt x="44" y="12"/>
                      </a:cubicBezTo>
                      <a:cubicBezTo>
                        <a:pt x="44" y="12"/>
                        <a:pt x="45" y="12"/>
                        <a:pt x="45" y="12"/>
                      </a:cubicBezTo>
                      <a:cubicBezTo>
                        <a:pt x="45" y="12"/>
                        <a:pt x="45" y="12"/>
                        <a:pt x="46" y="12"/>
                      </a:cubicBezTo>
                      <a:cubicBezTo>
                        <a:pt x="46" y="12"/>
                        <a:pt x="46" y="12"/>
                        <a:pt x="46" y="12"/>
                      </a:cubicBezTo>
                      <a:cubicBezTo>
                        <a:pt x="47" y="12"/>
                        <a:pt x="48" y="12"/>
                        <a:pt x="48" y="12"/>
                      </a:cubicBezTo>
                      <a:cubicBezTo>
                        <a:pt x="49" y="12"/>
                        <a:pt x="51" y="12"/>
                        <a:pt x="51" y="12"/>
                      </a:cubicBezTo>
                      <a:cubicBezTo>
                        <a:pt x="51" y="12"/>
                        <a:pt x="51" y="12"/>
                        <a:pt x="51" y="13"/>
                      </a:cubicBezTo>
                      <a:cubicBezTo>
                        <a:pt x="51" y="13"/>
                        <a:pt x="51" y="13"/>
                        <a:pt x="51" y="13"/>
                      </a:cubicBezTo>
                      <a:cubicBezTo>
                        <a:pt x="52" y="13"/>
                        <a:pt x="53" y="14"/>
                        <a:pt x="53" y="14"/>
                      </a:cubicBezTo>
                      <a:cubicBezTo>
                        <a:pt x="54" y="15"/>
                        <a:pt x="55" y="15"/>
                        <a:pt x="55" y="15"/>
                      </a:cubicBezTo>
                      <a:cubicBezTo>
                        <a:pt x="56" y="15"/>
                        <a:pt x="57" y="15"/>
                        <a:pt x="58" y="16"/>
                      </a:cubicBezTo>
                      <a:cubicBezTo>
                        <a:pt x="58" y="16"/>
                        <a:pt x="59" y="16"/>
                        <a:pt x="60" y="16"/>
                      </a:cubicBezTo>
                      <a:cubicBezTo>
                        <a:pt x="60" y="16"/>
                        <a:pt x="61" y="15"/>
                        <a:pt x="61" y="15"/>
                      </a:cubicBezTo>
                      <a:cubicBezTo>
                        <a:pt x="61" y="15"/>
                        <a:pt x="62" y="14"/>
                        <a:pt x="62" y="14"/>
                      </a:cubicBezTo>
                      <a:cubicBezTo>
                        <a:pt x="62" y="14"/>
                        <a:pt x="63" y="14"/>
                        <a:pt x="63" y="14"/>
                      </a:cubicBezTo>
                      <a:cubicBezTo>
                        <a:pt x="64" y="13"/>
                        <a:pt x="64" y="13"/>
                        <a:pt x="64" y="13"/>
                      </a:cubicBezTo>
                      <a:cubicBezTo>
                        <a:pt x="65" y="12"/>
                        <a:pt x="65" y="13"/>
                        <a:pt x="66" y="13"/>
                      </a:cubicBezTo>
                      <a:cubicBezTo>
                        <a:pt x="67" y="13"/>
                        <a:pt x="67" y="13"/>
                        <a:pt x="67" y="12"/>
                      </a:cubicBezTo>
                      <a:cubicBezTo>
                        <a:pt x="67" y="12"/>
                        <a:pt x="67" y="12"/>
                        <a:pt x="66" y="12"/>
                      </a:cubicBezTo>
                      <a:cubicBezTo>
                        <a:pt x="66" y="12"/>
                        <a:pt x="65" y="12"/>
                        <a:pt x="65" y="12"/>
                      </a:cubicBezTo>
                      <a:cubicBezTo>
                        <a:pt x="65" y="12"/>
                        <a:pt x="64" y="12"/>
                        <a:pt x="64" y="12"/>
                      </a:cubicBezTo>
                      <a:cubicBezTo>
                        <a:pt x="64" y="12"/>
                        <a:pt x="64" y="12"/>
                        <a:pt x="65" y="12"/>
                      </a:cubicBezTo>
                      <a:cubicBezTo>
                        <a:pt x="65" y="12"/>
                        <a:pt x="65" y="12"/>
                        <a:pt x="65" y="12"/>
                      </a:cubicBezTo>
                      <a:cubicBezTo>
                        <a:pt x="66" y="12"/>
                        <a:pt x="66" y="12"/>
                        <a:pt x="67" y="12"/>
                      </a:cubicBezTo>
                      <a:cubicBezTo>
                        <a:pt x="67" y="11"/>
                        <a:pt x="67" y="11"/>
                        <a:pt x="68" y="11"/>
                      </a:cubicBezTo>
                      <a:cubicBezTo>
                        <a:pt x="68" y="11"/>
                        <a:pt x="69" y="12"/>
                        <a:pt x="69" y="12"/>
                      </a:cubicBezTo>
                      <a:cubicBezTo>
                        <a:pt x="69" y="12"/>
                        <a:pt x="70" y="11"/>
                        <a:pt x="71" y="11"/>
                      </a:cubicBezTo>
                      <a:cubicBezTo>
                        <a:pt x="71" y="11"/>
                        <a:pt x="72" y="11"/>
                        <a:pt x="72" y="11"/>
                      </a:cubicBezTo>
                      <a:cubicBezTo>
                        <a:pt x="72" y="11"/>
                        <a:pt x="73" y="11"/>
                        <a:pt x="74" y="11"/>
                      </a:cubicBezTo>
                      <a:cubicBezTo>
                        <a:pt x="74" y="11"/>
                        <a:pt x="75" y="11"/>
                        <a:pt x="75" y="11"/>
                      </a:cubicBezTo>
                      <a:cubicBezTo>
                        <a:pt x="75" y="11"/>
                        <a:pt x="76" y="11"/>
                        <a:pt x="76" y="11"/>
                      </a:cubicBezTo>
                      <a:cubicBezTo>
                        <a:pt x="76" y="11"/>
                        <a:pt x="77" y="11"/>
                        <a:pt x="77" y="11"/>
                      </a:cubicBezTo>
                      <a:cubicBezTo>
                        <a:pt x="77" y="12"/>
                        <a:pt x="78" y="11"/>
                        <a:pt x="79" y="11"/>
                      </a:cubicBezTo>
                      <a:cubicBezTo>
                        <a:pt x="79" y="11"/>
                        <a:pt x="80" y="11"/>
                        <a:pt x="81" y="11"/>
                      </a:cubicBezTo>
                      <a:cubicBezTo>
                        <a:pt x="81" y="11"/>
                        <a:pt x="81" y="12"/>
                        <a:pt x="81" y="12"/>
                      </a:cubicBezTo>
                      <a:cubicBezTo>
                        <a:pt x="81" y="12"/>
                        <a:pt x="80" y="12"/>
                        <a:pt x="79" y="12"/>
                      </a:cubicBezTo>
                      <a:cubicBezTo>
                        <a:pt x="79" y="12"/>
                        <a:pt x="79" y="12"/>
                        <a:pt x="78" y="12"/>
                      </a:cubicBezTo>
                      <a:cubicBezTo>
                        <a:pt x="78" y="12"/>
                        <a:pt x="78" y="12"/>
                        <a:pt x="77" y="12"/>
                      </a:cubicBezTo>
                      <a:cubicBezTo>
                        <a:pt x="77" y="12"/>
                        <a:pt x="76" y="12"/>
                        <a:pt x="76" y="12"/>
                      </a:cubicBezTo>
                      <a:cubicBezTo>
                        <a:pt x="76" y="12"/>
                        <a:pt x="76" y="12"/>
                        <a:pt x="76" y="12"/>
                      </a:cubicBezTo>
                      <a:cubicBezTo>
                        <a:pt x="75" y="12"/>
                        <a:pt x="75" y="12"/>
                        <a:pt x="75" y="12"/>
                      </a:cubicBezTo>
                      <a:cubicBezTo>
                        <a:pt x="75" y="12"/>
                        <a:pt x="74" y="12"/>
                        <a:pt x="74" y="12"/>
                      </a:cubicBezTo>
                      <a:cubicBezTo>
                        <a:pt x="74" y="13"/>
                        <a:pt x="74" y="13"/>
                        <a:pt x="74" y="13"/>
                      </a:cubicBezTo>
                      <a:cubicBezTo>
                        <a:pt x="74" y="13"/>
                        <a:pt x="75" y="13"/>
                        <a:pt x="75" y="13"/>
                      </a:cubicBezTo>
                      <a:cubicBezTo>
                        <a:pt x="76" y="13"/>
                        <a:pt x="75" y="15"/>
                        <a:pt x="75" y="15"/>
                      </a:cubicBezTo>
                      <a:cubicBezTo>
                        <a:pt x="75" y="15"/>
                        <a:pt x="76" y="15"/>
                        <a:pt x="77" y="15"/>
                      </a:cubicBezTo>
                      <a:cubicBezTo>
                        <a:pt x="77" y="15"/>
                        <a:pt x="77" y="16"/>
                        <a:pt x="77" y="16"/>
                      </a:cubicBezTo>
                      <a:cubicBezTo>
                        <a:pt x="77" y="16"/>
                        <a:pt x="77" y="17"/>
                        <a:pt x="77" y="17"/>
                      </a:cubicBezTo>
                      <a:cubicBezTo>
                        <a:pt x="77" y="17"/>
                        <a:pt x="78" y="17"/>
                        <a:pt x="78" y="17"/>
                      </a:cubicBezTo>
                      <a:cubicBezTo>
                        <a:pt x="78" y="16"/>
                        <a:pt x="78" y="16"/>
                        <a:pt x="78" y="16"/>
                      </a:cubicBezTo>
                      <a:cubicBezTo>
                        <a:pt x="78" y="16"/>
                        <a:pt x="79" y="16"/>
                        <a:pt x="79" y="16"/>
                      </a:cubicBezTo>
                      <a:cubicBezTo>
                        <a:pt x="80" y="16"/>
                        <a:pt x="80" y="17"/>
                        <a:pt x="80" y="17"/>
                      </a:cubicBezTo>
                      <a:cubicBezTo>
                        <a:pt x="81" y="17"/>
                        <a:pt x="81" y="18"/>
                        <a:pt x="81" y="18"/>
                      </a:cubicBezTo>
                      <a:cubicBezTo>
                        <a:pt x="82" y="18"/>
                        <a:pt x="83" y="18"/>
                        <a:pt x="83" y="18"/>
                      </a:cubicBezTo>
                      <a:cubicBezTo>
                        <a:pt x="84" y="18"/>
                        <a:pt x="84" y="18"/>
                        <a:pt x="85" y="18"/>
                      </a:cubicBezTo>
                      <a:cubicBezTo>
                        <a:pt x="85" y="18"/>
                        <a:pt x="86" y="20"/>
                        <a:pt x="86" y="20"/>
                      </a:cubicBezTo>
                      <a:cubicBezTo>
                        <a:pt x="87" y="20"/>
                        <a:pt x="88" y="20"/>
                        <a:pt x="88" y="20"/>
                      </a:cubicBezTo>
                      <a:cubicBezTo>
                        <a:pt x="89" y="21"/>
                        <a:pt x="89" y="21"/>
                        <a:pt x="88" y="21"/>
                      </a:cubicBezTo>
                      <a:cubicBezTo>
                        <a:pt x="88" y="21"/>
                        <a:pt x="88" y="22"/>
                        <a:pt x="87" y="22"/>
                      </a:cubicBezTo>
                      <a:cubicBezTo>
                        <a:pt x="87" y="22"/>
                        <a:pt x="87" y="22"/>
                        <a:pt x="87" y="22"/>
                      </a:cubicBezTo>
                      <a:cubicBezTo>
                        <a:pt x="88" y="22"/>
                        <a:pt x="89" y="22"/>
                        <a:pt x="89" y="22"/>
                      </a:cubicBezTo>
                      <a:cubicBezTo>
                        <a:pt x="89" y="22"/>
                        <a:pt x="89" y="22"/>
                        <a:pt x="88" y="23"/>
                      </a:cubicBezTo>
                      <a:cubicBezTo>
                        <a:pt x="88" y="23"/>
                        <a:pt x="88" y="23"/>
                        <a:pt x="88" y="23"/>
                      </a:cubicBezTo>
                      <a:cubicBezTo>
                        <a:pt x="88" y="24"/>
                        <a:pt x="89" y="24"/>
                        <a:pt x="89" y="24"/>
                      </a:cubicBezTo>
                      <a:cubicBezTo>
                        <a:pt x="89" y="24"/>
                        <a:pt x="88" y="24"/>
                        <a:pt x="88" y="24"/>
                      </a:cubicBezTo>
                      <a:cubicBezTo>
                        <a:pt x="88" y="24"/>
                        <a:pt x="89" y="25"/>
                        <a:pt x="89" y="25"/>
                      </a:cubicBezTo>
                      <a:cubicBezTo>
                        <a:pt x="89" y="25"/>
                        <a:pt x="90" y="26"/>
                        <a:pt x="90" y="26"/>
                      </a:cubicBezTo>
                      <a:cubicBezTo>
                        <a:pt x="90" y="26"/>
                        <a:pt x="89" y="26"/>
                        <a:pt x="88" y="26"/>
                      </a:cubicBezTo>
                      <a:cubicBezTo>
                        <a:pt x="88" y="26"/>
                        <a:pt x="88" y="26"/>
                        <a:pt x="88" y="26"/>
                      </a:cubicBezTo>
                      <a:cubicBezTo>
                        <a:pt x="88" y="26"/>
                        <a:pt x="89" y="26"/>
                        <a:pt x="89" y="26"/>
                      </a:cubicBezTo>
                      <a:cubicBezTo>
                        <a:pt x="90" y="26"/>
                        <a:pt x="90" y="27"/>
                        <a:pt x="90" y="27"/>
                      </a:cubicBezTo>
                      <a:cubicBezTo>
                        <a:pt x="90" y="27"/>
                        <a:pt x="91" y="26"/>
                        <a:pt x="91" y="26"/>
                      </a:cubicBezTo>
                      <a:cubicBezTo>
                        <a:pt x="91" y="26"/>
                        <a:pt x="92" y="26"/>
                        <a:pt x="92" y="26"/>
                      </a:cubicBezTo>
                      <a:cubicBezTo>
                        <a:pt x="92" y="26"/>
                        <a:pt x="93" y="26"/>
                        <a:pt x="94" y="26"/>
                      </a:cubicBezTo>
                      <a:cubicBezTo>
                        <a:pt x="94" y="26"/>
                        <a:pt x="94" y="27"/>
                        <a:pt x="94" y="27"/>
                      </a:cubicBezTo>
                      <a:cubicBezTo>
                        <a:pt x="95" y="27"/>
                        <a:pt x="95" y="28"/>
                        <a:pt x="95" y="28"/>
                      </a:cubicBezTo>
                      <a:cubicBezTo>
                        <a:pt x="95" y="29"/>
                        <a:pt x="95" y="29"/>
                        <a:pt x="95" y="29"/>
                      </a:cubicBezTo>
                      <a:cubicBezTo>
                        <a:pt x="94" y="29"/>
                        <a:pt x="94" y="29"/>
                        <a:pt x="94" y="29"/>
                      </a:cubicBezTo>
                      <a:cubicBezTo>
                        <a:pt x="94" y="29"/>
                        <a:pt x="93" y="31"/>
                        <a:pt x="93" y="31"/>
                      </a:cubicBezTo>
                      <a:cubicBezTo>
                        <a:pt x="93" y="31"/>
                        <a:pt x="91" y="31"/>
                        <a:pt x="91" y="31"/>
                      </a:cubicBezTo>
                      <a:cubicBezTo>
                        <a:pt x="90" y="32"/>
                        <a:pt x="90" y="32"/>
                        <a:pt x="90" y="32"/>
                      </a:cubicBezTo>
                      <a:cubicBezTo>
                        <a:pt x="90" y="33"/>
                        <a:pt x="90" y="33"/>
                        <a:pt x="90" y="33"/>
                      </a:cubicBezTo>
                      <a:cubicBezTo>
                        <a:pt x="89" y="34"/>
                        <a:pt x="89" y="34"/>
                        <a:pt x="89" y="34"/>
                      </a:cubicBezTo>
                      <a:cubicBezTo>
                        <a:pt x="89" y="34"/>
                        <a:pt x="90" y="35"/>
                        <a:pt x="90" y="35"/>
                      </a:cubicBezTo>
                      <a:cubicBezTo>
                        <a:pt x="90" y="35"/>
                        <a:pt x="90" y="36"/>
                        <a:pt x="90" y="36"/>
                      </a:cubicBezTo>
                      <a:cubicBezTo>
                        <a:pt x="90" y="37"/>
                        <a:pt x="90" y="37"/>
                        <a:pt x="90" y="37"/>
                      </a:cubicBezTo>
                      <a:cubicBezTo>
                        <a:pt x="91" y="36"/>
                        <a:pt x="91" y="36"/>
                        <a:pt x="91" y="36"/>
                      </a:cubicBezTo>
                      <a:cubicBezTo>
                        <a:pt x="92" y="37"/>
                        <a:pt x="92" y="37"/>
                        <a:pt x="92" y="37"/>
                      </a:cubicBezTo>
                      <a:cubicBezTo>
                        <a:pt x="92" y="37"/>
                        <a:pt x="92" y="37"/>
                        <a:pt x="92" y="37"/>
                      </a:cubicBezTo>
                      <a:cubicBezTo>
                        <a:pt x="91" y="38"/>
                        <a:pt x="91" y="38"/>
                        <a:pt x="91" y="38"/>
                      </a:cubicBezTo>
                      <a:cubicBezTo>
                        <a:pt x="89" y="39"/>
                        <a:pt x="89" y="39"/>
                        <a:pt x="89" y="39"/>
                      </a:cubicBezTo>
                      <a:cubicBezTo>
                        <a:pt x="89" y="39"/>
                        <a:pt x="88" y="39"/>
                        <a:pt x="88" y="39"/>
                      </a:cubicBezTo>
                      <a:cubicBezTo>
                        <a:pt x="88" y="39"/>
                        <a:pt x="88" y="39"/>
                        <a:pt x="88" y="39"/>
                      </a:cubicBezTo>
                      <a:cubicBezTo>
                        <a:pt x="87" y="39"/>
                        <a:pt x="87" y="39"/>
                        <a:pt x="87" y="39"/>
                      </a:cubicBezTo>
                      <a:cubicBezTo>
                        <a:pt x="86" y="39"/>
                        <a:pt x="86" y="39"/>
                        <a:pt x="86" y="39"/>
                      </a:cubicBezTo>
                      <a:cubicBezTo>
                        <a:pt x="86" y="40"/>
                        <a:pt x="86" y="40"/>
                        <a:pt x="86" y="40"/>
                      </a:cubicBezTo>
                      <a:cubicBezTo>
                        <a:pt x="86" y="40"/>
                        <a:pt x="86" y="40"/>
                        <a:pt x="86" y="40"/>
                      </a:cubicBezTo>
                      <a:cubicBezTo>
                        <a:pt x="86" y="41"/>
                        <a:pt x="86" y="41"/>
                        <a:pt x="86" y="41"/>
                      </a:cubicBezTo>
                      <a:cubicBezTo>
                        <a:pt x="86" y="43"/>
                        <a:pt x="86" y="43"/>
                        <a:pt x="86" y="43"/>
                      </a:cubicBezTo>
                      <a:cubicBezTo>
                        <a:pt x="84" y="45"/>
                        <a:pt x="84" y="45"/>
                        <a:pt x="84" y="45"/>
                      </a:cubicBezTo>
                      <a:cubicBezTo>
                        <a:pt x="89" y="50"/>
                        <a:pt x="89" y="50"/>
                        <a:pt x="89" y="50"/>
                      </a:cubicBezTo>
                      <a:cubicBezTo>
                        <a:pt x="89" y="50"/>
                        <a:pt x="90" y="52"/>
                        <a:pt x="90" y="52"/>
                      </a:cubicBezTo>
                      <a:cubicBezTo>
                        <a:pt x="90" y="52"/>
                        <a:pt x="90" y="53"/>
                        <a:pt x="90" y="53"/>
                      </a:cubicBezTo>
                      <a:cubicBezTo>
                        <a:pt x="90" y="53"/>
                        <a:pt x="89" y="53"/>
                        <a:pt x="89" y="53"/>
                      </a:cubicBezTo>
                      <a:cubicBezTo>
                        <a:pt x="88" y="54"/>
                        <a:pt x="88" y="54"/>
                        <a:pt x="88" y="54"/>
                      </a:cubicBezTo>
                      <a:cubicBezTo>
                        <a:pt x="88" y="55"/>
                        <a:pt x="88" y="55"/>
                        <a:pt x="88" y="55"/>
                      </a:cubicBezTo>
                      <a:cubicBezTo>
                        <a:pt x="87" y="55"/>
                        <a:pt x="87" y="55"/>
                        <a:pt x="87" y="55"/>
                      </a:cubicBezTo>
                      <a:cubicBezTo>
                        <a:pt x="87" y="55"/>
                        <a:pt x="87" y="55"/>
                        <a:pt x="87" y="55"/>
                      </a:cubicBezTo>
                      <a:cubicBezTo>
                        <a:pt x="86" y="55"/>
                        <a:pt x="86" y="55"/>
                        <a:pt x="86" y="55"/>
                      </a:cubicBezTo>
                      <a:cubicBezTo>
                        <a:pt x="85" y="55"/>
                        <a:pt x="85" y="55"/>
                        <a:pt x="85" y="55"/>
                      </a:cubicBezTo>
                      <a:cubicBezTo>
                        <a:pt x="85" y="55"/>
                        <a:pt x="85" y="55"/>
                        <a:pt x="85" y="55"/>
                      </a:cubicBezTo>
                      <a:cubicBezTo>
                        <a:pt x="84" y="56"/>
                        <a:pt x="84" y="56"/>
                        <a:pt x="84" y="56"/>
                      </a:cubicBezTo>
                      <a:cubicBezTo>
                        <a:pt x="84" y="56"/>
                        <a:pt x="84" y="56"/>
                        <a:pt x="84" y="56"/>
                      </a:cubicBezTo>
                      <a:cubicBezTo>
                        <a:pt x="83" y="57"/>
                        <a:pt x="83" y="57"/>
                        <a:pt x="83" y="57"/>
                      </a:cubicBezTo>
                      <a:cubicBezTo>
                        <a:pt x="82" y="57"/>
                        <a:pt x="82" y="57"/>
                        <a:pt x="82" y="57"/>
                      </a:cubicBezTo>
                      <a:cubicBezTo>
                        <a:pt x="82" y="57"/>
                        <a:pt x="81" y="57"/>
                        <a:pt x="81" y="58"/>
                      </a:cubicBezTo>
                      <a:cubicBezTo>
                        <a:pt x="81" y="58"/>
                        <a:pt x="81" y="58"/>
                        <a:pt x="81" y="58"/>
                      </a:cubicBezTo>
                      <a:cubicBezTo>
                        <a:pt x="80" y="57"/>
                        <a:pt x="80" y="57"/>
                        <a:pt x="80" y="57"/>
                      </a:cubicBezTo>
                      <a:cubicBezTo>
                        <a:pt x="79" y="58"/>
                        <a:pt x="79" y="58"/>
                        <a:pt x="79" y="58"/>
                      </a:cubicBezTo>
                      <a:cubicBezTo>
                        <a:pt x="78" y="58"/>
                        <a:pt x="78" y="58"/>
                        <a:pt x="78" y="58"/>
                      </a:cubicBezTo>
                      <a:cubicBezTo>
                        <a:pt x="77" y="57"/>
                        <a:pt x="77" y="57"/>
                        <a:pt x="77" y="57"/>
                      </a:cubicBezTo>
                      <a:cubicBezTo>
                        <a:pt x="76" y="59"/>
                        <a:pt x="76" y="59"/>
                        <a:pt x="76" y="59"/>
                      </a:cubicBezTo>
                      <a:cubicBezTo>
                        <a:pt x="75" y="59"/>
                        <a:pt x="75" y="59"/>
                        <a:pt x="75" y="59"/>
                      </a:cubicBezTo>
                      <a:cubicBezTo>
                        <a:pt x="75" y="59"/>
                        <a:pt x="75" y="59"/>
                        <a:pt x="75" y="60"/>
                      </a:cubicBezTo>
                      <a:cubicBezTo>
                        <a:pt x="75" y="60"/>
                        <a:pt x="75" y="60"/>
                        <a:pt x="75" y="60"/>
                      </a:cubicBezTo>
                      <a:cubicBezTo>
                        <a:pt x="75" y="60"/>
                        <a:pt x="75" y="61"/>
                        <a:pt x="75" y="61"/>
                      </a:cubicBezTo>
                      <a:cubicBezTo>
                        <a:pt x="75" y="61"/>
                        <a:pt x="74" y="61"/>
                        <a:pt x="74" y="61"/>
                      </a:cubicBezTo>
                      <a:cubicBezTo>
                        <a:pt x="74" y="61"/>
                        <a:pt x="74" y="61"/>
                        <a:pt x="74" y="61"/>
                      </a:cubicBezTo>
                      <a:cubicBezTo>
                        <a:pt x="74" y="61"/>
                        <a:pt x="73" y="61"/>
                        <a:pt x="73" y="61"/>
                      </a:cubicBezTo>
                      <a:cubicBezTo>
                        <a:pt x="73" y="61"/>
                        <a:pt x="73" y="61"/>
                        <a:pt x="72" y="61"/>
                      </a:cubicBezTo>
                      <a:cubicBezTo>
                        <a:pt x="72" y="61"/>
                        <a:pt x="72" y="60"/>
                        <a:pt x="72" y="60"/>
                      </a:cubicBezTo>
                      <a:cubicBezTo>
                        <a:pt x="72" y="60"/>
                        <a:pt x="72" y="60"/>
                        <a:pt x="72" y="60"/>
                      </a:cubicBezTo>
                      <a:cubicBezTo>
                        <a:pt x="71" y="60"/>
                        <a:pt x="71" y="60"/>
                        <a:pt x="71" y="59"/>
                      </a:cubicBezTo>
                      <a:cubicBezTo>
                        <a:pt x="71" y="59"/>
                        <a:pt x="71" y="59"/>
                        <a:pt x="71" y="59"/>
                      </a:cubicBezTo>
                      <a:cubicBezTo>
                        <a:pt x="70" y="59"/>
                        <a:pt x="70" y="59"/>
                        <a:pt x="70" y="59"/>
                      </a:cubicBezTo>
                      <a:cubicBezTo>
                        <a:pt x="70" y="59"/>
                        <a:pt x="70" y="59"/>
                        <a:pt x="70" y="59"/>
                      </a:cubicBezTo>
                      <a:cubicBezTo>
                        <a:pt x="70" y="59"/>
                        <a:pt x="69" y="60"/>
                        <a:pt x="69" y="60"/>
                      </a:cubicBezTo>
                      <a:cubicBezTo>
                        <a:pt x="68" y="59"/>
                        <a:pt x="68" y="59"/>
                        <a:pt x="68" y="59"/>
                      </a:cubicBezTo>
                      <a:cubicBezTo>
                        <a:pt x="68" y="59"/>
                        <a:pt x="68" y="59"/>
                        <a:pt x="68" y="59"/>
                      </a:cubicBezTo>
                      <a:cubicBezTo>
                        <a:pt x="68" y="59"/>
                        <a:pt x="67" y="59"/>
                        <a:pt x="67" y="59"/>
                      </a:cubicBezTo>
                      <a:cubicBezTo>
                        <a:pt x="66" y="60"/>
                        <a:pt x="66" y="60"/>
                        <a:pt x="66" y="60"/>
                      </a:cubicBezTo>
                      <a:cubicBezTo>
                        <a:pt x="65" y="58"/>
                        <a:pt x="65" y="58"/>
                        <a:pt x="65" y="58"/>
                      </a:cubicBezTo>
                      <a:cubicBezTo>
                        <a:pt x="62" y="58"/>
                        <a:pt x="62" y="58"/>
                        <a:pt x="62" y="58"/>
                      </a:cubicBezTo>
                      <a:cubicBezTo>
                        <a:pt x="61" y="57"/>
                        <a:pt x="61" y="57"/>
                        <a:pt x="61" y="57"/>
                      </a:cubicBezTo>
                      <a:cubicBezTo>
                        <a:pt x="60" y="57"/>
                        <a:pt x="60" y="57"/>
                        <a:pt x="60" y="57"/>
                      </a:cubicBezTo>
                      <a:cubicBezTo>
                        <a:pt x="60" y="57"/>
                        <a:pt x="60" y="57"/>
                        <a:pt x="60" y="57"/>
                      </a:cubicBezTo>
                      <a:cubicBezTo>
                        <a:pt x="60" y="58"/>
                        <a:pt x="60" y="58"/>
                        <a:pt x="60" y="58"/>
                      </a:cubicBezTo>
                      <a:cubicBezTo>
                        <a:pt x="60" y="58"/>
                        <a:pt x="61" y="58"/>
                        <a:pt x="61" y="58"/>
                      </a:cubicBezTo>
                      <a:cubicBezTo>
                        <a:pt x="61" y="58"/>
                        <a:pt x="62" y="60"/>
                        <a:pt x="62" y="60"/>
                      </a:cubicBezTo>
                      <a:cubicBezTo>
                        <a:pt x="65" y="62"/>
                        <a:pt x="65" y="62"/>
                        <a:pt x="65" y="62"/>
                      </a:cubicBezTo>
                      <a:cubicBezTo>
                        <a:pt x="65" y="64"/>
                        <a:pt x="65" y="64"/>
                        <a:pt x="65" y="64"/>
                      </a:cubicBezTo>
                      <a:cubicBezTo>
                        <a:pt x="64" y="64"/>
                        <a:pt x="64" y="64"/>
                        <a:pt x="64" y="64"/>
                      </a:cubicBezTo>
                      <a:cubicBezTo>
                        <a:pt x="64" y="65"/>
                        <a:pt x="64" y="65"/>
                        <a:pt x="64" y="65"/>
                      </a:cubicBezTo>
                      <a:cubicBezTo>
                        <a:pt x="66" y="68"/>
                        <a:pt x="66" y="68"/>
                        <a:pt x="66" y="68"/>
                      </a:cubicBezTo>
                      <a:cubicBezTo>
                        <a:pt x="66" y="69"/>
                        <a:pt x="66" y="69"/>
                        <a:pt x="66" y="69"/>
                      </a:cubicBezTo>
                      <a:cubicBezTo>
                        <a:pt x="66" y="69"/>
                        <a:pt x="66" y="69"/>
                        <a:pt x="66" y="69"/>
                      </a:cubicBezTo>
                      <a:cubicBezTo>
                        <a:pt x="67" y="70"/>
                        <a:pt x="67" y="70"/>
                        <a:pt x="67" y="70"/>
                      </a:cubicBezTo>
                      <a:cubicBezTo>
                        <a:pt x="67" y="70"/>
                        <a:pt x="69" y="70"/>
                        <a:pt x="69" y="70"/>
                      </a:cubicBezTo>
                      <a:cubicBezTo>
                        <a:pt x="69" y="70"/>
                        <a:pt x="70" y="70"/>
                        <a:pt x="70" y="70"/>
                      </a:cubicBezTo>
                      <a:cubicBezTo>
                        <a:pt x="70" y="71"/>
                        <a:pt x="70" y="71"/>
                        <a:pt x="70" y="71"/>
                      </a:cubicBezTo>
                      <a:cubicBezTo>
                        <a:pt x="70" y="72"/>
                        <a:pt x="70" y="72"/>
                        <a:pt x="70" y="72"/>
                      </a:cubicBezTo>
                      <a:cubicBezTo>
                        <a:pt x="69" y="72"/>
                        <a:pt x="69" y="72"/>
                        <a:pt x="69" y="72"/>
                      </a:cubicBezTo>
                      <a:cubicBezTo>
                        <a:pt x="67" y="73"/>
                        <a:pt x="67" y="73"/>
                        <a:pt x="67" y="73"/>
                      </a:cubicBezTo>
                      <a:cubicBezTo>
                        <a:pt x="65" y="73"/>
                        <a:pt x="65" y="73"/>
                        <a:pt x="65" y="73"/>
                      </a:cubicBezTo>
                      <a:cubicBezTo>
                        <a:pt x="65" y="76"/>
                        <a:pt x="65" y="76"/>
                        <a:pt x="65" y="76"/>
                      </a:cubicBezTo>
                      <a:cubicBezTo>
                        <a:pt x="64" y="77"/>
                        <a:pt x="64" y="77"/>
                        <a:pt x="64" y="77"/>
                      </a:cubicBezTo>
                      <a:cubicBezTo>
                        <a:pt x="64" y="77"/>
                        <a:pt x="64" y="77"/>
                        <a:pt x="64" y="77"/>
                      </a:cubicBezTo>
                      <a:cubicBezTo>
                        <a:pt x="64" y="77"/>
                        <a:pt x="63" y="77"/>
                        <a:pt x="63" y="77"/>
                      </a:cubicBezTo>
                      <a:cubicBezTo>
                        <a:pt x="63" y="77"/>
                        <a:pt x="63" y="76"/>
                        <a:pt x="63" y="76"/>
                      </a:cubicBezTo>
                      <a:cubicBezTo>
                        <a:pt x="63" y="76"/>
                        <a:pt x="63" y="76"/>
                        <a:pt x="63" y="76"/>
                      </a:cubicBezTo>
                      <a:cubicBezTo>
                        <a:pt x="63" y="76"/>
                        <a:pt x="62" y="78"/>
                        <a:pt x="61" y="78"/>
                      </a:cubicBezTo>
                      <a:cubicBezTo>
                        <a:pt x="61" y="78"/>
                        <a:pt x="61" y="78"/>
                        <a:pt x="61" y="78"/>
                      </a:cubicBezTo>
                      <a:cubicBezTo>
                        <a:pt x="60" y="78"/>
                        <a:pt x="60" y="78"/>
                        <a:pt x="60" y="78"/>
                      </a:cubicBezTo>
                      <a:cubicBezTo>
                        <a:pt x="60" y="78"/>
                        <a:pt x="60" y="78"/>
                        <a:pt x="60" y="78"/>
                      </a:cubicBezTo>
                      <a:cubicBezTo>
                        <a:pt x="60" y="78"/>
                        <a:pt x="59" y="78"/>
                        <a:pt x="59" y="78"/>
                      </a:cubicBezTo>
                      <a:cubicBezTo>
                        <a:pt x="59" y="78"/>
                        <a:pt x="59" y="79"/>
                        <a:pt x="59" y="79"/>
                      </a:cubicBezTo>
                      <a:cubicBezTo>
                        <a:pt x="58" y="79"/>
                        <a:pt x="58" y="79"/>
                        <a:pt x="58" y="79"/>
                      </a:cubicBezTo>
                      <a:cubicBezTo>
                        <a:pt x="58" y="79"/>
                        <a:pt x="58" y="80"/>
                        <a:pt x="58" y="80"/>
                      </a:cubicBezTo>
                      <a:cubicBezTo>
                        <a:pt x="58" y="80"/>
                        <a:pt x="58" y="80"/>
                        <a:pt x="58" y="80"/>
                      </a:cubicBezTo>
                      <a:cubicBezTo>
                        <a:pt x="57" y="80"/>
                        <a:pt x="57" y="80"/>
                        <a:pt x="57" y="80"/>
                      </a:cubicBezTo>
                      <a:cubicBezTo>
                        <a:pt x="57" y="80"/>
                        <a:pt x="56" y="81"/>
                        <a:pt x="56" y="82"/>
                      </a:cubicBezTo>
                      <a:cubicBezTo>
                        <a:pt x="56" y="82"/>
                        <a:pt x="55" y="82"/>
                        <a:pt x="55" y="82"/>
                      </a:cubicBezTo>
                      <a:cubicBezTo>
                        <a:pt x="55" y="82"/>
                        <a:pt x="55" y="82"/>
                        <a:pt x="55" y="82"/>
                      </a:cubicBezTo>
                      <a:cubicBezTo>
                        <a:pt x="55" y="82"/>
                        <a:pt x="55" y="82"/>
                        <a:pt x="55" y="82"/>
                      </a:cubicBezTo>
                      <a:cubicBezTo>
                        <a:pt x="55" y="81"/>
                        <a:pt x="55" y="81"/>
                        <a:pt x="55" y="81"/>
                      </a:cubicBezTo>
                      <a:cubicBezTo>
                        <a:pt x="55" y="81"/>
                        <a:pt x="55" y="80"/>
                        <a:pt x="55" y="80"/>
                      </a:cubicBezTo>
                      <a:cubicBezTo>
                        <a:pt x="55" y="80"/>
                        <a:pt x="55" y="80"/>
                        <a:pt x="55" y="80"/>
                      </a:cubicBezTo>
                      <a:cubicBezTo>
                        <a:pt x="55" y="80"/>
                        <a:pt x="53" y="80"/>
                        <a:pt x="53" y="80"/>
                      </a:cubicBezTo>
                      <a:cubicBezTo>
                        <a:pt x="53" y="80"/>
                        <a:pt x="53" y="80"/>
                        <a:pt x="53" y="80"/>
                      </a:cubicBezTo>
                      <a:cubicBezTo>
                        <a:pt x="51" y="82"/>
                        <a:pt x="51" y="82"/>
                        <a:pt x="51" y="82"/>
                      </a:cubicBezTo>
                      <a:lnTo>
                        <a:pt x="49" y="82"/>
                      </a:lnTo>
                      <a:close/>
                      <a:moveTo>
                        <a:pt x="67" y="9"/>
                      </a:moveTo>
                      <a:cubicBezTo>
                        <a:pt x="68" y="9"/>
                        <a:pt x="67" y="9"/>
                        <a:pt x="67" y="8"/>
                      </a:cubicBezTo>
                      <a:cubicBezTo>
                        <a:pt x="67" y="8"/>
                        <a:pt x="67" y="8"/>
                        <a:pt x="67" y="8"/>
                      </a:cubicBezTo>
                      <a:cubicBezTo>
                        <a:pt x="67" y="8"/>
                        <a:pt x="67" y="8"/>
                        <a:pt x="67" y="8"/>
                      </a:cubicBezTo>
                      <a:cubicBezTo>
                        <a:pt x="67" y="8"/>
                        <a:pt x="67" y="8"/>
                        <a:pt x="67" y="8"/>
                      </a:cubicBezTo>
                      <a:cubicBezTo>
                        <a:pt x="67" y="8"/>
                        <a:pt x="66" y="8"/>
                        <a:pt x="66" y="8"/>
                      </a:cubicBezTo>
                      <a:cubicBezTo>
                        <a:pt x="66" y="8"/>
                        <a:pt x="66" y="8"/>
                        <a:pt x="66" y="8"/>
                      </a:cubicBezTo>
                      <a:cubicBezTo>
                        <a:pt x="66" y="8"/>
                        <a:pt x="66" y="8"/>
                        <a:pt x="66" y="8"/>
                      </a:cubicBezTo>
                      <a:cubicBezTo>
                        <a:pt x="66" y="8"/>
                        <a:pt x="66" y="8"/>
                        <a:pt x="66" y="8"/>
                      </a:cubicBezTo>
                      <a:cubicBezTo>
                        <a:pt x="66" y="9"/>
                        <a:pt x="66" y="9"/>
                        <a:pt x="66" y="9"/>
                      </a:cubicBezTo>
                      <a:cubicBezTo>
                        <a:pt x="66" y="9"/>
                        <a:pt x="65" y="9"/>
                        <a:pt x="65" y="9"/>
                      </a:cubicBezTo>
                      <a:cubicBezTo>
                        <a:pt x="65" y="9"/>
                        <a:pt x="65" y="9"/>
                        <a:pt x="65" y="9"/>
                      </a:cubicBezTo>
                      <a:cubicBezTo>
                        <a:pt x="64" y="9"/>
                        <a:pt x="64" y="9"/>
                        <a:pt x="64" y="9"/>
                      </a:cubicBezTo>
                      <a:cubicBezTo>
                        <a:pt x="64" y="9"/>
                        <a:pt x="64" y="9"/>
                        <a:pt x="63" y="9"/>
                      </a:cubicBezTo>
                      <a:cubicBezTo>
                        <a:pt x="63" y="9"/>
                        <a:pt x="63" y="9"/>
                        <a:pt x="63" y="9"/>
                      </a:cubicBezTo>
                      <a:cubicBezTo>
                        <a:pt x="63" y="9"/>
                        <a:pt x="63" y="9"/>
                        <a:pt x="63" y="9"/>
                      </a:cubicBezTo>
                      <a:cubicBezTo>
                        <a:pt x="63" y="9"/>
                        <a:pt x="63" y="9"/>
                        <a:pt x="63" y="9"/>
                      </a:cubicBezTo>
                      <a:cubicBezTo>
                        <a:pt x="63" y="9"/>
                        <a:pt x="63" y="9"/>
                        <a:pt x="63" y="9"/>
                      </a:cubicBezTo>
                      <a:cubicBezTo>
                        <a:pt x="63" y="9"/>
                        <a:pt x="64" y="9"/>
                        <a:pt x="64" y="9"/>
                      </a:cubicBezTo>
                      <a:cubicBezTo>
                        <a:pt x="64" y="9"/>
                        <a:pt x="64" y="9"/>
                        <a:pt x="64" y="10"/>
                      </a:cubicBezTo>
                      <a:cubicBezTo>
                        <a:pt x="64" y="10"/>
                        <a:pt x="64" y="10"/>
                        <a:pt x="65" y="9"/>
                      </a:cubicBezTo>
                      <a:cubicBezTo>
                        <a:pt x="65" y="9"/>
                        <a:pt x="65" y="9"/>
                        <a:pt x="65" y="9"/>
                      </a:cubicBezTo>
                      <a:cubicBezTo>
                        <a:pt x="65" y="9"/>
                        <a:pt x="65" y="9"/>
                        <a:pt x="65" y="9"/>
                      </a:cubicBezTo>
                      <a:cubicBezTo>
                        <a:pt x="65" y="9"/>
                        <a:pt x="65" y="10"/>
                        <a:pt x="65" y="10"/>
                      </a:cubicBezTo>
                      <a:cubicBezTo>
                        <a:pt x="65" y="10"/>
                        <a:pt x="65" y="10"/>
                        <a:pt x="66" y="10"/>
                      </a:cubicBezTo>
                      <a:cubicBezTo>
                        <a:pt x="66" y="10"/>
                        <a:pt x="66" y="10"/>
                        <a:pt x="66" y="10"/>
                      </a:cubicBezTo>
                      <a:cubicBezTo>
                        <a:pt x="66" y="10"/>
                        <a:pt x="67" y="10"/>
                        <a:pt x="67" y="10"/>
                      </a:cubicBezTo>
                      <a:cubicBezTo>
                        <a:pt x="67" y="10"/>
                        <a:pt x="67" y="10"/>
                        <a:pt x="67" y="10"/>
                      </a:cubicBezTo>
                      <a:cubicBezTo>
                        <a:pt x="67" y="9"/>
                        <a:pt x="67" y="9"/>
                        <a:pt x="67" y="9"/>
                      </a:cubicBezTo>
                      <a:cubicBezTo>
                        <a:pt x="67" y="9"/>
                        <a:pt x="67" y="9"/>
                        <a:pt x="67" y="9"/>
                      </a:cubicBezTo>
                      <a:cubicBezTo>
                        <a:pt x="67" y="9"/>
                        <a:pt x="67" y="9"/>
                        <a:pt x="67" y="9"/>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4" name="Freeform 680">
                  <a:extLst>
                    <a:ext uri="{FF2B5EF4-FFF2-40B4-BE49-F238E27FC236}">
                      <a16:creationId xmlns:a16="http://schemas.microsoft.com/office/drawing/2014/main" id="{529B60AF-7DE3-62D1-F762-429980DC4F32}"/>
                    </a:ext>
                  </a:extLst>
                </p:cNvPr>
                <p:cNvSpPr>
                  <a:spLocks/>
                </p:cNvSpPr>
                <p:nvPr/>
              </p:nvSpPr>
              <p:spPr bwMode="auto">
                <a:xfrm>
                  <a:off x="3727451" y="5795963"/>
                  <a:ext cx="158750" cy="166688"/>
                </a:xfrm>
                <a:custGeom>
                  <a:avLst/>
                  <a:gdLst>
                    <a:gd name="T0" fmla="*/ 38 w 38"/>
                    <a:gd name="T1" fmla="*/ 22 h 40"/>
                    <a:gd name="T2" fmla="*/ 34 w 38"/>
                    <a:gd name="T3" fmla="*/ 18 h 40"/>
                    <a:gd name="T4" fmla="*/ 33 w 38"/>
                    <a:gd name="T5" fmla="*/ 16 h 40"/>
                    <a:gd name="T6" fmla="*/ 31 w 38"/>
                    <a:gd name="T7" fmla="*/ 15 h 40"/>
                    <a:gd name="T8" fmla="*/ 28 w 38"/>
                    <a:gd name="T9" fmla="*/ 13 h 40"/>
                    <a:gd name="T10" fmla="*/ 26 w 38"/>
                    <a:gd name="T11" fmla="*/ 11 h 40"/>
                    <a:gd name="T12" fmla="*/ 24 w 38"/>
                    <a:gd name="T13" fmla="*/ 9 h 40"/>
                    <a:gd name="T14" fmla="*/ 23 w 38"/>
                    <a:gd name="T15" fmla="*/ 10 h 40"/>
                    <a:gd name="T16" fmla="*/ 22 w 38"/>
                    <a:gd name="T17" fmla="*/ 7 h 40"/>
                    <a:gd name="T18" fmla="*/ 20 w 38"/>
                    <a:gd name="T19" fmla="*/ 6 h 40"/>
                    <a:gd name="T20" fmla="*/ 18 w 38"/>
                    <a:gd name="T21" fmla="*/ 8 h 40"/>
                    <a:gd name="T22" fmla="*/ 17 w 38"/>
                    <a:gd name="T23" fmla="*/ 6 h 40"/>
                    <a:gd name="T24" fmla="*/ 11 w 38"/>
                    <a:gd name="T25" fmla="*/ 0 h 40"/>
                    <a:gd name="T26" fmla="*/ 9 w 38"/>
                    <a:gd name="T27" fmla="*/ 0 h 40"/>
                    <a:gd name="T28" fmla="*/ 8 w 38"/>
                    <a:gd name="T29" fmla="*/ 1 h 40"/>
                    <a:gd name="T30" fmla="*/ 6 w 38"/>
                    <a:gd name="T31" fmla="*/ 1 h 40"/>
                    <a:gd name="T32" fmla="*/ 6 w 38"/>
                    <a:gd name="T33" fmla="*/ 1 h 40"/>
                    <a:gd name="T34" fmla="*/ 4 w 38"/>
                    <a:gd name="T35" fmla="*/ 3 h 40"/>
                    <a:gd name="T36" fmla="*/ 4 w 38"/>
                    <a:gd name="T37" fmla="*/ 5 h 40"/>
                    <a:gd name="T38" fmla="*/ 5 w 38"/>
                    <a:gd name="T39" fmla="*/ 6 h 40"/>
                    <a:gd name="T40" fmla="*/ 4 w 38"/>
                    <a:gd name="T41" fmla="*/ 7 h 40"/>
                    <a:gd name="T42" fmla="*/ 4 w 38"/>
                    <a:gd name="T43" fmla="*/ 10 h 40"/>
                    <a:gd name="T44" fmla="*/ 3 w 38"/>
                    <a:gd name="T45" fmla="*/ 11 h 40"/>
                    <a:gd name="T46" fmla="*/ 3 w 38"/>
                    <a:gd name="T47" fmla="*/ 12 h 40"/>
                    <a:gd name="T48" fmla="*/ 3 w 38"/>
                    <a:gd name="T49" fmla="*/ 13 h 40"/>
                    <a:gd name="T50" fmla="*/ 2 w 38"/>
                    <a:gd name="T51" fmla="*/ 14 h 40"/>
                    <a:gd name="T52" fmla="*/ 2 w 38"/>
                    <a:gd name="T53" fmla="*/ 15 h 40"/>
                    <a:gd name="T54" fmla="*/ 2 w 38"/>
                    <a:gd name="T55" fmla="*/ 17 h 40"/>
                    <a:gd name="T56" fmla="*/ 2 w 38"/>
                    <a:gd name="T57" fmla="*/ 18 h 40"/>
                    <a:gd name="T58" fmla="*/ 2 w 38"/>
                    <a:gd name="T59" fmla="*/ 19 h 40"/>
                    <a:gd name="T60" fmla="*/ 2 w 38"/>
                    <a:gd name="T61" fmla="*/ 20 h 40"/>
                    <a:gd name="T62" fmla="*/ 2 w 38"/>
                    <a:gd name="T63" fmla="*/ 22 h 40"/>
                    <a:gd name="T64" fmla="*/ 2 w 38"/>
                    <a:gd name="T65" fmla="*/ 23 h 40"/>
                    <a:gd name="T66" fmla="*/ 2 w 38"/>
                    <a:gd name="T67" fmla="*/ 25 h 40"/>
                    <a:gd name="T68" fmla="*/ 1 w 38"/>
                    <a:gd name="T69" fmla="*/ 25 h 40"/>
                    <a:gd name="T70" fmla="*/ 0 w 38"/>
                    <a:gd name="T71" fmla="*/ 29 h 40"/>
                    <a:gd name="T72" fmla="*/ 2 w 38"/>
                    <a:gd name="T73" fmla="*/ 34 h 40"/>
                    <a:gd name="T74" fmla="*/ 4 w 38"/>
                    <a:gd name="T75" fmla="*/ 36 h 40"/>
                    <a:gd name="T76" fmla="*/ 8 w 38"/>
                    <a:gd name="T77" fmla="*/ 36 h 40"/>
                    <a:gd name="T78" fmla="*/ 10 w 38"/>
                    <a:gd name="T79" fmla="*/ 37 h 40"/>
                    <a:gd name="T80" fmla="*/ 15 w 38"/>
                    <a:gd name="T81" fmla="*/ 39 h 40"/>
                    <a:gd name="T82" fmla="*/ 16 w 38"/>
                    <a:gd name="T83" fmla="*/ 40 h 40"/>
                    <a:gd name="T84" fmla="*/ 19 w 38"/>
                    <a:gd name="T85" fmla="*/ 39 h 40"/>
                    <a:gd name="T86" fmla="*/ 23 w 38"/>
                    <a:gd name="T87" fmla="*/ 40 h 40"/>
                    <a:gd name="T88" fmla="*/ 25 w 38"/>
                    <a:gd name="T89" fmla="*/ 40 h 40"/>
                    <a:gd name="T90" fmla="*/ 29 w 38"/>
                    <a:gd name="T91" fmla="*/ 38 h 40"/>
                    <a:gd name="T92" fmla="*/ 30 w 38"/>
                    <a:gd name="T93" fmla="*/ 38 h 40"/>
                    <a:gd name="T94" fmla="*/ 33 w 38"/>
                    <a:gd name="T95" fmla="*/ 36 h 40"/>
                    <a:gd name="T96" fmla="*/ 33 w 38"/>
                    <a:gd name="T97" fmla="*/ 35 h 40"/>
                    <a:gd name="T98" fmla="*/ 36 w 38"/>
                    <a:gd name="T99" fmla="*/ 30 h 40"/>
                    <a:gd name="T100" fmla="*/ 35 w 38"/>
                    <a:gd name="T101" fmla="*/ 3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 h="40">
                      <a:moveTo>
                        <a:pt x="35" y="25"/>
                      </a:moveTo>
                      <a:cubicBezTo>
                        <a:pt x="38" y="22"/>
                        <a:pt x="38" y="22"/>
                        <a:pt x="38" y="22"/>
                      </a:cubicBezTo>
                      <a:cubicBezTo>
                        <a:pt x="37" y="21"/>
                        <a:pt x="37" y="21"/>
                        <a:pt x="37" y="21"/>
                      </a:cubicBezTo>
                      <a:cubicBezTo>
                        <a:pt x="37" y="21"/>
                        <a:pt x="34" y="18"/>
                        <a:pt x="34" y="18"/>
                      </a:cubicBezTo>
                      <a:cubicBezTo>
                        <a:pt x="34" y="18"/>
                        <a:pt x="34" y="16"/>
                        <a:pt x="34" y="16"/>
                      </a:cubicBezTo>
                      <a:cubicBezTo>
                        <a:pt x="34" y="16"/>
                        <a:pt x="33" y="16"/>
                        <a:pt x="33" y="16"/>
                      </a:cubicBezTo>
                      <a:cubicBezTo>
                        <a:pt x="33" y="16"/>
                        <a:pt x="32" y="15"/>
                        <a:pt x="32" y="15"/>
                      </a:cubicBezTo>
                      <a:cubicBezTo>
                        <a:pt x="32" y="15"/>
                        <a:pt x="31" y="15"/>
                        <a:pt x="31" y="15"/>
                      </a:cubicBezTo>
                      <a:cubicBezTo>
                        <a:pt x="31" y="15"/>
                        <a:pt x="31" y="15"/>
                        <a:pt x="31" y="15"/>
                      </a:cubicBezTo>
                      <a:cubicBezTo>
                        <a:pt x="28" y="13"/>
                        <a:pt x="28" y="13"/>
                        <a:pt x="28" y="13"/>
                      </a:cubicBezTo>
                      <a:cubicBezTo>
                        <a:pt x="28" y="12"/>
                        <a:pt x="28" y="12"/>
                        <a:pt x="28" y="12"/>
                      </a:cubicBezTo>
                      <a:cubicBezTo>
                        <a:pt x="28" y="12"/>
                        <a:pt x="27" y="11"/>
                        <a:pt x="26" y="11"/>
                      </a:cubicBezTo>
                      <a:cubicBezTo>
                        <a:pt x="26" y="11"/>
                        <a:pt x="25" y="11"/>
                        <a:pt x="25" y="11"/>
                      </a:cubicBezTo>
                      <a:cubicBezTo>
                        <a:pt x="25" y="11"/>
                        <a:pt x="24" y="9"/>
                        <a:pt x="24" y="9"/>
                      </a:cubicBezTo>
                      <a:cubicBezTo>
                        <a:pt x="24" y="10"/>
                        <a:pt x="24" y="10"/>
                        <a:pt x="24" y="10"/>
                      </a:cubicBezTo>
                      <a:cubicBezTo>
                        <a:pt x="24" y="10"/>
                        <a:pt x="23" y="10"/>
                        <a:pt x="23" y="10"/>
                      </a:cubicBezTo>
                      <a:cubicBezTo>
                        <a:pt x="23" y="10"/>
                        <a:pt x="22" y="9"/>
                        <a:pt x="22" y="9"/>
                      </a:cubicBezTo>
                      <a:cubicBezTo>
                        <a:pt x="22" y="9"/>
                        <a:pt x="22" y="7"/>
                        <a:pt x="22" y="7"/>
                      </a:cubicBezTo>
                      <a:cubicBezTo>
                        <a:pt x="22" y="7"/>
                        <a:pt x="21" y="7"/>
                        <a:pt x="21" y="7"/>
                      </a:cubicBezTo>
                      <a:cubicBezTo>
                        <a:pt x="20" y="6"/>
                        <a:pt x="20" y="6"/>
                        <a:pt x="20" y="6"/>
                      </a:cubicBezTo>
                      <a:cubicBezTo>
                        <a:pt x="20" y="6"/>
                        <a:pt x="20" y="7"/>
                        <a:pt x="20" y="7"/>
                      </a:cubicBezTo>
                      <a:cubicBezTo>
                        <a:pt x="19" y="7"/>
                        <a:pt x="18" y="8"/>
                        <a:pt x="18" y="8"/>
                      </a:cubicBezTo>
                      <a:cubicBezTo>
                        <a:pt x="17" y="8"/>
                        <a:pt x="17" y="8"/>
                        <a:pt x="17" y="8"/>
                      </a:cubicBezTo>
                      <a:cubicBezTo>
                        <a:pt x="17" y="6"/>
                        <a:pt x="17" y="6"/>
                        <a:pt x="17" y="6"/>
                      </a:cubicBezTo>
                      <a:cubicBezTo>
                        <a:pt x="17" y="6"/>
                        <a:pt x="16" y="4"/>
                        <a:pt x="15" y="4"/>
                      </a:cubicBezTo>
                      <a:cubicBezTo>
                        <a:pt x="15" y="3"/>
                        <a:pt x="11" y="0"/>
                        <a:pt x="11" y="0"/>
                      </a:cubicBezTo>
                      <a:cubicBezTo>
                        <a:pt x="11" y="0"/>
                        <a:pt x="10" y="0"/>
                        <a:pt x="10" y="0"/>
                      </a:cubicBezTo>
                      <a:cubicBezTo>
                        <a:pt x="10" y="0"/>
                        <a:pt x="10" y="0"/>
                        <a:pt x="9" y="0"/>
                      </a:cubicBezTo>
                      <a:cubicBezTo>
                        <a:pt x="9" y="0"/>
                        <a:pt x="9" y="1"/>
                        <a:pt x="9" y="1"/>
                      </a:cubicBezTo>
                      <a:cubicBezTo>
                        <a:pt x="9" y="1"/>
                        <a:pt x="8" y="1"/>
                        <a:pt x="8" y="1"/>
                      </a:cubicBezTo>
                      <a:cubicBezTo>
                        <a:pt x="8" y="1"/>
                        <a:pt x="7" y="1"/>
                        <a:pt x="7" y="1"/>
                      </a:cubicBezTo>
                      <a:cubicBezTo>
                        <a:pt x="7" y="1"/>
                        <a:pt x="6" y="1"/>
                        <a:pt x="6" y="1"/>
                      </a:cubicBezTo>
                      <a:cubicBezTo>
                        <a:pt x="6" y="1"/>
                        <a:pt x="6" y="1"/>
                        <a:pt x="6" y="1"/>
                      </a:cubicBezTo>
                      <a:cubicBezTo>
                        <a:pt x="6" y="1"/>
                        <a:pt x="6" y="1"/>
                        <a:pt x="6" y="1"/>
                      </a:cubicBezTo>
                      <a:cubicBezTo>
                        <a:pt x="6" y="2"/>
                        <a:pt x="6" y="2"/>
                        <a:pt x="6" y="2"/>
                      </a:cubicBezTo>
                      <a:cubicBezTo>
                        <a:pt x="6" y="2"/>
                        <a:pt x="4" y="3"/>
                        <a:pt x="4" y="3"/>
                      </a:cubicBezTo>
                      <a:cubicBezTo>
                        <a:pt x="4" y="3"/>
                        <a:pt x="4" y="4"/>
                        <a:pt x="4" y="4"/>
                      </a:cubicBezTo>
                      <a:cubicBezTo>
                        <a:pt x="4" y="4"/>
                        <a:pt x="4" y="4"/>
                        <a:pt x="4" y="5"/>
                      </a:cubicBezTo>
                      <a:cubicBezTo>
                        <a:pt x="4" y="5"/>
                        <a:pt x="4" y="5"/>
                        <a:pt x="4" y="6"/>
                      </a:cubicBezTo>
                      <a:cubicBezTo>
                        <a:pt x="4" y="6"/>
                        <a:pt x="5" y="6"/>
                        <a:pt x="5" y="6"/>
                      </a:cubicBezTo>
                      <a:cubicBezTo>
                        <a:pt x="5" y="6"/>
                        <a:pt x="5" y="6"/>
                        <a:pt x="4" y="7"/>
                      </a:cubicBezTo>
                      <a:cubicBezTo>
                        <a:pt x="4" y="7"/>
                        <a:pt x="4" y="7"/>
                        <a:pt x="4" y="7"/>
                      </a:cubicBezTo>
                      <a:cubicBezTo>
                        <a:pt x="4" y="9"/>
                        <a:pt x="4" y="9"/>
                        <a:pt x="4" y="9"/>
                      </a:cubicBezTo>
                      <a:cubicBezTo>
                        <a:pt x="4" y="10"/>
                        <a:pt x="4" y="10"/>
                        <a:pt x="4" y="10"/>
                      </a:cubicBezTo>
                      <a:cubicBezTo>
                        <a:pt x="4" y="10"/>
                        <a:pt x="4" y="10"/>
                        <a:pt x="3" y="10"/>
                      </a:cubicBezTo>
                      <a:cubicBezTo>
                        <a:pt x="3" y="10"/>
                        <a:pt x="3" y="11"/>
                        <a:pt x="3" y="11"/>
                      </a:cubicBezTo>
                      <a:cubicBezTo>
                        <a:pt x="3" y="11"/>
                        <a:pt x="3" y="11"/>
                        <a:pt x="3" y="11"/>
                      </a:cubicBezTo>
                      <a:cubicBezTo>
                        <a:pt x="3" y="11"/>
                        <a:pt x="3" y="12"/>
                        <a:pt x="3" y="12"/>
                      </a:cubicBezTo>
                      <a:cubicBezTo>
                        <a:pt x="3" y="12"/>
                        <a:pt x="3" y="12"/>
                        <a:pt x="3" y="12"/>
                      </a:cubicBezTo>
                      <a:cubicBezTo>
                        <a:pt x="3" y="13"/>
                        <a:pt x="3" y="13"/>
                        <a:pt x="3" y="13"/>
                      </a:cubicBezTo>
                      <a:cubicBezTo>
                        <a:pt x="3" y="14"/>
                        <a:pt x="3" y="14"/>
                        <a:pt x="3" y="14"/>
                      </a:cubicBezTo>
                      <a:cubicBezTo>
                        <a:pt x="3" y="14"/>
                        <a:pt x="2" y="14"/>
                        <a:pt x="2" y="14"/>
                      </a:cubicBezTo>
                      <a:cubicBezTo>
                        <a:pt x="2" y="14"/>
                        <a:pt x="2" y="14"/>
                        <a:pt x="2" y="15"/>
                      </a:cubicBezTo>
                      <a:cubicBezTo>
                        <a:pt x="2" y="15"/>
                        <a:pt x="2" y="15"/>
                        <a:pt x="2" y="15"/>
                      </a:cubicBezTo>
                      <a:cubicBezTo>
                        <a:pt x="2" y="16"/>
                        <a:pt x="2" y="16"/>
                        <a:pt x="2" y="16"/>
                      </a:cubicBezTo>
                      <a:cubicBezTo>
                        <a:pt x="2" y="16"/>
                        <a:pt x="2" y="16"/>
                        <a:pt x="2" y="17"/>
                      </a:cubicBezTo>
                      <a:cubicBezTo>
                        <a:pt x="2" y="17"/>
                        <a:pt x="2" y="17"/>
                        <a:pt x="2" y="17"/>
                      </a:cubicBezTo>
                      <a:cubicBezTo>
                        <a:pt x="2" y="17"/>
                        <a:pt x="2" y="17"/>
                        <a:pt x="2" y="18"/>
                      </a:cubicBezTo>
                      <a:cubicBezTo>
                        <a:pt x="2" y="18"/>
                        <a:pt x="2" y="18"/>
                        <a:pt x="2" y="18"/>
                      </a:cubicBezTo>
                      <a:cubicBezTo>
                        <a:pt x="2" y="18"/>
                        <a:pt x="2" y="18"/>
                        <a:pt x="2" y="19"/>
                      </a:cubicBezTo>
                      <a:cubicBezTo>
                        <a:pt x="2" y="19"/>
                        <a:pt x="2" y="19"/>
                        <a:pt x="2" y="19"/>
                      </a:cubicBezTo>
                      <a:cubicBezTo>
                        <a:pt x="2" y="19"/>
                        <a:pt x="2" y="20"/>
                        <a:pt x="2" y="20"/>
                      </a:cubicBezTo>
                      <a:cubicBezTo>
                        <a:pt x="2" y="20"/>
                        <a:pt x="2" y="21"/>
                        <a:pt x="2" y="21"/>
                      </a:cubicBezTo>
                      <a:cubicBezTo>
                        <a:pt x="2" y="21"/>
                        <a:pt x="2" y="22"/>
                        <a:pt x="2" y="22"/>
                      </a:cubicBezTo>
                      <a:cubicBezTo>
                        <a:pt x="2" y="22"/>
                        <a:pt x="2" y="22"/>
                        <a:pt x="2" y="23"/>
                      </a:cubicBezTo>
                      <a:cubicBezTo>
                        <a:pt x="2" y="23"/>
                        <a:pt x="2" y="23"/>
                        <a:pt x="2" y="23"/>
                      </a:cubicBezTo>
                      <a:cubicBezTo>
                        <a:pt x="2" y="24"/>
                        <a:pt x="2" y="24"/>
                        <a:pt x="2" y="24"/>
                      </a:cubicBezTo>
                      <a:cubicBezTo>
                        <a:pt x="2" y="24"/>
                        <a:pt x="2" y="24"/>
                        <a:pt x="2" y="25"/>
                      </a:cubicBezTo>
                      <a:cubicBezTo>
                        <a:pt x="2" y="25"/>
                        <a:pt x="2" y="25"/>
                        <a:pt x="2" y="25"/>
                      </a:cubicBezTo>
                      <a:cubicBezTo>
                        <a:pt x="2" y="25"/>
                        <a:pt x="1" y="25"/>
                        <a:pt x="1" y="25"/>
                      </a:cubicBezTo>
                      <a:cubicBezTo>
                        <a:pt x="1" y="25"/>
                        <a:pt x="1" y="26"/>
                        <a:pt x="1" y="26"/>
                      </a:cubicBezTo>
                      <a:cubicBezTo>
                        <a:pt x="1" y="27"/>
                        <a:pt x="0" y="28"/>
                        <a:pt x="0" y="29"/>
                      </a:cubicBezTo>
                      <a:cubicBezTo>
                        <a:pt x="0" y="31"/>
                        <a:pt x="1" y="32"/>
                        <a:pt x="2" y="33"/>
                      </a:cubicBezTo>
                      <a:cubicBezTo>
                        <a:pt x="2" y="33"/>
                        <a:pt x="2" y="34"/>
                        <a:pt x="2" y="34"/>
                      </a:cubicBezTo>
                      <a:cubicBezTo>
                        <a:pt x="3" y="35"/>
                        <a:pt x="4" y="35"/>
                        <a:pt x="4" y="36"/>
                      </a:cubicBezTo>
                      <a:cubicBezTo>
                        <a:pt x="4" y="36"/>
                        <a:pt x="4" y="36"/>
                        <a:pt x="4" y="36"/>
                      </a:cubicBezTo>
                      <a:cubicBezTo>
                        <a:pt x="5" y="36"/>
                        <a:pt x="5" y="36"/>
                        <a:pt x="5" y="36"/>
                      </a:cubicBezTo>
                      <a:cubicBezTo>
                        <a:pt x="6" y="36"/>
                        <a:pt x="7" y="36"/>
                        <a:pt x="8" y="36"/>
                      </a:cubicBezTo>
                      <a:cubicBezTo>
                        <a:pt x="9" y="36"/>
                        <a:pt x="9" y="36"/>
                        <a:pt x="9" y="36"/>
                      </a:cubicBezTo>
                      <a:cubicBezTo>
                        <a:pt x="10" y="36"/>
                        <a:pt x="10" y="36"/>
                        <a:pt x="10" y="37"/>
                      </a:cubicBezTo>
                      <a:cubicBezTo>
                        <a:pt x="11" y="38"/>
                        <a:pt x="12" y="38"/>
                        <a:pt x="13" y="39"/>
                      </a:cubicBezTo>
                      <a:cubicBezTo>
                        <a:pt x="14" y="39"/>
                        <a:pt x="15" y="39"/>
                        <a:pt x="15" y="39"/>
                      </a:cubicBezTo>
                      <a:cubicBezTo>
                        <a:pt x="15" y="40"/>
                        <a:pt x="15" y="40"/>
                        <a:pt x="15" y="40"/>
                      </a:cubicBezTo>
                      <a:cubicBezTo>
                        <a:pt x="16" y="40"/>
                        <a:pt x="16" y="40"/>
                        <a:pt x="16" y="40"/>
                      </a:cubicBezTo>
                      <a:cubicBezTo>
                        <a:pt x="16" y="40"/>
                        <a:pt x="16" y="40"/>
                        <a:pt x="17" y="40"/>
                      </a:cubicBezTo>
                      <a:cubicBezTo>
                        <a:pt x="17" y="40"/>
                        <a:pt x="18" y="40"/>
                        <a:pt x="19" y="39"/>
                      </a:cubicBezTo>
                      <a:cubicBezTo>
                        <a:pt x="20" y="39"/>
                        <a:pt x="21" y="39"/>
                        <a:pt x="22" y="40"/>
                      </a:cubicBezTo>
                      <a:cubicBezTo>
                        <a:pt x="22" y="40"/>
                        <a:pt x="23" y="40"/>
                        <a:pt x="23" y="40"/>
                      </a:cubicBezTo>
                      <a:cubicBezTo>
                        <a:pt x="23" y="40"/>
                        <a:pt x="24" y="39"/>
                        <a:pt x="24" y="40"/>
                      </a:cubicBezTo>
                      <a:cubicBezTo>
                        <a:pt x="25" y="40"/>
                        <a:pt x="25" y="40"/>
                        <a:pt x="25" y="40"/>
                      </a:cubicBezTo>
                      <a:cubicBezTo>
                        <a:pt x="27" y="40"/>
                        <a:pt x="28" y="39"/>
                        <a:pt x="30" y="38"/>
                      </a:cubicBezTo>
                      <a:cubicBezTo>
                        <a:pt x="29" y="38"/>
                        <a:pt x="29" y="38"/>
                        <a:pt x="29" y="38"/>
                      </a:cubicBezTo>
                      <a:cubicBezTo>
                        <a:pt x="29" y="38"/>
                        <a:pt x="29" y="37"/>
                        <a:pt x="30" y="38"/>
                      </a:cubicBezTo>
                      <a:cubicBezTo>
                        <a:pt x="30" y="38"/>
                        <a:pt x="30" y="38"/>
                        <a:pt x="30" y="38"/>
                      </a:cubicBezTo>
                      <a:cubicBezTo>
                        <a:pt x="30" y="38"/>
                        <a:pt x="30" y="38"/>
                        <a:pt x="30" y="38"/>
                      </a:cubicBezTo>
                      <a:cubicBezTo>
                        <a:pt x="31" y="37"/>
                        <a:pt x="32" y="36"/>
                        <a:pt x="33" y="36"/>
                      </a:cubicBezTo>
                      <a:cubicBezTo>
                        <a:pt x="33" y="36"/>
                        <a:pt x="33" y="36"/>
                        <a:pt x="33" y="35"/>
                      </a:cubicBezTo>
                      <a:cubicBezTo>
                        <a:pt x="33" y="35"/>
                        <a:pt x="33" y="35"/>
                        <a:pt x="33" y="35"/>
                      </a:cubicBezTo>
                      <a:cubicBezTo>
                        <a:pt x="33" y="35"/>
                        <a:pt x="34" y="34"/>
                        <a:pt x="34" y="34"/>
                      </a:cubicBezTo>
                      <a:cubicBezTo>
                        <a:pt x="35" y="33"/>
                        <a:pt x="35" y="32"/>
                        <a:pt x="36" y="30"/>
                      </a:cubicBezTo>
                      <a:cubicBezTo>
                        <a:pt x="36" y="30"/>
                        <a:pt x="36" y="30"/>
                        <a:pt x="36" y="30"/>
                      </a:cubicBezTo>
                      <a:cubicBezTo>
                        <a:pt x="35" y="30"/>
                        <a:pt x="35" y="30"/>
                        <a:pt x="35" y="30"/>
                      </a:cubicBezTo>
                      <a:lnTo>
                        <a:pt x="35" y="25"/>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5" name="Freeform 681">
                  <a:extLst>
                    <a:ext uri="{FF2B5EF4-FFF2-40B4-BE49-F238E27FC236}">
                      <a16:creationId xmlns:a16="http://schemas.microsoft.com/office/drawing/2014/main" id="{74BC5B4C-634A-C635-95FE-07481CDB8147}"/>
                    </a:ext>
                  </a:extLst>
                </p:cNvPr>
                <p:cNvSpPr>
                  <a:spLocks/>
                </p:cNvSpPr>
                <p:nvPr/>
              </p:nvSpPr>
              <p:spPr bwMode="auto">
                <a:xfrm>
                  <a:off x="3740151" y="4692650"/>
                  <a:ext cx="120650" cy="120650"/>
                </a:xfrm>
                <a:custGeom>
                  <a:avLst/>
                  <a:gdLst>
                    <a:gd name="T0" fmla="*/ 26 w 29"/>
                    <a:gd name="T1" fmla="*/ 12 h 29"/>
                    <a:gd name="T2" fmla="*/ 25 w 29"/>
                    <a:gd name="T3" fmla="*/ 8 h 29"/>
                    <a:gd name="T4" fmla="*/ 26 w 29"/>
                    <a:gd name="T5" fmla="*/ 6 h 29"/>
                    <a:gd name="T6" fmla="*/ 29 w 29"/>
                    <a:gd name="T7" fmla="*/ 1 h 29"/>
                    <a:gd name="T8" fmla="*/ 25 w 29"/>
                    <a:gd name="T9" fmla="*/ 0 h 29"/>
                    <a:gd name="T10" fmla="*/ 21 w 29"/>
                    <a:gd name="T11" fmla="*/ 0 h 29"/>
                    <a:gd name="T12" fmla="*/ 19 w 29"/>
                    <a:gd name="T13" fmla="*/ 0 h 29"/>
                    <a:gd name="T14" fmla="*/ 15 w 29"/>
                    <a:gd name="T15" fmla="*/ 0 h 29"/>
                    <a:gd name="T16" fmla="*/ 13 w 29"/>
                    <a:gd name="T17" fmla="*/ 1 h 29"/>
                    <a:gd name="T18" fmla="*/ 9 w 29"/>
                    <a:gd name="T19" fmla="*/ 0 h 29"/>
                    <a:gd name="T20" fmla="*/ 7 w 29"/>
                    <a:gd name="T21" fmla="*/ 1 h 29"/>
                    <a:gd name="T22" fmla="*/ 6 w 29"/>
                    <a:gd name="T23" fmla="*/ 3 h 29"/>
                    <a:gd name="T24" fmla="*/ 5 w 29"/>
                    <a:gd name="T25" fmla="*/ 4 h 29"/>
                    <a:gd name="T26" fmla="*/ 5 w 29"/>
                    <a:gd name="T27" fmla="*/ 5 h 29"/>
                    <a:gd name="T28" fmla="*/ 3 w 29"/>
                    <a:gd name="T29" fmla="*/ 7 h 29"/>
                    <a:gd name="T30" fmla="*/ 1 w 29"/>
                    <a:gd name="T31" fmla="*/ 8 h 29"/>
                    <a:gd name="T32" fmla="*/ 1 w 29"/>
                    <a:gd name="T33" fmla="*/ 10 h 29"/>
                    <a:gd name="T34" fmla="*/ 0 w 29"/>
                    <a:gd name="T35" fmla="*/ 13 h 29"/>
                    <a:gd name="T36" fmla="*/ 0 w 29"/>
                    <a:gd name="T37" fmla="*/ 14 h 29"/>
                    <a:gd name="T38" fmla="*/ 1 w 29"/>
                    <a:gd name="T39" fmla="*/ 16 h 29"/>
                    <a:gd name="T40" fmla="*/ 3 w 29"/>
                    <a:gd name="T41" fmla="*/ 18 h 29"/>
                    <a:gd name="T42" fmla="*/ 5 w 29"/>
                    <a:gd name="T43" fmla="*/ 20 h 29"/>
                    <a:gd name="T44" fmla="*/ 6 w 29"/>
                    <a:gd name="T45" fmla="*/ 22 h 29"/>
                    <a:gd name="T46" fmla="*/ 6 w 29"/>
                    <a:gd name="T47" fmla="*/ 22 h 29"/>
                    <a:gd name="T48" fmla="*/ 9 w 29"/>
                    <a:gd name="T49" fmla="*/ 28 h 29"/>
                    <a:gd name="T50" fmla="*/ 11 w 29"/>
                    <a:gd name="T51" fmla="*/ 28 h 29"/>
                    <a:gd name="T52" fmla="*/ 15 w 29"/>
                    <a:gd name="T53" fmla="*/ 29 h 29"/>
                    <a:gd name="T54" fmla="*/ 15 w 29"/>
                    <a:gd name="T55" fmla="*/ 27 h 29"/>
                    <a:gd name="T56" fmla="*/ 13 w 29"/>
                    <a:gd name="T57" fmla="*/ 26 h 29"/>
                    <a:gd name="T58" fmla="*/ 14 w 29"/>
                    <a:gd name="T59" fmla="*/ 25 h 29"/>
                    <a:gd name="T60" fmla="*/ 14 w 29"/>
                    <a:gd name="T61" fmla="*/ 24 h 29"/>
                    <a:gd name="T62" fmla="*/ 19 w 29"/>
                    <a:gd name="T63" fmla="*/ 25 h 29"/>
                    <a:gd name="T64" fmla="*/ 21 w 29"/>
                    <a:gd name="T65" fmla="*/ 24 h 29"/>
                    <a:gd name="T66" fmla="*/ 22 w 29"/>
                    <a:gd name="T67" fmla="*/ 25 h 29"/>
                    <a:gd name="T68" fmla="*/ 23 w 29"/>
                    <a:gd name="T69" fmla="*/ 26 h 29"/>
                    <a:gd name="T70" fmla="*/ 26 w 29"/>
                    <a:gd name="T71" fmla="*/ 24 h 29"/>
                    <a:gd name="T72" fmla="*/ 27 w 29"/>
                    <a:gd name="T73" fmla="*/ 21 h 29"/>
                    <a:gd name="T74" fmla="*/ 28 w 29"/>
                    <a:gd name="T75" fmla="*/ 18 h 29"/>
                    <a:gd name="T76" fmla="*/ 26 w 29"/>
                    <a:gd name="T77" fmla="*/ 1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29">
                      <a:moveTo>
                        <a:pt x="26" y="13"/>
                      </a:moveTo>
                      <a:cubicBezTo>
                        <a:pt x="26" y="12"/>
                        <a:pt x="26" y="12"/>
                        <a:pt x="26" y="12"/>
                      </a:cubicBezTo>
                      <a:cubicBezTo>
                        <a:pt x="26" y="9"/>
                        <a:pt x="26" y="9"/>
                        <a:pt x="26" y="9"/>
                      </a:cubicBezTo>
                      <a:cubicBezTo>
                        <a:pt x="25" y="8"/>
                        <a:pt x="25" y="8"/>
                        <a:pt x="25" y="8"/>
                      </a:cubicBezTo>
                      <a:cubicBezTo>
                        <a:pt x="25" y="7"/>
                        <a:pt x="25" y="7"/>
                        <a:pt x="25" y="7"/>
                      </a:cubicBezTo>
                      <a:cubicBezTo>
                        <a:pt x="26" y="6"/>
                        <a:pt x="26" y="6"/>
                        <a:pt x="26" y="6"/>
                      </a:cubicBezTo>
                      <a:cubicBezTo>
                        <a:pt x="28" y="3"/>
                        <a:pt x="28" y="3"/>
                        <a:pt x="28" y="3"/>
                      </a:cubicBezTo>
                      <a:cubicBezTo>
                        <a:pt x="29" y="1"/>
                        <a:pt x="29" y="1"/>
                        <a:pt x="29" y="1"/>
                      </a:cubicBezTo>
                      <a:cubicBezTo>
                        <a:pt x="28" y="1"/>
                        <a:pt x="28" y="1"/>
                        <a:pt x="27" y="1"/>
                      </a:cubicBezTo>
                      <a:cubicBezTo>
                        <a:pt x="27" y="1"/>
                        <a:pt x="25" y="0"/>
                        <a:pt x="25" y="0"/>
                      </a:cubicBezTo>
                      <a:cubicBezTo>
                        <a:pt x="24" y="0"/>
                        <a:pt x="21" y="0"/>
                        <a:pt x="21" y="0"/>
                      </a:cubicBezTo>
                      <a:cubicBezTo>
                        <a:pt x="21" y="0"/>
                        <a:pt x="21" y="0"/>
                        <a:pt x="21" y="0"/>
                      </a:cubicBezTo>
                      <a:cubicBezTo>
                        <a:pt x="20" y="0"/>
                        <a:pt x="20" y="1"/>
                        <a:pt x="20" y="0"/>
                      </a:cubicBezTo>
                      <a:cubicBezTo>
                        <a:pt x="19" y="0"/>
                        <a:pt x="19" y="0"/>
                        <a:pt x="19" y="0"/>
                      </a:cubicBezTo>
                      <a:cubicBezTo>
                        <a:pt x="18" y="0"/>
                        <a:pt x="17" y="0"/>
                        <a:pt x="16" y="0"/>
                      </a:cubicBezTo>
                      <a:cubicBezTo>
                        <a:pt x="16" y="0"/>
                        <a:pt x="15" y="0"/>
                        <a:pt x="15" y="0"/>
                      </a:cubicBezTo>
                      <a:cubicBezTo>
                        <a:pt x="15" y="0"/>
                        <a:pt x="15" y="1"/>
                        <a:pt x="15" y="1"/>
                      </a:cubicBezTo>
                      <a:cubicBezTo>
                        <a:pt x="14" y="1"/>
                        <a:pt x="13" y="1"/>
                        <a:pt x="13" y="1"/>
                      </a:cubicBezTo>
                      <a:cubicBezTo>
                        <a:pt x="12" y="1"/>
                        <a:pt x="11" y="0"/>
                        <a:pt x="11" y="0"/>
                      </a:cubicBezTo>
                      <a:cubicBezTo>
                        <a:pt x="10" y="0"/>
                        <a:pt x="10" y="0"/>
                        <a:pt x="9" y="0"/>
                      </a:cubicBezTo>
                      <a:cubicBezTo>
                        <a:pt x="9" y="0"/>
                        <a:pt x="8" y="0"/>
                        <a:pt x="7" y="0"/>
                      </a:cubicBezTo>
                      <a:cubicBezTo>
                        <a:pt x="7" y="0"/>
                        <a:pt x="7" y="1"/>
                        <a:pt x="7" y="1"/>
                      </a:cubicBezTo>
                      <a:cubicBezTo>
                        <a:pt x="7" y="1"/>
                        <a:pt x="6" y="1"/>
                        <a:pt x="6" y="1"/>
                      </a:cubicBezTo>
                      <a:cubicBezTo>
                        <a:pt x="6" y="3"/>
                        <a:pt x="6" y="3"/>
                        <a:pt x="6" y="3"/>
                      </a:cubicBezTo>
                      <a:cubicBezTo>
                        <a:pt x="5" y="4"/>
                        <a:pt x="5" y="4"/>
                        <a:pt x="5" y="4"/>
                      </a:cubicBezTo>
                      <a:cubicBezTo>
                        <a:pt x="5" y="4"/>
                        <a:pt x="5" y="4"/>
                        <a:pt x="5" y="4"/>
                      </a:cubicBezTo>
                      <a:cubicBezTo>
                        <a:pt x="6" y="5"/>
                        <a:pt x="6" y="5"/>
                        <a:pt x="6" y="5"/>
                      </a:cubicBezTo>
                      <a:cubicBezTo>
                        <a:pt x="5" y="5"/>
                        <a:pt x="5" y="5"/>
                        <a:pt x="5" y="5"/>
                      </a:cubicBezTo>
                      <a:cubicBezTo>
                        <a:pt x="5" y="7"/>
                        <a:pt x="5" y="7"/>
                        <a:pt x="5" y="7"/>
                      </a:cubicBezTo>
                      <a:cubicBezTo>
                        <a:pt x="3" y="7"/>
                        <a:pt x="3" y="7"/>
                        <a:pt x="3" y="7"/>
                      </a:cubicBezTo>
                      <a:cubicBezTo>
                        <a:pt x="1" y="8"/>
                        <a:pt x="1" y="8"/>
                        <a:pt x="1" y="8"/>
                      </a:cubicBezTo>
                      <a:cubicBezTo>
                        <a:pt x="1" y="8"/>
                        <a:pt x="1" y="8"/>
                        <a:pt x="1" y="8"/>
                      </a:cubicBezTo>
                      <a:cubicBezTo>
                        <a:pt x="1" y="9"/>
                        <a:pt x="1" y="9"/>
                        <a:pt x="1" y="9"/>
                      </a:cubicBezTo>
                      <a:cubicBezTo>
                        <a:pt x="1" y="10"/>
                        <a:pt x="1" y="10"/>
                        <a:pt x="1" y="10"/>
                      </a:cubicBezTo>
                      <a:cubicBezTo>
                        <a:pt x="0" y="12"/>
                        <a:pt x="0" y="12"/>
                        <a:pt x="0" y="12"/>
                      </a:cubicBezTo>
                      <a:cubicBezTo>
                        <a:pt x="0" y="13"/>
                        <a:pt x="0" y="13"/>
                        <a:pt x="0" y="13"/>
                      </a:cubicBezTo>
                      <a:cubicBezTo>
                        <a:pt x="0" y="13"/>
                        <a:pt x="0" y="13"/>
                        <a:pt x="0" y="13"/>
                      </a:cubicBezTo>
                      <a:cubicBezTo>
                        <a:pt x="0" y="14"/>
                        <a:pt x="0" y="14"/>
                        <a:pt x="0" y="14"/>
                      </a:cubicBezTo>
                      <a:cubicBezTo>
                        <a:pt x="1" y="15"/>
                        <a:pt x="1" y="15"/>
                        <a:pt x="1" y="15"/>
                      </a:cubicBezTo>
                      <a:cubicBezTo>
                        <a:pt x="1" y="16"/>
                        <a:pt x="1" y="16"/>
                        <a:pt x="1" y="16"/>
                      </a:cubicBezTo>
                      <a:cubicBezTo>
                        <a:pt x="3" y="17"/>
                        <a:pt x="3" y="17"/>
                        <a:pt x="3" y="17"/>
                      </a:cubicBezTo>
                      <a:cubicBezTo>
                        <a:pt x="3" y="18"/>
                        <a:pt x="3" y="18"/>
                        <a:pt x="3" y="18"/>
                      </a:cubicBezTo>
                      <a:cubicBezTo>
                        <a:pt x="5" y="18"/>
                        <a:pt x="5" y="18"/>
                        <a:pt x="5" y="18"/>
                      </a:cubicBezTo>
                      <a:cubicBezTo>
                        <a:pt x="5" y="20"/>
                        <a:pt x="5" y="20"/>
                        <a:pt x="5" y="20"/>
                      </a:cubicBezTo>
                      <a:cubicBezTo>
                        <a:pt x="5" y="20"/>
                        <a:pt x="6" y="21"/>
                        <a:pt x="6" y="21"/>
                      </a:cubicBezTo>
                      <a:cubicBezTo>
                        <a:pt x="6" y="21"/>
                        <a:pt x="6" y="22"/>
                        <a:pt x="6" y="22"/>
                      </a:cubicBezTo>
                      <a:cubicBezTo>
                        <a:pt x="6" y="22"/>
                        <a:pt x="6" y="22"/>
                        <a:pt x="6" y="22"/>
                      </a:cubicBezTo>
                      <a:cubicBezTo>
                        <a:pt x="6" y="22"/>
                        <a:pt x="6" y="22"/>
                        <a:pt x="6" y="22"/>
                      </a:cubicBezTo>
                      <a:cubicBezTo>
                        <a:pt x="7" y="22"/>
                        <a:pt x="7" y="22"/>
                        <a:pt x="7" y="22"/>
                      </a:cubicBezTo>
                      <a:cubicBezTo>
                        <a:pt x="9" y="28"/>
                        <a:pt x="9" y="28"/>
                        <a:pt x="9" y="28"/>
                      </a:cubicBezTo>
                      <a:cubicBezTo>
                        <a:pt x="11" y="28"/>
                        <a:pt x="11" y="28"/>
                        <a:pt x="11" y="28"/>
                      </a:cubicBezTo>
                      <a:cubicBezTo>
                        <a:pt x="11" y="28"/>
                        <a:pt x="11" y="28"/>
                        <a:pt x="11" y="28"/>
                      </a:cubicBezTo>
                      <a:cubicBezTo>
                        <a:pt x="11" y="28"/>
                        <a:pt x="13" y="29"/>
                        <a:pt x="13" y="29"/>
                      </a:cubicBezTo>
                      <a:cubicBezTo>
                        <a:pt x="13" y="29"/>
                        <a:pt x="15" y="29"/>
                        <a:pt x="15" y="29"/>
                      </a:cubicBezTo>
                      <a:cubicBezTo>
                        <a:pt x="15" y="28"/>
                        <a:pt x="15" y="28"/>
                        <a:pt x="15" y="28"/>
                      </a:cubicBezTo>
                      <a:cubicBezTo>
                        <a:pt x="15" y="28"/>
                        <a:pt x="15" y="27"/>
                        <a:pt x="15" y="27"/>
                      </a:cubicBezTo>
                      <a:cubicBezTo>
                        <a:pt x="15" y="27"/>
                        <a:pt x="15" y="27"/>
                        <a:pt x="15" y="27"/>
                      </a:cubicBezTo>
                      <a:cubicBezTo>
                        <a:pt x="14" y="27"/>
                        <a:pt x="13" y="26"/>
                        <a:pt x="13" y="26"/>
                      </a:cubicBezTo>
                      <a:cubicBezTo>
                        <a:pt x="13" y="26"/>
                        <a:pt x="13" y="26"/>
                        <a:pt x="13" y="26"/>
                      </a:cubicBezTo>
                      <a:cubicBezTo>
                        <a:pt x="14" y="25"/>
                        <a:pt x="14" y="25"/>
                        <a:pt x="14" y="25"/>
                      </a:cubicBezTo>
                      <a:cubicBezTo>
                        <a:pt x="14" y="25"/>
                        <a:pt x="14" y="25"/>
                        <a:pt x="14" y="25"/>
                      </a:cubicBezTo>
                      <a:cubicBezTo>
                        <a:pt x="14" y="25"/>
                        <a:pt x="14" y="24"/>
                        <a:pt x="14" y="24"/>
                      </a:cubicBezTo>
                      <a:cubicBezTo>
                        <a:pt x="16" y="25"/>
                        <a:pt x="16" y="25"/>
                        <a:pt x="16" y="25"/>
                      </a:cubicBezTo>
                      <a:cubicBezTo>
                        <a:pt x="19" y="25"/>
                        <a:pt x="19" y="25"/>
                        <a:pt x="19" y="25"/>
                      </a:cubicBezTo>
                      <a:cubicBezTo>
                        <a:pt x="19" y="24"/>
                        <a:pt x="19" y="24"/>
                        <a:pt x="19" y="24"/>
                      </a:cubicBezTo>
                      <a:cubicBezTo>
                        <a:pt x="21" y="24"/>
                        <a:pt x="21" y="24"/>
                        <a:pt x="21" y="24"/>
                      </a:cubicBezTo>
                      <a:cubicBezTo>
                        <a:pt x="22" y="24"/>
                        <a:pt x="22" y="24"/>
                        <a:pt x="22" y="24"/>
                      </a:cubicBezTo>
                      <a:cubicBezTo>
                        <a:pt x="22" y="25"/>
                        <a:pt x="22" y="25"/>
                        <a:pt x="22" y="25"/>
                      </a:cubicBezTo>
                      <a:cubicBezTo>
                        <a:pt x="23" y="25"/>
                        <a:pt x="23" y="25"/>
                        <a:pt x="23" y="25"/>
                      </a:cubicBezTo>
                      <a:cubicBezTo>
                        <a:pt x="23" y="26"/>
                        <a:pt x="23" y="26"/>
                        <a:pt x="23" y="26"/>
                      </a:cubicBezTo>
                      <a:cubicBezTo>
                        <a:pt x="25" y="26"/>
                        <a:pt x="25" y="26"/>
                        <a:pt x="25" y="26"/>
                      </a:cubicBezTo>
                      <a:cubicBezTo>
                        <a:pt x="26" y="24"/>
                        <a:pt x="26" y="24"/>
                        <a:pt x="26" y="24"/>
                      </a:cubicBezTo>
                      <a:cubicBezTo>
                        <a:pt x="27" y="22"/>
                        <a:pt x="27" y="22"/>
                        <a:pt x="27" y="22"/>
                      </a:cubicBezTo>
                      <a:cubicBezTo>
                        <a:pt x="27" y="22"/>
                        <a:pt x="27" y="21"/>
                        <a:pt x="27" y="21"/>
                      </a:cubicBezTo>
                      <a:cubicBezTo>
                        <a:pt x="27" y="21"/>
                        <a:pt x="27" y="20"/>
                        <a:pt x="27" y="20"/>
                      </a:cubicBezTo>
                      <a:cubicBezTo>
                        <a:pt x="28" y="18"/>
                        <a:pt x="28" y="18"/>
                        <a:pt x="28" y="18"/>
                      </a:cubicBezTo>
                      <a:cubicBezTo>
                        <a:pt x="28" y="16"/>
                        <a:pt x="28" y="16"/>
                        <a:pt x="28" y="16"/>
                      </a:cubicBezTo>
                      <a:cubicBezTo>
                        <a:pt x="26" y="13"/>
                        <a:pt x="26" y="13"/>
                        <a:pt x="26" y="13"/>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6" name="Freeform 682">
                  <a:extLst>
                    <a:ext uri="{FF2B5EF4-FFF2-40B4-BE49-F238E27FC236}">
                      <a16:creationId xmlns:a16="http://schemas.microsoft.com/office/drawing/2014/main" id="{54E7DF78-ADF5-30DD-8116-15E2BB364A5E}"/>
                    </a:ext>
                  </a:extLst>
                </p:cNvPr>
                <p:cNvSpPr>
                  <a:spLocks/>
                </p:cNvSpPr>
                <p:nvPr/>
              </p:nvSpPr>
              <p:spPr bwMode="auto">
                <a:xfrm>
                  <a:off x="4306888" y="6711950"/>
                  <a:ext cx="49212" cy="41275"/>
                </a:xfrm>
                <a:custGeom>
                  <a:avLst/>
                  <a:gdLst>
                    <a:gd name="T0" fmla="*/ 8 w 12"/>
                    <a:gd name="T1" fmla="*/ 4 h 10"/>
                    <a:gd name="T2" fmla="*/ 10 w 12"/>
                    <a:gd name="T3" fmla="*/ 5 h 10"/>
                    <a:gd name="T4" fmla="*/ 10 w 12"/>
                    <a:gd name="T5" fmla="*/ 5 h 10"/>
                    <a:gd name="T6" fmla="*/ 11 w 12"/>
                    <a:gd name="T7" fmla="*/ 7 h 10"/>
                    <a:gd name="T8" fmla="*/ 12 w 12"/>
                    <a:gd name="T9" fmla="*/ 9 h 10"/>
                    <a:gd name="T10" fmla="*/ 11 w 12"/>
                    <a:gd name="T11" fmla="*/ 10 h 10"/>
                    <a:gd name="T12" fmla="*/ 10 w 12"/>
                    <a:gd name="T13" fmla="*/ 9 h 10"/>
                    <a:gd name="T14" fmla="*/ 9 w 12"/>
                    <a:gd name="T15" fmla="*/ 7 h 10"/>
                    <a:gd name="T16" fmla="*/ 8 w 12"/>
                    <a:gd name="T17" fmla="*/ 5 h 10"/>
                    <a:gd name="T18" fmla="*/ 6 w 12"/>
                    <a:gd name="T19" fmla="*/ 5 h 10"/>
                    <a:gd name="T20" fmla="*/ 3 w 12"/>
                    <a:gd name="T21" fmla="*/ 4 h 10"/>
                    <a:gd name="T22" fmla="*/ 2 w 12"/>
                    <a:gd name="T23" fmla="*/ 3 h 10"/>
                    <a:gd name="T24" fmla="*/ 1 w 12"/>
                    <a:gd name="T25" fmla="*/ 2 h 10"/>
                    <a:gd name="T26" fmla="*/ 0 w 12"/>
                    <a:gd name="T27" fmla="*/ 1 h 10"/>
                    <a:gd name="T28" fmla="*/ 1 w 12"/>
                    <a:gd name="T29" fmla="*/ 0 h 10"/>
                    <a:gd name="T30" fmla="*/ 2 w 12"/>
                    <a:gd name="T31" fmla="*/ 0 h 10"/>
                    <a:gd name="T32" fmla="*/ 4 w 12"/>
                    <a:gd name="T33" fmla="*/ 1 h 10"/>
                    <a:gd name="T34" fmla="*/ 6 w 12"/>
                    <a:gd name="T35" fmla="*/ 2 h 10"/>
                    <a:gd name="T36" fmla="*/ 8 w 12"/>
                    <a:gd name="T3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0">
                      <a:moveTo>
                        <a:pt x="8" y="4"/>
                      </a:moveTo>
                      <a:cubicBezTo>
                        <a:pt x="9" y="4"/>
                        <a:pt x="9" y="4"/>
                        <a:pt x="10" y="5"/>
                      </a:cubicBezTo>
                      <a:cubicBezTo>
                        <a:pt x="10" y="5"/>
                        <a:pt x="10" y="5"/>
                        <a:pt x="10" y="5"/>
                      </a:cubicBezTo>
                      <a:cubicBezTo>
                        <a:pt x="11" y="6"/>
                        <a:pt x="11" y="6"/>
                        <a:pt x="11" y="7"/>
                      </a:cubicBezTo>
                      <a:cubicBezTo>
                        <a:pt x="12" y="7"/>
                        <a:pt x="12" y="8"/>
                        <a:pt x="12" y="9"/>
                      </a:cubicBezTo>
                      <a:cubicBezTo>
                        <a:pt x="12" y="10"/>
                        <a:pt x="11" y="10"/>
                        <a:pt x="11" y="10"/>
                      </a:cubicBezTo>
                      <a:cubicBezTo>
                        <a:pt x="10" y="10"/>
                        <a:pt x="10" y="9"/>
                        <a:pt x="10" y="9"/>
                      </a:cubicBezTo>
                      <a:cubicBezTo>
                        <a:pt x="10" y="8"/>
                        <a:pt x="9" y="8"/>
                        <a:pt x="9" y="7"/>
                      </a:cubicBezTo>
                      <a:cubicBezTo>
                        <a:pt x="9" y="7"/>
                        <a:pt x="9" y="6"/>
                        <a:pt x="8" y="5"/>
                      </a:cubicBezTo>
                      <a:cubicBezTo>
                        <a:pt x="7" y="5"/>
                        <a:pt x="7" y="5"/>
                        <a:pt x="6" y="5"/>
                      </a:cubicBezTo>
                      <a:cubicBezTo>
                        <a:pt x="5" y="5"/>
                        <a:pt x="4" y="5"/>
                        <a:pt x="3" y="4"/>
                      </a:cubicBezTo>
                      <a:cubicBezTo>
                        <a:pt x="3" y="4"/>
                        <a:pt x="3" y="3"/>
                        <a:pt x="2" y="3"/>
                      </a:cubicBezTo>
                      <a:cubicBezTo>
                        <a:pt x="2" y="3"/>
                        <a:pt x="1" y="2"/>
                        <a:pt x="1" y="2"/>
                      </a:cubicBezTo>
                      <a:cubicBezTo>
                        <a:pt x="0" y="2"/>
                        <a:pt x="0" y="1"/>
                        <a:pt x="0" y="1"/>
                      </a:cubicBezTo>
                      <a:cubicBezTo>
                        <a:pt x="0" y="0"/>
                        <a:pt x="1" y="0"/>
                        <a:pt x="1" y="0"/>
                      </a:cubicBezTo>
                      <a:cubicBezTo>
                        <a:pt x="1" y="0"/>
                        <a:pt x="1" y="0"/>
                        <a:pt x="2" y="0"/>
                      </a:cubicBezTo>
                      <a:cubicBezTo>
                        <a:pt x="2" y="0"/>
                        <a:pt x="3" y="1"/>
                        <a:pt x="4" y="1"/>
                      </a:cubicBezTo>
                      <a:cubicBezTo>
                        <a:pt x="4" y="1"/>
                        <a:pt x="5" y="1"/>
                        <a:pt x="6" y="2"/>
                      </a:cubicBezTo>
                      <a:cubicBezTo>
                        <a:pt x="7" y="2"/>
                        <a:pt x="7" y="3"/>
                        <a:pt x="8" y="4"/>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7" name="Freeform 683">
                  <a:extLst>
                    <a:ext uri="{FF2B5EF4-FFF2-40B4-BE49-F238E27FC236}">
                      <a16:creationId xmlns:a16="http://schemas.microsoft.com/office/drawing/2014/main" id="{3B6FCC89-3C7B-42CC-206A-A38066677BF4}"/>
                    </a:ext>
                  </a:extLst>
                </p:cNvPr>
                <p:cNvSpPr>
                  <a:spLocks/>
                </p:cNvSpPr>
                <p:nvPr/>
              </p:nvSpPr>
              <p:spPr bwMode="auto">
                <a:xfrm>
                  <a:off x="3057526" y="4867275"/>
                  <a:ext cx="369887" cy="549275"/>
                </a:xfrm>
                <a:custGeom>
                  <a:avLst/>
                  <a:gdLst>
                    <a:gd name="T0" fmla="*/ 87 w 89"/>
                    <a:gd name="T1" fmla="*/ 119 h 132"/>
                    <a:gd name="T2" fmla="*/ 84 w 89"/>
                    <a:gd name="T3" fmla="*/ 114 h 132"/>
                    <a:gd name="T4" fmla="*/ 85 w 89"/>
                    <a:gd name="T5" fmla="*/ 104 h 132"/>
                    <a:gd name="T6" fmla="*/ 86 w 89"/>
                    <a:gd name="T7" fmla="*/ 98 h 132"/>
                    <a:gd name="T8" fmla="*/ 89 w 89"/>
                    <a:gd name="T9" fmla="*/ 89 h 132"/>
                    <a:gd name="T10" fmla="*/ 76 w 89"/>
                    <a:gd name="T11" fmla="*/ 78 h 132"/>
                    <a:gd name="T12" fmla="*/ 76 w 89"/>
                    <a:gd name="T13" fmla="*/ 67 h 132"/>
                    <a:gd name="T14" fmla="*/ 64 w 89"/>
                    <a:gd name="T15" fmla="*/ 69 h 132"/>
                    <a:gd name="T16" fmla="*/ 57 w 89"/>
                    <a:gd name="T17" fmla="*/ 61 h 132"/>
                    <a:gd name="T18" fmla="*/ 54 w 89"/>
                    <a:gd name="T19" fmla="*/ 57 h 132"/>
                    <a:gd name="T20" fmla="*/ 53 w 89"/>
                    <a:gd name="T21" fmla="*/ 52 h 132"/>
                    <a:gd name="T22" fmla="*/ 57 w 89"/>
                    <a:gd name="T23" fmla="*/ 44 h 132"/>
                    <a:gd name="T24" fmla="*/ 63 w 89"/>
                    <a:gd name="T25" fmla="*/ 34 h 132"/>
                    <a:gd name="T26" fmla="*/ 69 w 89"/>
                    <a:gd name="T27" fmla="*/ 31 h 132"/>
                    <a:gd name="T28" fmla="*/ 75 w 89"/>
                    <a:gd name="T29" fmla="*/ 29 h 132"/>
                    <a:gd name="T30" fmla="*/ 78 w 89"/>
                    <a:gd name="T31" fmla="*/ 31 h 132"/>
                    <a:gd name="T32" fmla="*/ 77 w 89"/>
                    <a:gd name="T33" fmla="*/ 27 h 132"/>
                    <a:gd name="T34" fmla="*/ 78 w 89"/>
                    <a:gd name="T35" fmla="*/ 18 h 132"/>
                    <a:gd name="T36" fmla="*/ 75 w 89"/>
                    <a:gd name="T37" fmla="*/ 17 h 132"/>
                    <a:gd name="T38" fmla="*/ 72 w 89"/>
                    <a:gd name="T39" fmla="*/ 16 h 132"/>
                    <a:gd name="T40" fmla="*/ 69 w 89"/>
                    <a:gd name="T41" fmla="*/ 16 h 132"/>
                    <a:gd name="T42" fmla="*/ 65 w 89"/>
                    <a:gd name="T43" fmla="*/ 17 h 132"/>
                    <a:gd name="T44" fmla="*/ 62 w 89"/>
                    <a:gd name="T45" fmla="*/ 17 h 132"/>
                    <a:gd name="T46" fmla="*/ 58 w 89"/>
                    <a:gd name="T47" fmla="*/ 16 h 132"/>
                    <a:gd name="T48" fmla="*/ 58 w 89"/>
                    <a:gd name="T49" fmla="*/ 13 h 132"/>
                    <a:gd name="T50" fmla="*/ 55 w 89"/>
                    <a:gd name="T51" fmla="*/ 11 h 132"/>
                    <a:gd name="T52" fmla="*/ 52 w 89"/>
                    <a:gd name="T53" fmla="*/ 8 h 132"/>
                    <a:gd name="T54" fmla="*/ 49 w 89"/>
                    <a:gd name="T55" fmla="*/ 6 h 132"/>
                    <a:gd name="T56" fmla="*/ 46 w 89"/>
                    <a:gd name="T57" fmla="*/ 1 h 132"/>
                    <a:gd name="T58" fmla="*/ 41 w 89"/>
                    <a:gd name="T59" fmla="*/ 1 h 132"/>
                    <a:gd name="T60" fmla="*/ 42 w 89"/>
                    <a:gd name="T61" fmla="*/ 5 h 132"/>
                    <a:gd name="T62" fmla="*/ 33 w 89"/>
                    <a:gd name="T63" fmla="*/ 18 h 132"/>
                    <a:gd name="T64" fmla="*/ 21 w 89"/>
                    <a:gd name="T65" fmla="*/ 24 h 132"/>
                    <a:gd name="T66" fmla="*/ 19 w 89"/>
                    <a:gd name="T67" fmla="*/ 30 h 132"/>
                    <a:gd name="T68" fmla="*/ 16 w 89"/>
                    <a:gd name="T69" fmla="*/ 35 h 132"/>
                    <a:gd name="T70" fmla="*/ 13 w 89"/>
                    <a:gd name="T71" fmla="*/ 32 h 132"/>
                    <a:gd name="T72" fmla="*/ 6 w 89"/>
                    <a:gd name="T73" fmla="*/ 31 h 132"/>
                    <a:gd name="T74" fmla="*/ 6 w 89"/>
                    <a:gd name="T75" fmla="*/ 29 h 132"/>
                    <a:gd name="T76" fmla="*/ 7 w 89"/>
                    <a:gd name="T77" fmla="*/ 24 h 132"/>
                    <a:gd name="T78" fmla="*/ 1 w 89"/>
                    <a:gd name="T79" fmla="*/ 30 h 132"/>
                    <a:gd name="T80" fmla="*/ 2 w 89"/>
                    <a:gd name="T81" fmla="*/ 35 h 132"/>
                    <a:gd name="T82" fmla="*/ 3 w 89"/>
                    <a:gd name="T83" fmla="*/ 41 h 132"/>
                    <a:gd name="T84" fmla="*/ 8 w 89"/>
                    <a:gd name="T85" fmla="*/ 47 h 132"/>
                    <a:gd name="T86" fmla="*/ 12 w 89"/>
                    <a:gd name="T87" fmla="*/ 53 h 132"/>
                    <a:gd name="T88" fmla="*/ 18 w 89"/>
                    <a:gd name="T89" fmla="*/ 61 h 132"/>
                    <a:gd name="T90" fmla="*/ 20 w 89"/>
                    <a:gd name="T91" fmla="*/ 66 h 132"/>
                    <a:gd name="T92" fmla="*/ 22 w 89"/>
                    <a:gd name="T93" fmla="*/ 71 h 132"/>
                    <a:gd name="T94" fmla="*/ 26 w 89"/>
                    <a:gd name="T95" fmla="*/ 78 h 132"/>
                    <a:gd name="T96" fmla="*/ 31 w 89"/>
                    <a:gd name="T97" fmla="*/ 87 h 132"/>
                    <a:gd name="T98" fmla="*/ 34 w 89"/>
                    <a:gd name="T99" fmla="*/ 92 h 132"/>
                    <a:gd name="T100" fmla="*/ 36 w 89"/>
                    <a:gd name="T101" fmla="*/ 98 h 132"/>
                    <a:gd name="T102" fmla="*/ 36 w 89"/>
                    <a:gd name="T103" fmla="*/ 101 h 132"/>
                    <a:gd name="T104" fmla="*/ 41 w 89"/>
                    <a:gd name="T105" fmla="*/ 107 h 132"/>
                    <a:gd name="T106" fmla="*/ 49 w 89"/>
                    <a:gd name="T107" fmla="*/ 113 h 132"/>
                    <a:gd name="T108" fmla="*/ 59 w 89"/>
                    <a:gd name="T109" fmla="*/ 118 h 132"/>
                    <a:gd name="T110" fmla="*/ 68 w 89"/>
                    <a:gd name="T111" fmla="*/ 124 h 132"/>
                    <a:gd name="T112" fmla="*/ 74 w 89"/>
                    <a:gd name="T113" fmla="*/ 130 h 132"/>
                    <a:gd name="T114" fmla="*/ 81 w 89"/>
                    <a:gd name="T115" fmla="*/ 129 h 132"/>
                    <a:gd name="T116" fmla="*/ 83 w 89"/>
                    <a:gd name="T117" fmla="*/ 12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9" h="132">
                      <a:moveTo>
                        <a:pt x="83" y="124"/>
                      </a:moveTo>
                      <a:cubicBezTo>
                        <a:pt x="83" y="124"/>
                        <a:pt x="82" y="124"/>
                        <a:pt x="82" y="124"/>
                      </a:cubicBezTo>
                      <a:cubicBezTo>
                        <a:pt x="83" y="123"/>
                        <a:pt x="83" y="123"/>
                        <a:pt x="83" y="123"/>
                      </a:cubicBezTo>
                      <a:cubicBezTo>
                        <a:pt x="83" y="123"/>
                        <a:pt x="84" y="122"/>
                        <a:pt x="84" y="122"/>
                      </a:cubicBezTo>
                      <a:cubicBezTo>
                        <a:pt x="84" y="122"/>
                        <a:pt x="85" y="120"/>
                        <a:pt x="85" y="120"/>
                      </a:cubicBezTo>
                      <a:cubicBezTo>
                        <a:pt x="85" y="120"/>
                        <a:pt x="86" y="120"/>
                        <a:pt x="86" y="119"/>
                      </a:cubicBezTo>
                      <a:cubicBezTo>
                        <a:pt x="86" y="119"/>
                        <a:pt x="87" y="119"/>
                        <a:pt x="87" y="119"/>
                      </a:cubicBezTo>
                      <a:cubicBezTo>
                        <a:pt x="87" y="117"/>
                        <a:pt x="87" y="117"/>
                        <a:pt x="87" y="117"/>
                      </a:cubicBezTo>
                      <a:cubicBezTo>
                        <a:pt x="88" y="117"/>
                        <a:pt x="88" y="117"/>
                        <a:pt x="88" y="117"/>
                      </a:cubicBezTo>
                      <a:cubicBezTo>
                        <a:pt x="87" y="116"/>
                        <a:pt x="87" y="116"/>
                        <a:pt x="87" y="116"/>
                      </a:cubicBezTo>
                      <a:cubicBezTo>
                        <a:pt x="86" y="116"/>
                        <a:pt x="86" y="116"/>
                        <a:pt x="86" y="116"/>
                      </a:cubicBezTo>
                      <a:cubicBezTo>
                        <a:pt x="86" y="116"/>
                        <a:pt x="86" y="116"/>
                        <a:pt x="86" y="116"/>
                      </a:cubicBezTo>
                      <a:cubicBezTo>
                        <a:pt x="86" y="116"/>
                        <a:pt x="85" y="115"/>
                        <a:pt x="85" y="115"/>
                      </a:cubicBezTo>
                      <a:cubicBezTo>
                        <a:pt x="85" y="115"/>
                        <a:pt x="84" y="114"/>
                        <a:pt x="84" y="114"/>
                      </a:cubicBezTo>
                      <a:cubicBezTo>
                        <a:pt x="84" y="114"/>
                        <a:pt x="84" y="113"/>
                        <a:pt x="84" y="113"/>
                      </a:cubicBezTo>
                      <a:cubicBezTo>
                        <a:pt x="84" y="113"/>
                        <a:pt x="84" y="111"/>
                        <a:pt x="84" y="111"/>
                      </a:cubicBezTo>
                      <a:cubicBezTo>
                        <a:pt x="86" y="109"/>
                        <a:pt x="86" y="109"/>
                        <a:pt x="86" y="109"/>
                      </a:cubicBezTo>
                      <a:cubicBezTo>
                        <a:pt x="84" y="107"/>
                        <a:pt x="84" y="107"/>
                        <a:pt x="84" y="107"/>
                      </a:cubicBezTo>
                      <a:cubicBezTo>
                        <a:pt x="84" y="105"/>
                        <a:pt x="84" y="105"/>
                        <a:pt x="84" y="105"/>
                      </a:cubicBezTo>
                      <a:cubicBezTo>
                        <a:pt x="85" y="105"/>
                        <a:pt x="85" y="105"/>
                        <a:pt x="85" y="105"/>
                      </a:cubicBezTo>
                      <a:cubicBezTo>
                        <a:pt x="85" y="104"/>
                        <a:pt x="85" y="104"/>
                        <a:pt x="85" y="104"/>
                      </a:cubicBezTo>
                      <a:cubicBezTo>
                        <a:pt x="87" y="103"/>
                        <a:pt x="87" y="103"/>
                        <a:pt x="87" y="103"/>
                      </a:cubicBezTo>
                      <a:cubicBezTo>
                        <a:pt x="87" y="101"/>
                        <a:pt x="87" y="101"/>
                        <a:pt x="87" y="101"/>
                      </a:cubicBezTo>
                      <a:cubicBezTo>
                        <a:pt x="88" y="101"/>
                        <a:pt x="88" y="101"/>
                        <a:pt x="88" y="101"/>
                      </a:cubicBezTo>
                      <a:cubicBezTo>
                        <a:pt x="87" y="100"/>
                        <a:pt x="87" y="100"/>
                        <a:pt x="87" y="100"/>
                      </a:cubicBezTo>
                      <a:cubicBezTo>
                        <a:pt x="87" y="99"/>
                        <a:pt x="87" y="99"/>
                        <a:pt x="87" y="99"/>
                      </a:cubicBezTo>
                      <a:cubicBezTo>
                        <a:pt x="87" y="98"/>
                        <a:pt x="87" y="98"/>
                        <a:pt x="87" y="98"/>
                      </a:cubicBezTo>
                      <a:cubicBezTo>
                        <a:pt x="86" y="98"/>
                        <a:pt x="86" y="98"/>
                        <a:pt x="86" y="98"/>
                      </a:cubicBezTo>
                      <a:cubicBezTo>
                        <a:pt x="86" y="97"/>
                        <a:pt x="86" y="97"/>
                        <a:pt x="86" y="97"/>
                      </a:cubicBezTo>
                      <a:cubicBezTo>
                        <a:pt x="86" y="97"/>
                        <a:pt x="87" y="97"/>
                        <a:pt x="87" y="97"/>
                      </a:cubicBezTo>
                      <a:cubicBezTo>
                        <a:pt x="87" y="97"/>
                        <a:pt x="88" y="95"/>
                        <a:pt x="88" y="95"/>
                      </a:cubicBezTo>
                      <a:cubicBezTo>
                        <a:pt x="88" y="91"/>
                        <a:pt x="88" y="91"/>
                        <a:pt x="88" y="91"/>
                      </a:cubicBezTo>
                      <a:cubicBezTo>
                        <a:pt x="89" y="90"/>
                        <a:pt x="89" y="90"/>
                        <a:pt x="89" y="90"/>
                      </a:cubicBezTo>
                      <a:cubicBezTo>
                        <a:pt x="88" y="90"/>
                        <a:pt x="88" y="90"/>
                        <a:pt x="88" y="90"/>
                      </a:cubicBezTo>
                      <a:cubicBezTo>
                        <a:pt x="89" y="89"/>
                        <a:pt x="89" y="89"/>
                        <a:pt x="89" y="89"/>
                      </a:cubicBezTo>
                      <a:cubicBezTo>
                        <a:pt x="89" y="88"/>
                        <a:pt x="89" y="88"/>
                        <a:pt x="89" y="88"/>
                      </a:cubicBezTo>
                      <a:cubicBezTo>
                        <a:pt x="88" y="87"/>
                        <a:pt x="88" y="87"/>
                        <a:pt x="88" y="87"/>
                      </a:cubicBezTo>
                      <a:cubicBezTo>
                        <a:pt x="83" y="78"/>
                        <a:pt x="83" y="78"/>
                        <a:pt x="83" y="78"/>
                      </a:cubicBezTo>
                      <a:cubicBezTo>
                        <a:pt x="80" y="78"/>
                        <a:pt x="80" y="78"/>
                        <a:pt x="80" y="78"/>
                      </a:cubicBezTo>
                      <a:cubicBezTo>
                        <a:pt x="78" y="78"/>
                        <a:pt x="78" y="78"/>
                        <a:pt x="78" y="78"/>
                      </a:cubicBezTo>
                      <a:cubicBezTo>
                        <a:pt x="77" y="78"/>
                        <a:pt x="77" y="78"/>
                        <a:pt x="77" y="78"/>
                      </a:cubicBezTo>
                      <a:cubicBezTo>
                        <a:pt x="76" y="78"/>
                        <a:pt x="76" y="78"/>
                        <a:pt x="76" y="78"/>
                      </a:cubicBezTo>
                      <a:cubicBezTo>
                        <a:pt x="75" y="78"/>
                        <a:pt x="75" y="78"/>
                        <a:pt x="75" y="78"/>
                      </a:cubicBezTo>
                      <a:cubicBezTo>
                        <a:pt x="75" y="69"/>
                        <a:pt x="75" y="69"/>
                        <a:pt x="75" y="69"/>
                      </a:cubicBezTo>
                      <a:cubicBezTo>
                        <a:pt x="76" y="69"/>
                        <a:pt x="76" y="69"/>
                        <a:pt x="76" y="69"/>
                      </a:cubicBezTo>
                      <a:cubicBezTo>
                        <a:pt x="76" y="69"/>
                        <a:pt x="76" y="68"/>
                        <a:pt x="76" y="68"/>
                      </a:cubicBezTo>
                      <a:cubicBezTo>
                        <a:pt x="76" y="68"/>
                        <a:pt x="75" y="68"/>
                        <a:pt x="75" y="68"/>
                      </a:cubicBezTo>
                      <a:cubicBezTo>
                        <a:pt x="75" y="68"/>
                        <a:pt x="75" y="68"/>
                        <a:pt x="75" y="68"/>
                      </a:cubicBezTo>
                      <a:cubicBezTo>
                        <a:pt x="76" y="67"/>
                        <a:pt x="76" y="67"/>
                        <a:pt x="76" y="67"/>
                      </a:cubicBezTo>
                      <a:cubicBezTo>
                        <a:pt x="75" y="67"/>
                        <a:pt x="75" y="67"/>
                        <a:pt x="75" y="67"/>
                      </a:cubicBezTo>
                      <a:cubicBezTo>
                        <a:pt x="71" y="71"/>
                        <a:pt x="71" y="71"/>
                        <a:pt x="71" y="71"/>
                      </a:cubicBezTo>
                      <a:cubicBezTo>
                        <a:pt x="64" y="71"/>
                        <a:pt x="64" y="71"/>
                        <a:pt x="64" y="71"/>
                      </a:cubicBezTo>
                      <a:cubicBezTo>
                        <a:pt x="64" y="70"/>
                        <a:pt x="64" y="70"/>
                        <a:pt x="64" y="70"/>
                      </a:cubicBezTo>
                      <a:cubicBezTo>
                        <a:pt x="65" y="70"/>
                        <a:pt x="65" y="70"/>
                        <a:pt x="65" y="70"/>
                      </a:cubicBezTo>
                      <a:cubicBezTo>
                        <a:pt x="65" y="69"/>
                        <a:pt x="65" y="69"/>
                        <a:pt x="65" y="69"/>
                      </a:cubicBezTo>
                      <a:cubicBezTo>
                        <a:pt x="64" y="69"/>
                        <a:pt x="64" y="69"/>
                        <a:pt x="64" y="69"/>
                      </a:cubicBezTo>
                      <a:cubicBezTo>
                        <a:pt x="64" y="68"/>
                        <a:pt x="64" y="68"/>
                        <a:pt x="64" y="68"/>
                      </a:cubicBezTo>
                      <a:cubicBezTo>
                        <a:pt x="61" y="67"/>
                        <a:pt x="61" y="67"/>
                        <a:pt x="61" y="67"/>
                      </a:cubicBezTo>
                      <a:cubicBezTo>
                        <a:pt x="57" y="67"/>
                        <a:pt x="57" y="67"/>
                        <a:pt x="57" y="67"/>
                      </a:cubicBezTo>
                      <a:cubicBezTo>
                        <a:pt x="59" y="65"/>
                        <a:pt x="59" y="65"/>
                        <a:pt x="59" y="65"/>
                      </a:cubicBezTo>
                      <a:cubicBezTo>
                        <a:pt x="59" y="64"/>
                        <a:pt x="59" y="64"/>
                        <a:pt x="59" y="64"/>
                      </a:cubicBezTo>
                      <a:cubicBezTo>
                        <a:pt x="58" y="63"/>
                        <a:pt x="58" y="63"/>
                        <a:pt x="58" y="63"/>
                      </a:cubicBezTo>
                      <a:cubicBezTo>
                        <a:pt x="57" y="61"/>
                        <a:pt x="57" y="61"/>
                        <a:pt x="57" y="61"/>
                      </a:cubicBezTo>
                      <a:cubicBezTo>
                        <a:pt x="56" y="61"/>
                        <a:pt x="56" y="61"/>
                        <a:pt x="56" y="61"/>
                      </a:cubicBezTo>
                      <a:cubicBezTo>
                        <a:pt x="56" y="60"/>
                        <a:pt x="56" y="60"/>
                        <a:pt x="56" y="60"/>
                      </a:cubicBezTo>
                      <a:cubicBezTo>
                        <a:pt x="55" y="59"/>
                        <a:pt x="55" y="59"/>
                        <a:pt x="55" y="59"/>
                      </a:cubicBezTo>
                      <a:cubicBezTo>
                        <a:pt x="55" y="59"/>
                        <a:pt x="55" y="59"/>
                        <a:pt x="55" y="59"/>
                      </a:cubicBezTo>
                      <a:cubicBezTo>
                        <a:pt x="54" y="58"/>
                        <a:pt x="54" y="58"/>
                        <a:pt x="54" y="58"/>
                      </a:cubicBezTo>
                      <a:cubicBezTo>
                        <a:pt x="54" y="58"/>
                        <a:pt x="54" y="58"/>
                        <a:pt x="54" y="58"/>
                      </a:cubicBezTo>
                      <a:cubicBezTo>
                        <a:pt x="54" y="58"/>
                        <a:pt x="54" y="57"/>
                        <a:pt x="54" y="57"/>
                      </a:cubicBezTo>
                      <a:cubicBezTo>
                        <a:pt x="54" y="57"/>
                        <a:pt x="53" y="56"/>
                        <a:pt x="53" y="56"/>
                      </a:cubicBezTo>
                      <a:cubicBezTo>
                        <a:pt x="54" y="55"/>
                        <a:pt x="54" y="55"/>
                        <a:pt x="54" y="55"/>
                      </a:cubicBezTo>
                      <a:cubicBezTo>
                        <a:pt x="54" y="55"/>
                        <a:pt x="54" y="55"/>
                        <a:pt x="54" y="55"/>
                      </a:cubicBezTo>
                      <a:cubicBezTo>
                        <a:pt x="51" y="53"/>
                        <a:pt x="51" y="53"/>
                        <a:pt x="51" y="53"/>
                      </a:cubicBezTo>
                      <a:cubicBezTo>
                        <a:pt x="52" y="53"/>
                        <a:pt x="52" y="53"/>
                        <a:pt x="52" y="53"/>
                      </a:cubicBezTo>
                      <a:cubicBezTo>
                        <a:pt x="52" y="52"/>
                        <a:pt x="52" y="52"/>
                        <a:pt x="52" y="52"/>
                      </a:cubicBezTo>
                      <a:cubicBezTo>
                        <a:pt x="53" y="52"/>
                        <a:pt x="53" y="52"/>
                        <a:pt x="53" y="52"/>
                      </a:cubicBezTo>
                      <a:cubicBezTo>
                        <a:pt x="53" y="51"/>
                        <a:pt x="53" y="51"/>
                        <a:pt x="53" y="51"/>
                      </a:cubicBezTo>
                      <a:cubicBezTo>
                        <a:pt x="53" y="50"/>
                        <a:pt x="53" y="50"/>
                        <a:pt x="53" y="50"/>
                      </a:cubicBezTo>
                      <a:cubicBezTo>
                        <a:pt x="54" y="48"/>
                        <a:pt x="54" y="48"/>
                        <a:pt x="54" y="48"/>
                      </a:cubicBezTo>
                      <a:cubicBezTo>
                        <a:pt x="54" y="48"/>
                        <a:pt x="54" y="48"/>
                        <a:pt x="54" y="48"/>
                      </a:cubicBezTo>
                      <a:cubicBezTo>
                        <a:pt x="58" y="46"/>
                        <a:pt x="58" y="46"/>
                        <a:pt x="58" y="46"/>
                      </a:cubicBezTo>
                      <a:cubicBezTo>
                        <a:pt x="58" y="45"/>
                        <a:pt x="58" y="45"/>
                        <a:pt x="58" y="45"/>
                      </a:cubicBezTo>
                      <a:cubicBezTo>
                        <a:pt x="57" y="44"/>
                        <a:pt x="57" y="44"/>
                        <a:pt x="57" y="44"/>
                      </a:cubicBezTo>
                      <a:cubicBezTo>
                        <a:pt x="57" y="43"/>
                        <a:pt x="57" y="43"/>
                        <a:pt x="57" y="43"/>
                      </a:cubicBezTo>
                      <a:cubicBezTo>
                        <a:pt x="59" y="40"/>
                        <a:pt x="59" y="40"/>
                        <a:pt x="59" y="40"/>
                      </a:cubicBezTo>
                      <a:cubicBezTo>
                        <a:pt x="59" y="39"/>
                        <a:pt x="59" y="39"/>
                        <a:pt x="59" y="39"/>
                      </a:cubicBezTo>
                      <a:cubicBezTo>
                        <a:pt x="59" y="39"/>
                        <a:pt x="59" y="38"/>
                        <a:pt x="59" y="38"/>
                      </a:cubicBezTo>
                      <a:cubicBezTo>
                        <a:pt x="59" y="38"/>
                        <a:pt x="59" y="36"/>
                        <a:pt x="59" y="36"/>
                      </a:cubicBezTo>
                      <a:cubicBezTo>
                        <a:pt x="61" y="36"/>
                        <a:pt x="61" y="36"/>
                        <a:pt x="61" y="36"/>
                      </a:cubicBezTo>
                      <a:cubicBezTo>
                        <a:pt x="63" y="34"/>
                        <a:pt x="63" y="34"/>
                        <a:pt x="63" y="34"/>
                      </a:cubicBezTo>
                      <a:cubicBezTo>
                        <a:pt x="63" y="34"/>
                        <a:pt x="63" y="34"/>
                        <a:pt x="63" y="34"/>
                      </a:cubicBezTo>
                      <a:cubicBezTo>
                        <a:pt x="64" y="34"/>
                        <a:pt x="64" y="34"/>
                        <a:pt x="64" y="34"/>
                      </a:cubicBezTo>
                      <a:cubicBezTo>
                        <a:pt x="66" y="32"/>
                        <a:pt x="66" y="32"/>
                        <a:pt x="66" y="32"/>
                      </a:cubicBezTo>
                      <a:cubicBezTo>
                        <a:pt x="68" y="32"/>
                        <a:pt x="68" y="32"/>
                        <a:pt x="68" y="32"/>
                      </a:cubicBezTo>
                      <a:cubicBezTo>
                        <a:pt x="68" y="32"/>
                        <a:pt x="68" y="32"/>
                        <a:pt x="68" y="32"/>
                      </a:cubicBezTo>
                      <a:cubicBezTo>
                        <a:pt x="69" y="32"/>
                        <a:pt x="69" y="32"/>
                        <a:pt x="69" y="32"/>
                      </a:cubicBezTo>
                      <a:cubicBezTo>
                        <a:pt x="69" y="31"/>
                        <a:pt x="69" y="31"/>
                        <a:pt x="69" y="31"/>
                      </a:cubicBezTo>
                      <a:cubicBezTo>
                        <a:pt x="70" y="31"/>
                        <a:pt x="70" y="31"/>
                        <a:pt x="70" y="31"/>
                      </a:cubicBezTo>
                      <a:cubicBezTo>
                        <a:pt x="71" y="31"/>
                        <a:pt x="71" y="31"/>
                        <a:pt x="71" y="31"/>
                      </a:cubicBezTo>
                      <a:cubicBezTo>
                        <a:pt x="73" y="31"/>
                        <a:pt x="73" y="31"/>
                        <a:pt x="73" y="31"/>
                      </a:cubicBezTo>
                      <a:cubicBezTo>
                        <a:pt x="74" y="29"/>
                        <a:pt x="74" y="29"/>
                        <a:pt x="74" y="29"/>
                      </a:cubicBezTo>
                      <a:cubicBezTo>
                        <a:pt x="75" y="29"/>
                        <a:pt x="75" y="29"/>
                        <a:pt x="75" y="29"/>
                      </a:cubicBezTo>
                      <a:cubicBezTo>
                        <a:pt x="75" y="29"/>
                        <a:pt x="75" y="29"/>
                        <a:pt x="75" y="29"/>
                      </a:cubicBezTo>
                      <a:cubicBezTo>
                        <a:pt x="75" y="29"/>
                        <a:pt x="75" y="29"/>
                        <a:pt x="75" y="29"/>
                      </a:cubicBezTo>
                      <a:cubicBezTo>
                        <a:pt x="76" y="30"/>
                        <a:pt x="76" y="30"/>
                        <a:pt x="76" y="30"/>
                      </a:cubicBezTo>
                      <a:cubicBezTo>
                        <a:pt x="76" y="29"/>
                        <a:pt x="76" y="29"/>
                        <a:pt x="76" y="29"/>
                      </a:cubicBezTo>
                      <a:cubicBezTo>
                        <a:pt x="76" y="29"/>
                        <a:pt x="77" y="29"/>
                        <a:pt x="77" y="29"/>
                      </a:cubicBezTo>
                      <a:cubicBezTo>
                        <a:pt x="77" y="29"/>
                        <a:pt x="77" y="29"/>
                        <a:pt x="77" y="29"/>
                      </a:cubicBezTo>
                      <a:cubicBezTo>
                        <a:pt x="77" y="30"/>
                        <a:pt x="77" y="30"/>
                        <a:pt x="77" y="30"/>
                      </a:cubicBezTo>
                      <a:cubicBezTo>
                        <a:pt x="77" y="30"/>
                        <a:pt x="78" y="30"/>
                        <a:pt x="78" y="30"/>
                      </a:cubicBezTo>
                      <a:cubicBezTo>
                        <a:pt x="78" y="30"/>
                        <a:pt x="78" y="31"/>
                        <a:pt x="78" y="31"/>
                      </a:cubicBezTo>
                      <a:cubicBezTo>
                        <a:pt x="79" y="30"/>
                        <a:pt x="79" y="30"/>
                        <a:pt x="79" y="30"/>
                      </a:cubicBezTo>
                      <a:cubicBezTo>
                        <a:pt x="79" y="30"/>
                        <a:pt x="79" y="30"/>
                        <a:pt x="79" y="30"/>
                      </a:cubicBezTo>
                      <a:cubicBezTo>
                        <a:pt x="79" y="31"/>
                        <a:pt x="79" y="31"/>
                        <a:pt x="79" y="31"/>
                      </a:cubicBezTo>
                      <a:cubicBezTo>
                        <a:pt x="79" y="31"/>
                        <a:pt x="80" y="30"/>
                        <a:pt x="80" y="30"/>
                      </a:cubicBezTo>
                      <a:cubicBezTo>
                        <a:pt x="80" y="30"/>
                        <a:pt x="80" y="30"/>
                        <a:pt x="80" y="30"/>
                      </a:cubicBezTo>
                      <a:cubicBezTo>
                        <a:pt x="78" y="27"/>
                        <a:pt x="78" y="27"/>
                        <a:pt x="78" y="27"/>
                      </a:cubicBezTo>
                      <a:cubicBezTo>
                        <a:pt x="77" y="27"/>
                        <a:pt x="77" y="27"/>
                        <a:pt x="77" y="27"/>
                      </a:cubicBezTo>
                      <a:cubicBezTo>
                        <a:pt x="77" y="27"/>
                        <a:pt x="77" y="27"/>
                        <a:pt x="77" y="27"/>
                      </a:cubicBezTo>
                      <a:cubicBezTo>
                        <a:pt x="76" y="27"/>
                        <a:pt x="76" y="27"/>
                        <a:pt x="76" y="27"/>
                      </a:cubicBezTo>
                      <a:cubicBezTo>
                        <a:pt x="76" y="27"/>
                        <a:pt x="74" y="27"/>
                        <a:pt x="74" y="27"/>
                      </a:cubicBezTo>
                      <a:cubicBezTo>
                        <a:pt x="79" y="20"/>
                        <a:pt x="79" y="20"/>
                        <a:pt x="79" y="20"/>
                      </a:cubicBezTo>
                      <a:cubicBezTo>
                        <a:pt x="79" y="19"/>
                        <a:pt x="79" y="19"/>
                        <a:pt x="79" y="19"/>
                      </a:cubicBezTo>
                      <a:cubicBezTo>
                        <a:pt x="78" y="19"/>
                        <a:pt x="78" y="19"/>
                        <a:pt x="78" y="19"/>
                      </a:cubicBezTo>
                      <a:cubicBezTo>
                        <a:pt x="78" y="19"/>
                        <a:pt x="78" y="18"/>
                        <a:pt x="78" y="18"/>
                      </a:cubicBezTo>
                      <a:cubicBezTo>
                        <a:pt x="78" y="18"/>
                        <a:pt x="78" y="18"/>
                        <a:pt x="78" y="18"/>
                      </a:cubicBezTo>
                      <a:cubicBezTo>
                        <a:pt x="78" y="18"/>
                        <a:pt x="78" y="18"/>
                        <a:pt x="78" y="18"/>
                      </a:cubicBezTo>
                      <a:cubicBezTo>
                        <a:pt x="77" y="18"/>
                        <a:pt x="77" y="18"/>
                        <a:pt x="77" y="18"/>
                      </a:cubicBezTo>
                      <a:cubicBezTo>
                        <a:pt x="77" y="18"/>
                        <a:pt x="77" y="18"/>
                        <a:pt x="77" y="18"/>
                      </a:cubicBezTo>
                      <a:cubicBezTo>
                        <a:pt x="77" y="18"/>
                        <a:pt x="76" y="17"/>
                        <a:pt x="76" y="17"/>
                      </a:cubicBezTo>
                      <a:cubicBezTo>
                        <a:pt x="76" y="17"/>
                        <a:pt x="76" y="17"/>
                        <a:pt x="76" y="17"/>
                      </a:cubicBezTo>
                      <a:cubicBezTo>
                        <a:pt x="75" y="17"/>
                        <a:pt x="75" y="17"/>
                        <a:pt x="75" y="17"/>
                      </a:cubicBezTo>
                      <a:cubicBezTo>
                        <a:pt x="75" y="17"/>
                        <a:pt x="75" y="17"/>
                        <a:pt x="75" y="17"/>
                      </a:cubicBezTo>
                      <a:cubicBezTo>
                        <a:pt x="74" y="16"/>
                        <a:pt x="74" y="16"/>
                        <a:pt x="74" y="16"/>
                      </a:cubicBezTo>
                      <a:cubicBezTo>
                        <a:pt x="73" y="15"/>
                        <a:pt x="73" y="15"/>
                        <a:pt x="73" y="15"/>
                      </a:cubicBezTo>
                      <a:cubicBezTo>
                        <a:pt x="73" y="15"/>
                        <a:pt x="73" y="15"/>
                        <a:pt x="73" y="15"/>
                      </a:cubicBezTo>
                      <a:cubicBezTo>
                        <a:pt x="73" y="16"/>
                        <a:pt x="73" y="16"/>
                        <a:pt x="73" y="16"/>
                      </a:cubicBezTo>
                      <a:cubicBezTo>
                        <a:pt x="72" y="16"/>
                        <a:pt x="72" y="16"/>
                        <a:pt x="72" y="16"/>
                      </a:cubicBezTo>
                      <a:cubicBezTo>
                        <a:pt x="72" y="16"/>
                        <a:pt x="72" y="16"/>
                        <a:pt x="72" y="16"/>
                      </a:cubicBezTo>
                      <a:cubicBezTo>
                        <a:pt x="72" y="17"/>
                        <a:pt x="71" y="17"/>
                        <a:pt x="71" y="17"/>
                      </a:cubicBezTo>
                      <a:cubicBezTo>
                        <a:pt x="71" y="17"/>
                        <a:pt x="71" y="17"/>
                        <a:pt x="71" y="17"/>
                      </a:cubicBezTo>
                      <a:cubicBezTo>
                        <a:pt x="71" y="17"/>
                        <a:pt x="70" y="17"/>
                        <a:pt x="70" y="17"/>
                      </a:cubicBezTo>
                      <a:cubicBezTo>
                        <a:pt x="70" y="17"/>
                        <a:pt x="70" y="17"/>
                        <a:pt x="70" y="17"/>
                      </a:cubicBezTo>
                      <a:cubicBezTo>
                        <a:pt x="70" y="17"/>
                        <a:pt x="70" y="17"/>
                        <a:pt x="70" y="17"/>
                      </a:cubicBezTo>
                      <a:cubicBezTo>
                        <a:pt x="69" y="17"/>
                        <a:pt x="69" y="16"/>
                        <a:pt x="69" y="16"/>
                      </a:cubicBezTo>
                      <a:cubicBezTo>
                        <a:pt x="69" y="16"/>
                        <a:pt x="69" y="16"/>
                        <a:pt x="69" y="16"/>
                      </a:cubicBezTo>
                      <a:cubicBezTo>
                        <a:pt x="69" y="16"/>
                        <a:pt x="69" y="16"/>
                        <a:pt x="69" y="16"/>
                      </a:cubicBezTo>
                      <a:cubicBezTo>
                        <a:pt x="68" y="16"/>
                        <a:pt x="67" y="16"/>
                        <a:pt x="67" y="16"/>
                      </a:cubicBezTo>
                      <a:cubicBezTo>
                        <a:pt x="67" y="15"/>
                        <a:pt x="67" y="15"/>
                        <a:pt x="67" y="15"/>
                      </a:cubicBezTo>
                      <a:cubicBezTo>
                        <a:pt x="67" y="15"/>
                        <a:pt x="67" y="15"/>
                        <a:pt x="67" y="15"/>
                      </a:cubicBezTo>
                      <a:cubicBezTo>
                        <a:pt x="67" y="15"/>
                        <a:pt x="66" y="16"/>
                        <a:pt x="66" y="16"/>
                      </a:cubicBezTo>
                      <a:cubicBezTo>
                        <a:pt x="66" y="16"/>
                        <a:pt x="66" y="17"/>
                        <a:pt x="66" y="17"/>
                      </a:cubicBezTo>
                      <a:cubicBezTo>
                        <a:pt x="66" y="17"/>
                        <a:pt x="65" y="17"/>
                        <a:pt x="65" y="17"/>
                      </a:cubicBezTo>
                      <a:cubicBezTo>
                        <a:pt x="65" y="17"/>
                        <a:pt x="65" y="16"/>
                        <a:pt x="65" y="16"/>
                      </a:cubicBezTo>
                      <a:cubicBezTo>
                        <a:pt x="65" y="16"/>
                        <a:pt x="65" y="17"/>
                        <a:pt x="65" y="17"/>
                      </a:cubicBezTo>
                      <a:cubicBezTo>
                        <a:pt x="65" y="17"/>
                        <a:pt x="65" y="17"/>
                        <a:pt x="65" y="17"/>
                      </a:cubicBezTo>
                      <a:cubicBezTo>
                        <a:pt x="64" y="17"/>
                        <a:pt x="64" y="17"/>
                        <a:pt x="64" y="17"/>
                      </a:cubicBezTo>
                      <a:cubicBezTo>
                        <a:pt x="64" y="17"/>
                        <a:pt x="64" y="17"/>
                        <a:pt x="64" y="17"/>
                      </a:cubicBezTo>
                      <a:cubicBezTo>
                        <a:pt x="64" y="17"/>
                        <a:pt x="63" y="18"/>
                        <a:pt x="63" y="18"/>
                      </a:cubicBezTo>
                      <a:cubicBezTo>
                        <a:pt x="63" y="18"/>
                        <a:pt x="63" y="17"/>
                        <a:pt x="62" y="17"/>
                      </a:cubicBezTo>
                      <a:cubicBezTo>
                        <a:pt x="62" y="17"/>
                        <a:pt x="62" y="16"/>
                        <a:pt x="61" y="16"/>
                      </a:cubicBezTo>
                      <a:cubicBezTo>
                        <a:pt x="61" y="17"/>
                        <a:pt x="61" y="17"/>
                        <a:pt x="61" y="17"/>
                      </a:cubicBezTo>
                      <a:cubicBezTo>
                        <a:pt x="61" y="17"/>
                        <a:pt x="60" y="17"/>
                        <a:pt x="60" y="17"/>
                      </a:cubicBezTo>
                      <a:cubicBezTo>
                        <a:pt x="60" y="17"/>
                        <a:pt x="60" y="17"/>
                        <a:pt x="60" y="17"/>
                      </a:cubicBezTo>
                      <a:cubicBezTo>
                        <a:pt x="60" y="17"/>
                        <a:pt x="59" y="17"/>
                        <a:pt x="59" y="17"/>
                      </a:cubicBezTo>
                      <a:cubicBezTo>
                        <a:pt x="59" y="17"/>
                        <a:pt x="59" y="17"/>
                        <a:pt x="59" y="17"/>
                      </a:cubicBezTo>
                      <a:cubicBezTo>
                        <a:pt x="59" y="17"/>
                        <a:pt x="58" y="16"/>
                        <a:pt x="58" y="16"/>
                      </a:cubicBezTo>
                      <a:cubicBezTo>
                        <a:pt x="58" y="16"/>
                        <a:pt x="58" y="17"/>
                        <a:pt x="58" y="17"/>
                      </a:cubicBezTo>
                      <a:cubicBezTo>
                        <a:pt x="58" y="16"/>
                        <a:pt x="57" y="16"/>
                        <a:pt x="57" y="16"/>
                      </a:cubicBezTo>
                      <a:cubicBezTo>
                        <a:pt x="57" y="16"/>
                        <a:pt x="57" y="16"/>
                        <a:pt x="57" y="15"/>
                      </a:cubicBezTo>
                      <a:cubicBezTo>
                        <a:pt x="57" y="15"/>
                        <a:pt x="58" y="15"/>
                        <a:pt x="58" y="15"/>
                      </a:cubicBezTo>
                      <a:cubicBezTo>
                        <a:pt x="58" y="15"/>
                        <a:pt x="58" y="14"/>
                        <a:pt x="58" y="14"/>
                      </a:cubicBezTo>
                      <a:cubicBezTo>
                        <a:pt x="58" y="14"/>
                        <a:pt x="58" y="14"/>
                        <a:pt x="58" y="14"/>
                      </a:cubicBezTo>
                      <a:cubicBezTo>
                        <a:pt x="58" y="14"/>
                        <a:pt x="58" y="13"/>
                        <a:pt x="58" y="13"/>
                      </a:cubicBezTo>
                      <a:cubicBezTo>
                        <a:pt x="58" y="13"/>
                        <a:pt x="57" y="13"/>
                        <a:pt x="57" y="13"/>
                      </a:cubicBezTo>
                      <a:cubicBezTo>
                        <a:pt x="57" y="13"/>
                        <a:pt x="57" y="12"/>
                        <a:pt x="57" y="12"/>
                      </a:cubicBezTo>
                      <a:cubicBezTo>
                        <a:pt x="56" y="13"/>
                        <a:pt x="56" y="13"/>
                        <a:pt x="56" y="13"/>
                      </a:cubicBezTo>
                      <a:cubicBezTo>
                        <a:pt x="56" y="13"/>
                        <a:pt x="56" y="13"/>
                        <a:pt x="56" y="13"/>
                      </a:cubicBezTo>
                      <a:cubicBezTo>
                        <a:pt x="56" y="13"/>
                        <a:pt x="55" y="13"/>
                        <a:pt x="55" y="12"/>
                      </a:cubicBezTo>
                      <a:cubicBezTo>
                        <a:pt x="55" y="12"/>
                        <a:pt x="55" y="12"/>
                        <a:pt x="55" y="12"/>
                      </a:cubicBezTo>
                      <a:cubicBezTo>
                        <a:pt x="55" y="11"/>
                        <a:pt x="55" y="11"/>
                        <a:pt x="55" y="11"/>
                      </a:cubicBezTo>
                      <a:cubicBezTo>
                        <a:pt x="55" y="11"/>
                        <a:pt x="54" y="10"/>
                        <a:pt x="54" y="10"/>
                      </a:cubicBezTo>
                      <a:cubicBezTo>
                        <a:pt x="54" y="10"/>
                        <a:pt x="54" y="10"/>
                        <a:pt x="54" y="10"/>
                      </a:cubicBezTo>
                      <a:cubicBezTo>
                        <a:pt x="54" y="9"/>
                        <a:pt x="54" y="9"/>
                        <a:pt x="54" y="9"/>
                      </a:cubicBezTo>
                      <a:cubicBezTo>
                        <a:pt x="54" y="9"/>
                        <a:pt x="54" y="8"/>
                        <a:pt x="54" y="8"/>
                      </a:cubicBezTo>
                      <a:cubicBezTo>
                        <a:pt x="54" y="8"/>
                        <a:pt x="53" y="9"/>
                        <a:pt x="53" y="9"/>
                      </a:cubicBezTo>
                      <a:cubicBezTo>
                        <a:pt x="53" y="9"/>
                        <a:pt x="52" y="9"/>
                        <a:pt x="52" y="9"/>
                      </a:cubicBezTo>
                      <a:cubicBezTo>
                        <a:pt x="52" y="9"/>
                        <a:pt x="52" y="8"/>
                        <a:pt x="52" y="8"/>
                      </a:cubicBezTo>
                      <a:cubicBezTo>
                        <a:pt x="52" y="8"/>
                        <a:pt x="51" y="7"/>
                        <a:pt x="51" y="7"/>
                      </a:cubicBezTo>
                      <a:cubicBezTo>
                        <a:pt x="51" y="7"/>
                        <a:pt x="51" y="7"/>
                        <a:pt x="51" y="7"/>
                      </a:cubicBezTo>
                      <a:cubicBezTo>
                        <a:pt x="51" y="7"/>
                        <a:pt x="51" y="7"/>
                        <a:pt x="51" y="7"/>
                      </a:cubicBezTo>
                      <a:cubicBezTo>
                        <a:pt x="50" y="7"/>
                        <a:pt x="50" y="7"/>
                        <a:pt x="50" y="7"/>
                      </a:cubicBezTo>
                      <a:cubicBezTo>
                        <a:pt x="50" y="7"/>
                        <a:pt x="50" y="7"/>
                        <a:pt x="49" y="7"/>
                      </a:cubicBezTo>
                      <a:cubicBezTo>
                        <a:pt x="49" y="7"/>
                        <a:pt x="49" y="7"/>
                        <a:pt x="49" y="6"/>
                      </a:cubicBezTo>
                      <a:cubicBezTo>
                        <a:pt x="49" y="6"/>
                        <a:pt x="49" y="6"/>
                        <a:pt x="49" y="6"/>
                      </a:cubicBezTo>
                      <a:cubicBezTo>
                        <a:pt x="49" y="6"/>
                        <a:pt x="49" y="6"/>
                        <a:pt x="49" y="6"/>
                      </a:cubicBezTo>
                      <a:cubicBezTo>
                        <a:pt x="49" y="5"/>
                        <a:pt x="49" y="5"/>
                        <a:pt x="49" y="5"/>
                      </a:cubicBezTo>
                      <a:cubicBezTo>
                        <a:pt x="49" y="5"/>
                        <a:pt x="49" y="5"/>
                        <a:pt x="49" y="5"/>
                      </a:cubicBezTo>
                      <a:cubicBezTo>
                        <a:pt x="47" y="2"/>
                        <a:pt x="47" y="2"/>
                        <a:pt x="47" y="2"/>
                      </a:cubicBezTo>
                      <a:cubicBezTo>
                        <a:pt x="46" y="2"/>
                        <a:pt x="46" y="2"/>
                        <a:pt x="46" y="2"/>
                      </a:cubicBezTo>
                      <a:cubicBezTo>
                        <a:pt x="46" y="2"/>
                        <a:pt x="46" y="2"/>
                        <a:pt x="46" y="2"/>
                      </a:cubicBezTo>
                      <a:cubicBezTo>
                        <a:pt x="46" y="1"/>
                        <a:pt x="46" y="1"/>
                        <a:pt x="46" y="1"/>
                      </a:cubicBezTo>
                      <a:cubicBezTo>
                        <a:pt x="45" y="1"/>
                        <a:pt x="45" y="1"/>
                        <a:pt x="45" y="1"/>
                      </a:cubicBezTo>
                      <a:cubicBezTo>
                        <a:pt x="45" y="2"/>
                        <a:pt x="45" y="2"/>
                        <a:pt x="45" y="2"/>
                      </a:cubicBezTo>
                      <a:cubicBezTo>
                        <a:pt x="45" y="2"/>
                        <a:pt x="45" y="2"/>
                        <a:pt x="45" y="2"/>
                      </a:cubicBezTo>
                      <a:cubicBezTo>
                        <a:pt x="45" y="2"/>
                        <a:pt x="44" y="1"/>
                        <a:pt x="44" y="1"/>
                      </a:cubicBezTo>
                      <a:cubicBezTo>
                        <a:pt x="43" y="0"/>
                        <a:pt x="43" y="0"/>
                        <a:pt x="43" y="0"/>
                      </a:cubicBezTo>
                      <a:cubicBezTo>
                        <a:pt x="42" y="1"/>
                        <a:pt x="42" y="1"/>
                        <a:pt x="42" y="1"/>
                      </a:cubicBezTo>
                      <a:cubicBezTo>
                        <a:pt x="41" y="1"/>
                        <a:pt x="41" y="1"/>
                        <a:pt x="41" y="1"/>
                      </a:cubicBezTo>
                      <a:cubicBezTo>
                        <a:pt x="41" y="1"/>
                        <a:pt x="41" y="1"/>
                        <a:pt x="41" y="1"/>
                      </a:cubicBezTo>
                      <a:cubicBezTo>
                        <a:pt x="40" y="1"/>
                        <a:pt x="40" y="1"/>
                        <a:pt x="40" y="1"/>
                      </a:cubicBezTo>
                      <a:cubicBezTo>
                        <a:pt x="40" y="1"/>
                        <a:pt x="40" y="1"/>
                        <a:pt x="40" y="1"/>
                      </a:cubicBezTo>
                      <a:cubicBezTo>
                        <a:pt x="40" y="1"/>
                        <a:pt x="41" y="2"/>
                        <a:pt x="41" y="2"/>
                      </a:cubicBezTo>
                      <a:cubicBezTo>
                        <a:pt x="41" y="2"/>
                        <a:pt x="41" y="3"/>
                        <a:pt x="42" y="3"/>
                      </a:cubicBezTo>
                      <a:cubicBezTo>
                        <a:pt x="42" y="3"/>
                        <a:pt x="43" y="4"/>
                        <a:pt x="43" y="4"/>
                      </a:cubicBezTo>
                      <a:cubicBezTo>
                        <a:pt x="42" y="5"/>
                        <a:pt x="42" y="5"/>
                        <a:pt x="42" y="5"/>
                      </a:cubicBezTo>
                      <a:cubicBezTo>
                        <a:pt x="43" y="6"/>
                        <a:pt x="43" y="6"/>
                        <a:pt x="43" y="6"/>
                      </a:cubicBezTo>
                      <a:cubicBezTo>
                        <a:pt x="43" y="7"/>
                        <a:pt x="43" y="7"/>
                        <a:pt x="43" y="7"/>
                      </a:cubicBezTo>
                      <a:cubicBezTo>
                        <a:pt x="43" y="7"/>
                        <a:pt x="42" y="7"/>
                        <a:pt x="42" y="7"/>
                      </a:cubicBezTo>
                      <a:cubicBezTo>
                        <a:pt x="42" y="7"/>
                        <a:pt x="42" y="6"/>
                        <a:pt x="42" y="6"/>
                      </a:cubicBezTo>
                      <a:cubicBezTo>
                        <a:pt x="40" y="11"/>
                        <a:pt x="40" y="11"/>
                        <a:pt x="40" y="11"/>
                      </a:cubicBezTo>
                      <a:cubicBezTo>
                        <a:pt x="37" y="15"/>
                        <a:pt x="37" y="15"/>
                        <a:pt x="37" y="15"/>
                      </a:cubicBezTo>
                      <a:cubicBezTo>
                        <a:pt x="33" y="18"/>
                        <a:pt x="33" y="18"/>
                        <a:pt x="33" y="18"/>
                      </a:cubicBezTo>
                      <a:cubicBezTo>
                        <a:pt x="29" y="20"/>
                        <a:pt x="29" y="20"/>
                        <a:pt x="29" y="20"/>
                      </a:cubicBezTo>
                      <a:cubicBezTo>
                        <a:pt x="24" y="21"/>
                        <a:pt x="24" y="21"/>
                        <a:pt x="24" y="21"/>
                      </a:cubicBezTo>
                      <a:cubicBezTo>
                        <a:pt x="22" y="23"/>
                        <a:pt x="22" y="23"/>
                        <a:pt x="22" y="23"/>
                      </a:cubicBezTo>
                      <a:cubicBezTo>
                        <a:pt x="22" y="24"/>
                        <a:pt x="22" y="24"/>
                        <a:pt x="22" y="24"/>
                      </a:cubicBezTo>
                      <a:cubicBezTo>
                        <a:pt x="22" y="25"/>
                        <a:pt x="22" y="25"/>
                        <a:pt x="22" y="25"/>
                      </a:cubicBezTo>
                      <a:cubicBezTo>
                        <a:pt x="22" y="24"/>
                        <a:pt x="22" y="24"/>
                        <a:pt x="22" y="24"/>
                      </a:cubicBezTo>
                      <a:cubicBezTo>
                        <a:pt x="22" y="24"/>
                        <a:pt x="21" y="24"/>
                        <a:pt x="21" y="24"/>
                      </a:cubicBezTo>
                      <a:cubicBezTo>
                        <a:pt x="21" y="24"/>
                        <a:pt x="21" y="24"/>
                        <a:pt x="21" y="24"/>
                      </a:cubicBezTo>
                      <a:cubicBezTo>
                        <a:pt x="21" y="24"/>
                        <a:pt x="20" y="25"/>
                        <a:pt x="20" y="25"/>
                      </a:cubicBezTo>
                      <a:cubicBezTo>
                        <a:pt x="20" y="25"/>
                        <a:pt x="20" y="26"/>
                        <a:pt x="20" y="26"/>
                      </a:cubicBezTo>
                      <a:cubicBezTo>
                        <a:pt x="20" y="27"/>
                        <a:pt x="20" y="27"/>
                        <a:pt x="20" y="27"/>
                      </a:cubicBezTo>
                      <a:cubicBezTo>
                        <a:pt x="20" y="27"/>
                        <a:pt x="19" y="28"/>
                        <a:pt x="19" y="28"/>
                      </a:cubicBezTo>
                      <a:cubicBezTo>
                        <a:pt x="19" y="28"/>
                        <a:pt x="19" y="29"/>
                        <a:pt x="19" y="29"/>
                      </a:cubicBezTo>
                      <a:cubicBezTo>
                        <a:pt x="19" y="29"/>
                        <a:pt x="19" y="30"/>
                        <a:pt x="19" y="30"/>
                      </a:cubicBezTo>
                      <a:cubicBezTo>
                        <a:pt x="18" y="30"/>
                        <a:pt x="19" y="30"/>
                        <a:pt x="19" y="30"/>
                      </a:cubicBezTo>
                      <a:cubicBezTo>
                        <a:pt x="19" y="31"/>
                        <a:pt x="19" y="31"/>
                        <a:pt x="19" y="31"/>
                      </a:cubicBezTo>
                      <a:cubicBezTo>
                        <a:pt x="19" y="31"/>
                        <a:pt x="19" y="32"/>
                        <a:pt x="19" y="32"/>
                      </a:cubicBezTo>
                      <a:cubicBezTo>
                        <a:pt x="19" y="32"/>
                        <a:pt x="18" y="33"/>
                        <a:pt x="18" y="33"/>
                      </a:cubicBezTo>
                      <a:cubicBezTo>
                        <a:pt x="18" y="33"/>
                        <a:pt x="17" y="33"/>
                        <a:pt x="17" y="33"/>
                      </a:cubicBezTo>
                      <a:cubicBezTo>
                        <a:pt x="17" y="33"/>
                        <a:pt x="17" y="34"/>
                        <a:pt x="17" y="34"/>
                      </a:cubicBezTo>
                      <a:cubicBezTo>
                        <a:pt x="17" y="34"/>
                        <a:pt x="16" y="35"/>
                        <a:pt x="16" y="35"/>
                      </a:cubicBezTo>
                      <a:cubicBezTo>
                        <a:pt x="16" y="35"/>
                        <a:pt x="16" y="35"/>
                        <a:pt x="16" y="35"/>
                      </a:cubicBezTo>
                      <a:cubicBezTo>
                        <a:pt x="16" y="35"/>
                        <a:pt x="16" y="35"/>
                        <a:pt x="16" y="35"/>
                      </a:cubicBezTo>
                      <a:cubicBezTo>
                        <a:pt x="16" y="35"/>
                        <a:pt x="15" y="35"/>
                        <a:pt x="15" y="35"/>
                      </a:cubicBezTo>
                      <a:cubicBezTo>
                        <a:pt x="15" y="35"/>
                        <a:pt x="14" y="35"/>
                        <a:pt x="14" y="35"/>
                      </a:cubicBezTo>
                      <a:cubicBezTo>
                        <a:pt x="14" y="35"/>
                        <a:pt x="13" y="34"/>
                        <a:pt x="13" y="34"/>
                      </a:cubicBezTo>
                      <a:cubicBezTo>
                        <a:pt x="13" y="34"/>
                        <a:pt x="13" y="33"/>
                        <a:pt x="13" y="33"/>
                      </a:cubicBezTo>
                      <a:cubicBezTo>
                        <a:pt x="13" y="33"/>
                        <a:pt x="13" y="32"/>
                        <a:pt x="13" y="32"/>
                      </a:cubicBezTo>
                      <a:cubicBezTo>
                        <a:pt x="13" y="32"/>
                        <a:pt x="12" y="32"/>
                        <a:pt x="12" y="31"/>
                      </a:cubicBezTo>
                      <a:cubicBezTo>
                        <a:pt x="12" y="31"/>
                        <a:pt x="11" y="31"/>
                        <a:pt x="11" y="31"/>
                      </a:cubicBezTo>
                      <a:cubicBezTo>
                        <a:pt x="11" y="31"/>
                        <a:pt x="10" y="31"/>
                        <a:pt x="10" y="31"/>
                      </a:cubicBezTo>
                      <a:cubicBezTo>
                        <a:pt x="10" y="31"/>
                        <a:pt x="9" y="31"/>
                        <a:pt x="9" y="31"/>
                      </a:cubicBezTo>
                      <a:cubicBezTo>
                        <a:pt x="9" y="31"/>
                        <a:pt x="8" y="30"/>
                        <a:pt x="8" y="30"/>
                      </a:cubicBezTo>
                      <a:cubicBezTo>
                        <a:pt x="8" y="30"/>
                        <a:pt x="7" y="31"/>
                        <a:pt x="7" y="31"/>
                      </a:cubicBezTo>
                      <a:cubicBezTo>
                        <a:pt x="6" y="31"/>
                        <a:pt x="6" y="31"/>
                        <a:pt x="6" y="31"/>
                      </a:cubicBezTo>
                      <a:cubicBezTo>
                        <a:pt x="6" y="31"/>
                        <a:pt x="6" y="31"/>
                        <a:pt x="6" y="31"/>
                      </a:cubicBezTo>
                      <a:cubicBezTo>
                        <a:pt x="6" y="31"/>
                        <a:pt x="6" y="31"/>
                        <a:pt x="6" y="31"/>
                      </a:cubicBezTo>
                      <a:cubicBezTo>
                        <a:pt x="6" y="30"/>
                        <a:pt x="6" y="30"/>
                        <a:pt x="6" y="30"/>
                      </a:cubicBezTo>
                      <a:cubicBezTo>
                        <a:pt x="7" y="30"/>
                        <a:pt x="7" y="30"/>
                        <a:pt x="7" y="30"/>
                      </a:cubicBezTo>
                      <a:cubicBezTo>
                        <a:pt x="6" y="29"/>
                        <a:pt x="6" y="29"/>
                        <a:pt x="6" y="29"/>
                      </a:cubicBezTo>
                      <a:cubicBezTo>
                        <a:pt x="6" y="29"/>
                        <a:pt x="6" y="29"/>
                        <a:pt x="6" y="29"/>
                      </a:cubicBezTo>
                      <a:cubicBezTo>
                        <a:pt x="6" y="29"/>
                        <a:pt x="6" y="29"/>
                        <a:pt x="6" y="29"/>
                      </a:cubicBezTo>
                      <a:cubicBezTo>
                        <a:pt x="6" y="28"/>
                        <a:pt x="6" y="28"/>
                        <a:pt x="6" y="28"/>
                      </a:cubicBezTo>
                      <a:cubicBezTo>
                        <a:pt x="6" y="28"/>
                        <a:pt x="7" y="28"/>
                        <a:pt x="7" y="28"/>
                      </a:cubicBezTo>
                      <a:cubicBezTo>
                        <a:pt x="7" y="28"/>
                        <a:pt x="8" y="28"/>
                        <a:pt x="8" y="28"/>
                      </a:cubicBezTo>
                      <a:cubicBezTo>
                        <a:pt x="8" y="28"/>
                        <a:pt x="8" y="27"/>
                        <a:pt x="8" y="27"/>
                      </a:cubicBezTo>
                      <a:cubicBezTo>
                        <a:pt x="8" y="26"/>
                        <a:pt x="8" y="26"/>
                        <a:pt x="8" y="26"/>
                      </a:cubicBezTo>
                      <a:cubicBezTo>
                        <a:pt x="8" y="26"/>
                        <a:pt x="8" y="26"/>
                        <a:pt x="8" y="26"/>
                      </a:cubicBezTo>
                      <a:cubicBezTo>
                        <a:pt x="7" y="24"/>
                        <a:pt x="7" y="24"/>
                        <a:pt x="7" y="24"/>
                      </a:cubicBezTo>
                      <a:cubicBezTo>
                        <a:pt x="7" y="24"/>
                        <a:pt x="7" y="25"/>
                        <a:pt x="6" y="25"/>
                      </a:cubicBezTo>
                      <a:cubicBezTo>
                        <a:pt x="6" y="25"/>
                        <a:pt x="5" y="25"/>
                        <a:pt x="5" y="26"/>
                      </a:cubicBezTo>
                      <a:cubicBezTo>
                        <a:pt x="5" y="26"/>
                        <a:pt x="4" y="26"/>
                        <a:pt x="4" y="27"/>
                      </a:cubicBezTo>
                      <a:cubicBezTo>
                        <a:pt x="4" y="27"/>
                        <a:pt x="3" y="28"/>
                        <a:pt x="3" y="28"/>
                      </a:cubicBezTo>
                      <a:cubicBezTo>
                        <a:pt x="3" y="28"/>
                        <a:pt x="2" y="29"/>
                        <a:pt x="2" y="29"/>
                      </a:cubicBezTo>
                      <a:cubicBezTo>
                        <a:pt x="2" y="29"/>
                        <a:pt x="2" y="30"/>
                        <a:pt x="1" y="30"/>
                      </a:cubicBezTo>
                      <a:cubicBezTo>
                        <a:pt x="1" y="30"/>
                        <a:pt x="1" y="30"/>
                        <a:pt x="1" y="30"/>
                      </a:cubicBezTo>
                      <a:cubicBezTo>
                        <a:pt x="1" y="30"/>
                        <a:pt x="1" y="31"/>
                        <a:pt x="1" y="31"/>
                      </a:cubicBezTo>
                      <a:cubicBezTo>
                        <a:pt x="1" y="31"/>
                        <a:pt x="1" y="31"/>
                        <a:pt x="0" y="31"/>
                      </a:cubicBezTo>
                      <a:cubicBezTo>
                        <a:pt x="0" y="31"/>
                        <a:pt x="0" y="32"/>
                        <a:pt x="0" y="32"/>
                      </a:cubicBezTo>
                      <a:cubicBezTo>
                        <a:pt x="0" y="32"/>
                        <a:pt x="0" y="32"/>
                        <a:pt x="0" y="33"/>
                      </a:cubicBezTo>
                      <a:cubicBezTo>
                        <a:pt x="0" y="33"/>
                        <a:pt x="0" y="33"/>
                        <a:pt x="0" y="33"/>
                      </a:cubicBezTo>
                      <a:cubicBezTo>
                        <a:pt x="0" y="33"/>
                        <a:pt x="0" y="34"/>
                        <a:pt x="1" y="34"/>
                      </a:cubicBezTo>
                      <a:cubicBezTo>
                        <a:pt x="1" y="34"/>
                        <a:pt x="1" y="35"/>
                        <a:pt x="2" y="35"/>
                      </a:cubicBezTo>
                      <a:cubicBezTo>
                        <a:pt x="2" y="35"/>
                        <a:pt x="2" y="36"/>
                        <a:pt x="2" y="36"/>
                      </a:cubicBezTo>
                      <a:cubicBezTo>
                        <a:pt x="2" y="36"/>
                        <a:pt x="1" y="36"/>
                        <a:pt x="1" y="36"/>
                      </a:cubicBezTo>
                      <a:cubicBezTo>
                        <a:pt x="1" y="36"/>
                        <a:pt x="1" y="37"/>
                        <a:pt x="1" y="37"/>
                      </a:cubicBezTo>
                      <a:cubicBezTo>
                        <a:pt x="1" y="37"/>
                        <a:pt x="2" y="38"/>
                        <a:pt x="2" y="38"/>
                      </a:cubicBezTo>
                      <a:cubicBezTo>
                        <a:pt x="2" y="39"/>
                        <a:pt x="3" y="39"/>
                        <a:pt x="3" y="39"/>
                      </a:cubicBezTo>
                      <a:cubicBezTo>
                        <a:pt x="3" y="39"/>
                        <a:pt x="3" y="40"/>
                        <a:pt x="3" y="40"/>
                      </a:cubicBezTo>
                      <a:cubicBezTo>
                        <a:pt x="3" y="40"/>
                        <a:pt x="3" y="41"/>
                        <a:pt x="3" y="41"/>
                      </a:cubicBezTo>
                      <a:cubicBezTo>
                        <a:pt x="3" y="41"/>
                        <a:pt x="2" y="41"/>
                        <a:pt x="2" y="41"/>
                      </a:cubicBezTo>
                      <a:cubicBezTo>
                        <a:pt x="2" y="41"/>
                        <a:pt x="1" y="41"/>
                        <a:pt x="1" y="42"/>
                      </a:cubicBezTo>
                      <a:cubicBezTo>
                        <a:pt x="1" y="42"/>
                        <a:pt x="1" y="42"/>
                        <a:pt x="1" y="42"/>
                      </a:cubicBezTo>
                      <a:cubicBezTo>
                        <a:pt x="1" y="43"/>
                        <a:pt x="2" y="43"/>
                        <a:pt x="2" y="43"/>
                      </a:cubicBezTo>
                      <a:cubicBezTo>
                        <a:pt x="2" y="43"/>
                        <a:pt x="4" y="45"/>
                        <a:pt x="5" y="45"/>
                      </a:cubicBezTo>
                      <a:cubicBezTo>
                        <a:pt x="5" y="45"/>
                        <a:pt x="6" y="46"/>
                        <a:pt x="6" y="46"/>
                      </a:cubicBezTo>
                      <a:cubicBezTo>
                        <a:pt x="7" y="46"/>
                        <a:pt x="8" y="47"/>
                        <a:pt x="8" y="47"/>
                      </a:cubicBezTo>
                      <a:cubicBezTo>
                        <a:pt x="8" y="47"/>
                        <a:pt x="9" y="48"/>
                        <a:pt x="9" y="48"/>
                      </a:cubicBezTo>
                      <a:cubicBezTo>
                        <a:pt x="9" y="48"/>
                        <a:pt x="11" y="49"/>
                        <a:pt x="11" y="50"/>
                      </a:cubicBezTo>
                      <a:cubicBezTo>
                        <a:pt x="11" y="50"/>
                        <a:pt x="11" y="50"/>
                        <a:pt x="11" y="50"/>
                      </a:cubicBezTo>
                      <a:cubicBezTo>
                        <a:pt x="11" y="51"/>
                        <a:pt x="11" y="51"/>
                        <a:pt x="11" y="51"/>
                      </a:cubicBezTo>
                      <a:cubicBezTo>
                        <a:pt x="12" y="51"/>
                        <a:pt x="12" y="52"/>
                        <a:pt x="12" y="52"/>
                      </a:cubicBezTo>
                      <a:cubicBezTo>
                        <a:pt x="12" y="52"/>
                        <a:pt x="12" y="52"/>
                        <a:pt x="12" y="52"/>
                      </a:cubicBezTo>
                      <a:cubicBezTo>
                        <a:pt x="12" y="53"/>
                        <a:pt x="12" y="53"/>
                        <a:pt x="12" y="53"/>
                      </a:cubicBezTo>
                      <a:cubicBezTo>
                        <a:pt x="13" y="54"/>
                        <a:pt x="13" y="54"/>
                        <a:pt x="13" y="54"/>
                      </a:cubicBezTo>
                      <a:cubicBezTo>
                        <a:pt x="13" y="54"/>
                        <a:pt x="13" y="54"/>
                        <a:pt x="13" y="55"/>
                      </a:cubicBezTo>
                      <a:cubicBezTo>
                        <a:pt x="13" y="55"/>
                        <a:pt x="14" y="56"/>
                        <a:pt x="14" y="56"/>
                      </a:cubicBezTo>
                      <a:cubicBezTo>
                        <a:pt x="14" y="56"/>
                        <a:pt x="16" y="58"/>
                        <a:pt x="16" y="58"/>
                      </a:cubicBezTo>
                      <a:cubicBezTo>
                        <a:pt x="16" y="59"/>
                        <a:pt x="17" y="59"/>
                        <a:pt x="17" y="60"/>
                      </a:cubicBezTo>
                      <a:cubicBezTo>
                        <a:pt x="17" y="60"/>
                        <a:pt x="17" y="60"/>
                        <a:pt x="17" y="60"/>
                      </a:cubicBezTo>
                      <a:cubicBezTo>
                        <a:pt x="17" y="60"/>
                        <a:pt x="18" y="61"/>
                        <a:pt x="18" y="61"/>
                      </a:cubicBezTo>
                      <a:cubicBezTo>
                        <a:pt x="18" y="61"/>
                        <a:pt x="18" y="61"/>
                        <a:pt x="18" y="61"/>
                      </a:cubicBezTo>
                      <a:cubicBezTo>
                        <a:pt x="18" y="61"/>
                        <a:pt x="18" y="62"/>
                        <a:pt x="18" y="62"/>
                      </a:cubicBezTo>
                      <a:cubicBezTo>
                        <a:pt x="18" y="62"/>
                        <a:pt x="18" y="62"/>
                        <a:pt x="18" y="62"/>
                      </a:cubicBezTo>
                      <a:cubicBezTo>
                        <a:pt x="18" y="63"/>
                        <a:pt x="19" y="63"/>
                        <a:pt x="19" y="63"/>
                      </a:cubicBezTo>
                      <a:cubicBezTo>
                        <a:pt x="19" y="63"/>
                        <a:pt x="19" y="64"/>
                        <a:pt x="19" y="64"/>
                      </a:cubicBezTo>
                      <a:cubicBezTo>
                        <a:pt x="19" y="64"/>
                        <a:pt x="19" y="65"/>
                        <a:pt x="19" y="65"/>
                      </a:cubicBezTo>
                      <a:cubicBezTo>
                        <a:pt x="20" y="65"/>
                        <a:pt x="20" y="66"/>
                        <a:pt x="20" y="66"/>
                      </a:cubicBezTo>
                      <a:cubicBezTo>
                        <a:pt x="20" y="66"/>
                        <a:pt x="20" y="66"/>
                        <a:pt x="20" y="67"/>
                      </a:cubicBezTo>
                      <a:cubicBezTo>
                        <a:pt x="20" y="67"/>
                        <a:pt x="20" y="67"/>
                        <a:pt x="20" y="67"/>
                      </a:cubicBezTo>
                      <a:cubicBezTo>
                        <a:pt x="20" y="68"/>
                        <a:pt x="21" y="68"/>
                        <a:pt x="21" y="68"/>
                      </a:cubicBezTo>
                      <a:cubicBezTo>
                        <a:pt x="21" y="68"/>
                        <a:pt x="21" y="69"/>
                        <a:pt x="21" y="69"/>
                      </a:cubicBezTo>
                      <a:cubicBezTo>
                        <a:pt x="21" y="69"/>
                        <a:pt x="22" y="69"/>
                        <a:pt x="22" y="69"/>
                      </a:cubicBezTo>
                      <a:cubicBezTo>
                        <a:pt x="22" y="70"/>
                        <a:pt x="22" y="70"/>
                        <a:pt x="22" y="70"/>
                      </a:cubicBezTo>
                      <a:cubicBezTo>
                        <a:pt x="22" y="71"/>
                        <a:pt x="22" y="71"/>
                        <a:pt x="22" y="71"/>
                      </a:cubicBezTo>
                      <a:cubicBezTo>
                        <a:pt x="22" y="72"/>
                        <a:pt x="22" y="72"/>
                        <a:pt x="22" y="72"/>
                      </a:cubicBezTo>
                      <a:cubicBezTo>
                        <a:pt x="23" y="72"/>
                        <a:pt x="23" y="72"/>
                        <a:pt x="23" y="73"/>
                      </a:cubicBezTo>
                      <a:cubicBezTo>
                        <a:pt x="23" y="73"/>
                        <a:pt x="23" y="73"/>
                        <a:pt x="23" y="74"/>
                      </a:cubicBezTo>
                      <a:cubicBezTo>
                        <a:pt x="23" y="74"/>
                        <a:pt x="23" y="74"/>
                        <a:pt x="24" y="74"/>
                      </a:cubicBezTo>
                      <a:cubicBezTo>
                        <a:pt x="24" y="75"/>
                        <a:pt x="24" y="75"/>
                        <a:pt x="24" y="75"/>
                      </a:cubicBezTo>
                      <a:cubicBezTo>
                        <a:pt x="24" y="76"/>
                        <a:pt x="25" y="76"/>
                        <a:pt x="25" y="76"/>
                      </a:cubicBezTo>
                      <a:cubicBezTo>
                        <a:pt x="25" y="76"/>
                        <a:pt x="26" y="78"/>
                        <a:pt x="26" y="78"/>
                      </a:cubicBezTo>
                      <a:cubicBezTo>
                        <a:pt x="26" y="79"/>
                        <a:pt x="26" y="80"/>
                        <a:pt x="26" y="80"/>
                      </a:cubicBezTo>
                      <a:cubicBezTo>
                        <a:pt x="26" y="80"/>
                        <a:pt x="26" y="81"/>
                        <a:pt x="27" y="81"/>
                      </a:cubicBezTo>
                      <a:cubicBezTo>
                        <a:pt x="27" y="81"/>
                        <a:pt x="28" y="81"/>
                        <a:pt x="28" y="82"/>
                      </a:cubicBezTo>
                      <a:cubicBezTo>
                        <a:pt x="28" y="82"/>
                        <a:pt x="29" y="83"/>
                        <a:pt x="29" y="83"/>
                      </a:cubicBezTo>
                      <a:cubicBezTo>
                        <a:pt x="29" y="83"/>
                        <a:pt x="29" y="84"/>
                        <a:pt x="29" y="84"/>
                      </a:cubicBezTo>
                      <a:cubicBezTo>
                        <a:pt x="29" y="84"/>
                        <a:pt x="29" y="86"/>
                        <a:pt x="29" y="86"/>
                      </a:cubicBezTo>
                      <a:cubicBezTo>
                        <a:pt x="29" y="86"/>
                        <a:pt x="30" y="87"/>
                        <a:pt x="31" y="87"/>
                      </a:cubicBezTo>
                      <a:cubicBezTo>
                        <a:pt x="31" y="87"/>
                        <a:pt x="31" y="88"/>
                        <a:pt x="32" y="88"/>
                      </a:cubicBezTo>
                      <a:cubicBezTo>
                        <a:pt x="32" y="88"/>
                        <a:pt x="32" y="89"/>
                        <a:pt x="32" y="89"/>
                      </a:cubicBezTo>
                      <a:cubicBezTo>
                        <a:pt x="32" y="89"/>
                        <a:pt x="32" y="89"/>
                        <a:pt x="32" y="89"/>
                      </a:cubicBezTo>
                      <a:cubicBezTo>
                        <a:pt x="32" y="90"/>
                        <a:pt x="33" y="90"/>
                        <a:pt x="33" y="90"/>
                      </a:cubicBezTo>
                      <a:cubicBezTo>
                        <a:pt x="33" y="90"/>
                        <a:pt x="33" y="91"/>
                        <a:pt x="33" y="91"/>
                      </a:cubicBezTo>
                      <a:cubicBezTo>
                        <a:pt x="33" y="91"/>
                        <a:pt x="33" y="91"/>
                        <a:pt x="34" y="91"/>
                      </a:cubicBezTo>
                      <a:cubicBezTo>
                        <a:pt x="34" y="91"/>
                        <a:pt x="34" y="92"/>
                        <a:pt x="34" y="92"/>
                      </a:cubicBezTo>
                      <a:cubicBezTo>
                        <a:pt x="34" y="92"/>
                        <a:pt x="34" y="93"/>
                        <a:pt x="34" y="93"/>
                      </a:cubicBezTo>
                      <a:cubicBezTo>
                        <a:pt x="34" y="93"/>
                        <a:pt x="35" y="94"/>
                        <a:pt x="35" y="94"/>
                      </a:cubicBezTo>
                      <a:cubicBezTo>
                        <a:pt x="35" y="94"/>
                        <a:pt x="35" y="94"/>
                        <a:pt x="35" y="95"/>
                      </a:cubicBezTo>
                      <a:cubicBezTo>
                        <a:pt x="36" y="95"/>
                        <a:pt x="36" y="95"/>
                        <a:pt x="36" y="95"/>
                      </a:cubicBezTo>
                      <a:cubicBezTo>
                        <a:pt x="36" y="96"/>
                        <a:pt x="36" y="96"/>
                        <a:pt x="36" y="96"/>
                      </a:cubicBezTo>
                      <a:cubicBezTo>
                        <a:pt x="36" y="96"/>
                        <a:pt x="36" y="97"/>
                        <a:pt x="36" y="97"/>
                      </a:cubicBezTo>
                      <a:cubicBezTo>
                        <a:pt x="36" y="97"/>
                        <a:pt x="36" y="97"/>
                        <a:pt x="36" y="98"/>
                      </a:cubicBezTo>
                      <a:cubicBezTo>
                        <a:pt x="36" y="98"/>
                        <a:pt x="36" y="98"/>
                        <a:pt x="36" y="98"/>
                      </a:cubicBezTo>
                      <a:cubicBezTo>
                        <a:pt x="35" y="98"/>
                        <a:pt x="35" y="98"/>
                        <a:pt x="35" y="98"/>
                      </a:cubicBezTo>
                      <a:cubicBezTo>
                        <a:pt x="35" y="98"/>
                        <a:pt x="35" y="99"/>
                        <a:pt x="35" y="99"/>
                      </a:cubicBezTo>
                      <a:cubicBezTo>
                        <a:pt x="35" y="99"/>
                        <a:pt x="35" y="100"/>
                        <a:pt x="35" y="100"/>
                      </a:cubicBezTo>
                      <a:cubicBezTo>
                        <a:pt x="35" y="100"/>
                        <a:pt x="36" y="100"/>
                        <a:pt x="36" y="100"/>
                      </a:cubicBezTo>
                      <a:cubicBezTo>
                        <a:pt x="36" y="100"/>
                        <a:pt x="36" y="101"/>
                        <a:pt x="36" y="101"/>
                      </a:cubicBezTo>
                      <a:cubicBezTo>
                        <a:pt x="36" y="101"/>
                        <a:pt x="36" y="101"/>
                        <a:pt x="36" y="101"/>
                      </a:cubicBezTo>
                      <a:cubicBezTo>
                        <a:pt x="36" y="101"/>
                        <a:pt x="36" y="102"/>
                        <a:pt x="36" y="102"/>
                      </a:cubicBezTo>
                      <a:cubicBezTo>
                        <a:pt x="37" y="102"/>
                        <a:pt x="37" y="102"/>
                        <a:pt x="37" y="103"/>
                      </a:cubicBezTo>
                      <a:cubicBezTo>
                        <a:pt x="37" y="103"/>
                        <a:pt x="38" y="103"/>
                        <a:pt x="38" y="104"/>
                      </a:cubicBezTo>
                      <a:cubicBezTo>
                        <a:pt x="38" y="104"/>
                        <a:pt x="38" y="104"/>
                        <a:pt x="38" y="105"/>
                      </a:cubicBezTo>
                      <a:cubicBezTo>
                        <a:pt x="38" y="105"/>
                        <a:pt x="39" y="105"/>
                        <a:pt x="39" y="105"/>
                      </a:cubicBezTo>
                      <a:cubicBezTo>
                        <a:pt x="39" y="105"/>
                        <a:pt x="40" y="106"/>
                        <a:pt x="41" y="106"/>
                      </a:cubicBezTo>
                      <a:cubicBezTo>
                        <a:pt x="41" y="107"/>
                        <a:pt x="41" y="107"/>
                        <a:pt x="41" y="107"/>
                      </a:cubicBezTo>
                      <a:cubicBezTo>
                        <a:pt x="41" y="107"/>
                        <a:pt x="42" y="108"/>
                        <a:pt x="42" y="108"/>
                      </a:cubicBezTo>
                      <a:cubicBezTo>
                        <a:pt x="42" y="108"/>
                        <a:pt x="42" y="108"/>
                        <a:pt x="42" y="108"/>
                      </a:cubicBezTo>
                      <a:cubicBezTo>
                        <a:pt x="42" y="108"/>
                        <a:pt x="43" y="109"/>
                        <a:pt x="43" y="109"/>
                      </a:cubicBezTo>
                      <a:cubicBezTo>
                        <a:pt x="43" y="109"/>
                        <a:pt x="43" y="110"/>
                        <a:pt x="44" y="110"/>
                      </a:cubicBezTo>
                      <a:cubicBezTo>
                        <a:pt x="44" y="110"/>
                        <a:pt x="46" y="111"/>
                        <a:pt x="46" y="112"/>
                      </a:cubicBezTo>
                      <a:cubicBezTo>
                        <a:pt x="47" y="112"/>
                        <a:pt x="48" y="112"/>
                        <a:pt x="48" y="112"/>
                      </a:cubicBezTo>
                      <a:cubicBezTo>
                        <a:pt x="48" y="112"/>
                        <a:pt x="48" y="113"/>
                        <a:pt x="49" y="113"/>
                      </a:cubicBezTo>
                      <a:cubicBezTo>
                        <a:pt x="49" y="113"/>
                        <a:pt x="49" y="113"/>
                        <a:pt x="50" y="114"/>
                      </a:cubicBezTo>
                      <a:cubicBezTo>
                        <a:pt x="50" y="114"/>
                        <a:pt x="51" y="114"/>
                        <a:pt x="51" y="114"/>
                      </a:cubicBezTo>
                      <a:cubicBezTo>
                        <a:pt x="51" y="115"/>
                        <a:pt x="52" y="115"/>
                        <a:pt x="52" y="115"/>
                      </a:cubicBezTo>
                      <a:cubicBezTo>
                        <a:pt x="53" y="116"/>
                        <a:pt x="53" y="116"/>
                        <a:pt x="54" y="116"/>
                      </a:cubicBezTo>
                      <a:cubicBezTo>
                        <a:pt x="54" y="116"/>
                        <a:pt x="55" y="117"/>
                        <a:pt x="56" y="117"/>
                      </a:cubicBezTo>
                      <a:cubicBezTo>
                        <a:pt x="57" y="117"/>
                        <a:pt x="57" y="117"/>
                        <a:pt x="58" y="118"/>
                      </a:cubicBezTo>
                      <a:cubicBezTo>
                        <a:pt x="58" y="118"/>
                        <a:pt x="59" y="118"/>
                        <a:pt x="59" y="118"/>
                      </a:cubicBezTo>
                      <a:cubicBezTo>
                        <a:pt x="60" y="119"/>
                        <a:pt x="60" y="119"/>
                        <a:pt x="60" y="119"/>
                      </a:cubicBezTo>
                      <a:cubicBezTo>
                        <a:pt x="61" y="119"/>
                        <a:pt x="61" y="119"/>
                        <a:pt x="62" y="119"/>
                      </a:cubicBezTo>
                      <a:cubicBezTo>
                        <a:pt x="62" y="120"/>
                        <a:pt x="62" y="120"/>
                        <a:pt x="63" y="120"/>
                      </a:cubicBezTo>
                      <a:cubicBezTo>
                        <a:pt x="63" y="120"/>
                        <a:pt x="64" y="121"/>
                        <a:pt x="64" y="121"/>
                      </a:cubicBezTo>
                      <a:cubicBezTo>
                        <a:pt x="65" y="121"/>
                        <a:pt x="65" y="122"/>
                        <a:pt x="65" y="122"/>
                      </a:cubicBezTo>
                      <a:cubicBezTo>
                        <a:pt x="66" y="122"/>
                        <a:pt x="66" y="122"/>
                        <a:pt x="66" y="123"/>
                      </a:cubicBezTo>
                      <a:cubicBezTo>
                        <a:pt x="67" y="123"/>
                        <a:pt x="67" y="123"/>
                        <a:pt x="68" y="124"/>
                      </a:cubicBezTo>
                      <a:cubicBezTo>
                        <a:pt x="69" y="124"/>
                        <a:pt x="69" y="124"/>
                        <a:pt x="69" y="124"/>
                      </a:cubicBezTo>
                      <a:cubicBezTo>
                        <a:pt x="70" y="124"/>
                        <a:pt x="70" y="125"/>
                        <a:pt x="70" y="125"/>
                      </a:cubicBezTo>
                      <a:cubicBezTo>
                        <a:pt x="70" y="126"/>
                        <a:pt x="70" y="126"/>
                        <a:pt x="70" y="126"/>
                      </a:cubicBezTo>
                      <a:cubicBezTo>
                        <a:pt x="70" y="127"/>
                        <a:pt x="70" y="127"/>
                        <a:pt x="70" y="127"/>
                      </a:cubicBezTo>
                      <a:cubicBezTo>
                        <a:pt x="71" y="127"/>
                        <a:pt x="71" y="128"/>
                        <a:pt x="72" y="128"/>
                      </a:cubicBezTo>
                      <a:cubicBezTo>
                        <a:pt x="72" y="128"/>
                        <a:pt x="73" y="128"/>
                        <a:pt x="73" y="129"/>
                      </a:cubicBezTo>
                      <a:cubicBezTo>
                        <a:pt x="73" y="129"/>
                        <a:pt x="74" y="129"/>
                        <a:pt x="74" y="130"/>
                      </a:cubicBezTo>
                      <a:cubicBezTo>
                        <a:pt x="74" y="130"/>
                        <a:pt x="75" y="131"/>
                        <a:pt x="76" y="131"/>
                      </a:cubicBezTo>
                      <a:cubicBezTo>
                        <a:pt x="76" y="131"/>
                        <a:pt x="76" y="131"/>
                        <a:pt x="77" y="131"/>
                      </a:cubicBezTo>
                      <a:cubicBezTo>
                        <a:pt x="77" y="131"/>
                        <a:pt x="77" y="132"/>
                        <a:pt x="77" y="132"/>
                      </a:cubicBezTo>
                      <a:cubicBezTo>
                        <a:pt x="77" y="131"/>
                        <a:pt x="77" y="131"/>
                        <a:pt x="77" y="131"/>
                      </a:cubicBezTo>
                      <a:cubicBezTo>
                        <a:pt x="79" y="131"/>
                        <a:pt x="79" y="131"/>
                        <a:pt x="79" y="131"/>
                      </a:cubicBezTo>
                      <a:cubicBezTo>
                        <a:pt x="81" y="130"/>
                        <a:pt x="81" y="130"/>
                        <a:pt x="81" y="130"/>
                      </a:cubicBezTo>
                      <a:cubicBezTo>
                        <a:pt x="81" y="130"/>
                        <a:pt x="81" y="129"/>
                        <a:pt x="81" y="129"/>
                      </a:cubicBezTo>
                      <a:cubicBezTo>
                        <a:pt x="81" y="129"/>
                        <a:pt x="81" y="128"/>
                        <a:pt x="81" y="128"/>
                      </a:cubicBezTo>
                      <a:cubicBezTo>
                        <a:pt x="81" y="128"/>
                        <a:pt x="81" y="128"/>
                        <a:pt x="81" y="128"/>
                      </a:cubicBezTo>
                      <a:cubicBezTo>
                        <a:pt x="81" y="128"/>
                        <a:pt x="81" y="126"/>
                        <a:pt x="81" y="126"/>
                      </a:cubicBezTo>
                      <a:cubicBezTo>
                        <a:pt x="82" y="126"/>
                        <a:pt x="82" y="126"/>
                        <a:pt x="82" y="126"/>
                      </a:cubicBezTo>
                      <a:cubicBezTo>
                        <a:pt x="82" y="126"/>
                        <a:pt x="82" y="126"/>
                        <a:pt x="82" y="126"/>
                      </a:cubicBezTo>
                      <a:cubicBezTo>
                        <a:pt x="83" y="126"/>
                        <a:pt x="83" y="125"/>
                        <a:pt x="83" y="125"/>
                      </a:cubicBezTo>
                      <a:cubicBezTo>
                        <a:pt x="83" y="125"/>
                        <a:pt x="83" y="125"/>
                        <a:pt x="83" y="125"/>
                      </a:cubicBezTo>
                      <a:cubicBezTo>
                        <a:pt x="83" y="125"/>
                        <a:pt x="84" y="124"/>
                        <a:pt x="83" y="124"/>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8" name="Freeform 684">
                  <a:extLst>
                    <a:ext uri="{FF2B5EF4-FFF2-40B4-BE49-F238E27FC236}">
                      <a16:creationId xmlns:a16="http://schemas.microsoft.com/office/drawing/2014/main" id="{72149007-27A8-CEAA-A51D-CF743E9AD3D3}"/>
                    </a:ext>
                  </a:extLst>
                </p:cNvPr>
                <p:cNvSpPr>
                  <a:spLocks/>
                </p:cNvSpPr>
                <p:nvPr/>
              </p:nvSpPr>
              <p:spPr bwMode="auto">
                <a:xfrm>
                  <a:off x="3602038" y="5446713"/>
                  <a:ext cx="250825" cy="261938"/>
                </a:xfrm>
                <a:custGeom>
                  <a:avLst/>
                  <a:gdLst>
                    <a:gd name="T0" fmla="*/ 58 w 60"/>
                    <a:gd name="T1" fmla="*/ 44 h 63"/>
                    <a:gd name="T2" fmla="*/ 60 w 60"/>
                    <a:gd name="T3" fmla="*/ 38 h 63"/>
                    <a:gd name="T4" fmla="*/ 59 w 60"/>
                    <a:gd name="T5" fmla="*/ 36 h 63"/>
                    <a:gd name="T6" fmla="*/ 54 w 60"/>
                    <a:gd name="T7" fmla="*/ 35 h 63"/>
                    <a:gd name="T8" fmla="*/ 51 w 60"/>
                    <a:gd name="T9" fmla="*/ 33 h 63"/>
                    <a:gd name="T10" fmla="*/ 50 w 60"/>
                    <a:gd name="T11" fmla="*/ 29 h 63"/>
                    <a:gd name="T12" fmla="*/ 50 w 60"/>
                    <a:gd name="T13" fmla="*/ 27 h 63"/>
                    <a:gd name="T14" fmla="*/ 50 w 60"/>
                    <a:gd name="T15" fmla="*/ 25 h 63"/>
                    <a:gd name="T16" fmla="*/ 48 w 60"/>
                    <a:gd name="T17" fmla="*/ 22 h 63"/>
                    <a:gd name="T18" fmla="*/ 45 w 60"/>
                    <a:gd name="T19" fmla="*/ 21 h 63"/>
                    <a:gd name="T20" fmla="*/ 42 w 60"/>
                    <a:gd name="T21" fmla="*/ 22 h 63"/>
                    <a:gd name="T22" fmla="*/ 37 w 60"/>
                    <a:gd name="T23" fmla="*/ 22 h 63"/>
                    <a:gd name="T24" fmla="*/ 36 w 60"/>
                    <a:gd name="T25" fmla="*/ 21 h 63"/>
                    <a:gd name="T26" fmla="*/ 33 w 60"/>
                    <a:gd name="T27" fmla="*/ 20 h 63"/>
                    <a:gd name="T28" fmla="*/ 33 w 60"/>
                    <a:gd name="T29" fmla="*/ 19 h 63"/>
                    <a:gd name="T30" fmla="*/ 34 w 60"/>
                    <a:gd name="T31" fmla="*/ 17 h 63"/>
                    <a:gd name="T32" fmla="*/ 34 w 60"/>
                    <a:gd name="T33" fmla="*/ 15 h 63"/>
                    <a:gd name="T34" fmla="*/ 35 w 60"/>
                    <a:gd name="T35" fmla="*/ 12 h 63"/>
                    <a:gd name="T36" fmla="*/ 34 w 60"/>
                    <a:gd name="T37" fmla="*/ 11 h 63"/>
                    <a:gd name="T38" fmla="*/ 33 w 60"/>
                    <a:gd name="T39" fmla="*/ 10 h 63"/>
                    <a:gd name="T40" fmla="*/ 32 w 60"/>
                    <a:gd name="T41" fmla="*/ 6 h 63"/>
                    <a:gd name="T42" fmla="*/ 32 w 60"/>
                    <a:gd name="T43" fmla="*/ 4 h 63"/>
                    <a:gd name="T44" fmla="*/ 19 w 60"/>
                    <a:gd name="T45" fmla="*/ 0 h 63"/>
                    <a:gd name="T46" fmla="*/ 3 w 60"/>
                    <a:gd name="T47" fmla="*/ 9 h 63"/>
                    <a:gd name="T48" fmla="*/ 3 w 60"/>
                    <a:gd name="T49" fmla="*/ 24 h 63"/>
                    <a:gd name="T50" fmla="*/ 5 w 60"/>
                    <a:gd name="T51" fmla="*/ 28 h 63"/>
                    <a:gd name="T52" fmla="*/ 9 w 60"/>
                    <a:gd name="T53" fmla="*/ 31 h 63"/>
                    <a:gd name="T54" fmla="*/ 12 w 60"/>
                    <a:gd name="T55" fmla="*/ 34 h 63"/>
                    <a:gd name="T56" fmla="*/ 23 w 60"/>
                    <a:gd name="T57" fmla="*/ 38 h 63"/>
                    <a:gd name="T58" fmla="*/ 30 w 60"/>
                    <a:gd name="T59" fmla="*/ 42 h 63"/>
                    <a:gd name="T60" fmla="*/ 34 w 60"/>
                    <a:gd name="T61" fmla="*/ 44 h 63"/>
                    <a:gd name="T62" fmla="*/ 35 w 60"/>
                    <a:gd name="T63" fmla="*/ 49 h 63"/>
                    <a:gd name="T64" fmla="*/ 34 w 60"/>
                    <a:gd name="T65" fmla="*/ 51 h 63"/>
                    <a:gd name="T66" fmla="*/ 32 w 60"/>
                    <a:gd name="T67" fmla="*/ 53 h 63"/>
                    <a:gd name="T68" fmla="*/ 32 w 60"/>
                    <a:gd name="T69" fmla="*/ 56 h 63"/>
                    <a:gd name="T70" fmla="*/ 31 w 60"/>
                    <a:gd name="T71" fmla="*/ 57 h 63"/>
                    <a:gd name="T72" fmla="*/ 30 w 60"/>
                    <a:gd name="T73" fmla="*/ 58 h 63"/>
                    <a:gd name="T74" fmla="*/ 29 w 60"/>
                    <a:gd name="T75" fmla="*/ 60 h 63"/>
                    <a:gd name="T76" fmla="*/ 29 w 60"/>
                    <a:gd name="T77" fmla="*/ 61 h 63"/>
                    <a:gd name="T78" fmla="*/ 40 w 60"/>
                    <a:gd name="T79" fmla="*/ 63 h 63"/>
                    <a:gd name="T80" fmla="*/ 42 w 60"/>
                    <a:gd name="T81" fmla="*/ 63 h 63"/>
                    <a:gd name="T82" fmla="*/ 44 w 60"/>
                    <a:gd name="T83" fmla="*/ 63 h 63"/>
                    <a:gd name="T84" fmla="*/ 48 w 60"/>
                    <a:gd name="T85" fmla="*/ 62 h 63"/>
                    <a:gd name="T86" fmla="*/ 50 w 60"/>
                    <a:gd name="T87" fmla="*/ 61 h 63"/>
                    <a:gd name="T88" fmla="*/ 51 w 60"/>
                    <a:gd name="T89" fmla="*/ 59 h 63"/>
                    <a:gd name="T90" fmla="*/ 54 w 60"/>
                    <a:gd name="T91" fmla="*/ 58 h 63"/>
                    <a:gd name="T92" fmla="*/ 55 w 60"/>
                    <a:gd name="T93" fmla="*/ 56 h 63"/>
                    <a:gd name="T94" fmla="*/ 57 w 60"/>
                    <a:gd name="T95" fmla="*/ 52 h 63"/>
                    <a:gd name="T96" fmla="*/ 57 w 60"/>
                    <a:gd name="T97" fmla="*/ 50 h 63"/>
                    <a:gd name="T98" fmla="*/ 57 w 60"/>
                    <a:gd name="T99" fmla="*/ 48 h 63"/>
                    <a:gd name="T100" fmla="*/ 58 w 60"/>
                    <a:gd name="T101" fmla="*/ 4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 h="63">
                      <a:moveTo>
                        <a:pt x="58" y="46"/>
                      </a:moveTo>
                      <a:cubicBezTo>
                        <a:pt x="58" y="46"/>
                        <a:pt x="58" y="45"/>
                        <a:pt x="58" y="45"/>
                      </a:cubicBezTo>
                      <a:cubicBezTo>
                        <a:pt x="58" y="45"/>
                        <a:pt x="58" y="44"/>
                        <a:pt x="58" y="44"/>
                      </a:cubicBezTo>
                      <a:cubicBezTo>
                        <a:pt x="58" y="44"/>
                        <a:pt x="58" y="43"/>
                        <a:pt x="58" y="43"/>
                      </a:cubicBezTo>
                      <a:cubicBezTo>
                        <a:pt x="58" y="43"/>
                        <a:pt x="59" y="40"/>
                        <a:pt x="59" y="39"/>
                      </a:cubicBezTo>
                      <a:cubicBezTo>
                        <a:pt x="59" y="39"/>
                        <a:pt x="60" y="38"/>
                        <a:pt x="60" y="38"/>
                      </a:cubicBezTo>
                      <a:cubicBezTo>
                        <a:pt x="60" y="38"/>
                        <a:pt x="59" y="38"/>
                        <a:pt x="59" y="37"/>
                      </a:cubicBezTo>
                      <a:cubicBezTo>
                        <a:pt x="59" y="37"/>
                        <a:pt x="59" y="37"/>
                        <a:pt x="59" y="37"/>
                      </a:cubicBezTo>
                      <a:cubicBezTo>
                        <a:pt x="59" y="37"/>
                        <a:pt x="59" y="36"/>
                        <a:pt x="59" y="36"/>
                      </a:cubicBezTo>
                      <a:cubicBezTo>
                        <a:pt x="59" y="36"/>
                        <a:pt x="59" y="36"/>
                        <a:pt x="59" y="36"/>
                      </a:cubicBezTo>
                      <a:cubicBezTo>
                        <a:pt x="59" y="36"/>
                        <a:pt x="57" y="34"/>
                        <a:pt x="57" y="34"/>
                      </a:cubicBezTo>
                      <a:cubicBezTo>
                        <a:pt x="54" y="35"/>
                        <a:pt x="54" y="35"/>
                        <a:pt x="54" y="35"/>
                      </a:cubicBezTo>
                      <a:cubicBezTo>
                        <a:pt x="51" y="35"/>
                        <a:pt x="51" y="35"/>
                        <a:pt x="51" y="35"/>
                      </a:cubicBezTo>
                      <a:cubicBezTo>
                        <a:pt x="51" y="35"/>
                        <a:pt x="51" y="34"/>
                        <a:pt x="51" y="34"/>
                      </a:cubicBezTo>
                      <a:cubicBezTo>
                        <a:pt x="51" y="34"/>
                        <a:pt x="51" y="33"/>
                        <a:pt x="51" y="33"/>
                      </a:cubicBezTo>
                      <a:cubicBezTo>
                        <a:pt x="51" y="33"/>
                        <a:pt x="51" y="33"/>
                        <a:pt x="51" y="33"/>
                      </a:cubicBezTo>
                      <a:cubicBezTo>
                        <a:pt x="51" y="29"/>
                        <a:pt x="51" y="29"/>
                        <a:pt x="51" y="29"/>
                      </a:cubicBezTo>
                      <a:cubicBezTo>
                        <a:pt x="51" y="29"/>
                        <a:pt x="50" y="29"/>
                        <a:pt x="50" y="29"/>
                      </a:cubicBezTo>
                      <a:cubicBezTo>
                        <a:pt x="50" y="29"/>
                        <a:pt x="50" y="29"/>
                        <a:pt x="50" y="29"/>
                      </a:cubicBezTo>
                      <a:cubicBezTo>
                        <a:pt x="50" y="27"/>
                        <a:pt x="50" y="27"/>
                        <a:pt x="50" y="27"/>
                      </a:cubicBezTo>
                      <a:cubicBezTo>
                        <a:pt x="50" y="27"/>
                        <a:pt x="50" y="27"/>
                        <a:pt x="50" y="27"/>
                      </a:cubicBezTo>
                      <a:cubicBezTo>
                        <a:pt x="50" y="27"/>
                        <a:pt x="50" y="26"/>
                        <a:pt x="50" y="26"/>
                      </a:cubicBezTo>
                      <a:cubicBezTo>
                        <a:pt x="50" y="26"/>
                        <a:pt x="50" y="26"/>
                        <a:pt x="50" y="26"/>
                      </a:cubicBezTo>
                      <a:cubicBezTo>
                        <a:pt x="50" y="26"/>
                        <a:pt x="50" y="25"/>
                        <a:pt x="50" y="25"/>
                      </a:cubicBezTo>
                      <a:cubicBezTo>
                        <a:pt x="49" y="24"/>
                        <a:pt x="49" y="24"/>
                        <a:pt x="49" y="24"/>
                      </a:cubicBezTo>
                      <a:cubicBezTo>
                        <a:pt x="49" y="23"/>
                        <a:pt x="49" y="23"/>
                        <a:pt x="49" y="23"/>
                      </a:cubicBezTo>
                      <a:cubicBezTo>
                        <a:pt x="48" y="22"/>
                        <a:pt x="48" y="22"/>
                        <a:pt x="48" y="22"/>
                      </a:cubicBezTo>
                      <a:cubicBezTo>
                        <a:pt x="46" y="22"/>
                        <a:pt x="46" y="22"/>
                        <a:pt x="46" y="22"/>
                      </a:cubicBezTo>
                      <a:cubicBezTo>
                        <a:pt x="45" y="22"/>
                        <a:pt x="45" y="22"/>
                        <a:pt x="45" y="22"/>
                      </a:cubicBezTo>
                      <a:cubicBezTo>
                        <a:pt x="45" y="21"/>
                        <a:pt x="45" y="21"/>
                        <a:pt x="45" y="21"/>
                      </a:cubicBezTo>
                      <a:cubicBezTo>
                        <a:pt x="44" y="21"/>
                        <a:pt x="44" y="21"/>
                        <a:pt x="44" y="21"/>
                      </a:cubicBezTo>
                      <a:cubicBezTo>
                        <a:pt x="43" y="22"/>
                        <a:pt x="43" y="22"/>
                        <a:pt x="43" y="22"/>
                      </a:cubicBezTo>
                      <a:cubicBezTo>
                        <a:pt x="43" y="22"/>
                        <a:pt x="42" y="22"/>
                        <a:pt x="42" y="22"/>
                      </a:cubicBezTo>
                      <a:cubicBezTo>
                        <a:pt x="42" y="22"/>
                        <a:pt x="42" y="22"/>
                        <a:pt x="42" y="22"/>
                      </a:cubicBezTo>
                      <a:cubicBezTo>
                        <a:pt x="40" y="22"/>
                        <a:pt x="40" y="22"/>
                        <a:pt x="40" y="22"/>
                      </a:cubicBezTo>
                      <a:cubicBezTo>
                        <a:pt x="37" y="22"/>
                        <a:pt x="37" y="22"/>
                        <a:pt x="37" y="22"/>
                      </a:cubicBezTo>
                      <a:cubicBezTo>
                        <a:pt x="36" y="22"/>
                        <a:pt x="36" y="22"/>
                        <a:pt x="36" y="22"/>
                      </a:cubicBezTo>
                      <a:cubicBezTo>
                        <a:pt x="36" y="21"/>
                        <a:pt x="36" y="21"/>
                        <a:pt x="36" y="21"/>
                      </a:cubicBezTo>
                      <a:cubicBezTo>
                        <a:pt x="36" y="21"/>
                        <a:pt x="36" y="21"/>
                        <a:pt x="36" y="21"/>
                      </a:cubicBezTo>
                      <a:cubicBezTo>
                        <a:pt x="35" y="21"/>
                        <a:pt x="35" y="21"/>
                        <a:pt x="35" y="21"/>
                      </a:cubicBezTo>
                      <a:cubicBezTo>
                        <a:pt x="34" y="21"/>
                        <a:pt x="34" y="21"/>
                        <a:pt x="34" y="21"/>
                      </a:cubicBezTo>
                      <a:cubicBezTo>
                        <a:pt x="34" y="21"/>
                        <a:pt x="33" y="20"/>
                        <a:pt x="33" y="20"/>
                      </a:cubicBezTo>
                      <a:cubicBezTo>
                        <a:pt x="33" y="20"/>
                        <a:pt x="34" y="20"/>
                        <a:pt x="34" y="19"/>
                      </a:cubicBezTo>
                      <a:cubicBezTo>
                        <a:pt x="34" y="19"/>
                        <a:pt x="34" y="19"/>
                        <a:pt x="34" y="19"/>
                      </a:cubicBezTo>
                      <a:cubicBezTo>
                        <a:pt x="34" y="19"/>
                        <a:pt x="33" y="19"/>
                        <a:pt x="33" y="19"/>
                      </a:cubicBezTo>
                      <a:cubicBezTo>
                        <a:pt x="33" y="19"/>
                        <a:pt x="34" y="19"/>
                        <a:pt x="34" y="18"/>
                      </a:cubicBezTo>
                      <a:cubicBezTo>
                        <a:pt x="34" y="18"/>
                        <a:pt x="34" y="18"/>
                        <a:pt x="34" y="18"/>
                      </a:cubicBezTo>
                      <a:cubicBezTo>
                        <a:pt x="34" y="17"/>
                        <a:pt x="34" y="17"/>
                        <a:pt x="34" y="17"/>
                      </a:cubicBezTo>
                      <a:cubicBezTo>
                        <a:pt x="34" y="17"/>
                        <a:pt x="34" y="17"/>
                        <a:pt x="34" y="16"/>
                      </a:cubicBezTo>
                      <a:cubicBezTo>
                        <a:pt x="33" y="16"/>
                        <a:pt x="34" y="16"/>
                        <a:pt x="34" y="16"/>
                      </a:cubicBezTo>
                      <a:cubicBezTo>
                        <a:pt x="34" y="16"/>
                        <a:pt x="34" y="15"/>
                        <a:pt x="34" y="15"/>
                      </a:cubicBezTo>
                      <a:cubicBezTo>
                        <a:pt x="34" y="15"/>
                        <a:pt x="34" y="15"/>
                        <a:pt x="34" y="15"/>
                      </a:cubicBezTo>
                      <a:cubicBezTo>
                        <a:pt x="34" y="15"/>
                        <a:pt x="34" y="14"/>
                        <a:pt x="34" y="14"/>
                      </a:cubicBezTo>
                      <a:cubicBezTo>
                        <a:pt x="34" y="14"/>
                        <a:pt x="35" y="12"/>
                        <a:pt x="35" y="12"/>
                      </a:cubicBezTo>
                      <a:cubicBezTo>
                        <a:pt x="35" y="12"/>
                        <a:pt x="34" y="12"/>
                        <a:pt x="34" y="12"/>
                      </a:cubicBezTo>
                      <a:cubicBezTo>
                        <a:pt x="34" y="12"/>
                        <a:pt x="34" y="12"/>
                        <a:pt x="34" y="11"/>
                      </a:cubicBezTo>
                      <a:cubicBezTo>
                        <a:pt x="34" y="11"/>
                        <a:pt x="34" y="11"/>
                        <a:pt x="34" y="11"/>
                      </a:cubicBezTo>
                      <a:cubicBezTo>
                        <a:pt x="34" y="11"/>
                        <a:pt x="34" y="11"/>
                        <a:pt x="34" y="11"/>
                      </a:cubicBezTo>
                      <a:cubicBezTo>
                        <a:pt x="34" y="10"/>
                        <a:pt x="34" y="10"/>
                        <a:pt x="34" y="10"/>
                      </a:cubicBezTo>
                      <a:cubicBezTo>
                        <a:pt x="34" y="10"/>
                        <a:pt x="33" y="10"/>
                        <a:pt x="33" y="10"/>
                      </a:cubicBezTo>
                      <a:cubicBezTo>
                        <a:pt x="33" y="8"/>
                        <a:pt x="33" y="8"/>
                        <a:pt x="33" y="8"/>
                      </a:cubicBezTo>
                      <a:cubicBezTo>
                        <a:pt x="32" y="6"/>
                        <a:pt x="32" y="6"/>
                        <a:pt x="32" y="6"/>
                      </a:cubicBezTo>
                      <a:cubicBezTo>
                        <a:pt x="32" y="6"/>
                        <a:pt x="32" y="6"/>
                        <a:pt x="32" y="6"/>
                      </a:cubicBezTo>
                      <a:cubicBezTo>
                        <a:pt x="32" y="6"/>
                        <a:pt x="32" y="5"/>
                        <a:pt x="32" y="5"/>
                      </a:cubicBezTo>
                      <a:cubicBezTo>
                        <a:pt x="32" y="5"/>
                        <a:pt x="32" y="4"/>
                        <a:pt x="32" y="4"/>
                      </a:cubicBezTo>
                      <a:cubicBezTo>
                        <a:pt x="32" y="4"/>
                        <a:pt x="32" y="4"/>
                        <a:pt x="32" y="4"/>
                      </a:cubicBezTo>
                      <a:cubicBezTo>
                        <a:pt x="32" y="4"/>
                        <a:pt x="32" y="4"/>
                        <a:pt x="32" y="4"/>
                      </a:cubicBezTo>
                      <a:cubicBezTo>
                        <a:pt x="26" y="0"/>
                        <a:pt x="26" y="0"/>
                        <a:pt x="26" y="0"/>
                      </a:cubicBezTo>
                      <a:cubicBezTo>
                        <a:pt x="19" y="0"/>
                        <a:pt x="19" y="0"/>
                        <a:pt x="19" y="0"/>
                      </a:cubicBezTo>
                      <a:cubicBezTo>
                        <a:pt x="7" y="2"/>
                        <a:pt x="7" y="2"/>
                        <a:pt x="7" y="2"/>
                      </a:cubicBezTo>
                      <a:cubicBezTo>
                        <a:pt x="6" y="5"/>
                        <a:pt x="6" y="5"/>
                        <a:pt x="6" y="5"/>
                      </a:cubicBezTo>
                      <a:cubicBezTo>
                        <a:pt x="3" y="9"/>
                        <a:pt x="3" y="9"/>
                        <a:pt x="3" y="9"/>
                      </a:cubicBezTo>
                      <a:cubicBezTo>
                        <a:pt x="3" y="13"/>
                        <a:pt x="3" y="13"/>
                        <a:pt x="3" y="13"/>
                      </a:cubicBezTo>
                      <a:cubicBezTo>
                        <a:pt x="0" y="22"/>
                        <a:pt x="0" y="22"/>
                        <a:pt x="0" y="22"/>
                      </a:cubicBezTo>
                      <a:cubicBezTo>
                        <a:pt x="3" y="24"/>
                        <a:pt x="3" y="24"/>
                        <a:pt x="3" y="24"/>
                      </a:cubicBezTo>
                      <a:cubicBezTo>
                        <a:pt x="3" y="25"/>
                        <a:pt x="3" y="25"/>
                        <a:pt x="3" y="25"/>
                      </a:cubicBezTo>
                      <a:cubicBezTo>
                        <a:pt x="5" y="27"/>
                        <a:pt x="5" y="27"/>
                        <a:pt x="5" y="27"/>
                      </a:cubicBezTo>
                      <a:cubicBezTo>
                        <a:pt x="5" y="28"/>
                        <a:pt x="5" y="28"/>
                        <a:pt x="5" y="28"/>
                      </a:cubicBezTo>
                      <a:cubicBezTo>
                        <a:pt x="7" y="30"/>
                        <a:pt x="7" y="30"/>
                        <a:pt x="7" y="30"/>
                      </a:cubicBezTo>
                      <a:cubicBezTo>
                        <a:pt x="8" y="30"/>
                        <a:pt x="8" y="30"/>
                        <a:pt x="8" y="30"/>
                      </a:cubicBezTo>
                      <a:cubicBezTo>
                        <a:pt x="9" y="31"/>
                        <a:pt x="9" y="31"/>
                        <a:pt x="9" y="31"/>
                      </a:cubicBezTo>
                      <a:cubicBezTo>
                        <a:pt x="10" y="31"/>
                        <a:pt x="10" y="31"/>
                        <a:pt x="10" y="31"/>
                      </a:cubicBezTo>
                      <a:cubicBezTo>
                        <a:pt x="10" y="31"/>
                        <a:pt x="12" y="33"/>
                        <a:pt x="12" y="33"/>
                      </a:cubicBezTo>
                      <a:cubicBezTo>
                        <a:pt x="12" y="33"/>
                        <a:pt x="12" y="34"/>
                        <a:pt x="12" y="34"/>
                      </a:cubicBezTo>
                      <a:cubicBezTo>
                        <a:pt x="16" y="36"/>
                        <a:pt x="16" y="36"/>
                        <a:pt x="16" y="36"/>
                      </a:cubicBezTo>
                      <a:cubicBezTo>
                        <a:pt x="19" y="36"/>
                        <a:pt x="19" y="36"/>
                        <a:pt x="19" y="36"/>
                      </a:cubicBezTo>
                      <a:cubicBezTo>
                        <a:pt x="23" y="38"/>
                        <a:pt x="23" y="38"/>
                        <a:pt x="23" y="38"/>
                      </a:cubicBezTo>
                      <a:cubicBezTo>
                        <a:pt x="25" y="40"/>
                        <a:pt x="25" y="40"/>
                        <a:pt x="25" y="40"/>
                      </a:cubicBezTo>
                      <a:cubicBezTo>
                        <a:pt x="29" y="42"/>
                        <a:pt x="29" y="42"/>
                        <a:pt x="29" y="42"/>
                      </a:cubicBezTo>
                      <a:cubicBezTo>
                        <a:pt x="30" y="42"/>
                        <a:pt x="30" y="42"/>
                        <a:pt x="30" y="42"/>
                      </a:cubicBezTo>
                      <a:cubicBezTo>
                        <a:pt x="31" y="43"/>
                        <a:pt x="31" y="43"/>
                        <a:pt x="31" y="43"/>
                      </a:cubicBezTo>
                      <a:cubicBezTo>
                        <a:pt x="32" y="43"/>
                        <a:pt x="32" y="43"/>
                        <a:pt x="32" y="43"/>
                      </a:cubicBezTo>
                      <a:cubicBezTo>
                        <a:pt x="34" y="44"/>
                        <a:pt x="34" y="44"/>
                        <a:pt x="34" y="44"/>
                      </a:cubicBezTo>
                      <a:cubicBezTo>
                        <a:pt x="36" y="46"/>
                        <a:pt x="36" y="46"/>
                        <a:pt x="36" y="46"/>
                      </a:cubicBezTo>
                      <a:cubicBezTo>
                        <a:pt x="36" y="47"/>
                        <a:pt x="36" y="47"/>
                        <a:pt x="36" y="47"/>
                      </a:cubicBezTo>
                      <a:cubicBezTo>
                        <a:pt x="35" y="49"/>
                        <a:pt x="35" y="49"/>
                        <a:pt x="35" y="49"/>
                      </a:cubicBezTo>
                      <a:cubicBezTo>
                        <a:pt x="35" y="49"/>
                        <a:pt x="35" y="50"/>
                        <a:pt x="35" y="50"/>
                      </a:cubicBezTo>
                      <a:cubicBezTo>
                        <a:pt x="35" y="50"/>
                        <a:pt x="34" y="50"/>
                        <a:pt x="34" y="50"/>
                      </a:cubicBezTo>
                      <a:cubicBezTo>
                        <a:pt x="34" y="50"/>
                        <a:pt x="34" y="51"/>
                        <a:pt x="34" y="51"/>
                      </a:cubicBezTo>
                      <a:cubicBezTo>
                        <a:pt x="34" y="51"/>
                        <a:pt x="32" y="52"/>
                        <a:pt x="32" y="52"/>
                      </a:cubicBezTo>
                      <a:cubicBezTo>
                        <a:pt x="32" y="52"/>
                        <a:pt x="32" y="52"/>
                        <a:pt x="32" y="52"/>
                      </a:cubicBezTo>
                      <a:cubicBezTo>
                        <a:pt x="32" y="53"/>
                        <a:pt x="32" y="53"/>
                        <a:pt x="32" y="53"/>
                      </a:cubicBezTo>
                      <a:cubicBezTo>
                        <a:pt x="32" y="53"/>
                        <a:pt x="32" y="53"/>
                        <a:pt x="32" y="53"/>
                      </a:cubicBezTo>
                      <a:cubicBezTo>
                        <a:pt x="32" y="53"/>
                        <a:pt x="32" y="54"/>
                        <a:pt x="32" y="54"/>
                      </a:cubicBezTo>
                      <a:cubicBezTo>
                        <a:pt x="32" y="56"/>
                        <a:pt x="32" y="56"/>
                        <a:pt x="32" y="56"/>
                      </a:cubicBezTo>
                      <a:cubicBezTo>
                        <a:pt x="32" y="56"/>
                        <a:pt x="32" y="56"/>
                        <a:pt x="31" y="56"/>
                      </a:cubicBezTo>
                      <a:cubicBezTo>
                        <a:pt x="31" y="56"/>
                        <a:pt x="31" y="57"/>
                        <a:pt x="31" y="57"/>
                      </a:cubicBezTo>
                      <a:cubicBezTo>
                        <a:pt x="31" y="57"/>
                        <a:pt x="31" y="57"/>
                        <a:pt x="31" y="57"/>
                      </a:cubicBezTo>
                      <a:cubicBezTo>
                        <a:pt x="31" y="57"/>
                        <a:pt x="31" y="58"/>
                        <a:pt x="31" y="58"/>
                      </a:cubicBezTo>
                      <a:cubicBezTo>
                        <a:pt x="31" y="58"/>
                        <a:pt x="30" y="58"/>
                        <a:pt x="30" y="58"/>
                      </a:cubicBezTo>
                      <a:cubicBezTo>
                        <a:pt x="30" y="58"/>
                        <a:pt x="30" y="58"/>
                        <a:pt x="30" y="58"/>
                      </a:cubicBezTo>
                      <a:cubicBezTo>
                        <a:pt x="30" y="59"/>
                        <a:pt x="30" y="59"/>
                        <a:pt x="30" y="59"/>
                      </a:cubicBezTo>
                      <a:cubicBezTo>
                        <a:pt x="30" y="59"/>
                        <a:pt x="29" y="59"/>
                        <a:pt x="29" y="59"/>
                      </a:cubicBezTo>
                      <a:cubicBezTo>
                        <a:pt x="29" y="59"/>
                        <a:pt x="29" y="60"/>
                        <a:pt x="29" y="60"/>
                      </a:cubicBezTo>
                      <a:cubicBezTo>
                        <a:pt x="29" y="60"/>
                        <a:pt x="28" y="60"/>
                        <a:pt x="28" y="60"/>
                      </a:cubicBezTo>
                      <a:cubicBezTo>
                        <a:pt x="28" y="60"/>
                        <a:pt x="29" y="61"/>
                        <a:pt x="29" y="61"/>
                      </a:cubicBezTo>
                      <a:cubicBezTo>
                        <a:pt x="29" y="61"/>
                        <a:pt x="29" y="61"/>
                        <a:pt x="29" y="61"/>
                      </a:cubicBezTo>
                      <a:cubicBezTo>
                        <a:pt x="33" y="61"/>
                        <a:pt x="33" y="61"/>
                        <a:pt x="33" y="61"/>
                      </a:cubicBezTo>
                      <a:cubicBezTo>
                        <a:pt x="39" y="63"/>
                        <a:pt x="39" y="63"/>
                        <a:pt x="39" y="63"/>
                      </a:cubicBezTo>
                      <a:cubicBezTo>
                        <a:pt x="40" y="63"/>
                        <a:pt x="40" y="63"/>
                        <a:pt x="40" y="63"/>
                      </a:cubicBezTo>
                      <a:cubicBezTo>
                        <a:pt x="41" y="62"/>
                        <a:pt x="41" y="62"/>
                        <a:pt x="41" y="62"/>
                      </a:cubicBezTo>
                      <a:cubicBezTo>
                        <a:pt x="41" y="62"/>
                        <a:pt x="41" y="62"/>
                        <a:pt x="41" y="62"/>
                      </a:cubicBezTo>
                      <a:cubicBezTo>
                        <a:pt x="41" y="63"/>
                        <a:pt x="42" y="63"/>
                        <a:pt x="42" y="63"/>
                      </a:cubicBezTo>
                      <a:cubicBezTo>
                        <a:pt x="42" y="63"/>
                        <a:pt x="43" y="62"/>
                        <a:pt x="43" y="62"/>
                      </a:cubicBezTo>
                      <a:cubicBezTo>
                        <a:pt x="43" y="62"/>
                        <a:pt x="44" y="63"/>
                        <a:pt x="44" y="63"/>
                      </a:cubicBezTo>
                      <a:cubicBezTo>
                        <a:pt x="44" y="63"/>
                        <a:pt x="44" y="63"/>
                        <a:pt x="44" y="63"/>
                      </a:cubicBezTo>
                      <a:cubicBezTo>
                        <a:pt x="45" y="63"/>
                        <a:pt x="45" y="62"/>
                        <a:pt x="45" y="62"/>
                      </a:cubicBezTo>
                      <a:cubicBezTo>
                        <a:pt x="45" y="62"/>
                        <a:pt x="46" y="61"/>
                        <a:pt x="46" y="61"/>
                      </a:cubicBezTo>
                      <a:cubicBezTo>
                        <a:pt x="47" y="61"/>
                        <a:pt x="47" y="62"/>
                        <a:pt x="48" y="62"/>
                      </a:cubicBezTo>
                      <a:cubicBezTo>
                        <a:pt x="48" y="62"/>
                        <a:pt x="49" y="62"/>
                        <a:pt x="49" y="62"/>
                      </a:cubicBezTo>
                      <a:cubicBezTo>
                        <a:pt x="49" y="62"/>
                        <a:pt x="50" y="62"/>
                        <a:pt x="50" y="62"/>
                      </a:cubicBezTo>
                      <a:cubicBezTo>
                        <a:pt x="50" y="62"/>
                        <a:pt x="50" y="61"/>
                        <a:pt x="50" y="61"/>
                      </a:cubicBezTo>
                      <a:cubicBezTo>
                        <a:pt x="50" y="61"/>
                        <a:pt x="50" y="60"/>
                        <a:pt x="50" y="60"/>
                      </a:cubicBezTo>
                      <a:cubicBezTo>
                        <a:pt x="50" y="60"/>
                        <a:pt x="51" y="60"/>
                        <a:pt x="51" y="60"/>
                      </a:cubicBezTo>
                      <a:cubicBezTo>
                        <a:pt x="51" y="60"/>
                        <a:pt x="51" y="60"/>
                        <a:pt x="51" y="59"/>
                      </a:cubicBezTo>
                      <a:cubicBezTo>
                        <a:pt x="51" y="59"/>
                        <a:pt x="52" y="59"/>
                        <a:pt x="52" y="59"/>
                      </a:cubicBezTo>
                      <a:cubicBezTo>
                        <a:pt x="52" y="58"/>
                        <a:pt x="53" y="58"/>
                        <a:pt x="53" y="58"/>
                      </a:cubicBezTo>
                      <a:cubicBezTo>
                        <a:pt x="53" y="58"/>
                        <a:pt x="53" y="58"/>
                        <a:pt x="54" y="58"/>
                      </a:cubicBezTo>
                      <a:cubicBezTo>
                        <a:pt x="54" y="57"/>
                        <a:pt x="54" y="57"/>
                        <a:pt x="54" y="57"/>
                      </a:cubicBezTo>
                      <a:cubicBezTo>
                        <a:pt x="55" y="57"/>
                        <a:pt x="54" y="57"/>
                        <a:pt x="54" y="57"/>
                      </a:cubicBezTo>
                      <a:cubicBezTo>
                        <a:pt x="55" y="56"/>
                        <a:pt x="55" y="56"/>
                        <a:pt x="55" y="56"/>
                      </a:cubicBezTo>
                      <a:cubicBezTo>
                        <a:pt x="56" y="56"/>
                        <a:pt x="56" y="56"/>
                        <a:pt x="56" y="56"/>
                      </a:cubicBezTo>
                      <a:cubicBezTo>
                        <a:pt x="57" y="53"/>
                        <a:pt x="57" y="53"/>
                        <a:pt x="57" y="53"/>
                      </a:cubicBezTo>
                      <a:cubicBezTo>
                        <a:pt x="57" y="53"/>
                        <a:pt x="57" y="52"/>
                        <a:pt x="57" y="52"/>
                      </a:cubicBezTo>
                      <a:cubicBezTo>
                        <a:pt x="57" y="52"/>
                        <a:pt x="57" y="51"/>
                        <a:pt x="57" y="51"/>
                      </a:cubicBezTo>
                      <a:cubicBezTo>
                        <a:pt x="57" y="51"/>
                        <a:pt x="57" y="51"/>
                        <a:pt x="57" y="51"/>
                      </a:cubicBezTo>
                      <a:cubicBezTo>
                        <a:pt x="57" y="51"/>
                        <a:pt x="57" y="50"/>
                        <a:pt x="57" y="50"/>
                      </a:cubicBezTo>
                      <a:cubicBezTo>
                        <a:pt x="57" y="50"/>
                        <a:pt x="57" y="49"/>
                        <a:pt x="57" y="49"/>
                      </a:cubicBezTo>
                      <a:cubicBezTo>
                        <a:pt x="57" y="49"/>
                        <a:pt x="57" y="49"/>
                        <a:pt x="57" y="49"/>
                      </a:cubicBezTo>
                      <a:cubicBezTo>
                        <a:pt x="57" y="49"/>
                        <a:pt x="57" y="48"/>
                        <a:pt x="57" y="48"/>
                      </a:cubicBezTo>
                      <a:cubicBezTo>
                        <a:pt x="57" y="48"/>
                        <a:pt x="57" y="48"/>
                        <a:pt x="57" y="48"/>
                      </a:cubicBezTo>
                      <a:cubicBezTo>
                        <a:pt x="57" y="46"/>
                        <a:pt x="57" y="46"/>
                        <a:pt x="57" y="46"/>
                      </a:cubicBezTo>
                      <a:cubicBezTo>
                        <a:pt x="57" y="46"/>
                        <a:pt x="58" y="46"/>
                        <a:pt x="58" y="46"/>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9" name="Freeform 685">
                  <a:extLst>
                    <a:ext uri="{FF2B5EF4-FFF2-40B4-BE49-F238E27FC236}">
                      <a16:creationId xmlns:a16="http://schemas.microsoft.com/office/drawing/2014/main" id="{1AFA2A60-245B-C93B-10EA-110755FE34D1}"/>
                    </a:ext>
                  </a:extLst>
                </p:cNvPr>
                <p:cNvSpPr>
                  <a:spLocks/>
                </p:cNvSpPr>
                <p:nvPr/>
              </p:nvSpPr>
              <p:spPr bwMode="auto">
                <a:xfrm>
                  <a:off x="3640138" y="4616450"/>
                  <a:ext cx="146050" cy="217488"/>
                </a:xfrm>
                <a:custGeom>
                  <a:avLst/>
                  <a:gdLst>
                    <a:gd name="T0" fmla="*/ 31 w 35"/>
                    <a:gd name="T1" fmla="*/ 40 h 52"/>
                    <a:gd name="T2" fmla="*/ 30 w 35"/>
                    <a:gd name="T3" fmla="*/ 40 h 52"/>
                    <a:gd name="T4" fmla="*/ 30 w 35"/>
                    <a:gd name="T5" fmla="*/ 39 h 52"/>
                    <a:gd name="T6" fmla="*/ 29 w 35"/>
                    <a:gd name="T7" fmla="*/ 36 h 52"/>
                    <a:gd name="T8" fmla="*/ 27 w 35"/>
                    <a:gd name="T9" fmla="*/ 35 h 52"/>
                    <a:gd name="T10" fmla="*/ 25 w 35"/>
                    <a:gd name="T11" fmla="*/ 33 h 52"/>
                    <a:gd name="T12" fmla="*/ 24 w 35"/>
                    <a:gd name="T13" fmla="*/ 31 h 52"/>
                    <a:gd name="T14" fmla="*/ 24 w 35"/>
                    <a:gd name="T15" fmla="*/ 30 h 52"/>
                    <a:gd name="T16" fmla="*/ 25 w 35"/>
                    <a:gd name="T17" fmla="*/ 27 h 52"/>
                    <a:gd name="T18" fmla="*/ 25 w 35"/>
                    <a:gd name="T19" fmla="*/ 26 h 52"/>
                    <a:gd name="T20" fmla="*/ 29 w 35"/>
                    <a:gd name="T21" fmla="*/ 25 h 52"/>
                    <a:gd name="T22" fmla="*/ 30 w 35"/>
                    <a:gd name="T23" fmla="*/ 23 h 52"/>
                    <a:gd name="T24" fmla="*/ 29 w 35"/>
                    <a:gd name="T25" fmla="*/ 22 h 52"/>
                    <a:gd name="T26" fmla="*/ 30 w 35"/>
                    <a:gd name="T27" fmla="*/ 19 h 52"/>
                    <a:gd name="T28" fmla="*/ 30 w 35"/>
                    <a:gd name="T29" fmla="*/ 16 h 52"/>
                    <a:gd name="T30" fmla="*/ 27 w 35"/>
                    <a:gd name="T31" fmla="*/ 15 h 52"/>
                    <a:gd name="T32" fmla="*/ 24 w 35"/>
                    <a:gd name="T33" fmla="*/ 12 h 52"/>
                    <a:gd name="T34" fmla="*/ 21 w 35"/>
                    <a:gd name="T35" fmla="*/ 11 h 52"/>
                    <a:gd name="T36" fmla="*/ 21 w 35"/>
                    <a:gd name="T37" fmla="*/ 8 h 52"/>
                    <a:gd name="T38" fmla="*/ 17 w 35"/>
                    <a:gd name="T39" fmla="*/ 4 h 52"/>
                    <a:gd name="T40" fmla="*/ 12 w 35"/>
                    <a:gd name="T41" fmla="*/ 1 h 52"/>
                    <a:gd name="T42" fmla="*/ 11 w 35"/>
                    <a:gd name="T43" fmla="*/ 2 h 52"/>
                    <a:gd name="T44" fmla="*/ 9 w 35"/>
                    <a:gd name="T45" fmla="*/ 4 h 52"/>
                    <a:gd name="T46" fmla="*/ 6 w 35"/>
                    <a:gd name="T47" fmla="*/ 5 h 52"/>
                    <a:gd name="T48" fmla="*/ 5 w 35"/>
                    <a:gd name="T49" fmla="*/ 7 h 52"/>
                    <a:gd name="T50" fmla="*/ 6 w 35"/>
                    <a:gd name="T51" fmla="*/ 9 h 52"/>
                    <a:gd name="T52" fmla="*/ 7 w 35"/>
                    <a:gd name="T53" fmla="*/ 9 h 52"/>
                    <a:gd name="T54" fmla="*/ 8 w 35"/>
                    <a:gd name="T55" fmla="*/ 10 h 52"/>
                    <a:gd name="T56" fmla="*/ 5 w 35"/>
                    <a:gd name="T57" fmla="*/ 12 h 52"/>
                    <a:gd name="T58" fmla="*/ 4 w 35"/>
                    <a:gd name="T59" fmla="*/ 12 h 52"/>
                    <a:gd name="T60" fmla="*/ 2 w 35"/>
                    <a:gd name="T61" fmla="*/ 12 h 52"/>
                    <a:gd name="T62" fmla="*/ 2 w 35"/>
                    <a:gd name="T63" fmla="*/ 13 h 52"/>
                    <a:gd name="T64" fmla="*/ 2 w 35"/>
                    <a:gd name="T65" fmla="*/ 16 h 52"/>
                    <a:gd name="T66" fmla="*/ 5 w 35"/>
                    <a:gd name="T67" fmla="*/ 23 h 52"/>
                    <a:gd name="T68" fmla="*/ 8 w 35"/>
                    <a:gd name="T69" fmla="*/ 23 h 52"/>
                    <a:gd name="T70" fmla="*/ 10 w 35"/>
                    <a:gd name="T71" fmla="*/ 24 h 52"/>
                    <a:gd name="T72" fmla="*/ 10 w 35"/>
                    <a:gd name="T73" fmla="*/ 27 h 52"/>
                    <a:gd name="T74" fmla="*/ 11 w 35"/>
                    <a:gd name="T75" fmla="*/ 28 h 52"/>
                    <a:gd name="T76" fmla="*/ 12 w 35"/>
                    <a:gd name="T77" fmla="*/ 30 h 52"/>
                    <a:gd name="T78" fmla="*/ 12 w 35"/>
                    <a:gd name="T79" fmla="*/ 31 h 52"/>
                    <a:gd name="T80" fmla="*/ 13 w 35"/>
                    <a:gd name="T81" fmla="*/ 31 h 52"/>
                    <a:gd name="T82" fmla="*/ 13 w 35"/>
                    <a:gd name="T83" fmla="*/ 34 h 52"/>
                    <a:gd name="T84" fmla="*/ 11 w 35"/>
                    <a:gd name="T85" fmla="*/ 35 h 52"/>
                    <a:gd name="T86" fmla="*/ 12 w 35"/>
                    <a:gd name="T87" fmla="*/ 36 h 52"/>
                    <a:gd name="T88" fmla="*/ 10 w 35"/>
                    <a:gd name="T89" fmla="*/ 41 h 52"/>
                    <a:gd name="T90" fmla="*/ 12 w 35"/>
                    <a:gd name="T91" fmla="*/ 44 h 52"/>
                    <a:gd name="T92" fmla="*/ 12 w 35"/>
                    <a:gd name="T93" fmla="*/ 47 h 52"/>
                    <a:gd name="T94" fmla="*/ 13 w 35"/>
                    <a:gd name="T95" fmla="*/ 48 h 52"/>
                    <a:gd name="T96" fmla="*/ 17 w 35"/>
                    <a:gd name="T97" fmla="*/ 50 h 52"/>
                    <a:gd name="T98" fmla="*/ 18 w 35"/>
                    <a:gd name="T99" fmla="*/ 52 h 52"/>
                    <a:gd name="T100" fmla="*/ 20 w 35"/>
                    <a:gd name="T101" fmla="*/ 51 h 52"/>
                    <a:gd name="T102" fmla="*/ 21 w 35"/>
                    <a:gd name="T103" fmla="*/ 50 h 52"/>
                    <a:gd name="T104" fmla="*/ 22 w 35"/>
                    <a:gd name="T105" fmla="*/ 49 h 52"/>
                    <a:gd name="T106" fmla="*/ 24 w 35"/>
                    <a:gd name="T107" fmla="*/ 49 h 52"/>
                    <a:gd name="T108" fmla="*/ 24 w 35"/>
                    <a:gd name="T109" fmla="*/ 48 h 52"/>
                    <a:gd name="T110" fmla="*/ 29 w 35"/>
                    <a:gd name="T111" fmla="*/ 46 h 52"/>
                    <a:gd name="T112" fmla="*/ 30 w 35"/>
                    <a:gd name="T113" fmla="*/ 46 h 52"/>
                    <a:gd name="T114" fmla="*/ 33 w 35"/>
                    <a:gd name="T115" fmla="*/ 47 h 52"/>
                    <a:gd name="T116" fmla="*/ 35 w 35"/>
                    <a:gd name="T117" fmla="*/ 46 h 52"/>
                    <a:gd name="T118" fmla="*/ 33 w 35"/>
                    <a:gd name="T119"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 h="52">
                      <a:moveTo>
                        <a:pt x="33" y="46"/>
                      </a:moveTo>
                      <a:cubicBezTo>
                        <a:pt x="31" y="40"/>
                        <a:pt x="31" y="40"/>
                        <a:pt x="31" y="40"/>
                      </a:cubicBezTo>
                      <a:cubicBezTo>
                        <a:pt x="30" y="40"/>
                        <a:pt x="30" y="40"/>
                        <a:pt x="30" y="40"/>
                      </a:cubicBezTo>
                      <a:cubicBezTo>
                        <a:pt x="30" y="40"/>
                        <a:pt x="30" y="40"/>
                        <a:pt x="30" y="40"/>
                      </a:cubicBezTo>
                      <a:cubicBezTo>
                        <a:pt x="30" y="40"/>
                        <a:pt x="30" y="40"/>
                        <a:pt x="30" y="40"/>
                      </a:cubicBezTo>
                      <a:cubicBezTo>
                        <a:pt x="30" y="40"/>
                        <a:pt x="30" y="39"/>
                        <a:pt x="30" y="39"/>
                      </a:cubicBezTo>
                      <a:cubicBezTo>
                        <a:pt x="30" y="39"/>
                        <a:pt x="29" y="38"/>
                        <a:pt x="29" y="38"/>
                      </a:cubicBezTo>
                      <a:cubicBezTo>
                        <a:pt x="29" y="36"/>
                        <a:pt x="29" y="36"/>
                        <a:pt x="29" y="36"/>
                      </a:cubicBezTo>
                      <a:cubicBezTo>
                        <a:pt x="27" y="36"/>
                        <a:pt x="27" y="36"/>
                        <a:pt x="27" y="36"/>
                      </a:cubicBezTo>
                      <a:cubicBezTo>
                        <a:pt x="27" y="35"/>
                        <a:pt x="27" y="35"/>
                        <a:pt x="27" y="35"/>
                      </a:cubicBezTo>
                      <a:cubicBezTo>
                        <a:pt x="25" y="34"/>
                        <a:pt x="25" y="34"/>
                        <a:pt x="25" y="34"/>
                      </a:cubicBezTo>
                      <a:cubicBezTo>
                        <a:pt x="25" y="33"/>
                        <a:pt x="25" y="33"/>
                        <a:pt x="25" y="33"/>
                      </a:cubicBezTo>
                      <a:cubicBezTo>
                        <a:pt x="24" y="32"/>
                        <a:pt x="24" y="32"/>
                        <a:pt x="24" y="32"/>
                      </a:cubicBezTo>
                      <a:cubicBezTo>
                        <a:pt x="24" y="31"/>
                        <a:pt x="24" y="31"/>
                        <a:pt x="24" y="31"/>
                      </a:cubicBezTo>
                      <a:cubicBezTo>
                        <a:pt x="24" y="31"/>
                        <a:pt x="24" y="31"/>
                        <a:pt x="24" y="31"/>
                      </a:cubicBezTo>
                      <a:cubicBezTo>
                        <a:pt x="24" y="30"/>
                        <a:pt x="24" y="30"/>
                        <a:pt x="24" y="30"/>
                      </a:cubicBezTo>
                      <a:cubicBezTo>
                        <a:pt x="25" y="28"/>
                        <a:pt x="25" y="28"/>
                        <a:pt x="25" y="28"/>
                      </a:cubicBezTo>
                      <a:cubicBezTo>
                        <a:pt x="25" y="27"/>
                        <a:pt x="25" y="27"/>
                        <a:pt x="25" y="27"/>
                      </a:cubicBezTo>
                      <a:cubicBezTo>
                        <a:pt x="25" y="26"/>
                        <a:pt x="25" y="26"/>
                        <a:pt x="25" y="26"/>
                      </a:cubicBezTo>
                      <a:cubicBezTo>
                        <a:pt x="25" y="26"/>
                        <a:pt x="25" y="26"/>
                        <a:pt x="25" y="26"/>
                      </a:cubicBezTo>
                      <a:cubicBezTo>
                        <a:pt x="27" y="25"/>
                        <a:pt x="27" y="25"/>
                        <a:pt x="27" y="25"/>
                      </a:cubicBezTo>
                      <a:cubicBezTo>
                        <a:pt x="29" y="25"/>
                        <a:pt x="29" y="25"/>
                        <a:pt x="29" y="25"/>
                      </a:cubicBezTo>
                      <a:cubicBezTo>
                        <a:pt x="29" y="23"/>
                        <a:pt x="29" y="23"/>
                        <a:pt x="29" y="23"/>
                      </a:cubicBezTo>
                      <a:cubicBezTo>
                        <a:pt x="30" y="23"/>
                        <a:pt x="30" y="23"/>
                        <a:pt x="30" y="23"/>
                      </a:cubicBezTo>
                      <a:cubicBezTo>
                        <a:pt x="29" y="22"/>
                        <a:pt x="29" y="22"/>
                        <a:pt x="29" y="22"/>
                      </a:cubicBezTo>
                      <a:cubicBezTo>
                        <a:pt x="29" y="22"/>
                        <a:pt x="29" y="22"/>
                        <a:pt x="29" y="22"/>
                      </a:cubicBezTo>
                      <a:cubicBezTo>
                        <a:pt x="30" y="21"/>
                        <a:pt x="30" y="21"/>
                        <a:pt x="30" y="21"/>
                      </a:cubicBezTo>
                      <a:cubicBezTo>
                        <a:pt x="30" y="19"/>
                        <a:pt x="30" y="19"/>
                        <a:pt x="30" y="19"/>
                      </a:cubicBezTo>
                      <a:cubicBezTo>
                        <a:pt x="30" y="19"/>
                        <a:pt x="30" y="18"/>
                        <a:pt x="30" y="18"/>
                      </a:cubicBezTo>
                      <a:cubicBezTo>
                        <a:pt x="30" y="17"/>
                        <a:pt x="30" y="17"/>
                        <a:pt x="30" y="16"/>
                      </a:cubicBezTo>
                      <a:cubicBezTo>
                        <a:pt x="29" y="16"/>
                        <a:pt x="29" y="16"/>
                        <a:pt x="29" y="16"/>
                      </a:cubicBezTo>
                      <a:cubicBezTo>
                        <a:pt x="28" y="16"/>
                        <a:pt x="28" y="16"/>
                        <a:pt x="27" y="15"/>
                      </a:cubicBezTo>
                      <a:cubicBezTo>
                        <a:pt x="27" y="15"/>
                        <a:pt x="26" y="14"/>
                        <a:pt x="26" y="13"/>
                      </a:cubicBezTo>
                      <a:cubicBezTo>
                        <a:pt x="25" y="13"/>
                        <a:pt x="25" y="12"/>
                        <a:pt x="24" y="12"/>
                      </a:cubicBezTo>
                      <a:cubicBezTo>
                        <a:pt x="24" y="12"/>
                        <a:pt x="23" y="12"/>
                        <a:pt x="23" y="12"/>
                      </a:cubicBezTo>
                      <a:cubicBezTo>
                        <a:pt x="22" y="12"/>
                        <a:pt x="22" y="12"/>
                        <a:pt x="21" y="11"/>
                      </a:cubicBezTo>
                      <a:cubicBezTo>
                        <a:pt x="21" y="11"/>
                        <a:pt x="21" y="10"/>
                        <a:pt x="21" y="9"/>
                      </a:cubicBezTo>
                      <a:cubicBezTo>
                        <a:pt x="21" y="9"/>
                        <a:pt x="21" y="8"/>
                        <a:pt x="21" y="8"/>
                      </a:cubicBezTo>
                      <a:cubicBezTo>
                        <a:pt x="20" y="7"/>
                        <a:pt x="19" y="7"/>
                        <a:pt x="19" y="6"/>
                      </a:cubicBezTo>
                      <a:cubicBezTo>
                        <a:pt x="18" y="5"/>
                        <a:pt x="17" y="4"/>
                        <a:pt x="17" y="4"/>
                      </a:cubicBezTo>
                      <a:cubicBezTo>
                        <a:pt x="17" y="4"/>
                        <a:pt x="15" y="2"/>
                        <a:pt x="14" y="2"/>
                      </a:cubicBezTo>
                      <a:cubicBezTo>
                        <a:pt x="14" y="2"/>
                        <a:pt x="12" y="0"/>
                        <a:pt x="12" y="1"/>
                      </a:cubicBezTo>
                      <a:cubicBezTo>
                        <a:pt x="12" y="1"/>
                        <a:pt x="11" y="1"/>
                        <a:pt x="11" y="1"/>
                      </a:cubicBezTo>
                      <a:cubicBezTo>
                        <a:pt x="11" y="2"/>
                        <a:pt x="11" y="2"/>
                        <a:pt x="11" y="2"/>
                      </a:cubicBezTo>
                      <a:cubicBezTo>
                        <a:pt x="10" y="2"/>
                        <a:pt x="10" y="2"/>
                        <a:pt x="10" y="2"/>
                      </a:cubicBezTo>
                      <a:cubicBezTo>
                        <a:pt x="10" y="2"/>
                        <a:pt x="9" y="4"/>
                        <a:pt x="9" y="4"/>
                      </a:cubicBezTo>
                      <a:cubicBezTo>
                        <a:pt x="9" y="4"/>
                        <a:pt x="7" y="4"/>
                        <a:pt x="7" y="4"/>
                      </a:cubicBezTo>
                      <a:cubicBezTo>
                        <a:pt x="6" y="5"/>
                        <a:pt x="6" y="5"/>
                        <a:pt x="6" y="5"/>
                      </a:cubicBezTo>
                      <a:cubicBezTo>
                        <a:pt x="6" y="6"/>
                        <a:pt x="6" y="6"/>
                        <a:pt x="6" y="6"/>
                      </a:cubicBezTo>
                      <a:cubicBezTo>
                        <a:pt x="5" y="7"/>
                        <a:pt x="5" y="7"/>
                        <a:pt x="5" y="7"/>
                      </a:cubicBezTo>
                      <a:cubicBezTo>
                        <a:pt x="5" y="7"/>
                        <a:pt x="6" y="8"/>
                        <a:pt x="6" y="8"/>
                      </a:cubicBezTo>
                      <a:cubicBezTo>
                        <a:pt x="6" y="8"/>
                        <a:pt x="6" y="9"/>
                        <a:pt x="6" y="9"/>
                      </a:cubicBezTo>
                      <a:cubicBezTo>
                        <a:pt x="6" y="10"/>
                        <a:pt x="6" y="10"/>
                        <a:pt x="6" y="10"/>
                      </a:cubicBezTo>
                      <a:cubicBezTo>
                        <a:pt x="7" y="9"/>
                        <a:pt x="7" y="9"/>
                        <a:pt x="7" y="9"/>
                      </a:cubicBezTo>
                      <a:cubicBezTo>
                        <a:pt x="8" y="10"/>
                        <a:pt x="8" y="10"/>
                        <a:pt x="8" y="10"/>
                      </a:cubicBezTo>
                      <a:cubicBezTo>
                        <a:pt x="8" y="10"/>
                        <a:pt x="8" y="10"/>
                        <a:pt x="8" y="10"/>
                      </a:cubicBezTo>
                      <a:cubicBezTo>
                        <a:pt x="7" y="11"/>
                        <a:pt x="7" y="11"/>
                        <a:pt x="7" y="11"/>
                      </a:cubicBezTo>
                      <a:cubicBezTo>
                        <a:pt x="5" y="12"/>
                        <a:pt x="5" y="12"/>
                        <a:pt x="5" y="12"/>
                      </a:cubicBezTo>
                      <a:cubicBezTo>
                        <a:pt x="5" y="12"/>
                        <a:pt x="4" y="12"/>
                        <a:pt x="4" y="12"/>
                      </a:cubicBezTo>
                      <a:cubicBezTo>
                        <a:pt x="4" y="12"/>
                        <a:pt x="4" y="12"/>
                        <a:pt x="4" y="12"/>
                      </a:cubicBezTo>
                      <a:cubicBezTo>
                        <a:pt x="3" y="12"/>
                        <a:pt x="3" y="12"/>
                        <a:pt x="3" y="12"/>
                      </a:cubicBezTo>
                      <a:cubicBezTo>
                        <a:pt x="2" y="12"/>
                        <a:pt x="2" y="12"/>
                        <a:pt x="2" y="12"/>
                      </a:cubicBezTo>
                      <a:cubicBezTo>
                        <a:pt x="2" y="13"/>
                        <a:pt x="2" y="13"/>
                        <a:pt x="2" y="13"/>
                      </a:cubicBezTo>
                      <a:cubicBezTo>
                        <a:pt x="2" y="13"/>
                        <a:pt x="2" y="13"/>
                        <a:pt x="2" y="13"/>
                      </a:cubicBezTo>
                      <a:cubicBezTo>
                        <a:pt x="2" y="14"/>
                        <a:pt x="2" y="14"/>
                        <a:pt x="2" y="14"/>
                      </a:cubicBezTo>
                      <a:cubicBezTo>
                        <a:pt x="2" y="16"/>
                        <a:pt x="2" y="16"/>
                        <a:pt x="2" y="16"/>
                      </a:cubicBezTo>
                      <a:cubicBezTo>
                        <a:pt x="0" y="18"/>
                        <a:pt x="0" y="18"/>
                        <a:pt x="0" y="18"/>
                      </a:cubicBezTo>
                      <a:cubicBezTo>
                        <a:pt x="5" y="23"/>
                        <a:pt x="5" y="23"/>
                        <a:pt x="5" y="23"/>
                      </a:cubicBezTo>
                      <a:cubicBezTo>
                        <a:pt x="7" y="23"/>
                        <a:pt x="7" y="23"/>
                        <a:pt x="7" y="23"/>
                      </a:cubicBezTo>
                      <a:cubicBezTo>
                        <a:pt x="8" y="23"/>
                        <a:pt x="8" y="23"/>
                        <a:pt x="8" y="23"/>
                      </a:cubicBezTo>
                      <a:cubicBezTo>
                        <a:pt x="9" y="23"/>
                        <a:pt x="9" y="23"/>
                        <a:pt x="9" y="23"/>
                      </a:cubicBezTo>
                      <a:cubicBezTo>
                        <a:pt x="10" y="24"/>
                        <a:pt x="10" y="24"/>
                        <a:pt x="10" y="24"/>
                      </a:cubicBezTo>
                      <a:cubicBezTo>
                        <a:pt x="10" y="26"/>
                        <a:pt x="10" y="26"/>
                        <a:pt x="10" y="26"/>
                      </a:cubicBezTo>
                      <a:cubicBezTo>
                        <a:pt x="10" y="27"/>
                        <a:pt x="10" y="27"/>
                        <a:pt x="10" y="27"/>
                      </a:cubicBezTo>
                      <a:cubicBezTo>
                        <a:pt x="9" y="28"/>
                        <a:pt x="9" y="28"/>
                        <a:pt x="9" y="28"/>
                      </a:cubicBezTo>
                      <a:cubicBezTo>
                        <a:pt x="11" y="28"/>
                        <a:pt x="11" y="28"/>
                        <a:pt x="11" y="28"/>
                      </a:cubicBezTo>
                      <a:cubicBezTo>
                        <a:pt x="12" y="29"/>
                        <a:pt x="12" y="29"/>
                        <a:pt x="12" y="29"/>
                      </a:cubicBezTo>
                      <a:cubicBezTo>
                        <a:pt x="12" y="30"/>
                        <a:pt x="12" y="30"/>
                        <a:pt x="12" y="30"/>
                      </a:cubicBezTo>
                      <a:cubicBezTo>
                        <a:pt x="12" y="30"/>
                        <a:pt x="12" y="30"/>
                        <a:pt x="12" y="30"/>
                      </a:cubicBezTo>
                      <a:cubicBezTo>
                        <a:pt x="12" y="31"/>
                        <a:pt x="12" y="31"/>
                        <a:pt x="12" y="31"/>
                      </a:cubicBezTo>
                      <a:cubicBezTo>
                        <a:pt x="13" y="31"/>
                        <a:pt x="13" y="31"/>
                        <a:pt x="13" y="31"/>
                      </a:cubicBezTo>
                      <a:cubicBezTo>
                        <a:pt x="13" y="31"/>
                        <a:pt x="13" y="31"/>
                        <a:pt x="13" y="31"/>
                      </a:cubicBezTo>
                      <a:cubicBezTo>
                        <a:pt x="13" y="32"/>
                        <a:pt x="13" y="32"/>
                        <a:pt x="13" y="32"/>
                      </a:cubicBezTo>
                      <a:cubicBezTo>
                        <a:pt x="13" y="34"/>
                        <a:pt x="13" y="34"/>
                        <a:pt x="13" y="34"/>
                      </a:cubicBezTo>
                      <a:cubicBezTo>
                        <a:pt x="11" y="35"/>
                        <a:pt x="11" y="35"/>
                        <a:pt x="11" y="35"/>
                      </a:cubicBezTo>
                      <a:cubicBezTo>
                        <a:pt x="11" y="35"/>
                        <a:pt x="11" y="35"/>
                        <a:pt x="11" y="35"/>
                      </a:cubicBezTo>
                      <a:cubicBezTo>
                        <a:pt x="11" y="35"/>
                        <a:pt x="11" y="35"/>
                        <a:pt x="11" y="35"/>
                      </a:cubicBezTo>
                      <a:cubicBezTo>
                        <a:pt x="12" y="36"/>
                        <a:pt x="12" y="36"/>
                        <a:pt x="12" y="36"/>
                      </a:cubicBezTo>
                      <a:cubicBezTo>
                        <a:pt x="10" y="39"/>
                        <a:pt x="10" y="39"/>
                        <a:pt x="10" y="39"/>
                      </a:cubicBezTo>
                      <a:cubicBezTo>
                        <a:pt x="10" y="41"/>
                        <a:pt x="10" y="41"/>
                        <a:pt x="10" y="41"/>
                      </a:cubicBezTo>
                      <a:cubicBezTo>
                        <a:pt x="11" y="43"/>
                        <a:pt x="11" y="43"/>
                        <a:pt x="11" y="43"/>
                      </a:cubicBezTo>
                      <a:cubicBezTo>
                        <a:pt x="12" y="44"/>
                        <a:pt x="12" y="44"/>
                        <a:pt x="12" y="44"/>
                      </a:cubicBezTo>
                      <a:cubicBezTo>
                        <a:pt x="12" y="47"/>
                        <a:pt x="12" y="47"/>
                        <a:pt x="12" y="47"/>
                      </a:cubicBezTo>
                      <a:cubicBezTo>
                        <a:pt x="12" y="47"/>
                        <a:pt x="12" y="47"/>
                        <a:pt x="12" y="47"/>
                      </a:cubicBezTo>
                      <a:cubicBezTo>
                        <a:pt x="12" y="48"/>
                        <a:pt x="12" y="48"/>
                        <a:pt x="12" y="48"/>
                      </a:cubicBezTo>
                      <a:cubicBezTo>
                        <a:pt x="13" y="48"/>
                        <a:pt x="13" y="48"/>
                        <a:pt x="13" y="48"/>
                      </a:cubicBezTo>
                      <a:cubicBezTo>
                        <a:pt x="15" y="50"/>
                        <a:pt x="15" y="50"/>
                        <a:pt x="15" y="50"/>
                      </a:cubicBezTo>
                      <a:cubicBezTo>
                        <a:pt x="17" y="50"/>
                        <a:pt x="17" y="50"/>
                        <a:pt x="17" y="50"/>
                      </a:cubicBezTo>
                      <a:cubicBezTo>
                        <a:pt x="17" y="50"/>
                        <a:pt x="18" y="51"/>
                        <a:pt x="18" y="51"/>
                      </a:cubicBezTo>
                      <a:cubicBezTo>
                        <a:pt x="18" y="51"/>
                        <a:pt x="18" y="52"/>
                        <a:pt x="18" y="52"/>
                      </a:cubicBezTo>
                      <a:cubicBezTo>
                        <a:pt x="19" y="51"/>
                        <a:pt x="19" y="51"/>
                        <a:pt x="19" y="51"/>
                      </a:cubicBezTo>
                      <a:cubicBezTo>
                        <a:pt x="20" y="51"/>
                        <a:pt x="20" y="51"/>
                        <a:pt x="20" y="51"/>
                      </a:cubicBezTo>
                      <a:cubicBezTo>
                        <a:pt x="21" y="51"/>
                        <a:pt x="21" y="51"/>
                        <a:pt x="21" y="51"/>
                      </a:cubicBezTo>
                      <a:cubicBezTo>
                        <a:pt x="21" y="50"/>
                        <a:pt x="21" y="50"/>
                        <a:pt x="21" y="50"/>
                      </a:cubicBezTo>
                      <a:cubicBezTo>
                        <a:pt x="21" y="50"/>
                        <a:pt x="21" y="50"/>
                        <a:pt x="21" y="50"/>
                      </a:cubicBezTo>
                      <a:cubicBezTo>
                        <a:pt x="22" y="49"/>
                        <a:pt x="22" y="49"/>
                        <a:pt x="22" y="49"/>
                      </a:cubicBezTo>
                      <a:cubicBezTo>
                        <a:pt x="23" y="49"/>
                        <a:pt x="23" y="49"/>
                        <a:pt x="23" y="49"/>
                      </a:cubicBezTo>
                      <a:cubicBezTo>
                        <a:pt x="24" y="49"/>
                        <a:pt x="24" y="49"/>
                        <a:pt x="24" y="49"/>
                      </a:cubicBezTo>
                      <a:cubicBezTo>
                        <a:pt x="24" y="49"/>
                        <a:pt x="24" y="49"/>
                        <a:pt x="24" y="49"/>
                      </a:cubicBezTo>
                      <a:cubicBezTo>
                        <a:pt x="24" y="48"/>
                        <a:pt x="24" y="48"/>
                        <a:pt x="24" y="48"/>
                      </a:cubicBezTo>
                      <a:cubicBezTo>
                        <a:pt x="27" y="48"/>
                        <a:pt x="27" y="48"/>
                        <a:pt x="27" y="48"/>
                      </a:cubicBezTo>
                      <a:cubicBezTo>
                        <a:pt x="29" y="46"/>
                        <a:pt x="29" y="46"/>
                        <a:pt x="29" y="46"/>
                      </a:cubicBezTo>
                      <a:cubicBezTo>
                        <a:pt x="29" y="46"/>
                        <a:pt x="29" y="46"/>
                        <a:pt x="29" y="46"/>
                      </a:cubicBezTo>
                      <a:cubicBezTo>
                        <a:pt x="30" y="46"/>
                        <a:pt x="30" y="46"/>
                        <a:pt x="30" y="46"/>
                      </a:cubicBezTo>
                      <a:cubicBezTo>
                        <a:pt x="31" y="46"/>
                        <a:pt x="31" y="46"/>
                        <a:pt x="31" y="46"/>
                      </a:cubicBezTo>
                      <a:cubicBezTo>
                        <a:pt x="33" y="47"/>
                        <a:pt x="33" y="47"/>
                        <a:pt x="33" y="47"/>
                      </a:cubicBezTo>
                      <a:cubicBezTo>
                        <a:pt x="33" y="46"/>
                        <a:pt x="33" y="46"/>
                        <a:pt x="33" y="46"/>
                      </a:cubicBezTo>
                      <a:cubicBezTo>
                        <a:pt x="35" y="46"/>
                        <a:pt x="35" y="46"/>
                        <a:pt x="35" y="46"/>
                      </a:cubicBezTo>
                      <a:cubicBezTo>
                        <a:pt x="35" y="46"/>
                        <a:pt x="35" y="46"/>
                        <a:pt x="35" y="46"/>
                      </a:cubicBezTo>
                      <a:lnTo>
                        <a:pt x="33" y="46"/>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0" name="Freeform 686">
                  <a:extLst>
                    <a:ext uri="{FF2B5EF4-FFF2-40B4-BE49-F238E27FC236}">
                      <a16:creationId xmlns:a16="http://schemas.microsoft.com/office/drawing/2014/main" id="{2BAC7415-780D-34AC-522C-D5F296D84ED3}"/>
                    </a:ext>
                  </a:extLst>
                </p:cNvPr>
                <p:cNvSpPr>
                  <a:spLocks/>
                </p:cNvSpPr>
                <p:nvPr/>
              </p:nvSpPr>
              <p:spPr bwMode="auto">
                <a:xfrm>
                  <a:off x="3844926" y="4695825"/>
                  <a:ext cx="82550" cy="107950"/>
                </a:xfrm>
                <a:custGeom>
                  <a:avLst/>
                  <a:gdLst>
                    <a:gd name="T0" fmla="*/ 1 w 20"/>
                    <a:gd name="T1" fmla="*/ 5 h 26"/>
                    <a:gd name="T2" fmla="*/ 0 w 20"/>
                    <a:gd name="T3" fmla="*/ 6 h 26"/>
                    <a:gd name="T4" fmla="*/ 0 w 20"/>
                    <a:gd name="T5" fmla="*/ 7 h 26"/>
                    <a:gd name="T6" fmla="*/ 1 w 20"/>
                    <a:gd name="T7" fmla="*/ 8 h 26"/>
                    <a:gd name="T8" fmla="*/ 1 w 20"/>
                    <a:gd name="T9" fmla="*/ 11 h 26"/>
                    <a:gd name="T10" fmla="*/ 1 w 20"/>
                    <a:gd name="T11" fmla="*/ 12 h 26"/>
                    <a:gd name="T12" fmla="*/ 1 w 20"/>
                    <a:gd name="T13" fmla="*/ 12 h 26"/>
                    <a:gd name="T14" fmla="*/ 3 w 20"/>
                    <a:gd name="T15" fmla="*/ 15 h 26"/>
                    <a:gd name="T16" fmla="*/ 3 w 20"/>
                    <a:gd name="T17" fmla="*/ 17 h 26"/>
                    <a:gd name="T18" fmla="*/ 2 w 20"/>
                    <a:gd name="T19" fmla="*/ 19 h 26"/>
                    <a:gd name="T20" fmla="*/ 2 w 20"/>
                    <a:gd name="T21" fmla="*/ 20 h 26"/>
                    <a:gd name="T22" fmla="*/ 2 w 20"/>
                    <a:gd name="T23" fmla="*/ 21 h 26"/>
                    <a:gd name="T24" fmla="*/ 1 w 20"/>
                    <a:gd name="T25" fmla="*/ 23 h 26"/>
                    <a:gd name="T26" fmla="*/ 0 w 20"/>
                    <a:gd name="T27" fmla="*/ 25 h 26"/>
                    <a:gd name="T28" fmla="*/ 0 w 20"/>
                    <a:gd name="T29" fmla="*/ 25 h 26"/>
                    <a:gd name="T30" fmla="*/ 1 w 20"/>
                    <a:gd name="T31" fmla="*/ 26 h 26"/>
                    <a:gd name="T32" fmla="*/ 2 w 20"/>
                    <a:gd name="T33" fmla="*/ 26 h 26"/>
                    <a:gd name="T34" fmla="*/ 3 w 20"/>
                    <a:gd name="T35" fmla="*/ 26 h 26"/>
                    <a:gd name="T36" fmla="*/ 3 w 20"/>
                    <a:gd name="T37" fmla="*/ 25 h 26"/>
                    <a:gd name="T38" fmla="*/ 4 w 20"/>
                    <a:gd name="T39" fmla="*/ 25 h 26"/>
                    <a:gd name="T40" fmla="*/ 5 w 20"/>
                    <a:gd name="T41" fmla="*/ 24 h 26"/>
                    <a:gd name="T42" fmla="*/ 7 w 20"/>
                    <a:gd name="T43" fmla="*/ 25 h 26"/>
                    <a:gd name="T44" fmla="*/ 7 w 20"/>
                    <a:gd name="T45" fmla="*/ 25 h 26"/>
                    <a:gd name="T46" fmla="*/ 8 w 20"/>
                    <a:gd name="T47" fmla="*/ 24 h 26"/>
                    <a:gd name="T48" fmla="*/ 9 w 20"/>
                    <a:gd name="T49" fmla="*/ 24 h 26"/>
                    <a:gd name="T50" fmla="*/ 9 w 20"/>
                    <a:gd name="T51" fmla="*/ 26 h 26"/>
                    <a:gd name="T52" fmla="*/ 11 w 20"/>
                    <a:gd name="T53" fmla="*/ 26 h 26"/>
                    <a:gd name="T54" fmla="*/ 14 w 20"/>
                    <a:gd name="T55" fmla="*/ 23 h 26"/>
                    <a:gd name="T56" fmla="*/ 14 w 20"/>
                    <a:gd name="T57" fmla="*/ 22 h 26"/>
                    <a:gd name="T58" fmla="*/ 15 w 20"/>
                    <a:gd name="T59" fmla="*/ 20 h 26"/>
                    <a:gd name="T60" fmla="*/ 15 w 20"/>
                    <a:gd name="T61" fmla="*/ 19 h 26"/>
                    <a:gd name="T62" fmla="*/ 20 w 20"/>
                    <a:gd name="T63" fmla="*/ 12 h 26"/>
                    <a:gd name="T64" fmla="*/ 19 w 20"/>
                    <a:gd name="T65" fmla="*/ 10 h 26"/>
                    <a:gd name="T66" fmla="*/ 19 w 20"/>
                    <a:gd name="T67" fmla="*/ 10 h 26"/>
                    <a:gd name="T68" fmla="*/ 19 w 20"/>
                    <a:gd name="T69" fmla="*/ 9 h 26"/>
                    <a:gd name="T70" fmla="*/ 19 w 20"/>
                    <a:gd name="T71" fmla="*/ 8 h 26"/>
                    <a:gd name="T72" fmla="*/ 18 w 20"/>
                    <a:gd name="T73" fmla="*/ 9 h 26"/>
                    <a:gd name="T74" fmla="*/ 18 w 20"/>
                    <a:gd name="T75" fmla="*/ 10 h 26"/>
                    <a:gd name="T76" fmla="*/ 18 w 20"/>
                    <a:gd name="T77" fmla="*/ 9 h 26"/>
                    <a:gd name="T78" fmla="*/ 18 w 20"/>
                    <a:gd name="T79" fmla="*/ 8 h 26"/>
                    <a:gd name="T80" fmla="*/ 16 w 20"/>
                    <a:gd name="T81" fmla="*/ 7 h 26"/>
                    <a:gd name="T82" fmla="*/ 14 w 20"/>
                    <a:gd name="T83" fmla="*/ 6 h 26"/>
                    <a:gd name="T84" fmla="*/ 12 w 20"/>
                    <a:gd name="T85" fmla="*/ 4 h 26"/>
                    <a:gd name="T86" fmla="*/ 11 w 20"/>
                    <a:gd name="T87" fmla="*/ 3 h 26"/>
                    <a:gd name="T88" fmla="*/ 9 w 20"/>
                    <a:gd name="T89" fmla="*/ 2 h 26"/>
                    <a:gd name="T90" fmla="*/ 7 w 20"/>
                    <a:gd name="T91" fmla="*/ 2 h 26"/>
                    <a:gd name="T92" fmla="*/ 4 w 20"/>
                    <a:gd name="T93" fmla="*/ 1 h 26"/>
                    <a:gd name="T94" fmla="*/ 4 w 20"/>
                    <a:gd name="T95" fmla="*/ 0 h 26"/>
                    <a:gd name="T96" fmla="*/ 3 w 20"/>
                    <a:gd name="T97" fmla="*/ 2 h 26"/>
                    <a:gd name="T98" fmla="*/ 1 w 20"/>
                    <a:gd name="T99" fmla="*/ 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 h="26">
                      <a:moveTo>
                        <a:pt x="1" y="5"/>
                      </a:moveTo>
                      <a:cubicBezTo>
                        <a:pt x="0" y="6"/>
                        <a:pt x="0" y="6"/>
                        <a:pt x="0" y="6"/>
                      </a:cubicBezTo>
                      <a:cubicBezTo>
                        <a:pt x="0" y="7"/>
                        <a:pt x="0" y="7"/>
                        <a:pt x="0" y="7"/>
                      </a:cubicBezTo>
                      <a:cubicBezTo>
                        <a:pt x="1" y="8"/>
                        <a:pt x="1" y="8"/>
                        <a:pt x="1" y="8"/>
                      </a:cubicBezTo>
                      <a:cubicBezTo>
                        <a:pt x="1" y="11"/>
                        <a:pt x="1" y="11"/>
                        <a:pt x="1" y="11"/>
                      </a:cubicBezTo>
                      <a:cubicBezTo>
                        <a:pt x="1" y="12"/>
                        <a:pt x="1" y="12"/>
                        <a:pt x="1" y="12"/>
                      </a:cubicBezTo>
                      <a:cubicBezTo>
                        <a:pt x="1" y="12"/>
                        <a:pt x="1" y="12"/>
                        <a:pt x="1" y="12"/>
                      </a:cubicBezTo>
                      <a:cubicBezTo>
                        <a:pt x="3" y="15"/>
                        <a:pt x="3" y="15"/>
                        <a:pt x="3" y="15"/>
                      </a:cubicBezTo>
                      <a:cubicBezTo>
                        <a:pt x="3" y="17"/>
                        <a:pt x="3" y="17"/>
                        <a:pt x="3" y="17"/>
                      </a:cubicBezTo>
                      <a:cubicBezTo>
                        <a:pt x="2" y="19"/>
                        <a:pt x="2" y="19"/>
                        <a:pt x="2" y="19"/>
                      </a:cubicBezTo>
                      <a:cubicBezTo>
                        <a:pt x="2" y="19"/>
                        <a:pt x="2" y="20"/>
                        <a:pt x="2" y="20"/>
                      </a:cubicBezTo>
                      <a:cubicBezTo>
                        <a:pt x="2" y="20"/>
                        <a:pt x="2" y="21"/>
                        <a:pt x="2" y="21"/>
                      </a:cubicBezTo>
                      <a:cubicBezTo>
                        <a:pt x="1" y="23"/>
                        <a:pt x="1" y="23"/>
                        <a:pt x="1" y="23"/>
                      </a:cubicBezTo>
                      <a:cubicBezTo>
                        <a:pt x="0" y="25"/>
                        <a:pt x="0" y="25"/>
                        <a:pt x="0" y="25"/>
                      </a:cubicBezTo>
                      <a:cubicBezTo>
                        <a:pt x="0" y="25"/>
                        <a:pt x="0" y="25"/>
                        <a:pt x="0" y="25"/>
                      </a:cubicBezTo>
                      <a:cubicBezTo>
                        <a:pt x="0" y="25"/>
                        <a:pt x="1" y="26"/>
                        <a:pt x="1" y="26"/>
                      </a:cubicBezTo>
                      <a:cubicBezTo>
                        <a:pt x="1" y="26"/>
                        <a:pt x="2" y="26"/>
                        <a:pt x="2" y="26"/>
                      </a:cubicBezTo>
                      <a:cubicBezTo>
                        <a:pt x="3" y="26"/>
                        <a:pt x="3" y="26"/>
                        <a:pt x="3" y="26"/>
                      </a:cubicBezTo>
                      <a:cubicBezTo>
                        <a:pt x="3" y="25"/>
                        <a:pt x="3" y="25"/>
                        <a:pt x="3" y="25"/>
                      </a:cubicBezTo>
                      <a:cubicBezTo>
                        <a:pt x="4" y="25"/>
                        <a:pt x="4" y="25"/>
                        <a:pt x="4" y="25"/>
                      </a:cubicBezTo>
                      <a:cubicBezTo>
                        <a:pt x="5" y="24"/>
                        <a:pt x="5" y="24"/>
                        <a:pt x="5" y="24"/>
                      </a:cubicBezTo>
                      <a:cubicBezTo>
                        <a:pt x="7" y="25"/>
                        <a:pt x="7" y="25"/>
                        <a:pt x="7" y="25"/>
                      </a:cubicBezTo>
                      <a:cubicBezTo>
                        <a:pt x="7" y="25"/>
                        <a:pt x="7" y="25"/>
                        <a:pt x="7" y="25"/>
                      </a:cubicBezTo>
                      <a:cubicBezTo>
                        <a:pt x="8" y="24"/>
                        <a:pt x="8" y="24"/>
                        <a:pt x="8" y="24"/>
                      </a:cubicBezTo>
                      <a:cubicBezTo>
                        <a:pt x="9" y="24"/>
                        <a:pt x="9" y="24"/>
                        <a:pt x="9" y="24"/>
                      </a:cubicBezTo>
                      <a:cubicBezTo>
                        <a:pt x="9" y="26"/>
                        <a:pt x="9" y="26"/>
                        <a:pt x="9" y="26"/>
                      </a:cubicBezTo>
                      <a:cubicBezTo>
                        <a:pt x="11" y="26"/>
                        <a:pt x="11" y="26"/>
                        <a:pt x="11" y="26"/>
                      </a:cubicBezTo>
                      <a:cubicBezTo>
                        <a:pt x="14" y="23"/>
                        <a:pt x="14" y="23"/>
                        <a:pt x="14" y="23"/>
                      </a:cubicBezTo>
                      <a:cubicBezTo>
                        <a:pt x="14" y="22"/>
                        <a:pt x="14" y="22"/>
                        <a:pt x="14" y="22"/>
                      </a:cubicBezTo>
                      <a:cubicBezTo>
                        <a:pt x="15" y="20"/>
                        <a:pt x="15" y="20"/>
                        <a:pt x="15" y="20"/>
                      </a:cubicBezTo>
                      <a:cubicBezTo>
                        <a:pt x="15" y="19"/>
                        <a:pt x="15" y="19"/>
                        <a:pt x="15" y="19"/>
                      </a:cubicBezTo>
                      <a:cubicBezTo>
                        <a:pt x="20" y="12"/>
                        <a:pt x="20" y="12"/>
                        <a:pt x="20" y="12"/>
                      </a:cubicBezTo>
                      <a:cubicBezTo>
                        <a:pt x="20" y="11"/>
                        <a:pt x="20" y="11"/>
                        <a:pt x="19" y="10"/>
                      </a:cubicBezTo>
                      <a:cubicBezTo>
                        <a:pt x="19" y="10"/>
                        <a:pt x="19" y="10"/>
                        <a:pt x="19" y="10"/>
                      </a:cubicBezTo>
                      <a:cubicBezTo>
                        <a:pt x="19" y="9"/>
                        <a:pt x="19" y="9"/>
                        <a:pt x="19" y="9"/>
                      </a:cubicBezTo>
                      <a:cubicBezTo>
                        <a:pt x="19" y="9"/>
                        <a:pt x="19" y="8"/>
                        <a:pt x="19" y="8"/>
                      </a:cubicBezTo>
                      <a:cubicBezTo>
                        <a:pt x="18" y="8"/>
                        <a:pt x="18" y="9"/>
                        <a:pt x="18" y="9"/>
                      </a:cubicBezTo>
                      <a:cubicBezTo>
                        <a:pt x="18" y="9"/>
                        <a:pt x="18" y="10"/>
                        <a:pt x="18" y="10"/>
                      </a:cubicBezTo>
                      <a:cubicBezTo>
                        <a:pt x="18" y="9"/>
                        <a:pt x="18" y="9"/>
                        <a:pt x="18" y="9"/>
                      </a:cubicBezTo>
                      <a:cubicBezTo>
                        <a:pt x="18" y="9"/>
                        <a:pt x="18" y="8"/>
                        <a:pt x="18" y="8"/>
                      </a:cubicBezTo>
                      <a:cubicBezTo>
                        <a:pt x="17" y="8"/>
                        <a:pt x="17" y="7"/>
                        <a:pt x="16" y="7"/>
                      </a:cubicBezTo>
                      <a:cubicBezTo>
                        <a:pt x="16" y="7"/>
                        <a:pt x="15" y="6"/>
                        <a:pt x="14" y="6"/>
                      </a:cubicBezTo>
                      <a:cubicBezTo>
                        <a:pt x="14" y="5"/>
                        <a:pt x="13" y="4"/>
                        <a:pt x="12" y="4"/>
                      </a:cubicBezTo>
                      <a:cubicBezTo>
                        <a:pt x="12" y="4"/>
                        <a:pt x="12" y="3"/>
                        <a:pt x="11" y="3"/>
                      </a:cubicBezTo>
                      <a:cubicBezTo>
                        <a:pt x="11" y="3"/>
                        <a:pt x="10" y="2"/>
                        <a:pt x="9" y="2"/>
                      </a:cubicBezTo>
                      <a:cubicBezTo>
                        <a:pt x="9" y="2"/>
                        <a:pt x="7" y="2"/>
                        <a:pt x="7" y="2"/>
                      </a:cubicBezTo>
                      <a:cubicBezTo>
                        <a:pt x="7" y="2"/>
                        <a:pt x="4" y="1"/>
                        <a:pt x="4" y="1"/>
                      </a:cubicBezTo>
                      <a:cubicBezTo>
                        <a:pt x="4" y="1"/>
                        <a:pt x="4" y="0"/>
                        <a:pt x="4" y="0"/>
                      </a:cubicBezTo>
                      <a:cubicBezTo>
                        <a:pt x="3" y="2"/>
                        <a:pt x="3" y="2"/>
                        <a:pt x="3" y="2"/>
                      </a:cubicBezTo>
                      <a:lnTo>
                        <a:pt x="1" y="5"/>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1" name="Freeform 687">
                  <a:extLst>
                    <a:ext uri="{FF2B5EF4-FFF2-40B4-BE49-F238E27FC236}">
                      <a16:creationId xmlns:a16="http://schemas.microsoft.com/office/drawing/2014/main" id="{0EA6B35F-ABEC-7838-8028-CF79EA6BE0A2}"/>
                    </a:ext>
                  </a:extLst>
                </p:cNvPr>
                <p:cNvSpPr>
                  <a:spLocks noEditPoints="1"/>
                </p:cNvSpPr>
                <p:nvPr/>
              </p:nvSpPr>
              <p:spPr bwMode="auto">
                <a:xfrm>
                  <a:off x="3644901" y="6616700"/>
                  <a:ext cx="103187" cy="61913"/>
                </a:xfrm>
                <a:custGeom>
                  <a:avLst/>
                  <a:gdLst>
                    <a:gd name="T0" fmla="*/ 23 w 25"/>
                    <a:gd name="T1" fmla="*/ 6 h 15"/>
                    <a:gd name="T2" fmla="*/ 25 w 25"/>
                    <a:gd name="T3" fmla="*/ 6 h 15"/>
                    <a:gd name="T4" fmla="*/ 21 w 25"/>
                    <a:gd name="T5" fmla="*/ 5 h 15"/>
                    <a:gd name="T6" fmla="*/ 22 w 25"/>
                    <a:gd name="T7" fmla="*/ 7 h 15"/>
                    <a:gd name="T8" fmla="*/ 20 w 25"/>
                    <a:gd name="T9" fmla="*/ 5 h 15"/>
                    <a:gd name="T10" fmla="*/ 20 w 25"/>
                    <a:gd name="T11" fmla="*/ 4 h 15"/>
                    <a:gd name="T12" fmla="*/ 19 w 25"/>
                    <a:gd name="T13" fmla="*/ 3 h 15"/>
                    <a:gd name="T14" fmla="*/ 17 w 25"/>
                    <a:gd name="T15" fmla="*/ 5 h 15"/>
                    <a:gd name="T16" fmla="*/ 15 w 25"/>
                    <a:gd name="T17" fmla="*/ 6 h 15"/>
                    <a:gd name="T18" fmla="*/ 16 w 25"/>
                    <a:gd name="T19" fmla="*/ 9 h 15"/>
                    <a:gd name="T20" fmla="*/ 14 w 25"/>
                    <a:gd name="T21" fmla="*/ 8 h 15"/>
                    <a:gd name="T22" fmla="*/ 12 w 25"/>
                    <a:gd name="T23" fmla="*/ 10 h 15"/>
                    <a:gd name="T24" fmla="*/ 11 w 25"/>
                    <a:gd name="T25" fmla="*/ 12 h 15"/>
                    <a:gd name="T26" fmla="*/ 13 w 25"/>
                    <a:gd name="T27" fmla="*/ 15 h 15"/>
                    <a:gd name="T28" fmla="*/ 13 w 25"/>
                    <a:gd name="T29" fmla="*/ 13 h 15"/>
                    <a:gd name="T30" fmla="*/ 15 w 25"/>
                    <a:gd name="T31" fmla="*/ 13 h 15"/>
                    <a:gd name="T32" fmla="*/ 15 w 25"/>
                    <a:gd name="T33" fmla="*/ 13 h 15"/>
                    <a:gd name="T34" fmla="*/ 15 w 25"/>
                    <a:gd name="T35" fmla="*/ 11 h 15"/>
                    <a:gd name="T36" fmla="*/ 18 w 25"/>
                    <a:gd name="T37" fmla="*/ 12 h 15"/>
                    <a:gd name="T38" fmla="*/ 18 w 25"/>
                    <a:gd name="T39" fmla="*/ 10 h 15"/>
                    <a:gd name="T40" fmla="*/ 18 w 25"/>
                    <a:gd name="T41" fmla="*/ 10 h 15"/>
                    <a:gd name="T42" fmla="*/ 22 w 25"/>
                    <a:gd name="T43" fmla="*/ 9 h 15"/>
                    <a:gd name="T44" fmla="*/ 24 w 25"/>
                    <a:gd name="T45" fmla="*/ 8 h 15"/>
                    <a:gd name="T46" fmla="*/ 8 w 25"/>
                    <a:gd name="T47" fmla="*/ 11 h 15"/>
                    <a:gd name="T48" fmla="*/ 6 w 25"/>
                    <a:gd name="T49" fmla="*/ 13 h 15"/>
                    <a:gd name="T50" fmla="*/ 5 w 25"/>
                    <a:gd name="T51" fmla="*/ 13 h 15"/>
                    <a:gd name="T52" fmla="*/ 3 w 25"/>
                    <a:gd name="T53" fmla="*/ 12 h 15"/>
                    <a:gd name="T54" fmla="*/ 4 w 25"/>
                    <a:gd name="T55" fmla="*/ 11 h 15"/>
                    <a:gd name="T56" fmla="*/ 5 w 25"/>
                    <a:gd name="T57" fmla="*/ 11 h 15"/>
                    <a:gd name="T58" fmla="*/ 6 w 25"/>
                    <a:gd name="T59" fmla="*/ 9 h 15"/>
                    <a:gd name="T60" fmla="*/ 7 w 25"/>
                    <a:gd name="T61" fmla="*/ 9 h 15"/>
                    <a:gd name="T62" fmla="*/ 6 w 25"/>
                    <a:gd name="T63" fmla="*/ 8 h 15"/>
                    <a:gd name="T64" fmla="*/ 9 w 25"/>
                    <a:gd name="T65" fmla="*/ 7 h 15"/>
                    <a:gd name="T66" fmla="*/ 5 w 25"/>
                    <a:gd name="T67" fmla="*/ 4 h 15"/>
                    <a:gd name="T68" fmla="*/ 9 w 25"/>
                    <a:gd name="T69" fmla="*/ 4 h 15"/>
                    <a:gd name="T70" fmla="*/ 13 w 25"/>
                    <a:gd name="T71" fmla="*/ 4 h 15"/>
                    <a:gd name="T72" fmla="*/ 15 w 25"/>
                    <a:gd name="T73" fmla="*/ 4 h 15"/>
                    <a:gd name="T74" fmla="*/ 13 w 25"/>
                    <a:gd name="T75" fmla="*/ 6 h 15"/>
                    <a:gd name="T76" fmla="*/ 1 w 25"/>
                    <a:gd name="T77" fmla="*/ 9 h 15"/>
                    <a:gd name="T78" fmla="*/ 3 w 25"/>
                    <a:gd name="T79" fmla="*/ 9 h 15"/>
                    <a:gd name="T80" fmla="*/ 2 w 25"/>
                    <a:gd name="T81" fmla="*/ 11 h 15"/>
                    <a:gd name="T82" fmla="*/ 13 w 25"/>
                    <a:gd name="T83" fmla="*/ 4 h 15"/>
                    <a:gd name="T84" fmla="*/ 20 w 25"/>
                    <a:gd name="T85" fmla="*/ 11 h 15"/>
                    <a:gd name="T86" fmla="*/ 11 w 25"/>
                    <a:gd name="T87" fmla="*/ 13 h 15"/>
                    <a:gd name="T88" fmla="*/ 1 w 25"/>
                    <a:gd name="T89" fmla="*/ 9 h 15"/>
                    <a:gd name="T90" fmla="*/ 16 w 25"/>
                    <a:gd name="T91" fmla="*/ 14 h 15"/>
                    <a:gd name="T92" fmla="*/ 5 w 25"/>
                    <a:gd name="T93" fmla="*/ 2 h 15"/>
                    <a:gd name="T94" fmla="*/ 3 w 25"/>
                    <a:gd name="T95" fmla="*/ 11 h 15"/>
                    <a:gd name="T96" fmla="*/ 12 w 25"/>
                    <a:gd name="T97" fmla="*/ 10 h 15"/>
                    <a:gd name="T98" fmla="*/ 9 w 25"/>
                    <a:gd name="T99" fmla="*/ 3 h 15"/>
                    <a:gd name="T100" fmla="*/ 1 w 25"/>
                    <a:gd name="T101" fmla="*/ 0 h 15"/>
                    <a:gd name="T102" fmla="*/ 11 w 25"/>
                    <a:gd name="T103" fmla="*/ 12 h 15"/>
                    <a:gd name="T104" fmla="*/ 20 w 25"/>
                    <a:gd name="T105" fmla="*/ 10 h 15"/>
                    <a:gd name="T106" fmla="*/ 19 w 25"/>
                    <a:gd name="T107" fmla="*/ 12 h 15"/>
                    <a:gd name="T108" fmla="*/ 1 w 25"/>
                    <a:gd name="T109" fmla="*/ 10 h 15"/>
                    <a:gd name="T110" fmla="*/ 2 w 25"/>
                    <a:gd name="T111" fmla="*/ 8 h 15"/>
                    <a:gd name="T112" fmla="*/ 20 w 25"/>
                    <a:gd name="T113" fmla="*/ 10 h 15"/>
                    <a:gd name="T114" fmla="*/ 12 w 25"/>
                    <a:gd name="T115" fmla="*/ 11 h 15"/>
                    <a:gd name="T116" fmla="*/ 12 w 25"/>
                    <a:gd name="T117" fmla="*/ 10 h 15"/>
                    <a:gd name="T118" fmla="*/ 12 w 25"/>
                    <a:gd name="T119" fmla="*/ 10 h 15"/>
                    <a:gd name="T120" fmla="*/ 12 w 25"/>
                    <a:gd name="T121" fmla="*/ 10 h 15"/>
                    <a:gd name="T122" fmla="*/ 16 w 25"/>
                    <a:gd name="T123" fmla="*/ 5 h 15"/>
                    <a:gd name="T124" fmla="*/ 20 w 25"/>
                    <a:gd name="T12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 h="15">
                      <a:moveTo>
                        <a:pt x="25" y="7"/>
                      </a:move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6"/>
                        <a:pt x="24" y="6"/>
                        <a:pt x="24" y="6"/>
                      </a:cubicBezTo>
                      <a:cubicBezTo>
                        <a:pt x="24" y="6"/>
                        <a:pt x="24" y="6"/>
                        <a:pt x="24" y="6"/>
                      </a:cubicBezTo>
                      <a:cubicBezTo>
                        <a:pt x="24" y="6"/>
                        <a:pt x="24" y="6"/>
                        <a:pt x="24" y="6"/>
                      </a:cubicBezTo>
                      <a:cubicBezTo>
                        <a:pt x="24" y="6"/>
                        <a:pt x="24"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5"/>
                        <a:pt x="25" y="5"/>
                      </a:cubicBezTo>
                      <a:cubicBezTo>
                        <a:pt x="25" y="5"/>
                        <a:pt x="25" y="5"/>
                        <a:pt x="25" y="5"/>
                      </a:cubicBezTo>
                      <a:cubicBezTo>
                        <a:pt x="25" y="5"/>
                        <a:pt x="25" y="5"/>
                        <a:pt x="25" y="5"/>
                      </a:cubicBezTo>
                      <a:cubicBezTo>
                        <a:pt x="25"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4" y="5"/>
                        <a:pt x="24" y="5"/>
                      </a:cubicBezTo>
                      <a:cubicBezTo>
                        <a:pt x="24" y="5"/>
                        <a:pt x="24" y="5"/>
                        <a:pt x="24" y="5"/>
                      </a:cubicBezTo>
                      <a:cubicBezTo>
                        <a:pt x="24" y="5"/>
                        <a:pt x="24" y="5"/>
                        <a:pt x="24" y="5"/>
                      </a:cubicBezTo>
                      <a:cubicBezTo>
                        <a:pt x="24" y="5"/>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1" y="4"/>
                        <a:pt x="21" y="4"/>
                      </a:cubicBezTo>
                      <a:cubicBezTo>
                        <a:pt x="21" y="4"/>
                        <a:pt x="21" y="4"/>
                        <a:pt x="21" y="4"/>
                      </a:cubicBezTo>
                      <a:cubicBezTo>
                        <a:pt x="21" y="4"/>
                        <a:pt x="21" y="4"/>
                        <a:pt x="21" y="4"/>
                      </a:cubicBezTo>
                      <a:cubicBezTo>
                        <a:pt x="21" y="4"/>
                        <a:pt x="21" y="4"/>
                        <a:pt x="21" y="4"/>
                      </a:cubicBezTo>
                      <a:cubicBezTo>
                        <a:pt x="21" y="4"/>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6"/>
                      </a:cubicBezTo>
                      <a:cubicBezTo>
                        <a:pt x="21" y="6"/>
                        <a:pt x="21" y="6"/>
                        <a:pt x="21" y="6"/>
                      </a:cubicBezTo>
                      <a:cubicBezTo>
                        <a:pt x="21" y="6"/>
                        <a:pt x="21" y="6"/>
                        <a:pt x="21" y="6"/>
                      </a:cubicBezTo>
                      <a:cubicBezTo>
                        <a:pt x="21"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1" y="7"/>
                      </a:cubicBezTo>
                      <a:cubicBezTo>
                        <a:pt x="22" y="7"/>
                        <a:pt x="22" y="7"/>
                        <a:pt x="22" y="7"/>
                      </a:cubicBezTo>
                      <a:cubicBezTo>
                        <a:pt x="21" y="7"/>
                        <a:pt x="21" y="7"/>
                        <a:pt x="22" y="7"/>
                      </a:cubicBezTo>
                      <a:cubicBezTo>
                        <a:pt x="22" y="7"/>
                        <a:pt x="22" y="7"/>
                        <a:pt x="21" y="7"/>
                      </a:cubicBezTo>
                      <a:cubicBezTo>
                        <a:pt x="22" y="7"/>
                        <a:pt x="22" y="7"/>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2"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19"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19" y="4"/>
                        <a:pt x="19" y="4"/>
                      </a:cubicBezTo>
                      <a:cubicBezTo>
                        <a:pt x="19" y="4"/>
                        <a:pt x="19" y="4"/>
                        <a:pt x="19" y="4"/>
                      </a:cubicBezTo>
                      <a:cubicBezTo>
                        <a:pt x="19" y="4"/>
                        <a:pt x="19" y="4"/>
                        <a:pt x="19" y="4"/>
                      </a:cubicBezTo>
                      <a:cubicBezTo>
                        <a:pt x="19" y="4"/>
                        <a:pt x="19" y="4"/>
                        <a:pt x="19" y="4"/>
                      </a:cubicBezTo>
                      <a:cubicBezTo>
                        <a:pt x="19"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5"/>
                      </a:cubicBezTo>
                      <a:cubicBezTo>
                        <a:pt x="20" y="5"/>
                        <a:pt x="20" y="5"/>
                        <a:pt x="20" y="5"/>
                      </a:cubicBezTo>
                      <a:cubicBezTo>
                        <a:pt x="20" y="5"/>
                        <a:pt x="20" y="5"/>
                        <a:pt x="20" y="5"/>
                      </a:cubicBezTo>
                      <a:cubicBezTo>
                        <a:pt x="20" y="5"/>
                        <a:pt x="20"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3"/>
                      </a:cubicBezTo>
                      <a:cubicBezTo>
                        <a:pt x="21" y="3"/>
                        <a:pt x="21" y="3"/>
                        <a:pt x="21" y="3"/>
                      </a:cubicBezTo>
                      <a:cubicBezTo>
                        <a:pt x="21" y="3"/>
                        <a:pt x="21" y="3"/>
                        <a:pt x="21" y="3"/>
                      </a:cubicBezTo>
                      <a:cubicBezTo>
                        <a:pt x="21"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4"/>
                        <a:pt x="19" y="3"/>
                        <a:pt x="19" y="3"/>
                      </a:cubicBezTo>
                      <a:cubicBezTo>
                        <a:pt x="19" y="3"/>
                        <a:pt x="19" y="4"/>
                        <a:pt x="19" y="4"/>
                      </a:cubicBezTo>
                      <a:cubicBezTo>
                        <a:pt x="19" y="4"/>
                        <a:pt x="19" y="4"/>
                        <a:pt x="19" y="4"/>
                      </a:cubicBezTo>
                      <a:cubicBezTo>
                        <a:pt x="19" y="4"/>
                        <a:pt x="19" y="4"/>
                        <a:pt x="19" y="4"/>
                      </a:cubicBezTo>
                      <a:cubicBezTo>
                        <a:pt x="19" y="4"/>
                        <a:pt x="19" y="4"/>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7" y="4"/>
                        <a:pt x="17" y="4"/>
                        <a:pt x="17" y="5"/>
                      </a:cubicBezTo>
                      <a:cubicBezTo>
                        <a:pt x="17" y="5"/>
                        <a:pt x="17" y="5"/>
                        <a:pt x="17" y="5"/>
                      </a:cubicBezTo>
                      <a:cubicBezTo>
                        <a:pt x="17" y="5"/>
                        <a:pt x="16" y="5"/>
                        <a:pt x="16" y="5"/>
                      </a:cubicBezTo>
                      <a:cubicBezTo>
                        <a:pt x="17"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5"/>
                        <a:pt x="15" y="5"/>
                        <a:pt x="15" y="5"/>
                      </a:cubicBezTo>
                      <a:cubicBezTo>
                        <a:pt x="15" y="5"/>
                        <a:pt x="15" y="5"/>
                        <a:pt x="15" y="5"/>
                      </a:cubicBezTo>
                      <a:cubicBezTo>
                        <a:pt x="15" y="5"/>
                        <a:pt x="15" y="5"/>
                        <a:pt x="15"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7" y="5"/>
                        <a:pt x="17" y="5"/>
                      </a:cubicBezTo>
                      <a:cubicBezTo>
                        <a:pt x="17" y="5"/>
                        <a:pt x="17" y="5"/>
                        <a:pt x="17" y="5"/>
                      </a:cubicBezTo>
                      <a:cubicBezTo>
                        <a:pt x="17" y="5"/>
                        <a:pt x="17" y="5"/>
                        <a:pt x="17" y="5"/>
                      </a:cubicBezTo>
                      <a:cubicBezTo>
                        <a:pt x="17" y="5"/>
                        <a:pt x="17" y="5"/>
                        <a:pt x="17" y="5"/>
                      </a:cubicBezTo>
                      <a:cubicBezTo>
                        <a:pt x="17" y="5"/>
                        <a:pt x="16" y="5"/>
                        <a:pt x="16" y="5"/>
                      </a:cubicBezTo>
                      <a:cubicBezTo>
                        <a:pt x="16" y="5"/>
                        <a:pt x="16" y="5"/>
                        <a:pt x="16" y="5"/>
                      </a:cubicBezTo>
                      <a:cubicBezTo>
                        <a:pt x="16" y="5"/>
                        <a:pt x="16" y="5"/>
                        <a:pt x="16" y="5"/>
                      </a:cubicBezTo>
                      <a:cubicBezTo>
                        <a:pt x="16" y="5"/>
                        <a:pt x="16" y="5"/>
                        <a:pt x="16" y="5"/>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5"/>
                        <a:pt x="16" y="5"/>
                      </a:cubicBezTo>
                      <a:cubicBezTo>
                        <a:pt x="16" y="5"/>
                        <a:pt x="16" y="5"/>
                        <a:pt x="15" y="5"/>
                      </a:cubicBezTo>
                      <a:cubicBezTo>
                        <a:pt x="15" y="5"/>
                        <a:pt x="16" y="5"/>
                        <a:pt x="16" y="5"/>
                      </a:cubicBezTo>
                      <a:cubicBezTo>
                        <a:pt x="16" y="5"/>
                        <a:pt x="16" y="5"/>
                        <a:pt x="16"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6" y="6"/>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7"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7" y="8"/>
                        <a:pt x="17" y="8"/>
                        <a:pt x="17" y="8"/>
                      </a:cubicBezTo>
                      <a:cubicBezTo>
                        <a:pt x="17" y="8"/>
                        <a:pt x="17" y="8"/>
                        <a:pt x="17" y="8"/>
                      </a:cubicBezTo>
                      <a:cubicBezTo>
                        <a:pt x="16" y="8"/>
                        <a:pt x="16" y="8"/>
                        <a:pt x="16" y="8"/>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7"/>
                      </a:cubicBezTo>
                      <a:cubicBezTo>
                        <a:pt x="16" y="7"/>
                        <a:pt x="16" y="7"/>
                        <a:pt x="16" y="7"/>
                      </a:cubicBezTo>
                      <a:cubicBezTo>
                        <a:pt x="16" y="7"/>
                        <a:pt x="16" y="7"/>
                        <a:pt x="16" y="7"/>
                      </a:cubicBezTo>
                      <a:cubicBezTo>
                        <a:pt x="16" y="8"/>
                        <a:pt x="16" y="8"/>
                        <a:pt x="16" y="8"/>
                      </a:cubicBezTo>
                      <a:cubicBezTo>
                        <a:pt x="15" y="7"/>
                        <a:pt x="15" y="7"/>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9"/>
                        <a:pt x="14" y="9"/>
                      </a:cubicBezTo>
                      <a:cubicBezTo>
                        <a:pt x="14" y="9"/>
                        <a:pt x="14" y="9"/>
                        <a:pt x="14" y="9"/>
                      </a:cubicBezTo>
                      <a:cubicBezTo>
                        <a:pt x="14" y="8"/>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8"/>
                        <a:pt x="14" y="8"/>
                        <a:pt x="14" y="8"/>
                      </a:cubicBezTo>
                      <a:cubicBezTo>
                        <a:pt x="14" y="8"/>
                        <a:pt x="14" y="8"/>
                        <a:pt x="14" y="8"/>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3" y="9"/>
                        <a:pt x="13" y="9"/>
                        <a:pt x="13" y="9"/>
                      </a:cubicBezTo>
                      <a:cubicBezTo>
                        <a:pt x="14" y="9"/>
                        <a:pt x="14" y="9"/>
                        <a:pt x="14" y="9"/>
                      </a:cubicBezTo>
                      <a:cubicBezTo>
                        <a:pt x="14"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9"/>
                        <a:pt x="13" y="9"/>
                        <a:pt x="13" y="9"/>
                      </a:cubicBezTo>
                      <a:cubicBezTo>
                        <a:pt x="13" y="9"/>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3" y="10"/>
                        <a:pt x="13" y="10"/>
                      </a:cubicBezTo>
                      <a:cubicBezTo>
                        <a:pt x="13" y="10"/>
                        <a:pt x="13" y="10"/>
                        <a:pt x="13" y="10"/>
                      </a:cubicBezTo>
                      <a:cubicBezTo>
                        <a:pt x="13" y="11"/>
                        <a:pt x="13"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3" y="14"/>
                        <a:pt x="13" y="14"/>
                      </a:cubicBezTo>
                      <a:cubicBezTo>
                        <a:pt x="13" y="14"/>
                        <a:pt x="13"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3" y="13"/>
                        <a:pt x="13" y="14"/>
                      </a:cubicBezTo>
                      <a:cubicBezTo>
                        <a:pt x="13" y="13"/>
                        <a:pt x="13" y="13"/>
                        <a:pt x="13" y="13"/>
                      </a:cubicBezTo>
                      <a:cubicBezTo>
                        <a:pt x="13" y="13"/>
                        <a:pt x="14"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4" y="13"/>
                      </a:cubicBezTo>
                      <a:cubicBezTo>
                        <a:pt x="14" y="13"/>
                        <a:pt x="14" y="13"/>
                        <a:pt x="14" y="13"/>
                      </a:cubicBezTo>
                      <a:cubicBezTo>
                        <a:pt x="14" y="13"/>
                        <a:pt x="14"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3"/>
                        <a:pt x="13" y="13"/>
                      </a:cubicBezTo>
                      <a:cubicBezTo>
                        <a:pt x="13" y="13"/>
                        <a:pt x="13" y="13"/>
                        <a:pt x="14" y="13"/>
                      </a:cubicBezTo>
                      <a:cubicBezTo>
                        <a:pt x="14" y="13"/>
                        <a:pt x="14" y="13"/>
                        <a:pt x="14" y="13"/>
                      </a:cubicBezTo>
                      <a:cubicBezTo>
                        <a:pt x="14" y="13"/>
                        <a:pt x="14" y="12"/>
                        <a:pt x="14" y="12"/>
                      </a:cubicBezTo>
                      <a:cubicBezTo>
                        <a:pt x="14" y="12"/>
                        <a:pt x="14" y="12"/>
                        <a:pt x="14" y="12"/>
                      </a:cubicBezTo>
                      <a:cubicBezTo>
                        <a:pt x="14" y="12"/>
                        <a:pt x="14" y="12"/>
                        <a:pt x="14" y="12"/>
                      </a:cubicBezTo>
                      <a:cubicBezTo>
                        <a:pt x="14" y="13"/>
                        <a:pt x="14" y="12"/>
                        <a:pt x="14" y="12"/>
                      </a:cubicBezTo>
                      <a:cubicBezTo>
                        <a:pt x="14" y="12"/>
                        <a:pt x="14" y="12"/>
                        <a:pt x="14" y="12"/>
                      </a:cubicBezTo>
                      <a:cubicBezTo>
                        <a:pt x="14" y="12"/>
                        <a:pt x="14" y="12"/>
                        <a:pt x="14" y="12"/>
                      </a:cubicBezTo>
                      <a:cubicBezTo>
                        <a:pt x="14" y="12"/>
                        <a:pt x="14" y="12"/>
                        <a:pt x="14" y="12"/>
                      </a:cubicBezTo>
                      <a:cubicBezTo>
                        <a:pt x="14" y="13"/>
                        <a:pt x="14" y="13"/>
                        <a:pt x="14" y="13"/>
                      </a:cubicBezTo>
                      <a:cubicBezTo>
                        <a:pt x="14" y="13"/>
                        <a:pt x="14" y="13"/>
                        <a:pt x="14" y="13"/>
                      </a:cubicBezTo>
                      <a:cubicBezTo>
                        <a:pt x="14" y="13"/>
                        <a:pt x="14" y="13"/>
                        <a:pt x="14" y="13"/>
                      </a:cubicBezTo>
                      <a:cubicBezTo>
                        <a:pt x="14" y="13"/>
                        <a:pt x="14" y="12"/>
                        <a:pt x="14" y="12"/>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5" y="13"/>
                        <a:pt x="15" y="13"/>
                        <a:pt x="15" y="13"/>
                      </a:cubicBezTo>
                      <a:cubicBezTo>
                        <a:pt x="14" y="13"/>
                        <a:pt x="14" y="13"/>
                        <a:pt x="14"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6" y="13"/>
                        <a:pt x="16" y="14"/>
                      </a:cubicBezTo>
                      <a:cubicBezTo>
                        <a:pt x="16" y="14"/>
                        <a:pt x="16" y="14"/>
                        <a:pt x="16" y="14"/>
                      </a:cubicBezTo>
                      <a:cubicBezTo>
                        <a:pt x="16" y="14"/>
                        <a:pt x="16" y="13"/>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3"/>
                      </a:cubicBezTo>
                      <a:cubicBezTo>
                        <a:pt x="16" y="13"/>
                        <a:pt x="16" y="14"/>
                        <a:pt x="16" y="14"/>
                      </a:cubicBezTo>
                      <a:cubicBezTo>
                        <a:pt x="16" y="14"/>
                        <a:pt x="16" y="14"/>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2"/>
                        <a:pt x="16" y="12"/>
                      </a:cubicBezTo>
                      <a:cubicBezTo>
                        <a:pt x="16" y="12"/>
                        <a:pt x="16" y="12"/>
                        <a:pt x="16" y="12"/>
                      </a:cubicBezTo>
                      <a:cubicBezTo>
                        <a:pt x="16" y="12"/>
                        <a:pt x="16" y="12"/>
                        <a:pt x="16" y="12"/>
                      </a:cubicBezTo>
                      <a:cubicBezTo>
                        <a:pt x="16" y="13"/>
                        <a:pt x="16" y="13"/>
                        <a:pt x="16" y="13"/>
                      </a:cubicBezTo>
                      <a:cubicBezTo>
                        <a:pt x="16" y="13"/>
                        <a:pt x="16" y="13"/>
                        <a:pt x="16" y="13"/>
                      </a:cubicBezTo>
                      <a:cubicBezTo>
                        <a:pt x="16" y="13"/>
                        <a:pt x="16" y="13"/>
                        <a:pt x="16" y="13"/>
                      </a:cubicBezTo>
                      <a:cubicBezTo>
                        <a:pt x="16" y="12"/>
                        <a:pt x="16" y="13"/>
                        <a:pt x="16" y="13"/>
                      </a:cubicBezTo>
                      <a:cubicBezTo>
                        <a:pt x="15" y="13"/>
                        <a:pt x="15" y="13"/>
                        <a:pt x="15" y="13"/>
                      </a:cubicBezTo>
                      <a:cubicBezTo>
                        <a:pt x="15" y="13"/>
                        <a:pt x="15" y="13"/>
                        <a:pt x="15" y="13"/>
                      </a:cubicBezTo>
                      <a:cubicBezTo>
                        <a:pt x="15" y="13"/>
                        <a:pt x="15" y="13"/>
                        <a:pt x="15" y="13"/>
                      </a:cubicBezTo>
                      <a:cubicBezTo>
                        <a:pt x="15" y="13"/>
                        <a:pt x="15" y="13"/>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6" y="12"/>
                        <a:pt x="16" y="12"/>
                        <a:pt x="16" y="12"/>
                      </a:cubicBezTo>
                      <a:cubicBezTo>
                        <a:pt x="16" y="12"/>
                        <a:pt x="16" y="12"/>
                        <a:pt x="16" y="12"/>
                      </a:cubicBezTo>
                      <a:cubicBezTo>
                        <a:pt x="15" y="12"/>
                        <a:pt x="15" y="12"/>
                        <a:pt x="15" y="12"/>
                      </a:cubicBezTo>
                      <a:cubicBezTo>
                        <a:pt x="15" y="12"/>
                        <a:pt x="15" y="12"/>
                        <a:pt x="15" y="12"/>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2"/>
                        <a:pt x="15" y="12"/>
                      </a:cubicBezTo>
                      <a:cubicBezTo>
                        <a:pt x="15" y="12"/>
                        <a:pt x="15" y="12"/>
                        <a:pt x="15" y="12"/>
                      </a:cubicBezTo>
                      <a:cubicBezTo>
                        <a:pt x="15" y="12"/>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2"/>
                        <a:pt x="16" y="12"/>
                      </a:cubicBezTo>
                      <a:cubicBezTo>
                        <a:pt x="16" y="12"/>
                        <a:pt x="16" y="12"/>
                        <a:pt x="16" y="12"/>
                      </a:cubicBezTo>
                      <a:cubicBezTo>
                        <a:pt x="16" y="12"/>
                        <a:pt x="16" y="12"/>
                        <a:pt x="16" y="12"/>
                      </a:cubicBezTo>
                      <a:cubicBezTo>
                        <a:pt x="16" y="12"/>
                        <a:pt x="16" y="12"/>
                        <a:pt x="16" y="12"/>
                      </a:cubicBezTo>
                      <a:cubicBezTo>
                        <a:pt x="16"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1"/>
                      </a:cubicBezTo>
                      <a:cubicBezTo>
                        <a:pt x="17" y="11"/>
                        <a:pt x="17" y="11"/>
                        <a:pt x="17" y="11"/>
                      </a:cubicBezTo>
                      <a:cubicBezTo>
                        <a:pt x="17" y="11"/>
                        <a:pt x="17" y="11"/>
                        <a:pt x="17" y="11"/>
                      </a:cubicBezTo>
                      <a:cubicBezTo>
                        <a:pt x="17"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0"/>
                        <a:pt x="19" y="11"/>
                        <a:pt x="19" y="11"/>
                      </a:cubicBezTo>
                      <a:cubicBezTo>
                        <a:pt x="19" y="11"/>
                        <a:pt x="19" y="11"/>
                        <a:pt x="19" y="11"/>
                      </a:cubicBezTo>
                      <a:cubicBezTo>
                        <a:pt x="19" y="10"/>
                        <a:pt x="19" y="10"/>
                        <a:pt x="19" y="10"/>
                      </a:cubicBezTo>
                      <a:cubicBezTo>
                        <a:pt x="19" y="11"/>
                        <a:pt x="19" y="11"/>
                        <a:pt x="18" y="10"/>
                      </a:cubicBezTo>
                      <a:cubicBezTo>
                        <a:pt x="18" y="10"/>
                        <a:pt x="18" y="10"/>
                        <a:pt x="18" y="10"/>
                      </a:cubicBezTo>
                      <a:cubicBezTo>
                        <a:pt x="18" y="10"/>
                        <a:pt x="18" y="10"/>
                        <a:pt x="18" y="10"/>
                      </a:cubicBezTo>
                      <a:cubicBezTo>
                        <a:pt x="18" y="10"/>
                        <a:pt x="18" y="10"/>
                        <a:pt x="18" y="10"/>
                      </a:cubicBezTo>
                      <a:cubicBezTo>
                        <a:pt x="18" y="11"/>
                        <a:pt x="18" y="11"/>
                        <a:pt x="18" y="11"/>
                      </a:cubicBezTo>
                      <a:cubicBezTo>
                        <a:pt x="18" y="11"/>
                        <a:pt x="18" y="11"/>
                        <a:pt x="18" y="11"/>
                      </a:cubicBezTo>
                      <a:cubicBezTo>
                        <a:pt x="18" y="10"/>
                        <a:pt x="18" y="10"/>
                        <a:pt x="18" y="10"/>
                      </a:cubicBezTo>
                      <a:cubicBezTo>
                        <a:pt x="18" y="10"/>
                        <a:pt x="18" y="10"/>
                        <a:pt x="18" y="10"/>
                      </a:cubicBezTo>
                      <a:cubicBezTo>
                        <a:pt x="18" y="10"/>
                        <a:pt x="18" y="10"/>
                        <a:pt x="18" y="10"/>
                      </a:cubicBezTo>
                      <a:cubicBezTo>
                        <a:pt x="18"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7" y="9"/>
                        <a:pt x="17" y="9"/>
                        <a:pt x="16" y="9"/>
                      </a:cubicBezTo>
                      <a:cubicBezTo>
                        <a:pt x="16" y="9"/>
                        <a:pt x="16" y="9"/>
                        <a:pt x="16" y="9"/>
                      </a:cubicBezTo>
                      <a:cubicBezTo>
                        <a:pt x="17" y="9"/>
                        <a:pt x="17" y="9"/>
                        <a:pt x="17" y="9"/>
                      </a:cubicBezTo>
                      <a:cubicBezTo>
                        <a:pt x="17" y="9"/>
                        <a:pt x="17" y="9"/>
                        <a:pt x="17" y="9"/>
                      </a:cubicBezTo>
                      <a:cubicBezTo>
                        <a:pt x="17" y="9"/>
                        <a:pt x="17" y="9"/>
                        <a:pt x="17" y="9"/>
                      </a:cubicBezTo>
                      <a:cubicBezTo>
                        <a:pt x="17" y="9"/>
                        <a:pt x="17" y="8"/>
                        <a:pt x="17" y="8"/>
                      </a:cubicBezTo>
                      <a:cubicBezTo>
                        <a:pt x="17" y="8"/>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8" y="9"/>
                        <a:pt x="18" y="9"/>
                        <a:pt x="18" y="9"/>
                      </a:cubicBezTo>
                      <a:cubicBezTo>
                        <a:pt x="18" y="9"/>
                        <a:pt x="18" y="9"/>
                        <a:pt x="18" y="9"/>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1" y="10"/>
                        <a:pt x="21" y="10"/>
                        <a:pt x="21" y="10"/>
                      </a:cubicBezTo>
                      <a:cubicBezTo>
                        <a:pt x="21" y="10"/>
                        <a:pt x="21" y="10"/>
                        <a:pt x="20" y="10"/>
                      </a:cubicBezTo>
                      <a:cubicBezTo>
                        <a:pt x="20" y="10"/>
                        <a:pt x="20" y="10"/>
                        <a:pt x="20" y="10"/>
                      </a:cubicBezTo>
                      <a:cubicBezTo>
                        <a:pt x="20"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1" y="9"/>
                      </a:cubicBezTo>
                      <a:cubicBezTo>
                        <a:pt x="21" y="9"/>
                        <a:pt x="21" y="9"/>
                        <a:pt x="21" y="9"/>
                      </a:cubicBezTo>
                      <a:cubicBezTo>
                        <a:pt x="21" y="9"/>
                        <a:pt x="21" y="9"/>
                        <a:pt x="21" y="9"/>
                      </a:cubicBezTo>
                      <a:cubicBezTo>
                        <a:pt x="21" y="9"/>
                        <a:pt x="21" y="9"/>
                        <a:pt x="21" y="9"/>
                      </a:cubicBezTo>
                      <a:cubicBezTo>
                        <a:pt x="21" y="9"/>
                        <a:pt x="21"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8"/>
                        <a:pt x="23" y="9"/>
                        <a:pt x="23"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1" y="8"/>
                        <a:pt x="21" y="8"/>
                        <a:pt x="21" y="8"/>
                      </a:cubicBezTo>
                      <a:cubicBezTo>
                        <a:pt x="21"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3" y="8"/>
                        <a:pt x="23" y="8"/>
                      </a:cubicBezTo>
                      <a:cubicBezTo>
                        <a:pt x="23" y="8"/>
                        <a:pt x="23" y="8"/>
                        <a:pt x="23" y="8"/>
                      </a:cubicBezTo>
                      <a:cubicBezTo>
                        <a:pt x="23" y="8"/>
                        <a:pt x="23" y="8"/>
                        <a:pt x="23" y="8"/>
                      </a:cubicBezTo>
                      <a:cubicBezTo>
                        <a:pt x="23" y="8"/>
                        <a:pt x="23" y="8"/>
                        <a:pt x="23" y="8"/>
                      </a:cubicBezTo>
                      <a:cubicBezTo>
                        <a:pt x="23"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5" y="8"/>
                      </a:cubicBezTo>
                      <a:cubicBezTo>
                        <a:pt x="25" y="8"/>
                        <a:pt x="25" y="8"/>
                        <a:pt x="25" y="8"/>
                      </a:cubicBezTo>
                      <a:cubicBezTo>
                        <a:pt x="25" y="8"/>
                        <a:pt x="25" y="8"/>
                        <a:pt x="25" y="8"/>
                      </a:cubicBezTo>
                      <a:cubicBezTo>
                        <a:pt x="25" y="8"/>
                        <a:pt x="25" y="7"/>
                        <a:pt x="25" y="7"/>
                      </a:cubicBezTo>
                      <a:cubicBezTo>
                        <a:pt x="25" y="7"/>
                        <a:pt x="25" y="7"/>
                        <a:pt x="25" y="7"/>
                      </a:cubicBezTo>
                      <a:cubicBezTo>
                        <a:pt x="25" y="7"/>
                        <a:pt x="25" y="7"/>
                        <a:pt x="25" y="7"/>
                      </a:cubicBezTo>
                      <a:cubicBezTo>
                        <a:pt x="25" y="7"/>
                        <a:pt x="25" y="7"/>
                        <a:pt x="25" y="7"/>
                      </a:cubicBezTo>
                      <a:close/>
                      <a:moveTo>
                        <a:pt x="11" y="9"/>
                      </a:moveTo>
                      <a:cubicBezTo>
                        <a:pt x="11" y="10"/>
                        <a:pt x="10" y="10"/>
                        <a:pt x="10" y="10"/>
                      </a:cubicBezTo>
                      <a:cubicBezTo>
                        <a:pt x="10" y="10"/>
                        <a:pt x="10" y="10"/>
                        <a:pt x="10" y="10"/>
                      </a:cubicBezTo>
                      <a:cubicBezTo>
                        <a:pt x="10" y="10"/>
                        <a:pt x="10" y="10"/>
                        <a:pt x="10" y="10"/>
                      </a:cubicBezTo>
                      <a:cubicBezTo>
                        <a:pt x="10" y="11"/>
                        <a:pt x="10" y="11"/>
                        <a:pt x="10" y="11"/>
                      </a:cubicBezTo>
                      <a:cubicBezTo>
                        <a:pt x="10" y="11"/>
                        <a:pt x="10" y="11"/>
                        <a:pt x="10" y="10"/>
                      </a:cubicBezTo>
                      <a:cubicBezTo>
                        <a:pt x="10" y="10"/>
                        <a:pt x="10" y="11"/>
                        <a:pt x="10" y="11"/>
                      </a:cubicBezTo>
                      <a:cubicBezTo>
                        <a:pt x="10" y="11"/>
                        <a:pt x="10" y="11"/>
                        <a:pt x="10" y="11"/>
                      </a:cubicBezTo>
                      <a:cubicBezTo>
                        <a:pt x="10"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0"/>
                        <a:pt x="9" y="10"/>
                        <a:pt x="9" y="10"/>
                      </a:cubicBezTo>
                      <a:cubicBezTo>
                        <a:pt x="9" y="11"/>
                        <a:pt x="9" y="11"/>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1"/>
                      </a:cubicBezTo>
                      <a:cubicBezTo>
                        <a:pt x="9" y="11"/>
                        <a:pt x="9" y="11"/>
                        <a:pt x="9" y="11"/>
                      </a:cubicBezTo>
                      <a:cubicBezTo>
                        <a:pt x="9" y="11"/>
                        <a:pt x="9" y="11"/>
                        <a:pt x="9" y="11"/>
                      </a:cubicBezTo>
                      <a:cubicBezTo>
                        <a:pt x="9" y="11"/>
                        <a:pt x="9" y="11"/>
                        <a:pt x="9" y="11"/>
                      </a:cubicBezTo>
                      <a:cubicBezTo>
                        <a:pt x="9" y="11"/>
                        <a:pt x="9" y="11"/>
                        <a:pt x="9"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2"/>
                        <a:pt x="7" y="12"/>
                        <a:pt x="7" y="12"/>
                      </a:cubicBezTo>
                      <a:cubicBezTo>
                        <a:pt x="7" y="12"/>
                        <a:pt x="7" y="12"/>
                        <a:pt x="7" y="12"/>
                      </a:cubicBezTo>
                      <a:cubicBezTo>
                        <a:pt x="7" y="12"/>
                        <a:pt x="7" y="12"/>
                        <a:pt x="7" y="12"/>
                      </a:cubicBezTo>
                      <a:cubicBezTo>
                        <a:pt x="7" y="12"/>
                        <a:pt x="8" y="12"/>
                        <a:pt x="8" y="11"/>
                      </a:cubicBezTo>
                      <a:cubicBezTo>
                        <a:pt x="8" y="11"/>
                        <a:pt x="8" y="11"/>
                        <a:pt x="8" y="11"/>
                      </a:cubicBezTo>
                      <a:cubicBezTo>
                        <a:pt x="8" y="11"/>
                        <a:pt x="8" y="11"/>
                        <a:pt x="8" y="11"/>
                      </a:cubicBezTo>
                      <a:cubicBezTo>
                        <a:pt x="8" y="11"/>
                        <a:pt x="8" y="11"/>
                        <a:pt x="8" y="12"/>
                      </a:cubicBezTo>
                      <a:cubicBezTo>
                        <a:pt x="8" y="12"/>
                        <a:pt x="8" y="12"/>
                        <a:pt x="8" y="12"/>
                      </a:cubicBezTo>
                      <a:cubicBezTo>
                        <a:pt x="8" y="12"/>
                        <a:pt x="7" y="12"/>
                        <a:pt x="7" y="12"/>
                      </a:cubicBezTo>
                      <a:cubicBezTo>
                        <a:pt x="7" y="12"/>
                        <a:pt x="7" y="12"/>
                        <a:pt x="7" y="12"/>
                      </a:cubicBezTo>
                      <a:cubicBezTo>
                        <a:pt x="7" y="12"/>
                        <a:pt x="7" y="12"/>
                        <a:pt x="7" y="12"/>
                      </a:cubicBezTo>
                      <a:cubicBezTo>
                        <a:pt x="7" y="12"/>
                        <a:pt x="7" y="12"/>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2"/>
                        <a:pt x="7" y="12"/>
                      </a:cubicBezTo>
                      <a:cubicBezTo>
                        <a:pt x="7" y="12"/>
                        <a:pt x="7" y="12"/>
                        <a:pt x="7" y="12"/>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6" y="13"/>
                        <a:pt x="6" y="13"/>
                        <a:pt x="6" y="13"/>
                      </a:cubicBezTo>
                      <a:cubicBezTo>
                        <a:pt x="6" y="13"/>
                        <a:pt x="7" y="13"/>
                        <a:pt x="7" y="13"/>
                      </a:cubicBezTo>
                      <a:cubicBezTo>
                        <a:pt x="7"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3"/>
                      </a:cubicBezTo>
                      <a:cubicBezTo>
                        <a:pt x="5" y="13"/>
                        <a:pt x="5" y="13"/>
                        <a:pt x="5" y="13"/>
                      </a:cubicBezTo>
                      <a:cubicBezTo>
                        <a:pt x="5" y="13"/>
                        <a:pt x="5" y="13"/>
                        <a:pt x="5" y="13"/>
                      </a:cubicBezTo>
                      <a:cubicBezTo>
                        <a:pt x="6" y="13"/>
                        <a:pt x="6" y="12"/>
                        <a:pt x="6" y="12"/>
                      </a:cubicBezTo>
                      <a:cubicBezTo>
                        <a:pt x="6" y="12"/>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5" y="13"/>
                        <a:pt x="5" y="14"/>
                      </a:cubicBezTo>
                      <a:cubicBezTo>
                        <a:pt x="5" y="14"/>
                        <a:pt x="5" y="14"/>
                        <a:pt x="5" y="14"/>
                      </a:cubicBezTo>
                      <a:cubicBezTo>
                        <a:pt x="5" y="13"/>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3"/>
                        <a:pt x="5" y="13"/>
                        <a:pt x="5" y="13"/>
                      </a:cubicBezTo>
                      <a:cubicBezTo>
                        <a:pt x="5" y="13"/>
                        <a:pt x="5" y="13"/>
                        <a:pt x="5" y="13"/>
                      </a:cubicBezTo>
                      <a:cubicBezTo>
                        <a:pt x="5" y="13"/>
                        <a:pt x="5" y="13"/>
                        <a:pt x="5" y="13"/>
                      </a:cubicBezTo>
                      <a:cubicBezTo>
                        <a:pt x="5" y="13"/>
                        <a:pt x="5" y="13"/>
                        <a:pt x="5" y="13"/>
                      </a:cubicBezTo>
                      <a:cubicBezTo>
                        <a:pt x="4"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2"/>
                        <a:pt x="4" y="12"/>
                        <a:pt x="4" y="12"/>
                      </a:cubicBezTo>
                      <a:cubicBezTo>
                        <a:pt x="4" y="12"/>
                        <a:pt x="5" y="12"/>
                        <a:pt x="5" y="12"/>
                      </a:cubicBezTo>
                      <a:cubicBezTo>
                        <a:pt x="5" y="12"/>
                        <a:pt x="5" y="12"/>
                        <a:pt x="5" y="12"/>
                      </a:cubicBezTo>
                      <a:cubicBezTo>
                        <a:pt x="5" y="12"/>
                        <a:pt x="5" y="12"/>
                        <a:pt x="5" y="12"/>
                      </a:cubicBezTo>
                      <a:cubicBezTo>
                        <a:pt x="5"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3" y="12"/>
                        <a:pt x="3" y="12"/>
                        <a:pt x="3" y="12"/>
                      </a:cubicBezTo>
                      <a:cubicBezTo>
                        <a:pt x="3" y="12"/>
                        <a:pt x="3" y="12"/>
                        <a:pt x="4" y="12"/>
                      </a:cubicBezTo>
                      <a:cubicBezTo>
                        <a:pt x="4" y="12"/>
                        <a:pt x="4" y="12"/>
                        <a:pt x="4" y="12"/>
                      </a:cubicBezTo>
                      <a:cubicBezTo>
                        <a:pt x="4" y="12"/>
                        <a:pt x="4" y="12"/>
                        <a:pt x="4" y="12"/>
                      </a:cubicBezTo>
                      <a:cubicBezTo>
                        <a:pt x="4" y="12"/>
                        <a:pt x="4" y="12"/>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3" y="13"/>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2" y="12"/>
                      </a:cubicBezTo>
                      <a:cubicBezTo>
                        <a:pt x="2" y="12"/>
                        <a:pt x="2" y="12"/>
                        <a:pt x="2" y="12"/>
                      </a:cubicBezTo>
                      <a:cubicBezTo>
                        <a:pt x="2" y="12"/>
                        <a:pt x="2" y="12"/>
                        <a:pt x="2" y="11"/>
                      </a:cubicBezTo>
                      <a:cubicBezTo>
                        <a:pt x="2" y="11"/>
                        <a:pt x="2" y="11"/>
                        <a:pt x="2" y="11"/>
                      </a:cubicBezTo>
                      <a:cubicBezTo>
                        <a:pt x="2" y="11"/>
                        <a:pt x="2" y="12"/>
                        <a:pt x="2" y="12"/>
                      </a:cubicBezTo>
                      <a:cubicBezTo>
                        <a:pt x="2" y="12"/>
                        <a:pt x="2" y="12"/>
                        <a:pt x="2" y="12"/>
                      </a:cubicBezTo>
                      <a:cubicBezTo>
                        <a:pt x="2" y="12"/>
                        <a:pt x="2" y="12"/>
                        <a:pt x="2" y="12"/>
                      </a:cubicBezTo>
                      <a:cubicBezTo>
                        <a:pt x="2" y="12"/>
                        <a:pt x="2" y="12"/>
                        <a:pt x="2" y="12"/>
                      </a:cubicBezTo>
                      <a:cubicBezTo>
                        <a:pt x="2" y="12"/>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4" y="12"/>
                        <a:pt x="4" y="12"/>
                      </a:cubicBezTo>
                      <a:cubicBezTo>
                        <a:pt x="4" y="12"/>
                        <a:pt x="3" y="12"/>
                        <a:pt x="3" y="12"/>
                      </a:cubicBezTo>
                      <a:cubicBezTo>
                        <a:pt x="3" y="12"/>
                        <a:pt x="3" y="12"/>
                        <a:pt x="3" y="12"/>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3" y="11"/>
                      </a:cubicBezTo>
                      <a:cubicBezTo>
                        <a:pt x="3" y="11"/>
                        <a:pt x="3" y="10"/>
                        <a:pt x="3" y="10"/>
                      </a:cubicBezTo>
                      <a:cubicBezTo>
                        <a:pt x="3" y="10"/>
                        <a:pt x="3" y="10"/>
                        <a:pt x="4" y="10"/>
                      </a:cubicBezTo>
                      <a:cubicBezTo>
                        <a:pt x="4" y="10"/>
                        <a:pt x="4" y="10"/>
                        <a:pt x="4" y="10"/>
                      </a:cubicBezTo>
                      <a:cubicBezTo>
                        <a:pt x="4" y="10"/>
                        <a:pt x="4" y="10"/>
                        <a:pt x="4" y="10"/>
                      </a:cubicBezTo>
                      <a:cubicBezTo>
                        <a:pt x="4" y="10"/>
                        <a:pt x="4" y="10"/>
                        <a:pt x="4" y="10"/>
                      </a:cubicBezTo>
                      <a:cubicBezTo>
                        <a:pt x="4" y="11"/>
                        <a:pt x="4" y="10"/>
                        <a:pt x="4" y="10"/>
                      </a:cubicBezTo>
                      <a:cubicBezTo>
                        <a:pt x="4" y="10"/>
                        <a:pt x="4" y="10"/>
                        <a:pt x="4" y="10"/>
                      </a:cubicBezTo>
                      <a:cubicBezTo>
                        <a:pt x="4" y="10"/>
                        <a:pt x="4" y="10"/>
                        <a:pt x="4" y="10"/>
                      </a:cubicBezTo>
                      <a:cubicBezTo>
                        <a:pt x="4" y="10"/>
                        <a:pt x="4" y="10"/>
                        <a:pt x="4" y="10"/>
                      </a:cubicBezTo>
                      <a:cubicBezTo>
                        <a:pt x="4" y="10"/>
                        <a:pt x="4" y="10"/>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5" y="11"/>
                        <a:pt x="5" y="11"/>
                        <a:pt x="5" y="11"/>
                      </a:cubicBezTo>
                      <a:cubicBezTo>
                        <a:pt x="4" y="11"/>
                        <a:pt x="4" y="11"/>
                        <a:pt x="4" y="11"/>
                      </a:cubicBezTo>
                      <a:cubicBezTo>
                        <a:pt x="4" y="11"/>
                        <a:pt x="4" y="11"/>
                        <a:pt x="5" y="11"/>
                      </a:cubicBezTo>
                      <a:cubicBezTo>
                        <a:pt x="5" y="11"/>
                        <a:pt x="5" y="11"/>
                        <a:pt x="5" y="11"/>
                      </a:cubicBezTo>
                      <a:cubicBezTo>
                        <a:pt x="5" y="11"/>
                        <a:pt x="5" y="11"/>
                        <a:pt x="5" y="11"/>
                      </a:cubicBezTo>
                      <a:cubicBezTo>
                        <a:pt x="5" y="11"/>
                        <a:pt x="5" y="11"/>
                        <a:pt x="5" y="11"/>
                      </a:cubicBezTo>
                      <a:cubicBezTo>
                        <a:pt x="5" y="11"/>
                        <a:pt x="5" y="11"/>
                        <a:pt x="5" y="11"/>
                      </a:cubicBezTo>
                      <a:cubicBezTo>
                        <a:pt x="4"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5" y="11"/>
                        <a:pt x="5" y="11"/>
                      </a:cubicBezTo>
                      <a:cubicBezTo>
                        <a:pt x="5" y="11"/>
                        <a:pt x="5" y="11"/>
                        <a:pt x="5" y="11"/>
                      </a:cubicBezTo>
                      <a:cubicBezTo>
                        <a:pt x="5" y="11"/>
                        <a:pt x="5" y="11"/>
                        <a:pt x="5" y="11"/>
                      </a:cubicBezTo>
                      <a:cubicBezTo>
                        <a:pt x="5" y="11"/>
                        <a:pt x="5" y="11"/>
                        <a:pt x="5" y="11"/>
                      </a:cubicBezTo>
                      <a:cubicBezTo>
                        <a:pt x="6" y="11"/>
                        <a:pt x="6" y="11"/>
                        <a:pt x="6" y="11"/>
                      </a:cubicBezTo>
                      <a:cubicBezTo>
                        <a:pt x="6" y="11"/>
                        <a:pt x="6" y="11"/>
                        <a:pt x="6" y="11"/>
                      </a:cubicBezTo>
                      <a:cubicBezTo>
                        <a:pt x="6" y="11"/>
                        <a:pt x="6" y="11"/>
                        <a:pt x="6" y="11"/>
                      </a:cubicBezTo>
                      <a:cubicBezTo>
                        <a:pt x="6" y="11"/>
                        <a:pt x="6" y="10"/>
                        <a:pt x="6" y="10"/>
                      </a:cubicBezTo>
                      <a:cubicBezTo>
                        <a:pt x="6" y="10"/>
                        <a:pt x="6" y="10"/>
                        <a:pt x="6" y="10"/>
                      </a:cubicBezTo>
                      <a:cubicBezTo>
                        <a:pt x="6" y="10"/>
                        <a:pt x="7" y="10"/>
                        <a:pt x="7"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8"/>
                        <a:pt x="6" y="8"/>
                        <a:pt x="6" y="8"/>
                      </a:cubicBezTo>
                      <a:cubicBezTo>
                        <a:pt x="6" y="8"/>
                        <a:pt x="6" y="8"/>
                        <a:pt x="6" y="8"/>
                      </a:cubicBezTo>
                      <a:cubicBezTo>
                        <a:pt x="6" y="8"/>
                        <a:pt x="6" y="8"/>
                        <a:pt x="6" y="9"/>
                      </a:cubicBezTo>
                      <a:cubicBezTo>
                        <a:pt x="6" y="9"/>
                        <a:pt x="6" y="8"/>
                        <a:pt x="6" y="8"/>
                      </a:cubicBezTo>
                      <a:cubicBezTo>
                        <a:pt x="6" y="8"/>
                        <a:pt x="6" y="8"/>
                        <a:pt x="6" y="8"/>
                      </a:cubicBezTo>
                      <a:cubicBezTo>
                        <a:pt x="6" y="8"/>
                        <a:pt x="6"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9"/>
                      </a:cubicBezTo>
                      <a:cubicBezTo>
                        <a:pt x="7" y="9"/>
                        <a:pt x="7" y="9"/>
                        <a:pt x="7" y="9"/>
                      </a:cubicBezTo>
                      <a:cubicBezTo>
                        <a:pt x="7" y="8"/>
                        <a:pt x="7" y="9"/>
                        <a:pt x="7" y="9"/>
                      </a:cubicBezTo>
                      <a:cubicBezTo>
                        <a:pt x="6" y="9"/>
                        <a:pt x="6" y="9"/>
                        <a:pt x="6" y="9"/>
                      </a:cubicBezTo>
                      <a:cubicBezTo>
                        <a:pt x="6"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8" y="8"/>
                        <a:pt x="8" y="8"/>
                        <a:pt x="8" y="8"/>
                      </a:cubicBezTo>
                      <a:cubicBezTo>
                        <a:pt x="8" y="8"/>
                        <a:pt x="8" y="8"/>
                        <a:pt x="8" y="8"/>
                      </a:cubicBezTo>
                      <a:cubicBezTo>
                        <a:pt x="8" y="8"/>
                        <a:pt x="8" y="8"/>
                        <a:pt x="7"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7"/>
                        <a:pt x="8" y="7"/>
                      </a:cubicBezTo>
                      <a:cubicBezTo>
                        <a:pt x="8" y="8"/>
                        <a:pt x="8" y="7"/>
                        <a:pt x="8" y="7"/>
                      </a:cubicBezTo>
                      <a:cubicBezTo>
                        <a:pt x="8" y="7"/>
                        <a:pt x="8" y="7"/>
                        <a:pt x="8" y="8"/>
                      </a:cubicBezTo>
                      <a:cubicBezTo>
                        <a:pt x="7" y="8"/>
                        <a:pt x="7" y="8"/>
                        <a:pt x="7" y="8"/>
                      </a:cubicBezTo>
                      <a:cubicBezTo>
                        <a:pt x="7" y="8"/>
                        <a:pt x="7" y="8"/>
                        <a:pt x="7" y="8"/>
                      </a:cubicBezTo>
                      <a:cubicBezTo>
                        <a:pt x="7" y="8"/>
                        <a:pt x="7" y="8"/>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5" y="9"/>
                        <a:pt x="6" y="9"/>
                      </a:cubicBezTo>
                      <a:cubicBezTo>
                        <a:pt x="6" y="9"/>
                        <a:pt x="6" y="9"/>
                        <a:pt x="6" y="9"/>
                      </a:cubicBezTo>
                      <a:cubicBezTo>
                        <a:pt x="6" y="9"/>
                        <a:pt x="6" y="9"/>
                        <a:pt x="6" y="9"/>
                      </a:cubicBezTo>
                      <a:cubicBezTo>
                        <a:pt x="6" y="9"/>
                        <a:pt x="6" y="8"/>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6" y="8"/>
                        <a:pt x="6" y="8"/>
                        <a:pt x="6" y="8"/>
                      </a:cubicBezTo>
                      <a:cubicBezTo>
                        <a:pt x="6" y="8"/>
                        <a:pt x="6" y="8"/>
                        <a:pt x="6" y="8"/>
                      </a:cubicBezTo>
                      <a:cubicBezTo>
                        <a:pt x="6" y="8"/>
                        <a:pt x="6" y="7"/>
                        <a:pt x="6" y="7"/>
                      </a:cubicBezTo>
                      <a:cubicBezTo>
                        <a:pt x="6" y="7"/>
                        <a:pt x="7" y="7"/>
                        <a:pt x="7" y="7"/>
                      </a:cubicBezTo>
                      <a:cubicBezTo>
                        <a:pt x="7" y="7"/>
                        <a:pt x="7" y="7"/>
                        <a:pt x="7" y="7"/>
                      </a:cubicBezTo>
                      <a:cubicBezTo>
                        <a:pt x="7" y="7"/>
                        <a:pt x="7" y="7"/>
                        <a:pt x="7"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9" y="8"/>
                      </a:cubicBezTo>
                      <a:cubicBezTo>
                        <a:pt x="9" y="8"/>
                        <a:pt x="9" y="8"/>
                        <a:pt x="9" y="8"/>
                      </a:cubicBezTo>
                      <a:cubicBezTo>
                        <a:pt x="9" y="8"/>
                        <a:pt x="9" y="8"/>
                        <a:pt x="9" y="8"/>
                      </a:cubicBezTo>
                      <a:cubicBezTo>
                        <a:pt x="9" y="8"/>
                        <a:pt x="9" y="8"/>
                        <a:pt x="9" y="7"/>
                      </a:cubicBezTo>
                      <a:cubicBezTo>
                        <a:pt x="9" y="7"/>
                        <a:pt x="9" y="7"/>
                        <a:pt x="9" y="7"/>
                      </a:cubicBezTo>
                      <a:cubicBezTo>
                        <a:pt x="9" y="7"/>
                        <a:pt x="9" y="7"/>
                        <a:pt x="9" y="7"/>
                      </a:cubicBezTo>
                      <a:cubicBezTo>
                        <a:pt x="9" y="7"/>
                        <a:pt x="9" y="7"/>
                        <a:pt x="9" y="7"/>
                      </a:cubicBezTo>
                      <a:cubicBezTo>
                        <a:pt x="9" y="7"/>
                        <a:pt x="9" y="7"/>
                        <a:pt x="9" y="7"/>
                      </a:cubicBezTo>
                      <a:cubicBezTo>
                        <a:pt x="9"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6"/>
                      </a:cubicBezTo>
                      <a:cubicBezTo>
                        <a:pt x="8" y="6"/>
                        <a:pt x="8" y="6"/>
                        <a:pt x="8"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6" y="6"/>
                      </a:cubicBezTo>
                      <a:cubicBezTo>
                        <a:pt x="6" y="6"/>
                        <a:pt x="6" y="6"/>
                        <a:pt x="6" y="6"/>
                      </a:cubicBezTo>
                      <a:cubicBezTo>
                        <a:pt x="6" y="6"/>
                        <a:pt x="6" y="6"/>
                        <a:pt x="6" y="6"/>
                      </a:cubicBezTo>
                      <a:cubicBezTo>
                        <a:pt x="6" y="6"/>
                        <a:pt x="6" y="6"/>
                        <a:pt x="6" y="6"/>
                      </a:cubicBezTo>
                      <a:cubicBezTo>
                        <a:pt x="6" y="6"/>
                        <a:pt x="6" y="6"/>
                        <a:pt x="6" y="5"/>
                      </a:cubicBezTo>
                      <a:cubicBezTo>
                        <a:pt x="6" y="5"/>
                        <a:pt x="6" y="5"/>
                        <a:pt x="6" y="5"/>
                      </a:cubicBezTo>
                      <a:cubicBezTo>
                        <a:pt x="6" y="5"/>
                        <a:pt x="6" y="5"/>
                        <a:pt x="6" y="5"/>
                      </a:cubicBezTo>
                      <a:cubicBezTo>
                        <a:pt x="6" y="5"/>
                        <a:pt x="6" y="5"/>
                        <a:pt x="6" y="5"/>
                      </a:cubicBezTo>
                      <a:cubicBezTo>
                        <a:pt x="6" y="5"/>
                        <a:pt x="6" y="5"/>
                        <a:pt x="7" y="5"/>
                      </a:cubicBezTo>
                      <a:cubicBezTo>
                        <a:pt x="7" y="5"/>
                        <a:pt x="7" y="5"/>
                        <a:pt x="7" y="5"/>
                      </a:cubicBezTo>
                      <a:cubicBezTo>
                        <a:pt x="7" y="5"/>
                        <a:pt x="7" y="5"/>
                        <a:pt x="7" y="5"/>
                      </a:cubicBezTo>
                      <a:cubicBezTo>
                        <a:pt x="7"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5" y="5"/>
                        <a:pt x="5" y="5"/>
                      </a:cubicBezTo>
                      <a:cubicBezTo>
                        <a:pt x="5" y="5"/>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3"/>
                        <a:pt x="5" y="3"/>
                      </a:cubicBezTo>
                      <a:cubicBezTo>
                        <a:pt x="5" y="3"/>
                        <a:pt x="5" y="4"/>
                        <a:pt x="5" y="4"/>
                      </a:cubicBezTo>
                      <a:cubicBezTo>
                        <a:pt x="5" y="4"/>
                        <a:pt x="5" y="4"/>
                        <a:pt x="5" y="4"/>
                      </a:cubicBezTo>
                      <a:cubicBezTo>
                        <a:pt x="5" y="4"/>
                        <a:pt x="5" y="4"/>
                        <a:pt x="5" y="4"/>
                      </a:cubicBezTo>
                      <a:cubicBezTo>
                        <a:pt x="5" y="4"/>
                        <a:pt x="5" y="4"/>
                        <a:pt x="5" y="4"/>
                      </a:cubicBezTo>
                      <a:cubicBezTo>
                        <a:pt x="6" y="4"/>
                        <a:pt x="6" y="4"/>
                        <a:pt x="6" y="4"/>
                      </a:cubicBezTo>
                      <a:cubicBezTo>
                        <a:pt x="6" y="4"/>
                        <a:pt x="6" y="4"/>
                        <a:pt x="6" y="4"/>
                      </a:cubicBezTo>
                      <a:cubicBezTo>
                        <a:pt x="6" y="4"/>
                        <a:pt x="7" y="4"/>
                        <a:pt x="7" y="4"/>
                      </a:cubicBezTo>
                      <a:cubicBezTo>
                        <a:pt x="7" y="5"/>
                        <a:pt x="7" y="5"/>
                        <a:pt x="7" y="5"/>
                      </a:cubicBezTo>
                      <a:cubicBezTo>
                        <a:pt x="7" y="5"/>
                        <a:pt x="7"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10" y="4"/>
                        <a:pt x="9" y="4"/>
                      </a:cubicBezTo>
                      <a:cubicBezTo>
                        <a:pt x="9"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5"/>
                      </a:cubicBezTo>
                      <a:cubicBezTo>
                        <a:pt x="11" y="5"/>
                        <a:pt x="11" y="5"/>
                        <a:pt x="11" y="5"/>
                      </a:cubicBezTo>
                      <a:cubicBezTo>
                        <a:pt x="11" y="5"/>
                        <a:pt x="11" y="5"/>
                        <a:pt x="11" y="4"/>
                      </a:cubicBezTo>
                      <a:cubicBezTo>
                        <a:pt x="11" y="5"/>
                        <a:pt x="11" y="4"/>
                        <a:pt x="11" y="4"/>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2" y="5"/>
                      </a:cubicBezTo>
                      <a:cubicBezTo>
                        <a:pt x="12" y="5"/>
                        <a:pt x="12" y="5"/>
                        <a:pt x="12" y="5"/>
                      </a:cubicBezTo>
                      <a:cubicBezTo>
                        <a:pt x="12" y="5"/>
                        <a:pt x="12" y="5"/>
                        <a:pt x="12" y="5"/>
                      </a:cubicBezTo>
                      <a:cubicBezTo>
                        <a:pt x="12" y="5"/>
                        <a:pt x="12" y="5"/>
                        <a:pt x="12" y="5"/>
                      </a:cubicBezTo>
                      <a:cubicBezTo>
                        <a:pt x="12" y="5"/>
                        <a:pt x="12" y="4"/>
                        <a:pt x="12" y="5"/>
                      </a:cubicBezTo>
                      <a:cubicBezTo>
                        <a:pt x="12" y="5"/>
                        <a:pt x="12"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2" y="5"/>
                        <a:pt x="12" y="5"/>
                      </a:cubicBezTo>
                      <a:cubicBezTo>
                        <a:pt x="12" y="5"/>
                        <a:pt x="12" y="5"/>
                        <a:pt x="12" y="5"/>
                      </a:cubicBezTo>
                      <a:cubicBezTo>
                        <a:pt x="12" y="5"/>
                        <a:pt x="12" y="5"/>
                        <a:pt x="12" y="5"/>
                      </a:cubicBezTo>
                      <a:cubicBezTo>
                        <a:pt x="12" y="5"/>
                        <a:pt x="12" y="5"/>
                        <a:pt x="12" y="5"/>
                      </a:cubicBezTo>
                      <a:cubicBezTo>
                        <a:pt x="12" y="5"/>
                        <a:pt x="12"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4" y="5"/>
                        <a:pt x="14" y="5"/>
                      </a:cubicBezTo>
                      <a:cubicBezTo>
                        <a:pt x="14" y="5"/>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4" y="4"/>
                      </a:cubicBezTo>
                      <a:cubicBezTo>
                        <a:pt x="14" y="4"/>
                        <a:pt x="13" y="4"/>
                        <a:pt x="13" y="4"/>
                      </a:cubicBezTo>
                      <a:cubicBezTo>
                        <a:pt x="14" y="4"/>
                        <a:pt x="13" y="4"/>
                        <a:pt x="13" y="4"/>
                      </a:cubicBezTo>
                      <a:cubicBezTo>
                        <a:pt x="13" y="4"/>
                        <a:pt x="13" y="3"/>
                        <a:pt x="13" y="3"/>
                      </a:cubicBezTo>
                      <a:cubicBezTo>
                        <a:pt x="13" y="3"/>
                        <a:pt x="13" y="3"/>
                        <a:pt x="14" y="3"/>
                      </a:cubicBezTo>
                      <a:cubicBezTo>
                        <a:pt x="14" y="3"/>
                        <a:pt x="14" y="3"/>
                        <a:pt x="14" y="3"/>
                      </a:cubicBezTo>
                      <a:cubicBezTo>
                        <a:pt x="14" y="3"/>
                        <a:pt x="14" y="3"/>
                        <a:pt x="14" y="3"/>
                      </a:cubicBezTo>
                      <a:cubicBezTo>
                        <a:pt x="14" y="4"/>
                        <a:pt x="14" y="4"/>
                        <a:pt x="14" y="4"/>
                      </a:cubicBezTo>
                      <a:cubicBezTo>
                        <a:pt x="14" y="4"/>
                        <a:pt x="14" y="4"/>
                        <a:pt x="14" y="4"/>
                      </a:cubicBezTo>
                      <a:cubicBezTo>
                        <a:pt x="14" y="4"/>
                        <a:pt x="14" y="4"/>
                        <a:pt x="14" y="4"/>
                      </a:cubicBezTo>
                      <a:cubicBezTo>
                        <a:pt x="14" y="4"/>
                        <a:pt x="14"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4" y="4"/>
                        <a:pt x="14" y="4"/>
                      </a:cubicBezTo>
                      <a:cubicBezTo>
                        <a:pt x="14" y="4"/>
                        <a:pt x="14" y="4"/>
                        <a:pt x="14" y="4"/>
                      </a:cubicBezTo>
                      <a:cubicBezTo>
                        <a:pt x="14" y="4"/>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5" y="5"/>
                      </a:cubicBezTo>
                      <a:cubicBezTo>
                        <a:pt x="15" y="5"/>
                        <a:pt x="15" y="5"/>
                        <a:pt x="15" y="5"/>
                      </a:cubicBezTo>
                      <a:cubicBezTo>
                        <a:pt x="15" y="5"/>
                        <a:pt x="15" y="5"/>
                        <a:pt x="15" y="5"/>
                      </a:cubicBezTo>
                      <a:cubicBezTo>
                        <a:pt x="15" y="5"/>
                        <a:pt x="15" y="5"/>
                        <a:pt x="14" y="5"/>
                      </a:cubicBezTo>
                      <a:cubicBezTo>
                        <a:pt x="14" y="5"/>
                        <a:pt x="14" y="5"/>
                        <a:pt x="14" y="5"/>
                      </a:cubicBezTo>
                      <a:cubicBezTo>
                        <a:pt x="14" y="5"/>
                        <a:pt x="14" y="5"/>
                        <a:pt x="14" y="5"/>
                      </a:cubicBezTo>
                      <a:cubicBezTo>
                        <a:pt x="14" y="5"/>
                        <a:pt x="14" y="6"/>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6"/>
                        <a:pt x="14" y="6"/>
                      </a:cubicBezTo>
                      <a:cubicBezTo>
                        <a:pt x="14" y="6"/>
                        <a:pt x="14" y="6"/>
                        <a:pt x="14" y="6"/>
                      </a:cubicBezTo>
                      <a:cubicBezTo>
                        <a:pt x="14" y="6"/>
                        <a:pt x="14" y="6"/>
                        <a:pt x="14" y="6"/>
                      </a:cubicBezTo>
                      <a:cubicBezTo>
                        <a:pt x="14" y="6"/>
                        <a:pt x="14" y="6"/>
                        <a:pt x="14" y="6"/>
                      </a:cubicBezTo>
                      <a:cubicBezTo>
                        <a:pt x="14" y="6"/>
                        <a:pt x="14" y="5"/>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7"/>
                        <a:pt x="13" y="7"/>
                      </a:cubicBezTo>
                      <a:cubicBezTo>
                        <a:pt x="13" y="7"/>
                        <a:pt x="13" y="7"/>
                        <a:pt x="13" y="7"/>
                      </a:cubicBezTo>
                      <a:cubicBezTo>
                        <a:pt x="13" y="7"/>
                        <a:pt x="13" y="7"/>
                        <a:pt x="13" y="7"/>
                      </a:cubicBezTo>
                      <a:cubicBezTo>
                        <a:pt x="13" y="7"/>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6"/>
                      </a:cubicBezTo>
                      <a:cubicBezTo>
                        <a:pt x="13" y="7"/>
                        <a:pt x="13" y="7"/>
                        <a:pt x="13" y="7"/>
                      </a:cubicBezTo>
                      <a:cubicBezTo>
                        <a:pt x="13"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3" y="7"/>
                        <a:pt x="13" y="7"/>
                      </a:cubicBezTo>
                      <a:cubicBezTo>
                        <a:pt x="13" y="7"/>
                        <a:pt x="13" y="7"/>
                        <a:pt x="13" y="7"/>
                      </a:cubicBezTo>
                      <a:cubicBezTo>
                        <a:pt x="12" y="7"/>
                        <a:pt x="12" y="7"/>
                        <a:pt x="12" y="7"/>
                      </a:cubicBezTo>
                      <a:cubicBezTo>
                        <a:pt x="12" y="7"/>
                        <a:pt x="12" y="7"/>
                        <a:pt x="12" y="7"/>
                      </a:cubicBezTo>
                      <a:cubicBezTo>
                        <a:pt x="12" y="7"/>
                        <a:pt x="12" y="7"/>
                        <a:pt x="12" y="7"/>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lose/>
                      <a:moveTo>
                        <a:pt x="2" y="10"/>
                      </a:move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2" y="10"/>
                        <a:pt x="2" y="10"/>
                      </a:cubicBezTo>
                      <a:cubicBezTo>
                        <a:pt x="1" y="10"/>
                        <a:pt x="1" y="9"/>
                        <a:pt x="1" y="9"/>
                      </a:cubicBezTo>
                      <a:cubicBezTo>
                        <a:pt x="1"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8"/>
                        <a:pt x="2" y="8"/>
                        <a:pt x="2" y="8"/>
                      </a:cubicBezTo>
                      <a:cubicBezTo>
                        <a:pt x="2" y="8"/>
                        <a:pt x="2" y="8"/>
                        <a:pt x="2" y="8"/>
                      </a:cubicBezTo>
                      <a:cubicBezTo>
                        <a:pt x="2" y="8"/>
                        <a:pt x="2" y="8"/>
                        <a:pt x="2" y="8"/>
                      </a:cubicBezTo>
                      <a:cubicBezTo>
                        <a:pt x="3" y="8"/>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10"/>
                      </a:cubicBezTo>
                      <a:cubicBezTo>
                        <a:pt x="2" y="10"/>
                        <a:pt x="2" y="10"/>
                        <a:pt x="2" y="10"/>
                      </a:cubicBezTo>
                      <a:cubicBezTo>
                        <a:pt x="2" y="9"/>
                        <a:pt x="2" y="9"/>
                        <a:pt x="2" y="9"/>
                      </a:cubicBezTo>
                      <a:cubicBezTo>
                        <a:pt x="2"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1"/>
                      </a:cubicBezTo>
                      <a:cubicBezTo>
                        <a:pt x="3" y="11"/>
                        <a:pt x="3" y="11"/>
                        <a:pt x="3" y="11"/>
                      </a:cubicBezTo>
                      <a:cubicBezTo>
                        <a:pt x="2" y="11"/>
                        <a:pt x="2" y="11"/>
                        <a:pt x="2" y="11"/>
                      </a:cubicBezTo>
                      <a:cubicBezTo>
                        <a:pt x="2" y="11"/>
                        <a:pt x="2" y="11"/>
                        <a:pt x="2" y="11"/>
                      </a:cubicBezTo>
                      <a:cubicBezTo>
                        <a:pt x="2" y="11"/>
                        <a:pt x="2" y="11"/>
                        <a:pt x="2" y="11"/>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lose/>
                      <a:moveTo>
                        <a:pt x="11" y="3"/>
                      </a:moveTo>
                      <a:cubicBezTo>
                        <a:pt x="11" y="3"/>
                        <a:pt x="11" y="3"/>
                        <a:pt x="11" y="3"/>
                      </a:cubicBezTo>
                      <a:cubicBezTo>
                        <a:pt x="11" y="3"/>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3"/>
                        <a:pt x="11" y="3"/>
                        <a:pt x="11" y="3"/>
                      </a:cubicBezTo>
                      <a:cubicBezTo>
                        <a:pt x="11" y="3"/>
                        <a:pt x="11" y="3"/>
                        <a:pt x="11" y="3"/>
                      </a:cubicBezTo>
                      <a:cubicBezTo>
                        <a:pt x="11" y="3"/>
                        <a:pt x="11" y="3"/>
                        <a:pt x="11" y="3"/>
                      </a:cubicBezTo>
                      <a:cubicBezTo>
                        <a:pt x="11" y="3"/>
                        <a:pt x="11" y="3"/>
                        <a:pt x="11"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4"/>
                        <a:pt x="13" y="4"/>
                      </a:cubicBezTo>
                      <a:cubicBezTo>
                        <a:pt x="13" y="4"/>
                        <a:pt x="13" y="4"/>
                        <a:pt x="13" y="4"/>
                      </a:cubicBezTo>
                      <a:cubicBezTo>
                        <a:pt x="13" y="3"/>
                        <a:pt x="13" y="3"/>
                        <a:pt x="13" y="4"/>
                      </a:cubicBezTo>
                      <a:cubicBezTo>
                        <a:pt x="13" y="4"/>
                        <a:pt x="13" y="4"/>
                        <a:pt x="13" y="4"/>
                      </a:cubicBezTo>
                      <a:cubicBezTo>
                        <a:pt x="13" y="3"/>
                        <a:pt x="13" y="3"/>
                        <a:pt x="13" y="3"/>
                      </a:cubicBezTo>
                      <a:cubicBezTo>
                        <a:pt x="12" y="4"/>
                        <a:pt x="12" y="4"/>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lose/>
                      <a:moveTo>
                        <a:pt x="21" y="11"/>
                      </a:move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1"/>
                      </a:cubicBezTo>
                      <a:cubicBezTo>
                        <a:pt x="20" y="11"/>
                        <a:pt x="20" y="11"/>
                        <a:pt x="20" y="11"/>
                      </a:cubicBezTo>
                      <a:cubicBezTo>
                        <a:pt x="20" y="11"/>
                        <a:pt x="20" y="11"/>
                        <a:pt x="20" y="11"/>
                      </a:cubicBezTo>
                      <a:cubicBezTo>
                        <a:pt x="20" y="11"/>
                        <a:pt x="20" y="11"/>
                        <a:pt x="19" y="11"/>
                      </a:cubicBezTo>
                      <a:cubicBezTo>
                        <a:pt x="19" y="11"/>
                        <a:pt x="19"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1" y="11"/>
                        <a:pt x="21" y="11"/>
                      </a:cubicBezTo>
                      <a:close/>
                      <a:moveTo>
                        <a:pt x="12" y="13"/>
                      </a:moveTo>
                      <a:cubicBezTo>
                        <a:pt x="11" y="13"/>
                        <a:pt x="12" y="13"/>
                        <a:pt x="12" y="13"/>
                      </a:cubicBezTo>
                      <a:cubicBezTo>
                        <a:pt x="12" y="13"/>
                        <a:pt x="12" y="13"/>
                        <a:pt x="12" y="13"/>
                      </a:cubicBezTo>
                      <a:cubicBezTo>
                        <a:pt x="12" y="13"/>
                        <a:pt x="12" y="14"/>
                        <a:pt x="12" y="14"/>
                      </a:cubicBezTo>
                      <a:cubicBezTo>
                        <a:pt x="12"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2"/>
                      </a:cubicBezTo>
                      <a:cubicBezTo>
                        <a:pt x="11" y="12"/>
                        <a:pt x="11" y="12"/>
                        <a:pt x="11" y="12"/>
                      </a:cubicBezTo>
                      <a:cubicBezTo>
                        <a:pt x="11" y="13"/>
                        <a:pt x="11" y="13"/>
                        <a:pt x="11" y="13"/>
                      </a:cubicBezTo>
                      <a:cubicBezTo>
                        <a:pt x="11" y="13"/>
                        <a:pt x="11" y="13"/>
                        <a:pt x="11" y="13"/>
                      </a:cubicBezTo>
                      <a:cubicBezTo>
                        <a:pt x="11" y="13"/>
                        <a:pt x="11" y="13"/>
                        <a:pt x="11" y="13"/>
                      </a:cubicBezTo>
                      <a:cubicBezTo>
                        <a:pt x="12" y="13"/>
                        <a:pt x="12" y="13"/>
                        <a:pt x="12" y="13"/>
                      </a:cubicBezTo>
                      <a:cubicBezTo>
                        <a:pt x="12" y="13"/>
                        <a:pt x="12" y="13"/>
                        <a:pt x="12" y="13"/>
                      </a:cubicBezTo>
                      <a:close/>
                      <a:moveTo>
                        <a:pt x="9" y="3"/>
                      </a:move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9" y="4"/>
                        <a:pt x="9" y="3"/>
                        <a:pt x="9" y="3"/>
                      </a:cubicBezTo>
                      <a:cubicBezTo>
                        <a:pt x="9" y="3"/>
                        <a:pt x="9" y="3"/>
                        <a:pt x="9" y="3"/>
                      </a:cubicBezTo>
                      <a:close/>
                      <a:moveTo>
                        <a:pt x="1" y="9"/>
                      </a:moveTo>
                      <a:cubicBezTo>
                        <a:pt x="1" y="9"/>
                        <a:pt x="1" y="9"/>
                        <a:pt x="1" y="9"/>
                      </a:cubicBezTo>
                      <a:cubicBezTo>
                        <a:pt x="1" y="9"/>
                        <a:pt x="1" y="9"/>
                        <a:pt x="1" y="9"/>
                      </a:cubicBezTo>
                      <a:cubicBezTo>
                        <a:pt x="1" y="9"/>
                        <a:pt x="1"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lose/>
                      <a:moveTo>
                        <a:pt x="11" y="15"/>
                      </a:move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2" y="14"/>
                        <a:pt x="12" y="14"/>
                        <a:pt x="12" y="14"/>
                      </a:cubicBezTo>
                      <a:cubicBezTo>
                        <a:pt x="12" y="14"/>
                        <a:pt x="12" y="14"/>
                        <a:pt x="11" y="14"/>
                      </a:cubicBezTo>
                      <a:cubicBezTo>
                        <a:pt x="11" y="14"/>
                        <a:pt x="11" y="14"/>
                        <a:pt x="11" y="14"/>
                      </a:cubicBezTo>
                      <a:cubicBezTo>
                        <a:pt x="11" y="14"/>
                        <a:pt x="11" y="14"/>
                        <a:pt x="11" y="15"/>
                      </a:cubicBezTo>
                      <a:cubicBezTo>
                        <a:pt x="11" y="15"/>
                        <a:pt x="11" y="15"/>
                        <a:pt x="11" y="15"/>
                      </a:cubicBezTo>
                      <a:cubicBezTo>
                        <a:pt x="11" y="15"/>
                        <a:pt x="11" y="15"/>
                        <a:pt x="11" y="15"/>
                      </a:cubicBezTo>
                      <a:cubicBezTo>
                        <a:pt x="11" y="15"/>
                        <a:pt x="11" y="15"/>
                        <a:pt x="11" y="15"/>
                      </a:cubicBezTo>
                      <a:close/>
                      <a:moveTo>
                        <a:pt x="17" y="13"/>
                      </a:moveTo>
                      <a:cubicBezTo>
                        <a:pt x="17" y="13"/>
                        <a:pt x="17" y="13"/>
                        <a:pt x="18" y="13"/>
                      </a:cubicBezTo>
                      <a:cubicBezTo>
                        <a:pt x="18" y="13"/>
                        <a:pt x="18" y="13"/>
                        <a:pt x="17" y="13"/>
                      </a:cubicBezTo>
                      <a:cubicBezTo>
                        <a:pt x="17" y="13"/>
                        <a:pt x="17" y="13"/>
                        <a:pt x="17" y="13"/>
                      </a:cubicBezTo>
                      <a:cubicBezTo>
                        <a:pt x="17" y="13"/>
                        <a:pt x="17" y="13"/>
                        <a:pt x="17" y="13"/>
                      </a:cubicBezTo>
                      <a:cubicBezTo>
                        <a:pt x="17" y="13"/>
                        <a:pt x="17" y="13"/>
                        <a:pt x="17" y="13"/>
                      </a:cubicBezTo>
                      <a:cubicBezTo>
                        <a:pt x="17" y="14"/>
                        <a:pt x="17" y="14"/>
                        <a:pt x="17" y="14"/>
                      </a:cubicBezTo>
                      <a:cubicBezTo>
                        <a:pt x="17" y="14"/>
                        <a:pt x="17" y="14"/>
                        <a:pt x="17" y="14"/>
                      </a:cubicBezTo>
                      <a:cubicBezTo>
                        <a:pt x="17" y="14"/>
                        <a:pt x="17" y="14"/>
                        <a:pt x="17" y="14"/>
                      </a:cubicBezTo>
                      <a:cubicBezTo>
                        <a:pt x="17" y="14"/>
                        <a:pt x="17" y="14"/>
                        <a:pt x="16" y="14"/>
                      </a:cubicBezTo>
                      <a:cubicBezTo>
                        <a:pt x="16" y="14"/>
                        <a:pt x="16" y="14"/>
                        <a:pt x="16" y="14"/>
                      </a:cubicBezTo>
                      <a:cubicBezTo>
                        <a:pt x="16" y="14"/>
                        <a:pt x="16" y="14"/>
                        <a:pt x="16" y="14"/>
                      </a:cubicBezTo>
                      <a:cubicBezTo>
                        <a:pt x="16" y="14"/>
                        <a:pt x="16" y="14"/>
                        <a:pt x="16" y="14"/>
                      </a:cubicBezTo>
                      <a:cubicBezTo>
                        <a:pt x="16" y="14"/>
                        <a:pt x="16" y="14"/>
                        <a:pt x="16" y="13"/>
                      </a:cubicBezTo>
                      <a:cubicBezTo>
                        <a:pt x="16" y="13"/>
                        <a:pt x="17" y="13"/>
                        <a:pt x="17" y="14"/>
                      </a:cubicBezTo>
                      <a:cubicBezTo>
                        <a:pt x="17" y="14"/>
                        <a:pt x="17" y="14"/>
                        <a:pt x="17" y="14"/>
                      </a:cubicBezTo>
                      <a:cubicBezTo>
                        <a:pt x="17" y="14"/>
                        <a:pt x="17" y="13"/>
                        <a:pt x="17" y="13"/>
                      </a:cubicBezTo>
                      <a:cubicBezTo>
                        <a:pt x="17" y="14"/>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lose/>
                      <a:moveTo>
                        <a:pt x="0" y="8"/>
                      </a:moveTo>
                      <a:cubicBezTo>
                        <a:pt x="0" y="7"/>
                        <a:pt x="0" y="7"/>
                        <a:pt x="0" y="7"/>
                      </a:cubicBezTo>
                      <a:cubicBezTo>
                        <a:pt x="0" y="7"/>
                        <a:pt x="0" y="7"/>
                        <a:pt x="0" y="7"/>
                      </a:cubicBezTo>
                      <a:cubicBezTo>
                        <a:pt x="0" y="7"/>
                        <a:pt x="0" y="7"/>
                        <a:pt x="0" y="7"/>
                      </a:cubicBezTo>
                      <a:cubicBezTo>
                        <a:pt x="0" y="7"/>
                        <a:pt x="0" y="7"/>
                        <a:pt x="0" y="7"/>
                      </a:cubicBezTo>
                      <a:cubicBezTo>
                        <a:pt x="0" y="7"/>
                        <a:pt x="1" y="7"/>
                        <a:pt x="1" y="7"/>
                      </a:cubicBezTo>
                      <a:cubicBezTo>
                        <a:pt x="1" y="7"/>
                        <a:pt x="0"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8"/>
                      </a:cubicBezTo>
                      <a:cubicBezTo>
                        <a:pt x="1" y="8"/>
                        <a:pt x="1" y="8"/>
                        <a:pt x="1" y="8"/>
                      </a:cubicBezTo>
                      <a:cubicBezTo>
                        <a:pt x="1" y="7"/>
                        <a:pt x="1" y="8"/>
                        <a:pt x="1" y="7"/>
                      </a:cubicBezTo>
                      <a:cubicBezTo>
                        <a:pt x="1" y="8"/>
                        <a:pt x="1" y="8"/>
                        <a:pt x="1" y="8"/>
                      </a:cubicBezTo>
                      <a:cubicBezTo>
                        <a:pt x="1" y="8"/>
                        <a:pt x="1" y="8"/>
                        <a:pt x="1" y="8"/>
                      </a:cubicBezTo>
                      <a:cubicBezTo>
                        <a:pt x="1" y="8"/>
                        <a:pt x="1" y="8"/>
                        <a:pt x="1" y="8"/>
                      </a:cubicBezTo>
                      <a:cubicBezTo>
                        <a:pt x="0" y="7"/>
                        <a:pt x="0" y="7"/>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lose/>
                      <a:moveTo>
                        <a:pt x="5" y="2"/>
                      </a:moveTo>
                      <a:cubicBezTo>
                        <a:pt x="5" y="2"/>
                        <a:pt x="5" y="2"/>
                        <a:pt x="5" y="2"/>
                      </a:cubicBezTo>
                      <a:cubicBezTo>
                        <a:pt x="5" y="2"/>
                        <a:pt x="5" y="2"/>
                        <a:pt x="5" y="2"/>
                      </a:cubicBezTo>
                      <a:cubicBezTo>
                        <a:pt x="5" y="3"/>
                        <a:pt x="5" y="3"/>
                        <a:pt x="5"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5" y="3"/>
                      </a:cubicBezTo>
                      <a:cubicBezTo>
                        <a:pt x="5" y="3"/>
                        <a:pt x="5" y="3"/>
                        <a:pt x="5" y="3"/>
                      </a:cubicBezTo>
                      <a:cubicBezTo>
                        <a:pt x="5" y="3"/>
                        <a:pt x="5" y="3"/>
                        <a:pt x="5" y="2"/>
                      </a:cubicBezTo>
                      <a:close/>
                      <a:moveTo>
                        <a:pt x="11" y="4"/>
                      </a:move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4"/>
                        <a:pt x="11" y="4"/>
                        <a:pt x="11" y="4"/>
                      </a:cubicBezTo>
                      <a:cubicBezTo>
                        <a:pt x="11" y="4"/>
                        <a:pt x="11" y="4"/>
                        <a:pt x="11" y="4"/>
                      </a:cubicBezTo>
                      <a:close/>
                      <a:moveTo>
                        <a:pt x="3" y="11"/>
                      </a:move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0"/>
                        <a:pt x="3" y="10"/>
                        <a:pt x="3" y="10"/>
                      </a:cubicBezTo>
                      <a:cubicBezTo>
                        <a:pt x="3" y="11"/>
                        <a:pt x="3" y="11"/>
                        <a:pt x="3" y="11"/>
                      </a:cubicBezTo>
                      <a:cubicBezTo>
                        <a:pt x="3" y="11"/>
                        <a:pt x="3" y="11"/>
                        <a:pt x="3" y="11"/>
                      </a:cubicBezTo>
                      <a:close/>
                      <a:moveTo>
                        <a:pt x="1" y="0"/>
                      </a:moveTo>
                      <a:cubicBezTo>
                        <a:pt x="2" y="0"/>
                        <a:pt x="2" y="0"/>
                        <a:pt x="2" y="0"/>
                      </a:cubicBezTo>
                      <a:cubicBezTo>
                        <a:pt x="2" y="0"/>
                        <a:pt x="2" y="0"/>
                        <a:pt x="2" y="0"/>
                      </a:cubicBezTo>
                      <a:cubicBezTo>
                        <a:pt x="2" y="0"/>
                        <a:pt x="2" y="0"/>
                        <a:pt x="1" y="0"/>
                      </a:cubicBezTo>
                      <a:cubicBezTo>
                        <a:pt x="1" y="0"/>
                        <a:pt x="1" y="0"/>
                        <a:pt x="1" y="0"/>
                      </a:cubicBezTo>
                      <a:cubicBezTo>
                        <a:pt x="1"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2" y="0"/>
                        <a:pt x="2" y="1"/>
                        <a:pt x="2" y="1"/>
                      </a:cubicBezTo>
                      <a:cubicBezTo>
                        <a:pt x="2" y="0"/>
                        <a:pt x="2" y="0"/>
                        <a:pt x="2" y="0"/>
                      </a:cubicBezTo>
                      <a:cubicBezTo>
                        <a:pt x="2" y="0"/>
                        <a:pt x="2" y="0"/>
                        <a:pt x="2" y="0"/>
                      </a:cubicBezTo>
                      <a:cubicBezTo>
                        <a:pt x="1" y="0"/>
                        <a:pt x="2" y="0"/>
                        <a:pt x="1" y="0"/>
                      </a:cubicBezTo>
                      <a:cubicBezTo>
                        <a:pt x="1" y="0"/>
                        <a:pt x="1" y="0"/>
                        <a:pt x="1" y="0"/>
                      </a:cubicBezTo>
                      <a:close/>
                      <a:moveTo>
                        <a:pt x="13" y="8"/>
                      </a:moveTo>
                      <a:cubicBezTo>
                        <a:pt x="12" y="8"/>
                        <a:pt x="12" y="8"/>
                        <a:pt x="12" y="9"/>
                      </a:cubicBezTo>
                      <a:cubicBezTo>
                        <a:pt x="12" y="9"/>
                        <a:pt x="12" y="9"/>
                        <a:pt x="12" y="9"/>
                      </a:cubicBezTo>
                      <a:cubicBezTo>
                        <a:pt x="12" y="9"/>
                        <a:pt x="12" y="9"/>
                        <a:pt x="12" y="9"/>
                      </a:cubicBezTo>
                      <a:cubicBezTo>
                        <a:pt x="12" y="9"/>
                        <a:pt x="12" y="9"/>
                        <a:pt x="12" y="9"/>
                      </a:cubicBezTo>
                      <a:cubicBezTo>
                        <a:pt x="12" y="9"/>
                        <a:pt x="12" y="9"/>
                        <a:pt x="12" y="8"/>
                      </a:cubicBezTo>
                      <a:cubicBezTo>
                        <a:pt x="12" y="8"/>
                        <a:pt x="12" y="8"/>
                        <a:pt x="12" y="8"/>
                      </a:cubicBezTo>
                      <a:cubicBezTo>
                        <a:pt x="12" y="8"/>
                        <a:pt x="12" y="8"/>
                        <a:pt x="12" y="8"/>
                      </a:cubicBezTo>
                      <a:cubicBezTo>
                        <a:pt x="12" y="8"/>
                        <a:pt x="12" y="8"/>
                        <a:pt x="12" y="8"/>
                      </a:cubicBezTo>
                      <a:cubicBezTo>
                        <a:pt x="12" y="8"/>
                        <a:pt x="13" y="8"/>
                        <a:pt x="13" y="8"/>
                      </a:cubicBezTo>
                      <a:cubicBezTo>
                        <a:pt x="13" y="8"/>
                        <a:pt x="13" y="8"/>
                        <a:pt x="13" y="8"/>
                      </a:cubicBezTo>
                      <a:close/>
                      <a:moveTo>
                        <a:pt x="12" y="11"/>
                      </a:moveTo>
                      <a:cubicBezTo>
                        <a:pt x="12" y="11"/>
                        <a:pt x="12" y="11"/>
                        <a:pt x="12" y="11"/>
                      </a:cubicBezTo>
                      <a:cubicBezTo>
                        <a:pt x="12" y="11"/>
                        <a:pt x="11" y="11"/>
                        <a:pt x="11" y="11"/>
                      </a:cubicBezTo>
                      <a:cubicBezTo>
                        <a:pt x="11" y="11"/>
                        <a:pt x="11" y="11"/>
                        <a:pt x="11" y="11"/>
                      </a:cubicBezTo>
                      <a:cubicBezTo>
                        <a:pt x="11" y="11"/>
                        <a:pt x="11" y="11"/>
                        <a:pt x="11" y="11"/>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10"/>
                        <a:pt x="11" y="10"/>
                        <a:pt x="11" y="10"/>
                      </a:cubicBezTo>
                      <a:cubicBezTo>
                        <a:pt x="11" y="10"/>
                        <a:pt x="11" y="10"/>
                        <a:pt x="12" y="10"/>
                      </a:cubicBezTo>
                      <a:cubicBezTo>
                        <a:pt x="12" y="10"/>
                        <a:pt x="12" y="10"/>
                        <a:pt x="12" y="11"/>
                      </a:cubicBezTo>
                      <a:cubicBezTo>
                        <a:pt x="12" y="11"/>
                        <a:pt x="12" y="11"/>
                        <a:pt x="12" y="11"/>
                      </a:cubicBezTo>
                      <a:close/>
                      <a:moveTo>
                        <a:pt x="4" y="4"/>
                      </a:moveTo>
                      <a:cubicBezTo>
                        <a:pt x="4" y="3"/>
                        <a:pt x="4" y="3"/>
                        <a:pt x="4" y="3"/>
                      </a:cubicBezTo>
                      <a:cubicBezTo>
                        <a:pt x="4" y="3"/>
                        <a:pt x="4" y="3"/>
                        <a:pt x="4" y="3"/>
                      </a:cubicBezTo>
                      <a:cubicBezTo>
                        <a:pt x="5" y="3"/>
                        <a:pt x="5" y="3"/>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4" y="4"/>
                        <a:pt x="4" y="4"/>
                      </a:cubicBezTo>
                      <a:cubicBezTo>
                        <a:pt x="4" y="4"/>
                        <a:pt x="4" y="4"/>
                        <a:pt x="4" y="4"/>
                      </a:cubicBezTo>
                      <a:cubicBezTo>
                        <a:pt x="4" y="4"/>
                        <a:pt x="4" y="4"/>
                        <a:pt x="4" y="4"/>
                      </a:cubicBezTo>
                      <a:close/>
                      <a:moveTo>
                        <a:pt x="12" y="15"/>
                      </a:moveTo>
                      <a:cubicBezTo>
                        <a:pt x="12" y="15"/>
                        <a:pt x="12" y="15"/>
                        <a:pt x="12" y="15"/>
                      </a:cubicBezTo>
                      <a:cubicBezTo>
                        <a:pt x="12" y="15"/>
                        <a:pt x="11" y="15"/>
                        <a:pt x="12" y="15"/>
                      </a:cubicBezTo>
                      <a:cubicBezTo>
                        <a:pt x="12"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2" y="15"/>
                        <a:pt x="12" y="15"/>
                      </a:cubicBezTo>
                      <a:cubicBezTo>
                        <a:pt x="12" y="15"/>
                        <a:pt x="12" y="15"/>
                        <a:pt x="12" y="15"/>
                      </a:cubicBezTo>
                      <a:cubicBezTo>
                        <a:pt x="12" y="15"/>
                        <a:pt x="12" y="15"/>
                        <a:pt x="12" y="15"/>
                      </a:cubicBezTo>
                      <a:cubicBezTo>
                        <a:pt x="12" y="15"/>
                        <a:pt x="12" y="15"/>
                        <a:pt x="12" y="15"/>
                      </a:cubicBezTo>
                      <a:close/>
                      <a:moveTo>
                        <a:pt x="7" y="3"/>
                      </a:moveTo>
                      <a:cubicBezTo>
                        <a:pt x="7" y="3"/>
                        <a:pt x="7" y="3"/>
                        <a:pt x="7" y="3"/>
                      </a:cubicBezTo>
                      <a:cubicBezTo>
                        <a:pt x="7" y="3"/>
                        <a:pt x="7" y="3"/>
                        <a:pt x="7" y="3"/>
                      </a:cubicBezTo>
                      <a:cubicBezTo>
                        <a:pt x="7" y="3"/>
                        <a:pt x="7" y="3"/>
                        <a:pt x="7"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4"/>
                        <a:pt x="9" y="4"/>
                        <a:pt x="9" y="4"/>
                      </a:cubicBezTo>
                      <a:cubicBezTo>
                        <a:pt x="9" y="4"/>
                        <a:pt x="9" y="4"/>
                        <a:pt x="9" y="4"/>
                      </a:cubicBezTo>
                      <a:cubicBezTo>
                        <a:pt x="9" y="4"/>
                        <a:pt x="9" y="4"/>
                        <a:pt x="9" y="4"/>
                      </a:cubicBezTo>
                      <a:cubicBezTo>
                        <a:pt x="9" y="4"/>
                        <a:pt x="9"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8" y="4"/>
                      </a:cubicBezTo>
                      <a:cubicBezTo>
                        <a:pt x="8" y="4"/>
                        <a:pt x="8" y="4"/>
                        <a:pt x="8" y="3"/>
                      </a:cubicBezTo>
                      <a:cubicBezTo>
                        <a:pt x="8" y="3"/>
                        <a:pt x="8" y="3"/>
                        <a:pt x="8" y="3"/>
                      </a:cubicBezTo>
                      <a:cubicBezTo>
                        <a:pt x="8" y="3"/>
                        <a:pt x="8" y="3"/>
                        <a:pt x="8" y="3"/>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lose/>
                      <a:moveTo>
                        <a:pt x="11" y="4"/>
                      </a:moveTo>
                      <a:cubicBezTo>
                        <a:pt x="11" y="4"/>
                        <a:pt x="11" y="4"/>
                        <a:pt x="11" y="4"/>
                      </a:cubicBezTo>
                      <a:cubicBezTo>
                        <a:pt x="11" y="4"/>
                        <a:pt x="11" y="4"/>
                        <a:pt x="11" y="4"/>
                      </a:cubicBezTo>
                      <a:cubicBezTo>
                        <a:pt x="12" y="4"/>
                        <a:pt x="12" y="4"/>
                        <a:pt x="12" y="4"/>
                      </a:cubicBezTo>
                      <a:cubicBezTo>
                        <a:pt x="12" y="4"/>
                        <a:pt x="12" y="4"/>
                        <a:pt x="12" y="4"/>
                      </a:cubicBezTo>
                      <a:cubicBezTo>
                        <a:pt x="11" y="4"/>
                        <a:pt x="11" y="4"/>
                        <a:pt x="11" y="4"/>
                      </a:cubicBezTo>
                      <a:cubicBezTo>
                        <a:pt x="11" y="4"/>
                        <a:pt x="11" y="4"/>
                        <a:pt x="11" y="4"/>
                      </a:cubicBezTo>
                      <a:close/>
                      <a:moveTo>
                        <a:pt x="1" y="0"/>
                      </a:move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lose/>
                      <a:moveTo>
                        <a:pt x="5" y="7"/>
                      </a:moveTo>
                      <a:cubicBezTo>
                        <a:pt x="5" y="7"/>
                        <a:pt x="5" y="7"/>
                        <a:pt x="5" y="7"/>
                      </a:cubicBezTo>
                      <a:cubicBezTo>
                        <a:pt x="5" y="7"/>
                        <a:pt x="5" y="7"/>
                        <a:pt x="5" y="7"/>
                      </a:cubicBezTo>
                      <a:cubicBezTo>
                        <a:pt x="5" y="7"/>
                        <a:pt x="5" y="7"/>
                        <a:pt x="5" y="7"/>
                      </a:cubicBezTo>
                      <a:cubicBezTo>
                        <a:pt x="4" y="6"/>
                        <a:pt x="4" y="6"/>
                        <a:pt x="4" y="6"/>
                      </a:cubicBezTo>
                      <a:cubicBezTo>
                        <a:pt x="5" y="6"/>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lose/>
                      <a:moveTo>
                        <a:pt x="4" y="6"/>
                      </a:move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lose/>
                      <a:moveTo>
                        <a:pt x="11" y="3"/>
                      </a:moveTo>
                      <a:cubicBezTo>
                        <a:pt x="11" y="3"/>
                        <a:pt x="11" y="3"/>
                        <a:pt x="11" y="3"/>
                      </a:cubicBezTo>
                      <a:cubicBezTo>
                        <a:pt x="11" y="3"/>
                        <a:pt x="11" y="4"/>
                        <a:pt x="12" y="4"/>
                      </a:cubicBezTo>
                      <a:cubicBezTo>
                        <a:pt x="12" y="4"/>
                        <a:pt x="12" y="4"/>
                        <a:pt x="12" y="4"/>
                      </a:cubicBezTo>
                      <a:cubicBezTo>
                        <a:pt x="12" y="3"/>
                        <a:pt x="12" y="3"/>
                        <a:pt x="12" y="3"/>
                      </a:cubicBezTo>
                      <a:cubicBezTo>
                        <a:pt x="12" y="3"/>
                        <a:pt x="12" y="3"/>
                        <a:pt x="12" y="3"/>
                      </a:cubicBezTo>
                      <a:cubicBezTo>
                        <a:pt x="12" y="3"/>
                        <a:pt x="12" y="3"/>
                        <a:pt x="12" y="4"/>
                      </a:cubicBezTo>
                      <a:cubicBezTo>
                        <a:pt x="12" y="4"/>
                        <a:pt x="12" y="4"/>
                        <a:pt x="12" y="4"/>
                      </a:cubicBezTo>
                      <a:cubicBezTo>
                        <a:pt x="12" y="4"/>
                        <a:pt x="12" y="4"/>
                        <a:pt x="12" y="4"/>
                      </a:cubicBezTo>
                      <a:cubicBezTo>
                        <a:pt x="12" y="4"/>
                        <a:pt x="12" y="3"/>
                        <a:pt x="12" y="3"/>
                      </a:cubicBezTo>
                      <a:cubicBezTo>
                        <a:pt x="12" y="3"/>
                        <a:pt x="12" y="4"/>
                        <a:pt x="12" y="4"/>
                      </a:cubicBezTo>
                      <a:cubicBezTo>
                        <a:pt x="12" y="4"/>
                        <a:pt x="12" y="4"/>
                        <a:pt x="12" y="4"/>
                      </a:cubicBezTo>
                      <a:cubicBezTo>
                        <a:pt x="12" y="4"/>
                        <a:pt x="11" y="4"/>
                        <a:pt x="11" y="3"/>
                      </a:cubicBezTo>
                      <a:cubicBezTo>
                        <a:pt x="11" y="3"/>
                        <a:pt x="11" y="3"/>
                        <a:pt x="11" y="3"/>
                      </a:cubicBezTo>
                      <a:cubicBezTo>
                        <a:pt x="11" y="3"/>
                        <a:pt x="11" y="3"/>
                        <a:pt x="11" y="3"/>
                      </a:cubicBezTo>
                      <a:close/>
                      <a:moveTo>
                        <a:pt x="11" y="12"/>
                      </a:move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1"/>
                      </a:cubicBezTo>
                      <a:cubicBezTo>
                        <a:pt x="11" y="11"/>
                        <a:pt x="11" y="11"/>
                        <a:pt x="11" y="11"/>
                      </a:cubicBezTo>
                      <a:cubicBezTo>
                        <a:pt x="11" y="11"/>
                        <a:pt x="11" y="12"/>
                        <a:pt x="11" y="12"/>
                      </a:cubicBezTo>
                      <a:close/>
                      <a:moveTo>
                        <a:pt x="6" y="9"/>
                      </a:move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lose/>
                      <a:moveTo>
                        <a:pt x="12" y="4"/>
                      </a:move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lose/>
                      <a:moveTo>
                        <a:pt x="10" y="2"/>
                      </a:moveTo>
                      <a:cubicBezTo>
                        <a:pt x="10" y="2"/>
                        <a:pt x="10" y="2"/>
                        <a:pt x="10" y="2"/>
                      </a:cubicBezTo>
                      <a:cubicBezTo>
                        <a:pt x="10" y="2"/>
                        <a:pt x="10" y="2"/>
                        <a:pt x="10" y="2"/>
                      </a:cubicBezTo>
                      <a:cubicBezTo>
                        <a:pt x="10" y="2"/>
                        <a:pt x="10" y="2"/>
                        <a:pt x="10" y="3"/>
                      </a:cubicBezTo>
                      <a:cubicBezTo>
                        <a:pt x="10" y="3"/>
                        <a:pt x="10" y="3"/>
                        <a:pt x="10" y="3"/>
                      </a:cubicBezTo>
                      <a:cubicBezTo>
                        <a:pt x="10" y="3"/>
                        <a:pt x="10" y="3"/>
                        <a:pt x="10" y="3"/>
                      </a:cubicBezTo>
                      <a:cubicBezTo>
                        <a:pt x="10" y="3"/>
                        <a:pt x="10" y="3"/>
                        <a:pt x="10" y="3"/>
                      </a:cubicBezTo>
                      <a:cubicBezTo>
                        <a:pt x="10" y="3"/>
                        <a:pt x="10" y="2"/>
                        <a:pt x="10" y="2"/>
                      </a:cubicBezTo>
                      <a:close/>
                      <a:moveTo>
                        <a:pt x="20" y="10"/>
                      </a:moveTo>
                      <a:cubicBezTo>
                        <a:pt x="20" y="10"/>
                        <a:pt x="20" y="10"/>
                        <a:pt x="20" y="10"/>
                      </a:cubicBezTo>
                      <a:cubicBezTo>
                        <a:pt x="20" y="10"/>
                        <a:pt x="20" y="10"/>
                        <a:pt x="20" y="10"/>
                      </a:cubicBezTo>
                      <a:cubicBezTo>
                        <a:pt x="21" y="10"/>
                        <a:pt x="20" y="10"/>
                        <a:pt x="20" y="10"/>
                      </a:cubicBezTo>
                      <a:cubicBezTo>
                        <a:pt x="21"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lose/>
                      <a:moveTo>
                        <a:pt x="1" y="10"/>
                      </a:moveTo>
                      <a:cubicBezTo>
                        <a:pt x="1" y="10"/>
                        <a:pt x="1" y="10"/>
                        <a:pt x="1" y="10"/>
                      </a:cubicBezTo>
                      <a:cubicBezTo>
                        <a:pt x="1" y="10"/>
                        <a:pt x="1" y="10"/>
                        <a:pt x="1" y="10"/>
                      </a:cubicBezTo>
                      <a:cubicBezTo>
                        <a:pt x="1" y="10"/>
                        <a:pt x="1" y="10"/>
                        <a:pt x="1" y="9"/>
                      </a:cubicBezTo>
                      <a:cubicBezTo>
                        <a:pt x="1" y="9"/>
                        <a:pt x="1" y="9"/>
                        <a:pt x="1" y="9"/>
                      </a:cubicBezTo>
                      <a:cubicBezTo>
                        <a:pt x="1" y="9"/>
                        <a:pt x="1" y="9"/>
                        <a:pt x="1" y="10"/>
                      </a:cubicBezTo>
                      <a:cubicBezTo>
                        <a:pt x="1" y="10"/>
                        <a:pt x="1" y="10"/>
                        <a:pt x="1" y="10"/>
                      </a:cubicBezTo>
                      <a:close/>
                      <a:moveTo>
                        <a:pt x="12" y="4"/>
                      </a:move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lose/>
                      <a:moveTo>
                        <a:pt x="3" y="2"/>
                      </a:moveTo>
                      <a:cubicBezTo>
                        <a:pt x="3" y="2"/>
                        <a:pt x="3" y="2"/>
                        <a:pt x="3" y="2"/>
                      </a:cubicBezTo>
                      <a:cubicBezTo>
                        <a:pt x="3" y="2"/>
                        <a:pt x="3" y="2"/>
                        <a:pt x="3" y="2"/>
                      </a:cubicBezTo>
                      <a:close/>
                      <a:moveTo>
                        <a:pt x="23" y="6"/>
                      </a:move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lose/>
                      <a:moveTo>
                        <a:pt x="3" y="1"/>
                      </a:move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lose/>
                      <a:moveTo>
                        <a:pt x="6" y="1"/>
                      </a:moveTo>
                      <a:cubicBezTo>
                        <a:pt x="6" y="1"/>
                        <a:pt x="6" y="1"/>
                        <a:pt x="6" y="1"/>
                      </a:cubicBezTo>
                      <a:cubicBezTo>
                        <a:pt x="6"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lose/>
                      <a:moveTo>
                        <a:pt x="19" y="12"/>
                      </a:moveTo>
                      <a:cubicBezTo>
                        <a:pt x="19" y="13"/>
                        <a:pt x="19" y="13"/>
                        <a:pt x="19" y="13"/>
                      </a:cubicBezTo>
                      <a:cubicBezTo>
                        <a:pt x="19" y="13"/>
                        <a:pt x="19" y="13"/>
                        <a:pt x="19" y="13"/>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lose/>
                      <a:moveTo>
                        <a:pt x="6" y="7"/>
                      </a:moveTo>
                      <a:cubicBezTo>
                        <a:pt x="6" y="7"/>
                        <a:pt x="6" y="7"/>
                        <a:pt x="6" y="7"/>
                      </a:cubicBezTo>
                      <a:cubicBezTo>
                        <a:pt x="6" y="7"/>
                        <a:pt x="6" y="7"/>
                        <a:pt x="6" y="6"/>
                      </a:cubicBezTo>
                      <a:cubicBezTo>
                        <a:pt x="6" y="6"/>
                        <a:pt x="6" y="6"/>
                        <a:pt x="6" y="6"/>
                      </a:cubicBezTo>
                      <a:cubicBezTo>
                        <a:pt x="6" y="6"/>
                        <a:pt x="6" y="6"/>
                        <a:pt x="6" y="6"/>
                      </a:cubicBezTo>
                      <a:cubicBezTo>
                        <a:pt x="6" y="7"/>
                        <a:pt x="6" y="6"/>
                        <a:pt x="6" y="6"/>
                      </a:cubicBezTo>
                      <a:cubicBezTo>
                        <a:pt x="6" y="6"/>
                        <a:pt x="6" y="7"/>
                        <a:pt x="6" y="7"/>
                      </a:cubicBezTo>
                      <a:close/>
                      <a:moveTo>
                        <a:pt x="3" y="1"/>
                      </a:moveTo>
                      <a:cubicBezTo>
                        <a:pt x="3" y="1"/>
                        <a:pt x="3" y="1"/>
                        <a:pt x="3" y="1"/>
                      </a:cubicBezTo>
                      <a:cubicBezTo>
                        <a:pt x="3" y="1"/>
                        <a:pt x="3" y="1"/>
                        <a:pt x="3" y="1"/>
                      </a:cubicBezTo>
                      <a:cubicBezTo>
                        <a:pt x="4" y="1"/>
                        <a:pt x="4" y="1"/>
                        <a:pt x="4" y="1"/>
                      </a:cubicBezTo>
                      <a:cubicBezTo>
                        <a:pt x="4" y="1"/>
                        <a:pt x="4" y="1"/>
                        <a:pt x="4" y="1"/>
                      </a:cubicBezTo>
                      <a:cubicBezTo>
                        <a:pt x="4" y="1"/>
                        <a:pt x="4" y="1"/>
                        <a:pt x="4" y="1"/>
                      </a:cubicBezTo>
                      <a:cubicBezTo>
                        <a:pt x="3" y="1"/>
                        <a:pt x="3" y="1"/>
                        <a:pt x="3" y="2"/>
                      </a:cubicBezTo>
                      <a:cubicBezTo>
                        <a:pt x="3" y="2"/>
                        <a:pt x="3" y="2"/>
                        <a:pt x="3" y="2"/>
                      </a:cubicBezTo>
                      <a:cubicBezTo>
                        <a:pt x="3" y="2"/>
                        <a:pt x="3" y="2"/>
                        <a:pt x="3" y="1"/>
                      </a:cubicBezTo>
                      <a:close/>
                      <a:moveTo>
                        <a:pt x="20" y="11"/>
                      </a:move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lose/>
                      <a:moveTo>
                        <a:pt x="10" y="4"/>
                      </a:moveTo>
                      <a:cubicBezTo>
                        <a:pt x="10" y="4"/>
                        <a:pt x="10"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lose/>
                      <a:moveTo>
                        <a:pt x="1" y="10"/>
                      </a:move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lose/>
                      <a:moveTo>
                        <a:pt x="12" y="8"/>
                      </a:moveTo>
                      <a:cubicBezTo>
                        <a:pt x="12" y="8"/>
                        <a:pt x="12" y="8"/>
                        <a:pt x="12" y="9"/>
                      </a:cubicBezTo>
                      <a:cubicBezTo>
                        <a:pt x="12" y="9"/>
                        <a:pt x="12" y="9"/>
                        <a:pt x="12" y="9"/>
                      </a:cubicBezTo>
                      <a:cubicBezTo>
                        <a:pt x="12" y="9"/>
                        <a:pt x="12" y="8"/>
                        <a:pt x="12" y="8"/>
                      </a:cubicBezTo>
                      <a:cubicBezTo>
                        <a:pt x="12" y="8"/>
                        <a:pt x="12" y="8"/>
                        <a:pt x="12" y="8"/>
                      </a:cubicBezTo>
                      <a:close/>
                      <a:moveTo>
                        <a:pt x="7" y="4"/>
                      </a:moveTo>
                      <a:cubicBezTo>
                        <a:pt x="7" y="4"/>
                        <a:pt x="7" y="4"/>
                        <a:pt x="7" y="4"/>
                      </a:cubicBezTo>
                      <a:cubicBezTo>
                        <a:pt x="7" y="4"/>
                        <a:pt x="7" y="4"/>
                        <a:pt x="7" y="4"/>
                      </a:cubicBezTo>
                      <a:cubicBezTo>
                        <a:pt x="7" y="4"/>
                        <a:pt x="7" y="4"/>
                        <a:pt x="7" y="4"/>
                      </a:cubicBezTo>
                      <a:cubicBezTo>
                        <a:pt x="7" y="4"/>
                        <a:pt x="7" y="4"/>
                        <a:pt x="7" y="4"/>
                      </a:cubicBezTo>
                      <a:close/>
                      <a:moveTo>
                        <a:pt x="21" y="11"/>
                      </a:move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lose/>
                      <a:moveTo>
                        <a:pt x="12" y="4"/>
                      </a:moveTo>
                      <a:cubicBezTo>
                        <a:pt x="11" y="4"/>
                        <a:pt x="11" y="4"/>
                        <a:pt x="11" y="4"/>
                      </a:cubicBezTo>
                      <a:cubicBezTo>
                        <a:pt x="11" y="4"/>
                        <a:pt x="11" y="4"/>
                        <a:pt x="12" y="4"/>
                      </a:cubicBezTo>
                      <a:cubicBezTo>
                        <a:pt x="12" y="4"/>
                        <a:pt x="12" y="4"/>
                        <a:pt x="12" y="4"/>
                      </a:cubicBezTo>
                      <a:cubicBezTo>
                        <a:pt x="12" y="4"/>
                        <a:pt x="12" y="4"/>
                        <a:pt x="12" y="4"/>
                      </a:cubicBezTo>
                      <a:close/>
                      <a:moveTo>
                        <a:pt x="12" y="9"/>
                      </a:move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lose/>
                      <a:moveTo>
                        <a:pt x="4" y="5"/>
                      </a:moveTo>
                      <a:cubicBezTo>
                        <a:pt x="4" y="5"/>
                        <a:pt x="4" y="5"/>
                        <a:pt x="4" y="5"/>
                      </a:cubicBezTo>
                      <a:cubicBezTo>
                        <a:pt x="4" y="5"/>
                        <a:pt x="4" y="5"/>
                        <a:pt x="4" y="5"/>
                      </a:cubicBezTo>
                      <a:cubicBezTo>
                        <a:pt x="4" y="5"/>
                        <a:pt x="4" y="5"/>
                        <a:pt x="5" y="5"/>
                      </a:cubicBezTo>
                      <a:cubicBezTo>
                        <a:pt x="5" y="5"/>
                        <a:pt x="5" y="5"/>
                        <a:pt x="5" y="5"/>
                      </a:cubicBezTo>
                      <a:cubicBezTo>
                        <a:pt x="4" y="5"/>
                        <a:pt x="4" y="5"/>
                        <a:pt x="4" y="5"/>
                      </a:cubicBezTo>
                      <a:close/>
                      <a:moveTo>
                        <a:pt x="17" y="13"/>
                      </a:moveTo>
                      <a:cubicBezTo>
                        <a:pt x="17" y="13"/>
                        <a:pt x="17" y="13"/>
                        <a:pt x="17" y="13"/>
                      </a:cubicBezTo>
                      <a:cubicBezTo>
                        <a:pt x="17" y="13"/>
                        <a:pt x="17" y="13"/>
                        <a:pt x="17" y="13"/>
                      </a:cubicBezTo>
                      <a:cubicBezTo>
                        <a:pt x="17" y="13"/>
                        <a:pt x="17" y="13"/>
                        <a:pt x="17" y="13"/>
                      </a:cubicBezTo>
                      <a:cubicBezTo>
                        <a:pt x="17" y="13"/>
                        <a:pt x="17" y="13"/>
                        <a:pt x="17" y="13"/>
                      </a:cubicBezTo>
                      <a:close/>
                      <a:moveTo>
                        <a:pt x="17" y="13"/>
                      </a:moveTo>
                      <a:cubicBezTo>
                        <a:pt x="17" y="13"/>
                        <a:pt x="17" y="13"/>
                        <a:pt x="18" y="12"/>
                      </a:cubicBezTo>
                      <a:cubicBezTo>
                        <a:pt x="18" y="13"/>
                        <a:pt x="18" y="13"/>
                        <a:pt x="17" y="13"/>
                      </a:cubicBezTo>
                      <a:close/>
                      <a:moveTo>
                        <a:pt x="2" y="8"/>
                      </a:moveTo>
                      <a:cubicBezTo>
                        <a:pt x="2" y="8"/>
                        <a:pt x="2" y="8"/>
                        <a:pt x="2" y="8"/>
                      </a:cubicBezTo>
                      <a:cubicBezTo>
                        <a:pt x="2" y="8"/>
                        <a:pt x="2" y="8"/>
                        <a:pt x="2" y="8"/>
                      </a:cubicBezTo>
                      <a:cubicBezTo>
                        <a:pt x="2" y="8"/>
                        <a:pt x="2" y="8"/>
                        <a:pt x="2" y="8"/>
                      </a:cubicBezTo>
                      <a:cubicBezTo>
                        <a:pt x="2" y="8"/>
                        <a:pt x="2" y="9"/>
                        <a:pt x="2" y="9"/>
                      </a:cubicBezTo>
                      <a:cubicBezTo>
                        <a:pt x="2" y="9"/>
                        <a:pt x="2" y="8"/>
                        <a:pt x="2" y="8"/>
                      </a:cubicBezTo>
                      <a:cubicBezTo>
                        <a:pt x="2" y="8"/>
                        <a:pt x="2" y="8"/>
                        <a:pt x="2" y="8"/>
                      </a:cubicBezTo>
                      <a:close/>
                      <a:moveTo>
                        <a:pt x="6" y="13"/>
                      </a:moveTo>
                      <a:cubicBezTo>
                        <a:pt x="6" y="13"/>
                        <a:pt x="6" y="13"/>
                        <a:pt x="6" y="13"/>
                      </a:cubicBezTo>
                      <a:cubicBezTo>
                        <a:pt x="6" y="13"/>
                        <a:pt x="6" y="13"/>
                        <a:pt x="6" y="13"/>
                      </a:cubicBezTo>
                      <a:cubicBezTo>
                        <a:pt x="6" y="13"/>
                        <a:pt x="6" y="13"/>
                        <a:pt x="6" y="13"/>
                      </a:cubicBezTo>
                      <a:close/>
                      <a:moveTo>
                        <a:pt x="1" y="9"/>
                      </a:moveTo>
                      <a:cubicBezTo>
                        <a:pt x="1" y="9"/>
                        <a:pt x="1" y="9"/>
                        <a:pt x="1" y="9"/>
                      </a:cubicBezTo>
                      <a:cubicBezTo>
                        <a:pt x="1" y="9"/>
                        <a:pt x="1" y="9"/>
                        <a:pt x="1" y="9"/>
                      </a:cubicBezTo>
                      <a:cubicBezTo>
                        <a:pt x="1" y="9"/>
                        <a:pt x="1" y="9"/>
                        <a:pt x="1" y="9"/>
                      </a:cubicBezTo>
                      <a:cubicBezTo>
                        <a:pt x="1" y="9"/>
                        <a:pt x="1" y="9"/>
                        <a:pt x="1" y="9"/>
                      </a:cubicBezTo>
                      <a:close/>
                      <a:moveTo>
                        <a:pt x="9" y="4"/>
                      </a:moveTo>
                      <a:cubicBezTo>
                        <a:pt x="8" y="4"/>
                        <a:pt x="8" y="4"/>
                        <a:pt x="8" y="4"/>
                      </a:cubicBezTo>
                      <a:cubicBezTo>
                        <a:pt x="8" y="4"/>
                        <a:pt x="9" y="4"/>
                        <a:pt x="9" y="4"/>
                      </a:cubicBezTo>
                      <a:close/>
                      <a:moveTo>
                        <a:pt x="16" y="13"/>
                      </a:moveTo>
                      <a:cubicBezTo>
                        <a:pt x="16" y="13"/>
                        <a:pt x="16" y="13"/>
                        <a:pt x="16" y="13"/>
                      </a:cubicBezTo>
                      <a:cubicBezTo>
                        <a:pt x="16" y="12"/>
                        <a:pt x="16" y="12"/>
                        <a:pt x="16" y="12"/>
                      </a:cubicBezTo>
                      <a:cubicBezTo>
                        <a:pt x="16" y="12"/>
                        <a:pt x="16" y="12"/>
                        <a:pt x="16" y="12"/>
                      </a:cubicBezTo>
                      <a:cubicBezTo>
                        <a:pt x="16" y="12"/>
                        <a:pt x="16" y="13"/>
                        <a:pt x="16" y="13"/>
                      </a:cubicBezTo>
                      <a:close/>
                      <a:moveTo>
                        <a:pt x="18" y="12"/>
                      </a:move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lose/>
                      <a:moveTo>
                        <a:pt x="3" y="6"/>
                      </a:moveTo>
                      <a:cubicBezTo>
                        <a:pt x="3" y="6"/>
                        <a:pt x="3" y="6"/>
                        <a:pt x="3" y="6"/>
                      </a:cubicBezTo>
                      <a:cubicBezTo>
                        <a:pt x="3" y="6"/>
                        <a:pt x="3" y="6"/>
                        <a:pt x="3" y="6"/>
                      </a:cubicBezTo>
                      <a:cubicBezTo>
                        <a:pt x="3" y="6"/>
                        <a:pt x="3" y="6"/>
                        <a:pt x="3" y="6"/>
                      </a:cubicBezTo>
                      <a:cubicBezTo>
                        <a:pt x="3" y="6"/>
                        <a:pt x="3" y="6"/>
                        <a:pt x="3" y="6"/>
                      </a:cubicBezTo>
                      <a:close/>
                      <a:moveTo>
                        <a:pt x="6" y="6"/>
                      </a:moveTo>
                      <a:cubicBezTo>
                        <a:pt x="6" y="6"/>
                        <a:pt x="6" y="6"/>
                        <a:pt x="6" y="6"/>
                      </a:cubicBezTo>
                      <a:cubicBezTo>
                        <a:pt x="6" y="6"/>
                        <a:pt x="6" y="6"/>
                        <a:pt x="6" y="6"/>
                      </a:cubicBezTo>
                      <a:cubicBezTo>
                        <a:pt x="6" y="6"/>
                        <a:pt x="6" y="6"/>
                        <a:pt x="6" y="6"/>
                      </a:cubicBezTo>
                      <a:cubicBezTo>
                        <a:pt x="6" y="6"/>
                        <a:pt x="6" y="6"/>
                        <a:pt x="6" y="6"/>
                      </a:cubicBezTo>
                      <a:close/>
                      <a:moveTo>
                        <a:pt x="22" y="9"/>
                      </a:moveTo>
                      <a:cubicBezTo>
                        <a:pt x="22" y="9"/>
                        <a:pt x="22" y="9"/>
                        <a:pt x="22" y="9"/>
                      </a:cubicBezTo>
                      <a:cubicBezTo>
                        <a:pt x="22" y="9"/>
                        <a:pt x="22" y="9"/>
                        <a:pt x="22" y="9"/>
                      </a:cubicBezTo>
                      <a:close/>
                      <a:moveTo>
                        <a:pt x="20" y="10"/>
                      </a:move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lose/>
                      <a:moveTo>
                        <a:pt x="10" y="2"/>
                      </a:move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lose/>
                      <a:moveTo>
                        <a:pt x="18" y="10"/>
                      </a:moveTo>
                      <a:cubicBezTo>
                        <a:pt x="18" y="10"/>
                        <a:pt x="18" y="10"/>
                        <a:pt x="18" y="10"/>
                      </a:cubicBezTo>
                      <a:cubicBezTo>
                        <a:pt x="18" y="10"/>
                        <a:pt x="18" y="10"/>
                        <a:pt x="18" y="10"/>
                      </a:cubicBezTo>
                      <a:cubicBezTo>
                        <a:pt x="18" y="10"/>
                        <a:pt x="18" y="10"/>
                        <a:pt x="18" y="10"/>
                      </a:cubicBezTo>
                      <a:cubicBezTo>
                        <a:pt x="18" y="10"/>
                        <a:pt x="18" y="10"/>
                        <a:pt x="18" y="10"/>
                      </a:cubicBezTo>
                      <a:close/>
                      <a:moveTo>
                        <a:pt x="20" y="10"/>
                      </a:move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lose/>
                      <a:moveTo>
                        <a:pt x="23" y="8"/>
                      </a:moveTo>
                      <a:cubicBezTo>
                        <a:pt x="23" y="9"/>
                        <a:pt x="23" y="9"/>
                        <a:pt x="23" y="9"/>
                      </a:cubicBezTo>
                      <a:cubicBezTo>
                        <a:pt x="23" y="9"/>
                        <a:pt x="23" y="8"/>
                        <a:pt x="23" y="8"/>
                      </a:cubicBezTo>
                      <a:cubicBezTo>
                        <a:pt x="23" y="8"/>
                        <a:pt x="23" y="8"/>
                        <a:pt x="23" y="8"/>
                      </a:cubicBezTo>
                      <a:cubicBezTo>
                        <a:pt x="23" y="8"/>
                        <a:pt x="23" y="8"/>
                        <a:pt x="23" y="8"/>
                      </a:cubicBezTo>
                      <a:close/>
                      <a:moveTo>
                        <a:pt x="12" y="10"/>
                      </a:moveTo>
                      <a:cubicBezTo>
                        <a:pt x="12" y="10"/>
                        <a:pt x="12" y="10"/>
                        <a:pt x="12" y="10"/>
                      </a:cubicBezTo>
                      <a:cubicBezTo>
                        <a:pt x="12" y="10"/>
                        <a:pt x="12" y="10"/>
                        <a:pt x="12" y="10"/>
                      </a:cubicBezTo>
                      <a:cubicBezTo>
                        <a:pt x="12" y="10"/>
                        <a:pt x="12" y="10"/>
                        <a:pt x="12" y="10"/>
                      </a:cubicBezTo>
                      <a:cubicBezTo>
                        <a:pt x="12" y="10"/>
                        <a:pt x="12" y="10"/>
                        <a:pt x="12" y="10"/>
                      </a:cubicBezTo>
                      <a:close/>
                      <a:moveTo>
                        <a:pt x="6" y="5"/>
                      </a:moveTo>
                      <a:cubicBezTo>
                        <a:pt x="6" y="5"/>
                        <a:pt x="6" y="5"/>
                        <a:pt x="6" y="5"/>
                      </a:cubicBezTo>
                      <a:cubicBezTo>
                        <a:pt x="6" y="5"/>
                        <a:pt x="6" y="5"/>
                        <a:pt x="6" y="5"/>
                      </a:cubicBezTo>
                      <a:cubicBezTo>
                        <a:pt x="6" y="5"/>
                        <a:pt x="6" y="5"/>
                        <a:pt x="6" y="5"/>
                      </a:cubicBezTo>
                      <a:cubicBezTo>
                        <a:pt x="6" y="5"/>
                        <a:pt x="6" y="5"/>
                        <a:pt x="6" y="5"/>
                      </a:cubicBezTo>
                      <a:close/>
                      <a:moveTo>
                        <a:pt x="7" y="7"/>
                      </a:moveTo>
                      <a:cubicBezTo>
                        <a:pt x="7" y="7"/>
                        <a:pt x="7" y="7"/>
                        <a:pt x="7" y="7"/>
                      </a:cubicBezTo>
                      <a:cubicBezTo>
                        <a:pt x="7" y="7"/>
                        <a:pt x="7" y="7"/>
                        <a:pt x="7" y="7"/>
                      </a:cubicBezTo>
                      <a:cubicBezTo>
                        <a:pt x="7" y="7"/>
                        <a:pt x="7" y="7"/>
                        <a:pt x="7" y="7"/>
                      </a:cubicBezTo>
                      <a:cubicBezTo>
                        <a:pt x="7" y="7"/>
                        <a:pt x="7" y="7"/>
                        <a:pt x="7" y="7"/>
                      </a:cubicBezTo>
                      <a:close/>
                      <a:moveTo>
                        <a:pt x="6" y="13"/>
                      </a:moveTo>
                      <a:cubicBezTo>
                        <a:pt x="6" y="14"/>
                        <a:pt x="6" y="13"/>
                        <a:pt x="6" y="14"/>
                      </a:cubicBezTo>
                      <a:cubicBezTo>
                        <a:pt x="6" y="14"/>
                        <a:pt x="6" y="14"/>
                        <a:pt x="6" y="13"/>
                      </a:cubicBezTo>
                      <a:cubicBezTo>
                        <a:pt x="6" y="13"/>
                        <a:pt x="6" y="13"/>
                        <a:pt x="6" y="13"/>
                      </a:cubicBezTo>
                      <a:cubicBezTo>
                        <a:pt x="6" y="13"/>
                        <a:pt x="6" y="13"/>
                        <a:pt x="6" y="13"/>
                      </a:cubicBezTo>
                      <a:close/>
                      <a:moveTo>
                        <a:pt x="12" y="11"/>
                      </a:moveTo>
                      <a:cubicBezTo>
                        <a:pt x="12" y="11"/>
                        <a:pt x="12" y="11"/>
                        <a:pt x="12" y="11"/>
                      </a:cubicBezTo>
                      <a:cubicBezTo>
                        <a:pt x="12" y="11"/>
                        <a:pt x="12" y="11"/>
                        <a:pt x="12" y="11"/>
                      </a:cubicBezTo>
                      <a:cubicBezTo>
                        <a:pt x="12" y="11"/>
                        <a:pt x="12" y="11"/>
                        <a:pt x="12" y="11"/>
                      </a:cubicBezTo>
                      <a:cubicBezTo>
                        <a:pt x="12" y="11"/>
                        <a:pt x="12" y="11"/>
                        <a:pt x="12" y="11"/>
                      </a:cubicBezTo>
                      <a:close/>
                      <a:moveTo>
                        <a:pt x="13" y="14"/>
                      </a:moveTo>
                      <a:cubicBezTo>
                        <a:pt x="13" y="14"/>
                        <a:pt x="13" y="14"/>
                        <a:pt x="13" y="14"/>
                      </a:cubicBezTo>
                      <a:cubicBezTo>
                        <a:pt x="12" y="14"/>
                        <a:pt x="12" y="14"/>
                        <a:pt x="12" y="14"/>
                      </a:cubicBezTo>
                      <a:cubicBezTo>
                        <a:pt x="12" y="14"/>
                        <a:pt x="12" y="14"/>
                        <a:pt x="12" y="14"/>
                      </a:cubicBezTo>
                      <a:cubicBezTo>
                        <a:pt x="12" y="14"/>
                        <a:pt x="12" y="14"/>
                        <a:pt x="12" y="14"/>
                      </a:cubicBezTo>
                      <a:cubicBezTo>
                        <a:pt x="13" y="14"/>
                        <a:pt x="13" y="14"/>
                        <a:pt x="13" y="14"/>
                      </a:cubicBezTo>
                      <a:close/>
                      <a:moveTo>
                        <a:pt x="3" y="11"/>
                      </a:moveTo>
                      <a:cubicBezTo>
                        <a:pt x="3" y="11"/>
                        <a:pt x="3" y="11"/>
                        <a:pt x="3" y="11"/>
                      </a:cubicBezTo>
                      <a:cubicBezTo>
                        <a:pt x="3" y="11"/>
                        <a:pt x="3" y="11"/>
                        <a:pt x="3" y="11"/>
                      </a:cubicBezTo>
                      <a:cubicBezTo>
                        <a:pt x="3" y="11"/>
                        <a:pt x="3" y="11"/>
                        <a:pt x="3" y="11"/>
                      </a:cubicBezTo>
                      <a:close/>
                      <a:moveTo>
                        <a:pt x="2" y="11"/>
                      </a:move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lose/>
                      <a:moveTo>
                        <a:pt x="4" y="1"/>
                      </a:moveTo>
                      <a:cubicBezTo>
                        <a:pt x="4" y="1"/>
                        <a:pt x="4" y="1"/>
                        <a:pt x="4" y="1"/>
                      </a:cubicBezTo>
                      <a:cubicBezTo>
                        <a:pt x="4" y="1"/>
                        <a:pt x="4" y="1"/>
                        <a:pt x="4" y="1"/>
                      </a:cubicBezTo>
                      <a:cubicBezTo>
                        <a:pt x="4" y="1"/>
                        <a:pt x="4" y="1"/>
                        <a:pt x="4" y="1"/>
                      </a:cubicBezTo>
                      <a:cubicBezTo>
                        <a:pt x="4" y="1"/>
                        <a:pt x="4" y="1"/>
                        <a:pt x="4" y="1"/>
                      </a:cubicBezTo>
                      <a:close/>
                      <a:moveTo>
                        <a:pt x="12" y="11"/>
                      </a:moveTo>
                      <a:cubicBezTo>
                        <a:pt x="12" y="11"/>
                        <a:pt x="12" y="11"/>
                        <a:pt x="12" y="11"/>
                      </a:cubicBezTo>
                      <a:cubicBezTo>
                        <a:pt x="12" y="11"/>
                        <a:pt x="12" y="11"/>
                        <a:pt x="12" y="11"/>
                      </a:cubicBezTo>
                      <a:cubicBezTo>
                        <a:pt x="12" y="11"/>
                        <a:pt x="12" y="11"/>
                        <a:pt x="12" y="11"/>
                      </a:cubicBezTo>
                      <a:cubicBezTo>
                        <a:pt x="12" y="11"/>
                        <a:pt x="12" y="11"/>
                        <a:pt x="12" y="11"/>
                      </a:cubicBezTo>
                      <a:close/>
                      <a:moveTo>
                        <a:pt x="3" y="13"/>
                      </a:move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lose/>
                      <a:moveTo>
                        <a:pt x="6" y="3"/>
                      </a:moveTo>
                      <a:cubicBezTo>
                        <a:pt x="6" y="3"/>
                        <a:pt x="6" y="3"/>
                        <a:pt x="6" y="3"/>
                      </a:cubicBezTo>
                      <a:cubicBezTo>
                        <a:pt x="6" y="3"/>
                        <a:pt x="6" y="3"/>
                        <a:pt x="6" y="3"/>
                      </a:cubicBezTo>
                      <a:cubicBezTo>
                        <a:pt x="6" y="3"/>
                        <a:pt x="6" y="3"/>
                        <a:pt x="6" y="3"/>
                      </a:cubicBezTo>
                      <a:cubicBezTo>
                        <a:pt x="6" y="3"/>
                        <a:pt x="6" y="3"/>
                        <a:pt x="6" y="3"/>
                      </a:cubicBezTo>
                      <a:close/>
                      <a:moveTo>
                        <a:pt x="1" y="7"/>
                      </a:moveTo>
                      <a:cubicBezTo>
                        <a:pt x="1" y="7"/>
                        <a:pt x="1" y="7"/>
                        <a:pt x="1" y="7"/>
                      </a:cubicBezTo>
                      <a:cubicBezTo>
                        <a:pt x="1" y="7"/>
                        <a:pt x="1" y="7"/>
                        <a:pt x="1" y="7"/>
                      </a:cubicBezTo>
                      <a:cubicBezTo>
                        <a:pt x="1" y="7"/>
                        <a:pt x="1" y="7"/>
                        <a:pt x="1" y="7"/>
                      </a:cubicBezTo>
                      <a:cubicBezTo>
                        <a:pt x="1" y="7"/>
                        <a:pt x="1" y="7"/>
                        <a:pt x="1" y="7"/>
                      </a:cubicBezTo>
                      <a:close/>
                      <a:moveTo>
                        <a:pt x="12" y="10"/>
                      </a:moveTo>
                      <a:cubicBezTo>
                        <a:pt x="12" y="10"/>
                        <a:pt x="12" y="10"/>
                        <a:pt x="12" y="10"/>
                      </a:cubicBezTo>
                      <a:cubicBezTo>
                        <a:pt x="12" y="10"/>
                        <a:pt x="12" y="10"/>
                        <a:pt x="12" y="10"/>
                      </a:cubicBezTo>
                      <a:cubicBezTo>
                        <a:pt x="12" y="10"/>
                        <a:pt x="12" y="10"/>
                        <a:pt x="12" y="10"/>
                      </a:cubicBezTo>
                      <a:close/>
                      <a:moveTo>
                        <a:pt x="4" y="12"/>
                      </a:moveTo>
                      <a:cubicBezTo>
                        <a:pt x="4" y="13"/>
                        <a:pt x="4" y="13"/>
                        <a:pt x="4" y="13"/>
                      </a:cubicBezTo>
                      <a:cubicBezTo>
                        <a:pt x="4" y="13"/>
                        <a:pt x="4" y="13"/>
                        <a:pt x="4" y="12"/>
                      </a:cubicBezTo>
                      <a:cubicBezTo>
                        <a:pt x="4" y="12"/>
                        <a:pt x="4" y="12"/>
                        <a:pt x="4" y="12"/>
                      </a:cubicBezTo>
                      <a:cubicBezTo>
                        <a:pt x="4" y="12"/>
                        <a:pt x="4" y="12"/>
                        <a:pt x="4" y="12"/>
                      </a:cubicBezTo>
                      <a:close/>
                      <a:moveTo>
                        <a:pt x="11" y="4"/>
                      </a:moveTo>
                      <a:cubicBezTo>
                        <a:pt x="11" y="4"/>
                        <a:pt x="11" y="4"/>
                        <a:pt x="11" y="4"/>
                      </a:cubicBezTo>
                      <a:cubicBezTo>
                        <a:pt x="11" y="4"/>
                        <a:pt x="11" y="4"/>
                        <a:pt x="11" y="4"/>
                      </a:cubicBezTo>
                      <a:cubicBezTo>
                        <a:pt x="11" y="4"/>
                        <a:pt x="11" y="4"/>
                        <a:pt x="11" y="4"/>
                      </a:cubicBezTo>
                      <a:close/>
                      <a:moveTo>
                        <a:pt x="13" y="8"/>
                      </a:moveTo>
                      <a:cubicBezTo>
                        <a:pt x="13" y="8"/>
                        <a:pt x="13" y="8"/>
                        <a:pt x="13" y="8"/>
                      </a:cubicBezTo>
                      <a:cubicBezTo>
                        <a:pt x="13" y="8"/>
                        <a:pt x="13" y="8"/>
                        <a:pt x="13" y="8"/>
                      </a:cubicBezTo>
                      <a:cubicBezTo>
                        <a:pt x="13" y="8"/>
                        <a:pt x="13" y="8"/>
                        <a:pt x="13" y="8"/>
                      </a:cubicBezTo>
                      <a:cubicBezTo>
                        <a:pt x="13" y="8"/>
                        <a:pt x="13" y="8"/>
                        <a:pt x="13" y="8"/>
                      </a:cubicBezTo>
                      <a:close/>
                      <a:moveTo>
                        <a:pt x="2" y="8"/>
                      </a:moveTo>
                      <a:cubicBezTo>
                        <a:pt x="2" y="8"/>
                        <a:pt x="2" y="8"/>
                        <a:pt x="2" y="8"/>
                      </a:cubicBezTo>
                      <a:cubicBezTo>
                        <a:pt x="2" y="8"/>
                        <a:pt x="2" y="8"/>
                        <a:pt x="2" y="8"/>
                      </a:cubicBezTo>
                      <a:cubicBezTo>
                        <a:pt x="2" y="8"/>
                        <a:pt x="2" y="8"/>
                        <a:pt x="2" y="8"/>
                      </a:cubicBezTo>
                      <a:cubicBezTo>
                        <a:pt x="2" y="8"/>
                        <a:pt x="2" y="8"/>
                        <a:pt x="2" y="8"/>
                      </a:cubicBezTo>
                      <a:close/>
                      <a:moveTo>
                        <a:pt x="3" y="6"/>
                      </a:moveTo>
                      <a:cubicBezTo>
                        <a:pt x="3" y="6"/>
                        <a:pt x="3" y="6"/>
                        <a:pt x="3" y="6"/>
                      </a:cubicBezTo>
                      <a:close/>
                      <a:moveTo>
                        <a:pt x="3" y="6"/>
                      </a:moveTo>
                      <a:cubicBezTo>
                        <a:pt x="3" y="6"/>
                        <a:pt x="3" y="6"/>
                        <a:pt x="3" y="6"/>
                      </a:cubicBezTo>
                      <a:cubicBezTo>
                        <a:pt x="3" y="6"/>
                        <a:pt x="3" y="6"/>
                        <a:pt x="4" y="6"/>
                      </a:cubicBezTo>
                      <a:cubicBezTo>
                        <a:pt x="4" y="6"/>
                        <a:pt x="4" y="6"/>
                        <a:pt x="4" y="6"/>
                      </a:cubicBezTo>
                      <a:cubicBezTo>
                        <a:pt x="4" y="6"/>
                        <a:pt x="4" y="6"/>
                        <a:pt x="3" y="6"/>
                      </a:cubicBezTo>
                      <a:close/>
                      <a:moveTo>
                        <a:pt x="1" y="8"/>
                      </a:moveTo>
                      <a:cubicBezTo>
                        <a:pt x="1" y="8"/>
                        <a:pt x="1" y="8"/>
                        <a:pt x="1" y="8"/>
                      </a:cubicBezTo>
                      <a:cubicBezTo>
                        <a:pt x="1" y="8"/>
                        <a:pt x="1" y="8"/>
                        <a:pt x="1" y="8"/>
                      </a:cubicBezTo>
                      <a:cubicBezTo>
                        <a:pt x="1" y="9"/>
                        <a:pt x="1" y="8"/>
                        <a:pt x="1" y="8"/>
                      </a:cubicBezTo>
                      <a:cubicBezTo>
                        <a:pt x="1" y="8"/>
                        <a:pt x="1" y="8"/>
                        <a:pt x="1" y="8"/>
                      </a:cubicBezTo>
                      <a:close/>
                      <a:moveTo>
                        <a:pt x="2" y="8"/>
                      </a:moveTo>
                      <a:cubicBezTo>
                        <a:pt x="2" y="9"/>
                        <a:pt x="2" y="9"/>
                        <a:pt x="2" y="9"/>
                      </a:cubicBezTo>
                      <a:cubicBezTo>
                        <a:pt x="2" y="9"/>
                        <a:pt x="2" y="8"/>
                        <a:pt x="2" y="8"/>
                      </a:cubicBezTo>
                      <a:cubicBezTo>
                        <a:pt x="2" y="8"/>
                        <a:pt x="2" y="8"/>
                        <a:pt x="2" y="8"/>
                      </a:cubicBezTo>
                      <a:cubicBezTo>
                        <a:pt x="2" y="8"/>
                        <a:pt x="2" y="8"/>
                        <a:pt x="2" y="8"/>
                      </a:cubicBezTo>
                      <a:close/>
                      <a:moveTo>
                        <a:pt x="11" y="3"/>
                      </a:moveTo>
                      <a:cubicBezTo>
                        <a:pt x="11" y="3"/>
                        <a:pt x="11" y="3"/>
                        <a:pt x="11" y="3"/>
                      </a:cubicBezTo>
                      <a:cubicBezTo>
                        <a:pt x="11" y="3"/>
                        <a:pt x="11" y="3"/>
                        <a:pt x="11" y="3"/>
                      </a:cubicBezTo>
                      <a:cubicBezTo>
                        <a:pt x="11" y="3"/>
                        <a:pt x="11" y="3"/>
                        <a:pt x="11" y="3"/>
                      </a:cubicBezTo>
                      <a:cubicBezTo>
                        <a:pt x="11" y="3"/>
                        <a:pt x="11" y="3"/>
                        <a:pt x="11" y="3"/>
                      </a:cubicBezTo>
                      <a:close/>
                      <a:moveTo>
                        <a:pt x="12" y="10"/>
                      </a:moveTo>
                      <a:cubicBezTo>
                        <a:pt x="12" y="10"/>
                        <a:pt x="12" y="10"/>
                        <a:pt x="12" y="10"/>
                      </a:cubicBezTo>
                      <a:cubicBezTo>
                        <a:pt x="12" y="10"/>
                        <a:pt x="12" y="10"/>
                        <a:pt x="12" y="11"/>
                      </a:cubicBezTo>
                      <a:cubicBezTo>
                        <a:pt x="12" y="11"/>
                        <a:pt x="12" y="11"/>
                        <a:pt x="12" y="11"/>
                      </a:cubicBezTo>
                      <a:cubicBezTo>
                        <a:pt x="12" y="11"/>
                        <a:pt x="12" y="10"/>
                        <a:pt x="12" y="10"/>
                      </a:cubicBezTo>
                      <a:close/>
                      <a:moveTo>
                        <a:pt x="12" y="4"/>
                      </a:moveTo>
                      <a:cubicBezTo>
                        <a:pt x="12" y="4"/>
                        <a:pt x="12" y="4"/>
                        <a:pt x="12" y="4"/>
                      </a:cubicBezTo>
                      <a:cubicBezTo>
                        <a:pt x="12" y="4"/>
                        <a:pt x="12" y="4"/>
                        <a:pt x="12" y="4"/>
                      </a:cubicBezTo>
                      <a:close/>
                      <a:moveTo>
                        <a:pt x="22" y="9"/>
                      </a:moveTo>
                      <a:cubicBezTo>
                        <a:pt x="21" y="9"/>
                        <a:pt x="21" y="9"/>
                        <a:pt x="21" y="9"/>
                      </a:cubicBezTo>
                      <a:cubicBezTo>
                        <a:pt x="21" y="9"/>
                        <a:pt x="21" y="9"/>
                        <a:pt x="22" y="9"/>
                      </a:cubicBezTo>
                      <a:close/>
                      <a:moveTo>
                        <a:pt x="16" y="12"/>
                      </a:moveTo>
                      <a:cubicBezTo>
                        <a:pt x="16" y="12"/>
                        <a:pt x="16" y="12"/>
                        <a:pt x="16" y="12"/>
                      </a:cubicBezTo>
                      <a:cubicBezTo>
                        <a:pt x="16" y="12"/>
                        <a:pt x="16" y="12"/>
                        <a:pt x="16" y="12"/>
                      </a:cubicBezTo>
                      <a:cubicBezTo>
                        <a:pt x="16" y="12"/>
                        <a:pt x="16" y="12"/>
                        <a:pt x="16" y="12"/>
                      </a:cubicBezTo>
                      <a:cubicBezTo>
                        <a:pt x="16" y="12"/>
                        <a:pt x="16" y="12"/>
                        <a:pt x="16" y="12"/>
                      </a:cubicBezTo>
                      <a:close/>
                      <a:moveTo>
                        <a:pt x="15" y="6"/>
                      </a:moveTo>
                      <a:cubicBezTo>
                        <a:pt x="15" y="6"/>
                        <a:pt x="15" y="6"/>
                        <a:pt x="15" y="6"/>
                      </a:cubicBezTo>
                      <a:cubicBezTo>
                        <a:pt x="15" y="6"/>
                        <a:pt x="15" y="6"/>
                        <a:pt x="15" y="6"/>
                      </a:cubicBezTo>
                      <a:close/>
                      <a:moveTo>
                        <a:pt x="2" y="9"/>
                      </a:moveTo>
                      <a:cubicBezTo>
                        <a:pt x="2" y="9"/>
                        <a:pt x="2" y="9"/>
                        <a:pt x="2" y="9"/>
                      </a:cubicBezTo>
                      <a:cubicBezTo>
                        <a:pt x="2" y="9"/>
                        <a:pt x="2" y="9"/>
                        <a:pt x="2" y="9"/>
                      </a:cubicBezTo>
                      <a:cubicBezTo>
                        <a:pt x="2" y="9"/>
                        <a:pt x="2" y="9"/>
                        <a:pt x="2" y="9"/>
                      </a:cubicBezTo>
                      <a:cubicBezTo>
                        <a:pt x="2" y="9"/>
                        <a:pt x="2" y="9"/>
                        <a:pt x="2" y="9"/>
                      </a:cubicBezTo>
                      <a:close/>
                      <a:moveTo>
                        <a:pt x="15" y="13"/>
                      </a:moveTo>
                      <a:cubicBezTo>
                        <a:pt x="15" y="13"/>
                        <a:pt x="15" y="13"/>
                        <a:pt x="15" y="13"/>
                      </a:cubicBezTo>
                      <a:cubicBezTo>
                        <a:pt x="14" y="13"/>
                        <a:pt x="14" y="13"/>
                        <a:pt x="14" y="13"/>
                      </a:cubicBezTo>
                      <a:cubicBezTo>
                        <a:pt x="14" y="13"/>
                        <a:pt x="14" y="13"/>
                        <a:pt x="15" y="13"/>
                      </a:cubicBezTo>
                      <a:cubicBezTo>
                        <a:pt x="15" y="13"/>
                        <a:pt x="15" y="13"/>
                        <a:pt x="15" y="13"/>
                      </a:cubicBezTo>
                      <a:close/>
                      <a:moveTo>
                        <a:pt x="12" y="4"/>
                      </a:moveTo>
                      <a:cubicBezTo>
                        <a:pt x="12" y="4"/>
                        <a:pt x="12" y="4"/>
                        <a:pt x="12" y="4"/>
                      </a:cubicBezTo>
                      <a:cubicBezTo>
                        <a:pt x="12" y="4"/>
                        <a:pt x="12" y="4"/>
                        <a:pt x="12" y="4"/>
                      </a:cubicBezTo>
                      <a:cubicBezTo>
                        <a:pt x="12" y="4"/>
                        <a:pt x="12" y="4"/>
                        <a:pt x="12" y="4"/>
                      </a:cubicBezTo>
                      <a:close/>
                      <a:moveTo>
                        <a:pt x="10" y="4"/>
                      </a:moveTo>
                      <a:cubicBezTo>
                        <a:pt x="10" y="4"/>
                        <a:pt x="10" y="4"/>
                        <a:pt x="10" y="4"/>
                      </a:cubicBezTo>
                      <a:cubicBezTo>
                        <a:pt x="10" y="4"/>
                        <a:pt x="10" y="4"/>
                        <a:pt x="10" y="4"/>
                      </a:cubicBezTo>
                      <a:cubicBezTo>
                        <a:pt x="10" y="4"/>
                        <a:pt x="10" y="4"/>
                        <a:pt x="10" y="4"/>
                      </a:cubicBezTo>
                      <a:cubicBezTo>
                        <a:pt x="10" y="4"/>
                        <a:pt x="10" y="4"/>
                        <a:pt x="10" y="4"/>
                      </a:cubicBezTo>
                      <a:close/>
                      <a:moveTo>
                        <a:pt x="19" y="10"/>
                      </a:moveTo>
                      <a:cubicBezTo>
                        <a:pt x="19" y="10"/>
                        <a:pt x="19" y="10"/>
                        <a:pt x="19" y="10"/>
                      </a:cubicBezTo>
                      <a:cubicBezTo>
                        <a:pt x="20" y="10"/>
                        <a:pt x="20" y="10"/>
                        <a:pt x="20" y="10"/>
                      </a:cubicBezTo>
                      <a:cubicBezTo>
                        <a:pt x="20" y="10"/>
                        <a:pt x="20" y="10"/>
                        <a:pt x="19" y="10"/>
                      </a:cubicBezTo>
                      <a:close/>
                      <a:moveTo>
                        <a:pt x="21" y="9"/>
                      </a:moveTo>
                      <a:cubicBezTo>
                        <a:pt x="21" y="10"/>
                        <a:pt x="21" y="9"/>
                        <a:pt x="21" y="9"/>
                      </a:cubicBezTo>
                      <a:cubicBezTo>
                        <a:pt x="21" y="9"/>
                        <a:pt x="21" y="9"/>
                        <a:pt x="21" y="9"/>
                      </a:cubicBezTo>
                      <a:close/>
                      <a:moveTo>
                        <a:pt x="12" y="10"/>
                      </a:moveTo>
                      <a:cubicBezTo>
                        <a:pt x="12" y="10"/>
                        <a:pt x="12" y="10"/>
                        <a:pt x="12" y="10"/>
                      </a:cubicBezTo>
                      <a:cubicBezTo>
                        <a:pt x="12" y="10"/>
                        <a:pt x="12" y="10"/>
                        <a:pt x="12" y="10"/>
                      </a:cubicBezTo>
                      <a:cubicBezTo>
                        <a:pt x="12" y="10"/>
                        <a:pt x="12" y="10"/>
                        <a:pt x="12" y="10"/>
                      </a:cubicBezTo>
                      <a:cubicBezTo>
                        <a:pt x="12" y="10"/>
                        <a:pt x="12" y="10"/>
                        <a:pt x="12" y="10"/>
                      </a:cubicBezTo>
                      <a:close/>
                      <a:moveTo>
                        <a:pt x="5" y="13"/>
                      </a:moveTo>
                      <a:cubicBezTo>
                        <a:pt x="4" y="13"/>
                        <a:pt x="4" y="13"/>
                        <a:pt x="4" y="13"/>
                      </a:cubicBezTo>
                      <a:cubicBezTo>
                        <a:pt x="4" y="13"/>
                        <a:pt x="5" y="13"/>
                        <a:pt x="5" y="13"/>
                      </a:cubicBezTo>
                      <a:cubicBezTo>
                        <a:pt x="5" y="13"/>
                        <a:pt x="5" y="13"/>
                        <a:pt x="5" y="13"/>
                      </a:cubicBezTo>
                      <a:close/>
                      <a:moveTo>
                        <a:pt x="21" y="6"/>
                      </a:moveTo>
                      <a:cubicBezTo>
                        <a:pt x="21" y="6"/>
                        <a:pt x="21" y="6"/>
                        <a:pt x="21" y="6"/>
                      </a:cubicBezTo>
                      <a:cubicBezTo>
                        <a:pt x="21" y="6"/>
                        <a:pt x="21" y="6"/>
                        <a:pt x="21" y="6"/>
                      </a:cubicBezTo>
                      <a:cubicBezTo>
                        <a:pt x="21" y="6"/>
                        <a:pt x="21" y="6"/>
                        <a:pt x="21" y="6"/>
                      </a:cubicBezTo>
                      <a:cubicBezTo>
                        <a:pt x="21" y="6"/>
                        <a:pt x="21" y="6"/>
                        <a:pt x="21" y="6"/>
                      </a:cubicBezTo>
                      <a:close/>
                      <a:moveTo>
                        <a:pt x="0" y="9"/>
                      </a:moveTo>
                      <a:cubicBezTo>
                        <a:pt x="0" y="9"/>
                        <a:pt x="0" y="9"/>
                        <a:pt x="0" y="9"/>
                      </a:cubicBezTo>
                      <a:cubicBezTo>
                        <a:pt x="0" y="9"/>
                        <a:pt x="0" y="9"/>
                        <a:pt x="0" y="9"/>
                      </a:cubicBezTo>
                      <a:cubicBezTo>
                        <a:pt x="0" y="9"/>
                        <a:pt x="0" y="9"/>
                        <a:pt x="0" y="9"/>
                      </a:cubicBezTo>
                      <a:close/>
                      <a:moveTo>
                        <a:pt x="10" y="4"/>
                      </a:moveTo>
                      <a:cubicBezTo>
                        <a:pt x="10" y="4"/>
                        <a:pt x="10" y="4"/>
                        <a:pt x="10" y="4"/>
                      </a:cubicBezTo>
                      <a:cubicBezTo>
                        <a:pt x="10" y="4"/>
                        <a:pt x="10" y="4"/>
                        <a:pt x="10" y="4"/>
                      </a:cubicBezTo>
                      <a:cubicBezTo>
                        <a:pt x="10" y="4"/>
                        <a:pt x="10" y="4"/>
                        <a:pt x="10" y="4"/>
                      </a:cubicBezTo>
                      <a:cubicBezTo>
                        <a:pt x="10" y="4"/>
                        <a:pt x="10" y="4"/>
                        <a:pt x="10" y="4"/>
                      </a:cubicBezTo>
                      <a:close/>
                      <a:moveTo>
                        <a:pt x="10" y="4"/>
                      </a:moveTo>
                      <a:cubicBezTo>
                        <a:pt x="10" y="4"/>
                        <a:pt x="11" y="4"/>
                        <a:pt x="10" y="4"/>
                      </a:cubicBezTo>
                      <a:cubicBezTo>
                        <a:pt x="10" y="4"/>
                        <a:pt x="10" y="4"/>
                        <a:pt x="10" y="4"/>
                      </a:cubicBezTo>
                      <a:cubicBezTo>
                        <a:pt x="10" y="4"/>
                        <a:pt x="10" y="4"/>
                        <a:pt x="10" y="4"/>
                      </a:cubicBezTo>
                      <a:close/>
                      <a:moveTo>
                        <a:pt x="14" y="14"/>
                      </a:moveTo>
                      <a:cubicBezTo>
                        <a:pt x="14" y="14"/>
                        <a:pt x="14" y="14"/>
                        <a:pt x="14" y="14"/>
                      </a:cubicBezTo>
                      <a:cubicBezTo>
                        <a:pt x="14" y="14"/>
                        <a:pt x="14" y="14"/>
                        <a:pt x="14" y="14"/>
                      </a:cubicBezTo>
                      <a:cubicBezTo>
                        <a:pt x="14" y="14"/>
                        <a:pt x="14" y="14"/>
                        <a:pt x="14" y="14"/>
                      </a:cubicBezTo>
                      <a:cubicBezTo>
                        <a:pt x="14" y="14"/>
                        <a:pt x="14" y="14"/>
                        <a:pt x="14" y="14"/>
                      </a:cubicBezTo>
                      <a:close/>
                      <a:moveTo>
                        <a:pt x="10" y="11"/>
                      </a:moveTo>
                      <a:cubicBezTo>
                        <a:pt x="10" y="11"/>
                        <a:pt x="10" y="11"/>
                        <a:pt x="10" y="11"/>
                      </a:cubicBezTo>
                      <a:cubicBezTo>
                        <a:pt x="10" y="11"/>
                        <a:pt x="10" y="11"/>
                        <a:pt x="10" y="11"/>
                      </a:cubicBezTo>
                      <a:close/>
                      <a:moveTo>
                        <a:pt x="12" y="4"/>
                      </a:moveTo>
                      <a:cubicBezTo>
                        <a:pt x="12" y="4"/>
                        <a:pt x="12" y="4"/>
                        <a:pt x="12" y="4"/>
                      </a:cubicBezTo>
                      <a:cubicBezTo>
                        <a:pt x="12" y="4"/>
                        <a:pt x="12" y="4"/>
                        <a:pt x="12" y="4"/>
                      </a:cubicBezTo>
                      <a:close/>
                      <a:moveTo>
                        <a:pt x="4" y="13"/>
                      </a:moveTo>
                      <a:cubicBezTo>
                        <a:pt x="4" y="13"/>
                        <a:pt x="4" y="13"/>
                        <a:pt x="4" y="13"/>
                      </a:cubicBezTo>
                      <a:cubicBezTo>
                        <a:pt x="4" y="13"/>
                        <a:pt x="4" y="13"/>
                        <a:pt x="4" y="13"/>
                      </a:cubicBezTo>
                      <a:cubicBezTo>
                        <a:pt x="4" y="13"/>
                        <a:pt x="4" y="13"/>
                        <a:pt x="4" y="13"/>
                      </a:cubicBezTo>
                      <a:close/>
                      <a:moveTo>
                        <a:pt x="4" y="13"/>
                      </a:moveTo>
                      <a:cubicBezTo>
                        <a:pt x="4" y="13"/>
                        <a:pt x="4" y="13"/>
                        <a:pt x="4" y="13"/>
                      </a:cubicBezTo>
                      <a:cubicBezTo>
                        <a:pt x="4" y="13"/>
                        <a:pt x="4" y="13"/>
                        <a:pt x="4" y="13"/>
                      </a:cubicBezTo>
                      <a:cubicBezTo>
                        <a:pt x="4" y="13"/>
                        <a:pt x="4" y="13"/>
                        <a:pt x="4" y="13"/>
                      </a:cubicBezTo>
                      <a:cubicBezTo>
                        <a:pt x="4" y="13"/>
                        <a:pt x="4" y="13"/>
                        <a:pt x="4" y="13"/>
                      </a:cubicBezTo>
                      <a:close/>
                      <a:moveTo>
                        <a:pt x="16" y="5"/>
                      </a:moveTo>
                      <a:cubicBezTo>
                        <a:pt x="16" y="5"/>
                        <a:pt x="16" y="5"/>
                        <a:pt x="16" y="5"/>
                      </a:cubicBezTo>
                      <a:cubicBezTo>
                        <a:pt x="16" y="5"/>
                        <a:pt x="16" y="5"/>
                        <a:pt x="16" y="5"/>
                      </a:cubicBezTo>
                      <a:close/>
                      <a:moveTo>
                        <a:pt x="1" y="7"/>
                      </a:moveTo>
                      <a:cubicBezTo>
                        <a:pt x="1" y="7"/>
                        <a:pt x="1" y="7"/>
                        <a:pt x="1" y="7"/>
                      </a:cubicBezTo>
                      <a:cubicBezTo>
                        <a:pt x="1" y="7"/>
                        <a:pt x="1" y="7"/>
                        <a:pt x="1" y="7"/>
                      </a:cubicBezTo>
                      <a:cubicBezTo>
                        <a:pt x="1" y="7"/>
                        <a:pt x="1" y="7"/>
                        <a:pt x="1" y="7"/>
                      </a:cubicBezTo>
                      <a:cubicBezTo>
                        <a:pt x="1" y="7"/>
                        <a:pt x="1" y="7"/>
                        <a:pt x="1" y="7"/>
                      </a:cubicBezTo>
                      <a:close/>
                      <a:moveTo>
                        <a:pt x="12" y="11"/>
                      </a:moveTo>
                      <a:cubicBezTo>
                        <a:pt x="12" y="11"/>
                        <a:pt x="12" y="11"/>
                        <a:pt x="12" y="11"/>
                      </a:cubicBezTo>
                      <a:cubicBezTo>
                        <a:pt x="12" y="11"/>
                        <a:pt x="12" y="11"/>
                        <a:pt x="12" y="11"/>
                      </a:cubicBezTo>
                      <a:cubicBezTo>
                        <a:pt x="12" y="11"/>
                        <a:pt x="12" y="11"/>
                        <a:pt x="12" y="11"/>
                      </a:cubicBezTo>
                      <a:close/>
                      <a:moveTo>
                        <a:pt x="12" y="4"/>
                      </a:moveTo>
                      <a:cubicBezTo>
                        <a:pt x="12" y="4"/>
                        <a:pt x="12" y="4"/>
                        <a:pt x="12" y="4"/>
                      </a:cubicBezTo>
                      <a:cubicBezTo>
                        <a:pt x="12" y="4"/>
                        <a:pt x="12" y="4"/>
                        <a:pt x="12" y="4"/>
                      </a:cubicBezTo>
                      <a:cubicBezTo>
                        <a:pt x="12" y="5"/>
                        <a:pt x="12" y="5"/>
                        <a:pt x="12" y="5"/>
                      </a:cubicBezTo>
                      <a:cubicBezTo>
                        <a:pt x="12" y="5"/>
                        <a:pt x="12" y="5"/>
                        <a:pt x="12" y="4"/>
                      </a:cubicBezTo>
                      <a:close/>
                      <a:moveTo>
                        <a:pt x="6" y="5"/>
                      </a:moveTo>
                      <a:cubicBezTo>
                        <a:pt x="6" y="5"/>
                        <a:pt x="6" y="5"/>
                        <a:pt x="6" y="5"/>
                      </a:cubicBezTo>
                      <a:cubicBezTo>
                        <a:pt x="6" y="5"/>
                        <a:pt x="6" y="5"/>
                        <a:pt x="6" y="5"/>
                      </a:cubicBezTo>
                      <a:cubicBezTo>
                        <a:pt x="6" y="5"/>
                        <a:pt x="6" y="5"/>
                        <a:pt x="6" y="5"/>
                      </a:cubicBezTo>
                      <a:cubicBezTo>
                        <a:pt x="6" y="5"/>
                        <a:pt x="6" y="5"/>
                        <a:pt x="6" y="5"/>
                      </a:cubicBezTo>
                      <a:close/>
                      <a:moveTo>
                        <a:pt x="1" y="9"/>
                      </a:moveTo>
                      <a:cubicBezTo>
                        <a:pt x="1" y="9"/>
                        <a:pt x="1" y="9"/>
                        <a:pt x="1" y="9"/>
                      </a:cubicBezTo>
                      <a:cubicBezTo>
                        <a:pt x="1" y="9"/>
                        <a:pt x="1" y="9"/>
                        <a:pt x="1" y="9"/>
                      </a:cubicBezTo>
                      <a:cubicBezTo>
                        <a:pt x="1" y="9"/>
                        <a:pt x="1" y="9"/>
                        <a:pt x="1" y="9"/>
                      </a:cubicBezTo>
                      <a:cubicBezTo>
                        <a:pt x="1" y="9"/>
                        <a:pt x="1" y="9"/>
                        <a:pt x="1" y="9"/>
                      </a:cubicBezTo>
                      <a:close/>
                      <a:moveTo>
                        <a:pt x="16" y="9"/>
                      </a:moveTo>
                      <a:cubicBezTo>
                        <a:pt x="16" y="9"/>
                        <a:pt x="16" y="9"/>
                        <a:pt x="16" y="9"/>
                      </a:cubicBezTo>
                      <a:cubicBezTo>
                        <a:pt x="16" y="9"/>
                        <a:pt x="16" y="9"/>
                        <a:pt x="16" y="9"/>
                      </a:cubicBezTo>
                      <a:close/>
                      <a:moveTo>
                        <a:pt x="1" y="0"/>
                      </a:moveTo>
                      <a:cubicBezTo>
                        <a:pt x="1" y="0"/>
                        <a:pt x="1" y="0"/>
                        <a:pt x="1" y="0"/>
                      </a:cubicBezTo>
                      <a:cubicBezTo>
                        <a:pt x="1" y="0"/>
                        <a:pt x="1" y="0"/>
                        <a:pt x="1" y="0"/>
                      </a:cubicBezTo>
                      <a:cubicBezTo>
                        <a:pt x="1" y="0"/>
                        <a:pt x="1" y="0"/>
                        <a:pt x="1" y="0"/>
                      </a:cubicBezTo>
                      <a:cubicBezTo>
                        <a:pt x="1" y="0"/>
                        <a:pt x="1" y="0"/>
                        <a:pt x="1" y="0"/>
                      </a:cubicBezTo>
                      <a:close/>
                      <a:moveTo>
                        <a:pt x="12" y="14"/>
                      </a:moveTo>
                      <a:cubicBezTo>
                        <a:pt x="12" y="14"/>
                        <a:pt x="12" y="14"/>
                        <a:pt x="12" y="14"/>
                      </a:cubicBezTo>
                      <a:cubicBezTo>
                        <a:pt x="12" y="14"/>
                        <a:pt x="12" y="14"/>
                        <a:pt x="12" y="14"/>
                      </a:cubicBezTo>
                      <a:close/>
                      <a:moveTo>
                        <a:pt x="11" y="4"/>
                      </a:moveTo>
                      <a:cubicBezTo>
                        <a:pt x="11" y="4"/>
                        <a:pt x="11" y="4"/>
                        <a:pt x="11" y="4"/>
                      </a:cubicBezTo>
                      <a:cubicBezTo>
                        <a:pt x="11" y="4"/>
                        <a:pt x="11" y="4"/>
                        <a:pt x="11" y="4"/>
                      </a:cubicBezTo>
                      <a:cubicBezTo>
                        <a:pt x="11" y="4"/>
                        <a:pt x="11" y="4"/>
                        <a:pt x="11" y="4"/>
                      </a:cubicBezTo>
                      <a:cubicBezTo>
                        <a:pt x="11" y="4"/>
                        <a:pt x="11" y="4"/>
                        <a:pt x="11" y="4"/>
                      </a:cubicBezTo>
                      <a:close/>
                      <a:moveTo>
                        <a:pt x="20" y="5"/>
                      </a:moveTo>
                      <a:cubicBezTo>
                        <a:pt x="20" y="5"/>
                        <a:pt x="20" y="5"/>
                        <a:pt x="20" y="5"/>
                      </a:cubicBezTo>
                      <a:cubicBezTo>
                        <a:pt x="20" y="5"/>
                        <a:pt x="20" y="5"/>
                        <a:pt x="20" y="5"/>
                      </a:cubicBezTo>
                      <a:cubicBezTo>
                        <a:pt x="20" y="5"/>
                        <a:pt x="20" y="5"/>
                        <a:pt x="20" y="5"/>
                      </a:cubicBezTo>
                      <a:cubicBezTo>
                        <a:pt x="20" y="5"/>
                        <a:pt x="20" y="5"/>
                        <a:pt x="20" y="5"/>
                      </a:cubicBezTo>
                      <a:close/>
                      <a:moveTo>
                        <a:pt x="14" y="14"/>
                      </a:moveTo>
                      <a:cubicBezTo>
                        <a:pt x="14" y="14"/>
                        <a:pt x="14" y="14"/>
                        <a:pt x="14" y="14"/>
                      </a:cubicBezTo>
                      <a:cubicBezTo>
                        <a:pt x="14" y="14"/>
                        <a:pt x="14" y="14"/>
                        <a:pt x="14" y="14"/>
                      </a:cubicBezTo>
                      <a:cubicBezTo>
                        <a:pt x="14" y="14"/>
                        <a:pt x="14" y="14"/>
                        <a:pt x="14" y="14"/>
                      </a:cubicBezTo>
                      <a:cubicBezTo>
                        <a:pt x="14" y="14"/>
                        <a:pt x="14" y="14"/>
                        <a:pt x="14" y="14"/>
                      </a:cubicBezTo>
                      <a:close/>
                      <a:moveTo>
                        <a:pt x="10" y="3"/>
                      </a:moveTo>
                      <a:cubicBezTo>
                        <a:pt x="10" y="3"/>
                        <a:pt x="10" y="3"/>
                        <a:pt x="10" y="3"/>
                      </a:cubicBezTo>
                      <a:cubicBezTo>
                        <a:pt x="10" y="3"/>
                        <a:pt x="10" y="3"/>
                        <a:pt x="10" y="3"/>
                      </a:cubicBezTo>
                      <a:cubicBezTo>
                        <a:pt x="10" y="3"/>
                        <a:pt x="10" y="3"/>
                        <a:pt x="10" y="3"/>
                      </a:cubicBezTo>
                      <a:cubicBezTo>
                        <a:pt x="10" y="3"/>
                        <a:pt x="10" y="3"/>
                        <a:pt x="10" y="3"/>
                      </a:cubicBezTo>
                      <a:close/>
                      <a:moveTo>
                        <a:pt x="11" y="4"/>
                      </a:moveTo>
                      <a:cubicBezTo>
                        <a:pt x="11" y="4"/>
                        <a:pt x="11" y="4"/>
                        <a:pt x="11" y="4"/>
                      </a:cubicBezTo>
                      <a:cubicBezTo>
                        <a:pt x="11" y="4"/>
                        <a:pt x="11" y="4"/>
                        <a:pt x="11" y="4"/>
                      </a:cubicBezTo>
                      <a:cubicBezTo>
                        <a:pt x="11" y="4"/>
                        <a:pt x="11" y="4"/>
                        <a:pt x="11" y="4"/>
                      </a:cubicBezTo>
                      <a:cubicBezTo>
                        <a:pt x="11" y="4"/>
                        <a:pt x="11" y="4"/>
                        <a:pt x="11" y="4"/>
                      </a:cubicBezTo>
                      <a:close/>
                      <a:moveTo>
                        <a:pt x="21" y="6"/>
                      </a:moveTo>
                      <a:cubicBezTo>
                        <a:pt x="21" y="6"/>
                        <a:pt x="21" y="6"/>
                        <a:pt x="21" y="6"/>
                      </a:cubicBezTo>
                      <a:cubicBezTo>
                        <a:pt x="21" y="6"/>
                        <a:pt x="21" y="6"/>
                        <a:pt x="21" y="6"/>
                      </a:cubicBezTo>
                      <a:cubicBezTo>
                        <a:pt x="21" y="6"/>
                        <a:pt x="21" y="6"/>
                        <a:pt x="21" y="6"/>
                      </a:cubicBezTo>
                      <a:cubicBezTo>
                        <a:pt x="21" y="6"/>
                        <a:pt x="21" y="6"/>
                        <a:pt x="21" y="6"/>
                      </a:cubicBezTo>
                      <a:close/>
                      <a:moveTo>
                        <a:pt x="17" y="9"/>
                      </a:moveTo>
                      <a:cubicBezTo>
                        <a:pt x="17" y="9"/>
                        <a:pt x="17" y="9"/>
                        <a:pt x="17" y="9"/>
                      </a:cubicBezTo>
                      <a:cubicBezTo>
                        <a:pt x="17" y="9"/>
                        <a:pt x="17" y="9"/>
                        <a:pt x="17" y="9"/>
                      </a:cubicBezTo>
                      <a:cubicBezTo>
                        <a:pt x="17" y="9"/>
                        <a:pt x="17" y="9"/>
                        <a:pt x="17" y="9"/>
                      </a:cubicBezTo>
                      <a:cubicBezTo>
                        <a:pt x="17" y="9"/>
                        <a:pt x="17" y="9"/>
                        <a:pt x="17" y="9"/>
                      </a:cubicBezTo>
                      <a:close/>
                      <a:moveTo>
                        <a:pt x="3" y="0"/>
                      </a:moveTo>
                      <a:cubicBezTo>
                        <a:pt x="3" y="0"/>
                        <a:pt x="2" y="0"/>
                        <a:pt x="2" y="0"/>
                      </a:cubicBezTo>
                      <a:cubicBezTo>
                        <a:pt x="2" y="0"/>
                        <a:pt x="3" y="0"/>
                        <a:pt x="3" y="0"/>
                      </a:cubicBezTo>
                      <a:cubicBezTo>
                        <a:pt x="3" y="0"/>
                        <a:pt x="3" y="0"/>
                        <a:pt x="3" y="0"/>
                      </a:cubicBezTo>
                      <a:cubicBezTo>
                        <a:pt x="3" y="0"/>
                        <a:pt x="3" y="0"/>
                        <a:pt x="3" y="0"/>
                      </a:cubicBezTo>
                      <a:close/>
                      <a:moveTo>
                        <a:pt x="2" y="9"/>
                      </a:moveTo>
                      <a:cubicBezTo>
                        <a:pt x="2" y="9"/>
                        <a:pt x="2" y="9"/>
                        <a:pt x="2" y="9"/>
                      </a:cubicBezTo>
                      <a:cubicBezTo>
                        <a:pt x="2" y="9"/>
                        <a:pt x="2" y="9"/>
                        <a:pt x="2" y="9"/>
                      </a:cubicBezTo>
                      <a:cubicBezTo>
                        <a:pt x="2" y="9"/>
                        <a:pt x="2" y="9"/>
                        <a:pt x="2" y="9"/>
                      </a:cubicBezTo>
                      <a:cubicBezTo>
                        <a:pt x="2" y="9"/>
                        <a:pt x="2" y="9"/>
                        <a:pt x="2" y="9"/>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2" name="Freeform 688">
                  <a:extLst>
                    <a:ext uri="{FF2B5EF4-FFF2-40B4-BE49-F238E27FC236}">
                      <a16:creationId xmlns:a16="http://schemas.microsoft.com/office/drawing/2014/main" id="{07303D1E-92D2-A859-EA88-D87CC4DB73FB}"/>
                    </a:ext>
                  </a:extLst>
                </p:cNvPr>
                <p:cNvSpPr>
                  <a:spLocks noEditPoints="1"/>
                </p:cNvSpPr>
                <p:nvPr/>
              </p:nvSpPr>
              <p:spPr bwMode="auto">
                <a:xfrm>
                  <a:off x="3219451" y="5387975"/>
                  <a:ext cx="274637" cy="1470025"/>
                </a:xfrm>
                <a:custGeom>
                  <a:avLst/>
                  <a:gdLst>
                    <a:gd name="T0" fmla="*/ 15 w 66"/>
                    <a:gd name="T1" fmla="*/ 206 h 353"/>
                    <a:gd name="T2" fmla="*/ 51 w 66"/>
                    <a:gd name="T3" fmla="*/ 25 h 353"/>
                    <a:gd name="T4" fmla="*/ 40 w 66"/>
                    <a:gd name="T5" fmla="*/ 25 h 353"/>
                    <a:gd name="T6" fmla="*/ 35 w 66"/>
                    <a:gd name="T7" fmla="*/ 71 h 353"/>
                    <a:gd name="T8" fmla="*/ 28 w 66"/>
                    <a:gd name="T9" fmla="*/ 129 h 353"/>
                    <a:gd name="T10" fmla="*/ 16 w 66"/>
                    <a:gd name="T11" fmla="*/ 182 h 353"/>
                    <a:gd name="T12" fmla="*/ 24 w 66"/>
                    <a:gd name="T13" fmla="*/ 206 h 353"/>
                    <a:gd name="T14" fmla="*/ 19 w 66"/>
                    <a:gd name="T15" fmla="*/ 221 h 353"/>
                    <a:gd name="T16" fmla="*/ 17 w 66"/>
                    <a:gd name="T17" fmla="*/ 232 h 353"/>
                    <a:gd name="T18" fmla="*/ 16 w 66"/>
                    <a:gd name="T19" fmla="*/ 243 h 353"/>
                    <a:gd name="T20" fmla="*/ 7 w 66"/>
                    <a:gd name="T21" fmla="*/ 240 h 353"/>
                    <a:gd name="T22" fmla="*/ 7 w 66"/>
                    <a:gd name="T23" fmla="*/ 249 h 353"/>
                    <a:gd name="T24" fmla="*/ 12 w 66"/>
                    <a:gd name="T25" fmla="*/ 261 h 353"/>
                    <a:gd name="T26" fmla="*/ 10 w 66"/>
                    <a:gd name="T27" fmla="*/ 267 h 353"/>
                    <a:gd name="T28" fmla="*/ 6 w 66"/>
                    <a:gd name="T29" fmla="*/ 271 h 353"/>
                    <a:gd name="T30" fmla="*/ 12 w 66"/>
                    <a:gd name="T31" fmla="*/ 278 h 353"/>
                    <a:gd name="T32" fmla="*/ 12 w 66"/>
                    <a:gd name="T33" fmla="*/ 291 h 353"/>
                    <a:gd name="T34" fmla="*/ 14 w 66"/>
                    <a:gd name="T35" fmla="*/ 299 h 353"/>
                    <a:gd name="T36" fmla="*/ 19 w 66"/>
                    <a:gd name="T37" fmla="*/ 304 h 353"/>
                    <a:gd name="T38" fmla="*/ 15 w 66"/>
                    <a:gd name="T39" fmla="*/ 316 h 353"/>
                    <a:gd name="T40" fmla="*/ 20 w 66"/>
                    <a:gd name="T41" fmla="*/ 318 h 353"/>
                    <a:gd name="T42" fmla="*/ 26 w 66"/>
                    <a:gd name="T43" fmla="*/ 321 h 353"/>
                    <a:gd name="T44" fmla="*/ 47 w 66"/>
                    <a:gd name="T45" fmla="*/ 308 h 353"/>
                    <a:gd name="T46" fmla="*/ 16 w 66"/>
                    <a:gd name="T47" fmla="*/ 285 h 353"/>
                    <a:gd name="T48" fmla="*/ 30 w 66"/>
                    <a:gd name="T49" fmla="*/ 236 h 353"/>
                    <a:gd name="T50" fmla="*/ 28 w 66"/>
                    <a:gd name="T51" fmla="*/ 200 h 353"/>
                    <a:gd name="T52" fmla="*/ 32 w 66"/>
                    <a:gd name="T53" fmla="*/ 156 h 353"/>
                    <a:gd name="T54" fmla="*/ 38 w 66"/>
                    <a:gd name="T55" fmla="*/ 114 h 353"/>
                    <a:gd name="T56" fmla="*/ 52 w 66"/>
                    <a:gd name="T57" fmla="*/ 58 h 353"/>
                    <a:gd name="T58" fmla="*/ 42 w 66"/>
                    <a:gd name="T59" fmla="*/ 325 h 353"/>
                    <a:gd name="T60" fmla="*/ 37 w 66"/>
                    <a:gd name="T61" fmla="*/ 324 h 353"/>
                    <a:gd name="T62" fmla="*/ 29 w 66"/>
                    <a:gd name="T63" fmla="*/ 337 h 353"/>
                    <a:gd name="T64" fmla="*/ 59 w 66"/>
                    <a:gd name="T65" fmla="*/ 345 h 353"/>
                    <a:gd name="T66" fmla="*/ 41 w 66"/>
                    <a:gd name="T67" fmla="*/ 343 h 353"/>
                    <a:gd name="T68" fmla="*/ 55 w 66"/>
                    <a:gd name="T69" fmla="*/ 349 h 353"/>
                    <a:gd name="T70" fmla="*/ 29 w 66"/>
                    <a:gd name="T71" fmla="*/ 329 h 353"/>
                    <a:gd name="T72" fmla="*/ 32 w 66"/>
                    <a:gd name="T73" fmla="*/ 332 h 353"/>
                    <a:gd name="T74" fmla="*/ 37 w 66"/>
                    <a:gd name="T75" fmla="*/ 343 h 353"/>
                    <a:gd name="T76" fmla="*/ 33 w 66"/>
                    <a:gd name="T77" fmla="*/ 340 h 353"/>
                    <a:gd name="T78" fmla="*/ 19 w 66"/>
                    <a:gd name="T79" fmla="*/ 327 h 353"/>
                    <a:gd name="T80" fmla="*/ 20 w 66"/>
                    <a:gd name="T81" fmla="*/ 324 h 353"/>
                    <a:gd name="T82" fmla="*/ 17 w 66"/>
                    <a:gd name="T83" fmla="*/ 322 h 353"/>
                    <a:gd name="T84" fmla="*/ 13 w 66"/>
                    <a:gd name="T85" fmla="*/ 308 h 353"/>
                    <a:gd name="T86" fmla="*/ 9 w 66"/>
                    <a:gd name="T87" fmla="*/ 303 h 353"/>
                    <a:gd name="T88" fmla="*/ 7 w 66"/>
                    <a:gd name="T89" fmla="*/ 302 h 353"/>
                    <a:gd name="T90" fmla="*/ 9 w 66"/>
                    <a:gd name="T91" fmla="*/ 305 h 353"/>
                    <a:gd name="T92" fmla="*/ 5 w 66"/>
                    <a:gd name="T93" fmla="*/ 298 h 353"/>
                    <a:gd name="T94" fmla="*/ 9 w 66"/>
                    <a:gd name="T95" fmla="*/ 298 h 353"/>
                    <a:gd name="T96" fmla="*/ 9 w 66"/>
                    <a:gd name="T97" fmla="*/ 289 h 353"/>
                    <a:gd name="T98" fmla="*/ 3 w 66"/>
                    <a:gd name="T99" fmla="*/ 291 h 353"/>
                    <a:gd name="T100" fmla="*/ 3 w 66"/>
                    <a:gd name="T101" fmla="*/ 287 h 353"/>
                    <a:gd name="T102" fmla="*/ 1 w 66"/>
                    <a:gd name="T103" fmla="*/ 267 h 353"/>
                    <a:gd name="T104" fmla="*/ 7 w 66"/>
                    <a:gd name="T105" fmla="*/ 261 h 353"/>
                    <a:gd name="T106" fmla="*/ 5 w 66"/>
                    <a:gd name="T107" fmla="*/ 259 h 353"/>
                    <a:gd name="T108" fmla="*/ 9 w 66"/>
                    <a:gd name="T109" fmla="*/ 236 h 353"/>
                    <a:gd name="T110" fmla="*/ 12 w 66"/>
                    <a:gd name="T111" fmla="*/ 232 h 353"/>
                    <a:gd name="T112" fmla="*/ 19 w 66"/>
                    <a:gd name="T113" fmla="*/ 225 h 353"/>
                    <a:gd name="T114" fmla="*/ 13 w 66"/>
                    <a:gd name="T115" fmla="*/ 227 h 353"/>
                    <a:gd name="T116" fmla="*/ 14 w 66"/>
                    <a:gd name="T117" fmla="*/ 229 h 353"/>
                    <a:gd name="T118" fmla="*/ 12 w 66"/>
                    <a:gd name="T119" fmla="*/ 227 h 353"/>
                    <a:gd name="T120" fmla="*/ 13 w 66"/>
                    <a:gd name="T121" fmla="*/ 221 h 353"/>
                    <a:gd name="T122" fmla="*/ 56 w 66"/>
                    <a:gd name="T123" fmla="*/ 352 h 353"/>
                    <a:gd name="T124" fmla="*/ 60 w 66"/>
                    <a:gd name="T125" fmla="*/ 352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 h="353">
                      <a:moveTo>
                        <a:pt x="10" y="214"/>
                      </a:moveTo>
                      <a:cubicBezTo>
                        <a:pt x="10" y="214"/>
                        <a:pt x="10" y="214"/>
                        <a:pt x="10" y="213"/>
                      </a:cubicBezTo>
                      <a:cubicBezTo>
                        <a:pt x="10" y="213"/>
                        <a:pt x="10" y="213"/>
                        <a:pt x="10" y="213"/>
                      </a:cubicBezTo>
                      <a:cubicBezTo>
                        <a:pt x="10" y="213"/>
                        <a:pt x="11" y="213"/>
                        <a:pt x="11" y="212"/>
                      </a:cubicBezTo>
                      <a:cubicBezTo>
                        <a:pt x="11" y="212"/>
                        <a:pt x="11" y="212"/>
                        <a:pt x="11" y="211"/>
                      </a:cubicBezTo>
                      <a:cubicBezTo>
                        <a:pt x="11" y="211"/>
                        <a:pt x="11" y="211"/>
                        <a:pt x="11" y="211"/>
                      </a:cubicBezTo>
                      <a:cubicBezTo>
                        <a:pt x="11" y="210"/>
                        <a:pt x="11" y="210"/>
                        <a:pt x="11" y="210"/>
                      </a:cubicBezTo>
                      <a:cubicBezTo>
                        <a:pt x="11" y="210"/>
                        <a:pt x="11" y="209"/>
                        <a:pt x="11" y="209"/>
                      </a:cubicBezTo>
                      <a:cubicBezTo>
                        <a:pt x="11" y="209"/>
                        <a:pt x="11" y="209"/>
                        <a:pt x="11" y="209"/>
                      </a:cubicBezTo>
                      <a:cubicBezTo>
                        <a:pt x="11" y="208"/>
                        <a:pt x="12" y="208"/>
                        <a:pt x="12" y="208"/>
                      </a:cubicBezTo>
                      <a:cubicBezTo>
                        <a:pt x="12" y="208"/>
                        <a:pt x="12" y="208"/>
                        <a:pt x="11" y="207"/>
                      </a:cubicBezTo>
                      <a:cubicBezTo>
                        <a:pt x="11" y="207"/>
                        <a:pt x="11" y="207"/>
                        <a:pt x="11" y="207"/>
                      </a:cubicBezTo>
                      <a:cubicBezTo>
                        <a:pt x="11" y="207"/>
                        <a:pt x="11" y="207"/>
                        <a:pt x="11" y="207"/>
                      </a:cubicBezTo>
                      <a:cubicBezTo>
                        <a:pt x="11" y="206"/>
                        <a:pt x="11" y="206"/>
                        <a:pt x="11" y="205"/>
                      </a:cubicBezTo>
                      <a:cubicBezTo>
                        <a:pt x="11" y="205"/>
                        <a:pt x="11" y="205"/>
                        <a:pt x="11" y="204"/>
                      </a:cubicBezTo>
                      <a:cubicBezTo>
                        <a:pt x="11" y="204"/>
                        <a:pt x="12" y="204"/>
                        <a:pt x="12" y="204"/>
                      </a:cubicBezTo>
                      <a:cubicBezTo>
                        <a:pt x="12" y="204"/>
                        <a:pt x="12" y="203"/>
                        <a:pt x="12" y="203"/>
                      </a:cubicBezTo>
                      <a:cubicBezTo>
                        <a:pt x="12" y="203"/>
                        <a:pt x="12" y="202"/>
                        <a:pt x="12" y="202"/>
                      </a:cubicBezTo>
                      <a:cubicBezTo>
                        <a:pt x="12" y="202"/>
                        <a:pt x="12" y="201"/>
                        <a:pt x="12" y="201"/>
                      </a:cubicBezTo>
                      <a:cubicBezTo>
                        <a:pt x="12" y="201"/>
                        <a:pt x="12" y="201"/>
                        <a:pt x="12" y="201"/>
                      </a:cubicBezTo>
                      <a:cubicBezTo>
                        <a:pt x="12" y="201"/>
                        <a:pt x="12" y="200"/>
                        <a:pt x="12" y="200"/>
                      </a:cubicBezTo>
                      <a:cubicBezTo>
                        <a:pt x="12" y="200"/>
                        <a:pt x="12" y="200"/>
                        <a:pt x="12" y="200"/>
                      </a:cubicBezTo>
                      <a:cubicBezTo>
                        <a:pt x="13" y="200"/>
                        <a:pt x="13" y="200"/>
                        <a:pt x="13" y="200"/>
                      </a:cubicBezTo>
                      <a:cubicBezTo>
                        <a:pt x="13" y="200"/>
                        <a:pt x="13" y="201"/>
                        <a:pt x="13" y="201"/>
                      </a:cubicBezTo>
                      <a:cubicBezTo>
                        <a:pt x="13" y="201"/>
                        <a:pt x="13" y="201"/>
                        <a:pt x="13" y="201"/>
                      </a:cubicBezTo>
                      <a:cubicBezTo>
                        <a:pt x="13" y="201"/>
                        <a:pt x="13" y="201"/>
                        <a:pt x="13" y="201"/>
                      </a:cubicBezTo>
                      <a:cubicBezTo>
                        <a:pt x="14" y="201"/>
                        <a:pt x="14" y="201"/>
                        <a:pt x="14" y="201"/>
                      </a:cubicBezTo>
                      <a:cubicBezTo>
                        <a:pt x="14" y="201"/>
                        <a:pt x="14" y="201"/>
                        <a:pt x="14" y="201"/>
                      </a:cubicBezTo>
                      <a:cubicBezTo>
                        <a:pt x="14" y="201"/>
                        <a:pt x="14" y="201"/>
                        <a:pt x="14" y="201"/>
                      </a:cubicBezTo>
                      <a:cubicBezTo>
                        <a:pt x="14" y="201"/>
                        <a:pt x="14" y="201"/>
                        <a:pt x="14" y="201"/>
                      </a:cubicBezTo>
                      <a:cubicBezTo>
                        <a:pt x="14" y="201"/>
                        <a:pt x="14" y="201"/>
                        <a:pt x="14" y="201"/>
                      </a:cubicBezTo>
                      <a:cubicBezTo>
                        <a:pt x="14" y="201"/>
                        <a:pt x="14" y="201"/>
                        <a:pt x="15" y="200"/>
                      </a:cubicBezTo>
                      <a:cubicBezTo>
                        <a:pt x="15" y="200"/>
                        <a:pt x="15" y="201"/>
                        <a:pt x="15" y="201"/>
                      </a:cubicBezTo>
                      <a:cubicBezTo>
                        <a:pt x="15" y="201"/>
                        <a:pt x="15" y="201"/>
                        <a:pt x="16" y="201"/>
                      </a:cubicBezTo>
                      <a:cubicBezTo>
                        <a:pt x="16" y="201"/>
                        <a:pt x="16" y="200"/>
                        <a:pt x="16" y="200"/>
                      </a:cubicBezTo>
                      <a:cubicBezTo>
                        <a:pt x="16" y="200"/>
                        <a:pt x="16" y="201"/>
                        <a:pt x="16" y="201"/>
                      </a:cubicBezTo>
                      <a:cubicBezTo>
                        <a:pt x="16" y="201"/>
                        <a:pt x="16" y="201"/>
                        <a:pt x="16" y="201"/>
                      </a:cubicBezTo>
                      <a:cubicBezTo>
                        <a:pt x="16" y="201"/>
                        <a:pt x="16" y="201"/>
                        <a:pt x="16" y="201"/>
                      </a:cubicBezTo>
                      <a:cubicBezTo>
                        <a:pt x="16" y="201"/>
                        <a:pt x="16" y="201"/>
                        <a:pt x="16" y="202"/>
                      </a:cubicBezTo>
                      <a:cubicBezTo>
                        <a:pt x="16" y="202"/>
                        <a:pt x="16" y="202"/>
                        <a:pt x="16" y="202"/>
                      </a:cubicBezTo>
                      <a:cubicBezTo>
                        <a:pt x="16" y="202"/>
                        <a:pt x="17" y="203"/>
                        <a:pt x="17" y="203"/>
                      </a:cubicBezTo>
                      <a:cubicBezTo>
                        <a:pt x="17" y="203"/>
                        <a:pt x="17" y="203"/>
                        <a:pt x="16" y="203"/>
                      </a:cubicBezTo>
                      <a:cubicBezTo>
                        <a:pt x="16" y="203"/>
                        <a:pt x="16" y="203"/>
                        <a:pt x="16" y="203"/>
                      </a:cubicBezTo>
                      <a:cubicBezTo>
                        <a:pt x="16" y="204"/>
                        <a:pt x="16" y="204"/>
                        <a:pt x="16" y="204"/>
                      </a:cubicBezTo>
                      <a:cubicBezTo>
                        <a:pt x="16" y="204"/>
                        <a:pt x="16" y="204"/>
                        <a:pt x="16" y="204"/>
                      </a:cubicBezTo>
                      <a:cubicBezTo>
                        <a:pt x="16" y="204"/>
                        <a:pt x="17" y="204"/>
                        <a:pt x="17" y="204"/>
                      </a:cubicBezTo>
                      <a:cubicBezTo>
                        <a:pt x="17" y="204"/>
                        <a:pt x="17" y="204"/>
                        <a:pt x="17" y="204"/>
                      </a:cubicBezTo>
                      <a:cubicBezTo>
                        <a:pt x="17" y="204"/>
                        <a:pt x="17" y="204"/>
                        <a:pt x="17" y="204"/>
                      </a:cubicBezTo>
                      <a:cubicBezTo>
                        <a:pt x="17" y="204"/>
                        <a:pt x="17" y="205"/>
                        <a:pt x="17" y="205"/>
                      </a:cubicBezTo>
                      <a:cubicBezTo>
                        <a:pt x="17" y="205"/>
                        <a:pt x="17" y="205"/>
                        <a:pt x="17" y="205"/>
                      </a:cubicBezTo>
                      <a:cubicBezTo>
                        <a:pt x="17" y="205"/>
                        <a:pt x="17" y="205"/>
                        <a:pt x="16" y="205"/>
                      </a:cubicBezTo>
                      <a:cubicBezTo>
                        <a:pt x="16" y="205"/>
                        <a:pt x="16" y="205"/>
                        <a:pt x="16" y="205"/>
                      </a:cubicBezTo>
                      <a:cubicBezTo>
                        <a:pt x="16" y="205"/>
                        <a:pt x="16" y="205"/>
                        <a:pt x="16" y="205"/>
                      </a:cubicBezTo>
                      <a:cubicBezTo>
                        <a:pt x="15" y="206"/>
                        <a:pt x="16" y="206"/>
                        <a:pt x="16" y="206"/>
                      </a:cubicBezTo>
                      <a:cubicBezTo>
                        <a:pt x="16" y="206"/>
                        <a:pt x="16" y="206"/>
                        <a:pt x="16" y="206"/>
                      </a:cubicBezTo>
                      <a:cubicBezTo>
                        <a:pt x="16" y="206"/>
                        <a:pt x="16" y="206"/>
                        <a:pt x="16" y="207"/>
                      </a:cubicBezTo>
                      <a:cubicBezTo>
                        <a:pt x="16" y="207"/>
                        <a:pt x="16" y="207"/>
                        <a:pt x="16" y="207"/>
                      </a:cubicBezTo>
                      <a:cubicBezTo>
                        <a:pt x="16" y="207"/>
                        <a:pt x="16" y="207"/>
                        <a:pt x="16" y="207"/>
                      </a:cubicBezTo>
                      <a:cubicBezTo>
                        <a:pt x="16" y="207"/>
                        <a:pt x="16" y="206"/>
                        <a:pt x="15" y="206"/>
                      </a:cubicBezTo>
                      <a:cubicBezTo>
                        <a:pt x="15" y="206"/>
                        <a:pt x="15" y="206"/>
                        <a:pt x="15" y="206"/>
                      </a:cubicBezTo>
                      <a:cubicBezTo>
                        <a:pt x="15" y="206"/>
                        <a:pt x="15" y="206"/>
                        <a:pt x="15" y="206"/>
                      </a:cubicBezTo>
                      <a:cubicBezTo>
                        <a:pt x="15" y="206"/>
                        <a:pt x="15" y="207"/>
                        <a:pt x="15" y="207"/>
                      </a:cubicBezTo>
                      <a:cubicBezTo>
                        <a:pt x="15" y="207"/>
                        <a:pt x="15" y="207"/>
                        <a:pt x="15" y="207"/>
                      </a:cubicBezTo>
                      <a:cubicBezTo>
                        <a:pt x="15" y="207"/>
                        <a:pt x="15" y="207"/>
                        <a:pt x="15" y="207"/>
                      </a:cubicBezTo>
                      <a:cubicBezTo>
                        <a:pt x="15" y="207"/>
                        <a:pt x="15" y="207"/>
                        <a:pt x="15" y="207"/>
                      </a:cubicBezTo>
                      <a:cubicBezTo>
                        <a:pt x="14" y="208"/>
                        <a:pt x="14" y="208"/>
                        <a:pt x="14" y="208"/>
                      </a:cubicBezTo>
                      <a:cubicBezTo>
                        <a:pt x="14" y="208"/>
                        <a:pt x="14" y="208"/>
                        <a:pt x="14" y="208"/>
                      </a:cubicBezTo>
                      <a:cubicBezTo>
                        <a:pt x="14" y="208"/>
                        <a:pt x="14" y="208"/>
                        <a:pt x="14" y="208"/>
                      </a:cubicBezTo>
                      <a:cubicBezTo>
                        <a:pt x="15" y="209"/>
                        <a:pt x="15" y="209"/>
                        <a:pt x="16" y="209"/>
                      </a:cubicBezTo>
                      <a:cubicBezTo>
                        <a:pt x="16" y="210"/>
                        <a:pt x="16" y="210"/>
                        <a:pt x="16" y="210"/>
                      </a:cubicBezTo>
                      <a:cubicBezTo>
                        <a:pt x="16" y="211"/>
                        <a:pt x="16" y="211"/>
                        <a:pt x="16" y="211"/>
                      </a:cubicBezTo>
                      <a:cubicBezTo>
                        <a:pt x="16" y="211"/>
                        <a:pt x="16" y="211"/>
                        <a:pt x="15" y="211"/>
                      </a:cubicBezTo>
                      <a:cubicBezTo>
                        <a:pt x="15" y="211"/>
                        <a:pt x="15" y="211"/>
                        <a:pt x="15" y="211"/>
                      </a:cubicBezTo>
                      <a:cubicBezTo>
                        <a:pt x="15" y="211"/>
                        <a:pt x="15" y="211"/>
                        <a:pt x="15" y="211"/>
                      </a:cubicBezTo>
                      <a:cubicBezTo>
                        <a:pt x="16" y="211"/>
                        <a:pt x="16" y="211"/>
                        <a:pt x="16" y="212"/>
                      </a:cubicBezTo>
                      <a:cubicBezTo>
                        <a:pt x="16" y="212"/>
                        <a:pt x="16" y="212"/>
                        <a:pt x="16" y="212"/>
                      </a:cubicBezTo>
                      <a:cubicBezTo>
                        <a:pt x="16" y="212"/>
                        <a:pt x="16" y="212"/>
                        <a:pt x="16" y="212"/>
                      </a:cubicBezTo>
                      <a:cubicBezTo>
                        <a:pt x="16" y="213"/>
                        <a:pt x="16" y="213"/>
                        <a:pt x="16" y="213"/>
                      </a:cubicBezTo>
                      <a:cubicBezTo>
                        <a:pt x="16" y="213"/>
                        <a:pt x="15" y="213"/>
                        <a:pt x="15" y="213"/>
                      </a:cubicBezTo>
                      <a:cubicBezTo>
                        <a:pt x="15" y="213"/>
                        <a:pt x="15" y="213"/>
                        <a:pt x="15" y="213"/>
                      </a:cubicBezTo>
                      <a:cubicBezTo>
                        <a:pt x="15" y="213"/>
                        <a:pt x="14" y="213"/>
                        <a:pt x="14" y="213"/>
                      </a:cubicBezTo>
                      <a:cubicBezTo>
                        <a:pt x="14" y="213"/>
                        <a:pt x="14" y="213"/>
                        <a:pt x="14" y="213"/>
                      </a:cubicBezTo>
                      <a:cubicBezTo>
                        <a:pt x="14" y="214"/>
                        <a:pt x="14" y="214"/>
                        <a:pt x="14" y="214"/>
                      </a:cubicBezTo>
                      <a:cubicBezTo>
                        <a:pt x="15" y="214"/>
                        <a:pt x="15" y="214"/>
                        <a:pt x="15" y="214"/>
                      </a:cubicBezTo>
                      <a:cubicBezTo>
                        <a:pt x="15" y="214"/>
                        <a:pt x="15" y="214"/>
                        <a:pt x="15" y="214"/>
                      </a:cubicBezTo>
                      <a:cubicBezTo>
                        <a:pt x="15" y="215"/>
                        <a:pt x="15" y="215"/>
                        <a:pt x="15" y="215"/>
                      </a:cubicBezTo>
                      <a:cubicBezTo>
                        <a:pt x="15" y="215"/>
                        <a:pt x="15" y="215"/>
                        <a:pt x="15" y="215"/>
                      </a:cubicBezTo>
                      <a:cubicBezTo>
                        <a:pt x="15" y="215"/>
                        <a:pt x="15" y="215"/>
                        <a:pt x="15" y="216"/>
                      </a:cubicBezTo>
                      <a:cubicBezTo>
                        <a:pt x="15" y="216"/>
                        <a:pt x="15" y="216"/>
                        <a:pt x="15" y="216"/>
                      </a:cubicBezTo>
                      <a:cubicBezTo>
                        <a:pt x="15" y="216"/>
                        <a:pt x="15" y="216"/>
                        <a:pt x="15" y="216"/>
                      </a:cubicBezTo>
                      <a:cubicBezTo>
                        <a:pt x="14" y="216"/>
                        <a:pt x="14" y="216"/>
                        <a:pt x="14" y="216"/>
                      </a:cubicBezTo>
                      <a:cubicBezTo>
                        <a:pt x="14" y="216"/>
                        <a:pt x="14" y="216"/>
                        <a:pt x="14" y="216"/>
                      </a:cubicBezTo>
                      <a:cubicBezTo>
                        <a:pt x="13" y="216"/>
                        <a:pt x="13" y="215"/>
                        <a:pt x="13" y="215"/>
                      </a:cubicBezTo>
                      <a:cubicBezTo>
                        <a:pt x="13" y="215"/>
                        <a:pt x="13" y="215"/>
                        <a:pt x="13" y="215"/>
                      </a:cubicBezTo>
                      <a:cubicBezTo>
                        <a:pt x="13" y="215"/>
                        <a:pt x="13" y="215"/>
                        <a:pt x="12" y="215"/>
                      </a:cubicBezTo>
                      <a:cubicBezTo>
                        <a:pt x="12" y="215"/>
                        <a:pt x="12" y="215"/>
                        <a:pt x="12" y="215"/>
                      </a:cubicBezTo>
                      <a:cubicBezTo>
                        <a:pt x="12" y="215"/>
                        <a:pt x="12" y="216"/>
                        <a:pt x="12" y="216"/>
                      </a:cubicBezTo>
                      <a:cubicBezTo>
                        <a:pt x="12" y="216"/>
                        <a:pt x="12" y="216"/>
                        <a:pt x="12" y="215"/>
                      </a:cubicBezTo>
                      <a:cubicBezTo>
                        <a:pt x="11" y="215"/>
                        <a:pt x="11" y="215"/>
                        <a:pt x="11" y="215"/>
                      </a:cubicBezTo>
                      <a:cubicBezTo>
                        <a:pt x="10" y="215"/>
                        <a:pt x="10" y="215"/>
                        <a:pt x="10" y="214"/>
                      </a:cubicBezTo>
                      <a:close/>
                      <a:moveTo>
                        <a:pt x="60" y="40"/>
                      </a:moveTo>
                      <a:cubicBezTo>
                        <a:pt x="60" y="40"/>
                        <a:pt x="60" y="40"/>
                        <a:pt x="60" y="40"/>
                      </a:cubicBezTo>
                      <a:cubicBezTo>
                        <a:pt x="60" y="40"/>
                        <a:pt x="59" y="41"/>
                        <a:pt x="59" y="41"/>
                      </a:cubicBezTo>
                      <a:cubicBezTo>
                        <a:pt x="59" y="41"/>
                        <a:pt x="58" y="41"/>
                        <a:pt x="58" y="41"/>
                      </a:cubicBezTo>
                      <a:cubicBezTo>
                        <a:pt x="58" y="41"/>
                        <a:pt x="57" y="41"/>
                        <a:pt x="57" y="41"/>
                      </a:cubicBezTo>
                      <a:cubicBezTo>
                        <a:pt x="57" y="41"/>
                        <a:pt x="56" y="41"/>
                        <a:pt x="56" y="40"/>
                      </a:cubicBezTo>
                      <a:cubicBezTo>
                        <a:pt x="56" y="40"/>
                        <a:pt x="55" y="40"/>
                        <a:pt x="55" y="40"/>
                      </a:cubicBezTo>
                      <a:cubicBezTo>
                        <a:pt x="55" y="40"/>
                        <a:pt x="55" y="39"/>
                        <a:pt x="55" y="39"/>
                      </a:cubicBezTo>
                      <a:cubicBezTo>
                        <a:pt x="56" y="39"/>
                        <a:pt x="56" y="38"/>
                        <a:pt x="56" y="38"/>
                      </a:cubicBezTo>
                      <a:cubicBezTo>
                        <a:pt x="56" y="38"/>
                        <a:pt x="55" y="38"/>
                        <a:pt x="55" y="37"/>
                      </a:cubicBezTo>
                      <a:cubicBezTo>
                        <a:pt x="55" y="37"/>
                        <a:pt x="55" y="37"/>
                        <a:pt x="55" y="37"/>
                      </a:cubicBezTo>
                      <a:cubicBezTo>
                        <a:pt x="55" y="37"/>
                        <a:pt x="55" y="35"/>
                        <a:pt x="55" y="35"/>
                      </a:cubicBezTo>
                      <a:cubicBezTo>
                        <a:pt x="55" y="35"/>
                        <a:pt x="54" y="34"/>
                        <a:pt x="54" y="34"/>
                      </a:cubicBezTo>
                      <a:cubicBezTo>
                        <a:pt x="54" y="34"/>
                        <a:pt x="54" y="33"/>
                        <a:pt x="54" y="33"/>
                      </a:cubicBezTo>
                      <a:cubicBezTo>
                        <a:pt x="54" y="33"/>
                        <a:pt x="54" y="32"/>
                        <a:pt x="54" y="32"/>
                      </a:cubicBezTo>
                      <a:cubicBezTo>
                        <a:pt x="54" y="32"/>
                        <a:pt x="53" y="31"/>
                        <a:pt x="53" y="31"/>
                      </a:cubicBezTo>
                      <a:cubicBezTo>
                        <a:pt x="53" y="31"/>
                        <a:pt x="53" y="29"/>
                        <a:pt x="53" y="29"/>
                      </a:cubicBezTo>
                      <a:cubicBezTo>
                        <a:pt x="52" y="26"/>
                        <a:pt x="52" y="26"/>
                        <a:pt x="52" y="26"/>
                      </a:cubicBezTo>
                      <a:cubicBezTo>
                        <a:pt x="52" y="26"/>
                        <a:pt x="51" y="26"/>
                        <a:pt x="51" y="26"/>
                      </a:cubicBezTo>
                      <a:cubicBezTo>
                        <a:pt x="51" y="26"/>
                        <a:pt x="51" y="25"/>
                        <a:pt x="51" y="25"/>
                      </a:cubicBezTo>
                      <a:cubicBezTo>
                        <a:pt x="51" y="25"/>
                        <a:pt x="51" y="24"/>
                        <a:pt x="51" y="24"/>
                      </a:cubicBezTo>
                      <a:cubicBezTo>
                        <a:pt x="51" y="24"/>
                        <a:pt x="52" y="24"/>
                        <a:pt x="51" y="24"/>
                      </a:cubicBezTo>
                      <a:cubicBezTo>
                        <a:pt x="51" y="23"/>
                        <a:pt x="51" y="23"/>
                        <a:pt x="50" y="23"/>
                      </a:cubicBezTo>
                      <a:cubicBezTo>
                        <a:pt x="50" y="23"/>
                        <a:pt x="49" y="22"/>
                        <a:pt x="49" y="22"/>
                      </a:cubicBezTo>
                      <a:cubicBezTo>
                        <a:pt x="49" y="22"/>
                        <a:pt x="49" y="22"/>
                        <a:pt x="49" y="22"/>
                      </a:cubicBezTo>
                      <a:cubicBezTo>
                        <a:pt x="50" y="22"/>
                        <a:pt x="50" y="21"/>
                        <a:pt x="50" y="21"/>
                      </a:cubicBezTo>
                      <a:cubicBezTo>
                        <a:pt x="50" y="21"/>
                        <a:pt x="50" y="21"/>
                        <a:pt x="50" y="21"/>
                      </a:cubicBezTo>
                      <a:cubicBezTo>
                        <a:pt x="50" y="20"/>
                        <a:pt x="50" y="20"/>
                        <a:pt x="50" y="20"/>
                      </a:cubicBezTo>
                      <a:cubicBezTo>
                        <a:pt x="50" y="20"/>
                        <a:pt x="49" y="20"/>
                        <a:pt x="49" y="20"/>
                      </a:cubicBezTo>
                      <a:cubicBezTo>
                        <a:pt x="49" y="20"/>
                        <a:pt x="50" y="19"/>
                        <a:pt x="50" y="19"/>
                      </a:cubicBezTo>
                      <a:cubicBezTo>
                        <a:pt x="50" y="19"/>
                        <a:pt x="51" y="19"/>
                        <a:pt x="51" y="19"/>
                      </a:cubicBezTo>
                      <a:cubicBezTo>
                        <a:pt x="51" y="19"/>
                        <a:pt x="51" y="18"/>
                        <a:pt x="51" y="18"/>
                      </a:cubicBezTo>
                      <a:cubicBezTo>
                        <a:pt x="51" y="18"/>
                        <a:pt x="50" y="17"/>
                        <a:pt x="50" y="17"/>
                      </a:cubicBezTo>
                      <a:cubicBezTo>
                        <a:pt x="50" y="17"/>
                        <a:pt x="50" y="17"/>
                        <a:pt x="50" y="17"/>
                      </a:cubicBezTo>
                      <a:cubicBezTo>
                        <a:pt x="50" y="17"/>
                        <a:pt x="51" y="15"/>
                        <a:pt x="51" y="15"/>
                      </a:cubicBezTo>
                      <a:cubicBezTo>
                        <a:pt x="51" y="15"/>
                        <a:pt x="52" y="15"/>
                        <a:pt x="52" y="15"/>
                      </a:cubicBezTo>
                      <a:cubicBezTo>
                        <a:pt x="52" y="15"/>
                        <a:pt x="51" y="14"/>
                        <a:pt x="50" y="14"/>
                      </a:cubicBezTo>
                      <a:cubicBezTo>
                        <a:pt x="50" y="13"/>
                        <a:pt x="49" y="12"/>
                        <a:pt x="49" y="12"/>
                      </a:cubicBezTo>
                      <a:cubicBezTo>
                        <a:pt x="49" y="12"/>
                        <a:pt x="48" y="11"/>
                        <a:pt x="48" y="11"/>
                      </a:cubicBezTo>
                      <a:cubicBezTo>
                        <a:pt x="48" y="10"/>
                        <a:pt x="48" y="10"/>
                        <a:pt x="48" y="10"/>
                      </a:cubicBezTo>
                      <a:cubicBezTo>
                        <a:pt x="47" y="9"/>
                        <a:pt x="47" y="9"/>
                        <a:pt x="47" y="9"/>
                      </a:cubicBezTo>
                      <a:cubicBezTo>
                        <a:pt x="47" y="6"/>
                        <a:pt x="47" y="6"/>
                        <a:pt x="47" y="6"/>
                      </a:cubicBezTo>
                      <a:cubicBezTo>
                        <a:pt x="47" y="5"/>
                        <a:pt x="47" y="5"/>
                        <a:pt x="47" y="5"/>
                      </a:cubicBezTo>
                      <a:cubicBezTo>
                        <a:pt x="47" y="4"/>
                        <a:pt x="47" y="4"/>
                        <a:pt x="47" y="4"/>
                      </a:cubicBezTo>
                      <a:cubicBezTo>
                        <a:pt x="47" y="4"/>
                        <a:pt x="46" y="4"/>
                        <a:pt x="46" y="4"/>
                      </a:cubicBezTo>
                      <a:cubicBezTo>
                        <a:pt x="46" y="4"/>
                        <a:pt x="45" y="4"/>
                        <a:pt x="45" y="4"/>
                      </a:cubicBezTo>
                      <a:cubicBezTo>
                        <a:pt x="45" y="4"/>
                        <a:pt x="45" y="3"/>
                        <a:pt x="45" y="3"/>
                      </a:cubicBezTo>
                      <a:cubicBezTo>
                        <a:pt x="45" y="2"/>
                        <a:pt x="45" y="2"/>
                        <a:pt x="45" y="2"/>
                      </a:cubicBezTo>
                      <a:cubicBezTo>
                        <a:pt x="45" y="1"/>
                        <a:pt x="44" y="1"/>
                        <a:pt x="44" y="1"/>
                      </a:cubicBezTo>
                      <a:cubicBezTo>
                        <a:pt x="44" y="1"/>
                        <a:pt x="44" y="0"/>
                        <a:pt x="44" y="0"/>
                      </a:cubicBezTo>
                      <a:cubicBezTo>
                        <a:pt x="44" y="0"/>
                        <a:pt x="44" y="0"/>
                        <a:pt x="44" y="0"/>
                      </a:cubicBezTo>
                      <a:cubicBezTo>
                        <a:pt x="44" y="0"/>
                        <a:pt x="44" y="1"/>
                        <a:pt x="43" y="1"/>
                      </a:cubicBezTo>
                      <a:cubicBezTo>
                        <a:pt x="43" y="1"/>
                        <a:pt x="43" y="1"/>
                        <a:pt x="43" y="1"/>
                      </a:cubicBezTo>
                      <a:cubicBezTo>
                        <a:pt x="42" y="1"/>
                        <a:pt x="42" y="1"/>
                        <a:pt x="42" y="1"/>
                      </a:cubicBezTo>
                      <a:cubicBezTo>
                        <a:pt x="42" y="1"/>
                        <a:pt x="42" y="3"/>
                        <a:pt x="42" y="3"/>
                      </a:cubicBezTo>
                      <a:cubicBezTo>
                        <a:pt x="42" y="3"/>
                        <a:pt x="42" y="3"/>
                        <a:pt x="42" y="3"/>
                      </a:cubicBezTo>
                      <a:cubicBezTo>
                        <a:pt x="42" y="3"/>
                        <a:pt x="42" y="4"/>
                        <a:pt x="42" y="4"/>
                      </a:cubicBezTo>
                      <a:cubicBezTo>
                        <a:pt x="42" y="4"/>
                        <a:pt x="42" y="5"/>
                        <a:pt x="42" y="5"/>
                      </a:cubicBezTo>
                      <a:cubicBezTo>
                        <a:pt x="40" y="6"/>
                        <a:pt x="40" y="6"/>
                        <a:pt x="40" y="6"/>
                      </a:cubicBezTo>
                      <a:cubicBezTo>
                        <a:pt x="38" y="6"/>
                        <a:pt x="38" y="6"/>
                        <a:pt x="38" y="6"/>
                      </a:cubicBezTo>
                      <a:cubicBezTo>
                        <a:pt x="38" y="7"/>
                        <a:pt x="38" y="7"/>
                        <a:pt x="38" y="7"/>
                      </a:cubicBezTo>
                      <a:cubicBezTo>
                        <a:pt x="38" y="7"/>
                        <a:pt x="38" y="7"/>
                        <a:pt x="38" y="7"/>
                      </a:cubicBezTo>
                      <a:cubicBezTo>
                        <a:pt x="38" y="7"/>
                        <a:pt x="39" y="7"/>
                        <a:pt x="39" y="8"/>
                      </a:cubicBezTo>
                      <a:cubicBezTo>
                        <a:pt x="39" y="8"/>
                        <a:pt x="39" y="8"/>
                        <a:pt x="38" y="8"/>
                      </a:cubicBezTo>
                      <a:cubicBezTo>
                        <a:pt x="38" y="8"/>
                        <a:pt x="38" y="9"/>
                        <a:pt x="38" y="9"/>
                      </a:cubicBezTo>
                      <a:cubicBezTo>
                        <a:pt x="38" y="10"/>
                        <a:pt x="38" y="12"/>
                        <a:pt x="38" y="12"/>
                      </a:cubicBezTo>
                      <a:cubicBezTo>
                        <a:pt x="39" y="12"/>
                        <a:pt x="39" y="13"/>
                        <a:pt x="39" y="13"/>
                      </a:cubicBezTo>
                      <a:cubicBezTo>
                        <a:pt x="39" y="13"/>
                        <a:pt x="39" y="13"/>
                        <a:pt x="39" y="14"/>
                      </a:cubicBezTo>
                      <a:cubicBezTo>
                        <a:pt x="39" y="14"/>
                        <a:pt x="39" y="14"/>
                        <a:pt x="39" y="15"/>
                      </a:cubicBezTo>
                      <a:cubicBezTo>
                        <a:pt x="39" y="15"/>
                        <a:pt x="39" y="15"/>
                        <a:pt x="39" y="15"/>
                      </a:cubicBezTo>
                      <a:cubicBezTo>
                        <a:pt x="39" y="16"/>
                        <a:pt x="39" y="16"/>
                        <a:pt x="39" y="16"/>
                      </a:cubicBezTo>
                      <a:cubicBezTo>
                        <a:pt x="39" y="17"/>
                        <a:pt x="39" y="17"/>
                        <a:pt x="39" y="17"/>
                      </a:cubicBezTo>
                      <a:cubicBezTo>
                        <a:pt x="40" y="17"/>
                        <a:pt x="40" y="19"/>
                        <a:pt x="40" y="19"/>
                      </a:cubicBezTo>
                      <a:cubicBezTo>
                        <a:pt x="40" y="19"/>
                        <a:pt x="40" y="19"/>
                        <a:pt x="40" y="19"/>
                      </a:cubicBezTo>
                      <a:cubicBezTo>
                        <a:pt x="40" y="19"/>
                        <a:pt x="40" y="20"/>
                        <a:pt x="40" y="20"/>
                      </a:cubicBezTo>
                      <a:cubicBezTo>
                        <a:pt x="40" y="20"/>
                        <a:pt x="40" y="21"/>
                        <a:pt x="40" y="21"/>
                      </a:cubicBezTo>
                      <a:cubicBezTo>
                        <a:pt x="40" y="21"/>
                        <a:pt x="40" y="22"/>
                        <a:pt x="40" y="22"/>
                      </a:cubicBezTo>
                      <a:cubicBezTo>
                        <a:pt x="40" y="22"/>
                        <a:pt x="40" y="23"/>
                        <a:pt x="40" y="23"/>
                      </a:cubicBezTo>
                      <a:cubicBezTo>
                        <a:pt x="40" y="23"/>
                        <a:pt x="39" y="24"/>
                        <a:pt x="39" y="24"/>
                      </a:cubicBezTo>
                      <a:cubicBezTo>
                        <a:pt x="39" y="24"/>
                        <a:pt x="39" y="25"/>
                        <a:pt x="40" y="25"/>
                      </a:cubicBezTo>
                      <a:cubicBezTo>
                        <a:pt x="40" y="25"/>
                        <a:pt x="40" y="25"/>
                        <a:pt x="40" y="26"/>
                      </a:cubicBezTo>
                      <a:cubicBezTo>
                        <a:pt x="40" y="26"/>
                        <a:pt x="40" y="27"/>
                        <a:pt x="40" y="27"/>
                      </a:cubicBezTo>
                      <a:cubicBezTo>
                        <a:pt x="40" y="27"/>
                        <a:pt x="40" y="28"/>
                        <a:pt x="40" y="28"/>
                      </a:cubicBezTo>
                      <a:cubicBezTo>
                        <a:pt x="40" y="28"/>
                        <a:pt x="40" y="28"/>
                        <a:pt x="40" y="28"/>
                      </a:cubicBezTo>
                      <a:cubicBezTo>
                        <a:pt x="40" y="29"/>
                        <a:pt x="40" y="29"/>
                        <a:pt x="40" y="29"/>
                      </a:cubicBezTo>
                      <a:cubicBezTo>
                        <a:pt x="40" y="30"/>
                        <a:pt x="40" y="31"/>
                        <a:pt x="40" y="31"/>
                      </a:cubicBezTo>
                      <a:cubicBezTo>
                        <a:pt x="40" y="31"/>
                        <a:pt x="40" y="31"/>
                        <a:pt x="40" y="32"/>
                      </a:cubicBezTo>
                      <a:cubicBezTo>
                        <a:pt x="40" y="32"/>
                        <a:pt x="40" y="33"/>
                        <a:pt x="40" y="33"/>
                      </a:cubicBezTo>
                      <a:cubicBezTo>
                        <a:pt x="40" y="33"/>
                        <a:pt x="40" y="34"/>
                        <a:pt x="40" y="34"/>
                      </a:cubicBezTo>
                      <a:cubicBezTo>
                        <a:pt x="40" y="34"/>
                        <a:pt x="40" y="35"/>
                        <a:pt x="39" y="35"/>
                      </a:cubicBezTo>
                      <a:cubicBezTo>
                        <a:pt x="39" y="35"/>
                        <a:pt x="39" y="35"/>
                        <a:pt x="39" y="36"/>
                      </a:cubicBezTo>
                      <a:cubicBezTo>
                        <a:pt x="39" y="36"/>
                        <a:pt x="39" y="37"/>
                        <a:pt x="39" y="37"/>
                      </a:cubicBezTo>
                      <a:cubicBezTo>
                        <a:pt x="39" y="37"/>
                        <a:pt x="39" y="38"/>
                        <a:pt x="39" y="39"/>
                      </a:cubicBezTo>
                      <a:cubicBezTo>
                        <a:pt x="39" y="39"/>
                        <a:pt x="39" y="39"/>
                        <a:pt x="39" y="39"/>
                      </a:cubicBezTo>
                      <a:cubicBezTo>
                        <a:pt x="39" y="39"/>
                        <a:pt x="39" y="41"/>
                        <a:pt x="39" y="41"/>
                      </a:cubicBezTo>
                      <a:cubicBezTo>
                        <a:pt x="39" y="41"/>
                        <a:pt x="39" y="41"/>
                        <a:pt x="39" y="42"/>
                      </a:cubicBezTo>
                      <a:cubicBezTo>
                        <a:pt x="39" y="42"/>
                        <a:pt x="38" y="42"/>
                        <a:pt x="38" y="42"/>
                      </a:cubicBezTo>
                      <a:cubicBezTo>
                        <a:pt x="38" y="42"/>
                        <a:pt x="38" y="43"/>
                        <a:pt x="37" y="43"/>
                      </a:cubicBezTo>
                      <a:cubicBezTo>
                        <a:pt x="37" y="43"/>
                        <a:pt x="37" y="42"/>
                        <a:pt x="37" y="42"/>
                      </a:cubicBezTo>
                      <a:cubicBezTo>
                        <a:pt x="37" y="42"/>
                        <a:pt x="37" y="42"/>
                        <a:pt x="37" y="43"/>
                      </a:cubicBezTo>
                      <a:cubicBezTo>
                        <a:pt x="37" y="43"/>
                        <a:pt x="37" y="43"/>
                        <a:pt x="37" y="44"/>
                      </a:cubicBezTo>
                      <a:cubicBezTo>
                        <a:pt x="37" y="44"/>
                        <a:pt x="37" y="44"/>
                        <a:pt x="37" y="44"/>
                      </a:cubicBezTo>
                      <a:cubicBezTo>
                        <a:pt x="37" y="45"/>
                        <a:pt x="37" y="45"/>
                        <a:pt x="37" y="45"/>
                      </a:cubicBezTo>
                      <a:cubicBezTo>
                        <a:pt x="37" y="46"/>
                        <a:pt x="37" y="46"/>
                        <a:pt x="37" y="46"/>
                      </a:cubicBezTo>
                      <a:cubicBezTo>
                        <a:pt x="37" y="46"/>
                        <a:pt x="37" y="46"/>
                        <a:pt x="37" y="46"/>
                      </a:cubicBezTo>
                      <a:cubicBezTo>
                        <a:pt x="37" y="46"/>
                        <a:pt x="37" y="45"/>
                        <a:pt x="38" y="46"/>
                      </a:cubicBezTo>
                      <a:cubicBezTo>
                        <a:pt x="38" y="46"/>
                        <a:pt x="38" y="46"/>
                        <a:pt x="38" y="46"/>
                      </a:cubicBezTo>
                      <a:cubicBezTo>
                        <a:pt x="38" y="46"/>
                        <a:pt x="38" y="47"/>
                        <a:pt x="38" y="47"/>
                      </a:cubicBezTo>
                      <a:cubicBezTo>
                        <a:pt x="38" y="47"/>
                        <a:pt x="37" y="48"/>
                        <a:pt x="37" y="48"/>
                      </a:cubicBezTo>
                      <a:cubicBezTo>
                        <a:pt x="37" y="48"/>
                        <a:pt x="37" y="49"/>
                        <a:pt x="37" y="49"/>
                      </a:cubicBezTo>
                      <a:cubicBezTo>
                        <a:pt x="37" y="49"/>
                        <a:pt x="37" y="50"/>
                        <a:pt x="37" y="50"/>
                      </a:cubicBezTo>
                      <a:cubicBezTo>
                        <a:pt x="37" y="50"/>
                        <a:pt x="37" y="51"/>
                        <a:pt x="37" y="51"/>
                      </a:cubicBezTo>
                      <a:cubicBezTo>
                        <a:pt x="37" y="52"/>
                        <a:pt x="37" y="52"/>
                        <a:pt x="37" y="52"/>
                      </a:cubicBezTo>
                      <a:cubicBezTo>
                        <a:pt x="37" y="52"/>
                        <a:pt x="37" y="55"/>
                        <a:pt x="37" y="55"/>
                      </a:cubicBezTo>
                      <a:cubicBezTo>
                        <a:pt x="37" y="55"/>
                        <a:pt x="37" y="55"/>
                        <a:pt x="37" y="56"/>
                      </a:cubicBezTo>
                      <a:cubicBezTo>
                        <a:pt x="37" y="56"/>
                        <a:pt x="37" y="56"/>
                        <a:pt x="37" y="57"/>
                      </a:cubicBezTo>
                      <a:cubicBezTo>
                        <a:pt x="37" y="57"/>
                        <a:pt x="37" y="57"/>
                        <a:pt x="37" y="57"/>
                      </a:cubicBezTo>
                      <a:cubicBezTo>
                        <a:pt x="38" y="57"/>
                        <a:pt x="38" y="57"/>
                        <a:pt x="38" y="58"/>
                      </a:cubicBezTo>
                      <a:cubicBezTo>
                        <a:pt x="37" y="58"/>
                        <a:pt x="37" y="58"/>
                        <a:pt x="37" y="58"/>
                      </a:cubicBezTo>
                      <a:cubicBezTo>
                        <a:pt x="37" y="58"/>
                        <a:pt x="38" y="59"/>
                        <a:pt x="38" y="59"/>
                      </a:cubicBezTo>
                      <a:cubicBezTo>
                        <a:pt x="38" y="59"/>
                        <a:pt x="38" y="59"/>
                        <a:pt x="38" y="59"/>
                      </a:cubicBezTo>
                      <a:cubicBezTo>
                        <a:pt x="38" y="59"/>
                        <a:pt x="38" y="60"/>
                        <a:pt x="38" y="60"/>
                      </a:cubicBezTo>
                      <a:cubicBezTo>
                        <a:pt x="38" y="60"/>
                        <a:pt x="37" y="61"/>
                        <a:pt x="37" y="61"/>
                      </a:cubicBezTo>
                      <a:cubicBezTo>
                        <a:pt x="37" y="61"/>
                        <a:pt x="36" y="61"/>
                        <a:pt x="36" y="61"/>
                      </a:cubicBezTo>
                      <a:cubicBezTo>
                        <a:pt x="36" y="61"/>
                        <a:pt x="36" y="62"/>
                        <a:pt x="36" y="62"/>
                      </a:cubicBezTo>
                      <a:cubicBezTo>
                        <a:pt x="36" y="62"/>
                        <a:pt x="36" y="63"/>
                        <a:pt x="36" y="63"/>
                      </a:cubicBezTo>
                      <a:cubicBezTo>
                        <a:pt x="36" y="63"/>
                        <a:pt x="35" y="63"/>
                        <a:pt x="35" y="63"/>
                      </a:cubicBezTo>
                      <a:cubicBezTo>
                        <a:pt x="35" y="64"/>
                        <a:pt x="36" y="64"/>
                        <a:pt x="36" y="64"/>
                      </a:cubicBezTo>
                      <a:cubicBezTo>
                        <a:pt x="36" y="64"/>
                        <a:pt x="36" y="64"/>
                        <a:pt x="36" y="64"/>
                      </a:cubicBezTo>
                      <a:cubicBezTo>
                        <a:pt x="36" y="65"/>
                        <a:pt x="36" y="65"/>
                        <a:pt x="36" y="65"/>
                      </a:cubicBezTo>
                      <a:cubicBezTo>
                        <a:pt x="36" y="65"/>
                        <a:pt x="36" y="66"/>
                        <a:pt x="36" y="66"/>
                      </a:cubicBezTo>
                      <a:cubicBezTo>
                        <a:pt x="36" y="66"/>
                        <a:pt x="36" y="66"/>
                        <a:pt x="36" y="67"/>
                      </a:cubicBezTo>
                      <a:cubicBezTo>
                        <a:pt x="36" y="67"/>
                        <a:pt x="36" y="67"/>
                        <a:pt x="36" y="67"/>
                      </a:cubicBezTo>
                      <a:cubicBezTo>
                        <a:pt x="36" y="67"/>
                        <a:pt x="36" y="67"/>
                        <a:pt x="36" y="67"/>
                      </a:cubicBezTo>
                      <a:cubicBezTo>
                        <a:pt x="36" y="67"/>
                        <a:pt x="36" y="68"/>
                        <a:pt x="36" y="68"/>
                      </a:cubicBezTo>
                      <a:cubicBezTo>
                        <a:pt x="36" y="68"/>
                        <a:pt x="36" y="68"/>
                        <a:pt x="36" y="68"/>
                      </a:cubicBezTo>
                      <a:cubicBezTo>
                        <a:pt x="36" y="69"/>
                        <a:pt x="36" y="69"/>
                        <a:pt x="36" y="69"/>
                      </a:cubicBezTo>
                      <a:cubicBezTo>
                        <a:pt x="36" y="70"/>
                        <a:pt x="36" y="70"/>
                        <a:pt x="36" y="70"/>
                      </a:cubicBezTo>
                      <a:cubicBezTo>
                        <a:pt x="35" y="70"/>
                        <a:pt x="35" y="71"/>
                        <a:pt x="35" y="71"/>
                      </a:cubicBezTo>
                      <a:cubicBezTo>
                        <a:pt x="35" y="71"/>
                        <a:pt x="35" y="71"/>
                        <a:pt x="35" y="71"/>
                      </a:cubicBezTo>
                      <a:cubicBezTo>
                        <a:pt x="35" y="72"/>
                        <a:pt x="35" y="72"/>
                        <a:pt x="35" y="72"/>
                      </a:cubicBezTo>
                      <a:cubicBezTo>
                        <a:pt x="35" y="72"/>
                        <a:pt x="35" y="73"/>
                        <a:pt x="35" y="73"/>
                      </a:cubicBezTo>
                      <a:cubicBezTo>
                        <a:pt x="35" y="73"/>
                        <a:pt x="35" y="73"/>
                        <a:pt x="35" y="73"/>
                      </a:cubicBezTo>
                      <a:cubicBezTo>
                        <a:pt x="35" y="73"/>
                        <a:pt x="35" y="74"/>
                        <a:pt x="35" y="74"/>
                      </a:cubicBezTo>
                      <a:cubicBezTo>
                        <a:pt x="35" y="74"/>
                        <a:pt x="34" y="74"/>
                        <a:pt x="34" y="74"/>
                      </a:cubicBezTo>
                      <a:cubicBezTo>
                        <a:pt x="34" y="74"/>
                        <a:pt x="34" y="75"/>
                        <a:pt x="34" y="75"/>
                      </a:cubicBezTo>
                      <a:cubicBezTo>
                        <a:pt x="34" y="75"/>
                        <a:pt x="34" y="76"/>
                        <a:pt x="34" y="76"/>
                      </a:cubicBezTo>
                      <a:cubicBezTo>
                        <a:pt x="34" y="76"/>
                        <a:pt x="34" y="76"/>
                        <a:pt x="34" y="76"/>
                      </a:cubicBezTo>
                      <a:cubicBezTo>
                        <a:pt x="34" y="76"/>
                        <a:pt x="34" y="77"/>
                        <a:pt x="34" y="77"/>
                      </a:cubicBezTo>
                      <a:cubicBezTo>
                        <a:pt x="34" y="77"/>
                        <a:pt x="34" y="77"/>
                        <a:pt x="34" y="77"/>
                      </a:cubicBezTo>
                      <a:cubicBezTo>
                        <a:pt x="34" y="77"/>
                        <a:pt x="34" y="78"/>
                        <a:pt x="34" y="78"/>
                      </a:cubicBezTo>
                      <a:cubicBezTo>
                        <a:pt x="34" y="78"/>
                        <a:pt x="33" y="79"/>
                        <a:pt x="33" y="79"/>
                      </a:cubicBezTo>
                      <a:cubicBezTo>
                        <a:pt x="33" y="79"/>
                        <a:pt x="33" y="80"/>
                        <a:pt x="33" y="80"/>
                      </a:cubicBezTo>
                      <a:cubicBezTo>
                        <a:pt x="33" y="80"/>
                        <a:pt x="33" y="80"/>
                        <a:pt x="33" y="80"/>
                      </a:cubicBezTo>
                      <a:cubicBezTo>
                        <a:pt x="33" y="81"/>
                        <a:pt x="33" y="81"/>
                        <a:pt x="32" y="81"/>
                      </a:cubicBezTo>
                      <a:cubicBezTo>
                        <a:pt x="32" y="81"/>
                        <a:pt x="32" y="84"/>
                        <a:pt x="32" y="84"/>
                      </a:cubicBezTo>
                      <a:cubicBezTo>
                        <a:pt x="32" y="84"/>
                        <a:pt x="32" y="85"/>
                        <a:pt x="32" y="85"/>
                      </a:cubicBezTo>
                      <a:cubicBezTo>
                        <a:pt x="32" y="85"/>
                        <a:pt x="31" y="86"/>
                        <a:pt x="31" y="86"/>
                      </a:cubicBezTo>
                      <a:cubicBezTo>
                        <a:pt x="31" y="86"/>
                        <a:pt x="32" y="86"/>
                        <a:pt x="31" y="87"/>
                      </a:cubicBezTo>
                      <a:cubicBezTo>
                        <a:pt x="31" y="87"/>
                        <a:pt x="31" y="87"/>
                        <a:pt x="31" y="87"/>
                      </a:cubicBezTo>
                      <a:cubicBezTo>
                        <a:pt x="31" y="88"/>
                        <a:pt x="30" y="88"/>
                        <a:pt x="30" y="88"/>
                      </a:cubicBezTo>
                      <a:cubicBezTo>
                        <a:pt x="30" y="88"/>
                        <a:pt x="30" y="88"/>
                        <a:pt x="30" y="89"/>
                      </a:cubicBezTo>
                      <a:cubicBezTo>
                        <a:pt x="30" y="89"/>
                        <a:pt x="30" y="89"/>
                        <a:pt x="30" y="89"/>
                      </a:cubicBezTo>
                      <a:cubicBezTo>
                        <a:pt x="30" y="89"/>
                        <a:pt x="30" y="89"/>
                        <a:pt x="30" y="90"/>
                      </a:cubicBezTo>
                      <a:cubicBezTo>
                        <a:pt x="30" y="90"/>
                        <a:pt x="30" y="91"/>
                        <a:pt x="30" y="91"/>
                      </a:cubicBezTo>
                      <a:cubicBezTo>
                        <a:pt x="30" y="91"/>
                        <a:pt x="31" y="91"/>
                        <a:pt x="31" y="91"/>
                      </a:cubicBezTo>
                      <a:cubicBezTo>
                        <a:pt x="31" y="91"/>
                        <a:pt x="32" y="92"/>
                        <a:pt x="32" y="92"/>
                      </a:cubicBezTo>
                      <a:cubicBezTo>
                        <a:pt x="32" y="92"/>
                        <a:pt x="32" y="93"/>
                        <a:pt x="32" y="93"/>
                      </a:cubicBezTo>
                      <a:cubicBezTo>
                        <a:pt x="31" y="93"/>
                        <a:pt x="31" y="93"/>
                        <a:pt x="31" y="93"/>
                      </a:cubicBezTo>
                      <a:cubicBezTo>
                        <a:pt x="31" y="93"/>
                        <a:pt x="31" y="94"/>
                        <a:pt x="31" y="94"/>
                      </a:cubicBezTo>
                      <a:cubicBezTo>
                        <a:pt x="31" y="94"/>
                        <a:pt x="31" y="94"/>
                        <a:pt x="31" y="94"/>
                      </a:cubicBezTo>
                      <a:cubicBezTo>
                        <a:pt x="31" y="94"/>
                        <a:pt x="31" y="94"/>
                        <a:pt x="31" y="94"/>
                      </a:cubicBezTo>
                      <a:cubicBezTo>
                        <a:pt x="31" y="95"/>
                        <a:pt x="31" y="95"/>
                        <a:pt x="31" y="95"/>
                      </a:cubicBezTo>
                      <a:cubicBezTo>
                        <a:pt x="31" y="95"/>
                        <a:pt x="32" y="96"/>
                        <a:pt x="32" y="96"/>
                      </a:cubicBezTo>
                      <a:cubicBezTo>
                        <a:pt x="32" y="96"/>
                        <a:pt x="32" y="96"/>
                        <a:pt x="32" y="96"/>
                      </a:cubicBezTo>
                      <a:cubicBezTo>
                        <a:pt x="32" y="96"/>
                        <a:pt x="31" y="97"/>
                        <a:pt x="31" y="97"/>
                      </a:cubicBezTo>
                      <a:cubicBezTo>
                        <a:pt x="31" y="97"/>
                        <a:pt x="31" y="98"/>
                        <a:pt x="31" y="98"/>
                      </a:cubicBezTo>
                      <a:cubicBezTo>
                        <a:pt x="31" y="98"/>
                        <a:pt x="31" y="98"/>
                        <a:pt x="30" y="99"/>
                      </a:cubicBezTo>
                      <a:cubicBezTo>
                        <a:pt x="30" y="99"/>
                        <a:pt x="30" y="99"/>
                        <a:pt x="30" y="99"/>
                      </a:cubicBezTo>
                      <a:cubicBezTo>
                        <a:pt x="29" y="100"/>
                        <a:pt x="29" y="100"/>
                        <a:pt x="29" y="100"/>
                      </a:cubicBezTo>
                      <a:cubicBezTo>
                        <a:pt x="29" y="104"/>
                        <a:pt x="29" y="104"/>
                        <a:pt x="29" y="104"/>
                      </a:cubicBezTo>
                      <a:cubicBezTo>
                        <a:pt x="29" y="104"/>
                        <a:pt x="29" y="106"/>
                        <a:pt x="29" y="107"/>
                      </a:cubicBezTo>
                      <a:cubicBezTo>
                        <a:pt x="29" y="108"/>
                        <a:pt x="29" y="109"/>
                        <a:pt x="29" y="109"/>
                      </a:cubicBezTo>
                      <a:cubicBezTo>
                        <a:pt x="30" y="110"/>
                        <a:pt x="30" y="112"/>
                        <a:pt x="30" y="113"/>
                      </a:cubicBezTo>
                      <a:cubicBezTo>
                        <a:pt x="30" y="114"/>
                        <a:pt x="30" y="115"/>
                        <a:pt x="30" y="116"/>
                      </a:cubicBezTo>
                      <a:cubicBezTo>
                        <a:pt x="30" y="116"/>
                        <a:pt x="30" y="117"/>
                        <a:pt x="30" y="117"/>
                      </a:cubicBezTo>
                      <a:cubicBezTo>
                        <a:pt x="30" y="118"/>
                        <a:pt x="30" y="119"/>
                        <a:pt x="30" y="120"/>
                      </a:cubicBezTo>
                      <a:cubicBezTo>
                        <a:pt x="30" y="120"/>
                        <a:pt x="30" y="120"/>
                        <a:pt x="30" y="121"/>
                      </a:cubicBezTo>
                      <a:cubicBezTo>
                        <a:pt x="30" y="122"/>
                        <a:pt x="30" y="122"/>
                        <a:pt x="30" y="122"/>
                      </a:cubicBezTo>
                      <a:cubicBezTo>
                        <a:pt x="30" y="122"/>
                        <a:pt x="29" y="122"/>
                        <a:pt x="29" y="122"/>
                      </a:cubicBezTo>
                      <a:cubicBezTo>
                        <a:pt x="29" y="122"/>
                        <a:pt x="28" y="122"/>
                        <a:pt x="28" y="123"/>
                      </a:cubicBezTo>
                      <a:cubicBezTo>
                        <a:pt x="28" y="123"/>
                        <a:pt x="28" y="124"/>
                        <a:pt x="29" y="124"/>
                      </a:cubicBezTo>
                      <a:cubicBezTo>
                        <a:pt x="29" y="124"/>
                        <a:pt x="29" y="124"/>
                        <a:pt x="29" y="124"/>
                      </a:cubicBezTo>
                      <a:cubicBezTo>
                        <a:pt x="29" y="124"/>
                        <a:pt x="29" y="125"/>
                        <a:pt x="29" y="125"/>
                      </a:cubicBezTo>
                      <a:cubicBezTo>
                        <a:pt x="29" y="125"/>
                        <a:pt x="29" y="126"/>
                        <a:pt x="29" y="126"/>
                      </a:cubicBezTo>
                      <a:cubicBezTo>
                        <a:pt x="29" y="126"/>
                        <a:pt x="29" y="126"/>
                        <a:pt x="29" y="126"/>
                      </a:cubicBezTo>
                      <a:cubicBezTo>
                        <a:pt x="29" y="126"/>
                        <a:pt x="29" y="127"/>
                        <a:pt x="29" y="127"/>
                      </a:cubicBezTo>
                      <a:cubicBezTo>
                        <a:pt x="29" y="127"/>
                        <a:pt x="29" y="127"/>
                        <a:pt x="29" y="128"/>
                      </a:cubicBezTo>
                      <a:cubicBezTo>
                        <a:pt x="29" y="128"/>
                        <a:pt x="28" y="128"/>
                        <a:pt x="28" y="128"/>
                      </a:cubicBezTo>
                      <a:cubicBezTo>
                        <a:pt x="28" y="129"/>
                        <a:pt x="28" y="129"/>
                        <a:pt x="28" y="129"/>
                      </a:cubicBezTo>
                      <a:cubicBezTo>
                        <a:pt x="28" y="130"/>
                        <a:pt x="27" y="131"/>
                        <a:pt x="27" y="131"/>
                      </a:cubicBezTo>
                      <a:cubicBezTo>
                        <a:pt x="27" y="131"/>
                        <a:pt x="27" y="131"/>
                        <a:pt x="27" y="132"/>
                      </a:cubicBezTo>
                      <a:cubicBezTo>
                        <a:pt x="27" y="132"/>
                        <a:pt x="27" y="132"/>
                        <a:pt x="27" y="133"/>
                      </a:cubicBezTo>
                      <a:cubicBezTo>
                        <a:pt x="27" y="133"/>
                        <a:pt x="26" y="134"/>
                        <a:pt x="26" y="134"/>
                      </a:cubicBezTo>
                      <a:cubicBezTo>
                        <a:pt x="26" y="134"/>
                        <a:pt x="26" y="136"/>
                        <a:pt x="26" y="136"/>
                      </a:cubicBezTo>
                      <a:cubicBezTo>
                        <a:pt x="26" y="136"/>
                        <a:pt x="26" y="137"/>
                        <a:pt x="26" y="137"/>
                      </a:cubicBezTo>
                      <a:cubicBezTo>
                        <a:pt x="26" y="138"/>
                        <a:pt x="25" y="138"/>
                        <a:pt x="25" y="138"/>
                      </a:cubicBezTo>
                      <a:cubicBezTo>
                        <a:pt x="25" y="139"/>
                        <a:pt x="25" y="140"/>
                        <a:pt x="25" y="140"/>
                      </a:cubicBezTo>
                      <a:cubicBezTo>
                        <a:pt x="25" y="140"/>
                        <a:pt x="24" y="141"/>
                        <a:pt x="24" y="141"/>
                      </a:cubicBezTo>
                      <a:cubicBezTo>
                        <a:pt x="24" y="142"/>
                        <a:pt x="23" y="142"/>
                        <a:pt x="23" y="142"/>
                      </a:cubicBezTo>
                      <a:cubicBezTo>
                        <a:pt x="23" y="143"/>
                        <a:pt x="23" y="143"/>
                        <a:pt x="23" y="143"/>
                      </a:cubicBezTo>
                      <a:cubicBezTo>
                        <a:pt x="22" y="144"/>
                        <a:pt x="22" y="144"/>
                        <a:pt x="22" y="144"/>
                      </a:cubicBezTo>
                      <a:cubicBezTo>
                        <a:pt x="22" y="145"/>
                        <a:pt x="22" y="145"/>
                        <a:pt x="22" y="145"/>
                      </a:cubicBezTo>
                      <a:cubicBezTo>
                        <a:pt x="23" y="145"/>
                        <a:pt x="23" y="146"/>
                        <a:pt x="22" y="146"/>
                      </a:cubicBezTo>
                      <a:cubicBezTo>
                        <a:pt x="22" y="146"/>
                        <a:pt x="22" y="147"/>
                        <a:pt x="21" y="147"/>
                      </a:cubicBezTo>
                      <a:cubicBezTo>
                        <a:pt x="21" y="147"/>
                        <a:pt x="21" y="149"/>
                        <a:pt x="21" y="149"/>
                      </a:cubicBezTo>
                      <a:cubicBezTo>
                        <a:pt x="21" y="150"/>
                        <a:pt x="21" y="150"/>
                        <a:pt x="21" y="151"/>
                      </a:cubicBezTo>
                      <a:cubicBezTo>
                        <a:pt x="20" y="151"/>
                        <a:pt x="20" y="152"/>
                        <a:pt x="20" y="152"/>
                      </a:cubicBezTo>
                      <a:cubicBezTo>
                        <a:pt x="20" y="152"/>
                        <a:pt x="20" y="153"/>
                        <a:pt x="20" y="153"/>
                      </a:cubicBezTo>
                      <a:cubicBezTo>
                        <a:pt x="20" y="153"/>
                        <a:pt x="19" y="154"/>
                        <a:pt x="19" y="154"/>
                      </a:cubicBezTo>
                      <a:cubicBezTo>
                        <a:pt x="19" y="154"/>
                        <a:pt x="18" y="154"/>
                        <a:pt x="19" y="155"/>
                      </a:cubicBezTo>
                      <a:cubicBezTo>
                        <a:pt x="19" y="155"/>
                        <a:pt x="19" y="155"/>
                        <a:pt x="19" y="155"/>
                      </a:cubicBezTo>
                      <a:cubicBezTo>
                        <a:pt x="19" y="155"/>
                        <a:pt x="18" y="156"/>
                        <a:pt x="18" y="156"/>
                      </a:cubicBezTo>
                      <a:cubicBezTo>
                        <a:pt x="18" y="156"/>
                        <a:pt x="18" y="156"/>
                        <a:pt x="18" y="156"/>
                      </a:cubicBezTo>
                      <a:cubicBezTo>
                        <a:pt x="18" y="157"/>
                        <a:pt x="18" y="157"/>
                        <a:pt x="18" y="157"/>
                      </a:cubicBezTo>
                      <a:cubicBezTo>
                        <a:pt x="18" y="158"/>
                        <a:pt x="18" y="158"/>
                        <a:pt x="17" y="158"/>
                      </a:cubicBezTo>
                      <a:cubicBezTo>
                        <a:pt x="17" y="158"/>
                        <a:pt x="16" y="158"/>
                        <a:pt x="16" y="158"/>
                      </a:cubicBezTo>
                      <a:cubicBezTo>
                        <a:pt x="16" y="158"/>
                        <a:pt x="15" y="158"/>
                        <a:pt x="15" y="158"/>
                      </a:cubicBezTo>
                      <a:cubicBezTo>
                        <a:pt x="15" y="159"/>
                        <a:pt x="15" y="159"/>
                        <a:pt x="15" y="160"/>
                      </a:cubicBezTo>
                      <a:cubicBezTo>
                        <a:pt x="15" y="160"/>
                        <a:pt x="15" y="160"/>
                        <a:pt x="15" y="161"/>
                      </a:cubicBezTo>
                      <a:cubicBezTo>
                        <a:pt x="15" y="161"/>
                        <a:pt x="15" y="161"/>
                        <a:pt x="15" y="161"/>
                      </a:cubicBezTo>
                      <a:cubicBezTo>
                        <a:pt x="15" y="162"/>
                        <a:pt x="15" y="162"/>
                        <a:pt x="15" y="162"/>
                      </a:cubicBezTo>
                      <a:cubicBezTo>
                        <a:pt x="15" y="162"/>
                        <a:pt x="15" y="163"/>
                        <a:pt x="15" y="163"/>
                      </a:cubicBezTo>
                      <a:cubicBezTo>
                        <a:pt x="15" y="163"/>
                        <a:pt x="16" y="164"/>
                        <a:pt x="16" y="165"/>
                      </a:cubicBezTo>
                      <a:cubicBezTo>
                        <a:pt x="16" y="165"/>
                        <a:pt x="16" y="165"/>
                        <a:pt x="16" y="166"/>
                      </a:cubicBezTo>
                      <a:cubicBezTo>
                        <a:pt x="16" y="166"/>
                        <a:pt x="16" y="167"/>
                        <a:pt x="16" y="167"/>
                      </a:cubicBezTo>
                      <a:cubicBezTo>
                        <a:pt x="16" y="167"/>
                        <a:pt x="16" y="167"/>
                        <a:pt x="16" y="168"/>
                      </a:cubicBezTo>
                      <a:cubicBezTo>
                        <a:pt x="16" y="168"/>
                        <a:pt x="16" y="170"/>
                        <a:pt x="16" y="171"/>
                      </a:cubicBezTo>
                      <a:cubicBezTo>
                        <a:pt x="16" y="171"/>
                        <a:pt x="16" y="171"/>
                        <a:pt x="16" y="171"/>
                      </a:cubicBezTo>
                      <a:cubicBezTo>
                        <a:pt x="16" y="172"/>
                        <a:pt x="16" y="172"/>
                        <a:pt x="16" y="172"/>
                      </a:cubicBezTo>
                      <a:cubicBezTo>
                        <a:pt x="17" y="172"/>
                        <a:pt x="17" y="172"/>
                        <a:pt x="17" y="172"/>
                      </a:cubicBezTo>
                      <a:cubicBezTo>
                        <a:pt x="17" y="172"/>
                        <a:pt x="18" y="172"/>
                        <a:pt x="18" y="172"/>
                      </a:cubicBezTo>
                      <a:cubicBezTo>
                        <a:pt x="18" y="172"/>
                        <a:pt x="18" y="172"/>
                        <a:pt x="18" y="172"/>
                      </a:cubicBezTo>
                      <a:cubicBezTo>
                        <a:pt x="17" y="172"/>
                        <a:pt x="17" y="172"/>
                        <a:pt x="17" y="172"/>
                      </a:cubicBezTo>
                      <a:cubicBezTo>
                        <a:pt x="17" y="173"/>
                        <a:pt x="17" y="173"/>
                        <a:pt x="17" y="173"/>
                      </a:cubicBezTo>
                      <a:cubicBezTo>
                        <a:pt x="17" y="173"/>
                        <a:pt x="18" y="173"/>
                        <a:pt x="18" y="173"/>
                      </a:cubicBezTo>
                      <a:cubicBezTo>
                        <a:pt x="18" y="173"/>
                        <a:pt x="18" y="173"/>
                        <a:pt x="18" y="173"/>
                      </a:cubicBezTo>
                      <a:cubicBezTo>
                        <a:pt x="18" y="173"/>
                        <a:pt x="18" y="174"/>
                        <a:pt x="18" y="174"/>
                      </a:cubicBezTo>
                      <a:cubicBezTo>
                        <a:pt x="17" y="174"/>
                        <a:pt x="17" y="173"/>
                        <a:pt x="17" y="173"/>
                      </a:cubicBezTo>
                      <a:cubicBezTo>
                        <a:pt x="17" y="174"/>
                        <a:pt x="17" y="174"/>
                        <a:pt x="17" y="174"/>
                      </a:cubicBezTo>
                      <a:cubicBezTo>
                        <a:pt x="17" y="174"/>
                        <a:pt x="17" y="175"/>
                        <a:pt x="18" y="175"/>
                      </a:cubicBezTo>
                      <a:cubicBezTo>
                        <a:pt x="18" y="175"/>
                        <a:pt x="18" y="175"/>
                        <a:pt x="18" y="176"/>
                      </a:cubicBezTo>
                      <a:cubicBezTo>
                        <a:pt x="18" y="176"/>
                        <a:pt x="18" y="176"/>
                        <a:pt x="18" y="177"/>
                      </a:cubicBezTo>
                      <a:cubicBezTo>
                        <a:pt x="18" y="177"/>
                        <a:pt x="18" y="178"/>
                        <a:pt x="18" y="179"/>
                      </a:cubicBezTo>
                      <a:cubicBezTo>
                        <a:pt x="18" y="179"/>
                        <a:pt x="18" y="179"/>
                        <a:pt x="17" y="180"/>
                      </a:cubicBezTo>
                      <a:cubicBezTo>
                        <a:pt x="17" y="180"/>
                        <a:pt x="17" y="180"/>
                        <a:pt x="17" y="181"/>
                      </a:cubicBezTo>
                      <a:cubicBezTo>
                        <a:pt x="17" y="181"/>
                        <a:pt x="17" y="181"/>
                        <a:pt x="17" y="182"/>
                      </a:cubicBezTo>
                      <a:cubicBezTo>
                        <a:pt x="17" y="182"/>
                        <a:pt x="17" y="182"/>
                        <a:pt x="17" y="182"/>
                      </a:cubicBezTo>
                      <a:cubicBezTo>
                        <a:pt x="17" y="182"/>
                        <a:pt x="17" y="183"/>
                        <a:pt x="17" y="183"/>
                      </a:cubicBezTo>
                      <a:cubicBezTo>
                        <a:pt x="17" y="183"/>
                        <a:pt x="16" y="182"/>
                        <a:pt x="16" y="182"/>
                      </a:cubicBezTo>
                      <a:cubicBezTo>
                        <a:pt x="16" y="182"/>
                        <a:pt x="16" y="183"/>
                        <a:pt x="16" y="183"/>
                      </a:cubicBezTo>
                      <a:cubicBezTo>
                        <a:pt x="16" y="183"/>
                        <a:pt x="15" y="183"/>
                        <a:pt x="15" y="183"/>
                      </a:cubicBezTo>
                      <a:cubicBezTo>
                        <a:pt x="15" y="183"/>
                        <a:pt x="15" y="184"/>
                        <a:pt x="15" y="184"/>
                      </a:cubicBezTo>
                      <a:cubicBezTo>
                        <a:pt x="15" y="184"/>
                        <a:pt x="15" y="184"/>
                        <a:pt x="15" y="184"/>
                      </a:cubicBezTo>
                      <a:cubicBezTo>
                        <a:pt x="15" y="185"/>
                        <a:pt x="15" y="185"/>
                        <a:pt x="15" y="185"/>
                      </a:cubicBezTo>
                      <a:cubicBezTo>
                        <a:pt x="15" y="185"/>
                        <a:pt x="14" y="186"/>
                        <a:pt x="14" y="186"/>
                      </a:cubicBezTo>
                      <a:cubicBezTo>
                        <a:pt x="14" y="186"/>
                        <a:pt x="14" y="188"/>
                        <a:pt x="14" y="188"/>
                      </a:cubicBezTo>
                      <a:cubicBezTo>
                        <a:pt x="14" y="188"/>
                        <a:pt x="14" y="188"/>
                        <a:pt x="14" y="188"/>
                      </a:cubicBezTo>
                      <a:cubicBezTo>
                        <a:pt x="14" y="188"/>
                        <a:pt x="14" y="189"/>
                        <a:pt x="14" y="189"/>
                      </a:cubicBezTo>
                      <a:cubicBezTo>
                        <a:pt x="14" y="189"/>
                        <a:pt x="14" y="190"/>
                        <a:pt x="13" y="190"/>
                      </a:cubicBezTo>
                      <a:cubicBezTo>
                        <a:pt x="13" y="190"/>
                        <a:pt x="14" y="191"/>
                        <a:pt x="14" y="191"/>
                      </a:cubicBezTo>
                      <a:cubicBezTo>
                        <a:pt x="14" y="191"/>
                        <a:pt x="13" y="191"/>
                        <a:pt x="13" y="191"/>
                      </a:cubicBezTo>
                      <a:cubicBezTo>
                        <a:pt x="13" y="192"/>
                        <a:pt x="14" y="192"/>
                        <a:pt x="13" y="192"/>
                      </a:cubicBezTo>
                      <a:cubicBezTo>
                        <a:pt x="13" y="192"/>
                        <a:pt x="13" y="192"/>
                        <a:pt x="13" y="192"/>
                      </a:cubicBezTo>
                      <a:cubicBezTo>
                        <a:pt x="13" y="192"/>
                        <a:pt x="13" y="194"/>
                        <a:pt x="13" y="194"/>
                      </a:cubicBezTo>
                      <a:cubicBezTo>
                        <a:pt x="13" y="194"/>
                        <a:pt x="13" y="194"/>
                        <a:pt x="13" y="194"/>
                      </a:cubicBezTo>
                      <a:cubicBezTo>
                        <a:pt x="13" y="195"/>
                        <a:pt x="13" y="195"/>
                        <a:pt x="13" y="195"/>
                      </a:cubicBezTo>
                      <a:cubicBezTo>
                        <a:pt x="14" y="195"/>
                        <a:pt x="14" y="196"/>
                        <a:pt x="14" y="197"/>
                      </a:cubicBezTo>
                      <a:cubicBezTo>
                        <a:pt x="14" y="197"/>
                        <a:pt x="14" y="197"/>
                        <a:pt x="14" y="197"/>
                      </a:cubicBezTo>
                      <a:cubicBezTo>
                        <a:pt x="14" y="198"/>
                        <a:pt x="14" y="198"/>
                        <a:pt x="14" y="198"/>
                      </a:cubicBezTo>
                      <a:cubicBezTo>
                        <a:pt x="14" y="198"/>
                        <a:pt x="15" y="198"/>
                        <a:pt x="15" y="198"/>
                      </a:cubicBezTo>
                      <a:cubicBezTo>
                        <a:pt x="15" y="198"/>
                        <a:pt x="15" y="199"/>
                        <a:pt x="15" y="199"/>
                      </a:cubicBezTo>
                      <a:cubicBezTo>
                        <a:pt x="15" y="199"/>
                        <a:pt x="15" y="199"/>
                        <a:pt x="15" y="199"/>
                      </a:cubicBezTo>
                      <a:cubicBezTo>
                        <a:pt x="14" y="199"/>
                        <a:pt x="14" y="200"/>
                        <a:pt x="14" y="200"/>
                      </a:cubicBezTo>
                      <a:cubicBezTo>
                        <a:pt x="15" y="200"/>
                        <a:pt x="15" y="200"/>
                        <a:pt x="15" y="200"/>
                      </a:cubicBezTo>
                      <a:cubicBezTo>
                        <a:pt x="15" y="200"/>
                        <a:pt x="16" y="200"/>
                        <a:pt x="16" y="200"/>
                      </a:cubicBezTo>
                      <a:cubicBezTo>
                        <a:pt x="16" y="200"/>
                        <a:pt x="16" y="200"/>
                        <a:pt x="16" y="200"/>
                      </a:cubicBezTo>
                      <a:cubicBezTo>
                        <a:pt x="16" y="200"/>
                        <a:pt x="16" y="200"/>
                        <a:pt x="16" y="200"/>
                      </a:cubicBezTo>
                      <a:cubicBezTo>
                        <a:pt x="16" y="200"/>
                        <a:pt x="16" y="200"/>
                        <a:pt x="16" y="200"/>
                      </a:cubicBezTo>
                      <a:cubicBezTo>
                        <a:pt x="16" y="200"/>
                        <a:pt x="16" y="200"/>
                        <a:pt x="16" y="200"/>
                      </a:cubicBezTo>
                      <a:cubicBezTo>
                        <a:pt x="16" y="200"/>
                        <a:pt x="16" y="200"/>
                        <a:pt x="16" y="200"/>
                      </a:cubicBezTo>
                      <a:cubicBezTo>
                        <a:pt x="16" y="200"/>
                        <a:pt x="16" y="200"/>
                        <a:pt x="17" y="200"/>
                      </a:cubicBezTo>
                      <a:cubicBezTo>
                        <a:pt x="17" y="200"/>
                        <a:pt x="18" y="200"/>
                        <a:pt x="18" y="200"/>
                      </a:cubicBezTo>
                      <a:cubicBezTo>
                        <a:pt x="18" y="200"/>
                        <a:pt x="18" y="200"/>
                        <a:pt x="18" y="200"/>
                      </a:cubicBezTo>
                      <a:cubicBezTo>
                        <a:pt x="18" y="200"/>
                        <a:pt x="19" y="200"/>
                        <a:pt x="19" y="200"/>
                      </a:cubicBezTo>
                      <a:cubicBezTo>
                        <a:pt x="19" y="200"/>
                        <a:pt x="19" y="199"/>
                        <a:pt x="19" y="199"/>
                      </a:cubicBezTo>
                      <a:cubicBezTo>
                        <a:pt x="19" y="199"/>
                        <a:pt x="19" y="199"/>
                        <a:pt x="19" y="199"/>
                      </a:cubicBezTo>
                      <a:cubicBezTo>
                        <a:pt x="19" y="198"/>
                        <a:pt x="19" y="198"/>
                        <a:pt x="19" y="198"/>
                      </a:cubicBezTo>
                      <a:cubicBezTo>
                        <a:pt x="19" y="198"/>
                        <a:pt x="19" y="198"/>
                        <a:pt x="19" y="198"/>
                      </a:cubicBezTo>
                      <a:cubicBezTo>
                        <a:pt x="19" y="198"/>
                        <a:pt x="20" y="198"/>
                        <a:pt x="20" y="198"/>
                      </a:cubicBezTo>
                      <a:cubicBezTo>
                        <a:pt x="20" y="197"/>
                        <a:pt x="20" y="197"/>
                        <a:pt x="20" y="197"/>
                      </a:cubicBezTo>
                      <a:cubicBezTo>
                        <a:pt x="20" y="197"/>
                        <a:pt x="20" y="197"/>
                        <a:pt x="20" y="197"/>
                      </a:cubicBezTo>
                      <a:cubicBezTo>
                        <a:pt x="21" y="197"/>
                        <a:pt x="21" y="198"/>
                        <a:pt x="21" y="198"/>
                      </a:cubicBezTo>
                      <a:cubicBezTo>
                        <a:pt x="21" y="198"/>
                        <a:pt x="21" y="198"/>
                        <a:pt x="21" y="198"/>
                      </a:cubicBezTo>
                      <a:cubicBezTo>
                        <a:pt x="22" y="198"/>
                        <a:pt x="22" y="199"/>
                        <a:pt x="22" y="199"/>
                      </a:cubicBezTo>
                      <a:cubicBezTo>
                        <a:pt x="22" y="199"/>
                        <a:pt x="22" y="199"/>
                        <a:pt x="22" y="200"/>
                      </a:cubicBezTo>
                      <a:cubicBezTo>
                        <a:pt x="22" y="200"/>
                        <a:pt x="21" y="200"/>
                        <a:pt x="21" y="201"/>
                      </a:cubicBezTo>
                      <a:cubicBezTo>
                        <a:pt x="21" y="201"/>
                        <a:pt x="21" y="201"/>
                        <a:pt x="21" y="201"/>
                      </a:cubicBezTo>
                      <a:cubicBezTo>
                        <a:pt x="21" y="201"/>
                        <a:pt x="21" y="201"/>
                        <a:pt x="21" y="201"/>
                      </a:cubicBezTo>
                      <a:cubicBezTo>
                        <a:pt x="21" y="202"/>
                        <a:pt x="21" y="202"/>
                        <a:pt x="22" y="202"/>
                      </a:cubicBezTo>
                      <a:cubicBezTo>
                        <a:pt x="22" y="202"/>
                        <a:pt x="22" y="202"/>
                        <a:pt x="22" y="202"/>
                      </a:cubicBezTo>
                      <a:cubicBezTo>
                        <a:pt x="23" y="202"/>
                        <a:pt x="23" y="202"/>
                        <a:pt x="23" y="202"/>
                      </a:cubicBezTo>
                      <a:cubicBezTo>
                        <a:pt x="23" y="202"/>
                        <a:pt x="23" y="202"/>
                        <a:pt x="23" y="202"/>
                      </a:cubicBezTo>
                      <a:cubicBezTo>
                        <a:pt x="23" y="202"/>
                        <a:pt x="23" y="202"/>
                        <a:pt x="23" y="202"/>
                      </a:cubicBezTo>
                      <a:cubicBezTo>
                        <a:pt x="24" y="202"/>
                        <a:pt x="24" y="202"/>
                        <a:pt x="24" y="202"/>
                      </a:cubicBezTo>
                      <a:cubicBezTo>
                        <a:pt x="23" y="203"/>
                        <a:pt x="23" y="203"/>
                        <a:pt x="23" y="204"/>
                      </a:cubicBezTo>
                      <a:cubicBezTo>
                        <a:pt x="23" y="204"/>
                        <a:pt x="23" y="204"/>
                        <a:pt x="23" y="205"/>
                      </a:cubicBezTo>
                      <a:cubicBezTo>
                        <a:pt x="23" y="205"/>
                        <a:pt x="23" y="205"/>
                        <a:pt x="23" y="205"/>
                      </a:cubicBezTo>
                      <a:cubicBezTo>
                        <a:pt x="23" y="205"/>
                        <a:pt x="23" y="205"/>
                        <a:pt x="23" y="205"/>
                      </a:cubicBezTo>
                      <a:cubicBezTo>
                        <a:pt x="23" y="205"/>
                        <a:pt x="23" y="206"/>
                        <a:pt x="24" y="206"/>
                      </a:cubicBezTo>
                      <a:cubicBezTo>
                        <a:pt x="24" y="206"/>
                        <a:pt x="24" y="206"/>
                        <a:pt x="24" y="206"/>
                      </a:cubicBezTo>
                      <a:cubicBezTo>
                        <a:pt x="24" y="206"/>
                        <a:pt x="24" y="206"/>
                        <a:pt x="24" y="206"/>
                      </a:cubicBezTo>
                      <a:cubicBezTo>
                        <a:pt x="23" y="206"/>
                        <a:pt x="23" y="205"/>
                        <a:pt x="23" y="205"/>
                      </a:cubicBezTo>
                      <a:cubicBezTo>
                        <a:pt x="23" y="205"/>
                        <a:pt x="23" y="205"/>
                        <a:pt x="23" y="204"/>
                      </a:cubicBezTo>
                      <a:cubicBezTo>
                        <a:pt x="23" y="204"/>
                        <a:pt x="23" y="204"/>
                        <a:pt x="23" y="204"/>
                      </a:cubicBezTo>
                      <a:cubicBezTo>
                        <a:pt x="22" y="204"/>
                        <a:pt x="22" y="204"/>
                        <a:pt x="22" y="204"/>
                      </a:cubicBezTo>
                      <a:cubicBezTo>
                        <a:pt x="21" y="204"/>
                        <a:pt x="21" y="204"/>
                        <a:pt x="21" y="204"/>
                      </a:cubicBezTo>
                      <a:cubicBezTo>
                        <a:pt x="21" y="205"/>
                        <a:pt x="21" y="205"/>
                        <a:pt x="21" y="205"/>
                      </a:cubicBezTo>
                      <a:cubicBezTo>
                        <a:pt x="21" y="205"/>
                        <a:pt x="21" y="205"/>
                        <a:pt x="21" y="205"/>
                      </a:cubicBezTo>
                      <a:cubicBezTo>
                        <a:pt x="21" y="206"/>
                        <a:pt x="21" y="206"/>
                        <a:pt x="22" y="206"/>
                      </a:cubicBezTo>
                      <a:cubicBezTo>
                        <a:pt x="22" y="206"/>
                        <a:pt x="22" y="207"/>
                        <a:pt x="22" y="207"/>
                      </a:cubicBezTo>
                      <a:cubicBezTo>
                        <a:pt x="22" y="207"/>
                        <a:pt x="22" y="207"/>
                        <a:pt x="22" y="207"/>
                      </a:cubicBezTo>
                      <a:cubicBezTo>
                        <a:pt x="22" y="207"/>
                        <a:pt x="22" y="207"/>
                        <a:pt x="22" y="208"/>
                      </a:cubicBezTo>
                      <a:cubicBezTo>
                        <a:pt x="22" y="207"/>
                        <a:pt x="22" y="207"/>
                        <a:pt x="22" y="207"/>
                      </a:cubicBezTo>
                      <a:cubicBezTo>
                        <a:pt x="21" y="207"/>
                        <a:pt x="21" y="207"/>
                        <a:pt x="21" y="207"/>
                      </a:cubicBezTo>
                      <a:cubicBezTo>
                        <a:pt x="21" y="207"/>
                        <a:pt x="21" y="207"/>
                        <a:pt x="21" y="207"/>
                      </a:cubicBezTo>
                      <a:cubicBezTo>
                        <a:pt x="21" y="207"/>
                        <a:pt x="21" y="208"/>
                        <a:pt x="21" y="208"/>
                      </a:cubicBezTo>
                      <a:cubicBezTo>
                        <a:pt x="21" y="208"/>
                        <a:pt x="21" y="208"/>
                        <a:pt x="21" y="209"/>
                      </a:cubicBezTo>
                      <a:cubicBezTo>
                        <a:pt x="21" y="209"/>
                        <a:pt x="21" y="209"/>
                        <a:pt x="21" y="209"/>
                      </a:cubicBezTo>
                      <a:cubicBezTo>
                        <a:pt x="21" y="209"/>
                        <a:pt x="21" y="209"/>
                        <a:pt x="21" y="210"/>
                      </a:cubicBezTo>
                      <a:cubicBezTo>
                        <a:pt x="21" y="210"/>
                        <a:pt x="21" y="210"/>
                        <a:pt x="21" y="210"/>
                      </a:cubicBezTo>
                      <a:cubicBezTo>
                        <a:pt x="21" y="210"/>
                        <a:pt x="21" y="210"/>
                        <a:pt x="21" y="210"/>
                      </a:cubicBezTo>
                      <a:cubicBezTo>
                        <a:pt x="21" y="210"/>
                        <a:pt x="21" y="210"/>
                        <a:pt x="21" y="211"/>
                      </a:cubicBezTo>
                      <a:cubicBezTo>
                        <a:pt x="21" y="211"/>
                        <a:pt x="21" y="211"/>
                        <a:pt x="21" y="211"/>
                      </a:cubicBezTo>
                      <a:cubicBezTo>
                        <a:pt x="21" y="211"/>
                        <a:pt x="21" y="211"/>
                        <a:pt x="21" y="211"/>
                      </a:cubicBezTo>
                      <a:cubicBezTo>
                        <a:pt x="21" y="211"/>
                        <a:pt x="21" y="212"/>
                        <a:pt x="21" y="212"/>
                      </a:cubicBezTo>
                      <a:cubicBezTo>
                        <a:pt x="21" y="212"/>
                        <a:pt x="21" y="212"/>
                        <a:pt x="21" y="212"/>
                      </a:cubicBezTo>
                      <a:cubicBezTo>
                        <a:pt x="20" y="212"/>
                        <a:pt x="20" y="212"/>
                        <a:pt x="20" y="212"/>
                      </a:cubicBezTo>
                      <a:cubicBezTo>
                        <a:pt x="20" y="213"/>
                        <a:pt x="20" y="213"/>
                        <a:pt x="20" y="213"/>
                      </a:cubicBezTo>
                      <a:cubicBezTo>
                        <a:pt x="20" y="213"/>
                        <a:pt x="20" y="213"/>
                        <a:pt x="20" y="213"/>
                      </a:cubicBezTo>
                      <a:cubicBezTo>
                        <a:pt x="20" y="213"/>
                        <a:pt x="20" y="213"/>
                        <a:pt x="20" y="213"/>
                      </a:cubicBezTo>
                      <a:cubicBezTo>
                        <a:pt x="20" y="213"/>
                        <a:pt x="20" y="214"/>
                        <a:pt x="20" y="214"/>
                      </a:cubicBezTo>
                      <a:cubicBezTo>
                        <a:pt x="20" y="214"/>
                        <a:pt x="20" y="214"/>
                        <a:pt x="20" y="214"/>
                      </a:cubicBezTo>
                      <a:cubicBezTo>
                        <a:pt x="20" y="214"/>
                        <a:pt x="20" y="214"/>
                        <a:pt x="20" y="214"/>
                      </a:cubicBezTo>
                      <a:cubicBezTo>
                        <a:pt x="20" y="214"/>
                        <a:pt x="20" y="214"/>
                        <a:pt x="20" y="214"/>
                      </a:cubicBezTo>
                      <a:cubicBezTo>
                        <a:pt x="20" y="214"/>
                        <a:pt x="20" y="215"/>
                        <a:pt x="19" y="215"/>
                      </a:cubicBezTo>
                      <a:cubicBezTo>
                        <a:pt x="19" y="215"/>
                        <a:pt x="19" y="215"/>
                        <a:pt x="19" y="215"/>
                      </a:cubicBezTo>
                      <a:cubicBezTo>
                        <a:pt x="19" y="215"/>
                        <a:pt x="19" y="215"/>
                        <a:pt x="19" y="215"/>
                      </a:cubicBezTo>
                      <a:cubicBezTo>
                        <a:pt x="19" y="215"/>
                        <a:pt x="19" y="216"/>
                        <a:pt x="19" y="216"/>
                      </a:cubicBezTo>
                      <a:cubicBezTo>
                        <a:pt x="19" y="216"/>
                        <a:pt x="19" y="216"/>
                        <a:pt x="19" y="216"/>
                      </a:cubicBezTo>
                      <a:cubicBezTo>
                        <a:pt x="19" y="216"/>
                        <a:pt x="19" y="216"/>
                        <a:pt x="19" y="216"/>
                      </a:cubicBezTo>
                      <a:cubicBezTo>
                        <a:pt x="19" y="216"/>
                        <a:pt x="19" y="217"/>
                        <a:pt x="19" y="217"/>
                      </a:cubicBezTo>
                      <a:cubicBezTo>
                        <a:pt x="19" y="217"/>
                        <a:pt x="20" y="217"/>
                        <a:pt x="20" y="217"/>
                      </a:cubicBezTo>
                      <a:cubicBezTo>
                        <a:pt x="20" y="217"/>
                        <a:pt x="20" y="217"/>
                        <a:pt x="20" y="217"/>
                      </a:cubicBezTo>
                      <a:cubicBezTo>
                        <a:pt x="20" y="218"/>
                        <a:pt x="20" y="218"/>
                        <a:pt x="20" y="218"/>
                      </a:cubicBezTo>
                      <a:cubicBezTo>
                        <a:pt x="20" y="218"/>
                        <a:pt x="20" y="218"/>
                        <a:pt x="20" y="218"/>
                      </a:cubicBezTo>
                      <a:cubicBezTo>
                        <a:pt x="20" y="218"/>
                        <a:pt x="20" y="218"/>
                        <a:pt x="20" y="218"/>
                      </a:cubicBezTo>
                      <a:cubicBezTo>
                        <a:pt x="20" y="218"/>
                        <a:pt x="20" y="218"/>
                        <a:pt x="19" y="218"/>
                      </a:cubicBezTo>
                      <a:cubicBezTo>
                        <a:pt x="19" y="219"/>
                        <a:pt x="19" y="219"/>
                        <a:pt x="19" y="219"/>
                      </a:cubicBezTo>
                      <a:cubicBezTo>
                        <a:pt x="19" y="219"/>
                        <a:pt x="19" y="219"/>
                        <a:pt x="19" y="219"/>
                      </a:cubicBezTo>
                      <a:cubicBezTo>
                        <a:pt x="19" y="219"/>
                        <a:pt x="19" y="219"/>
                        <a:pt x="19" y="219"/>
                      </a:cubicBezTo>
                      <a:cubicBezTo>
                        <a:pt x="20" y="219"/>
                        <a:pt x="20" y="219"/>
                        <a:pt x="20" y="219"/>
                      </a:cubicBezTo>
                      <a:cubicBezTo>
                        <a:pt x="20" y="219"/>
                        <a:pt x="20" y="219"/>
                        <a:pt x="20" y="219"/>
                      </a:cubicBezTo>
                      <a:cubicBezTo>
                        <a:pt x="21" y="219"/>
                        <a:pt x="21" y="219"/>
                        <a:pt x="20" y="219"/>
                      </a:cubicBezTo>
                      <a:cubicBezTo>
                        <a:pt x="20" y="219"/>
                        <a:pt x="20" y="219"/>
                        <a:pt x="20" y="219"/>
                      </a:cubicBezTo>
                      <a:cubicBezTo>
                        <a:pt x="20" y="219"/>
                        <a:pt x="20" y="219"/>
                        <a:pt x="20" y="219"/>
                      </a:cubicBezTo>
                      <a:cubicBezTo>
                        <a:pt x="20" y="219"/>
                        <a:pt x="20" y="220"/>
                        <a:pt x="20" y="220"/>
                      </a:cubicBezTo>
                      <a:cubicBezTo>
                        <a:pt x="20" y="220"/>
                        <a:pt x="19" y="220"/>
                        <a:pt x="19" y="220"/>
                      </a:cubicBezTo>
                      <a:cubicBezTo>
                        <a:pt x="19" y="220"/>
                        <a:pt x="19" y="220"/>
                        <a:pt x="19" y="220"/>
                      </a:cubicBezTo>
                      <a:cubicBezTo>
                        <a:pt x="19" y="220"/>
                        <a:pt x="19" y="221"/>
                        <a:pt x="19" y="221"/>
                      </a:cubicBezTo>
                      <a:cubicBezTo>
                        <a:pt x="19" y="221"/>
                        <a:pt x="19" y="221"/>
                        <a:pt x="19" y="221"/>
                      </a:cubicBezTo>
                      <a:cubicBezTo>
                        <a:pt x="19" y="221"/>
                        <a:pt x="19" y="221"/>
                        <a:pt x="19" y="221"/>
                      </a:cubicBezTo>
                      <a:cubicBezTo>
                        <a:pt x="19" y="221"/>
                        <a:pt x="19" y="221"/>
                        <a:pt x="19" y="221"/>
                      </a:cubicBezTo>
                      <a:cubicBezTo>
                        <a:pt x="19" y="221"/>
                        <a:pt x="19" y="221"/>
                        <a:pt x="19" y="221"/>
                      </a:cubicBezTo>
                      <a:cubicBezTo>
                        <a:pt x="19" y="221"/>
                        <a:pt x="19" y="220"/>
                        <a:pt x="19" y="220"/>
                      </a:cubicBezTo>
                      <a:cubicBezTo>
                        <a:pt x="19" y="220"/>
                        <a:pt x="18" y="220"/>
                        <a:pt x="18" y="220"/>
                      </a:cubicBezTo>
                      <a:cubicBezTo>
                        <a:pt x="18" y="220"/>
                        <a:pt x="18" y="220"/>
                        <a:pt x="18" y="220"/>
                      </a:cubicBezTo>
                      <a:cubicBezTo>
                        <a:pt x="18" y="221"/>
                        <a:pt x="18" y="221"/>
                        <a:pt x="18" y="221"/>
                      </a:cubicBezTo>
                      <a:cubicBezTo>
                        <a:pt x="18" y="221"/>
                        <a:pt x="18" y="221"/>
                        <a:pt x="18" y="221"/>
                      </a:cubicBezTo>
                      <a:cubicBezTo>
                        <a:pt x="18" y="221"/>
                        <a:pt x="18" y="221"/>
                        <a:pt x="18" y="221"/>
                      </a:cubicBezTo>
                      <a:cubicBezTo>
                        <a:pt x="18" y="221"/>
                        <a:pt x="18" y="221"/>
                        <a:pt x="18" y="221"/>
                      </a:cubicBezTo>
                      <a:cubicBezTo>
                        <a:pt x="18" y="221"/>
                        <a:pt x="18" y="221"/>
                        <a:pt x="18" y="221"/>
                      </a:cubicBezTo>
                      <a:cubicBezTo>
                        <a:pt x="18" y="222"/>
                        <a:pt x="18" y="222"/>
                        <a:pt x="18" y="222"/>
                      </a:cubicBezTo>
                      <a:cubicBezTo>
                        <a:pt x="18" y="222"/>
                        <a:pt x="18" y="222"/>
                        <a:pt x="18" y="222"/>
                      </a:cubicBezTo>
                      <a:cubicBezTo>
                        <a:pt x="18" y="222"/>
                        <a:pt x="18" y="222"/>
                        <a:pt x="18" y="222"/>
                      </a:cubicBezTo>
                      <a:cubicBezTo>
                        <a:pt x="18" y="222"/>
                        <a:pt x="18" y="222"/>
                        <a:pt x="18" y="222"/>
                      </a:cubicBezTo>
                      <a:cubicBezTo>
                        <a:pt x="18" y="222"/>
                        <a:pt x="18" y="222"/>
                        <a:pt x="18" y="222"/>
                      </a:cubicBezTo>
                      <a:cubicBezTo>
                        <a:pt x="18" y="223"/>
                        <a:pt x="18" y="223"/>
                        <a:pt x="18" y="223"/>
                      </a:cubicBezTo>
                      <a:cubicBezTo>
                        <a:pt x="18" y="223"/>
                        <a:pt x="18" y="223"/>
                        <a:pt x="18" y="223"/>
                      </a:cubicBezTo>
                      <a:cubicBezTo>
                        <a:pt x="18" y="223"/>
                        <a:pt x="18" y="223"/>
                        <a:pt x="18" y="223"/>
                      </a:cubicBezTo>
                      <a:cubicBezTo>
                        <a:pt x="17" y="223"/>
                        <a:pt x="18" y="223"/>
                        <a:pt x="18" y="223"/>
                      </a:cubicBezTo>
                      <a:cubicBezTo>
                        <a:pt x="18" y="223"/>
                        <a:pt x="18" y="223"/>
                        <a:pt x="18" y="223"/>
                      </a:cubicBezTo>
                      <a:cubicBezTo>
                        <a:pt x="18" y="223"/>
                        <a:pt x="18" y="223"/>
                        <a:pt x="18" y="223"/>
                      </a:cubicBezTo>
                      <a:cubicBezTo>
                        <a:pt x="18" y="223"/>
                        <a:pt x="18" y="223"/>
                        <a:pt x="18" y="223"/>
                      </a:cubicBezTo>
                      <a:cubicBezTo>
                        <a:pt x="18" y="224"/>
                        <a:pt x="18" y="224"/>
                        <a:pt x="18" y="224"/>
                      </a:cubicBezTo>
                      <a:cubicBezTo>
                        <a:pt x="18" y="224"/>
                        <a:pt x="18" y="224"/>
                        <a:pt x="18" y="224"/>
                      </a:cubicBezTo>
                      <a:cubicBezTo>
                        <a:pt x="18" y="224"/>
                        <a:pt x="19" y="224"/>
                        <a:pt x="19" y="224"/>
                      </a:cubicBezTo>
                      <a:cubicBezTo>
                        <a:pt x="19" y="224"/>
                        <a:pt x="19" y="224"/>
                        <a:pt x="19" y="224"/>
                      </a:cubicBezTo>
                      <a:cubicBezTo>
                        <a:pt x="19" y="224"/>
                        <a:pt x="19" y="224"/>
                        <a:pt x="19" y="224"/>
                      </a:cubicBezTo>
                      <a:cubicBezTo>
                        <a:pt x="19" y="224"/>
                        <a:pt x="19" y="224"/>
                        <a:pt x="20" y="224"/>
                      </a:cubicBezTo>
                      <a:cubicBezTo>
                        <a:pt x="20" y="224"/>
                        <a:pt x="20" y="224"/>
                        <a:pt x="20" y="224"/>
                      </a:cubicBezTo>
                      <a:cubicBezTo>
                        <a:pt x="20" y="224"/>
                        <a:pt x="20" y="224"/>
                        <a:pt x="20" y="224"/>
                      </a:cubicBezTo>
                      <a:cubicBezTo>
                        <a:pt x="20" y="225"/>
                        <a:pt x="20" y="225"/>
                        <a:pt x="20" y="225"/>
                      </a:cubicBezTo>
                      <a:cubicBezTo>
                        <a:pt x="20" y="225"/>
                        <a:pt x="20" y="225"/>
                        <a:pt x="20" y="225"/>
                      </a:cubicBezTo>
                      <a:cubicBezTo>
                        <a:pt x="20" y="225"/>
                        <a:pt x="20" y="225"/>
                        <a:pt x="21" y="225"/>
                      </a:cubicBezTo>
                      <a:cubicBezTo>
                        <a:pt x="21" y="226"/>
                        <a:pt x="21" y="226"/>
                        <a:pt x="22" y="226"/>
                      </a:cubicBezTo>
                      <a:cubicBezTo>
                        <a:pt x="22" y="226"/>
                        <a:pt x="22" y="226"/>
                        <a:pt x="22" y="226"/>
                      </a:cubicBezTo>
                      <a:cubicBezTo>
                        <a:pt x="22" y="226"/>
                        <a:pt x="22" y="226"/>
                        <a:pt x="22" y="226"/>
                      </a:cubicBezTo>
                      <a:cubicBezTo>
                        <a:pt x="22" y="226"/>
                        <a:pt x="22" y="225"/>
                        <a:pt x="22" y="225"/>
                      </a:cubicBezTo>
                      <a:cubicBezTo>
                        <a:pt x="22" y="225"/>
                        <a:pt x="22" y="226"/>
                        <a:pt x="22" y="226"/>
                      </a:cubicBezTo>
                      <a:cubicBezTo>
                        <a:pt x="23" y="226"/>
                        <a:pt x="23" y="226"/>
                        <a:pt x="23" y="226"/>
                      </a:cubicBezTo>
                      <a:cubicBezTo>
                        <a:pt x="23" y="226"/>
                        <a:pt x="22" y="227"/>
                        <a:pt x="22" y="227"/>
                      </a:cubicBezTo>
                      <a:cubicBezTo>
                        <a:pt x="22" y="227"/>
                        <a:pt x="22" y="227"/>
                        <a:pt x="22" y="227"/>
                      </a:cubicBezTo>
                      <a:cubicBezTo>
                        <a:pt x="22" y="227"/>
                        <a:pt x="22" y="227"/>
                        <a:pt x="22" y="227"/>
                      </a:cubicBezTo>
                      <a:cubicBezTo>
                        <a:pt x="22" y="227"/>
                        <a:pt x="22" y="228"/>
                        <a:pt x="22" y="228"/>
                      </a:cubicBezTo>
                      <a:cubicBezTo>
                        <a:pt x="22" y="228"/>
                        <a:pt x="22" y="228"/>
                        <a:pt x="22" y="229"/>
                      </a:cubicBezTo>
                      <a:cubicBezTo>
                        <a:pt x="21" y="229"/>
                        <a:pt x="21" y="229"/>
                        <a:pt x="21" y="229"/>
                      </a:cubicBezTo>
                      <a:cubicBezTo>
                        <a:pt x="21" y="229"/>
                        <a:pt x="21" y="229"/>
                        <a:pt x="21" y="229"/>
                      </a:cubicBezTo>
                      <a:cubicBezTo>
                        <a:pt x="20" y="230"/>
                        <a:pt x="20" y="230"/>
                        <a:pt x="20" y="230"/>
                      </a:cubicBezTo>
                      <a:cubicBezTo>
                        <a:pt x="20" y="230"/>
                        <a:pt x="19" y="230"/>
                        <a:pt x="19" y="231"/>
                      </a:cubicBezTo>
                      <a:cubicBezTo>
                        <a:pt x="19" y="231"/>
                        <a:pt x="19" y="231"/>
                        <a:pt x="19" y="231"/>
                      </a:cubicBezTo>
                      <a:cubicBezTo>
                        <a:pt x="19" y="231"/>
                        <a:pt x="19" y="231"/>
                        <a:pt x="19" y="231"/>
                      </a:cubicBezTo>
                      <a:cubicBezTo>
                        <a:pt x="19" y="231"/>
                        <a:pt x="19" y="231"/>
                        <a:pt x="18" y="231"/>
                      </a:cubicBezTo>
                      <a:cubicBezTo>
                        <a:pt x="18" y="231"/>
                        <a:pt x="18" y="231"/>
                        <a:pt x="17" y="231"/>
                      </a:cubicBezTo>
                      <a:cubicBezTo>
                        <a:pt x="17" y="231"/>
                        <a:pt x="17" y="231"/>
                        <a:pt x="17" y="231"/>
                      </a:cubicBezTo>
                      <a:cubicBezTo>
                        <a:pt x="17" y="231"/>
                        <a:pt x="17" y="231"/>
                        <a:pt x="17" y="231"/>
                      </a:cubicBezTo>
                      <a:cubicBezTo>
                        <a:pt x="17" y="231"/>
                        <a:pt x="17" y="231"/>
                        <a:pt x="17" y="232"/>
                      </a:cubicBezTo>
                      <a:cubicBezTo>
                        <a:pt x="17" y="232"/>
                        <a:pt x="17" y="232"/>
                        <a:pt x="17" y="232"/>
                      </a:cubicBezTo>
                      <a:cubicBezTo>
                        <a:pt x="17" y="232"/>
                        <a:pt x="17" y="232"/>
                        <a:pt x="17" y="232"/>
                      </a:cubicBezTo>
                      <a:cubicBezTo>
                        <a:pt x="17" y="232"/>
                        <a:pt x="17" y="232"/>
                        <a:pt x="17" y="232"/>
                      </a:cubicBezTo>
                      <a:cubicBezTo>
                        <a:pt x="17" y="232"/>
                        <a:pt x="17" y="232"/>
                        <a:pt x="17" y="232"/>
                      </a:cubicBezTo>
                      <a:cubicBezTo>
                        <a:pt x="17" y="232"/>
                        <a:pt x="17" y="233"/>
                        <a:pt x="17" y="233"/>
                      </a:cubicBezTo>
                      <a:cubicBezTo>
                        <a:pt x="17" y="233"/>
                        <a:pt x="17" y="233"/>
                        <a:pt x="17" y="233"/>
                      </a:cubicBezTo>
                      <a:cubicBezTo>
                        <a:pt x="17" y="233"/>
                        <a:pt x="17" y="233"/>
                        <a:pt x="17" y="233"/>
                      </a:cubicBezTo>
                      <a:cubicBezTo>
                        <a:pt x="17" y="233"/>
                        <a:pt x="17" y="232"/>
                        <a:pt x="17" y="232"/>
                      </a:cubicBezTo>
                      <a:cubicBezTo>
                        <a:pt x="17" y="232"/>
                        <a:pt x="17" y="232"/>
                        <a:pt x="17" y="232"/>
                      </a:cubicBezTo>
                      <a:cubicBezTo>
                        <a:pt x="17" y="232"/>
                        <a:pt x="17" y="232"/>
                        <a:pt x="17" y="232"/>
                      </a:cubicBezTo>
                      <a:cubicBezTo>
                        <a:pt x="17" y="232"/>
                        <a:pt x="17" y="233"/>
                        <a:pt x="17" y="233"/>
                      </a:cubicBezTo>
                      <a:cubicBezTo>
                        <a:pt x="17" y="233"/>
                        <a:pt x="17" y="233"/>
                        <a:pt x="17" y="233"/>
                      </a:cubicBezTo>
                      <a:cubicBezTo>
                        <a:pt x="17" y="233"/>
                        <a:pt x="17" y="233"/>
                        <a:pt x="17" y="234"/>
                      </a:cubicBezTo>
                      <a:cubicBezTo>
                        <a:pt x="17" y="234"/>
                        <a:pt x="17" y="234"/>
                        <a:pt x="17" y="234"/>
                      </a:cubicBezTo>
                      <a:cubicBezTo>
                        <a:pt x="17" y="234"/>
                        <a:pt x="17" y="234"/>
                        <a:pt x="17" y="234"/>
                      </a:cubicBezTo>
                      <a:cubicBezTo>
                        <a:pt x="17" y="234"/>
                        <a:pt x="17" y="234"/>
                        <a:pt x="17" y="234"/>
                      </a:cubicBezTo>
                      <a:cubicBezTo>
                        <a:pt x="17" y="234"/>
                        <a:pt x="17" y="234"/>
                        <a:pt x="17" y="234"/>
                      </a:cubicBezTo>
                      <a:cubicBezTo>
                        <a:pt x="18" y="234"/>
                        <a:pt x="18" y="234"/>
                        <a:pt x="18" y="234"/>
                      </a:cubicBezTo>
                      <a:cubicBezTo>
                        <a:pt x="19" y="234"/>
                        <a:pt x="19" y="234"/>
                        <a:pt x="19" y="235"/>
                      </a:cubicBezTo>
                      <a:cubicBezTo>
                        <a:pt x="19" y="235"/>
                        <a:pt x="20" y="235"/>
                        <a:pt x="20" y="235"/>
                      </a:cubicBezTo>
                      <a:cubicBezTo>
                        <a:pt x="20" y="235"/>
                        <a:pt x="20" y="235"/>
                        <a:pt x="20" y="235"/>
                      </a:cubicBezTo>
                      <a:cubicBezTo>
                        <a:pt x="20" y="235"/>
                        <a:pt x="20" y="235"/>
                        <a:pt x="20" y="235"/>
                      </a:cubicBezTo>
                      <a:cubicBezTo>
                        <a:pt x="21" y="235"/>
                        <a:pt x="21" y="235"/>
                        <a:pt x="21" y="235"/>
                      </a:cubicBezTo>
                      <a:cubicBezTo>
                        <a:pt x="21" y="235"/>
                        <a:pt x="21" y="235"/>
                        <a:pt x="21" y="235"/>
                      </a:cubicBezTo>
                      <a:cubicBezTo>
                        <a:pt x="21" y="235"/>
                        <a:pt x="21" y="235"/>
                        <a:pt x="21" y="235"/>
                      </a:cubicBezTo>
                      <a:cubicBezTo>
                        <a:pt x="21" y="236"/>
                        <a:pt x="21" y="236"/>
                        <a:pt x="20" y="236"/>
                      </a:cubicBezTo>
                      <a:cubicBezTo>
                        <a:pt x="20" y="236"/>
                        <a:pt x="20" y="236"/>
                        <a:pt x="20" y="236"/>
                      </a:cubicBezTo>
                      <a:cubicBezTo>
                        <a:pt x="20" y="236"/>
                        <a:pt x="20" y="236"/>
                        <a:pt x="20" y="236"/>
                      </a:cubicBezTo>
                      <a:cubicBezTo>
                        <a:pt x="19" y="236"/>
                        <a:pt x="19" y="235"/>
                        <a:pt x="19" y="235"/>
                      </a:cubicBezTo>
                      <a:cubicBezTo>
                        <a:pt x="19" y="235"/>
                        <a:pt x="18" y="235"/>
                        <a:pt x="18" y="235"/>
                      </a:cubicBezTo>
                      <a:cubicBezTo>
                        <a:pt x="18" y="234"/>
                        <a:pt x="18" y="234"/>
                        <a:pt x="18" y="234"/>
                      </a:cubicBezTo>
                      <a:cubicBezTo>
                        <a:pt x="18" y="234"/>
                        <a:pt x="17" y="234"/>
                        <a:pt x="17" y="235"/>
                      </a:cubicBezTo>
                      <a:cubicBezTo>
                        <a:pt x="17" y="235"/>
                        <a:pt x="17" y="235"/>
                        <a:pt x="17" y="235"/>
                      </a:cubicBezTo>
                      <a:cubicBezTo>
                        <a:pt x="17" y="235"/>
                        <a:pt x="17" y="235"/>
                        <a:pt x="17" y="235"/>
                      </a:cubicBezTo>
                      <a:cubicBezTo>
                        <a:pt x="17" y="236"/>
                        <a:pt x="17" y="236"/>
                        <a:pt x="17" y="236"/>
                      </a:cubicBezTo>
                      <a:cubicBezTo>
                        <a:pt x="16" y="236"/>
                        <a:pt x="16" y="236"/>
                        <a:pt x="16" y="236"/>
                      </a:cubicBezTo>
                      <a:cubicBezTo>
                        <a:pt x="16" y="236"/>
                        <a:pt x="16" y="236"/>
                        <a:pt x="16" y="236"/>
                      </a:cubicBezTo>
                      <a:cubicBezTo>
                        <a:pt x="16" y="236"/>
                        <a:pt x="16" y="236"/>
                        <a:pt x="16" y="237"/>
                      </a:cubicBezTo>
                      <a:cubicBezTo>
                        <a:pt x="16" y="237"/>
                        <a:pt x="16" y="237"/>
                        <a:pt x="16" y="238"/>
                      </a:cubicBezTo>
                      <a:cubicBezTo>
                        <a:pt x="16" y="238"/>
                        <a:pt x="16" y="238"/>
                        <a:pt x="16" y="238"/>
                      </a:cubicBezTo>
                      <a:cubicBezTo>
                        <a:pt x="16" y="238"/>
                        <a:pt x="16" y="238"/>
                        <a:pt x="16" y="238"/>
                      </a:cubicBezTo>
                      <a:cubicBezTo>
                        <a:pt x="16" y="238"/>
                        <a:pt x="16" y="238"/>
                        <a:pt x="16" y="238"/>
                      </a:cubicBezTo>
                      <a:cubicBezTo>
                        <a:pt x="16" y="239"/>
                        <a:pt x="16" y="239"/>
                        <a:pt x="16" y="239"/>
                      </a:cubicBezTo>
                      <a:cubicBezTo>
                        <a:pt x="16" y="239"/>
                        <a:pt x="16" y="239"/>
                        <a:pt x="16" y="239"/>
                      </a:cubicBezTo>
                      <a:cubicBezTo>
                        <a:pt x="16" y="238"/>
                        <a:pt x="17" y="238"/>
                        <a:pt x="17" y="238"/>
                      </a:cubicBezTo>
                      <a:cubicBezTo>
                        <a:pt x="17" y="238"/>
                        <a:pt x="17" y="237"/>
                        <a:pt x="17" y="238"/>
                      </a:cubicBezTo>
                      <a:cubicBezTo>
                        <a:pt x="17" y="238"/>
                        <a:pt x="17" y="238"/>
                        <a:pt x="17" y="238"/>
                      </a:cubicBezTo>
                      <a:cubicBezTo>
                        <a:pt x="18" y="238"/>
                        <a:pt x="18" y="238"/>
                        <a:pt x="18" y="238"/>
                      </a:cubicBezTo>
                      <a:cubicBezTo>
                        <a:pt x="18" y="238"/>
                        <a:pt x="17" y="238"/>
                        <a:pt x="17" y="238"/>
                      </a:cubicBezTo>
                      <a:cubicBezTo>
                        <a:pt x="17" y="238"/>
                        <a:pt x="17" y="238"/>
                        <a:pt x="17" y="238"/>
                      </a:cubicBezTo>
                      <a:cubicBezTo>
                        <a:pt x="17" y="238"/>
                        <a:pt x="17" y="238"/>
                        <a:pt x="17" y="238"/>
                      </a:cubicBezTo>
                      <a:cubicBezTo>
                        <a:pt x="16" y="239"/>
                        <a:pt x="16" y="239"/>
                        <a:pt x="16" y="239"/>
                      </a:cubicBezTo>
                      <a:cubicBezTo>
                        <a:pt x="16" y="240"/>
                        <a:pt x="16" y="240"/>
                        <a:pt x="16" y="240"/>
                      </a:cubicBezTo>
                      <a:cubicBezTo>
                        <a:pt x="16" y="240"/>
                        <a:pt x="16" y="240"/>
                        <a:pt x="16" y="240"/>
                      </a:cubicBezTo>
                      <a:cubicBezTo>
                        <a:pt x="16" y="240"/>
                        <a:pt x="16" y="240"/>
                        <a:pt x="16" y="240"/>
                      </a:cubicBezTo>
                      <a:cubicBezTo>
                        <a:pt x="16" y="240"/>
                        <a:pt x="16" y="240"/>
                        <a:pt x="16" y="240"/>
                      </a:cubicBezTo>
                      <a:cubicBezTo>
                        <a:pt x="16" y="240"/>
                        <a:pt x="15" y="240"/>
                        <a:pt x="15" y="241"/>
                      </a:cubicBezTo>
                      <a:cubicBezTo>
                        <a:pt x="15" y="241"/>
                        <a:pt x="15" y="242"/>
                        <a:pt x="15" y="243"/>
                      </a:cubicBezTo>
                      <a:cubicBezTo>
                        <a:pt x="15" y="243"/>
                        <a:pt x="15" y="243"/>
                        <a:pt x="15" y="244"/>
                      </a:cubicBezTo>
                      <a:cubicBezTo>
                        <a:pt x="15" y="244"/>
                        <a:pt x="15" y="244"/>
                        <a:pt x="15" y="244"/>
                      </a:cubicBezTo>
                      <a:cubicBezTo>
                        <a:pt x="15" y="244"/>
                        <a:pt x="15" y="244"/>
                        <a:pt x="15" y="244"/>
                      </a:cubicBezTo>
                      <a:cubicBezTo>
                        <a:pt x="15" y="244"/>
                        <a:pt x="15" y="244"/>
                        <a:pt x="15" y="244"/>
                      </a:cubicBezTo>
                      <a:cubicBezTo>
                        <a:pt x="15" y="243"/>
                        <a:pt x="15" y="243"/>
                        <a:pt x="16" y="243"/>
                      </a:cubicBezTo>
                      <a:cubicBezTo>
                        <a:pt x="16" y="243"/>
                        <a:pt x="16" y="242"/>
                        <a:pt x="16" y="242"/>
                      </a:cubicBezTo>
                      <a:cubicBezTo>
                        <a:pt x="16" y="242"/>
                        <a:pt x="16" y="242"/>
                        <a:pt x="17" y="242"/>
                      </a:cubicBezTo>
                      <a:cubicBezTo>
                        <a:pt x="17" y="242"/>
                        <a:pt x="17" y="242"/>
                        <a:pt x="17" y="242"/>
                      </a:cubicBezTo>
                      <a:cubicBezTo>
                        <a:pt x="17" y="242"/>
                        <a:pt x="17" y="242"/>
                        <a:pt x="17" y="242"/>
                      </a:cubicBezTo>
                      <a:cubicBezTo>
                        <a:pt x="17" y="242"/>
                        <a:pt x="17" y="243"/>
                        <a:pt x="16" y="243"/>
                      </a:cubicBezTo>
                      <a:cubicBezTo>
                        <a:pt x="16" y="243"/>
                        <a:pt x="16" y="243"/>
                        <a:pt x="16" y="244"/>
                      </a:cubicBezTo>
                      <a:cubicBezTo>
                        <a:pt x="16" y="244"/>
                        <a:pt x="16" y="244"/>
                        <a:pt x="15" y="244"/>
                      </a:cubicBezTo>
                      <a:cubicBezTo>
                        <a:pt x="15" y="245"/>
                        <a:pt x="15" y="245"/>
                        <a:pt x="15" y="245"/>
                      </a:cubicBezTo>
                      <a:cubicBezTo>
                        <a:pt x="15" y="245"/>
                        <a:pt x="14" y="246"/>
                        <a:pt x="14" y="246"/>
                      </a:cubicBezTo>
                      <a:cubicBezTo>
                        <a:pt x="14" y="246"/>
                        <a:pt x="14" y="247"/>
                        <a:pt x="14" y="247"/>
                      </a:cubicBezTo>
                      <a:cubicBezTo>
                        <a:pt x="14" y="247"/>
                        <a:pt x="14" y="247"/>
                        <a:pt x="13" y="247"/>
                      </a:cubicBezTo>
                      <a:cubicBezTo>
                        <a:pt x="13" y="247"/>
                        <a:pt x="13" y="247"/>
                        <a:pt x="13" y="247"/>
                      </a:cubicBezTo>
                      <a:cubicBezTo>
                        <a:pt x="13" y="246"/>
                        <a:pt x="13" y="246"/>
                        <a:pt x="14" y="246"/>
                      </a:cubicBezTo>
                      <a:cubicBezTo>
                        <a:pt x="14" y="246"/>
                        <a:pt x="14" y="245"/>
                        <a:pt x="14" y="245"/>
                      </a:cubicBezTo>
                      <a:cubicBezTo>
                        <a:pt x="14" y="245"/>
                        <a:pt x="14" y="245"/>
                        <a:pt x="14" y="244"/>
                      </a:cubicBezTo>
                      <a:cubicBezTo>
                        <a:pt x="14" y="244"/>
                        <a:pt x="14" y="244"/>
                        <a:pt x="14" y="244"/>
                      </a:cubicBezTo>
                      <a:cubicBezTo>
                        <a:pt x="14" y="244"/>
                        <a:pt x="14" y="244"/>
                        <a:pt x="14" y="244"/>
                      </a:cubicBezTo>
                      <a:cubicBezTo>
                        <a:pt x="14" y="244"/>
                        <a:pt x="14" y="243"/>
                        <a:pt x="14" y="243"/>
                      </a:cubicBezTo>
                      <a:cubicBezTo>
                        <a:pt x="14" y="243"/>
                        <a:pt x="13" y="243"/>
                        <a:pt x="13" y="243"/>
                      </a:cubicBezTo>
                      <a:cubicBezTo>
                        <a:pt x="13" y="242"/>
                        <a:pt x="13" y="242"/>
                        <a:pt x="13" y="242"/>
                      </a:cubicBezTo>
                      <a:cubicBezTo>
                        <a:pt x="13" y="242"/>
                        <a:pt x="13" y="242"/>
                        <a:pt x="13" y="242"/>
                      </a:cubicBezTo>
                      <a:cubicBezTo>
                        <a:pt x="13" y="242"/>
                        <a:pt x="13" y="242"/>
                        <a:pt x="13" y="242"/>
                      </a:cubicBezTo>
                      <a:cubicBezTo>
                        <a:pt x="13" y="242"/>
                        <a:pt x="13" y="243"/>
                        <a:pt x="13" y="243"/>
                      </a:cubicBezTo>
                      <a:cubicBezTo>
                        <a:pt x="13" y="243"/>
                        <a:pt x="13" y="243"/>
                        <a:pt x="13" y="243"/>
                      </a:cubicBezTo>
                      <a:cubicBezTo>
                        <a:pt x="13" y="243"/>
                        <a:pt x="12" y="243"/>
                        <a:pt x="12" y="243"/>
                      </a:cubicBezTo>
                      <a:cubicBezTo>
                        <a:pt x="12" y="243"/>
                        <a:pt x="12" y="243"/>
                        <a:pt x="12" y="243"/>
                      </a:cubicBezTo>
                      <a:cubicBezTo>
                        <a:pt x="12" y="243"/>
                        <a:pt x="12" y="243"/>
                        <a:pt x="12" y="243"/>
                      </a:cubicBezTo>
                      <a:cubicBezTo>
                        <a:pt x="12" y="243"/>
                        <a:pt x="12" y="243"/>
                        <a:pt x="12" y="243"/>
                      </a:cubicBezTo>
                      <a:cubicBezTo>
                        <a:pt x="13" y="243"/>
                        <a:pt x="13" y="243"/>
                        <a:pt x="13" y="242"/>
                      </a:cubicBezTo>
                      <a:cubicBezTo>
                        <a:pt x="13" y="242"/>
                        <a:pt x="13" y="242"/>
                        <a:pt x="13" y="242"/>
                      </a:cubicBezTo>
                      <a:cubicBezTo>
                        <a:pt x="13" y="242"/>
                        <a:pt x="13" y="242"/>
                        <a:pt x="13" y="242"/>
                      </a:cubicBezTo>
                      <a:cubicBezTo>
                        <a:pt x="13" y="241"/>
                        <a:pt x="12" y="242"/>
                        <a:pt x="12" y="242"/>
                      </a:cubicBezTo>
                      <a:cubicBezTo>
                        <a:pt x="12" y="242"/>
                        <a:pt x="12" y="242"/>
                        <a:pt x="12" y="242"/>
                      </a:cubicBezTo>
                      <a:cubicBezTo>
                        <a:pt x="12" y="242"/>
                        <a:pt x="12" y="242"/>
                        <a:pt x="12" y="242"/>
                      </a:cubicBezTo>
                      <a:cubicBezTo>
                        <a:pt x="12" y="242"/>
                        <a:pt x="12" y="242"/>
                        <a:pt x="12" y="241"/>
                      </a:cubicBezTo>
                      <a:cubicBezTo>
                        <a:pt x="12" y="241"/>
                        <a:pt x="12" y="241"/>
                        <a:pt x="12" y="241"/>
                      </a:cubicBezTo>
                      <a:cubicBezTo>
                        <a:pt x="12" y="241"/>
                        <a:pt x="13" y="240"/>
                        <a:pt x="13" y="240"/>
                      </a:cubicBezTo>
                      <a:cubicBezTo>
                        <a:pt x="13" y="240"/>
                        <a:pt x="13" y="240"/>
                        <a:pt x="13" y="240"/>
                      </a:cubicBezTo>
                      <a:cubicBezTo>
                        <a:pt x="13" y="239"/>
                        <a:pt x="13" y="239"/>
                        <a:pt x="13" y="240"/>
                      </a:cubicBezTo>
                      <a:cubicBezTo>
                        <a:pt x="13" y="240"/>
                        <a:pt x="13" y="240"/>
                        <a:pt x="13" y="240"/>
                      </a:cubicBezTo>
                      <a:cubicBezTo>
                        <a:pt x="13" y="240"/>
                        <a:pt x="14" y="240"/>
                        <a:pt x="14" y="239"/>
                      </a:cubicBezTo>
                      <a:cubicBezTo>
                        <a:pt x="14" y="239"/>
                        <a:pt x="14" y="239"/>
                        <a:pt x="14" y="239"/>
                      </a:cubicBezTo>
                      <a:cubicBezTo>
                        <a:pt x="14" y="239"/>
                        <a:pt x="14" y="239"/>
                        <a:pt x="14" y="239"/>
                      </a:cubicBezTo>
                      <a:cubicBezTo>
                        <a:pt x="14" y="239"/>
                        <a:pt x="14" y="239"/>
                        <a:pt x="14" y="239"/>
                      </a:cubicBezTo>
                      <a:cubicBezTo>
                        <a:pt x="13" y="239"/>
                        <a:pt x="13" y="239"/>
                        <a:pt x="13" y="239"/>
                      </a:cubicBezTo>
                      <a:cubicBezTo>
                        <a:pt x="13" y="239"/>
                        <a:pt x="13" y="239"/>
                        <a:pt x="13" y="239"/>
                      </a:cubicBezTo>
                      <a:cubicBezTo>
                        <a:pt x="13" y="239"/>
                        <a:pt x="12" y="239"/>
                        <a:pt x="12" y="239"/>
                      </a:cubicBezTo>
                      <a:cubicBezTo>
                        <a:pt x="12" y="239"/>
                        <a:pt x="12" y="239"/>
                        <a:pt x="12" y="239"/>
                      </a:cubicBezTo>
                      <a:cubicBezTo>
                        <a:pt x="12" y="239"/>
                        <a:pt x="12" y="239"/>
                        <a:pt x="12" y="239"/>
                      </a:cubicBezTo>
                      <a:cubicBezTo>
                        <a:pt x="12" y="239"/>
                        <a:pt x="12" y="239"/>
                        <a:pt x="12" y="239"/>
                      </a:cubicBezTo>
                      <a:cubicBezTo>
                        <a:pt x="12" y="239"/>
                        <a:pt x="11" y="239"/>
                        <a:pt x="11" y="239"/>
                      </a:cubicBezTo>
                      <a:cubicBezTo>
                        <a:pt x="11" y="239"/>
                        <a:pt x="11" y="238"/>
                        <a:pt x="11" y="239"/>
                      </a:cubicBezTo>
                      <a:cubicBezTo>
                        <a:pt x="10" y="239"/>
                        <a:pt x="10" y="239"/>
                        <a:pt x="10" y="239"/>
                      </a:cubicBezTo>
                      <a:cubicBezTo>
                        <a:pt x="10" y="239"/>
                        <a:pt x="10" y="239"/>
                        <a:pt x="10" y="239"/>
                      </a:cubicBezTo>
                      <a:cubicBezTo>
                        <a:pt x="10" y="239"/>
                        <a:pt x="9" y="240"/>
                        <a:pt x="9" y="240"/>
                      </a:cubicBezTo>
                      <a:cubicBezTo>
                        <a:pt x="9" y="240"/>
                        <a:pt x="9" y="240"/>
                        <a:pt x="10" y="241"/>
                      </a:cubicBezTo>
                      <a:cubicBezTo>
                        <a:pt x="9" y="241"/>
                        <a:pt x="9" y="241"/>
                        <a:pt x="9" y="241"/>
                      </a:cubicBezTo>
                      <a:cubicBezTo>
                        <a:pt x="9" y="241"/>
                        <a:pt x="9" y="240"/>
                        <a:pt x="9" y="240"/>
                      </a:cubicBezTo>
                      <a:cubicBezTo>
                        <a:pt x="9" y="240"/>
                        <a:pt x="8" y="240"/>
                        <a:pt x="8" y="240"/>
                      </a:cubicBezTo>
                      <a:cubicBezTo>
                        <a:pt x="7" y="240"/>
                        <a:pt x="7" y="240"/>
                        <a:pt x="7" y="240"/>
                      </a:cubicBezTo>
                      <a:cubicBezTo>
                        <a:pt x="7" y="240"/>
                        <a:pt x="7" y="240"/>
                        <a:pt x="7" y="240"/>
                      </a:cubicBezTo>
                      <a:cubicBezTo>
                        <a:pt x="7" y="240"/>
                        <a:pt x="6" y="240"/>
                        <a:pt x="6" y="240"/>
                      </a:cubicBezTo>
                      <a:cubicBezTo>
                        <a:pt x="6" y="240"/>
                        <a:pt x="5" y="240"/>
                        <a:pt x="5" y="240"/>
                      </a:cubicBezTo>
                      <a:cubicBezTo>
                        <a:pt x="5" y="240"/>
                        <a:pt x="5" y="240"/>
                        <a:pt x="5" y="240"/>
                      </a:cubicBezTo>
                      <a:cubicBezTo>
                        <a:pt x="5" y="241"/>
                        <a:pt x="5" y="241"/>
                        <a:pt x="5" y="241"/>
                      </a:cubicBezTo>
                      <a:cubicBezTo>
                        <a:pt x="5" y="241"/>
                        <a:pt x="5" y="241"/>
                        <a:pt x="5" y="241"/>
                      </a:cubicBezTo>
                      <a:cubicBezTo>
                        <a:pt x="5" y="241"/>
                        <a:pt x="6" y="242"/>
                        <a:pt x="6" y="242"/>
                      </a:cubicBezTo>
                      <a:cubicBezTo>
                        <a:pt x="5" y="242"/>
                        <a:pt x="5" y="242"/>
                        <a:pt x="5" y="242"/>
                      </a:cubicBezTo>
                      <a:cubicBezTo>
                        <a:pt x="5" y="242"/>
                        <a:pt x="6" y="243"/>
                        <a:pt x="6" y="243"/>
                      </a:cubicBezTo>
                      <a:cubicBezTo>
                        <a:pt x="6" y="243"/>
                        <a:pt x="6" y="242"/>
                        <a:pt x="6" y="242"/>
                      </a:cubicBezTo>
                      <a:cubicBezTo>
                        <a:pt x="7" y="242"/>
                        <a:pt x="7" y="242"/>
                        <a:pt x="7" y="242"/>
                      </a:cubicBezTo>
                      <a:cubicBezTo>
                        <a:pt x="7" y="241"/>
                        <a:pt x="7" y="241"/>
                        <a:pt x="8" y="241"/>
                      </a:cubicBezTo>
                      <a:cubicBezTo>
                        <a:pt x="8" y="241"/>
                        <a:pt x="8" y="242"/>
                        <a:pt x="7" y="242"/>
                      </a:cubicBezTo>
                      <a:cubicBezTo>
                        <a:pt x="7" y="242"/>
                        <a:pt x="7" y="242"/>
                        <a:pt x="7" y="242"/>
                      </a:cubicBezTo>
                      <a:cubicBezTo>
                        <a:pt x="7" y="243"/>
                        <a:pt x="7" y="243"/>
                        <a:pt x="7" y="243"/>
                      </a:cubicBezTo>
                      <a:cubicBezTo>
                        <a:pt x="7" y="243"/>
                        <a:pt x="7" y="243"/>
                        <a:pt x="7" y="243"/>
                      </a:cubicBezTo>
                      <a:cubicBezTo>
                        <a:pt x="7" y="243"/>
                        <a:pt x="7" y="243"/>
                        <a:pt x="7" y="243"/>
                      </a:cubicBezTo>
                      <a:cubicBezTo>
                        <a:pt x="7" y="243"/>
                        <a:pt x="7" y="243"/>
                        <a:pt x="7" y="243"/>
                      </a:cubicBezTo>
                      <a:cubicBezTo>
                        <a:pt x="7" y="243"/>
                        <a:pt x="7" y="243"/>
                        <a:pt x="7" y="243"/>
                      </a:cubicBezTo>
                      <a:cubicBezTo>
                        <a:pt x="6" y="243"/>
                        <a:pt x="6" y="243"/>
                        <a:pt x="6" y="243"/>
                      </a:cubicBezTo>
                      <a:cubicBezTo>
                        <a:pt x="6" y="244"/>
                        <a:pt x="6" y="244"/>
                        <a:pt x="6" y="244"/>
                      </a:cubicBezTo>
                      <a:cubicBezTo>
                        <a:pt x="6" y="244"/>
                        <a:pt x="6" y="244"/>
                        <a:pt x="5" y="244"/>
                      </a:cubicBezTo>
                      <a:cubicBezTo>
                        <a:pt x="5" y="244"/>
                        <a:pt x="5" y="244"/>
                        <a:pt x="5" y="244"/>
                      </a:cubicBezTo>
                      <a:cubicBezTo>
                        <a:pt x="5" y="243"/>
                        <a:pt x="5" y="244"/>
                        <a:pt x="5" y="244"/>
                      </a:cubicBezTo>
                      <a:cubicBezTo>
                        <a:pt x="5" y="244"/>
                        <a:pt x="5" y="244"/>
                        <a:pt x="5" y="244"/>
                      </a:cubicBezTo>
                      <a:cubicBezTo>
                        <a:pt x="5" y="244"/>
                        <a:pt x="4" y="244"/>
                        <a:pt x="4" y="245"/>
                      </a:cubicBezTo>
                      <a:cubicBezTo>
                        <a:pt x="4" y="245"/>
                        <a:pt x="4" y="245"/>
                        <a:pt x="4" y="245"/>
                      </a:cubicBezTo>
                      <a:cubicBezTo>
                        <a:pt x="4" y="245"/>
                        <a:pt x="4" y="245"/>
                        <a:pt x="3" y="246"/>
                      </a:cubicBezTo>
                      <a:cubicBezTo>
                        <a:pt x="3" y="246"/>
                        <a:pt x="3" y="246"/>
                        <a:pt x="3" y="246"/>
                      </a:cubicBezTo>
                      <a:cubicBezTo>
                        <a:pt x="3" y="246"/>
                        <a:pt x="3" y="246"/>
                        <a:pt x="3" y="246"/>
                      </a:cubicBezTo>
                      <a:cubicBezTo>
                        <a:pt x="3" y="247"/>
                        <a:pt x="3" y="247"/>
                        <a:pt x="3" y="247"/>
                      </a:cubicBezTo>
                      <a:cubicBezTo>
                        <a:pt x="3" y="247"/>
                        <a:pt x="3" y="247"/>
                        <a:pt x="3" y="247"/>
                      </a:cubicBezTo>
                      <a:cubicBezTo>
                        <a:pt x="3" y="247"/>
                        <a:pt x="3" y="247"/>
                        <a:pt x="2" y="247"/>
                      </a:cubicBezTo>
                      <a:cubicBezTo>
                        <a:pt x="2" y="247"/>
                        <a:pt x="2" y="247"/>
                        <a:pt x="2" y="247"/>
                      </a:cubicBezTo>
                      <a:cubicBezTo>
                        <a:pt x="2" y="247"/>
                        <a:pt x="2" y="247"/>
                        <a:pt x="2" y="247"/>
                      </a:cubicBezTo>
                      <a:cubicBezTo>
                        <a:pt x="2" y="247"/>
                        <a:pt x="2" y="247"/>
                        <a:pt x="2" y="247"/>
                      </a:cubicBezTo>
                      <a:cubicBezTo>
                        <a:pt x="1" y="248"/>
                        <a:pt x="1" y="249"/>
                        <a:pt x="1" y="249"/>
                      </a:cubicBezTo>
                      <a:cubicBezTo>
                        <a:pt x="1" y="249"/>
                        <a:pt x="1" y="249"/>
                        <a:pt x="1" y="250"/>
                      </a:cubicBezTo>
                      <a:cubicBezTo>
                        <a:pt x="1" y="250"/>
                        <a:pt x="1" y="250"/>
                        <a:pt x="1" y="250"/>
                      </a:cubicBezTo>
                      <a:cubicBezTo>
                        <a:pt x="1" y="250"/>
                        <a:pt x="2" y="250"/>
                        <a:pt x="2" y="250"/>
                      </a:cubicBezTo>
                      <a:cubicBezTo>
                        <a:pt x="2" y="251"/>
                        <a:pt x="2" y="251"/>
                        <a:pt x="2" y="251"/>
                      </a:cubicBezTo>
                      <a:cubicBezTo>
                        <a:pt x="2" y="251"/>
                        <a:pt x="3" y="251"/>
                        <a:pt x="3" y="251"/>
                      </a:cubicBezTo>
                      <a:cubicBezTo>
                        <a:pt x="3" y="251"/>
                        <a:pt x="3" y="251"/>
                        <a:pt x="4" y="250"/>
                      </a:cubicBezTo>
                      <a:cubicBezTo>
                        <a:pt x="4" y="250"/>
                        <a:pt x="4" y="250"/>
                        <a:pt x="4" y="250"/>
                      </a:cubicBezTo>
                      <a:cubicBezTo>
                        <a:pt x="3" y="249"/>
                        <a:pt x="3" y="249"/>
                        <a:pt x="3" y="249"/>
                      </a:cubicBezTo>
                      <a:cubicBezTo>
                        <a:pt x="3" y="249"/>
                        <a:pt x="3" y="249"/>
                        <a:pt x="3" y="249"/>
                      </a:cubicBezTo>
                      <a:cubicBezTo>
                        <a:pt x="3" y="249"/>
                        <a:pt x="3" y="249"/>
                        <a:pt x="3" y="249"/>
                      </a:cubicBezTo>
                      <a:cubicBezTo>
                        <a:pt x="2" y="249"/>
                        <a:pt x="2" y="249"/>
                        <a:pt x="2" y="248"/>
                      </a:cubicBezTo>
                      <a:cubicBezTo>
                        <a:pt x="2" y="248"/>
                        <a:pt x="2" y="248"/>
                        <a:pt x="3" y="248"/>
                      </a:cubicBezTo>
                      <a:cubicBezTo>
                        <a:pt x="3" y="248"/>
                        <a:pt x="3" y="248"/>
                        <a:pt x="3" y="248"/>
                      </a:cubicBezTo>
                      <a:cubicBezTo>
                        <a:pt x="3" y="248"/>
                        <a:pt x="3" y="248"/>
                        <a:pt x="3" y="248"/>
                      </a:cubicBezTo>
                      <a:cubicBezTo>
                        <a:pt x="4" y="248"/>
                        <a:pt x="4" y="248"/>
                        <a:pt x="4" y="248"/>
                      </a:cubicBezTo>
                      <a:cubicBezTo>
                        <a:pt x="4" y="248"/>
                        <a:pt x="5" y="247"/>
                        <a:pt x="6" y="247"/>
                      </a:cubicBezTo>
                      <a:cubicBezTo>
                        <a:pt x="6" y="246"/>
                        <a:pt x="6" y="246"/>
                        <a:pt x="6" y="246"/>
                      </a:cubicBezTo>
                      <a:cubicBezTo>
                        <a:pt x="6" y="246"/>
                        <a:pt x="6" y="247"/>
                        <a:pt x="6" y="247"/>
                      </a:cubicBezTo>
                      <a:cubicBezTo>
                        <a:pt x="6" y="247"/>
                        <a:pt x="6" y="247"/>
                        <a:pt x="5" y="247"/>
                      </a:cubicBezTo>
                      <a:cubicBezTo>
                        <a:pt x="5" y="248"/>
                        <a:pt x="5" y="248"/>
                        <a:pt x="5" y="248"/>
                      </a:cubicBezTo>
                      <a:cubicBezTo>
                        <a:pt x="5" y="249"/>
                        <a:pt x="6" y="249"/>
                        <a:pt x="6" y="249"/>
                      </a:cubicBezTo>
                      <a:cubicBezTo>
                        <a:pt x="6" y="249"/>
                        <a:pt x="7" y="249"/>
                        <a:pt x="7" y="249"/>
                      </a:cubicBezTo>
                      <a:cubicBezTo>
                        <a:pt x="7" y="249"/>
                        <a:pt x="7" y="249"/>
                        <a:pt x="7" y="249"/>
                      </a:cubicBezTo>
                      <a:cubicBezTo>
                        <a:pt x="7" y="250"/>
                        <a:pt x="8" y="250"/>
                        <a:pt x="8" y="250"/>
                      </a:cubicBezTo>
                      <a:cubicBezTo>
                        <a:pt x="8" y="250"/>
                        <a:pt x="8" y="250"/>
                        <a:pt x="8" y="250"/>
                      </a:cubicBezTo>
                      <a:cubicBezTo>
                        <a:pt x="8" y="250"/>
                        <a:pt x="8" y="250"/>
                        <a:pt x="8" y="250"/>
                      </a:cubicBezTo>
                      <a:cubicBezTo>
                        <a:pt x="8" y="250"/>
                        <a:pt x="9" y="250"/>
                        <a:pt x="9" y="250"/>
                      </a:cubicBezTo>
                      <a:cubicBezTo>
                        <a:pt x="9" y="250"/>
                        <a:pt x="9" y="250"/>
                        <a:pt x="10" y="250"/>
                      </a:cubicBezTo>
                      <a:cubicBezTo>
                        <a:pt x="9" y="250"/>
                        <a:pt x="9" y="250"/>
                        <a:pt x="9" y="250"/>
                      </a:cubicBezTo>
                      <a:cubicBezTo>
                        <a:pt x="8" y="250"/>
                        <a:pt x="8" y="250"/>
                        <a:pt x="8" y="250"/>
                      </a:cubicBezTo>
                      <a:cubicBezTo>
                        <a:pt x="8" y="250"/>
                        <a:pt x="8" y="250"/>
                        <a:pt x="8" y="250"/>
                      </a:cubicBezTo>
                      <a:cubicBezTo>
                        <a:pt x="8" y="249"/>
                        <a:pt x="8" y="249"/>
                        <a:pt x="8" y="249"/>
                      </a:cubicBezTo>
                      <a:cubicBezTo>
                        <a:pt x="9" y="249"/>
                        <a:pt x="10" y="249"/>
                        <a:pt x="10" y="249"/>
                      </a:cubicBezTo>
                      <a:cubicBezTo>
                        <a:pt x="10" y="249"/>
                        <a:pt x="10" y="249"/>
                        <a:pt x="11" y="249"/>
                      </a:cubicBezTo>
                      <a:cubicBezTo>
                        <a:pt x="11" y="249"/>
                        <a:pt x="11" y="249"/>
                        <a:pt x="11" y="249"/>
                      </a:cubicBezTo>
                      <a:cubicBezTo>
                        <a:pt x="11" y="250"/>
                        <a:pt x="11" y="250"/>
                        <a:pt x="11" y="250"/>
                      </a:cubicBezTo>
                      <a:cubicBezTo>
                        <a:pt x="11" y="250"/>
                        <a:pt x="11" y="250"/>
                        <a:pt x="11" y="251"/>
                      </a:cubicBezTo>
                      <a:cubicBezTo>
                        <a:pt x="11" y="251"/>
                        <a:pt x="12" y="251"/>
                        <a:pt x="12" y="251"/>
                      </a:cubicBezTo>
                      <a:cubicBezTo>
                        <a:pt x="12" y="251"/>
                        <a:pt x="12" y="251"/>
                        <a:pt x="12" y="251"/>
                      </a:cubicBezTo>
                      <a:cubicBezTo>
                        <a:pt x="12" y="251"/>
                        <a:pt x="12" y="251"/>
                        <a:pt x="12" y="251"/>
                      </a:cubicBezTo>
                      <a:cubicBezTo>
                        <a:pt x="12" y="252"/>
                        <a:pt x="12" y="252"/>
                        <a:pt x="12" y="252"/>
                      </a:cubicBezTo>
                      <a:cubicBezTo>
                        <a:pt x="12" y="252"/>
                        <a:pt x="12" y="252"/>
                        <a:pt x="12" y="252"/>
                      </a:cubicBezTo>
                      <a:cubicBezTo>
                        <a:pt x="12" y="252"/>
                        <a:pt x="11" y="252"/>
                        <a:pt x="11" y="252"/>
                      </a:cubicBezTo>
                      <a:cubicBezTo>
                        <a:pt x="11" y="252"/>
                        <a:pt x="11" y="252"/>
                        <a:pt x="11" y="252"/>
                      </a:cubicBezTo>
                      <a:cubicBezTo>
                        <a:pt x="11" y="252"/>
                        <a:pt x="11" y="252"/>
                        <a:pt x="11" y="252"/>
                      </a:cubicBezTo>
                      <a:cubicBezTo>
                        <a:pt x="11" y="252"/>
                        <a:pt x="11" y="253"/>
                        <a:pt x="11" y="253"/>
                      </a:cubicBezTo>
                      <a:cubicBezTo>
                        <a:pt x="11" y="253"/>
                        <a:pt x="11" y="253"/>
                        <a:pt x="11" y="253"/>
                      </a:cubicBezTo>
                      <a:cubicBezTo>
                        <a:pt x="11" y="253"/>
                        <a:pt x="11" y="254"/>
                        <a:pt x="11" y="254"/>
                      </a:cubicBezTo>
                      <a:cubicBezTo>
                        <a:pt x="11" y="254"/>
                        <a:pt x="11" y="254"/>
                        <a:pt x="11" y="254"/>
                      </a:cubicBezTo>
                      <a:cubicBezTo>
                        <a:pt x="10" y="254"/>
                        <a:pt x="10" y="255"/>
                        <a:pt x="9" y="256"/>
                      </a:cubicBezTo>
                      <a:cubicBezTo>
                        <a:pt x="9" y="256"/>
                        <a:pt x="9" y="256"/>
                        <a:pt x="9" y="256"/>
                      </a:cubicBezTo>
                      <a:cubicBezTo>
                        <a:pt x="9" y="256"/>
                        <a:pt x="9" y="257"/>
                        <a:pt x="10" y="257"/>
                      </a:cubicBezTo>
                      <a:cubicBezTo>
                        <a:pt x="10" y="257"/>
                        <a:pt x="10" y="257"/>
                        <a:pt x="11" y="257"/>
                      </a:cubicBezTo>
                      <a:cubicBezTo>
                        <a:pt x="11" y="257"/>
                        <a:pt x="11" y="257"/>
                        <a:pt x="11" y="257"/>
                      </a:cubicBezTo>
                      <a:cubicBezTo>
                        <a:pt x="11" y="257"/>
                        <a:pt x="12" y="257"/>
                        <a:pt x="12" y="258"/>
                      </a:cubicBezTo>
                      <a:cubicBezTo>
                        <a:pt x="12" y="258"/>
                        <a:pt x="12" y="258"/>
                        <a:pt x="12" y="258"/>
                      </a:cubicBezTo>
                      <a:cubicBezTo>
                        <a:pt x="12" y="258"/>
                        <a:pt x="11" y="258"/>
                        <a:pt x="11" y="258"/>
                      </a:cubicBezTo>
                      <a:cubicBezTo>
                        <a:pt x="11" y="258"/>
                        <a:pt x="11" y="258"/>
                        <a:pt x="11" y="258"/>
                      </a:cubicBezTo>
                      <a:cubicBezTo>
                        <a:pt x="11" y="258"/>
                        <a:pt x="11" y="258"/>
                        <a:pt x="11" y="258"/>
                      </a:cubicBezTo>
                      <a:cubicBezTo>
                        <a:pt x="11" y="258"/>
                        <a:pt x="11" y="258"/>
                        <a:pt x="11" y="258"/>
                      </a:cubicBezTo>
                      <a:cubicBezTo>
                        <a:pt x="10" y="258"/>
                        <a:pt x="10" y="258"/>
                        <a:pt x="10" y="258"/>
                      </a:cubicBezTo>
                      <a:cubicBezTo>
                        <a:pt x="10" y="258"/>
                        <a:pt x="10" y="258"/>
                        <a:pt x="10" y="258"/>
                      </a:cubicBezTo>
                      <a:cubicBezTo>
                        <a:pt x="10" y="258"/>
                        <a:pt x="10" y="258"/>
                        <a:pt x="10" y="258"/>
                      </a:cubicBezTo>
                      <a:cubicBezTo>
                        <a:pt x="10" y="258"/>
                        <a:pt x="10" y="258"/>
                        <a:pt x="10" y="258"/>
                      </a:cubicBezTo>
                      <a:cubicBezTo>
                        <a:pt x="10" y="258"/>
                        <a:pt x="10" y="258"/>
                        <a:pt x="10" y="258"/>
                      </a:cubicBezTo>
                      <a:cubicBezTo>
                        <a:pt x="9" y="257"/>
                        <a:pt x="9" y="257"/>
                        <a:pt x="9" y="257"/>
                      </a:cubicBezTo>
                      <a:cubicBezTo>
                        <a:pt x="9" y="257"/>
                        <a:pt x="8" y="257"/>
                        <a:pt x="8" y="258"/>
                      </a:cubicBezTo>
                      <a:cubicBezTo>
                        <a:pt x="8" y="258"/>
                        <a:pt x="8" y="258"/>
                        <a:pt x="8" y="258"/>
                      </a:cubicBezTo>
                      <a:cubicBezTo>
                        <a:pt x="8" y="258"/>
                        <a:pt x="8" y="258"/>
                        <a:pt x="8" y="259"/>
                      </a:cubicBezTo>
                      <a:cubicBezTo>
                        <a:pt x="8" y="259"/>
                        <a:pt x="8" y="259"/>
                        <a:pt x="8" y="259"/>
                      </a:cubicBezTo>
                      <a:cubicBezTo>
                        <a:pt x="8" y="259"/>
                        <a:pt x="8" y="260"/>
                        <a:pt x="9" y="260"/>
                      </a:cubicBezTo>
                      <a:cubicBezTo>
                        <a:pt x="9" y="260"/>
                        <a:pt x="9" y="260"/>
                        <a:pt x="9" y="259"/>
                      </a:cubicBezTo>
                      <a:cubicBezTo>
                        <a:pt x="10" y="259"/>
                        <a:pt x="10" y="259"/>
                        <a:pt x="10" y="259"/>
                      </a:cubicBezTo>
                      <a:cubicBezTo>
                        <a:pt x="10" y="259"/>
                        <a:pt x="10" y="260"/>
                        <a:pt x="10" y="260"/>
                      </a:cubicBezTo>
                      <a:cubicBezTo>
                        <a:pt x="10" y="260"/>
                        <a:pt x="10" y="260"/>
                        <a:pt x="10" y="260"/>
                      </a:cubicBezTo>
                      <a:cubicBezTo>
                        <a:pt x="10" y="260"/>
                        <a:pt x="9" y="260"/>
                        <a:pt x="9" y="260"/>
                      </a:cubicBezTo>
                      <a:cubicBezTo>
                        <a:pt x="9" y="260"/>
                        <a:pt x="9" y="260"/>
                        <a:pt x="9" y="261"/>
                      </a:cubicBezTo>
                      <a:cubicBezTo>
                        <a:pt x="9" y="261"/>
                        <a:pt x="10" y="261"/>
                        <a:pt x="10" y="261"/>
                      </a:cubicBezTo>
                      <a:cubicBezTo>
                        <a:pt x="10" y="261"/>
                        <a:pt x="10" y="261"/>
                        <a:pt x="11" y="261"/>
                      </a:cubicBezTo>
                      <a:cubicBezTo>
                        <a:pt x="11" y="261"/>
                        <a:pt x="11" y="261"/>
                        <a:pt x="11" y="261"/>
                      </a:cubicBezTo>
                      <a:cubicBezTo>
                        <a:pt x="11" y="261"/>
                        <a:pt x="11" y="261"/>
                        <a:pt x="12" y="261"/>
                      </a:cubicBezTo>
                      <a:cubicBezTo>
                        <a:pt x="12" y="261"/>
                        <a:pt x="12" y="261"/>
                        <a:pt x="12" y="261"/>
                      </a:cubicBezTo>
                      <a:cubicBezTo>
                        <a:pt x="12" y="261"/>
                        <a:pt x="12" y="261"/>
                        <a:pt x="12" y="261"/>
                      </a:cubicBezTo>
                      <a:cubicBezTo>
                        <a:pt x="12" y="261"/>
                        <a:pt x="12" y="261"/>
                        <a:pt x="12" y="261"/>
                      </a:cubicBezTo>
                      <a:cubicBezTo>
                        <a:pt x="12" y="261"/>
                        <a:pt x="12" y="261"/>
                        <a:pt x="12" y="261"/>
                      </a:cubicBezTo>
                      <a:cubicBezTo>
                        <a:pt x="12" y="260"/>
                        <a:pt x="12" y="260"/>
                        <a:pt x="12" y="260"/>
                      </a:cubicBezTo>
                      <a:cubicBezTo>
                        <a:pt x="12" y="261"/>
                        <a:pt x="12" y="261"/>
                        <a:pt x="12" y="261"/>
                      </a:cubicBezTo>
                      <a:cubicBezTo>
                        <a:pt x="13" y="261"/>
                        <a:pt x="13" y="261"/>
                        <a:pt x="13" y="261"/>
                      </a:cubicBezTo>
                      <a:cubicBezTo>
                        <a:pt x="13" y="261"/>
                        <a:pt x="13" y="261"/>
                        <a:pt x="13" y="261"/>
                      </a:cubicBezTo>
                      <a:cubicBezTo>
                        <a:pt x="13" y="261"/>
                        <a:pt x="13" y="261"/>
                        <a:pt x="13" y="261"/>
                      </a:cubicBezTo>
                      <a:cubicBezTo>
                        <a:pt x="13" y="261"/>
                        <a:pt x="13" y="261"/>
                        <a:pt x="13" y="261"/>
                      </a:cubicBezTo>
                      <a:cubicBezTo>
                        <a:pt x="14" y="261"/>
                        <a:pt x="14" y="261"/>
                        <a:pt x="14" y="261"/>
                      </a:cubicBezTo>
                      <a:cubicBezTo>
                        <a:pt x="14" y="261"/>
                        <a:pt x="14" y="261"/>
                        <a:pt x="14" y="261"/>
                      </a:cubicBezTo>
                      <a:cubicBezTo>
                        <a:pt x="14" y="261"/>
                        <a:pt x="14" y="261"/>
                        <a:pt x="14" y="261"/>
                      </a:cubicBezTo>
                      <a:cubicBezTo>
                        <a:pt x="13" y="260"/>
                        <a:pt x="13" y="260"/>
                        <a:pt x="12" y="260"/>
                      </a:cubicBezTo>
                      <a:cubicBezTo>
                        <a:pt x="12" y="260"/>
                        <a:pt x="12" y="260"/>
                        <a:pt x="12" y="260"/>
                      </a:cubicBezTo>
                      <a:cubicBezTo>
                        <a:pt x="12" y="260"/>
                        <a:pt x="12" y="260"/>
                        <a:pt x="12" y="260"/>
                      </a:cubicBezTo>
                      <a:cubicBezTo>
                        <a:pt x="13" y="260"/>
                        <a:pt x="13" y="260"/>
                        <a:pt x="13" y="260"/>
                      </a:cubicBezTo>
                      <a:cubicBezTo>
                        <a:pt x="14" y="260"/>
                        <a:pt x="14" y="260"/>
                        <a:pt x="14" y="260"/>
                      </a:cubicBezTo>
                      <a:cubicBezTo>
                        <a:pt x="14" y="259"/>
                        <a:pt x="14" y="259"/>
                        <a:pt x="15" y="258"/>
                      </a:cubicBezTo>
                      <a:cubicBezTo>
                        <a:pt x="15" y="258"/>
                        <a:pt x="15" y="258"/>
                        <a:pt x="15" y="258"/>
                      </a:cubicBezTo>
                      <a:cubicBezTo>
                        <a:pt x="15" y="258"/>
                        <a:pt x="15" y="258"/>
                        <a:pt x="15" y="258"/>
                      </a:cubicBezTo>
                      <a:cubicBezTo>
                        <a:pt x="15" y="258"/>
                        <a:pt x="15" y="258"/>
                        <a:pt x="15" y="258"/>
                      </a:cubicBezTo>
                      <a:cubicBezTo>
                        <a:pt x="15" y="258"/>
                        <a:pt x="15" y="258"/>
                        <a:pt x="15" y="258"/>
                      </a:cubicBezTo>
                      <a:cubicBezTo>
                        <a:pt x="15" y="258"/>
                        <a:pt x="15" y="258"/>
                        <a:pt x="15" y="258"/>
                      </a:cubicBezTo>
                      <a:cubicBezTo>
                        <a:pt x="15" y="259"/>
                        <a:pt x="15" y="259"/>
                        <a:pt x="15" y="260"/>
                      </a:cubicBezTo>
                      <a:cubicBezTo>
                        <a:pt x="15" y="260"/>
                        <a:pt x="15" y="260"/>
                        <a:pt x="16" y="260"/>
                      </a:cubicBezTo>
                      <a:cubicBezTo>
                        <a:pt x="16" y="260"/>
                        <a:pt x="16" y="260"/>
                        <a:pt x="16" y="260"/>
                      </a:cubicBezTo>
                      <a:cubicBezTo>
                        <a:pt x="16" y="260"/>
                        <a:pt x="16" y="261"/>
                        <a:pt x="16" y="261"/>
                      </a:cubicBezTo>
                      <a:cubicBezTo>
                        <a:pt x="16" y="261"/>
                        <a:pt x="16" y="261"/>
                        <a:pt x="16" y="261"/>
                      </a:cubicBezTo>
                      <a:cubicBezTo>
                        <a:pt x="15" y="261"/>
                        <a:pt x="15" y="261"/>
                        <a:pt x="14" y="261"/>
                      </a:cubicBezTo>
                      <a:cubicBezTo>
                        <a:pt x="14" y="261"/>
                        <a:pt x="15" y="262"/>
                        <a:pt x="15" y="262"/>
                      </a:cubicBezTo>
                      <a:cubicBezTo>
                        <a:pt x="15" y="262"/>
                        <a:pt x="15" y="262"/>
                        <a:pt x="15" y="262"/>
                      </a:cubicBezTo>
                      <a:cubicBezTo>
                        <a:pt x="15" y="262"/>
                        <a:pt x="15" y="262"/>
                        <a:pt x="15" y="262"/>
                      </a:cubicBezTo>
                      <a:cubicBezTo>
                        <a:pt x="16" y="262"/>
                        <a:pt x="16" y="262"/>
                        <a:pt x="16" y="263"/>
                      </a:cubicBezTo>
                      <a:cubicBezTo>
                        <a:pt x="16" y="263"/>
                        <a:pt x="16" y="263"/>
                        <a:pt x="17" y="263"/>
                      </a:cubicBezTo>
                      <a:cubicBezTo>
                        <a:pt x="17" y="264"/>
                        <a:pt x="17" y="264"/>
                        <a:pt x="17" y="264"/>
                      </a:cubicBezTo>
                      <a:cubicBezTo>
                        <a:pt x="17" y="264"/>
                        <a:pt x="17" y="264"/>
                        <a:pt x="17" y="264"/>
                      </a:cubicBezTo>
                      <a:cubicBezTo>
                        <a:pt x="17" y="264"/>
                        <a:pt x="17" y="264"/>
                        <a:pt x="17" y="264"/>
                      </a:cubicBezTo>
                      <a:cubicBezTo>
                        <a:pt x="17" y="264"/>
                        <a:pt x="17" y="264"/>
                        <a:pt x="16" y="264"/>
                      </a:cubicBezTo>
                      <a:cubicBezTo>
                        <a:pt x="16" y="264"/>
                        <a:pt x="16" y="264"/>
                        <a:pt x="16" y="264"/>
                      </a:cubicBezTo>
                      <a:cubicBezTo>
                        <a:pt x="16" y="264"/>
                        <a:pt x="16" y="264"/>
                        <a:pt x="16" y="264"/>
                      </a:cubicBezTo>
                      <a:cubicBezTo>
                        <a:pt x="16" y="264"/>
                        <a:pt x="16" y="264"/>
                        <a:pt x="16" y="264"/>
                      </a:cubicBezTo>
                      <a:cubicBezTo>
                        <a:pt x="16" y="263"/>
                        <a:pt x="15" y="263"/>
                        <a:pt x="15" y="263"/>
                      </a:cubicBezTo>
                      <a:cubicBezTo>
                        <a:pt x="15" y="263"/>
                        <a:pt x="15" y="263"/>
                        <a:pt x="14" y="263"/>
                      </a:cubicBezTo>
                      <a:cubicBezTo>
                        <a:pt x="14" y="263"/>
                        <a:pt x="14" y="262"/>
                        <a:pt x="14" y="262"/>
                      </a:cubicBezTo>
                      <a:cubicBezTo>
                        <a:pt x="14" y="262"/>
                        <a:pt x="14" y="262"/>
                        <a:pt x="14" y="262"/>
                      </a:cubicBezTo>
                      <a:cubicBezTo>
                        <a:pt x="13" y="262"/>
                        <a:pt x="13" y="262"/>
                        <a:pt x="13" y="262"/>
                      </a:cubicBezTo>
                      <a:cubicBezTo>
                        <a:pt x="13" y="262"/>
                        <a:pt x="13" y="262"/>
                        <a:pt x="12" y="262"/>
                      </a:cubicBezTo>
                      <a:cubicBezTo>
                        <a:pt x="12" y="262"/>
                        <a:pt x="11" y="262"/>
                        <a:pt x="11" y="262"/>
                      </a:cubicBezTo>
                      <a:cubicBezTo>
                        <a:pt x="11" y="262"/>
                        <a:pt x="11" y="262"/>
                        <a:pt x="11" y="262"/>
                      </a:cubicBezTo>
                      <a:cubicBezTo>
                        <a:pt x="10" y="262"/>
                        <a:pt x="10" y="262"/>
                        <a:pt x="10" y="262"/>
                      </a:cubicBezTo>
                      <a:cubicBezTo>
                        <a:pt x="10" y="261"/>
                        <a:pt x="9" y="261"/>
                        <a:pt x="9" y="261"/>
                      </a:cubicBezTo>
                      <a:cubicBezTo>
                        <a:pt x="9" y="261"/>
                        <a:pt x="9" y="261"/>
                        <a:pt x="9" y="261"/>
                      </a:cubicBezTo>
                      <a:cubicBezTo>
                        <a:pt x="9" y="262"/>
                        <a:pt x="9" y="262"/>
                        <a:pt x="9" y="262"/>
                      </a:cubicBezTo>
                      <a:cubicBezTo>
                        <a:pt x="8" y="262"/>
                        <a:pt x="8" y="262"/>
                        <a:pt x="8" y="262"/>
                      </a:cubicBezTo>
                      <a:cubicBezTo>
                        <a:pt x="8" y="263"/>
                        <a:pt x="9" y="263"/>
                        <a:pt x="9" y="263"/>
                      </a:cubicBezTo>
                      <a:cubicBezTo>
                        <a:pt x="9" y="264"/>
                        <a:pt x="9" y="264"/>
                        <a:pt x="9" y="264"/>
                      </a:cubicBezTo>
                      <a:cubicBezTo>
                        <a:pt x="9" y="264"/>
                        <a:pt x="9" y="265"/>
                        <a:pt x="9" y="265"/>
                      </a:cubicBezTo>
                      <a:cubicBezTo>
                        <a:pt x="9" y="265"/>
                        <a:pt x="9" y="265"/>
                        <a:pt x="9" y="265"/>
                      </a:cubicBezTo>
                      <a:cubicBezTo>
                        <a:pt x="9" y="265"/>
                        <a:pt x="9" y="265"/>
                        <a:pt x="9" y="265"/>
                      </a:cubicBezTo>
                      <a:cubicBezTo>
                        <a:pt x="9" y="266"/>
                        <a:pt x="10" y="266"/>
                        <a:pt x="10" y="266"/>
                      </a:cubicBezTo>
                      <a:cubicBezTo>
                        <a:pt x="10" y="266"/>
                        <a:pt x="10" y="266"/>
                        <a:pt x="10" y="267"/>
                      </a:cubicBezTo>
                      <a:cubicBezTo>
                        <a:pt x="10" y="267"/>
                        <a:pt x="10" y="266"/>
                        <a:pt x="10" y="266"/>
                      </a:cubicBezTo>
                      <a:cubicBezTo>
                        <a:pt x="10" y="266"/>
                        <a:pt x="10" y="266"/>
                        <a:pt x="10" y="267"/>
                      </a:cubicBezTo>
                      <a:cubicBezTo>
                        <a:pt x="9" y="267"/>
                        <a:pt x="10" y="267"/>
                        <a:pt x="10" y="267"/>
                      </a:cubicBezTo>
                      <a:cubicBezTo>
                        <a:pt x="10" y="268"/>
                        <a:pt x="10" y="268"/>
                        <a:pt x="10" y="268"/>
                      </a:cubicBezTo>
                      <a:cubicBezTo>
                        <a:pt x="10" y="267"/>
                        <a:pt x="11" y="267"/>
                        <a:pt x="11" y="267"/>
                      </a:cubicBezTo>
                      <a:cubicBezTo>
                        <a:pt x="11" y="267"/>
                        <a:pt x="11" y="267"/>
                        <a:pt x="12" y="267"/>
                      </a:cubicBezTo>
                      <a:cubicBezTo>
                        <a:pt x="12" y="267"/>
                        <a:pt x="13" y="267"/>
                        <a:pt x="13" y="268"/>
                      </a:cubicBezTo>
                      <a:cubicBezTo>
                        <a:pt x="13" y="268"/>
                        <a:pt x="13" y="268"/>
                        <a:pt x="13" y="268"/>
                      </a:cubicBezTo>
                      <a:cubicBezTo>
                        <a:pt x="13" y="268"/>
                        <a:pt x="12" y="268"/>
                        <a:pt x="12" y="268"/>
                      </a:cubicBezTo>
                      <a:cubicBezTo>
                        <a:pt x="12" y="268"/>
                        <a:pt x="12" y="268"/>
                        <a:pt x="12" y="267"/>
                      </a:cubicBezTo>
                      <a:cubicBezTo>
                        <a:pt x="12" y="267"/>
                        <a:pt x="11" y="267"/>
                        <a:pt x="11" y="267"/>
                      </a:cubicBezTo>
                      <a:cubicBezTo>
                        <a:pt x="11" y="267"/>
                        <a:pt x="11" y="267"/>
                        <a:pt x="11" y="267"/>
                      </a:cubicBezTo>
                      <a:cubicBezTo>
                        <a:pt x="11" y="268"/>
                        <a:pt x="11" y="268"/>
                        <a:pt x="10" y="268"/>
                      </a:cubicBezTo>
                      <a:cubicBezTo>
                        <a:pt x="10" y="268"/>
                        <a:pt x="10" y="268"/>
                        <a:pt x="10" y="269"/>
                      </a:cubicBezTo>
                      <a:cubicBezTo>
                        <a:pt x="10" y="269"/>
                        <a:pt x="10" y="269"/>
                        <a:pt x="10" y="269"/>
                      </a:cubicBezTo>
                      <a:cubicBezTo>
                        <a:pt x="10" y="269"/>
                        <a:pt x="11" y="269"/>
                        <a:pt x="10" y="269"/>
                      </a:cubicBezTo>
                      <a:cubicBezTo>
                        <a:pt x="11" y="269"/>
                        <a:pt x="11" y="270"/>
                        <a:pt x="11" y="270"/>
                      </a:cubicBezTo>
                      <a:cubicBezTo>
                        <a:pt x="11" y="270"/>
                        <a:pt x="10" y="270"/>
                        <a:pt x="10" y="270"/>
                      </a:cubicBezTo>
                      <a:cubicBezTo>
                        <a:pt x="10" y="270"/>
                        <a:pt x="10" y="270"/>
                        <a:pt x="10" y="270"/>
                      </a:cubicBezTo>
                      <a:cubicBezTo>
                        <a:pt x="10" y="271"/>
                        <a:pt x="10" y="271"/>
                        <a:pt x="10" y="271"/>
                      </a:cubicBezTo>
                      <a:cubicBezTo>
                        <a:pt x="10" y="271"/>
                        <a:pt x="10" y="272"/>
                        <a:pt x="10" y="272"/>
                      </a:cubicBezTo>
                      <a:cubicBezTo>
                        <a:pt x="9" y="272"/>
                        <a:pt x="9" y="271"/>
                        <a:pt x="9" y="271"/>
                      </a:cubicBezTo>
                      <a:cubicBezTo>
                        <a:pt x="9" y="271"/>
                        <a:pt x="9" y="270"/>
                        <a:pt x="9" y="270"/>
                      </a:cubicBezTo>
                      <a:cubicBezTo>
                        <a:pt x="9" y="270"/>
                        <a:pt x="9" y="270"/>
                        <a:pt x="9" y="270"/>
                      </a:cubicBezTo>
                      <a:cubicBezTo>
                        <a:pt x="9" y="270"/>
                        <a:pt x="8" y="270"/>
                        <a:pt x="8" y="270"/>
                      </a:cubicBezTo>
                      <a:cubicBezTo>
                        <a:pt x="8" y="270"/>
                        <a:pt x="8" y="270"/>
                        <a:pt x="8" y="269"/>
                      </a:cubicBezTo>
                      <a:cubicBezTo>
                        <a:pt x="8" y="269"/>
                        <a:pt x="8" y="269"/>
                        <a:pt x="8" y="269"/>
                      </a:cubicBezTo>
                      <a:cubicBezTo>
                        <a:pt x="7" y="269"/>
                        <a:pt x="7" y="269"/>
                        <a:pt x="7" y="269"/>
                      </a:cubicBezTo>
                      <a:cubicBezTo>
                        <a:pt x="7" y="269"/>
                        <a:pt x="7" y="269"/>
                        <a:pt x="7" y="269"/>
                      </a:cubicBezTo>
                      <a:cubicBezTo>
                        <a:pt x="6" y="269"/>
                        <a:pt x="6" y="269"/>
                        <a:pt x="6" y="269"/>
                      </a:cubicBezTo>
                      <a:cubicBezTo>
                        <a:pt x="6" y="269"/>
                        <a:pt x="5" y="269"/>
                        <a:pt x="5" y="269"/>
                      </a:cubicBezTo>
                      <a:cubicBezTo>
                        <a:pt x="5" y="269"/>
                        <a:pt x="4" y="270"/>
                        <a:pt x="4" y="270"/>
                      </a:cubicBezTo>
                      <a:cubicBezTo>
                        <a:pt x="4" y="271"/>
                        <a:pt x="4" y="271"/>
                        <a:pt x="4" y="271"/>
                      </a:cubicBezTo>
                      <a:cubicBezTo>
                        <a:pt x="3" y="271"/>
                        <a:pt x="3" y="271"/>
                        <a:pt x="3" y="271"/>
                      </a:cubicBezTo>
                      <a:cubicBezTo>
                        <a:pt x="3" y="271"/>
                        <a:pt x="3" y="271"/>
                        <a:pt x="3" y="271"/>
                      </a:cubicBezTo>
                      <a:cubicBezTo>
                        <a:pt x="3" y="270"/>
                        <a:pt x="3" y="270"/>
                        <a:pt x="2" y="270"/>
                      </a:cubicBezTo>
                      <a:cubicBezTo>
                        <a:pt x="2" y="270"/>
                        <a:pt x="2" y="270"/>
                        <a:pt x="2" y="271"/>
                      </a:cubicBezTo>
                      <a:cubicBezTo>
                        <a:pt x="2" y="271"/>
                        <a:pt x="2" y="270"/>
                        <a:pt x="1" y="270"/>
                      </a:cubicBezTo>
                      <a:cubicBezTo>
                        <a:pt x="1" y="271"/>
                        <a:pt x="1" y="271"/>
                        <a:pt x="1" y="271"/>
                      </a:cubicBezTo>
                      <a:cubicBezTo>
                        <a:pt x="1" y="271"/>
                        <a:pt x="1" y="272"/>
                        <a:pt x="2" y="273"/>
                      </a:cubicBezTo>
                      <a:cubicBezTo>
                        <a:pt x="1" y="273"/>
                        <a:pt x="1" y="273"/>
                        <a:pt x="0" y="272"/>
                      </a:cubicBezTo>
                      <a:cubicBezTo>
                        <a:pt x="0" y="273"/>
                        <a:pt x="1" y="273"/>
                        <a:pt x="1" y="273"/>
                      </a:cubicBezTo>
                      <a:cubicBezTo>
                        <a:pt x="1" y="273"/>
                        <a:pt x="1" y="273"/>
                        <a:pt x="1" y="273"/>
                      </a:cubicBezTo>
                      <a:cubicBezTo>
                        <a:pt x="2" y="273"/>
                        <a:pt x="2" y="273"/>
                        <a:pt x="2" y="273"/>
                      </a:cubicBezTo>
                      <a:cubicBezTo>
                        <a:pt x="2" y="273"/>
                        <a:pt x="2" y="273"/>
                        <a:pt x="2" y="273"/>
                      </a:cubicBezTo>
                      <a:cubicBezTo>
                        <a:pt x="2" y="273"/>
                        <a:pt x="2" y="273"/>
                        <a:pt x="2" y="273"/>
                      </a:cubicBezTo>
                      <a:cubicBezTo>
                        <a:pt x="2" y="273"/>
                        <a:pt x="2" y="273"/>
                        <a:pt x="2" y="273"/>
                      </a:cubicBezTo>
                      <a:cubicBezTo>
                        <a:pt x="2" y="273"/>
                        <a:pt x="2" y="273"/>
                        <a:pt x="2" y="273"/>
                      </a:cubicBezTo>
                      <a:cubicBezTo>
                        <a:pt x="2" y="274"/>
                        <a:pt x="1" y="274"/>
                        <a:pt x="1" y="275"/>
                      </a:cubicBezTo>
                      <a:cubicBezTo>
                        <a:pt x="1" y="275"/>
                        <a:pt x="1" y="275"/>
                        <a:pt x="1" y="275"/>
                      </a:cubicBezTo>
                      <a:cubicBezTo>
                        <a:pt x="1" y="275"/>
                        <a:pt x="1" y="275"/>
                        <a:pt x="1" y="275"/>
                      </a:cubicBezTo>
                      <a:cubicBezTo>
                        <a:pt x="2" y="275"/>
                        <a:pt x="2" y="275"/>
                        <a:pt x="2" y="275"/>
                      </a:cubicBezTo>
                      <a:cubicBezTo>
                        <a:pt x="3" y="275"/>
                        <a:pt x="3" y="274"/>
                        <a:pt x="3" y="274"/>
                      </a:cubicBezTo>
                      <a:cubicBezTo>
                        <a:pt x="3" y="274"/>
                        <a:pt x="3" y="274"/>
                        <a:pt x="4" y="274"/>
                      </a:cubicBezTo>
                      <a:cubicBezTo>
                        <a:pt x="4" y="273"/>
                        <a:pt x="4" y="273"/>
                        <a:pt x="4" y="272"/>
                      </a:cubicBezTo>
                      <a:cubicBezTo>
                        <a:pt x="5" y="272"/>
                        <a:pt x="5" y="272"/>
                        <a:pt x="5" y="272"/>
                      </a:cubicBezTo>
                      <a:cubicBezTo>
                        <a:pt x="5" y="272"/>
                        <a:pt x="5" y="272"/>
                        <a:pt x="5" y="272"/>
                      </a:cubicBezTo>
                      <a:cubicBezTo>
                        <a:pt x="5" y="272"/>
                        <a:pt x="5" y="272"/>
                        <a:pt x="5" y="272"/>
                      </a:cubicBezTo>
                      <a:cubicBezTo>
                        <a:pt x="5" y="271"/>
                        <a:pt x="5" y="270"/>
                        <a:pt x="6" y="270"/>
                      </a:cubicBezTo>
                      <a:cubicBezTo>
                        <a:pt x="6" y="270"/>
                        <a:pt x="6" y="270"/>
                        <a:pt x="6" y="271"/>
                      </a:cubicBezTo>
                      <a:cubicBezTo>
                        <a:pt x="5" y="271"/>
                        <a:pt x="5" y="271"/>
                        <a:pt x="6" y="272"/>
                      </a:cubicBezTo>
                      <a:cubicBezTo>
                        <a:pt x="6" y="272"/>
                        <a:pt x="6" y="272"/>
                        <a:pt x="6" y="272"/>
                      </a:cubicBezTo>
                      <a:cubicBezTo>
                        <a:pt x="6" y="272"/>
                        <a:pt x="6" y="272"/>
                        <a:pt x="6" y="272"/>
                      </a:cubicBezTo>
                      <a:cubicBezTo>
                        <a:pt x="6" y="272"/>
                        <a:pt x="6" y="272"/>
                        <a:pt x="6" y="273"/>
                      </a:cubicBezTo>
                      <a:cubicBezTo>
                        <a:pt x="6" y="273"/>
                        <a:pt x="6" y="273"/>
                        <a:pt x="5" y="273"/>
                      </a:cubicBezTo>
                      <a:cubicBezTo>
                        <a:pt x="5" y="273"/>
                        <a:pt x="5" y="273"/>
                        <a:pt x="5" y="273"/>
                      </a:cubicBezTo>
                      <a:cubicBezTo>
                        <a:pt x="4" y="273"/>
                        <a:pt x="4" y="274"/>
                        <a:pt x="4" y="274"/>
                      </a:cubicBezTo>
                      <a:cubicBezTo>
                        <a:pt x="4" y="274"/>
                        <a:pt x="5" y="274"/>
                        <a:pt x="5" y="274"/>
                      </a:cubicBezTo>
                      <a:cubicBezTo>
                        <a:pt x="5" y="274"/>
                        <a:pt x="4" y="274"/>
                        <a:pt x="4" y="274"/>
                      </a:cubicBezTo>
                      <a:cubicBezTo>
                        <a:pt x="4" y="275"/>
                        <a:pt x="4" y="275"/>
                        <a:pt x="3" y="275"/>
                      </a:cubicBezTo>
                      <a:cubicBezTo>
                        <a:pt x="3" y="275"/>
                        <a:pt x="3" y="275"/>
                        <a:pt x="3" y="275"/>
                      </a:cubicBezTo>
                      <a:cubicBezTo>
                        <a:pt x="3" y="275"/>
                        <a:pt x="3" y="275"/>
                        <a:pt x="3" y="275"/>
                      </a:cubicBezTo>
                      <a:cubicBezTo>
                        <a:pt x="3" y="275"/>
                        <a:pt x="2" y="275"/>
                        <a:pt x="2" y="276"/>
                      </a:cubicBezTo>
                      <a:cubicBezTo>
                        <a:pt x="2" y="276"/>
                        <a:pt x="2" y="276"/>
                        <a:pt x="3" y="277"/>
                      </a:cubicBezTo>
                      <a:cubicBezTo>
                        <a:pt x="3" y="277"/>
                        <a:pt x="3" y="277"/>
                        <a:pt x="3" y="277"/>
                      </a:cubicBezTo>
                      <a:cubicBezTo>
                        <a:pt x="3" y="277"/>
                        <a:pt x="3" y="278"/>
                        <a:pt x="3" y="278"/>
                      </a:cubicBezTo>
                      <a:cubicBezTo>
                        <a:pt x="3" y="278"/>
                        <a:pt x="3" y="278"/>
                        <a:pt x="4" y="278"/>
                      </a:cubicBezTo>
                      <a:cubicBezTo>
                        <a:pt x="4" y="278"/>
                        <a:pt x="4" y="278"/>
                        <a:pt x="4" y="278"/>
                      </a:cubicBezTo>
                      <a:cubicBezTo>
                        <a:pt x="4" y="279"/>
                        <a:pt x="4" y="279"/>
                        <a:pt x="3" y="279"/>
                      </a:cubicBezTo>
                      <a:cubicBezTo>
                        <a:pt x="3" y="279"/>
                        <a:pt x="3" y="279"/>
                        <a:pt x="4" y="279"/>
                      </a:cubicBezTo>
                      <a:cubicBezTo>
                        <a:pt x="4" y="279"/>
                        <a:pt x="4" y="279"/>
                        <a:pt x="4" y="279"/>
                      </a:cubicBezTo>
                      <a:cubicBezTo>
                        <a:pt x="4" y="280"/>
                        <a:pt x="4" y="280"/>
                        <a:pt x="4" y="280"/>
                      </a:cubicBezTo>
                      <a:cubicBezTo>
                        <a:pt x="4" y="280"/>
                        <a:pt x="4" y="281"/>
                        <a:pt x="4" y="281"/>
                      </a:cubicBezTo>
                      <a:cubicBezTo>
                        <a:pt x="5" y="282"/>
                        <a:pt x="5" y="282"/>
                        <a:pt x="5" y="282"/>
                      </a:cubicBezTo>
                      <a:cubicBezTo>
                        <a:pt x="6" y="282"/>
                        <a:pt x="6" y="281"/>
                        <a:pt x="6" y="280"/>
                      </a:cubicBezTo>
                      <a:cubicBezTo>
                        <a:pt x="6" y="280"/>
                        <a:pt x="6" y="279"/>
                        <a:pt x="6" y="279"/>
                      </a:cubicBezTo>
                      <a:cubicBezTo>
                        <a:pt x="6" y="279"/>
                        <a:pt x="6" y="278"/>
                        <a:pt x="7" y="278"/>
                      </a:cubicBezTo>
                      <a:cubicBezTo>
                        <a:pt x="7" y="279"/>
                        <a:pt x="6" y="279"/>
                        <a:pt x="6" y="280"/>
                      </a:cubicBezTo>
                      <a:cubicBezTo>
                        <a:pt x="6" y="280"/>
                        <a:pt x="6" y="280"/>
                        <a:pt x="6" y="280"/>
                      </a:cubicBezTo>
                      <a:cubicBezTo>
                        <a:pt x="6" y="281"/>
                        <a:pt x="7" y="281"/>
                        <a:pt x="7" y="282"/>
                      </a:cubicBezTo>
                      <a:cubicBezTo>
                        <a:pt x="7" y="282"/>
                        <a:pt x="7" y="282"/>
                        <a:pt x="7" y="282"/>
                      </a:cubicBezTo>
                      <a:cubicBezTo>
                        <a:pt x="7" y="282"/>
                        <a:pt x="7" y="282"/>
                        <a:pt x="6" y="282"/>
                      </a:cubicBezTo>
                      <a:cubicBezTo>
                        <a:pt x="6" y="282"/>
                        <a:pt x="6" y="282"/>
                        <a:pt x="6" y="282"/>
                      </a:cubicBezTo>
                      <a:cubicBezTo>
                        <a:pt x="6" y="282"/>
                        <a:pt x="6" y="283"/>
                        <a:pt x="6" y="283"/>
                      </a:cubicBezTo>
                      <a:cubicBezTo>
                        <a:pt x="6" y="283"/>
                        <a:pt x="6" y="283"/>
                        <a:pt x="6" y="283"/>
                      </a:cubicBezTo>
                      <a:cubicBezTo>
                        <a:pt x="6" y="283"/>
                        <a:pt x="6" y="284"/>
                        <a:pt x="6" y="284"/>
                      </a:cubicBezTo>
                      <a:cubicBezTo>
                        <a:pt x="6" y="284"/>
                        <a:pt x="7" y="284"/>
                        <a:pt x="7" y="284"/>
                      </a:cubicBezTo>
                      <a:cubicBezTo>
                        <a:pt x="8" y="284"/>
                        <a:pt x="8" y="284"/>
                        <a:pt x="9" y="284"/>
                      </a:cubicBezTo>
                      <a:cubicBezTo>
                        <a:pt x="9" y="283"/>
                        <a:pt x="9" y="283"/>
                        <a:pt x="9" y="283"/>
                      </a:cubicBezTo>
                      <a:cubicBezTo>
                        <a:pt x="9" y="283"/>
                        <a:pt x="9" y="283"/>
                        <a:pt x="9" y="283"/>
                      </a:cubicBezTo>
                      <a:cubicBezTo>
                        <a:pt x="10" y="282"/>
                        <a:pt x="9" y="282"/>
                        <a:pt x="9" y="281"/>
                      </a:cubicBezTo>
                      <a:cubicBezTo>
                        <a:pt x="9" y="281"/>
                        <a:pt x="10" y="281"/>
                        <a:pt x="10" y="281"/>
                      </a:cubicBezTo>
                      <a:cubicBezTo>
                        <a:pt x="10" y="280"/>
                        <a:pt x="10" y="280"/>
                        <a:pt x="10" y="280"/>
                      </a:cubicBezTo>
                      <a:cubicBezTo>
                        <a:pt x="10" y="280"/>
                        <a:pt x="9" y="280"/>
                        <a:pt x="9" y="280"/>
                      </a:cubicBezTo>
                      <a:cubicBezTo>
                        <a:pt x="9" y="280"/>
                        <a:pt x="9" y="279"/>
                        <a:pt x="9" y="279"/>
                      </a:cubicBezTo>
                      <a:cubicBezTo>
                        <a:pt x="9" y="279"/>
                        <a:pt x="9" y="279"/>
                        <a:pt x="10" y="279"/>
                      </a:cubicBezTo>
                      <a:cubicBezTo>
                        <a:pt x="10" y="279"/>
                        <a:pt x="10" y="279"/>
                        <a:pt x="10" y="279"/>
                      </a:cubicBezTo>
                      <a:cubicBezTo>
                        <a:pt x="11" y="279"/>
                        <a:pt x="11" y="278"/>
                        <a:pt x="11" y="278"/>
                      </a:cubicBezTo>
                      <a:cubicBezTo>
                        <a:pt x="11" y="278"/>
                        <a:pt x="11" y="278"/>
                        <a:pt x="11" y="278"/>
                      </a:cubicBezTo>
                      <a:cubicBezTo>
                        <a:pt x="12" y="278"/>
                        <a:pt x="12" y="277"/>
                        <a:pt x="12" y="276"/>
                      </a:cubicBezTo>
                      <a:cubicBezTo>
                        <a:pt x="12" y="276"/>
                        <a:pt x="12" y="275"/>
                        <a:pt x="12" y="275"/>
                      </a:cubicBezTo>
                      <a:cubicBezTo>
                        <a:pt x="12" y="275"/>
                        <a:pt x="12" y="274"/>
                        <a:pt x="12" y="274"/>
                      </a:cubicBezTo>
                      <a:cubicBezTo>
                        <a:pt x="12" y="274"/>
                        <a:pt x="12" y="275"/>
                        <a:pt x="12" y="275"/>
                      </a:cubicBezTo>
                      <a:cubicBezTo>
                        <a:pt x="13" y="275"/>
                        <a:pt x="13" y="275"/>
                        <a:pt x="13" y="275"/>
                      </a:cubicBezTo>
                      <a:cubicBezTo>
                        <a:pt x="13" y="275"/>
                        <a:pt x="13" y="275"/>
                        <a:pt x="13" y="275"/>
                      </a:cubicBezTo>
                      <a:cubicBezTo>
                        <a:pt x="13" y="275"/>
                        <a:pt x="13" y="275"/>
                        <a:pt x="13" y="275"/>
                      </a:cubicBezTo>
                      <a:cubicBezTo>
                        <a:pt x="13" y="275"/>
                        <a:pt x="13" y="275"/>
                        <a:pt x="12" y="275"/>
                      </a:cubicBezTo>
                      <a:cubicBezTo>
                        <a:pt x="12" y="275"/>
                        <a:pt x="12" y="276"/>
                        <a:pt x="12" y="276"/>
                      </a:cubicBezTo>
                      <a:cubicBezTo>
                        <a:pt x="12" y="276"/>
                        <a:pt x="12" y="277"/>
                        <a:pt x="12" y="277"/>
                      </a:cubicBezTo>
                      <a:cubicBezTo>
                        <a:pt x="12" y="278"/>
                        <a:pt x="12" y="278"/>
                        <a:pt x="12" y="278"/>
                      </a:cubicBezTo>
                      <a:cubicBezTo>
                        <a:pt x="13" y="278"/>
                        <a:pt x="13" y="278"/>
                        <a:pt x="13" y="278"/>
                      </a:cubicBezTo>
                      <a:cubicBezTo>
                        <a:pt x="13" y="278"/>
                        <a:pt x="13" y="278"/>
                        <a:pt x="14" y="278"/>
                      </a:cubicBezTo>
                      <a:cubicBezTo>
                        <a:pt x="14" y="279"/>
                        <a:pt x="14" y="279"/>
                        <a:pt x="14" y="280"/>
                      </a:cubicBezTo>
                      <a:cubicBezTo>
                        <a:pt x="13" y="279"/>
                        <a:pt x="13" y="279"/>
                        <a:pt x="13" y="279"/>
                      </a:cubicBezTo>
                      <a:cubicBezTo>
                        <a:pt x="13" y="278"/>
                        <a:pt x="12" y="279"/>
                        <a:pt x="12" y="279"/>
                      </a:cubicBezTo>
                      <a:cubicBezTo>
                        <a:pt x="11" y="279"/>
                        <a:pt x="11" y="279"/>
                        <a:pt x="11" y="279"/>
                      </a:cubicBezTo>
                      <a:cubicBezTo>
                        <a:pt x="11" y="279"/>
                        <a:pt x="10" y="279"/>
                        <a:pt x="10" y="280"/>
                      </a:cubicBezTo>
                      <a:cubicBezTo>
                        <a:pt x="10" y="280"/>
                        <a:pt x="11" y="280"/>
                        <a:pt x="11" y="281"/>
                      </a:cubicBezTo>
                      <a:cubicBezTo>
                        <a:pt x="11" y="281"/>
                        <a:pt x="11" y="281"/>
                        <a:pt x="11" y="281"/>
                      </a:cubicBezTo>
                      <a:cubicBezTo>
                        <a:pt x="10" y="282"/>
                        <a:pt x="10" y="282"/>
                        <a:pt x="10" y="282"/>
                      </a:cubicBezTo>
                      <a:cubicBezTo>
                        <a:pt x="10" y="282"/>
                        <a:pt x="11" y="282"/>
                        <a:pt x="11" y="282"/>
                      </a:cubicBezTo>
                      <a:cubicBezTo>
                        <a:pt x="11" y="282"/>
                        <a:pt x="11" y="282"/>
                        <a:pt x="11" y="282"/>
                      </a:cubicBezTo>
                      <a:cubicBezTo>
                        <a:pt x="11" y="282"/>
                        <a:pt x="12" y="282"/>
                        <a:pt x="12" y="282"/>
                      </a:cubicBezTo>
                      <a:cubicBezTo>
                        <a:pt x="12" y="283"/>
                        <a:pt x="12" y="283"/>
                        <a:pt x="12" y="283"/>
                      </a:cubicBezTo>
                      <a:cubicBezTo>
                        <a:pt x="12" y="283"/>
                        <a:pt x="12" y="283"/>
                        <a:pt x="12" y="283"/>
                      </a:cubicBezTo>
                      <a:cubicBezTo>
                        <a:pt x="12" y="283"/>
                        <a:pt x="12" y="282"/>
                        <a:pt x="12" y="282"/>
                      </a:cubicBezTo>
                      <a:cubicBezTo>
                        <a:pt x="12" y="282"/>
                        <a:pt x="12" y="281"/>
                        <a:pt x="13" y="281"/>
                      </a:cubicBezTo>
                      <a:cubicBezTo>
                        <a:pt x="13" y="281"/>
                        <a:pt x="13" y="281"/>
                        <a:pt x="13" y="282"/>
                      </a:cubicBezTo>
                      <a:cubicBezTo>
                        <a:pt x="13" y="282"/>
                        <a:pt x="13" y="282"/>
                        <a:pt x="14" y="282"/>
                      </a:cubicBezTo>
                      <a:cubicBezTo>
                        <a:pt x="14" y="282"/>
                        <a:pt x="14" y="282"/>
                        <a:pt x="14" y="282"/>
                      </a:cubicBezTo>
                      <a:cubicBezTo>
                        <a:pt x="14" y="282"/>
                        <a:pt x="13" y="282"/>
                        <a:pt x="13" y="282"/>
                      </a:cubicBezTo>
                      <a:cubicBezTo>
                        <a:pt x="13" y="282"/>
                        <a:pt x="13" y="283"/>
                        <a:pt x="13" y="283"/>
                      </a:cubicBezTo>
                      <a:cubicBezTo>
                        <a:pt x="13" y="283"/>
                        <a:pt x="13" y="283"/>
                        <a:pt x="13" y="283"/>
                      </a:cubicBezTo>
                      <a:cubicBezTo>
                        <a:pt x="13" y="283"/>
                        <a:pt x="13" y="283"/>
                        <a:pt x="13" y="284"/>
                      </a:cubicBezTo>
                      <a:cubicBezTo>
                        <a:pt x="14" y="284"/>
                        <a:pt x="13" y="284"/>
                        <a:pt x="13" y="284"/>
                      </a:cubicBezTo>
                      <a:cubicBezTo>
                        <a:pt x="13" y="284"/>
                        <a:pt x="13" y="284"/>
                        <a:pt x="13" y="284"/>
                      </a:cubicBezTo>
                      <a:cubicBezTo>
                        <a:pt x="13" y="284"/>
                        <a:pt x="13" y="284"/>
                        <a:pt x="12" y="284"/>
                      </a:cubicBezTo>
                      <a:cubicBezTo>
                        <a:pt x="12" y="283"/>
                        <a:pt x="11" y="283"/>
                        <a:pt x="11" y="283"/>
                      </a:cubicBezTo>
                      <a:cubicBezTo>
                        <a:pt x="11" y="283"/>
                        <a:pt x="10" y="283"/>
                        <a:pt x="10" y="283"/>
                      </a:cubicBezTo>
                      <a:cubicBezTo>
                        <a:pt x="10" y="283"/>
                        <a:pt x="10" y="283"/>
                        <a:pt x="10" y="283"/>
                      </a:cubicBezTo>
                      <a:cubicBezTo>
                        <a:pt x="10" y="283"/>
                        <a:pt x="10" y="283"/>
                        <a:pt x="10" y="283"/>
                      </a:cubicBezTo>
                      <a:cubicBezTo>
                        <a:pt x="10" y="284"/>
                        <a:pt x="10" y="284"/>
                        <a:pt x="10" y="284"/>
                      </a:cubicBezTo>
                      <a:cubicBezTo>
                        <a:pt x="10" y="284"/>
                        <a:pt x="11" y="284"/>
                        <a:pt x="11" y="285"/>
                      </a:cubicBezTo>
                      <a:cubicBezTo>
                        <a:pt x="11" y="285"/>
                        <a:pt x="11" y="285"/>
                        <a:pt x="11" y="285"/>
                      </a:cubicBezTo>
                      <a:cubicBezTo>
                        <a:pt x="11" y="285"/>
                        <a:pt x="11" y="286"/>
                        <a:pt x="11" y="286"/>
                      </a:cubicBezTo>
                      <a:cubicBezTo>
                        <a:pt x="11" y="286"/>
                        <a:pt x="11" y="286"/>
                        <a:pt x="11" y="286"/>
                      </a:cubicBezTo>
                      <a:cubicBezTo>
                        <a:pt x="11" y="285"/>
                        <a:pt x="11" y="285"/>
                        <a:pt x="11" y="285"/>
                      </a:cubicBezTo>
                      <a:cubicBezTo>
                        <a:pt x="11" y="285"/>
                        <a:pt x="10" y="285"/>
                        <a:pt x="10" y="285"/>
                      </a:cubicBezTo>
                      <a:cubicBezTo>
                        <a:pt x="10" y="284"/>
                        <a:pt x="10" y="284"/>
                        <a:pt x="9" y="284"/>
                      </a:cubicBezTo>
                      <a:cubicBezTo>
                        <a:pt x="9" y="284"/>
                        <a:pt x="8" y="284"/>
                        <a:pt x="8" y="285"/>
                      </a:cubicBezTo>
                      <a:cubicBezTo>
                        <a:pt x="8" y="285"/>
                        <a:pt x="8" y="285"/>
                        <a:pt x="8" y="285"/>
                      </a:cubicBezTo>
                      <a:cubicBezTo>
                        <a:pt x="8" y="285"/>
                        <a:pt x="8" y="285"/>
                        <a:pt x="8" y="285"/>
                      </a:cubicBezTo>
                      <a:cubicBezTo>
                        <a:pt x="8" y="286"/>
                        <a:pt x="7" y="286"/>
                        <a:pt x="8" y="286"/>
                      </a:cubicBezTo>
                      <a:cubicBezTo>
                        <a:pt x="8" y="286"/>
                        <a:pt x="8" y="286"/>
                        <a:pt x="8" y="286"/>
                      </a:cubicBezTo>
                      <a:cubicBezTo>
                        <a:pt x="8" y="286"/>
                        <a:pt x="8" y="286"/>
                        <a:pt x="8" y="286"/>
                      </a:cubicBezTo>
                      <a:cubicBezTo>
                        <a:pt x="8" y="287"/>
                        <a:pt x="9" y="287"/>
                        <a:pt x="9" y="287"/>
                      </a:cubicBezTo>
                      <a:cubicBezTo>
                        <a:pt x="9" y="287"/>
                        <a:pt x="9" y="287"/>
                        <a:pt x="9" y="287"/>
                      </a:cubicBezTo>
                      <a:cubicBezTo>
                        <a:pt x="9" y="287"/>
                        <a:pt x="9" y="288"/>
                        <a:pt x="10" y="288"/>
                      </a:cubicBezTo>
                      <a:cubicBezTo>
                        <a:pt x="10" y="288"/>
                        <a:pt x="10" y="287"/>
                        <a:pt x="10" y="287"/>
                      </a:cubicBezTo>
                      <a:cubicBezTo>
                        <a:pt x="10" y="287"/>
                        <a:pt x="10" y="288"/>
                        <a:pt x="11" y="288"/>
                      </a:cubicBezTo>
                      <a:cubicBezTo>
                        <a:pt x="11" y="288"/>
                        <a:pt x="11" y="288"/>
                        <a:pt x="11" y="288"/>
                      </a:cubicBezTo>
                      <a:cubicBezTo>
                        <a:pt x="11" y="288"/>
                        <a:pt x="12" y="289"/>
                        <a:pt x="12" y="289"/>
                      </a:cubicBezTo>
                      <a:cubicBezTo>
                        <a:pt x="12" y="289"/>
                        <a:pt x="11" y="289"/>
                        <a:pt x="11" y="289"/>
                      </a:cubicBezTo>
                      <a:cubicBezTo>
                        <a:pt x="11" y="289"/>
                        <a:pt x="11" y="289"/>
                        <a:pt x="11" y="289"/>
                      </a:cubicBezTo>
                      <a:cubicBezTo>
                        <a:pt x="11" y="289"/>
                        <a:pt x="11" y="289"/>
                        <a:pt x="11" y="289"/>
                      </a:cubicBezTo>
                      <a:cubicBezTo>
                        <a:pt x="11" y="289"/>
                        <a:pt x="11" y="289"/>
                        <a:pt x="11" y="289"/>
                      </a:cubicBezTo>
                      <a:cubicBezTo>
                        <a:pt x="11" y="290"/>
                        <a:pt x="11" y="290"/>
                        <a:pt x="11" y="290"/>
                      </a:cubicBezTo>
                      <a:cubicBezTo>
                        <a:pt x="11" y="290"/>
                        <a:pt x="11" y="290"/>
                        <a:pt x="11" y="290"/>
                      </a:cubicBezTo>
                      <a:cubicBezTo>
                        <a:pt x="11" y="291"/>
                        <a:pt x="12" y="291"/>
                        <a:pt x="12" y="291"/>
                      </a:cubicBezTo>
                      <a:cubicBezTo>
                        <a:pt x="12" y="291"/>
                        <a:pt x="12" y="291"/>
                        <a:pt x="12" y="291"/>
                      </a:cubicBezTo>
                      <a:cubicBezTo>
                        <a:pt x="12" y="291"/>
                        <a:pt x="12" y="291"/>
                        <a:pt x="12" y="291"/>
                      </a:cubicBezTo>
                      <a:cubicBezTo>
                        <a:pt x="12" y="291"/>
                        <a:pt x="12" y="291"/>
                        <a:pt x="12" y="292"/>
                      </a:cubicBezTo>
                      <a:cubicBezTo>
                        <a:pt x="12" y="292"/>
                        <a:pt x="12" y="292"/>
                        <a:pt x="12" y="292"/>
                      </a:cubicBezTo>
                      <a:cubicBezTo>
                        <a:pt x="12" y="292"/>
                        <a:pt x="12" y="292"/>
                        <a:pt x="12" y="292"/>
                      </a:cubicBezTo>
                      <a:cubicBezTo>
                        <a:pt x="12" y="292"/>
                        <a:pt x="12" y="292"/>
                        <a:pt x="13" y="292"/>
                      </a:cubicBezTo>
                      <a:cubicBezTo>
                        <a:pt x="13" y="293"/>
                        <a:pt x="13" y="293"/>
                        <a:pt x="13" y="293"/>
                      </a:cubicBezTo>
                      <a:cubicBezTo>
                        <a:pt x="13" y="293"/>
                        <a:pt x="13" y="293"/>
                        <a:pt x="13" y="293"/>
                      </a:cubicBezTo>
                      <a:cubicBezTo>
                        <a:pt x="13" y="292"/>
                        <a:pt x="13" y="292"/>
                        <a:pt x="13" y="292"/>
                      </a:cubicBezTo>
                      <a:cubicBezTo>
                        <a:pt x="13" y="292"/>
                        <a:pt x="14" y="292"/>
                        <a:pt x="14" y="292"/>
                      </a:cubicBezTo>
                      <a:cubicBezTo>
                        <a:pt x="14" y="292"/>
                        <a:pt x="14" y="292"/>
                        <a:pt x="14" y="292"/>
                      </a:cubicBezTo>
                      <a:cubicBezTo>
                        <a:pt x="14" y="291"/>
                        <a:pt x="14" y="291"/>
                        <a:pt x="14" y="291"/>
                      </a:cubicBezTo>
                      <a:cubicBezTo>
                        <a:pt x="14" y="291"/>
                        <a:pt x="14" y="291"/>
                        <a:pt x="14" y="290"/>
                      </a:cubicBezTo>
                      <a:cubicBezTo>
                        <a:pt x="14" y="290"/>
                        <a:pt x="14" y="290"/>
                        <a:pt x="14" y="290"/>
                      </a:cubicBezTo>
                      <a:cubicBezTo>
                        <a:pt x="14" y="290"/>
                        <a:pt x="14" y="290"/>
                        <a:pt x="14" y="289"/>
                      </a:cubicBezTo>
                      <a:cubicBezTo>
                        <a:pt x="14" y="289"/>
                        <a:pt x="15" y="289"/>
                        <a:pt x="15" y="290"/>
                      </a:cubicBezTo>
                      <a:cubicBezTo>
                        <a:pt x="15" y="290"/>
                        <a:pt x="15" y="290"/>
                        <a:pt x="15" y="290"/>
                      </a:cubicBezTo>
                      <a:cubicBezTo>
                        <a:pt x="16" y="290"/>
                        <a:pt x="16" y="290"/>
                        <a:pt x="16" y="291"/>
                      </a:cubicBezTo>
                      <a:cubicBezTo>
                        <a:pt x="16" y="291"/>
                        <a:pt x="16" y="291"/>
                        <a:pt x="16" y="291"/>
                      </a:cubicBezTo>
                      <a:cubicBezTo>
                        <a:pt x="15" y="291"/>
                        <a:pt x="15" y="291"/>
                        <a:pt x="14" y="291"/>
                      </a:cubicBezTo>
                      <a:cubicBezTo>
                        <a:pt x="14" y="291"/>
                        <a:pt x="14" y="291"/>
                        <a:pt x="14" y="291"/>
                      </a:cubicBezTo>
                      <a:cubicBezTo>
                        <a:pt x="14" y="291"/>
                        <a:pt x="14" y="291"/>
                        <a:pt x="14" y="291"/>
                      </a:cubicBezTo>
                      <a:cubicBezTo>
                        <a:pt x="14" y="291"/>
                        <a:pt x="14" y="292"/>
                        <a:pt x="14" y="292"/>
                      </a:cubicBezTo>
                      <a:cubicBezTo>
                        <a:pt x="14" y="292"/>
                        <a:pt x="14" y="292"/>
                        <a:pt x="14" y="292"/>
                      </a:cubicBezTo>
                      <a:cubicBezTo>
                        <a:pt x="14" y="292"/>
                        <a:pt x="14" y="292"/>
                        <a:pt x="14" y="292"/>
                      </a:cubicBezTo>
                      <a:cubicBezTo>
                        <a:pt x="13" y="293"/>
                        <a:pt x="14" y="293"/>
                        <a:pt x="14" y="293"/>
                      </a:cubicBezTo>
                      <a:cubicBezTo>
                        <a:pt x="14" y="293"/>
                        <a:pt x="14" y="294"/>
                        <a:pt x="14" y="294"/>
                      </a:cubicBezTo>
                      <a:cubicBezTo>
                        <a:pt x="14" y="294"/>
                        <a:pt x="14" y="294"/>
                        <a:pt x="14" y="294"/>
                      </a:cubicBezTo>
                      <a:cubicBezTo>
                        <a:pt x="13" y="294"/>
                        <a:pt x="13" y="293"/>
                        <a:pt x="14" y="293"/>
                      </a:cubicBezTo>
                      <a:cubicBezTo>
                        <a:pt x="13" y="293"/>
                        <a:pt x="13" y="293"/>
                        <a:pt x="13" y="293"/>
                      </a:cubicBezTo>
                      <a:cubicBezTo>
                        <a:pt x="13" y="293"/>
                        <a:pt x="13" y="293"/>
                        <a:pt x="13" y="293"/>
                      </a:cubicBezTo>
                      <a:cubicBezTo>
                        <a:pt x="13" y="293"/>
                        <a:pt x="13" y="293"/>
                        <a:pt x="13" y="293"/>
                      </a:cubicBezTo>
                      <a:cubicBezTo>
                        <a:pt x="13" y="293"/>
                        <a:pt x="12" y="293"/>
                        <a:pt x="12" y="293"/>
                      </a:cubicBezTo>
                      <a:cubicBezTo>
                        <a:pt x="12" y="293"/>
                        <a:pt x="11" y="293"/>
                        <a:pt x="11" y="294"/>
                      </a:cubicBezTo>
                      <a:cubicBezTo>
                        <a:pt x="11" y="294"/>
                        <a:pt x="11" y="294"/>
                        <a:pt x="11" y="294"/>
                      </a:cubicBezTo>
                      <a:cubicBezTo>
                        <a:pt x="11" y="294"/>
                        <a:pt x="11" y="294"/>
                        <a:pt x="11" y="294"/>
                      </a:cubicBezTo>
                      <a:cubicBezTo>
                        <a:pt x="11" y="294"/>
                        <a:pt x="10" y="294"/>
                        <a:pt x="10" y="294"/>
                      </a:cubicBezTo>
                      <a:cubicBezTo>
                        <a:pt x="10" y="294"/>
                        <a:pt x="10" y="294"/>
                        <a:pt x="10" y="294"/>
                      </a:cubicBezTo>
                      <a:cubicBezTo>
                        <a:pt x="10" y="294"/>
                        <a:pt x="10" y="294"/>
                        <a:pt x="10" y="294"/>
                      </a:cubicBezTo>
                      <a:cubicBezTo>
                        <a:pt x="10" y="294"/>
                        <a:pt x="10" y="294"/>
                        <a:pt x="10" y="294"/>
                      </a:cubicBezTo>
                      <a:cubicBezTo>
                        <a:pt x="10" y="294"/>
                        <a:pt x="10" y="294"/>
                        <a:pt x="10" y="294"/>
                      </a:cubicBezTo>
                      <a:cubicBezTo>
                        <a:pt x="10" y="295"/>
                        <a:pt x="10" y="295"/>
                        <a:pt x="10" y="295"/>
                      </a:cubicBezTo>
                      <a:cubicBezTo>
                        <a:pt x="10" y="296"/>
                        <a:pt x="10" y="296"/>
                        <a:pt x="11" y="296"/>
                      </a:cubicBezTo>
                      <a:cubicBezTo>
                        <a:pt x="11" y="296"/>
                        <a:pt x="11" y="297"/>
                        <a:pt x="11" y="297"/>
                      </a:cubicBezTo>
                      <a:cubicBezTo>
                        <a:pt x="11" y="297"/>
                        <a:pt x="11" y="297"/>
                        <a:pt x="11" y="297"/>
                      </a:cubicBezTo>
                      <a:cubicBezTo>
                        <a:pt x="11" y="297"/>
                        <a:pt x="11" y="297"/>
                        <a:pt x="11" y="297"/>
                      </a:cubicBezTo>
                      <a:cubicBezTo>
                        <a:pt x="11" y="297"/>
                        <a:pt x="11" y="297"/>
                        <a:pt x="11" y="297"/>
                      </a:cubicBezTo>
                      <a:cubicBezTo>
                        <a:pt x="11" y="297"/>
                        <a:pt x="12" y="297"/>
                        <a:pt x="11" y="297"/>
                      </a:cubicBezTo>
                      <a:cubicBezTo>
                        <a:pt x="11" y="297"/>
                        <a:pt x="11" y="296"/>
                        <a:pt x="11" y="296"/>
                      </a:cubicBezTo>
                      <a:cubicBezTo>
                        <a:pt x="11" y="296"/>
                        <a:pt x="11" y="296"/>
                        <a:pt x="11" y="295"/>
                      </a:cubicBezTo>
                      <a:cubicBezTo>
                        <a:pt x="11" y="295"/>
                        <a:pt x="11" y="295"/>
                        <a:pt x="12" y="295"/>
                      </a:cubicBezTo>
                      <a:cubicBezTo>
                        <a:pt x="12" y="295"/>
                        <a:pt x="12" y="295"/>
                        <a:pt x="12" y="295"/>
                      </a:cubicBezTo>
                      <a:cubicBezTo>
                        <a:pt x="12" y="296"/>
                        <a:pt x="12" y="296"/>
                        <a:pt x="12" y="296"/>
                      </a:cubicBezTo>
                      <a:cubicBezTo>
                        <a:pt x="12" y="296"/>
                        <a:pt x="12" y="296"/>
                        <a:pt x="12" y="296"/>
                      </a:cubicBezTo>
                      <a:cubicBezTo>
                        <a:pt x="12" y="296"/>
                        <a:pt x="12" y="297"/>
                        <a:pt x="12" y="297"/>
                      </a:cubicBezTo>
                      <a:cubicBezTo>
                        <a:pt x="13" y="297"/>
                        <a:pt x="13" y="297"/>
                        <a:pt x="13" y="296"/>
                      </a:cubicBezTo>
                      <a:cubicBezTo>
                        <a:pt x="13" y="297"/>
                        <a:pt x="13" y="297"/>
                        <a:pt x="13" y="297"/>
                      </a:cubicBezTo>
                      <a:cubicBezTo>
                        <a:pt x="14" y="297"/>
                        <a:pt x="14" y="298"/>
                        <a:pt x="14" y="298"/>
                      </a:cubicBezTo>
                      <a:cubicBezTo>
                        <a:pt x="14" y="298"/>
                        <a:pt x="14" y="298"/>
                        <a:pt x="14" y="298"/>
                      </a:cubicBezTo>
                      <a:cubicBezTo>
                        <a:pt x="14" y="298"/>
                        <a:pt x="14" y="298"/>
                        <a:pt x="14" y="298"/>
                      </a:cubicBezTo>
                      <a:cubicBezTo>
                        <a:pt x="14" y="298"/>
                        <a:pt x="14" y="298"/>
                        <a:pt x="14" y="299"/>
                      </a:cubicBezTo>
                      <a:cubicBezTo>
                        <a:pt x="14" y="299"/>
                        <a:pt x="14" y="299"/>
                        <a:pt x="14" y="299"/>
                      </a:cubicBezTo>
                      <a:cubicBezTo>
                        <a:pt x="15" y="299"/>
                        <a:pt x="15" y="298"/>
                        <a:pt x="15" y="298"/>
                      </a:cubicBezTo>
                      <a:cubicBezTo>
                        <a:pt x="14" y="298"/>
                        <a:pt x="14" y="298"/>
                        <a:pt x="14" y="298"/>
                      </a:cubicBezTo>
                      <a:cubicBezTo>
                        <a:pt x="14" y="298"/>
                        <a:pt x="14" y="297"/>
                        <a:pt x="14" y="297"/>
                      </a:cubicBezTo>
                      <a:cubicBezTo>
                        <a:pt x="14" y="297"/>
                        <a:pt x="14" y="297"/>
                        <a:pt x="14" y="297"/>
                      </a:cubicBezTo>
                      <a:cubicBezTo>
                        <a:pt x="14" y="297"/>
                        <a:pt x="15" y="297"/>
                        <a:pt x="15" y="297"/>
                      </a:cubicBezTo>
                      <a:cubicBezTo>
                        <a:pt x="15" y="297"/>
                        <a:pt x="15" y="297"/>
                        <a:pt x="15" y="298"/>
                      </a:cubicBezTo>
                      <a:cubicBezTo>
                        <a:pt x="15" y="298"/>
                        <a:pt x="15" y="298"/>
                        <a:pt x="15" y="298"/>
                      </a:cubicBezTo>
                      <a:cubicBezTo>
                        <a:pt x="15" y="298"/>
                        <a:pt x="15" y="298"/>
                        <a:pt x="15" y="299"/>
                      </a:cubicBezTo>
                      <a:cubicBezTo>
                        <a:pt x="15" y="299"/>
                        <a:pt x="15" y="299"/>
                        <a:pt x="15" y="300"/>
                      </a:cubicBezTo>
                      <a:cubicBezTo>
                        <a:pt x="15" y="300"/>
                        <a:pt x="15" y="300"/>
                        <a:pt x="15" y="300"/>
                      </a:cubicBezTo>
                      <a:cubicBezTo>
                        <a:pt x="15" y="300"/>
                        <a:pt x="15" y="300"/>
                        <a:pt x="15" y="300"/>
                      </a:cubicBezTo>
                      <a:cubicBezTo>
                        <a:pt x="15" y="300"/>
                        <a:pt x="15" y="300"/>
                        <a:pt x="14" y="300"/>
                      </a:cubicBezTo>
                      <a:cubicBezTo>
                        <a:pt x="14" y="300"/>
                        <a:pt x="14" y="300"/>
                        <a:pt x="14" y="300"/>
                      </a:cubicBezTo>
                      <a:cubicBezTo>
                        <a:pt x="14" y="299"/>
                        <a:pt x="14" y="299"/>
                        <a:pt x="14" y="299"/>
                      </a:cubicBezTo>
                      <a:cubicBezTo>
                        <a:pt x="14" y="299"/>
                        <a:pt x="14" y="299"/>
                        <a:pt x="13" y="299"/>
                      </a:cubicBezTo>
                      <a:cubicBezTo>
                        <a:pt x="13" y="299"/>
                        <a:pt x="13" y="300"/>
                        <a:pt x="13" y="300"/>
                      </a:cubicBezTo>
                      <a:cubicBezTo>
                        <a:pt x="13" y="301"/>
                        <a:pt x="13" y="301"/>
                        <a:pt x="13" y="301"/>
                      </a:cubicBezTo>
                      <a:cubicBezTo>
                        <a:pt x="13" y="301"/>
                        <a:pt x="13" y="301"/>
                        <a:pt x="13" y="302"/>
                      </a:cubicBezTo>
                      <a:cubicBezTo>
                        <a:pt x="13" y="302"/>
                        <a:pt x="14" y="302"/>
                        <a:pt x="14" y="302"/>
                      </a:cubicBezTo>
                      <a:cubicBezTo>
                        <a:pt x="14" y="302"/>
                        <a:pt x="14" y="302"/>
                        <a:pt x="14" y="302"/>
                      </a:cubicBezTo>
                      <a:cubicBezTo>
                        <a:pt x="14" y="302"/>
                        <a:pt x="14" y="302"/>
                        <a:pt x="14" y="302"/>
                      </a:cubicBezTo>
                      <a:cubicBezTo>
                        <a:pt x="14" y="302"/>
                        <a:pt x="14" y="302"/>
                        <a:pt x="14" y="302"/>
                      </a:cubicBezTo>
                      <a:cubicBezTo>
                        <a:pt x="14" y="302"/>
                        <a:pt x="14" y="302"/>
                        <a:pt x="14" y="302"/>
                      </a:cubicBezTo>
                      <a:cubicBezTo>
                        <a:pt x="14" y="302"/>
                        <a:pt x="14" y="302"/>
                        <a:pt x="14" y="302"/>
                      </a:cubicBezTo>
                      <a:cubicBezTo>
                        <a:pt x="14" y="303"/>
                        <a:pt x="14" y="303"/>
                        <a:pt x="14" y="303"/>
                      </a:cubicBezTo>
                      <a:cubicBezTo>
                        <a:pt x="14" y="303"/>
                        <a:pt x="14" y="303"/>
                        <a:pt x="14" y="303"/>
                      </a:cubicBezTo>
                      <a:cubicBezTo>
                        <a:pt x="14" y="303"/>
                        <a:pt x="14" y="303"/>
                        <a:pt x="14" y="303"/>
                      </a:cubicBezTo>
                      <a:cubicBezTo>
                        <a:pt x="13" y="303"/>
                        <a:pt x="14" y="303"/>
                        <a:pt x="13" y="302"/>
                      </a:cubicBezTo>
                      <a:cubicBezTo>
                        <a:pt x="13" y="303"/>
                        <a:pt x="13" y="303"/>
                        <a:pt x="13" y="303"/>
                      </a:cubicBezTo>
                      <a:cubicBezTo>
                        <a:pt x="13" y="303"/>
                        <a:pt x="13" y="303"/>
                        <a:pt x="14" y="304"/>
                      </a:cubicBezTo>
                      <a:cubicBezTo>
                        <a:pt x="14" y="304"/>
                        <a:pt x="14" y="304"/>
                        <a:pt x="14" y="304"/>
                      </a:cubicBezTo>
                      <a:cubicBezTo>
                        <a:pt x="14" y="303"/>
                        <a:pt x="14" y="303"/>
                        <a:pt x="15" y="303"/>
                      </a:cubicBezTo>
                      <a:cubicBezTo>
                        <a:pt x="15" y="303"/>
                        <a:pt x="15" y="303"/>
                        <a:pt x="15" y="303"/>
                      </a:cubicBezTo>
                      <a:cubicBezTo>
                        <a:pt x="15" y="303"/>
                        <a:pt x="15" y="303"/>
                        <a:pt x="15" y="303"/>
                      </a:cubicBezTo>
                      <a:cubicBezTo>
                        <a:pt x="15" y="303"/>
                        <a:pt x="15" y="303"/>
                        <a:pt x="15" y="303"/>
                      </a:cubicBezTo>
                      <a:cubicBezTo>
                        <a:pt x="16" y="303"/>
                        <a:pt x="16" y="304"/>
                        <a:pt x="16" y="304"/>
                      </a:cubicBezTo>
                      <a:cubicBezTo>
                        <a:pt x="16" y="304"/>
                        <a:pt x="16" y="304"/>
                        <a:pt x="16" y="305"/>
                      </a:cubicBezTo>
                      <a:cubicBezTo>
                        <a:pt x="16" y="305"/>
                        <a:pt x="16" y="305"/>
                        <a:pt x="16" y="305"/>
                      </a:cubicBezTo>
                      <a:cubicBezTo>
                        <a:pt x="16" y="305"/>
                        <a:pt x="16" y="305"/>
                        <a:pt x="16" y="305"/>
                      </a:cubicBezTo>
                      <a:cubicBezTo>
                        <a:pt x="16" y="305"/>
                        <a:pt x="16" y="305"/>
                        <a:pt x="16" y="305"/>
                      </a:cubicBezTo>
                      <a:cubicBezTo>
                        <a:pt x="16" y="305"/>
                        <a:pt x="16" y="305"/>
                        <a:pt x="16" y="305"/>
                      </a:cubicBezTo>
                      <a:cubicBezTo>
                        <a:pt x="16" y="305"/>
                        <a:pt x="16" y="304"/>
                        <a:pt x="15" y="304"/>
                      </a:cubicBezTo>
                      <a:cubicBezTo>
                        <a:pt x="15" y="304"/>
                        <a:pt x="15" y="304"/>
                        <a:pt x="15" y="304"/>
                      </a:cubicBezTo>
                      <a:cubicBezTo>
                        <a:pt x="15" y="304"/>
                        <a:pt x="15" y="304"/>
                        <a:pt x="15" y="304"/>
                      </a:cubicBezTo>
                      <a:cubicBezTo>
                        <a:pt x="15" y="305"/>
                        <a:pt x="16" y="305"/>
                        <a:pt x="16" y="305"/>
                      </a:cubicBezTo>
                      <a:cubicBezTo>
                        <a:pt x="16" y="306"/>
                        <a:pt x="15" y="306"/>
                        <a:pt x="15" y="306"/>
                      </a:cubicBezTo>
                      <a:cubicBezTo>
                        <a:pt x="16" y="306"/>
                        <a:pt x="16" y="306"/>
                        <a:pt x="16" y="306"/>
                      </a:cubicBezTo>
                      <a:cubicBezTo>
                        <a:pt x="16" y="307"/>
                        <a:pt x="17" y="307"/>
                        <a:pt x="17" y="307"/>
                      </a:cubicBezTo>
                      <a:cubicBezTo>
                        <a:pt x="17" y="307"/>
                        <a:pt x="17" y="307"/>
                        <a:pt x="17" y="307"/>
                      </a:cubicBezTo>
                      <a:cubicBezTo>
                        <a:pt x="17" y="308"/>
                        <a:pt x="17" y="307"/>
                        <a:pt x="18" y="307"/>
                      </a:cubicBezTo>
                      <a:cubicBezTo>
                        <a:pt x="18" y="307"/>
                        <a:pt x="18" y="307"/>
                        <a:pt x="18" y="307"/>
                      </a:cubicBezTo>
                      <a:cubicBezTo>
                        <a:pt x="18" y="307"/>
                        <a:pt x="18" y="307"/>
                        <a:pt x="18" y="307"/>
                      </a:cubicBezTo>
                      <a:cubicBezTo>
                        <a:pt x="18" y="307"/>
                        <a:pt x="18" y="307"/>
                        <a:pt x="18" y="307"/>
                      </a:cubicBezTo>
                      <a:cubicBezTo>
                        <a:pt x="18" y="307"/>
                        <a:pt x="18" y="307"/>
                        <a:pt x="18" y="307"/>
                      </a:cubicBezTo>
                      <a:cubicBezTo>
                        <a:pt x="19" y="306"/>
                        <a:pt x="19" y="306"/>
                        <a:pt x="19" y="306"/>
                      </a:cubicBezTo>
                      <a:cubicBezTo>
                        <a:pt x="19" y="306"/>
                        <a:pt x="18" y="306"/>
                        <a:pt x="18" y="305"/>
                      </a:cubicBezTo>
                      <a:cubicBezTo>
                        <a:pt x="18" y="305"/>
                        <a:pt x="19" y="305"/>
                        <a:pt x="19" y="305"/>
                      </a:cubicBezTo>
                      <a:cubicBezTo>
                        <a:pt x="18" y="305"/>
                        <a:pt x="18" y="305"/>
                        <a:pt x="18" y="304"/>
                      </a:cubicBezTo>
                      <a:cubicBezTo>
                        <a:pt x="18" y="304"/>
                        <a:pt x="19" y="304"/>
                        <a:pt x="19" y="304"/>
                      </a:cubicBezTo>
                      <a:cubicBezTo>
                        <a:pt x="19" y="304"/>
                        <a:pt x="19" y="305"/>
                        <a:pt x="19" y="305"/>
                      </a:cubicBezTo>
                      <a:cubicBezTo>
                        <a:pt x="19" y="305"/>
                        <a:pt x="19" y="305"/>
                        <a:pt x="19" y="305"/>
                      </a:cubicBezTo>
                      <a:cubicBezTo>
                        <a:pt x="19" y="305"/>
                        <a:pt x="19" y="305"/>
                        <a:pt x="19" y="305"/>
                      </a:cubicBezTo>
                      <a:cubicBezTo>
                        <a:pt x="19" y="306"/>
                        <a:pt x="19" y="306"/>
                        <a:pt x="19" y="306"/>
                      </a:cubicBezTo>
                      <a:cubicBezTo>
                        <a:pt x="19" y="307"/>
                        <a:pt x="19" y="307"/>
                        <a:pt x="19" y="307"/>
                      </a:cubicBezTo>
                      <a:cubicBezTo>
                        <a:pt x="19" y="307"/>
                        <a:pt x="18" y="307"/>
                        <a:pt x="18" y="307"/>
                      </a:cubicBezTo>
                      <a:cubicBezTo>
                        <a:pt x="18" y="307"/>
                        <a:pt x="18" y="308"/>
                        <a:pt x="18" y="308"/>
                      </a:cubicBezTo>
                      <a:cubicBezTo>
                        <a:pt x="18" y="308"/>
                        <a:pt x="17" y="308"/>
                        <a:pt x="17" y="308"/>
                      </a:cubicBezTo>
                      <a:cubicBezTo>
                        <a:pt x="17" y="308"/>
                        <a:pt x="17" y="308"/>
                        <a:pt x="17" y="308"/>
                      </a:cubicBezTo>
                      <a:cubicBezTo>
                        <a:pt x="17" y="308"/>
                        <a:pt x="17" y="308"/>
                        <a:pt x="17" y="308"/>
                      </a:cubicBezTo>
                      <a:cubicBezTo>
                        <a:pt x="17" y="308"/>
                        <a:pt x="16" y="308"/>
                        <a:pt x="16" y="308"/>
                      </a:cubicBezTo>
                      <a:cubicBezTo>
                        <a:pt x="16" y="308"/>
                        <a:pt x="16" y="308"/>
                        <a:pt x="16" y="308"/>
                      </a:cubicBezTo>
                      <a:cubicBezTo>
                        <a:pt x="15" y="307"/>
                        <a:pt x="15" y="307"/>
                        <a:pt x="15" y="307"/>
                      </a:cubicBezTo>
                      <a:cubicBezTo>
                        <a:pt x="15" y="307"/>
                        <a:pt x="15" y="307"/>
                        <a:pt x="15" y="307"/>
                      </a:cubicBezTo>
                      <a:cubicBezTo>
                        <a:pt x="15" y="307"/>
                        <a:pt x="14" y="307"/>
                        <a:pt x="14" y="307"/>
                      </a:cubicBezTo>
                      <a:cubicBezTo>
                        <a:pt x="14" y="307"/>
                        <a:pt x="14" y="307"/>
                        <a:pt x="14" y="307"/>
                      </a:cubicBezTo>
                      <a:cubicBezTo>
                        <a:pt x="15" y="307"/>
                        <a:pt x="15" y="307"/>
                        <a:pt x="15" y="307"/>
                      </a:cubicBezTo>
                      <a:cubicBezTo>
                        <a:pt x="15" y="308"/>
                        <a:pt x="15" y="308"/>
                        <a:pt x="15" y="308"/>
                      </a:cubicBezTo>
                      <a:cubicBezTo>
                        <a:pt x="15" y="309"/>
                        <a:pt x="15" y="309"/>
                        <a:pt x="15" y="309"/>
                      </a:cubicBezTo>
                      <a:cubicBezTo>
                        <a:pt x="15" y="309"/>
                        <a:pt x="15" y="310"/>
                        <a:pt x="15" y="310"/>
                      </a:cubicBezTo>
                      <a:cubicBezTo>
                        <a:pt x="15" y="310"/>
                        <a:pt x="15" y="310"/>
                        <a:pt x="15" y="311"/>
                      </a:cubicBezTo>
                      <a:cubicBezTo>
                        <a:pt x="15" y="311"/>
                        <a:pt x="15" y="311"/>
                        <a:pt x="15" y="311"/>
                      </a:cubicBezTo>
                      <a:cubicBezTo>
                        <a:pt x="15" y="311"/>
                        <a:pt x="15" y="311"/>
                        <a:pt x="15" y="311"/>
                      </a:cubicBezTo>
                      <a:cubicBezTo>
                        <a:pt x="15" y="311"/>
                        <a:pt x="16" y="311"/>
                        <a:pt x="16" y="311"/>
                      </a:cubicBezTo>
                      <a:cubicBezTo>
                        <a:pt x="16" y="312"/>
                        <a:pt x="15" y="312"/>
                        <a:pt x="15" y="312"/>
                      </a:cubicBezTo>
                      <a:cubicBezTo>
                        <a:pt x="15" y="312"/>
                        <a:pt x="16" y="312"/>
                        <a:pt x="16" y="312"/>
                      </a:cubicBezTo>
                      <a:cubicBezTo>
                        <a:pt x="16" y="312"/>
                        <a:pt x="16" y="313"/>
                        <a:pt x="15" y="313"/>
                      </a:cubicBezTo>
                      <a:cubicBezTo>
                        <a:pt x="15" y="313"/>
                        <a:pt x="15" y="313"/>
                        <a:pt x="15" y="313"/>
                      </a:cubicBezTo>
                      <a:cubicBezTo>
                        <a:pt x="15" y="313"/>
                        <a:pt x="15" y="314"/>
                        <a:pt x="15" y="314"/>
                      </a:cubicBezTo>
                      <a:cubicBezTo>
                        <a:pt x="15" y="314"/>
                        <a:pt x="15" y="314"/>
                        <a:pt x="15" y="314"/>
                      </a:cubicBezTo>
                      <a:cubicBezTo>
                        <a:pt x="15" y="315"/>
                        <a:pt x="15" y="315"/>
                        <a:pt x="15" y="315"/>
                      </a:cubicBezTo>
                      <a:cubicBezTo>
                        <a:pt x="15" y="314"/>
                        <a:pt x="16" y="314"/>
                        <a:pt x="16" y="314"/>
                      </a:cubicBezTo>
                      <a:cubicBezTo>
                        <a:pt x="16" y="314"/>
                        <a:pt x="16" y="314"/>
                        <a:pt x="16" y="314"/>
                      </a:cubicBezTo>
                      <a:cubicBezTo>
                        <a:pt x="16" y="314"/>
                        <a:pt x="16" y="314"/>
                        <a:pt x="16" y="314"/>
                      </a:cubicBezTo>
                      <a:cubicBezTo>
                        <a:pt x="16" y="314"/>
                        <a:pt x="17" y="314"/>
                        <a:pt x="17" y="313"/>
                      </a:cubicBezTo>
                      <a:cubicBezTo>
                        <a:pt x="17" y="313"/>
                        <a:pt x="17" y="313"/>
                        <a:pt x="17" y="313"/>
                      </a:cubicBezTo>
                      <a:cubicBezTo>
                        <a:pt x="17" y="313"/>
                        <a:pt x="17" y="313"/>
                        <a:pt x="17" y="313"/>
                      </a:cubicBezTo>
                      <a:cubicBezTo>
                        <a:pt x="17" y="313"/>
                        <a:pt x="17" y="314"/>
                        <a:pt x="17" y="314"/>
                      </a:cubicBezTo>
                      <a:cubicBezTo>
                        <a:pt x="17" y="314"/>
                        <a:pt x="17" y="314"/>
                        <a:pt x="17" y="314"/>
                      </a:cubicBezTo>
                      <a:cubicBezTo>
                        <a:pt x="17" y="314"/>
                        <a:pt x="17" y="314"/>
                        <a:pt x="17" y="314"/>
                      </a:cubicBezTo>
                      <a:cubicBezTo>
                        <a:pt x="17" y="314"/>
                        <a:pt x="17" y="314"/>
                        <a:pt x="17" y="314"/>
                      </a:cubicBezTo>
                      <a:cubicBezTo>
                        <a:pt x="17" y="314"/>
                        <a:pt x="17" y="314"/>
                        <a:pt x="17" y="314"/>
                      </a:cubicBezTo>
                      <a:cubicBezTo>
                        <a:pt x="17" y="314"/>
                        <a:pt x="17" y="314"/>
                        <a:pt x="17" y="314"/>
                      </a:cubicBezTo>
                      <a:cubicBezTo>
                        <a:pt x="17" y="314"/>
                        <a:pt x="17" y="314"/>
                        <a:pt x="17" y="314"/>
                      </a:cubicBezTo>
                      <a:cubicBezTo>
                        <a:pt x="17" y="315"/>
                        <a:pt x="17" y="315"/>
                        <a:pt x="18" y="315"/>
                      </a:cubicBezTo>
                      <a:cubicBezTo>
                        <a:pt x="18" y="315"/>
                        <a:pt x="18" y="315"/>
                        <a:pt x="18" y="315"/>
                      </a:cubicBezTo>
                      <a:cubicBezTo>
                        <a:pt x="18" y="315"/>
                        <a:pt x="18" y="315"/>
                        <a:pt x="18" y="315"/>
                      </a:cubicBezTo>
                      <a:cubicBezTo>
                        <a:pt x="18" y="315"/>
                        <a:pt x="17" y="315"/>
                        <a:pt x="17" y="315"/>
                      </a:cubicBezTo>
                      <a:cubicBezTo>
                        <a:pt x="17" y="315"/>
                        <a:pt x="17" y="315"/>
                        <a:pt x="17" y="315"/>
                      </a:cubicBezTo>
                      <a:cubicBezTo>
                        <a:pt x="17" y="315"/>
                        <a:pt x="17" y="315"/>
                        <a:pt x="17" y="315"/>
                      </a:cubicBezTo>
                      <a:cubicBezTo>
                        <a:pt x="17" y="315"/>
                        <a:pt x="17" y="315"/>
                        <a:pt x="17" y="315"/>
                      </a:cubicBezTo>
                      <a:cubicBezTo>
                        <a:pt x="17" y="315"/>
                        <a:pt x="17" y="315"/>
                        <a:pt x="16" y="315"/>
                      </a:cubicBezTo>
                      <a:cubicBezTo>
                        <a:pt x="16" y="315"/>
                        <a:pt x="16" y="315"/>
                        <a:pt x="16" y="315"/>
                      </a:cubicBezTo>
                      <a:cubicBezTo>
                        <a:pt x="16" y="315"/>
                        <a:pt x="16" y="316"/>
                        <a:pt x="16" y="316"/>
                      </a:cubicBezTo>
                      <a:cubicBezTo>
                        <a:pt x="16" y="316"/>
                        <a:pt x="16" y="316"/>
                        <a:pt x="16" y="316"/>
                      </a:cubicBezTo>
                      <a:cubicBezTo>
                        <a:pt x="16" y="316"/>
                        <a:pt x="16" y="316"/>
                        <a:pt x="16" y="316"/>
                      </a:cubicBezTo>
                      <a:cubicBezTo>
                        <a:pt x="16" y="316"/>
                        <a:pt x="15" y="316"/>
                        <a:pt x="15" y="316"/>
                      </a:cubicBezTo>
                      <a:cubicBezTo>
                        <a:pt x="15" y="316"/>
                        <a:pt x="15" y="316"/>
                        <a:pt x="15" y="316"/>
                      </a:cubicBezTo>
                      <a:cubicBezTo>
                        <a:pt x="15" y="316"/>
                        <a:pt x="14" y="316"/>
                        <a:pt x="15" y="316"/>
                      </a:cubicBezTo>
                      <a:cubicBezTo>
                        <a:pt x="15" y="316"/>
                        <a:pt x="15" y="316"/>
                        <a:pt x="15" y="316"/>
                      </a:cubicBezTo>
                      <a:cubicBezTo>
                        <a:pt x="15" y="316"/>
                        <a:pt x="15" y="316"/>
                        <a:pt x="15" y="316"/>
                      </a:cubicBezTo>
                      <a:cubicBezTo>
                        <a:pt x="15" y="316"/>
                        <a:pt x="16" y="316"/>
                        <a:pt x="16" y="316"/>
                      </a:cubicBezTo>
                      <a:cubicBezTo>
                        <a:pt x="16" y="316"/>
                        <a:pt x="16" y="317"/>
                        <a:pt x="16" y="317"/>
                      </a:cubicBezTo>
                      <a:cubicBezTo>
                        <a:pt x="16" y="317"/>
                        <a:pt x="16" y="317"/>
                        <a:pt x="16" y="317"/>
                      </a:cubicBezTo>
                      <a:cubicBezTo>
                        <a:pt x="16" y="317"/>
                        <a:pt x="16" y="317"/>
                        <a:pt x="16" y="317"/>
                      </a:cubicBezTo>
                      <a:cubicBezTo>
                        <a:pt x="17" y="317"/>
                        <a:pt x="17" y="317"/>
                        <a:pt x="16" y="318"/>
                      </a:cubicBezTo>
                      <a:cubicBezTo>
                        <a:pt x="16" y="318"/>
                        <a:pt x="16" y="318"/>
                        <a:pt x="16" y="318"/>
                      </a:cubicBezTo>
                      <a:cubicBezTo>
                        <a:pt x="16" y="318"/>
                        <a:pt x="17" y="318"/>
                        <a:pt x="17" y="318"/>
                      </a:cubicBezTo>
                      <a:cubicBezTo>
                        <a:pt x="17" y="318"/>
                        <a:pt x="17" y="319"/>
                        <a:pt x="17" y="319"/>
                      </a:cubicBezTo>
                      <a:cubicBezTo>
                        <a:pt x="18" y="319"/>
                        <a:pt x="18" y="319"/>
                        <a:pt x="18" y="319"/>
                      </a:cubicBezTo>
                      <a:cubicBezTo>
                        <a:pt x="18" y="319"/>
                        <a:pt x="18" y="319"/>
                        <a:pt x="18" y="319"/>
                      </a:cubicBezTo>
                      <a:cubicBezTo>
                        <a:pt x="18" y="319"/>
                        <a:pt x="18" y="319"/>
                        <a:pt x="18" y="319"/>
                      </a:cubicBezTo>
                      <a:cubicBezTo>
                        <a:pt x="18" y="319"/>
                        <a:pt x="18" y="318"/>
                        <a:pt x="18" y="318"/>
                      </a:cubicBezTo>
                      <a:cubicBezTo>
                        <a:pt x="19" y="318"/>
                        <a:pt x="19" y="318"/>
                        <a:pt x="19" y="318"/>
                      </a:cubicBezTo>
                      <a:cubicBezTo>
                        <a:pt x="19" y="318"/>
                        <a:pt x="19" y="318"/>
                        <a:pt x="19" y="318"/>
                      </a:cubicBezTo>
                      <a:cubicBezTo>
                        <a:pt x="19" y="318"/>
                        <a:pt x="19" y="318"/>
                        <a:pt x="19" y="318"/>
                      </a:cubicBezTo>
                      <a:cubicBezTo>
                        <a:pt x="20" y="318"/>
                        <a:pt x="20" y="318"/>
                        <a:pt x="20" y="318"/>
                      </a:cubicBezTo>
                      <a:cubicBezTo>
                        <a:pt x="20" y="318"/>
                        <a:pt x="20" y="318"/>
                        <a:pt x="20" y="318"/>
                      </a:cubicBezTo>
                      <a:cubicBezTo>
                        <a:pt x="20" y="318"/>
                        <a:pt x="20" y="318"/>
                        <a:pt x="20" y="318"/>
                      </a:cubicBezTo>
                      <a:cubicBezTo>
                        <a:pt x="20" y="318"/>
                        <a:pt x="20" y="317"/>
                        <a:pt x="20" y="316"/>
                      </a:cubicBezTo>
                      <a:cubicBezTo>
                        <a:pt x="20" y="316"/>
                        <a:pt x="20" y="316"/>
                        <a:pt x="20" y="316"/>
                      </a:cubicBezTo>
                      <a:cubicBezTo>
                        <a:pt x="20" y="315"/>
                        <a:pt x="20" y="315"/>
                        <a:pt x="20" y="315"/>
                      </a:cubicBezTo>
                      <a:cubicBezTo>
                        <a:pt x="21" y="315"/>
                        <a:pt x="21" y="314"/>
                        <a:pt x="22" y="314"/>
                      </a:cubicBezTo>
                      <a:cubicBezTo>
                        <a:pt x="22" y="314"/>
                        <a:pt x="22" y="314"/>
                        <a:pt x="22" y="314"/>
                      </a:cubicBezTo>
                      <a:cubicBezTo>
                        <a:pt x="22" y="314"/>
                        <a:pt x="22" y="314"/>
                        <a:pt x="22" y="313"/>
                      </a:cubicBezTo>
                      <a:cubicBezTo>
                        <a:pt x="22" y="313"/>
                        <a:pt x="21" y="313"/>
                        <a:pt x="21" y="313"/>
                      </a:cubicBezTo>
                      <a:cubicBezTo>
                        <a:pt x="20" y="313"/>
                        <a:pt x="21" y="313"/>
                        <a:pt x="21" y="313"/>
                      </a:cubicBezTo>
                      <a:cubicBezTo>
                        <a:pt x="21" y="312"/>
                        <a:pt x="21" y="312"/>
                        <a:pt x="21" y="312"/>
                      </a:cubicBezTo>
                      <a:cubicBezTo>
                        <a:pt x="21" y="312"/>
                        <a:pt x="21" y="313"/>
                        <a:pt x="22" y="313"/>
                      </a:cubicBezTo>
                      <a:cubicBezTo>
                        <a:pt x="22" y="312"/>
                        <a:pt x="22" y="312"/>
                        <a:pt x="22" y="312"/>
                      </a:cubicBezTo>
                      <a:cubicBezTo>
                        <a:pt x="22" y="312"/>
                        <a:pt x="22" y="312"/>
                        <a:pt x="22" y="312"/>
                      </a:cubicBezTo>
                      <a:cubicBezTo>
                        <a:pt x="22" y="313"/>
                        <a:pt x="23" y="313"/>
                        <a:pt x="24" y="313"/>
                      </a:cubicBezTo>
                      <a:cubicBezTo>
                        <a:pt x="24" y="313"/>
                        <a:pt x="24" y="313"/>
                        <a:pt x="24" y="313"/>
                      </a:cubicBezTo>
                      <a:cubicBezTo>
                        <a:pt x="24" y="312"/>
                        <a:pt x="24" y="312"/>
                        <a:pt x="24" y="312"/>
                      </a:cubicBezTo>
                      <a:cubicBezTo>
                        <a:pt x="25" y="312"/>
                        <a:pt x="25" y="312"/>
                        <a:pt x="26" y="312"/>
                      </a:cubicBezTo>
                      <a:cubicBezTo>
                        <a:pt x="26" y="312"/>
                        <a:pt x="26" y="312"/>
                        <a:pt x="27" y="312"/>
                      </a:cubicBezTo>
                      <a:cubicBezTo>
                        <a:pt x="27" y="312"/>
                        <a:pt x="27" y="312"/>
                        <a:pt x="28" y="312"/>
                      </a:cubicBezTo>
                      <a:cubicBezTo>
                        <a:pt x="28" y="312"/>
                        <a:pt x="29" y="312"/>
                        <a:pt x="29" y="313"/>
                      </a:cubicBezTo>
                      <a:cubicBezTo>
                        <a:pt x="29" y="313"/>
                        <a:pt x="30" y="313"/>
                        <a:pt x="30" y="313"/>
                      </a:cubicBezTo>
                      <a:cubicBezTo>
                        <a:pt x="30" y="313"/>
                        <a:pt x="30" y="313"/>
                        <a:pt x="30" y="313"/>
                      </a:cubicBezTo>
                      <a:cubicBezTo>
                        <a:pt x="30" y="314"/>
                        <a:pt x="30" y="314"/>
                        <a:pt x="30" y="314"/>
                      </a:cubicBezTo>
                      <a:cubicBezTo>
                        <a:pt x="29" y="314"/>
                        <a:pt x="29" y="314"/>
                        <a:pt x="29" y="314"/>
                      </a:cubicBezTo>
                      <a:cubicBezTo>
                        <a:pt x="28" y="314"/>
                        <a:pt x="28" y="314"/>
                        <a:pt x="27" y="314"/>
                      </a:cubicBezTo>
                      <a:cubicBezTo>
                        <a:pt x="27" y="314"/>
                        <a:pt x="27" y="314"/>
                        <a:pt x="27" y="314"/>
                      </a:cubicBezTo>
                      <a:cubicBezTo>
                        <a:pt x="27" y="313"/>
                        <a:pt x="27" y="314"/>
                        <a:pt x="26" y="314"/>
                      </a:cubicBezTo>
                      <a:cubicBezTo>
                        <a:pt x="26" y="314"/>
                        <a:pt x="26" y="314"/>
                        <a:pt x="26" y="314"/>
                      </a:cubicBezTo>
                      <a:cubicBezTo>
                        <a:pt x="26" y="314"/>
                        <a:pt x="25" y="314"/>
                        <a:pt x="25" y="314"/>
                      </a:cubicBezTo>
                      <a:cubicBezTo>
                        <a:pt x="25" y="314"/>
                        <a:pt x="25" y="314"/>
                        <a:pt x="25" y="314"/>
                      </a:cubicBezTo>
                      <a:cubicBezTo>
                        <a:pt x="25" y="314"/>
                        <a:pt x="25" y="314"/>
                        <a:pt x="25" y="314"/>
                      </a:cubicBezTo>
                      <a:cubicBezTo>
                        <a:pt x="25" y="315"/>
                        <a:pt x="24" y="315"/>
                        <a:pt x="24" y="315"/>
                      </a:cubicBezTo>
                      <a:cubicBezTo>
                        <a:pt x="23" y="316"/>
                        <a:pt x="23" y="316"/>
                        <a:pt x="23" y="316"/>
                      </a:cubicBezTo>
                      <a:cubicBezTo>
                        <a:pt x="23" y="316"/>
                        <a:pt x="23" y="316"/>
                        <a:pt x="23" y="316"/>
                      </a:cubicBezTo>
                      <a:cubicBezTo>
                        <a:pt x="23" y="315"/>
                        <a:pt x="22" y="315"/>
                        <a:pt x="22" y="314"/>
                      </a:cubicBezTo>
                      <a:cubicBezTo>
                        <a:pt x="22" y="314"/>
                        <a:pt x="21" y="314"/>
                        <a:pt x="21" y="314"/>
                      </a:cubicBezTo>
                      <a:cubicBezTo>
                        <a:pt x="21" y="314"/>
                        <a:pt x="21" y="315"/>
                        <a:pt x="21" y="315"/>
                      </a:cubicBezTo>
                      <a:cubicBezTo>
                        <a:pt x="21" y="315"/>
                        <a:pt x="21" y="315"/>
                        <a:pt x="21" y="315"/>
                      </a:cubicBezTo>
                      <a:cubicBezTo>
                        <a:pt x="20" y="316"/>
                        <a:pt x="20" y="316"/>
                        <a:pt x="20" y="316"/>
                      </a:cubicBezTo>
                      <a:cubicBezTo>
                        <a:pt x="20" y="316"/>
                        <a:pt x="20" y="316"/>
                        <a:pt x="20" y="316"/>
                      </a:cubicBezTo>
                      <a:cubicBezTo>
                        <a:pt x="20" y="317"/>
                        <a:pt x="20" y="317"/>
                        <a:pt x="20" y="317"/>
                      </a:cubicBezTo>
                      <a:cubicBezTo>
                        <a:pt x="20" y="318"/>
                        <a:pt x="20" y="318"/>
                        <a:pt x="20" y="318"/>
                      </a:cubicBezTo>
                      <a:cubicBezTo>
                        <a:pt x="20" y="319"/>
                        <a:pt x="20" y="319"/>
                        <a:pt x="20" y="319"/>
                      </a:cubicBezTo>
                      <a:cubicBezTo>
                        <a:pt x="20" y="319"/>
                        <a:pt x="20" y="319"/>
                        <a:pt x="21" y="319"/>
                      </a:cubicBezTo>
                      <a:cubicBezTo>
                        <a:pt x="21" y="319"/>
                        <a:pt x="21" y="319"/>
                        <a:pt x="21" y="319"/>
                      </a:cubicBezTo>
                      <a:cubicBezTo>
                        <a:pt x="21" y="319"/>
                        <a:pt x="21" y="319"/>
                        <a:pt x="21" y="320"/>
                      </a:cubicBezTo>
                      <a:cubicBezTo>
                        <a:pt x="21" y="320"/>
                        <a:pt x="21" y="320"/>
                        <a:pt x="21" y="320"/>
                      </a:cubicBezTo>
                      <a:cubicBezTo>
                        <a:pt x="21" y="320"/>
                        <a:pt x="22" y="320"/>
                        <a:pt x="22" y="320"/>
                      </a:cubicBezTo>
                      <a:cubicBezTo>
                        <a:pt x="22" y="320"/>
                        <a:pt x="22" y="321"/>
                        <a:pt x="22" y="321"/>
                      </a:cubicBezTo>
                      <a:cubicBezTo>
                        <a:pt x="21" y="321"/>
                        <a:pt x="21" y="320"/>
                        <a:pt x="21" y="320"/>
                      </a:cubicBezTo>
                      <a:cubicBezTo>
                        <a:pt x="21" y="320"/>
                        <a:pt x="20" y="320"/>
                        <a:pt x="20" y="320"/>
                      </a:cubicBezTo>
                      <a:cubicBezTo>
                        <a:pt x="19" y="320"/>
                        <a:pt x="19" y="320"/>
                        <a:pt x="18" y="320"/>
                      </a:cubicBezTo>
                      <a:cubicBezTo>
                        <a:pt x="18" y="320"/>
                        <a:pt x="18" y="320"/>
                        <a:pt x="18" y="320"/>
                      </a:cubicBezTo>
                      <a:cubicBezTo>
                        <a:pt x="18" y="320"/>
                        <a:pt x="18" y="320"/>
                        <a:pt x="19" y="320"/>
                      </a:cubicBezTo>
                      <a:cubicBezTo>
                        <a:pt x="19" y="321"/>
                        <a:pt x="19" y="321"/>
                        <a:pt x="20" y="321"/>
                      </a:cubicBezTo>
                      <a:cubicBezTo>
                        <a:pt x="20" y="322"/>
                        <a:pt x="21" y="322"/>
                        <a:pt x="22" y="323"/>
                      </a:cubicBezTo>
                      <a:cubicBezTo>
                        <a:pt x="22" y="323"/>
                        <a:pt x="22" y="323"/>
                        <a:pt x="22" y="323"/>
                      </a:cubicBezTo>
                      <a:cubicBezTo>
                        <a:pt x="22" y="323"/>
                        <a:pt x="22" y="323"/>
                        <a:pt x="22" y="323"/>
                      </a:cubicBezTo>
                      <a:cubicBezTo>
                        <a:pt x="23" y="324"/>
                        <a:pt x="23" y="324"/>
                        <a:pt x="23" y="324"/>
                      </a:cubicBezTo>
                      <a:cubicBezTo>
                        <a:pt x="23" y="324"/>
                        <a:pt x="23" y="324"/>
                        <a:pt x="23" y="324"/>
                      </a:cubicBezTo>
                      <a:cubicBezTo>
                        <a:pt x="24" y="324"/>
                        <a:pt x="24" y="323"/>
                        <a:pt x="23" y="323"/>
                      </a:cubicBezTo>
                      <a:cubicBezTo>
                        <a:pt x="23" y="323"/>
                        <a:pt x="23" y="322"/>
                        <a:pt x="23" y="322"/>
                      </a:cubicBezTo>
                      <a:cubicBezTo>
                        <a:pt x="23" y="322"/>
                        <a:pt x="23" y="322"/>
                        <a:pt x="23" y="322"/>
                      </a:cubicBezTo>
                      <a:cubicBezTo>
                        <a:pt x="22" y="322"/>
                        <a:pt x="23" y="322"/>
                        <a:pt x="23" y="322"/>
                      </a:cubicBezTo>
                      <a:cubicBezTo>
                        <a:pt x="23" y="321"/>
                        <a:pt x="23" y="321"/>
                        <a:pt x="23" y="321"/>
                      </a:cubicBezTo>
                      <a:cubicBezTo>
                        <a:pt x="23" y="321"/>
                        <a:pt x="23" y="321"/>
                        <a:pt x="23" y="320"/>
                      </a:cubicBezTo>
                      <a:cubicBezTo>
                        <a:pt x="23" y="320"/>
                        <a:pt x="23" y="320"/>
                        <a:pt x="23" y="320"/>
                      </a:cubicBezTo>
                      <a:cubicBezTo>
                        <a:pt x="23" y="320"/>
                        <a:pt x="24" y="320"/>
                        <a:pt x="24" y="320"/>
                      </a:cubicBezTo>
                      <a:cubicBezTo>
                        <a:pt x="24" y="320"/>
                        <a:pt x="24" y="320"/>
                        <a:pt x="24" y="320"/>
                      </a:cubicBezTo>
                      <a:cubicBezTo>
                        <a:pt x="24" y="320"/>
                        <a:pt x="24" y="320"/>
                        <a:pt x="24" y="320"/>
                      </a:cubicBezTo>
                      <a:cubicBezTo>
                        <a:pt x="24" y="320"/>
                        <a:pt x="25" y="320"/>
                        <a:pt x="25" y="320"/>
                      </a:cubicBezTo>
                      <a:cubicBezTo>
                        <a:pt x="25" y="319"/>
                        <a:pt x="25" y="319"/>
                        <a:pt x="24" y="319"/>
                      </a:cubicBezTo>
                      <a:cubicBezTo>
                        <a:pt x="24" y="319"/>
                        <a:pt x="24" y="319"/>
                        <a:pt x="24" y="319"/>
                      </a:cubicBezTo>
                      <a:cubicBezTo>
                        <a:pt x="24" y="319"/>
                        <a:pt x="23" y="318"/>
                        <a:pt x="24" y="318"/>
                      </a:cubicBezTo>
                      <a:cubicBezTo>
                        <a:pt x="24" y="318"/>
                        <a:pt x="24" y="318"/>
                        <a:pt x="24" y="318"/>
                      </a:cubicBezTo>
                      <a:cubicBezTo>
                        <a:pt x="24" y="318"/>
                        <a:pt x="24" y="318"/>
                        <a:pt x="24" y="319"/>
                      </a:cubicBezTo>
                      <a:cubicBezTo>
                        <a:pt x="25" y="319"/>
                        <a:pt x="25" y="318"/>
                        <a:pt x="25" y="318"/>
                      </a:cubicBezTo>
                      <a:cubicBezTo>
                        <a:pt x="25" y="318"/>
                        <a:pt x="25" y="318"/>
                        <a:pt x="25" y="319"/>
                      </a:cubicBezTo>
                      <a:cubicBezTo>
                        <a:pt x="25" y="319"/>
                        <a:pt x="25" y="319"/>
                        <a:pt x="26" y="319"/>
                      </a:cubicBezTo>
                      <a:cubicBezTo>
                        <a:pt x="26" y="319"/>
                        <a:pt x="26" y="319"/>
                        <a:pt x="26" y="319"/>
                      </a:cubicBezTo>
                      <a:cubicBezTo>
                        <a:pt x="26" y="319"/>
                        <a:pt x="27" y="319"/>
                        <a:pt x="27" y="318"/>
                      </a:cubicBezTo>
                      <a:cubicBezTo>
                        <a:pt x="27" y="318"/>
                        <a:pt x="27" y="318"/>
                        <a:pt x="27" y="317"/>
                      </a:cubicBezTo>
                      <a:cubicBezTo>
                        <a:pt x="28" y="317"/>
                        <a:pt x="28" y="317"/>
                        <a:pt x="28" y="317"/>
                      </a:cubicBezTo>
                      <a:cubicBezTo>
                        <a:pt x="29" y="317"/>
                        <a:pt x="29" y="316"/>
                        <a:pt x="30" y="316"/>
                      </a:cubicBezTo>
                      <a:cubicBezTo>
                        <a:pt x="30" y="316"/>
                        <a:pt x="31" y="315"/>
                        <a:pt x="32" y="315"/>
                      </a:cubicBezTo>
                      <a:cubicBezTo>
                        <a:pt x="32" y="315"/>
                        <a:pt x="32" y="315"/>
                        <a:pt x="32" y="316"/>
                      </a:cubicBezTo>
                      <a:cubicBezTo>
                        <a:pt x="32" y="316"/>
                        <a:pt x="32" y="316"/>
                        <a:pt x="32" y="316"/>
                      </a:cubicBezTo>
                      <a:cubicBezTo>
                        <a:pt x="33" y="316"/>
                        <a:pt x="33" y="316"/>
                        <a:pt x="33" y="316"/>
                      </a:cubicBezTo>
                      <a:cubicBezTo>
                        <a:pt x="33" y="317"/>
                        <a:pt x="32" y="317"/>
                        <a:pt x="32" y="317"/>
                      </a:cubicBezTo>
                      <a:cubicBezTo>
                        <a:pt x="32" y="317"/>
                        <a:pt x="32" y="318"/>
                        <a:pt x="32" y="318"/>
                      </a:cubicBezTo>
                      <a:cubicBezTo>
                        <a:pt x="31" y="318"/>
                        <a:pt x="31" y="319"/>
                        <a:pt x="31" y="319"/>
                      </a:cubicBezTo>
                      <a:cubicBezTo>
                        <a:pt x="31" y="319"/>
                        <a:pt x="31" y="319"/>
                        <a:pt x="30" y="319"/>
                      </a:cubicBezTo>
                      <a:cubicBezTo>
                        <a:pt x="30" y="319"/>
                        <a:pt x="30" y="319"/>
                        <a:pt x="30" y="319"/>
                      </a:cubicBezTo>
                      <a:cubicBezTo>
                        <a:pt x="30" y="319"/>
                        <a:pt x="30" y="319"/>
                        <a:pt x="29" y="320"/>
                      </a:cubicBezTo>
                      <a:cubicBezTo>
                        <a:pt x="29" y="320"/>
                        <a:pt x="29" y="320"/>
                        <a:pt x="29" y="320"/>
                      </a:cubicBezTo>
                      <a:cubicBezTo>
                        <a:pt x="29" y="320"/>
                        <a:pt x="29" y="320"/>
                        <a:pt x="29" y="320"/>
                      </a:cubicBezTo>
                      <a:cubicBezTo>
                        <a:pt x="28" y="320"/>
                        <a:pt x="28" y="321"/>
                        <a:pt x="28" y="321"/>
                      </a:cubicBezTo>
                      <a:cubicBezTo>
                        <a:pt x="28" y="321"/>
                        <a:pt x="28" y="322"/>
                        <a:pt x="28" y="322"/>
                      </a:cubicBezTo>
                      <a:cubicBezTo>
                        <a:pt x="28" y="322"/>
                        <a:pt x="28" y="321"/>
                        <a:pt x="28" y="321"/>
                      </a:cubicBezTo>
                      <a:cubicBezTo>
                        <a:pt x="27" y="320"/>
                        <a:pt x="27" y="320"/>
                        <a:pt x="27" y="320"/>
                      </a:cubicBezTo>
                      <a:cubicBezTo>
                        <a:pt x="27" y="320"/>
                        <a:pt x="27" y="320"/>
                        <a:pt x="26" y="320"/>
                      </a:cubicBezTo>
                      <a:cubicBezTo>
                        <a:pt x="26" y="321"/>
                        <a:pt x="26" y="321"/>
                        <a:pt x="26" y="321"/>
                      </a:cubicBezTo>
                      <a:cubicBezTo>
                        <a:pt x="26" y="322"/>
                        <a:pt x="26" y="322"/>
                        <a:pt x="25" y="323"/>
                      </a:cubicBezTo>
                      <a:cubicBezTo>
                        <a:pt x="25" y="323"/>
                        <a:pt x="25" y="322"/>
                        <a:pt x="25" y="322"/>
                      </a:cubicBezTo>
                      <a:cubicBezTo>
                        <a:pt x="25" y="322"/>
                        <a:pt x="26" y="322"/>
                        <a:pt x="26" y="322"/>
                      </a:cubicBezTo>
                      <a:cubicBezTo>
                        <a:pt x="26" y="322"/>
                        <a:pt x="26" y="322"/>
                        <a:pt x="26" y="321"/>
                      </a:cubicBezTo>
                      <a:cubicBezTo>
                        <a:pt x="26" y="321"/>
                        <a:pt x="26" y="321"/>
                        <a:pt x="26" y="321"/>
                      </a:cubicBezTo>
                      <a:cubicBezTo>
                        <a:pt x="26" y="321"/>
                        <a:pt x="26" y="321"/>
                        <a:pt x="26" y="321"/>
                      </a:cubicBezTo>
                      <a:cubicBezTo>
                        <a:pt x="26" y="321"/>
                        <a:pt x="25" y="321"/>
                        <a:pt x="25" y="321"/>
                      </a:cubicBezTo>
                      <a:cubicBezTo>
                        <a:pt x="25" y="321"/>
                        <a:pt x="25" y="321"/>
                        <a:pt x="24" y="321"/>
                      </a:cubicBezTo>
                      <a:cubicBezTo>
                        <a:pt x="24" y="321"/>
                        <a:pt x="23" y="321"/>
                        <a:pt x="23" y="322"/>
                      </a:cubicBezTo>
                      <a:cubicBezTo>
                        <a:pt x="23" y="323"/>
                        <a:pt x="24" y="323"/>
                        <a:pt x="24" y="324"/>
                      </a:cubicBezTo>
                      <a:cubicBezTo>
                        <a:pt x="24" y="324"/>
                        <a:pt x="24" y="324"/>
                        <a:pt x="24" y="324"/>
                      </a:cubicBezTo>
                      <a:cubicBezTo>
                        <a:pt x="24" y="324"/>
                        <a:pt x="24" y="324"/>
                        <a:pt x="24" y="324"/>
                      </a:cubicBezTo>
                      <a:cubicBezTo>
                        <a:pt x="25" y="324"/>
                        <a:pt x="25" y="324"/>
                        <a:pt x="25" y="325"/>
                      </a:cubicBezTo>
                      <a:cubicBezTo>
                        <a:pt x="25" y="325"/>
                        <a:pt x="25" y="325"/>
                        <a:pt x="25" y="325"/>
                      </a:cubicBezTo>
                      <a:cubicBezTo>
                        <a:pt x="25" y="325"/>
                        <a:pt x="25" y="325"/>
                        <a:pt x="25" y="325"/>
                      </a:cubicBezTo>
                      <a:cubicBezTo>
                        <a:pt x="25" y="325"/>
                        <a:pt x="26" y="325"/>
                        <a:pt x="26" y="326"/>
                      </a:cubicBezTo>
                      <a:cubicBezTo>
                        <a:pt x="26" y="326"/>
                        <a:pt x="27" y="326"/>
                        <a:pt x="27" y="326"/>
                      </a:cubicBezTo>
                      <a:cubicBezTo>
                        <a:pt x="27" y="326"/>
                        <a:pt x="27" y="326"/>
                        <a:pt x="27" y="326"/>
                      </a:cubicBezTo>
                      <a:cubicBezTo>
                        <a:pt x="27" y="326"/>
                        <a:pt x="28" y="327"/>
                        <a:pt x="28" y="327"/>
                      </a:cubicBezTo>
                      <a:cubicBezTo>
                        <a:pt x="28" y="327"/>
                        <a:pt x="28" y="327"/>
                        <a:pt x="28" y="327"/>
                      </a:cubicBezTo>
                      <a:cubicBezTo>
                        <a:pt x="28" y="327"/>
                        <a:pt x="29" y="327"/>
                        <a:pt x="29" y="327"/>
                      </a:cubicBezTo>
                      <a:cubicBezTo>
                        <a:pt x="29" y="327"/>
                        <a:pt x="29" y="327"/>
                        <a:pt x="30" y="327"/>
                      </a:cubicBezTo>
                      <a:cubicBezTo>
                        <a:pt x="30" y="327"/>
                        <a:pt x="30" y="328"/>
                        <a:pt x="31" y="328"/>
                      </a:cubicBezTo>
                      <a:cubicBezTo>
                        <a:pt x="32" y="328"/>
                        <a:pt x="32" y="328"/>
                        <a:pt x="33" y="327"/>
                      </a:cubicBezTo>
                      <a:cubicBezTo>
                        <a:pt x="33" y="327"/>
                        <a:pt x="33" y="327"/>
                        <a:pt x="34" y="327"/>
                      </a:cubicBezTo>
                      <a:cubicBezTo>
                        <a:pt x="34" y="326"/>
                        <a:pt x="34" y="326"/>
                        <a:pt x="34" y="326"/>
                      </a:cubicBezTo>
                      <a:cubicBezTo>
                        <a:pt x="34" y="326"/>
                        <a:pt x="34" y="326"/>
                        <a:pt x="34" y="325"/>
                      </a:cubicBezTo>
                      <a:cubicBezTo>
                        <a:pt x="34" y="325"/>
                        <a:pt x="34" y="325"/>
                        <a:pt x="34" y="324"/>
                      </a:cubicBezTo>
                      <a:cubicBezTo>
                        <a:pt x="34" y="323"/>
                        <a:pt x="34" y="322"/>
                        <a:pt x="34" y="321"/>
                      </a:cubicBezTo>
                      <a:cubicBezTo>
                        <a:pt x="34" y="321"/>
                        <a:pt x="34" y="321"/>
                        <a:pt x="34" y="321"/>
                      </a:cubicBezTo>
                      <a:cubicBezTo>
                        <a:pt x="34" y="320"/>
                        <a:pt x="34" y="319"/>
                        <a:pt x="34" y="319"/>
                      </a:cubicBezTo>
                      <a:cubicBezTo>
                        <a:pt x="35" y="319"/>
                        <a:pt x="35" y="318"/>
                        <a:pt x="35" y="318"/>
                      </a:cubicBezTo>
                      <a:cubicBezTo>
                        <a:pt x="35" y="318"/>
                        <a:pt x="35" y="317"/>
                        <a:pt x="35" y="317"/>
                      </a:cubicBezTo>
                      <a:cubicBezTo>
                        <a:pt x="35" y="317"/>
                        <a:pt x="35" y="317"/>
                        <a:pt x="35" y="316"/>
                      </a:cubicBezTo>
                      <a:cubicBezTo>
                        <a:pt x="35" y="316"/>
                        <a:pt x="35" y="316"/>
                        <a:pt x="35" y="316"/>
                      </a:cubicBezTo>
                      <a:cubicBezTo>
                        <a:pt x="35" y="316"/>
                        <a:pt x="35" y="316"/>
                        <a:pt x="35" y="315"/>
                      </a:cubicBezTo>
                      <a:cubicBezTo>
                        <a:pt x="35" y="315"/>
                        <a:pt x="35" y="315"/>
                        <a:pt x="35" y="315"/>
                      </a:cubicBezTo>
                      <a:cubicBezTo>
                        <a:pt x="35" y="315"/>
                        <a:pt x="35" y="315"/>
                        <a:pt x="35" y="315"/>
                      </a:cubicBezTo>
                      <a:cubicBezTo>
                        <a:pt x="35" y="315"/>
                        <a:pt x="35" y="315"/>
                        <a:pt x="35" y="315"/>
                      </a:cubicBezTo>
                      <a:cubicBezTo>
                        <a:pt x="36" y="314"/>
                        <a:pt x="36" y="314"/>
                        <a:pt x="36" y="314"/>
                      </a:cubicBezTo>
                      <a:cubicBezTo>
                        <a:pt x="36" y="314"/>
                        <a:pt x="36" y="314"/>
                        <a:pt x="36" y="314"/>
                      </a:cubicBezTo>
                      <a:cubicBezTo>
                        <a:pt x="36" y="314"/>
                        <a:pt x="36" y="314"/>
                        <a:pt x="36" y="314"/>
                      </a:cubicBezTo>
                      <a:cubicBezTo>
                        <a:pt x="37" y="314"/>
                        <a:pt x="37" y="314"/>
                        <a:pt x="37" y="314"/>
                      </a:cubicBezTo>
                      <a:cubicBezTo>
                        <a:pt x="37" y="314"/>
                        <a:pt x="37" y="314"/>
                        <a:pt x="37" y="314"/>
                      </a:cubicBezTo>
                      <a:cubicBezTo>
                        <a:pt x="37" y="314"/>
                        <a:pt x="38" y="314"/>
                        <a:pt x="38" y="314"/>
                      </a:cubicBezTo>
                      <a:cubicBezTo>
                        <a:pt x="38" y="314"/>
                        <a:pt x="38" y="314"/>
                        <a:pt x="38" y="314"/>
                      </a:cubicBezTo>
                      <a:cubicBezTo>
                        <a:pt x="39" y="313"/>
                        <a:pt x="39" y="313"/>
                        <a:pt x="39" y="313"/>
                      </a:cubicBezTo>
                      <a:cubicBezTo>
                        <a:pt x="39" y="313"/>
                        <a:pt x="39" y="313"/>
                        <a:pt x="39" y="313"/>
                      </a:cubicBezTo>
                      <a:cubicBezTo>
                        <a:pt x="39" y="313"/>
                        <a:pt x="40" y="313"/>
                        <a:pt x="40" y="313"/>
                      </a:cubicBezTo>
                      <a:cubicBezTo>
                        <a:pt x="40" y="312"/>
                        <a:pt x="41" y="312"/>
                        <a:pt x="42" y="312"/>
                      </a:cubicBezTo>
                      <a:cubicBezTo>
                        <a:pt x="42" y="312"/>
                        <a:pt x="42" y="312"/>
                        <a:pt x="42" y="312"/>
                      </a:cubicBezTo>
                      <a:cubicBezTo>
                        <a:pt x="42" y="312"/>
                        <a:pt x="42" y="312"/>
                        <a:pt x="42" y="312"/>
                      </a:cubicBezTo>
                      <a:cubicBezTo>
                        <a:pt x="42" y="312"/>
                        <a:pt x="42" y="312"/>
                        <a:pt x="43" y="312"/>
                      </a:cubicBezTo>
                      <a:cubicBezTo>
                        <a:pt x="43" y="312"/>
                        <a:pt x="43" y="312"/>
                        <a:pt x="43" y="312"/>
                      </a:cubicBezTo>
                      <a:cubicBezTo>
                        <a:pt x="43" y="312"/>
                        <a:pt x="43" y="312"/>
                        <a:pt x="43" y="312"/>
                      </a:cubicBezTo>
                      <a:cubicBezTo>
                        <a:pt x="44" y="312"/>
                        <a:pt x="44" y="311"/>
                        <a:pt x="44" y="310"/>
                      </a:cubicBezTo>
                      <a:cubicBezTo>
                        <a:pt x="44" y="310"/>
                        <a:pt x="44" y="309"/>
                        <a:pt x="45" y="309"/>
                      </a:cubicBezTo>
                      <a:cubicBezTo>
                        <a:pt x="45" y="309"/>
                        <a:pt x="45" y="309"/>
                        <a:pt x="45" y="309"/>
                      </a:cubicBezTo>
                      <a:cubicBezTo>
                        <a:pt x="45" y="309"/>
                        <a:pt x="46" y="308"/>
                        <a:pt x="46" y="308"/>
                      </a:cubicBezTo>
                      <a:cubicBezTo>
                        <a:pt x="46" y="308"/>
                        <a:pt x="46" y="308"/>
                        <a:pt x="47" y="308"/>
                      </a:cubicBezTo>
                      <a:cubicBezTo>
                        <a:pt x="47" y="308"/>
                        <a:pt x="47" y="308"/>
                        <a:pt x="47" y="309"/>
                      </a:cubicBezTo>
                      <a:cubicBezTo>
                        <a:pt x="47" y="309"/>
                        <a:pt x="47" y="309"/>
                        <a:pt x="47" y="309"/>
                      </a:cubicBezTo>
                      <a:cubicBezTo>
                        <a:pt x="47" y="309"/>
                        <a:pt x="47" y="309"/>
                        <a:pt x="47" y="309"/>
                      </a:cubicBezTo>
                      <a:cubicBezTo>
                        <a:pt x="48" y="309"/>
                        <a:pt x="48" y="309"/>
                        <a:pt x="48" y="309"/>
                      </a:cubicBezTo>
                      <a:cubicBezTo>
                        <a:pt x="48" y="309"/>
                        <a:pt x="48" y="309"/>
                        <a:pt x="48" y="309"/>
                      </a:cubicBezTo>
                      <a:cubicBezTo>
                        <a:pt x="48" y="309"/>
                        <a:pt x="48" y="309"/>
                        <a:pt x="48" y="309"/>
                      </a:cubicBezTo>
                      <a:cubicBezTo>
                        <a:pt x="48" y="309"/>
                        <a:pt x="49" y="309"/>
                        <a:pt x="49" y="309"/>
                      </a:cubicBezTo>
                      <a:cubicBezTo>
                        <a:pt x="50" y="309"/>
                        <a:pt x="50" y="309"/>
                        <a:pt x="50" y="309"/>
                      </a:cubicBezTo>
                      <a:cubicBezTo>
                        <a:pt x="50" y="309"/>
                        <a:pt x="49" y="309"/>
                        <a:pt x="49" y="309"/>
                      </a:cubicBezTo>
                      <a:cubicBezTo>
                        <a:pt x="48" y="309"/>
                        <a:pt x="47" y="308"/>
                        <a:pt x="46" y="308"/>
                      </a:cubicBezTo>
                      <a:cubicBezTo>
                        <a:pt x="45" y="308"/>
                        <a:pt x="45" y="308"/>
                        <a:pt x="44" y="308"/>
                      </a:cubicBezTo>
                      <a:cubicBezTo>
                        <a:pt x="43" y="307"/>
                        <a:pt x="43" y="307"/>
                        <a:pt x="42" y="306"/>
                      </a:cubicBezTo>
                      <a:cubicBezTo>
                        <a:pt x="42" y="306"/>
                        <a:pt x="41" y="306"/>
                        <a:pt x="41" y="306"/>
                      </a:cubicBezTo>
                      <a:cubicBezTo>
                        <a:pt x="27" y="306"/>
                        <a:pt x="27" y="306"/>
                        <a:pt x="27" y="306"/>
                      </a:cubicBezTo>
                      <a:cubicBezTo>
                        <a:pt x="27" y="306"/>
                        <a:pt x="26" y="306"/>
                        <a:pt x="26" y="305"/>
                      </a:cubicBezTo>
                      <a:cubicBezTo>
                        <a:pt x="26" y="305"/>
                        <a:pt x="26" y="305"/>
                        <a:pt x="26" y="305"/>
                      </a:cubicBezTo>
                      <a:cubicBezTo>
                        <a:pt x="26" y="305"/>
                        <a:pt x="26" y="305"/>
                        <a:pt x="26" y="305"/>
                      </a:cubicBezTo>
                      <a:cubicBezTo>
                        <a:pt x="26" y="305"/>
                        <a:pt x="27" y="305"/>
                        <a:pt x="27" y="305"/>
                      </a:cubicBezTo>
                      <a:cubicBezTo>
                        <a:pt x="27" y="305"/>
                        <a:pt x="27" y="305"/>
                        <a:pt x="27" y="305"/>
                      </a:cubicBezTo>
                      <a:cubicBezTo>
                        <a:pt x="27" y="305"/>
                        <a:pt x="27" y="304"/>
                        <a:pt x="27" y="304"/>
                      </a:cubicBezTo>
                      <a:cubicBezTo>
                        <a:pt x="27" y="304"/>
                        <a:pt x="27" y="304"/>
                        <a:pt x="26" y="304"/>
                      </a:cubicBezTo>
                      <a:cubicBezTo>
                        <a:pt x="26" y="303"/>
                        <a:pt x="25" y="303"/>
                        <a:pt x="25" y="303"/>
                      </a:cubicBezTo>
                      <a:cubicBezTo>
                        <a:pt x="25" y="302"/>
                        <a:pt x="25" y="302"/>
                        <a:pt x="24" y="302"/>
                      </a:cubicBezTo>
                      <a:cubicBezTo>
                        <a:pt x="24" y="302"/>
                        <a:pt x="24" y="301"/>
                        <a:pt x="24" y="301"/>
                      </a:cubicBezTo>
                      <a:cubicBezTo>
                        <a:pt x="24" y="301"/>
                        <a:pt x="24" y="301"/>
                        <a:pt x="23" y="301"/>
                      </a:cubicBezTo>
                      <a:cubicBezTo>
                        <a:pt x="23" y="301"/>
                        <a:pt x="23" y="301"/>
                        <a:pt x="24" y="300"/>
                      </a:cubicBezTo>
                      <a:cubicBezTo>
                        <a:pt x="24" y="300"/>
                        <a:pt x="24" y="300"/>
                        <a:pt x="24" y="300"/>
                      </a:cubicBezTo>
                      <a:cubicBezTo>
                        <a:pt x="24" y="299"/>
                        <a:pt x="24" y="299"/>
                        <a:pt x="24" y="299"/>
                      </a:cubicBezTo>
                      <a:cubicBezTo>
                        <a:pt x="24" y="298"/>
                        <a:pt x="24" y="298"/>
                        <a:pt x="24" y="298"/>
                      </a:cubicBezTo>
                      <a:cubicBezTo>
                        <a:pt x="24" y="298"/>
                        <a:pt x="24" y="298"/>
                        <a:pt x="24" y="298"/>
                      </a:cubicBezTo>
                      <a:cubicBezTo>
                        <a:pt x="24" y="298"/>
                        <a:pt x="24" y="298"/>
                        <a:pt x="25" y="297"/>
                      </a:cubicBezTo>
                      <a:cubicBezTo>
                        <a:pt x="25" y="297"/>
                        <a:pt x="25" y="297"/>
                        <a:pt x="25" y="297"/>
                      </a:cubicBezTo>
                      <a:cubicBezTo>
                        <a:pt x="25" y="297"/>
                        <a:pt x="25" y="297"/>
                        <a:pt x="25" y="297"/>
                      </a:cubicBezTo>
                      <a:cubicBezTo>
                        <a:pt x="24" y="297"/>
                        <a:pt x="24" y="296"/>
                        <a:pt x="24" y="296"/>
                      </a:cubicBezTo>
                      <a:cubicBezTo>
                        <a:pt x="23" y="295"/>
                        <a:pt x="24" y="295"/>
                        <a:pt x="24" y="295"/>
                      </a:cubicBezTo>
                      <a:cubicBezTo>
                        <a:pt x="24" y="295"/>
                        <a:pt x="24" y="295"/>
                        <a:pt x="25" y="295"/>
                      </a:cubicBezTo>
                      <a:cubicBezTo>
                        <a:pt x="25" y="295"/>
                        <a:pt x="25" y="295"/>
                        <a:pt x="25" y="295"/>
                      </a:cubicBezTo>
                      <a:cubicBezTo>
                        <a:pt x="25" y="295"/>
                        <a:pt x="25" y="295"/>
                        <a:pt x="25" y="294"/>
                      </a:cubicBezTo>
                      <a:cubicBezTo>
                        <a:pt x="25" y="294"/>
                        <a:pt x="25" y="293"/>
                        <a:pt x="25" y="293"/>
                      </a:cubicBezTo>
                      <a:cubicBezTo>
                        <a:pt x="25" y="293"/>
                        <a:pt x="24" y="292"/>
                        <a:pt x="24" y="292"/>
                      </a:cubicBezTo>
                      <a:cubicBezTo>
                        <a:pt x="24" y="292"/>
                        <a:pt x="24" y="291"/>
                        <a:pt x="24" y="291"/>
                      </a:cubicBezTo>
                      <a:cubicBezTo>
                        <a:pt x="24" y="291"/>
                        <a:pt x="24" y="291"/>
                        <a:pt x="24" y="291"/>
                      </a:cubicBezTo>
                      <a:cubicBezTo>
                        <a:pt x="24" y="291"/>
                        <a:pt x="24" y="290"/>
                        <a:pt x="24" y="290"/>
                      </a:cubicBezTo>
                      <a:cubicBezTo>
                        <a:pt x="24" y="290"/>
                        <a:pt x="23" y="290"/>
                        <a:pt x="23" y="290"/>
                      </a:cubicBezTo>
                      <a:cubicBezTo>
                        <a:pt x="23" y="290"/>
                        <a:pt x="23" y="290"/>
                        <a:pt x="23" y="290"/>
                      </a:cubicBezTo>
                      <a:cubicBezTo>
                        <a:pt x="22" y="291"/>
                        <a:pt x="22" y="291"/>
                        <a:pt x="22" y="291"/>
                      </a:cubicBezTo>
                      <a:cubicBezTo>
                        <a:pt x="22" y="291"/>
                        <a:pt x="21" y="290"/>
                        <a:pt x="21" y="290"/>
                      </a:cubicBezTo>
                      <a:cubicBezTo>
                        <a:pt x="21" y="290"/>
                        <a:pt x="19" y="291"/>
                        <a:pt x="19" y="292"/>
                      </a:cubicBezTo>
                      <a:cubicBezTo>
                        <a:pt x="19" y="292"/>
                        <a:pt x="18" y="292"/>
                        <a:pt x="18" y="292"/>
                      </a:cubicBezTo>
                      <a:cubicBezTo>
                        <a:pt x="18" y="291"/>
                        <a:pt x="18" y="291"/>
                        <a:pt x="18" y="291"/>
                      </a:cubicBezTo>
                      <a:cubicBezTo>
                        <a:pt x="18" y="291"/>
                        <a:pt x="18" y="291"/>
                        <a:pt x="18" y="291"/>
                      </a:cubicBezTo>
                      <a:cubicBezTo>
                        <a:pt x="18" y="291"/>
                        <a:pt x="18" y="290"/>
                        <a:pt x="18" y="290"/>
                      </a:cubicBezTo>
                      <a:cubicBezTo>
                        <a:pt x="18" y="290"/>
                        <a:pt x="17" y="290"/>
                        <a:pt x="17" y="290"/>
                      </a:cubicBezTo>
                      <a:cubicBezTo>
                        <a:pt x="17" y="290"/>
                        <a:pt x="17" y="289"/>
                        <a:pt x="17" y="289"/>
                      </a:cubicBezTo>
                      <a:cubicBezTo>
                        <a:pt x="17" y="289"/>
                        <a:pt x="17" y="288"/>
                        <a:pt x="17" y="288"/>
                      </a:cubicBezTo>
                      <a:cubicBezTo>
                        <a:pt x="17" y="287"/>
                        <a:pt x="16" y="287"/>
                        <a:pt x="16" y="287"/>
                      </a:cubicBezTo>
                      <a:cubicBezTo>
                        <a:pt x="16" y="287"/>
                        <a:pt x="17" y="287"/>
                        <a:pt x="17" y="287"/>
                      </a:cubicBezTo>
                      <a:cubicBezTo>
                        <a:pt x="17" y="286"/>
                        <a:pt x="16" y="286"/>
                        <a:pt x="16" y="286"/>
                      </a:cubicBezTo>
                      <a:cubicBezTo>
                        <a:pt x="16" y="286"/>
                        <a:pt x="16" y="285"/>
                        <a:pt x="16" y="285"/>
                      </a:cubicBezTo>
                      <a:cubicBezTo>
                        <a:pt x="16" y="285"/>
                        <a:pt x="16" y="285"/>
                        <a:pt x="16" y="285"/>
                      </a:cubicBezTo>
                      <a:cubicBezTo>
                        <a:pt x="16" y="285"/>
                        <a:pt x="16" y="284"/>
                        <a:pt x="16" y="284"/>
                      </a:cubicBezTo>
                      <a:cubicBezTo>
                        <a:pt x="16" y="284"/>
                        <a:pt x="16" y="284"/>
                        <a:pt x="16" y="284"/>
                      </a:cubicBezTo>
                      <a:cubicBezTo>
                        <a:pt x="16" y="283"/>
                        <a:pt x="16" y="283"/>
                        <a:pt x="16" y="283"/>
                      </a:cubicBezTo>
                      <a:cubicBezTo>
                        <a:pt x="16" y="283"/>
                        <a:pt x="16" y="283"/>
                        <a:pt x="16" y="283"/>
                      </a:cubicBezTo>
                      <a:cubicBezTo>
                        <a:pt x="16" y="281"/>
                        <a:pt x="16" y="281"/>
                        <a:pt x="16" y="281"/>
                      </a:cubicBezTo>
                      <a:cubicBezTo>
                        <a:pt x="16" y="281"/>
                        <a:pt x="18" y="279"/>
                        <a:pt x="18" y="278"/>
                      </a:cubicBezTo>
                      <a:cubicBezTo>
                        <a:pt x="18" y="278"/>
                        <a:pt x="19" y="276"/>
                        <a:pt x="19" y="276"/>
                      </a:cubicBezTo>
                      <a:cubicBezTo>
                        <a:pt x="19" y="276"/>
                        <a:pt x="18" y="275"/>
                        <a:pt x="18" y="275"/>
                      </a:cubicBezTo>
                      <a:cubicBezTo>
                        <a:pt x="18" y="275"/>
                        <a:pt x="19" y="274"/>
                        <a:pt x="19" y="274"/>
                      </a:cubicBezTo>
                      <a:cubicBezTo>
                        <a:pt x="20" y="272"/>
                        <a:pt x="20" y="272"/>
                        <a:pt x="20" y="272"/>
                      </a:cubicBezTo>
                      <a:cubicBezTo>
                        <a:pt x="21" y="272"/>
                        <a:pt x="21" y="272"/>
                        <a:pt x="21" y="272"/>
                      </a:cubicBezTo>
                      <a:cubicBezTo>
                        <a:pt x="23" y="270"/>
                        <a:pt x="23" y="270"/>
                        <a:pt x="23" y="270"/>
                      </a:cubicBezTo>
                      <a:cubicBezTo>
                        <a:pt x="23" y="270"/>
                        <a:pt x="23" y="269"/>
                        <a:pt x="23" y="269"/>
                      </a:cubicBezTo>
                      <a:cubicBezTo>
                        <a:pt x="23" y="268"/>
                        <a:pt x="22" y="267"/>
                        <a:pt x="22" y="267"/>
                      </a:cubicBezTo>
                      <a:cubicBezTo>
                        <a:pt x="24" y="267"/>
                        <a:pt x="24" y="267"/>
                        <a:pt x="24" y="267"/>
                      </a:cubicBezTo>
                      <a:cubicBezTo>
                        <a:pt x="24" y="265"/>
                        <a:pt x="24" y="265"/>
                        <a:pt x="24" y="265"/>
                      </a:cubicBezTo>
                      <a:cubicBezTo>
                        <a:pt x="24" y="265"/>
                        <a:pt x="25" y="265"/>
                        <a:pt x="25" y="265"/>
                      </a:cubicBezTo>
                      <a:cubicBezTo>
                        <a:pt x="25" y="265"/>
                        <a:pt x="25" y="265"/>
                        <a:pt x="25" y="265"/>
                      </a:cubicBezTo>
                      <a:cubicBezTo>
                        <a:pt x="25" y="265"/>
                        <a:pt x="24" y="264"/>
                        <a:pt x="24" y="264"/>
                      </a:cubicBezTo>
                      <a:cubicBezTo>
                        <a:pt x="24" y="263"/>
                        <a:pt x="24" y="263"/>
                        <a:pt x="24" y="263"/>
                      </a:cubicBezTo>
                      <a:cubicBezTo>
                        <a:pt x="24" y="263"/>
                        <a:pt x="24" y="263"/>
                        <a:pt x="24" y="263"/>
                      </a:cubicBezTo>
                      <a:cubicBezTo>
                        <a:pt x="23" y="263"/>
                        <a:pt x="23" y="262"/>
                        <a:pt x="23" y="262"/>
                      </a:cubicBezTo>
                      <a:cubicBezTo>
                        <a:pt x="23" y="262"/>
                        <a:pt x="23" y="261"/>
                        <a:pt x="23" y="261"/>
                      </a:cubicBezTo>
                      <a:cubicBezTo>
                        <a:pt x="23" y="261"/>
                        <a:pt x="23" y="261"/>
                        <a:pt x="23" y="261"/>
                      </a:cubicBezTo>
                      <a:cubicBezTo>
                        <a:pt x="23" y="261"/>
                        <a:pt x="23" y="261"/>
                        <a:pt x="23" y="261"/>
                      </a:cubicBezTo>
                      <a:cubicBezTo>
                        <a:pt x="23" y="260"/>
                        <a:pt x="23" y="260"/>
                        <a:pt x="23" y="260"/>
                      </a:cubicBezTo>
                      <a:cubicBezTo>
                        <a:pt x="23" y="260"/>
                        <a:pt x="23" y="260"/>
                        <a:pt x="23" y="259"/>
                      </a:cubicBezTo>
                      <a:cubicBezTo>
                        <a:pt x="23" y="259"/>
                        <a:pt x="23" y="259"/>
                        <a:pt x="23" y="259"/>
                      </a:cubicBezTo>
                      <a:cubicBezTo>
                        <a:pt x="23" y="259"/>
                        <a:pt x="24" y="259"/>
                        <a:pt x="24" y="259"/>
                      </a:cubicBezTo>
                      <a:cubicBezTo>
                        <a:pt x="24" y="259"/>
                        <a:pt x="24" y="258"/>
                        <a:pt x="24" y="258"/>
                      </a:cubicBezTo>
                      <a:cubicBezTo>
                        <a:pt x="24" y="258"/>
                        <a:pt x="24" y="257"/>
                        <a:pt x="24" y="257"/>
                      </a:cubicBezTo>
                      <a:cubicBezTo>
                        <a:pt x="24" y="257"/>
                        <a:pt x="24" y="256"/>
                        <a:pt x="24" y="256"/>
                      </a:cubicBezTo>
                      <a:cubicBezTo>
                        <a:pt x="24" y="256"/>
                        <a:pt x="25" y="256"/>
                        <a:pt x="25" y="256"/>
                      </a:cubicBezTo>
                      <a:cubicBezTo>
                        <a:pt x="25" y="256"/>
                        <a:pt x="26" y="255"/>
                        <a:pt x="26" y="255"/>
                      </a:cubicBezTo>
                      <a:cubicBezTo>
                        <a:pt x="26" y="253"/>
                        <a:pt x="26" y="253"/>
                        <a:pt x="26" y="253"/>
                      </a:cubicBezTo>
                      <a:cubicBezTo>
                        <a:pt x="27" y="254"/>
                        <a:pt x="27" y="254"/>
                        <a:pt x="27" y="254"/>
                      </a:cubicBezTo>
                      <a:cubicBezTo>
                        <a:pt x="27" y="254"/>
                        <a:pt x="28" y="254"/>
                        <a:pt x="28" y="253"/>
                      </a:cubicBezTo>
                      <a:cubicBezTo>
                        <a:pt x="28" y="253"/>
                        <a:pt x="28" y="253"/>
                        <a:pt x="27" y="253"/>
                      </a:cubicBezTo>
                      <a:cubicBezTo>
                        <a:pt x="27" y="252"/>
                        <a:pt x="27" y="252"/>
                        <a:pt x="27" y="252"/>
                      </a:cubicBezTo>
                      <a:cubicBezTo>
                        <a:pt x="27" y="252"/>
                        <a:pt x="27" y="252"/>
                        <a:pt x="27" y="252"/>
                      </a:cubicBezTo>
                      <a:cubicBezTo>
                        <a:pt x="27" y="251"/>
                        <a:pt x="27" y="251"/>
                        <a:pt x="27" y="251"/>
                      </a:cubicBezTo>
                      <a:cubicBezTo>
                        <a:pt x="27" y="251"/>
                        <a:pt x="27" y="249"/>
                        <a:pt x="27" y="249"/>
                      </a:cubicBezTo>
                      <a:cubicBezTo>
                        <a:pt x="27" y="249"/>
                        <a:pt x="27" y="249"/>
                        <a:pt x="27" y="249"/>
                      </a:cubicBezTo>
                      <a:cubicBezTo>
                        <a:pt x="28" y="249"/>
                        <a:pt x="28" y="249"/>
                        <a:pt x="28" y="249"/>
                      </a:cubicBezTo>
                      <a:cubicBezTo>
                        <a:pt x="28" y="249"/>
                        <a:pt x="29" y="248"/>
                        <a:pt x="29" y="248"/>
                      </a:cubicBezTo>
                      <a:cubicBezTo>
                        <a:pt x="29" y="248"/>
                        <a:pt x="29" y="247"/>
                        <a:pt x="29" y="247"/>
                      </a:cubicBezTo>
                      <a:cubicBezTo>
                        <a:pt x="29" y="247"/>
                        <a:pt x="29" y="247"/>
                        <a:pt x="28" y="246"/>
                      </a:cubicBezTo>
                      <a:cubicBezTo>
                        <a:pt x="28" y="246"/>
                        <a:pt x="28" y="245"/>
                        <a:pt x="28" y="245"/>
                      </a:cubicBezTo>
                      <a:cubicBezTo>
                        <a:pt x="28" y="245"/>
                        <a:pt x="28" y="244"/>
                        <a:pt x="28" y="244"/>
                      </a:cubicBezTo>
                      <a:cubicBezTo>
                        <a:pt x="28" y="244"/>
                        <a:pt x="28" y="244"/>
                        <a:pt x="28" y="244"/>
                      </a:cubicBezTo>
                      <a:cubicBezTo>
                        <a:pt x="28" y="243"/>
                        <a:pt x="27" y="243"/>
                        <a:pt x="27" y="243"/>
                      </a:cubicBezTo>
                      <a:cubicBezTo>
                        <a:pt x="28" y="242"/>
                        <a:pt x="28" y="242"/>
                        <a:pt x="28" y="242"/>
                      </a:cubicBezTo>
                      <a:cubicBezTo>
                        <a:pt x="28" y="242"/>
                        <a:pt x="29" y="242"/>
                        <a:pt x="29" y="241"/>
                      </a:cubicBezTo>
                      <a:cubicBezTo>
                        <a:pt x="29" y="241"/>
                        <a:pt x="29" y="241"/>
                        <a:pt x="29" y="240"/>
                      </a:cubicBezTo>
                      <a:cubicBezTo>
                        <a:pt x="29" y="240"/>
                        <a:pt x="29" y="240"/>
                        <a:pt x="29" y="240"/>
                      </a:cubicBezTo>
                      <a:cubicBezTo>
                        <a:pt x="28" y="240"/>
                        <a:pt x="28" y="240"/>
                        <a:pt x="28" y="240"/>
                      </a:cubicBezTo>
                      <a:cubicBezTo>
                        <a:pt x="28" y="237"/>
                        <a:pt x="28" y="237"/>
                        <a:pt x="28" y="237"/>
                      </a:cubicBezTo>
                      <a:cubicBezTo>
                        <a:pt x="28" y="237"/>
                        <a:pt x="28" y="237"/>
                        <a:pt x="28" y="237"/>
                      </a:cubicBezTo>
                      <a:cubicBezTo>
                        <a:pt x="28" y="237"/>
                        <a:pt x="29" y="236"/>
                        <a:pt x="29" y="236"/>
                      </a:cubicBezTo>
                      <a:cubicBezTo>
                        <a:pt x="29" y="236"/>
                        <a:pt x="30" y="236"/>
                        <a:pt x="30" y="236"/>
                      </a:cubicBezTo>
                      <a:cubicBezTo>
                        <a:pt x="30" y="236"/>
                        <a:pt x="30" y="236"/>
                        <a:pt x="30" y="236"/>
                      </a:cubicBezTo>
                      <a:cubicBezTo>
                        <a:pt x="30" y="236"/>
                        <a:pt x="30" y="235"/>
                        <a:pt x="30" y="235"/>
                      </a:cubicBezTo>
                      <a:cubicBezTo>
                        <a:pt x="30" y="235"/>
                        <a:pt x="30" y="235"/>
                        <a:pt x="31" y="235"/>
                      </a:cubicBezTo>
                      <a:cubicBezTo>
                        <a:pt x="31" y="235"/>
                        <a:pt x="31" y="234"/>
                        <a:pt x="31" y="234"/>
                      </a:cubicBezTo>
                      <a:cubicBezTo>
                        <a:pt x="31" y="234"/>
                        <a:pt x="31" y="234"/>
                        <a:pt x="31" y="233"/>
                      </a:cubicBezTo>
                      <a:cubicBezTo>
                        <a:pt x="31" y="233"/>
                        <a:pt x="30" y="232"/>
                        <a:pt x="30" y="232"/>
                      </a:cubicBezTo>
                      <a:cubicBezTo>
                        <a:pt x="30" y="231"/>
                        <a:pt x="30" y="231"/>
                        <a:pt x="30" y="231"/>
                      </a:cubicBezTo>
                      <a:cubicBezTo>
                        <a:pt x="30" y="231"/>
                        <a:pt x="28" y="231"/>
                        <a:pt x="28" y="231"/>
                      </a:cubicBezTo>
                      <a:cubicBezTo>
                        <a:pt x="28" y="230"/>
                        <a:pt x="27" y="230"/>
                        <a:pt x="27" y="230"/>
                      </a:cubicBezTo>
                      <a:cubicBezTo>
                        <a:pt x="27" y="230"/>
                        <a:pt x="26" y="230"/>
                        <a:pt x="26" y="230"/>
                      </a:cubicBezTo>
                      <a:cubicBezTo>
                        <a:pt x="26" y="230"/>
                        <a:pt x="26" y="229"/>
                        <a:pt x="26" y="229"/>
                      </a:cubicBezTo>
                      <a:cubicBezTo>
                        <a:pt x="26" y="229"/>
                        <a:pt x="27" y="229"/>
                        <a:pt x="27" y="229"/>
                      </a:cubicBezTo>
                      <a:cubicBezTo>
                        <a:pt x="27" y="229"/>
                        <a:pt x="28" y="229"/>
                        <a:pt x="28" y="229"/>
                      </a:cubicBezTo>
                      <a:cubicBezTo>
                        <a:pt x="28" y="229"/>
                        <a:pt x="29" y="229"/>
                        <a:pt x="29" y="229"/>
                      </a:cubicBezTo>
                      <a:cubicBezTo>
                        <a:pt x="29" y="229"/>
                        <a:pt x="29" y="229"/>
                        <a:pt x="29" y="229"/>
                      </a:cubicBezTo>
                      <a:cubicBezTo>
                        <a:pt x="29" y="229"/>
                        <a:pt x="30" y="228"/>
                        <a:pt x="30" y="228"/>
                      </a:cubicBezTo>
                      <a:cubicBezTo>
                        <a:pt x="31" y="229"/>
                        <a:pt x="31" y="229"/>
                        <a:pt x="31" y="229"/>
                      </a:cubicBezTo>
                      <a:cubicBezTo>
                        <a:pt x="32" y="229"/>
                        <a:pt x="32" y="229"/>
                        <a:pt x="32" y="229"/>
                      </a:cubicBezTo>
                      <a:cubicBezTo>
                        <a:pt x="32" y="229"/>
                        <a:pt x="32" y="227"/>
                        <a:pt x="32" y="227"/>
                      </a:cubicBezTo>
                      <a:cubicBezTo>
                        <a:pt x="33" y="227"/>
                        <a:pt x="33" y="227"/>
                        <a:pt x="33" y="227"/>
                      </a:cubicBezTo>
                      <a:cubicBezTo>
                        <a:pt x="33" y="227"/>
                        <a:pt x="33" y="226"/>
                        <a:pt x="33" y="226"/>
                      </a:cubicBezTo>
                      <a:cubicBezTo>
                        <a:pt x="33" y="226"/>
                        <a:pt x="32" y="226"/>
                        <a:pt x="32" y="225"/>
                      </a:cubicBezTo>
                      <a:cubicBezTo>
                        <a:pt x="32" y="225"/>
                        <a:pt x="32" y="225"/>
                        <a:pt x="31" y="225"/>
                      </a:cubicBezTo>
                      <a:cubicBezTo>
                        <a:pt x="31" y="225"/>
                        <a:pt x="29" y="225"/>
                        <a:pt x="29" y="225"/>
                      </a:cubicBezTo>
                      <a:cubicBezTo>
                        <a:pt x="29" y="225"/>
                        <a:pt x="28" y="225"/>
                        <a:pt x="28" y="225"/>
                      </a:cubicBezTo>
                      <a:cubicBezTo>
                        <a:pt x="28" y="225"/>
                        <a:pt x="27" y="225"/>
                        <a:pt x="28" y="225"/>
                      </a:cubicBezTo>
                      <a:cubicBezTo>
                        <a:pt x="28" y="225"/>
                        <a:pt x="28" y="225"/>
                        <a:pt x="28" y="224"/>
                      </a:cubicBezTo>
                      <a:cubicBezTo>
                        <a:pt x="28" y="224"/>
                        <a:pt x="28" y="224"/>
                        <a:pt x="28" y="223"/>
                      </a:cubicBezTo>
                      <a:cubicBezTo>
                        <a:pt x="28" y="223"/>
                        <a:pt x="28" y="222"/>
                        <a:pt x="28" y="222"/>
                      </a:cubicBezTo>
                      <a:cubicBezTo>
                        <a:pt x="28" y="222"/>
                        <a:pt x="28" y="222"/>
                        <a:pt x="28" y="222"/>
                      </a:cubicBezTo>
                      <a:cubicBezTo>
                        <a:pt x="29" y="221"/>
                        <a:pt x="29" y="221"/>
                        <a:pt x="29" y="221"/>
                      </a:cubicBezTo>
                      <a:cubicBezTo>
                        <a:pt x="29" y="221"/>
                        <a:pt x="29" y="220"/>
                        <a:pt x="28" y="220"/>
                      </a:cubicBezTo>
                      <a:cubicBezTo>
                        <a:pt x="28" y="220"/>
                        <a:pt x="28" y="219"/>
                        <a:pt x="28" y="219"/>
                      </a:cubicBezTo>
                      <a:cubicBezTo>
                        <a:pt x="28" y="219"/>
                        <a:pt x="29" y="218"/>
                        <a:pt x="29" y="218"/>
                      </a:cubicBezTo>
                      <a:cubicBezTo>
                        <a:pt x="29" y="218"/>
                        <a:pt x="29" y="218"/>
                        <a:pt x="29" y="217"/>
                      </a:cubicBezTo>
                      <a:cubicBezTo>
                        <a:pt x="28" y="217"/>
                        <a:pt x="28" y="217"/>
                        <a:pt x="28" y="217"/>
                      </a:cubicBezTo>
                      <a:cubicBezTo>
                        <a:pt x="28" y="216"/>
                        <a:pt x="27" y="216"/>
                        <a:pt x="27" y="216"/>
                      </a:cubicBezTo>
                      <a:cubicBezTo>
                        <a:pt x="27" y="216"/>
                        <a:pt x="27" y="215"/>
                        <a:pt x="27" y="215"/>
                      </a:cubicBezTo>
                      <a:cubicBezTo>
                        <a:pt x="27" y="215"/>
                        <a:pt x="28" y="215"/>
                        <a:pt x="28" y="214"/>
                      </a:cubicBezTo>
                      <a:cubicBezTo>
                        <a:pt x="28" y="214"/>
                        <a:pt x="28" y="214"/>
                        <a:pt x="28" y="214"/>
                      </a:cubicBezTo>
                      <a:cubicBezTo>
                        <a:pt x="28" y="214"/>
                        <a:pt x="28" y="213"/>
                        <a:pt x="28" y="213"/>
                      </a:cubicBezTo>
                      <a:cubicBezTo>
                        <a:pt x="28" y="213"/>
                        <a:pt x="27" y="213"/>
                        <a:pt x="27" y="212"/>
                      </a:cubicBezTo>
                      <a:cubicBezTo>
                        <a:pt x="27" y="212"/>
                        <a:pt x="27" y="212"/>
                        <a:pt x="26" y="212"/>
                      </a:cubicBezTo>
                      <a:cubicBezTo>
                        <a:pt x="26" y="211"/>
                        <a:pt x="26" y="211"/>
                        <a:pt x="26" y="211"/>
                      </a:cubicBezTo>
                      <a:cubicBezTo>
                        <a:pt x="26" y="210"/>
                        <a:pt x="25" y="210"/>
                        <a:pt x="25" y="210"/>
                      </a:cubicBezTo>
                      <a:cubicBezTo>
                        <a:pt x="26" y="209"/>
                        <a:pt x="26" y="209"/>
                        <a:pt x="26" y="209"/>
                      </a:cubicBezTo>
                      <a:cubicBezTo>
                        <a:pt x="26" y="209"/>
                        <a:pt x="25" y="208"/>
                        <a:pt x="25" y="208"/>
                      </a:cubicBezTo>
                      <a:cubicBezTo>
                        <a:pt x="25" y="208"/>
                        <a:pt x="26" y="208"/>
                        <a:pt x="26" y="208"/>
                      </a:cubicBezTo>
                      <a:cubicBezTo>
                        <a:pt x="26" y="208"/>
                        <a:pt x="26" y="207"/>
                        <a:pt x="26" y="207"/>
                      </a:cubicBezTo>
                      <a:cubicBezTo>
                        <a:pt x="26" y="207"/>
                        <a:pt x="26" y="206"/>
                        <a:pt x="26" y="206"/>
                      </a:cubicBezTo>
                      <a:cubicBezTo>
                        <a:pt x="26" y="206"/>
                        <a:pt x="26" y="206"/>
                        <a:pt x="26" y="206"/>
                      </a:cubicBezTo>
                      <a:cubicBezTo>
                        <a:pt x="25" y="205"/>
                        <a:pt x="25" y="205"/>
                        <a:pt x="25" y="205"/>
                      </a:cubicBezTo>
                      <a:cubicBezTo>
                        <a:pt x="25" y="205"/>
                        <a:pt x="25" y="205"/>
                        <a:pt x="25" y="204"/>
                      </a:cubicBezTo>
                      <a:cubicBezTo>
                        <a:pt x="25" y="204"/>
                        <a:pt x="25" y="204"/>
                        <a:pt x="25" y="203"/>
                      </a:cubicBezTo>
                      <a:cubicBezTo>
                        <a:pt x="25" y="203"/>
                        <a:pt x="26" y="203"/>
                        <a:pt x="26" y="203"/>
                      </a:cubicBezTo>
                      <a:cubicBezTo>
                        <a:pt x="26" y="203"/>
                        <a:pt x="26" y="203"/>
                        <a:pt x="26" y="203"/>
                      </a:cubicBezTo>
                      <a:cubicBezTo>
                        <a:pt x="27" y="204"/>
                        <a:pt x="27" y="204"/>
                        <a:pt x="27" y="204"/>
                      </a:cubicBezTo>
                      <a:cubicBezTo>
                        <a:pt x="27" y="204"/>
                        <a:pt x="27" y="203"/>
                        <a:pt x="28" y="203"/>
                      </a:cubicBezTo>
                      <a:cubicBezTo>
                        <a:pt x="28" y="203"/>
                        <a:pt x="28" y="203"/>
                        <a:pt x="28" y="203"/>
                      </a:cubicBezTo>
                      <a:cubicBezTo>
                        <a:pt x="28" y="200"/>
                        <a:pt x="28" y="200"/>
                        <a:pt x="28" y="200"/>
                      </a:cubicBezTo>
                      <a:cubicBezTo>
                        <a:pt x="28" y="199"/>
                        <a:pt x="28" y="199"/>
                        <a:pt x="28" y="199"/>
                      </a:cubicBezTo>
                      <a:cubicBezTo>
                        <a:pt x="28" y="199"/>
                        <a:pt x="27" y="198"/>
                        <a:pt x="27" y="198"/>
                      </a:cubicBezTo>
                      <a:cubicBezTo>
                        <a:pt x="27" y="198"/>
                        <a:pt x="28" y="198"/>
                        <a:pt x="28" y="198"/>
                      </a:cubicBezTo>
                      <a:cubicBezTo>
                        <a:pt x="28" y="198"/>
                        <a:pt x="28" y="198"/>
                        <a:pt x="28" y="197"/>
                      </a:cubicBezTo>
                      <a:cubicBezTo>
                        <a:pt x="28" y="197"/>
                        <a:pt x="27" y="197"/>
                        <a:pt x="27" y="197"/>
                      </a:cubicBezTo>
                      <a:cubicBezTo>
                        <a:pt x="27" y="196"/>
                        <a:pt x="27" y="196"/>
                        <a:pt x="27" y="196"/>
                      </a:cubicBezTo>
                      <a:cubicBezTo>
                        <a:pt x="27" y="196"/>
                        <a:pt x="27" y="195"/>
                        <a:pt x="27" y="195"/>
                      </a:cubicBezTo>
                      <a:cubicBezTo>
                        <a:pt x="27" y="195"/>
                        <a:pt x="28" y="195"/>
                        <a:pt x="28" y="194"/>
                      </a:cubicBezTo>
                      <a:cubicBezTo>
                        <a:pt x="28" y="194"/>
                        <a:pt x="28" y="194"/>
                        <a:pt x="28" y="193"/>
                      </a:cubicBezTo>
                      <a:cubicBezTo>
                        <a:pt x="28" y="193"/>
                        <a:pt x="28" y="193"/>
                        <a:pt x="28" y="193"/>
                      </a:cubicBezTo>
                      <a:cubicBezTo>
                        <a:pt x="27" y="193"/>
                        <a:pt x="27" y="192"/>
                        <a:pt x="27" y="192"/>
                      </a:cubicBezTo>
                      <a:cubicBezTo>
                        <a:pt x="27" y="192"/>
                        <a:pt x="27" y="192"/>
                        <a:pt x="27" y="192"/>
                      </a:cubicBezTo>
                      <a:cubicBezTo>
                        <a:pt x="27" y="192"/>
                        <a:pt x="27" y="191"/>
                        <a:pt x="27" y="191"/>
                      </a:cubicBezTo>
                      <a:cubicBezTo>
                        <a:pt x="27" y="191"/>
                        <a:pt x="27" y="190"/>
                        <a:pt x="27" y="190"/>
                      </a:cubicBezTo>
                      <a:cubicBezTo>
                        <a:pt x="27" y="190"/>
                        <a:pt x="27" y="190"/>
                        <a:pt x="27" y="189"/>
                      </a:cubicBezTo>
                      <a:cubicBezTo>
                        <a:pt x="27" y="189"/>
                        <a:pt x="27" y="189"/>
                        <a:pt x="27" y="189"/>
                      </a:cubicBezTo>
                      <a:cubicBezTo>
                        <a:pt x="27" y="188"/>
                        <a:pt x="27" y="188"/>
                        <a:pt x="27" y="188"/>
                      </a:cubicBezTo>
                      <a:cubicBezTo>
                        <a:pt x="27" y="188"/>
                        <a:pt x="28" y="187"/>
                        <a:pt x="28" y="187"/>
                      </a:cubicBezTo>
                      <a:cubicBezTo>
                        <a:pt x="28" y="187"/>
                        <a:pt x="28" y="187"/>
                        <a:pt x="28" y="187"/>
                      </a:cubicBezTo>
                      <a:cubicBezTo>
                        <a:pt x="28" y="187"/>
                        <a:pt x="29" y="187"/>
                        <a:pt x="29" y="187"/>
                      </a:cubicBezTo>
                      <a:cubicBezTo>
                        <a:pt x="29" y="187"/>
                        <a:pt x="29" y="186"/>
                        <a:pt x="29" y="186"/>
                      </a:cubicBezTo>
                      <a:cubicBezTo>
                        <a:pt x="28" y="186"/>
                        <a:pt x="28" y="185"/>
                        <a:pt x="28" y="185"/>
                      </a:cubicBezTo>
                      <a:cubicBezTo>
                        <a:pt x="28" y="185"/>
                        <a:pt x="27" y="185"/>
                        <a:pt x="28" y="184"/>
                      </a:cubicBezTo>
                      <a:cubicBezTo>
                        <a:pt x="28" y="184"/>
                        <a:pt x="28" y="184"/>
                        <a:pt x="28" y="184"/>
                      </a:cubicBezTo>
                      <a:cubicBezTo>
                        <a:pt x="28" y="184"/>
                        <a:pt x="29" y="184"/>
                        <a:pt x="29" y="184"/>
                      </a:cubicBezTo>
                      <a:cubicBezTo>
                        <a:pt x="29" y="184"/>
                        <a:pt x="29" y="183"/>
                        <a:pt x="29" y="183"/>
                      </a:cubicBezTo>
                      <a:cubicBezTo>
                        <a:pt x="29" y="183"/>
                        <a:pt x="29" y="182"/>
                        <a:pt x="29" y="182"/>
                      </a:cubicBezTo>
                      <a:cubicBezTo>
                        <a:pt x="29" y="182"/>
                        <a:pt x="29" y="182"/>
                        <a:pt x="29" y="182"/>
                      </a:cubicBezTo>
                      <a:cubicBezTo>
                        <a:pt x="29" y="179"/>
                        <a:pt x="29" y="179"/>
                        <a:pt x="29" y="179"/>
                      </a:cubicBezTo>
                      <a:cubicBezTo>
                        <a:pt x="29" y="179"/>
                        <a:pt x="29" y="179"/>
                        <a:pt x="29" y="179"/>
                      </a:cubicBezTo>
                      <a:cubicBezTo>
                        <a:pt x="29" y="179"/>
                        <a:pt x="30" y="180"/>
                        <a:pt x="30" y="180"/>
                      </a:cubicBezTo>
                      <a:cubicBezTo>
                        <a:pt x="30" y="180"/>
                        <a:pt x="30" y="180"/>
                        <a:pt x="30" y="180"/>
                      </a:cubicBezTo>
                      <a:cubicBezTo>
                        <a:pt x="30" y="180"/>
                        <a:pt x="30" y="179"/>
                        <a:pt x="30" y="179"/>
                      </a:cubicBezTo>
                      <a:cubicBezTo>
                        <a:pt x="30" y="179"/>
                        <a:pt x="30" y="178"/>
                        <a:pt x="30" y="178"/>
                      </a:cubicBezTo>
                      <a:cubicBezTo>
                        <a:pt x="30" y="178"/>
                        <a:pt x="31" y="177"/>
                        <a:pt x="31" y="177"/>
                      </a:cubicBezTo>
                      <a:cubicBezTo>
                        <a:pt x="31" y="173"/>
                        <a:pt x="31" y="173"/>
                        <a:pt x="31" y="173"/>
                      </a:cubicBezTo>
                      <a:cubicBezTo>
                        <a:pt x="33" y="172"/>
                        <a:pt x="33" y="172"/>
                        <a:pt x="33" y="172"/>
                      </a:cubicBezTo>
                      <a:cubicBezTo>
                        <a:pt x="34" y="172"/>
                        <a:pt x="34" y="172"/>
                        <a:pt x="34" y="172"/>
                      </a:cubicBezTo>
                      <a:cubicBezTo>
                        <a:pt x="34" y="172"/>
                        <a:pt x="35" y="171"/>
                        <a:pt x="35" y="171"/>
                      </a:cubicBezTo>
                      <a:cubicBezTo>
                        <a:pt x="35" y="171"/>
                        <a:pt x="35" y="170"/>
                        <a:pt x="35" y="170"/>
                      </a:cubicBezTo>
                      <a:cubicBezTo>
                        <a:pt x="34" y="170"/>
                        <a:pt x="34" y="170"/>
                        <a:pt x="34" y="170"/>
                      </a:cubicBezTo>
                      <a:cubicBezTo>
                        <a:pt x="34" y="169"/>
                        <a:pt x="34" y="169"/>
                        <a:pt x="34" y="169"/>
                      </a:cubicBezTo>
                      <a:cubicBezTo>
                        <a:pt x="33" y="169"/>
                        <a:pt x="33" y="168"/>
                        <a:pt x="33" y="168"/>
                      </a:cubicBezTo>
                      <a:cubicBezTo>
                        <a:pt x="33" y="167"/>
                        <a:pt x="33" y="167"/>
                        <a:pt x="33" y="167"/>
                      </a:cubicBezTo>
                      <a:cubicBezTo>
                        <a:pt x="33" y="167"/>
                        <a:pt x="33" y="166"/>
                        <a:pt x="33" y="166"/>
                      </a:cubicBezTo>
                      <a:cubicBezTo>
                        <a:pt x="33" y="166"/>
                        <a:pt x="34" y="166"/>
                        <a:pt x="34" y="166"/>
                      </a:cubicBezTo>
                      <a:cubicBezTo>
                        <a:pt x="34" y="166"/>
                        <a:pt x="32" y="164"/>
                        <a:pt x="32" y="164"/>
                      </a:cubicBezTo>
                      <a:cubicBezTo>
                        <a:pt x="32" y="164"/>
                        <a:pt x="32" y="164"/>
                        <a:pt x="32" y="163"/>
                      </a:cubicBezTo>
                      <a:cubicBezTo>
                        <a:pt x="32" y="163"/>
                        <a:pt x="33" y="163"/>
                        <a:pt x="32" y="163"/>
                      </a:cubicBezTo>
                      <a:cubicBezTo>
                        <a:pt x="32" y="163"/>
                        <a:pt x="32" y="163"/>
                        <a:pt x="32" y="162"/>
                      </a:cubicBezTo>
                      <a:cubicBezTo>
                        <a:pt x="32" y="162"/>
                        <a:pt x="32" y="162"/>
                        <a:pt x="32" y="162"/>
                      </a:cubicBezTo>
                      <a:cubicBezTo>
                        <a:pt x="32" y="162"/>
                        <a:pt x="32" y="161"/>
                        <a:pt x="32" y="161"/>
                      </a:cubicBezTo>
                      <a:cubicBezTo>
                        <a:pt x="32" y="161"/>
                        <a:pt x="33" y="160"/>
                        <a:pt x="33" y="160"/>
                      </a:cubicBezTo>
                      <a:cubicBezTo>
                        <a:pt x="33" y="160"/>
                        <a:pt x="32" y="160"/>
                        <a:pt x="32" y="160"/>
                      </a:cubicBezTo>
                      <a:cubicBezTo>
                        <a:pt x="32" y="159"/>
                        <a:pt x="32" y="159"/>
                        <a:pt x="32" y="159"/>
                      </a:cubicBezTo>
                      <a:cubicBezTo>
                        <a:pt x="32" y="159"/>
                        <a:pt x="32" y="158"/>
                        <a:pt x="32" y="158"/>
                      </a:cubicBezTo>
                      <a:cubicBezTo>
                        <a:pt x="33" y="158"/>
                        <a:pt x="33" y="157"/>
                        <a:pt x="33" y="157"/>
                      </a:cubicBezTo>
                      <a:cubicBezTo>
                        <a:pt x="33" y="157"/>
                        <a:pt x="33" y="157"/>
                        <a:pt x="33" y="157"/>
                      </a:cubicBezTo>
                      <a:cubicBezTo>
                        <a:pt x="32" y="157"/>
                        <a:pt x="32" y="156"/>
                        <a:pt x="32" y="156"/>
                      </a:cubicBezTo>
                      <a:cubicBezTo>
                        <a:pt x="32" y="156"/>
                        <a:pt x="32" y="156"/>
                        <a:pt x="32" y="156"/>
                      </a:cubicBezTo>
                      <a:cubicBezTo>
                        <a:pt x="32" y="156"/>
                        <a:pt x="33" y="155"/>
                        <a:pt x="33" y="155"/>
                      </a:cubicBezTo>
                      <a:cubicBezTo>
                        <a:pt x="33" y="155"/>
                        <a:pt x="33" y="155"/>
                        <a:pt x="33" y="155"/>
                      </a:cubicBezTo>
                      <a:cubicBezTo>
                        <a:pt x="32" y="155"/>
                        <a:pt x="32" y="155"/>
                        <a:pt x="32" y="155"/>
                      </a:cubicBezTo>
                      <a:cubicBezTo>
                        <a:pt x="32" y="154"/>
                        <a:pt x="32" y="154"/>
                        <a:pt x="32" y="154"/>
                      </a:cubicBezTo>
                      <a:cubicBezTo>
                        <a:pt x="32" y="154"/>
                        <a:pt x="33" y="154"/>
                        <a:pt x="33" y="153"/>
                      </a:cubicBezTo>
                      <a:cubicBezTo>
                        <a:pt x="33" y="153"/>
                        <a:pt x="34" y="153"/>
                        <a:pt x="34" y="153"/>
                      </a:cubicBezTo>
                      <a:cubicBezTo>
                        <a:pt x="34" y="153"/>
                        <a:pt x="34" y="153"/>
                        <a:pt x="33" y="153"/>
                      </a:cubicBezTo>
                      <a:cubicBezTo>
                        <a:pt x="33" y="152"/>
                        <a:pt x="33" y="152"/>
                        <a:pt x="33" y="152"/>
                      </a:cubicBezTo>
                      <a:cubicBezTo>
                        <a:pt x="33" y="152"/>
                        <a:pt x="33" y="152"/>
                        <a:pt x="33" y="152"/>
                      </a:cubicBezTo>
                      <a:cubicBezTo>
                        <a:pt x="34" y="152"/>
                        <a:pt x="34" y="152"/>
                        <a:pt x="34" y="152"/>
                      </a:cubicBezTo>
                      <a:cubicBezTo>
                        <a:pt x="34" y="151"/>
                        <a:pt x="34" y="151"/>
                        <a:pt x="34" y="151"/>
                      </a:cubicBezTo>
                      <a:cubicBezTo>
                        <a:pt x="34" y="151"/>
                        <a:pt x="35" y="151"/>
                        <a:pt x="35" y="151"/>
                      </a:cubicBezTo>
                      <a:cubicBezTo>
                        <a:pt x="35" y="151"/>
                        <a:pt x="36" y="151"/>
                        <a:pt x="36" y="151"/>
                      </a:cubicBezTo>
                      <a:cubicBezTo>
                        <a:pt x="36" y="150"/>
                        <a:pt x="36" y="150"/>
                        <a:pt x="36" y="150"/>
                      </a:cubicBezTo>
                      <a:cubicBezTo>
                        <a:pt x="36" y="150"/>
                        <a:pt x="36" y="149"/>
                        <a:pt x="36" y="149"/>
                      </a:cubicBezTo>
                      <a:cubicBezTo>
                        <a:pt x="36" y="149"/>
                        <a:pt x="37" y="149"/>
                        <a:pt x="37" y="149"/>
                      </a:cubicBezTo>
                      <a:cubicBezTo>
                        <a:pt x="37" y="149"/>
                        <a:pt x="37" y="149"/>
                        <a:pt x="37" y="149"/>
                      </a:cubicBezTo>
                      <a:cubicBezTo>
                        <a:pt x="37" y="149"/>
                        <a:pt x="38" y="148"/>
                        <a:pt x="38" y="148"/>
                      </a:cubicBezTo>
                      <a:cubicBezTo>
                        <a:pt x="38" y="148"/>
                        <a:pt x="38" y="148"/>
                        <a:pt x="38" y="148"/>
                      </a:cubicBezTo>
                      <a:cubicBezTo>
                        <a:pt x="38" y="148"/>
                        <a:pt x="38" y="147"/>
                        <a:pt x="38" y="147"/>
                      </a:cubicBezTo>
                      <a:cubicBezTo>
                        <a:pt x="38" y="147"/>
                        <a:pt x="38" y="147"/>
                        <a:pt x="38" y="147"/>
                      </a:cubicBezTo>
                      <a:cubicBezTo>
                        <a:pt x="38" y="147"/>
                        <a:pt x="38" y="146"/>
                        <a:pt x="38" y="146"/>
                      </a:cubicBezTo>
                      <a:cubicBezTo>
                        <a:pt x="38" y="146"/>
                        <a:pt x="38" y="146"/>
                        <a:pt x="38" y="146"/>
                      </a:cubicBezTo>
                      <a:cubicBezTo>
                        <a:pt x="38" y="146"/>
                        <a:pt x="38" y="145"/>
                        <a:pt x="38" y="145"/>
                      </a:cubicBezTo>
                      <a:cubicBezTo>
                        <a:pt x="38" y="145"/>
                        <a:pt x="38" y="144"/>
                        <a:pt x="38" y="144"/>
                      </a:cubicBezTo>
                      <a:cubicBezTo>
                        <a:pt x="38" y="144"/>
                        <a:pt x="38" y="144"/>
                        <a:pt x="38" y="144"/>
                      </a:cubicBezTo>
                      <a:cubicBezTo>
                        <a:pt x="38" y="143"/>
                        <a:pt x="38" y="143"/>
                        <a:pt x="38" y="143"/>
                      </a:cubicBezTo>
                      <a:cubicBezTo>
                        <a:pt x="38" y="143"/>
                        <a:pt x="37" y="142"/>
                        <a:pt x="37" y="142"/>
                      </a:cubicBezTo>
                      <a:cubicBezTo>
                        <a:pt x="37" y="142"/>
                        <a:pt x="37" y="141"/>
                        <a:pt x="37" y="141"/>
                      </a:cubicBezTo>
                      <a:cubicBezTo>
                        <a:pt x="37" y="141"/>
                        <a:pt x="37" y="141"/>
                        <a:pt x="37" y="140"/>
                      </a:cubicBezTo>
                      <a:cubicBezTo>
                        <a:pt x="38" y="140"/>
                        <a:pt x="38" y="140"/>
                        <a:pt x="38" y="140"/>
                      </a:cubicBezTo>
                      <a:cubicBezTo>
                        <a:pt x="38" y="139"/>
                        <a:pt x="38" y="139"/>
                        <a:pt x="38" y="139"/>
                      </a:cubicBezTo>
                      <a:cubicBezTo>
                        <a:pt x="38" y="138"/>
                        <a:pt x="39" y="138"/>
                        <a:pt x="39" y="138"/>
                      </a:cubicBezTo>
                      <a:cubicBezTo>
                        <a:pt x="39" y="137"/>
                        <a:pt x="39" y="137"/>
                        <a:pt x="39" y="137"/>
                      </a:cubicBezTo>
                      <a:cubicBezTo>
                        <a:pt x="38" y="137"/>
                        <a:pt x="39" y="136"/>
                        <a:pt x="39" y="136"/>
                      </a:cubicBezTo>
                      <a:cubicBezTo>
                        <a:pt x="39" y="136"/>
                        <a:pt x="40" y="134"/>
                        <a:pt x="40" y="134"/>
                      </a:cubicBezTo>
                      <a:cubicBezTo>
                        <a:pt x="40" y="134"/>
                        <a:pt x="40" y="133"/>
                        <a:pt x="40" y="133"/>
                      </a:cubicBezTo>
                      <a:cubicBezTo>
                        <a:pt x="41" y="133"/>
                        <a:pt x="41" y="133"/>
                        <a:pt x="41" y="133"/>
                      </a:cubicBezTo>
                      <a:cubicBezTo>
                        <a:pt x="41" y="133"/>
                        <a:pt x="42" y="132"/>
                        <a:pt x="42" y="132"/>
                      </a:cubicBezTo>
                      <a:cubicBezTo>
                        <a:pt x="42" y="132"/>
                        <a:pt x="41" y="131"/>
                        <a:pt x="41" y="131"/>
                      </a:cubicBezTo>
                      <a:cubicBezTo>
                        <a:pt x="41" y="131"/>
                        <a:pt x="42" y="131"/>
                        <a:pt x="42" y="131"/>
                      </a:cubicBezTo>
                      <a:cubicBezTo>
                        <a:pt x="42" y="130"/>
                        <a:pt x="41" y="130"/>
                        <a:pt x="41" y="130"/>
                      </a:cubicBezTo>
                      <a:cubicBezTo>
                        <a:pt x="41" y="130"/>
                        <a:pt x="41" y="128"/>
                        <a:pt x="41" y="128"/>
                      </a:cubicBezTo>
                      <a:cubicBezTo>
                        <a:pt x="41" y="128"/>
                        <a:pt x="41" y="127"/>
                        <a:pt x="42" y="127"/>
                      </a:cubicBezTo>
                      <a:cubicBezTo>
                        <a:pt x="42" y="127"/>
                        <a:pt x="42" y="126"/>
                        <a:pt x="42" y="126"/>
                      </a:cubicBezTo>
                      <a:cubicBezTo>
                        <a:pt x="42" y="126"/>
                        <a:pt x="42" y="125"/>
                        <a:pt x="42" y="125"/>
                      </a:cubicBezTo>
                      <a:cubicBezTo>
                        <a:pt x="42" y="125"/>
                        <a:pt x="42" y="125"/>
                        <a:pt x="42" y="125"/>
                      </a:cubicBezTo>
                      <a:cubicBezTo>
                        <a:pt x="42" y="124"/>
                        <a:pt x="42" y="124"/>
                        <a:pt x="42" y="124"/>
                      </a:cubicBezTo>
                      <a:cubicBezTo>
                        <a:pt x="41" y="124"/>
                        <a:pt x="41" y="124"/>
                        <a:pt x="41" y="124"/>
                      </a:cubicBezTo>
                      <a:cubicBezTo>
                        <a:pt x="41" y="124"/>
                        <a:pt x="41" y="125"/>
                        <a:pt x="40" y="124"/>
                      </a:cubicBezTo>
                      <a:cubicBezTo>
                        <a:pt x="40" y="124"/>
                        <a:pt x="40" y="124"/>
                        <a:pt x="40" y="123"/>
                      </a:cubicBezTo>
                      <a:cubicBezTo>
                        <a:pt x="40" y="123"/>
                        <a:pt x="40" y="123"/>
                        <a:pt x="40" y="122"/>
                      </a:cubicBezTo>
                      <a:cubicBezTo>
                        <a:pt x="40" y="122"/>
                        <a:pt x="40" y="122"/>
                        <a:pt x="40" y="121"/>
                      </a:cubicBezTo>
                      <a:cubicBezTo>
                        <a:pt x="41" y="121"/>
                        <a:pt x="40" y="120"/>
                        <a:pt x="40" y="120"/>
                      </a:cubicBezTo>
                      <a:cubicBezTo>
                        <a:pt x="40" y="118"/>
                        <a:pt x="40" y="118"/>
                        <a:pt x="40" y="118"/>
                      </a:cubicBezTo>
                      <a:cubicBezTo>
                        <a:pt x="40" y="118"/>
                        <a:pt x="39" y="117"/>
                        <a:pt x="39" y="117"/>
                      </a:cubicBezTo>
                      <a:cubicBezTo>
                        <a:pt x="39" y="116"/>
                        <a:pt x="38" y="116"/>
                        <a:pt x="38" y="116"/>
                      </a:cubicBezTo>
                      <a:cubicBezTo>
                        <a:pt x="38" y="115"/>
                        <a:pt x="39" y="115"/>
                        <a:pt x="38" y="114"/>
                      </a:cubicBezTo>
                      <a:cubicBezTo>
                        <a:pt x="38" y="114"/>
                        <a:pt x="38" y="114"/>
                        <a:pt x="38" y="114"/>
                      </a:cubicBezTo>
                      <a:cubicBezTo>
                        <a:pt x="38" y="114"/>
                        <a:pt x="38" y="114"/>
                        <a:pt x="38" y="114"/>
                      </a:cubicBezTo>
                      <a:cubicBezTo>
                        <a:pt x="38" y="114"/>
                        <a:pt x="39" y="114"/>
                        <a:pt x="39" y="114"/>
                      </a:cubicBezTo>
                      <a:cubicBezTo>
                        <a:pt x="39" y="114"/>
                        <a:pt x="39" y="113"/>
                        <a:pt x="39" y="113"/>
                      </a:cubicBezTo>
                      <a:cubicBezTo>
                        <a:pt x="38" y="113"/>
                        <a:pt x="38" y="113"/>
                        <a:pt x="38" y="112"/>
                      </a:cubicBezTo>
                      <a:cubicBezTo>
                        <a:pt x="37" y="112"/>
                        <a:pt x="37" y="112"/>
                        <a:pt x="37" y="112"/>
                      </a:cubicBezTo>
                      <a:cubicBezTo>
                        <a:pt x="37" y="112"/>
                        <a:pt x="37" y="112"/>
                        <a:pt x="37" y="111"/>
                      </a:cubicBezTo>
                      <a:cubicBezTo>
                        <a:pt x="37" y="111"/>
                        <a:pt x="37" y="110"/>
                        <a:pt x="37" y="110"/>
                      </a:cubicBezTo>
                      <a:cubicBezTo>
                        <a:pt x="37" y="109"/>
                        <a:pt x="37" y="109"/>
                        <a:pt x="37" y="108"/>
                      </a:cubicBezTo>
                      <a:cubicBezTo>
                        <a:pt x="37" y="108"/>
                        <a:pt x="37" y="107"/>
                        <a:pt x="37" y="107"/>
                      </a:cubicBezTo>
                      <a:cubicBezTo>
                        <a:pt x="37" y="106"/>
                        <a:pt x="37" y="106"/>
                        <a:pt x="37" y="106"/>
                      </a:cubicBezTo>
                      <a:cubicBezTo>
                        <a:pt x="37" y="106"/>
                        <a:pt x="37" y="106"/>
                        <a:pt x="38" y="106"/>
                      </a:cubicBezTo>
                      <a:cubicBezTo>
                        <a:pt x="38" y="106"/>
                        <a:pt x="38" y="106"/>
                        <a:pt x="38" y="106"/>
                      </a:cubicBezTo>
                      <a:cubicBezTo>
                        <a:pt x="38" y="106"/>
                        <a:pt x="38" y="106"/>
                        <a:pt x="38" y="106"/>
                      </a:cubicBezTo>
                      <a:cubicBezTo>
                        <a:pt x="38" y="106"/>
                        <a:pt x="38" y="106"/>
                        <a:pt x="39" y="106"/>
                      </a:cubicBezTo>
                      <a:cubicBezTo>
                        <a:pt x="39" y="106"/>
                        <a:pt x="39" y="106"/>
                        <a:pt x="39" y="105"/>
                      </a:cubicBezTo>
                      <a:cubicBezTo>
                        <a:pt x="39" y="105"/>
                        <a:pt x="39" y="105"/>
                        <a:pt x="38" y="105"/>
                      </a:cubicBezTo>
                      <a:cubicBezTo>
                        <a:pt x="38" y="104"/>
                        <a:pt x="38" y="104"/>
                        <a:pt x="39" y="104"/>
                      </a:cubicBezTo>
                      <a:cubicBezTo>
                        <a:pt x="39" y="103"/>
                        <a:pt x="39" y="103"/>
                        <a:pt x="39" y="102"/>
                      </a:cubicBezTo>
                      <a:cubicBezTo>
                        <a:pt x="39" y="102"/>
                        <a:pt x="39" y="101"/>
                        <a:pt x="39" y="101"/>
                      </a:cubicBezTo>
                      <a:cubicBezTo>
                        <a:pt x="40" y="101"/>
                        <a:pt x="40" y="101"/>
                        <a:pt x="40" y="100"/>
                      </a:cubicBezTo>
                      <a:cubicBezTo>
                        <a:pt x="40" y="100"/>
                        <a:pt x="39" y="100"/>
                        <a:pt x="39" y="100"/>
                      </a:cubicBezTo>
                      <a:cubicBezTo>
                        <a:pt x="40" y="100"/>
                        <a:pt x="40" y="100"/>
                        <a:pt x="40" y="100"/>
                      </a:cubicBezTo>
                      <a:cubicBezTo>
                        <a:pt x="41" y="100"/>
                        <a:pt x="41" y="100"/>
                        <a:pt x="41" y="99"/>
                      </a:cubicBezTo>
                      <a:cubicBezTo>
                        <a:pt x="41" y="99"/>
                        <a:pt x="41" y="99"/>
                        <a:pt x="42" y="99"/>
                      </a:cubicBezTo>
                      <a:cubicBezTo>
                        <a:pt x="42" y="99"/>
                        <a:pt x="42" y="98"/>
                        <a:pt x="42" y="98"/>
                      </a:cubicBezTo>
                      <a:cubicBezTo>
                        <a:pt x="42" y="98"/>
                        <a:pt x="41" y="98"/>
                        <a:pt x="41" y="98"/>
                      </a:cubicBezTo>
                      <a:cubicBezTo>
                        <a:pt x="41" y="98"/>
                        <a:pt x="41" y="97"/>
                        <a:pt x="41" y="97"/>
                      </a:cubicBezTo>
                      <a:cubicBezTo>
                        <a:pt x="42" y="96"/>
                        <a:pt x="41" y="94"/>
                        <a:pt x="41" y="93"/>
                      </a:cubicBezTo>
                      <a:cubicBezTo>
                        <a:pt x="40" y="92"/>
                        <a:pt x="40" y="91"/>
                        <a:pt x="41" y="90"/>
                      </a:cubicBezTo>
                      <a:cubicBezTo>
                        <a:pt x="41" y="90"/>
                        <a:pt x="42" y="90"/>
                        <a:pt x="42" y="90"/>
                      </a:cubicBezTo>
                      <a:cubicBezTo>
                        <a:pt x="42" y="90"/>
                        <a:pt x="42" y="89"/>
                        <a:pt x="42" y="88"/>
                      </a:cubicBezTo>
                      <a:cubicBezTo>
                        <a:pt x="43" y="87"/>
                        <a:pt x="43" y="86"/>
                        <a:pt x="43" y="84"/>
                      </a:cubicBezTo>
                      <a:cubicBezTo>
                        <a:pt x="43" y="84"/>
                        <a:pt x="43" y="84"/>
                        <a:pt x="43" y="84"/>
                      </a:cubicBezTo>
                      <a:cubicBezTo>
                        <a:pt x="43" y="84"/>
                        <a:pt x="44" y="84"/>
                        <a:pt x="44" y="83"/>
                      </a:cubicBezTo>
                      <a:cubicBezTo>
                        <a:pt x="44" y="83"/>
                        <a:pt x="44" y="82"/>
                        <a:pt x="44" y="82"/>
                      </a:cubicBezTo>
                      <a:cubicBezTo>
                        <a:pt x="45" y="82"/>
                        <a:pt x="45" y="82"/>
                        <a:pt x="45" y="82"/>
                      </a:cubicBezTo>
                      <a:cubicBezTo>
                        <a:pt x="45" y="82"/>
                        <a:pt x="45" y="82"/>
                        <a:pt x="45" y="82"/>
                      </a:cubicBezTo>
                      <a:cubicBezTo>
                        <a:pt x="45" y="81"/>
                        <a:pt x="45" y="81"/>
                        <a:pt x="46" y="81"/>
                      </a:cubicBezTo>
                      <a:cubicBezTo>
                        <a:pt x="46" y="81"/>
                        <a:pt x="46" y="81"/>
                        <a:pt x="46" y="80"/>
                      </a:cubicBezTo>
                      <a:cubicBezTo>
                        <a:pt x="46" y="80"/>
                        <a:pt x="46" y="80"/>
                        <a:pt x="46" y="80"/>
                      </a:cubicBezTo>
                      <a:cubicBezTo>
                        <a:pt x="47" y="80"/>
                        <a:pt x="47" y="80"/>
                        <a:pt x="47" y="79"/>
                      </a:cubicBezTo>
                      <a:cubicBezTo>
                        <a:pt x="47" y="79"/>
                        <a:pt x="47" y="78"/>
                        <a:pt x="48" y="77"/>
                      </a:cubicBezTo>
                      <a:cubicBezTo>
                        <a:pt x="48" y="77"/>
                        <a:pt x="48" y="77"/>
                        <a:pt x="48" y="77"/>
                      </a:cubicBezTo>
                      <a:cubicBezTo>
                        <a:pt x="48" y="77"/>
                        <a:pt x="48" y="77"/>
                        <a:pt x="48" y="76"/>
                      </a:cubicBezTo>
                      <a:cubicBezTo>
                        <a:pt x="48" y="76"/>
                        <a:pt x="49" y="76"/>
                        <a:pt x="49" y="75"/>
                      </a:cubicBezTo>
                      <a:cubicBezTo>
                        <a:pt x="49" y="75"/>
                        <a:pt x="48" y="75"/>
                        <a:pt x="49" y="74"/>
                      </a:cubicBezTo>
                      <a:cubicBezTo>
                        <a:pt x="49" y="74"/>
                        <a:pt x="50" y="74"/>
                        <a:pt x="50" y="74"/>
                      </a:cubicBezTo>
                      <a:cubicBezTo>
                        <a:pt x="50" y="74"/>
                        <a:pt x="50" y="74"/>
                        <a:pt x="51" y="74"/>
                      </a:cubicBezTo>
                      <a:cubicBezTo>
                        <a:pt x="51" y="74"/>
                        <a:pt x="51" y="74"/>
                        <a:pt x="51" y="74"/>
                      </a:cubicBezTo>
                      <a:cubicBezTo>
                        <a:pt x="51" y="74"/>
                        <a:pt x="52" y="74"/>
                        <a:pt x="52" y="73"/>
                      </a:cubicBezTo>
                      <a:cubicBezTo>
                        <a:pt x="52" y="73"/>
                        <a:pt x="53" y="73"/>
                        <a:pt x="53" y="73"/>
                      </a:cubicBezTo>
                      <a:cubicBezTo>
                        <a:pt x="53" y="73"/>
                        <a:pt x="53" y="72"/>
                        <a:pt x="53" y="72"/>
                      </a:cubicBezTo>
                      <a:cubicBezTo>
                        <a:pt x="52" y="71"/>
                        <a:pt x="52" y="71"/>
                        <a:pt x="51" y="70"/>
                      </a:cubicBezTo>
                      <a:cubicBezTo>
                        <a:pt x="51" y="69"/>
                        <a:pt x="50" y="68"/>
                        <a:pt x="51" y="67"/>
                      </a:cubicBezTo>
                      <a:cubicBezTo>
                        <a:pt x="51" y="67"/>
                        <a:pt x="52" y="66"/>
                        <a:pt x="52" y="66"/>
                      </a:cubicBezTo>
                      <a:cubicBezTo>
                        <a:pt x="52" y="66"/>
                        <a:pt x="52" y="65"/>
                        <a:pt x="52" y="65"/>
                      </a:cubicBezTo>
                      <a:cubicBezTo>
                        <a:pt x="51" y="64"/>
                        <a:pt x="51" y="63"/>
                        <a:pt x="51" y="61"/>
                      </a:cubicBezTo>
                      <a:cubicBezTo>
                        <a:pt x="51" y="61"/>
                        <a:pt x="51" y="61"/>
                        <a:pt x="51" y="61"/>
                      </a:cubicBezTo>
                      <a:cubicBezTo>
                        <a:pt x="51" y="60"/>
                        <a:pt x="51" y="60"/>
                        <a:pt x="51" y="60"/>
                      </a:cubicBezTo>
                      <a:cubicBezTo>
                        <a:pt x="51" y="59"/>
                        <a:pt x="51" y="59"/>
                        <a:pt x="51" y="58"/>
                      </a:cubicBezTo>
                      <a:cubicBezTo>
                        <a:pt x="52" y="58"/>
                        <a:pt x="52" y="58"/>
                        <a:pt x="52" y="58"/>
                      </a:cubicBezTo>
                      <a:cubicBezTo>
                        <a:pt x="52" y="58"/>
                        <a:pt x="52" y="58"/>
                        <a:pt x="52" y="58"/>
                      </a:cubicBezTo>
                      <a:cubicBezTo>
                        <a:pt x="52" y="57"/>
                        <a:pt x="51" y="56"/>
                        <a:pt x="51" y="56"/>
                      </a:cubicBezTo>
                      <a:cubicBezTo>
                        <a:pt x="51" y="55"/>
                        <a:pt x="51" y="54"/>
                        <a:pt x="51" y="54"/>
                      </a:cubicBezTo>
                      <a:cubicBezTo>
                        <a:pt x="51" y="54"/>
                        <a:pt x="52" y="54"/>
                        <a:pt x="52" y="54"/>
                      </a:cubicBezTo>
                      <a:cubicBezTo>
                        <a:pt x="52" y="54"/>
                        <a:pt x="52" y="53"/>
                        <a:pt x="52" y="53"/>
                      </a:cubicBezTo>
                      <a:cubicBezTo>
                        <a:pt x="52" y="53"/>
                        <a:pt x="52" y="53"/>
                        <a:pt x="52" y="53"/>
                      </a:cubicBezTo>
                      <a:cubicBezTo>
                        <a:pt x="53" y="53"/>
                        <a:pt x="53" y="53"/>
                        <a:pt x="53" y="53"/>
                      </a:cubicBezTo>
                      <a:cubicBezTo>
                        <a:pt x="53" y="52"/>
                        <a:pt x="53" y="52"/>
                        <a:pt x="54" y="52"/>
                      </a:cubicBezTo>
                      <a:cubicBezTo>
                        <a:pt x="54" y="52"/>
                        <a:pt x="55" y="52"/>
                        <a:pt x="55" y="52"/>
                      </a:cubicBezTo>
                      <a:cubicBezTo>
                        <a:pt x="56" y="51"/>
                        <a:pt x="58" y="50"/>
                        <a:pt x="59" y="50"/>
                      </a:cubicBezTo>
                      <a:cubicBezTo>
                        <a:pt x="59" y="50"/>
                        <a:pt x="59" y="50"/>
                        <a:pt x="59" y="49"/>
                      </a:cubicBezTo>
                      <a:cubicBezTo>
                        <a:pt x="59" y="49"/>
                        <a:pt x="60" y="49"/>
                        <a:pt x="60" y="49"/>
                      </a:cubicBezTo>
                      <a:cubicBezTo>
                        <a:pt x="60" y="47"/>
                        <a:pt x="61" y="44"/>
                        <a:pt x="62" y="42"/>
                      </a:cubicBezTo>
                      <a:lnTo>
                        <a:pt x="60" y="40"/>
                      </a:lnTo>
                      <a:close/>
                      <a:moveTo>
                        <a:pt x="50" y="313"/>
                      </a:moveTo>
                      <a:cubicBezTo>
                        <a:pt x="50" y="313"/>
                        <a:pt x="49" y="313"/>
                        <a:pt x="49" y="313"/>
                      </a:cubicBezTo>
                      <a:cubicBezTo>
                        <a:pt x="48" y="313"/>
                        <a:pt x="48" y="313"/>
                        <a:pt x="48" y="314"/>
                      </a:cubicBezTo>
                      <a:cubicBezTo>
                        <a:pt x="47" y="314"/>
                        <a:pt x="47" y="314"/>
                        <a:pt x="46" y="314"/>
                      </a:cubicBezTo>
                      <a:cubicBezTo>
                        <a:pt x="46" y="314"/>
                        <a:pt x="46" y="313"/>
                        <a:pt x="45" y="312"/>
                      </a:cubicBezTo>
                      <a:cubicBezTo>
                        <a:pt x="45" y="312"/>
                        <a:pt x="45" y="312"/>
                        <a:pt x="45" y="311"/>
                      </a:cubicBezTo>
                      <a:cubicBezTo>
                        <a:pt x="44" y="311"/>
                        <a:pt x="44" y="311"/>
                        <a:pt x="44" y="312"/>
                      </a:cubicBezTo>
                      <a:cubicBezTo>
                        <a:pt x="43" y="312"/>
                        <a:pt x="44" y="313"/>
                        <a:pt x="44" y="313"/>
                      </a:cubicBezTo>
                      <a:cubicBezTo>
                        <a:pt x="43" y="313"/>
                        <a:pt x="43" y="314"/>
                        <a:pt x="43" y="315"/>
                      </a:cubicBezTo>
                      <a:cubicBezTo>
                        <a:pt x="42" y="315"/>
                        <a:pt x="42" y="315"/>
                        <a:pt x="42" y="315"/>
                      </a:cubicBezTo>
                      <a:cubicBezTo>
                        <a:pt x="41" y="316"/>
                        <a:pt x="41" y="316"/>
                        <a:pt x="41" y="316"/>
                      </a:cubicBezTo>
                      <a:cubicBezTo>
                        <a:pt x="40" y="315"/>
                        <a:pt x="40" y="315"/>
                        <a:pt x="40" y="315"/>
                      </a:cubicBezTo>
                      <a:cubicBezTo>
                        <a:pt x="40" y="315"/>
                        <a:pt x="40" y="314"/>
                        <a:pt x="40" y="314"/>
                      </a:cubicBezTo>
                      <a:cubicBezTo>
                        <a:pt x="40" y="314"/>
                        <a:pt x="40" y="314"/>
                        <a:pt x="39" y="314"/>
                      </a:cubicBezTo>
                      <a:cubicBezTo>
                        <a:pt x="39" y="314"/>
                        <a:pt x="39" y="314"/>
                        <a:pt x="38" y="314"/>
                      </a:cubicBezTo>
                      <a:cubicBezTo>
                        <a:pt x="38" y="315"/>
                        <a:pt x="38" y="315"/>
                        <a:pt x="38" y="315"/>
                      </a:cubicBezTo>
                      <a:cubicBezTo>
                        <a:pt x="38" y="315"/>
                        <a:pt x="38" y="315"/>
                        <a:pt x="38" y="315"/>
                      </a:cubicBezTo>
                      <a:cubicBezTo>
                        <a:pt x="38" y="315"/>
                        <a:pt x="38" y="315"/>
                        <a:pt x="38" y="315"/>
                      </a:cubicBezTo>
                      <a:cubicBezTo>
                        <a:pt x="38" y="315"/>
                        <a:pt x="38" y="315"/>
                        <a:pt x="39" y="315"/>
                      </a:cubicBezTo>
                      <a:cubicBezTo>
                        <a:pt x="39" y="315"/>
                        <a:pt x="38" y="315"/>
                        <a:pt x="39" y="315"/>
                      </a:cubicBezTo>
                      <a:cubicBezTo>
                        <a:pt x="39" y="316"/>
                        <a:pt x="39" y="316"/>
                        <a:pt x="39" y="316"/>
                      </a:cubicBezTo>
                      <a:cubicBezTo>
                        <a:pt x="39" y="316"/>
                        <a:pt x="39" y="316"/>
                        <a:pt x="39" y="316"/>
                      </a:cubicBezTo>
                      <a:cubicBezTo>
                        <a:pt x="39" y="316"/>
                        <a:pt x="39" y="316"/>
                        <a:pt x="39" y="316"/>
                      </a:cubicBezTo>
                      <a:cubicBezTo>
                        <a:pt x="40" y="316"/>
                        <a:pt x="40" y="316"/>
                        <a:pt x="40" y="317"/>
                      </a:cubicBezTo>
                      <a:cubicBezTo>
                        <a:pt x="40" y="317"/>
                        <a:pt x="40" y="317"/>
                        <a:pt x="40" y="317"/>
                      </a:cubicBezTo>
                      <a:cubicBezTo>
                        <a:pt x="40" y="317"/>
                        <a:pt x="39" y="317"/>
                        <a:pt x="39" y="318"/>
                      </a:cubicBezTo>
                      <a:cubicBezTo>
                        <a:pt x="39" y="318"/>
                        <a:pt x="39" y="318"/>
                        <a:pt x="39" y="318"/>
                      </a:cubicBezTo>
                      <a:cubicBezTo>
                        <a:pt x="39" y="318"/>
                        <a:pt x="38" y="318"/>
                        <a:pt x="38" y="318"/>
                      </a:cubicBezTo>
                      <a:cubicBezTo>
                        <a:pt x="38" y="318"/>
                        <a:pt x="38" y="317"/>
                        <a:pt x="38" y="317"/>
                      </a:cubicBezTo>
                      <a:cubicBezTo>
                        <a:pt x="38" y="317"/>
                        <a:pt x="38" y="317"/>
                        <a:pt x="38" y="317"/>
                      </a:cubicBezTo>
                      <a:cubicBezTo>
                        <a:pt x="38" y="317"/>
                        <a:pt x="38" y="317"/>
                        <a:pt x="38" y="317"/>
                      </a:cubicBezTo>
                      <a:cubicBezTo>
                        <a:pt x="38" y="318"/>
                        <a:pt x="38" y="319"/>
                        <a:pt x="38" y="319"/>
                      </a:cubicBezTo>
                      <a:cubicBezTo>
                        <a:pt x="38" y="319"/>
                        <a:pt x="38" y="320"/>
                        <a:pt x="38" y="320"/>
                      </a:cubicBezTo>
                      <a:cubicBezTo>
                        <a:pt x="37" y="320"/>
                        <a:pt x="38" y="320"/>
                        <a:pt x="38" y="320"/>
                      </a:cubicBezTo>
                      <a:cubicBezTo>
                        <a:pt x="38" y="321"/>
                        <a:pt x="38" y="321"/>
                        <a:pt x="38" y="321"/>
                      </a:cubicBezTo>
                      <a:cubicBezTo>
                        <a:pt x="37" y="322"/>
                        <a:pt x="38" y="322"/>
                        <a:pt x="38" y="322"/>
                      </a:cubicBezTo>
                      <a:cubicBezTo>
                        <a:pt x="38" y="322"/>
                        <a:pt x="38" y="322"/>
                        <a:pt x="38" y="322"/>
                      </a:cubicBezTo>
                      <a:cubicBezTo>
                        <a:pt x="39" y="322"/>
                        <a:pt x="39" y="323"/>
                        <a:pt x="39" y="323"/>
                      </a:cubicBezTo>
                      <a:cubicBezTo>
                        <a:pt x="39" y="323"/>
                        <a:pt x="39" y="323"/>
                        <a:pt x="39" y="323"/>
                      </a:cubicBezTo>
                      <a:cubicBezTo>
                        <a:pt x="39" y="323"/>
                        <a:pt x="40" y="323"/>
                        <a:pt x="40" y="323"/>
                      </a:cubicBezTo>
                      <a:cubicBezTo>
                        <a:pt x="41" y="322"/>
                        <a:pt x="42" y="322"/>
                        <a:pt x="43" y="322"/>
                      </a:cubicBezTo>
                      <a:cubicBezTo>
                        <a:pt x="44" y="322"/>
                        <a:pt x="45" y="322"/>
                        <a:pt x="45" y="322"/>
                      </a:cubicBezTo>
                      <a:cubicBezTo>
                        <a:pt x="45" y="322"/>
                        <a:pt x="45" y="322"/>
                        <a:pt x="45" y="322"/>
                      </a:cubicBezTo>
                      <a:cubicBezTo>
                        <a:pt x="45" y="322"/>
                        <a:pt x="45" y="322"/>
                        <a:pt x="45" y="323"/>
                      </a:cubicBezTo>
                      <a:cubicBezTo>
                        <a:pt x="45" y="323"/>
                        <a:pt x="45" y="324"/>
                        <a:pt x="44" y="324"/>
                      </a:cubicBezTo>
                      <a:cubicBezTo>
                        <a:pt x="43" y="325"/>
                        <a:pt x="43" y="325"/>
                        <a:pt x="42" y="325"/>
                      </a:cubicBezTo>
                      <a:cubicBezTo>
                        <a:pt x="42" y="325"/>
                        <a:pt x="41" y="325"/>
                        <a:pt x="41" y="325"/>
                      </a:cubicBezTo>
                      <a:cubicBezTo>
                        <a:pt x="41" y="326"/>
                        <a:pt x="41" y="326"/>
                        <a:pt x="41" y="326"/>
                      </a:cubicBezTo>
                      <a:cubicBezTo>
                        <a:pt x="41" y="326"/>
                        <a:pt x="40" y="326"/>
                        <a:pt x="40" y="326"/>
                      </a:cubicBezTo>
                      <a:cubicBezTo>
                        <a:pt x="39" y="326"/>
                        <a:pt x="39" y="327"/>
                        <a:pt x="39" y="327"/>
                      </a:cubicBezTo>
                      <a:cubicBezTo>
                        <a:pt x="40" y="328"/>
                        <a:pt x="40" y="329"/>
                        <a:pt x="40" y="330"/>
                      </a:cubicBezTo>
                      <a:cubicBezTo>
                        <a:pt x="41" y="332"/>
                        <a:pt x="43" y="332"/>
                        <a:pt x="44" y="332"/>
                      </a:cubicBezTo>
                      <a:cubicBezTo>
                        <a:pt x="46" y="333"/>
                        <a:pt x="47" y="334"/>
                        <a:pt x="48" y="335"/>
                      </a:cubicBezTo>
                      <a:cubicBezTo>
                        <a:pt x="47" y="335"/>
                        <a:pt x="47" y="335"/>
                        <a:pt x="46" y="336"/>
                      </a:cubicBezTo>
                      <a:cubicBezTo>
                        <a:pt x="46" y="336"/>
                        <a:pt x="46" y="337"/>
                        <a:pt x="45" y="337"/>
                      </a:cubicBezTo>
                      <a:cubicBezTo>
                        <a:pt x="45" y="337"/>
                        <a:pt x="45" y="337"/>
                        <a:pt x="45" y="337"/>
                      </a:cubicBezTo>
                      <a:cubicBezTo>
                        <a:pt x="45" y="337"/>
                        <a:pt x="45" y="337"/>
                        <a:pt x="45" y="337"/>
                      </a:cubicBezTo>
                      <a:cubicBezTo>
                        <a:pt x="45" y="337"/>
                        <a:pt x="45" y="336"/>
                        <a:pt x="45" y="336"/>
                      </a:cubicBezTo>
                      <a:cubicBezTo>
                        <a:pt x="46" y="336"/>
                        <a:pt x="46" y="336"/>
                        <a:pt x="46" y="335"/>
                      </a:cubicBezTo>
                      <a:cubicBezTo>
                        <a:pt x="46" y="335"/>
                        <a:pt x="46" y="334"/>
                        <a:pt x="46" y="334"/>
                      </a:cubicBezTo>
                      <a:cubicBezTo>
                        <a:pt x="45" y="334"/>
                        <a:pt x="45" y="334"/>
                        <a:pt x="45" y="334"/>
                      </a:cubicBezTo>
                      <a:cubicBezTo>
                        <a:pt x="45" y="334"/>
                        <a:pt x="45" y="334"/>
                        <a:pt x="45" y="334"/>
                      </a:cubicBezTo>
                      <a:cubicBezTo>
                        <a:pt x="45" y="334"/>
                        <a:pt x="44" y="334"/>
                        <a:pt x="44" y="334"/>
                      </a:cubicBezTo>
                      <a:cubicBezTo>
                        <a:pt x="44" y="334"/>
                        <a:pt x="44" y="335"/>
                        <a:pt x="43" y="335"/>
                      </a:cubicBezTo>
                      <a:cubicBezTo>
                        <a:pt x="43" y="335"/>
                        <a:pt x="43" y="334"/>
                        <a:pt x="43" y="334"/>
                      </a:cubicBezTo>
                      <a:cubicBezTo>
                        <a:pt x="43" y="334"/>
                        <a:pt x="43" y="334"/>
                        <a:pt x="43" y="333"/>
                      </a:cubicBezTo>
                      <a:cubicBezTo>
                        <a:pt x="43" y="333"/>
                        <a:pt x="42" y="333"/>
                        <a:pt x="42" y="333"/>
                      </a:cubicBezTo>
                      <a:cubicBezTo>
                        <a:pt x="42" y="333"/>
                        <a:pt x="42" y="333"/>
                        <a:pt x="42" y="333"/>
                      </a:cubicBezTo>
                      <a:cubicBezTo>
                        <a:pt x="42" y="333"/>
                        <a:pt x="42" y="333"/>
                        <a:pt x="42" y="333"/>
                      </a:cubicBezTo>
                      <a:cubicBezTo>
                        <a:pt x="42" y="334"/>
                        <a:pt x="43" y="334"/>
                        <a:pt x="43" y="335"/>
                      </a:cubicBezTo>
                      <a:cubicBezTo>
                        <a:pt x="42" y="335"/>
                        <a:pt x="42" y="335"/>
                        <a:pt x="42" y="335"/>
                      </a:cubicBezTo>
                      <a:cubicBezTo>
                        <a:pt x="42" y="335"/>
                        <a:pt x="42" y="335"/>
                        <a:pt x="41" y="334"/>
                      </a:cubicBezTo>
                      <a:cubicBezTo>
                        <a:pt x="41" y="334"/>
                        <a:pt x="41" y="333"/>
                        <a:pt x="41" y="333"/>
                      </a:cubicBezTo>
                      <a:cubicBezTo>
                        <a:pt x="41" y="333"/>
                        <a:pt x="41" y="333"/>
                        <a:pt x="40" y="333"/>
                      </a:cubicBezTo>
                      <a:cubicBezTo>
                        <a:pt x="40" y="332"/>
                        <a:pt x="40" y="332"/>
                        <a:pt x="40" y="333"/>
                      </a:cubicBezTo>
                      <a:cubicBezTo>
                        <a:pt x="39" y="333"/>
                        <a:pt x="39" y="333"/>
                        <a:pt x="40" y="333"/>
                      </a:cubicBezTo>
                      <a:cubicBezTo>
                        <a:pt x="40" y="334"/>
                        <a:pt x="40" y="334"/>
                        <a:pt x="40" y="334"/>
                      </a:cubicBezTo>
                      <a:cubicBezTo>
                        <a:pt x="40" y="334"/>
                        <a:pt x="40" y="334"/>
                        <a:pt x="40" y="335"/>
                      </a:cubicBezTo>
                      <a:cubicBezTo>
                        <a:pt x="39" y="334"/>
                        <a:pt x="39" y="333"/>
                        <a:pt x="38" y="333"/>
                      </a:cubicBezTo>
                      <a:cubicBezTo>
                        <a:pt x="38" y="333"/>
                        <a:pt x="37" y="333"/>
                        <a:pt x="36" y="332"/>
                      </a:cubicBezTo>
                      <a:cubicBezTo>
                        <a:pt x="37" y="332"/>
                        <a:pt x="37" y="332"/>
                        <a:pt x="37" y="332"/>
                      </a:cubicBezTo>
                      <a:cubicBezTo>
                        <a:pt x="38" y="332"/>
                        <a:pt x="38" y="333"/>
                        <a:pt x="38" y="333"/>
                      </a:cubicBezTo>
                      <a:cubicBezTo>
                        <a:pt x="38" y="333"/>
                        <a:pt x="39" y="333"/>
                        <a:pt x="39" y="333"/>
                      </a:cubicBezTo>
                      <a:cubicBezTo>
                        <a:pt x="39" y="332"/>
                        <a:pt x="39" y="332"/>
                        <a:pt x="39" y="332"/>
                      </a:cubicBezTo>
                      <a:cubicBezTo>
                        <a:pt x="39" y="332"/>
                        <a:pt x="38" y="332"/>
                        <a:pt x="38" y="331"/>
                      </a:cubicBezTo>
                      <a:cubicBezTo>
                        <a:pt x="38" y="331"/>
                        <a:pt x="38" y="331"/>
                        <a:pt x="38" y="331"/>
                      </a:cubicBezTo>
                      <a:cubicBezTo>
                        <a:pt x="38" y="331"/>
                        <a:pt x="38" y="331"/>
                        <a:pt x="38" y="331"/>
                      </a:cubicBezTo>
                      <a:cubicBezTo>
                        <a:pt x="38" y="331"/>
                        <a:pt x="38" y="331"/>
                        <a:pt x="38" y="331"/>
                      </a:cubicBezTo>
                      <a:cubicBezTo>
                        <a:pt x="38" y="331"/>
                        <a:pt x="39" y="331"/>
                        <a:pt x="39" y="331"/>
                      </a:cubicBezTo>
                      <a:cubicBezTo>
                        <a:pt x="39" y="331"/>
                        <a:pt x="38" y="330"/>
                        <a:pt x="38" y="330"/>
                      </a:cubicBezTo>
                      <a:cubicBezTo>
                        <a:pt x="38" y="330"/>
                        <a:pt x="38" y="330"/>
                        <a:pt x="37" y="330"/>
                      </a:cubicBezTo>
                      <a:cubicBezTo>
                        <a:pt x="37" y="330"/>
                        <a:pt x="37" y="330"/>
                        <a:pt x="37" y="330"/>
                      </a:cubicBezTo>
                      <a:cubicBezTo>
                        <a:pt x="37" y="330"/>
                        <a:pt x="37" y="330"/>
                        <a:pt x="37" y="330"/>
                      </a:cubicBezTo>
                      <a:cubicBezTo>
                        <a:pt x="36" y="330"/>
                        <a:pt x="36" y="329"/>
                        <a:pt x="36" y="329"/>
                      </a:cubicBezTo>
                      <a:cubicBezTo>
                        <a:pt x="36" y="329"/>
                        <a:pt x="36" y="329"/>
                        <a:pt x="36" y="329"/>
                      </a:cubicBezTo>
                      <a:cubicBezTo>
                        <a:pt x="36" y="329"/>
                        <a:pt x="36" y="329"/>
                        <a:pt x="37" y="329"/>
                      </a:cubicBezTo>
                      <a:cubicBezTo>
                        <a:pt x="37" y="329"/>
                        <a:pt x="37" y="329"/>
                        <a:pt x="37" y="329"/>
                      </a:cubicBezTo>
                      <a:cubicBezTo>
                        <a:pt x="37" y="329"/>
                        <a:pt x="37" y="330"/>
                        <a:pt x="38" y="330"/>
                      </a:cubicBezTo>
                      <a:cubicBezTo>
                        <a:pt x="38" y="330"/>
                        <a:pt x="38" y="330"/>
                        <a:pt x="38" y="330"/>
                      </a:cubicBezTo>
                      <a:cubicBezTo>
                        <a:pt x="38" y="330"/>
                        <a:pt x="38" y="330"/>
                        <a:pt x="38" y="329"/>
                      </a:cubicBezTo>
                      <a:cubicBezTo>
                        <a:pt x="38" y="329"/>
                        <a:pt x="38" y="328"/>
                        <a:pt x="38" y="328"/>
                      </a:cubicBezTo>
                      <a:cubicBezTo>
                        <a:pt x="38" y="328"/>
                        <a:pt x="38" y="327"/>
                        <a:pt x="38" y="327"/>
                      </a:cubicBezTo>
                      <a:cubicBezTo>
                        <a:pt x="38" y="327"/>
                        <a:pt x="38" y="327"/>
                        <a:pt x="37" y="327"/>
                      </a:cubicBezTo>
                      <a:cubicBezTo>
                        <a:pt x="37" y="327"/>
                        <a:pt x="37" y="326"/>
                        <a:pt x="37" y="326"/>
                      </a:cubicBezTo>
                      <a:cubicBezTo>
                        <a:pt x="37" y="326"/>
                        <a:pt x="37" y="325"/>
                        <a:pt x="37" y="325"/>
                      </a:cubicBezTo>
                      <a:cubicBezTo>
                        <a:pt x="37" y="325"/>
                        <a:pt x="37" y="325"/>
                        <a:pt x="37" y="324"/>
                      </a:cubicBezTo>
                      <a:cubicBezTo>
                        <a:pt x="37" y="324"/>
                        <a:pt x="37" y="324"/>
                        <a:pt x="37" y="324"/>
                      </a:cubicBezTo>
                      <a:cubicBezTo>
                        <a:pt x="37" y="325"/>
                        <a:pt x="37" y="325"/>
                        <a:pt x="37" y="325"/>
                      </a:cubicBezTo>
                      <a:cubicBezTo>
                        <a:pt x="37" y="325"/>
                        <a:pt x="36" y="325"/>
                        <a:pt x="36" y="325"/>
                      </a:cubicBezTo>
                      <a:cubicBezTo>
                        <a:pt x="36" y="326"/>
                        <a:pt x="36" y="326"/>
                        <a:pt x="36" y="327"/>
                      </a:cubicBezTo>
                      <a:cubicBezTo>
                        <a:pt x="36" y="327"/>
                        <a:pt x="36" y="327"/>
                        <a:pt x="36" y="327"/>
                      </a:cubicBezTo>
                      <a:cubicBezTo>
                        <a:pt x="36" y="328"/>
                        <a:pt x="36" y="327"/>
                        <a:pt x="36" y="327"/>
                      </a:cubicBezTo>
                      <a:cubicBezTo>
                        <a:pt x="35" y="327"/>
                        <a:pt x="35" y="327"/>
                        <a:pt x="35" y="327"/>
                      </a:cubicBezTo>
                      <a:cubicBezTo>
                        <a:pt x="34" y="329"/>
                        <a:pt x="35" y="330"/>
                        <a:pt x="35" y="331"/>
                      </a:cubicBezTo>
                      <a:cubicBezTo>
                        <a:pt x="35" y="331"/>
                        <a:pt x="35" y="331"/>
                        <a:pt x="34" y="331"/>
                      </a:cubicBezTo>
                      <a:cubicBezTo>
                        <a:pt x="34" y="331"/>
                        <a:pt x="34" y="332"/>
                        <a:pt x="35" y="333"/>
                      </a:cubicBezTo>
                      <a:cubicBezTo>
                        <a:pt x="35" y="333"/>
                        <a:pt x="36" y="333"/>
                        <a:pt x="37" y="333"/>
                      </a:cubicBezTo>
                      <a:cubicBezTo>
                        <a:pt x="37" y="333"/>
                        <a:pt x="37" y="333"/>
                        <a:pt x="37" y="333"/>
                      </a:cubicBezTo>
                      <a:cubicBezTo>
                        <a:pt x="37" y="333"/>
                        <a:pt x="37" y="333"/>
                        <a:pt x="37" y="334"/>
                      </a:cubicBezTo>
                      <a:cubicBezTo>
                        <a:pt x="37" y="334"/>
                        <a:pt x="38" y="335"/>
                        <a:pt x="39" y="335"/>
                      </a:cubicBezTo>
                      <a:cubicBezTo>
                        <a:pt x="39" y="335"/>
                        <a:pt x="39" y="335"/>
                        <a:pt x="39" y="336"/>
                      </a:cubicBezTo>
                      <a:cubicBezTo>
                        <a:pt x="39" y="336"/>
                        <a:pt x="39" y="336"/>
                        <a:pt x="39" y="336"/>
                      </a:cubicBezTo>
                      <a:cubicBezTo>
                        <a:pt x="39" y="336"/>
                        <a:pt x="39" y="336"/>
                        <a:pt x="39" y="336"/>
                      </a:cubicBezTo>
                      <a:cubicBezTo>
                        <a:pt x="38" y="335"/>
                        <a:pt x="36" y="334"/>
                        <a:pt x="36" y="334"/>
                      </a:cubicBezTo>
                      <a:cubicBezTo>
                        <a:pt x="36" y="334"/>
                        <a:pt x="36" y="334"/>
                        <a:pt x="36" y="334"/>
                      </a:cubicBezTo>
                      <a:cubicBezTo>
                        <a:pt x="37" y="334"/>
                        <a:pt x="37" y="334"/>
                        <a:pt x="37" y="334"/>
                      </a:cubicBezTo>
                      <a:cubicBezTo>
                        <a:pt x="37" y="334"/>
                        <a:pt x="36" y="334"/>
                        <a:pt x="36" y="334"/>
                      </a:cubicBezTo>
                      <a:cubicBezTo>
                        <a:pt x="36" y="334"/>
                        <a:pt x="36" y="334"/>
                        <a:pt x="36" y="334"/>
                      </a:cubicBezTo>
                      <a:cubicBezTo>
                        <a:pt x="36" y="334"/>
                        <a:pt x="35" y="334"/>
                        <a:pt x="35" y="333"/>
                      </a:cubicBezTo>
                      <a:cubicBezTo>
                        <a:pt x="35" y="333"/>
                        <a:pt x="35" y="333"/>
                        <a:pt x="35" y="333"/>
                      </a:cubicBezTo>
                      <a:cubicBezTo>
                        <a:pt x="35" y="333"/>
                        <a:pt x="35" y="333"/>
                        <a:pt x="34" y="333"/>
                      </a:cubicBezTo>
                      <a:cubicBezTo>
                        <a:pt x="34" y="333"/>
                        <a:pt x="34" y="334"/>
                        <a:pt x="34" y="334"/>
                      </a:cubicBezTo>
                      <a:cubicBezTo>
                        <a:pt x="34" y="334"/>
                        <a:pt x="34" y="334"/>
                        <a:pt x="34" y="334"/>
                      </a:cubicBezTo>
                      <a:cubicBezTo>
                        <a:pt x="34" y="334"/>
                        <a:pt x="34" y="335"/>
                        <a:pt x="34" y="335"/>
                      </a:cubicBezTo>
                      <a:cubicBezTo>
                        <a:pt x="34" y="335"/>
                        <a:pt x="34" y="335"/>
                        <a:pt x="34" y="335"/>
                      </a:cubicBezTo>
                      <a:cubicBezTo>
                        <a:pt x="33" y="335"/>
                        <a:pt x="33" y="335"/>
                        <a:pt x="33" y="335"/>
                      </a:cubicBezTo>
                      <a:cubicBezTo>
                        <a:pt x="33" y="335"/>
                        <a:pt x="33" y="335"/>
                        <a:pt x="33" y="335"/>
                      </a:cubicBezTo>
                      <a:cubicBezTo>
                        <a:pt x="33" y="335"/>
                        <a:pt x="33" y="335"/>
                        <a:pt x="32" y="335"/>
                      </a:cubicBezTo>
                      <a:cubicBezTo>
                        <a:pt x="32" y="335"/>
                        <a:pt x="32" y="335"/>
                        <a:pt x="32" y="334"/>
                      </a:cubicBezTo>
                      <a:cubicBezTo>
                        <a:pt x="32" y="334"/>
                        <a:pt x="32" y="334"/>
                        <a:pt x="32" y="334"/>
                      </a:cubicBezTo>
                      <a:cubicBezTo>
                        <a:pt x="32" y="334"/>
                        <a:pt x="31" y="334"/>
                        <a:pt x="31" y="334"/>
                      </a:cubicBezTo>
                      <a:cubicBezTo>
                        <a:pt x="31" y="334"/>
                        <a:pt x="31" y="334"/>
                        <a:pt x="31" y="334"/>
                      </a:cubicBezTo>
                      <a:cubicBezTo>
                        <a:pt x="31" y="334"/>
                        <a:pt x="31" y="334"/>
                        <a:pt x="30" y="334"/>
                      </a:cubicBezTo>
                      <a:cubicBezTo>
                        <a:pt x="30" y="334"/>
                        <a:pt x="30" y="334"/>
                        <a:pt x="30" y="334"/>
                      </a:cubicBezTo>
                      <a:cubicBezTo>
                        <a:pt x="30" y="334"/>
                        <a:pt x="30" y="334"/>
                        <a:pt x="30" y="334"/>
                      </a:cubicBezTo>
                      <a:cubicBezTo>
                        <a:pt x="29" y="334"/>
                        <a:pt x="29" y="334"/>
                        <a:pt x="29" y="334"/>
                      </a:cubicBezTo>
                      <a:cubicBezTo>
                        <a:pt x="29" y="335"/>
                        <a:pt x="29" y="335"/>
                        <a:pt x="29" y="334"/>
                      </a:cubicBezTo>
                      <a:cubicBezTo>
                        <a:pt x="28" y="334"/>
                        <a:pt x="28" y="334"/>
                        <a:pt x="28" y="334"/>
                      </a:cubicBezTo>
                      <a:cubicBezTo>
                        <a:pt x="28" y="334"/>
                        <a:pt x="28" y="334"/>
                        <a:pt x="28" y="334"/>
                      </a:cubicBezTo>
                      <a:cubicBezTo>
                        <a:pt x="28" y="334"/>
                        <a:pt x="28" y="334"/>
                        <a:pt x="28" y="334"/>
                      </a:cubicBezTo>
                      <a:cubicBezTo>
                        <a:pt x="28" y="335"/>
                        <a:pt x="28" y="335"/>
                        <a:pt x="29" y="335"/>
                      </a:cubicBezTo>
                      <a:cubicBezTo>
                        <a:pt x="29" y="335"/>
                        <a:pt x="29" y="335"/>
                        <a:pt x="29" y="335"/>
                      </a:cubicBezTo>
                      <a:cubicBezTo>
                        <a:pt x="29" y="335"/>
                        <a:pt x="29" y="336"/>
                        <a:pt x="28" y="336"/>
                      </a:cubicBezTo>
                      <a:cubicBezTo>
                        <a:pt x="28" y="336"/>
                        <a:pt x="28" y="336"/>
                        <a:pt x="28" y="336"/>
                      </a:cubicBezTo>
                      <a:cubicBezTo>
                        <a:pt x="28" y="336"/>
                        <a:pt x="28" y="336"/>
                        <a:pt x="28" y="336"/>
                      </a:cubicBezTo>
                      <a:cubicBezTo>
                        <a:pt x="28" y="335"/>
                        <a:pt x="27" y="335"/>
                        <a:pt x="27" y="335"/>
                      </a:cubicBezTo>
                      <a:cubicBezTo>
                        <a:pt x="27" y="335"/>
                        <a:pt x="26" y="335"/>
                        <a:pt x="26" y="335"/>
                      </a:cubicBezTo>
                      <a:cubicBezTo>
                        <a:pt x="26" y="335"/>
                        <a:pt x="26" y="335"/>
                        <a:pt x="26" y="336"/>
                      </a:cubicBezTo>
                      <a:cubicBezTo>
                        <a:pt x="26" y="336"/>
                        <a:pt x="27" y="336"/>
                        <a:pt x="27" y="336"/>
                      </a:cubicBezTo>
                      <a:cubicBezTo>
                        <a:pt x="27" y="336"/>
                        <a:pt x="27" y="336"/>
                        <a:pt x="27" y="336"/>
                      </a:cubicBezTo>
                      <a:cubicBezTo>
                        <a:pt x="27" y="336"/>
                        <a:pt x="27" y="336"/>
                        <a:pt x="27" y="336"/>
                      </a:cubicBezTo>
                      <a:cubicBezTo>
                        <a:pt x="27" y="336"/>
                        <a:pt x="27" y="337"/>
                        <a:pt x="27" y="337"/>
                      </a:cubicBezTo>
                      <a:cubicBezTo>
                        <a:pt x="27" y="337"/>
                        <a:pt x="27" y="337"/>
                        <a:pt x="27" y="337"/>
                      </a:cubicBezTo>
                      <a:cubicBezTo>
                        <a:pt x="27" y="337"/>
                        <a:pt x="27" y="337"/>
                        <a:pt x="28" y="337"/>
                      </a:cubicBezTo>
                      <a:cubicBezTo>
                        <a:pt x="28" y="337"/>
                        <a:pt x="28" y="336"/>
                        <a:pt x="29" y="336"/>
                      </a:cubicBezTo>
                      <a:cubicBezTo>
                        <a:pt x="29" y="336"/>
                        <a:pt x="29" y="337"/>
                        <a:pt x="29" y="337"/>
                      </a:cubicBezTo>
                      <a:cubicBezTo>
                        <a:pt x="29" y="337"/>
                        <a:pt x="29" y="337"/>
                        <a:pt x="29" y="337"/>
                      </a:cubicBezTo>
                      <a:cubicBezTo>
                        <a:pt x="29" y="337"/>
                        <a:pt x="30" y="337"/>
                        <a:pt x="30" y="337"/>
                      </a:cubicBezTo>
                      <a:cubicBezTo>
                        <a:pt x="30" y="337"/>
                        <a:pt x="30" y="337"/>
                        <a:pt x="30" y="337"/>
                      </a:cubicBezTo>
                      <a:cubicBezTo>
                        <a:pt x="30" y="337"/>
                        <a:pt x="30" y="337"/>
                        <a:pt x="30" y="337"/>
                      </a:cubicBezTo>
                      <a:cubicBezTo>
                        <a:pt x="30" y="337"/>
                        <a:pt x="30" y="337"/>
                        <a:pt x="30" y="337"/>
                      </a:cubicBezTo>
                      <a:cubicBezTo>
                        <a:pt x="30" y="338"/>
                        <a:pt x="31" y="337"/>
                        <a:pt x="31" y="337"/>
                      </a:cubicBezTo>
                      <a:cubicBezTo>
                        <a:pt x="31" y="337"/>
                        <a:pt x="31" y="336"/>
                        <a:pt x="31" y="336"/>
                      </a:cubicBezTo>
                      <a:cubicBezTo>
                        <a:pt x="31" y="336"/>
                        <a:pt x="32" y="336"/>
                        <a:pt x="32" y="336"/>
                      </a:cubicBezTo>
                      <a:cubicBezTo>
                        <a:pt x="32" y="336"/>
                        <a:pt x="32" y="336"/>
                        <a:pt x="32" y="336"/>
                      </a:cubicBezTo>
                      <a:cubicBezTo>
                        <a:pt x="32" y="337"/>
                        <a:pt x="32" y="337"/>
                        <a:pt x="32" y="337"/>
                      </a:cubicBezTo>
                      <a:cubicBezTo>
                        <a:pt x="32" y="337"/>
                        <a:pt x="32" y="337"/>
                        <a:pt x="32" y="337"/>
                      </a:cubicBezTo>
                      <a:cubicBezTo>
                        <a:pt x="32" y="337"/>
                        <a:pt x="32" y="337"/>
                        <a:pt x="32" y="337"/>
                      </a:cubicBezTo>
                      <a:cubicBezTo>
                        <a:pt x="32" y="337"/>
                        <a:pt x="32" y="337"/>
                        <a:pt x="32" y="337"/>
                      </a:cubicBezTo>
                      <a:cubicBezTo>
                        <a:pt x="33" y="337"/>
                        <a:pt x="33" y="337"/>
                        <a:pt x="34" y="337"/>
                      </a:cubicBezTo>
                      <a:cubicBezTo>
                        <a:pt x="34" y="337"/>
                        <a:pt x="33" y="338"/>
                        <a:pt x="33" y="338"/>
                      </a:cubicBezTo>
                      <a:cubicBezTo>
                        <a:pt x="33" y="338"/>
                        <a:pt x="33" y="338"/>
                        <a:pt x="33" y="338"/>
                      </a:cubicBezTo>
                      <a:cubicBezTo>
                        <a:pt x="33" y="338"/>
                        <a:pt x="34" y="338"/>
                        <a:pt x="34" y="338"/>
                      </a:cubicBezTo>
                      <a:cubicBezTo>
                        <a:pt x="34" y="338"/>
                        <a:pt x="34" y="338"/>
                        <a:pt x="34" y="338"/>
                      </a:cubicBezTo>
                      <a:cubicBezTo>
                        <a:pt x="34" y="338"/>
                        <a:pt x="34" y="338"/>
                        <a:pt x="34" y="338"/>
                      </a:cubicBezTo>
                      <a:cubicBezTo>
                        <a:pt x="34" y="338"/>
                        <a:pt x="35" y="338"/>
                        <a:pt x="34" y="338"/>
                      </a:cubicBezTo>
                      <a:cubicBezTo>
                        <a:pt x="34" y="338"/>
                        <a:pt x="34" y="338"/>
                        <a:pt x="34" y="338"/>
                      </a:cubicBezTo>
                      <a:cubicBezTo>
                        <a:pt x="34" y="338"/>
                        <a:pt x="34" y="338"/>
                        <a:pt x="35" y="338"/>
                      </a:cubicBezTo>
                      <a:cubicBezTo>
                        <a:pt x="35" y="338"/>
                        <a:pt x="35" y="339"/>
                        <a:pt x="35" y="339"/>
                      </a:cubicBezTo>
                      <a:cubicBezTo>
                        <a:pt x="35" y="339"/>
                        <a:pt x="35" y="339"/>
                        <a:pt x="35" y="339"/>
                      </a:cubicBezTo>
                      <a:cubicBezTo>
                        <a:pt x="35" y="339"/>
                        <a:pt x="35" y="339"/>
                        <a:pt x="35" y="339"/>
                      </a:cubicBezTo>
                      <a:cubicBezTo>
                        <a:pt x="35" y="339"/>
                        <a:pt x="35" y="340"/>
                        <a:pt x="36" y="340"/>
                      </a:cubicBezTo>
                      <a:cubicBezTo>
                        <a:pt x="36" y="340"/>
                        <a:pt x="36" y="340"/>
                        <a:pt x="36" y="340"/>
                      </a:cubicBezTo>
                      <a:cubicBezTo>
                        <a:pt x="36" y="340"/>
                        <a:pt x="36" y="340"/>
                        <a:pt x="37" y="340"/>
                      </a:cubicBezTo>
                      <a:cubicBezTo>
                        <a:pt x="37" y="340"/>
                        <a:pt x="37" y="340"/>
                        <a:pt x="37" y="340"/>
                      </a:cubicBezTo>
                      <a:cubicBezTo>
                        <a:pt x="37" y="340"/>
                        <a:pt x="38" y="340"/>
                        <a:pt x="38" y="340"/>
                      </a:cubicBezTo>
                      <a:cubicBezTo>
                        <a:pt x="38" y="340"/>
                        <a:pt x="38" y="340"/>
                        <a:pt x="38" y="340"/>
                      </a:cubicBezTo>
                      <a:cubicBezTo>
                        <a:pt x="38" y="340"/>
                        <a:pt x="38" y="339"/>
                        <a:pt x="38" y="340"/>
                      </a:cubicBezTo>
                      <a:cubicBezTo>
                        <a:pt x="38" y="340"/>
                        <a:pt x="38" y="340"/>
                        <a:pt x="38" y="340"/>
                      </a:cubicBezTo>
                      <a:cubicBezTo>
                        <a:pt x="39" y="340"/>
                        <a:pt x="39" y="340"/>
                        <a:pt x="40" y="340"/>
                      </a:cubicBezTo>
                      <a:cubicBezTo>
                        <a:pt x="40" y="340"/>
                        <a:pt x="40" y="340"/>
                        <a:pt x="40" y="340"/>
                      </a:cubicBezTo>
                      <a:cubicBezTo>
                        <a:pt x="40" y="340"/>
                        <a:pt x="40" y="340"/>
                        <a:pt x="40" y="339"/>
                      </a:cubicBezTo>
                      <a:cubicBezTo>
                        <a:pt x="40" y="339"/>
                        <a:pt x="41" y="338"/>
                        <a:pt x="41" y="338"/>
                      </a:cubicBezTo>
                      <a:cubicBezTo>
                        <a:pt x="41" y="338"/>
                        <a:pt x="41" y="338"/>
                        <a:pt x="41" y="338"/>
                      </a:cubicBezTo>
                      <a:cubicBezTo>
                        <a:pt x="41" y="338"/>
                        <a:pt x="41" y="339"/>
                        <a:pt x="41" y="339"/>
                      </a:cubicBezTo>
                      <a:cubicBezTo>
                        <a:pt x="41" y="339"/>
                        <a:pt x="42" y="339"/>
                        <a:pt x="42" y="339"/>
                      </a:cubicBezTo>
                      <a:cubicBezTo>
                        <a:pt x="43" y="339"/>
                        <a:pt x="43" y="339"/>
                        <a:pt x="43" y="339"/>
                      </a:cubicBezTo>
                      <a:cubicBezTo>
                        <a:pt x="43" y="339"/>
                        <a:pt x="44" y="340"/>
                        <a:pt x="44" y="340"/>
                      </a:cubicBezTo>
                      <a:cubicBezTo>
                        <a:pt x="44" y="340"/>
                        <a:pt x="45" y="340"/>
                        <a:pt x="45" y="340"/>
                      </a:cubicBezTo>
                      <a:cubicBezTo>
                        <a:pt x="45" y="340"/>
                        <a:pt x="47" y="341"/>
                        <a:pt x="47" y="341"/>
                      </a:cubicBezTo>
                      <a:cubicBezTo>
                        <a:pt x="47" y="341"/>
                        <a:pt x="49" y="341"/>
                        <a:pt x="49" y="341"/>
                      </a:cubicBezTo>
                      <a:cubicBezTo>
                        <a:pt x="49" y="341"/>
                        <a:pt x="50" y="340"/>
                        <a:pt x="50" y="340"/>
                      </a:cubicBezTo>
                      <a:cubicBezTo>
                        <a:pt x="50" y="340"/>
                        <a:pt x="49" y="340"/>
                        <a:pt x="49" y="340"/>
                      </a:cubicBezTo>
                      <a:cubicBezTo>
                        <a:pt x="49" y="340"/>
                        <a:pt x="50" y="340"/>
                        <a:pt x="50" y="340"/>
                      </a:cubicBezTo>
                      <a:cubicBezTo>
                        <a:pt x="50" y="340"/>
                        <a:pt x="50" y="340"/>
                        <a:pt x="50" y="340"/>
                      </a:cubicBezTo>
                      <a:cubicBezTo>
                        <a:pt x="50" y="340"/>
                        <a:pt x="50" y="340"/>
                        <a:pt x="50" y="340"/>
                      </a:cubicBezTo>
                      <a:cubicBezTo>
                        <a:pt x="50" y="313"/>
                        <a:pt x="50" y="313"/>
                        <a:pt x="50" y="313"/>
                      </a:cubicBezTo>
                      <a:cubicBezTo>
                        <a:pt x="50" y="313"/>
                        <a:pt x="50" y="313"/>
                        <a:pt x="50" y="313"/>
                      </a:cubicBezTo>
                      <a:close/>
                      <a:moveTo>
                        <a:pt x="58" y="344"/>
                      </a:moveTo>
                      <a:cubicBezTo>
                        <a:pt x="58" y="344"/>
                        <a:pt x="58" y="344"/>
                        <a:pt x="58" y="344"/>
                      </a:cubicBezTo>
                      <a:cubicBezTo>
                        <a:pt x="59" y="344"/>
                        <a:pt x="59" y="344"/>
                        <a:pt x="59" y="344"/>
                      </a:cubicBezTo>
                      <a:cubicBezTo>
                        <a:pt x="59" y="344"/>
                        <a:pt x="59" y="345"/>
                        <a:pt x="59" y="345"/>
                      </a:cubicBezTo>
                      <a:cubicBezTo>
                        <a:pt x="59" y="345"/>
                        <a:pt x="59" y="345"/>
                        <a:pt x="58" y="345"/>
                      </a:cubicBezTo>
                      <a:cubicBezTo>
                        <a:pt x="58" y="345"/>
                        <a:pt x="58" y="345"/>
                        <a:pt x="58" y="345"/>
                      </a:cubicBezTo>
                      <a:cubicBezTo>
                        <a:pt x="59" y="345"/>
                        <a:pt x="59" y="345"/>
                        <a:pt x="59" y="345"/>
                      </a:cubicBezTo>
                      <a:cubicBezTo>
                        <a:pt x="59" y="345"/>
                        <a:pt x="59" y="345"/>
                        <a:pt x="59" y="345"/>
                      </a:cubicBezTo>
                      <a:cubicBezTo>
                        <a:pt x="59" y="345"/>
                        <a:pt x="59" y="345"/>
                        <a:pt x="59" y="345"/>
                      </a:cubicBezTo>
                      <a:cubicBezTo>
                        <a:pt x="59" y="345"/>
                        <a:pt x="60" y="345"/>
                        <a:pt x="60" y="345"/>
                      </a:cubicBezTo>
                      <a:cubicBezTo>
                        <a:pt x="60" y="345"/>
                        <a:pt x="60" y="345"/>
                        <a:pt x="60" y="345"/>
                      </a:cubicBezTo>
                      <a:cubicBezTo>
                        <a:pt x="61" y="345"/>
                        <a:pt x="61" y="345"/>
                        <a:pt x="61" y="345"/>
                      </a:cubicBezTo>
                      <a:cubicBezTo>
                        <a:pt x="61" y="344"/>
                        <a:pt x="61" y="344"/>
                        <a:pt x="61" y="344"/>
                      </a:cubicBezTo>
                      <a:cubicBezTo>
                        <a:pt x="61" y="344"/>
                        <a:pt x="61" y="344"/>
                        <a:pt x="62" y="343"/>
                      </a:cubicBezTo>
                      <a:cubicBezTo>
                        <a:pt x="62" y="342"/>
                        <a:pt x="61" y="341"/>
                        <a:pt x="60" y="341"/>
                      </a:cubicBezTo>
                      <a:cubicBezTo>
                        <a:pt x="59" y="341"/>
                        <a:pt x="58" y="341"/>
                        <a:pt x="57" y="341"/>
                      </a:cubicBezTo>
                      <a:cubicBezTo>
                        <a:pt x="57" y="341"/>
                        <a:pt x="57" y="341"/>
                        <a:pt x="56" y="341"/>
                      </a:cubicBezTo>
                      <a:cubicBezTo>
                        <a:pt x="56" y="340"/>
                        <a:pt x="56" y="340"/>
                        <a:pt x="56" y="340"/>
                      </a:cubicBezTo>
                      <a:cubicBezTo>
                        <a:pt x="56" y="340"/>
                        <a:pt x="55" y="340"/>
                        <a:pt x="55" y="340"/>
                      </a:cubicBezTo>
                      <a:cubicBezTo>
                        <a:pt x="55" y="340"/>
                        <a:pt x="54" y="340"/>
                        <a:pt x="54" y="340"/>
                      </a:cubicBezTo>
                      <a:cubicBezTo>
                        <a:pt x="54" y="340"/>
                        <a:pt x="54" y="340"/>
                        <a:pt x="53" y="340"/>
                      </a:cubicBezTo>
                      <a:cubicBezTo>
                        <a:pt x="53" y="340"/>
                        <a:pt x="53" y="341"/>
                        <a:pt x="53" y="341"/>
                      </a:cubicBezTo>
                      <a:cubicBezTo>
                        <a:pt x="53" y="341"/>
                        <a:pt x="53" y="341"/>
                        <a:pt x="53" y="341"/>
                      </a:cubicBezTo>
                      <a:cubicBezTo>
                        <a:pt x="53" y="341"/>
                        <a:pt x="53" y="341"/>
                        <a:pt x="53" y="342"/>
                      </a:cubicBezTo>
                      <a:cubicBezTo>
                        <a:pt x="54" y="342"/>
                        <a:pt x="54" y="342"/>
                        <a:pt x="54" y="342"/>
                      </a:cubicBezTo>
                      <a:cubicBezTo>
                        <a:pt x="54" y="343"/>
                        <a:pt x="54" y="343"/>
                        <a:pt x="54" y="343"/>
                      </a:cubicBezTo>
                      <a:cubicBezTo>
                        <a:pt x="54" y="343"/>
                        <a:pt x="54" y="344"/>
                        <a:pt x="54" y="344"/>
                      </a:cubicBezTo>
                      <a:cubicBezTo>
                        <a:pt x="54" y="344"/>
                        <a:pt x="54" y="344"/>
                        <a:pt x="54" y="344"/>
                      </a:cubicBezTo>
                      <a:cubicBezTo>
                        <a:pt x="55" y="344"/>
                        <a:pt x="55" y="345"/>
                        <a:pt x="55" y="344"/>
                      </a:cubicBezTo>
                      <a:cubicBezTo>
                        <a:pt x="55" y="344"/>
                        <a:pt x="55" y="344"/>
                        <a:pt x="55" y="344"/>
                      </a:cubicBezTo>
                      <a:cubicBezTo>
                        <a:pt x="55" y="344"/>
                        <a:pt x="55" y="344"/>
                        <a:pt x="55" y="344"/>
                      </a:cubicBezTo>
                      <a:cubicBezTo>
                        <a:pt x="55" y="344"/>
                        <a:pt x="55" y="344"/>
                        <a:pt x="56" y="344"/>
                      </a:cubicBezTo>
                      <a:cubicBezTo>
                        <a:pt x="56" y="344"/>
                        <a:pt x="56" y="344"/>
                        <a:pt x="56" y="344"/>
                      </a:cubicBezTo>
                      <a:cubicBezTo>
                        <a:pt x="56" y="344"/>
                        <a:pt x="56" y="344"/>
                        <a:pt x="56" y="344"/>
                      </a:cubicBezTo>
                      <a:cubicBezTo>
                        <a:pt x="57" y="344"/>
                        <a:pt x="57" y="344"/>
                        <a:pt x="57" y="345"/>
                      </a:cubicBezTo>
                      <a:cubicBezTo>
                        <a:pt x="57" y="345"/>
                        <a:pt x="57" y="345"/>
                        <a:pt x="58" y="345"/>
                      </a:cubicBezTo>
                      <a:cubicBezTo>
                        <a:pt x="58" y="344"/>
                        <a:pt x="58" y="344"/>
                        <a:pt x="58" y="344"/>
                      </a:cubicBezTo>
                      <a:close/>
                      <a:moveTo>
                        <a:pt x="62" y="345"/>
                      </a:moveTo>
                      <a:cubicBezTo>
                        <a:pt x="62" y="345"/>
                        <a:pt x="62" y="345"/>
                        <a:pt x="62" y="345"/>
                      </a:cubicBezTo>
                      <a:cubicBezTo>
                        <a:pt x="62" y="345"/>
                        <a:pt x="62" y="345"/>
                        <a:pt x="62" y="346"/>
                      </a:cubicBezTo>
                      <a:cubicBezTo>
                        <a:pt x="62" y="346"/>
                        <a:pt x="62" y="346"/>
                        <a:pt x="62" y="346"/>
                      </a:cubicBezTo>
                      <a:cubicBezTo>
                        <a:pt x="62" y="346"/>
                        <a:pt x="62" y="346"/>
                        <a:pt x="62" y="346"/>
                      </a:cubicBezTo>
                      <a:cubicBezTo>
                        <a:pt x="62" y="346"/>
                        <a:pt x="62" y="346"/>
                        <a:pt x="63" y="346"/>
                      </a:cubicBezTo>
                      <a:cubicBezTo>
                        <a:pt x="63" y="346"/>
                        <a:pt x="63" y="346"/>
                        <a:pt x="63" y="346"/>
                      </a:cubicBezTo>
                      <a:cubicBezTo>
                        <a:pt x="63" y="346"/>
                        <a:pt x="63" y="346"/>
                        <a:pt x="63" y="346"/>
                      </a:cubicBezTo>
                      <a:cubicBezTo>
                        <a:pt x="63" y="345"/>
                        <a:pt x="63" y="345"/>
                        <a:pt x="63" y="344"/>
                      </a:cubicBezTo>
                      <a:cubicBezTo>
                        <a:pt x="63" y="344"/>
                        <a:pt x="63" y="344"/>
                        <a:pt x="63" y="344"/>
                      </a:cubicBezTo>
                      <a:cubicBezTo>
                        <a:pt x="63" y="344"/>
                        <a:pt x="63" y="344"/>
                        <a:pt x="63" y="344"/>
                      </a:cubicBezTo>
                      <a:cubicBezTo>
                        <a:pt x="62" y="344"/>
                        <a:pt x="62" y="344"/>
                        <a:pt x="62" y="344"/>
                      </a:cubicBezTo>
                      <a:cubicBezTo>
                        <a:pt x="62" y="344"/>
                        <a:pt x="62" y="344"/>
                        <a:pt x="62" y="344"/>
                      </a:cubicBezTo>
                      <a:cubicBezTo>
                        <a:pt x="62" y="344"/>
                        <a:pt x="62" y="344"/>
                        <a:pt x="62" y="345"/>
                      </a:cubicBezTo>
                      <a:cubicBezTo>
                        <a:pt x="62" y="345"/>
                        <a:pt x="62" y="345"/>
                        <a:pt x="62" y="345"/>
                      </a:cubicBezTo>
                      <a:close/>
                      <a:moveTo>
                        <a:pt x="65" y="344"/>
                      </a:moveTo>
                      <a:cubicBezTo>
                        <a:pt x="65" y="344"/>
                        <a:pt x="64" y="344"/>
                        <a:pt x="64" y="344"/>
                      </a:cubicBezTo>
                      <a:cubicBezTo>
                        <a:pt x="64" y="344"/>
                        <a:pt x="64" y="345"/>
                        <a:pt x="64" y="345"/>
                      </a:cubicBezTo>
                      <a:cubicBezTo>
                        <a:pt x="64" y="345"/>
                        <a:pt x="64" y="345"/>
                        <a:pt x="64" y="345"/>
                      </a:cubicBezTo>
                      <a:cubicBezTo>
                        <a:pt x="64" y="345"/>
                        <a:pt x="64" y="345"/>
                        <a:pt x="64" y="345"/>
                      </a:cubicBezTo>
                      <a:cubicBezTo>
                        <a:pt x="65" y="345"/>
                        <a:pt x="65" y="345"/>
                        <a:pt x="65" y="345"/>
                      </a:cubicBezTo>
                      <a:cubicBezTo>
                        <a:pt x="65" y="345"/>
                        <a:pt x="65" y="345"/>
                        <a:pt x="65" y="345"/>
                      </a:cubicBezTo>
                      <a:cubicBezTo>
                        <a:pt x="65" y="345"/>
                        <a:pt x="65" y="345"/>
                        <a:pt x="65" y="345"/>
                      </a:cubicBezTo>
                      <a:cubicBezTo>
                        <a:pt x="65" y="344"/>
                        <a:pt x="66" y="344"/>
                        <a:pt x="66" y="344"/>
                      </a:cubicBezTo>
                      <a:cubicBezTo>
                        <a:pt x="66" y="344"/>
                        <a:pt x="66" y="344"/>
                        <a:pt x="66" y="344"/>
                      </a:cubicBezTo>
                      <a:cubicBezTo>
                        <a:pt x="66" y="344"/>
                        <a:pt x="65" y="344"/>
                        <a:pt x="65" y="344"/>
                      </a:cubicBezTo>
                      <a:cubicBezTo>
                        <a:pt x="65" y="344"/>
                        <a:pt x="65" y="344"/>
                        <a:pt x="65" y="344"/>
                      </a:cubicBezTo>
                      <a:cubicBezTo>
                        <a:pt x="65" y="344"/>
                        <a:pt x="65" y="344"/>
                        <a:pt x="65" y="344"/>
                      </a:cubicBezTo>
                      <a:cubicBezTo>
                        <a:pt x="65" y="344"/>
                        <a:pt x="65" y="344"/>
                        <a:pt x="65" y="344"/>
                      </a:cubicBezTo>
                      <a:close/>
                      <a:moveTo>
                        <a:pt x="42" y="343"/>
                      </a:moveTo>
                      <a:cubicBezTo>
                        <a:pt x="41" y="343"/>
                        <a:pt x="41" y="343"/>
                        <a:pt x="41" y="343"/>
                      </a:cubicBezTo>
                      <a:cubicBezTo>
                        <a:pt x="41" y="343"/>
                        <a:pt x="41" y="343"/>
                        <a:pt x="41" y="343"/>
                      </a:cubicBezTo>
                      <a:cubicBezTo>
                        <a:pt x="41" y="343"/>
                        <a:pt x="41" y="343"/>
                        <a:pt x="40" y="344"/>
                      </a:cubicBezTo>
                      <a:cubicBezTo>
                        <a:pt x="40" y="344"/>
                        <a:pt x="40" y="344"/>
                        <a:pt x="40" y="344"/>
                      </a:cubicBezTo>
                      <a:cubicBezTo>
                        <a:pt x="40" y="344"/>
                        <a:pt x="41" y="344"/>
                        <a:pt x="41" y="344"/>
                      </a:cubicBezTo>
                      <a:cubicBezTo>
                        <a:pt x="41" y="344"/>
                        <a:pt x="41" y="344"/>
                        <a:pt x="41" y="344"/>
                      </a:cubicBezTo>
                      <a:cubicBezTo>
                        <a:pt x="41" y="344"/>
                        <a:pt x="41" y="344"/>
                        <a:pt x="41" y="344"/>
                      </a:cubicBezTo>
                      <a:cubicBezTo>
                        <a:pt x="41" y="345"/>
                        <a:pt x="41" y="345"/>
                        <a:pt x="41" y="345"/>
                      </a:cubicBezTo>
                      <a:cubicBezTo>
                        <a:pt x="41" y="345"/>
                        <a:pt x="41" y="345"/>
                        <a:pt x="41" y="345"/>
                      </a:cubicBezTo>
                      <a:cubicBezTo>
                        <a:pt x="42" y="345"/>
                        <a:pt x="42" y="345"/>
                        <a:pt x="42" y="345"/>
                      </a:cubicBezTo>
                      <a:cubicBezTo>
                        <a:pt x="42" y="345"/>
                        <a:pt x="42" y="345"/>
                        <a:pt x="43" y="345"/>
                      </a:cubicBezTo>
                      <a:cubicBezTo>
                        <a:pt x="43" y="345"/>
                        <a:pt x="43" y="345"/>
                        <a:pt x="43" y="345"/>
                      </a:cubicBezTo>
                      <a:cubicBezTo>
                        <a:pt x="43" y="345"/>
                        <a:pt x="43" y="345"/>
                        <a:pt x="43" y="345"/>
                      </a:cubicBezTo>
                      <a:cubicBezTo>
                        <a:pt x="43" y="345"/>
                        <a:pt x="42" y="346"/>
                        <a:pt x="42" y="346"/>
                      </a:cubicBezTo>
                      <a:cubicBezTo>
                        <a:pt x="43" y="346"/>
                        <a:pt x="43" y="346"/>
                        <a:pt x="43" y="346"/>
                      </a:cubicBezTo>
                      <a:cubicBezTo>
                        <a:pt x="43" y="346"/>
                        <a:pt x="43" y="346"/>
                        <a:pt x="44" y="347"/>
                      </a:cubicBezTo>
                      <a:cubicBezTo>
                        <a:pt x="44" y="347"/>
                        <a:pt x="44" y="347"/>
                        <a:pt x="44" y="347"/>
                      </a:cubicBezTo>
                      <a:cubicBezTo>
                        <a:pt x="44" y="347"/>
                        <a:pt x="44" y="346"/>
                        <a:pt x="44" y="346"/>
                      </a:cubicBezTo>
                      <a:cubicBezTo>
                        <a:pt x="44" y="346"/>
                        <a:pt x="44" y="347"/>
                        <a:pt x="45" y="347"/>
                      </a:cubicBezTo>
                      <a:cubicBezTo>
                        <a:pt x="45" y="347"/>
                        <a:pt x="45" y="347"/>
                        <a:pt x="45" y="348"/>
                      </a:cubicBezTo>
                      <a:cubicBezTo>
                        <a:pt x="45" y="348"/>
                        <a:pt x="46" y="348"/>
                        <a:pt x="46" y="348"/>
                      </a:cubicBezTo>
                      <a:cubicBezTo>
                        <a:pt x="46" y="348"/>
                        <a:pt x="46" y="348"/>
                        <a:pt x="46" y="348"/>
                      </a:cubicBezTo>
                      <a:cubicBezTo>
                        <a:pt x="46" y="348"/>
                        <a:pt x="46" y="348"/>
                        <a:pt x="46" y="348"/>
                      </a:cubicBezTo>
                      <a:cubicBezTo>
                        <a:pt x="46" y="348"/>
                        <a:pt x="47" y="348"/>
                        <a:pt x="47" y="348"/>
                      </a:cubicBezTo>
                      <a:cubicBezTo>
                        <a:pt x="47" y="348"/>
                        <a:pt x="47" y="347"/>
                        <a:pt x="47" y="347"/>
                      </a:cubicBezTo>
                      <a:cubicBezTo>
                        <a:pt x="47" y="347"/>
                        <a:pt x="47" y="347"/>
                        <a:pt x="47" y="347"/>
                      </a:cubicBezTo>
                      <a:cubicBezTo>
                        <a:pt x="47" y="347"/>
                        <a:pt x="46" y="347"/>
                        <a:pt x="46" y="347"/>
                      </a:cubicBezTo>
                      <a:cubicBezTo>
                        <a:pt x="46" y="347"/>
                        <a:pt x="46" y="347"/>
                        <a:pt x="46" y="346"/>
                      </a:cubicBezTo>
                      <a:cubicBezTo>
                        <a:pt x="46" y="346"/>
                        <a:pt x="46" y="346"/>
                        <a:pt x="46" y="346"/>
                      </a:cubicBezTo>
                      <a:cubicBezTo>
                        <a:pt x="46" y="346"/>
                        <a:pt x="45" y="345"/>
                        <a:pt x="45" y="345"/>
                      </a:cubicBezTo>
                      <a:cubicBezTo>
                        <a:pt x="46" y="345"/>
                        <a:pt x="46" y="345"/>
                        <a:pt x="46" y="345"/>
                      </a:cubicBezTo>
                      <a:cubicBezTo>
                        <a:pt x="46" y="345"/>
                        <a:pt x="46" y="345"/>
                        <a:pt x="46" y="344"/>
                      </a:cubicBezTo>
                      <a:cubicBezTo>
                        <a:pt x="46" y="344"/>
                        <a:pt x="46" y="344"/>
                        <a:pt x="46" y="344"/>
                      </a:cubicBezTo>
                      <a:cubicBezTo>
                        <a:pt x="46" y="344"/>
                        <a:pt x="46" y="344"/>
                        <a:pt x="46" y="344"/>
                      </a:cubicBezTo>
                      <a:cubicBezTo>
                        <a:pt x="46" y="345"/>
                        <a:pt x="47" y="345"/>
                        <a:pt x="47" y="345"/>
                      </a:cubicBezTo>
                      <a:cubicBezTo>
                        <a:pt x="47" y="345"/>
                        <a:pt x="47" y="345"/>
                        <a:pt x="47" y="345"/>
                      </a:cubicBezTo>
                      <a:cubicBezTo>
                        <a:pt x="48" y="345"/>
                        <a:pt x="48" y="345"/>
                        <a:pt x="48" y="345"/>
                      </a:cubicBezTo>
                      <a:cubicBezTo>
                        <a:pt x="48" y="345"/>
                        <a:pt x="48" y="345"/>
                        <a:pt x="48" y="345"/>
                      </a:cubicBezTo>
                      <a:cubicBezTo>
                        <a:pt x="48" y="345"/>
                        <a:pt x="48" y="345"/>
                        <a:pt x="48" y="346"/>
                      </a:cubicBezTo>
                      <a:cubicBezTo>
                        <a:pt x="48" y="345"/>
                        <a:pt x="48" y="345"/>
                        <a:pt x="48" y="345"/>
                      </a:cubicBezTo>
                      <a:cubicBezTo>
                        <a:pt x="49" y="345"/>
                        <a:pt x="49" y="346"/>
                        <a:pt x="49" y="346"/>
                      </a:cubicBezTo>
                      <a:cubicBezTo>
                        <a:pt x="49" y="346"/>
                        <a:pt x="48" y="346"/>
                        <a:pt x="48" y="346"/>
                      </a:cubicBezTo>
                      <a:cubicBezTo>
                        <a:pt x="48" y="346"/>
                        <a:pt x="49" y="347"/>
                        <a:pt x="48" y="347"/>
                      </a:cubicBezTo>
                      <a:cubicBezTo>
                        <a:pt x="48" y="347"/>
                        <a:pt x="48" y="347"/>
                        <a:pt x="48" y="347"/>
                      </a:cubicBezTo>
                      <a:cubicBezTo>
                        <a:pt x="48" y="347"/>
                        <a:pt x="48" y="347"/>
                        <a:pt x="48" y="347"/>
                      </a:cubicBezTo>
                      <a:cubicBezTo>
                        <a:pt x="49" y="347"/>
                        <a:pt x="49" y="347"/>
                        <a:pt x="49" y="348"/>
                      </a:cubicBezTo>
                      <a:cubicBezTo>
                        <a:pt x="49" y="348"/>
                        <a:pt x="49" y="348"/>
                        <a:pt x="49" y="348"/>
                      </a:cubicBezTo>
                      <a:cubicBezTo>
                        <a:pt x="50" y="348"/>
                        <a:pt x="50" y="348"/>
                        <a:pt x="50" y="348"/>
                      </a:cubicBezTo>
                      <a:cubicBezTo>
                        <a:pt x="50" y="347"/>
                        <a:pt x="49" y="347"/>
                        <a:pt x="50" y="347"/>
                      </a:cubicBezTo>
                      <a:cubicBezTo>
                        <a:pt x="50" y="347"/>
                        <a:pt x="50" y="347"/>
                        <a:pt x="50" y="347"/>
                      </a:cubicBezTo>
                      <a:cubicBezTo>
                        <a:pt x="50" y="347"/>
                        <a:pt x="50" y="347"/>
                        <a:pt x="50" y="348"/>
                      </a:cubicBezTo>
                      <a:cubicBezTo>
                        <a:pt x="50" y="348"/>
                        <a:pt x="51" y="348"/>
                        <a:pt x="51" y="348"/>
                      </a:cubicBezTo>
                      <a:cubicBezTo>
                        <a:pt x="51" y="348"/>
                        <a:pt x="50" y="347"/>
                        <a:pt x="50" y="347"/>
                      </a:cubicBezTo>
                      <a:cubicBezTo>
                        <a:pt x="51" y="347"/>
                        <a:pt x="52" y="348"/>
                        <a:pt x="53" y="348"/>
                      </a:cubicBezTo>
                      <a:cubicBezTo>
                        <a:pt x="53" y="348"/>
                        <a:pt x="53" y="348"/>
                        <a:pt x="53" y="349"/>
                      </a:cubicBezTo>
                      <a:cubicBezTo>
                        <a:pt x="53" y="349"/>
                        <a:pt x="53" y="349"/>
                        <a:pt x="53" y="349"/>
                      </a:cubicBezTo>
                      <a:cubicBezTo>
                        <a:pt x="53" y="349"/>
                        <a:pt x="54" y="349"/>
                        <a:pt x="54" y="350"/>
                      </a:cubicBezTo>
                      <a:cubicBezTo>
                        <a:pt x="54" y="350"/>
                        <a:pt x="54" y="350"/>
                        <a:pt x="54" y="350"/>
                      </a:cubicBezTo>
                      <a:cubicBezTo>
                        <a:pt x="55" y="350"/>
                        <a:pt x="55" y="350"/>
                        <a:pt x="55" y="350"/>
                      </a:cubicBezTo>
                      <a:cubicBezTo>
                        <a:pt x="55" y="350"/>
                        <a:pt x="55" y="349"/>
                        <a:pt x="55" y="349"/>
                      </a:cubicBezTo>
                      <a:cubicBezTo>
                        <a:pt x="55" y="349"/>
                        <a:pt x="55" y="349"/>
                        <a:pt x="55" y="349"/>
                      </a:cubicBezTo>
                      <a:cubicBezTo>
                        <a:pt x="55" y="349"/>
                        <a:pt x="55" y="349"/>
                        <a:pt x="55" y="349"/>
                      </a:cubicBezTo>
                      <a:cubicBezTo>
                        <a:pt x="55" y="349"/>
                        <a:pt x="55" y="348"/>
                        <a:pt x="55" y="348"/>
                      </a:cubicBezTo>
                      <a:cubicBezTo>
                        <a:pt x="54" y="348"/>
                        <a:pt x="55" y="348"/>
                        <a:pt x="54" y="347"/>
                      </a:cubicBezTo>
                      <a:cubicBezTo>
                        <a:pt x="54" y="347"/>
                        <a:pt x="54" y="347"/>
                        <a:pt x="54" y="347"/>
                      </a:cubicBezTo>
                      <a:cubicBezTo>
                        <a:pt x="54" y="347"/>
                        <a:pt x="54" y="347"/>
                        <a:pt x="54" y="347"/>
                      </a:cubicBezTo>
                      <a:cubicBezTo>
                        <a:pt x="54" y="346"/>
                        <a:pt x="53" y="347"/>
                        <a:pt x="53" y="346"/>
                      </a:cubicBezTo>
                      <a:cubicBezTo>
                        <a:pt x="53" y="346"/>
                        <a:pt x="53" y="346"/>
                        <a:pt x="53" y="346"/>
                      </a:cubicBezTo>
                      <a:cubicBezTo>
                        <a:pt x="53" y="346"/>
                        <a:pt x="52" y="346"/>
                        <a:pt x="52" y="346"/>
                      </a:cubicBezTo>
                      <a:cubicBezTo>
                        <a:pt x="52" y="346"/>
                        <a:pt x="51" y="346"/>
                        <a:pt x="51" y="346"/>
                      </a:cubicBezTo>
                      <a:cubicBezTo>
                        <a:pt x="51" y="346"/>
                        <a:pt x="51" y="345"/>
                        <a:pt x="51" y="345"/>
                      </a:cubicBezTo>
                      <a:cubicBezTo>
                        <a:pt x="52" y="345"/>
                        <a:pt x="53" y="345"/>
                        <a:pt x="53" y="345"/>
                      </a:cubicBezTo>
                      <a:cubicBezTo>
                        <a:pt x="53" y="345"/>
                        <a:pt x="53" y="344"/>
                        <a:pt x="52" y="344"/>
                      </a:cubicBezTo>
                      <a:cubicBezTo>
                        <a:pt x="52" y="344"/>
                        <a:pt x="52" y="344"/>
                        <a:pt x="51" y="344"/>
                      </a:cubicBezTo>
                      <a:cubicBezTo>
                        <a:pt x="50" y="344"/>
                        <a:pt x="49" y="344"/>
                        <a:pt x="48" y="343"/>
                      </a:cubicBezTo>
                      <a:cubicBezTo>
                        <a:pt x="48" y="343"/>
                        <a:pt x="48" y="343"/>
                        <a:pt x="48" y="342"/>
                      </a:cubicBezTo>
                      <a:cubicBezTo>
                        <a:pt x="48" y="342"/>
                        <a:pt x="48" y="342"/>
                        <a:pt x="48" y="342"/>
                      </a:cubicBezTo>
                      <a:cubicBezTo>
                        <a:pt x="48" y="342"/>
                        <a:pt x="49" y="342"/>
                        <a:pt x="49" y="342"/>
                      </a:cubicBezTo>
                      <a:cubicBezTo>
                        <a:pt x="49" y="343"/>
                        <a:pt x="49" y="343"/>
                        <a:pt x="49" y="343"/>
                      </a:cubicBezTo>
                      <a:cubicBezTo>
                        <a:pt x="50" y="343"/>
                        <a:pt x="50" y="343"/>
                        <a:pt x="51" y="343"/>
                      </a:cubicBezTo>
                      <a:cubicBezTo>
                        <a:pt x="51" y="343"/>
                        <a:pt x="51" y="343"/>
                        <a:pt x="51" y="343"/>
                      </a:cubicBezTo>
                      <a:cubicBezTo>
                        <a:pt x="51" y="343"/>
                        <a:pt x="51" y="343"/>
                        <a:pt x="51" y="343"/>
                      </a:cubicBezTo>
                      <a:cubicBezTo>
                        <a:pt x="52" y="343"/>
                        <a:pt x="51" y="343"/>
                        <a:pt x="51" y="342"/>
                      </a:cubicBezTo>
                      <a:cubicBezTo>
                        <a:pt x="52" y="342"/>
                        <a:pt x="52" y="342"/>
                        <a:pt x="52" y="342"/>
                      </a:cubicBezTo>
                      <a:cubicBezTo>
                        <a:pt x="52" y="342"/>
                        <a:pt x="53" y="342"/>
                        <a:pt x="53" y="342"/>
                      </a:cubicBezTo>
                      <a:cubicBezTo>
                        <a:pt x="53" y="342"/>
                        <a:pt x="53" y="342"/>
                        <a:pt x="53" y="342"/>
                      </a:cubicBezTo>
                      <a:cubicBezTo>
                        <a:pt x="52" y="341"/>
                        <a:pt x="52" y="341"/>
                        <a:pt x="52" y="341"/>
                      </a:cubicBezTo>
                      <a:cubicBezTo>
                        <a:pt x="52" y="341"/>
                        <a:pt x="51" y="341"/>
                        <a:pt x="50" y="341"/>
                      </a:cubicBezTo>
                      <a:cubicBezTo>
                        <a:pt x="50" y="341"/>
                        <a:pt x="49" y="341"/>
                        <a:pt x="49" y="341"/>
                      </a:cubicBezTo>
                      <a:cubicBezTo>
                        <a:pt x="48" y="341"/>
                        <a:pt x="48" y="341"/>
                        <a:pt x="47" y="341"/>
                      </a:cubicBezTo>
                      <a:cubicBezTo>
                        <a:pt x="47" y="342"/>
                        <a:pt x="46" y="342"/>
                        <a:pt x="46" y="342"/>
                      </a:cubicBezTo>
                      <a:cubicBezTo>
                        <a:pt x="46" y="342"/>
                        <a:pt x="45" y="342"/>
                        <a:pt x="45" y="342"/>
                      </a:cubicBezTo>
                      <a:cubicBezTo>
                        <a:pt x="45" y="342"/>
                        <a:pt x="45" y="342"/>
                        <a:pt x="45" y="342"/>
                      </a:cubicBezTo>
                      <a:cubicBezTo>
                        <a:pt x="45" y="342"/>
                        <a:pt x="45" y="342"/>
                        <a:pt x="44" y="342"/>
                      </a:cubicBezTo>
                      <a:cubicBezTo>
                        <a:pt x="45" y="342"/>
                        <a:pt x="46" y="341"/>
                        <a:pt x="46" y="341"/>
                      </a:cubicBezTo>
                      <a:cubicBezTo>
                        <a:pt x="46" y="341"/>
                        <a:pt x="46" y="341"/>
                        <a:pt x="46" y="341"/>
                      </a:cubicBezTo>
                      <a:cubicBezTo>
                        <a:pt x="44" y="340"/>
                        <a:pt x="43" y="340"/>
                        <a:pt x="42" y="340"/>
                      </a:cubicBezTo>
                      <a:cubicBezTo>
                        <a:pt x="42" y="340"/>
                        <a:pt x="41" y="340"/>
                        <a:pt x="41" y="341"/>
                      </a:cubicBezTo>
                      <a:cubicBezTo>
                        <a:pt x="41" y="341"/>
                        <a:pt x="41" y="341"/>
                        <a:pt x="41" y="341"/>
                      </a:cubicBezTo>
                      <a:cubicBezTo>
                        <a:pt x="41" y="341"/>
                        <a:pt x="41" y="341"/>
                        <a:pt x="41" y="342"/>
                      </a:cubicBezTo>
                      <a:cubicBezTo>
                        <a:pt x="41" y="342"/>
                        <a:pt x="41" y="342"/>
                        <a:pt x="42" y="342"/>
                      </a:cubicBezTo>
                      <a:cubicBezTo>
                        <a:pt x="42" y="342"/>
                        <a:pt x="42" y="342"/>
                        <a:pt x="42" y="342"/>
                      </a:cubicBezTo>
                      <a:cubicBezTo>
                        <a:pt x="43" y="342"/>
                        <a:pt x="43" y="342"/>
                        <a:pt x="43" y="342"/>
                      </a:cubicBezTo>
                      <a:cubicBezTo>
                        <a:pt x="43" y="342"/>
                        <a:pt x="44" y="342"/>
                        <a:pt x="44" y="342"/>
                      </a:cubicBezTo>
                      <a:cubicBezTo>
                        <a:pt x="44" y="342"/>
                        <a:pt x="44" y="342"/>
                        <a:pt x="44" y="342"/>
                      </a:cubicBezTo>
                      <a:cubicBezTo>
                        <a:pt x="43" y="343"/>
                        <a:pt x="42" y="342"/>
                        <a:pt x="42" y="343"/>
                      </a:cubicBezTo>
                      <a:close/>
                      <a:moveTo>
                        <a:pt x="32" y="329"/>
                      </a:moveTo>
                      <a:cubicBezTo>
                        <a:pt x="31" y="329"/>
                        <a:pt x="31" y="329"/>
                        <a:pt x="31" y="329"/>
                      </a:cubicBezTo>
                      <a:cubicBezTo>
                        <a:pt x="31" y="329"/>
                        <a:pt x="31" y="329"/>
                        <a:pt x="31" y="329"/>
                      </a:cubicBezTo>
                      <a:cubicBezTo>
                        <a:pt x="31" y="329"/>
                        <a:pt x="31" y="329"/>
                        <a:pt x="31" y="329"/>
                      </a:cubicBezTo>
                      <a:cubicBezTo>
                        <a:pt x="31" y="329"/>
                        <a:pt x="31" y="329"/>
                        <a:pt x="31" y="329"/>
                      </a:cubicBezTo>
                      <a:cubicBezTo>
                        <a:pt x="31" y="329"/>
                        <a:pt x="31" y="329"/>
                        <a:pt x="31" y="329"/>
                      </a:cubicBezTo>
                      <a:cubicBezTo>
                        <a:pt x="30" y="329"/>
                        <a:pt x="30" y="329"/>
                        <a:pt x="30" y="329"/>
                      </a:cubicBezTo>
                      <a:cubicBezTo>
                        <a:pt x="30" y="329"/>
                        <a:pt x="30" y="329"/>
                        <a:pt x="29" y="329"/>
                      </a:cubicBezTo>
                      <a:cubicBezTo>
                        <a:pt x="29" y="329"/>
                        <a:pt x="29" y="329"/>
                        <a:pt x="29" y="329"/>
                      </a:cubicBezTo>
                      <a:cubicBezTo>
                        <a:pt x="29" y="329"/>
                        <a:pt x="29" y="329"/>
                        <a:pt x="29" y="329"/>
                      </a:cubicBezTo>
                      <a:cubicBezTo>
                        <a:pt x="29" y="329"/>
                        <a:pt x="29" y="330"/>
                        <a:pt x="29" y="330"/>
                      </a:cubicBezTo>
                      <a:cubicBezTo>
                        <a:pt x="29" y="330"/>
                        <a:pt x="29" y="330"/>
                        <a:pt x="29" y="330"/>
                      </a:cubicBezTo>
                      <a:cubicBezTo>
                        <a:pt x="29" y="330"/>
                        <a:pt x="29" y="330"/>
                        <a:pt x="29" y="330"/>
                      </a:cubicBezTo>
                      <a:cubicBezTo>
                        <a:pt x="29" y="330"/>
                        <a:pt x="29" y="330"/>
                        <a:pt x="29" y="329"/>
                      </a:cubicBezTo>
                      <a:cubicBezTo>
                        <a:pt x="29" y="329"/>
                        <a:pt x="29" y="329"/>
                        <a:pt x="29" y="329"/>
                      </a:cubicBezTo>
                      <a:cubicBezTo>
                        <a:pt x="29" y="329"/>
                        <a:pt x="29" y="329"/>
                        <a:pt x="29" y="329"/>
                      </a:cubicBezTo>
                      <a:cubicBezTo>
                        <a:pt x="29" y="329"/>
                        <a:pt x="29" y="328"/>
                        <a:pt x="29" y="328"/>
                      </a:cubicBezTo>
                      <a:cubicBezTo>
                        <a:pt x="29" y="328"/>
                        <a:pt x="29" y="328"/>
                        <a:pt x="28" y="328"/>
                      </a:cubicBezTo>
                      <a:cubicBezTo>
                        <a:pt x="28" y="328"/>
                        <a:pt x="28" y="328"/>
                        <a:pt x="28" y="328"/>
                      </a:cubicBezTo>
                      <a:cubicBezTo>
                        <a:pt x="28" y="328"/>
                        <a:pt x="28" y="328"/>
                        <a:pt x="28" y="328"/>
                      </a:cubicBezTo>
                      <a:cubicBezTo>
                        <a:pt x="28" y="328"/>
                        <a:pt x="28" y="328"/>
                        <a:pt x="28" y="329"/>
                      </a:cubicBezTo>
                      <a:cubicBezTo>
                        <a:pt x="28" y="329"/>
                        <a:pt x="28" y="329"/>
                        <a:pt x="28" y="329"/>
                      </a:cubicBezTo>
                      <a:cubicBezTo>
                        <a:pt x="28" y="328"/>
                        <a:pt x="28" y="328"/>
                        <a:pt x="28" y="328"/>
                      </a:cubicBezTo>
                      <a:cubicBezTo>
                        <a:pt x="28" y="328"/>
                        <a:pt x="28" y="328"/>
                        <a:pt x="28" y="328"/>
                      </a:cubicBezTo>
                      <a:cubicBezTo>
                        <a:pt x="27" y="328"/>
                        <a:pt x="27" y="328"/>
                        <a:pt x="27" y="328"/>
                      </a:cubicBezTo>
                      <a:cubicBezTo>
                        <a:pt x="27" y="328"/>
                        <a:pt x="27" y="328"/>
                        <a:pt x="27" y="328"/>
                      </a:cubicBezTo>
                      <a:cubicBezTo>
                        <a:pt x="26" y="328"/>
                        <a:pt x="26" y="328"/>
                        <a:pt x="26" y="328"/>
                      </a:cubicBezTo>
                      <a:cubicBezTo>
                        <a:pt x="26" y="328"/>
                        <a:pt x="26" y="329"/>
                        <a:pt x="26" y="328"/>
                      </a:cubicBezTo>
                      <a:cubicBezTo>
                        <a:pt x="26" y="328"/>
                        <a:pt x="26" y="328"/>
                        <a:pt x="26" y="328"/>
                      </a:cubicBezTo>
                      <a:cubicBezTo>
                        <a:pt x="26" y="328"/>
                        <a:pt x="26" y="328"/>
                        <a:pt x="26" y="328"/>
                      </a:cubicBezTo>
                      <a:cubicBezTo>
                        <a:pt x="26" y="328"/>
                        <a:pt x="26" y="328"/>
                        <a:pt x="26" y="328"/>
                      </a:cubicBezTo>
                      <a:cubicBezTo>
                        <a:pt x="26" y="328"/>
                        <a:pt x="26" y="327"/>
                        <a:pt x="26" y="327"/>
                      </a:cubicBezTo>
                      <a:cubicBezTo>
                        <a:pt x="26" y="327"/>
                        <a:pt x="26" y="327"/>
                        <a:pt x="26" y="327"/>
                      </a:cubicBezTo>
                      <a:cubicBezTo>
                        <a:pt x="25" y="328"/>
                        <a:pt x="25" y="328"/>
                        <a:pt x="25" y="328"/>
                      </a:cubicBezTo>
                      <a:cubicBezTo>
                        <a:pt x="25" y="328"/>
                        <a:pt x="25" y="328"/>
                        <a:pt x="26" y="328"/>
                      </a:cubicBezTo>
                      <a:cubicBezTo>
                        <a:pt x="26" y="328"/>
                        <a:pt x="25" y="328"/>
                        <a:pt x="25" y="328"/>
                      </a:cubicBezTo>
                      <a:cubicBezTo>
                        <a:pt x="25" y="328"/>
                        <a:pt x="25" y="328"/>
                        <a:pt x="25" y="328"/>
                      </a:cubicBezTo>
                      <a:cubicBezTo>
                        <a:pt x="25" y="328"/>
                        <a:pt x="25" y="329"/>
                        <a:pt x="25" y="329"/>
                      </a:cubicBezTo>
                      <a:cubicBezTo>
                        <a:pt x="25" y="329"/>
                        <a:pt x="25" y="329"/>
                        <a:pt x="25" y="329"/>
                      </a:cubicBezTo>
                      <a:cubicBezTo>
                        <a:pt x="25" y="330"/>
                        <a:pt x="25" y="330"/>
                        <a:pt x="25" y="330"/>
                      </a:cubicBezTo>
                      <a:cubicBezTo>
                        <a:pt x="25" y="330"/>
                        <a:pt x="25" y="330"/>
                        <a:pt x="25" y="330"/>
                      </a:cubicBezTo>
                      <a:cubicBezTo>
                        <a:pt x="26" y="330"/>
                        <a:pt x="26" y="330"/>
                        <a:pt x="26" y="330"/>
                      </a:cubicBezTo>
                      <a:cubicBezTo>
                        <a:pt x="26" y="330"/>
                        <a:pt x="26" y="330"/>
                        <a:pt x="26" y="331"/>
                      </a:cubicBezTo>
                      <a:cubicBezTo>
                        <a:pt x="26" y="331"/>
                        <a:pt x="26" y="331"/>
                        <a:pt x="26" y="331"/>
                      </a:cubicBezTo>
                      <a:cubicBezTo>
                        <a:pt x="25" y="331"/>
                        <a:pt x="26" y="331"/>
                        <a:pt x="26" y="331"/>
                      </a:cubicBezTo>
                      <a:cubicBezTo>
                        <a:pt x="26" y="331"/>
                        <a:pt x="26" y="332"/>
                        <a:pt x="27" y="332"/>
                      </a:cubicBezTo>
                      <a:cubicBezTo>
                        <a:pt x="27" y="332"/>
                        <a:pt x="27" y="332"/>
                        <a:pt x="27" y="332"/>
                      </a:cubicBezTo>
                      <a:cubicBezTo>
                        <a:pt x="27" y="332"/>
                        <a:pt x="27" y="332"/>
                        <a:pt x="27" y="332"/>
                      </a:cubicBezTo>
                      <a:cubicBezTo>
                        <a:pt x="27" y="332"/>
                        <a:pt x="27" y="333"/>
                        <a:pt x="27" y="333"/>
                      </a:cubicBezTo>
                      <a:cubicBezTo>
                        <a:pt x="27" y="333"/>
                        <a:pt x="27" y="333"/>
                        <a:pt x="27" y="333"/>
                      </a:cubicBezTo>
                      <a:cubicBezTo>
                        <a:pt x="27" y="333"/>
                        <a:pt x="27" y="333"/>
                        <a:pt x="27" y="333"/>
                      </a:cubicBezTo>
                      <a:cubicBezTo>
                        <a:pt x="27" y="333"/>
                        <a:pt x="28" y="333"/>
                        <a:pt x="28" y="333"/>
                      </a:cubicBezTo>
                      <a:cubicBezTo>
                        <a:pt x="28" y="333"/>
                        <a:pt x="28" y="333"/>
                        <a:pt x="28" y="333"/>
                      </a:cubicBezTo>
                      <a:cubicBezTo>
                        <a:pt x="28" y="333"/>
                        <a:pt x="28" y="333"/>
                        <a:pt x="28" y="333"/>
                      </a:cubicBezTo>
                      <a:cubicBezTo>
                        <a:pt x="28" y="333"/>
                        <a:pt x="28" y="332"/>
                        <a:pt x="28" y="332"/>
                      </a:cubicBezTo>
                      <a:cubicBezTo>
                        <a:pt x="28" y="332"/>
                        <a:pt x="28" y="332"/>
                        <a:pt x="28" y="332"/>
                      </a:cubicBezTo>
                      <a:cubicBezTo>
                        <a:pt x="28" y="332"/>
                        <a:pt x="28" y="331"/>
                        <a:pt x="27" y="331"/>
                      </a:cubicBezTo>
                      <a:cubicBezTo>
                        <a:pt x="27" y="331"/>
                        <a:pt x="27" y="331"/>
                        <a:pt x="27" y="331"/>
                      </a:cubicBezTo>
                      <a:cubicBezTo>
                        <a:pt x="27" y="330"/>
                        <a:pt x="27" y="330"/>
                        <a:pt x="27" y="330"/>
                      </a:cubicBezTo>
                      <a:cubicBezTo>
                        <a:pt x="27" y="330"/>
                        <a:pt x="28" y="330"/>
                        <a:pt x="28" y="330"/>
                      </a:cubicBezTo>
                      <a:cubicBezTo>
                        <a:pt x="28" y="330"/>
                        <a:pt x="28" y="330"/>
                        <a:pt x="28" y="331"/>
                      </a:cubicBezTo>
                      <a:cubicBezTo>
                        <a:pt x="28" y="331"/>
                        <a:pt x="28" y="331"/>
                        <a:pt x="28" y="331"/>
                      </a:cubicBezTo>
                      <a:cubicBezTo>
                        <a:pt x="28" y="331"/>
                        <a:pt x="28" y="331"/>
                        <a:pt x="29" y="331"/>
                      </a:cubicBezTo>
                      <a:cubicBezTo>
                        <a:pt x="29" y="331"/>
                        <a:pt x="29" y="331"/>
                        <a:pt x="29" y="331"/>
                      </a:cubicBezTo>
                      <a:cubicBezTo>
                        <a:pt x="29" y="331"/>
                        <a:pt x="29" y="332"/>
                        <a:pt x="29" y="332"/>
                      </a:cubicBezTo>
                      <a:cubicBezTo>
                        <a:pt x="29" y="332"/>
                        <a:pt x="30" y="332"/>
                        <a:pt x="30" y="332"/>
                      </a:cubicBezTo>
                      <a:cubicBezTo>
                        <a:pt x="30" y="332"/>
                        <a:pt x="30" y="333"/>
                        <a:pt x="30" y="333"/>
                      </a:cubicBezTo>
                      <a:cubicBezTo>
                        <a:pt x="30" y="333"/>
                        <a:pt x="30" y="333"/>
                        <a:pt x="30" y="333"/>
                      </a:cubicBezTo>
                      <a:cubicBezTo>
                        <a:pt x="30" y="333"/>
                        <a:pt x="30" y="333"/>
                        <a:pt x="30" y="333"/>
                      </a:cubicBezTo>
                      <a:cubicBezTo>
                        <a:pt x="30" y="333"/>
                        <a:pt x="30" y="333"/>
                        <a:pt x="30" y="333"/>
                      </a:cubicBezTo>
                      <a:cubicBezTo>
                        <a:pt x="31" y="333"/>
                        <a:pt x="31" y="333"/>
                        <a:pt x="31" y="333"/>
                      </a:cubicBezTo>
                      <a:cubicBezTo>
                        <a:pt x="31" y="333"/>
                        <a:pt x="31" y="333"/>
                        <a:pt x="31" y="333"/>
                      </a:cubicBezTo>
                      <a:cubicBezTo>
                        <a:pt x="31" y="333"/>
                        <a:pt x="31" y="333"/>
                        <a:pt x="31" y="332"/>
                      </a:cubicBezTo>
                      <a:cubicBezTo>
                        <a:pt x="31" y="332"/>
                        <a:pt x="31" y="332"/>
                        <a:pt x="31" y="332"/>
                      </a:cubicBezTo>
                      <a:cubicBezTo>
                        <a:pt x="32" y="332"/>
                        <a:pt x="32" y="332"/>
                        <a:pt x="32" y="332"/>
                      </a:cubicBezTo>
                      <a:cubicBezTo>
                        <a:pt x="32" y="332"/>
                        <a:pt x="32" y="333"/>
                        <a:pt x="32" y="333"/>
                      </a:cubicBezTo>
                      <a:cubicBezTo>
                        <a:pt x="32" y="333"/>
                        <a:pt x="31" y="333"/>
                        <a:pt x="31" y="333"/>
                      </a:cubicBezTo>
                      <a:cubicBezTo>
                        <a:pt x="31" y="333"/>
                        <a:pt x="31" y="333"/>
                        <a:pt x="31" y="333"/>
                      </a:cubicBezTo>
                      <a:cubicBezTo>
                        <a:pt x="31" y="333"/>
                        <a:pt x="31" y="333"/>
                        <a:pt x="31" y="333"/>
                      </a:cubicBezTo>
                      <a:cubicBezTo>
                        <a:pt x="32" y="333"/>
                        <a:pt x="32" y="333"/>
                        <a:pt x="32" y="334"/>
                      </a:cubicBezTo>
                      <a:cubicBezTo>
                        <a:pt x="32" y="334"/>
                        <a:pt x="32" y="334"/>
                        <a:pt x="33" y="334"/>
                      </a:cubicBezTo>
                      <a:cubicBezTo>
                        <a:pt x="33" y="334"/>
                        <a:pt x="33" y="334"/>
                        <a:pt x="33" y="334"/>
                      </a:cubicBezTo>
                      <a:cubicBezTo>
                        <a:pt x="33" y="334"/>
                        <a:pt x="33" y="334"/>
                        <a:pt x="33" y="334"/>
                      </a:cubicBezTo>
                      <a:cubicBezTo>
                        <a:pt x="33" y="333"/>
                        <a:pt x="33" y="333"/>
                        <a:pt x="34" y="333"/>
                      </a:cubicBezTo>
                      <a:cubicBezTo>
                        <a:pt x="34" y="333"/>
                        <a:pt x="34" y="333"/>
                        <a:pt x="34" y="332"/>
                      </a:cubicBezTo>
                      <a:cubicBezTo>
                        <a:pt x="34" y="332"/>
                        <a:pt x="34" y="332"/>
                        <a:pt x="34" y="332"/>
                      </a:cubicBezTo>
                      <a:cubicBezTo>
                        <a:pt x="34" y="332"/>
                        <a:pt x="34" y="331"/>
                        <a:pt x="34" y="331"/>
                      </a:cubicBezTo>
                      <a:cubicBezTo>
                        <a:pt x="34" y="331"/>
                        <a:pt x="34" y="331"/>
                        <a:pt x="34" y="331"/>
                      </a:cubicBezTo>
                      <a:cubicBezTo>
                        <a:pt x="33" y="331"/>
                        <a:pt x="33" y="331"/>
                        <a:pt x="33" y="330"/>
                      </a:cubicBezTo>
                      <a:cubicBezTo>
                        <a:pt x="33" y="330"/>
                        <a:pt x="33" y="331"/>
                        <a:pt x="33" y="331"/>
                      </a:cubicBezTo>
                      <a:cubicBezTo>
                        <a:pt x="33" y="331"/>
                        <a:pt x="33" y="331"/>
                        <a:pt x="33" y="331"/>
                      </a:cubicBezTo>
                      <a:cubicBezTo>
                        <a:pt x="32" y="331"/>
                        <a:pt x="32" y="331"/>
                        <a:pt x="32" y="331"/>
                      </a:cubicBezTo>
                      <a:cubicBezTo>
                        <a:pt x="32" y="331"/>
                        <a:pt x="32" y="331"/>
                        <a:pt x="32" y="331"/>
                      </a:cubicBezTo>
                      <a:cubicBezTo>
                        <a:pt x="32" y="331"/>
                        <a:pt x="32" y="330"/>
                        <a:pt x="32" y="330"/>
                      </a:cubicBezTo>
                      <a:cubicBezTo>
                        <a:pt x="32" y="330"/>
                        <a:pt x="32" y="330"/>
                        <a:pt x="32" y="330"/>
                      </a:cubicBezTo>
                      <a:cubicBezTo>
                        <a:pt x="32" y="329"/>
                        <a:pt x="32" y="329"/>
                        <a:pt x="32" y="329"/>
                      </a:cubicBezTo>
                      <a:cubicBezTo>
                        <a:pt x="32" y="329"/>
                        <a:pt x="32" y="329"/>
                        <a:pt x="32" y="329"/>
                      </a:cubicBezTo>
                      <a:close/>
                      <a:moveTo>
                        <a:pt x="25" y="331"/>
                      </a:moveTo>
                      <a:cubicBezTo>
                        <a:pt x="25" y="331"/>
                        <a:pt x="24" y="331"/>
                        <a:pt x="24" y="331"/>
                      </a:cubicBezTo>
                      <a:cubicBezTo>
                        <a:pt x="24" y="331"/>
                        <a:pt x="24" y="331"/>
                        <a:pt x="24" y="331"/>
                      </a:cubicBezTo>
                      <a:cubicBezTo>
                        <a:pt x="24" y="331"/>
                        <a:pt x="24" y="331"/>
                        <a:pt x="24" y="331"/>
                      </a:cubicBezTo>
                      <a:cubicBezTo>
                        <a:pt x="24" y="331"/>
                        <a:pt x="24" y="331"/>
                        <a:pt x="24" y="331"/>
                      </a:cubicBezTo>
                      <a:cubicBezTo>
                        <a:pt x="23" y="332"/>
                        <a:pt x="23" y="332"/>
                        <a:pt x="23" y="332"/>
                      </a:cubicBezTo>
                      <a:cubicBezTo>
                        <a:pt x="23" y="332"/>
                        <a:pt x="23" y="332"/>
                        <a:pt x="23" y="332"/>
                      </a:cubicBezTo>
                      <a:cubicBezTo>
                        <a:pt x="23" y="332"/>
                        <a:pt x="23" y="332"/>
                        <a:pt x="23" y="332"/>
                      </a:cubicBezTo>
                      <a:cubicBezTo>
                        <a:pt x="23" y="332"/>
                        <a:pt x="24" y="332"/>
                        <a:pt x="24" y="332"/>
                      </a:cubicBezTo>
                      <a:cubicBezTo>
                        <a:pt x="24" y="332"/>
                        <a:pt x="24" y="332"/>
                        <a:pt x="24" y="332"/>
                      </a:cubicBezTo>
                      <a:cubicBezTo>
                        <a:pt x="24" y="332"/>
                        <a:pt x="24" y="332"/>
                        <a:pt x="24" y="332"/>
                      </a:cubicBezTo>
                      <a:cubicBezTo>
                        <a:pt x="25" y="332"/>
                        <a:pt x="25" y="332"/>
                        <a:pt x="25" y="331"/>
                      </a:cubicBezTo>
                      <a:cubicBezTo>
                        <a:pt x="25" y="331"/>
                        <a:pt x="25" y="331"/>
                        <a:pt x="25" y="331"/>
                      </a:cubicBezTo>
                      <a:cubicBezTo>
                        <a:pt x="25" y="331"/>
                        <a:pt x="25" y="331"/>
                        <a:pt x="25" y="331"/>
                      </a:cubicBezTo>
                      <a:close/>
                      <a:moveTo>
                        <a:pt x="24" y="334"/>
                      </a:moveTo>
                      <a:cubicBezTo>
                        <a:pt x="24" y="334"/>
                        <a:pt x="24" y="334"/>
                        <a:pt x="24" y="334"/>
                      </a:cubicBezTo>
                      <a:cubicBezTo>
                        <a:pt x="24" y="334"/>
                        <a:pt x="24" y="334"/>
                        <a:pt x="24" y="334"/>
                      </a:cubicBezTo>
                      <a:cubicBezTo>
                        <a:pt x="24" y="334"/>
                        <a:pt x="24" y="334"/>
                        <a:pt x="24" y="334"/>
                      </a:cubicBezTo>
                      <a:cubicBezTo>
                        <a:pt x="24" y="334"/>
                        <a:pt x="24" y="334"/>
                        <a:pt x="24" y="333"/>
                      </a:cubicBezTo>
                      <a:cubicBezTo>
                        <a:pt x="25" y="333"/>
                        <a:pt x="25" y="333"/>
                        <a:pt x="25" y="333"/>
                      </a:cubicBezTo>
                      <a:cubicBezTo>
                        <a:pt x="25" y="333"/>
                        <a:pt x="25" y="333"/>
                        <a:pt x="24" y="333"/>
                      </a:cubicBezTo>
                      <a:cubicBezTo>
                        <a:pt x="24" y="333"/>
                        <a:pt x="24" y="333"/>
                        <a:pt x="24" y="333"/>
                      </a:cubicBezTo>
                      <a:cubicBezTo>
                        <a:pt x="24" y="333"/>
                        <a:pt x="24" y="333"/>
                        <a:pt x="23" y="334"/>
                      </a:cubicBezTo>
                      <a:cubicBezTo>
                        <a:pt x="23" y="334"/>
                        <a:pt x="23" y="334"/>
                        <a:pt x="23" y="334"/>
                      </a:cubicBezTo>
                      <a:cubicBezTo>
                        <a:pt x="23" y="334"/>
                        <a:pt x="23" y="334"/>
                        <a:pt x="23" y="334"/>
                      </a:cubicBezTo>
                      <a:cubicBezTo>
                        <a:pt x="23" y="334"/>
                        <a:pt x="23" y="334"/>
                        <a:pt x="23" y="334"/>
                      </a:cubicBezTo>
                      <a:cubicBezTo>
                        <a:pt x="23" y="334"/>
                        <a:pt x="23" y="334"/>
                        <a:pt x="23" y="334"/>
                      </a:cubicBezTo>
                      <a:cubicBezTo>
                        <a:pt x="23" y="334"/>
                        <a:pt x="23" y="334"/>
                        <a:pt x="23" y="334"/>
                      </a:cubicBezTo>
                      <a:cubicBezTo>
                        <a:pt x="23" y="334"/>
                        <a:pt x="23" y="334"/>
                        <a:pt x="24" y="334"/>
                      </a:cubicBezTo>
                      <a:close/>
                      <a:moveTo>
                        <a:pt x="37" y="342"/>
                      </a:moveTo>
                      <a:cubicBezTo>
                        <a:pt x="37" y="342"/>
                        <a:pt x="37" y="342"/>
                        <a:pt x="37" y="342"/>
                      </a:cubicBezTo>
                      <a:cubicBezTo>
                        <a:pt x="37" y="342"/>
                        <a:pt x="37" y="342"/>
                        <a:pt x="37" y="342"/>
                      </a:cubicBezTo>
                      <a:cubicBezTo>
                        <a:pt x="36" y="342"/>
                        <a:pt x="36" y="343"/>
                        <a:pt x="37" y="343"/>
                      </a:cubicBezTo>
                      <a:cubicBezTo>
                        <a:pt x="37" y="343"/>
                        <a:pt x="37" y="343"/>
                        <a:pt x="37" y="343"/>
                      </a:cubicBezTo>
                      <a:cubicBezTo>
                        <a:pt x="37" y="343"/>
                        <a:pt x="37" y="343"/>
                        <a:pt x="37" y="343"/>
                      </a:cubicBezTo>
                      <a:cubicBezTo>
                        <a:pt x="37" y="343"/>
                        <a:pt x="37" y="343"/>
                        <a:pt x="37" y="343"/>
                      </a:cubicBezTo>
                      <a:cubicBezTo>
                        <a:pt x="37" y="343"/>
                        <a:pt x="37" y="343"/>
                        <a:pt x="37" y="343"/>
                      </a:cubicBezTo>
                      <a:cubicBezTo>
                        <a:pt x="37" y="343"/>
                        <a:pt x="37" y="343"/>
                        <a:pt x="37" y="343"/>
                      </a:cubicBezTo>
                      <a:cubicBezTo>
                        <a:pt x="37" y="343"/>
                        <a:pt x="37" y="343"/>
                        <a:pt x="38" y="343"/>
                      </a:cubicBezTo>
                      <a:cubicBezTo>
                        <a:pt x="38" y="343"/>
                        <a:pt x="38" y="343"/>
                        <a:pt x="38" y="343"/>
                      </a:cubicBezTo>
                      <a:cubicBezTo>
                        <a:pt x="38" y="343"/>
                        <a:pt x="38" y="343"/>
                        <a:pt x="38" y="343"/>
                      </a:cubicBezTo>
                      <a:cubicBezTo>
                        <a:pt x="38" y="343"/>
                        <a:pt x="38" y="343"/>
                        <a:pt x="38" y="343"/>
                      </a:cubicBezTo>
                      <a:cubicBezTo>
                        <a:pt x="38" y="343"/>
                        <a:pt x="38" y="343"/>
                        <a:pt x="38" y="343"/>
                      </a:cubicBezTo>
                      <a:cubicBezTo>
                        <a:pt x="38" y="343"/>
                        <a:pt x="38" y="342"/>
                        <a:pt x="38" y="342"/>
                      </a:cubicBezTo>
                      <a:cubicBezTo>
                        <a:pt x="38" y="342"/>
                        <a:pt x="38" y="342"/>
                        <a:pt x="38" y="342"/>
                      </a:cubicBezTo>
                      <a:cubicBezTo>
                        <a:pt x="38" y="342"/>
                        <a:pt x="38" y="342"/>
                        <a:pt x="38" y="342"/>
                      </a:cubicBezTo>
                      <a:cubicBezTo>
                        <a:pt x="37" y="342"/>
                        <a:pt x="37" y="342"/>
                        <a:pt x="37" y="342"/>
                      </a:cubicBezTo>
                      <a:cubicBezTo>
                        <a:pt x="37" y="342"/>
                        <a:pt x="37" y="342"/>
                        <a:pt x="37" y="342"/>
                      </a:cubicBezTo>
                      <a:close/>
                      <a:moveTo>
                        <a:pt x="38" y="341"/>
                      </a:moveTo>
                      <a:cubicBezTo>
                        <a:pt x="38" y="340"/>
                        <a:pt x="38" y="340"/>
                        <a:pt x="38" y="340"/>
                      </a:cubicBezTo>
                      <a:cubicBezTo>
                        <a:pt x="38" y="340"/>
                        <a:pt x="37" y="340"/>
                        <a:pt x="37" y="340"/>
                      </a:cubicBezTo>
                      <a:cubicBezTo>
                        <a:pt x="37" y="340"/>
                        <a:pt x="37" y="340"/>
                        <a:pt x="37" y="341"/>
                      </a:cubicBezTo>
                      <a:cubicBezTo>
                        <a:pt x="37" y="341"/>
                        <a:pt x="37" y="341"/>
                        <a:pt x="37" y="341"/>
                      </a:cubicBezTo>
                      <a:cubicBezTo>
                        <a:pt x="37" y="341"/>
                        <a:pt x="36" y="341"/>
                        <a:pt x="36" y="341"/>
                      </a:cubicBezTo>
                      <a:cubicBezTo>
                        <a:pt x="36" y="341"/>
                        <a:pt x="36" y="341"/>
                        <a:pt x="36" y="341"/>
                      </a:cubicBezTo>
                      <a:cubicBezTo>
                        <a:pt x="36" y="341"/>
                        <a:pt x="36" y="341"/>
                        <a:pt x="36" y="341"/>
                      </a:cubicBezTo>
                      <a:cubicBezTo>
                        <a:pt x="36" y="341"/>
                        <a:pt x="36" y="341"/>
                        <a:pt x="36" y="341"/>
                      </a:cubicBezTo>
                      <a:cubicBezTo>
                        <a:pt x="36" y="341"/>
                        <a:pt x="36" y="341"/>
                        <a:pt x="36" y="341"/>
                      </a:cubicBezTo>
                      <a:cubicBezTo>
                        <a:pt x="36" y="341"/>
                        <a:pt x="35" y="341"/>
                        <a:pt x="35" y="341"/>
                      </a:cubicBezTo>
                      <a:cubicBezTo>
                        <a:pt x="35" y="341"/>
                        <a:pt x="35" y="341"/>
                        <a:pt x="35" y="341"/>
                      </a:cubicBezTo>
                      <a:cubicBezTo>
                        <a:pt x="35" y="341"/>
                        <a:pt x="35" y="341"/>
                        <a:pt x="34" y="341"/>
                      </a:cubicBezTo>
                      <a:cubicBezTo>
                        <a:pt x="34" y="341"/>
                        <a:pt x="34" y="341"/>
                        <a:pt x="34" y="341"/>
                      </a:cubicBezTo>
                      <a:cubicBezTo>
                        <a:pt x="34" y="341"/>
                        <a:pt x="34" y="341"/>
                        <a:pt x="34" y="341"/>
                      </a:cubicBezTo>
                      <a:cubicBezTo>
                        <a:pt x="34" y="341"/>
                        <a:pt x="34" y="341"/>
                        <a:pt x="34" y="342"/>
                      </a:cubicBezTo>
                      <a:cubicBezTo>
                        <a:pt x="34" y="342"/>
                        <a:pt x="34" y="342"/>
                        <a:pt x="34" y="342"/>
                      </a:cubicBezTo>
                      <a:cubicBezTo>
                        <a:pt x="34" y="342"/>
                        <a:pt x="34" y="342"/>
                        <a:pt x="34" y="342"/>
                      </a:cubicBezTo>
                      <a:cubicBezTo>
                        <a:pt x="34" y="342"/>
                        <a:pt x="34" y="342"/>
                        <a:pt x="34" y="342"/>
                      </a:cubicBezTo>
                      <a:cubicBezTo>
                        <a:pt x="34" y="342"/>
                        <a:pt x="34" y="342"/>
                        <a:pt x="34" y="342"/>
                      </a:cubicBezTo>
                      <a:cubicBezTo>
                        <a:pt x="35" y="342"/>
                        <a:pt x="35" y="342"/>
                        <a:pt x="35" y="342"/>
                      </a:cubicBezTo>
                      <a:cubicBezTo>
                        <a:pt x="35" y="342"/>
                        <a:pt x="35" y="342"/>
                        <a:pt x="36" y="342"/>
                      </a:cubicBezTo>
                      <a:cubicBezTo>
                        <a:pt x="36" y="342"/>
                        <a:pt x="36" y="343"/>
                        <a:pt x="36" y="343"/>
                      </a:cubicBezTo>
                      <a:cubicBezTo>
                        <a:pt x="36" y="343"/>
                        <a:pt x="36" y="343"/>
                        <a:pt x="36" y="343"/>
                      </a:cubicBezTo>
                      <a:cubicBezTo>
                        <a:pt x="36" y="343"/>
                        <a:pt x="36" y="343"/>
                        <a:pt x="36" y="342"/>
                      </a:cubicBezTo>
                      <a:cubicBezTo>
                        <a:pt x="36" y="342"/>
                        <a:pt x="36" y="342"/>
                        <a:pt x="36" y="342"/>
                      </a:cubicBezTo>
                      <a:cubicBezTo>
                        <a:pt x="36" y="342"/>
                        <a:pt x="36" y="342"/>
                        <a:pt x="36" y="342"/>
                      </a:cubicBezTo>
                      <a:cubicBezTo>
                        <a:pt x="36" y="342"/>
                        <a:pt x="36" y="342"/>
                        <a:pt x="36" y="342"/>
                      </a:cubicBezTo>
                      <a:cubicBezTo>
                        <a:pt x="36" y="342"/>
                        <a:pt x="36" y="342"/>
                        <a:pt x="37" y="342"/>
                      </a:cubicBezTo>
                      <a:cubicBezTo>
                        <a:pt x="37" y="342"/>
                        <a:pt x="37" y="342"/>
                        <a:pt x="37" y="342"/>
                      </a:cubicBezTo>
                      <a:cubicBezTo>
                        <a:pt x="37" y="342"/>
                        <a:pt x="37" y="341"/>
                        <a:pt x="37" y="341"/>
                      </a:cubicBezTo>
                      <a:cubicBezTo>
                        <a:pt x="37" y="341"/>
                        <a:pt x="37" y="341"/>
                        <a:pt x="37" y="341"/>
                      </a:cubicBezTo>
                      <a:cubicBezTo>
                        <a:pt x="37" y="341"/>
                        <a:pt x="37" y="341"/>
                        <a:pt x="38" y="341"/>
                      </a:cubicBezTo>
                      <a:cubicBezTo>
                        <a:pt x="38" y="342"/>
                        <a:pt x="38" y="342"/>
                        <a:pt x="38" y="342"/>
                      </a:cubicBezTo>
                      <a:cubicBezTo>
                        <a:pt x="38" y="342"/>
                        <a:pt x="38" y="342"/>
                        <a:pt x="38" y="342"/>
                      </a:cubicBezTo>
                      <a:cubicBezTo>
                        <a:pt x="38" y="342"/>
                        <a:pt x="38" y="342"/>
                        <a:pt x="38" y="342"/>
                      </a:cubicBezTo>
                      <a:cubicBezTo>
                        <a:pt x="38" y="341"/>
                        <a:pt x="38" y="341"/>
                        <a:pt x="38" y="341"/>
                      </a:cubicBezTo>
                      <a:cubicBezTo>
                        <a:pt x="38" y="341"/>
                        <a:pt x="39" y="341"/>
                        <a:pt x="38" y="341"/>
                      </a:cubicBezTo>
                      <a:cubicBezTo>
                        <a:pt x="38" y="341"/>
                        <a:pt x="38" y="341"/>
                        <a:pt x="38" y="341"/>
                      </a:cubicBezTo>
                      <a:cubicBezTo>
                        <a:pt x="38" y="341"/>
                        <a:pt x="38" y="341"/>
                        <a:pt x="38" y="341"/>
                      </a:cubicBezTo>
                      <a:close/>
                      <a:moveTo>
                        <a:pt x="30" y="340"/>
                      </a:moveTo>
                      <a:cubicBezTo>
                        <a:pt x="30" y="340"/>
                        <a:pt x="31" y="340"/>
                        <a:pt x="31" y="341"/>
                      </a:cubicBezTo>
                      <a:cubicBezTo>
                        <a:pt x="31" y="341"/>
                        <a:pt x="31" y="341"/>
                        <a:pt x="31" y="341"/>
                      </a:cubicBezTo>
                      <a:cubicBezTo>
                        <a:pt x="31" y="340"/>
                        <a:pt x="31" y="340"/>
                        <a:pt x="31" y="340"/>
                      </a:cubicBezTo>
                      <a:cubicBezTo>
                        <a:pt x="31" y="340"/>
                        <a:pt x="31" y="340"/>
                        <a:pt x="32" y="340"/>
                      </a:cubicBezTo>
                      <a:cubicBezTo>
                        <a:pt x="32" y="340"/>
                        <a:pt x="32" y="340"/>
                        <a:pt x="32" y="340"/>
                      </a:cubicBezTo>
                      <a:cubicBezTo>
                        <a:pt x="32" y="340"/>
                        <a:pt x="32" y="340"/>
                        <a:pt x="32" y="340"/>
                      </a:cubicBezTo>
                      <a:cubicBezTo>
                        <a:pt x="32" y="340"/>
                        <a:pt x="32" y="340"/>
                        <a:pt x="32" y="340"/>
                      </a:cubicBezTo>
                      <a:cubicBezTo>
                        <a:pt x="32" y="340"/>
                        <a:pt x="33" y="340"/>
                        <a:pt x="33" y="340"/>
                      </a:cubicBezTo>
                      <a:cubicBezTo>
                        <a:pt x="33" y="340"/>
                        <a:pt x="33" y="340"/>
                        <a:pt x="33" y="340"/>
                      </a:cubicBezTo>
                      <a:cubicBezTo>
                        <a:pt x="33" y="340"/>
                        <a:pt x="33" y="340"/>
                        <a:pt x="33" y="340"/>
                      </a:cubicBezTo>
                      <a:cubicBezTo>
                        <a:pt x="33" y="340"/>
                        <a:pt x="32" y="340"/>
                        <a:pt x="32" y="339"/>
                      </a:cubicBezTo>
                      <a:cubicBezTo>
                        <a:pt x="32" y="339"/>
                        <a:pt x="32" y="339"/>
                        <a:pt x="32" y="339"/>
                      </a:cubicBezTo>
                      <a:cubicBezTo>
                        <a:pt x="32" y="339"/>
                        <a:pt x="31" y="339"/>
                        <a:pt x="31" y="339"/>
                      </a:cubicBezTo>
                      <a:cubicBezTo>
                        <a:pt x="31" y="339"/>
                        <a:pt x="31" y="339"/>
                        <a:pt x="31" y="339"/>
                      </a:cubicBezTo>
                      <a:cubicBezTo>
                        <a:pt x="31" y="339"/>
                        <a:pt x="31" y="339"/>
                        <a:pt x="31" y="339"/>
                      </a:cubicBezTo>
                      <a:cubicBezTo>
                        <a:pt x="31" y="340"/>
                        <a:pt x="31" y="340"/>
                        <a:pt x="30" y="340"/>
                      </a:cubicBezTo>
                      <a:cubicBezTo>
                        <a:pt x="30" y="340"/>
                        <a:pt x="30" y="340"/>
                        <a:pt x="30" y="340"/>
                      </a:cubicBezTo>
                      <a:cubicBezTo>
                        <a:pt x="30" y="340"/>
                        <a:pt x="30" y="340"/>
                        <a:pt x="30" y="340"/>
                      </a:cubicBezTo>
                      <a:close/>
                      <a:moveTo>
                        <a:pt x="33" y="341"/>
                      </a:moveTo>
                      <a:cubicBezTo>
                        <a:pt x="33" y="341"/>
                        <a:pt x="33" y="341"/>
                        <a:pt x="33" y="341"/>
                      </a:cubicBezTo>
                      <a:cubicBezTo>
                        <a:pt x="33" y="341"/>
                        <a:pt x="34" y="341"/>
                        <a:pt x="34" y="340"/>
                      </a:cubicBezTo>
                      <a:cubicBezTo>
                        <a:pt x="34" y="340"/>
                        <a:pt x="34" y="340"/>
                        <a:pt x="34" y="340"/>
                      </a:cubicBezTo>
                      <a:cubicBezTo>
                        <a:pt x="33" y="340"/>
                        <a:pt x="33" y="340"/>
                        <a:pt x="33" y="340"/>
                      </a:cubicBezTo>
                      <a:cubicBezTo>
                        <a:pt x="33" y="340"/>
                        <a:pt x="33" y="340"/>
                        <a:pt x="33" y="340"/>
                      </a:cubicBezTo>
                      <a:cubicBezTo>
                        <a:pt x="33" y="341"/>
                        <a:pt x="33" y="341"/>
                        <a:pt x="32" y="341"/>
                      </a:cubicBezTo>
                      <a:cubicBezTo>
                        <a:pt x="32" y="341"/>
                        <a:pt x="32" y="341"/>
                        <a:pt x="32" y="341"/>
                      </a:cubicBezTo>
                      <a:cubicBezTo>
                        <a:pt x="32" y="341"/>
                        <a:pt x="32" y="342"/>
                        <a:pt x="32" y="342"/>
                      </a:cubicBezTo>
                      <a:cubicBezTo>
                        <a:pt x="32" y="342"/>
                        <a:pt x="32" y="342"/>
                        <a:pt x="33" y="341"/>
                      </a:cubicBezTo>
                      <a:cubicBezTo>
                        <a:pt x="33" y="341"/>
                        <a:pt x="33" y="341"/>
                        <a:pt x="33" y="341"/>
                      </a:cubicBezTo>
                      <a:close/>
                      <a:moveTo>
                        <a:pt x="17" y="324"/>
                      </a:moveTo>
                      <a:cubicBezTo>
                        <a:pt x="17" y="324"/>
                        <a:pt x="17" y="324"/>
                        <a:pt x="17" y="324"/>
                      </a:cubicBezTo>
                      <a:cubicBezTo>
                        <a:pt x="17" y="323"/>
                        <a:pt x="17" y="323"/>
                        <a:pt x="17" y="323"/>
                      </a:cubicBezTo>
                      <a:cubicBezTo>
                        <a:pt x="17" y="323"/>
                        <a:pt x="17" y="323"/>
                        <a:pt x="17" y="323"/>
                      </a:cubicBezTo>
                      <a:cubicBezTo>
                        <a:pt x="16" y="323"/>
                        <a:pt x="16" y="323"/>
                        <a:pt x="17" y="323"/>
                      </a:cubicBezTo>
                      <a:cubicBezTo>
                        <a:pt x="17" y="322"/>
                        <a:pt x="17" y="322"/>
                        <a:pt x="16" y="322"/>
                      </a:cubicBezTo>
                      <a:cubicBezTo>
                        <a:pt x="16" y="322"/>
                        <a:pt x="16" y="322"/>
                        <a:pt x="16" y="322"/>
                      </a:cubicBezTo>
                      <a:cubicBezTo>
                        <a:pt x="16" y="322"/>
                        <a:pt x="16" y="322"/>
                        <a:pt x="16" y="322"/>
                      </a:cubicBezTo>
                      <a:cubicBezTo>
                        <a:pt x="15" y="322"/>
                        <a:pt x="15" y="322"/>
                        <a:pt x="15" y="322"/>
                      </a:cubicBezTo>
                      <a:cubicBezTo>
                        <a:pt x="15" y="323"/>
                        <a:pt x="15" y="323"/>
                        <a:pt x="16" y="324"/>
                      </a:cubicBezTo>
                      <a:cubicBezTo>
                        <a:pt x="15" y="324"/>
                        <a:pt x="15" y="323"/>
                        <a:pt x="14" y="323"/>
                      </a:cubicBezTo>
                      <a:cubicBezTo>
                        <a:pt x="14" y="323"/>
                        <a:pt x="14" y="323"/>
                        <a:pt x="14" y="323"/>
                      </a:cubicBezTo>
                      <a:cubicBezTo>
                        <a:pt x="14" y="323"/>
                        <a:pt x="14" y="323"/>
                        <a:pt x="14" y="324"/>
                      </a:cubicBezTo>
                      <a:cubicBezTo>
                        <a:pt x="14" y="324"/>
                        <a:pt x="14" y="324"/>
                        <a:pt x="14" y="324"/>
                      </a:cubicBezTo>
                      <a:cubicBezTo>
                        <a:pt x="14" y="324"/>
                        <a:pt x="14" y="324"/>
                        <a:pt x="14" y="325"/>
                      </a:cubicBezTo>
                      <a:cubicBezTo>
                        <a:pt x="14" y="325"/>
                        <a:pt x="14" y="325"/>
                        <a:pt x="14" y="325"/>
                      </a:cubicBezTo>
                      <a:cubicBezTo>
                        <a:pt x="15" y="325"/>
                        <a:pt x="15" y="325"/>
                        <a:pt x="15" y="325"/>
                      </a:cubicBezTo>
                      <a:cubicBezTo>
                        <a:pt x="15" y="324"/>
                        <a:pt x="15" y="324"/>
                        <a:pt x="15" y="324"/>
                      </a:cubicBezTo>
                      <a:cubicBezTo>
                        <a:pt x="15" y="324"/>
                        <a:pt x="16" y="324"/>
                        <a:pt x="16" y="324"/>
                      </a:cubicBezTo>
                      <a:cubicBezTo>
                        <a:pt x="16" y="325"/>
                        <a:pt x="16" y="325"/>
                        <a:pt x="16" y="325"/>
                      </a:cubicBezTo>
                      <a:cubicBezTo>
                        <a:pt x="17" y="325"/>
                        <a:pt x="17" y="325"/>
                        <a:pt x="17" y="325"/>
                      </a:cubicBezTo>
                      <a:cubicBezTo>
                        <a:pt x="17" y="325"/>
                        <a:pt x="17" y="325"/>
                        <a:pt x="17" y="325"/>
                      </a:cubicBezTo>
                      <a:cubicBezTo>
                        <a:pt x="17" y="325"/>
                        <a:pt x="17" y="324"/>
                        <a:pt x="17" y="324"/>
                      </a:cubicBezTo>
                      <a:cubicBezTo>
                        <a:pt x="17" y="324"/>
                        <a:pt x="17" y="324"/>
                        <a:pt x="17" y="324"/>
                      </a:cubicBezTo>
                      <a:cubicBezTo>
                        <a:pt x="17" y="324"/>
                        <a:pt x="17" y="324"/>
                        <a:pt x="18" y="324"/>
                      </a:cubicBezTo>
                      <a:cubicBezTo>
                        <a:pt x="18" y="324"/>
                        <a:pt x="18" y="325"/>
                        <a:pt x="18" y="325"/>
                      </a:cubicBezTo>
                      <a:cubicBezTo>
                        <a:pt x="18" y="325"/>
                        <a:pt x="19" y="325"/>
                        <a:pt x="19" y="325"/>
                      </a:cubicBezTo>
                      <a:cubicBezTo>
                        <a:pt x="19" y="325"/>
                        <a:pt x="19" y="325"/>
                        <a:pt x="19" y="324"/>
                      </a:cubicBezTo>
                      <a:cubicBezTo>
                        <a:pt x="19" y="324"/>
                        <a:pt x="19" y="324"/>
                        <a:pt x="19" y="324"/>
                      </a:cubicBezTo>
                      <a:cubicBezTo>
                        <a:pt x="19" y="325"/>
                        <a:pt x="19" y="325"/>
                        <a:pt x="19" y="325"/>
                      </a:cubicBezTo>
                      <a:cubicBezTo>
                        <a:pt x="19" y="325"/>
                        <a:pt x="19" y="326"/>
                        <a:pt x="19" y="326"/>
                      </a:cubicBezTo>
                      <a:cubicBezTo>
                        <a:pt x="19" y="326"/>
                        <a:pt x="19" y="326"/>
                        <a:pt x="19" y="326"/>
                      </a:cubicBezTo>
                      <a:cubicBezTo>
                        <a:pt x="19" y="326"/>
                        <a:pt x="20" y="326"/>
                        <a:pt x="20" y="326"/>
                      </a:cubicBezTo>
                      <a:cubicBezTo>
                        <a:pt x="20" y="326"/>
                        <a:pt x="20" y="326"/>
                        <a:pt x="20" y="326"/>
                      </a:cubicBezTo>
                      <a:cubicBezTo>
                        <a:pt x="20" y="326"/>
                        <a:pt x="20" y="326"/>
                        <a:pt x="20" y="326"/>
                      </a:cubicBezTo>
                      <a:cubicBezTo>
                        <a:pt x="20" y="326"/>
                        <a:pt x="20" y="326"/>
                        <a:pt x="19" y="326"/>
                      </a:cubicBezTo>
                      <a:cubicBezTo>
                        <a:pt x="19" y="326"/>
                        <a:pt x="19" y="326"/>
                        <a:pt x="19" y="326"/>
                      </a:cubicBezTo>
                      <a:cubicBezTo>
                        <a:pt x="19" y="326"/>
                        <a:pt x="19" y="326"/>
                        <a:pt x="19" y="327"/>
                      </a:cubicBezTo>
                      <a:cubicBezTo>
                        <a:pt x="19" y="327"/>
                        <a:pt x="19" y="327"/>
                        <a:pt x="19" y="327"/>
                      </a:cubicBezTo>
                      <a:cubicBezTo>
                        <a:pt x="19" y="327"/>
                        <a:pt x="19" y="327"/>
                        <a:pt x="19" y="327"/>
                      </a:cubicBezTo>
                      <a:cubicBezTo>
                        <a:pt x="20" y="327"/>
                        <a:pt x="20" y="327"/>
                        <a:pt x="20" y="327"/>
                      </a:cubicBezTo>
                      <a:cubicBezTo>
                        <a:pt x="19" y="327"/>
                        <a:pt x="19" y="327"/>
                        <a:pt x="19" y="328"/>
                      </a:cubicBezTo>
                      <a:cubicBezTo>
                        <a:pt x="19" y="328"/>
                        <a:pt x="19" y="328"/>
                        <a:pt x="20" y="328"/>
                      </a:cubicBezTo>
                      <a:cubicBezTo>
                        <a:pt x="20" y="328"/>
                        <a:pt x="20" y="328"/>
                        <a:pt x="20" y="328"/>
                      </a:cubicBezTo>
                      <a:cubicBezTo>
                        <a:pt x="20" y="328"/>
                        <a:pt x="20" y="328"/>
                        <a:pt x="20" y="328"/>
                      </a:cubicBezTo>
                      <a:cubicBezTo>
                        <a:pt x="20" y="328"/>
                        <a:pt x="20" y="328"/>
                        <a:pt x="20" y="329"/>
                      </a:cubicBezTo>
                      <a:cubicBezTo>
                        <a:pt x="20" y="329"/>
                        <a:pt x="20" y="329"/>
                        <a:pt x="21" y="329"/>
                      </a:cubicBezTo>
                      <a:cubicBezTo>
                        <a:pt x="21" y="328"/>
                        <a:pt x="20" y="328"/>
                        <a:pt x="20" y="328"/>
                      </a:cubicBezTo>
                      <a:cubicBezTo>
                        <a:pt x="20" y="328"/>
                        <a:pt x="20" y="327"/>
                        <a:pt x="20" y="327"/>
                      </a:cubicBezTo>
                      <a:cubicBezTo>
                        <a:pt x="20" y="327"/>
                        <a:pt x="20" y="327"/>
                        <a:pt x="21" y="327"/>
                      </a:cubicBezTo>
                      <a:cubicBezTo>
                        <a:pt x="21" y="327"/>
                        <a:pt x="21" y="327"/>
                        <a:pt x="21" y="327"/>
                      </a:cubicBezTo>
                      <a:cubicBezTo>
                        <a:pt x="21" y="327"/>
                        <a:pt x="21" y="327"/>
                        <a:pt x="21" y="327"/>
                      </a:cubicBezTo>
                      <a:cubicBezTo>
                        <a:pt x="21" y="328"/>
                        <a:pt x="21" y="328"/>
                        <a:pt x="21" y="328"/>
                      </a:cubicBezTo>
                      <a:cubicBezTo>
                        <a:pt x="21" y="328"/>
                        <a:pt x="21" y="329"/>
                        <a:pt x="21" y="329"/>
                      </a:cubicBezTo>
                      <a:cubicBezTo>
                        <a:pt x="21" y="329"/>
                        <a:pt x="21" y="329"/>
                        <a:pt x="21" y="329"/>
                      </a:cubicBezTo>
                      <a:cubicBezTo>
                        <a:pt x="21" y="329"/>
                        <a:pt x="21" y="329"/>
                        <a:pt x="20" y="329"/>
                      </a:cubicBezTo>
                      <a:cubicBezTo>
                        <a:pt x="20" y="329"/>
                        <a:pt x="20" y="329"/>
                        <a:pt x="20" y="329"/>
                      </a:cubicBezTo>
                      <a:cubicBezTo>
                        <a:pt x="20" y="329"/>
                        <a:pt x="20" y="329"/>
                        <a:pt x="20" y="329"/>
                      </a:cubicBezTo>
                      <a:cubicBezTo>
                        <a:pt x="21" y="329"/>
                        <a:pt x="21" y="330"/>
                        <a:pt x="21" y="330"/>
                      </a:cubicBezTo>
                      <a:cubicBezTo>
                        <a:pt x="21" y="330"/>
                        <a:pt x="21" y="330"/>
                        <a:pt x="21" y="330"/>
                      </a:cubicBezTo>
                      <a:cubicBezTo>
                        <a:pt x="21" y="330"/>
                        <a:pt x="21" y="330"/>
                        <a:pt x="21" y="330"/>
                      </a:cubicBezTo>
                      <a:cubicBezTo>
                        <a:pt x="21" y="330"/>
                        <a:pt x="21" y="330"/>
                        <a:pt x="21" y="330"/>
                      </a:cubicBezTo>
                      <a:cubicBezTo>
                        <a:pt x="21" y="330"/>
                        <a:pt x="20" y="330"/>
                        <a:pt x="20" y="330"/>
                      </a:cubicBezTo>
                      <a:cubicBezTo>
                        <a:pt x="21" y="331"/>
                        <a:pt x="22" y="331"/>
                        <a:pt x="22" y="330"/>
                      </a:cubicBezTo>
                      <a:cubicBezTo>
                        <a:pt x="22" y="330"/>
                        <a:pt x="22" y="330"/>
                        <a:pt x="22" y="330"/>
                      </a:cubicBezTo>
                      <a:cubicBezTo>
                        <a:pt x="23" y="330"/>
                        <a:pt x="23" y="330"/>
                        <a:pt x="23" y="330"/>
                      </a:cubicBezTo>
                      <a:cubicBezTo>
                        <a:pt x="23" y="330"/>
                        <a:pt x="23" y="330"/>
                        <a:pt x="23" y="330"/>
                      </a:cubicBezTo>
                      <a:cubicBezTo>
                        <a:pt x="23" y="329"/>
                        <a:pt x="23" y="330"/>
                        <a:pt x="24" y="330"/>
                      </a:cubicBezTo>
                      <a:cubicBezTo>
                        <a:pt x="24" y="330"/>
                        <a:pt x="24" y="330"/>
                        <a:pt x="24" y="329"/>
                      </a:cubicBezTo>
                      <a:cubicBezTo>
                        <a:pt x="24" y="329"/>
                        <a:pt x="24" y="329"/>
                        <a:pt x="24" y="329"/>
                      </a:cubicBezTo>
                      <a:cubicBezTo>
                        <a:pt x="24" y="328"/>
                        <a:pt x="24" y="328"/>
                        <a:pt x="24" y="328"/>
                      </a:cubicBezTo>
                      <a:cubicBezTo>
                        <a:pt x="24" y="328"/>
                        <a:pt x="24" y="327"/>
                        <a:pt x="25" y="327"/>
                      </a:cubicBezTo>
                      <a:cubicBezTo>
                        <a:pt x="25" y="327"/>
                        <a:pt x="25" y="327"/>
                        <a:pt x="25" y="327"/>
                      </a:cubicBezTo>
                      <a:cubicBezTo>
                        <a:pt x="25" y="328"/>
                        <a:pt x="25" y="328"/>
                        <a:pt x="25" y="327"/>
                      </a:cubicBezTo>
                      <a:cubicBezTo>
                        <a:pt x="25" y="327"/>
                        <a:pt x="25" y="327"/>
                        <a:pt x="25" y="327"/>
                      </a:cubicBezTo>
                      <a:cubicBezTo>
                        <a:pt x="25" y="327"/>
                        <a:pt x="25" y="327"/>
                        <a:pt x="25" y="327"/>
                      </a:cubicBezTo>
                      <a:cubicBezTo>
                        <a:pt x="25" y="326"/>
                        <a:pt x="25" y="327"/>
                        <a:pt x="25" y="326"/>
                      </a:cubicBezTo>
                      <a:cubicBezTo>
                        <a:pt x="24" y="326"/>
                        <a:pt x="25" y="326"/>
                        <a:pt x="25" y="326"/>
                      </a:cubicBezTo>
                      <a:cubicBezTo>
                        <a:pt x="25" y="326"/>
                        <a:pt x="24" y="326"/>
                        <a:pt x="24" y="326"/>
                      </a:cubicBezTo>
                      <a:cubicBezTo>
                        <a:pt x="24" y="326"/>
                        <a:pt x="24" y="326"/>
                        <a:pt x="24" y="326"/>
                      </a:cubicBezTo>
                      <a:cubicBezTo>
                        <a:pt x="24" y="326"/>
                        <a:pt x="23" y="326"/>
                        <a:pt x="23" y="326"/>
                      </a:cubicBezTo>
                      <a:cubicBezTo>
                        <a:pt x="23" y="326"/>
                        <a:pt x="23" y="326"/>
                        <a:pt x="23" y="326"/>
                      </a:cubicBezTo>
                      <a:cubicBezTo>
                        <a:pt x="23" y="326"/>
                        <a:pt x="23" y="326"/>
                        <a:pt x="23" y="326"/>
                      </a:cubicBezTo>
                      <a:cubicBezTo>
                        <a:pt x="23" y="325"/>
                        <a:pt x="23" y="325"/>
                        <a:pt x="23" y="325"/>
                      </a:cubicBezTo>
                      <a:cubicBezTo>
                        <a:pt x="23" y="325"/>
                        <a:pt x="23" y="325"/>
                        <a:pt x="23" y="325"/>
                      </a:cubicBezTo>
                      <a:cubicBezTo>
                        <a:pt x="23" y="325"/>
                        <a:pt x="24" y="325"/>
                        <a:pt x="24" y="325"/>
                      </a:cubicBezTo>
                      <a:cubicBezTo>
                        <a:pt x="24" y="325"/>
                        <a:pt x="24" y="325"/>
                        <a:pt x="25" y="325"/>
                      </a:cubicBezTo>
                      <a:cubicBezTo>
                        <a:pt x="25" y="325"/>
                        <a:pt x="25" y="325"/>
                        <a:pt x="25" y="325"/>
                      </a:cubicBezTo>
                      <a:cubicBezTo>
                        <a:pt x="24" y="325"/>
                        <a:pt x="24" y="325"/>
                        <a:pt x="24" y="324"/>
                      </a:cubicBezTo>
                      <a:cubicBezTo>
                        <a:pt x="24" y="325"/>
                        <a:pt x="24" y="325"/>
                        <a:pt x="23" y="325"/>
                      </a:cubicBezTo>
                      <a:cubicBezTo>
                        <a:pt x="23" y="325"/>
                        <a:pt x="23" y="324"/>
                        <a:pt x="23" y="324"/>
                      </a:cubicBezTo>
                      <a:cubicBezTo>
                        <a:pt x="23" y="324"/>
                        <a:pt x="22" y="324"/>
                        <a:pt x="22" y="324"/>
                      </a:cubicBezTo>
                      <a:cubicBezTo>
                        <a:pt x="22" y="324"/>
                        <a:pt x="22" y="324"/>
                        <a:pt x="22" y="325"/>
                      </a:cubicBezTo>
                      <a:cubicBezTo>
                        <a:pt x="22" y="325"/>
                        <a:pt x="22" y="325"/>
                        <a:pt x="22" y="325"/>
                      </a:cubicBezTo>
                      <a:cubicBezTo>
                        <a:pt x="21" y="324"/>
                        <a:pt x="22" y="324"/>
                        <a:pt x="21" y="324"/>
                      </a:cubicBezTo>
                      <a:cubicBezTo>
                        <a:pt x="21" y="323"/>
                        <a:pt x="21" y="323"/>
                        <a:pt x="21" y="323"/>
                      </a:cubicBezTo>
                      <a:cubicBezTo>
                        <a:pt x="21" y="323"/>
                        <a:pt x="21" y="324"/>
                        <a:pt x="21" y="324"/>
                      </a:cubicBezTo>
                      <a:cubicBezTo>
                        <a:pt x="21" y="324"/>
                        <a:pt x="21" y="324"/>
                        <a:pt x="21" y="324"/>
                      </a:cubicBezTo>
                      <a:cubicBezTo>
                        <a:pt x="21" y="324"/>
                        <a:pt x="21" y="324"/>
                        <a:pt x="21" y="324"/>
                      </a:cubicBezTo>
                      <a:cubicBezTo>
                        <a:pt x="21" y="324"/>
                        <a:pt x="20" y="324"/>
                        <a:pt x="20" y="324"/>
                      </a:cubicBezTo>
                      <a:cubicBezTo>
                        <a:pt x="20" y="324"/>
                        <a:pt x="20" y="324"/>
                        <a:pt x="20" y="324"/>
                      </a:cubicBezTo>
                      <a:cubicBezTo>
                        <a:pt x="20" y="324"/>
                        <a:pt x="20" y="324"/>
                        <a:pt x="20" y="324"/>
                      </a:cubicBezTo>
                      <a:cubicBezTo>
                        <a:pt x="20" y="323"/>
                        <a:pt x="20" y="323"/>
                        <a:pt x="20" y="323"/>
                      </a:cubicBezTo>
                      <a:cubicBezTo>
                        <a:pt x="20" y="323"/>
                        <a:pt x="20" y="323"/>
                        <a:pt x="20" y="322"/>
                      </a:cubicBezTo>
                      <a:cubicBezTo>
                        <a:pt x="20" y="322"/>
                        <a:pt x="19" y="322"/>
                        <a:pt x="19" y="322"/>
                      </a:cubicBezTo>
                      <a:cubicBezTo>
                        <a:pt x="19" y="322"/>
                        <a:pt x="19" y="322"/>
                        <a:pt x="19" y="322"/>
                      </a:cubicBezTo>
                      <a:cubicBezTo>
                        <a:pt x="19" y="323"/>
                        <a:pt x="19" y="323"/>
                        <a:pt x="19" y="323"/>
                      </a:cubicBezTo>
                      <a:cubicBezTo>
                        <a:pt x="19" y="323"/>
                        <a:pt x="18" y="323"/>
                        <a:pt x="18" y="323"/>
                      </a:cubicBezTo>
                      <a:cubicBezTo>
                        <a:pt x="18" y="323"/>
                        <a:pt x="18" y="323"/>
                        <a:pt x="17" y="323"/>
                      </a:cubicBezTo>
                      <a:cubicBezTo>
                        <a:pt x="17" y="323"/>
                        <a:pt x="17" y="323"/>
                        <a:pt x="17" y="324"/>
                      </a:cubicBezTo>
                      <a:close/>
                      <a:moveTo>
                        <a:pt x="18" y="328"/>
                      </a:moveTo>
                      <a:cubicBezTo>
                        <a:pt x="18" y="328"/>
                        <a:pt x="18" y="328"/>
                        <a:pt x="18" y="328"/>
                      </a:cubicBezTo>
                      <a:cubicBezTo>
                        <a:pt x="18" y="328"/>
                        <a:pt x="18" y="328"/>
                        <a:pt x="18" y="328"/>
                      </a:cubicBezTo>
                      <a:cubicBezTo>
                        <a:pt x="18" y="328"/>
                        <a:pt x="18" y="328"/>
                        <a:pt x="18" y="328"/>
                      </a:cubicBezTo>
                      <a:cubicBezTo>
                        <a:pt x="18" y="328"/>
                        <a:pt x="18" y="328"/>
                        <a:pt x="19" y="328"/>
                      </a:cubicBezTo>
                      <a:cubicBezTo>
                        <a:pt x="19" y="328"/>
                        <a:pt x="19" y="328"/>
                        <a:pt x="19" y="328"/>
                      </a:cubicBezTo>
                      <a:cubicBezTo>
                        <a:pt x="19" y="328"/>
                        <a:pt x="19" y="328"/>
                        <a:pt x="19" y="328"/>
                      </a:cubicBezTo>
                      <a:cubicBezTo>
                        <a:pt x="19" y="328"/>
                        <a:pt x="19" y="327"/>
                        <a:pt x="19" y="327"/>
                      </a:cubicBezTo>
                      <a:cubicBezTo>
                        <a:pt x="19" y="327"/>
                        <a:pt x="19" y="327"/>
                        <a:pt x="19" y="327"/>
                      </a:cubicBezTo>
                      <a:cubicBezTo>
                        <a:pt x="19" y="327"/>
                        <a:pt x="19" y="327"/>
                        <a:pt x="19" y="327"/>
                      </a:cubicBezTo>
                      <a:cubicBezTo>
                        <a:pt x="18" y="327"/>
                        <a:pt x="18" y="327"/>
                        <a:pt x="18" y="327"/>
                      </a:cubicBezTo>
                      <a:cubicBezTo>
                        <a:pt x="18" y="327"/>
                        <a:pt x="18" y="327"/>
                        <a:pt x="18" y="327"/>
                      </a:cubicBezTo>
                      <a:cubicBezTo>
                        <a:pt x="18" y="327"/>
                        <a:pt x="18" y="327"/>
                        <a:pt x="18" y="327"/>
                      </a:cubicBezTo>
                      <a:cubicBezTo>
                        <a:pt x="18" y="327"/>
                        <a:pt x="18" y="327"/>
                        <a:pt x="18" y="328"/>
                      </a:cubicBezTo>
                      <a:close/>
                      <a:moveTo>
                        <a:pt x="18" y="330"/>
                      </a:moveTo>
                      <a:cubicBezTo>
                        <a:pt x="18" y="330"/>
                        <a:pt x="18" y="330"/>
                        <a:pt x="18" y="330"/>
                      </a:cubicBezTo>
                      <a:cubicBezTo>
                        <a:pt x="18" y="330"/>
                        <a:pt x="18" y="330"/>
                        <a:pt x="18" y="330"/>
                      </a:cubicBezTo>
                      <a:cubicBezTo>
                        <a:pt x="18" y="330"/>
                        <a:pt x="18" y="330"/>
                        <a:pt x="18" y="330"/>
                      </a:cubicBezTo>
                      <a:cubicBezTo>
                        <a:pt x="18" y="330"/>
                        <a:pt x="18" y="330"/>
                        <a:pt x="17" y="330"/>
                      </a:cubicBezTo>
                      <a:cubicBezTo>
                        <a:pt x="17" y="330"/>
                        <a:pt x="17" y="330"/>
                        <a:pt x="17" y="330"/>
                      </a:cubicBezTo>
                      <a:cubicBezTo>
                        <a:pt x="17" y="330"/>
                        <a:pt x="17" y="329"/>
                        <a:pt x="17" y="329"/>
                      </a:cubicBezTo>
                      <a:cubicBezTo>
                        <a:pt x="17" y="329"/>
                        <a:pt x="17" y="329"/>
                        <a:pt x="17" y="329"/>
                      </a:cubicBezTo>
                      <a:cubicBezTo>
                        <a:pt x="17" y="330"/>
                        <a:pt x="17" y="330"/>
                        <a:pt x="17" y="330"/>
                      </a:cubicBezTo>
                      <a:cubicBezTo>
                        <a:pt x="17" y="330"/>
                        <a:pt x="17" y="330"/>
                        <a:pt x="17" y="330"/>
                      </a:cubicBezTo>
                      <a:cubicBezTo>
                        <a:pt x="17" y="330"/>
                        <a:pt x="16" y="330"/>
                        <a:pt x="16" y="330"/>
                      </a:cubicBezTo>
                      <a:cubicBezTo>
                        <a:pt x="16" y="330"/>
                        <a:pt x="16" y="330"/>
                        <a:pt x="16" y="330"/>
                      </a:cubicBezTo>
                      <a:cubicBezTo>
                        <a:pt x="17" y="330"/>
                        <a:pt x="17" y="330"/>
                        <a:pt x="17" y="330"/>
                      </a:cubicBezTo>
                      <a:cubicBezTo>
                        <a:pt x="17" y="330"/>
                        <a:pt x="17" y="330"/>
                        <a:pt x="17" y="330"/>
                      </a:cubicBezTo>
                      <a:cubicBezTo>
                        <a:pt x="17" y="330"/>
                        <a:pt x="17" y="330"/>
                        <a:pt x="17" y="330"/>
                      </a:cubicBezTo>
                      <a:cubicBezTo>
                        <a:pt x="17" y="330"/>
                        <a:pt x="17" y="330"/>
                        <a:pt x="17" y="331"/>
                      </a:cubicBezTo>
                      <a:cubicBezTo>
                        <a:pt x="17" y="331"/>
                        <a:pt x="17" y="331"/>
                        <a:pt x="17" y="331"/>
                      </a:cubicBezTo>
                      <a:cubicBezTo>
                        <a:pt x="17" y="331"/>
                        <a:pt x="17" y="331"/>
                        <a:pt x="18" y="331"/>
                      </a:cubicBezTo>
                      <a:cubicBezTo>
                        <a:pt x="18" y="331"/>
                        <a:pt x="18" y="331"/>
                        <a:pt x="18" y="331"/>
                      </a:cubicBezTo>
                      <a:cubicBezTo>
                        <a:pt x="18" y="331"/>
                        <a:pt x="18" y="331"/>
                        <a:pt x="18" y="331"/>
                      </a:cubicBezTo>
                      <a:cubicBezTo>
                        <a:pt x="18" y="331"/>
                        <a:pt x="18" y="331"/>
                        <a:pt x="18" y="330"/>
                      </a:cubicBezTo>
                      <a:close/>
                      <a:moveTo>
                        <a:pt x="13" y="319"/>
                      </a:moveTo>
                      <a:cubicBezTo>
                        <a:pt x="13" y="319"/>
                        <a:pt x="13" y="319"/>
                        <a:pt x="13" y="319"/>
                      </a:cubicBezTo>
                      <a:cubicBezTo>
                        <a:pt x="13" y="319"/>
                        <a:pt x="13" y="319"/>
                        <a:pt x="13" y="319"/>
                      </a:cubicBezTo>
                      <a:cubicBezTo>
                        <a:pt x="13" y="320"/>
                        <a:pt x="14" y="320"/>
                        <a:pt x="14" y="320"/>
                      </a:cubicBezTo>
                      <a:cubicBezTo>
                        <a:pt x="14" y="320"/>
                        <a:pt x="14" y="320"/>
                        <a:pt x="14" y="320"/>
                      </a:cubicBezTo>
                      <a:cubicBezTo>
                        <a:pt x="14" y="320"/>
                        <a:pt x="14" y="320"/>
                        <a:pt x="14" y="320"/>
                      </a:cubicBezTo>
                      <a:cubicBezTo>
                        <a:pt x="14" y="320"/>
                        <a:pt x="14" y="319"/>
                        <a:pt x="14" y="319"/>
                      </a:cubicBezTo>
                      <a:cubicBezTo>
                        <a:pt x="14" y="319"/>
                        <a:pt x="14" y="319"/>
                        <a:pt x="14" y="319"/>
                      </a:cubicBezTo>
                      <a:cubicBezTo>
                        <a:pt x="14" y="320"/>
                        <a:pt x="15" y="320"/>
                        <a:pt x="15" y="320"/>
                      </a:cubicBezTo>
                      <a:cubicBezTo>
                        <a:pt x="15" y="320"/>
                        <a:pt x="15" y="320"/>
                        <a:pt x="15" y="320"/>
                      </a:cubicBezTo>
                      <a:cubicBezTo>
                        <a:pt x="15" y="321"/>
                        <a:pt x="15" y="321"/>
                        <a:pt x="15" y="321"/>
                      </a:cubicBezTo>
                      <a:cubicBezTo>
                        <a:pt x="15" y="321"/>
                        <a:pt x="15" y="321"/>
                        <a:pt x="15" y="321"/>
                      </a:cubicBezTo>
                      <a:cubicBezTo>
                        <a:pt x="15" y="321"/>
                        <a:pt x="16" y="322"/>
                        <a:pt x="16" y="321"/>
                      </a:cubicBezTo>
                      <a:cubicBezTo>
                        <a:pt x="16" y="321"/>
                        <a:pt x="16" y="321"/>
                        <a:pt x="16" y="321"/>
                      </a:cubicBezTo>
                      <a:cubicBezTo>
                        <a:pt x="17" y="321"/>
                        <a:pt x="17" y="322"/>
                        <a:pt x="17" y="322"/>
                      </a:cubicBezTo>
                      <a:cubicBezTo>
                        <a:pt x="17" y="322"/>
                        <a:pt x="18" y="322"/>
                        <a:pt x="18" y="322"/>
                      </a:cubicBezTo>
                      <a:cubicBezTo>
                        <a:pt x="18" y="322"/>
                        <a:pt x="18" y="322"/>
                        <a:pt x="19" y="322"/>
                      </a:cubicBezTo>
                      <a:cubicBezTo>
                        <a:pt x="19" y="321"/>
                        <a:pt x="18" y="321"/>
                        <a:pt x="18" y="321"/>
                      </a:cubicBezTo>
                      <a:cubicBezTo>
                        <a:pt x="18" y="321"/>
                        <a:pt x="18" y="321"/>
                        <a:pt x="18" y="321"/>
                      </a:cubicBezTo>
                      <a:cubicBezTo>
                        <a:pt x="17" y="321"/>
                        <a:pt x="17" y="320"/>
                        <a:pt x="17" y="320"/>
                      </a:cubicBezTo>
                      <a:cubicBezTo>
                        <a:pt x="17" y="320"/>
                        <a:pt x="17" y="320"/>
                        <a:pt x="17" y="320"/>
                      </a:cubicBezTo>
                      <a:cubicBezTo>
                        <a:pt x="17" y="320"/>
                        <a:pt x="16" y="319"/>
                        <a:pt x="16" y="319"/>
                      </a:cubicBezTo>
                      <a:cubicBezTo>
                        <a:pt x="16" y="319"/>
                        <a:pt x="16" y="319"/>
                        <a:pt x="16" y="320"/>
                      </a:cubicBezTo>
                      <a:cubicBezTo>
                        <a:pt x="16" y="320"/>
                        <a:pt x="16" y="320"/>
                        <a:pt x="16" y="320"/>
                      </a:cubicBezTo>
                      <a:cubicBezTo>
                        <a:pt x="16" y="320"/>
                        <a:pt x="16" y="320"/>
                        <a:pt x="16" y="320"/>
                      </a:cubicBezTo>
                      <a:cubicBezTo>
                        <a:pt x="16" y="320"/>
                        <a:pt x="16" y="320"/>
                        <a:pt x="16" y="320"/>
                      </a:cubicBezTo>
                      <a:cubicBezTo>
                        <a:pt x="16" y="320"/>
                        <a:pt x="16" y="319"/>
                        <a:pt x="16" y="319"/>
                      </a:cubicBezTo>
                      <a:cubicBezTo>
                        <a:pt x="16" y="319"/>
                        <a:pt x="16" y="319"/>
                        <a:pt x="16" y="319"/>
                      </a:cubicBezTo>
                      <a:cubicBezTo>
                        <a:pt x="16" y="319"/>
                        <a:pt x="15" y="319"/>
                        <a:pt x="15" y="319"/>
                      </a:cubicBezTo>
                      <a:cubicBezTo>
                        <a:pt x="15" y="319"/>
                        <a:pt x="15" y="318"/>
                        <a:pt x="14" y="318"/>
                      </a:cubicBezTo>
                      <a:cubicBezTo>
                        <a:pt x="14" y="318"/>
                        <a:pt x="14" y="318"/>
                        <a:pt x="14" y="318"/>
                      </a:cubicBezTo>
                      <a:cubicBezTo>
                        <a:pt x="14" y="318"/>
                        <a:pt x="14" y="318"/>
                        <a:pt x="13" y="318"/>
                      </a:cubicBezTo>
                      <a:cubicBezTo>
                        <a:pt x="13" y="317"/>
                        <a:pt x="12" y="317"/>
                        <a:pt x="12" y="317"/>
                      </a:cubicBezTo>
                      <a:cubicBezTo>
                        <a:pt x="12" y="317"/>
                        <a:pt x="12" y="317"/>
                        <a:pt x="12" y="317"/>
                      </a:cubicBezTo>
                      <a:cubicBezTo>
                        <a:pt x="12" y="317"/>
                        <a:pt x="12" y="317"/>
                        <a:pt x="12" y="317"/>
                      </a:cubicBezTo>
                      <a:cubicBezTo>
                        <a:pt x="12" y="317"/>
                        <a:pt x="11" y="317"/>
                        <a:pt x="11" y="317"/>
                      </a:cubicBezTo>
                      <a:cubicBezTo>
                        <a:pt x="11" y="317"/>
                        <a:pt x="11" y="317"/>
                        <a:pt x="11" y="317"/>
                      </a:cubicBezTo>
                      <a:cubicBezTo>
                        <a:pt x="11" y="317"/>
                        <a:pt x="11" y="317"/>
                        <a:pt x="11" y="317"/>
                      </a:cubicBezTo>
                      <a:cubicBezTo>
                        <a:pt x="10" y="317"/>
                        <a:pt x="10" y="317"/>
                        <a:pt x="10" y="317"/>
                      </a:cubicBezTo>
                      <a:cubicBezTo>
                        <a:pt x="10" y="317"/>
                        <a:pt x="10" y="316"/>
                        <a:pt x="10" y="316"/>
                      </a:cubicBezTo>
                      <a:cubicBezTo>
                        <a:pt x="10" y="316"/>
                        <a:pt x="10" y="315"/>
                        <a:pt x="9" y="315"/>
                      </a:cubicBezTo>
                      <a:cubicBezTo>
                        <a:pt x="9" y="315"/>
                        <a:pt x="9" y="315"/>
                        <a:pt x="9" y="315"/>
                      </a:cubicBezTo>
                      <a:cubicBezTo>
                        <a:pt x="9" y="315"/>
                        <a:pt x="8" y="315"/>
                        <a:pt x="8" y="315"/>
                      </a:cubicBezTo>
                      <a:cubicBezTo>
                        <a:pt x="8" y="315"/>
                        <a:pt x="8" y="315"/>
                        <a:pt x="8" y="315"/>
                      </a:cubicBezTo>
                      <a:cubicBezTo>
                        <a:pt x="8" y="315"/>
                        <a:pt x="8" y="315"/>
                        <a:pt x="8" y="315"/>
                      </a:cubicBezTo>
                      <a:cubicBezTo>
                        <a:pt x="8" y="315"/>
                        <a:pt x="8" y="315"/>
                        <a:pt x="8" y="316"/>
                      </a:cubicBezTo>
                      <a:cubicBezTo>
                        <a:pt x="8" y="316"/>
                        <a:pt x="8" y="316"/>
                        <a:pt x="8" y="316"/>
                      </a:cubicBezTo>
                      <a:cubicBezTo>
                        <a:pt x="8" y="316"/>
                        <a:pt x="8" y="316"/>
                        <a:pt x="8" y="316"/>
                      </a:cubicBezTo>
                      <a:cubicBezTo>
                        <a:pt x="8" y="316"/>
                        <a:pt x="8" y="316"/>
                        <a:pt x="8" y="317"/>
                      </a:cubicBezTo>
                      <a:cubicBezTo>
                        <a:pt x="8" y="317"/>
                        <a:pt x="9" y="317"/>
                        <a:pt x="9" y="317"/>
                      </a:cubicBezTo>
                      <a:cubicBezTo>
                        <a:pt x="9" y="317"/>
                        <a:pt x="9" y="318"/>
                        <a:pt x="9" y="318"/>
                      </a:cubicBezTo>
                      <a:cubicBezTo>
                        <a:pt x="9" y="318"/>
                        <a:pt x="10" y="318"/>
                        <a:pt x="10" y="318"/>
                      </a:cubicBezTo>
                      <a:cubicBezTo>
                        <a:pt x="10" y="318"/>
                        <a:pt x="10" y="319"/>
                        <a:pt x="10" y="319"/>
                      </a:cubicBezTo>
                      <a:cubicBezTo>
                        <a:pt x="10" y="319"/>
                        <a:pt x="11" y="319"/>
                        <a:pt x="11" y="319"/>
                      </a:cubicBezTo>
                      <a:cubicBezTo>
                        <a:pt x="11" y="319"/>
                        <a:pt x="11" y="319"/>
                        <a:pt x="11" y="319"/>
                      </a:cubicBezTo>
                      <a:cubicBezTo>
                        <a:pt x="11" y="319"/>
                        <a:pt x="11" y="319"/>
                        <a:pt x="11" y="319"/>
                      </a:cubicBezTo>
                      <a:cubicBezTo>
                        <a:pt x="11" y="319"/>
                        <a:pt x="12" y="319"/>
                        <a:pt x="12" y="319"/>
                      </a:cubicBezTo>
                      <a:cubicBezTo>
                        <a:pt x="12" y="319"/>
                        <a:pt x="12" y="319"/>
                        <a:pt x="12" y="319"/>
                      </a:cubicBezTo>
                      <a:cubicBezTo>
                        <a:pt x="12" y="319"/>
                        <a:pt x="12" y="319"/>
                        <a:pt x="12" y="320"/>
                      </a:cubicBezTo>
                      <a:cubicBezTo>
                        <a:pt x="13" y="319"/>
                        <a:pt x="12" y="319"/>
                        <a:pt x="12" y="319"/>
                      </a:cubicBezTo>
                      <a:cubicBezTo>
                        <a:pt x="12" y="319"/>
                        <a:pt x="13" y="319"/>
                        <a:pt x="13" y="319"/>
                      </a:cubicBezTo>
                      <a:cubicBezTo>
                        <a:pt x="13" y="319"/>
                        <a:pt x="13" y="319"/>
                        <a:pt x="13" y="319"/>
                      </a:cubicBezTo>
                      <a:close/>
                      <a:moveTo>
                        <a:pt x="14" y="313"/>
                      </a:moveTo>
                      <a:cubicBezTo>
                        <a:pt x="14" y="313"/>
                        <a:pt x="14" y="313"/>
                        <a:pt x="14" y="313"/>
                      </a:cubicBezTo>
                      <a:cubicBezTo>
                        <a:pt x="14" y="312"/>
                        <a:pt x="15" y="311"/>
                        <a:pt x="15" y="311"/>
                      </a:cubicBezTo>
                      <a:cubicBezTo>
                        <a:pt x="15" y="311"/>
                        <a:pt x="15" y="310"/>
                        <a:pt x="14" y="310"/>
                      </a:cubicBezTo>
                      <a:cubicBezTo>
                        <a:pt x="14" y="310"/>
                        <a:pt x="14" y="310"/>
                        <a:pt x="14" y="310"/>
                      </a:cubicBezTo>
                      <a:cubicBezTo>
                        <a:pt x="14" y="310"/>
                        <a:pt x="14" y="310"/>
                        <a:pt x="14" y="309"/>
                      </a:cubicBezTo>
                      <a:cubicBezTo>
                        <a:pt x="14" y="309"/>
                        <a:pt x="14" y="309"/>
                        <a:pt x="14" y="309"/>
                      </a:cubicBezTo>
                      <a:cubicBezTo>
                        <a:pt x="14" y="309"/>
                        <a:pt x="14" y="309"/>
                        <a:pt x="14" y="309"/>
                      </a:cubicBezTo>
                      <a:cubicBezTo>
                        <a:pt x="14" y="309"/>
                        <a:pt x="14" y="309"/>
                        <a:pt x="14" y="309"/>
                      </a:cubicBezTo>
                      <a:cubicBezTo>
                        <a:pt x="14" y="309"/>
                        <a:pt x="14" y="309"/>
                        <a:pt x="14" y="308"/>
                      </a:cubicBezTo>
                      <a:cubicBezTo>
                        <a:pt x="14" y="308"/>
                        <a:pt x="14" y="308"/>
                        <a:pt x="14" y="308"/>
                      </a:cubicBezTo>
                      <a:cubicBezTo>
                        <a:pt x="14" y="308"/>
                        <a:pt x="13" y="308"/>
                        <a:pt x="13" y="308"/>
                      </a:cubicBezTo>
                      <a:cubicBezTo>
                        <a:pt x="13" y="308"/>
                        <a:pt x="13" y="308"/>
                        <a:pt x="13" y="308"/>
                      </a:cubicBezTo>
                      <a:cubicBezTo>
                        <a:pt x="13" y="308"/>
                        <a:pt x="13" y="308"/>
                        <a:pt x="13" y="308"/>
                      </a:cubicBezTo>
                      <a:cubicBezTo>
                        <a:pt x="13" y="308"/>
                        <a:pt x="13" y="308"/>
                        <a:pt x="13" y="308"/>
                      </a:cubicBezTo>
                      <a:cubicBezTo>
                        <a:pt x="12" y="308"/>
                        <a:pt x="12" y="308"/>
                        <a:pt x="12" y="307"/>
                      </a:cubicBezTo>
                      <a:cubicBezTo>
                        <a:pt x="12" y="307"/>
                        <a:pt x="12" y="307"/>
                        <a:pt x="12" y="307"/>
                      </a:cubicBezTo>
                      <a:cubicBezTo>
                        <a:pt x="12" y="307"/>
                        <a:pt x="12" y="307"/>
                        <a:pt x="12" y="307"/>
                      </a:cubicBezTo>
                      <a:cubicBezTo>
                        <a:pt x="11" y="307"/>
                        <a:pt x="11" y="307"/>
                        <a:pt x="11" y="307"/>
                      </a:cubicBezTo>
                      <a:cubicBezTo>
                        <a:pt x="11" y="307"/>
                        <a:pt x="11" y="307"/>
                        <a:pt x="11" y="307"/>
                      </a:cubicBezTo>
                      <a:cubicBezTo>
                        <a:pt x="11" y="307"/>
                        <a:pt x="11" y="307"/>
                        <a:pt x="11" y="307"/>
                      </a:cubicBezTo>
                      <a:cubicBezTo>
                        <a:pt x="10" y="307"/>
                        <a:pt x="10" y="307"/>
                        <a:pt x="10" y="307"/>
                      </a:cubicBezTo>
                      <a:cubicBezTo>
                        <a:pt x="10" y="307"/>
                        <a:pt x="10" y="307"/>
                        <a:pt x="10" y="307"/>
                      </a:cubicBezTo>
                      <a:cubicBezTo>
                        <a:pt x="10" y="307"/>
                        <a:pt x="10" y="307"/>
                        <a:pt x="10" y="307"/>
                      </a:cubicBezTo>
                      <a:cubicBezTo>
                        <a:pt x="10" y="308"/>
                        <a:pt x="9" y="308"/>
                        <a:pt x="9" y="308"/>
                      </a:cubicBezTo>
                      <a:cubicBezTo>
                        <a:pt x="10" y="308"/>
                        <a:pt x="10" y="308"/>
                        <a:pt x="10" y="309"/>
                      </a:cubicBezTo>
                      <a:cubicBezTo>
                        <a:pt x="10" y="309"/>
                        <a:pt x="10" y="308"/>
                        <a:pt x="10" y="308"/>
                      </a:cubicBezTo>
                      <a:cubicBezTo>
                        <a:pt x="11" y="308"/>
                        <a:pt x="11" y="308"/>
                        <a:pt x="11" y="308"/>
                      </a:cubicBezTo>
                      <a:cubicBezTo>
                        <a:pt x="11" y="308"/>
                        <a:pt x="11" y="308"/>
                        <a:pt x="11" y="308"/>
                      </a:cubicBezTo>
                      <a:cubicBezTo>
                        <a:pt x="11" y="308"/>
                        <a:pt x="11" y="308"/>
                        <a:pt x="11" y="308"/>
                      </a:cubicBezTo>
                      <a:cubicBezTo>
                        <a:pt x="11" y="308"/>
                        <a:pt x="11" y="309"/>
                        <a:pt x="11" y="309"/>
                      </a:cubicBezTo>
                      <a:cubicBezTo>
                        <a:pt x="11" y="309"/>
                        <a:pt x="11" y="309"/>
                        <a:pt x="11" y="309"/>
                      </a:cubicBezTo>
                      <a:cubicBezTo>
                        <a:pt x="11" y="309"/>
                        <a:pt x="11" y="310"/>
                        <a:pt x="11" y="310"/>
                      </a:cubicBezTo>
                      <a:cubicBezTo>
                        <a:pt x="11" y="310"/>
                        <a:pt x="11" y="310"/>
                        <a:pt x="11" y="310"/>
                      </a:cubicBezTo>
                      <a:cubicBezTo>
                        <a:pt x="11" y="310"/>
                        <a:pt x="11" y="310"/>
                        <a:pt x="11" y="310"/>
                      </a:cubicBezTo>
                      <a:cubicBezTo>
                        <a:pt x="11" y="310"/>
                        <a:pt x="11" y="310"/>
                        <a:pt x="11" y="310"/>
                      </a:cubicBezTo>
                      <a:cubicBezTo>
                        <a:pt x="11" y="310"/>
                        <a:pt x="11" y="311"/>
                        <a:pt x="11" y="311"/>
                      </a:cubicBezTo>
                      <a:cubicBezTo>
                        <a:pt x="11" y="311"/>
                        <a:pt x="11" y="311"/>
                        <a:pt x="11" y="311"/>
                      </a:cubicBezTo>
                      <a:cubicBezTo>
                        <a:pt x="12" y="311"/>
                        <a:pt x="12" y="311"/>
                        <a:pt x="12" y="311"/>
                      </a:cubicBezTo>
                      <a:cubicBezTo>
                        <a:pt x="12" y="311"/>
                        <a:pt x="12" y="311"/>
                        <a:pt x="12" y="310"/>
                      </a:cubicBezTo>
                      <a:cubicBezTo>
                        <a:pt x="12" y="310"/>
                        <a:pt x="12" y="310"/>
                        <a:pt x="12" y="310"/>
                      </a:cubicBezTo>
                      <a:cubicBezTo>
                        <a:pt x="12" y="310"/>
                        <a:pt x="12" y="310"/>
                        <a:pt x="13" y="310"/>
                      </a:cubicBezTo>
                      <a:cubicBezTo>
                        <a:pt x="13" y="310"/>
                        <a:pt x="13" y="310"/>
                        <a:pt x="13" y="310"/>
                      </a:cubicBezTo>
                      <a:cubicBezTo>
                        <a:pt x="13" y="310"/>
                        <a:pt x="13" y="310"/>
                        <a:pt x="13" y="310"/>
                      </a:cubicBezTo>
                      <a:cubicBezTo>
                        <a:pt x="13" y="310"/>
                        <a:pt x="13" y="310"/>
                        <a:pt x="13" y="309"/>
                      </a:cubicBezTo>
                      <a:cubicBezTo>
                        <a:pt x="13" y="309"/>
                        <a:pt x="13" y="309"/>
                        <a:pt x="13" y="309"/>
                      </a:cubicBezTo>
                      <a:cubicBezTo>
                        <a:pt x="13" y="309"/>
                        <a:pt x="13" y="309"/>
                        <a:pt x="13" y="309"/>
                      </a:cubicBezTo>
                      <a:cubicBezTo>
                        <a:pt x="13" y="309"/>
                        <a:pt x="13" y="309"/>
                        <a:pt x="13" y="309"/>
                      </a:cubicBezTo>
                      <a:cubicBezTo>
                        <a:pt x="14" y="310"/>
                        <a:pt x="14" y="310"/>
                        <a:pt x="13" y="310"/>
                      </a:cubicBezTo>
                      <a:cubicBezTo>
                        <a:pt x="13" y="310"/>
                        <a:pt x="14" y="310"/>
                        <a:pt x="14" y="310"/>
                      </a:cubicBezTo>
                      <a:cubicBezTo>
                        <a:pt x="14" y="310"/>
                        <a:pt x="14" y="310"/>
                        <a:pt x="14" y="310"/>
                      </a:cubicBezTo>
                      <a:cubicBezTo>
                        <a:pt x="14" y="311"/>
                        <a:pt x="14" y="311"/>
                        <a:pt x="14" y="311"/>
                      </a:cubicBezTo>
                      <a:cubicBezTo>
                        <a:pt x="14" y="311"/>
                        <a:pt x="14" y="311"/>
                        <a:pt x="13" y="311"/>
                      </a:cubicBezTo>
                      <a:cubicBezTo>
                        <a:pt x="13" y="311"/>
                        <a:pt x="13" y="311"/>
                        <a:pt x="13" y="311"/>
                      </a:cubicBezTo>
                      <a:cubicBezTo>
                        <a:pt x="13" y="311"/>
                        <a:pt x="13" y="311"/>
                        <a:pt x="13" y="312"/>
                      </a:cubicBezTo>
                      <a:cubicBezTo>
                        <a:pt x="13" y="312"/>
                        <a:pt x="13" y="312"/>
                        <a:pt x="13" y="312"/>
                      </a:cubicBezTo>
                      <a:cubicBezTo>
                        <a:pt x="13" y="312"/>
                        <a:pt x="13" y="312"/>
                        <a:pt x="13" y="312"/>
                      </a:cubicBezTo>
                      <a:cubicBezTo>
                        <a:pt x="13" y="312"/>
                        <a:pt x="13" y="312"/>
                        <a:pt x="13" y="312"/>
                      </a:cubicBezTo>
                      <a:cubicBezTo>
                        <a:pt x="12" y="312"/>
                        <a:pt x="12" y="312"/>
                        <a:pt x="12" y="313"/>
                      </a:cubicBezTo>
                      <a:cubicBezTo>
                        <a:pt x="12" y="313"/>
                        <a:pt x="12" y="313"/>
                        <a:pt x="12" y="313"/>
                      </a:cubicBezTo>
                      <a:cubicBezTo>
                        <a:pt x="12" y="313"/>
                        <a:pt x="12" y="313"/>
                        <a:pt x="12" y="313"/>
                      </a:cubicBezTo>
                      <a:cubicBezTo>
                        <a:pt x="13" y="313"/>
                        <a:pt x="13" y="313"/>
                        <a:pt x="13" y="313"/>
                      </a:cubicBezTo>
                      <a:cubicBezTo>
                        <a:pt x="13" y="313"/>
                        <a:pt x="13" y="313"/>
                        <a:pt x="13" y="314"/>
                      </a:cubicBezTo>
                      <a:cubicBezTo>
                        <a:pt x="13" y="314"/>
                        <a:pt x="13" y="314"/>
                        <a:pt x="13" y="314"/>
                      </a:cubicBezTo>
                      <a:cubicBezTo>
                        <a:pt x="13" y="314"/>
                        <a:pt x="13" y="314"/>
                        <a:pt x="13" y="314"/>
                      </a:cubicBezTo>
                      <a:cubicBezTo>
                        <a:pt x="13" y="314"/>
                        <a:pt x="13" y="314"/>
                        <a:pt x="13" y="314"/>
                      </a:cubicBezTo>
                      <a:cubicBezTo>
                        <a:pt x="13" y="314"/>
                        <a:pt x="13" y="314"/>
                        <a:pt x="14" y="314"/>
                      </a:cubicBezTo>
                      <a:cubicBezTo>
                        <a:pt x="14" y="314"/>
                        <a:pt x="14" y="314"/>
                        <a:pt x="14" y="313"/>
                      </a:cubicBezTo>
                      <a:close/>
                      <a:moveTo>
                        <a:pt x="10" y="303"/>
                      </a:moveTo>
                      <a:cubicBezTo>
                        <a:pt x="10" y="303"/>
                        <a:pt x="10" y="303"/>
                        <a:pt x="10" y="303"/>
                      </a:cubicBezTo>
                      <a:cubicBezTo>
                        <a:pt x="10" y="303"/>
                        <a:pt x="9" y="303"/>
                        <a:pt x="9" y="303"/>
                      </a:cubicBezTo>
                      <a:cubicBezTo>
                        <a:pt x="9" y="303"/>
                        <a:pt x="9" y="302"/>
                        <a:pt x="9" y="303"/>
                      </a:cubicBezTo>
                      <a:cubicBezTo>
                        <a:pt x="9" y="303"/>
                        <a:pt x="9" y="303"/>
                        <a:pt x="9" y="303"/>
                      </a:cubicBezTo>
                      <a:cubicBezTo>
                        <a:pt x="9" y="303"/>
                        <a:pt x="9" y="303"/>
                        <a:pt x="9" y="303"/>
                      </a:cubicBezTo>
                      <a:cubicBezTo>
                        <a:pt x="9" y="303"/>
                        <a:pt x="10" y="304"/>
                        <a:pt x="10" y="304"/>
                      </a:cubicBezTo>
                      <a:cubicBezTo>
                        <a:pt x="10" y="304"/>
                        <a:pt x="10" y="305"/>
                        <a:pt x="10" y="305"/>
                      </a:cubicBezTo>
                      <a:cubicBezTo>
                        <a:pt x="10" y="305"/>
                        <a:pt x="11" y="305"/>
                        <a:pt x="11" y="305"/>
                      </a:cubicBezTo>
                      <a:cubicBezTo>
                        <a:pt x="11" y="305"/>
                        <a:pt x="11" y="306"/>
                        <a:pt x="12" y="306"/>
                      </a:cubicBezTo>
                      <a:cubicBezTo>
                        <a:pt x="12" y="306"/>
                        <a:pt x="12" y="306"/>
                        <a:pt x="12" y="306"/>
                      </a:cubicBezTo>
                      <a:cubicBezTo>
                        <a:pt x="12" y="306"/>
                        <a:pt x="12" y="306"/>
                        <a:pt x="12" y="306"/>
                      </a:cubicBezTo>
                      <a:cubicBezTo>
                        <a:pt x="12" y="306"/>
                        <a:pt x="12" y="306"/>
                        <a:pt x="12" y="306"/>
                      </a:cubicBezTo>
                      <a:cubicBezTo>
                        <a:pt x="13" y="307"/>
                        <a:pt x="13" y="307"/>
                        <a:pt x="14" y="308"/>
                      </a:cubicBezTo>
                      <a:cubicBezTo>
                        <a:pt x="14" y="308"/>
                        <a:pt x="14" y="308"/>
                        <a:pt x="14" y="308"/>
                      </a:cubicBezTo>
                      <a:cubicBezTo>
                        <a:pt x="14" y="308"/>
                        <a:pt x="14" y="308"/>
                        <a:pt x="14" y="307"/>
                      </a:cubicBezTo>
                      <a:cubicBezTo>
                        <a:pt x="14" y="307"/>
                        <a:pt x="14" y="307"/>
                        <a:pt x="14" y="306"/>
                      </a:cubicBezTo>
                      <a:cubicBezTo>
                        <a:pt x="14" y="306"/>
                        <a:pt x="14" y="306"/>
                        <a:pt x="14" y="306"/>
                      </a:cubicBezTo>
                      <a:cubicBezTo>
                        <a:pt x="13" y="306"/>
                        <a:pt x="13" y="306"/>
                        <a:pt x="13" y="306"/>
                      </a:cubicBezTo>
                      <a:cubicBezTo>
                        <a:pt x="13" y="306"/>
                        <a:pt x="13" y="306"/>
                        <a:pt x="13" y="306"/>
                      </a:cubicBezTo>
                      <a:cubicBezTo>
                        <a:pt x="13" y="305"/>
                        <a:pt x="13" y="306"/>
                        <a:pt x="13" y="305"/>
                      </a:cubicBezTo>
                      <a:cubicBezTo>
                        <a:pt x="13" y="305"/>
                        <a:pt x="13" y="305"/>
                        <a:pt x="13" y="305"/>
                      </a:cubicBezTo>
                      <a:cubicBezTo>
                        <a:pt x="12" y="305"/>
                        <a:pt x="12" y="305"/>
                        <a:pt x="12" y="305"/>
                      </a:cubicBezTo>
                      <a:cubicBezTo>
                        <a:pt x="12" y="305"/>
                        <a:pt x="12" y="305"/>
                        <a:pt x="12" y="305"/>
                      </a:cubicBezTo>
                      <a:cubicBezTo>
                        <a:pt x="12" y="305"/>
                        <a:pt x="12" y="304"/>
                        <a:pt x="12" y="305"/>
                      </a:cubicBezTo>
                      <a:cubicBezTo>
                        <a:pt x="12" y="305"/>
                        <a:pt x="12" y="305"/>
                        <a:pt x="12" y="305"/>
                      </a:cubicBezTo>
                      <a:cubicBezTo>
                        <a:pt x="11" y="305"/>
                        <a:pt x="11" y="305"/>
                        <a:pt x="11" y="304"/>
                      </a:cubicBezTo>
                      <a:cubicBezTo>
                        <a:pt x="11" y="304"/>
                        <a:pt x="11" y="304"/>
                        <a:pt x="11" y="304"/>
                      </a:cubicBezTo>
                      <a:cubicBezTo>
                        <a:pt x="11" y="304"/>
                        <a:pt x="11" y="304"/>
                        <a:pt x="11" y="304"/>
                      </a:cubicBezTo>
                      <a:cubicBezTo>
                        <a:pt x="11" y="304"/>
                        <a:pt x="10" y="304"/>
                        <a:pt x="10" y="303"/>
                      </a:cubicBezTo>
                      <a:cubicBezTo>
                        <a:pt x="10" y="303"/>
                        <a:pt x="10" y="303"/>
                        <a:pt x="10" y="303"/>
                      </a:cubicBezTo>
                      <a:close/>
                      <a:moveTo>
                        <a:pt x="14" y="304"/>
                      </a:moveTo>
                      <a:cubicBezTo>
                        <a:pt x="13" y="304"/>
                        <a:pt x="13" y="304"/>
                        <a:pt x="13" y="304"/>
                      </a:cubicBezTo>
                      <a:cubicBezTo>
                        <a:pt x="13" y="304"/>
                        <a:pt x="13" y="304"/>
                        <a:pt x="13" y="304"/>
                      </a:cubicBezTo>
                      <a:cubicBezTo>
                        <a:pt x="13" y="303"/>
                        <a:pt x="13" y="303"/>
                        <a:pt x="13" y="303"/>
                      </a:cubicBezTo>
                      <a:cubicBezTo>
                        <a:pt x="13" y="303"/>
                        <a:pt x="13" y="303"/>
                        <a:pt x="12" y="303"/>
                      </a:cubicBezTo>
                      <a:cubicBezTo>
                        <a:pt x="13" y="303"/>
                        <a:pt x="13" y="302"/>
                        <a:pt x="13" y="302"/>
                      </a:cubicBezTo>
                      <a:cubicBezTo>
                        <a:pt x="13" y="302"/>
                        <a:pt x="13" y="302"/>
                        <a:pt x="13" y="302"/>
                      </a:cubicBezTo>
                      <a:cubicBezTo>
                        <a:pt x="12" y="302"/>
                        <a:pt x="12" y="302"/>
                        <a:pt x="12" y="302"/>
                      </a:cubicBezTo>
                      <a:cubicBezTo>
                        <a:pt x="12" y="301"/>
                        <a:pt x="12" y="301"/>
                        <a:pt x="12" y="301"/>
                      </a:cubicBezTo>
                      <a:cubicBezTo>
                        <a:pt x="12" y="301"/>
                        <a:pt x="12" y="301"/>
                        <a:pt x="12" y="301"/>
                      </a:cubicBezTo>
                      <a:cubicBezTo>
                        <a:pt x="12" y="301"/>
                        <a:pt x="12" y="301"/>
                        <a:pt x="12" y="301"/>
                      </a:cubicBezTo>
                      <a:cubicBezTo>
                        <a:pt x="12" y="301"/>
                        <a:pt x="12" y="301"/>
                        <a:pt x="12" y="301"/>
                      </a:cubicBezTo>
                      <a:cubicBezTo>
                        <a:pt x="12" y="302"/>
                        <a:pt x="12" y="302"/>
                        <a:pt x="11" y="302"/>
                      </a:cubicBezTo>
                      <a:cubicBezTo>
                        <a:pt x="11" y="302"/>
                        <a:pt x="11" y="303"/>
                        <a:pt x="11" y="303"/>
                      </a:cubicBezTo>
                      <a:cubicBezTo>
                        <a:pt x="11" y="303"/>
                        <a:pt x="11" y="303"/>
                        <a:pt x="11" y="303"/>
                      </a:cubicBezTo>
                      <a:cubicBezTo>
                        <a:pt x="12" y="304"/>
                        <a:pt x="12" y="304"/>
                        <a:pt x="13" y="304"/>
                      </a:cubicBezTo>
                      <a:cubicBezTo>
                        <a:pt x="13" y="304"/>
                        <a:pt x="13" y="305"/>
                        <a:pt x="13" y="305"/>
                      </a:cubicBezTo>
                      <a:cubicBezTo>
                        <a:pt x="13" y="305"/>
                        <a:pt x="13" y="305"/>
                        <a:pt x="14" y="305"/>
                      </a:cubicBezTo>
                      <a:cubicBezTo>
                        <a:pt x="14" y="305"/>
                        <a:pt x="14" y="305"/>
                        <a:pt x="14" y="305"/>
                      </a:cubicBezTo>
                      <a:cubicBezTo>
                        <a:pt x="14" y="306"/>
                        <a:pt x="14" y="306"/>
                        <a:pt x="14" y="306"/>
                      </a:cubicBezTo>
                      <a:cubicBezTo>
                        <a:pt x="14" y="306"/>
                        <a:pt x="14" y="306"/>
                        <a:pt x="14" y="306"/>
                      </a:cubicBezTo>
                      <a:cubicBezTo>
                        <a:pt x="15" y="306"/>
                        <a:pt x="15" y="306"/>
                        <a:pt x="14" y="306"/>
                      </a:cubicBezTo>
                      <a:cubicBezTo>
                        <a:pt x="14" y="305"/>
                        <a:pt x="14" y="305"/>
                        <a:pt x="14" y="305"/>
                      </a:cubicBezTo>
                      <a:cubicBezTo>
                        <a:pt x="14" y="305"/>
                        <a:pt x="15" y="305"/>
                        <a:pt x="14" y="304"/>
                      </a:cubicBezTo>
                      <a:cubicBezTo>
                        <a:pt x="14" y="304"/>
                        <a:pt x="14" y="304"/>
                        <a:pt x="14" y="304"/>
                      </a:cubicBezTo>
                      <a:close/>
                      <a:moveTo>
                        <a:pt x="8" y="303"/>
                      </a:moveTo>
                      <a:cubicBezTo>
                        <a:pt x="8" y="303"/>
                        <a:pt x="8" y="303"/>
                        <a:pt x="8" y="303"/>
                      </a:cubicBezTo>
                      <a:cubicBezTo>
                        <a:pt x="8" y="303"/>
                        <a:pt x="8" y="303"/>
                        <a:pt x="8" y="303"/>
                      </a:cubicBezTo>
                      <a:cubicBezTo>
                        <a:pt x="8" y="303"/>
                        <a:pt x="8" y="302"/>
                        <a:pt x="8" y="302"/>
                      </a:cubicBezTo>
                      <a:cubicBezTo>
                        <a:pt x="8" y="302"/>
                        <a:pt x="7" y="302"/>
                        <a:pt x="7" y="303"/>
                      </a:cubicBezTo>
                      <a:cubicBezTo>
                        <a:pt x="7" y="303"/>
                        <a:pt x="7" y="303"/>
                        <a:pt x="7" y="303"/>
                      </a:cubicBezTo>
                      <a:cubicBezTo>
                        <a:pt x="7" y="303"/>
                        <a:pt x="7" y="304"/>
                        <a:pt x="7" y="304"/>
                      </a:cubicBezTo>
                      <a:cubicBezTo>
                        <a:pt x="7" y="304"/>
                        <a:pt x="7" y="304"/>
                        <a:pt x="7" y="304"/>
                      </a:cubicBezTo>
                      <a:cubicBezTo>
                        <a:pt x="7" y="303"/>
                        <a:pt x="7" y="303"/>
                        <a:pt x="7" y="302"/>
                      </a:cubicBezTo>
                      <a:cubicBezTo>
                        <a:pt x="7" y="302"/>
                        <a:pt x="7" y="302"/>
                        <a:pt x="7" y="302"/>
                      </a:cubicBezTo>
                      <a:cubicBezTo>
                        <a:pt x="7" y="302"/>
                        <a:pt x="7" y="302"/>
                        <a:pt x="7" y="302"/>
                      </a:cubicBezTo>
                      <a:cubicBezTo>
                        <a:pt x="7" y="302"/>
                        <a:pt x="7" y="302"/>
                        <a:pt x="7" y="302"/>
                      </a:cubicBezTo>
                      <a:cubicBezTo>
                        <a:pt x="7" y="302"/>
                        <a:pt x="7" y="302"/>
                        <a:pt x="6" y="302"/>
                      </a:cubicBezTo>
                      <a:cubicBezTo>
                        <a:pt x="6" y="302"/>
                        <a:pt x="6" y="302"/>
                        <a:pt x="6" y="302"/>
                      </a:cubicBezTo>
                      <a:cubicBezTo>
                        <a:pt x="6" y="302"/>
                        <a:pt x="6" y="302"/>
                        <a:pt x="6" y="302"/>
                      </a:cubicBezTo>
                      <a:cubicBezTo>
                        <a:pt x="6" y="302"/>
                        <a:pt x="6" y="302"/>
                        <a:pt x="6" y="302"/>
                      </a:cubicBezTo>
                      <a:cubicBezTo>
                        <a:pt x="6" y="302"/>
                        <a:pt x="6" y="302"/>
                        <a:pt x="6" y="303"/>
                      </a:cubicBezTo>
                      <a:cubicBezTo>
                        <a:pt x="6" y="303"/>
                        <a:pt x="6" y="303"/>
                        <a:pt x="6" y="303"/>
                      </a:cubicBezTo>
                      <a:cubicBezTo>
                        <a:pt x="6" y="303"/>
                        <a:pt x="7" y="303"/>
                        <a:pt x="7" y="303"/>
                      </a:cubicBezTo>
                      <a:cubicBezTo>
                        <a:pt x="7" y="303"/>
                        <a:pt x="7" y="303"/>
                        <a:pt x="7" y="303"/>
                      </a:cubicBezTo>
                      <a:cubicBezTo>
                        <a:pt x="7" y="303"/>
                        <a:pt x="7" y="303"/>
                        <a:pt x="7" y="303"/>
                      </a:cubicBezTo>
                      <a:cubicBezTo>
                        <a:pt x="7" y="303"/>
                        <a:pt x="7" y="303"/>
                        <a:pt x="7" y="303"/>
                      </a:cubicBezTo>
                      <a:cubicBezTo>
                        <a:pt x="6" y="303"/>
                        <a:pt x="6" y="303"/>
                        <a:pt x="6" y="303"/>
                      </a:cubicBezTo>
                      <a:cubicBezTo>
                        <a:pt x="6" y="304"/>
                        <a:pt x="6" y="304"/>
                        <a:pt x="7" y="304"/>
                      </a:cubicBezTo>
                      <a:cubicBezTo>
                        <a:pt x="7" y="304"/>
                        <a:pt x="7" y="304"/>
                        <a:pt x="7" y="304"/>
                      </a:cubicBezTo>
                      <a:cubicBezTo>
                        <a:pt x="7" y="304"/>
                        <a:pt x="7" y="304"/>
                        <a:pt x="7" y="304"/>
                      </a:cubicBezTo>
                      <a:cubicBezTo>
                        <a:pt x="7" y="304"/>
                        <a:pt x="6" y="304"/>
                        <a:pt x="6" y="304"/>
                      </a:cubicBezTo>
                      <a:cubicBezTo>
                        <a:pt x="6" y="304"/>
                        <a:pt x="6" y="304"/>
                        <a:pt x="6" y="304"/>
                      </a:cubicBezTo>
                      <a:cubicBezTo>
                        <a:pt x="6" y="304"/>
                        <a:pt x="6" y="304"/>
                        <a:pt x="6" y="304"/>
                      </a:cubicBezTo>
                      <a:cubicBezTo>
                        <a:pt x="6" y="304"/>
                        <a:pt x="6" y="303"/>
                        <a:pt x="6" y="303"/>
                      </a:cubicBezTo>
                      <a:cubicBezTo>
                        <a:pt x="6" y="303"/>
                        <a:pt x="6" y="303"/>
                        <a:pt x="6" y="303"/>
                      </a:cubicBezTo>
                      <a:cubicBezTo>
                        <a:pt x="6" y="303"/>
                        <a:pt x="6" y="303"/>
                        <a:pt x="6" y="303"/>
                      </a:cubicBezTo>
                      <a:cubicBezTo>
                        <a:pt x="5" y="303"/>
                        <a:pt x="5" y="303"/>
                        <a:pt x="5" y="303"/>
                      </a:cubicBezTo>
                      <a:cubicBezTo>
                        <a:pt x="5" y="303"/>
                        <a:pt x="5" y="303"/>
                        <a:pt x="5" y="303"/>
                      </a:cubicBezTo>
                      <a:cubicBezTo>
                        <a:pt x="5" y="303"/>
                        <a:pt x="5" y="303"/>
                        <a:pt x="5" y="303"/>
                      </a:cubicBezTo>
                      <a:cubicBezTo>
                        <a:pt x="5" y="304"/>
                        <a:pt x="5" y="304"/>
                        <a:pt x="5" y="304"/>
                      </a:cubicBezTo>
                      <a:cubicBezTo>
                        <a:pt x="5" y="304"/>
                        <a:pt x="5" y="304"/>
                        <a:pt x="5" y="305"/>
                      </a:cubicBezTo>
                      <a:cubicBezTo>
                        <a:pt x="5" y="305"/>
                        <a:pt x="5" y="305"/>
                        <a:pt x="5" y="305"/>
                      </a:cubicBezTo>
                      <a:cubicBezTo>
                        <a:pt x="5" y="305"/>
                        <a:pt x="5" y="304"/>
                        <a:pt x="5" y="304"/>
                      </a:cubicBezTo>
                      <a:cubicBezTo>
                        <a:pt x="6" y="304"/>
                        <a:pt x="6" y="304"/>
                        <a:pt x="6" y="304"/>
                      </a:cubicBezTo>
                      <a:cubicBezTo>
                        <a:pt x="6" y="304"/>
                        <a:pt x="6" y="304"/>
                        <a:pt x="6" y="305"/>
                      </a:cubicBezTo>
                      <a:cubicBezTo>
                        <a:pt x="6" y="305"/>
                        <a:pt x="6" y="305"/>
                        <a:pt x="5" y="305"/>
                      </a:cubicBezTo>
                      <a:cubicBezTo>
                        <a:pt x="5" y="305"/>
                        <a:pt x="5" y="305"/>
                        <a:pt x="5" y="305"/>
                      </a:cubicBezTo>
                      <a:cubicBezTo>
                        <a:pt x="5" y="305"/>
                        <a:pt x="5" y="305"/>
                        <a:pt x="5" y="305"/>
                      </a:cubicBezTo>
                      <a:cubicBezTo>
                        <a:pt x="5" y="306"/>
                        <a:pt x="5" y="306"/>
                        <a:pt x="5" y="306"/>
                      </a:cubicBezTo>
                      <a:cubicBezTo>
                        <a:pt x="5" y="306"/>
                        <a:pt x="5" y="307"/>
                        <a:pt x="5" y="307"/>
                      </a:cubicBezTo>
                      <a:cubicBezTo>
                        <a:pt x="5" y="307"/>
                        <a:pt x="5" y="307"/>
                        <a:pt x="5" y="307"/>
                      </a:cubicBezTo>
                      <a:cubicBezTo>
                        <a:pt x="5" y="307"/>
                        <a:pt x="5" y="307"/>
                        <a:pt x="5" y="307"/>
                      </a:cubicBezTo>
                      <a:cubicBezTo>
                        <a:pt x="5" y="307"/>
                        <a:pt x="5" y="307"/>
                        <a:pt x="5" y="307"/>
                      </a:cubicBezTo>
                      <a:cubicBezTo>
                        <a:pt x="6" y="307"/>
                        <a:pt x="6" y="307"/>
                        <a:pt x="6" y="307"/>
                      </a:cubicBezTo>
                      <a:cubicBezTo>
                        <a:pt x="6" y="307"/>
                        <a:pt x="6" y="307"/>
                        <a:pt x="6" y="307"/>
                      </a:cubicBezTo>
                      <a:cubicBezTo>
                        <a:pt x="6" y="307"/>
                        <a:pt x="6" y="307"/>
                        <a:pt x="6" y="307"/>
                      </a:cubicBezTo>
                      <a:cubicBezTo>
                        <a:pt x="6" y="307"/>
                        <a:pt x="6" y="307"/>
                        <a:pt x="6" y="307"/>
                      </a:cubicBezTo>
                      <a:cubicBezTo>
                        <a:pt x="6" y="307"/>
                        <a:pt x="7" y="307"/>
                        <a:pt x="7" y="307"/>
                      </a:cubicBezTo>
                      <a:cubicBezTo>
                        <a:pt x="7" y="307"/>
                        <a:pt x="7" y="307"/>
                        <a:pt x="7" y="307"/>
                      </a:cubicBezTo>
                      <a:cubicBezTo>
                        <a:pt x="7" y="307"/>
                        <a:pt x="7" y="307"/>
                        <a:pt x="7" y="307"/>
                      </a:cubicBezTo>
                      <a:cubicBezTo>
                        <a:pt x="7" y="307"/>
                        <a:pt x="7" y="307"/>
                        <a:pt x="7" y="307"/>
                      </a:cubicBezTo>
                      <a:cubicBezTo>
                        <a:pt x="7" y="307"/>
                        <a:pt x="7" y="307"/>
                        <a:pt x="7" y="307"/>
                      </a:cubicBezTo>
                      <a:cubicBezTo>
                        <a:pt x="7" y="307"/>
                        <a:pt x="7" y="307"/>
                        <a:pt x="7" y="307"/>
                      </a:cubicBezTo>
                      <a:cubicBezTo>
                        <a:pt x="7" y="307"/>
                        <a:pt x="8" y="307"/>
                        <a:pt x="8" y="307"/>
                      </a:cubicBezTo>
                      <a:cubicBezTo>
                        <a:pt x="8" y="307"/>
                        <a:pt x="8" y="307"/>
                        <a:pt x="8" y="307"/>
                      </a:cubicBezTo>
                      <a:cubicBezTo>
                        <a:pt x="9" y="307"/>
                        <a:pt x="9" y="307"/>
                        <a:pt x="9" y="306"/>
                      </a:cubicBezTo>
                      <a:cubicBezTo>
                        <a:pt x="9" y="306"/>
                        <a:pt x="9" y="306"/>
                        <a:pt x="9" y="306"/>
                      </a:cubicBezTo>
                      <a:cubicBezTo>
                        <a:pt x="9" y="306"/>
                        <a:pt x="9" y="306"/>
                        <a:pt x="9" y="306"/>
                      </a:cubicBezTo>
                      <a:cubicBezTo>
                        <a:pt x="9" y="305"/>
                        <a:pt x="9" y="305"/>
                        <a:pt x="9" y="305"/>
                      </a:cubicBezTo>
                      <a:cubicBezTo>
                        <a:pt x="9" y="305"/>
                        <a:pt x="8" y="305"/>
                        <a:pt x="8" y="305"/>
                      </a:cubicBezTo>
                      <a:cubicBezTo>
                        <a:pt x="8" y="306"/>
                        <a:pt x="8" y="306"/>
                        <a:pt x="8" y="306"/>
                      </a:cubicBezTo>
                      <a:cubicBezTo>
                        <a:pt x="8" y="305"/>
                        <a:pt x="8" y="305"/>
                        <a:pt x="8" y="305"/>
                      </a:cubicBezTo>
                      <a:cubicBezTo>
                        <a:pt x="8" y="305"/>
                        <a:pt x="8" y="305"/>
                        <a:pt x="9" y="305"/>
                      </a:cubicBezTo>
                      <a:cubicBezTo>
                        <a:pt x="9" y="305"/>
                        <a:pt x="8" y="304"/>
                        <a:pt x="8" y="304"/>
                      </a:cubicBezTo>
                      <a:cubicBezTo>
                        <a:pt x="8" y="304"/>
                        <a:pt x="8" y="304"/>
                        <a:pt x="8" y="304"/>
                      </a:cubicBezTo>
                      <a:cubicBezTo>
                        <a:pt x="8" y="304"/>
                        <a:pt x="8" y="304"/>
                        <a:pt x="8" y="303"/>
                      </a:cubicBezTo>
                      <a:cubicBezTo>
                        <a:pt x="8" y="303"/>
                        <a:pt x="8" y="303"/>
                        <a:pt x="8" y="303"/>
                      </a:cubicBezTo>
                      <a:cubicBezTo>
                        <a:pt x="8" y="303"/>
                        <a:pt x="8" y="303"/>
                        <a:pt x="8" y="303"/>
                      </a:cubicBezTo>
                      <a:close/>
                      <a:moveTo>
                        <a:pt x="8" y="307"/>
                      </a:moveTo>
                      <a:cubicBezTo>
                        <a:pt x="8" y="307"/>
                        <a:pt x="8" y="307"/>
                        <a:pt x="8" y="307"/>
                      </a:cubicBezTo>
                      <a:cubicBezTo>
                        <a:pt x="8" y="307"/>
                        <a:pt x="8" y="308"/>
                        <a:pt x="8" y="308"/>
                      </a:cubicBezTo>
                      <a:cubicBezTo>
                        <a:pt x="8" y="308"/>
                        <a:pt x="7" y="308"/>
                        <a:pt x="7" y="308"/>
                      </a:cubicBezTo>
                      <a:cubicBezTo>
                        <a:pt x="7" y="308"/>
                        <a:pt x="7" y="308"/>
                        <a:pt x="7" y="308"/>
                      </a:cubicBezTo>
                      <a:cubicBezTo>
                        <a:pt x="7" y="308"/>
                        <a:pt x="7" y="308"/>
                        <a:pt x="6" y="308"/>
                      </a:cubicBezTo>
                      <a:cubicBezTo>
                        <a:pt x="6" y="308"/>
                        <a:pt x="6" y="308"/>
                        <a:pt x="6" y="309"/>
                      </a:cubicBezTo>
                      <a:cubicBezTo>
                        <a:pt x="6" y="309"/>
                        <a:pt x="6" y="309"/>
                        <a:pt x="6" y="309"/>
                      </a:cubicBezTo>
                      <a:cubicBezTo>
                        <a:pt x="6" y="309"/>
                        <a:pt x="6" y="309"/>
                        <a:pt x="7" y="309"/>
                      </a:cubicBezTo>
                      <a:cubicBezTo>
                        <a:pt x="7" y="309"/>
                        <a:pt x="7" y="309"/>
                        <a:pt x="7" y="309"/>
                      </a:cubicBezTo>
                      <a:cubicBezTo>
                        <a:pt x="7" y="309"/>
                        <a:pt x="7" y="309"/>
                        <a:pt x="7" y="310"/>
                      </a:cubicBezTo>
                      <a:cubicBezTo>
                        <a:pt x="7" y="310"/>
                        <a:pt x="7" y="310"/>
                        <a:pt x="8" y="310"/>
                      </a:cubicBezTo>
                      <a:cubicBezTo>
                        <a:pt x="8" y="310"/>
                        <a:pt x="8" y="310"/>
                        <a:pt x="8" y="310"/>
                      </a:cubicBezTo>
                      <a:cubicBezTo>
                        <a:pt x="8" y="310"/>
                        <a:pt x="8" y="309"/>
                        <a:pt x="8" y="309"/>
                      </a:cubicBezTo>
                      <a:cubicBezTo>
                        <a:pt x="8" y="309"/>
                        <a:pt x="8" y="309"/>
                        <a:pt x="8" y="309"/>
                      </a:cubicBezTo>
                      <a:cubicBezTo>
                        <a:pt x="8" y="309"/>
                        <a:pt x="9" y="309"/>
                        <a:pt x="9" y="309"/>
                      </a:cubicBezTo>
                      <a:cubicBezTo>
                        <a:pt x="9" y="309"/>
                        <a:pt x="8" y="309"/>
                        <a:pt x="8" y="308"/>
                      </a:cubicBezTo>
                      <a:cubicBezTo>
                        <a:pt x="8" y="308"/>
                        <a:pt x="8" y="308"/>
                        <a:pt x="8" y="308"/>
                      </a:cubicBezTo>
                      <a:cubicBezTo>
                        <a:pt x="8" y="308"/>
                        <a:pt x="8" y="308"/>
                        <a:pt x="8" y="308"/>
                      </a:cubicBezTo>
                      <a:cubicBezTo>
                        <a:pt x="8" y="308"/>
                        <a:pt x="9" y="307"/>
                        <a:pt x="8" y="307"/>
                      </a:cubicBezTo>
                      <a:close/>
                      <a:moveTo>
                        <a:pt x="11" y="298"/>
                      </a:moveTo>
                      <a:cubicBezTo>
                        <a:pt x="11" y="298"/>
                        <a:pt x="11" y="298"/>
                        <a:pt x="11" y="298"/>
                      </a:cubicBezTo>
                      <a:cubicBezTo>
                        <a:pt x="11" y="298"/>
                        <a:pt x="11" y="298"/>
                        <a:pt x="11" y="298"/>
                      </a:cubicBezTo>
                      <a:cubicBezTo>
                        <a:pt x="11" y="298"/>
                        <a:pt x="11" y="299"/>
                        <a:pt x="11" y="299"/>
                      </a:cubicBezTo>
                      <a:cubicBezTo>
                        <a:pt x="11" y="299"/>
                        <a:pt x="11" y="299"/>
                        <a:pt x="11" y="299"/>
                      </a:cubicBezTo>
                      <a:cubicBezTo>
                        <a:pt x="11" y="299"/>
                        <a:pt x="11" y="299"/>
                        <a:pt x="11" y="299"/>
                      </a:cubicBezTo>
                      <a:cubicBezTo>
                        <a:pt x="11" y="299"/>
                        <a:pt x="11" y="299"/>
                        <a:pt x="11" y="299"/>
                      </a:cubicBezTo>
                      <a:cubicBezTo>
                        <a:pt x="11" y="299"/>
                        <a:pt x="11" y="299"/>
                        <a:pt x="11" y="299"/>
                      </a:cubicBezTo>
                      <a:cubicBezTo>
                        <a:pt x="11" y="299"/>
                        <a:pt x="11" y="299"/>
                        <a:pt x="12" y="299"/>
                      </a:cubicBezTo>
                      <a:cubicBezTo>
                        <a:pt x="12" y="299"/>
                        <a:pt x="12" y="299"/>
                        <a:pt x="12" y="299"/>
                      </a:cubicBezTo>
                      <a:cubicBezTo>
                        <a:pt x="12" y="299"/>
                        <a:pt x="12" y="299"/>
                        <a:pt x="12" y="299"/>
                      </a:cubicBezTo>
                      <a:cubicBezTo>
                        <a:pt x="12" y="299"/>
                        <a:pt x="12" y="299"/>
                        <a:pt x="12" y="299"/>
                      </a:cubicBezTo>
                      <a:cubicBezTo>
                        <a:pt x="12" y="299"/>
                        <a:pt x="12" y="299"/>
                        <a:pt x="12" y="299"/>
                      </a:cubicBezTo>
                      <a:cubicBezTo>
                        <a:pt x="12" y="298"/>
                        <a:pt x="12" y="298"/>
                        <a:pt x="12" y="298"/>
                      </a:cubicBezTo>
                      <a:cubicBezTo>
                        <a:pt x="13" y="298"/>
                        <a:pt x="13" y="298"/>
                        <a:pt x="13" y="298"/>
                      </a:cubicBezTo>
                      <a:cubicBezTo>
                        <a:pt x="13" y="298"/>
                        <a:pt x="13" y="298"/>
                        <a:pt x="13" y="298"/>
                      </a:cubicBezTo>
                      <a:cubicBezTo>
                        <a:pt x="13" y="298"/>
                        <a:pt x="13" y="298"/>
                        <a:pt x="13" y="298"/>
                      </a:cubicBezTo>
                      <a:cubicBezTo>
                        <a:pt x="13" y="298"/>
                        <a:pt x="13" y="298"/>
                        <a:pt x="13" y="298"/>
                      </a:cubicBezTo>
                      <a:cubicBezTo>
                        <a:pt x="13" y="297"/>
                        <a:pt x="13" y="297"/>
                        <a:pt x="13" y="297"/>
                      </a:cubicBezTo>
                      <a:cubicBezTo>
                        <a:pt x="13" y="297"/>
                        <a:pt x="13" y="297"/>
                        <a:pt x="13" y="297"/>
                      </a:cubicBezTo>
                      <a:cubicBezTo>
                        <a:pt x="12" y="297"/>
                        <a:pt x="12" y="297"/>
                        <a:pt x="12" y="297"/>
                      </a:cubicBezTo>
                      <a:cubicBezTo>
                        <a:pt x="12" y="298"/>
                        <a:pt x="12" y="298"/>
                        <a:pt x="12" y="298"/>
                      </a:cubicBezTo>
                      <a:cubicBezTo>
                        <a:pt x="12" y="298"/>
                        <a:pt x="12" y="298"/>
                        <a:pt x="12" y="298"/>
                      </a:cubicBezTo>
                      <a:cubicBezTo>
                        <a:pt x="12" y="298"/>
                        <a:pt x="12" y="298"/>
                        <a:pt x="12" y="298"/>
                      </a:cubicBezTo>
                      <a:cubicBezTo>
                        <a:pt x="12" y="298"/>
                        <a:pt x="11" y="298"/>
                        <a:pt x="11" y="298"/>
                      </a:cubicBezTo>
                      <a:cubicBezTo>
                        <a:pt x="11" y="298"/>
                        <a:pt x="11" y="298"/>
                        <a:pt x="11" y="298"/>
                      </a:cubicBezTo>
                      <a:close/>
                      <a:moveTo>
                        <a:pt x="5" y="299"/>
                      </a:moveTo>
                      <a:cubicBezTo>
                        <a:pt x="5" y="299"/>
                        <a:pt x="5" y="299"/>
                        <a:pt x="5" y="298"/>
                      </a:cubicBezTo>
                      <a:cubicBezTo>
                        <a:pt x="5" y="298"/>
                        <a:pt x="6" y="298"/>
                        <a:pt x="6" y="298"/>
                      </a:cubicBezTo>
                      <a:cubicBezTo>
                        <a:pt x="6" y="298"/>
                        <a:pt x="6" y="298"/>
                        <a:pt x="6" y="297"/>
                      </a:cubicBezTo>
                      <a:cubicBezTo>
                        <a:pt x="6" y="297"/>
                        <a:pt x="6" y="298"/>
                        <a:pt x="6" y="298"/>
                      </a:cubicBezTo>
                      <a:cubicBezTo>
                        <a:pt x="5" y="298"/>
                        <a:pt x="5" y="298"/>
                        <a:pt x="5" y="298"/>
                      </a:cubicBezTo>
                      <a:cubicBezTo>
                        <a:pt x="5" y="298"/>
                        <a:pt x="5" y="298"/>
                        <a:pt x="5" y="298"/>
                      </a:cubicBezTo>
                      <a:cubicBezTo>
                        <a:pt x="5" y="298"/>
                        <a:pt x="5" y="298"/>
                        <a:pt x="5" y="298"/>
                      </a:cubicBezTo>
                      <a:cubicBezTo>
                        <a:pt x="5" y="298"/>
                        <a:pt x="5" y="298"/>
                        <a:pt x="5" y="298"/>
                      </a:cubicBezTo>
                      <a:cubicBezTo>
                        <a:pt x="5" y="298"/>
                        <a:pt x="5" y="298"/>
                        <a:pt x="5" y="298"/>
                      </a:cubicBezTo>
                      <a:cubicBezTo>
                        <a:pt x="5" y="298"/>
                        <a:pt x="5" y="298"/>
                        <a:pt x="5" y="298"/>
                      </a:cubicBezTo>
                      <a:cubicBezTo>
                        <a:pt x="5" y="298"/>
                        <a:pt x="5" y="298"/>
                        <a:pt x="4" y="298"/>
                      </a:cubicBezTo>
                      <a:cubicBezTo>
                        <a:pt x="4" y="298"/>
                        <a:pt x="4" y="298"/>
                        <a:pt x="4" y="298"/>
                      </a:cubicBezTo>
                      <a:cubicBezTo>
                        <a:pt x="4" y="298"/>
                        <a:pt x="4" y="299"/>
                        <a:pt x="4" y="299"/>
                      </a:cubicBezTo>
                      <a:cubicBezTo>
                        <a:pt x="4" y="299"/>
                        <a:pt x="4" y="299"/>
                        <a:pt x="4" y="300"/>
                      </a:cubicBezTo>
                      <a:cubicBezTo>
                        <a:pt x="4" y="300"/>
                        <a:pt x="4" y="300"/>
                        <a:pt x="4" y="300"/>
                      </a:cubicBezTo>
                      <a:cubicBezTo>
                        <a:pt x="4" y="300"/>
                        <a:pt x="4" y="300"/>
                        <a:pt x="4" y="300"/>
                      </a:cubicBezTo>
                      <a:cubicBezTo>
                        <a:pt x="3" y="301"/>
                        <a:pt x="3" y="301"/>
                        <a:pt x="3" y="302"/>
                      </a:cubicBezTo>
                      <a:cubicBezTo>
                        <a:pt x="4" y="301"/>
                        <a:pt x="4" y="301"/>
                        <a:pt x="4" y="301"/>
                      </a:cubicBezTo>
                      <a:cubicBezTo>
                        <a:pt x="5" y="301"/>
                        <a:pt x="4" y="300"/>
                        <a:pt x="5" y="300"/>
                      </a:cubicBezTo>
                      <a:cubicBezTo>
                        <a:pt x="5" y="300"/>
                        <a:pt x="5" y="299"/>
                        <a:pt x="5" y="299"/>
                      </a:cubicBezTo>
                      <a:cubicBezTo>
                        <a:pt x="5" y="299"/>
                        <a:pt x="5" y="299"/>
                        <a:pt x="5" y="299"/>
                      </a:cubicBezTo>
                      <a:close/>
                      <a:moveTo>
                        <a:pt x="7" y="295"/>
                      </a:moveTo>
                      <a:cubicBezTo>
                        <a:pt x="7" y="295"/>
                        <a:pt x="7" y="295"/>
                        <a:pt x="7" y="295"/>
                      </a:cubicBezTo>
                      <a:cubicBezTo>
                        <a:pt x="7" y="295"/>
                        <a:pt x="7" y="295"/>
                        <a:pt x="7" y="295"/>
                      </a:cubicBezTo>
                      <a:cubicBezTo>
                        <a:pt x="7" y="295"/>
                        <a:pt x="7" y="296"/>
                        <a:pt x="7" y="296"/>
                      </a:cubicBezTo>
                      <a:cubicBezTo>
                        <a:pt x="8" y="296"/>
                        <a:pt x="8" y="296"/>
                        <a:pt x="8" y="296"/>
                      </a:cubicBezTo>
                      <a:cubicBezTo>
                        <a:pt x="8" y="296"/>
                        <a:pt x="8" y="296"/>
                        <a:pt x="8" y="296"/>
                      </a:cubicBezTo>
                      <a:cubicBezTo>
                        <a:pt x="8" y="296"/>
                        <a:pt x="8" y="296"/>
                        <a:pt x="8" y="296"/>
                      </a:cubicBezTo>
                      <a:cubicBezTo>
                        <a:pt x="8" y="296"/>
                        <a:pt x="7" y="296"/>
                        <a:pt x="7" y="296"/>
                      </a:cubicBezTo>
                      <a:cubicBezTo>
                        <a:pt x="7" y="296"/>
                        <a:pt x="7" y="297"/>
                        <a:pt x="7" y="297"/>
                      </a:cubicBezTo>
                      <a:cubicBezTo>
                        <a:pt x="7" y="297"/>
                        <a:pt x="7" y="297"/>
                        <a:pt x="7" y="297"/>
                      </a:cubicBezTo>
                      <a:cubicBezTo>
                        <a:pt x="7" y="297"/>
                        <a:pt x="7" y="297"/>
                        <a:pt x="7" y="297"/>
                      </a:cubicBezTo>
                      <a:cubicBezTo>
                        <a:pt x="7" y="297"/>
                        <a:pt x="7" y="297"/>
                        <a:pt x="7" y="296"/>
                      </a:cubicBezTo>
                      <a:cubicBezTo>
                        <a:pt x="7" y="296"/>
                        <a:pt x="7" y="296"/>
                        <a:pt x="7" y="296"/>
                      </a:cubicBezTo>
                      <a:cubicBezTo>
                        <a:pt x="7" y="296"/>
                        <a:pt x="7" y="296"/>
                        <a:pt x="7" y="296"/>
                      </a:cubicBezTo>
                      <a:cubicBezTo>
                        <a:pt x="6" y="296"/>
                        <a:pt x="6" y="296"/>
                        <a:pt x="6" y="296"/>
                      </a:cubicBezTo>
                      <a:cubicBezTo>
                        <a:pt x="6" y="296"/>
                        <a:pt x="6" y="296"/>
                        <a:pt x="6" y="296"/>
                      </a:cubicBezTo>
                      <a:cubicBezTo>
                        <a:pt x="6" y="296"/>
                        <a:pt x="6" y="296"/>
                        <a:pt x="6" y="296"/>
                      </a:cubicBezTo>
                      <a:cubicBezTo>
                        <a:pt x="6" y="296"/>
                        <a:pt x="6" y="296"/>
                        <a:pt x="6" y="296"/>
                      </a:cubicBezTo>
                      <a:cubicBezTo>
                        <a:pt x="6" y="296"/>
                        <a:pt x="6" y="296"/>
                        <a:pt x="6" y="297"/>
                      </a:cubicBezTo>
                      <a:cubicBezTo>
                        <a:pt x="6" y="297"/>
                        <a:pt x="6" y="297"/>
                        <a:pt x="6" y="297"/>
                      </a:cubicBezTo>
                      <a:cubicBezTo>
                        <a:pt x="6" y="297"/>
                        <a:pt x="6" y="297"/>
                        <a:pt x="6" y="297"/>
                      </a:cubicBezTo>
                      <a:cubicBezTo>
                        <a:pt x="6" y="297"/>
                        <a:pt x="7" y="297"/>
                        <a:pt x="7" y="297"/>
                      </a:cubicBezTo>
                      <a:cubicBezTo>
                        <a:pt x="7" y="298"/>
                        <a:pt x="6" y="298"/>
                        <a:pt x="6" y="298"/>
                      </a:cubicBezTo>
                      <a:cubicBezTo>
                        <a:pt x="6" y="298"/>
                        <a:pt x="6" y="298"/>
                        <a:pt x="6" y="298"/>
                      </a:cubicBezTo>
                      <a:cubicBezTo>
                        <a:pt x="6" y="298"/>
                        <a:pt x="6" y="298"/>
                        <a:pt x="6" y="299"/>
                      </a:cubicBezTo>
                      <a:cubicBezTo>
                        <a:pt x="6" y="299"/>
                        <a:pt x="6" y="299"/>
                        <a:pt x="6" y="299"/>
                      </a:cubicBezTo>
                      <a:cubicBezTo>
                        <a:pt x="6" y="299"/>
                        <a:pt x="6" y="299"/>
                        <a:pt x="5" y="300"/>
                      </a:cubicBezTo>
                      <a:cubicBezTo>
                        <a:pt x="5" y="300"/>
                        <a:pt x="5" y="300"/>
                        <a:pt x="5" y="300"/>
                      </a:cubicBezTo>
                      <a:cubicBezTo>
                        <a:pt x="5" y="300"/>
                        <a:pt x="6" y="300"/>
                        <a:pt x="6" y="300"/>
                      </a:cubicBezTo>
                      <a:cubicBezTo>
                        <a:pt x="6" y="300"/>
                        <a:pt x="6" y="300"/>
                        <a:pt x="6" y="300"/>
                      </a:cubicBezTo>
                      <a:cubicBezTo>
                        <a:pt x="6" y="300"/>
                        <a:pt x="6" y="300"/>
                        <a:pt x="6" y="301"/>
                      </a:cubicBezTo>
                      <a:cubicBezTo>
                        <a:pt x="6" y="301"/>
                        <a:pt x="6" y="301"/>
                        <a:pt x="6" y="301"/>
                      </a:cubicBezTo>
                      <a:cubicBezTo>
                        <a:pt x="6" y="301"/>
                        <a:pt x="6" y="301"/>
                        <a:pt x="6" y="301"/>
                      </a:cubicBezTo>
                      <a:cubicBezTo>
                        <a:pt x="6" y="300"/>
                        <a:pt x="6" y="300"/>
                        <a:pt x="6" y="300"/>
                      </a:cubicBezTo>
                      <a:cubicBezTo>
                        <a:pt x="6" y="300"/>
                        <a:pt x="6" y="300"/>
                        <a:pt x="6" y="300"/>
                      </a:cubicBezTo>
                      <a:cubicBezTo>
                        <a:pt x="7" y="299"/>
                        <a:pt x="7" y="299"/>
                        <a:pt x="7" y="299"/>
                      </a:cubicBezTo>
                      <a:cubicBezTo>
                        <a:pt x="7" y="299"/>
                        <a:pt x="7" y="299"/>
                        <a:pt x="7" y="299"/>
                      </a:cubicBezTo>
                      <a:cubicBezTo>
                        <a:pt x="7" y="299"/>
                        <a:pt x="7" y="299"/>
                        <a:pt x="8" y="299"/>
                      </a:cubicBezTo>
                      <a:cubicBezTo>
                        <a:pt x="8" y="299"/>
                        <a:pt x="7" y="299"/>
                        <a:pt x="7" y="299"/>
                      </a:cubicBezTo>
                      <a:cubicBezTo>
                        <a:pt x="7" y="299"/>
                        <a:pt x="7" y="299"/>
                        <a:pt x="7" y="299"/>
                      </a:cubicBezTo>
                      <a:cubicBezTo>
                        <a:pt x="8" y="298"/>
                        <a:pt x="8" y="299"/>
                        <a:pt x="9" y="299"/>
                      </a:cubicBezTo>
                      <a:cubicBezTo>
                        <a:pt x="9" y="299"/>
                        <a:pt x="9" y="299"/>
                        <a:pt x="9" y="299"/>
                      </a:cubicBezTo>
                      <a:cubicBezTo>
                        <a:pt x="8" y="298"/>
                        <a:pt x="8" y="298"/>
                        <a:pt x="8" y="298"/>
                      </a:cubicBezTo>
                      <a:cubicBezTo>
                        <a:pt x="8" y="298"/>
                        <a:pt x="8" y="298"/>
                        <a:pt x="9" y="298"/>
                      </a:cubicBezTo>
                      <a:cubicBezTo>
                        <a:pt x="9" y="298"/>
                        <a:pt x="9" y="298"/>
                        <a:pt x="9" y="298"/>
                      </a:cubicBezTo>
                      <a:cubicBezTo>
                        <a:pt x="9" y="298"/>
                        <a:pt x="9" y="298"/>
                        <a:pt x="9" y="298"/>
                      </a:cubicBezTo>
                      <a:cubicBezTo>
                        <a:pt x="9" y="298"/>
                        <a:pt x="9" y="298"/>
                        <a:pt x="9" y="298"/>
                      </a:cubicBezTo>
                      <a:cubicBezTo>
                        <a:pt x="9" y="297"/>
                        <a:pt x="9" y="297"/>
                        <a:pt x="8" y="297"/>
                      </a:cubicBezTo>
                      <a:cubicBezTo>
                        <a:pt x="8" y="297"/>
                        <a:pt x="8" y="297"/>
                        <a:pt x="8" y="297"/>
                      </a:cubicBezTo>
                      <a:cubicBezTo>
                        <a:pt x="8" y="297"/>
                        <a:pt x="9" y="297"/>
                        <a:pt x="9" y="297"/>
                      </a:cubicBezTo>
                      <a:cubicBezTo>
                        <a:pt x="9" y="297"/>
                        <a:pt x="9" y="297"/>
                        <a:pt x="9" y="297"/>
                      </a:cubicBezTo>
                      <a:cubicBezTo>
                        <a:pt x="9" y="297"/>
                        <a:pt x="9" y="297"/>
                        <a:pt x="9" y="297"/>
                      </a:cubicBezTo>
                      <a:cubicBezTo>
                        <a:pt x="9" y="297"/>
                        <a:pt x="9" y="297"/>
                        <a:pt x="9" y="297"/>
                      </a:cubicBezTo>
                      <a:cubicBezTo>
                        <a:pt x="10" y="297"/>
                        <a:pt x="10" y="297"/>
                        <a:pt x="10" y="296"/>
                      </a:cubicBezTo>
                      <a:cubicBezTo>
                        <a:pt x="10" y="296"/>
                        <a:pt x="10" y="296"/>
                        <a:pt x="10" y="296"/>
                      </a:cubicBezTo>
                      <a:cubicBezTo>
                        <a:pt x="10" y="296"/>
                        <a:pt x="10" y="296"/>
                        <a:pt x="10" y="296"/>
                      </a:cubicBezTo>
                      <a:cubicBezTo>
                        <a:pt x="9" y="296"/>
                        <a:pt x="9" y="296"/>
                        <a:pt x="9" y="295"/>
                      </a:cubicBezTo>
                      <a:cubicBezTo>
                        <a:pt x="9" y="295"/>
                        <a:pt x="9" y="295"/>
                        <a:pt x="9" y="295"/>
                      </a:cubicBezTo>
                      <a:cubicBezTo>
                        <a:pt x="10" y="295"/>
                        <a:pt x="10" y="295"/>
                        <a:pt x="10" y="295"/>
                      </a:cubicBezTo>
                      <a:cubicBezTo>
                        <a:pt x="10" y="295"/>
                        <a:pt x="10" y="295"/>
                        <a:pt x="10" y="294"/>
                      </a:cubicBezTo>
                      <a:cubicBezTo>
                        <a:pt x="10" y="294"/>
                        <a:pt x="10" y="293"/>
                        <a:pt x="10" y="293"/>
                      </a:cubicBezTo>
                      <a:cubicBezTo>
                        <a:pt x="10" y="293"/>
                        <a:pt x="10" y="293"/>
                        <a:pt x="10" y="293"/>
                      </a:cubicBezTo>
                      <a:cubicBezTo>
                        <a:pt x="10" y="293"/>
                        <a:pt x="10" y="293"/>
                        <a:pt x="10" y="293"/>
                      </a:cubicBezTo>
                      <a:cubicBezTo>
                        <a:pt x="9" y="293"/>
                        <a:pt x="9" y="292"/>
                        <a:pt x="9" y="292"/>
                      </a:cubicBezTo>
                      <a:cubicBezTo>
                        <a:pt x="9" y="292"/>
                        <a:pt x="9" y="292"/>
                        <a:pt x="9" y="292"/>
                      </a:cubicBezTo>
                      <a:cubicBezTo>
                        <a:pt x="9" y="292"/>
                        <a:pt x="9" y="292"/>
                        <a:pt x="9" y="292"/>
                      </a:cubicBezTo>
                      <a:cubicBezTo>
                        <a:pt x="9" y="292"/>
                        <a:pt x="9" y="292"/>
                        <a:pt x="9" y="292"/>
                      </a:cubicBezTo>
                      <a:cubicBezTo>
                        <a:pt x="9" y="292"/>
                        <a:pt x="9" y="292"/>
                        <a:pt x="9" y="292"/>
                      </a:cubicBezTo>
                      <a:cubicBezTo>
                        <a:pt x="9" y="292"/>
                        <a:pt x="8" y="292"/>
                        <a:pt x="8" y="292"/>
                      </a:cubicBezTo>
                      <a:cubicBezTo>
                        <a:pt x="8" y="292"/>
                        <a:pt x="8" y="292"/>
                        <a:pt x="8" y="292"/>
                      </a:cubicBezTo>
                      <a:cubicBezTo>
                        <a:pt x="8" y="292"/>
                        <a:pt x="8" y="292"/>
                        <a:pt x="8" y="292"/>
                      </a:cubicBezTo>
                      <a:cubicBezTo>
                        <a:pt x="8" y="293"/>
                        <a:pt x="8" y="293"/>
                        <a:pt x="8" y="293"/>
                      </a:cubicBezTo>
                      <a:cubicBezTo>
                        <a:pt x="8" y="292"/>
                        <a:pt x="8" y="292"/>
                        <a:pt x="8" y="292"/>
                      </a:cubicBezTo>
                      <a:cubicBezTo>
                        <a:pt x="8" y="292"/>
                        <a:pt x="7" y="292"/>
                        <a:pt x="7" y="292"/>
                      </a:cubicBezTo>
                      <a:cubicBezTo>
                        <a:pt x="7" y="292"/>
                        <a:pt x="7" y="291"/>
                        <a:pt x="7" y="291"/>
                      </a:cubicBezTo>
                      <a:cubicBezTo>
                        <a:pt x="7" y="291"/>
                        <a:pt x="7" y="291"/>
                        <a:pt x="7" y="291"/>
                      </a:cubicBezTo>
                      <a:cubicBezTo>
                        <a:pt x="7" y="291"/>
                        <a:pt x="7" y="291"/>
                        <a:pt x="7" y="291"/>
                      </a:cubicBezTo>
                      <a:cubicBezTo>
                        <a:pt x="7" y="291"/>
                        <a:pt x="6" y="291"/>
                        <a:pt x="6" y="291"/>
                      </a:cubicBezTo>
                      <a:cubicBezTo>
                        <a:pt x="6" y="291"/>
                        <a:pt x="6" y="291"/>
                        <a:pt x="6" y="292"/>
                      </a:cubicBezTo>
                      <a:cubicBezTo>
                        <a:pt x="6" y="292"/>
                        <a:pt x="6" y="292"/>
                        <a:pt x="6" y="292"/>
                      </a:cubicBezTo>
                      <a:cubicBezTo>
                        <a:pt x="6" y="292"/>
                        <a:pt x="6" y="292"/>
                        <a:pt x="6" y="292"/>
                      </a:cubicBezTo>
                      <a:cubicBezTo>
                        <a:pt x="6" y="292"/>
                        <a:pt x="6" y="292"/>
                        <a:pt x="6" y="293"/>
                      </a:cubicBezTo>
                      <a:cubicBezTo>
                        <a:pt x="6" y="293"/>
                        <a:pt x="6" y="293"/>
                        <a:pt x="6" y="293"/>
                      </a:cubicBezTo>
                      <a:cubicBezTo>
                        <a:pt x="6" y="293"/>
                        <a:pt x="6" y="293"/>
                        <a:pt x="6" y="293"/>
                      </a:cubicBezTo>
                      <a:cubicBezTo>
                        <a:pt x="6" y="293"/>
                        <a:pt x="6" y="293"/>
                        <a:pt x="6" y="293"/>
                      </a:cubicBezTo>
                      <a:cubicBezTo>
                        <a:pt x="6" y="293"/>
                        <a:pt x="7" y="293"/>
                        <a:pt x="7" y="293"/>
                      </a:cubicBezTo>
                      <a:cubicBezTo>
                        <a:pt x="7" y="293"/>
                        <a:pt x="7" y="293"/>
                        <a:pt x="7" y="293"/>
                      </a:cubicBezTo>
                      <a:cubicBezTo>
                        <a:pt x="7" y="293"/>
                        <a:pt x="7" y="293"/>
                        <a:pt x="7" y="293"/>
                      </a:cubicBezTo>
                      <a:cubicBezTo>
                        <a:pt x="6" y="293"/>
                        <a:pt x="6" y="293"/>
                        <a:pt x="6" y="293"/>
                      </a:cubicBezTo>
                      <a:cubicBezTo>
                        <a:pt x="6" y="293"/>
                        <a:pt x="6" y="293"/>
                        <a:pt x="6" y="293"/>
                      </a:cubicBezTo>
                      <a:cubicBezTo>
                        <a:pt x="6" y="294"/>
                        <a:pt x="6" y="294"/>
                        <a:pt x="6" y="294"/>
                      </a:cubicBezTo>
                      <a:cubicBezTo>
                        <a:pt x="6" y="294"/>
                        <a:pt x="6" y="294"/>
                        <a:pt x="5" y="294"/>
                      </a:cubicBezTo>
                      <a:cubicBezTo>
                        <a:pt x="5" y="294"/>
                        <a:pt x="5" y="294"/>
                        <a:pt x="5" y="294"/>
                      </a:cubicBezTo>
                      <a:cubicBezTo>
                        <a:pt x="5" y="294"/>
                        <a:pt x="5" y="295"/>
                        <a:pt x="5" y="295"/>
                      </a:cubicBezTo>
                      <a:cubicBezTo>
                        <a:pt x="6" y="295"/>
                        <a:pt x="6" y="295"/>
                        <a:pt x="6" y="295"/>
                      </a:cubicBezTo>
                      <a:cubicBezTo>
                        <a:pt x="6" y="295"/>
                        <a:pt x="6" y="295"/>
                        <a:pt x="6" y="295"/>
                      </a:cubicBezTo>
                      <a:cubicBezTo>
                        <a:pt x="6" y="295"/>
                        <a:pt x="6" y="295"/>
                        <a:pt x="6" y="295"/>
                      </a:cubicBezTo>
                      <a:cubicBezTo>
                        <a:pt x="6" y="295"/>
                        <a:pt x="7" y="295"/>
                        <a:pt x="7" y="295"/>
                      </a:cubicBezTo>
                      <a:cubicBezTo>
                        <a:pt x="7" y="295"/>
                        <a:pt x="7" y="295"/>
                        <a:pt x="7" y="295"/>
                      </a:cubicBezTo>
                      <a:cubicBezTo>
                        <a:pt x="7" y="296"/>
                        <a:pt x="7" y="295"/>
                        <a:pt x="7" y="295"/>
                      </a:cubicBezTo>
                      <a:close/>
                      <a:moveTo>
                        <a:pt x="8" y="290"/>
                      </a:moveTo>
                      <a:cubicBezTo>
                        <a:pt x="8" y="290"/>
                        <a:pt x="8" y="290"/>
                        <a:pt x="8" y="290"/>
                      </a:cubicBezTo>
                      <a:cubicBezTo>
                        <a:pt x="8" y="290"/>
                        <a:pt x="8" y="290"/>
                        <a:pt x="8" y="289"/>
                      </a:cubicBezTo>
                      <a:cubicBezTo>
                        <a:pt x="8" y="289"/>
                        <a:pt x="8" y="289"/>
                        <a:pt x="8" y="289"/>
                      </a:cubicBezTo>
                      <a:cubicBezTo>
                        <a:pt x="8" y="289"/>
                        <a:pt x="9" y="289"/>
                        <a:pt x="9" y="289"/>
                      </a:cubicBezTo>
                      <a:cubicBezTo>
                        <a:pt x="9" y="289"/>
                        <a:pt x="9" y="289"/>
                        <a:pt x="9" y="289"/>
                      </a:cubicBezTo>
                      <a:cubicBezTo>
                        <a:pt x="9" y="289"/>
                        <a:pt x="9" y="289"/>
                        <a:pt x="9" y="289"/>
                      </a:cubicBezTo>
                      <a:cubicBezTo>
                        <a:pt x="9" y="290"/>
                        <a:pt x="9" y="290"/>
                        <a:pt x="9" y="290"/>
                      </a:cubicBezTo>
                      <a:cubicBezTo>
                        <a:pt x="9" y="290"/>
                        <a:pt x="9" y="290"/>
                        <a:pt x="9" y="290"/>
                      </a:cubicBezTo>
                      <a:cubicBezTo>
                        <a:pt x="9" y="291"/>
                        <a:pt x="9" y="291"/>
                        <a:pt x="9" y="291"/>
                      </a:cubicBezTo>
                      <a:cubicBezTo>
                        <a:pt x="9" y="291"/>
                        <a:pt x="9" y="291"/>
                        <a:pt x="9" y="291"/>
                      </a:cubicBezTo>
                      <a:cubicBezTo>
                        <a:pt x="9" y="291"/>
                        <a:pt x="9" y="292"/>
                        <a:pt x="10" y="292"/>
                      </a:cubicBezTo>
                      <a:cubicBezTo>
                        <a:pt x="10" y="292"/>
                        <a:pt x="10" y="292"/>
                        <a:pt x="10" y="292"/>
                      </a:cubicBezTo>
                      <a:cubicBezTo>
                        <a:pt x="10" y="292"/>
                        <a:pt x="10" y="292"/>
                        <a:pt x="10" y="292"/>
                      </a:cubicBezTo>
                      <a:cubicBezTo>
                        <a:pt x="11" y="292"/>
                        <a:pt x="11" y="292"/>
                        <a:pt x="11" y="292"/>
                      </a:cubicBezTo>
                      <a:cubicBezTo>
                        <a:pt x="11" y="292"/>
                        <a:pt x="11" y="293"/>
                        <a:pt x="11" y="293"/>
                      </a:cubicBezTo>
                      <a:cubicBezTo>
                        <a:pt x="11" y="292"/>
                        <a:pt x="11" y="292"/>
                        <a:pt x="11" y="292"/>
                      </a:cubicBezTo>
                      <a:cubicBezTo>
                        <a:pt x="11" y="292"/>
                        <a:pt x="11" y="292"/>
                        <a:pt x="11" y="292"/>
                      </a:cubicBezTo>
                      <a:cubicBezTo>
                        <a:pt x="11" y="291"/>
                        <a:pt x="11" y="291"/>
                        <a:pt x="11" y="291"/>
                      </a:cubicBezTo>
                      <a:cubicBezTo>
                        <a:pt x="11" y="291"/>
                        <a:pt x="11" y="291"/>
                        <a:pt x="11" y="291"/>
                      </a:cubicBezTo>
                      <a:cubicBezTo>
                        <a:pt x="11" y="291"/>
                        <a:pt x="11" y="290"/>
                        <a:pt x="11" y="290"/>
                      </a:cubicBezTo>
                      <a:cubicBezTo>
                        <a:pt x="11" y="290"/>
                        <a:pt x="10" y="290"/>
                        <a:pt x="10" y="290"/>
                      </a:cubicBezTo>
                      <a:cubicBezTo>
                        <a:pt x="10" y="290"/>
                        <a:pt x="10" y="290"/>
                        <a:pt x="10" y="290"/>
                      </a:cubicBezTo>
                      <a:cubicBezTo>
                        <a:pt x="10" y="290"/>
                        <a:pt x="10" y="290"/>
                        <a:pt x="10" y="290"/>
                      </a:cubicBezTo>
                      <a:cubicBezTo>
                        <a:pt x="10" y="289"/>
                        <a:pt x="10" y="289"/>
                        <a:pt x="10" y="289"/>
                      </a:cubicBezTo>
                      <a:cubicBezTo>
                        <a:pt x="10" y="289"/>
                        <a:pt x="10" y="289"/>
                        <a:pt x="10" y="289"/>
                      </a:cubicBezTo>
                      <a:cubicBezTo>
                        <a:pt x="10" y="289"/>
                        <a:pt x="10" y="289"/>
                        <a:pt x="10" y="289"/>
                      </a:cubicBezTo>
                      <a:cubicBezTo>
                        <a:pt x="10" y="289"/>
                        <a:pt x="9" y="288"/>
                        <a:pt x="9" y="288"/>
                      </a:cubicBezTo>
                      <a:cubicBezTo>
                        <a:pt x="9" y="288"/>
                        <a:pt x="9" y="288"/>
                        <a:pt x="9" y="288"/>
                      </a:cubicBezTo>
                      <a:cubicBezTo>
                        <a:pt x="9" y="288"/>
                        <a:pt x="9" y="288"/>
                        <a:pt x="9" y="288"/>
                      </a:cubicBezTo>
                      <a:cubicBezTo>
                        <a:pt x="9" y="288"/>
                        <a:pt x="9" y="288"/>
                        <a:pt x="9" y="288"/>
                      </a:cubicBezTo>
                      <a:cubicBezTo>
                        <a:pt x="8" y="288"/>
                        <a:pt x="8" y="288"/>
                        <a:pt x="8" y="288"/>
                      </a:cubicBezTo>
                      <a:cubicBezTo>
                        <a:pt x="8" y="288"/>
                        <a:pt x="8" y="288"/>
                        <a:pt x="8" y="288"/>
                      </a:cubicBezTo>
                      <a:cubicBezTo>
                        <a:pt x="8" y="288"/>
                        <a:pt x="7" y="288"/>
                        <a:pt x="7" y="288"/>
                      </a:cubicBezTo>
                      <a:cubicBezTo>
                        <a:pt x="7" y="288"/>
                        <a:pt x="7" y="288"/>
                        <a:pt x="7" y="288"/>
                      </a:cubicBezTo>
                      <a:cubicBezTo>
                        <a:pt x="7" y="288"/>
                        <a:pt x="7" y="288"/>
                        <a:pt x="7" y="288"/>
                      </a:cubicBezTo>
                      <a:cubicBezTo>
                        <a:pt x="7" y="288"/>
                        <a:pt x="7" y="288"/>
                        <a:pt x="7" y="288"/>
                      </a:cubicBezTo>
                      <a:cubicBezTo>
                        <a:pt x="7" y="289"/>
                        <a:pt x="7" y="289"/>
                        <a:pt x="7" y="289"/>
                      </a:cubicBezTo>
                      <a:cubicBezTo>
                        <a:pt x="8" y="289"/>
                        <a:pt x="8" y="289"/>
                        <a:pt x="8" y="289"/>
                      </a:cubicBezTo>
                      <a:cubicBezTo>
                        <a:pt x="8" y="289"/>
                        <a:pt x="8" y="289"/>
                        <a:pt x="8" y="289"/>
                      </a:cubicBezTo>
                      <a:cubicBezTo>
                        <a:pt x="8" y="289"/>
                        <a:pt x="8" y="289"/>
                        <a:pt x="8" y="289"/>
                      </a:cubicBezTo>
                      <a:cubicBezTo>
                        <a:pt x="8" y="289"/>
                        <a:pt x="8" y="289"/>
                        <a:pt x="8" y="289"/>
                      </a:cubicBezTo>
                      <a:cubicBezTo>
                        <a:pt x="8" y="290"/>
                        <a:pt x="7" y="290"/>
                        <a:pt x="8" y="290"/>
                      </a:cubicBezTo>
                      <a:cubicBezTo>
                        <a:pt x="8" y="290"/>
                        <a:pt x="8" y="290"/>
                        <a:pt x="8" y="290"/>
                      </a:cubicBezTo>
                      <a:close/>
                      <a:moveTo>
                        <a:pt x="4" y="291"/>
                      </a:moveTo>
                      <a:cubicBezTo>
                        <a:pt x="4" y="291"/>
                        <a:pt x="4" y="291"/>
                        <a:pt x="3" y="291"/>
                      </a:cubicBezTo>
                      <a:cubicBezTo>
                        <a:pt x="3" y="290"/>
                        <a:pt x="3" y="290"/>
                        <a:pt x="3" y="290"/>
                      </a:cubicBezTo>
                      <a:cubicBezTo>
                        <a:pt x="3" y="290"/>
                        <a:pt x="3" y="290"/>
                        <a:pt x="3" y="290"/>
                      </a:cubicBezTo>
                      <a:cubicBezTo>
                        <a:pt x="4" y="290"/>
                        <a:pt x="4" y="290"/>
                        <a:pt x="4" y="290"/>
                      </a:cubicBezTo>
                      <a:cubicBezTo>
                        <a:pt x="4" y="290"/>
                        <a:pt x="4" y="290"/>
                        <a:pt x="4" y="290"/>
                      </a:cubicBezTo>
                      <a:cubicBezTo>
                        <a:pt x="4" y="290"/>
                        <a:pt x="4" y="290"/>
                        <a:pt x="4" y="290"/>
                      </a:cubicBezTo>
                      <a:cubicBezTo>
                        <a:pt x="4" y="290"/>
                        <a:pt x="5" y="289"/>
                        <a:pt x="5" y="289"/>
                      </a:cubicBezTo>
                      <a:cubicBezTo>
                        <a:pt x="5" y="289"/>
                        <a:pt x="5" y="289"/>
                        <a:pt x="5" y="289"/>
                      </a:cubicBezTo>
                      <a:cubicBezTo>
                        <a:pt x="5" y="289"/>
                        <a:pt x="5" y="289"/>
                        <a:pt x="5" y="289"/>
                      </a:cubicBezTo>
                      <a:cubicBezTo>
                        <a:pt x="4" y="289"/>
                        <a:pt x="4" y="289"/>
                        <a:pt x="3" y="289"/>
                      </a:cubicBezTo>
                      <a:cubicBezTo>
                        <a:pt x="3" y="289"/>
                        <a:pt x="3" y="289"/>
                        <a:pt x="3" y="289"/>
                      </a:cubicBezTo>
                      <a:cubicBezTo>
                        <a:pt x="3" y="289"/>
                        <a:pt x="3" y="289"/>
                        <a:pt x="3" y="289"/>
                      </a:cubicBezTo>
                      <a:cubicBezTo>
                        <a:pt x="3" y="289"/>
                        <a:pt x="3" y="289"/>
                        <a:pt x="3" y="289"/>
                      </a:cubicBezTo>
                      <a:cubicBezTo>
                        <a:pt x="2" y="289"/>
                        <a:pt x="2" y="289"/>
                        <a:pt x="2" y="289"/>
                      </a:cubicBezTo>
                      <a:cubicBezTo>
                        <a:pt x="2" y="289"/>
                        <a:pt x="2" y="289"/>
                        <a:pt x="2" y="289"/>
                      </a:cubicBezTo>
                      <a:cubicBezTo>
                        <a:pt x="2" y="289"/>
                        <a:pt x="2" y="289"/>
                        <a:pt x="2" y="289"/>
                      </a:cubicBezTo>
                      <a:cubicBezTo>
                        <a:pt x="2" y="289"/>
                        <a:pt x="2" y="289"/>
                        <a:pt x="2" y="289"/>
                      </a:cubicBezTo>
                      <a:cubicBezTo>
                        <a:pt x="2" y="289"/>
                        <a:pt x="2" y="290"/>
                        <a:pt x="2" y="290"/>
                      </a:cubicBezTo>
                      <a:cubicBezTo>
                        <a:pt x="2" y="290"/>
                        <a:pt x="3" y="290"/>
                        <a:pt x="3" y="290"/>
                      </a:cubicBezTo>
                      <a:cubicBezTo>
                        <a:pt x="3" y="290"/>
                        <a:pt x="3" y="290"/>
                        <a:pt x="3" y="290"/>
                      </a:cubicBezTo>
                      <a:cubicBezTo>
                        <a:pt x="2" y="290"/>
                        <a:pt x="2" y="290"/>
                        <a:pt x="2" y="291"/>
                      </a:cubicBezTo>
                      <a:cubicBezTo>
                        <a:pt x="2" y="291"/>
                        <a:pt x="3" y="291"/>
                        <a:pt x="3" y="291"/>
                      </a:cubicBezTo>
                      <a:cubicBezTo>
                        <a:pt x="3" y="291"/>
                        <a:pt x="3" y="291"/>
                        <a:pt x="3" y="291"/>
                      </a:cubicBezTo>
                      <a:cubicBezTo>
                        <a:pt x="3" y="291"/>
                        <a:pt x="3" y="291"/>
                        <a:pt x="2" y="291"/>
                      </a:cubicBezTo>
                      <a:cubicBezTo>
                        <a:pt x="2" y="291"/>
                        <a:pt x="2" y="291"/>
                        <a:pt x="2" y="292"/>
                      </a:cubicBezTo>
                      <a:cubicBezTo>
                        <a:pt x="2" y="292"/>
                        <a:pt x="2" y="292"/>
                        <a:pt x="3" y="292"/>
                      </a:cubicBezTo>
                      <a:cubicBezTo>
                        <a:pt x="3" y="292"/>
                        <a:pt x="3" y="292"/>
                        <a:pt x="3" y="292"/>
                      </a:cubicBezTo>
                      <a:cubicBezTo>
                        <a:pt x="3" y="292"/>
                        <a:pt x="3" y="292"/>
                        <a:pt x="3" y="292"/>
                      </a:cubicBezTo>
                      <a:cubicBezTo>
                        <a:pt x="3" y="292"/>
                        <a:pt x="3" y="292"/>
                        <a:pt x="3" y="292"/>
                      </a:cubicBezTo>
                      <a:cubicBezTo>
                        <a:pt x="3" y="292"/>
                        <a:pt x="3" y="292"/>
                        <a:pt x="4" y="292"/>
                      </a:cubicBezTo>
                      <a:cubicBezTo>
                        <a:pt x="4" y="292"/>
                        <a:pt x="4" y="291"/>
                        <a:pt x="4" y="291"/>
                      </a:cubicBezTo>
                      <a:close/>
                      <a:moveTo>
                        <a:pt x="3" y="288"/>
                      </a:moveTo>
                      <a:cubicBezTo>
                        <a:pt x="3" y="288"/>
                        <a:pt x="3" y="288"/>
                        <a:pt x="3" y="289"/>
                      </a:cubicBezTo>
                      <a:cubicBezTo>
                        <a:pt x="4" y="289"/>
                        <a:pt x="4" y="289"/>
                        <a:pt x="4" y="288"/>
                      </a:cubicBezTo>
                      <a:cubicBezTo>
                        <a:pt x="5" y="288"/>
                        <a:pt x="5" y="288"/>
                        <a:pt x="5" y="288"/>
                      </a:cubicBezTo>
                      <a:cubicBezTo>
                        <a:pt x="5" y="289"/>
                        <a:pt x="5" y="288"/>
                        <a:pt x="5" y="288"/>
                      </a:cubicBezTo>
                      <a:cubicBezTo>
                        <a:pt x="5" y="288"/>
                        <a:pt x="5" y="288"/>
                        <a:pt x="5" y="288"/>
                      </a:cubicBezTo>
                      <a:cubicBezTo>
                        <a:pt x="6" y="287"/>
                        <a:pt x="6" y="287"/>
                        <a:pt x="7" y="286"/>
                      </a:cubicBezTo>
                      <a:cubicBezTo>
                        <a:pt x="7" y="286"/>
                        <a:pt x="7" y="286"/>
                        <a:pt x="7" y="286"/>
                      </a:cubicBezTo>
                      <a:cubicBezTo>
                        <a:pt x="7" y="286"/>
                        <a:pt x="7" y="285"/>
                        <a:pt x="7" y="285"/>
                      </a:cubicBezTo>
                      <a:cubicBezTo>
                        <a:pt x="7" y="285"/>
                        <a:pt x="7" y="285"/>
                        <a:pt x="7" y="285"/>
                      </a:cubicBezTo>
                      <a:cubicBezTo>
                        <a:pt x="7" y="285"/>
                        <a:pt x="6" y="285"/>
                        <a:pt x="6" y="285"/>
                      </a:cubicBezTo>
                      <a:cubicBezTo>
                        <a:pt x="6" y="285"/>
                        <a:pt x="6" y="285"/>
                        <a:pt x="6" y="285"/>
                      </a:cubicBezTo>
                      <a:cubicBezTo>
                        <a:pt x="6" y="284"/>
                        <a:pt x="6" y="284"/>
                        <a:pt x="6" y="284"/>
                      </a:cubicBezTo>
                      <a:cubicBezTo>
                        <a:pt x="6" y="284"/>
                        <a:pt x="6" y="284"/>
                        <a:pt x="6" y="284"/>
                      </a:cubicBezTo>
                      <a:cubicBezTo>
                        <a:pt x="5" y="284"/>
                        <a:pt x="5" y="285"/>
                        <a:pt x="5" y="285"/>
                      </a:cubicBezTo>
                      <a:cubicBezTo>
                        <a:pt x="5" y="285"/>
                        <a:pt x="5" y="285"/>
                        <a:pt x="5" y="284"/>
                      </a:cubicBezTo>
                      <a:cubicBezTo>
                        <a:pt x="5" y="284"/>
                        <a:pt x="5" y="284"/>
                        <a:pt x="5" y="284"/>
                      </a:cubicBezTo>
                      <a:cubicBezTo>
                        <a:pt x="5" y="284"/>
                        <a:pt x="5" y="284"/>
                        <a:pt x="5" y="284"/>
                      </a:cubicBezTo>
                      <a:cubicBezTo>
                        <a:pt x="5" y="284"/>
                        <a:pt x="5" y="284"/>
                        <a:pt x="5" y="284"/>
                      </a:cubicBezTo>
                      <a:cubicBezTo>
                        <a:pt x="4" y="284"/>
                        <a:pt x="4" y="284"/>
                        <a:pt x="4" y="284"/>
                      </a:cubicBezTo>
                      <a:cubicBezTo>
                        <a:pt x="4" y="284"/>
                        <a:pt x="4" y="284"/>
                        <a:pt x="4" y="284"/>
                      </a:cubicBezTo>
                      <a:cubicBezTo>
                        <a:pt x="4" y="284"/>
                        <a:pt x="4" y="284"/>
                        <a:pt x="4" y="284"/>
                      </a:cubicBezTo>
                      <a:cubicBezTo>
                        <a:pt x="4" y="284"/>
                        <a:pt x="4" y="284"/>
                        <a:pt x="4" y="283"/>
                      </a:cubicBezTo>
                      <a:cubicBezTo>
                        <a:pt x="3" y="283"/>
                        <a:pt x="3" y="283"/>
                        <a:pt x="3" y="283"/>
                      </a:cubicBezTo>
                      <a:cubicBezTo>
                        <a:pt x="3" y="284"/>
                        <a:pt x="3" y="284"/>
                        <a:pt x="3" y="284"/>
                      </a:cubicBezTo>
                      <a:cubicBezTo>
                        <a:pt x="3" y="284"/>
                        <a:pt x="3" y="284"/>
                        <a:pt x="3" y="284"/>
                      </a:cubicBezTo>
                      <a:cubicBezTo>
                        <a:pt x="3" y="284"/>
                        <a:pt x="3" y="284"/>
                        <a:pt x="3" y="284"/>
                      </a:cubicBezTo>
                      <a:cubicBezTo>
                        <a:pt x="3" y="284"/>
                        <a:pt x="3" y="284"/>
                        <a:pt x="3" y="285"/>
                      </a:cubicBezTo>
                      <a:cubicBezTo>
                        <a:pt x="3" y="285"/>
                        <a:pt x="3" y="285"/>
                        <a:pt x="3" y="285"/>
                      </a:cubicBezTo>
                      <a:cubicBezTo>
                        <a:pt x="3" y="285"/>
                        <a:pt x="3" y="285"/>
                        <a:pt x="4" y="285"/>
                      </a:cubicBezTo>
                      <a:cubicBezTo>
                        <a:pt x="4" y="285"/>
                        <a:pt x="4" y="285"/>
                        <a:pt x="4" y="285"/>
                      </a:cubicBezTo>
                      <a:cubicBezTo>
                        <a:pt x="4" y="285"/>
                        <a:pt x="4" y="285"/>
                        <a:pt x="4" y="285"/>
                      </a:cubicBezTo>
                      <a:cubicBezTo>
                        <a:pt x="4" y="285"/>
                        <a:pt x="4" y="285"/>
                        <a:pt x="4" y="285"/>
                      </a:cubicBezTo>
                      <a:cubicBezTo>
                        <a:pt x="4" y="285"/>
                        <a:pt x="4" y="285"/>
                        <a:pt x="4" y="285"/>
                      </a:cubicBezTo>
                      <a:cubicBezTo>
                        <a:pt x="4" y="285"/>
                        <a:pt x="4" y="285"/>
                        <a:pt x="4" y="285"/>
                      </a:cubicBezTo>
                      <a:cubicBezTo>
                        <a:pt x="5" y="286"/>
                        <a:pt x="5" y="286"/>
                        <a:pt x="4" y="286"/>
                      </a:cubicBezTo>
                      <a:cubicBezTo>
                        <a:pt x="4" y="286"/>
                        <a:pt x="4" y="286"/>
                        <a:pt x="4" y="286"/>
                      </a:cubicBezTo>
                      <a:cubicBezTo>
                        <a:pt x="4" y="286"/>
                        <a:pt x="4" y="286"/>
                        <a:pt x="4" y="286"/>
                      </a:cubicBezTo>
                      <a:cubicBezTo>
                        <a:pt x="3" y="286"/>
                        <a:pt x="3" y="286"/>
                        <a:pt x="3" y="286"/>
                      </a:cubicBezTo>
                      <a:cubicBezTo>
                        <a:pt x="3" y="286"/>
                        <a:pt x="3" y="286"/>
                        <a:pt x="3" y="286"/>
                      </a:cubicBezTo>
                      <a:cubicBezTo>
                        <a:pt x="3" y="286"/>
                        <a:pt x="3" y="286"/>
                        <a:pt x="3" y="286"/>
                      </a:cubicBezTo>
                      <a:cubicBezTo>
                        <a:pt x="3" y="286"/>
                        <a:pt x="3" y="285"/>
                        <a:pt x="3" y="285"/>
                      </a:cubicBezTo>
                      <a:cubicBezTo>
                        <a:pt x="3" y="285"/>
                        <a:pt x="3" y="285"/>
                        <a:pt x="3" y="285"/>
                      </a:cubicBezTo>
                      <a:cubicBezTo>
                        <a:pt x="3" y="285"/>
                        <a:pt x="3" y="285"/>
                        <a:pt x="3" y="285"/>
                      </a:cubicBezTo>
                      <a:cubicBezTo>
                        <a:pt x="2" y="285"/>
                        <a:pt x="2" y="286"/>
                        <a:pt x="2" y="286"/>
                      </a:cubicBezTo>
                      <a:cubicBezTo>
                        <a:pt x="2" y="286"/>
                        <a:pt x="2" y="286"/>
                        <a:pt x="2" y="286"/>
                      </a:cubicBezTo>
                      <a:cubicBezTo>
                        <a:pt x="2" y="286"/>
                        <a:pt x="2" y="286"/>
                        <a:pt x="2" y="287"/>
                      </a:cubicBezTo>
                      <a:cubicBezTo>
                        <a:pt x="2" y="287"/>
                        <a:pt x="2" y="287"/>
                        <a:pt x="2" y="287"/>
                      </a:cubicBezTo>
                      <a:cubicBezTo>
                        <a:pt x="2" y="287"/>
                        <a:pt x="2" y="287"/>
                        <a:pt x="2" y="288"/>
                      </a:cubicBezTo>
                      <a:cubicBezTo>
                        <a:pt x="2" y="288"/>
                        <a:pt x="3" y="288"/>
                        <a:pt x="3" y="288"/>
                      </a:cubicBezTo>
                      <a:cubicBezTo>
                        <a:pt x="3" y="288"/>
                        <a:pt x="3" y="288"/>
                        <a:pt x="3" y="287"/>
                      </a:cubicBezTo>
                      <a:cubicBezTo>
                        <a:pt x="3" y="287"/>
                        <a:pt x="3" y="287"/>
                        <a:pt x="4" y="287"/>
                      </a:cubicBezTo>
                      <a:cubicBezTo>
                        <a:pt x="4" y="287"/>
                        <a:pt x="4" y="287"/>
                        <a:pt x="4" y="287"/>
                      </a:cubicBezTo>
                      <a:cubicBezTo>
                        <a:pt x="4" y="287"/>
                        <a:pt x="4" y="288"/>
                        <a:pt x="4" y="288"/>
                      </a:cubicBezTo>
                      <a:cubicBezTo>
                        <a:pt x="4" y="288"/>
                        <a:pt x="3" y="288"/>
                        <a:pt x="3" y="288"/>
                      </a:cubicBezTo>
                      <a:cubicBezTo>
                        <a:pt x="3" y="288"/>
                        <a:pt x="3" y="288"/>
                        <a:pt x="3" y="288"/>
                      </a:cubicBezTo>
                      <a:close/>
                      <a:moveTo>
                        <a:pt x="3" y="281"/>
                      </a:moveTo>
                      <a:cubicBezTo>
                        <a:pt x="3" y="281"/>
                        <a:pt x="3" y="281"/>
                        <a:pt x="3" y="281"/>
                      </a:cubicBezTo>
                      <a:cubicBezTo>
                        <a:pt x="3" y="281"/>
                        <a:pt x="3" y="281"/>
                        <a:pt x="3" y="281"/>
                      </a:cubicBezTo>
                      <a:cubicBezTo>
                        <a:pt x="3" y="281"/>
                        <a:pt x="3" y="281"/>
                        <a:pt x="3" y="281"/>
                      </a:cubicBezTo>
                      <a:cubicBezTo>
                        <a:pt x="3" y="281"/>
                        <a:pt x="3" y="281"/>
                        <a:pt x="3" y="281"/>
                      </a:cubicBezTo>
                      <a:cubicBezTo>
                        <a:pt x="3" y="281"/>
                        <a:pt x="3" y="281"/>
                        <a:pt x="3" y="282"/>
                      </a:cubicBezTo>
                      <a:cubicBezTo>
                        <a:pt x="3" y="282"/>
                        <a:pt x="3" y="282"/>
                        <a:pt x="3" y="282"/>
                      </a:cubicBezTo>
                      <a:cubicBezTo>
                        <a:pt x="3" y="282"/>
                        <a:pt x="3" y="282"/>
                        <a:pt x="4" y="282"/>
                      </a:cubicBezTo>
                      <a:cubicBezTo>
                        <a:pt x="4" y="282"/>
                        <a:pt x="4" y="282"/>
                        <a:pt x="4" y="282"/>
                      </a:cubicBezTo>
                      <a:cubicBezTo>
                        <a:pt x="4" y="282"/>
                        <a:pt x="4" y="282"/>
                        <a:pt x="4" y="281"/>
                      </a:cubicBezTo>
                      <a:cubicBezTo>
                        <a:pt x="4" y="281"/>
                        <a:pt x="4" y="281"/>
                        <a:pt x="4" y="281"/>
                      </a:cubicBezTo>
                      <a:cubicBezTo>
                        <a:pt x="4" y="281"/>
                        <a:pt x="3" y="280"/>
                        <a:pt x="3" y="280"/>
                      </a:cubicBezTo>
                      <a:cubicBezTo>
                        <a:pt x="3" y="280"/>
                        <a:pt x="3" y="280"/>
                        <a:pt x="3" y="280"/>
                      </a:cubicBezTo>
                      <a:cubicBezTo>
                        <a:pt x="3" y="280"/>
                        <a:pt x="3" y="280"/>
                        <a:pt x="3" y="280"/>
                      </a:cubicBezTo>
                      <a:cubicBezTo>
                        <a:pt x="3" y="280"/>
                        <a:pt x="3" y="280"/>
                        <a:pt x="3" y="279"/>
                      </a:cubicBezTo>
                      <a:cubicBezTo>
                        <a:pt x="3" y="279"/>
                        <a:pt x="3" y="279"/>
                        <a:pt x="3" y="279"/>
                      </a:cubicBezTo>
                      <a:cubicBezTo>
                        <a:pt x="3" y="279"/>
                        <a:pt x="3" y="279"/>
                        <a:pt x="3" y="279"/>
                      </a:cubicBezTo>
                      <a:cubicBezTo>
                        <a:pt x="2" y="279"/>
                        <a:pt x="2" y="279"/>
                        <a:pt x="2" y="279"/>
                      </a:cubicBezTo>
                      <a:cubicBezTo>
                        <a:pt x="2" y="279"/>
                        <a:pt x="2" y="279"/>
                        <a:pt x="2" y="279"/>
                      </a:cubicBezTo>
                      <a:cubicBezTo>
                        <a:pt x="1" y="279"/>
                        <a:pt x="1" y="279"/>
                        <a:pt x="1" y="279"/>
                      </a:cubicBezTo>
                      <a:cubicBezTo>
                        <a:pt x="1" y="279"/>
                        <a:pt x="1" y="279"/>
                        <a:pt x="1" y="279"/>
                      </a:cubicBezTo>
                      <a:cubicBezTo>
                        <a:pt x="1" y="280"/>
                        <a:pt x="1" y="280"/>
                        <a:pt x="1" y="280"/>
                      </a:cubicBezTo>
                      <a:cubicBezTo>
                        <a:pt x="1" y="280"/>
                        <a:pt x="1" y="280"/>
                        <a:pt x="1" y="280"/>
                      </a:cubicBezTo>
                      <a:cubicBezTo>
                        <a:pt x="1" y="280"/>
                        <a:pt x="2" y="280"/>
                        <a:pt x="2" y="280"/>
                      </a:cubicBezTo>
                      <a:cubicBezTo>
                        <a:pt x="2" y="280"/>
                        <a:pt x="2" y="280"/>
                        <a:pt x="2" y="280"/>
                      </a:cubicBezTo>
                      <a:cubicBezTo>
                        <a:pt x="2" y="281"/>
                        <a:pt x="1" y="281"/>
                        <a:pt x="1" y="281"/>
                      </a:cubicBezTo>
                      <a:cubicBezTo>
                        <a:pt x="1" y="281"/>
                        <a:pt x="1" y="281"/>
                        <a:pt x="1" y="281"/>
                      </a:cubicBezTo>
                      <a:cubicBezTo>
                        <a:pt x="1" y="282"/>
                        <a:pt x="1" y="282"/>
                        <a:pt x="1" y="282"/>
                      </a:cubicBezTo>
                      <a:cubicBezTo>
                        <a:pt x="2" y="282"/>
                        <a:pt x="2" y="282"/>
                        <a:pt x="2" y="282"/>
                      </a:cubicBezTo>
                      <a:cubicBezTo>
                        <a:pt x="2" y="281"/>
                        <a:pt x="2" y="281"/>
                        <a:pt x="2" y="281"/>
                      </a:cubicBezTo>
                      <a:cubicBezTo>
                        <a:pt x="2" y="281"/>
                        <a:pt x="2" y="281"/>
                        <a:pt x="2" y="281"/>
                      </a:cubicBezTo>
                      <a:cubicBezTo>
                        <a:pt x="2" y="281"/>
                        <a:pt x="2" y="281"/>
                        <a:pt x="2" y="281"/>
                      </a:cubicBezTo>
                      <a:cubicBezTo>
                        <a:pt x="2" y="281"/>
                        <a:pt x="2" y="281"/>
                        <a:pt x="3" y="281"/>
                      </a:cubicBezTo>
                      <a:cubicBezTo>
                        <a:pt x="3" y="281"/>
                        <a:pt x="3" y="281"/>
                        <a:pt x="3" y="281"/>
                      </a:cubicBezTo>
                      <a:close/>
                      <a:moveTo>
                        <a:pt x="2" y="264"/>
                      </a:moveTo>
                      <a:cubicBezTo>
                        <a:pt x="2" y="264"/>
                        <a:pt x="2" y="264"/>
                        <a:pt x="2" y="264"/>
                      </a:cubicBezTo>
                      <a:cubicBezTo>
                        <a:pt x="2" y="264"/>
                        <a:pt x="2" y="264"/>
                        <a:pt x="2" y="264"/>
                      </a:cubicBezTo>
                      <a:cubicBezTo>
                        <a:pt x="2" y="265"/>
                        <a:pt x="2" y="265"/>
                        <a:pt x="2" y="265"/>
                      </a:cubicBezTo>
                      <a:cubicBezTo>
                        <a:pt x="2" y="265"/>
                        <a:pt x="2" y="265"/>
                        <a:pt x="2" y="265"/>
                      </a:cubicBezTo>
                      <a:cubicBezTo>
                        <a:pt x="2" y="265"/>
                        <a:pt x="2" y="265"/>
                        <a:pt x="2" y="265"/>
                      </a:cubicBezTo>
                      <a:cubicBezTo>
                        <a:pt x="2" y="265"/>
                        <a:pt x="2" y="265"/>
                        <a:pt x="2" y="265"/>
                      </a:cubicBezTo>
                      <a:cubicBezTo>
                        <a:pt x="2" y="266"/>
                        <a:pt x="2" y="266"/>
                        <a:pt x="2" y="266"/>
                      </a:cubicBezTo>
                      <a:cubicBezTo>
                        <a:pt x="2" y="266"/>
                        <a:pt x="2" y="266"/>
                        <a:pt x="2" y="266"/>
                      </a:cubicBezTo>
                      <a:cubicBezTo>
                        <a:pt x="3" y="266"/>
                        <a:pt x="3" y="266"/>
                        <a:pt x="3" y="266"/>
                      </a:cubicBezTo>
                      <a:cubicBezTo>
                        <a:pt x="3" y="266"/>
                        <a:pt x="3" y="266"/>
                        <a:pt x="3" y="266"/>
                      </a:cubicBezTo>
                      <a:cubicBezTo>
                        <a:pt x="3" y="266"/>
                        <a:pt x="3" y="266"/>
                        <a:pt x="4" y="266"/>
                      </a:cubicBezTo>
                      <a:cubicBezTo>
                        <a:pt x="4" y="266"/>
                        <a:pt x="4" y="266"/>
                        <a:pt x="4" y="266"/>
                      </a:cubicBezTo>
                      <a:cubicBezTo>
                        <a:pt x="4" y="266"/>
                        <a:pt x="4" y="266"/>
                        <a:pt x="4" y="266"/>
                      </a:cubicBezTo>
                      <a:cubicBezTo>
                        <a:pt x="4" y="266"/>
                        <a:pt x="4" y="266"/>
                        <a:pt x="4" y="267"/>
                      </a:cubicBezTo>
                      <a:cubicBezTo>
                        <a:pt x="4" y="267"/>
                        <a:pt x="4" y="267"/>
                        <a:pt x="4" y="267"/>
                      </a:cubicBezTo>
                      <a:cubicBezTo>
                        <a:pt x="4" y="267"/>
                        <a:pt x="3" y="267"/>
                        <a:pt x="3" y="267"/>
                      </a:cubicBezTo>
                      <a:cubicBezTo>
                        <a:pt x="3" y="267"/>
                        <a:pt x="3" y="267"/>
                        <a:pt x="3" y="267"/>
                      </a:cubicBezTo>
                      <a:cubicBezTo>
                        <a:pt x="3" y="267"/>
                        <a:pt x="3" y="267"/>
                        <a:pt x="2" y="267"/>
                      </a:cubicBezTo>
                      <a:cubicBezTo>
                        <a:pt x="2" y="267"/>
                        <a:pt x="2" y="267"/>
                        <a:pt x="2" y="267"/>
                      </a:cubicBezTo>
                      <a:cubicBezTo>
                        <a:pt x="2" y="267"/>
                        <a:pt x="1" y="267"/>
                        <a:pt x="1" y="267"/>
                      </a:cubicBezTo>
                      <a:cubicBezTo>
                        <a:pt x="1" y="267"/>
                        <a:pt x="1" y="267"/>
                        <a:pt x="1" y="267"/>
                      </a:cubicBezTo>
                      <a:cubicBezTo>
                        <a:pt x="1" y="267"/>
                        <a:pt x="1" y="268"/>
                        <a:pt x="1" y="268"/>
                      </a:cubicBezTo>
                      <a:cubicBezTo>
                        <a:pt x="1" y="268"/>
                        <a:pt x="1" y="268"/>
                        <a:pt x="2" y="268"/>
                      </a:cubicBezTo>
                      <a:cubicBezTo>
                        <a:pt x="2" y="268"/>
                        <a:pt x="2" y="268"/>
                        <a:pt x="2" y="268"/>
                      </a:cubicBezTo>
                      <a:cubicBezTo>
                        <a:pt x="2" y="269"/>
                        <a:pt x="2" y="269"/>
                        <a:pt x="2" y="269"/>
                      </a:cubicBezTo>
                      <a:cubicBezTo>
                        <a:pt x="2" y="269"/>
                        <a:pt x="2" y="269"/>
                        <a:pt x="2" y="269"/>
                      </a:cubicBezTo>
                      <a:cubicBezTo>
                        <a:pt x="2" y="269"/>
                        <a:pt x="2" y="269"/>
                        <a:pt x="2" y="269"/>
                      </a:cubicBezTo>
                      <a:cubicBezTo>
                        <a:pt x="2" y="269"/>
                        <a:pt x="1" y="269"/>
                        <a:pt x="1" y="269"/>
                      </a:cubicBezTo>
                      <a:cubicBezTo>
                        <a:pt x="1" y="269"/>
                        <a:pt x="1" y="269"/>
                        <a:pt x="1" y="269"/>
                      </a:cubicBezTo>
                      <a:cubicBezTo>
                        <a:pt x="1" y="269"/>
                        <a:pt x="1" y="269"/>
                        <a:pt x="1" y="270"/>
                      </a:cubicBezTo>
                      <a:cubicBezTo>
                        <a:pt x="2" y="270"/>
                        <a:pt x="2" y="270"/>
                        <a:pt x="2" y="270"/>
                      </a:cubicBezTo>
                      <a:cubicBezTo>
                        <a:pt x="2" y="270"/>
                        <a:pt x="2" y="270"/>
                        <a:pt x="2" y="270"/>
                      </a:cubicBezTo>
                      <a:cubicBezTo>
                        <a:pt x="2" y="270"/>
                        <a:pt x="2" y="270"/>
                        <a:pt x="2" y="270"/>
                      </a:cubicBezTo>
                      <a:cubicBezTo>
                        <a:pt x="3" y="269"/>
                        <a:pt x="3" y="269"/>
                        <a:pt x="3" y="270"/>
                      </a:cubicBezTo>
                      <a:cubicBezTo>
                        <a:pt x="3" y="270"/>
                        <a:pt x="3" y="270"/>
                        <a:pt x="4" y="270"/>
                      </a:cubicBezTo>
                      <a:cubicBezTo>
                        <a:pt x="4" y="270"/>
                        <a:pt x="4" y="270"/>
                        <a:pt x="4" y="270"/>
                      </a:cubicBezTo>
                      <a:cubicBezTo>
                        <a:pt x="4" y="269"/>
                        <a:pt x="4" y="269"/>
                        <a:pt x="5" y="269"/>
                      </a:cubicBezTo>
                      <a:cubicBezTo>
                        <a:pt x="5" y="268"/>
                        <a:pt x="5" y="268"/>
                        <a:pt x="5" y="268"/>
                      </a:cubicBezTo>
                      <a:cubicBezTo>
                        <a:pt x="5" y="268"/>
                        <a:pt x="5" y="268"/>
                        <a:pt x="5" y="268"/>
                      </a:cubicBezTo>
                      <a:cubicBezTo>
                        <a:pt x="5" y="267"/>
                        <a:pt x="5" y="267"/>
                        <a:pt x="5" y="267"/>
                      </a:cubicBezTo>
                      <a:cubicBezTo>
                        <a:pt x="5" y="267"/>
                        <a:pt x="5" y="266"/>
                        <a:pt x="5" y="266"/>
                      </a:cubicBezTo>
                      <a:cubicBezTo>
                        <a:pt x="5" y="266"/>
                        <a:pt x="5" y="266"/>
                        <a:pt x="5" y="266"/>
                      </a:cubicBezTo>
                      <a:cubicBezTo>
                        <a:pt x="5" y="266"/>
                        <a:pt x="5" y="266"/>
                        <a:pt x="5" y="266"/>
                      </a:cubicBezTo>
                      <a:cubicBezTo>
                        <a:pt x="4" y="265"/>
                        <a:pt x="4" y="265"/>
                        <a:pt x="4" y="264"/>
                      </a:cubicBezTo>
                      <a:cubicBezTo>
                        <a:pt x="4" y="264"/>
                        <a:pt x="4" y="264"/>
                        <a:pt x="4" y="263"/>
                      </a:cubicBezTo>
                      <a:cubicBezTo>
                        <a:pt x="4" y="263"/>
                        <a:pt x="4" y="263"/>
                        <a:pt x="4" y="263"/>
                      </a:cubicBezTo>
                      <a:cubicBezTo>
                        <a:pt x="4" y="263"/>
                        <a:pt x="4" y="263"/>
                        <a:pt x="4" y="263"/>
                      </a:cubicBezTo>
                      <a:cubicBezTo>
                        <a:pt x="4" y="263"/>
                        <a:pt x="3" y="263"/>
                        <a:pt x="3" y="263"/>
                      </a:cubicBezTo>
                      <a:cubicBezTo>
                        <a:pt x="3" y="263"/>
                        <a:pt x="3" y="263"/>
                        <a:pt x="3" y="262"/>
                      </a:cubicBezTo>
                      <a:cubicBezTo>
                        <a:pt x="3" y="262"/>
                        <a:pt x="3" y="262"/>
                        <a:pt x="3" y="262"/>
                      </a:cubicBezTo>
                      <a:cubicBezTo>
                        <a:pt x="3" y="262"/>
                        <a:pt x="3" y="262"/>
                        <a:pt x="3" y="262"/>
                      </a:cubicBezTo>
                      <a:cubicBezTo>
                        <a:pt x="3" y="263"/>
                        <a:pt x="3" y="262"/>
                        <a:pt x="3" y="262"/>
                      </a:cubicBezTo>
                      <a:cubicBezTo>
                        <a:pt x="3" y="262"/>
                        <a:pt x="3" y="262"/>
                        <a:pt x="3" y="262"/>
                      </a:cubicBezTo>
                      <a:cubicBezTo>
                        <a:pt x="2" y="262"/>
                        <a:pt x="2" y="262"/>
                        <a:pt x="2" y="262"/>
                      </a:cubicBezTo>
                      <a:cubicBezTo>
                        <a:pt x="2" y="263"/>
                        <a:pt x="2" y="263"/>
                        <a:pt x="2" y="263"/>
                      </a:cubicBezTo>
                      <a:cubicBezTo>
                        <a:pt x="2" y="263"/>
                        <a:pt x="2" y="263"/>
                        <a:pt x="2" y="263"/>
                      </a:cubicBezTo>
                      <a:cubicBezTo>
                        <a:pt x="2" y="263"/>
                        <a:pt x="2" y="263"/>
                        <a:pt x="2" y="263"/>
                      </a:cubicBezTo>
                      <a:cubicBezTo>
                        <a:pt x="2" y="264"/>
                        <a:pt x="2" y="264"/>
                        <a:pt x="2" y="264"/>
                      </a:cubicBezTo>
                      <a:close/>
                      <a:moveTo>
                        <a:pt x="9" y="267"/>
                      </a:moveTo>
                      <a:cubicBezTo>
                        <a:pt x="9" y="267"/>
                        <a:pt x="9" y="267"/>
                        <a:pt x="9" y="267"/>
                      </a:cubicBezTo>
                      <a:cubicBezTo>
                        <a:pt x="8" y="267"/>
                        <a:pt x="8" y="267"/>
                        <a:pt x="8" y="267"/>
                      </a:cubicBezTo>
                      <a:cubicBezTo>
                        <a:pt x="8" y="266"/>
                        <a:pt x="8" y="266"/>
                        <a:pt x="9" y="266"/>
                      </a:cubicBezTo>
                      <a:cubicBezTo>
                        <a:pt x="9" y="266"/>
                        <a:pt x="9" y="266"/>
                        <a:pt x="8" y="266"/>
                      </a:cubicBezTo>
                      <a:cubicBezTo>
                        <a:pt x="8" y="265"/>
                        <a:pt x="8" y="265"/>
                        <a:pt x="8" y="265"/>
                      </a:cubicBezTo>
                      <a:cubicBezTo>
                        <a:pt x="8" y="265"/>
                        <a:pt x="8" y="265"/>
                        <a:pt x="8" y="265"/>
                      </a:cubicBezTo>
                      <a:cubicBezTo>
                        <a:pt x="8" y="265"/>
                        <a:pt x="8" y="265"/>
                        <a:pt x="8" y="264"/>
                      </a:cubicBezTo>
                      <a:cubicBezTo>
                        <a:pt x="8" y="264"/>
                        <a:pt x="8" y="264"/>
                        <a:pt x="8" y="264"/>
                      </a:cubicBezTo>
                      <a:cubicBezTo>
                        <a:pt x="8" y="264"/>
                        <a:pt x="8" y="264"/>
                        <a:pt x="8" y="264"/>
                      </a:cubicBezTo>
                      <a:cubicBezTo>
                        <a:pt x="8" y="264"/>
                        <a:pt x="7" y="264"/>
                        <a:pt x="7" y="264"/>
                      </a:cubicBezTo>
                      <a:cubicBezTo>
                        <a:pt x="7" y="264"/>
                        <a:pt x="8" y="264"/>
                        <a:pt x="8" y="264"/>
                      </a:cubicBezTo>
                      <a:cubicBezTo>
                        <a:pt x="8" y="264"/>
                        <a:pt x="8" y="264"/>
                        <a:pt x="7" y="264"/>
                      </a:cubicBezTo>
                      <a:cubicBezTo>
                        <a:pt x="7" y="265"/>
                        <a:pt x="7" y="265"/>
                        <a:pt x="7" y="265"/>
                      </a:cubicBezTo>
                      <a:cubicBezTo>
                        <a:pt x="7" y="265"/>
                        <a:pt x="7" y="265"/>
                        <a:pt x="7" y="265"/>
                      </a:cubicBezTo>
                      <a:cubicBezTo>
                        <a:pt x="7" y="265"/>
                        <a:pt x="7" y="265"/>
                        <a:pt x="7" y="264"/>
                      </a:cubicBezTo>
                      <a:cubicBezTo>
                        <a:pt x="7" y="264"/>
                        <a:pt x="7" y="264"/>
                        <a:pt x="7" y="264"/>
                      </a:cubicBezTo>
                      <a:cubicBezTo>
                        <a:pt x="7" y="264"/>
                        <a:pt x="7" y="264"/>
                        <a:pt x="7" y="264"/>
                      </a:cubicBezTo>
                      <a:cubicBezTo>
                        <a:pt x="7" y="263"/>
                        <a:pt x="7" y="263"/>
                        <a:pt x="7" y="263"/>
                      </a:cubicBezTo>
                      <a:cubicBezTo>
                        <a:pt x="7" y="263"/>
                        <a:pt x="8" y="262"/>
                        <a:pt x="8" y="262"/>
                      </a:cubicBezTo>
                      <a:cubicBezTo>
                        <a:pt x="8" y="262"/>
                        <a:pt x="8" y="262"/>
                        <a:pt x="7" y="261"/>
                      </a:cubicBezTo>
                      <a:cubicBezTo>
                        <a:pt x="7" y="261"/>
                        <a:pt x="7" y="261"/>
                        <a:pt x="7" y="261"/>
                      </a:cubicBezTo>
                      <a:cubicBezTo>
                        <a:pt x="7" y="261"/>
                        <a:pt x="7" y="261"/>
                        <a:pt x="7" y="261"/>
                      </a:cubicBezTo>
                      <a:cubicBezTo>
                        <a:pt x="7" y="261"/>
                        <a:pt x="7" y="261"/>
                        <a:pt x="7" y="261"/>
                      </a:cubicBezTo>
                      <a:cubicBezTo>
                        <a:pt x="7" y="261"/>
                        <a:pt x="7" y="261"/>
                        <a:pt x="7" y="260"/>
                      </a:cubicBezTo>
                      <a:cubicBezTo>
                        <a:pt x="7" y="260"/>
                        <a:pt x="7" y="260"/>
                        <a:pt x="7" y="260"/>
                      </a:cubicBezTo>
                      <a:cubicBezTo>
                        <a:pt x="7" y="260"/>
                        <a:pt x="7" y="260"/>
                        <a:pt x="6" y="260"/>
                      </a:cubicBezTo>
                      <a:cubicBezTo>
                        <a:pt x="6" y="260"/>
                        <a:pt x="6" y="260"/>
                        <a:pt x="6" y="261"/>
                      </a:cubicBezTo>
                      <a:cubicBezTo>
                        <a:pt x="6" y="261"/>
                        <a:pt x="6" y="261"/>
                        <a:pt x="6" y="261"/>
                      </a:cubicBezTo>
                      <a:cubicBezTo>
                        <a:pt x="6" y="261"/>
                        <a:pt x="5" y="261"/>
                        <a:pt x="5" y="261"/>
                      </a:cubicBezTo>
                      <a:cubicBezTo>
                        <a:pt x="5" y="261"/>
                        <a:pt x="5" y="261"/>
                        <a:pt x="4" y="261"/>
                      </a:cubicBezTo>
                      <a:cubicBezTo>
                        <a:pt x="4" y="261"/>
                        <a:pt x="4" y="261"/>
                        <a:pt x="4" y="261"/>
                      </a:cubicBezTo>
                      <a:cubicBezTo>
                        <a:pt x="4" y="261"/>
                        <a:pt x="4" y="261"/>
                        <a:pt x="4" y="261"/>
                      </a:cubicBezTo>
                      <a:cubicBezTo>
                        <a:pt x="4" y="261"/>
                        <a:pt x="4" y="261"/>
                        <a:pt x="4" y="262"/>
                      </a:cubicBezTo>
                      <a:cubicBezTo>
                        <a:pt x="4" y="262"/>
                        <a:pt x="4" y="262"/>
                        <a:pt x="4" y="262"/>
                      </a:cubicBezTo>
                      <a:cubicBezTo>
                        <a:pt x="4" y="262"/>
                        <a:pt x="4" y="262"/>
                        <a:pt x="4" y="262"/>
                      </a:cubicBezTo>
                      <a:cubicBezTo>
                        <a:pt x="4" y="262"/>
                        <a:pt x="4" y="262"/>
                        <a:pt x="4" y="262"/>
                      </a:cubicBezTo>
                      <a:cubicBezTo>
                        <a:pt x="4" y="262"/>
                        <a:pt x="4" y="262"/>
                        <a:pt x="4" y="262"/>
                      </a:cubicBezTo>
                      <a:cubicBezTo>
                        <a:pt x="5" y="262"/>
                        <a:pt x="5" y="263"/>
                        <a:pt x="5" y="263"/>
                      </a:cubicBezTo>
                      <a:cubicBezTo>
                        <a:pt x="6" y="263"/>
                        <a:pt x="5" y="263"/>
                        <a:pt x="5" y="263"/>
                      </a:cubicBezTo>
                      <a:cubicBezTo>
                        <a:pt x="5" y="263"/>
                        <a:pt x="5" y="263"/>
                        <a:pt x="5" y="263"/>
                      </a:cubicBezTo>
                      <a:cubicBezTo>
                        <a:pt x="5" y="263"/>
                        <a:pt x="5" y="263"/>
                        <a:pt x="4" y="263"/>
                      </a:cubicBezTo>
                      <a:cubicBezTo>
                        <a:pt x="4" y="263"/>
                        <a:pt x="4" y="263"/>
                        <a:pt x="4" y="263"/>
                      </a:cubicBezTo>
                      <a:cubicBezTo>
                        <a:pt x="4" y="263"/>
                        <a:pt x="4" y="263"/>
                        <a:pt x="4" y="263"/>
                      </a:cubicBezTo>
                      <a:cubicBezTo>
                        <a:pt x="4" y="264"/>
                        <a:pt x="4" y="264"/>
                        <a:pt x="4" y="264"/>
                      </a:cubicBezTo>
                      <a:cubicBezTo>
                        <a:pt x="4" y="264"/>
                        <a:pt x="5" y="265"/>
                        <a:pt x="5" y="265"/>
                      </a:cubicBezTo>
                      <a:cubicBezTo>
                        <a:pt x="5" y="265"/>
                        <a:pt x="5" y="265"/>
                        <a:pt x="5" y="265"/>
                      </a:cubicBezTo>
                      <a:cubicBezTo>
                        <a:pt x="5" y="265"/>
                        <a:pt x="5" y="265"/>
                        <a:pt x="5" y="265"/>
                      </a:cubicBezTo>
                      <a:cubicBezTo>
                        <a:pt x="5" y="266"/>
                        <a:pt x="5" y="266"/>
                        <a:pt x="5" y="266"/>
                      </a:cubicBezTo>
                      <a:cubicBezTo>
                        <a:pt x="5" y="266"/>
                        <a:pt x="5" y="266"/>
                        <a:pt x="5" y="266"/>
                      </a:cubicBezTo>
                      <a:cubicBezTo>
                        <a:pt x="5" y="266"/>
                        <a:pt x="6" y="266"/>
                        <a:pt x="6" y="267"/>
                      </a:cubicBezTo>
                      <a:cubicBezTo>
                        <a:pt x="6" y="266"/>
                        <a:pt x="6" y="266"/>
                        <a:pt x="6" y="266"/>
                      </a:cubicBezTo>
                      <a:cubicBezTo>
                        <a:pt x="6" y="267"/>
                        <a:pt x="6" y="267"/>
                        <a:pt x="6" y="267"/>
                      </a:cubicBezTo>
                      <a:cubicBezTo>
                        <a:pt x="6" y="267"/>
                        <a:pt x="6" y="267"/>
                        <a:pt x="6" y="267"/>
                      </a:cubicBezTo>
                      <a:cubicBezTo>
                        <a:pt x="6" y="267"/>
                        <a:pt x="6" y="267"/>
                        <a:pt x="6" y="267"/>
                      </a:cubicBezTo>
                      <a:cubicBezTo>
                        <a:pt x="6" y="268"/>
                        <a:pt x="6" y="268"/>
                        <a:pt x="6" y="268"/>
                      </a:cubicBezTo>
                      <a:cubicBezTo>
                        <a:pt x="6" y="268"/>
                        <a:pt x="7" y="268"/>
                        <a:pt x="7" y="268"/>
                      </a:cubicBezTo>
                      <a:cubicBezTo>
                        <a:pt x="7" y="268"/>
                        <a:pt x="7" y="268"/>
                        <a:pt x="7" y="269"/>
                      </a:cubicBezTo>
                      <a:cubicBezTo>
                        <a:pt x="8" y="269"/>
                        <a:pt x="8" y="269"/>
                        <a:pt x="9" y="269"/>
                      </a:cubicBezTo>
                      <a:cubicBezTo>
                        <a:pt x="9" y="269"/>
                        <a:pt x="9" y="269"/>
                        <a:pt x="9" y="269"/>
                      </a:cubicBezTo>
                      <a:cubicBezTo>
                        <a:pt x="9" y="269"/>
                        <a:pt x="9" y="269"/>
                        <a:pt x="9" y="269"/>
                      </a:cubicBezTo>
                      <a:cubicBezTo>
                        <a:pt x="9" y="269"/>
                        <a:pt x="9" y="269"/>
                        <a:pt x="9" y="269"/>
                      </a:cubicBezTo>
                      <a:cubicBezTo>
                        <a:pt x="9" y="268"/>
                        <a:pt x="9" y="268"/>
                        <a:pt x="9" y="268"/>
                      </a:cubicBezTo>
                      <a:cubicBezTo>
                        <a:pt x="9" y="268"/>
                        <a:pt x="9" y="268"/>
                        <a:pt x="9" y="267"/>
                      </a:cubicBezTo>
                      <a:close/>
                      <a:moveTo>
                        <a:pt x="6" y="259"/>
                      </a:moveTo>
                      <a:cubicBezTo>
                        <a:pt x="6" y="259"/>
                        <a:pt x="6" y="259"/>
                        <a:pt x="6" y="259"/>
                      </a:cubicBezTo>
                      <a:cubicBezTo>
                        <a:pt x="6" y="259"/>
                        <a:pt x="5" y="259"/>
                        <a:pt x="5" y="259"/>
                      </a:cubicBezTo>
                      <a:cubicBezTo>
                        <a:pt x="5" y="259"/>
                        <a:pt x="5" y="259"/>
                        <a:pt x="5" y="259"/>
                      </a:cubicBezTo>
                      <a:cubicBezTo>
                        <a:pt x="5" y="259"/>
                        <a:pt x="5" y="259"/>
                        <a:pt x="5" y="259"/>
                      </a:cubicBezTo>
                      <a:cubicBezTo>
                        <a:pt x="5" y="259"/>
                        <a:pt x="4" y="259"/>
                        <a:pt x="4" y="259"/>
                      </a:cubicBezTo>
                      <a:cubicBezTo>
                        <a:pt x="4" y="259"/>
                        <a:pt x="4" y="259"/>
                        <a:pt x="4" y="259"/>
                      </a:cubicBezTo>
                      <a:cubicBezTo>
                        <a:pt x="4" y="259"/>
                        <a:pt x="4" y="259"/>
                        <a:pt x="4" y="259"/>
                      </a:cubicBezTo>
                      <a:cubicBezTo>
                        <a:pt x="4" y="259"/>
                        <a:pt x="4" y="259"/>
                        <a:pt x="4" y="259"/>
                      </a:cubicBezTo>
                      <a:cubicBezTo>
                        <a:pt x="4" y="259"/>
                        <a:pt x="4" y="259"/>
                        <a:pt x="3" y="259"/>
                      </a:cubicBezTo>
                      <a:cubicBezTo>
                        <a:pt x="3" y="259"/>
                        <a:pt x="3" y="259"/>
                        <a:pt x="3" y="260"/>
                      </a:cubicBezTo>
                      <a:cubicBezTo>
                        <a:pt x="3" y="260"/>
                        <a:pt x="3" y="260"/>
                        <a:pt x="3" y="260"/>
                      </a:cubicBezTo>
                      <a:cubicBezTo>
                        <a:pt x="4" y="260"/>
                        <a:pt x="4" y="260"/>
                        <a:pt x="4" y="260"/>
                      </a:cubicBezTo>
                      <a:cubicBezTo>
                        <a:pt x="4" y="260"/>
                        <a:pt x="4" y="260"/>
                        <a:pt x="5" y="260"/>
                      </a:cubicBezTo>
                      <a:cubicBezTo>
                        <a:pt x="5" y="260"/>
                        <a:pt x="5" y="260"/>
                        <a:pt x="5" y="260"/>
                      </a:cubicBezTo>
                      <a:cubicBezTo>
                        <a:pt x="5" y="260"/>
                        <a:pt x="5" y="260"/>
                        <a:pt x="5" y="260"/>
                      </a:cubicBezTo>
                      <a:cubicBezTo>
                        <a:pt x="5" y="260"/>
                        <a:pt x="5" y="260"/>
                        <a:pt x="5" y="260"/>
                      </a:cubicBezTo>
                      <a:cubicBezTo>
                        <a:pt x="5" y="259"/>
                        <a:pt x="5" y="259"/>
                        <a:pt x="5" y="259"/>
                      </a:cubicBezTo>
                      <a:cubicBezTo>
                        <a:pt x="5" y="259"/>
                        <a:pt x="5" y="259"/>
                        <a:pt x="6" y="259"/>
                      </a:cubicBezTo>
                      <a:cubicBezTo>
                        <a:pt x="6" y="260"/>
                        <a:pt x="6" y="260"/>
                        <a:pt x="6" y="260"/>
                      </a:cubicBezTo>
                      <a:cubicBezTo>
                        <a:pt x="6" y="260"/>
                        <a:pt x="6" y="260"/>
                        <a:pt x="6" y="260"/>
                      </a:cubicBezTo>
                      <a:cubicBezTo>
                        <a:pt x="6" y="260"/>
                        <a:pt x="6" y="260"/>
                        <a:pt x="6" y="259"/>
                      </a:cubicBezTo>
                      <a:cubicBezTo>
                        <a:pt x="6" y="259"/>
                        <a:pt x="6" y="259"/>
                        <a:pt x="6" y="259"/>
                      </a:cubicBezTo>
                      <a:cubicBezTo>
                        <a:pt x="6" y="259"/>
                        <a:pt x="6" y="259"/>
                        <a:pt x="6" y="259"/>
                      </a:cubicBezTo>
                      <a:close/>
                      <a:moveTo>
                        <a:pt x="11" y="252"/>
                      </a:moveTo>
                      <a:cubicBezTo>
                        <a:pt x="10" y="252"/>
                        <a:pt x="10" y="252"/>
                        <a:pt x="10" y="252"/>
                      </a:cubicBezTo>
                      <a:cubicBezTo>
                        <a:pt x="10" y="252"/>
                        <a:pt x="10" y="252"/>
                        <a:pt x="10" y="252"/>
                      </a:cubicBezTo>
                      <a:cubicBezTo>
                        <a:pt x="10" y="252"/>
                        <a:pt x="10" y="252"/>
                        <a:pt x="10" y="252"/>
                      </a:cubicBezTo>
                      <a:cubicBezTo>
                        <a:pt x="10" y="252"/>
                        <a:pt x="10" y="252"/>
                        <a:pt x="9" y="252"/>
                      </a:cubicBezTo>
                      <a:cubicBezTo>
                        <a:pt x="9" y="252"/>
                        <a:pt x="9" y="253"/>
                        <a:pt x="9" y="253"/>
                      </a:cubicBezTo>
                      <a:cubicBezTo>
                        <a:pt x="9" y="253"/>
                        <a:pt x="9" y="253"/>
                        <a:pt x="9" y="253"/>
                      </a:cubicBezTo>
                      <a:cubicBezTo>
                        <a:pt x="9" y="253"/>
                        <a:pt x="10" y="253"/>
                        <a:pt x="10" y="253"/>
                      </a:cubicBezTo>
                      <a:cubicBezTo>
                        <a:pt x="10" y="253"/>
                        <a:pt x="10" y="253"/>
                        <a:pt x="10" y="253"/>
                      </a:cubicBezTo>
                      <a:cubicBezTo>
                        <a:pt x="10" y="253"/>
                        <a:pt x="10" y="253"/>
                        <a:pt x="10" y="253"/>
                      </a:cubicBezTo>
                      <a:cubicBezTo>
                        <a:pt x="10" y="253"/>
                        <a:pt x="10" y="253"/>
                        <a:pt x="10" y="253"/>
                      </a:cubicBezTo>
                      <a:cubicBezTo>
                        <a:pt x="10" y="253"/>
                        <a:pt x="10" y="253"/>
                        <a:pt x="10" y="253"/>
                      </a:cubicBezTo>
                      <a:cubicBezTo>
                        <a:pt x="10" y="252"/>
                        <a:pt x="11" y="252"/>
                        <a:pt x="11" y="252"/>
                      </a:cubicBezTo>
                      <a:cubicBezTo>
                        <a:pt x="11" y="252"/>
                        <a:pt x="11" y="252"/>
                        <a:pt x="11" y="252"/>
                      </a:cubicBezTo>
                      <a:cubicBezTo>
                        <a:pt x="11" y="252"/>
                        <a:pt x="11" y="252"/>
                        <a:pt x="11" y="252"/>
                      </a:cubicBezTo>
                      <a:close/>
                      <a:moveTo>
                        <a:pt x="14" y="242"/>
                      </a:moveTo>
                      <a:cubicBezTo>
                        <a:pt x="14" y="242"/>
                        <a:pt x="14" y="242"/>
                        <a:pt x="14" y="242"/>
                      </a:cubicBezTo>
                      <a:cubicBezTo>
                        <a:pt x="14" y="242"/>
                        <a:pt x="14" y="243"/>
                        <a:pt x="14" y="243"/>
                      </a:cubicBezTo>
                      <a:cubicBezTo>
                        <a:pt x="14" y="243"/>
                        <a:pt x="14" y="243"/>
                        <a:pt x="14" y="243"/>
                      </a:cubicBezTo>
                      <a:cubicBezTo>
                        <a:pt x="14" y="243"/>
                        <a:pt x="15" y="243"/>
                        <a:pt x="15" y="243"/>
                      </a:cubicBezTo>
                      <a:cubicBezTo>
                        <a:pt x="15" y="243"/>
                        <a:pt x="15" y="243"/>
                        <a:pt x="15" y="243"/>
                      </a:cubicBezTo>
                      <a:cubicBezTo>
                        <a:pt x="15" y="242"/>
                        <a:pt x="15" y="242"/>
                        <a:pt x="14" y="242"/>
                      </a:cubicBezTo>
                      <a:cubicBezTo>
                        <a:pt x="14" y="242"/>
                        <a:pt x="15" y="242"/>
                        <a:pt x="15" y="241"/>
                      </a:cubicBezTo>
                      <a:cubicBezTo>
                        <a:pt x="15" y="241"/>
                        <a:pt x="15" y="241"/>
                        <a:pt x="15" y="241"/>
                      </a:cubicBezTo>
                      <a:cubicBezTo>
                        <a:pt x="15" y="241"/>
                        <a:pt x="15" y="240"/>
                        <a:pt x="15" y="240"/>
                      </a:cubicBezTo>
                      <a:cubicBezTo>
                        <a:pt x="15" y="240"/>
                        <a:pt x="15" y="240"/>
                        <a:pt x="15" y="240"/>
                      </a:cubicBezTo>
                      <a:cubicBezTo>
                        <a:pt x="15" y="240"/>
                        <a:pt x="15" y="240"/>
                        <a:pt x="14" y="240"/>
                      </a:cubicBezTo>
                      <a:cubicBezTo>
                        <a:pt x="14" y="240"/>
                        <a:pt x="14" y="240"/>
                        <a:pt x="14" y="240"/>
                      </a:cubicBezTo>
                      <a:cubicBezTo>
                        <a:pt x="14" y="240"/>
                        <a:pt x="14" y="240"/>
                        <a:pt x="14" y="240"/>
                      </a:cubicBezTo>
                      <a:cubicBezTo>
                        <a:pt x="14" y="240"/>
                        <a:pt x="14" y="240"/>
                        <a:pt x="13" y="241"/>
                      </a:cubicBezTo>
                      <a:cubicBezTo>
                        <a:pt x="13" y="241"/>
                        <a:pt x="13" y="242"/>
                        <a:pt x="14" y="242"/>
                      </a:cubicBezTo>
                      <a:close/>
                      <a:moveTo>
                        <a:pt x="15" y="238"/>
                      </a:moveTo>
                      <a:cubicBezTo>
                        <a:pt x="15" y="238"/>
                        <a:pt x="15" y="237"/>
                        <a:pt x="15" y="237"/>
                      </a:cubicBezTo>
                      <a:cubicBezTo>
                        <a:pt x="15" y="237"/>
                        <a:pt x="15" y="237"/>
                        <a:pt x="15" y="237"/>
                      </a:cubicBezTo>
                      <a:cubicBezTo>
                        <a:pt x="15" y="237"/>
                        <a:pt x="16" y="236"/>
                        <a:pt x="16" y="236"/>
                      </a:cubicBezTo>
                      <a:cubicBezTo>
                        <a:pt x="16" y="236"/>
                        <a:pt x="15" y="236"/>
                        <a:pt x="15" y="236"/>
                      </a:cubicBezTo>
                      <a:cubicBezTo>
                        <a:pt x="15" y="236"/>
                        <a:pt x="15" y="236"/>
                        <a:pt x="15" y="236"/>
                      </a:cubicBezTo>
                      <a:cubicBezTo>
                        <a:pt x="15" y="236"/>
                        <a:pt x="15" y="236"/>
                        <a:pt x="15" y="236"/>
                      </a:cubicBezTo>
                      <a:cubicBezTo>
                        <a:pt x="15" y="236"/>
                        <a:pt x="14" y="236"/>
                        <a:pt x="14" y="237"/>
                      </a:cubicBezTo>
                      <a:cubicBezTo>
                        <a:pt x="14" y="237"/>
                        <a:pt x="14" y="237"/>
                        <a:pt x="14" y="237"/>
                      </a:cubicBezTo>
                      <a:cubicBezTo>
                        <a:pt x="14" y="237"/>
                        <a:pt x="14" y="238"/>
                        <a:pt x="14" y="238"/>
                      </a:cubicBezTo>
                      <a:cubicBezTo>
                        <a:pt x="14" y="238"/>
                        <a:pt x="15" y="238"/>
                        <a:pt x="15" y="239"/>
                      </a:cubicBezTo>
                      <a:cubicBezTo>
                        <a:pt x="15" y="239"/>
                        <a:pt x="15" y="238"/>
                        <a:pt x="15" y="238"/>
                      </a:cubicBezTo>
                      <a:cubicBezTo>
                        <a:pt x="15" y="238"/>
                        <a:pt x="15" y="238"/>
                        <a:pt x="15" y="238"/>
                      </a:cubicBezTo>
                      <a:close/>
                      <a:moveTo>
                        <a:pt x="11" y="238"/>
                      </a:moveTo>
                      <a:cubicBezTo>
                        <a:pt x="11" y="238"/>
                        <a:pt x="11" y="238"/>
                        <a:pt x="11" y="238"/>
                      </a:cubicBezTo>
                      <a:cubicBezTo>
                        <a:pt x="11" y="237"/>
                        <a:pt x="11" y="237"/>
                        <a:pt x="11" y="237"/>
                      </a:cubicBezTo>
                      <a:cubicBezTo>
                        <a:pt x="11" y="237"/>
                        <a:pt x="11" y="237"/>
                        <a:pt x="11" y="237"/>
                      </a:cubicBezTo>
                      <a:cubicBezTo>
                        <a:pt x="11" y="236"/>
                        <a:pt x="11" y="236"/>
                        <a:pt x="11" y="236"/>
                      </a:cubicBezTo>
                      <a:cubicBezTo>
                        <a:pt x="11" y="236"/>
                        <a:pt x="11" y="236"/>
                        <a:pt x="11" y="236"/>
                      </a:cubicBezTo>
                      <a:cubicBezTo>
                        <a:pt x="11" y="236"/>
                        <a:pt x="10" y="236"/>
                        <a:pt x="10" y="236"/>
                      </a:cubicBezTo>
                      <a:cubicBezTo>
                        <a:pt x="10" y="236"/>
                        <a:pt x="10" y="236"/>
                        <a:pt x="10" y="236"/>
                      </a:cubicBezTo>
                      <a:cubicBezTo>
                        <a:pt x="10" y="236"/>
                        <a:pt x="10" y="236"/>
                        <a:pt x="10" y="236"/>
                      </a:cubicBezTo>
                      <a:cubicBezTo>
                        <a:pt x="9" y="236"/>
                        <a:pt x="9" y="236"/>
                        <a:pt x="9" y="236"/>
                      </a:cubicBezTo>
                      <a:cubicBezTo>
                        <a:pt x="9" y="236"/>
                        <a:pt x="9" y="236"/>
                        <a:pt x="9" y="236"/>
                      </a:cubicBezTo>
                      <a:cubicBezTo>
                        <a:pt x="9" y="236"/>
                        <a:pt x="9" y="237"/>
                        <a:pt x="9" y="237"/>
                      </a:cubicBezTo>
                      <a:cubicBezTo>
                        <a:pt x="9" y="237"/>
                        <a:pt x="8" y="237"/>
                        <a:pt x="8" y="238"/>
                      </a:cubicBezTo>
                      <a:cubicBezTo>
                        <a:pt x="8" y="238"/>
                        <a:pt x="8" y="238"/>
                        <a:pt x="8" y="239"/>
                      </a:cubicBezTo>
                      <a:cubicBezTo>
                        <a:pt x="8" y="239"/>
                        <a:pt x="8" y="239"/>
                        <a:pt x="9" y="239"/>
                      </a:cubicBezTo>
                      <a:cubicBezTo>
                        <a:pt x="9" y="239"/>
                        <a:pt x="9" y="239"/>
                        <a:pt x="9" y="239"/>
                      </a:cubicBezTo>
                      <a:cubicBezTo>
                        <a:pt x="9" y="239"/>
                        <a:pt x="9" y="239"/>
                        <a:pt x="9" y="239"/>
                      </a:cubicBezTo>
                      <a:cubicBezTo>
                        <a:pt x="9" y="239"/>
                        <a:pt x="9" y="239"/>
                        <a:pt x="9" y="239"/>
                      </a:cubicBezTo>
                      <a:cubicBezTo>
                        <a:pt x="9" y="239"/>
                        <a:pt x="9" y="239"/>
                        <a:pt x="10" y="239"/>
                      </a:cubicBezTo>
                      <a:cubicBezTo>
                        <a:pt x="10" y="239"/>
                        <a:pt x="10" y="239"/>
                        <a:pt x="10" y="239"/>
                      </a:cubicBezTo>
                      <a:cubicBezTo>
                        <a:pt x="10" y="239"/>
                        <a:pt x="10" y="238"/>
                        <a:pt x="10" y="238"/>
                      </a:cubicBezTo>
                      <a:cubicBezTo>
                        <a:pt x="10" y="238"/>
                        <a:pt x="11" y="238"/>
                        <a:pt x="11" y="238"/>
                      </a:cubicBezTo>
                      <a:close/>
                      <a:moveTo>
                        <a:pt x="12" y="238"/>
                      </a:moveTo>
                      <a:cubicBezTo>
                        <a:pt x="12" y="238"/>
                        <a:pt x="12" y="239"/>
                        <a:pt x="13" y="238"/>
                      </a:cubicBezTo>
                      <a:cubicBezTo>
                        <a:pt x="13" y="238"/>
                        <a:pt x="13" y="238"/>
                        <a:pt x="13" y="238"/>
                      </a:cubicBezTo>
                      <a:cubicBezTo>
                        <a:pt x="13" y="238"/>
                        <a:pt x="13" y="238"/>
                        <a:pt x="13" y="238"/>
                      </a:cubicBezTo>
                      <a:cubicBezTo>
                        <a:pt x="13" y="238"/>
                        <a:pt x="13" y="238"/>
                        <a:pt x="13" y="238"/>
                      </a:cubicBezTo>
                      <a:cubicBezTo>
                        <a:pt x="13" y="238"/>
                        <a:pt x="13" y="237"/>
                        <a:pt x="13" y="237"/>
                      </a:cubicBezTo>
                      <a:cubicBezTo>
                        <a:pt x="13" y="237"/>
                        <a:pt x="13" y="237"/>
                        <a:pt x="13" y="237"/>
                      </a:cubicBezTo>
                      <a:cubicBezTo>
                        <a:pt x="13" y="237"/>
                        <a:pt x="13" y="237"/>
                        <a:pt x="13" y="237"/>
                      </a:cubicBezTo>
                      <a:cubicBezTo>
                        <a:pt x="13" y="237"/>
                        <a:pt x="13" y="237"/>
                        <a:pt x="13" y="237"/>
                      </a:cubicBezTo>
                      <a:cubicBezTo>
                        <a:pt x="14" y="237"/>
                        <a:pt x="14" y="236"/>
                        <a:pt x="14" y="236"/>
                      </a:cubicBezTo>
                      <a:cubicBezTo>
                        <a:pt x="14" y="236"/>
                        <a:pt x="14" y="236"/>
                        <a:pt x="14" y="236"/>
                      </a:cubicBezTo>
                      <a:cubicBezTo>
                        <a:pt x="13" y="236"/>
                        <a:pt x="13" y="236"/>
                        <a:pt x="13" y="236"/>
                      </a:cubicBezTo>
                      <a:cubicBezTo>
                        <a:pt x="13" y="236"/>
                        <a:pt x="13" y="235"/>
                        <a:pt x="13" y="235"/>
                      </a:cubicBezTo>
                      <a:cubicBezTo>
                        <a:pt x="13" y="235"/>
                        <a:pt x="14" y="235"/>
                        <a:pt x="14" y="235"/>
                      </a:cubicBezTo>
                      <a:cubicBezTo>
                        <a:pt x="14" y="235"/>
                        <a:pt x="14" y="235"/>
                        <a:pt x="14" y="235"/>
                      </a:cubicBezTo>
                      <a:cubicBezTo>
                        <a:pt x="14" y="235"/>
                        <a:pt x="14" y="235"/>
                        <a:pt x="14" y="235"/>
                      </a:cubicBezTo>
                      <a:cubicBezTo>
                        <a:pt x="14" y="235"/>
                        <a:pt x="14" y="235"/>
                        <a:pt x="14" y="235"/>
                      </a:cubicBezTo>
                      <a:cubicBezTo>
                        <a:pt x="14" y="235"/>
                        <a:pt x="14" y="234"/>
                        <a:pt x="14" y="234"/>
                      </a:cubicBezTo>
                      <a:cubicBezTo>
                        <a:pt x="14" y="234"/>
                        <a:pt x="14" y="234"/>
                        <a:pt x="14" y="234"/>
                      </a:cubicBezTo>
                      <a:cubicBezTo>
                        <a:pt x="14" y="234"/>
                        <a:pt x="14" y="234"/>
                        <a:pt x="14" y="234"/>
                      </a:cubicBezTo>
                      <a:cubicBezTo>
                        <a:pt x="14" y="234"/>
                        <a:pt x="14" y="234"/>
                        <a:pt x="14" y="234"/>
                      </a:cubicBezTo>
                      <a:cubicBezTo>
                        <a:pt x="14" y="234"/>
                        <a:pt x="14" y="233"/>
                        <a:pt x="15" y="233"/>
                      </a:cubicBezTo>
                      <a:cubicBezTo>
                        <a:pt x="15" y="233"/>
                        <a:pt x="15" y="233"/>
                        <a:pt x="15" y="233"/>
                      </a:cubicBezTo>
                      <a:cubicBezTo>
                        <a:pt x="15" y="233"/>
                        <a:pt x="15" y="233"/>
                        <a:pt x="14" y="233"/>
                      </a:cubicBezTo>
                      <a:cubicBezTo>
                        <a:pt x="14" y="232"/>
                        <a:pt x="15" y="232"/>
                        <a:pt x="15" y="232"/>
                      </a:cubicBezTo>
                      <a:cubicBezTo>
                        <a:pt x="14" y="232"/>
                        <a:pt x="14" y="232"/>
                        <a:pt x="14" y="232"/>
                      </a:cubicBezTo>
                      <a:cubicBezTo>
                        <a:pt x="14" y="232"/>
                        <a:pt x="14" y="232"/>
                        <a:pt x="14" y="232"/>
                      </a:cubicBezTo>
                      <a:cubicBezTo>
                        <a:pt x="14" y="231"/>
                        <a:pt x="14" y="231"/>
                        <a:pt x="14" y="231"/>
                      </a:cubicBezTo>
                      <a:cubicBezTo>
                        <a:pt x="13" y="231"/>
                        <a:pt x="13" y="231"/>
                        <a:pt x="13" y="230"/>
                      </a:cubicBezTo>
                      <a:cubicBezTo>
                        <a:pt x="13" y="230"/>
                        <a:pt x="13" y="230"/>
                        <a:pt x="12" y="230"/>
                      </a:cubicBezTo>
                      <a:cubicBezTo>
                        <a:pt x="12" y="230"/>
                        <a:pt x="12" y="230"/>
                        <a:pt x="12" y="230"/>
                      </a:cubicBezTo>
                      <a:cubicBezTo>
                        <a:pt x="12" y="230"/>
                        <a:pt x="12" y="230"/>
                        <a:pt x="12" y="230"/>
                      </a:cubicBezTo>
                      <a:cubicBezTo>
                        <a:pt x="12" y="230"/>
                        <a:pt x="12" y="230"/>
                        <a:pt x="12" y="230"/>
                      </a:cubicBezTo>
                      <a:cubicBezTo>
                        <a:pt x="12" y="230"/>
                        <a:pt x="11" y="230"/>
                        <a:pt x="11" y="230"/>
                      </a:cubicBezTo>
                      <a:cubicBezTo>
                        <a:pt x="11" y="230"/>
                        <a:pt x="11" y="230"/>
                        <a:pt x="11" y="230"/>
                      </a:cubicBezTo>
                      <a:cubicBezTo>
                        <a:pt x="11" y="230"/>
                        <a:pt x="11" y="230"/>
                        <a:pt x="11" y="230"/>
                      </a:cubicBezTo>
                      <a:cubicBezTo>
                        <a:pt x="11" y="231"/>
                        <a:pt x="11" y="231"/>
                        <a:pt x="11" y="231"/>
                      </a:cubicBezTo>
                      <a:cubicBezTo>
                        <a:pt x="10" y="231"/>
                        <a:pt x="10" y="231"/>
                        <a:pt x="10" y="231"/>
                      </a:cubicBezTo>
                      <a:cubicBezTo>
                        <a:pt x="10" y="231"/>
                        <a:pt x="10" y="231"/>
                        <a:pt x="10" y="231"/>
                      </a:cubicBezTo>
                      <a:cubicBezTo>
                        <a:pt x="10" y="231"/>
                        <a:pt x="10" y="231"/>
                        <a:pt x="10" y="231"/>
                      </a:cubicBezTo>
                      <a:cubicBezTo>
                        <a:pt x="11" y="231"/>
                        <a:pt x="11" y="231"/>
                        <a:pt x="12" y="231"/>
                      </a:cubicBezTo>
                      <a:cubicBezTo>
                        <a:pt x="12" y="231"/>
                        <a:pt x="12" y="231"/>
                        <a:pt x="12" y="231"/>
                      </a:cubicBezTo>
                      <a:cubicBezTo>
                        <a:pt x="12" y="231"/>
                        <a:pt x="12" y="231"/>
                        <a:pt x="12" y="231"/>
                      </a:cubicBezTo>
                      <a:cubicBezTo>
                        <a:pt x="12" y="231"/>
                        <a:pt x="13" y="231"/>
                        <a:pt x="13" y="231"/>
                      </a:cubicBezTo>
                      <a:cubicBezTo>
                        <a:pt x="13" y="231"/>
                        <a:pt x="13" y="231"/>
                        <a:pt x="13" y="231"/>
                      </a:cubicBezTo>
                      <a:cubicBezTo>
                        <a:pt x="13" y="231"/>
                        <a:pt x="13" y="231"/>
                        <a:pt x="13" y="231"/>
                      </a:cubicBezTo>
                      <a:cubicBezTo>
                        <a:pt x="13" y="231"/>
                        <a:pt x="13" y="232"/>
                        <a:pt x="13" y="232"/>
                      </a:cubicBezTo>
                      <a:cubicBezTo>
                        <a:pt x="13" y="232"/>
                        <a:pt x="12" y="232"/>
                        <a:pt x="12" y="232"/>
                      </a:cubicBezTo>
                      <a:cubicBezTo>
                        <a:pt x="12" y="232"/>
                        <a:pt x="11" y="232"/>
                        <a:pt x="11" y="232"/>
                      </a:cubicBezTo>
                      <a:cubicBezTo>
                        <a:pt x="11" y="232"/>
                        <a:pt x="11" y="232"/>
                        <a:pt x="11" y="232"/>
                      </a:cubicBezTo>
                      <a:cubicBezTo>
                        <a:pt x="11" y="232"/>
                        <a:pt x="11" y="232"/>
                        <a:pt x="11" y="233"/>
                      </a:cubicBezTo>
                      <a:cubicBezTo>
                        <a:pt x="11" y="233"/>
                        <a:pt x="11" y="233"/>
                        <a:pt x="11" y="233"/>
                      </a:cubicBezTo>
                      <a:cubicBezTo>
                        <a:pt x="12" y="233"/>
                        <a:pt x="12" y="233"/>
                        <a:pt x="13" y="233"/>
                      </a:cubicBezTo>
                      <a:cubicBezTo>
                        <a:pt x="13" y="233"/>
                        <a:pt x="13" y="233"/>
                        <a:pt x="13" y="233"/>
                      </a:cubicBezTo>
                      <a:cubicBezTo>
                        <a:pt x="13" y="233"/>
                        <a:pt x="12" y="234"/>
                        <a:pt x="12" y="234"/>
                      </a:cubicBezTo>
                      <a:cubicBezTo>
                        <a:pt x="12" y="234"/>
                        <a:pt x="12" y="234"/>
                        <a:pt x="12" y="233"/>
                      </a:cubicBezTo>
                      <a:cubicBezTo>
                        <a:pt x="12" y="233"/>
                        <a:pt x="12" y="233"/>
                        <a:pt x="12" y="233"/>
                      </a:cubicBezTo>
                      <a:cubicBezTo>
                        <a:pt x="11" y="234"/>
                        <a:pt x="11" y="234"/>
                        <a:pt x="12" y="235"/>
                      </a:cubicBezTo>
                      <a:cubicBezTo>
                        <a:pt x="12" y="235"/>
                        <a:pt x="12" y="235"/>
                        <a:pt x="12" y="235"/>
                      </a:cubicBezTo>
                      <a:cubicBezTo>
                        <a:pt x="12" y="235"/>
                        <a:pt x="12" y="235"/>
                        <a:pt x="12" y="235"/>
                      </a:cubicBezTo>
                      <a:cubicBezTo>
                        <a:pt x="12" y="235"/>
                        <a:pt x="12" y="235"/>
                        <a:pt x="12" y="235"/>
                      </a:cubicBezTo>
                      <a:cubicBezTo>
                        <a:pt x="12" y="236"/>
                        <a:pt x="12" y="236"/>
                        <a:pt x="12" y="237"/>
                      </a:cubicBezTo>
                      <a:cubicBezTo>
                        <a:pt x="12" y="237"/>
                        <a:pt x="12" y="237"/>
                        <a:pt x="12" y="237"/>
                      </a:cubicBezTo>
                      <a:cubicBezTo>
                        <a:pt x="12" y="237"/>
                        <a:pt x="12" y="237"/>
                        <a:pt x="12" y="237"/>
                      </a:cubicBezTo>
                      <a:cubicBezTo>
                        <a:pt x="12" y="237"/>
                        <a:pt x="12" y="237"/>
                        <a:pt x="12" y="237"/>
                      </a:cubicBezTo>
                      <a:cubicBezTo>
                        <a:pt x="12" y="237"/>
                        <a:pt x="12" y="237"/>
                        <a:pt x="12" y="237"/>
                      </a:cubicBezTo>
                      <a:cubicBezTo>
                        <a:pt x="12" y="238"/>
                        <a:pt x="12" y="238"/>
                        <a:pt x="12" y="238"/>
                      </a:cubicBezTo>
                      <a:cubicBezTo>
                        <a:pt x="12" y="238"/>
                        <a:pt x="12" y="238"/>
                        <a:pt x="12" y="238"/>
                      </a:cubicBezTo>
                      <a:close/>
                      <a:moveTo>
                        <a:pt x="18" y="227"/>
                      </a:moveTo>
                      <a:cubicBezTo>
                        <a:pt x="18" y="227"/>
                        <a:pt x="19" y="227"/>
                        <a:pt x="18" y="227"/>
                      </a:cubicBezTo>
                      <a:cubicBezTo>
                        <a:pt x="18" y="227"/>
                        <a:pt x="18" y="227"/>
                        <a:pt x="18" y="227"/>
                      </a:cubicBezTo>
                      <a:cubicBezTo>
                        <a:pt x="18" y="227"/>
                        <a:pt x="18" y="227"/>
                        <a:pt x="18" y="227"/>
                      </a:cubicBezTo>
                      <a:cubicBezTo>
                        <a:pt x="18" y="227"/>
                        <a:pt x="18" y="227"/>
                        <a:pt x="18" y="227"/>
                      </a:cubicBezTo>
                      <a:cubicBezTo>
                        <a:pt x="18" y="227"/>
                        <a:pt x="18" y="227"/>
                        <a:pt x="18" y="227"/>
                      </a:cubicBezTo>
                      <a:cubicBezTo>
                        <a:pt x="17" y="227"/>
                        <a:pt x="17" y="227"/>
                        <a:pt x="17" y="227"/>
                      </a:cubicBezTo>
                      <a:cubicBezTo>
                        <a:pt x="17" y="228"/>
                        <a:pt x="17" y="228"/>
                        <a:pt x="17" y="228"/>
                      </a:cubicBezTo>
                      <a:cubicBezTo>
                        <a:pt x="16" y="228"/>
                        <a:pt x="16" y="228"/>
                        <a:pt x="16" y="228"/>
                      </a:cubicBezTo>
                      <a:cubicBezTo>
                        <a:pt x="16" y="228"/>
                        <a:pt x="16" y="228"/>
                        <a:pt x="16" y="229"/>
                      </a:cubicBezTo>
                      <a:cubicBezTo>
                        <a:pt x="17" y="229"/>
                        <a:pt x="17" y="229"/>
                        <a:pt x="17" y="229"/>
                      </a:cubicBezTo>
                      <a:cubicBezTo>
                        <a:pt x="17" y="229"/>
                        <a:pt x="17" y="229"/>
                        <a:pt x="17" y="229"/>
                      </a:cubicBezTo>
                      <a:cubicBezTo>
                        <a:pt x="17" y="229"/>
                        <a:pt x="17" y="229"/>
                        <a:pt x="17" y="229"/>
                      </a:cubicBezTo>
                      <a:cubicBezTo>
                        <a:pt x="17" y="230"/>
                        <a:pt x="17" y="230"/>
                        <a:pt x="18" y="230"/>
                      </a:cubicBezTo>
                      <a:cubicBezTo>
                        <a:pt x="18" y="230"/>
                        <a:pt x="18" y="230"/>
                        <a:pt x="18" y="230"/>
                      </a:cubicBezTo>
                      <a:cubicBezTo>
                        <a:pt x="18" y="230"/>
                        <a:pt x="18" y="230"/>
                        <a:pt x="19" y="230"/>
                      </a:cubicBezTo>
                      <a:cubicBezTo>
                        <a:pt x="19" y="230"/>
                        <a:pt x="19" y="230"/>
                        <a:pt x="19" y="230"/>
                      </a:cubicBezTo>
                      <a:cubicBezTo>
                        <a:pt x="19" y="230"/>
                        <a:pt x="20" y="229"/>
                        <a:pt x="21" y="229"/>
                      </a:cubicBezTo>
                      <a:cubicBezTo>
                        <a:pt x="21" y="229"/>
                        <a:pt x="21" y="229"/>
                        <a:pt x="21" y="229"/>
                      </a:cubicBezTo>
                      <a:cubicBezTo>
                        <a:pt x="21" y="229"/>
                        <a:pt x="21" y="228"/>
                        <a:pt x="21" y="228"/>
                      </a:cubicBezTo>
                      <a:cubicBezTo>
                        <a:pt x="21" y="228"/>
                        <a:pt x="21" y="228"/>
                        <a:pt x="21" y="228"/>
                      </a:cubicBezTo>
                      <a:cubicBezTo>
                        <a:pt x="21" y="228"/>
                        <a:pt x="21" y="228"/>
                        <a:pt x="21" y="228"/>
                      </a:cubicBezTo>
                      <a:cubicBezTo>
                        <a:pt x="21" y="228"/>
                        <a:pt x="21" y="228"/>
                        <a:pt x="21" y="228"/>
                      </a:cubicBezTo>
                      <a:cubicBezTo>
                        <a:pt x="20" y="228"/>
                        <a:pt x="20" y="228"/>
                        <a:pt x="20" y="228"/>
                      </a:cubicBezTo>
                      <a:cubicBezTo>
                        <a:pt x="20" y="228"/>
                        <a:pt x="20" y="228"/>
                        <a:pt x="20" y="228"/>
                      </a:cubicBezTo>
                      <a:cubicBezTo>
                        <a:pt x="20" y="227"/>
                        <a:pt x="20" y="227"/>
                        <a:pt x="20" y="227"/>
                      </a:cubicBezTo>
                      <a:cubicBezTo>
                        <a:pt x="20" y="227"/>
                        <a:pt x="20" y="227"/>
                        <a:pt x="20" y="227"/>
                      </a:cubicBezTo>
                      <a:cubicBezTo>
                        <a:pt x="21" y="228"/>
                        <a:pt x="21" y="228"/>
                        <a:pt x="21" y="228"/>
                      </a:cubicBezTo>
                      <a:cubicBezTo>
                        <a:pt x="21" y="228"/>
                        <a:pt x="21" y="228"/>
                        <a:pt x="21" y="227"/>
                      </a:cubicBezTo>
                      <a:cubicBezTo>
                        <a:pt x="21" y="227"/>
                        <a:pt x="21" y="227"/>
                        <a:pt x="21" y="227"/>
                      </a:cubicBezTo>
                      <a:cubicBezTo>
                        <a:pt x="21" y="227"/>
                        <a:pt x="21" y="227"/>
                        <a:pt x="21" y="227"/>
                      </a:cubicBezTo>
                      <a:cubicBezTo>
                        <a:pt x="21" y="227"/>
                        <a:pt x="21" y="226"/>
                        <a:pt x="21" y="226"/>
                      </a:cubicBezTo>
                      <a:cubicBezTo>
                        <a:pt x="21" y="226"/>
                        <a:pt x="21" y="226"/>
                        <a:pt x="21" y="226"/>
                      </a:cubicBezTo>
                      <a:cubicBezTo>
                        <a:pt x="21" y="226"/>
                        <a:pt x="20" y="226"/>
                        <a:pt x="20" y="226"/>
                      </a:cubicBezTo>
                      <a:cubicBezTo>
                        <a:pt x="20" y="226"/>
                        <a:pt x="20" y="226"/>
                        <a:pt x="20" y="226"/>
                      </a:cubicBezTo>
                      <a:cubicBezTo>
                        <a:pt x="20" y="226"/>
                        <a:pt x="20" y="226"/>
                        <a:pt x="20" y="225"/>
                      </a:cubicBezTo>
                      <a:cubicBezTo>
                        <a:pt x="20" y="225"/>
                        <a:pt x="20" y="225"/>
                        <a:pt x="20" y="225"/>
                      </a:cubicBezTo>
                      <a:cubicBezTo>
                        <a:pt x="20" y="225"/>
                        <a:pt x="20" y="225"/>
                        <a:pt x="20" y="225"/>
                      </a:cubicBezTo>
                      <a:cubicBezTo>
                        <a:pt x="20" y="225"/>
                        <a:pt x="20" y="225"/>
                        <a:pt x="20" y="225"/>
                      </a:cubicBezTo>
                      <a:cubicBezTo>
                        <a:pt x="19" y="225"/>
                        <a:pt x="19" y="225"/>
                        <a:pt x="19" y="225"/>
                      </a:cubicBezTo>
                      <a:cubicBezTo>
                        <a:pt x="19" y="225"/>
                        <a:pt x="19" y="225"/>
                        <a:pt x="19" y="225"/>
                      </a:cubicBezTo>
                      <a:cubicBezTo>
                        <a:pt x="19" y="226"/>
                        <a:pt x="19" y="226"/>
                        <a:pt x="18" y="226"/>
                      </a:cubicBezTo>
                      <a:cubicBezTo>
                        <a:pt x="18" y="226"/>
                        <a:pt x="18" y="226"/>
                        <a:pt x="18" y="226"/>
                      </a:cubicBezTo>
                      <a:cubicBezTo>
                        <a:pt x="18" y="226"/>
                        <a:pt x="18" y="226"/>
                        <a:pt x="18" y="226"/>
                      </a:cubicBezTo>
                      <a:cubicBezTo>
                        <a:pt x="18" y="226"/>
                        <a:pt x="18" y="226"/>
                        <a:pt x="18" y="226"/>
                      </a:cubicBezTo>
                      <a:cubicBezTo>
                        <a:pt x="18" y="226"/>
                        <a:pt x="18" y="226"/>
                        <a:pt x="18" y="227"/>
                      </a:cubicBezTo>
                      <a:cubicBezTo>
                        <a:pt x="18" y="227"/>
                        <a:pt x="18" y="227"/>
                        <a:pt x="18" y="227"/>
                      </a:cubicBezTo>
                      <a:close/>
                      <a:moveTo>
                        <a:pt x="9" y="234"/>
                      </a:moveTo>
                      <a:cubicBezTo>
                        <a:pt x="9" y="234"/>
                        <a:pt x="9" y="234"/>
                        <a:pt x="9" y="234"/>
                      </a:cubicBezTo>
                      <a:cubicBezTo>
                        <a:pt x="9" y="234"/>
                        <a:pt x="9" y="234"/>
                        <a:pt x="9" y="234"/>
                      </a:cubicBezTo>
                      <a:cubicBezTo>
                        <a:pt x="9" y="235"/>
                        <a:pt x="9" y="235"/>
                        <a:pt x="9" y="235"/>
                      </a:cubicBezTo>
                      <a:cubicBezTo>
                        <a:pt x="9" y="235"/>
                        <a:pt x="9" y="235"/>
                        <a:pt x="10" y="235"/>
                      </a:cubicBezTo>
                      <a:cubicBezTo>
                        <a:pt x="10" y="235"/>
                        <a:pt x="10" y="235"/>
                        <a:pt x="10" y="235"/>
                      </a:cubicBezTo>
                      <a:cubicBezTo>
                        <a:pt x="10" y="235"/>
                        <a:pt x="10" y="235"/>
                        <a:pt x="10" y="235"/>
                      </a:cubicBezTo>
                      <a:cubicBezTo>
                        <a:pt x="10" y="235"/>
                        <a:pt x="10" y="235"/>
                        <a:pt x="10" y="235"/>
                      </a:cubicBezTo>
                      <a:cubicBezTo>
                        <a:pt x="10" y="235"/>
                        <a:pt x="10" y="235"/>
                        <a:pt x="10" y="235"/>
                      </a:cubicBezTo>
                      <a:cubicBezTo>
                        <a:pt x="10" y="235"/>
                        <a:pt x="10" y="235"/>
                        <a:pt x="10" y="235"/>
                      </a:cubicBezTo>
                      <a:cubicBezTo>
                        <a:pt x="10" y="235"/>
                        <a:pt x="10" y="234"/>
                        <a:pt x="10" y="234"/>
                      </a:cubicBezTo>
                      <a:cubicBezTo>
                        <a:pt x="10" y="233"/>
                        <a:pt x="10" y="233"/>
                        <a:pt x="10" y="233"/>
                      </a:cubicBezTo>
                      <a:cubicBezTo>
                        <a:pt x="10" y="233"/>
                        <a:pt x="10" y="233"/>
                        <a:pt x="10" y="233"/>
                      </a:cubicBezTo>
                      <a:cubicBezTo>
                        <a:pt x="10" y="233"/>
                        <a:pt x="10" y="233"/>
                        <a:pt x="10" y="233"/>
                      </a:cubicBezTo>
                      <a:cubicBezTo>
                        <a:pt x="10" y="233"/>
                        <a:pt x="10" y="233"/>
                        <a:pt x="10" y="233"/>
                      </a:cubicBezTo>
                      <a:cubicBezTo>
                        <a:pt x="10" y="233"/>
                        <a:pt x="10" y="233"/>
                        <a:pt x="10" y="233"/>
                      </a:cubicBezTo>
                      <a:cubicBezTo>
                        <a:pt x="10" y="233"/>
                        <a:pt x="10" y="233"/>
                        <a:pt x="10" y="233"/>
                      </a:cubicBezTo>
                      <a:cubicBezTo>
                        <a:pt x="10" y="233"/>
                        <a:pt x="10" y="233"/>
                        <a:pt x="10" y="233"/>
                      </a:cubicBezTo>
                      <a:cubicBezTo>
                        <a:pt x="10" y="233"/>
                        <a:pt x="10" y="234"/>
                        <a:pt x="10" y="234"/>
                      </a:cubicBezTo>
                      <a:cubicBezTo>
                        <a:pt x="10" y="234"/>
                        <a:pt x="10" y="234"/>
                        <a:pt x="10" y="234"/>
                      </a:cubicBezTo>
                      <a:cubicBezTo>
                        <a:pt x="10" y="234"/>
                        <a:pt x="10" y="234"/>
                        <a:pt x="10" y="234"/>
                      </a:cubicBezTo>
                      <a:cubicBezTo>
                        <a:pt x="10" y="234"/>
                        <a:pt x="10" y="234"/>
                        <a:pt x="10" y="234"/>
                      </a:cubicBezTo>
                      <a:cubicBezTo>
                        <a:pt x="10" y="234"/>
                        <a:pt x="10" y="234"/>
                        <a:pt x="10" y="234"/>
                      </a:cubicBezTo>
                      <a:cubicBezTo>
                        <a:pt x="9" y="234"/>
                        <a:pt x="9" y="234"/>
                        <a:pt x="9" y="234"/>
                      </a:cubicBezTo>
                      <a:close/>
                      <a:moveTo>
                        <a:pt x="10" y="230"/>
                      </a:moveTo>
                      <a:cubicBezTo>
                        <a:pt x="10" y="230"/>
                        <a:pt x="10" y="230"/>
                        <a:pt x="10" y="230"/>
                      </a:cubicBezTo>
                      <a:cubicBezTo>
                        <a:pt x="10" y="230"/>
                        <a:pt x="10" y="230"/>
                        <a:pt x="10" y="230"/>
                      </a:cubicBezTo>
                      <a:cubicBezTo>
                        <a:pt x="10" y="230"/>
                        <a:pt x="10" y="230"/>
                        <a:pt x="10" y="230"/>
                      </a:cubicBezTo>
                      <a:cubicBezTo>
                        <a:pt x="10" y="230"/>
                        <a:pt x="10" y="230"/>
                        <a:pt x="10" y="229"/>
                      </a:cubicBezTo>
                      <a:cubicBezTo>
                        <a:pt x="10" y="229"/>
                        <a:pt x="10" y="229"/>
                        <a:pt x="10" y="229"/>
                      </a:cubicBezTo>
                      <a:cubicBezTo>
                        <a:pt x="10" y="229"/>
                        <a:pt x="10" y="229"/>
                        <a:pt x="10" y="229"/>
                      </a:cubicBezTo>
                      <a:cubicBezTo>
                        <a:pt x="10" y="229"/>
                        <a:pt x="9" y="229"/>
                        <a:pt x="9" y="229"/>
                      </a:cubicBezTo>
                      <a:cubicBezTo>
                        <a:pt x="9" y="229"/>
                        <a:pt x="9" y="229"/>
                        <a:pt x="9" y="229"/>
                      </a:cubicBezTo>
                      <a:cubicBezTo>
                        <a:pt x="9" y="229"/>
                        <a:pt x="9" y="229"/>
                        <a:pt x="9" y="229"/>
                      </a:cubicBezTo>
                      <a:cubicBezTo>
                        <a:pt x="9" y="229"/>
                        <a:pt x="9" y="229"/>
                        <a:pt x="9" y="229"/>
                      </a:cubicBezTo>
                      <a:cubicBezTo>
                        <a:pt x="9" y="229"/>
                        <a:pt x="9" y="229"/>
                        <a:pt x="9" y="229"/>
                      </a:cubicBezTo>
                      <a:cubicBezTo>
                        <a:pt x="9" y="229"/>
                        <a:pt x="9" y="229"/>
                        <a:pt x="9" y="229"/>
                      </a:cubicBezTo>
                      <a:cubicBezTo>
                        <a:pt x="9" y="229"/>
                        <a:pt x="9" y="229"/>
                        <a:pt x="10" y="230"/>
                      </a:cubicBezTo>
                      <a:close/>
                      <a:moveTo>
                        <a:pt x="10" y="229"/>
                      </a:moveTo>
                      <a:cubicBezTo>
                        <a:pt x="10" y="229"/>
                        <a:pt x="11" y="229"/>
                        <a:pt x="11" y="229"/>
                      </a:cubicBezTo>
                      <a:cubicBezTo>
                        <a:pt x="11" y="229"/>
                        <a:pt x="11" y="229"/>
                        <a:pt x="12" y="229"/>
                      </a:cubicBezTo>
                      <a:cubicBezTo>
                        <a:pt x="12" y="229"/>
                        <a:pt x="12" y="229"/>
                        <a:pt x="12" y="229"/>
                      </a:cubicBezTo>
                      <a:cubicBezTo>
                        <a:pt x="12" y="229"/>
                        <a:pt x="12" y="229"/>
                        <a:pt x="12" y="229"/>
                      </a:cubicBezTo>
                      <a:cubicBezTo>
                        <a:pt x="12" y="229"/>
                        <a:pt x="12" y="228"/>
                        <a:pt x="13" y="228"/>
                      </a:cubicBezTo>
                      <a:cubicBezTo>
                        <a:pt x="13" y="228"/>
                        <a:pt x="13" y="228"/>
                        <a:pt x="13" y="228"/>
                      </a:cubicBezTo>
                      <a:cubicBezTo>
                        <a:pt x="13" y="228"/>
                        <a:pt x="13" y="228"/>
                        <a:pt x="13" y="228"/>
                      </a:cubicBezTo>
                      <a:cubicBezTo>
                        <a:pt x="13" y="228"/>
                        <a:pt x="13" y="228"/>
                        <a:pt x="13" y="228"/>
                      </a:cubicBezTo>
                      <a:cubicBezTo>
                        <a:pt x="14" y="228"/>
                        <a:pt x="13" y="228"/>
                        <a:pt x="13" y="228"/>
                      </a:cubicBezTo>
                      <a:cubicBezTo>
                        <a:pt x="13" y="228"/>
                        <a:pt x="13" y="228"/>
                        <a:pt x="13" y="228"/>
                      </a:cubicBezTo>
                      <a:cubicBezTo>
                        <a:pt x="13" y="228"/>
                        <a:pt x="13" y="227"/>
                        <a:pt x="13" y="227"/>
                      </a:cubicBezTo>
                      <a:cubicBezTo>
                        <a:pt x="13" y="227"/>
                        <a:pt x="13" y="227"/>
                        <a:pt x="13" y="227"/>
                      </a:cubicBezTo>
                      <a:cubicBezTo>
                        <a:pt x="13" y="227"/>
                        <a:pt x="13" y="227"/>
                        <a:pt x="13" y="227"/>
                      </a:cubicBezTo>
                      <a:cubicBezTo>
                        <a:pt x="13" y="227"/>
                        <a:pt x="13" y="227"/>
                        <a:pt x="13" y="227"/>
                      </a:cubicBezTo>
                      <a:cubicBezTo>
                        <a:pt x="12" y="227"/>
                        <a:pt x="12" y="227"/>
                        <a:pt x="12" y="227"/>
                      </a:cubicBezTo>
                      <a:cubicBezTo>
                        <a:pt x="12" y="227"/>
                        <a:pt x="12" y="227"/>
                        <a:pt x="12" y="227"/>
                      </a:cubicBezTo>
                      <a:cubicBezTo>
                        <a:pt x="11" y="227"/>
                        <a:pt x="11" y="227"/>
                        <a:pt x="11" y="227"/>
                      </a:cubicBezTo>
                      <a:cubicBezTo>
                        <a:pt x="11" y="227"/>
                        <a:pt x="11" y="227"/>
                        <a:pt x="10" y="227"/>
                      </a:cubicBezTo>
                      <a:cubicBezTo>
                        <a:pt x="10" y="227"/>
                        <a:pt x="10" y="227"/>
                        <a:pt x="10" y="227"/>
                      </a:cubicBezTo>
                      <a:cubicBezTo>
                        <a:pt x="10" y="227"/>
                        <a:pt x="10" y="228"/>
                        <a:pt x="10" y="228"/>
                      </a:cubicBezTo>
                      <a:cubicBezTo>
                        <a:pt x="10" y="228"/>
                        <a:pt x="10" y="228"/>
                        <a:pt x="10" y="228"/>
                      </a:cubicBezTo>
                      <a:cubicBezTo>
                        <a:pt x="10" y="228"/>
                        <a:pt x="10" y="228"/>
                        <a:pt x="10" y="228"/>
                      </a:cubicBezTo>
                      <a:cubicBezTo>
                        <a:pt x="10" y="228"/>
                        <a:pt x="10" y="228"/>
                        <a:pt x="10" y="228"/>
                      </a:cubicBezTo>
                      <a:cubicBezTo>
                        <a:pt x="10" y="228"/>
                        <a:pt x="10" y="228"/>
                        <a:pt x="10" y="228"/>
                      </a:cubicBezTo>
                      <a:cubicBezTo>
                        <a:pt x="10" y="228"/>
                        <a:pt x="10" y="228"/>
                        <a:pt x="10" y="228"/>
                      </a:cubicBezTo>
                      <a:cubicBezTo>
                        <a:pt x="10" y="228"/>
                        <a:pt x="10" y="229"/>
                        <a:pt x="10" y="229"/>
                      </a:cubicBezTo>
                      <a:cubicBezTo>
                        <a:pt x="10" y="229"/>
                        <a:pt x="10" y="229"/>
                        <a:pt x="10" y="229"/>
                      </a:cubicBezTo>
                      <a:cubicBezTo>
                        <a:pt x="10" y="229"/>
                        <a:pt x="10" y="229"/>
                        <a:pt x="10" y="229"/>
                      </a:cubicBezTo>
                      <a:cubicBezTo>
                        <a:pt x="10" y="229"/>
                        <a:pt x="10" y="229"/>
                        <a:pt x="10" y="229"/>
                      </a:cubicBezTo>
                      <a:close/>
                      <a:moveTo>
                        <a:pt x="13" y="229"/>
                      </a:moveTo>
                      <a:cubicBezTo>
                        <a:pt x="13" y="229"/>
                        <a:pt x="12" y="229"/>
                        <a:pt x="12" y="229"/>
                      </a:cubicBezTo>
                      <a:cubicBezTo>
                        <a:pt x="12" y="229"/>
                        <a:pt x="12" y="229"/>
                        <a:pt x="12" y="229"/>
                      </a:cubicBezTo>
                      <a:cubicBezTo>
                        <a:pt x="12" y="229"/>
                        <a:pt x="12" y="229"/>
                        <a:pt x="12" y="229"/>
                      </a:cubicBezTo>
                      <a:cubicBezTo>
                        <a:pt x="12" y="230"/>
                        <a:pt x="12" y="230"/>
                        <a:pt x="12" y="230"/>
                      </a:cubicBezTo>
                      <a:cubicBezTo>
                        <a:pt x="12" y="230"/>
                        <a:pt x="12" y="230"/>
                        <a:pt x="12" y="230"/>
                      </a:cubicBezTo>
                      <a:cubicBezTo>
                        <a:pt x="12" y="230"/>
                        <a:pt x="12" y="230"/>
                        <a:pt x="12" y="230"/>
                      </a:cubicBezTo>
                      <a:cubicBezTo>
                        <a:pt x="12" y="230"/>
                        <a:pt x="12" y="230"/>
                        <a:pt x="12" y="230"/>
                      </a:cubicBezTo>
                      <a:cubicBezTo>
                        <a:pt x="12" y="230"/>
                        <a:pt x="12" y="230"/>
                        <a:pt x="12" y="230"/>
                      </a:cubicBezTo>
                      <a:cubicBezTo>
                        <a:pt x="12" y="230"/>
                        <a:pt x="12" y="230"/>
                        <a:pt x="12" y="230"/>
                      </a:cubicBezTo>
                      <a:cubicBezTo>
                        <a:pt x="12" y="230"/>
                        <a:pt x="13" y="230"/>
                        <a:pt x="13" y="230"/>
                      </a:cubicBezTo>
                      <a:cubicBezTo>
                        <a:pt x="13" y="229"/>
                        <a:pt x="13" y="229"/>
                        <a:pt x="13" y="229"/>
                      </a:cubicBezTo>
                      <a:close/>
                      <a:moveTo>
                        <a:pt x="15" y="227"/>
                      </a:moveTo>
                      <a:cubicBezTo>
                        <a:pt x="15" y="226"/>
                        <a:pt x="15" y="226"/>
                        <a:pt x="15" y="226"/>
                      </a:cubicBezTo>
                      <a:cubicBezTo>
                        <a:pt x="15" y="226"/>
                        <a:pt x="15" y="226"/>
                        <a:pt x="15" y="226"/>
                      </a:cubicBezTo>
                      <a:cubicBezTo>
                        <a:pt x="15" y="226"/>
                        <a:pt x="15" y="226"/>
                        <a:pt x="15" y="226"/>
                      </a:cubicBezTo>
                      <a:cubicBezTo>
                        <a:pt x="15" y="227"/>
                        <a:pt x="14" y="227"/>
                        <a:pt x="14" y="227"/>
                      </a:cubicBezTo>
                      <a:cubicBezTo>
                        <a:pt x="14" y="227"/>
                        <a:pt x="14" y="227"/>
                        <a:pt x="14" y="227"/>
                      </a:cubicBezTo>
                      <a:cubicBezTo>
                        <a:pt x="14" y="227"/>
                        <a:pt x="14" y="227"/>
                        <a:pt x="14" y="227"/>
                      </a:cubicBezTo>
                      <a:cubicBezTo>
                        <a:pt x="14" y="227"/>
                        <a:pt x="14" y="227"/>
                        <a:pt x="14" y="227"/>
                      </a:cubicBezTo>
                      <a:cubicBezTo>
                        <a:pt x="14" y="227"/>
                        <a:pt x="14" y="227"/>
                        <a:pt x="14" y="227"/>
                      </a:cubicBezTo>
                      <a:cubicBezTo>
                        <a:pt x="14" y="228"/>
                        <a:pt x="14" y="228"/>
                        <a:pt x="14" y="228"/>
                      </a:cubicBezTo>
                      <a:cubicBezTo>
                        <a:pt x="14" y="228"/>
                        <a:pt x="14" y="228"/>
                        <a:pt x="14" y="228"/>
                      </a:cubicBezTo>
                      <a:cubicBezTo>
                        <a:pt x="14" y="228"/>
                        <a:pt x="14" y="228"/>
                        <a:pt x="14" y="228"/>
                      </a:cubicBezTo>
                      <a:cubicBezTo>
                        <a:pt x="14" y="229"/>
                        <a:pt x="14" y="229"/>
                        <a:pt x="14" y="229"/>
                      </a:cubicBezTo>
                      <a:cubicBezTo>
                        <a:pt x="14" y="229"/>
                        <a:pt x="14" y="229"/>
                        <a:pt x="15" y="229"/>
                      </a:cubicBezTo>
                      <a:cubicBezTo>
                        <a:pt x="15" y="229"/>
                        <a:pt x="15" y="229"/>
                        <a:pt x="15" y="229"/>
                      </a:cubicBezTo>
                      <a:cubicBezTo>
                        <a:pt x="15" y="229"/>
                        <a:pt x="15" y="229"/>
                        <a:pt x="15" y="229"/>
                      </a:cubicBezTo>
                      <a:cubicBezTo>
                        <a:pt x="15" y="229"/>
                        <a:pt x="15" y="229"/>
                        <a:pt x="15" y="229"/>
                      </a:cubicBezTo>
                      <a:cubicBezTo>
                        <a:pt x="15" y="229"/>
                        <a:pt x="15" y="229"/>
                        <a:pt x="15" y="229"/>
                      </a:cubicBezTo>
                      <a:cubicBezTo>
                        <a:pt x="15" y="229"/>
                        <a:pt x="15" y="229"/>
                        <a:pt x="15" y="229"/>
                      </a:cubicBezTo>
                      <a:cubicBezTo>
                        <a:pt x="15" y="229"/>
                        <a:pt x="15" y="229"/>
                        <a:pt x="15" y="229"/>
                      </a:cubicBezTo>
                      <a:cubicBezTo>
                        <a:pt x="15" y="229"/>
                        <a:pt x="15" y="229"/>
                        <a:pt x="15" y="229"/>
                      </a:cubicBezTo>
                      <a:cubicBezTo>
                        <a:pt x="15" y="229"/>
                        <a:pt x="15" y="229"/>
                        <a:pt x="15" y="229"/>
                      </a:cubicBezTo>
                      <a:cubicBezTo>
                        <a:pt x="15" y="228"/>
                        <a:pt x="15" y="228"/>
                        <a:pt x="15" y="228"/>
                      </a:cubicBezTo>
                      <a:cubicBezTo>
                        <a:pt x="15" y="228"/>
                        <a:pt x="15" y="228"/>
                        <a:pt x="15" y="228"/>
                      </a:cubicBezTo>
                      <a:cubicBezTo>
                        <a:pt x="15" y="228"/>
                        <a:pt x="15" y="228"/>
                        <a:pt x="15" y="228"/>
                      </a:cubicBezTo>
                      <a:cubicBezTo>
                        <a:pt x="15" y="228"/>
                        <a:pt x="15" y="228"/>
                        <a:pt x="15" y="228"/>
                      </a:cubicBezTo>
                      <a:cubicBezTo>
                        <a:pt x="15" y="227"/>
                        <a:pt x="15" y="227"/>
                        <a:pt x="15" y="227"/>
                      </a:cubicBezTo>
                      <a:cubicBezTo>
                        <a:pt x="15" y="227"/>
                        <a:pt x="15" y="227"/>
                        <a:pt x="15" y="227"/>
                      </a:cubicBezTo>
                      <a:cubicBezTo>
                        <a:pt x="15" y="227"/>
                        <a:pt x="15" y="227"/>
                        <a:pt x="15" y="227"/>
                      </a:cubicBezTo>
                      <a:cubicBezTo>
                        <a:pt x="15" y="227"/>
                        <a:pt x="15" y="227"/>
                        <a:pt x="15" y="227"/>
                      </a:cubicBezTo>
                      <a:close/>
                      <a:moveTo>
                        <a:pt x="14" y="230"/>
                      </a:moveTo>
                      <a:cubicBezTo>
                        <a:pt x="14" y="230"/>
                        <a:pt x="14" y="230"/>
                        <a:pt x="14" y="230"/>
                      </a:cubicBezTo>
                      <a:cubicBezTo>
                        <a:pt x="14" y="230"/>
                        <a:pt x="14" y="230"/>
                        <a:pt x="14" y="229"/>
                      </a:cubicBezTo>
                      <a:cubicBezTo>
                        <a:pt x="14" y="229"/>
                        <a:pt x="14" y="229"/>
                        <a:pt x="14" y="229"/>
                      </a:cubicBezTo>
                      <a:cubicBezTo>
                        <a:pt x="14" y="229"/>
                        <a:pt x="13" y="229"/>
                        <a:pt x="13" y="229"/>
                      </a:cubicBezTo>
                      <a:cubicBezTo>
                        <a:pt x="13" y="229"/>
                        <a:pt x="13" y="230"/>
                        <a:pt x="13" y="230"/>
                      </a:cubicBezTo>
                      <a:cubicBezTo>
                        <a:pt x="13" y="230"/>
                        <a:pt x="14" y="230"/>
                        <a:pt x="14" y="230"/>
                      </a:cubicBezTo>
                      <a:cubicBezTo>
                        <a:pt x="14" y="230"/>
                        <a:pt x="13" y="230"/>
                        <a:pt x="13" y="230"/>
                      </a:cubicBezTo>
                      <a:cubicBezTo>
                        <a:pt x="13" y="230"/>
                        <a:pt x="13" y="230"/>
                        <a:pt x="13" y="230"/>
                      </a:cubicBezTo>
                      <a:cubicBezTo>
                        <a:pt x="13" y="230"/>
                        <a:pt x="14" y="230"/>
                        <a:pt x="14" y="231"/>
                      </a:cubicBezTo>
                      <a:cubicBezTo>
                        <a:pt x="14" y="231"/>
                        <a:pt x="14" y="231"/>
                        <a:pt x="14" y="231"/>
                      </a:cubicBezTo>
                      <a:cubicBezTo>
                        <a:pt x="14" y="231"/>
                        <a:pt x="14" y="231"/>
                        <a:pt x="14" y="231"/>
                      </a:cubicBezTo>
                      <a:cubicBezTo>
                        <a:pt x="14" y="231"/>
                        <a:pt x="14" y="231"/>
                        <a:pt x="14" y="231"/>
                      </a:cubicBezTo>
                      <a:cubicBezTo>
                        <a:pt x="14" y="231"/>
                        <a:pt x="14" y="231"/>
                        <a:pt x="14" y="231"/>
                      </a:cubicBezTo>
                      <a:cubicBezTo>
                        <a:pt x="14" y="231"/>
                        <a:pt x="14" y="231"/>
                        <a:pt x="14" y="231"/>
                      </a:cubicBezTo>
                      <a:cubicBezTo>
                        <a:pt x="14" y="231"/>
                        <a:pt x="14" y="231"/>
                        <a:pt x="14" y="231"/>
                      </a:cubicBezTo>
                      <a:cubicBezTo>
                        <a:pt x="14" y="230"/>
                        <a:pt x="14" y="230"/>
                        <a:pt x="14" y="230"/>
                      </a:cubicBezTo>
                      <a:cubicBezTo>
                        <a:pt x="14" y="230"/>
                        <a:pt x="14" y="230"/>
                        <a:pt x="14" y="230"/>
                      </a:cubicBezTo>
                      <a:cubicBezTo>
                        <a:pt x="14" y="230"/>
                        <a:pt x="14" y="230"/>
                        <a:pt x="14" y="230"/>
                      </a:cubicBezTo>
                      <a:cubicBezTo>
                        <a:pt x="14" y="230"/>
                        <a:pt x="14" y="230"/>
                        <a:pt x="14" y="230"/>
                      </a:cubicBezTo>
                      <a:close/>
                      <a:moveTo>
                        <a:pt x="9" y="226"/>
                      </a:moveTo>
                      <a:cubicBezTo>
                        <a:pt x="9" y="226"/>
                        <a:pt x="9" y="226"/>
                        <a:pt x="9" y="226"/>
                      </a:cubicBezTo>
                      <a:cubicBezTo>
                        <a:pt x="9" y="225"/>
                        <a:pt x="9" y="225"/>
                        <a:pt x="9" y="226"/>
                      </a:cubicBezTo>
                      <a:cubicBezTo>
                        <a:pt x="9" y="226"/>
                        <a:pt x="9" y="226"/>
                        <a:pt x="9" y="226"/>
                      </a:cubicBezTo>
                      <a:cubicBezTo>
                        <a:pt x="9" y="226"/>
                        <a:pt x="9" y="226"/>
                        <a:pt x="9" y="226"/>
                      </a:cubicBezTo>
                      <a:cubicBezTo>
                        <a:pt x="9" y="226"/>
                        <a:pt x="9" y="226"/>
                        <a:pt x="9" y="226"/>
                      </a:cubicBezTo>
                      <a:cubicBezTo>
                        <a:pt x="9" y="226"/>
                        <a:pt x="9" y="226"/>
                        <a:pt x="9" y="226"/>
                      </a:cubicBezTo>
                      <a:cubicBezTo>
                        <a:pt x="9" y="226"/>
                        <a:pt x="9" y="226"/>
                        <a:pt x="9" y="226"/>
                      </a:cubicBezTo>
                      <a:cubicBezTo>
                        <a:pt x="9" y="226"/>
                        <a:pt x="9" y="226"/>
                        <a:pt x="10" y="226"/>
                      </a:cubicBezTo>
                      <a:cubicBezTo>
                        <a:pt x="10" y="226"/>
                        <a:pt x="10" y="226"/>
                        <a:pt x="10" y="227"/>
                      </a:cubicBezTo>
                      <a:cubicBezTo>
                        <a:pt x="10" y="227"/>
                        <a:pt x="10" y="227"/>
                        <a:pt x="10" y="227"/>
                      </a:cubicBezTo>
                      <a:cubicBezTo>
                        <a:pt x="10" y="227"/>
                        <a:pt x="10" y="227"/>
                        <a:pt x="10" y="227"/>
                      </a:cubicBezTo>
                      <a:cubicBezTo>
                        <a:pt x="10" y="227"/>
                        <a:pt x="10" y="227"/>
                        <a:pt x="10" y="227"/>
                      </a:cubicBezTo>
                      <a:cubicBezTo>
                        <a:pt x="10" y="227"/>
                        <a:pt x="10" y="227"/>
                        <a:pt x="10" y="227"/>
                      </a:cubicBezTo>
                      <a:cubicBezTo>
                        <a:pt x="11" y="227"/>
                        <a:pt x="11" y="227"/>
                        <a:pt x="11" y="227"/>
                      </a:cubicBezTo>
                      <a:cubicBezTo>
                        <a:pt x="11" y="227"/>
                        <a:pt x="11" y="227"/>
                        <a:pt x="11" y="227"/>
                      </a:cubicBezTo>
                      <a:cubicBezTo>
                        <a:pt x="11" y="227"/>
                        <a:pt x="11" y="227"/>
                        <a:pt x="11" y="227"/>
                      </a:cubicBezTo>
                      <a:cubicBezTo>
                        <a:pt x="11" y="227"/>
                        <a:pt x="11" y="226"/>
                        <a:pt x="11" y="226"/>
                      </a:cubicBezTo>
                      <a:cubicBezTo>
                        <a:pt x="11" y="226"/>
                        <a:pt x="11" y="226"/>
                        <a:pt x="11" y="226"/>
                      </a:cubicBezTo>
                      <a:cubicBezTo>
                        <a:pt x="11" y="226"/>
                        <a:pt x="11" y="226"/>
                        <a:pt x="11" y="226"/>
                      </a:cubicBezTo>
                      <a:cubicBezTo>
                        <a:pt x="11" y="226"/>
                        <a:pt x="11" y="226"/>
                        <a:pt x="11" y="226"/>
                      </a:cubicBezTo>
                      <a:cubicBezTo>
                        <a:pt x="11" y="226"/>
                        <a:pt x="11" y="225"/>
                        <a:pt x="11" y="225"/>
                      </a:cubicBezTo>
                      <a:cubicBezTo>
                        <a:pt x="11" y="225"/>
                        <a:pt x="11" y="225"/>
                        <a:pt x="11" y="225"/>
                      </a:cubicBezTo>
                      <a:cubicBezTo>
                        <a:pt x="11" y="225"/>
                        <a:pt x="11" y="225"/>
                        <a:pt x="11" y="225"/>
                      </a:cubicBezTo>
                      <a:cubicBezTo>
                        <a:pt x="11" y="225"/>
                        <a:pt x="10" y="225"/>
                        <a:pt x="10" y="225"/>
                      </a:cubicBezTo>
                      <a:cubicBezTo>
                        <a:pt x="10" y="225"/>
                        <a:pt x="10" y="224"/>
                        <a:pt x="10" y="224"/>
                      </a:cubicBezTo>
                      <a:cubicBezTo>
                        <a:pt x="10" y="224"/>
                        <a:pt x="10" y="225"/>
                        <a:pt x="10" y="225"/>
                      </a:cubicBezTo>
                      <a:cubicBezTo>
                        <a:pt x="10" y="225"/>
                        <a:pt x="10" y="225"/>
                        <a:pt x="10" y="225"/>
                      </a:cubicBezTo>
                      <a:cubicBezTo>
                        <a:pt x="10" y="225"/>
                        <a:pt x="10" y="225"/>
                        <a:pt x="10" y="225"/>
                      </a:cubicBezTo>
                      <a:cubicBezTo>
                        <a:pt x="10" y="225"/>
                        <a:pt x="10" y="225"/>
                        <a:pt x="10" y="225"/>
                      </a:cubicBezTo>
                      <a:cubicBezTo>
                        <a:pt x="10" y="225"/>
                        <a:pt x="10" y="225"/>
                        <a:pt x="10" y="226"/>
                      </a:cubicBezTo>
                      <a:cubicBezTo>
                        <a:pt x="10" y="226"/>
                        <a:pt x="10" y="226"/>
                        <a:pt x="10" y="226"/>
                      </a:cubicBezTo>
                      <a:cubicBezTo>
                        <a:pt x="10" y="226"/>
                        <a:pt x="10" y="226"/>
                        <a:pt x="10" y="226"/>
                      </a:cubicBezTo>
                      <a:cubicBezTo>
                        <a:pt x="10" y="226"/>
                        <a:pt x="9" y="226"/>
                        <a:pt x="9" y="226"/>
                      </a:cubicBezTo>
                      <a:cubicBezTo>
                        <a:pt x="9" y="226"/>
                        <a:pt x="9" y="226"/>
                        <a:pt x="9" y="226"/>
                      </a:cubicBezTo>
                      <a:cubicBezTo>
                        <a:pt x="9" y="226"/>
                        <a:pt x="9" y="226"/>
                        <a:pt x="9" y="226"/>
                      </a:cubicBezTo>
                      <a:close/>
                      <a:moveTo>
                        <a:pt x="12" y="226"/>
                      </a:moveTo>
                      <a:cubicBezTo>
                        <a:pt x="12" y="226"/>
                        <a:pt x="12" y="226"/>
                        <a:pt x="12" y="226"/>
                      </a:cubicBezTo>
                      <a:cubicBezTo>
                        <a:pt x="12" y="226"/>
                        <a:pt x="12" y="226"/>
                        <a:pt x="12" y="226"/>
                      </a:cubicBezTo>
                      <a:cubicBezTo>
                        <a:pt x="12" y="226"/>
                        <a:pt x="12" y="226"/>
                        <a:pt x="12" y="226"/>
                      </a:cubicBezTo>
                      <a:cubicBezTo>
                        <a:pt x="12" y="226"/>
                        <a:pt x="12" y="226"/>
                        <a:pt x="12" y="227"/>
                      </a:cubicBezTo>
                      <a:cubicBezTo>
                        <a:pt x="12" y="227"/>
                        <a:pt x="12" y="227"/>
                        <a:pt x="12" y="227"/>
                      </a:cubicBezTo>
                      <a:cubicBezTo>
                        <a:pt x="12" y="227"/>
                        <a:pt x="12" y="227"/>
                        <a:pt x="12" y="227"/>
                      </a:cubicBezTo>
                      <a:cubicBezTo>
                        <a:pt x="12" y="227"/>
                        <a:pt x="13" y="227"/>
                        <a:pt x="13" y="227"/>
                      </a:cubicBezTo>
                      <a:cubicBezTo>
                        <a:pt x="13" y="227"/>
                        <a:pt x="13" y="227"/>
                        <a:pt x="13" y="227"/>
                      </a:cubicBezTo>
                      <a:cubicBezTo>
                        <a:pt x="13" y="226"/>
                        <a:pt x="13" y="226"/>
                        <a:pt x="13" y="226"/>
                      </a:cubicBezTo>
                      <a:cubicBezTo>
                        <a:pt x="13" y="226"/>
                        <a:pt x="12" y="226"/>
                        <a:pt x="12" y="226"/>
                      </a:cubicBezTo>
                      <a:cubicBezTo>
                        <a:pt x="12" y="226"/>
                        <a:pt x="12" y="226"/>
                        <a:pt x="12" y="226"/>
                      </a:cubicBezTo>
                      <a:close/>
                      <a:moveTo>
                        <a:pt x="12" y="223"/>
                      </a:moveTo>
                      <a:cubicBezTo>
                        <a:pt x="12" y="223"/>
                        <a:pt x="12" y="223"/>
                        <a:pt x="12" y="223"/>
                      </a:cubicBezTo>
                      <a:cubicBezTo>
                        <a:pt x="12" y="223"/>
                        <a:pt x="12" y="224"/>
                        <a:pt x="12" y="224"/>
                      </a:cubicBezTo>
                      <a:cubicBezTo>
                        <a:pt x="12" y="224"/>
                        <a:pt x="12" y="224"/>
                        <a:pt x="12" y="224"/>
                      </a:cubicBezTo>
                      <a:cubicBezTo>
                        <a:pt x="12" y="224"/>
                        <a:pt x="12" y="224"/>
                        <a:pt x="12" y="224"/>
                      </a:cubicBezTo>
                      <a:cubicBezTo>
                        <a:pt x="12" y="224"/>
                        <a:pt x="12" y="224"/>
                        <a:pt x="12" y="224"/>
                      </a:cubicBezTo>
                      <a:cubicBezTo>
                        <a:pt x="12" y="224"/>
                        <a:pt x="12" y="224"/>
                        <a:pt x="12" y="224"/>
                      </a:cubicBezTo>
                      <a:cubicBezTo>
                        <a:pt x="12" y="225"/>
                        <a:pt x="12" y="225"/>
                        <a:pt x="12" y="225"/>
                      </a:cubicBezTo>
                      <a:cubicBezTo>
                        <a:pt x="12" y="225"/>
                        <a:pt x="12" y="225"/>
                        <a:pt x="12" y="225"/>
                      </a:cubicBezTo>
                      <a:cubicBezTo>
                        <a:pt x="12" y="225"/>
                        <a:pt x="12" y="225"/>
                        <a:pt x="12" y="225"/>
                      </a:cubicBezTo>
                      <a:cubicBezTo>
                        <a:pt x="12" y="225"/>
                        <a:pt x="12" y="225"/>
                        <a:pt x="12" y="225"/>
                      </a:cubicBezTo>
                      <a:cubicBezTo>
                        <a:pt x="12" y="225"/>
                        <a:pt x="12" y="225"/>
                        <a:pt x="12" y="225"/>
                      </a:cubicBezTo>
                      <a:cubicBezTo>
                        <a:pt x="12" y="225"/>
                        <a:pt x="13" y="225"/>
                        <a:pt x="13" y="225"/>
                      </a:cubicBezTo>
                      <a:cubicBezTo>
                        <a:pt x="13" y="225"/>
                        <a:pt x="13" y="226"/>
                        <a:pt x="13" y="226"/>
                      </a:cubicBezTo>
                      <a:cubicBezTo>
                        <a:pt x="13" y="226"/>
                        <a:pt x="14" y="226"/>
                        <a:pt x="14" y="226"/>
                      </a:cubicBezTo>
                      <a:cubicBezTo>
                        <a:pt x="14" y="226"/>
                        <a:pt x="14" y="226"/>
                        <a:pt x="14" y="226"/>
                      </a:cubicBezTo>
                      <a:cubicBezTo>
                        <a:pt x="14" y="226"/>
                        <a:pt x="14" y="226"/>
                        <a:pt x="14" y="226"/>
                      </a:cubicBezTo>
                      <a:cubicBezTo>
                        <a:pt x="14" y="226"/>
                        <a:pt x="14" y="226"/>
                        <a:pt x="14" y="225"/>
                      </a:cubicBezTo>
                      <a:cubicBezTo>
                        <a:pt x="14" y="225"/>
                        <a:pt x="14" y="225"/>
                        <a:pt x="14" y="225"/>
                      </a:cubicBezTo>
                      <a:cubicBezTo>
                        <a:pt x="14" y="225"/>
                        <a:pt x="14" y="225"/>
                        <a:pt x="14" y="225"/>
                      </a:cubicBezTo>
                      <a:cubicBezTo>
                        <a:pt x="13" y="225"/>
                        <a:pt x="13" y="225"/>
                        <a:pt x="13" y="225"/>
                      </a:cubicBezTo>
                      <a:cubicBezTo>
                        <a:pt x="13" y="225"/>
                        <a:pt x="13" y="225"/>
                        <a:pt x="13" y="225"/>
                      </a:cubicBezTo>
                      <a:cubicBezTo>
                        <a:pt x="13" y="225"/>
                        <a:pt x="13" y="225"/>
                        <a:pt x="13" y="225"/>
                      </a:cubicBezTo>
                      <a:cubicBezTo>
                        <a:pt x="13" y="225"/>
                        <a:pt x="13" y="225"/>
                        <a:pt x="13" y="225"/>
                      </a:cubicBezTo>
                      <a:cubicBezTo>
                        <a:pt x="13" y="225"/>
                        <a:pt x="13" y="225"/>
                        <a:pt x="13" y="225"/>
                      </a:cubicBezTo>
                      <a:cubicBezTo>
                        <a:pt x="13" y="225"/>
                        <a:pt x="14" y="225"/>
                        <a:pt x="14" y="225"/>
                      </a:cubicBezTo>
                      <a:cubicBezTo>
                        <a:pt x="14" y="225"/>
                        <a:pt x="14" y="225"/>
                        <a:pt x="14" y="225"/>
                      </a:cubicBezTo>
                      <a:cubicBezTo>
                        <a:pt x="14" y="225"/>
                        <a:pt x="14" y="225"/>
                        <a:pt x="14" y="225"/>
                      </a:cubicBezTo>
                      <a:cubicBezTo>
                        <a:pt x="14" y="224"/>
                        <a:pt x="14" y="224"/>
                        <a:pt x="14" y="224"/>
                      </a:cubicBezTo>
                      <a:cubicBezTo>
                        <a:pt x="14" y="224"/>
                        <a:pt x="14" y="224"/>
                        <a:pt x="14" y="224"/>
                      </a:cubicBezTo>
                      <a:cubicBezTo>
                        <a:pt x="14" y="224"/>
                        <a:pt x="14" y="224"/>
                        <a:pt x="14" y="224"/>
                      </a:cubicBezTo>
                      <a:cubicBezTo>
                        <a:pt x="14" y="224"/>
                        <a:pt x="14" y="224"/>
                        <a:pt x="14" y="224"/>
                      </a:cubicBezTo>
                      <a:cubicBezTo>
                        <a:pt x="14" y="224"/>
                        <a:pt x="14" y="224"/>
                        <a:pt x="14" y="224"/>
                      </a:cubicBezTo>
                      <a:cubicBezTo>
                        <a:pt x="13" y="224"/>
                        <a:pt x="13" y="224"/>
                        <a:pt x="13" y="224"/>
                      </a:cubicBezTo>
                      <a:cubicBezTo>
                        <a:pt x="13" y="224"/>
                        <a:pt x="13" y="224"/>
                        <a:pt x="13" y="224"/>
                      </a:cubicBezTo>
                      <a:cubicBezTo>
                        <a:pt x="13" y="224"/>
                        <a:pt x="13" y="224"/>
                        <a:pt x="13" y="224"/>
                      </a:cubicBezTo>
                      <a:cubicBezTo>
                        <a:pt x="13" y="224"/>
                        <a:pt x="13" y="224"/>
                        <a:pt x="13" y="224"/>
                      </a:cubicBezTo>
                      <a:cubicBezTo>
                        <a:pt x="13" y="224"/>
                        <a:pt x="13" y="223"/>
                        <a:pt x="13" y="223"/>
                      </a:cubicBezTo>
                      <a:cubicBezTo>
                        <a:pt x="13" y="223"/>
                        <a:pt x="14" y="223"/>
                        <a:pt x="14" y="223"/>
                      </a:cubicBezTo>
                      <a:cubicBezTo>
                        <a:pt x="14" y="223"/>
                        <a:pt x="13" y="223"/>
                        <a:pt x="13" y="223"/>
                      </a:cubicBezTo>
                      <a:cubicBezTo>
                        <a:pt x="13" y="223"/>
                        <a:pt x="13" y="223"/>
                        <a:pt x="13" y="222"/>
                      </a:cubicBezTo>
                      <a:cubicBezTo>
                        <a:pt x="13" y="222"/>
                        <a:pt x="13" y="223"/>
                        <a:pt x="13" y="223"/>
                      </a:cubicBezTo>
                      <a:cubicBezTo>
                        <a:pt x="13" y="223"/>
                        <a:pt x="13" y="223"/>
                        <a:pt x="13" y="223"/>
                      </a:cubicBezTo>
                      <a:cubicBezTo>
                        <a:pt x="13" y="223"/>
                        <a:pt x="13" y="223"/>
                        <a:pt x="13" y="223"/>
                      </a:cubicBezTo>
                      <a:cubicBezTo>
                        <a:pt x="13" y="223"/>
                        <a:pt x="13" y="223"/>
                        <a:pt x="12" y="223"/>
                      </a:cubicBezTo>
                      <a:cubicBezTo>
                        <a:pt x="12" y="223"/>
                        <a:pt x="12" y="223"/>
                        <a:pt x="12" y="223"/>
                      </a:cubicBezTo>
                      <a:cubicBezTo>
                        <a:pt x="12" y="223"/>
                        <a:pt x="12" y="223"/>
                        <a:pt x="12" y="223"/>
                      </a:cubicBezTo>
                      <a:cubicBezTo>
                        <a:pt x="12" y="223"/>
                        <a:pt x="12" y="223"/>
                        <a:pt x="12" y="223"/>
                      </a:cubicBezTo>
                      <a:close/>
                      <a:moveTo>
                        <a:pt x="12" y="220"/>
                      </a:moveTo>
                      <a:cubicBezTo>
                        <a:pt x="12" y="220"/>
                        <a:pt x="12" y="220"/>
                        <a:pt x="12" y="220"/>
                      </a:cubicBezTo>
                      <a:cubicBezTo>
                        <a:pt x="12" y="220"/>
                        <a:pt x="12" y="220"/>
                        <a:pt x="12" y="220"/>
                      </a:cubicBezTo>
                      <a:cubicBezTo>
                        <a:pt x="12" y="220"/>
                        <a:pt x="12" y="220"/>
                        <a:pt x="12" y="220"/>
                      </a:cubicBezTo>
                      <a:cubicBezTo>
                        <a:pt x="12" y="221"/>
                        <a:pt x="12" y="220"/>
                        <a:pt x="13" y="221"/>
                      </a:cubicBezTo>
                      <a:cubicBezTo>
                        <a:pt x="13" y="221"/>
                        <a:pt x="13" y="221"/>
                        <a:pt x="13" y="221"/>
                      </a:cubicBezTo>
                      <a:cubicBezTo>
                        <a:pt x="13" y="221"/>
                        <a:pt x="13" y="221"/>
                        <a:pt x="13" y="221"/>
                      </a:cubicBezTo>
                      <a:cubicBezTo>
                        <a:pt x="13" y="221"/>
                        <a:pt x="13" y="221"/>
                        <a:pt x="13" y="221"/>
                      </a:cubicBezTo>
                      <a:cubicBezTo>
                        <a:pt x="13" y="221"/>
                        <a:pt x="13" y="221"/>
                        <a:pt x="13" y="221"/>
                      </a:cubicBezTo>
                      <a:cubicBezTo>
                        <a:pt x="14" y="221"/>
                        <a:pt x="14" y="221"/>
                        <a:pt x="14" y="221"/>
                      </a:cubicBezTo>
                      <a:cubicBezTo>
                        <a:pt x="14" y="221"/>
                        <a:pt x="14" y="221"/>
                        <a:pt x="14" y="221"/>
                      </a:cubicBezTo>
                      <a:cubicBezTo>
                        <a:pt x="14" y="220"/>
                        <a:pt x="14" y="220"/>
                        <a:pt x="14" y="220"/>
                      </a:cubicBezTo>
                      <a:cubicBezTo>
                        <a:pt x="14" y="220"/>
                        <a:pt x="14" y="220"/>
                        <a:pt x="14" y="220"/>
                      </a:cubicBezTo>
                      <a:cubicBezTo>
                        <a:pt x="14" y="220"/>
                        <a:pt x="14" y="220"/>
                        <a:pt x="14" y="219"/>
                      </a:cubicBezTo>
                      <a:cubicBezTo>
                        <a:pt x="14" y="219"/>
                        <a:pt x="14" y="219"/>
                        <a:pt x="14" y="219"/>
                      </a:cubicBezTo>
                      <a:cubicBezTo>
                        <a:pt x="14" y="219"/>
                        <a:pt x="14" y="219"/>
                        <a:pt x="14" y="219"/>
                      </a:cubicBezTo>
                      <a:cubicBezTo>
                        <a:pt x="14" y="219"/>
                        <a:pt x="14" y="219"/>
                        <a:pt x="14" y="219"/>
                      </a:cubicBezTo>
                      <a:cubicBezTo>
                        <a:pt x="14" y="219"/>
                        <a:pt x="14" y="219"/>
                        <a:pt x="14" y="219"/>
                      </a:cubicBezTo>
                      <a:cubicBezTo>
                        <a:pt x="13" y="220"/>
                        <a:pt x="13" y="220"/>
                        <a:pt x="13" y="220"/>
                      </a:cubicBezTo>
                      <a:cubicBezTo>
                        <a:pt x="13" y="220"/>
                        <a:pt x="13" y="220"/>
                        <a:pt x="13" y="220"/>
                      </a:cubicBezTo>
                      <a:cubicBezTo>
                        <a:pt x="13" y="220"/>
                        <a:pt x="13" y="220"/>
                        <a:pt x="13" y="220"/>
                      </a:cubicBezTo>
                      <a:cubicBezTo>
                        <a:pt x="13" y="220"/>
                        <a:pt x="13" y="220"/>
                        <a:pt x="13" y="220"/>
                      </a:cubicBezTo>
                      <a:cubicBezTo>
                        <a:pt x="13" y="220"/>
                        <a:pt x="13" y="220"/>
                        <a:pt x="13" y="220"/>
                      </a:cubicBezTo>
                      <a:cubicBezTo>
                        <a:pt x="13" y="220"/>
                        <a:pt x="13" y="220"/>
                        <a:pt x="13" y="220"/>
                      </a:cubicBezTo>
                      <a:cubicBezTo>
                        <a:pt x="13" y="220"/>
                        <a:pt x="13" y="220"/>
                        <a:pt x="13" y="220"/>
                      </a:cubicBezTo>
                      <a:cubicBezTo>
                        <a:pt x="13" y="219"/>
                        <a:pt x="13" y="219"/>
                        <a:pt x="13" y="219"/>
                      </a:cubicBezTo>
                      <a:cubicBezTo>
                        <a:pt x="13" y="219"/>
                        <a:pt x="12" y="219"/>
                        <a:pt x="12" y="219"/>
                      </a:cubicBezTo>
                      <a:cubicBezTo>
                        <a:pt x="12" y="219"/>
                        <a:pt x="12" y="219"/>
                        <a:pt x="12" y="219"/>
                      </a:cubicBezTo>
                      <a:cubicBezTo>
                        <a:pt x="12" y="219"/>
                        <a:pt x="12" y="220"/>
                        <a:pt x="12" y="220"/>
                      </a:cubicBezTo>
                      <a:cubicBezTo>
                        <a:pt x="12" y="220"/>
                        <a:pt x="12" y="220"/>
                        <a:pt x="12" y="220"/>
                      </a:cubicBezTo>
                      <a:close/>
                      <a:moveTo>
                        <a:pt x="15" y="222"/>
                      </a:moveTo>
                      <a:cubicBezTo>
                        <a:pt x="15" y="222"/>
                        <a:pt x="15" y="222"/>
                        <a:pt x="15" y="222"/>
                      </a:cubicBezTo>
                      <a:cubicBezTo>
                        <a:pt x="15" y="222"/>
                        <a:pt x="15" y="222"/>
                        <a:pt x="15" y="222"/>
                      </a:cubicBezTo>
                      <a:cubicBezTo>
                        <a:pt x="15" y="222"/>
                        <a:pt x="15" y="222"/>
                        <a:pt x="15" y="222"/>
                      </a:cubicBezTo>
                      <a:cubicBezTo>
                        <a:pt x="15" y="222"/>
                        <a:pt x="15" y="221"/>
                        <a:pt x="15" y="221"/>
                      </a:cubicBezTo>
                      <a:cubicBezTo>
                        <a:pt x="15" y="221"/>
                        <a:pt x="15" y="221"/>
                        <a:pt x="15" y="221"/>
                      </a:cubicBezTo>
                      <a:cubicBezTo>
                        <a:pt x="15" y="221"/>
                        <a:pt x="15" y="221"/>
                        <a:pt x="15" y="221"/>
                      </a:cubicBezTo>
                      <a:cubicBezTo>
                        <a:pt x="15" y="221"/>
                        <a:pt x="15" y="221"/>
                        <a:pt x="15" y="221"/>
                      </a:cubicBezTo>
                      <a:cubicBezTo>
                        <a:pt x="15" y="221"/>
                        <a:pt x="15" y="221"/>
                        <a:pt x="14" y="221"/>
                      </a:cubicBezTo>
                      <a:cubicBezTo>
                        <a:pt x="14" y="221"/>
                        <a:pt x="14" y="221"/>
                        <a:pt x="14" y="221"/>
                      </a:cubicBezTo>
                      <a:cubicBezTo>
                        <a:pt x="15" y="222"/>
                        <a:pt x="15" y="222"/>
                        <a:pt x="15" y="222"/>
                      </a:cubicBezTo>
                      <a:cubicBezTo>
                        <a:pt x="15" y="222"/>
                        <a:pt x="15" y="222"/>
                        <a:pt x="15" y="222"/>
                      </a:cubicBezTo>
                      <a:close/>
                      <a:moveTo>
                        <a:pt x="27" y="338"/>
                      </a:moveTo>
                      <a:cubicBezTo>
                        <a:pt x="27" y="338"/>
                        <a:pt x="27" y="338"/>
                        <a:pt x="27" y="338"/>
                      </a:cubicBezTo>
                      <a:cubicBezTo>
                        <a:pt x="27" y="338"/>
                        <a:pt x="27" y="338"/>
                        <a:pt x="27" y="338"/>
                      </a:cubicBezTo>
                      <a:cubicBezTo>
                        <a:pt x="27" y="338"/>
                        <a:pt x="27" y="338"/>
                        <a:pt x="27" y="337"/>
                      </a:cubicBezTo>
                      <a:cubicBezTo>
                        <a:pt x="27" y="337"/>
                        <a:pt x="27" y="337"/>
                        <a:pt x="27" y="337"/>
                      </a:cubicBezTo>
                      <a:cubicBezTo>
                        <a:pt x="27" y="337"/>
                        <a:pt x="27" y="337"/>
                        <a:pt x="26" y="337"/>
                      </a:cubicBezTo>
                      <a:cubicBezTo>
                        <a:pt x="26" y="337"/>
                        <a:pt x="26" y="337"/>
                        <a:pt x="26" y="337"/>
                      </a:cubicBezTo>
                      <a:cubicBezTo>
                        <a:pt x="26" y="337"/>
                        <a:pt x="26" y="337"/>
                        <a:pt x="26" y="337"/>
                      </a:cubicBezTo>
                      <a:cubicBezTo>
                        <a:pt x="26" y="338"/>
                        <a:pt x="27" y="338"/>
                        <a:pt x="27" y="338"/>
                      </a:cubicBezTo>
                      <a:cubicBezTo>
                        <a:pt x="27" y="338"/>
                        <a:pt x="27" y="338"/>
                        <a:pt x="27" y="338"/>
                      </a:cubicBezTo>
                      <a:cubicBezTo>
                        <a:pt x="27" y="338"/>
                        <a:pt x="27" y="338"/>
                        <a:pt x="27" y="338"/>
                      </a:cubicBezTo>
                      <a:cubicBezTo>
                        <a:pt x="27" y="338"/>
                        <a:pt x="27" y="338"/>
                        <a:pt x="27" y="338"/>
                      </a:cubicBezTo>
                      <a:close/>
                      <a:moveTo>
                        <a:pt x="57" y="352"/>
                      </a:moveTo>
                      <a:cubicBezTo>
                        <a:pt x="57" y="352"/>
                        <a:pt x="57" y="352"/>
                        <a:pt x="57" y="352"/>
                      </a:cubicBezTo>
                      <a:cubicBezTo>
                        <a:pt x="57" y="352"/>
                        <a:pt x="57" y="352"/>
                        <a:pt x="57" y="352"/>
                      </a:cubicBezTo>
                      <a:cubicBezTo>
                        <a:pt x="57" y="352"/>
                        <a:pt x="57" y="353"/>
                        <a:pt x="58" y="353"/>
                      </a:cubicBezTo>
                      <a:cubicBezTo>
                        <a:pt x="58" y="353"/>
                        <a:pt x="58" y="353"/>
                        <a:pt x="58" y="353"/>
                      </a:cubicBezTo>
                      <a:cubicBezTo>
                        <a:pt x="58" y="353"/>
                        <a:pt x="58" y="353"/>
                        <a:pt x="58" y="352"/>
                      </a:cubicBezTo>
                      <a:cubicBezTo>
                        <a:pt x="58" y="352"/>
                        <a:pt x="58" y="352"/>
                        <a:pt x="58" y="352"/>
                      </a:cubicBezTo>
                      <a:cubicBezTo>
                        <a:pt x="58" y="352"/>
                        <a:pt x="58" y="352"/>
                        <a:pt x="58" y="352"/>
                      </a:cubicBezTo>
                      <a:cubicBezTo>
                        <a:pt x="58" y="352"/>
                        <a:pt x="58" y="352"/>
                        <a:pt x="58" y="352"/>
                      </a:cubicBezTo>
                      <a:cubicBezTo>
                        <a:pt x="57" y="352"/>
                        <a:pt x="57" y="352"/>
                        <a:pt x="56" y="352"/>
                      </a:cubicBezTo>
                      <a:cubicBezTo>
                        <a:pt x="56" y="352"/>
                        <a:pt x="56" y="352"/>
                        <a:pt x="56" y="352"/>
                      </a:cubicBezTo>
                      <a:cubicBezTo>
                        <a:pt x="56" y="352"/>
                        <a:pt x="56" y="352"/>
                        <a:pt x="56" y="352"/>
                      </a:cubicBezTo>
                      <a:cubicBezTo>
                        <a:pt x="56" y="352"/>
                        <a:pt x="56" y="352"/>
                        <a:pt x="56" y="352"/>
                      </a:cubicBezTo>
                      <a:cubicBezTo>
                        <a:pt x="56" y="352"/>
                        <a:pt x="56" y="352"/>
                        <a:pt x="56" y="352"/>
                      </a:cubicBezTo>
                      <a:cubicBezTo>
                        <a:pt x="56" y="352"/>
                        <a:pt x="56" y="352"/>
                        <a:pt x="56" y="352"/>
                      </a:cubicBezTo>
                      <a:cubicBezTo>
                        <a:pt x="56" y="352"/>
                        <a:pt x="56" y="352"/>
                        <a:pt x="55" y="352"/>
                      </a:cubicBezTo>
                      <a:cubicBezTo>
                        <a:pt x="55" y="352"/>
                        <a:pt x="55" y="352"/>
                        <a:pt x="55" y="352"/>
                      </a:cubicBezTo>
                      <a:cubicBezTo>
                        <a:pt x="55" y="352"/>
                        <a:pt x="56" y="352"/>
                        <a:pt x="56" y="352"/>
                      </a:cubicBezTo>
                      <a:cubicBezTo>
                        <a:pt x="56" y="352"/>
                        <a:pt x="56" y="353"/>
                        <a:pt x="56" y="353"/>
                      </a:cubicBezTo>
                      <a:cubicBezTo>
                        <a:pt x="56" y="353"/>
                        <a:pt x="56" y="353"/>
                        <a:pt x="56" y="353"/>
                      </a:cubicBezTo>
                      <a:cubicBezTo>
                        <a:pt x="56" y="352"/>
                        <a:pt x="56" y="352"/>
                        <a:pt x="56" y="352"/>
                      </a:cubicBezTo>
                      <a:cubicBezTo>
                        <a:pt x="56" y="352"/>
                        <a:pt x="56" y="352"/>
                        <a:pt x="56" y="352"/>
                      </a:cubicBezTo>
                      <a:cubicBezTo>
                        <a:pt x="56" y="352"/>
                        <a:pt x="57" y="352"/>
                        <a:pt x="57" y="352"/>
                      </a:cubicBezTo>
                      <a:close/>
                      <a:moveTo>
                        <a:pt x="57" y="349"/>
                      </a:moveTo>
                      <a:cubicBezTo>
                        <a:pt x="57" y="349"/>
                        <a:pt x="57" y="349"/>
                        <a:pt x="57" y="349"/>
                      </a:cubicBezTo>
                      <a:cubicBezTo>
                        <a:pt x="57" y="349"/>
                        <a:pt x="58" y="349"/>
                        <a:pt x="58" y="348"/>
                      </a:cubicBezTo>
                      <a:cubicBezTo>
                        <a:pt x="58" y="348"/>
                        <a:pt x="57" y="348"/>
                        <a:pt x="57" y="348"/>
                      </a:cubicBezTo>
                      <a:cubicBezTo>
                        <a:pt x="57" y="348"/>
                        <a:pt x="57" y="348"/>
                        <a:pt x="57" y="348"/>
                      </a:cubicBezTo>
                      <a:cubicBezTo>
                        <a:pt x="57" y="348"/>
                        <a:pt x="57" y="348"/>
                        <a:pt x="57" y="348"/>
                      </a:cubicBezTo>
                      <a:cubicBezTo>
                        <a:pt x="57" y="348"/>
                        <a:pt x="57" y="348"/>
                        <a:pt x="57" y="348"/>
                      </a:cubicBezTo>
                      <a:cubicBezTo>
                        <a:pt x="57" y="348"/>
                        <a:pt x="57" y="348"/>
                        <a:pt x="57" y="348"/>
                      </a:cubicBezTo>
                      <a:cubicBezTo>
                        <a:pt x="57" y="348"/>
                        <a:pt x="57" y="348"/>
                        <a:pt x="57" y="348"/>
                      </a:cubicBezTo>
                      <a:cubicBezTo>
                        <a:pt x="57" y="348"/>
                        <a:pt x="57" y="349"/>
                        <a:pt x="57" y="349"/>
                      </a:cubicBezTo>
                      <a:cubicBezTo>
                        <a:pt x="57" y="349"/>
                        <a:pt x="57" y="349"/>
                        <a:pt x="57" y="349"/>
                      </a:cubicBezTo>
                      <a:cubicBezTo>
                        <a:pt x="57" y="349"/>
                        <a:pt x="57" y="349"/>
                        <a:pt x="57" y="349"/>
                      </a:cubicBezTo>
                      <a:cubicBezTo>
                        <a:pt x="57" y="349"/>
                        <a:pt x="57" y="349"/>
                        <a:pt x="57" y="349"/>
                      </a:cubicBezTo>
                      <a:cubicBezTo>
                        <a:pt x="57" y="349"/>
                        <a:pt x="57" y="349"/>
                        <a:pt x="57" y="349"/>
                      </a:cubicBezTo>
                      <a:close/>
                      <a:moveTo>
                        <a:pt x="60" y="351"/>
                      </a:moveTo>
                      <a:cubicBezTo>
                        <a:pt x="60" y="351"/>
                        <a:pt x="60" y="351"/>
                        <a:pt x="60" y="351"/>
                      </a:cubicBezTo>
                      <a:cubicBezTo>
                        <a:pt x="60" y="351"/>
                        <a:pt x="60" y="351"/>
                        <a:pt x="60" y="351"/>
                      </a:cubicBezTo>
                      <a:cubicBezTo>
                        <a:pt x="60" y="351"/>
                        <a:pt x="60" y="351"/>
                        <a:pt x="60" y="351"/>
                      </a:cubicBezTo>
                      <a:cubicBezTo>
                        <a:pt x="60" y="351"/>
                        <a:pt x="60" y="351"/>
                        <a:pt x="60" y="351"/>
                      </a:cubicBezTo>
                      <a:cubicBezTo>
                        <a:pt x="60" y="351"/>
                        <a:pt x="60" y="351"/>
                        <a:pt x="60" y="351"/>
                      </a:cubicBezTo>
                      <a:cubicBezTo>
                        <a:pt x="60" y="351"/>
                        <a:pt x="60" y="351"/>
                        <a:pt x="60" y="351"/>
                      </a:cubicBezTo>
                      <a:cubicBezTo>
                        <a:pt x="60" y="350"/>
                        <a:pt x="60" y="350"/>
                        <a:pt x="60" y="350"/>
                      </a:cubicBezTo>
                      <a:cubicBezTo>
                        <a:pt x="60" y="350"/>
                        <a:pt x="60" y="350"/>
                        <a:pt x="60" y="350"/>
                      </a:cubicBezTo>
                      <a:cubicBezTo>
                        <a:pt x="60" y="350"/>
                        <a:pt x="59" y="350"/>
                        <a:pt x="59" y="350"/>
                      </a:cubicBezTo>
                      <a:cubicBezTo>
                        <a:pt x="59" y="350"/>
                        <a:pt x="59" y="350"/>
                        <a:pt x="59" y="350"/>
                      </a:cubicBezTo>
                      <a:cubicBezTo>
                        <a:pt x="59" y="350"/>
                        <a:pt x="59" y="350"/>
                        <a:pt x="59" y="350"/>
                      </a:cubicBezTo>
                      <a:cubicBezTo>
                        <a:pt x="59" y="350"/>
                        <a:pt x="59" y="350"/>
                        <a:pt x="59" y="350"/>
                      </a:cubicBezTo>
                      <a:cubicBezTo>
                        <a:pt x="59" y="350"/>
                        <a:pt x="59" y="350"/>
                        <a:pt x="59" y="350"/>
                      </a:cubicBezTo>
                      <a:cubicBezTo>
                        <a:pt x="59" y="349"/>
                        <a:pt x="59" y="349"/>
                        <a:pt x="59" y="349"/>
                      </a:cubicBezTo>
                      <a:cubicBezTo>
                        <a:pt x="59" y="349"/>
                        <a:pt x="59" y="349"/>
                        <a:pt x="59" y="349"/>
                      </a:cubicBezTo>
                      <a:cubicBezTo>
                        <a:pt x="59" y="349"/>
                        <a:pt x="59" y="349"/>
                        <a:pt x="59" y="349"/>
                      </a:cubicBezTo>
                      <a:cubicBezTo>
                        <a:pt x="59" y="348"/>
                        <a:pt x="59" y="349"/>
                        <a:pt x="59" y="349"/>
                      </a:cubicBezTo>
                      <a:cubicBezTo>
                        <a:pt x="59" y="349"/>
                        <a:pt x="59" y="349"/>
                        <a:pt x="59" y="349"/>
                      </a:cubicBezTo>
                      <a:cubicBezTo>
                        <a:pt x="59" y="349"/>
                        <a:pt x="59" y="349"/>
                        <a:pt x="59" y="349"/>
                      </a:cubicBezTo>
                      <a:cubicBezTo>
                        <a:pt x="59" y="349"/>
                        <a:pt x="59" y="349"/>
                        <a:pt x="59" y="349"/>
                      </a:cubicBezTo>
                      <a:cubicBezTo>
                        <a:pt x="59" y="349"/>
                        <a:pt x="59" y="349"/>
                        <a:pt x="59" y="349"/>
                      </a:cubicBezTo>
                      <a:cubicBezTo>
                        <a:pt x="59" y="349"/>
                        <a:pt x="59" y="349"/>
                        <a:pt x="59" y="349"/>
                      </a:cubicBezTo>
                      <a:cubicBezTo>
                        <a:pt x="59" y="349"/>
                        <a:pt x="59" y="350"/>
                        <a:pt x="59" y="350"/>
                      </a:cubicBezTo>
                      <a:cubicBezTo>
                        <a:pt x="59" y="350"/>
                        <a:pt x="59" y="350"/>
                        <a:pt x="59" y="350"/>
                      </a:cubicBezTo>
                      <a:cubicBezTo>
                        <a:pt x="59" y="350"/>
                        <a:pt x="59" y="350"/>
                        <a:pt x="59" y="350"/>
                      </a:cubicBezTo>
                      <a:cubicBezTo>
                        <a:pt x="58" y="350"/>
                        <a:pt x="58" y="350"/>
                        <a:pt x="58" y="350"/>
                      </a:cubicBezTo>
                      <a:cubicBezTo>
                        <a:pt x="58" y="350"/>
                        <a:pt x="58" y="350"/>
                        <a:pt x="58" y="350"/>
                      </a:cubicBezTo>
                      <a:cubicBezTo>
                        <a:pt x="58" y="350"/>
                        <a:pt x="59" y="350"/>
                        <a:pt x="59" y="351"/>
                      </a:cubicBezTo>
                      <a:cubicBezTo>
                        <a:pt x="59" y="351"/>
                        <a:pt x="59" y="351"/>
                        <a:pt x="59" y="351"/>
                      </a:cubicBezTo>
                      <a:cubicBezTo>
                        <a:pt x="59" y="351"/>
                        <a:pt x="59" y="351"/>
                        <a:pt x="59" y="351"/>
                      </a:cubicBezTo>
                      <a:cubicBezTo>
                        <a:pt x="59" y="351"/>
                        <a:pt x="59" y="351"/>
                        <a:pt x="59" y="351"/>
                      </a:cubicBezTo>
                      <a:cubicBezTo>
                        <a:pt x="59" y="351"/>
                        <a:pt x="59" y="351"/>
                        <a:pt x="60" y="351"/>
                      </a:cubicBezTo>
                      <a:close/>
                      <a:moveTo>
                        <a:pt x="60" y="352"/>
                      </a:moveTo>
                      <a:cubicBezTo>
                        <a:pt x="60" y="352"/>
                        <a:pt x="60" y="352"/>
                        <a:pt x="60" y="352"/>
                      </a:cubicBezTo>
                      <a:cubicBezTo>
                        <a:pt x="60" y="352"/>
                        <a:pt x="60" y="352"/>
                        <a:pt x="60" y="352"/>
                      </a:cubicBezTo>
                      <a:cubicBezTo>
                        <a:pt x="60" y="352"/>
                        <a:pt x="60" y="352"/>
                        <a:pt x="60" y="352"/>
                      </a:cubicBezTo>
                      <a:cubicBezTo>
                        <a:pt x="59" y="352"/>
                        <a:pt x="59" y="352"/>
                        <a:pt x="59" y="352"/>
                      </a:cubicBezTo>
                      <a:cubicBezTo>
                        <a:pt x="59" y="352"/>
                        <a:pt x="59" y="352"/>
                        <a:pt x="59" y="352"/>
                      </a:cubicBezTo>
                      <a:cubicBezTo>
                        <a:pt x="59" y="352"/>
                        <a:pt x="59" y="352"/>
                        <a:pt x="59" y="352"/>
                      </a:cubicBezTo>
                      <a:cubicBezTo>
                        <a:pt x="59" y="352"/>
                        <a:pt x="59" y="352"/>
                        <a:pt x="59" y="352"/>
                      </a:cubicBezTo>
                      <a:cubicBezTo>
                        <a:pt x="59" y="352"/>
                        <a:pt x="60" y="352"/>
                        <a:pt x="60" y="352"/>
                      </a:cubicBezTo>
                      <a:cubicBezTo>
                        <a:pt x="60" y="352"/>
                        <a:pt x="60" y="352"/>
                        <a:pt x="60" y="352"/>
                      </a:cubicBezTo>
                      <a:cubicBezTo>
                        <a:pt x="60" y="352"/>
                        <a:pt x="60" y="352"/>
                        <a:pt x="60" y="352"/>
                      </a:cubicBezTo>
                      <a:cubicBezTo>
                        <a:pt x="60" y="352"/>
                        <a:pt x="60" y="352"/>
                        <a:pt x="60" y="352"/>
                      </a:cubicBezTo>
                      <a:cubicBezTo>
                        <a:pt x="61" y="352"/>
                        <a:pt x="60" y="352"/>
                        <a:pt x="60" y="352"/>
                      </a:cubicBezTo>
                      <a:cubicBezTo>
                        <a:pt x="60" y="352"/>
                        <a:pt x="60" y="352"/>
                        <a:pt x="60" y="352"/>
                      </a:cubicBezTo>
                      <a:close/>
                      <a:moveTo>
                        <a:pt x="4" y="229"/>
                      </a:moveTo>
                      <a:cubicBezTo>
                        <a:pt x="4" y="229"/>
                        <a:pt x="4" y="230"/>
                        <a:pt x="4" y="230"/>
                      </a:cubicBezTo>
                      <a:cubicBezTo>
                        <a:pt x="4" y="230"/>
                        <a:pt x="4" y="230"/>
                        <a:pt x="4" y="230"/>
                      </a:cubicBezTo>
                      <a:cubicBezTo>
                        <a:pt x="4" y="230"/>
                        <a:pt x="5" y="230"/>
                        <a:pt x="5" y="230"/>
                      </a:cubicBezTo>
                      <a:cubicBezTo>
                        <a:pt x="5" y="230"/>
                        <a:pt x="5" y="230"/>
                        <a:pt x="5" y="230"/>
                      </a:cubicBezTo>
                      <a:cubicBezTo>
                        <a:pt x="5" y="230"/>
                        <a:pt x="5" y="230"/>
                        <a:pt x="5" y="230"/>
                      </a:cubicBezTo>
                      <a:cubicBezTo>
                        <a:pt x="5" y="230"/>
                        <a:pt x="5" y="230"/>
                        <a:pt x="5" y="230"/>
                      </a:cubicBezTo>
                      <a:cubicBezTo>
                        <a:pt x="5" y="230"/>
                        <a:pt x="5" y="230"/>
                        <a:pt x="5" y="230"/>
                      </a:cubicBezTo>
                      <a:cubicBezTo>
                        <a:pt x="5" y="230"/>
                        <a:pt x="5" y="230"/>
                        <a:pt x="5" y="230"/>
                      </a:cubicBezTo>
                      <a:cubicBezTo>
                        <a:pt x="5" y="229"/>
                        <a:pt x="5" y="229"/>
                        <a:pt x="5" y="229"/>
                      </a:cubicBezTo>
                      <a:cubicBezTo>
                        <a:pt x="5" y="229"/>
                        <a:pt x="5" y="229"/>
                        <a:pt x="5" y="229"/>
                      </a:cubicBezTo>
                      <a:cubicBezTo>
                        <a:pt x="4" y="229"/>
                        <a:pt x="4" y="229"/>
                        <a:pt x="4" y="229"/>
                      </a:cubicBezTo>
                      <a:cubicBezTo>
                        <a:pt x="4" y="229"/>
                        <a:pt x="4" y="229"/>
                        <a:pt x="4" y="229"/>
                      </a:cubicBezTo>
                      <a:close/>
                      <a:moveTo>
                        <a:pt x="7" y="228"/>
                      </a:moveTo>
                      <a:cubicBezTo>
                        <a:pt x="7" y="228"/>
                        <a:pt x="7" y="228"/>
                        <a:pt x="7" y="228"/>
                      </a:cubicBezTo>
                      <a:cubicBezTo>
                        <a:pt x="7" y="227"/>
                        <a:pt x="7" y="227"/>
                        <a:pt x="7" y="227"/>
                      </a:cubicBezTo>
                      <a:cubicBezTo>
                        <a:pt x="7" y="227"/>
                        <a:pt x="7" y="227"/>
                        <a:pt x="7" y="227"/>
                      </a:cubicBezTo>
                      <a:cubicBezTo>
                        <a:pt x="7" y="227"/>
                        <a:pt x="7" y="227"/>
                        <a:pt x="7" y="227"/>
                      </a:cubicBezTo>
                      <a:cubicBezTo>
                        <a:pt x="7" y="227"/>
                        <a:pt x="7" y="227"/>
                        <a:pt x="7" y="227"/>
                      </a:cubicBezTo>
                      <a:cubicBezTo>
                        <a:pt x="7" y="227"/>
                        <a:pt x="7" y="227"/>
                        <a:pt x="7" y="227"/>
                      </a:cubicBezTo>
                      <a:cubicBezTo>
                        <a:pt x="7" y="227"/>
                        <a:pt x="7" y="227"/>
                        <a:pt x="7" y="227"/>
                      </a:cubicBezTo>
                      <a:cubicBezTo>
                        <a:pt x="7" y="228"/>
                        <a:pt x="7" y="228"/>
                        <a:pt x="7" y="228"/>
                      </a:cubicBezTo>
                      <a:cubicBezTo>
                        <a:pt x="7" y="228"/>
                        <a:pt x="7" y="228"/>
                        <a:pt x="7" y="228"/>
                      </a:cubicBezTo>
                      <a:close/>
                      <a:moveTo>
                        <a:pt x="7" y="218"/>
                      </a:moveTo>
                      <a:cubicBezTo>
                        <a:pt x="7" y="218"/>
                        <a:pt x="7" y="218"/>
                        <a:pt x="7" y="218"/>
                      </a:cubicBezTo>
                      <a:cubicBezTo>
                        <a:pt x="7" y="218"/>
                        <a:pt x="7" y="218"/>
                        <a:pt x="7" y="218"/>
                      </a:cubicBezTo>
                      <a:cubicBezTo>
                        <a:pt x="7" y="218"/>
                        <a:pt x="7" y="218"/>
                        <a:pt x="7" y="218"/>
                      </a:cubicBezTo>
                      <a:cubicBezTo>
                        <a:pt x="7" y="218"/>
                        <a:pt x="7" y="218"/>
                        <a:pt x="7" y="218"/>
                      </a:cubicBezTo>
                      <a:cubicBezTo>
                        <a:pt x="7" y="218"/>
                        <a:pt x="7" y="218"/>
                        <a:pt x="7" y="218"/>
                      </a:cubicBezTo>
                      <a:cubicBezTo>
                        <a:pt x="8" y="218"/>
                        <a:pt x="8" y="218"/>
                        <a:pt x="8" y="218"/>
                      </a:cubicBezTo>
                      <a:cubicBezTo>
                        <a:pt x="8" y="218"/>
                        <a:pt x="8" y="218"/>
                        <a:pt x="8" y="218"/>
                      </a:cubicBezTo>
                      <a:cubicBezTo>
                        <a:pt x="8" y="218"/>
                        <a:pt x="8" y="218"/>
                        <a:pt x="8" y="218"/>
                      </a:cubicBezTo>
                      <a:cubicBezTo>
                        <a:pt x="8" y="218"/>
                        <a:pt x="8" y="217"/>
                        <a:pt x="8" y="217"/>
                      </a:cubicBezTo>
                      <a:cubicBezTo>
                        <a:pt x="8" y="217"/>
                        <a:pt x="8" y="217"/>
                        <a:pt x="8" y="217"/>
                      </a:cubicBezTo>
                      <a:cubicBezTo>
                        <a:pt x="8" y="217"/>
                        <a:pt x="8" y="217"/>
                        <a:pt x="8" y="217"/>
                      </a:cubicBezTo>
                      <a:cubicBezTo>
                        <a:pt x="8" y="217"/>
                        <a:pt x="8" y="217"/>
                        <a:pt x="8" y="217"/>
                      </a:cubicBezTo>
                      <a:cubicBezTo>
                        <a:pt x="8" y="217"/>
                        <a:pt x="8" y="217"/>
                        <a:pt x="8" y="217"/>
                      </a:cubicBezTo>
                      <a:cubicBezTo>
                        <a:pt x="8" y="217"/>
                        <a:pt x="8" y="217"/>
                        <a:pt x="8" y="217"/>
                      </a:cubicBezTo>
                      <a:cubicBezTo>
                        <a:pt x="8" y="217"/>
                        <a:pt x="8" y="217"/>
                        <a:pt x="7" y="217"/>
                      </a:cubicBezTo>
                      <a:cubicBezTo>
                        <a:pt x="7" y="217"/>
                        <a:pt x="7" y="217"/>
                        <a:pt x="7" y="217"/>
                      </a:cubicBezTo>
                      <a:cubicBezTo>
                        <a:pt x="7" y="217"/>
                        <a:pt x="7" y="217"/>
                        <a:pt x="7" y="217"/>
                      </a:cubicBezTo>
                      <a:cubicBezTo>
                        <a:pt x="7" y="217"/>
                        <a:pt x="7" y="217"/>
                        <a:pt x="7" y="217"/>
                      </a:cubicBezTo>
                      <a:cubicBezTo>
                        <a:pt x="7" y="217"/>
                        <a:pt x="7" y="217"/>
                        <a:pt x="7" y="218"/>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3" name="Freeform 689">
                  <a:extLst>
                    <a:ext uri="{FF2B5EF4-FFF2-40B4-BE49-F238E27FC236}">
                      <a16:creationId xmlns:a16="http://schemas.microsoft.com/office/drawing/2014/main" id="{A4E729A4-F170-0CDB-8686-39AF3CA784D7}"/>
                    </a:ext>
                  </a:extLst>
                </p:cNvPr>
                <p:cNvSpPr>
                  <a:spLocks/>
                </p:cNvSpPr>
                <p:nvPr/>
              </p:nvSpPr>
              <p:spPr bwMode="auto">
                <a:xfrm>
                  <a:off x="3065463" y="4826000"/>
                  <a:ext cx="171450" cy="187325"/>
                </a:xfrm>
                <a:custGeom>
                  <a:avLst/>
                  <a:gdLst>
                    <a:gd name="T0" fmla="*/ 6 w 41"/>
                    <a:gd name="T1" fmla="*/ 38 h 45"/>
                    <a:gd name="T2" fmla="*/ 4 w 41"/>
                    <a:gd name="T3" fmla="*/ 39 h 45"/>
                    <a:gd name="T4" fmla="*/ 5 w 41"/>
                    <a:gd name="T5" fmla="*/ 40 h 45"/>
                    <a:gd name="T6" fmla="*/ 4 w 41"/>
                    <a:gd name="T7" fmla="*/ 41 h 45"/>
                    <a:gd name="T8" fmla="*/ 6 w 41"/>
                    <a:gd name="T9" fmla="*/ 40 h 45"/>
                    <a:gd name="T10" fmla="*/ 9 w 41"/>
                    <a:gd name="T11" fmla="*/ 41 h 45"/>
                    <a:gd name="T12" fmla="*/ 11 w 41"/>
                    <a:gd name="T13" fmla="*/ 43 h 45"/>
                    <a:gd name="T14" fmla="*/ 13 w 41"/>
                    <a:gd name="T15" fmla="*/ 45 h 45"/>
                    <a:gd name="T16" fmla="*/ 14 w 41"/>
                    <a:gd name="T17" fmla="*/ 45 h 45"/>
                    <a:gd name="T18" fmla="*/ 16 w 41"/>
                    <a:gd name="T19" fmla="*/ 43 h 45"/>
                    <a:gd name="T20" fmla="*/ 17 w 41"/>
                    <a:gd name="T21" fmla="*/ 40 h 45"/>
                    <a:gd name="T22" fmla="*/ 17 w 41"/>
                    <a:gd name="T23" fmla="*/ 38 h 45"/>
                    <a:gd name="T24" fmla="*/ 18 w 41"/>
                    <a:gd name="T25" fmla="*/ 35 h 45"/>
                    <a:gd name="T26" fmla="*/ 20 w 41"/>
                    <a:gd name="T27" fmla="*/ 34 h 45"/>
                    <a:gd name="T28" fmla="*/ 20 w 41"/>
                    <a:gd name="T29" fmla="*/ 33 h 45"/>
                    <a:gd name="T30" fmla="*/ 31 w 41"/>
                    <a:gd name="T31" fmla="*/ 28 h 45"/>
                    <a:gd name="T32" fmla="*/ 40 w 41"/>
                    <a:gd name="T33" fmla="*/ 16 h 45"/>
                    <a:gd name="T34" fmla="*/ 41 w 41"/>
                    <a:gd name="T35" fmla="*/ 16 h 45"/>
                    <a:gd name="T36" fmla="*/ 40 w 41"/>
                    <a:gd name="T37" fmla="*/ 13 h 45"/>
                    <a:gd name="T38" fmla="*/ 38 w 41"/>
                    <a:gd name="T39" fmla="*/ 11 h 45"/>
                    <a:gd name="T40" fmla="*/ 40 w 41"/>
                    <a:gd name="T41" fmla="*/ 11 h 45"/>
                    <a:gd name="T42" fmla="*/ 36 w 41"/>
                    <a:gd name="T43" fmla="*/ 9 h 45"/>
                    <a:gd name="T44" fmla="*/ 32 w 41"/>
                    <a:gd name="T45" fmla="*/ 7 h 45"/>
                    <a:gd name="T46" fmla="*/ 30 w 41"/>
                    <a:gd name="T47" fmla="*/ 8 h 45"/>
                    <a:gd name="T48" fmla="*/ 25 w 41"/>
                    <a:gd name="T49" fmla="*/ 7 h 45"/>
                    <a:gd name="T50" fmla="*/ 24 w 41"/>
                    <a:gd name="T51" fmla="*/ 5 h 45"/>
                    <a:gd name="T52" fmla="*/ 21 w 41"/>
                    <a:gd name="T53" fmla="*/ 4 h 45"/>
                    <a:gd name="T54" fmla="*/ 19 w 41"/>
                    <a:gd name="T55" fmla="*/ 2 h 45"/>
                    <a:gd name="T56" fmla="*/ 16 w 41"/>
                    <a:gd name="T57" fmla="*/ 0 h 45"/>
                    <a:gd name="T58" fmla="*/ 14 w 41"/>
                    <a:gd name="T59" fmla="*/ 2 h 45"/>
                    <a:gd name="T60" fmla="*/ 11 w 41"/>
                    <a:gd name="T61" fmla="*/ 2 h 45"/>
                    <a:gd name="T62" fmla="*/ 8 w 41"/>
                    <a:gd name="T63" fmla="*/ 4 h 45"/>
                    <a:gd name="T64" fmla="*/ 7 w 41"/>
                    <a:gd name="T65" fmla="*/ 5 h 45"/>
                    <a:gd name="T66" fmla="*/ 7 w 41"/>
                    <a:gd name="T67" fmla="*/ 7 h 45"/>
                    <a:gd name="T68" fmla="*/ 7 w 41"/>
                    <a:gd name="T69" fmla="*/ 8 h 45"/>
                    <a:gd name="T70" fmla="*/ 4 w 41"/>
                    <a:gd name="T71" fmla="*/ 12 h 45"/>
                    <a:gd name="T72" fmla="*/ 4 w 41"/>
                    <a:gd name="T73" fmla="*/ 15 h 45"/>
                    <a:gd name="T74" fmla="*/ 3 w 41"/>
                    <a:gd name="T75" fmla="*/ 17 h 45"/>
                    <a:gd name="T76" fmla="*/ 1 w 41"/>
                    <a:gd name="T77" fmla="*/ 17 h 45"/>
                    <a:gd name="T78" fmla="*/ 2 w 41"/>
                    <a:gd name="T79" fmla="*/ 19 h 45"/>
                    <a:gd name="T80" fmla="*/ 2 w 41"/>
                    <a:gd name="T81" fmla="*/ 22 h 45"/>
                    <a:gd name="T82" fmla="*/ 1 w 41"/>
                    <a:gd name="T83" fmla="*/ 25 h 45"/>
                    <a:gd name="T84" fmla="*/ 1 w 41"/>
                    <a:gd name="T85" fmla="*/ 27 h 45"/>
                    <a:gd name="T86" fmla="*/ 4 w 41"/>
                    <a:gd name="T87" fmla="*/ 29 h 45"/>
                    <a:gd name="T88" fmla="*/ 6 w 41"/>
                    <a:gd name="T89" fmla="*/ 28 h 45"/>
                    <a:gd name="T90" fmla="*/ 8 w 41"/>
                    <a:gd name="T91" fmla="*/ 26 h 45"/>
                    <a:gd name="T92" fmla="*/ 7 w 41"/>
                    <a:gd name="T93" fmla="*/ 28 h 45"/>
                    <a:gd name="T94" fmla="*/ 7 w 41"/>
                    <a:gd name="T95" fmla="*/ 29 h 45"/>
                    <a:gd name="T96" fmla="*/ 8 w 41"/>
                    <a:gd name="T97" fmla="*/ 27 h 45"/>
                    <a:gd name="T98" fmla="*/ 9 w 41"/>
                    <a:gd name="T99" fmla="*/ 25 h 45"/>
                    <a:gd name="T100" fmla="*/ 10 w 41"/>
                    <a:gd name="T101" fmla="*/ 23 h 45"/>
                    <a:gd name="T102" fmla="*/ 9 w 41"/>
                    <a:gd name="T103" fmla="*/ 25 h 45"/>
                    <a:gd name="T104" fmla="*/ 9 w 41"/>
                    <a:gd name="T105" fmla="*/ 28 h 45"/>
                    <a:gd name="T106" fmla="*/ 8 w 41"/>
                    <a:gd name="T107" fmla="*/ 31 h 45"/>
                    <a:gd name="T108" fmla="*/ 7 w 41"/>
                    <a:gd name="T109" fmla="*/ 33 h 45"/>
                    <a:gd name="T110" fmla="*/ 6 w 41"/>
                    <a:gd name="T111" fmla="*/ 34 h 45"/>
                    <a:gd name="T112" fmla="*/ 5 w 41"/>
                    <a:gd name="T113" fmla="*/ 3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 h="45">
                      <a:moveTo>
                        <a:pt x="6" y="36"/>
                      </a:moveTo>
                      <a:cubicBezTo>
                        <a:pt x="6" y="37"/>
                        <a:pt x="6" y="37"/>
                        <a:pt x="6" y="37"/>
                      </a:cubicBezTo>
                      <a:cubicBezTo>
                        <a:pt x="6" y="37"/>
                        <a:pt x="6" y="38"/>
                        <a:pt x="6" y="38"/>
                      </a:cubicBezTo>
                      <a:cubicBezTo>
                        <a:pt x="6" y="38"/>
                        <a:pt x="5" y="38"/>
                        <a:pt x="5" y="38"/>
                      </a:cubicBezTo>
                      <a:cubicBezTo>
                        <a:pt x="5" y="38"/>
                        <a:pt x="4" y="38"/>
                        <a:pt x="4" y="38"/>
                      </a:cubicBezTo>
                      <a:cubicBezTo>
                        <a:pt x="4" y="39"/>
                        <a:pt x="4" y="39"/>
                        <a:pt x="4" y="39"/>
                      </a:cubicBezTo>
                      <a:cubicBezTo>
                        <a:pt x="4" y="39"/>
                        <a:pt x="4" y="39"/>
                        <a:pt x="4" y="39"/>
                      </a:cubicBezTo>
                      <a:cubicBezTo>
                        <a:pt x="4" y="39"/>
                        <a:pt x="4" y="39"/>
                        <a:pt x="4" y="39"/>
                      </a:cubicBezTo>
                      <a:cubicBezTo>
                        <a:pt x="5" y="40"/>
                        <a:pt x="5" y="40"/>
                        <a:pt x="5" y="40"/>
                      </a:cubicBezTo>
                      <a:cubicBezTo>
                        <a:pt x="4" y="40"/>
                        <a:pt x="4" y="40"/>
                        <a:pt x="4" y="40"/>
                      </a:cubicBezTo>
                      <a:cubicBezTo>
                        <a:pt x="4" y="41"/>
                        <a:pt x="4" y="41"/>
                        <a:pt x="4" y="41"/>
                      </a:cubicBezTo>
                      <a:cubicBezTo>
                        <a:pt x="4" y="41"/>
                        <a:pt x="4" y="41"/>
                        <a:pt x="4" y="41"/>
                      </a:cubicBezTo>
                      <a:cubicBezTo>
                        <a:pt x="4" y="41"/>
                        <a:pt x="4" y="41"/>
                        <a:pt x="4" y="41"/>
                      </a:cubicBezTo>
                      <a:cubicBezTo>
                        <a:pt x="5" y="41"/>
                        <a:pt x="5" y="41"/>
                        <a:pt x="5" y="41"/>
                      </a:cubicBezTo>
                      <a:cubicBezTo>
                        <a:pt x="5" y="41"/>
                        <a:pt x="6" y="40"/>
                        <a:pt x="6" y="40"/>
                      </a:cubicBezTo>
                      <a:cubicBezTo>
                        <a:pt x="6" y="40"/>
                        <a:pt x="7" y="41"/>
                        <a:pt x="7" y="41"/>
                      </a:cubicBezTo>
                      <a:cubicBezTo>
                        <a:pt x="7" y="41"/>
                        <a:pt x="8" y="41"/>
                        <a:pt x="8" y="41"/>
                      </a:cubicBezTo>
                      <a:cubicBezTo>
                        <a:pt x="8" y="41"/>
                        <a:pt x="9" y="41"/>
                        <a:pt x="9" y="41"/>
                      </a:cubicBezTo>
                      <a:cubicBezTo>
                        <a:pt x="9" y="41"/>
                        <a:pt x="10" y="41"/>
                        <a:pt x="10" y="41"/>
                      </a:cubicBezTo>
                      <a:cubicBezTo>
                        <a:pt x="10" y="42"/>
                        <a:pt x="11" y="42"/>
                        <a:pt x="11" y="42"/>
                      </a:cubicBezTo>
                      <a:cubicBezTo>
                        <a:pt x="11" y="42"/>
                        <a:pt x="11" y="43"/>
                        <a:pt x="11" y="43"/>
                      </a:cubicBezTo>
                      <a:cubicBezTo>
                        <a:pt x="11" y="43"/>
                        <a:pt x="11" y="44"/>
                        <a:pt x="11" y="44"/>
                      </a:cubicBezTo>
                      <a:cubicBezTo>
                        <a:pt x="11" y="44"/>
                        <a:pt x="12" y="45"/>
                        <a:pt x="12" y="45"/>
                      </a:cubicBezTo>
                      <a:cubicBezTo>
                        <a:pt x="12" y="45"/>
                        <a:pt x="13" y="45"/>
                        <a:pt x="13" y="45"/>
                      </a:cubicBezTo>
                      <a:cubicBezTo>
                        <a:pt x="13" y="45"/>
                        <a:pt x="14" y="45"/>
                        <a:pt x="14" y="45"/>
                      </a:cubicBezTo>
                      <a:cubicBezTo>
                        <a:pt x="14" y="45"/>
                        <a:pt x="14" y="45"/>
                        <a:pt x="14" y="45"/>
                      </a:cubicBezTo>
                      <a:cubicBezTo>
                        <a:pt x="14" y="45"/>
                        <a:pt x="14" y="45"/>
                        <a:pt x="14" y="45"/>
                      </a:cubicBezTo>
                      <a:cubicBezTo>
                        <a:pt x="14" y="45"/>
                        <a:pt x="15" y="44"/>
                        <a:pt x="15" y="44"/>
                      </a:cubicBezTo>
                      <a:cubicBezTo>
                        <a:pt x="15" y="44"/>
                        <a:pt x="15" y="43"/>
                        <a:pt x="15" y="43"/>
                      </a:cubicBezTo>
                      <a:cubicBezTo>
                        <a:pt x="15" y="43"/>
                        <a:pt x="16" y="43"/>
                        <a:pt x="16" y="43"/>
                      </a:cubicBezTo>
                      <a:cubicBezTo>
                        <a:pt x="16" y="43"/>
                        <a:pt x="17" y="42"/>
                        <a:pt x="17" y="42"/>
                      </a:cubicBezTo>
                      <a:cubicBezTo>
                        <a:pt x="17" y="42"/>
                        <a:pt x="17" y="41"/>
                        <a:pt x="17" y="41"/>
                      </a:cubicBezTo>
                      <a:cubicBezTo>
                        <a:pt x="17" y="41"/>
                        <a:pt x="17" y="41"/>
                        <a:pt x="17" y="40"/>
                      </a:cubicBezTo>
                      <a:cubicBezTo>
                        <a:pt x="17" y="40"/>
                        <a:pt x="16" y="40"/>
                        <a:pt x="17" y="40"/>
                      </a:cubicBezTo>
                      <a:cubicBezTo>
                        <a:pt x="17" y="40"/>
                        <a:pt x="17" y="39"/>
                        <a:pt x="17" y="39"/>
                      </a:cubicBezTo>
                      <a:cubicBezTo>
                        <a:pt x="17" y="39"/>
                        <a:pt x="17" y="38"/>
                        <a:pt x="17" y="38"/>
                      </a:cubicBezTo>
                      <a:cubicBezTo>
                        <a:pt x="17" y="38"/>
                        <a:pt x="18" y="37"/>
                        <a:pt x="18" y="37"/>
                      </a:cubicBezTo>
                      <a:cubicBezTo>
                        <a:pt x="18" y="37"/>
                        <a:pt x="18" y="37"/>
                        <a:pt x="18" y="36"/>
                      </a:cubicBezTo>
                      <a:cubicBezTo>
                        <a:pt x="18" y="36"/>
                        <a:pt x="18" y="35"/>
                        <a:pt x="18" y="35"/>
                      </a:cubicBezTo>
                      <a:cubicBezTo>
                        <a:pt x="18" y="35"/>
                        <a:pt x="19" y="34"/>
                        <a:pt x="19" y="34"/>
                      </a:cubicBezTo>
                      <a:cubicBezTo>
                        <a:pt x="19" y="34"/>
                        <a:pt x="19" y="34"/>
                        <a:pt x="19" y="34"/>
                      </a:cubicBezTo>
                      <a:cubicBezTo>
                        <a:pt x="19" y="34"/>
                        <a:pt x="20" y="34"/>
                        <a:pt x="20" y="34"/>
                      </a:cubicBezTo>
                      <a:cubicBezTo>
                        <a:pt x="20" y="35"/>
                        <a:pt x="20" y="35"/>
                        <a:pt x="20" y="35"/>
                      </a:cubicBezTo>
                      <a:cubicBezTo>
                        <a:pt x="20" y="34"/>
                        <a:pt x="20" y="34"/>
                        <a:pt x="20" y="34"/>
                      </a:cubicBezTo>
                      <a:cubicBezTo>
                        <a:pt x="20" y="33"/>
                        <a:pt x="20" y="33"/>
                        <a:pt x="20" y="33"/>
                      </a:cubicBezTo>
                      <a:cubicBezTo>
                        <a:pt x="22" y="31"/>
                        <a:pt x="22" y="31"/>
                        <a:pt x="22" y="31"/>
                      </a:cubicBezTo>
                      <a:cubicBezTo>
                        <a:pt x="27" y="30"/>
                        <a:pt x="27" y="30"/>
                        <a:pt x="27" y="30"/>
                      </a:cubicBezTo>
                      <a:cubicBezTo>
                        <a:pt x="31" y="28"/>
                        <a:pt x="31" y="28"/>
                        <a:pt x="31" y="28"/>
                      </a:cubicBezTo>
                      <a:cubicBezTo>
                        <a:pt x="35" y="25"/>
                        <a:pt x="35" y="25"/>
                        <a:pt x="35" y="25"/>
                      </a:cubicBezTo>
                      <a:cubicBezTo>
                        <a:pt x="38" y="21"/>
                        <a:pt x="38" y="21"/>
                        <a:pt x="38" y="21"/>
                      </a:cubicBezTo>
                      <a:cubicBezTo>
                        <a:pt x="40" y="16"/>
                        <a:pt x="40" y="16"/>
                        <a:pt x="40" y="16"/>
                      </a:cubicBezTo>
                      <a:cubicBezTo>
                        <a:pt x="40" y="16"/>
                        <a:pt x="40" y="17"/>
                        <a:pt x="40" y="17"/>
                      </a:cubicBezTo>
                      <a:cubicBezTo>
                        <a:pt x="40" y="17"/>
                        <a:pt x="41" y="17"/>
                        <a:pt x="41" y="17"/>
                      </a:cubicBezTo>
                      <a:cubicBezTo>
                        <a:pt x="41" y="16"/>
                        <a:pt x="41" y="16"/>
                        <a:pt x="41" y="16"/>
                      </a:cubicBezTo>
                      <a:cubicBezTo>
                        <a:pt x="40" y="15"/>
                        <a:pt x="40" y="15"/>
                        <a:pt x="40" y="15"/>
                      </a:cubicBezTo>
                      <a:cubicBezTo>
                        <a:pt x="41" y="14"/>
                        <a:pt x="41" y="14"/>
                        <a:pt x="41" y="14"/>
                      </a:cubicBezTo>
                      <a:cubicBezTo>
                        <a:pt x="41" y="14"/>
                        <a:pt x="40" y="13"/>
                        <a:pt x="40" y="13"/>
                      </a:cubicBezTo>
                      <a:cubicBezTo>
                        <a:pt x="39" y="13"/>
                        <a:pt x="39" y="12"/>
                        <a:pt x="39" y="12"/>
                      </a:cubicBezTo>
                      <a:cubicBezTo>
                        <a:pt x="39" y="12"/>
                        <a:pt x="38" y="11"/>
                        <a:pt x="38" y="11"/>
                      </a:cubicBezTo>
                      <a:cubicBezTo>
                        <a:pt x="38" y="11"/>
                        <a:pt x="38" y="11"/>
                        <a:pt x="38" y="11"/>
                      </a:cubicBezTo>
                      <a:cubicBezTo>
                        <a:pt x="39" y="11"/>
                        <a:pt x="39" y="11"/>
                        <a:pt x="39" y="11"/>
                      </a:cubicBezTo>
                      <a:cubicBezTo>
                        <a:pt x="39" y="11"/>
                        <a:pt x="39" y="11"/>
                        <a:pt x="39" y="11"/>
                      </a:cubicBezTo>
                      <a:cubicBezTo>
                        <a:pt x="40" y="11"/>
                        <a:pt x="40" y="11"/>
                        <a:pt x="40" y="11"/>
                      </a:cubicBezTo>
                      <a:cubicBezTo>
                        <a:pt x="40" y="11"/>
                        <a:pt x="38" y="10"/>
                        <a:pt x="38" y="10"/>
                      </a:cubicBezTo>
                      <a:cubicBezTo>
                        <a:pt x="38" y="10"/>
                        <a:pt x="37" y="10"/>
                        <a:pt x="37" y="10"/>
                      </a:cubicBezTo>
                      <a:cubicBezTo>
                        <a:pt x="37" y="10"/>
                        <a:pt x="36" y="9"/>
                        <a:pt x="36" y="9"/>
                      </a:cubicBezTo>
                      <a:cubicBezTo>
                        <a:pt x="36" y="8"/>
                        <a:pt x="34" y="7"/>
                        <a:pt x="34" y="7"/>
                      </a:cubicBezTo>
                      <a:cubicBezTo>
                        <a:pt x="34" y="7"/>
                        <a:pt x="33" y="7"/>
                        <a:pt x="33" y="7"/>
                      </a:cubicBezTo>
                      <a:cubicBezTo>
                        <a:pt x="33" y="7"/>
                        <a:pt x="32" y="7"/>
                        <a:pt x="32" y="7"/>
                      </a:cubicBezTo>
                      <a:cubicBezTo>
                        <a:pt x="32" y="7"/>
                        <a:pt x="32" y="8"/>
                        <a:pt x="32" y="8"/>
                      </a:cubicBezTo>
                      <a:cubicBezTo>
                        <a:pt x="32" y="8"/>
                        <a:pt x="31" y="8"/>
                        <a:pt x="31" y="8"/>
                      </a:cubicBezTo>
                      <a:cubicBezTo>
                        <a:pt x="31" y="8"/>
                        <a:pt x="30" y="8"/>
                        <a:pt x="30" y="8"/>
                      </a:cubicBezTo>
                      <a:cubicBezTo>
                        <a:pt x="28" y="8"/>
                        <a:pt x="28" y="8"/>
                        <a:pt x="28" y="8"/>
                      </a:cubicBezTo>
                      <a:cubicBezTo>
                        <a:pt x="27" y="7"/>
                        <a:pt x="27" y="7"/>
                        <a:pt x="27" y="7"/>
                      </a:cubicBezTo>
                      <a:cubicBezTo>
                        <a:pt x="27" y="7"/>
                        <a:pt x="25" y="7"/>
                        <a:pt x="25" y="7"/>
                      </a:cubicBezTo>
                      <a:cubicBezTo>
                        <a:pt x="25" y="7"/>
                        <a:pt x="25" y="7"/>
                        <a:pt x="25" y="7"/>
                      </a:cubicBezTo>
                      <a:cubicBezTo>
                        <a:pt x="25" y="6"/>
                        <a:pt x="25" y="6"/>
                        <a:pt x="25" y="5"/>
                      </a:cubicBezTo>
                      <a:cubicBezTo>
                        <a:pt x="25" y="5"/>
                        <a:pt x="24" y="5"/>
                        <a:pt x="24" y="5"/>
                      </a:cubicBezTo>
                      <a:cubicBezTo>
                        <a:pt x="24" y="5"/>
                        <a:pt x="23" y="5"/>
                        <a:pt x="23" y="4"/>
                      </a:cubicBezTo>
                      <a:cubicBezTo>
                        <a:pt x="23" y="4"/>
                        <a:pt x="24" y="4"/>
                        <a:pt x="24" y="4"/>
                      </a:cubicBezTo>
                      <a:cubicBezTo>
                        <a:pt x="23" y="4"/>
                        <a:pt x="21" y="4"/>
                        <a:pt x="21" y="4"/>
                      </a:cubicBezTo>
                      <a:cubicBezTo>
                        <a:pt x="21" y="4"/>
                        <a:pt x="20" y="4"/>
                        <a:pt x="20" y="3"/>
                      </a:cubicBezTo>
                      <a:cubicBezTo>
                        <a:pt x="20" y="3"/>
                        <a:pt x="19" y="2"/>
                        <a:pt x="19" y="2"/>
                      </a:cubicBezTo>
                      <a:cubicBezTo>
                        <a:pt x="19" y="2"/>
                        <a:pt x="19" y="2"/>
                        <a:pt x="19" y="2"/>
                      </a:cubicBezTo>
                      <a:cubicBezTo>
                        <a:pt x="18" y="2"/>
                        <a:pt x="18" y="2"/>
                        <a:pt x="18" y="2"/>
                      </a:cubicBezTo>
                      <a:cubicBezTo>
                        <a:pt x="18" y="2"/>
                        <a:pt x="17" y="2"/>
                        <a:pt x="17" y="1"/>
                      </a:cubicBezTo>
                      <a:cubicBezTo>
                        <a:pt x="17" y="1"/>
                        <a:pt x="16" y="0"/>
                        <a:pt x="16" y="0"/>
                      </a:cubicBezTo>
                      <a:cubicBezTo>
                        <a:pt x="16" y="0"/>
                        <a:pt x="16" y="0"/>
                        <a:pt x="15" y="0"/>
                      </a:cubicBezTo>
                      <a:cubicBezTo>
                        <a:pt x="15" y="0"/>
                        <a:pt x="15" y="1"/>
                        <a:pt x="15" y="1"/>
                      </a:cubicBezTo>
                      <a:cubicBezTo>
                        <a:pt x="15" y="1"/>
                        <a:pt x="14" y="2"/>
                        <a:pt x="14" y="2"/>
                      </a:cubicBezTo>
                      <a:cubicBezTo>
                        <a:pt x="14" y="2"/>
                        <a:pt x="14" y="2"/>
                        <a:pt x="13" y="2"/>
                      </a:cubicBezTo>
                      <a:cubicBezTo>
                        <a:pt x="13" y="2"/>
                        <a:pt x="13" y="2"/>
                        <a:pt x="13" y="2"/>
                      </a:cubicBezTo>
                      <a:cubicBezTo>
                        <a:pt x="12" y="2"/>
                        <a:pt x="12" y="2"/>
                        <a:pt x="11" y="2"/>
                      </a:cubicBezTo>
                      <a:cubicBezTo>
                        <a:pt x="11" y="2"/>
                        <a:pt x="10" y="3"/>
                        <a:pt x="10" y="3"/>
                      </a:cubicBezTo>
                      <a:cubicBezTo>
                        <a:pt x="10" y="3"/>
                        <a:pt x="9" y="3"/>
                        <a:pt x="9" y="3"/>
                      </a:cubicBezTo>
                      <a:cubicBezTo>
                        <a:pt x="9" y="3"/>
                        <a:pt x="8" y="4"/>
                        <a:pt x="8" y="4"/>
                      </a:cubicBezTo>
                      <a:cubicBezTo>
                        <a:pt x="8" y="4"/>
                        <a:pt x="8" y="4"/>
                        <a:pt x="8" y="4"/>
                      </a:cubicBezTo>
                      <a:cubicBezTo>
                        <a:pt x="8" y="4"/>
                        <a:pt x="7" y="4"/>
                        <a:pt x="7" y="4"/>
                      </a:cubicBezTo>
                      <a:cubicBezTo>
                        <a:pt x="7" y="4"/>
                        <a:pt x="6" y="5"/>
                        <a:pt x="7" y="5"/>
                      </a:cubicBezTo>
                      <a:cubicBezTo>
                        <a:pt x="7" y="5"/>
                        <a:pt x="7" y="6"/>
                        <a:pt x="7" y="6"/>
                      </a:cubicBezTo>
                      <a:cubicBezTo>
                        <a:pt x="7" y="6"/>
                        <a:pt x="7" y="6"/>
                        <a:pt x="7" y="6"/>
                      </a:cubicBezTo>
                      <a:cubicBezTo>
                        <a:pt x="7" y="6"/>
                        <a:pt x="7" y="6"/>
                        <a:pt x="7" y="7"/>
                      </a:cubicBezTo>
                      <a:cubicBezTo>
                        <a:pt x="7" y="7"/>
                        <a:pt x="7" y="7"/>
                        <a:pt x="7" y="7"/>
                      </a:cubicBezTo>
                      <a:cubicBezTo>
                        <a:pt x="7" y="7"/>
                        <a:pt x="7" y="8"/>
                        <a:pt x="7" y="8"/>
                      </a:cubicBezTo>
                      <a:cubicBezTo>
                        <a:pt x="7" y="8"/>
                        <a:pt x="7" y="8"/>
                        <a:pt x="7" y="8"/>
                      </a:cubicBezTo>
                      <a:cubicBezTo>
                        <a:pt x="7" y="9"/>
                        <a:pt x="7" y="10"/>
                        <a:pt x="7" y="10"/>
                      </a:cubicBezTo>
                      <a:cubicBezTo>
                        <a:pt x="7" y="10"/>
                        <a:pt x="5" y="11"/>
                        <a:pt x="5" y="11"/>
                      </a:cubicBezTo>
                      <a:cubicBezTo>
                        <a:pt x="5" y="11"/>
                        <a:pt x="4" y="12"/>
                        <a:pt x="4" y="12"/>
                      </a:cubicBezTo>
                      <a:cubicBezTo>
                        <a:pt x="4" y="12"/>
                        <a:pt x="3" y="13"/>
                        <a:pt x="4" y="13"/>
                      </a:cubicBezTo>
                      <a:cubicBezTo>
                        <a:pt x="4" y="13"/>
                        <a:pt x="4" y="14"/>
                        <a:pt x="4" y="14"/>
                      </a:cubicBezTo>
                      <a:cubicBezTo>
                        <a:pt x="4" y="14"/>
                        <a:pt x="4" y="15"/>
                        <a:pt x="4" y="15"/>
                      </a:cubicBezTo>
                      <a:cubicBezTo>
                        <a:pt x="4" y="15"/>
                        <a:pt x="3" y="15"/>
                        <a:pt x="3" y="16"/>
                      </a:cubicBezTo>
                      <a:cubicBezTo>
                        <a:pt x="3" y="16"/>
                        <a:pt x="3" y="16"/>
                        <a:pt x="3" y="17"/>
                      </a:cubicBezTo>
                      <a:cubicBezTo>
                        <a:pt x="3" y="17"/>
                        <a:pt x="3" y="17"/>
                        <a:pt x="3" y="17"/>
                      </a:cubicBezTo>
                      <a:cubicBezTo>
                        <a:pt x="3" y="17"/>
                        <a:pt x="2" y="17"/>
                        <a:pt x="2" y="17"/>
                      </a:cubicBezTo>
                      <a:cubicBezTo>
                        <a:pt x="2" y="17"/>
                        <a:pt x="1" y="16"/>
                        <a:pt x="1" y="17"/>
                      </a:cubicBezTo>
                      <a:cubicBezTo>
                        <a:pt x="1" y="17"/>
                        <a:pt x="1" y="17"/>
                        <a:pt x="1" y="17"/>
                      </a:cubicBezTo>
                      <a:cubicBezTo>
                        <a:pt x="1" y="17"/>
                        <a:pt x="1" y="17"/>
                        <a:pt x="1" y="18"/>
                      </a:cubicBezTo>
                      <a:cubicBezTo>
                        <a:pt x="1" y="18"/>
                        <a:pt x="1" y="18"/>
                        <a:pt x="1" y="18"/>
                      </a:cubicBezTo>
                      <a:cubicBezTo>
                        <a:pt x="1" y="19"/>
                        <a:pt x="2" y="19"/>
                        <a:pt x="2" y="19"/>
                      </a:cubicBezTo>
                      <a:cubicBezTo>
                        <a:pt x="2" y="19"/>
                        <a:pt x="2" y="20"/>
                        <a:pt x="1" y="20"/>
                      </a:cubicBezTo>
                      <a:cubicBezTo>
                        <a:pt x="1" y="21"/>
                        <a:pt x="1" y="21"/>
                        <a:pt x="1" y="21"/>
                      </a:cubicBezTo>
                      <a:cubicBezTo>
                        <a:pt x="1" y="22"/>
                        <a:pt x="1" y="22"/>
                        <a:pt x="2" y="22"/>
                      </a:cubicBezTo>
                      <a:cubicBezTo>
                        <a:pt x="2" y="23"/>
                        <a:pt x="2" y="24"/>
                        <a:pt x="2" y="24"/>
                      </a:cubicBezTo>
                      <a:cubicBezTo>
                        <a:pt x="2" y="25"/>
                        <a:pt x="1" y="25"/>
                        <a:pt x="1" y="25"/>
                      </a:cubicBezTo>
                      <a:cubicBezTo>
                        <a:pt x="1" y="25"/>
                        <a:pt x="1" y="26"/>
                        <a:pt x="1" y="25"/>
                      </a:cubicBezTo>
                      <a:cubicBezTo>
                        <a:pt x="0" y="25"/>
                        <a:pt x="0" y="25"/>
                        <a:pt x="0" y="25"/>
                      </a:cubicBezTo>
                      <a:cubicBezTo>
                        <a:pt x="0" y="25"/>
                        <a:pt x="0" y="26"/>
                        <a:pt x="1" y="26"/>
                      </a:cubicBezTo>
                      <a:cubicBezTo>
                        <a:pt x="1" y="26"/>
                        <a:pt x="1" y="27"/>
                        <a:pt x="1" y="27"/>
                      </a:cubicBezTo>
                      <a:cubicBezTo>
                        <a:pt x="1" y="27"/>
                        <a:pt x="2" y="27"/>
                        <a:pt x="2" y="27"/>
                      </a:cubicBezTo>
                      <a:cubicBezTo>
                        <a:pt x="3" y="27"/>
                        <a:pt x="3" y="28"/>
                        <a:pt x="3" y="28"/>
                      </a:cubicBezTo>
                      <a:cubicBezTo>
                        <a:pt x="4" y="28"/>
                        <a:pt x="4" y="29"/>
                        <a:pt x="4" y="29"/>
                      </a:cubicBezTo>
                      <a:cubicBezTo>
                        <a:pt x="4" y="29"/>
                        <a:pt x="5" y="29"/>
                        <a:pt x="5" y="29"/>
                      </a:cubicBezTo>
                      <a:cubicBezTo>
                        <a:pt x="5" y="29"/>
                        <a:pt x="5" y="29"/>
                        <a:pt x="5" y="29"/>
                      </a:cubicBezTo>
                      <a:cubicBezTo>
                        <a:pt x="5" y="29"/>
                        <a:pt x="6" y="28"/>
                        <a:pt x="6" y="28"/>
                      </a:cubicBezTo>
                      <a:cubicBezTo>
                        <a:pt x="6" y="28"/>
                        <a:pt x="6" y="28"/>
                        <a:pt x="7" y="28"/>
                      </a:cubicBezTo>
                      <a:cubicBezTo>
                        <a:pt x="7" y="27"/>
                        <a:pt x="7" y="27"/>
                        <a:pt x="7" y="27"/>
                      </a:cubicBezTo>
                      <a:cubicBezTo>
                        <a:pt x="7" y="26"/>
                        <a:pt x="8" y="26"/>
                        <a:pt x="8" y="26"/>
                      </a:cubicBezTo>
                      <a:cubicBezTo>
                        <a:pt x="8" y="26"/>
                        <a:pt x="8" y="26"/>
                        <a:pt x="8" y="27"/>
                      </a:cubicBezTo>
                      <a:cubicBezTo>
                        <a:pt x="7" y="27"/>
                        <a:pt x="7" y="27"/>
                        <a:pt x="7" y="27"/>
                      </a:cubicBezTo>
                      <a:cubicBezTo>
                        <a:pt x="7" y="27"/>
                        <a:pt x="7" y="27"/>
                        <a:pt x="7" y="28"/>
                      </a:cubicBezTo>
                      <a:cubicBezTo>
                        <a:pt x="7" y="28"/>
                        <a:pt x="7" y="28"/>
                        <a:pt x="7" y="28"/>
                      </a:cubicBezTo>
                      <a:cubicBezTo>
                        <a:pt x="7" y="28"/>
                        <a:pt x="7" y="28"/>
                        <a:pt x="7" y="28"/>
                      </a:cubicBezTo>
                      <a:cubicBezTo>
                        <a:pt x="7" y="28"/>
                        <a:pt x="7" y="29"/>
                        <a:pt x="7" y="29"/>
                      </a:cubicBezTo>
                      <a:cubicBezTo>
                        <a:pt x="7" y="29"/>
                        <a:pt x="8" y="29"/>
                        <a:pt x="8" y="29"/>
                      </a:cubicBezTo>
                      <a:cubicBezTo>
                        <a:pt x="8" y="28"/>
                        <a:pt x="8" y="28"/>
                        <a:pt x="8" y="28"/>
                      </a:cubicBezTo>
                      <a:cubicBezTo>
                        <a:pt x="8" y="28"/>
                        <a:pt x="8" y="27"/>
                        <a:pt x="8" y="27"/>
                      </a:cubicBezTo>
                      <a:cubicBezTo>
                        <a:pt x="8" y="27"/>
                        <a:pt x="8" y="26"/>
                        <a:pt x="8" y="26"/>
                      </a:cubicBezTo>
                      <a:cubicBezTo>
                        <a:pt x="8" y="26"/>
                        <a:pt x="8" y="25"/>
                        <a:pt x="8" y="25"/>
                      </a:cubicBezTo>
                      <a:cubicBezTo>
                        <a:pt x="8" y="25"/>
                        <a:pt x="8" y="25"/>
                        <a:pt x="9" y="25"/>
                      </a:cubicBezTo>
                      <a:cubicBezTo>
                        <a:pt x="9" y="24"/>
                        <a:pt x="9" y="24"/>
                        <a:pt x="9" y="24"/>
                      </a:cubicBezTo>
                      <a:cubicBezTo>
                        <a:pt x="9" y="24"/>
                        <a:pt x="10" y="23"/>
                        <a:pt x="10" y="23"/>
                      </a:cubicBezTo>
                      <a:cubicBezTo>
                        <a:pt x="10" y="23"/>
                        <a:pt x="10" y="23"/>
                        <a:pt x="10" y="23"/>
                      </a:cubicBezTo>
                      <a:cubicBezTo>
                        <a:pt x="10" y="23"/>
                        <a:pt x="10" y="24"/>
                        <a:pt x="10" y="24"/>
                      </a:cubicBezTo>
                      <a:cubicBezTo>
                        <a:pt x="10" y="24"/>
                        <a:pt x="9" y="25"/>
                        <a:pt x="9" y="25"/>
                      </a:cubicBezTo>
                      <a:cubicBezTo>
                        <a:pt x="9" y="25"/>
                        <a:pt x="9" y="25"/>
                        <a:pt x="9" y="25"/>
                      </a:cubicBezTo>
                      <a:cubicBezTo>
                        <a:pt x="9" y="26"/>
                        <a:pt x="9" y="26"/>
                        <a:pt x="9" y="26"/>
                      </a:cubicBezTo>
                      <a:cubicBezTo>
                        <a:pt x="9" y="27"/>
                        <a:pt x="9" y="27"/>
                        <a:pt x="9" y="27"/>
                      </a:cubicBezTo>
                      <a:cubicBezTo>
                        <a:pt x="9" y="27"/>
                        <a:pt x="9" y="28"/>
                        <a:pt x="9" y="28"/>
                      </a:cubicBezTo>
                      <a:cubicBezTo>
                        <a:pt x="9" y="28"/>
                        <a:pt x="9" y="29"/>
                        <a:pt x="9" y="29"/>
                      </a:cubicBezTo>
                      <a:cubicBezTo>
                        <a:pt x="9" y="30"/>
                        <a:pt x="9" y="30"/>
                        <a:pt x="9" y="30"/>
                      </a:cubicBezTo>
                      <a:cubicBezTo>
                        <a:pt x="9" y="30"/>
                        <a:pt x="8" y="31"/>
                        <a:pt x="8" y="31"/>
                      </a:cubicBezTo>
                      <a:cubicBezTo>
                        <a:pt x="8" y="31"/>
                        <a:pt x="8" y="32"/>
                        <a:pt x="8" y="32"/>
                      </a:cubicBezTo>
                      <a:cubicBezTo>
                        <a:pt x="8" y="32"/>
                        <a:pt x="8" y="33"/>
                        <a:pt x="7" y="33"/>
                      </a:cubicBezTo>
                      <a:cubicBezTo>
                        <a:pt x="7" y="33"/>
                        <a:pt x="7" y="33"/>
                        <a:pt x="7" y="33"/>
                      </a:cubicBezTo>
                      <a:cubicBezTo>
                        <a:pt x="6" y="33"/>
                        <a:pt x="6" y="34"/>
                        <a:pt x="6" y="34"/>
                      </a:cubicBezTo>
                      <a:cubicBezTo>
                        <a:pt x="6" y="34"/>
                        <a:pt x="5" y="34"/>
                        <a:pt x="5" y="34"/>
                      </a:cubicBezTo>
                      <a:cubicBezTo>
                        <a:pt x="6" y="34"/>
                        <a:pt x="6" y="34"/>
                        <a:pt x="6" y="34"/>
                      </a:cubicBezTo>
                      <a:cubicBezTo>
                        <a:pt x="6" y="34"/>
                        <a:pt x="6" y="34"/>
                        <a:pt x="6" y="34"/>
                      </a:cubicBezTo>
                      <a:cubicBezTo>
                        <a:pt x="6" y="34"/>
                        <a:pt x="6" y="34"/>
                        <a:pt x="6" y="34"/>
                      </a:cubicBezTo>
                      <a:cubicBezTo>
                        <a:pt x="6" y="34"/>
                        <a:pt x="6" y="34"/>
                        <a:pt x="5" y="34"/>
                      </a:cubicBezTo>
                      <a:cubicBezTo>
                        <a:pt x="6" y="36"/>
                        <a:pt x="6" y="36"/>
                        <a:pt x="6" y="36"/>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4" name="Freeform 691">
                  <a:extLst>
                    <a:ext uri="{FF2B5EF4-FFF2-40B4-BE49-F238E27FC236}">
                      <a16:creationId xmlns:a16="http://schemas.microsoft.com/office/drawing/2014/main" id="{DAA89469-8BBE-DA9C-2080-D9878F1DE78E}"/>
                    </a:ext>
                  </a:extLst>
                </p:cNvPr>
                <p:cNvSpPr>
                  <a:spLocks noEditPoints="1"/>
                </p:cNvSpPr>
                <p:nvPr/>
              </p:nvSpPr>
              <p:spPr bwMode="auto">
                <a:xfrm>
                  <a:off x="3270251" y="4713288"/>
                  <a:ext cx="1152525" cy="1208088"/>
                </a:xfrm>
                <a:custGeom>
                  <a:avLst/>
                  <a:gdLst>
                    <a:gd name="T0" fmla="*/ 266 w 277"/>
                    <a:gd name="T1" fmla="*/ 110 h 290"/>
                    <a:gd name="T2" fmla="*/ 251 w 277"/>
                    <a:gd name="T3" fmla="*/ 129 h 290"/>
                    <a:gd name="T4" fmla="*/ 248 w 277"/>
                    <a:gd name="T5" fmla="*/ 136 h 290"/>
                    <a:gd name="T6" fmla="*/ 246 w 277"/>
                    <a:gd name="T7" fmla="*/ 158 h 290"/>
                    <a:gd name="T8" fmla="*/ 239 w 277"/>
                    <a:gd name="T9" fmla="*/ 180 h 290"/>
                    <a:gd name="T10" fmla="*/ 219 w 277"/>
                    <a:gd name="T11" fmla="*/ 204 h 290"/>
                    <a:gd name="T12" fmla="*/ 202 w 277"/>
                    <a:gd name="T13" fmla="*/ 210 h 290"/>
                    <a:gd name="T14" fmla="*/ 180 w 277"/>
                    <a:gd name="T15" fmla="*/ 223 h 290"/>
                    <a:gd name="T16" fmla="*/ 181 w 277"/>
                    <a:gd name="T17" fmla="*/ 238 h 290"/>
                    <a:gd name="T18" fmla="*/ 172 w 277"/>
                    <a:gd name="T19" fmla="*/ 254 h 290"/>
                    <a:gd name="T20" fmla="*/ 157 w 277"/>
                    <a:gd name="T21" fmla="*/ 274 h 290"/>
                    <a:gd name="T22" fmla="*/ 162 w 277"/>
                    <a:gd name="T23" fmla="*/ 261 h 290"/>
                    <a:gd name="T24" fmla="*/ 154 w 277"/>
                    <a:gd name="T25" fmla="*/ 276 h 290"/>
                    <a:gd name="T26" fmla="*/ 136 w 277"/>
                    <a:gd name="T27" fmla="*/ 271 h 290"/>
                    <a:gd name="T28" fmla="*/ 118 w 277"/>
                    <a:gd name="T29" fmla="*/ 258 h 290"/>
                    <a:gd name="T30" fmla="*/ 134 w 277"/>
                    <a:gd name="T31" fmla="*/ 241 h 290"/>
                    <a:gd name="T32" fmla="*/ 143 w 277"/>
                    <a:gd name="T33" fmla="*/ 231 h 290"/>
                    <a:gd name="T34" fmla="*/ 139 w 277"/>
                    <a:gd name="T35" fmla="*/ 213 h 290"/>
                    <a:gd name="T36" fmla="*/ 123 w 277"/>
                    <a:gd name="T37" fmla="*/ 198 h 290"/>
                    <a:gd name="T38" fmla="*/ 114 w 277"/>
                    <a:gd name="T39" fmla="*/ 187 h 290"/>
                    <a:gd name="T40" fmla="*/ 110 w 277"/>
                    <a:gd name="T41" fmla="*/ 157 h 290"/>
                    <a:gd name="T42" fmla="*/ 89 w 277"/>
                    <a:gd name="T43" fmla="*/ 133 h 290"/>
                    <a:gd name="T44" fmla="*/ 68 w 277"/>
                    <a:gd name="T45" fmla="*/ 125 h 290"/>
                    <a:gd name="T46" fmla="*/ 61 w 277"/>
                    <a:gd name="T47" fmla="*/ 106 h 290"/>
                    <a:gd name="T48" fmla="*/ 37 w 277"/>
                    <a:gd name="T49" fmla="*/ 116 h 290"/>
                    <a:gd name="T50" fmla="*/ 6 w 277"/>
                    <a:gd name="T51" fmla="*/ 104 h 290"/>
                    <a:gd name="T52" fmla="*/ 6 w 277"/>
                    <a:gd name="T53" fmla="*/ 81 h 290"/>
                    <a:gd name="T54" fmla="*/ 26 w 277"/>
                    <a:gd name="T55" fmla="*/ 66 h 290"/>
                    <a:gd name="T56" fmla="*/ 32 w 277"/>
                    <a:gd name="T57" fmla="*/ 32 h 290"/>
                    <a:gd name="T58" fmla="*/ 42 w 277"/>
                    <a:gd name="T59" fmla="*/ 24 h 290"/>
                    <a:gd name="T60" fmla="*/ 60 w 277"/>
                    <a:gd name="T61" fmla="*/ 30 h 290"/>
                    <a:gd name="T62" fmla="*/ 74 w 277"/>
                    <a:gd name="T63" fmla="*/ 22 h 290"/>
                    <a:gd name="T64" fmla="*/ 74 w 277"/>
                    <a:gd name="T65" fmla="*/ 10 h 290"/>
                    <a:gd name="T66" fmla="*/ 89 w 277"/>
                    <a:gd name="T67" fmla="*/ 6 h 290"/>
                    <a:gd name="T68" fmla="*/ 102 w 277"/>
                    <a:gd name="T69" fmla="*/ 8 h 290"/>
                    <a:gd name="T70" fmla="*/ 112 w 277"/>
                    <a:gd name="T71" fmla="*/ 26 h 290"/>
                    <a:gd name="T72" fmla="*/ 134 w 277"/>
                    <a:gd name="T73" fmla="*/ 19 h 290"/>
                    <a:gd name="T74" fmla="*/ 159 w 277"/>
                    <a:gd name="T75" fmla="*/ 7 h 290"/>
                    <a:gd name="T76" fmla="*/ 170 w 277"/>
                    <a:gd name="T77" fmla="*/ 30 h 290"/>
                    <a:gd name="T78" fmla="*/ 159 w 277"/>
                    <a:gd name="T79" fmla="*/ 42 h 290"/>
                    <a:gd name="T80" fmla="*/ 139 w 277"/>
                    <a:gd name="T81" fmla="*/ 53 h 290"/>
                    <a:gd name="T82" fmla="*/ 126 w 277"/>
                    <a:gd name="T83" fmla="*/ 52 h 290"/>
                    <a:gd name="T84" fmla="*/ 122 w 277"/>
                    <a:gd name="T85" fmla="*/ 56 h 290"/>
                    <a:gd name="T86" fmla="*/ 134 w 277"/>
                    <a:gd name="T87" fmla="*/ 54 h 290"/>
                    <a:gd name="T88" fmla="*/ 144 w 277"/>
                    <a:gd name="T89" fmla="*/ 52 h 290"/>
                    <a:gd name="T90" fmla="*/ 156 w 277"/>
                    <a:gd name="T91" fmla="*/ 57 h 290"/>
                    <a:gd name="T92" fmla="*/ 163 w 277"/>
                    <a:gd name="T93" fmla="*/ 43 h 290"/>
                    <a:gd name="T94" fmla="*/ 179 w 277"/>
                    <a:gd name="T95" fmla="*/ 45 h 290"/>
                    <a:gd name="T96" fmla="*/ 173 w 277"/>
                    <a:gd name="T97" fmla="*/ 50 h 290"/>
                    <a:gd name="T98" fmla="*/ 179 w 277"/>
                    <a:gd name="T99" fmla="*/ 47 h 290"/>
                    <a:gd name="T100" fmla="*/ 184 w 277"/>
                    <a:gd name="T101" fmla="*/ 42 h 290"/>
                    <a:gd name="T102" fmla="*/ 191 w 277"/>
                    <a:gd name="T103" fmla="*/ 43 h 290"/>
                    <a:gd name="T104" fmla="*/ 203 w 277"/>
                    <a:gd name="T105" fmla="*/ 47 h 290"/>
                    <a:gd name="T106" fmla="*/ 209 w 277"/>
                    <a:gd name="T107" fmla="*/ 53 h 290"/>
                    <a:gd name="T108" fmla="*/ 211 w 277"/>
                    <a:gd name="T109" fmla="*/ 55 h 290"/>
                    <a:gd name="T110" fmla="*/ 222 w 277"/>
                    <a:gd name="T111" fmla="*/ 56 h 290"/>
                    <a:gd name="T112" fmla="*/ 251 w 277"/>
                    <a:gd name="T113" fmla="*/ 63 h 290"/>
                    <a:gd name="T114" fmla="*/ 276 w 277"/>
                    <a:gd name="T115" fmla="*/ 86 h 290"/>
                    <a:gd name="T116" fmla="*/ 169 w 277"/>
                    <a:gd name="T117" fmla="*/ 35 h 290"/>
                    <a:gd name="T118" fmla="*/ 173 w 277"/>
                    <a:gd name="T119" fmla="*/ 35 h 290"/>
                    <a:gd name="T120" fmla="*/ 163 w 277"/>
                    <a:gd name="T121" fmla="*/ 40 h 290"/>
                    <a:gd name="T122" fmla="*/ 166 w 277"/>
                    <a:gd name="T123" fmla="*/ 35 h 290"/>
                    <a:gd name="T124" fmla="*/ 167 w 277"/>
                    <a:gd name="T125" fmla="*/ 2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7" h="290">
                      <a:moveTo>
                        <a:pt x="277" y="90"/>
                      </a:moveTo>
                      <a:cubicBezTo>
                        <a:pt x="277" y="90"/>
                        <a:pt x="277" y="90"/>
                        <a:pt x="277" y="90"/>
                      </a:cubicBezTo>
                      <a:cubicBezTo>
                        <a:pt x="277" y="90"/>
                        <a:pt x="277" y="90"/>
                        <a:pt x="277" y="91"/>
                      </a:cubicBezTo>
                      <a:cubicBezTo>
                        <a:pt x="277" y="92"/>
                        <a:pt x="277" y="92"/>
                        <a:pt x="277" y="92"/>
                      </a:cubicBezTo>
                      <a:cubicBezTo>
                        <a:pt x="277" y="92"/>
                        <a:pt x="277" y="92"/>
                        <a:pt x="277" y="92"/>
                      </a:cubicBezTo>
                      <a:cubicBezTo>
                        <a:pt x="277" y="92"/>
                        <a:pt x="277" y="93"/>
                        <a:pt x="277" y="93"/>
                      </a:cubicBezTo>
                      <a:cubicBezTo>
                        <a:pt x="277" y="93"/>
                        <a:pt x="277" y="94"/>
                        <a:pt x="277" y="94"/>
                      </a:cubicBezTo>
                      <a:cubicBezTo>
                        <a:pt x="276" y="94"/>
                        <a:pt x="276" y="94"/>
                        <a:pt x="276" y="94"/>
                      </a:cubicBezTo>
                      <a:cubicBezTo>
                        <a:pt x="276" y="95"/>
                        <a:pt x="276" y="95"/>
                        <a:pt x="276" y="95"/>
                      </a:cubicBezTo>
                      <a:cubicBezTo>
                        <a:pt x="276" y="96"/>
                        <a:pt x="276" y="96"/>
                        <a:pt x="276" y="96"/>
                      </a:cubicBezTo>
                      <a:cubicBezTo>
                        <a:pt x="276" y="96"/>
                        <a:pt x="276" y="97"/>
                        <a:pt x="276" y="97"/>
                      </a:cubicBezTo>
                      <a:cubicBezTo>
                        <a:pt x="275" y="97"/>
                        <a:pt x="275" y="98"/>
                        <a:pt x="275" y="98"/>
                      </a:cubicBezTo>
                      <a:cubicBezTo>
                        <a:pt x="275" y="98"/>
                        <a:pt x="275" y="99"/>
                        <a:pt x="275" y="99"/>
                      </a:cubicBezTo>
                      <a:cubicBezTo>
                        <a:pt x="275" y="99"/>
                        <a:pt x="275" y="100"/>
                        <a:pt x="274" y="100"/>
                      </a:cubicBezTo>
                      <a:cubicBezTo>
                        <a:pt x="274" y="100"/>
                        <a:pt x="274" y="101"/>
                        <a:pt x="274" y="101"/>
                      </a:cubicBezTo>
                      <a:cubicBezTo>
                        <a:pt x="274" y="101"/>
                        <a:pt x="274" y="102"/>
                        <a:pt x="273" y="102"/>
                      </a:cubicBezTo>
                      <a:cubicBezTo>
                        <a:pt x="273" y="102"/>
                        <a:pt x="273" y="103"/>
                        <a:pt x="273" y="103"/>
                      </a:cubicBezTo>
                      <a:cubicBezTo>
                        <a:pt x="273" y="103"/>
                        <a:pt x="272" y="103"/>
                        <a:pt x="272" y="103"/>
                      </a:cubicBezTo>
                      <a:cubicBezTo>
                        <a:pt x="272" y="103"/>
                        <a:pt x="272" y="104"/>
                        <a:pt x="272" y="104"/>
                      </a:cubicBezTo>
                      <a:cubicBezTo>
                        <a:pt x="272" y="104"/>
                        <a:pt x="271" y="104"/>
                        <a:pt x="271" y="105"/>
                      </a:cubicBezTo>
                      <a:cubicBezTo>
                        <a:pt x="271" y="105"/>
                        <a:pt x="271" y="106"/>
                        <a:pt x="271" y="106"/>
                      </a:cubicBezTo>
                      <a:cubicBezTo>
                        <a:pt x="271" y="106"/>
                        <a:pt x="270" y="106"/>
                        <a:pt x="270" y="106"/>
                      </a:cubicBezTo>
                      <a:cubicBezTo>
                        <a:pt x="270" y="106"/>
                        <a:pt x="269" y="107"/>
                        <a:pt x="269" y="108"/>
                      </a:cubicBezTo>
                      <a:cubicBezTo>
                        <a:pt x="269" y="108"/>
                        <a:pt x="268" y="109"/>
                        <a:pt x="268" y="109"/>
                      </a:cubicBezTo>
                      <a:cubicBezTo>
                        <a:pt x="268" y="109"/>
                        <a:pt x="267" y="110"/>
                        <a:pt x="266" y="110"/>
                      </a:cubicBezTo>
                      <a:cubicBezTo>
                        <a:pt x="266" y="111"/>
                        <a:pt x="266" y="111"/>
                        <a:pt x="266" y="111"/>
                      </a:cubicBezTo>
                      <a:cubicBezTo>
                        <a:pt x="266" y="111"/>
                        <a:pt x="266" y="111"/>
                        <a:pt x="266" y="112"/>
                      </a:cubicBezTo>
                      <a:cubicBezTo>
                        <a:pt x="265" y="112"/>
                        <a:pt x="265" y="112"/>
                        <a:pt x="265" y="112"/>
                      </a:cubicBezTo>
                      <a:cubicBezTo>
                        <a:pt x="265" y="112"/>
                        <a:pt x="264" y="112"/>
                        <a:pt x="264" y="112"/>
                      </a:cubicBezTo>
                      <a:cubicBezTo>
                        <a:pt x="264" y="112"/>
                        <a:pt x="263" y="113"/>
                        <a:pt x="263" y="113"/>
                      </a:cubicBezTo>
                      <a:cubicBezTo>
                        <a:pt x="263" y="113"/>
                        <a:pt x="262" y="114"/>
                        <a:pt x="262" y="114"/>
                      </a:cubicBezTo>
                      <a:cubicBezTo>
                        <a:pt x="262" y="114"/>
                        <a:pt x="261" y="114"/>
                        <a:pt x="261" y="114"/>
                      </a:cubicBezTo>
                      <a:cubicBezTo>
                        <a:pt x="261" y="114"/>
                        <a:pt x="261" y="114"/>
                        <a:pt x="261" y="114"/>
                      </a:cubicBezTo>
                      <a:cubicBezTo>
                        <a:pt x="261" y="114"/>
                        <a:pt x="261" y="115"/>
                        <a:pt x="261" y="115"/>
                      </a:cubicBezTo>
                      <a:cubicBezTo>
                        <a:pt x="261" y="115"/>
                        <a:pt x="261" y="115"/>
                        <a:pt x="261" y="115"/>
                      </a:cubicBezTo>
                      <a:cubicBezTo>
                        <a:pt x="261" y="116"/>
                        <a:pt x="260" y="116"/>
                        <a:pt x="260" y="116"/>
                      </a:cubicBezTo>
                      <a:cubicBezTo>
                        <a:pt x="260" y="116"/>
                        <a:pt x="260" y="117"/>
                        <a:pt x="260" y="117"/>
                      </a:cubicBezTo>
                      <a:cubicBezTo>
                        <a:pt x="260" y="117"/>
                        <a:pt x="259" y="118"/>
                        <a:pt x="259" y="118"/>
                      </a:cubicBezTo>
                      <a:cubicBezTo>
                        <a:pt x="259" y="118"/>
                        <a:pt x="259" y="118"/>
                        <a:pt x="259" y="118"/>
                      </a:cubicBezTo>
                      <a:cubicBezTo>
                        <a:pt x="259" y="118"/>
                        <a:pt x="259" y="118"/>
                        <a:pt x="259" y="118"/>
                      </a:cubicBezTo>
                      <a:cubicBezTo>
                        <a:pt x="259" y="118"/>
                        <a:pt x="258" y="120"/>
                        <a:pt x="258" y="120"/>
                      </a:cubicBezTo>
                      <a:cubicBezTo>
                        <a:pt x="258" y="120"/>
                        <a:pt x="258" y="121"/>
                        <a:pt x="258" y="121"/>
                      </a:cubicBezTo>
                      <a:cubicBezTo>
                        <a:pt x="257" y="121"/>
                        <a:pt x="256" y="123"/>
                        <a:pt x="256" y="123"/>
                      </a:cubicBezTo>
                      <a:cubicBezTo>
                        <a:pt x="256" y="124"/>
                        <a:pt x="255" y="125"/>
                        <a:pt x="255" y="125"/>
                      </a:cubicBezTo>
                      <a:cubicBezTo>
                        <a:pt x="255" y="126"/>
                        <a:pt x="254" y="127"/>
                        <a:pt x="254" y="127"/>
                      </a:cubicBezTo>
                      <a:cubicBezTo>
                        <a:pt x="254" y="127"/>
                        <a:pt x="253" y="128"/>
                        <a:pt x="253" y="128"/>
                      </a:cubicBezTo>
                      <a:cubicBezTo>
                        <a:pt x="253" y="128"/>
                        <a:pt x="252" y="129"/>
                        <a:pt x="251" y="130"/>
                      </a:cubicBezTo>
                      <a:cubicBezTo>
                        <a:pt x="251" y="130"/>
                        <a:pt x="251" y="130"/>
                        <a:pt x="251" y="130"/>
                      </a:cubicBezTo>
                      <a:cubicBezTo>
                        <a:pt x="251" y="129"/>
                        <a:pt x="251" y="129"/>
                        <a:pt x="251" y="129"/>
                      </a:cubicBezTo>
                      <a:cubicBezTo>
                        <a:pt x="250" y="129"/>
                        <a:pt x="251" y="129"/>
                        <a:pt x="251" y="129"/>
                      </a:cubicBezTo>
                      <a:cubicBezTo>
                        <a:pt x="251" y="129"/>
                        <a:pt x="251" y="128"/>
                        <a:pt x="251" y="128"/>
                      </a:cubicBezTo>
                      <a:cubicBezTo>
                        <a:pt x="251" y="128"/>
                        <a:pt x="251" y="128"/>
                        <a:pt x="251" y="128"/>
                      </a:cubicBezTo>
                      <a:cubicBezTo>
                        <a:pt x="251" y="128"/>
                        <a:pt x="251" y="127"/>
                        <a:pt x="251" y="127"/>
                      </a:cubicBezTo>
                      <a:cubicBezTo>
                        <a:pt x="251" y="127"/>
                        <a:pt x="251" y="128"/>
                        <a:pt x="251" y="128"/>
                      </a:cubicBezTo>
                      <a:cubicBezTo>
                        <a:pt x="250" y="128"/>
                        <a:pt x="250" y="128"/>
                        <a:pt x="250" y="128"/>
                      </a:cubicBezTo>
                      <a:cubicBezTo>
                        <a:pt x="250" y="128"/>
                        <a:pt x="250" y="127"/>
                        <a:pt x="250" y="127"/>
                      </a:cubicBezTo>
                      <a:cubicBezTo>
                        <a:pt x="250" y="127"/>
                        <a:pt x="250" y="127"/>
                        <a:pt x="250" y="127"/>
                      </a:cubicBezTo>
                      <a:cubicBezTo>
                        <a:pt x="249" y="127"/>
                        <a:pt x="249" y="127"/>
                        <a:pt x="249" y="127"/>
                      </a:cubicBezTo>
                      <a:cubicBezTo>
                        <a:pt x="249" y="127"/>
                        <a:pt x="249" y="128"/>
                        <a:pt x="249" y="128"/>
                      </a:cubicBezTo>
                      <a:cubicBezTo>
                        <a:pt x="249" y="128"/>
                        <a:pt x="249" y="128"/>
                        <a:pt x="249" y="128"/>
                      </a:cubicBezTo>
                      <a:cubicBezTo>
                        <a:pt x="249" y="129"/>
                        <a:pt x="249" y="129"/>
                        <a:pt x="249" y="129"/>
                      </a:cubicBezTo>
                      <a:cubicBezTo>
                        <a:pt x="249" y="129"/>
                        <a:pt x="249" y="129"/>
                        <a:pt x="250" y="129"/>
                      </a:cubicBezTo>
                      <a:cubicBezTo>
                        <a:pt x="250" y="129"/>
                        <a:pt x="250" y="129"/>
                        <a:pt x="250" y="129"/>
                      </a:cubicBezTo>
                      <a:cubicBezTo>
                        <a:pt x="250" y="129"/>
                        <a:pt x="250" y="130"/>
                        <a:pt x="250" y="130"/>
                      </a:cubicBezTo>
                      <a:cubicBezTo>
                        <a:pt x="250" y="130"/>
                        <a:pt x="249" y="130"/>
                        <a:pt x="249" y="130"/>
                      </a:cubicBezTo>
                      <a:cubicBezTo>
                        <a:pt x="249" y="131"/>
                        <a:pt x="248" y="131"/>
                        <a:pt x="248" y="131"/>
                      </a:cubicBezTo>
                      <a:cubicBezTo>
                        <a:pt x="248" y="131"/>
                        <a:pt x="248" y="131"/>
                        <a:pt x="248" y="131"/>
                      </a:cubicBezTo>
                      <a:cubicBezTo>
                        <a:pt x="248" y="131"/>
                        <a:pt x="248" y="132"/>
                        <a:pt x="248" y="132"/>
                      </a:cubicBezTo>
                      <a:cubicBezTo>
                        <a:pt x="248" y="132"/>
                        <a:pt x="248" y="132"/>
                        <a:pt x="248" y="133"/>
                      </a:cubicBezTo>
                      <a:cubicBezTo>
                        <a:pt x="248" y="133"/>
                        <a:pt x="248" y="133"/>
                        <a:pt x="248" y="134"/>
                      </a:cubicBezTo>
                      <a:cubicBezTo>
                        <a:pt x="248" y="134"/>
                        <a:pt x="248" y="134"/>
                        <a:pt x="247" y="134"/>
                      </a:cubicBezTo>
                      <a:cubicBezTo>
                        <a:pt x="247" y="135"/>
                        <a:pt x="247" y="135"/>
                        <a:pt x="247" y="136"/>
                      </a:cubicBezTo>
                      <a:cubicBezTo>
                        <a:pt x="247" y="136"/>
                        <a:pt x="247" y="136"/>
                        <a:pt x="247" y="136"/>
                      </a:cubicBezTo>
                      <a:cubicBezTo>
                        <a:pt x="247" y="137"/>
                        <a:pt x="247" y="136"/>
                        <a:pt x="247" y="136"/>
                      </a:cubicBezTo>
                      <a:cubicBezTo>
                        <a:pt x="247" y="136"/>
                        <a:pt x="248" y="136"/>
                        <a:pt x="248" y="136"/>
                      </a:cubicBezTo>
                      <a:cubicBezTo>
                        <a:pt x="248" y="136"/>
                        <a:pt x="248" y="137"/>
                        <a:pt x="248" y="137"/>
                      </a:cubicBezTo>
                      <a:cubicBezTo>
                        <a:pt x="247" y="137"/>
                        <a:pt x="247" y="137"/>
                        <a:pt x="247" y="137"/>
                      </a:cubicBezTo>
                      <a:cubicBezTo>
                        <a:pt x="247" y="138"/>
                        <a:pt x="247" y="138"/>
                        <a:pt x="247" y="138"/>
                      </a:cubicBezTo>
                      <a:cubicBezTo>
                        <a:pt x="247" y="139"/>
                        <a:pt x="247" y="139"/>
                        <a:pt x="247" y="139"/>
                      </a:cubicBezTo>
                      <a:cubicBezTo>
                        <a:pt x="247" y="140"/>
                        <a:pt x="247" y="140"/>
                        <a:pt x="247" y="140"/>
                      </a:cubicBezTo>
                      <a:cubicBezTo>
                        <a:pt x="247" y="140"/>
                        <a:pt x="247" y="141"/>
                        <a:pt x="247" y="141"/>
                      </a:cubicBezTo>
                      <a:cubicBezTo>
                        <a:pt x="247" y="141"/>
                        <a:pt x="247" y="142"/>
                        <a:pt x="247" y="142"/>
                      </a:cubicBezTo>
                      <a:cubicBezTo>
                        <a:pt x="247" y="142"/>
                        <a:pt x="247" y="142"/>
                        <a:pt x="247" y="143"/>
                      </a:cubicBezTo>
                      <a:cubicBezTo>
                        <a:pt x="247" y="143"/>
                        <a:pt x="247" y="143"/>
                        <a:pt x="247" y="144"/>
                      </a:cubicBezTo>
                      <a:cubicBezTo>
                        <a:pt x="247" y="144"/>
                        <a:pt x="247" y="145"/>
                        <a:pt x="247" y="145"/>
                      </a:cubicBezTo>
                      <a:cubicBezTo>
                        <a:pt x="247" y="145"/>
                        <a:pt x="247" y="146"/>
                        <a:pt x="247" y="146"/>
                      </a:cubicBezTo>
                      <a:cubicBezTo>
                        <a:pt x="247" y="146"/>
                        <a:pt x="247" y="147"/>
                        <a:pt x="248" y="147"/>
                      </a:cubicBezTo>
                      <a:cubicBezTo>
                        <a:pt x="248" y="148"/>
                        <a:pt x="248" y="149"/>
                        <a:pt x="248" y="149"/>
                      </a:cubicBezTo>
                      <a:cubicBezTo>
                        <a:pt x="248" y="149"/>
                        <a:pt x="248" y="150"/>
                        <a:pt x="248" y="150"/>
                      </a:cubicBezTo>
                      <a:cubicBezTo>
                        <a:pt x="248" y="150"/>
                        <a:pt x="248" y="150"/>
                        <a:pt x="248" y="150"/>
                      </a:cubicBezTo>
                      <a:cubicBezTo>
                        <a:pt x="248" y="151"/>
                        <a:pt x="248" y="151"/>
                        <a:pt x="248" y="151"/>
                      </a:cubicBezTo>
                      <a:cubicBezTo>
                        <a:pt x="248" y="151"/>
                        <a:pt x="248" y="151"/>
                        <a:pt x="248" y="152"/>
                      </a:cubicBezTo>
                      <a:cubicBezTo>
                        <a:pt x="248" y="152"/>
                        <a:pt x="248" y="152"/>
                        <a:pt x="248" y="152"/>
                      </a:cubicBezTo>
                      <a:cubicBezTo>
                        <a:pt x="248" y="153"/>
                        <a:pt x="247" y="153"/>
                        <a:pt x="247" y="153"/>
                      </a:cubicBezTo>
                      <a:cubicBezTo>
                        <a:pt x="247" y="153"/>
                        <a:pt x="247" y="153"/>
                        <a:pt x="247" y="153"/>
                      </a:cubicBezTo>
                      <a:cubicBezTo>
                        <a:pt x="247" y="154"/>
                        <a:pt x="247" y="154"/>
                        <a:pt x="247" y="154"/>
                      </a:cubicBezTo>
                      <a:cubicBezTo>
                        <a:pt x="247" y="154"/>
                        <a:pt x="247" y="155"/>
                        <a:pt x="247" y="155"/>
                      </a:cubicBezTo>
                      <a:cubicBezTo>
                        <a:pt x="247" y="155"/>
                        <a:pt x="247" y="156"/>
                        <a:pt x="247" y="157"/>
                      </a:cubicBezTo>
                      <a:cubicBezTo>
                        <a:pt x="247" y="157"/>
                        <a:pt x="246" y="157"/>
                        <a:pt x="246" y="157"/>
                      </a:cubicBezTo>
                      <a:cubicBezTo>
                        <a:pt x="246" y="157"/>
                        <a:pt x="246" y="158"/>
                        <a:pt x="246" y="158"/>
                      </a:cubicBezTo>
                      <a:cubicBezTo>
                        <a:pt x="246" y="159"/>
                        <a:pt x="246" y="159"/>
                        <a:pt x="246" y="159"/>
                      </a:cubicBezTo>
                      <a:cubicBezTo>
                        <a:pt x="246" y="159"/>
                        <a:pt x="246" y="160"/>
                        <a:pt x="246" y="160"/>
                      </a:cubicBezTo>
                      <a:cubicBezTo>
                        <a:pt x="246" y="160"/>
                        <a:pt x="246" y="162"/>
                        <a:pt x="246" y="162"/>
                      </a:cubicBezTo>
                      <a:cubicBezTo>
                        <a:pt x="246" y="162"/>
                        <a:pt x="246" y="163"/>
                        <a:pt x="246" y="163"/>
                      </a:cubicBezTo>
                      <a:cubicBezTo>
                        <a:pt x="246" y="163"/>
                        <a:pt x="246" y="164"/>
                        <a:pt x="246" y="164"/>
                      </a:cubicBezTo>
                      <a:cubicBezTo>
                        <a:pt x="246" y="164"/>
                        <a:pt x="246" y="164"/>
                        <a:pt x="245" y="164"/>
                      </a:cubicBezTo>
                      <a:cubicBezTo>
                        <a:pt x="245" y="164"/>
                        <a:pt x="245" y="164"/>
                        <a:pt x="245" y="164"/>
                      </a:cubicBezTo>
                      <a:cubicBezTo>
                        <a:pt x="245" y="164"/>
                        <a:pt x="246" y="165"/>
                        <a:pt x="246" y="165"/>
                      </a:cubicBezTo>
                      <a:cubicBezTo>
                        <a:pt x="246" y="165"/>
                        <a:pt x="245" y="165"/>
                        <a:pt x="245" y="165"/>
                      </a:cubicBezTo>
                      <a:cubicBezTo>
                        <a:pt x="245" y="165"/>
                        <a:pt x="245" y="165"/>
                        <a:pt x="245" y="166"/>
                      </a:cubicBezTo>
                      <a:cubicBezTo>
                        <a:pt x="244" y="166"/>
                        <a:pt x="244" y="166"/>
                        <a:pt x="244" y="166"/>
                      </a:cubicBezTo>
                      <a:cubicBezTo>
                        <a:pt x="244" y="166"/>
                        <a:pt x="243" y="167"/>
                        <a:pt x="243" y="167"/>
                      </a:cubicBezTo>
                      <a:cubicBezTo>
                        <a:pt x="243" y="167"/>
                        <a:pt x="243" y="168"/>
                        <a:pt x="243" y="168"/>
                      </a:cubicBezTo>
                      <a:cubicBezTo>
                        <a:pt x="243" y="168"/>
                        <a:pt x="243" y="168"/>
                        <a:pt x="243" y="169"/>
                      </a:cubicBezTo>
                      <a:cubicBezTo>
                        <a:pt x="243" y="169"/>
                        <a:pt x="242" y="169"/>
                        <a:pt x="242" y="169"/>
                      </a:cubicBezTo>
                      <a:cubicBezTo>
                        <a:pt x="242" y="169"/>
                        <a:pt x="242" y="170"/>
                        <a:pt x="242" y="170"/>
                      </a:cubicBezTo>
                      <a:cubicBezTo>
                        <a:pt x="242" y="170"/>
                        <a:pt x="242" y="171"/>
                        <a:pt x="242" y="171"/>
                      </a:cubicBezTo>
                      <a:cubicBezTo>
                        <a:pt x="242" y="172"/>
                        <a:pt x="242" y="173"/>
                        <a:pt x="242" y="173"/>
                      </a:cubicBezTo>
                      <a:cubicBezTo>
                        <a:pt x="242" y="174"/>
                        <a:pt x="242" y="174"/>
                        <a:pt x="242" y="174"/>
                      </a:cubicBezTo>
                      <a:cubicBezTo>
                        <a:pt x="242" y="174"/>
                        <a:pt x="242" y="176"/>
                        <a:pt x="242" y="176"/>
                      </a:cubicBezTo>
                      <a:cubicBezTo>
                        <a:pt x="242" y="176"/>
                        <a:pt x="242" y="177"/>
                        <a:pt x="242" y="177"/>
                      </a:cubicBezTo>
                      <a:cubicBezTo>
                        <a:pt x="242" y="177"/>
                        <a:pt x="242" y="178"/>
                        <a:pt x="242" y="178"/>
                      </a:cubicBezTo>
                      <a:cubicBezTo>
                        <a:pt x="242" y="178"/>
                        <a:pt x="241" y="179"/>
                        <a:pt x="241" y="179"/>
                      </a:cubicBezTo>
                      <a:cubicBezTo>
                        <a:pt x="241" y="179"/>
                        <a:pt x="241" y="179"/>
                        <a:pt x="240" y="179"/>
                      </a:cubicBezTo>
                      <a:cubicBezTo>
                        <a:pt x="240" y="180"/>
                        <a:pt x="240" y="180"/>
                        <a:pt x="239" y="180"/>
                      </a:cubicBezTo>
                      <a:cubicBezTo>
                        <a:pt x="239" y="180"/>
                        <a:pt x="239" y="181"/>
                        <a:pt x="239" y="181"/>
                      </a:cubicBezTo>
                      <a:cubicBezTo>
                        <a:pt x="239" y="181"/>
                        <a:pt x="239" y="182"/>
                        <a:pt x="239" y="183"/>
                      </a:cubicBezTo>
                      <a:cubicBezTo>
                        <a:pt x="239" y="184"/>
                        <a:pt x="238" y="184"/>
                        <a:pt x="238" y="184"/>
                      </a:cubicBezTo>
                      <a:cubicBezTo>
                        <a:pt x="238" y="185"/>
                        <a:pt x="237" y="187"/>
                        <a:pt x="236" y="187"/>
                      </a:cubicBezTo>
                      <a:cubicBezTo>
                        <a:pt x="236" y="187"/>
                        <a:pt x="236" y="187"/>
                        <a:pt x="235" y="188"/>
                      </a:cubicBezTo>
                      <a:cubicBezTo>
                        <a:pt x="235" y="188"/>
                        <a:pt x="234" y="189"/>
                        <a:pt x="234" y="189"/>
                      </a:cubicBezTo>
                      <a:cubicBezTo>
                        <a:pt x="234" y="189"/>
                        <a:pt x="234" y="190"/>
                        <a:pt x="234" y="190"/>
                      </a:cubicBezTo>
                      <a:cubicBezTo>
                        <a:pt x="233" y="191"/>
                        <a:pt x="233" y="191"/>
                        <a:pt x="233" y="191"/>
                      </a:cubicBezTo>
                      <a:cubicBezTo>
                        <a:pt x="233" y="191"/>
                        <a:pt x="233" y="192"/>
                        <a:pt x="233" y="192"/>
                      </a:cubicBezTo>
                      <a:cubicBezTo>
                        <a:pt x="233" y="193"/>
                        <a:pt x="233" y="193"/>
                        <a:pt x="233" y="193"/>
                      </a:cubicBezTo>
                      <a:cubicBezTo>
                        <a:pt x="233" y="194"/>
                        <a:pt x="233" y="195"/>
                        <a:pt x="233" y="195"/>
                      </a:cubicBezTo>
                      <a:cubicBezTo>
                        <a:pt x="234" y="196"/>
                        <a:pt x="233" y="196"/>
                        <a:pt x="233" y="197"/>
                      </a:cubicBezTo>
                      <a:cubicBezTo>
                        <a:pt x="233" y="197"/>
                        <a:pt x="231" y="197"/>
                        <a:pt x="231" y="198"/>
                      </a:cubicBezTo>
                      <a:cubicBezTo>
                        <a:pt x="230" y="198"/>
                        <a:pt x="229" y="198"/>
                        <a:pt x="228" y="199"/>
                      </a:cubicBezTo>
                      <a:cubicBezTo>
                        <a:pt x="227" y="199"/>
                        <a:pt x="227" y="200"/>
                        <a:pt x="227" y="200"/>
                      </a:cubicBezTo>
                      <a:cubicBezTo>
                        <a:pt x="227" y="200"/>
                        <a:pt x="226" y="201"/>
                        <a:pt x="226" y="201"/>
                      </a:cubicBezTo>
                      <a:cubicBezTo>
                        <a:pt x="226" y="201"/>
                        <a:pt x="226" y="202"/>
                        <a:pt x="226" y="202"/>
                      </a:cubicBezTo>
                      <a:cubicBezTo>
                        <a:pt x="226" y="203"/>
                        <a:pt x="226" y="203"/>
                        <a:pt x="226" y="204"/>
                      </a:cubicBezTo>
                      <a:cubicBezTo>
                        <a:pt x="226" y="204"/>
                        <a:pt x="226" y="203"/>
                        <a:pt x="226" y="203"/>
                      </a:cubicBezTo>
                      <a:cubicBezTo>
                        <a:pt x="226" y="202"/>
                        <a:pt x="225" y="203"/>
                        <a:pt x="225" y="203"/>
                      </a:cubicBezTo>
                      <a:cubicBezTo>
                        <a:pt x="224" y="203"/>
                        <a:pt x="224" y="203"/>
                        <a:pt x="224" y="203"/>
                      </a:cubicBezTo>
                      <a:cubicBezTo>
                        <a:pt x="224" y="204"/>
                        <a:pt x="223" y="203"/>
                        <a:pt x="223" y="204"/>
                      </a:cubicBezTo>
                      <a:cubicBezTo>
                        <a:pt x="222" y="204"/>
                        <a:pt x="222" y="203"/>
                        <a:pt x="222" y="203"/>
                      </a:cubicBezTo>
                      <a:cubicBezTo>
                        <a:pt x="222" y="203"/>
                        <a:pt x="221" y="203"/>
                        <a:pt x="220" y="204"/>
                      </a:cubicBezTo>
                      <a:cubicBezTo>
                        <a:pt x="220" y="204"/>
                        <a:pt x="219" y="204"/>
                        <a:pt x="219" y="204"/>
                      </a:cubicBezTo>
                      <a:cubicBezTo>
                        <a:pt x="218" y="204"/>
                        <a:pt x="218" y="203"/>
                        <a:pt x="218" y="203"/>
                      </a:cubicBezTo>
                      <a:cubicBezTo>
                        <a:pt x="218" y="203"/>
                        <a:pt x="219" y="202"/>
                        <a:pt x="219" y="202"/>
                      </a:cubicBezTo>
                      <a:cubicBezTo>
                        <a:pt x="219" y="201"/>
                        <a:pt x="218" y="202"/>
                        <a:pt x="218" y="202"/>
                      </a:cubicBezTo>
                      <a:cubicBezTo>
                        <a:pt x="217" y="202"/>
                        <a:pt x="217" y="202"/>
                        <a:pt x="217" y="203"/>
                      </a:cubicBezTo>
                      <a:cubicBezTo>
                        <a:pt x="217" y="203"/>
                        <a:pt x="218" y="204"/>
                        <a:pt x="218" y="204"/>
                      </a:cubicBezTo>
                      <a:cubicBezTo>
                        <a:pt x="218" y="204"/>
                        <a:pt x="217" y="204"/>
                        <a:pt x="216" y="204"/>
                      </a:cubicBezTo>
                      <a:cubicBezTo>
                        <a:pt x="216" y="204"/>
                        <a:pt x="216" y="204"/>
                        <a:pt x="215" y="204"/>
                      </a:cubicBezTo>
                      <a:cubicBezTo>
                        <a:pt x="214" y="205"/>
                        <a:pt x="214" y="204"/>
                        <a:pt x="214" y="204"/>
                      </a:cubicBezTo>
                      <a:cubicBezTo>
                        <a:pt x="214" y="203"/>
                        <a:pt x="213" y="203"/>
                        <a:pt x="213" y="203"/>
                      </a:cubicBezTo>
                      <a:cubicBezTo>
                        <a:pt x="212" y="203"/>
                        <a:pt x="212" y="203"/>
                        <a:pt x="211" y="204"/>
                      </a:cubicBezTo>
                      <a:cubicBezTo>
                        <a:pt x="211" y="204"/>
                        <a:pt x="210" y="204"/>
                        <a:pt x="210" y="204"/>
                      </a:cubicBezTo>
                      <a:cubicBezTo>
                        <a:pt x="210" y="204"/>
                        <a:pt x="210" y="204"/>
                        <a:pt x="209" y="204"/>
                      </a:cubicBezTo>
                      <a:cubicBezTo>
                        <a:pt x="209" y="203"/>
                        <a:pt x="209" y="204"/>
                        <a:pt x="209" y="204"/>
                      </a:cubicBezTo>
                      <a:cubicBezTo>
                        <a:pt x="209" y="204"/>
                        <a:pt x="208" y="204"/>
                        <a:pt x="208" y="204"/>
                      </a:cubicBezTo>
                      <a:cubicBezTo>
                        <a:pt x="207" y="204"/>
                        <a:pt x="207" y="205"/>
                        <a:pt x="207" y="205"/>
                      </a:cubicBezTo>
                      <a:cubicBezTo>
                        <a:pt x="207" y="205"/>
                        <a:pt x="207" y="206"/>
                        <a:pt x="208" y="206"/>
                      </a:cubicBezTo>
                      <a:cubicBezTo>
                        <a:pt x="209" y="206"/>
                        <a:pt x="208" y="206"/>
                        <a:pt x="208" y="207"/>
                      </a:cubicBezTo>
                      <a:cubicBezTo>
                        <a:pt x="208" y="207"/>
                        <a:pt x="207" y="207"/>
                        <a:pt x="207" y="207"/>
                      </a:cubicBezTo>
                      <a:cubicBezTo>
                        <a:pt x="207" y="207"/>
                        <a:pt x="206" y="207"/>
                        <a:pt x="206" y="207"/>
                      </a:cubicBezTo>
                      <a:cubicBezTo>
                        <a:pt x="205" y="207"/>
                        <a:pt x="205" y="207"/>
                        <a:pt x="205" y="207"/>
                      </a:cubicBezTo>
                      <a:cubicBezTo>
                        <a:pt x="205" y="207"/>
                        <a:pt x="204" y="208"/>
                        <a:pt x="204" y="208"/>
                      </a:cubicBezTo>
                      <a:cubicBezTo>
                        <a:pt x="204" y="208"/>
                        <a:pt x="203" y="208"/>
                        <a:pt x="203" y="208"/>
                      </a:cubicBezTo>
                      <a:cubicBezTo>
                        <a:pt x="203" y="208"/>
                        <a:pt x="202" y="209"/>
                        <a:pt x="202" y="209"/>
                      </a:cubicBezTo>
                      <a:cubicBezTo>
                        <a:pt x="202" y="209"/>
                        <a:pt x="202" y="210"/>
                        <a:pt x="202" y="210"/>
                      </a:cubicBezTo>
                      <a:cubicBezTo>
                        <a:pt x="202" y="210"/>
                        <a:pt x="202" y="210"/>
                        <a:pt x="202" y="210"/>
                      </a:cubicBezTo>
                      <a:cubicBezTo>
                        <a:pt x="201" y="210"/>
                        <a:pt x="201" y="210"/>
                        <a:pt x="201" y="210"/>
                      </a:cubicBezTo>
                      <a:cubicBezTo>
                        <a:pt x="200" y="210"/>
                        <a:pt x="200" y="210"/>
                        <a:pt x="199" y="210"/>
                      </a:cubicBezTo>
                      <a:cubicBezTo>
                        <a:pt x="199" y="210"/>
                        <a:pt x="199" y="210"/>
                        <a:pt x="198" y="210"/>
                      </a:cubicBezTo>
                      <a:cubicBezTo>
                        <a:pt x="198" y="210"/>
                        <a:pt x="197" y="210"/>
                        <a:pt x="197" y="211"/>
                      </a:cubicBezTo>
                      <a:cubicBezTo>
                        <a:pt x="197" y="211"/>
                        <a:pt x="196" y="211"/>
                        <a:pt x="196" y="211"/>
                      </a:cubicBezTo>
                      <a:cubicBezTo>
                        <a:pt x="196" y="211"/>
                        <a:pt x="196" y="211"/>
                        <a:pt x="195" y="212"/>
                      </a:cubicBezTo>
                      <a:cubicBezTo>
                        <a:pt x="195" y="212"/>
                        <a:pt x="195" y="212"/>
                        <a:pt x="194" y="212"/>
                      </a:cubicBezTo>
                      <a:cubicBezTo>
                        <a:pt x="194" y="212"/>
                        <a:pt x="193" y="212"/>
                        <a:pt x="193" y="213"/>
                      </a:cubicBezTo>
                      <a:cubicBezTo>
                        <a:pt x="192" y="213"/>
                        <a:pt x="191" y="214"/>
                        <a:pt x="191" y="214"/>
                      </a:cubicBezTo>
                      <a:cubicBezTo>
                        <a:pt x="191" y="215"/>
                        <a:pt x="191" y="215"/>
                        <a:pt x="190" y="215"/>
                      </a:cubicBezTo>
                      <a:cubicBezTo>
                        <a:pt x="190" y="215"/>
                        <a:pt x="189" y="216"/>
                        <a:pt x="189" y="216"/>
                      </a:cubicBezTo>
                      <a:cubicBezTo>
                        <a:pt x="188" y="217"/>
                        <a:pt x="187" y="217"/>
                        <a:pt x="187" y="217"/>
                      </a:cubicBezTo>
                      <a:cubicBezTo>
                        <a:pt x="187" y="218"/>
                        <a:pt x="186" y="218"/>
                        <a:pt x="186" y="219"/>
                      </a:cubicBezTo>
                      <a:cubicBezTo>
                        <a:pt x="185" y="219"/>
                        <a:pt x="185" y="219"/>
                        <a:pt x="185" y="219"/>
                      </a:cubicBezTo>
                      <a:cubicBezTo>
                        <a:pt x="185" y="219"/>
                        <a:pt x="185" y="219"/>
                        <a:pt x="185" y="219"/>
                      </a:cubicBezTo>
                      <a:cubicBezTo>
                        <a:pt x="184" y="219"/>
                        <a:pt x="184" y="219"/>
                        <a:pt x="184" y="220"/>
                      </a:cubicBezTo>
                      <a:cubicBezTo>
                        <a:pt x="185" y="220"/>
                        <a:pt x="185" y="220"/>
                        <a:pt x="185" y="220"/>
                      </a:cubicBezTo>
                      <a:cubicBezTo>
                        <a:pt x="185" y="220"/>
                        <a:pt x="184" y="221"/>
                        <a:pt x="184" y="221"/>
                      </a:cubicBezTo>
                      <a:cubicBezTo>
                        <a:pt x="184" y="221"/>
                        <a:pt x="183" y="221"/>
                        <a:pt x="183" y="221"/>
                      </a:cubicBezTo>
                      <a:cubicBezTo>
                        <a:pt x="183" y="221"/>
                        <a:pt x="183" y="222"/>
                        <a:pt x="183" y="222"/>
                      </a:cubicBezTo>
                      <a:cubicBezTo>
                        <a:pt x="183" y="222"/>
                        <a:pt x="182" y="222"/>
                        <a:pt x="182" y="223"/>
                      </a:cubicBezTo>
                      <a:cubicBezTo>
                        <a:pt x="182" y="223"/>
                        <a:pt x="182" y="223"/>
                        <a:pt x="182" y="222"/>
                      </a:cubicBezTo>
                      <a:cubicBezTo>
                        <a:pt x="181" y="222"/>
                        <a:pt x="182" y="222"/>
                        <a:pt x="182" y="222"/>
                      </a:cubicBezTo>
                      <a:cubicBezTo>
                        <a:pt x="181" y="221"/>
                        <a:pt x="181" y="222"/>
                        <a:pt x="181" y="222"/>
                      </a:cubicBezTo>
                      <a:cubicBezTo>
                        <a:pt x="181" y="222"/>
                        <a:pt x="180" y="223"/>
                        <a:pt x="180" y="223"/>
                      </a:cubicBezTo>
                      <a:cubicBezTo>
                        <a:pt x="179" y="223"/>
                        <a:pt x="180" y="223"/>
                        <a:pt x="180" y="223"/>
                      </a:cubicBezTo>
                      <a:cubicBezTo>
                        <a:pt x="180" y="224"/>
                        <a:pt x="181" y="224"/>
                        <a:pt x="181" y="224"/>
                      </a:cubicBezTo>
                      <a:cubicBezTo>
                        <a:pt x="181" y="224"/>
                        <a:pt x="181" y="224"/>
                        <a:pt x="181" y="225"/>
                      </a:cubicBezTo>
                      <a:cubicBezTo>
                        <a:pt x="181" y="225"/>
                        <a:pt x="180" y="226"/>
                        <a:pt x="180" y="226"/>
                      </a:cubicBezTo>
                      <a:cubicBezTo>
                        <a:pt x="180" y="226"/>
                        <a:pt x="180" y="227"/>
                        <a:pt x="180" y="227"/>
                      </a:cubicBezTo>
                      <a:cubicBezTo>
                        <a:pt x="180" y="227"/>
                        <a:pt x="180" y="228"/>
                        <a:pt x="180" y="228"/>
                      </a:cubicBezTo>
                      <a:cubicBezTo>
                        <a:pt x="179" y="228"/>
                        <a:pt x="179" y="229"/>
                        <a:pt x="179" y="229"/>
                      </a:cubicBezTo>
                      <a:cubicBezTo>
                        <a:pt x="178" y="229"/>
                        <a:pt x="178" y="230"/>
                        <a:pt x="179" y="230"/>
                      </a:cubicBezTo>
                      <a:cubicBezTo>
                        <a:pt x="179" y="230"/>
                        <a:pt x="179" y="229"/>
                        <a:pt x="179" y="229"/>
                      </a:cubicBezTo>
                      <a:cubicBezTo>
                        <a:pt x="180" y="229"/>
                        <a:pt x="180" y="229"/>
                        <a:pt x="180" y="229"/>
                      </a:cubicBezTo>
                      <a:cubicBezTo>
                        <a:pt x="180" y="229"/>
                        <a:pt x="180" y="229"/>
                        <a:pt x="180" y="230"/>
                      </a:cubicBezTo>
                      <a:cubicBezTo>
                        <a:pt x="180" y="230"/>
                        <a:pt x="180" y="231"/>
                        <a:pt x="180" y="231"/>
                      </a:cubicBezTo>
                      <a:cubicBezTo>
                        <a:pt x="179" y="232"/>
                        <a:pt x="179" y="232"/>
                        <a:pt x="179" y="232"/>
                      </a:cubicBezTo>
                      <a:cubicBezTo>
                        <a:pt x="179" y="233"/>
                        <a:pt x="179" y="233"/>
                        <a:pt x="179" y="233"/>
                      </a:cubicBezTo>
                      <a:cubicBezTo>
                        <a:pt x="179" y="233"/>
                        <a:pt x="180" y="235"/>
                        <a:pt x="180" y="235"/>
                      </a:cubicBezTo>
                      <a:cubicBezTo>
                        <a:pt x="180" y="235"/>
                        <a:pt x="180" y="236"/>
                        <a:pt x="180" y="236"/>
                      </a:cubicBezTo>
                      <a:cubicBezTo>
                        <a:pt x="180" y="236"/>
                        <a:pt x="180" y="237"/>
                        <a:pt x="180" y="237"/>
                      </a:cubicBezTo>
                      <a:cubicBezTo>
                        <a:pt x="179" y="237"/>
                        <a:pt x="180" y="237"/>
                        <a:pt x="180" y="237"/>
                      </a:cubicBezTo>
                      <a:cubicBezTo>
                        <a:pt x="180" y="237"/>
                        <a:pt x="180" y="237"/>
                        <a:pt x="180" y="238"/>
                      </a:cubicBezTo>
                      <a:cubicBezTo>
                        <a:pt x="180" y="238"/>
                        <a:pt x="180" y="238"/>
                        <a:pt x="180" y="238"/>
                      </a:cubicBezTo>
                      <a:cubicBezTo>
                        <a:pt x="180" y="238"/>
                        <a:pt x="180" y="239"/>
                        <a:pt x="180" y="239"/>
                      </a:cubicBezTo>
                      <a:cubicBezTo>
                        <a:pt x="180" y="239"/>
                        <a:pt x="180" y="239"/>
                        <a:pt x="180" y="239"/>
                      </a:cubicBezTo>
                      <a:cubicBezTo>
                        <a:pt x="180" y="239"/>
                        <a:pt x="180" y="239"/>
                        <a:pt x="180" y="239"/>
                      </a:cubicBezTo>
                      <a:cubicBezTo>
                        <a:pt x="180" y="239"/>
                        <a:pt x="180" y="239"/>
                        <a:pt x="180" y="239"/>
                      </a:cubicBezTo>
                      <a:cubicBezTo>
                        <a:pt x="180" y="239"/>
                        <a:pt x="180" y="238"/>
                        <a:pt x="181" y="238"/>
                      </a:cubicBezTo>
                      <a:cubicBezTo>
                        <a:pt x="181" y="238"/>
                        <a:pt x="181" y="238"/>
                        <a:pt x="181" y="238"/>
                      </a:cubicBezTo>
                      <a:cubicBezTo>
                        <a:pt x="181" y="238"/>
                        <a:pt x="181" y="239"/>
                        <a:pt x="181" y="239"/>
                      </a:cubicBezTo>
                      <a:cubicBezTo>
                        <a:pt x="181" y="239"/>
                        <a:pt x="181" y="239"/>
                        <a:pt x="181" y="240"/>
                      </a:cubicBezTo>
                      <a:cubicBezTo>
                        <a:pt x="181" y="240"/>
                        <a:pt x="181" y="240"/>
                        <a:pt x="181" y="240"/>
                      </a:cubicBezTo>
                      <a:cubicBezTo>
                        <a:pt x="180" y="240"/>
                        <a:pt x="180" y="241"/>
                        <a:pt x="180" y="241"/>
                      </a:cubicBezTo>
                      <a:cubicBezTo>
                        <a:pt x="180" y="241"/>
                        <a:pt x="180" y="241"/>
                        <a:pt x="180" y="241"/>
                      </a:cubicBezTo>
                      <a:cubicBezTo>
                        <a:pt x="180" y="241"/>
                        <a:pt x="180" y="241"/>
                        <a:pt x="180" y="240"/>
                      </a:cubicBezTo>
                      <a:cubicBezTo>
                        <a:pt x="180" y="240"/>
                        <a:pt x="180" y="240"/>
                        <a:pt x="180" y="240"/>
                      </a:cubicBezTo>
                      <a:cubicBezTo>
                        <a:pt x="180" y="240"/>
                        <a:pt x="180" y="239"/>
                        <a:pt x="180" y="239"/>
                      </a:cubicBezTo>
                      <a:cubicBezTo>
                        <a:pt x="180" y="239"/>
                        <a:pt x="180" y="240"/>
                        <a:pt x="180" y="240"/>
                      </a:cubicBezTo>
                      <a:cubicBezTo>
                        <a:pt x="179" y="240"/>
                        <a:pt x="180" y="240"/>
                        <a:pt x="180" y="240"/>
                      </a:cubicBezTo>
                      <a:cubicBezTo>
                        <a:pt x="180" y="240"/>
                        <a:pt x="179" y="241"/>
                        <a:pt x="179" y="241"/>
                      </a:cubicBezTo>
                      <a:cubicBezTo>
                        <a:pt x="179" y="241"/>
                        <a:pt x="179" y="242"/>
                        <a:pt x="180" y="242"/>
                      </a:cubicBezTo>
                      <a:cubicBezTo>
                        <a:pt x="180" y="242"/>
                        <a:pt x="180" y="242"/>
                        <a:pt x="180" y="243"/>
                      </a:cubicBezTo>
                      <a:cubicBezTo>
                        <a:pt x="180" y="243"/>
                        <a:pt x="179" y="243"/>
                        <a:pt x="179" y="244"/>
                      </a:cubicBezTo>
                      <a:cubicBezTo>
                        <a:pt x="179" y="244"/>
                        <a:pt x="179" y="245"/>
                        <a:pt x="179" y="245"/>
                      </a:cubicBezTo>
                      <a:cubicBezTo>
                        <a:pt x="179" y="245"/>
                        <a:pt x="178" y="245"/>
                        <a:pt x="178" y="245"/>
                      </a:cubicBezTo>
                      <a:cubicBezTo>
                        <a:pt x="178" y="246"/>
                        <a:pt x="178" y="246"/>
                        <a:pt x="178" y="246"/>
                      </a:cubicBezTo>
                      <a:cubicBezTo>
                        <a:pt x="178" y="247"/>
                        <a:pt x="178" y="246"/>
                        <a:pt x="178" y="246"/>
                      </a:cubicBezTo>
                      <a:cubicBezTo>
                        <a:pt x="178" y="246"/>
                        <a:pt x="179" y="247"/>
                        <a:pt x="178" y="247"/>
                      </a:cubicBezTo>
                      <a:cubicBezTo>
                        <a:pt x="178" y="247"/>
                        <a:pt x="178" y="247"/>
                        <a:pt x="178" y="248"/>
                      </a:cubicBezTo>
                      <a:cubicBezTo>
                        <a:pt x="177" y="248"/>
                        <a:pt x="176" y="249"/>
                        <a:pt x="176" y="249"/>
                      </a:cubicBezTo>
                      <a:cubicBezTo>
                        <a:pt x="175" y="250"/>
                        <a:pt x="174" y="251"/>
                        <a:pt x="174" y="251"/>
                      </a:cubicBezTo>
                      <a:cubicBezTo>
                        <a:pt x="173" y="251"/>
                        <a:pt x="173" y="252"/>
                        <a:pt x="172" y="253"/>
                      </a:cubicBezTo>
                      <a:cubicBezTo>
                        <a:pt x="172" y="253"/>
                        <a:pt x="172" y="253"/>
                        <a:pt x="172" y="254"/>
                      </a:cubicBezTo>
                      <a:cubicBezTo>
                        <a:pt x="172" y="254"/>
                        <a:pt x="171" y="254"/>
                        <a:pt x="171" y="254"/>
                      </a:cubicBezTo>
                      <a:cubicBezTo>
                        <a:pt x="171" y="255"/>
                        <a:pt x="171" y="255"/>
                        <a:pt x="171" y="255"/>
                      </a:cubicBezTo>
                      <a:cubicBezTo>
                        <a:pt x="170" y="256"/>
                        <a:pt x="170" y="257"/>
                        <a:pt x="170" y="257"/>
                      </a:cubicBezTo>
                      <a:cubicBezTo>
                        <a:pt x="169" y="258"/>
                        <a:pt x="169" y="259"/>
                        <a:pt x="169" y="259"/>
                      </a:cubicBezTo>
                      <a:cubicBezTo>
                        <a:pt x="169" y="259"/>
                        <a:pt x="168" y="261"/>
                        <a:pt x="168" y="261"/>
                      </a:cubicBezTo>
                      <a:cubicBezTo>
                        <a:pt x="168" y="261"/>
                        <a:pt x="168" y="262"/>
                        <a:pt x="167" y="263"/>
                      </a:cubicBezTo>
                      <a:cubicBezTo>
                        <a:pt x="167" y="263"/>
                        <a:pt x="167" y="264"/>
                        <a:pt x="167" y="265"/>
                      </a:cubicBezTo>
                      <a:cubicBezTo>
                        <a:pt x="166" y="265"/>
                        <a:pt x="166" y="266"/>
                        <a:pt x="165" y="266"/>
                      </a:cubicBezTo>
                      <a:cubicBezTo>
                        <a:pt x="165" y="267"/>
                        <a:pt x="165" y="267"/>
                        <a:pt x="165" y="268"/>
                      </a:cubicBezTo>
                      <a:cubicBezTo>
                        <a:pt x="165" y="268"/>
                        <a:pt x="164" y="269"/>
                        <a:pt x="164" y="269"/>
                      </a:cubicBezTo>
                      <a:cubicBezTo>
                        <a:pt x="163" y="269"/>
                        <a:pt x="163" y="269"/>
                        <a:pt x="163" y="270"/>
                      </a:cubicBezTo>
                      <a:cubicBezTo>
                        <a:pt x="162" y="270"/>
                        <a:pt x="162" y="270"/>
                        <a:pt x="162" y="271"/>
                      </a:cubicBezTo>
                      <a:cubicBezTo>
                        <a:pt x="162" y="271"/>
                        <a:pt x="161" y="272"/>
                        <a:pt x="161" y="272"/>
                      </a:cubicBezTo>
                      <a:cubicBezTo>
                        <a:pt x="161" y="272"/>
                        <a:pt x="160" y="273"/>
                        <a:pt x="160" y="273"/>
                      </a:cubicBezTo>
                      <a:cubicBezTo>
                        <a:pt x="159" y="273"/>
                        <a:pt x="159" y="274"/>
                        <a:pt x="158" y="274"/>
                      </a:cubicBezTo>
                      <a:cubicBezTo>
                        <a:pt x="158" y="274"/>
                        <a:pt x="157" y="275"/>
                        <a:pt x="157" y="275"/>
                      </a:cubicBezTo>
                      <a:cubicBezTo>
                        <a:pt x="157" y="275"/>
                        <a:pt x="156" y="276"/>
                        <a:pt x="156" y="276"/>
                      </a:cubicBezTo>
                      <a:cubicBezTo>
                        <a:pt x="156" y="276"/>
                        <a:pt x="155" y="276"/>
                        <a:pt x="155" y="276"/>
                      </a:cubicBezTo>
                      <a:cubicBezTo>
                        <a:pt x="155" y="276"/>
                        <a:pt x="155" y="276"/>
                        <a:pt x="155" y="275"/>
                      </a:cubicBezTo>
                      <a:cubicBezTo>
                        <a:pt x="155" y="275"/>
                        <a:pt x="155" y="275"/>
                        <a:pt x="155" y="275"/>
                      </a:cubicBezTo>
                      <a:cubicBezTo>
                        <a:pt x="156" y="275"/>
                        <a:pt x="155" y="275"/>
                        <a:pt x="155" y="275"/>
                      </a:cubicBezTo>
                      <a:cubicBezTo>
                        <a:pt x="155" y="275"/>
                        <a:pt x="155" y="274"/>
                        <a:pt x="155" y="274"/>
                      </a:cubicBezTo>
                      <a:cubicBezTo>
                        <a:pt x="155" y="274"/>
                        <a:pt x="156" y="274"/>
                        <a:pt x="156" y="274"/>
                      </a:cubicBezTo>
                      <a:cubicBezTo>
                        <a:pt x="156" y="274"/>
                        <a:pt x="156" y="274"/>
                        <a:pt x="156" y="274"/>
                      </a:cubicBezTo>
                      <a:cubicBezTo>
                        <a:pt x="156" y="274"/>
                        <a:pt x="157" y="274"/>
                        <a:pt x="157" y="274"/>
                      </a:cubicBezTo>
                      <a:cubicBezTo>
                        <a:pt x="157" y="274"/>
                        <a:pt x="158" y="273"/>
                        <a:pt x="158" y="273"/>
                      </a:cubicBezTo>
                      <a:cubicBezTo>
                        <a:pt x="158" y="273"/>
                        <a:pt x="159" y="273"/>
                        <a:pt x="159" y="273"/>
                      </a:cubicBezTo>
                      <a:cubicBezTo>
                        <a:pt x="159" y="272"/>
                        <a:pt x="159" y="272"/>
                        <a:pt x="159" y="272"/>
                      </a:cubicBezTo>
                      <a:cubicBezTo>
                        <a:pt x="160" y="272"/>
                        <a:pt x="160" y="272"/>
                        <a:pt x="160" y="272"/>
                      </a:cubicBezTo>
                      <a:cubicBezTo>
                        <a:pt x="160" y="271"/>
                        <a:pt x="161" y="270"/>
                        <a:pt x="161" y="270"/>
                      </a:cubicBezTo>
                      <a:cubicBezTo>
                        <a:pt x="161" y="270"/>
                        <a:pt x="161" y="268"/>
                        <a:pt x="161" y="268"/>
                      </a:cubicBezTo>
                      <a:cubicBezTo>
                        <a:pt x="161" y="268"/>
                        <a:pt x="162" y="268"/>
                        <a:pt x="162" y="268"/>
                      </a:cubicBezTo>
                      <a:cubicBezTo>
                        <a:pt x="162" y="268"/>
                        <a:pt x="162" y="268"/>
                        <a:pt x="162" y="268"/>
                      </a:cubicBezTo>
                      <a:cubicBezTo>
                        <a:pt x="163" y="268"/>
                        <a:pt x="163" y="268"/>
                        <a:pt x="163" y="267"/>
                      </a:cubicBezTo>
                      <a:cubicBezTo>
                        <a:pt x="163" y="267"/>
                        <a:pt x="163" y="267"/>
                        <a:pt x="163" y="267"/>
                      </a:cubicBezTo>
                      <a:cubicBezTo>
                        <a:pt x="163" y="267"/>
                        <a:pt x="163" y="267"/>
                        <a:pt x="163" y="267"/>
                      </a:cubicBezTo>
                      <a:cubicBezTo>
                        <a:pt x="164" y="267"/>
                        <a:pt x="164" y="266"/>
                        <a:pt x="164" y="266"/>
                      </a:cubicBezTo>
                      <a:cubicBezTo>
                        <a:pt x="164" y="266"/>
                        <a:pt x="164" y="266"/>
                        <a:pt x="164" y="266"/>
                      </a:cubicBezTo>
                      <a:cubicBezTo>
                        <a:pt x="165" y="266"/>
                        <a:pt x="165" y="265"/>
                        <a:pt x="165" y="265"/>
                      </a:cubicBezTo>
                      <a:cubicBezTo>
                        <a:pt x="165" y="265"/>
                        <a:pt x="165" y="263"/>
                        <a:pt x="165" y="262"/>
                      </a:cubicBezTo>
                      <a:cubicBezTo>
                        <a:pt x="165" y="262"/>
                        <a:pt x="165" y="263"/>
                        <a:pt x="165" y="263"/>
                      </a:cubicBezTo>
                      <a:cubicBezTo>
                        <a:pt x="165" y="263"/>
                        <a:pt x="166" y="263"/>
                        <a:pt x="166" y="263"/>
                      </a:cubicBezTo>
                      <a:cubicBezTo>
                        <a:pt x="166" y="263"/>
                        <a:pt x="166" y="262"/>
                        <a:pt x="166" y="262"/>
                      </a:cubicBezTo>
                      <a:cubicBezTo>
                        <a:pt x="166" y="262"/>
                        <a:pt x="166" y="261"/>
                        <a:pt x="166" y="261"/>
                      </a:cubicBezTo>
                      <a:cubicBezTo>
                        <a:pt x="166" y="261"/>
                        <a:pt x="165" y="261"/>
                        <a:pt x="165" y="261"/>
                      </a:cubicBezTo>
                      <a:cubicBezTo>
                        <a:pt x="165" y="261"/>
                        <a:pt x="165" y="261"/>
                        <a:pt x="165" y="261"/>
                      </a:cubicBezTo>
                      <a:cubicBezTo>
                        <a:pt x="165" y="262"/>
                        <a:pt x="164" y="262"/>
                        <a:pt x="164" y="262"/>
                      </a:cubicBezTo>
                      <a:cubicBezTo>
                        <a:pt x="164" y="262"/>
                        <a:pt x="163" y="262"/>
                        <a:pt x="163" y="262"/>
                      </a:cubicBezTo>
                      <a:cubicBezTo>
                        <a:pt x="163" y="262"/>
                        <a:pt x="163" y="262"/>
                        <a:pt x="162" y="262"/>
                      </a:cubicBezTo>
                      <a:cubicBezTo>
                        <a:pt x="162" y="262"/>
                        <a:pt x="162" y="261"/>
                        <a:pt x="162" y="261"/>
                      </a:cubicBezTo>
                      <a:cubicBezTo>
                        <a:pt x="162" y="261"/>
                        <a:pt x="162" y="261"/>
                        <a:pt x="161" y="261"/>
                      </a:cubicBezTo>
                      <a:cubicBezTo>
                        <a:pt x="161" y="261"/>
                        <a:pt x="161" y="260"/>
                        <a:pt x="161" y="260"/>
                      </a:cubicBezTo>
                      <a:cubicBezTo>
                        <a:pt x="161" y="260"/>
                        <a:pt x="161" y="259"/>
                        <a:pt x="161" y="259"/>
                      </a:cubicBezTo>
                      <a:cubicBezTo>
                        <a:pt x="161" y="259"/>
                        <a:pt x="161" y="259"/>
                        <a:pt x="161" y="260"/>
                      </a:cubicBezTo>
                      <a:cubicBezTo>
                        <a:pt x="160" y="260"/>
                        <a:pt x="160" y="261"/>
                        <a:pt x="161" y="261"/>
                      </a:cubicBezTo>
                      <a:cubicBezTo>
                        <a:pt x="161" y="261"/>
                        <a:pt x="161" y="262"/>
                        <a:pt x="161" y="262"/>
                      </a:cubicBezTo>
                      <a:cubicBezTo>
                        <a:pt x="161" y="262"/>
                        <a:pt x="161" y="262"/>
                        <a:pt x="161" y="263"/>
                      </a:cubicBezTo>
                      <a:cubicBezTo>
                        <a:pt x="161" y="263"/>
                        <a:pt x="161" y="263"/>
                        <a:pt x="161" y="263"/>
                      </a:cubicBezTo>
                      <a:cubicBezTo>
                        <a:pt x="161" y="263"/>
                        <a:pt x="161" y="264"/>
                        <a:pt x="160" y="264"/>
                      </a:cubicBezTo>
                      <a:cubicBezTo>
                        <a:pt x="160" y="264"/>
                        <a:pt x="160" y="264"/>
                        <a:pt x="160" y="265"/>
                      </a:cubicBezTo>
                      <a:cubicBezTo>
                        <a:pt x="160" y="265"/>
                        <a:pt x="160" y="266"/>
                        <a:pt x="160" y="266"/>
                      </a:cubicBezTo>
                      <a:cubicBezTo>
                        <a:pt x="160" y="266"/>
                        <a:pt x="160" y="266"/>
                        <a:pt x="160" y="266"/>
                      </a:cubicBezTo>
                      <a:cubicBezTo>
                        <a:pt x="159" y="266"/>
                        <a:pt x="159" y="267"/>
                        <a:pt x="159" y="267"/>
                      </a:cubicBezTo>
                      <a:cubicBezTo>
                        <a:pt x="159" y="267"/>
                        <a:pt x="159" y="268"/>
                        <a:pt x="159" y="268"/>
                      </a:cubicBezTo>
                      <a:cubicBezTo>
                        <a:pt x="159" y="268"/>
                        <a:pt x="159" y="268"/>
                        <a:pt x="159" y="268"/>
                      </a:cubicBezTo>
                      <a:cubicBezTo>
                        <a:pt x="158" y="269"/>
                        <a:pt x="158" y="269"/>
                        <a:pt x="158" y="269"/>
                      </a:cubicBezTo>
                      <a:cubicBezTo>
                        <a:pt x="158" y="269"/>
                        <a:pt x="158" y="269"/>
                        <a:pt x="158" y="269"/>
                      </a:cubicBezTo>
                      <a:cubicBezTo>
                        <a:pt x="157" y="270"/>
                        <a:pt x="157" y="270"/>
                        <a:pt x="156" y="270"/>
                      </a:cubicBezTo>
                      <a:cubicBezTo>
                        <a:pt x="156" y="270"/>
                        <a:pt x="156" y="270"/>
                        <a:pt x="156" y="271"/>
                      </a:cubicBezTo>
                      <a:cubicBezTo>
                        <a:pt x="155" y="271"/>
                        <a:pt x="156" y="272"/>
                        <a:pt x="156" y="272"/>
                      </a:cubicBezTo>
                      <a:cubicBezTo>
                        <a:pt x="156" y="273"/>
                        <a:pt x="155" y="273"/>
                        <a:pt x="155" y="273"/>
                      </a:cubicBezTo>
                      <a:cubicBezTo>
                        <a:pt x="155" y="273"/>
                        <a:pt x="155" y="273"/>
                        <a:pt x="154" y="273"/>
                      </a:cubicBezTo>
                      <a:cubicBezTo>
                        <a:pt x="154" y="274"/>
                        <a:pt x="154" y="274"/>
                        <a:pt x="154" y="274"/>
                      </a:cubicBezTo>
                      <a:cubicBezTo>
                        <a:pt x="154" y="274"/>
                        <a:pt x="154" y="275"/>
                        <a:pt x="154" y="275"/>
                      </a:cubicBezTo>
                      <a:cubicBezTo>
                        <a:pt x="154" y="275"/>
                        <a:pt x="154" y="275"/>
                        <a:pt x="154" y="276"/>
                      </a:cubicBezTo>
                      <a:cubicBezTo>
                        <a:pt x="154" y="276"/>
                        <a:pt x="154" y="276"/>
                        <a:pt x="154" y="276"/>
                      </a:cubicBezTo>
                      <a:cubicBezTo>
                        <a:pt x="154" y="276"/>
                        <a:pt x="154" y="276"/>
                        <a:pt x="155" y="276"/>
                      </a:cubicBezTo>
                      <a:cubicBezTo>
                        <a:pt x="155" y="276"/>
                        <a:pt x="155" y="277"/>
                        <a:pt x="155" y="277"/>
                      </a:cubicBezTo>
                      <a:cubicBezTo>
                        <a:pt x="155" y="277"/>
                        <a:pt x="154" y="277"/>
                        <a:pt x="154" y="278"/>
                      </a:cubicBezTo>
                      <a:cubicBezTo>
                        <a:pt x="154" y="278"/>
                        <a:pt x="153" y="279"/>
                        <a:pt x="153" y="279"/>
                      </a:cubicBezTo>
                      <a:cubicBezTo>
                        <a:pt x="153" y="280"/>
                        <a:pt x="153" y="281"/>
                        <a:pt x="152" y="282"/>
                      </a:cubicBezTo>
                      <a:cubicBezTo>
                        <a:pt x="152" y="282"/>
                        <a:pt x="152" y="284"/>
                        <a:pt x="151" y="284"/>
                      </a:cubicBezTo>
                      <a:cubicBezTo>
                        <a:pt x="151" y="285"/>
                        <a:pt x="151" y="286"/>
                        <a:pt x="150" y="286"/>
                      </a:cubicBezTo>
                      <a:cubicBezTo>
                        <a:pt x="150" y="286"/>
                        <a:pt x="149" y="287"/>
                        <a:pt x="149" y="287"/>
                      </a:cubicBezTo>
                      <a:cubicBezTo>
                        <a:pt x="149" y="288"/>
                        <a:pt x="148" y="288"/>
                        <a:pt x="148" y="288"/>
                      </a:cubicBezTo>
                      <a:cubicBezTo>
                        <a:pt x="148" y="288"/>
                        <a:pt x="147" y="289"/>
                        <a:pt x="147" y="289"/>
                      </a:cubicBezTo>
                      <a:cubicBezTo>
                        <a:pt x="147" y="290"/>
                        <a:pt x="146" y="290"/>
                        <a:pt x="146" y="290"/>
                      </a:cubicBezTo>
                      <a:cubicBezTo>
                        <a:pt x="145" y="290"/>
                        <a:pt x="145" y="290"/>
                        <a:pt x="145" y="290"/>
                      </a:cubicBezTo>
                      <a:cubicBezTo>
                        <a:pt x="145" y="285"/>
                        <a:pt x="145" y="285"/>
                        <a:pt x="145" y="285"/>
                      </a:cubicBezTo>
                      <a:cubicBezTo>
                        <a:pt x="148" y="282"/>
                        <a:pt x="148" y="282"/>
                        <a:pt x="148" y="282"/>
                      </a:cubicBezTo>
                      <a:cubicBezTo>
                        <a:pt x="147" y="281"/>
                        <a:pt x="147" y="281"/>
                        <a:pt x="147" y="281"/>
                      </a:cubicBezTo>
                      <a:cubicBezTo>
                        <a:pt x="147" y="281"/>
                        <a:pt x="144" y="278"/>
                        <a:pt x="144" y="278"/>
                      </a:cubicBezTo>
                      <a:cubicBezTo>
                        <a:pt x="144" y="278"/>
                        <a:pt x="144" y="276"/>
                        <a:pt x="144" y="276"/>
                      </a:cubicBezTo>
                      <a:cubicBezTo>
                        <a:pt x="144" y="276"/>
                        <a:pt x="143" y="276"/>
                        <a:pt x="143" y="276"/>
                      </a:cubicBezTo>
                      <a:cubicBezTo>
                        <a:pt x="143" y="276"/>
                        <a:pt x="142" y="275"/>
                        <a:pt x="142" y="275"/>
                      </a:cubicBezTo>
                      <a:cubicBezTo>
                        <a:pt x="142" y="275"/>
                        <a:pt x="141" y="275"/>
                        <a:pt x="141" y="275"/>
                      </a:cubicBezTo>
                      <a:cubicBezTo>
                        <a:pt x="141" y="275"/>
                        <a:pt x="141" y="275"/>
                        <a:pt x="141" y="275"/>
                      </a:cubicBezTo>
                      <a:cubicBezTo>
                        <a:pt x="138" y="273"/>
                        <a:pt x="138" y="273"/>
                        <a:pt x="138" y="273"/>
                      </a:cubicBezTo>
                      <a:cubicBezTo>
                        <a:pt x="138" y="272"/>
                        <a:pt x="138" y="272"/>
                        <a:pt x="138" y="272"/>
                      </a:cubicBezTo>
                      <a:cubicBezTo>
                        <a:pt x="138" y="272"/>
                        <a:pt x="137" y="271"/>
                        <a:pt x="136" y="271"/>
                      </a:cubicBezTo>
                      <a:cubicBezTo>
                        <a:pt x="136" y="271"/>
                        <a:pt x="135" y="271"/>
                        <a:pt x="135" y="271"/>
                      </a:cubicBezTo>
                      <a:cubicBezTo>
                        <a:pt x="135" y="271"/>
                        <a:pt x="134" y="269"/>
                        <a:pt x="134" y="269"/>
                      </a:cubicBezTo>
                      <a:cubicBezTo>
                        <a:pt x="134" y="270"/>
                        <a:pt x="134" y="270"/>
                        <a:pt x="134" y="270"/>
                      </a:cubicBezTo>
                      <a:cubicBezTo>
                        <a:pt x="134" y="270"/>
                        <a:pt x="133" y="270"/>
                        <a:pt x="133" y="270"/>
                      </a:cubicBezTo>
                      <a:cubicBezTo>
                        <a:pt x="133" y="270"/>
                        <a:pt x="132" y="269"/>
                        <a:pt x="132" y="269"/>
                      </a:cubicBezTo>
                      <a:cubicBezTo>
                        <a:pt x="132" y="269"/>
                        <a:pt x="132" y="267"/>
                        <a:pt x="132" y="267"/>
                      </a:cubicBezTo>
                      <a:cubicBezTo>
                        <a:pt x="132" y="267"/>
                        <a:pt x="131" y="267"/>
                        <a:pt x="131" y="267"/>
                      </a:cubicBezTo>
                      <a:cubicBezTo>
                        <a:pt x="130" y="266"/>
                        <a:pt x="130" y="266"/>
                        <a:pt x="130" y="266"/>
                      </a:cubicBezTo>
                      <a:cubicBezTo>
                        <a:pt x="130" y="266"/>
                        <a:pt x="130" y="267"/>
                        <a:pt x="130" y="267"/>
                      </a:cubicBezTo>
                      <a:cubicBezTo>
                        <a:pt x="129" y="267"/>
                        <a:pt x="128" y="268"/>
                        <a:pt x="128" y="268"/>
                      </a:cubicBezTo>
                      <a:cubicBezTo>
                        <a:pt x="127" y="268"/>
                        <a:pt x="127" y="268"/>
                        <a:pt x="127" y="268"/>
                      </a:cubicBezTo>
                      <a:cubicBezTo>
                        <a:pt x="127" y="266"/>
                        <a:pt x="127" y="266"/>
                        <a:pt x="127" y="266"/>
                      </a:cubicBezTo>
                      <a:cubicBezTo>
                        <a:pt x="127" y="266"/>
                        <a:pt x="126" y="264"/>
                        <a:pt x="125" y="264"/>
                      </a:cubicBezTo>
                      <a:cubicBezTo>
                        <a:pt x="125" y="263"/>
                        <a:pt x="121" y="260"/>
                        <a:pt x="121" y="260"/>
                      </a:cubicBezTo>
                      <a:cubicBezTo>
                        <a:pt x="121" y="260"/>
                        <a:pt x="120" y="260"/>
                        <a:pt x="120" y="260"/>
                      </a:cubicBezTo>
                      <a:cubicBezTo>
                        <a:pt x="120" y="260"/>
                        <a:pt x="120" y="260"/>
                        <a:pt x="119" y="260"/>
                      </a:cubicBezTo>
                      <a:cubicBezTo>
                        <a:pt x="119" y="260"/>
                        <a:pt x="119" y="261"/>
                        <a:pt x="119" y="261"/>
                      </a:cubicBezTo>
                      <a:cubicBezTo>
                        <a:pt x="119" y="261"/>
                        <a:pt x="118" y="261"/>
                        <a:pt x="118" y="261"/>
                      </a:cubicBezTo>
                      <a:cubicBezTo>
                        <a:pt x="118" y="261"/>
                        <a:pt x="117" y="261"/>
                        <a:pt x="117" y="261"/>
                      </a:cubicBezTo>
                      <a:cubicBezTo>
                        <a:pt x="117" y="261"/>
                        <a:pt x="116" y="261"/>
                        <a:pt x="116" y="261"/>
                      </a:cubicBezTo>
                      <a:cubicBezTo>
                        <a:pt x="116" y="261"/>
                        <a:pt x="116" y="261"/>
                        <a:pt x="116" y="261"/>
                      </a:cubicBezTo>
                      <a:cubicBezTo>
                        <a:pt x="116" y="261"/>
                        <a:pt x="117" y="260"/>
                        <a:pt x="117" y="260"/>
                      </a:cubicBezTo>
                      <a:cubicBezTo>
                        <a:pt x="117" y="260"/>
                        <a:pt x="117" y="259"/>
                        <a:pt x="117" y="259"/>
                      </a:cubicBezTo>
                      <a:cubicBezTo>
                        <a:pt x="117" y="259"/>
                        <a:pt x="118" y="259"/>
                        <a:pt x="118" y="259"/>
                      </a:cubicBezTo>
                      <a:cubicBezTo>
                        <a:pt x="118" y="259"/>
                        <a:pt x="118" y="258"/>
                        <a:pt x="118" y="258"/>
                      </a:cubicBezTo>
                      <a:cubicBezTo>
                        <a:pt x="118" y="257"/>
                        <a:pt x="119" y="257"/>
                        <a:pt x="119" y="257"/>
                      </a:cubicBezTo>
                      <a:cubicBezTo>
                        <a:pt x="119" y="257"/>
                        <a:pt x="119" y="257"/>
                        <a:pt x="120" y="257"/>
                      </a:cubicBezTo>
                      <a:cubicBezTo>
                        <a:pt x="120" y="256"/>
                        <a:pt x="120" y="256"/>
                        <a:pt x="121" y="256"/>
                      </a:cubicBezTo>
                      <a:cubicBezTo>
                        <a:pt x="121" y="255"/>
                        <a:pt x="122" y="254"/>
                        <a:pt x="122" y="254"/>
                      </a:cubicBezTo>
                      <a:cubicBezTo>
                        <a:pt x="122" y="254"/>
                        <a:pt x="122" y="253"/>
                        <a:pt x="123" y="253"/>
                      </a:cubicBezTo>
                      <a:cubicBezTo>
                        <a:pt x="123" y="252"/>
                        <a:pt x="123" y="252"/>
                        <a:pt x="124" y="252"/>
                      </a:cubicBezTo>
                      <a:cubicBezTo>
                        <a:pt x="124" y="252"/>
                        <a:pt x="124" y="252"/>
                        <a:pt x="124" y="252"/>
                      </a:cubicBezTo>
                      <a:cubicBezTo>
                        <a:pt x="124" y="252"/>
                        <a:pt x="124" y="251"/>
                        <a:pt x="124" y="251"/>
                      </a:cubicBezTo>
                      <a:cubicBezTo>
                        <a:pt x="124" y="251"/>
                        <a:pt x="125" y="250"/>
                        <a:pt x="125" y="250"/>
                      </a:cubicBezTo>
                      <a:cubicBezTo>
                        <a:pt x="125" y="250"/>
                        <a:pt x="126" y="249"/>
                        <a:pt x="126" y="249"/>
                      </a:cubicBezTo>
                      <a:cubicBezTo>
                        <a:pt x="126" y="249"/>
                        <a:pt x="127" y="248"/>
                        <a:pt x="127" y="248"/>
                      </a:cubicBezTo>
                      <a:cubicBezTo>
                        <a:pt x="127" y="248"/>
                        <a:pt x="127" y="247"/>
                        <a:pt x="128" y="247"/>
                      </a:cubicBezTo>
                      <a:cubicBezTo>
                        <a:pt x="128" y="247"/>
                        <a:pt x="128" y="247"/>
                        <a:pt x="128" y="246"/>
                      </a:cubicBezTo>
                      <a:cubicBezTo>
                        <a:pt x="128" y="246"/>
                        <a:pt x="128" y="246"/>
                        <a:pt x="128" y="246"/>
                      </a:cubicBezTo>
                      <a:cubicBezTo>
                        <a:pt x="128" y="246"/>
                        <a:pt x="129" y="246"/>
                        <a:pt x="129" y="246"/>
                      </a:cubicBezTo>
                      <a:cubicBezTo>
                        <a:pt x="129" y="246"/>
                        <a:pt x="129" y="246"/>
                        <a:pt x="129" y="246"/>
                      </a:cubicBezTo>
                      <a:cubicBezTo>
                        <a:pt x="130" y="246"/>
                        <a:pt x="130" y="245"/>
                        <a:pt x="130" y="245"/>
                      </a:cubicBezTo>
                      <a:cubicBezTo>
                        <a:pt x="129" y="245"/>
                        <a:pt x="129" y="245"/>
                        <a:pt x="129" y="245"/>
                      </a:cubicBezTo>
                      <a:cubicBezTo>
                        <a:pt x="129" y="245"/>
                        <a:pt x="129" y="244"/>
                        <a:pt x="129" y="244"/>
                      </a:cubicBezTo>
                      <a:cubicBezTo>
                        <a:pt x="130" y="244"/>
                        <a:pt x="130" y="244"/>
                        <a:pt x="130" y="244"/>
                      </a:cubicBezTo>
                      <a:cubicBezTo>
                        <a:pt x="130" y="244"/>
                        <a:pt x="131" y="244"/>
                        <a:pt x="131" y="244"/>
                      </a:cubicBezTo>
                      <a:cubicBezTo>
                        <a:pt x="131" y="244"/>
                        <a:pt x="132" y="243"/>
                        <a:pt x="132" y="243"/>
                      </a:cubicBezTo>
                      <a:cubicBezTo>
                        <a:pt x="132" y="242"/>
                        <a:pt x="133" y="242"/>
                        <a:pt x="133" y="242"/>
                      </a:cubicBezTo>
                      <a:cubicBezTo>
                        <a:pt x="133" y="242"/>
                        <a:pt x="134" y="242"/>
                        <a:pt x="134" y="242"/>
                      </a:cubicBezTo>
                      <a:cubicBezTo>
                        <a:pt x="134" y="242"/>
                        <a:pt x="134" y="241"/>
                        <a:pt x="134" y="241"/>
                      </a:cubicBezTo>
                      <a:cubicBezTo>
                        <a:pt x="134" y="241"/>
                        <a:pt x="135" y="241"/>
                        <a:pt x="135" y="241"/>
                      </a:cubicBezTo>
                      <a:cubicBezTo>
                        <a:pt x="135" y="241"/>
                        <a:pt x="135" y="240"/>
                        <a:pt x="135" y="240"/>
                      </a:cubicBezTo>
                      <a:cubicBezTo>
                        <a:pt x="135" y="240"/>
                        <a:pt x="135" y="239"/>
                        <a:pt x="135" y="239"/>
                      </a:cubicBezTo>
                      <a:cubicBezTo>
                        <a:pt x="135" y="239"/>
                        <a:pt x="136" y="239"/>
                        <a:pt x="136" y="239"/>
                      </a:cubicBezTo>
                      <a:cubicBezTo>
                        <a:pt x="136" y="239"/>
                        <a:pt x="136" y="239"/>
                        <a:pt x="136" y="239"/>
                      </a:cubicBezTo>
                      <a:cubicBezTo>
                        <a:pt x="137" y="239"/>
                        <a:pt x="137" y="239"/>
                        <a:pt x="137" y="239"/>
                      </a:cubicBezTo>
                      <a:cubicBezTo>
                        <a:pt x="137" y="239"/>
                        <a:pt x="137" y="238"/>
                        <a:pt x="137" y="238"/>
                      </a:cubicBezTo>
                      <a:cubicBezTo>
                        <a:pt x="137" y="238"/>
                        <a:pt x="138" y="239"/>
                        <a:pt x="138" y="239"/>
                      </a:cubicBezTo>
                      <a:cubicBezTo>
                        <a:pt x="138" y="239"/>
                        <a:pt x="138" y="238"/>
                        <a:pt x="138" y="238"/>
                      </a:cubicBezTo>
                      <a:cubicBezTo>
                        <a:pt x="138" y="238"/>
                        <a:pt x="139" y="238"/>
                        <a:pt x="139" y="238"/>
                      </a:cubicBezTo>
                      <a:cubicBezTo>
                        <a:pt x="139" y="238"/>
                        <a:pt x="139" y="238"/>
                        <a:pt x="139" y="238"/>
                      </a:cubicBezTo>
                      <a:cubicBezTo>
                        <a:pt x="139" y="238"/>
                        <a:pt x="139" y="238"/>
                        <a:pt x="140" y="238"/>
                      </a:cubicBezTo>
                      <a:cubicBezTo>
                        <a:pt x="140" y="238"/>
                        <a:pt x="140" y="237"/>
                        <a:pt x="140" y="237"/>
                      </a:cubicBezTo>
                      <a:cubicBezTo>
                        <a:pt x="140" y="237"/>
                        <a:pt x="141" y="237"/>
                        <a:pt x="141" y="237"/>
                      </a:cubicBezTo>
                      <a:cubicBezTo>
                        <a:pt x="141" y="237"/>
                        <a:pt x="141" y="237"/>
                        <a:pt x="141" y="237"/>
                      </a:cubicBezTo>
                      <a:cubicBezTo>
                        <a:pt x="141" y="237"/>
                        <a:pt x="141" y="236"/>
                        <a:pt x="141" y="236"/>
                      </a:cubicBezTo>
                      <a:cubicBezTo>
                        <a:pt x="141" y="236"/>
                        <a:pt x="142" y="236"/>
                        <a:pt x="143" y="236"/>
                      </a:cubicBezTo>
                      <a:cubicBezTo>
                        <a:pt x="143" y="236"/>
                        <a:pt x="143" y="236"/>
                        <a:pt x="143" y="236"/>
                      </a:cubicBezTo>
                      <a:cubicBezTo>
                        <a:pt x="143" y="236"/>
                        <a:pt x="143" y="235"/>
                        <a:pt x="143" y="235"/>
                      </a:cubicBezTo>
                      <a:cubicBezTo>
                        <a:pt x="143" y="235"/>
                        <a:pt x="144" y="235"/>
                        <a:pt x="144" y="235"/>
                      </a:cubicBezTo>
                      <a:cubicBezTo>
                        <a:pt x="144" y="235"/>
                        <a:pt x="144" y="234"/>
                        <a:pt x="144" y="234"/>
                      </a:cubicBezTo>
                      <a:cubicBezTo>
                        <a:pt x="144" y="234"/>
                        <a:pt x="143" y="233"/>
                        <a:pt x="143" y="233"/>
                      </a:cubicBezTo>
                      <a:cubicBezTo>
                        <a:pt x="143" y="233"/>
                        <a:pt x="143" y="233"/>
                        <a:pt x="143" y="233"/>
                      </a:cubicBezTo>
                      <a:cubicBezTo>
                        <a:pt x="143" y="233"/>
                        <a:pt x="143" y="232"/>
                        <a:pt x="143" y="232"/>
                      </a:cubicBezTo>
                      <a:cubicBezTo>
                        <a:pt x="143" y="232"/>
                        <a:pt x="143" y="231"/>
                        <a:pt x="143" y="231"/>
                      </a:cubicBezTo>
                      <a:cubicBezTo>
                        <a:pt x="143" y="231"/>
                        <a:pt x="144" y="231"/>
                        <a:pt x="144" y="230"/>
                      </a:cubicBezTo>
                      <a:cubicBezTo>
                        <a:pt x="144" y="230"/>
                        <a:pt x="144" y="230"/>
                        <a:pt x="144" y="230"/>
                      </a:cubicBezTo>
                      <a:cubicBezTo>
                        <a:pt x="144" y="230"/>
                        <a:pt x="144" y="229"/>
                        <a:pt x="144" y="229"/>
                      </a:cubicBezTo>
                      <a:cubicBezTo>
                        <a:pt x="144" y="229"/>
                        <a:pt x="143" y="228"/>
                        <a:pt x="143" y="228"/>
                      </a:cubicBezTo>
                      <a:cubicBezTo>
                        <a:pt x="143" y="228"/>
                        <a:pt x="143" y="227"/>
                        <a:pt x="143" y="227"/>
                      </a:cubicBezTo>
                      <a:cubicBezTo>
                        <a:pt x="142" y="227"/>
                        <a:pt x="142" y="226"/>
                        <a:pt x="142" y="226"/>
                      </a:cubicBezTo>
                      <a:cubicBezTo>
                        <a:pt x="142" y="226"/>
                        <a:pt x="142" y="225"/>
                        <a:pt x="142" y="225"/>
                      </a:cubicBezTo>
                      <a:cubicBezTo>
                        <a:pt x="142" y="224"/>
                        <a:pt x="142" y="224"/>
                        <a:pt x="142" y="224"/>
                      </a:cubicBezTo>
                      <a:cubicBezTo>
                        <a:pt x="142" y="224"/>
                        <a:pt x="142" y="224"/>
                        <a:pt x="141" y="224"/>
                      </a:cubicBezTo>
                      <a:cubicBezTo>
                        <a:pt x="141" y="224"/>
                        <a:pt x="141" y="224"/>
                        <a:pt x="141" y="224"/>
                      </a:cubicBezTo>
                      <a:cubicBezTo>
                        <a:pt x="141" y="224"/>
                        <a:pt x="141" y="223"/>
                        <a:pt x="141" y="223"/>
                      </a:cubicBezTo>
                      <a:cubicBezTo>
                        <a:pt x="141" y="223"/>
                        <a:pt x="140" y="223"/>
                        <a:pt x="140" y="223"/>
                      </a:cubicBezTo>
                      <a:cubicBezTo>
                        <a:pt x="140" y="224"/>
                        <a:pt x="140" y="224"/>
                        <a:pt x="140" y="224"/>
                      </a:cubicBezTo>
                      <a:cubicBezTo>
                        <a:pt x="139" y="224"/>
                        <a:pt x="139" y="224"/>
                        <a:pt x="139" y="224"/>
                      </a:cubicBezTo>
                      <a:cubicBezTo>
                        <a:pt x="138" y="225"/>
                        <a:pt x="138" y="225"/>
                        <a:pt x="138" y="225"/>
                      </a:cubicBezTo>
                      <a:cubicBezTo>
                        <a:pt x="138" y="224"/>
                        <a:pt x="138" y="224"/>
                        <a:pt x="138" y="224"/>
                      </a:cubicBezTo>
                      <a:cubicBezTo>
                        <a:pt x="137" y="224"/>
                        <a:pt x="137" y="224"/>
                        <a:pt x="137" y="224"/>
                      </a:cubicBezTo>
                      <a:cubicBezTo>
                        <a:pt x="137" y="222"/>
                        <a:pt x="137" y="222"/>
                        <a:pt x="137" y="222"/>
                      </a:cubicBezTo>
                      <a:cubicBezTo>
                        <a:pt x="137" y="222"/>
                        <a:pt x="138" y="222"/>
                        <a:pt x="138" y="222"/>
                      </a:cubicBezTo>
                      <a:cubicBezTo>
                        <a:pt x="138" y="222"/>
                        <a:pt x="138" y="221"/>
                        <a:pt x="138" y="221"/>
                      </a:cubicBezTo>
                      <a:cubicBezTo>
                        <a:pt x="138" y="221"/>
                        <a:pt x="138" y="220"/>
                        <a:pt x="138" y="220"/>
                      </a:cubicBezTo>
                      <a:cubicBezTo>
                        <a:pt x="138" y="220"/>
                        <a:pt x="138" y="219"/>
                        <a:pt x="138" y="219"/>
                      </a:cubicBezTo>
                      <a:cubicBezTo>
                        <a:pt x="138" y="219"/>
                        <a:pt x="139" y="216"/>
                        <a:pt x="139" y="215"/>
                      </a:cubicBezTo>
                      <a:cubicBezTo>
                        <a:pt x="139" y="215"/>
                        <a:pt x="140" y="214"/>
                        <a:pt x="140" y="214"/>
                      </a:cubicBezTo>
                      <a:cubicBezTo>
                        <a:pt x="140" y="214"/>
                        <a:pt x="139" y="214"/>
                        <a:pt x="139" y="213"/>
                      </a:cubicBezTo>
                      <a:cubicBezTo>
                        <a:pt x="139" y="213"/>
                        <a:pt x="139" y="213"/>
                        <a:pt x="139" y="213"/>
                      </a:cubicBezTo>
                      <a:cubicBezTo>
                        <a:pt x="139" y="213"/>
                        <a:pt x="139" y="212"/>
                        <a:pt x="139" y="212"/>
                      </a:cubicBezTo>
                      <a:cubicBezTo>
                        <a:pt x="139" y="212"/>
                        <a:pt x="139" y="212"/>
                        <a:pt x="139" y="212"/>
                      </a:cubicBezTo>
                      <a:cubicBezTo>
                        <a:pt x="139" y="212"/>
                        <a:pt x="137" y="210"/>
                        <a:pt x="137" y="210"/>
                      </a:cubicBezTo>
                      <a:cubicBezTo>
                        <a:pt x="134" y="211"/>
                        <a:pt x="134" y="211"/>
                        <a:pt x="134" y="211"/>
                      </a:cubicBezTo>
                      <a:cubicBezTo>
                        <a:pt x="131" y="211"/>
                        <a:pt x="131" y="211"/>
                        <a:pt x="131" y="211"/>
                      </a:cubicBezTo>
                      <a:cubicBezTo>
                        <a:pt x="131" y="211"/>
                        <a:pt x="131" y="210"/>
                        <a:pt x="131" y="210"/>
                      </a:cubicBezTo>
                      <a:cubicBezTo>
                        <a:pt x="131" y="210"/>
                        <a:pt x="131" y="209"/>
                        <a:pt x="131" y="209"/>
                      </a:cubicBezTo>
                      <a:cubicBezTo>
                        <a:pt x="131" y="209"/>
                        <a:pt x="131" y="209"/>
                        <a:pt x="131" y="209"/>
                      </a:cubicBezTo>
                      <a:cubicBezTo>
                        <a:pt x="131" y="205"/>
                        <a:pt x="131" y="205"/>
                        <a:pt x="131" y="205"/>
                      </a:cubicBezTo>
                      <a:cubicBezTo>
                        <a:pt x="131" y="205"/>
                        <a:pt x="130" y="205"/>
                        <a:pt x="130" y="205"/>
                      </a:cubicBezTo>
                      <a:cubicBezTo>
                        <a:pt x="130" y="205"/>
                        <a:pt x="130" y="205"/>
                        <a:pt x="130" y="205"/>
                      </a:cubicBezTo>
                      <a:cubicBezTo>
                        <a:pt x="130" y="203"/>
                        <a:pt x="130" y="203"/>
                        <a:pt x="130" y="203"/>
                      </a:cubicBezTo>
                      <a:cubicBezTo>
                        <a:pt x="130" y="203"/>
                        <a:pt x="130" y="203"/>
                        <a:pt x="130" y="203"/>
                      </a:cubicBezTo>
                      <a:cubicBezTo>
                        <a:pt x="130" y="203"/>
                        <a:pt x="130" y="202"/>
                        <a:pt x="130" y="202"/>
                      </a:cubicBezTo>
                      <a:cubicBezTo>
                        <a:pt x="130" y="202"/>
                        <a:pt x="130" y="202"/>
                        <a:pt x="130" y="202"/>
                      </a:cubicBezTo>
                      <a:cubicBezTo>
                        <a:pt x="130" y="202"/>
                        <a:pt x="130" y="201"/>
                        <a:pt x="130" y="201"/>
                      </a:cubicBezTo>
                      <a:cubicBezTo>
                        <a:pt x="129" y="200"/>
                        <a:pt x="129" y="200"/>
                        <a:pt x="129" y="200"/>
                      </a:cubicBezTo>
                      <a:cubicBezTo>
                        <a:pt x="129" y="199"/>
                        <a:pt x="129" y="199"/>
                        <a:pt x="129" y="199"/>
                      </a:cubicBezTo>
                      <a:cubicBezTo>
                        <a:pt x="128" y="198"/>
                        <a:pt x="128" y="198"/>
                        <a:pt x="128" y="198"/>
                      </a:cubicBezTo>
                      <a:cubicBezTo>
                        <a:pt x="126" y="198"/>
                        <a:pt x="126" y="198"/>
                        <a:pt x="126" y="198"/>
                      </a:cubicBezTo>
                      <a:cubicBezTo>
                        <a:pt x="125" y="198"/>
                        <a:pt x="125" y="198"/>
                        <a:pt x="125" y="198"/>
                      </a:cubicBezTo>
                      <a:cubicBezTo>
                        <a:pt x="125" y="197"/>
                        <a:pt x="125" y="197"/>
                        <a:pt x="125" y="197"/>
                      </a:cubicBezTo>
                      <a:cubicBezTo>
                        <a:pt x="124" y="197"/>
                        <a:pt x="124" y="197"/>
                        <a:pt x="124" y="197"/>
                      </a:cubicBezTo>
                      <a:cubicBezTo>
                        <a:pt x="123" y="198"/>
                        <a:pt x="123" y="198"/>
                        <a:pt x="123" y="198"/>
                      </a:cubicBezTo>
                      <a:cubicBezTo>
                        <a:pt x="123" y="198"/>
                        <a:pt x="122" y="198"/>
                        <a:pt x="122" y="198"/>
                      </a:cubicBezTo>
                      <a:cubicBezTo>
                        <a:pt x="122" y="198"/>
                        <a:pt x="122" y="198"/>
                        <a:pt x="122" y="198"/>
                      </a:cubicBezTo>
                      <a:cubicBezTo>
                        <a:pt x="120" y="198"/>
                        <a:pt x="120" y="198"/>
                        <a:pt x="120" y="198"/>
                      </a:cubicBezTo>
                      <a:cubicBezTo>
                        <a:pt x="117" y="198"/>
                        <a:pt x="117" y="198"/>
                        <a:pt x="117" y="198"/>
                      </a:cubicBezTo>
                      <a:cubicBezTo>
                        <a:pt x="116" y="198"/>
                        <a:pt x="116" y="198"/>
                        <a:pt x="116" y="198"/>
                      </a:cubicBezTo>
                      <a:cubicBezTo>
                        <a:pt x="116" y="197"/>
                        <a:pt x="116" y="197"/>
                        <a:pt x="116" y="197"/>
                      </a:cubicBezTo>
                      <a:cubicBezTo>
                        <a:pt x="116" y="197"/>
                        <a:pt x="116" y="197"/>
                        <a:pt x="116" y="197"/>
                      </a:cubicBezTo>
                      <a:cubicBezTo>
                        <a:pt x="115" y="197"/>
                        <a:pt x="115" y="197"/>
                        <a:pt x="115" y="197"/>
                      </a:cubicBezTo>
                      <a:cubicBezTo>
                        <a:pt x="114" y="197"/>
                        <a:pt x="114" y="197"/>
                        <a:pt x="114" y="197"/>
                      </a:cubicBezTo>
                      <a:cubicBezTo>
                        <a:pt x="114" y="197"/>
                        <a:pt x="113" y="196"/>
                        <a:pt x="113" y="196"/>
                      </a:cubicBezTo>
                      <a:cubicBezTo>
                        <a:pt x="113" y="196"/>
                        <a:pt x="114" y="196"/>
                        <a:pt x="114" y="195"/>
                      </a:cubicBezTo>
                      <a:cubicBezTo>
                        <a:pt x="114" y="195"/>
                        <a:pt x="114" y="195"/>
                        <a:pt x="114" y="195"/>
                      </a:cubicBezTo>
                      <a:cubicBezTo>
                        <a:pt x="114" y="195"/>
                        <a:pt x="113" y="195"/>
                        <a:pt x="113" y="195"/>
                      </a:cubicBezTo>
                      <a:cubicBezTo>
                        <a:pt x="113" y="195"/>
                        <a:pt x="114" y="195"/>
                        <a:pt x="114" y="194"/>
                      </a:cubicBezTo>
                      <a:cubicBezTo>
                        <a:pt x="114" y="194"/>
                        <a:pt x="114" y="194"/>
                        <a:pt x="114" y="194"/>
                      </a:cubicBezTo>
                      <a:cubicBezTo>
                        <a:pt x="114" y="193"/>
                        <a:pt x="114" y="193"/>
                        <a:pt x="114" y="193"/>
                      </a:cubicBezTo>
                      <a:cubicBezTo>
                        <a:pt x="114" y="193"/>
                        <a:pt x="114" y="193"/>
                        <a:pt x="113" y="192"/>
                      </a:cubicBezTo>
                      <a:cubicBezTo>
                        <a:pt x="113" y="192"/>
                        <a:pt x="114" y="192"/>
                        <a:pt x="114" y="192"/>
                      </a:cubicBezTo>
                      <a:cubicBezTo>
                        <a:pt x="114" y="192"/>
                        <a:pt x="114" y="191"/>
                        <a:pt x="114" y="191"/>
                      </a:cubicBezTo>
                      <a:cubicBezTo>
                        <a:pt x="114" y="191"/>
                        <a:pt x="114" y="191"/>
                        <a:pt x="114" y="191"/>
                      </a:cubicBezTo>
                      <a:cubicBezTo>
                        <a:pt x="114" y="191"/>
                        <a:pt x="114" y="190"/>
                        <a:pt x="114" y="190"/>
                      </a:cubicBezTo>
                      <a:cubicBezTo>
                        <a:pt x="114" y="190"/>
                        <a:pt x="115" y="188"/>
                        <a:pt x="115" y="188"/>
                      </a:cubicBezTo>
                      <a:cubicBezTo>
                        <a:pt x="115" y="188"/>
                        <a:pt x="114" y="188"/>
                        <a:pt x="114" y="188"/>
                      </a:cubicBezTo>
                      <a:cubicBezTo>
                        <a:pt x="114" y="188"/>
                        <a:pt x="114" y="188"/>
                        <a:pt x="114" y="187"/>
                      </a:cubicBezTo>
                      <a:cubicBezTo>
                        <a:pt x="114" y="187"/>
                        <a:pt x="114" y="187"/>
                        <a:pt x="114" y="187"/>
                      </a:cubicBezTo>
                      <a:cubicBezTo>
                        <a:pt x="114" y="187"/>
                        <a:pt x="114" y="187"/>
                        <a:pt x="114" y="187"/>
                      </a:cubicBezTo>
                      <a:cubicBezTo>
                        <a:pt x="114" y="186"/>
                        <a:pt x="114" y="186"/>
                        <a:pt x="114" y="186"/>
                      </a:cubicBezTo>
                      <a:cubicBezTo>
                        <a:pt x="114" y="186"/>
                        <a:pt x="113" y="186"/>
                        <a:pt x="113" y="186"/>
                      </a:cubicBezTo>
                      <a:cubicBezTo>
                        <a:pt x="113" y="184"/>
                        <a:pt x="113" y="184"/>
                        <a:pt x="113" y="184"/>
                      </a:cubicBezTo>
                      <a:cubicBezTo>
                        <a:pt x="112" y="182"/>
                        <a:pt x="112" y="182"/>
                        <a:pt x="112" y="182"/>
                      </a:cubicBezTo>
                      <a:cubicBezTo>
                        <a:pt x="112" y="182"/>
                        <a:pt x="112" y="182"/>
                        <a:pt x="112" y="182"/>
                      </a:cubicBezTo>
                      <a:cubicBezTo>
                        <a:pt x="114" y="181"/>
                        <a:pt x="114" y="181"/>
                        <a:pt x="114" y="181"/>
                      </a:cubicBezTo>
                      <a:cubicBezTo>
                        <a:pt x="112" y="179"/>
                        <a:pt x="112" y="179"/>
                        <a:pt x="112" y="179"/>
                      </a:cubicBezTo>
                      <a:cubicBezTo>
                        <a:pt x="115" y="174"/>
                        <a:pt x="115" y="174"/>
                        <a:pt x="115" y="174"/>
                      </a:cubicBezTo>
                      <a:cubicBezTo>
                        <a:pt x="115" y="174"/>
                        <a:pt x="115" y="173"/>
                        <a:pt x="115" y="173"/>
                      </a:cubicBezTo>
                      <a:cubicBezTo>
                        <a:pt x="115" y="173"/>
                        <a:pt x="115" y="173"/>
                        <a:pt x="115" y="172"/>
                      </a:cubicBezTo>
                      <a:cubicBezTo>
                        <a:pt x="115" y="172"/>
                        <a:pt x="115" y="172"/>
                        <a:pt x="115" y="172"/>
                      </a:cubicBezTo>
                      <a:cubicBezTo>
                        <a:pt x="115" y="172"/>
                        <a:pt x="115" y="171"/>
                        <a:pt x="115" y="171"/>
                      </a:cubicBezTo>
                      <a:cubicBezTo>
                        <a:pt x="115" y="171"/>
                        <a:pt x="116" y="169"/>
                        <a:pt x="116" y="169"/>
                      </a:cubicBezTo>
                      <a:cubicBezTo>
                        <a:pt x="116" y="169"/>
                        <a:pt x="116" y="168"/>
                        <a:pt x="116" y="168"/>
                      </a:cubicBezTo>
                      <a:cubicBezTo>
                        <a:pt x="117" y="168"/>
                        <a:pt x="117" y="168"/>
                        <a:pt x="117" y="168"/>
                      </a:cubicBezTo>
                      <a:cubicBezTo>
                        <a:pt x="117" y="168"/>
                        <a:pt x="115" y="165"/>
                        <a:pt x="115" y="165"/>
                      </a:cubicBezTo>
                      <a:cubicBezTo>
                        <a:pt x="115" y="165"/>
                        <a:pt x="115" y="163"/>
                        <a:pt x="115" y="163"/>
                      </a:cubicBezTo>
                      <a:cubicBezTo>
                        <a:pt x="114" y="162"/>
                        <a:pt x="114" y="162"/>
                        <a:pt x="114" y="162"/>
                      </a:cubicBezTo>
                      <a:cubicBezTo>
                        <a:pt x="114" y="162"/>
                        <a:pt x="114" y="162"/>
                        <a:pt x="113" y="162"/>
                      </a:cubicBezTo>
                      <a:cubicBezTo>
                        <a:pt x="113" y="162"/>
                        <a:pt x="113" y="162"/>
                        <a:pt x="113" y="162"/>
                      </a:cubicBezTo>
                      <a:cubicBezTo>
                        <a:pt x="113" y="162"/>
                        <a:pt x="110" y="160"/>
                        <a:pt x="110" y="160"/>
                      </a:cubicBezTo>
                      <a:cubicBezTo>
                        <a:pt x="110" y="160"/>
                        <a:pt x="110" y="159"/>
                        <a:pt x="110" y="159"/>
                      </a:cubicBezTo>
                      <a:cubicBezTo>
                        <a:pt x="110" y="159"/>
                        <a:pt x="110" y="158"/>
                        <a:pt x="110" y="158"/>
                      </a:cubicBezTo>
                      <a:cubicBezTo>
                        <a:pt x="110" y="158"/>
                        <a:pt x="110" y="157"/>
                        <a:pt x="110" y="157"/>
                      </a:cubicBezTo>
                      <a:cubicBezTo>
                        <a:pt x="110" y="157"/>
                        <a:pt x="110" y="156"/>
                        <a:pt x="110" y="155"/>
                      </a:cubicBezTo>
                      <a:cubicBezTo>
                        <a:pt x="110" y="155"/>
                        <a:pt x="111" y="153"/>
                        <a:pt x="111" y="153"/>
                      </a:cubicBezTo>
                      <a:cubicBezTo>
                        <a:pt x="111" y="153"/>
                        <a:pt x="111" y="153"/>
                        <a:pt x="111" y="153"/>
                      </a:cubicBezTo>
                      <a:cubicBezTo>
                        <a:pt x="110" y="154"/>
                        <a:pt x="110" y="154"/>
                        <a:pt x="110" y="154"/>
                      </a:cubicBezTo>
                      <a:cubicBezTo>
                        <a:pt x="98" y="153"/>
                        <a:pt x="98" y="153"/>
                        <a:pt x="98" y="153"/>
                      </a:cubicBezTo>
                      <a:cubicBezTo>
                        <a:pt x="97" y="147"/>
                        <a:pt x="97" y="147"/>
                        <a:pt x="97" y="147"/>
                      </a:cubicBezTo>
                      <a:cubicBezTo>
                        <a:pt x="95" y="145"/>
                        <a:pt x="95" y="145"/>
                        <a:pt x="95" y="145"/>
                      </a:cubicBezTo>
                      <a:cubicBezTo>
                        <a:pt x="97" y="145"/>
                        <a:pt x="97" y="145"/>
                        <a:pt x="97" y="145"/>
                      </a:cubicBezTo>
                      <a:cubicBezTo>
                        <a:pt x="97" y="141"/>
                        <a:pt x="97" y="141"/>
                        <a:pt x="97" y="141"/>
                      </a:cubicBezTo>
                      <a:cubicBezTo>
                        <a:pt x="97" y="141"/>
                        <a:pt x="97" y="141"/>
                        <a:pt x="97" y="141"/>
                      </a:cubicBezTo>
                      <a:cubicBezTo>
                        <a:pt x="96" y="138"/>
                        <a:pt x="96" y="138"/>
                        <a:pt x="96" y="138"/>
                      </a:cubicBezTo>
                      <a:cubicBezTo>
                        <a:pt x="96" y="138"/>
                        <a:pt x="96" y="138"/>
                        <a:pt x="96" y="138"/>
                      </a:cubicBezTo>
                      <a:cubicBezTo>
                        <a:pt x="96" y="138"/>
                        <a:pt x="96" y="137"/>
                        <a:pt x="96" y="137"/>
                      </a:cubicBezTo>
                      <a:cubicBezTo>
                        <a:pt x="96" y="137"/>
                        <a:pt x="96" y="137"/>
                        <a:pt x="96" y="137"/>
                      </a:cubicBezTo>
                      <a:cubicBezTo>
                        <a:pt x="96" y="136"/>
                        <a:pt x="96" y="136"/>
                        <a:pt x="96" y="136"/>
                      </a:cubicBezTo>
                      <a:cubicBezTo>
                        <a:pt x="96" y="136"/>
                        <a:pt x="96" y="135"/>
                        <a:pt x="96" y="135"/>
                      </a:cubicBezTo>
                      <a:cubicBezTo>
                        <a:pt x="96" y="135"/>
                        <a:pt x="95" y="135"/>
                        <a:pt x="95" y="135"/>
                      </a:cubicBezTo>
                      <a:cubicBezTo>
                        <a:pt x="95" y="135"/>
                        <a:pt x="94" y="135"/>
                        <a:pt x="94" y="135"/>
                      </a:cubicBezTo>
                      <a:cubicBezTo>
                        <a:pt x="94" y="134"/>
                        <a:pt x="94" y="134"/>
                        <a:pt x="93" y="134"/>
                      </a:cubicBezTo>
                      <a:cubicBezTo>
                        <a:pt x="93" y="134"/>
                        <a:pt x="92" y="133"/>
                        <a:pt x="92" y="133"/>
                      </a:cubicBezTo>
                      <a:cubicBezTo>
                        <a:pt x="91" y="133"/>
                        <a:pt x="91" y="133"/>
                        <a:pt x="91" y="133"/>
                      </a:cubicBezTo>
                      <a:cubicBezTo>
                        <a:pt x="91" y="133"/>
                        <a:pt x="91" y="133"/>
                        <a:pt x="91" y="133"/>
                      </a:cubicBezTo>
                      <a:cubicBezTo>
                        <a:pt x="91" y="133"/>
                        <a:pt x="90" y="133"/>
                        <a:pt x="90" y="133"/>
                      </a:cubicBezTo>
                      <a:cubicBezTo>
                        <a:pt x="90" y="133"/>
                        <a:pt x="90" y="133"/>
                        <a:pt x="90" y="133"/>
                      </a:cubicBezTo>
                      <a:cubicBezTo>
                        <a:pt x="90" y="133"/>
                        <a:pt x="89" y="133"/>
                        <a:pt x="89" y="133"/>
                      </a:cubicBezTo>
                      <a:cubicBezTo>
                        <a:pt x="89" y="133"/>
                        <a:pt x="89" y="134"/>
                        <a:pt x="89" y="134"/>
                      </a:cubicBezTo>
                      <a:cubicBezTo>
                        <a:pt x="89" y="134"/>
                        <a:pt x="88" y="133"/>
                        <a:pt x="88" y="133"/>
                      </a:cubicBezTo>
                      <a:cubicBezTo>
                        <a:pt x="88" y="133"/>
                        <a:pt x="88" y="133"/>
                        <a:pt x="87" y="133"/>
                      </a:cubicBezTo>
                      <a:cubicBezTo>
                        <a:pt x="87" y="133"/>
                        <a:pt x="86" y="133"/>
                        <a:pt x="86" y="133"/>
                      </a:cubicBezTo>
                      <a:cubicBezTo>
                        <a:pt x="86" y="133"/>
                        <a:pt x="86" y="133"/>
                        <a:pt x="86" y="133"/>
                      </a:cubicBezTo>
                      <a:cubicBezTo>
                        <a:pt x="86" y="133"/>
                        <a:pt x="86" y="132"/>
                        <a:pt x="86" y="132"/>
                      </a:cubicBezTo>
                      <a:cubicBezTo>
                        <a:pt x="84" y="131"/>
                        <a:pt x="84" y="131"/>
                        <a:pt x="84" y="131"/>
                      </a:cubicBezTo>
                      <a:cubicBezTo>
                        <a:pt x="84" y="131"/>
                        <a:pt x="84" y="130"/>
                        <a:pt x="84" y="130"/>
                      </a:cubicBezTo>
                      <a:cubicBezTo>
                        <a:pt x="84" y="130"/>
                        <a:pt x="83" y="130"/>
                        <a:pt x="83" y="130"/>
                      </a:cubicBezTo>
                      <a:cubicBezTo>
                        <a:pt x="83" y="130"/>
                        <a:pt x="83" y="131"/>
                        <a:pt x="82" y="131"/>
                      </a:cubicBezTo>
                      <a:cubicBezTo>
                        <a:pt x="82" y="131"/>
                        <a:pt x="82" y="130"/>
                        <a:pt x="82" y="130"/>
                      </a:cubicBezTo>
                      <a:cubicBezTo>
                        <a:pt x="81" y="130"/>
                        <a:pt x="81" y="129"/>
                        <a:pt x="81" y="129"/>
                      </a:cubicBezTo>
                      <a:cubicBezTo>
                        <a:pt x="81" y="129"/>
                        <a:pt x="80" y="129"/>
                        <a:pt x="80" y="129"/>
                      </a:cubicBezTo>
                      <a:cubicBezTo>
                        <a:pt x="80" y="130"/>
                        <a:pt x="79" y="129"/>
                        <a:pt x="79" y="129"/>
                      </a:cubicBezTo>
                      <a:cubicBezTo>
                        <a:pt x="79" y="129"/>
                        <a:pt x="79" y="128"/>
                        <a:pt x="79" y="128"/>
                      </a:cubicBezTo>
                      <a:cubicBezTo>
                        <a:pt x="78" y="128"/>
                        <a:pt x="78" y="128"/>
                        <a:pt x="78" y="128"/>
                      </a:cubicBezTo>
                      <a:cubicBezTo>
                        <a:pt x="78" y="128"/>
                        <a:pt x="78" y="127"/>
                        <a:pt x="77" y="127"/>
                      </a:cubicBezTo>
                      <a:cubicBezTo>
                        <a:pt x="77" y="127"/>
                        <a:pt x="77" y="127"/>
                        <a:pt x="77" y="127"/>
                      </a:cubicBezTo>
                      <a:cubicBezTo>
                        <a:pt x="77" y="127"/>
                        <a:pt x="77" y="127"/>
                        <a:pt x="76" y="127"/>
                      </a:cubicBezTo>
                      <a:cubicBezTo>
                        <a:pt x="76" y="127"/>
                        <a:pt x="76" y="127"/>
                        <a:pt x="76" y="127"/>
                      </a:cubicBezTo>
                      <a:cubicBezTo>
                        <a:pt x="75" y="127"/>
                        <a:pt x="75" y="127"/>
                        <a:pt x="75" y="127"/>
                      </a:cubicBezTo>
                      <a:cubicBezTo>
                        <a:pt x="75" y="126"/>
                        <a:pt x="73" y="125"/>
                        <a:pt x="73" y="125"/>
                      </a:cubicBezTo>
                      <a:cubicBezTo>
                        <a:pt x="71" y="126"/>
                        <a:pt x="71" y="126"/>
                        <a:pt x="71" y="126"/>
                      </a:cubicBezTo>
                      <a:cubicBezTo>
                        <a:pt x="71" y="126"/>
                        <a:pt x="70" y="126"/>
                        <a:pt x="70" y="126"/>
                      </a:cubicBezTo>
                      <a:cubicBezTo>
                        <a:pt x="70" y="126"/>
                        <a:pt x="68" y="125"/>
                        <a:pt x="68" y="125"/>
                      </a:cubicBezTo>
                      <a:cubicBezTo>
                        <a:pt x="68" y="125"/>
                        <a:pt x="67" y="125"/>
                        <a:pt x="67" y="125"/>
                      </a:cubicBezTo>
                      <a:cubicBezTo>
                        <a:pt x="67" y="125"/>
                        <a:pt x="68" y="124"/>
                        <a:pt x="67" y="124"/>
                      </a:cubicBezTo>
                      <a:cubicBezTo>
                        <a:pt x="67" y="124"/>
                        <a:pt x="67" y="124"/>
                        <a:pt x="66" y="123"/>
                      </a:cubicBezTo>
                      <a:cubicBezTo>
                        <a:pt x="66" y="123"/>
                        <a:pt x="66" y="123"/>
                        <a:pt x="66" y="123"/>
                      </a:cubicBezTo>
                      <a:cubicBezTo>
                        <a:pt x="66" y="123"/>
                        <a:pt x="65" y="123"/>
                        <a:pt x="65" y="123"/>
                      </a:cubicBezTo>
                      <a:cubicBezTo>
                        <a:pt x="65" y="123"/>
                        <a:pt x="65" y="122"/>
                        <a:pt x="65" y="122"/>
                      </a:cubicBezTo>
                      <a:cubicBezTo>
                        <a:pt x="65" y="122"/>
                        <a:pt x="64" y="122"/>
                        <a:pt x="64" y="122"/>
                      </a:cubicBezTo>
                      <a:cubicBezTo>
                        <a:pt x="64" y="122"/>
                        <a:pt x="64" y="122"/>
                        <a:pt x="64" y="121"/>
                      </a:cubicBezTo>
                      <a:cubicBezTo>
                        <a:pt x="63" y="121"/>
                        <a:pt x="63" y="121"/>
                        <a:pt x="63" y="120"/>
                      </a:cubicBezTo>
                      <a:cubicBezTo>
                        <a:pt x="63" y="120"/>
                        <a:pt x="62" y="120"/>
                        <a:pt x="62" y="120"/>
                      </a:cubicBezTo>
                      <a:cubicBezTo>
                        <a:pt x="62" y="120"/>
                        <a:pt x="62" y="119"/>
                        <a:pt x="62" y="119"/>
                      </a:cubicBezTo>
                      <a:cubicBezTo>
                        <a:pt x="62" y="119"/>
                        <a:pt x="62" y="119"/>
                        <a:pt x="62" y="119"/>
                      </a:cubicBezTo>
                      <a:cubicBezTo>
                        <a:pt x="62" y="119"/>
                        <a:pt x="62" y="119"/>
                        <a:pt x="62" y="119"/>
                      </a:cubicBezTo>
                      <a:cubicBezTo>
                        <a:pt x="62" y="119"/>
                        <a:pt x="62" y="118"/>
                        <a:pt x="62" y="118"/>
                      </a:cubicBezTo>
                      <a:cubicBezTo>
                        <a:pt x="62" y="117"/>
                        <a:pt x="61" y="116"/>
                        <a:pt x="61" y="116"/>
                      </a:cubicBezTo>
                      <a:cubicBezTo>
                        <a:pt x="61" y="116"/>
                        <a:pt x="62" y="116"/>
                        <a:pt x="62" y="115"/>
                      </a:cubicBezTo>
                      <a:cubicBezTo>
                        <a:pt x="62" y="115"/>
                        <a:pt x="62" y="115"/>
                        <a:pt x="62" y="115"/>
                      </a:cubicBezTo>
                      <a:cubicBezTo>
                        <a:pt x="62" y="114"/>
                        <a:pt x="62" y="114"/>
                        <a:pt x="62" y="114"/>
                      </a:cubicBezTo>
                      <a:cubicBezTo>
                        <a:pt x="61" y="113"/>
                        <a:pt x="61" y="113"/>
                        <a:pt x="61" y="112"/>
                      </a:cubicBezTo>
                      <a:cubicBezTo>
                        <a:pt x="61" y="112"/>
                        <a:pt x="61" y="111"/>
                        <a:pt x="61" y="111"/>
                      </a:cubicBezTo>
                      <a:cubicBezTo>
                        <a:pt x="61" y="111"/>
                        <a:pt x="61" y="111"/>
                        <a:pt x="61" y="111"/>
                      </a:cubicBezTo>
                      <a:cubicBezTo>
                        <a:pt x="61" y="111"/>
                        <a:pt x="62" y="110"/>
                        <a:pt x="62" y="110"/>
                      </a:cubicBezTo>
                      <a:cubicBezTo>
                        <a:pt x="62" y="107"/>
                        <a:pt x="62" y="107"/>
                        <a:pt x="62" y="107"/>
                      </a:cubicBezTo>
                      <a:cubicBezTo>
                        <a:pt x="62" y="107"/>
                        <a:pt x="61" y="106"/>
                        <a:pt x="61" y="106"/>
                      </a:cubicBezTo>
                      <a:cubicBezTo>
                        <a:pt x="61" y="106"/>
                        <a:pt x="61" y="106"/>
                        <a:pt x="61" y="106"/>
                      </a:cubicBezTo>
                      <a:cubicBezTo>
                        <a:pt x="60" y="106"/>
                        <a:pt x="60" y="106"/>
                        <a:pt x="60" y="106"/>
                      </a:cubicBezTo>
                      <a:cubicBezTo>
                        <a:pt x="60" y="106"/>
                        <a:pt x="60" y="107"/>
                        <a:pt x="60" y="107"/>
                      </a:cubicBezTo>
                      <a:cubicBezTo>
                        <a:pt x="60" y="107"/>
                        <a:pt x="60" y="107"/>
                        <a:pt x="59" y="106"/>
                      </a:cubicBezTo>
                      <a:cubicBezTo>
                        <a:pt x="59" y="106"/>
                        <a:pt x="59" y="106"/>
                        <a:pt x="59" y="106"/>
                      </a:cubicBezTo>
                      <a:cubicBezTo>
                        <a:pt x="59" y="106"/>
                        <a:pt x="58" y="106"/>
                        <a:pt x="58" y="106"/>
                      </a:cubicBezTo>
                      <a:cubicBezTo>
                        <a:pt x="58" y="106"/>
                        <a:pt x="58" y="107"/>
                        <a:pt x="58" y="106"/>
                      </a:cubicBezTo>
                      <a:cubicBezTo>
                        <a:pt x="58" y="106"/>
                        <a:pt x="57" y="106"/>
                        <a:pt x="57" y="106"/>
                      </a:cubicBezTo>
                      <a:cubicBezTo>
                        <a:pt x="57" y="106"/>
                        <a:pt x="57" y="106"/>
                        <a:pt x="57" y="106"/>
                      </a:cubicBezTo>
                      <a:cubicBezTo>
                        <a:pt x="56" y="106"/>
                        <a:pt x="55" y="106"/>
                        <a:pt x="55" y="106"/>
                      </a:cubicBezTo>
                      <a:cubicBezTo>
                        <a:pt x="55" y="106"/>
                        <a:pt x="54" y="107"/>
                        <a:pt x="54" y="107"/>
                      </a:cubicBezTo>
                      <a:cubicBezTo>
                        <a:pt x="54" y="107"/>
                        <a:pt x="52" y="107"/>
                        <a:pt x="52" y="107"/>
                      </a:cubicBezTo>
                      <a:cubicBezTo>
                        <a:pt x="52" y="107"/>
                        <a:pt x="50" y="110"/>
                        <a:pt x="50" y="110"/>
                      </a:cubicBezTo>
                      <a:cubicBezTo>
                        <a:pt x="50" y="110"/>
                        <a:pt x="49" y="110"/>
                        <a:pt x="49" y="110"/>
                      </a:cubicBezTo>
                      <a:cubicBezTo>
                        <a:pt x="49" y="110"/>
                        <a:pt x="48" y="110"/>
                        <a:pt x="48" y="110"/>
                      </a:cubicBezTo>
                      <a:cubicBezTo>
                        <a:pt x="48" y="110"/>
                        <a:pt x="48" y="110"/>
                        <a:pt x="48" y="110"/>
                      </a:cubicBezTo>
                      <a:cubicBezTo>
                        <a:pt x="47" y="111"/>
                        <a:pt x="47" y="111"/>
                        <a:pt x="47" y="111"/>
                      </a:cubicBezTo>
                      <a:cubicBezTo>
                        <a:pt x="47" y="111"/>
                        <a:pt x="45" y="112"/>
                        <a:pt x="45" y="112"/>
                      </a:cubicBezTo>
                      <a:cubicBezTo>
                        <a:pt x="45" y="112"/>
                        <a:pt x="45" y="113"/>
                        <a:pt x="45" y="113"/>
                      </a:cubicBezTo>
                      <a:cubicBezTo>
                        <a:pt x="45" y="113"/>
                        <a:pt x="44" y="113"/>
                        <a:pt x="44" y="113"/>
                      </a:cubicBezTo>
                      <a:cubicBezTo>
                        <a:pt x="44" y="113"/>
                        <a:pt x="44" y="112"/>
                        <a:pt x="44" y="112"/>
                      </a:cubicBezTo>
                      <a:cubicBezTo>
                        <a:pt x="42" y="112"/>
                        <a:pt x="42" y="112"/>
                        <a:pt x="42" y="112"/>
                      </a:cubicBezTo>
                      <a:cubicBezTo>
                        <a:pt x="41" y="115"/>
                        <a:pt x="41" y="115"/>
                        <a:pt x="41" y="115"/>
                      </a:cubicBezTo>
                      <a:cubicBezTo>
                        <a:pt x="39" y="116"/>
                        <a:pt x="39" y="116"/>
                        <a:pt x="39" y="116"/>
                      </a:cubicBezTo>
                      <a:cubicBezTo>
                        <a:pt x="39" y="116"/>
                        <a:pt x="38" y="116"/>
                        <a:pt x="38" y="116"/>
                      </a:cubicBezTo>
                      <a:cubicBezTo>
                        <a:pt x="38" y="116"/>
                        <a:pt x="37" y="116"/>
                        <a:pt x="37" y="116"/>
                      </a:cubicBezTo>
                      <a:cubicBezTo>
                        <a:pt x="37" y="115"/>
                        <a:pt x="37" y="115"/>
                        <a:pt x="37" y="115"/>
                      </a:cubicBezTo>
                      <a:cubicBezTo>
                        <a:pt x="37" y="115"/>
                        <a:pt x="36" y="115"/>
                        <a:pt x="36" y="115"/>
                      </a:cubicBezTo>
                      <a:cubicBezTo>
                        <a:pt x="35" y="115"/>
                        <a:pt x="34" y="115"/>
                        <a:pt x="33" y="115"/>
                      </a:cubicBezTo>
                      <a:cubicBezTo>
                        <a:pt x="33" y="115"/>
                        <a:pt x="32" y="114"/>
                        <a:pt x="32" y="114"/>
                      </a:cubicBezTo>
                      <a:cubicBezTo>
                        <a:pt x="29" y="114"/>
                        <a:pt x="29" y="114"/>
                        <a:pt x="29" y="114"/>
                      </a:cubicBezTo>
                      <a:cubicBezTo>
                        <a:pt x="27" y="115"/>
                        <a:pt x="27" y="115"/>
                        <a:pt x="27" y="115"/>
                      </a:cubicBezTo>
                      <a:cubicBezTo>
                        <a:pt x="26" y="115"/>
                        <a:pt x="26" y="115"/>
                        <a:pt x="26" y="115"/>
                      </a:cubicBezTo>
                      <a:cubicBezTo>
                        <a:pt x="25" y="115"/>
                        <a:pt x="25" y="115"/>
                        <a:pt x="25" y="115"/>
                      </a:cubicBezTo>
                      <a:cubicBezTo>
                        <a:pt x="24" y="115"/>
                        <a:pt x="24" y="115"/>
                        <a:pt x="24" y="115"/>
                      </a:cubicBezTo>
                      <a:cubicBezTo>
                        <a:pt x="24" y="106"/>
                        <a:pt x="24" y="106"/>
                        <a:pt x="24" y="106"/>
                      </a:cubicBezTo>
                      <a:cubicBezTo>
                        <a:pt x="25" y="106"/>
                        <a:pt x="25" y="106"/>
                        <a:pt x="25" y="106"/>
                      </a:cubicBezTo>
                      <a:cubicBezTo>
                        <a:pt x="25" y="106"/>
                        <a:pt x="25" y="105"/>
                        <a:pt x="25" y="105"/>
                      </a:cubicBezTo>
                      <a:cubicBezTo>
                        <a:pt x="25" y="105"/>
                        <a:pt x="24" y="105"/>
                        <a:pt x="24" y="105"/>
                      </a:cubicBezTo>
                      <a:cubicBezTo>
                        <a:pt x="24" y="105"/>
                        <a:pt x="24" y="105"/>
                        <a:pt x="24" y="105"/>
                      </a:cubicBezTo>
                      <a:cubicBezTo>
                        <a:pt x="25" y="104"/>
                        <a:pt x="25" y="104"/>
                        <a:pt x="25" y="104"/>
                      </a:cubicBezTo>
                      <a:cubicBezTo>
                        <a:pt x="24" y="104"/>
                        <a:pt x="24" y="104"/>
                        <a:pt x="24" y="104"/>
                      </a:cubicBezTo>
                      <a:cubicBezTo>
                        <a:pt x="20" y="108"/>
                        <a:pt x="20" y="108"/>
                        <a:pt x="20" y="108"/>
                      </a:cubicBezTo>
                      <a:cubicBezTo>
                        <a:pt x="13" y="108"/>
                        <a:pt x="13" y="108"/>
                        <a:pt x="13" y="108"/>
                      </a:cubicBezTo>
                      <a:cubicBezTo>
                        <a:pt x="13" y="107"/>
                        <a:pt x="13" y="107"/>
                        <a:pt x="13" y="107"/>
                      </a:cubicBezTo>
                      <a:cubicBezTo>
                        <a:pt x="14" y="107"/>
                        <a:pt x="14" y="107"/>
                        <a:pt x="14" y="107"/>
                      </a:cubicBezTo>
                      <a:cubicBezTo>
                        <a:pt x="14" y="106"/>
                        <a:pt x="14" y="106"/>
                        <a:pt x="14" y="106"/>
                      </a:cubicBezTo>
                      <a:cubicBezTo>
                        <a:pt x="13" y="106"/>
                        <a:pt x="13" y="106"/>
                        <a:pt x="13" y="106"/>
                      </a:cubicBezTo>
                      <a:cubicBezTo>
                        <a:pt x="13" y="105"/>
                        <a:pt x="13" y="105"/>
                        <a:pt x="13" y="105"/>
                      </a:cubicBezTo>
                      <a:cubicBezTo>
                        <a:pt x="10" y="104"/>
                        <a:pt x="10" y="104"/>
                        <a:pt x="10" y="104"/>
                      </a:cubicBezTo>
                      <a:cubicBezTo>
                        <a:pt x="6" y="104"/>
                        <a:pt x="6" y="104"/>
                        <a:pt x="6" y="104"/>
                      </a:cubicBezTo>
                      <a:cubicBezTo>
                        <a:pt x="8" y="102"/>
                        <a:pt x="8" y="102"/>
                        <a:pt x="8" y="102"/>
                      </a:cubicBezTo>
                      <a:cubicBezTo>
                        <a:pt x="8" y="101"/>
                        <a:pt x="8" y="101"/>
                        <a:pt x="8" y="101"/>
                      </a:cubicBezTo>
                      <a:cubicBezTo>
                        <a:pt x="7" y="100"/>
                        <a:pt x="7" y="100"/>
                        <a:pt x="7" y="100"/>
                      </a:cubicBezTo>
                      <a:cubicBezTo>
                        <a:pt x="6" y="98"/>
                        <a:pt x="6" y="98"/>
                        <a:pt x="6" y="98"/>
                      </a:cubicBezTo>
                      <a:cubicBezTo>
                        <a:pt x="5" y="98"/>
                        <a:pt x="5" y="98"/>
                        <a:pt x="5" y="98"/>
                      </a:cubicBezTo>
                      <a:cubicBezTo>
                        <a:pt x="5" y="97"/>
                        <a:pt x="5" y="97"/>
                        <a:pt x="5" y="97"/>
                      </a:cubicBezTo>
                      <a:cubicBezTo>
                        <a:pt x="4" y="96"/>
                        <a:pt x="4" y="96"/>
                        <a:pt x="4" y="96"/>
                      </a:cubicBezTo>
                      <a:cubicBezTo>
                        <a:pt x="4" y="96"/>
                        <a:pt x="4" y="96"/>
                        <a:pt x="4" y="96"/>
                      </a:cubicBezTo>
                      <a:cubicBezTo>
                        <a:pt x="3" y="95"/>
                        <a:pt x="3" y="95"/>
                        <a:pt x="3" y="95"/>
                      </a:cubicBezTo>
                      <a:cubicBezTo>
                        <a:pt x="3" y="95"/>
                        <a:pt x="3" y="95"/>
                        <a:pt x="3" y="95"/>
                      </a:cubicBezTo>
                      <a:cubicBezTo>
                        <a:pt x="3" y="95"/>
                        <a:pt x="3" y="94"/>
                        <a:pt x="3" y="94"/>
                      </a:cubicBezTo>
                      <a:cubicBezTo>
                        <a:pt x="3" y="94"/>
                        <a:pt x="2" y="93"/>
                        <a:pt x="2" y="93"/>
                      </a:cubicBezTo>
                      <a:cubicBezTo>
                        <a:pt x="3" y="92"/>
                        <a:pt x="3" y="92"/>
                        <a:pt x="3" y="92"/>
                      </a:cubicBezTo>
                      <a:cubicBezTo>
                        <a:pt x="3" y="92"/>
                        <a:pt x="3" y="92"/>
                        <a:pt x="3" y="92"/>
                      </a:cubicBezTo>
                      <a:cubicBezTo>
                        <a:pt x="0" y="90"/>
                        <a:pt x="0" y="90"/>
                        <a:pt x="0" y="90"/>
                      </a:cubicBezTo>
                      <a:cubicBezTo>
                        <a:pt x="1" y="90"/>
                        <a:pt x="1" y="90"/>
                        <a:pt x="1" y="90"/>
                      </a:cubicBezTo>
                      <a:cubicBezTo>
                        <a:pt x="1" y="89"/>
                        <a:pt x="1" y="89"/>
                        <a:pt x="1" y="89"/>
                      </a:cubicBezTo>
                      <a:cubicBezTo>
                        <a:pt x="2" y="89"/>
                        <a:pt x="2" y="89"/>
                        <a:pt x="2" y="89"/>
                      </a:cubicBezTo>
                      <a:cubicBezTo>
                        <a:pt x="2" y="88"/>
                        <a:pt x="2" y="88"/>
                        <a:pt x="2" y="88"/>
                      </a:cubicBezTo>
                      <a:cubicBezTo>
                        <a:pt x="2" y="87"/>
                        <a:pt x="2" y="87"/>
                        <a:pt x="2" y="87"/>
                      </a:cubicBezTo>
                      <a:cubicBezTo>
                        <a:pt x="3" y="85"/>
                        <a:pt x="3" y="85"/>
                        <a:pt x="3" y="85"/>
                      </a:cubicBezTo>
                      <a:cubicBezTo>
                        <a:pt x="3" y="85"/>
                        <a:pt x="3" y="85"/>
                        <a:pt x="3" y="85"/>
                      </a:cubicBezTo>
                      <a:cubicBezTo>
                        <a:pt x="7" y="83"/>
                        <a:pt x="7" y="83"/>
                        <a:pt x="7" y="83"/>
                      </a:cubicBezTo>
                      <a:cubicBezTo>
                        <a:pt x="7" y="82"/>
                        <a:pt x="7" y="82"/>
                        <a:pt x="7" y="82"/>
                      </a:cubicBezTo>
                      <a:cubicBezTo>
                        <a:pt x="6" y="81"/>
                        <a:pt x="6" y="81"/>
                        <a:pt x="6" y="81"/>
                      </a:cubicBezTo>
                      <a:cubicBezTo>
                        <a:pt x="6" y="80"/>
                        <a:pt x="6" y="80"/>
                        <a:pt x="6" y="80"/>
                      </a:cubicBezTo>
                      <a:cubicBezTo>
                        <a:pt x="8" y="77"/>
                        <a:pt x="8" y="77"/>
                        <a:pt x="8" y="77"/>
                      </a:cubicBezTo>
                      <a:cubicBezTo>
                        <a:pt x="8" y="76"/>
                        <a:pt x="8" y="76"/>
                        <a:pt x="8" y="76"/>
                      </a:cubicBezTo>
                      <a:cubicBezTo>
                        <a:pt x="8" y="76"/>
                        <a:pt x="8" y="75"/>
                        <a:pt x="8" y="75"/>
                      </a:cubicBezTo>
                      <a:cubicBezTo>
                        <a:pt x="8" y="75"/>
                        <a:pt x="8" y="73"/>
                        <a:pt x="8" y="73"/>
                      </a:cubicBezTo>
                      <a:cubicBezTo>
                        <a:pt x="10" y="73"/>
                        <a:pt x="10" y="73"/>
                        <a:pt x="10" y="73"/>
                      </a:cubicBezTo>
                      <a:cubicBezTo>
                        <a:pt x="12" y="71"/>
                        <a:pt x="12" y="71"/>
                        <a:pt x="12" y="71"/>
                      </a:cubicBezTo>
                      <a:cubicBezTo>
                        <a:pt x="12" y="71"/>
                        <a:pt x="12" y="71"/>
                        <a:pt x="12" y="71"/>
                      </a:cubicBezTo>
                      <a:cubicBezTo>
                        <a:pt x="13" y="71"/>
                        <a:pt x="13" y="71"/>
                        <a:pt x="13" y="71"/>
                      </a:cubicBezTo>
                      <a:cubicBezTo>
                        <a:pt x="15" y="69"/>
                        <a:pt x="15" y="69"/>
                        <a:pt x="15" y="69"/>
                      </a:cubicBezTo>
                      <a:cubicBezTo>
                        <a:pt x="17" y="69"/>
                        <a:pt x="17" y="69"/>
                        <a:pt x="17" y="69"/>
                      </a:cubicBezTo>
                      <a:cubicBezTo>
                        <a:pt x="17" y="69"/>
                        <a:pt x="17" y="69"/>
                        <a:pt x="17" y="69"/>
                      </a:cubicBezTo>
                      <a:cubicBezTo>
                        <a:pt x="18" y="69"/>
                        <a:pt x="18" y="69"/>
                        <a:pt x="18" y="69"/>
                      </a:cubicBezTo>
                      <a:cubicBezTo>
                        <a:pt x="18" y="68"/>
                        <a:pt x="18" y="68"/>
                        <a:pt x="18" y="68"/>
                      </a:cubicBezTo>
                      <a:cubicBezTo>
                        <a:pt x="19" y="68"/>
                        <a:pt x="19" y="68"/>
                        <a:pt x="19" y="68"/>
                      </a:cubicBezTo>
                      <a:cubicBezTo>
                        <a:pt x="20" y="68"/>
                        <a:pt x="20" y="68"/>
                        <a:pt x="20" y="68"/>
                      </a:cubicBezTo>
                      <a:cubicBezTo>
                        <a:pt x="22" y="68"/>
                        <a:pt x="22" y="68"/>
                        <a:pt x="22" y="68"/>
                      </a:cubicBezTo>
                      <a:cubicBezTo>
                        <a:pt x="23" y="67"/>
                        <a:pt x="23" y="67"/>
                        <a:pt x="23" y="67"/>
                      </a:cubicBezTo>
                      <a:cubicBezTo>
                        <a:pt x="24" y="67"/>
                        <a:pt x="24" y="67"/>
                        <a:pt x="24" y="67"/>
                      </a:cubicBezTo>
                      <a:cubicBezTo>
                        <a:pt x="24" y="66"/>
                        <a:pt x="24" y="66"/>
                        <a:pt x="24" y="66"/>
                      </a:cubicBezTo>
                      <a:cubicBezTo>
                        <a:pt x="24" y="66"/>
                        <a:pt x="24" y="66"/>
                        <a:pt x="24" y="66"/>
                      </a:cubicBezTo>
                      <a:cubicBezTo>
                        <a:pt x="25" y="67"/>
                        <a:pt x="25" y="67"/>
                        <a:pt x="25" y="67"/>
                      </a:cubicBezTo>
                      <a:cubicBezTo>
                        <a:pt x="25" y="66"/>
                        <a:pt x="25" y="66"/>
                        <a:pt x="25" y="66"/>
                      </a:cubicBezTo>
                      <a:cubicBezTo>
                        <a:pt x="25" y="66"/>
                        <a:pt x="26" y="66"/>
                        <a:pt x="26" y="66"/>
                      </a:cubicBezTo>
                      <a:cubicBezTo>
                        <a:pt x="26" y="66"/>
                        <a:pt x="26" y="66"/>
                        <a:pt x="26" y="66"/>
                      </a:cubicBezTo>
                      <a:cubicBezTo>
                        <a:pt x="26" y="67"/>
                        <a:pt x="26" y="67"/>
                        <a:pt x="26" y="67"/>
                      </a:cubicBezTo>
                      <a:cubicBezTo>
                        <a:pt x="26" y="67"/>
                        <a:pt x="27" y="67"/>
                        <a:pt x="27" y="67"/>
                      </a:cubicBezTo>
                      <a:cubicBezTo>
                        <a:pt x="27" y="67"/>
                        <a:pt x="27" y="68"/>
                        <a:pt x="27" y="68"/>
                      </a:cubicBezTo>
                      <a:cubicBezTo>
                        <a:pt x="28" y="67"/>
                        <a:pt x="28" y="67"/>
                        <a:pt x="28" y="67"/>
                      </a:cubicBezTo>
                      <a:cubicBezTo>
                        <a:pt x="28" y="67"/>
                        <a:pt x="28" y="67"/>
                        <a:pt x="28" y="67"/>
                      </a:cubicBezTo>
                      <a:cubicBezTo>
                        <a:pt x="28" y="68"/>
                        <a:pt x="28" y="68"/>
                        <a:pt x="28" y="68"/>
                      </a:cubicBezTo>
                      <a:cubicBezTo>
                        <a:pt x="28" y="68"/>
                        <a:pt x="29" y="67"/>
                        <a:pt x="29" y="67"/>
                      </a:cubicBezTo>
                      <a:cubicBezTo>
                        <a:pt x="29" y="67"/>
                        <a:pt x="29" y="67"/>
                        <a:pt x="29" y="67"/>
                      </a:cubicBezTo>
                      <a:cubicBezTo>
                        <a:pt x="33" y="47"/>
                        <a:pt x="33" y="47"/>
                        <a:pt x="33" y="47"/>
                      </a:cubicBezTo>
                      <a:cubicBezTo>
                        <a:pt x="33" y="45"/>
                        <a:pt x="33" y="45"/>
                        <a:pt x="33" y="45"/>
                      </a:cubicBezTo>
                      <a:cubicBezTo>
                        <a:pt x="33" y="45"/>
                        <a:pt x="32" y="43"/>
                        <a:pt x="32" y="43"/>
                      </a:cubicBezTo>
                      <a:cubicBezTo>
                        <a:pt x="32" y="43"/>
                        <a:pt x="31" y="42"/>
                        <a:pt x="31" y="42"/>
                      </a:cubicBezTo>
                      <a:cubicBezTo>
                        <a:pt x="31" y="42"/>
                        <a:pt x="31" y="42"/>
                        <a:pt x="31" y="42"/>
                      </a:cubicBezTo>
                      <a:cubicBezTo>
                        <a:pt x="31" y="42"/>
                        <a:pt x="32" y="41"/>
                        <a:pt x="32" y="41"/>
                      </a:cubicBezTo>
                      <a:cubicBezTo>
                        <a:pt x="32" y="41"/>
                        <a:pt x="31" y="41"/>
                        <a:pt x="31" y="40"/>
                      </a:cubicBezTo>
                      <a:cubicBezTo>
                        <a:pt x="31" y="40"/>
                        <a:pt x="31" y="40"/>
                        <a:pt x="31" y="40"/>
                      </a:cubicBezTo>
                      <a:cubicBezTo>
                        <a:pt x="31" y="40"/>
                        <a:pt x="30" y="39"/>
                        <a:pt x="30" y="39"/>
                      </a:cubicBezTo>
                      <a:cubicBezTo>
                        <a:pt x="30" y="39"/>
                        <a:pt x="29" y="39"/>
                        <a:pt x="29" y="39"/>
                      </a:cubicBezTo>
                      <a:cubicBezTo>
                        <a:pt x="29" y="38"/>
                        <a:pt x="28" y="38"/>
                        <a:pt x="28" y="38"/>
                      </a:cubicBezTo>
                      <a:cubicBezTo>
                        <a:pt x="28" y="33"/>
                        <a:pt x="28" y="33"/>
                        <a:pt x="28" y="33"/>
                      </a:cubicBezTo>
                      <a:cubicBezTo>
                        <a:pt x="30" y="33"/>
                        <a:pt x="30" y="33"/>
                        <a:pt x="30" y="33"/>
                      </a:cubicBezTo>
                      <a:cubicBezTo>
                        <a:pt x="31" y="32"/>
                        <a:pt x="31" y="32"/>
                        <a:pt x="31" y="32"/>
                      </a:cubicBezTo>
                      <a:cubicBezTo>
                        <a:pt x="31" y="33"/>
                        <a:pt x="31" y="33"/>
                        <a:pt x="31" y="33"/>
                      </a:cubicBezTo>
                      <a:cubicBezTo>
                        <a:pt x="31" y="33"/>
                        <a:pt x="32" y="32"/>
                        <a:pt x="32" y="32"/>
                      </a:cubicBezTo>
                      <a:cubicBezTo>
                        <a:pt x="32" y="32"/>
                        <a:pt x="32" y="32"/>
                        <a:pt x="32" y="32"/>
                      </a:cubicBezTo>
                      <a:cubicBezTo>
                        <a:pt x="33" y="33"/>
                        <a:pt x="33" y="33"/>
                        <a:pt x="33" y="33"/>
                      </a:cubicBezTo>
                      <a:cubicBezTo>
                        <a:pt x="33" y="33"/>
                        <a:pt x="34" y="33"/>
                        <a:pt x="34" y="33"/>
                      </a:cubicBezTo>
                      <a:cubicBezTo>
                        <a:pt x="35" y="33"/>
                        <a:pt x="35" y="32"/>
                        <a:pt x="35" y="32"/>
                      </a:cubicBezTo>
                      <a:cubicBezTo>
                        <a:pt x="35" y="32"/>
                        <a:pt x="35" y="32"/>
                        <a:pt x="35" y="32"/>
                      </a:cubicBezTo>
                      <a:cubicBezTo>
                        <a:pt x="35" y="32"/>
                        <a:pt x="34" y="31"/>
                        <a:pt x="34" y="31"/>
                      </a:cubicBezTo>
                      <a:cubicBezTo>
                        <a:pt x="34" y="31"/>
                        <a:pt x="35" y="31"/>
                        <a:pt x="35" y="31"/>
                      </a:cubicBezTo>
                      <a:cubicBezTo>
                        <a:pt x="35" y="31"/>
                        <a:pt x="34" y="30"/>
                        <a:pt x="34" y="30"/>
                      </a:cubicBezTo>
                      <a:cubicBezTo>
                        <a:pt x="34" y="30"/>
                        <a:pt x="34" y="30"/>
                        <a:pt x="34" y="30"/>
                      </a:cubicBezTo>
                      <a:cubicBezTo>
                        <a:pt x="34" y="30"/>
                        <a:pt x="34" y="30"/>
                        <a:pt x="34" y="30"/>
                      </a:cubicBezTo>
                      <a:cubicBezTo>
                        <a:pt x="31" y="30"/>
                        <a:pt x="31" y="30"/>
                        <a:pt x="31" y="30"/>
                      </a:cubicBezTo>
                      <a:cubicBezTo>
                        <a:pt x="31" y="30"/>
                        <a:pt x="31" y="29"/>
                        <a:pt x="31" y="29"/>
                      </a:cubicBezTo>
                      <a:cubicBezTo>
                        <a:pt x="31" y="29"/>
                        <a:pt x="30" y="29"/>
                        <a:pt x="30" y="29"/>
                      </a:cubicBezTo>
                      <a:cubicBezTo>
                        <a:pt x="30" y="29"/>
                        <a:pt x="30" y="29"/>
                        <a:pt x="30" y="29"/>
                      </a:cubicBezTo>
                      <a:cubicBezTo>
                        <a:pt x="30" y="25"/>
                        <a:pt x="30" y="25"/>
                        <a:pt x="30" y="25"/>
                      </a:cubicBezTo>
                      <a:cubicBezTo>
                        <a:pt x="30" y="25"/>
                        <a:pt x="30" y="25"/>
                        <a:pt x="30" y="25"/>
                      </a:cubicBezTo>
                      <a:cubicBezTo>
                        <a:pt x="30" y="25"/>
                        <a:pt x="31" y="25"/>
                        <a:pt x="31" y="25"/>
                      </a:cubicBezTo>
                      <a:cubicBezTo>
                        <a:pt x="31" y="25"/>
                        <a:pt x="32" y="24"/>
                        <a:pt x="32" y="24"/>
                      </a:cubicBezTo>
                      <a:cubicBezTo>
                        <a:pt x="32" y="24"/>
                        <a:pt x="32" y="24"/>
                        <a:pt x="32" y="24"/>
                      </a:cubicBezTo>
                      <a:cubicBezTo>
                        <a:pt x="33" y="24"/>
                        <a:pt x="33" y="25"/>
                        <a:pt x="33" y="25"/>
                      </a:cubicBezTo>
                      <a:cubicBezTo>
                        <a:pt x="42" y="25"/>
                        <a:pt x="42" y="25"/>
                        <a:pt x="42" y="25"/>
                      </a:cubicBezTo>
                      <a:cubicBezTo>
                        <a:pt x="41" y="24"/>
                        <a:pt x="41" y="24"/>
                        <a:pt x="41" y="24"/>
                      </a:cubicBezTo>
                      <a:cubicBezTo>
                        <a:pt x="41" y="24"/>
                        <a:pt x="41" y="24"/>
                        <a:pt x="41" y="24"/>
                      </a:cubicBezTo>
                      <a:cubicBezTo>
                        <a:pt x="41" y="24"/>
                        <a:pt x="41" y="23"/>
                        <a:pt x="41" y="23"/>
                      </a:cubicBezTo>
                      <a:cubicBezTo>
                        <a:pt x="41" y="23"/>
                        <a:pt x="41" y="23"/>
                        <a:pt x="41" y="22"/>
                      </a:cubicBezTo>
                      <a:cubicBezTo>
                        <a:pt x="41" y="22"/>
                        <a:pt x="42" y="23"/>
                        <a:pt x="42" y="24"/>
                      </a:cubicBezTo>
                      <a:cubicBezTo>
                        <a:pt x="42" y="24"/>
                        <a:pt x="42" y="24"/>
                        <a:pt x="42" y="24"/>
                      </a:cubicBezTo>
                      <a:cubicBezTo>
                        <a:pt x="42" y="24"/>
                        <a:pt x="43" y="24"/>
                        <a:pt x="43" y="24"/>
                      </a:cubicBezTo>
                      <a:cubicBezTo>
                        <a:pt x="43" y="24"/>
                        <a:pt x="43" y="24"/>
                        <a:pt x="43" y="24"/>
                      </a:cubicBezTo>
                      <a:cubicBezTo>
                        <a:pt x="43" y="23"/>
                        <a:pt x="44" y="23"/>
                        <a:pt x="44" y="23"/>
                      </a:cubicBezTo>
                      <a:cubicBezTo>
                        <a:pt x="44" y="23"/>
                        <a:pt x="44" y="23"/>
                        <a:pt x="44" y="23"/>
                      </a:cubicBezTo>
                      <a:cubicBezTo>
                        <a:pt x="44" y="23"/>
                        <a:pt x="45" y="23"/>
                        <a:pt x="45" y="23"/>
                      </a:cubicBezTo>
                      <a:cubicBezTo>
                        <a:pt x="45" y="23"/>
                        <a:pt x="45" y="22"/>
                        <a:pt x="45" y="22"/>
                      </a:cubicBezTo>
                      <a:cubicBezTo>
                        <a:pt x="45" y="22"/>
                        <a:pt x="46" y="22"/>
                        <a:pt x="46" y="22"/>
                      </a:cubicBezTo>
                      <a:cubicBezTo>
                        <a:pt x="47" y="22"/>
                        <a:pt x="47" y="22"/>
                        <a:pt x="47" y="22"/>
                      </a:cubicBezTo>
                      <a:cubicBezTo>
                        <a:pt x="47" y="21"/>
                        <a:pt x="47" y="21"/>
                        <a:pt x="47" y="21"/>
                      </a:cubicBezTo>
                      <a:cubicBezTo>
                        <a:pt x="47" y="23"/>
                        <a:pt x="47" y="23"/>
                        <a:pt x="47" y="23"/>
                      </a:cubicBezTo>
                      <a:cubicBezTo>
                        <a:pt x="49" y="24"/>
                        <a:pt x="49" y="24"/>
                        <a:pt x="49" y="24"/>
                      </a:cubicBezTo>
                      <a:cubicBezTo>
                        <a:pt x="49" y="24"/>
                        <a:pt x="49" y="25"/>
                        <a:pt x="49" y="25"/>
                      </a:cubicBezTo>
                      <a:cubicBezTo>
                        <a:pt x="49" y="25"/>
                        <a:pt x="49" y="26"/>
                        <a:pt x="49" y="26"/>
                      </a:cubicBezTo>
                      <a:cubicBezTo>
                        <a:pt x="49" y="26"/>
                        <a:pt x="49" y="27"/>
                        <a:pt x="49" y="27"/>
                      </a:cubicBezTo>
                      <a:cubicBezTo>
                        <a:pt x="49" y="27"/>
                        <a:pt x="49" y="28"/>
                        <a:pt x="49" y="28"/>
                      </a:cubicBezTo>
                      <a:cubicBezTo>
                        <a:pt x="49" y="28"/>
                        <a:pt x="49" y="28"/>
                        <a:pt x="49" y="28"/>
                      </a:cubicBezTo>
                      <a:cubicBezTo>
                        <a:pt x="49" y="29"/>
                        <a:pt x="49" y="29"/>
                        <a:pt x="49" y="29"/>
                      </a:cubicBezTo>
                      <a:cubicBezTo>
                        <a:pt x="49" y="29"/>
                        <a:pt x="50" y="29"/>
                        <a:pt x="50" y="29"/>
                      </a:cubicBezTo>
                      <a:cubicBezTo>
                        <a:pt x="51" y="28"/>
                        <a:pt x="51" y="28"/>
                        <a:pt x="51" y="28"/>
                      </a:cubicBezTo>
                      <a:cubicBezTo>
                        <a:pt x="54" y="32"/>
                        <a:pt x="54" y="32"/>
                        <a:pt x="54" y="32"/>
                      </a:cubicBezTo>
                      <a:cubicBezTo>
                        <a:pt x="56" y="32"/>
                        <a:pt x="56" y="32"/>
                        <a:pt x="56" y="32"/>
                      </a:cubicBezTo>
                      <a:cubicBezTo>
                        <a:pt x="58" y="30"/>
                        <a:pt x="58" y="30"/>
                        <a:pt x="58" y="30"/>
                      </a:cubicBezTo>
                      <a:cubicBezTo>
                        <a:pt x="58" y="30"/>
                        <a:pt x="58" y="30"/>
                        <a:pt x="58" y="30"/>
                      </a:cubicBezTo>
                      <a:cubicBezTo>
                        <a:pt x="58" y="30"/>
                        <a:pt x="60" y="30"/>
                        <a:pt x="60" y="30"/>
                      </a:cubicBezTo>
                      <a:cubicBezTo>
                        <a:pt x="60" y="30"/>
                        <a:pt x="60" y="30"/>
                        <a:pt x="60" y="30"/>
                      </a:cubicBezTo>
                      <a:cubicBezTo>
                        <a:pt x="60" y="30"/>
                        <a:pt x="60" y="31"/>
                        <a:pt x="60" y="31"/>
                      </a:cubicBezTo>
                      <a:cubicBezTo>
                        <a:pt x="60" y="32"/>
                        <a:pt x="60" y="32"/>
                        <a:pt x="60" y="32"/>
                      </a:cubicBezTo>
                      <a:cubicBezTo>
                        <a:pt x="60" y="32"/>
                        <a:pt x="60" y="32"/>
                        <a:pt x="60" y="32"/>
                      </a:cubicBezTo>
                      <a:cubicBezTo>
                        <a:pt x="60" y="32"/>
                        <a:pt x="60" y="32"/>
                        <a:pt x="60" y="32"/>
                      </a:cubicBezTo>
                      <a:cubicBezTo>
                        <a:pt x="60" y="32"/>
                        <a:pt x="61" y="32"/>
                        <a:pt x="61" y="32"/>
                      </a:cubicBezTo>
                      <a:cubicBezTo>
                        <a:pt x="61" y="31"/>
                        <a:pt x="62" y="30"/>
                        <a:pt x="62" y="30"/>
                      </a:cubicBezTo>
                      <a:cubicBezTo>
                        <a:pt x="63" y="30"/>
                        <a:pt x="63" y="30"/>
                        <a:pt x="63" y="30"/>
                      </a:cubicBezTo>
                      <a:cubicBezTo>
                        <a:pt x="63" y="30"/>
                        <a:pt x="63" y="30"/>
                        <a:pt x="63" y="30"/>
                      </a:cubicBezTo>
                      <a:cubicBezTo>
                        <a:pt x="63" y="30"/>
                        <a:pt x="63" y="29"/>
                        <a:pt x="63" y="29"/>
                      </a:cubicBezTo>
                      <a:cubicBezTo>
                        <a:pt x="64" y="29"/>
                        <a:pt x="64" y="29"/>
                        <a:pt x="64" y="29"/>
                      </a:cubicBezTo>
                      <a:cubicBezTo>
                        <a:pt x="64" y="29"/>
                        <a:pt x="64" y="28"/>
                        <a:pt x="64" y="28"/>
                      </a:cubicBezTo>
                      <a:cubicBezTo>
                        <a:pt x="64" y="28"/>
                        <a:pt x="65" y="28"/>
                        <a:pt x="65" y="28"/>
                      </a:cubicBezTo>
                      <a:cubicBezTo>
                        <a:pt x="65" y="28"/>
                        <a:pt x="65" y="28"/>
                        <a:pt x="65" y="28"/>
                      </a:cubicBezTo>
                      <a:cubicBezTo>
                        <a:pt x="66" y="28"/>
                        <a:pt x="66" y="28"/>
                        <a:pt x="66" y="28"/>
                      </a:cubicBezTo>
                      <a:cubicBezTo>
                        <a:pt x="66" y="28"/>
                        <a:pt x="66" y="28"/>
                        <a:pt x="66" y="28"/>
                      </a:cubicBezTo>
                      <a:cubicBezTo>
                        <a:pt x="67" y="28"/>
                        <a:pt x="68" y="26"/>
                        <a:pt x="68" y="26"/>
                      </a:cubicBezTo>
                      <a:cubicBezTo>
                        <a:pt x="68" y="26"/>
                        <a:pt x="68" y="26"/>
                        <a:pt x="68" y="26"/>
                      </a:cubicBezTo>
                      <a:cubicBezTo>
                        <a:pt x="68" y="26"/>
                        <a:pt x="68" y="27"/>
                        <a:pt x="68" y="27"/>
                      </a:cubicBezTo>
                      <a:cubicBezTo>
                        <a:pt x="68" y="27"/>
                        <a:pt x="69" y="27"/>
                        <a:pt x="69" y="27"/>
                      </a:cubicBezTo>
                      <a:cubicBezTo>
                        <a:pt x="69" y="27"/>
                        <a:pt x="69" y="27"/>
                        <a:pt x="69" y="27"/>
                      </a:cubicBezTo>
                      <a:cubicBezTo>
                        <a:pt x="70" y="26"/>
                        <a:pt x="70" y="26"/>
                        <a:pt x="70" y="26"/>
                      </a:cubicBezTo>
                      <a:cubicBezTo>
                        <a:pt x="70" y="23"/>
                        <a:pt x="70" y="23"/>
                        <a:pt x="70" y="23"/>
                      </a:cubicBezTo>
                      <a:cubicBezTo>
                        <a:pt x="72" y="23"/>
                        <a:pt x="72" y="23"/>
                        <a:pt x="72" y="23"/>
                      </a:cubicBezTo>
                      <a:cubicBezTo>
                        <a:pt x="74" y="22"/>
                        <a:pt x="74" y="22"/>
                        <a:pt x="74" y="22"/>
                      </a:cubicBezTo>
                      <a:cubicBezTo>
                        <a:pt x="75" y="22"/>
                        <a:pt x="75" y="22"/>
                        <a:pt x="75" y="22"/>
                      </a:cubicBezTo>
                      <a:cubicBezTo>
                        <a:pt x="75" y="21"/>
                        <a:pt x="75" y="21"/>
                        <a:pt x="75" y="21"/>
                      </a:cubicBezTo>
                      <a:cubicBezTo>
                        <a:pt x="75" y="20"/>
                        <a:pt x="75" y="20"/>
                        <a:pt x="75" y="20"/>
                      </a:cubicBezTo>
                      <a:cubicBezTo>
                        <a:pt x="75" y="20"/>
                        <a:pt x="74" y="20"/>
                        <a:pt x="74" y="20"/>
                      </a:cubicBezTo>
                      <a:cubicBezTo>
                        <a:pt x="74" y="20"/>
                        <a:pt x="72" y="20"/>
                        <a:pt x="72" y="20"/>
                      </a:cubicBezTo>
                      <a:cubicBezTo>
                        <a:pt x="71" y="19"/>
                        <a:pt x="71" y="19"/>
                        <a:pt x="71" y="19"/>
                      </a:cubicBezTo>
                      <a:cubicBezTo>
                        <a:pt x="71" y="19"/>
                        <a:pt x="71" y="19"/>
                        <a:pt x="71" y="19"/>
                      </a:cubicBezTo>
                      <a:cubicBezTo>
                        <a:pt x="71" y="18"/>
                        <a:pt x="71" y="18"/>
                        <a:pt x="71" y="18"/>
                      </a:cubicBezTo>
                      <a:cubicBezTo>
                        <a:pt x="69" y="15"/>
                        <a:pt x="69" y="15"/>
                        <a:pt x="69" y="15"/>
                      </a:cubicBezTo>
                      <a:cubicBezTo>
                        <a:pt x="69" y="15"/>
                        <a:pt x="69" y="15"/>
                        <a:pt x="69" y="15"/>
                      </a:cubicBezTo>
                      <a:cubicBezTo>
                        <a:pt x="70" y="14"/>
                        <a:pt x="70" y="14"/>
                        <a:pt x="70" y="14"/>
                      </a:cubicBezTo>
                      <a:cubicBezTo>
                        <a:pt x="70" y="12"/>
                        <a:pt x="70" y="12"/>
                        <a:pt x="70" y="12"/>
                      </a:cubicBezTo>
                      <a:cubicBezTo>
                        <a:pt x="67" y="10"/>
                        <a:pt x="67" y="10"/>
                        <a:pt x="67" y="10"/>
                      </a:cubicBezTo>
                      <a:cubicBezTo>
                        <a:pt x="67" y="10"/>
                        <a:pt x="66" y="8"/>
                        <a:pt x="66" y="8"/>
                      </a:cubicBezTo>
                      <a:cubicBezTo>
                        <a:pt x="66" y="8"/>
                        <a:pt x="65" y="8"/>
                        <a:pt x="65" y="8"/>
                      </a:cubicBezTo>
                      <a:cubicBezTo>
                        <a:pt x="65" y="7"/>
                        <a:pt x="65" y="7"/>
                        <a:pt x="65" y="7"/>
                      </a:cubicBezTo>
                      <a:cubicBezTo>
                        <a:pt x="65" y="7"/>
                        <a:pt x="65" y="7"/>
                        <a:pt x="65" y="7"/>
                      </a:cubicBezTo>
                      <a:cubicBezTo>
                        <a:pt x="66" y="7"/>
                        <a:pt x="66" y="7"/>
                        <a:pt x="66" y="7"/>
                      </a:cubicBezTo>
                      <a:cubicBezTo>
                        <a:pt x="67" y="8"/>
                        <a:pt x="67" y="8"/>
                        <a:pt x="67" y="8"/>
                      </a:cubicBezTo>
                      <a:cubicBezTo>
                        <a:pt x="70" y="8"/>
                        <a:pt x="70" y="8"/>
                        <a:pt x="70" y="8"/>
                      </a:cubicBezTo>
                      <a:cubicBezTo>
                        <a:pt x="71" y="10"/>
                        <a:pt x="71" y="10"/>
                        <a:pt x="71" y="10"/>
                      </a:cubicBezTo>
                      <a:cubicBezTo>
                        <a:pt x="72" y="9"/>
                        <a:pt x="72" y="9"/>
                        <a:pt x="72" y="9"/>
                      </a:cubicBezTo>
                      <a:cubicBezTo>
                        <a:pt x="72" y="9"/>
                        <a:pt x="73" y="9"/>
                        <a:pt x="73" y="9"/>
                      </a:cubicBezTo>
                      <a:cubicBezTo>
                        <a:pt x="73" y="9"/>
                        <a:pt x="73" y="9"/>
                        <a:pt x="73" y="9"/>
                      </a:cubicBezTo>
                      <a:cubicBezTo>
                        <a:pt x="74" y="10"/>
                        <a:pt x="74" y="10"/>
                        <a:pt x="74" y="10"/>
                      </a:cubicBezTo>
                      <a:cubicBezTo>
                        <a:pt x="74" y="10"/>
                        <a:pt x="75" y="9"/>
                        <a:pt x="75" y="9"/>
                      </a:cubicBezTo>
                      <a:cubicBezTo>
                        <a:pt x="75" y="9"/>
                        <a:pt x="75" y="9"/>
                        <a:pt x="75" y="9"/>
                      </a:cubicBezTo>
                      <a:cubicBezTo>
                        <a:pt x="76" y="9"/>
                        <a:pt x="76" y="9"/>
                        <a:pt x="76" y="9"/>
                      </a:cubicBezTo>
                      <a:cubicBezTo>
                        <a:pt x="76" y="9"/>
                        <a:pt x="76" y="9"/>
                        <a:pt x="76" y="9"/>
                      </a:cubicBezTo>
                      <a:cubicBezTo>
                        <a:pt x="76" y="10"/>
                        <a:pt x="76" y="10"/>
                        <a:pt x="77" y="10"/>
                      </a:cubicBezTo>
                      <a:cubicBezTo>
                        <a:pt x="77" y="10"/>
                        <a:pt x="77" y="10"/>
                        <a:pt x="77" y="10"/>
                      </a:cubicBezTo>
                      <a:cubicBezTo>
                        <a:pt x="77" y="10"/>
                        <a:pt x="77" y="11"/>
                        <a:pt x="77" y="11"/>
                      </a:cubicBezTo>
                      <a:cubicBezTo>
                        <a:pt x="78" y="11"/>
                        <a:pt x="78" y="11"/>
                        <a:pt x="78" y="11"/>
                      </a:cubicBezTo>
                      <a:cubicBezTo>
                        <a:pt x="78" y="11"/>
                        <a:pt x="79" y="11"/>
                        <a:pt x="79" y="11"/>
                      </a:cubicBezTo>
                      <a:cubicBezTo>
                        <a:pt x="79" y="11"/>
                        <a:pt x="79" y="11"/>
                        <a:pt x="79" y="11"/>
                      </a:cubicBezTo>
                      <a:cubicBezTo>
                        <a:pt x="79" y="11"/>
                        <a:pt x="80" y="11"/>
                        <a:pt x="80" y="11"/>
                      </a:cubicBezTo>
                      <a:cubicBezTo>
                        <a:pt x="80" y="11"/>
                        <a:pt x="80" y="10"/>
                        <a:pt x="80" y="10"/>
                      </a:cubicBezTo>
                      <a:cubicBezTo>
                        <a:pt x="80" y="10"/>
                        <a:pt x="80" y="10"/>
                        <a:pt x="80" y="10"/>
                      </a:cubicBezTo>
                      <a:cubicBezTo>
                        <a:pt x="80" y="9"/>
                        <a:pt x="80" y="9"/>
                        <a:pt x="80" y="9"/>
                      </a:cubicBezTo>
                      <a:cubicBezTo>
                        <a:pt x="81" y="9"/>
                        <a:pt x="81" y="9"/>
                        <a:pt x="81" y="9"/>
                      </a:cubicBezTo>
                      <a:cubicBezTo>
                        <a:pt x="82" y="7"/>
                        <a:pt x="82" y="7"/>
                        <a:pt x="82" y="7"/>
                      </a:cubicBezTo>
                      <a:cubicBezTo>
                        <a:pt x="83" y="8"/>
                        <a:pt x="83" y="8"/>
                        <a:pt x="83" y="8"/>
                      </a:cubicBezTo>
                      <a:cubicBezTo>
                        <a:pt x="84" y="8"/>
                        <a:pt x="84" y="8"/>
                        <a:pt x="84" y="8"/>
                      </a:cubicBezTo>
                      <a:cubicBezTo>
                        <a:pt x="85" y="7"/>
                        <a:pt x="85" y="7"/>
                        <a:pt x="85" y="7"/>
                      </a:cubicBezTo>
                      <a:cubicBezTo>
                        <a:pt x="86" y="8"/>
                        <a:pt x="86" y="8"/>
                        <a:pt x="86" y="8"/>
                      </a:cubicBezTo>
                      <a:cubicBezTo>
                        <a:pt x="86" y="8"/>
                        <a:pt x="86" y="8"/>
                        <a:pt x="86" y="8"/>
                      </a:cubicBezTo>
                      <a:cubicBezTo>
                        <a:pt x="86" y="7"/>
                        <a:pt x="87" y="7"/>
                        <a:pt x="87" y="7"/>
                      </a:cubicBezTo>
                      <a:cubicBezTo>
                        <a:pt x="88" y="7"/>
                        <a:pt x="88" y="7"/>
                        <a:pt x="88" y="7"/>
                      </a:cubicBezTo>
                      <a:cubicBezTo>
                        <a:pt x="89" y="6"/>
                        <a:pt x="89" y="6"/>
                        <a:pt x="89" y="6"/>
                      </a:cubicBezTo>
                      <a:cubicBezTo>
                        <a:pt x="89" y="6"/>
                        <a:pt x="89" y="6"/>
                        <a:pt x="89" y="6"/>
                      </a:cubicBezTo>
                      <a:cubicBezTo>
                        <a:pt x="90" y="5"/>
                        <a:pt x="90" y="5"/>
                        <a:pt x="90" y="5"/>
                      </a:cubicBezTo>
                      <a:cubicBezTo>
                        <a:pt x="90" y="5"/>
                        <a:pt x="90" y="5"/>
                        <a:pt x="90" y="5"/>
                      </a:cubicBezTo>
                      <a:cubicBezTo>
                        <a:pt x="91" y="5"/>
                        <a:pt x="91" y="5"/>
                        <a:pt x="91" y="5"/>
                      </a:cubicBezTo>
                      <a:cubicBezTo>
                        <a:pt x="92" y="5"/>
                        <a:pt x="92" y="5"/>
                        <a:pt x="92" y="5"/>
                      </a:cubicBezTo>
                      <a:cubicBezTo>
                        <a:pt x="92" y="5"/>
                        <a:pt x="92" y="5"/>
                        <a:pt x="92" y="5"/>
                      </a:cubicBezTo>
                      <a:cubicBezTo>
                        <a:pt x="93" y="5"/>
                        <a:pt x="93" y="5"/>
                        <a:pt x="93" y="5"/>
                      </a:cubicBezTo>
                      <a:cubicBezTo>
                        <a:pt x="93" y="4"/>
                        <a:pt x="93" y="4"/>
                        <a:pt x="93" y="4"/>
                      </a:cubicBezTo>
                      <a:cubicBezTo>
                        <a:pt x="94" y="3"/>
                        <a:pt x="94" y="3"/>
                        <a:pt x="94" y="3"/>
                      </a:cubicBezTo>
                      <a:cubicBezTo>
                        <a:pt x="94" y="3"/>
                        <a:pt x="95" y="3"/>
                        <a:pt x="95" y="3"/>
                      </a:cubicBezTo>
                      <a:cubicBezTo>
                        <a:pt x="95" y="3"/>
                        <a:pt x="95" y="2"/>
                        <a:pt x="95" y="2"/>
                      </a:cubicBezTo>
                      <a:cubicBezTo>
                        <a:pt x="95" y="2"/>
                        <a:pt x="94" y="0"/>
                        <a:pt x="94" y="0"/>
                      </a:cubicBezTo>
                      <a:cubicBezTo>
                        <a:pt x="96" y="0"/>
                        <a:pt x="96" y="0"/>
                        <a:pt x="96" y="0"/>
                      </a:cubicBezTo>
                      <a:cubicBezTo>
                        <a:pt x="97" y="0"/>
                        <a:pt x="97" y="0"/>
                        <a:pt x="97" y="0"/>
                      </a:cubicBezTo>
                      <a:cubicBezTo>
                        <a:pt x="98" y="0"/>
                        <a:pt x="98" y="0"/>
                        <a:pt x="98" y="0"/>
                      </a:cubicBezTo>
                      <a:cubicBezTo>
                        <a:pt x="99" y="1"/>
                        <a:pt x="99" y="1"/>
                        <a:pt x="99" y="1"/>
                      </a:cubicBezTo>
                      <a:cubicBezTo>
                        <a:pt x="99" y="3"/>
                        <a:pt x="99" y="3"/>
                        <a:pt x="99" y="3"/>
                      </a:cubicBezTo>
                      <a:cubicBezTo>
                        <a:pt x="99" y="4"/>
                        <a:pt x="99" y="4"/>
                        <a:pt x="99" y="4"/>
                      </a:cubicBezTo>
                      <a:cubicBezTo>
                        <a:pt x="98" y="5"/>
                        <a:pt x="98" y="5"/>
                        <a:pt x="98" y="5"/>
                      </a:cubicBezTo>
                      <a:cubicBezTo>
                        <a:pt x="100" y="5"/>
                        <a:pt x="100" y="5"/>
                        <a:pt x="100" y="5"/>
                      </a:cubicBezTo>
                      <a:cubicBezTo>
                        <a:pt x="101" y="6"/>
                        <a:pt x="101" y="6"/>
                        <a:pt x="101" y="6"/>
                      </a:cubicBezTo>
                      <a:cubicBezTo>
                        <a:pt x="101" y="7"/>
                        <a:pt x="101" y="7"/>
                        <a:pt x="101" y="7"/>
                      </a:cubicBezTo>
                      <a:cubicBezTo>
                        <a:pt x="101" y="7"/>
                        <a:pt x="101" y="7"/>
                        <a:pt x="101" y="7"/>
                      </a:cubicBezTo>
                      <a:cubicBezTo>
                        <a:pt x="101" y="8"/>
                        <a:pt x="101" y="8"/>
                        <a:pt x="101" y="8"/>
                      </a:cubicBezTo>
                      <a:cubicBezTo>
                        <a:pt x="102" y="8"/>
                        <a:pt x="102" y="8"/>
                        <a:pt x="102" y="8"/>
                      </a:cubicBezTo>
                      <a:cubicBezTo>
                        <a:pt x="102" y="8"/>
                        <a:pt x="102" y="8"/>
                        <a:pt x="102" y="8"/>
                      </a:cubicBezTo>
                      <a:cubicBezTo>
                        <a:pt x="102" y="9"/>
                        <a:pt x="102" y="9"/>
                        <a:pt x="102" y="9"/>
                      </a:cubicBezTo>
                      <a:cubicBezTo>
                        <a:pt x="102" y="11"/>
                        <a:pt x="102" y="11"/>
                        <a:pt x="102" y="11"/>
                      </a:cubicBezTo>
                      <a:cubicBezTo>
                        <a:pt x="100" y="12"/>
                        <a:pt x="100" y="12"/>
                        <a:pt x="100" y="12"/>
                      </a:cubicBezTo>
                      <a:cubicBezTo>
                        <a:pt x="100" y="12"/>
                        <a:pt x="100" y="12"/>
                        <a:pt x="100" y="12"/>
                      </a:cubicBezTo>
                      <a:cubicBezTo>
                        <a:pt x="100" y="12"/>
                        <a:pt x="100" y="12"/>
                        <a:pt x="100" y="12"/>
                      </a:cubicBezTo>
                      <a:cubicBezTo>
                        <a:pt x="101" y="13"/>
                        <a:pt x="101" y="13"/>
                        <a:pt x="101" y="13"/>
                      </a:cubicBezTo>
                      <a:cubicBezTo>
                        <a:pt x="99" y="16"/>
                        <a:pt x="99" y="16"/>
                        <a:pt x="99" y="16"/>
                      </a:cubicBezTo>
                      <a:cubicBezTo>
                        <a:pt x="99" y="18"/>
                        <a:pt x="99" y="18"/>
                        <a:pt x="99" y="18"/>
                      </a:cubicBezTo>
                      <a:cubicBezTo>
                        <a:pt x="100" y="20"/>
                        <a:pt x="100" y="20"/>
                        <a:pt x="100" y="20"/>
                      </a:cubicBezTo>
                      <a:cubicBezTo>
                        <a:pt x="101" y="21"/>
                        <a:pt x="101" y="21"/>
                        <a:pt x="101" y="21"/>
                      </a:cubicBezTo>
                      <a:cubicBezTo>
                        <a:pt x="101" y="24"/>
                        <a:pt x="101" y="24"/>
                        <a:pt x="101" y="24"/>
                      </a:cubicBezTo>
                      <a:cubicBezTo>
                        <a:pt x="101" y="24"/>
                        <a:pt x="101" y="24"/>
                        <a:pt x="101" y="24"/>
                      </a:cubicBezTo>
                      <a:cubicBezTo>
                        <a:pt x="101" y="25"/>
                        <a:pt x="101" y="25"/>
                        <a:pt x="101" y="25"/>
                      </a:cubicBezTo>
                      <a:cubicBezTo>
                        <a:pt x="102" y="25"/>
                        <a:pt x="102" y="25"/>
                        <a:pt x="102" y="25"/>
                      </a:cubicBezTo>
                      <a:cubicBezTo>
                        <a:pt x="104" y="27"/>
                        <a:pt x="104" y="27"/>
                        <a:pt x="104" y="27"/>
                      </a:cubicBezTo>
                      <a:cubicBezTo>
                        <a:pt x="106" y="27"/>
                        <a:pt x="106" y="27"/>
                        <a:pt x="106" y="27"/>
                      </a:cubicBezTo>
                      <a:cubicBezTo>
                        <a:pt x="106" y="27"/>
                        <a:pt x="107" y="28"/>
                        <a:pt x="107" y="28"/>
                      </a:cubicBezTo>
                      <a:cubicBezTo>
                        <a:pt x="107" y="28"/>
                        <a:pt x="107" y="29"/>
                        <a:pt x="107" y="29"/>
                      </a:cubicBezTo>
                      <a:cubicBezTo>
                        <a:pt x="108" y="28"/>
                        <a:pt x="108" y="28"/>
                        <a:pt x="108" y="28"/>
                      </a:cubicBezTo>
                      <a:cubicBezTo>
                        <a:pt x="109" y="28"/>
                        <a:pt x="109" y="28"/>
                        <a:pt x="109" y="28"/>
                      </a:cubicBezTo>
                      <a:cubicBezTo>
                        <a:pt x="110" y="28"/>
                        <a:pt x="110" y="28"/>
                        <a:pt x="110" y="28"/>
                      </a:cubicBezTo>
                      <a:cubicBezTo>
                        <a:pt x="110" y="27"/>
                        <a:pt x="110" y="27"/>
                        <a:pt x="110" y="27"/>
                      </a:cubicBezTo>
                      <a:cubicBezTo>
                        <a:pt x="110" y="27"/>
                        <a:pt x="110" y="27"/>
                        <a:pt x="110" y="27"/>
                      </a:cubicBezTo>
                      <a:cubicBezTo>
                        <a:pt x="111" y="26"/>
                        <a:pt x="111" y="26"/>
                        <a:pt x="111" y="26"/>
                      </a:cubicBezTo>
                      <a:cubicBezTo>
                        <a:pt x="112" y="26"/>
                        <a:pt x="112" y="26"/>
                        <a:pt x="112" y="26"/>
                      </a:cubicBezTo>
                      <a:cubicBezTo>
                        <a:pt x="113" y="26"/>
                        <a:pt x="113" y="26"/>
                        <a:pt x="113" y="26"/>
                      </a:cubicBezTo>
                      <a:cubicBezTo>
                        <a:pt x="113" y="26"/>
                        <a:pt x="113" y="26"/>
                        <a:pt x="113" y="26"/>
                      </a:cubicBezTo>
                      <a:cubicBezTo>
                        <a:pt x="113" y="25"/>
                        <a:pt x="113" y="25"/>
                        <a:pt x="113" y="25"/>
                      </a:cubicBezTo>
                      <a:cubicBezTo>
                        <a:pt x="116" y="25"/>
                        <a:pt x="116" y="25"/>
                        <a:pt x="116" y="25"/>
                      </a:cubicBezTo>
                      <a:cubicBezTo>
                        <a:pt x="118" y="23"/>
                        <a:pt x="118" y="23"/>
                        <a:pt x="118" y="23"/>
                      </a:cubicBezTo>
                      <a:cubicBezTo>
                        <a:pt x="118" y="23"/>
                        <a:pt x="118" y="23"/>
                        <a:pt x="118" y="23"/>
                      </a:cubicBezTo>
                      <a:cubicBezTo>
                        <a:pt x="119" y="23"/>
                        <a:pt x="119" y="23"/>
                        <a:pt x="119" y="23"/>
                      </a:cubicBezTo>
                      <a:cubicBezTo>
                        <a:pt x="119" y="23"/>
                        <a:pt x="119" y="23"/>
                        <a:pt x="119" y="23"/>
                      </a:cubicBezTo>
                      <a:cubicBezTo>
                        <a:pt x="122" y="24"/>
                        <a:pt x="122" y="24"/>
                        <a:pt x="122" y="24"/>
                      </a:cubicBezTo>
                      <a:cubicBezTo>
                        <a:pt x="122" y="23"/>
                        <a:pt x="122" y="23"/>
                        <a:pt x="122" y="23"/>
                      </a:cubicBezTo>
                      <a:cubicBezTo>
                        <a:pt x="124" y="23"/>
                        <a:pt x="124" y="23"/>
                        <a:pt x="124" y="23"/>
                      </a:cubicBezTo>
                      <a:cubicBezTo>
                        <a:pt x="124" y="23"/>
                        <a:pt x="126" y="24"/>
                        <a:pt x="126" y="24"/>
                      </a:cubicBezTo>
                      <a:cubicBezTo>
                        <a:pt x="126" y="24"/>
                        <a:pt x="128" y="24"/>
                        <a:pt x="128" y="24"/>
                      </a:cubicBezTo>
                      <a:cubicBezTo>
                        <a:pt x="128" y="23"/>
                        <a:pt x="128" y="23"/>
                        <a:pt x="128" y="23"/>
                      </a:cubicBezTo>
                      <a:cubicBezTo>
                        <a:pt x="128" y="23"/>
                        <a:pt x="128" y="22"/>
                        <a:pt x="128" y="22"/>
                      </a:cubicBezTo>
                      <a:cubicBezTo>
                        <a:pt x="128" y="22"/>
                        <a:pt x="128" y="22"/>
                        <a:pt x="128" y="22"/>
                      </a:cubicBezTo>
                      <a:cubicBezTo>
                        <a:pt x="127" y="22"/>
                        <a:pt x="126" y="21"/>
                        <a:pt x="126" y="21"/>
                      </a:cubicBezTo>
                      <a:cubicBezTo>
                        <a:pt x="126" y="21"/>
                        <a:pt x="126" y="21"/>
                        <a:pt x="126" y="21"/>
                      </a:cubicBezTo>
                      <a:cubicBezTo>
                        <a:pt x="127" y="20"/>
                        <a:pt x="127" y="20"/>
                        <a:pt x="127" y="20"/>
                      </a:cubicBezTo>
                      <a:cubicBezTo>
                        <a:pt x="127" y="20"/>
                        <a:pt x="127" y="20"/>
                        <a:pt x="127" y="20"/>
                      </a:cubicBezTo>
                      <a:cubicBezTo>
                        <a:pt x="127" y="20"/>
                        <a:pt x="127" y="19"/>
                        <a:pt x="127" y="19"/>
                      </a:cubicBezTo>
                      <a:cubicBezTo>
                        <a:pt x="129" y="20"/>
                        <a:pt x="129" y="20"/>
                        <a:pt x="129" y="20"/>
                      </a:cubicBezTo>
                      <a:cubicBezTo>
                        <a:pt x="132" y="20"/>
                        <a:pt x="132" y="20"/>
                        <a:pt x="132" y="20"/>
                      </a:cubicBezTo>
                      <a:cubicBezTo>
                        <a:pt x="132" y="19"/>
                        <a:pt x="132" y="19"/>
                        <a:pt x="132" y="19"/>
                      </a:cubicBezTo>
                      <a:cubicBezTo>
                        <a:pt x="134" y="19"/>
                        <a:pt x="134" y="19"/>
                        <a:pt x="134" y="19"/>
                      </a:cubicBezTo>
                      <a:cubicBezTo>
                        <a:pt x="135" y="19"/>
                        <a:pt x="135" y="19"/>
                        <a:pt x="135" y="19"/>
                      </a:cubicBezTo>
                      <a:cubicBezTo>
                        <a:pt x="135" y="20"/>
                        <a:pt x="135" y="20"/>
                        <a:pt x="135" y="20"/>
                      </a:cubicBezTo>
                      <a:cubicBezTo>
                        <a:pt x="136" y="20"/>
                        <a:pt x="136" y="20"/>
                        <a:pt x="136" y="20"/>
                      </a:cubicBezTo>
                      <a:cubicBezTo>
                        <a:pt x="136" y="21"/>
                        <a:pt x="136" y="21"/>
                        <a:pt x="136" y="21"/>
                      </a:cubicBezTo>
                      <a:cubicBezTo>
                        <a:pt x="137" y="21"/>
                        <a:pt x="137" y="21"/>
                        <a:pt x="137" y="21"/>
                      </a:cubicBezTo>
                      <a:cubicBezTo>
                        <a:pt x="138" y="21"/>
                        <a:pt x="138" y="21"/>
                        <a:pt x="138" y="21"/>
                      </a:cubicBezTo>
                      <a:cubicBezTo>
                        <a:pt x="138" y="21"/>
                        <a:pt x="139" y="22"/>
                        <a:pt x="139" y="22"/>
                      </a:cubicBezTo>
                      <a:cubicBezTo>
                        <a:pt x="139" y="22"/>
                        <a:pt x="140" y="22"/>
                        <a:pt x="140" y="22"/>
                      </a:cubicBezTo>
                      <a:cubicBezTo>
                        <a:pt x="141" y="22"/>
                        <a:pt x="141" y="22"/>
                        <a:pt x="141" y="22"/>
                      </a:cubicBezTo>
                      <a:cubicBezTo>
                        <a:pt x="141" y="21"/>
                        <a:pt x="141" y="21"/>
                        <a:pt x="141" y="21"/>
                      </a:cubicBezTo>
                      <a:cubicBezTo>
                        <a:pt x="142" y="21"/>
                        <a:pt x="142" y="21"/>
                        <a:pt x="142" y="21"/>
                      </a:cubicBezTo>
                      <a:cubicBezTo>
                        <a:pt x="143" y="20"/>
                        <a:pt x="143" y="20"/>
                        <a:pt x="143" y="20"/>
                      </a:cubicBezTo>
                      <a:cubicBezTo>
                        <a:pt x="145" y="21"/>
                        <a:pt x="145" y="21"/>
                        <a:pt x="145" y="21"/>
                      </a:cubicBezTo>
                      <a:cubicBezTo>
                        <a:pt x="145" y="21"/>
                        <a:pt x="145" y="21"/>
                        <a:pt x="145" y="21"/>
                      </a:cubicBezTo>
                      <a:cubicBezTo>
                        <a:pt x="146" y="20"/>
                        <a:pt x="146" y="20"/>
                        <a:pt x="146" y="20"/>
                      </a:cubicBezTo>
                      <a:cubicBezTo>
                        <a:pt x="147" y="20"/>
                        <a:pt x="147" y="20"/>
                        <a:pt x="147" y="20"/>
                      </a:cubicBezTo>
                      <a:cubicBezTo>
                        <a:pt x="147" y="22"/>
                        <a:pt x="147" y="22"/>
                        <a:pt x="147" y="22"/>
                      </a:cubicBezTo>
                      <a:cubicBezTo>
                        <a:pt x="149" y="22"/>
                        <a:pt x="149" y="22"/>
                        <a:pt x="149" y="22"/>
                      </a:cubicBezTo>
                      <a:cubicBezTo>
                        <a:pt x="152" y="19"/>
                        <a:pt x="152" y="19"/>
                        <a:pt x="152" y="19"/>
                      </a:cubicBezTo>
                      <a:cubicBezTo>
                        <a:pt x="152" y="18"/>
                        <a:pt x="152" y="18"/>
                        <a:pt x="152" y="18"/>
                      </a:cubicBezTo>
                      <a:cubicBezTo>
                        <a:pt x="153" y="16"/>
                        <a:pt x="153" y="16"/>
                        <a:pt x="153" y="16"/>
                      </a:cubicBezTo>
                      <a:cubicBezTo>
                        <a:pt x="153" y="15"/>
                        <a:pt x="153" y="15"/>
                        <a:pt x="153" y="15"/>
                      </a:cubicBezTo>
                      <a:cubicBezTo>
                        <a:pt x="158" y="8"/>
                        <a:pt x="158" y="8"/>
                        <a:pt x="158" y="8"/>
                      </a:cubicBezTo>
                      <a:cubicBezTo>
                        <a:pt x="158" y="8"/>
                        <a:pt x="159" y="8"/>
                        <a:pt x="159" y="7"/>
                      </a:cubicBezTo>
                      <a:cubicBezTo>
                        <a:pt x="159" y="7"/>
                        <a:pt x="159" y="7"/>
                        <a:pt x="159" y="7"/>
                      </a:cubicBezTo>
                      <a:cubicBezTo>
                        <a:pt x="159" y="7"/>
                        <a:pt x="159" y="7"/>
                        <a:pt x="159" y="7"/>
                      </a:cubicBezTo>
                      <a:cubicBezTo>
                        <a:pt x="159" y="7"/>
                        <a:pt x="159" y="6"/>
                        <a:pt x="159" y="6"/>
                      </a:cubicBezTo>
                      <a:cubicBezTo>
                        <a:pt x="159" y="6"/>
                        <a:pt x="160" y="6"/>
                        <a:pt x="160" y="7"/>
                      </a:cubicBezTo>
                      <a:cubicBezTo>
                        <a:pt x="161" y="7"/>
                        <a:pt x="161" y="8"/>
                        <a:pt x="161" y="8"/>
                      </a:cubicBezTo>
                      <a:cubicBezTo>
                        <a:pt x="161" y="9"/>
                        <a:pt x="161" y="9"/>
                        <a:pt x="161" y="10"/>
                      </a:cubicBezTo>
                      <a:cubicBezTo>
                        <a:pt x="161" y="10"/>
                        <a:pt x="161" y="10"/>
                        <a:pt x="162" y="11"/>
                      </a:cubicBezTo>
                      <a:cubicBezTo>
                        <a:pt x="162" y="10"/>
                        <a:pt x="162" y="10"/>
                        <a:pt x="162" y="10"/>
                      </a:cubicBezTo>
                      <a:cubicBezTo>
                        <a:pt x="162" y="11"/>
                        <a:pt x="162" y="13"/>
                        <a:pt x="162" y="14"/>
                      </a:cubicBezTo>
                      <a:cubicBezTo>
                        <a:pt x="162" y="15"/>
                        <a:pt x="163" y="16"/>
                        <a:pt x="163" y="17"/>
                      </a:cubicBezTo>
                      <a:cubicBezTo>
                        <a:pt x="163" y="17"/>
                        <a:pt x="163" y="17"/>
                        <a:pt x="164" y="18"/>
                      </a:cubicBezTo>
                      <a:cubicBezTo>
                        <a:pt x="164" y="18"/>
                        <a:pt x="164" y="19"/>
                        <a:pt x="164" y="19"/>
                      </a:cubicBezTo>
                      <a:cubicBezTo>
                        <a:pt x="164" y="20"/>
                        <a:pt x="165" y="21"/>
                        <a:pt x="165" y="22"/>
                      </a:cubicBezTo>
                      <a:cubicBezTo>
                        <a:pt x="165" y="23"/>
                        <a:pt x="166" y="24"/>
                        <a:pt x="166" y="24"/>
                      </a:cubicBezTo>
                      <a:cubicBezTo>
                        <a:pt x="167" y="24"/>
                        <a:pt x="167" y="24"/>
                        <a:pt x="167" y="24"/>
                      </a:cubicBezTo>
                      <a:cubicBezTo>
                        <a:pt x="168" y="24"/>
                        <a:pt x="169" y="24"/>
                        <a:pt x="170" y="25"/>
                      </a:cubicBezTo>
                      <a:cubicBezTo>
                        <a:pt x="170" y="25"/>
                        <a:pt x="170" y="25"/>
                        <a:pt x="170" y="25"/>
                      </a:cubicBezTo>
                      <a:cubicBezTo>
                        <a:pt x="170" y="25"/>
                        <a:pt x="170" y="26"/>
                        <a:pt x="170" y="26"/>
                      </a:cubicBezTo>
                      <a:cubicBezTo>
                        <a:pt x="171" y="26"/>
                        <a:pt x="171" y="27"/>
                        <a:pt x="170" y="28"/>
                      </a:cubicBezTo>
                      <a:cubicBezTo>
                        <a:pt x="170" y="28"/>
                        <a:pt x="170" y="28"/>
                        <a:pt x="170" y="28"/>
                      </a:cubicBezTo>
                      <a:cubicBezTo>
                        <a:pt x="170" y="28"/>
                        <a:pt x="170" y="28"/>
                        <a:pt x="169" y="28"/>
                      </a:cubicBezTo>
                      <a:cubicBezTo>
                        <a:pt x="170" y="29"/>
                        <a:pt x="170" y="29"/>
                        <a:pt x="170" y="29"/>
                      </a:cubicBezTo>
                      <a:cubicBezTo>
                        <a:pt x="170" y="29"/>
                        <a:pt x="170" y="29"/>
                        <a:pt x="170" y="29"/>
                      </a:cubicBezTo>
                      <a:cubicBezTo>
                        <a:pt x="170" y="29"/>
                        <a:pt x="170" y="29"/>
                        <a:pt x="170" y="29"/>
                      </a:cubicBezTo>
                      <a:cubicBezTo>
                        <a:pt x="170" y="29"/>
                        <a:pt x="170" y="30"/>
                        <a:pt x="170" y="30"/>
                      </a:cubicBezTo>
                      <a:cubicBezTo>
                        <a:pt x="170" y="30"/>
                        <a:pt x="170" y="30"/>
                        <a:pt x="170" y="30"/>
                      </a:cubicBezTo>
                      <a:cubicBezTo>
                        <a:pt x="170" y="30"/>
                        <a:pt x="170" y="30"/>
                        <a:pt x="169" y="30"/>
                      </a:cubicBezTo>
                      <a:cubicBezTo>
                        <a:pt x="169" y="30"/>
                        <a:pt x="169" y="30"/>
                        <a:pt x="168" y="30"/>
                      </a:cubicBezTo>
                      <a:cubicBezTo>
                        <a:pt x="168" y="30"/>
                        <a:pt x="168" y="31"/>
                        <a:pt x="168" y="31"/>
                      </a:cubicBezTo>
                      <a:cubicBezTo>
                        <a:pt x="168" y="31"/>
                        <a:pt x="168" y="31"/>
                        <a:pt x="168" y="31"/>
                      </a:cubicBezTo>
                      <a:cubicBezTo>
                        <a:pt x="168" y="31"/>
                        <a:pt x="167" y="32"/>
                        <a:pt x="167" y="32"/>
                      </a:cubicBezTo>
                      <a:cubicBezTo>
                        <a:pt x="167" y="32"/>
                        <a:pt x="166" y="33"/>
                        <a:pt x="166" y="33"/>
                      </a:cubicBezTo>
                      <a:cubicBezTo>
                        <a:pt x="166" y="34"/>
                        <a:pt x="165" y="35"/>
                        <a:pt x="165" y="35"/>
                      </a:cubicBezTo>
                      <a:cubicBezTo>
                        <a:pt x="164" y="35"/>
                        <a:pt x="164" y="35"/>
                        <a:pt x="164" y="36"/>
                      </a:cubicBezTo>
                      <a:cubicBezTo>
                        <a:pt x="163" y="36"/>
                        <a:pt x="163" y="36"/>
                        <a:pt x="163" y="36"/>
                      </a:cubicBezTo>
                      <a:cubicBezTo>
                        <a:pt x="162" y="37"/>
                        <a:pt x="162" y="37"/>
                        <a:pt x="162" y="37"/>
                      </a:cubicBezTo>
                      <a:cubicBezTo>
                        <a:pt x="161" y="38"/>
                        <a:pt x="161" y="38"/>
                        <a:pt x="161" y="38"/>
                      </a:cubicBezTo>
                      <a:cubicBezTo>
                        <a:pt x="160" y="39"/>
                        <a:pt x="160" y="39"/>
                        <a:pt x="160" y="39"/>
                      </a:cubicBezTo>
                      <a:cubicBezTo>
                        <a:pt x="161" y="39"/>
                        <a:pt x="161" y="39"/>
                        <a:pt x="161" y="39"/>
                      </a:cubicBezTo>
                      <a:cubicBezTo>
                        <a:pt x="161" y="39"/>
                        <a:pt x="161" y="39"/>
                        <a:pt x="161" y="38"/>
                      </a:cubicBezTo>
                      <a:cubicBezTo>
                        <a:pt x="161" y="38"/>
                        <a:pt x="162" y="38"/>
                        <a:pt x="162" y="38"/>
                      </a:cubicBezTo>
                      <a:cubicBezTo>
                        <a:pt x="162" y="39"/>
                        <a:pt x="162" y="39"/>
                        <a:pt x="162" y="39"/>
                      </a:cubicBezTo>
                      <a:cubicBezTo>
                        <a:pt x="162" y="39"/>
                        <a:pt x="161" y="39"/>
                        <a:pt x="161" y="39"/>
                      </a:cubicBezTo>
                      <a:cubicBezTo>
                        <a:pt x="161" y="40"/>
                        <a:pt x="161" y="40"/>
                        <a:pt x="160" y="40"/>
                      </a:cubicBezTo>
                      <a:cubicBezTo>
                        <a:pt x="160" y="40"/>
                        <a:pt x="160" y="40"/>
                        <a:pt x="160" y="40"/>
                      </a:cubicBezTo>
                      <a:cubicBezTo>
                        <a:pt x="160" y="41"/>
                        <a:pt x="159" y="41"/>
                        <a:pt x="159" y="41"/>
                      </a:cubicBezTo>
                      <a:cubicBezTo>
                        <a:pt x="159" y="41"/>
                        <a:pt x="159" y="41"/>
                        <a:pt x="158" y="41"/>
                      </a:cubicBezTo>
                      <a:cubicBezTo>
                        <a:pt x="158" y="42"/>
                        <a:pt x="158" y="42"/>
                        <a:pt x="158" y="42"/>
                      </a:cubicBezTo>
                      <a:cubicBezTo>
                        <a:pt x="158" y="43"/>
                        <a:pt x="158" y="43"/>
                        <a:pt x="158" y="44"/>
                      </a:cubicBezTo>
                      <a:cubicBezTo>
                        <a:pt x="158" y="44"/>
                        <a:pt x="158" y="44"/>
                        <a:pt x="158" y="43"/>
                      </a:cubicBezTo>
                      <a:cubicBezTo>
                        <a:pt x="158" y="43"/>
                        <a:pt x="159" y="42"/>
                        <a:pt x="159" y="42"/>
                      </a:cubicBezTo>
                      <a:cubicBezTo>
                        <a:pt x="159" y="41"/>
                        <a:pt x="159" y="41"/>
                        <a:pt x="159" y="41"/>
                      </a:cubicBezTo>
                      <a:cubicBezTo>
                        <a:pt x="159" y="41"/>
                        <a:pt x="159" y="41"/>
                        <a:pt x="159" y="41"/>
                      </a:cubicBezTo>
                      <a:cubicBezTo>
                        <a:pt x="160" y="41"/>
                        <a:pt x="160" y="41"/>
                        <a:pt x="161" y="41"/>
                      </a:cubicBezTo>
                      <a:cubicBezTo>
                        <a:pt x="161" y="41"/>
                        <a:pt x="161" y="41"/>
                        <a:pt x="161" y="41"/>
                      </a:cubicBezTo>
                      <a:cubicBezTo>
                        <a:pt x="161" y="41"/>
                        <a:pt x="161" y="41"/>
                        <a:pt x="161" y="41"/>
                      </a:cubicBezTo>
                      <a:cubicBezTo>
                        <a:pt x="161" y="42"/>
                        <a:pt x="161" y="42"/>
                        <a:pt x="161" y="43"/>
                      </a:cubicBezTo>
                      <a:cubicBezTo>
                        <a:pt x="161" y="43"/>
                        <a:pt x="161" y="44"/>
                        <a:pt x="160" y="44"/>
                      </a:cubicBezTo>
                      <a:cubicBezTo>
                        <a:pt x="160" y="44"/>
                        <a:pt x="160" y="45"/>
                        <a:pt x="160" y="45"/>
                      </a:cubicBezTo>
                      <a:cubicBezTo>
                        <a:pt x="160" y="45"/>
                        <a:pt x="160" y="45"/>
                        <a:pt x="159" y="46"/>
                      </a:cubicBezTo>
                      <a:cubicBezTo>
                        <a:pt x="159" y="46"/>
                        <a:pt x="158" y="46"/>
                        <a:pt x="158" y="47"/>
                      </a:cubicBezTo>
                      <a:cubicBezTo>
                        <a:pt x="158" y="47"/>
                        <a:pt x="157" y="47"/>
                        <a:pt x="157" y="47"/>
                      </a:cubicBezTo>
                      <a:cubicBezTo>
                        <a:pt x="157" y="47"/>
                        <a:pt x="157" y="47"/>
                        <a:pt x="156" y="47"/>
                      </a:cubicBezTo>
                      <a:cubicBezTo>
                        <a:pt x="156" y="47"/>
                        <a:pt x="155" y="47"/>
                        <a:pt x="155" y="47"/>
                      </a:cubicBezTo>
                      <a:cubicBezTo>
                        <a:pt x="154" y="47"/>
                        <a:pt x="153" y="48"/>
                        <a:pt x="152" y="48"/>
                      </a:cubicBezTo>
                      <a:cubicBezTo>
                        <a:pt x="152" y="48"/>
                        <a:pt x="152" y="48"/>
                        <a:pt x="152" y="48"/>
                      </a:cubicBezTo>
                      <a:cubicBezTo>
                        <a:pt x="152" y="48"/>
                        <a:pt x="152" y="48"/>
                        <a:pt x="151" y="48"/>
                      </a:cubicBezTo>
                      <a:cubicBezTo>
                        <a:pt x="151" y="48"/>
                        <a:pt x="150" y="48"/>
                        <a:pt x="150" y="48"/>
                      </a:cubicBezTo>
                      <a:cubicBezTo>
                        <a:pt x="149" y="48"/>
                        <a:pt x="149" y="49"/>
                        <a:pt x="148" y="49"/>
                      </a:cubicBezTo>
                      <a:cubicBezTo>
                        <a:pt x="147" y="49"/>
                        <a:pt x="147" y="49"/>
                        <a:pt x="147" y="49"/>
                      </a:cubicBezTo>
                      <a:cubicBezTo>
                        <a:pt x="146" y="49"/>
                        <a:pt x="146" y="50"/>
                        <a:pt x="146" y="50"/>
                      </a:cubicBezTo>
                      <a:cubicBezTo>
                        <a:pt x="145" y="50"/>
                        <a:pt x="143" y="50"/>
                        <a:pt x="142" y="51"/>
                      </a:cubicBezTo>
                      <a:cubicBezTo>
                        <a:pt x="142" y="51"/>
                        <a:pt x="142" y="51"/>
                        <a:pt x="141" y="52"/>
                      </a:cubicBezTo>
                      <a:cubicBezTo>
                        <a:pt x="141" y="52"/>
                        <a:pt x="141" y="52"/>
                        <a:pt x="140" y="52"/>
                      </a:cubicBezTo>
                      <a:cubicBezTo>
                        <a:pt x="140" y="52"/>
                        <a:pt x="141" y="52"/>
                        <a:pt x="141" y="52"/>
                      </a:cubicBezTo>
                      <a:cubicBezTo>
                        <a:pt x="140" y="52"/>
                        <a:pt x="139" y="52"/>
                        <a:pt x="139" y="53"/>
                      </a:cubicBezTo>
                      <a:cubicBezTo>
                        <a:pt x="139" y="53"/>
                        <a:pt x="139" y="53"/>
                        <a:pt x="139" y="53"/>
                      </a:cubicBezTo>
                      <a:cubicBezTo>
                        <a:pt x="139" y="53"/>
                        <a:pt x="139" y="54"/>
                        <a:pt x="138" y="54"/>
                      </a:cubicBezTo>
                      <a:cubicBezTo>
                        <a:pt x="138" y="54"/>
                        <a:pt x="138" y="54"/>
                        <a:pt x="137" y="54"/>
                      </a:cubicBezTo>
                      <a:cubicBezTo>
                        <a:pt x="137" y="54"/>
                        <a:pt x="136" y="53"/>
                        <a:pt x="137" y="53"/>
                      </a:cubicBezTo>
                      <a:cubicBezTo>
                        <a:pt x="137" y="53"/>
                        <a:pt x="137" y="53"/>
                        <a:pt x="138" y="52"/>
                      </a:cubicBezTo>
                      <a:cubicBezTo>
                        <a:pt x="137" y="52"/>
                        <a:pt x="136" y="51"/>
                        <a:pt x="135" y="52"/>
                      </a:cubicBezTo>
                      <a:cubicBezTo>
                        <a:pt x="136" y="51"/>
                        <a:pt x="135" y="51"/>
                        <a:pt x="135" y="51"/>
                      </a:cubicBezTo>
                      <a:cubicBezTo>
                        <a:pt x="134" y="51"/>
                        <a:pt x="134" y="51"/>
                        <a:pt x="133" y="51"/>
                      </a:cubicBezTo>
                      <a:cubicBezTo>
                        <a:pt x="133" y="51"/>
                        <a:pt x="134" y="52"/>
                        <a:pt x="134" y="52"/>
                      </a:cubicBezTo>
                      <a:cubicBezTo>
                        <a:pt x="135" y="52"/>
                        <a:pt x="135" y="52"/>
                        <a:pt x="136" y="52"/>
                      </a:cubicBezTo>
                      <a:cubicBezTo>
                        <a:pt x="136" y="52"/>
                        <a:pt x="135" y="53"/>
                        <a:pt x="135" y="53"/>
                      </a:cubicBezTo>
                      <a:cubicBezTo>
                        <a:pt x="134" y="53"/>
                        <a:pt x="134" y="53"/>
                        <a:pt x="134" y="52"/>
                      </a:cubicBezTo>
                      <a:cubicBezTo>
                        <a:pt x="133" y="52"/>
                        <a:pt x="132" y="52"/>
                        <a:pt x="132" y="52"/>
                      </a:cubicBezTo>
                      <a:cubicBezTo>
                        <a:pt x="131" y="52"/>
                        <a:pt x="131" y="52"/>
                        <a:pt x="131" y="52"/>
                      </a:cubicBezTo>
                      <a:cubicBezTo>
                        <a:pt x="131" y="52"/>
                        <a:pt x="131" y="52"/>
                        <a:pt x="131" y="52"/>
                      </a:cubicBezTo>
                      <a:cubicBezTo>
                        <a:pt x="131" y="52"/>
                        <a:pt x="130" y="52"/>
                        <a:pt x="130" y="52"/>
                      </a:cubicBezTo>
                      <a:cubicBezTo>
                        <a:pt x="130" y="52"/>
                        <a:pt x="130" y="51"/>
                        <a:pt x="130" y="51"/>
                      </a:cubicBezTo>
                      <a:cubicBezTo>
                        <a:pt x="130" y="50"/>
                        <a:pt x="129" y="50"/>
                        <a:pt x="128" y="50"/>
                      </a:cubicBezTo>
                      <a:cubicBezTo>
                        <a:pt x="128" y="50"/>
                        <a:pt x="128" y="50"/>
                        <a:pt x="128" y="50"/>
                      </a:cubicBezTo>
                      <a:cubicBezTo>
                        <a:pt x="128" y="50"/>
                        <a:pt x="128" y="50"/>
                        <a:pt x="128" y="50"/>
                      </a:cubicBezTo>
                      <a:cubicBezTo>
                        <a:pt x="128" y="51"/>
                        <a:pt x="127" y="51"/>
                        <a:pt x="127" y="50"/>
                      </a:cubicBezTo>
                      <a:cubicBezTo>
                        <a:pt x="127" y="50"/>
                        <a:pt x="127" y="50"/>
                        <a:pt x="127" y="50"/>
                      </a:cubicBezTo>
                      <a:cubicBezTo>
                        <a:pt x="127" y="50"/>
                        <a:pt x="127" y="50"/>
                        <a:pt x="126" y="50"/>
                      </a:cubicBezTo>
                      <a:cubicBezTo>
                        <a:pt x="126" y="50"/>
                        <a:pt x="125" y="50"/>
                        <a:pt x="125" y="51"/>
                      </a:cubicBezTo>
                      <a:cubicBezTo>
                        <a:pt x="126" y="51"/>
                        <a:pt x="126" y="51"/>
                        <a:pt x="126" y="52"/>
                      </a:cubicBezTo>
                      <a:cubicBezTo>
                        <a:pt x="126" y="52"/>
                        <a:pt x="125" y="52"/>
                        <a:pt x="125" y="53"/>
                      </a:cubicBezTo>
                      <a:cubicBezTo>
                        <a:pt x="125" y="53"/>
                        <a:pt x="124" y="54"/>
                        <a:pt x="124" y="54"/>
                      </a:cubicBezTo>
                      <a:cubicBezTo>
                        <a:pt x="124" y="53"/>
                        <a:pt x="125" y="53"/>
                        <a:pt x="125" y="52"/>
                      </a:cubicBezTo>
                      <a:cubicBezTo>
                        <a:pt x="125" y="52"/>
                        <a:pt x="124" y="52"/>
                        <a:pt x="124" y="52"/>
                      </a:cubicBezTo>
                      <a:cubicBezTo>
                        <a:pt x="123" y="52"/>
                        <a:pt x="123" y="53"/>
                        <a:pt x="123" y="53"/>
                      </a:cubicBezTo>
                      <a:cubicBezTo>
                        <a:pt x="122" y="53"/>
                        <a:pt x="122" y="54"/>
                        <a:pt x="123" y="55"/>
                      </a:cubicBezTo>
                      <a:cubicBezTo>
                        <a:pt x="122" y="55"/>
                        <a:pt x="121" y="55"/>
                        <a:pt x="120" y="55"/>
                      </a:cubicBezTo>
                      <a:cubicBezTo>
                        <a:pt x="119" y="55"/>
                        <a:pt x="119" y="54"/>
                        <a:pt x="118" y="54"/>
                      </a:cubicBezTo>
                      <a:cubicBezTo>
                        <a:pt x="117" y="54"/>
                        <a:pt x="117" y="54"/>
                        <a:pt x="117" y="54"/>
                      </a:cubicBezTo>
                      <a:cubicBezTo>
                        <a:pt x="116" y="54"/>
                        <a:pt x="116" y="55"/>
                        <a:pt x="116" y="55"/>
                      </a:cubicBezTo>
                      <a:cubicBezTo>
                        <a:pt x="115" y="56"/>
                        <a:pt x="114" y="57"/>
                        <a:pt x="112" y="58"/>
                      </a:cubicBezTo>
                      <a:cubicBezTo>
                        <a:pt x="114" y="57"/>
                        <a:pt x="116" y="57"/>
                        <a:pt x="116" y="55"/>
                      </a:cubicBezTo>
                      <a:cubicBezTo>
                        <a:pt x="116" y="55"/>
                        <a:pt x="117" y="55"/>
                        <a:pt x="117" y="55"/>
                      </a:cubicBezTo>
                      <a:cubicBezTo>
                        <a:pt x="117" y="55"/>
                        <a:pt x="117" y="55"/>
                        <a:pt x="117" y="55"/>
                      </a:cubicBezTo>
                      <a:cubicBezTo>
                        <a:pt x="117" y="55"/>
                        <a:pt x="118" y="55"/>
                        <a:pt x="118" y="55"/>
                      </a:cubicBezTo>
                      <a:cubicBezTo>
                        <a:pt x="118" y="55"/>
                        <a:pt x="118" y="55"/>
                        <a:pt x="118" y="55"/>
                      </a:cubicBezTo>
                      <a:cubicBezTo>
                        <a:pt x="118" y="55"/>
                        <a:pt x="118" y="55"/>
                        <a:pt x="118" y="55"/>
                      </a:cubicBezTo>
                      <a:cubicBezTo>
                        <a:pt x="118" y="55"/>
                        <a:pt x="118" y="55"/>
                        <a:pt x="118" y="56"/>
                      </a:cubicBezTo>
                      <a:cubicBezTo>
                        <a:pt x="118" y="56"/>
                        <a:pt x="119" y="56"/>
                        <a:pt x="119" y="56"/>
                      </a:cubicBezTo>
                      <a:cubicBezTo>
                        <a:pt x="120" y="56"/>
                        <a:pt x="120" y="56"/>
                        <a:pt x="120" y="56"/>
                      </a:cubicBezTo>
                      <a:cubicBezTo>
                        <a:pt x="120" y="56"/>
                        <a:pt x="120" y="56"/>
                        <a:pt x="120" y="56"/>
                      </a:cubicBezTo>
                      <a:cubicBezTo>
                        <a:pt x="120" y="56"/>
                        <a:pt x="120" y="56"/>
                        <a:pt x="120" y="56"/>
                      </a:cubicBezTo>
                      <a:cubicBezTo>
                        <a:pt x="120" y="56"/>
                        <a:pt x="121" y="56"/>
                        <a:pt x="121" y="56"/>
                      </a:cubicBezTo>
                      <a:cubicBezTo>
                        <a:pt x="121" y="56"/>
                        <a:pt x="121" y="56"/>
                        <a:pt x="121" y="56"/>
                      </a:cubicBezTo>
                      <a:cubicBezTo>
                        <a:pt x="121" y="56"/>
                        <a:pt x="122" y="56"/>
                        <a:pt x="122" y="56"/>
                      </a:cubicBezTo>
                      <a:cubicBezTo>
                        <a:pt x="122" y="56"/>
                        <a:pt x="122" y="56"/>
                        <a:pt x="122" y="56"/>
                      </a:cubicBezTo>
                      <a:cubicBezTo>
                        <a:pt x="122" y="56"/>
                        <a:pt x="123" y="56"/>
                        <a:pt x="123" y="56"/>
                      </a:cubicBezTo>
                      <a:cubicBezTo>
                        <a:pt x="123" y="56"/>
                        <a:pt x="123" y="56"/>
                        <a:pt x="123" y="56"/>
                      </a:cubicBezTo>
                      <a:cubicBezTo>
                        <a:pt x="123" y="55"/>
                        <a:pt x="124" y="54"/>
                        <a:pt x="124" y="54"/>
                      </a:cubicBezTo>
                      <a:cubicBezTo>
                        <a:pt x="125" y="54"/>
                        <a:pt x="125" y="54"/>
                        <a:pt x="125" y="54"/>
                      </a:cubicBezTo>
                      <a:cubicBezTo>
                        <a:pt x="125" y="54"/>
                        <a:pt x="125" y="54"/>
                        <a:pt x="125" y="54"/>
                      </a:cubicBezTo>
                      <a:cubicBezTo>
                        <a:pt x="125" y="54"/>
                        <a:pt x="125" y="54"/>
                        <a:pt x="125" y="54"/>
                      </a:cubicBezTo>
                      <a:cubicBezTo>
                        <a:pt x="126" y="54"/>
                        <a:pt x="126" y="54"/>
                        <a:pt x="126" y="54"/>
                      </a:cubicBezTo>
                      <a:cubicBezTo>
                        <a:pt x="126" y="54"/>
                        <a:pt x="126" y="54"/>
                        <a:pt x="126" y="54"/>
                      </a:cubicBezTo>
                      <a:cubicBezTo>
                        <a:pt x="126" y="54"/>
                        <a:pt x="126" y="54"/>
                        <a:pt x="126" y="54"/>
                      </a:cubicBezTo>
                      <a:cubicBezTo>
                        <a:pt x="126" y="54"/>
                        <a:pt x="126" y="54"/>
                        <a:pt x="126" y="54"/>
                      </a:cubicBezTo>
                      <a:cubicBezTo>
                        <a:pt x="126" y="54"/>
                        <a:pt x="126" y="54"/>
                        <a:pt x="126" y="54"/>
                      </a:cubicBezTo>
                      <a:cubicBezTo>
                        <a:pt x="126" y="53"/>
                        <a:pt x="126" y="53"/>
                        <a:pt x="126" y="53"/>
                      </a:cubicBezTo>
                      <a:cubicBezTo>
                        <a:pt x="126" y="53"/>
                        <a:pt x="126" y="53"/>
                        <a:pt x="126" y="53"/>
                      </a:cubicBezTo>
                      <a:cubicBezTo>
                        <a:pt x="127" y="52"/>
                        <a:pt x="127" y="52"/>
                        <a:pt x="128" y="52"/>
                      </a:cubicBezTo>
                      <a:cubicBezTo>
                        <a:pt x="128" y="51"/>
                        <a:pt x="129" y="51"/>
                        <a:pt x="129" y="51"/>
                      </a:cubicBezTo>
                      <a:cubicBezTo>
                        <a:pt x="130" y="51"/>
                        <a:pt x="130" y="51"/>
                        <a:pt x="130" y="51"/>
                      </a:cubicBezTo>
                      <a:cubicBezTo>
                        <a:pt x="130" y="51"/>
                        <a:pt x="130" y="51"/>
                        <a:pt x="130" y="52"/>
                      </a:cubicBezTo>
                      <a:cubicBezTo>
                        <a:pt x="130" y="52"/>
                        <a:pt x="130" y="52"/>
                        <a:pt x="130" y="53"/>
                      </a:cubicBezTo>
                      <a:cubicBezTo>
                        <a:pt x="130" y="52"/>
                        <a:pt x="130" y="53"/>
                        <a:pt x="131" y="53"/>
                      </a:cubicBezTo>
                      <a:cubicBezTo>
                        <a:pt x="131" y="53"/>
                        <a:pt x="131" y="53"/>
                        <a:pt x="132" y="53"/>
                      </a:cubicBezTo>
                      <a:cubicBezTo>
                        <a:pt x="132" y="53"/>
                        <a:pt x="133" y="53"/>
                        <a:pt x="133" y="53"/>
                      </a:cubicBezTo>
                      <a:cubicBezTo>
                        <a:pt x="133" y="53"/>
                        <a:pt x="134" y="53"/>
                        <a:pt x="134" y="53"/>
                      </a:cubicBezTo>
                      <a:cubicBezTo>
                        <a:pt x="134" y="53"/>
                        <a:pt x="134" y="53"/>
                        <a:pt x="134" y="53"/>
                      </a:cubicBezTo>
                      <a:cubicBezTo>
                        <a:pt x="134" y="54"/>
                        <a:pt x="134" y="54"/>
                        <a:pt x="134" y="54"/>
                      </a:cubicBezTo>
                      <a:cubicBezTo>
                        <a:pt x="134" y="54"/>
                        <a:pt x="134" y="54"/>
                        <a:pt x="134" y="54"/>
                      </a:cubicBezTo>
                      <a:cubicBezTo>
                        <a:pt x="134" y="54"/>
                        <a:pt x="134" y="54"/>
                        <a:pt x="134" y="54"/>
                      </a:cubicBezTo>
                      <a:cubicBezTo>
                        <a:pt x="134" y="55"/>
                        <a:pt x="134" y="55"/>
                        <a:pt x="134" y="56"/>
                      </a:cubicBezTo>
                      <a:cubicBezTo>
                        <a:pt x="133" y="56"/>
                        <a:pt x="133" y="57"/>
                        <a:pt x="133" y="57"/>
                      </a:cubicBezTo>
                      <a:cubicBezTo>
                        <a:pt x="133" y="58"/>
                        <a:pt x="133" y="59"/>
                        <a:pt x="132" y="60"/>
                      </a:cubicBezTo>
                      <a:cubicBezTo>
                        <a:pt x="132" y="62"/>
                        <a:pt x="131" y="64"/>
                        <a:pt x="130" y="65"/>
                      </a:cubicBezTo>
                      <a:cubicBezTo>
                        <a:pt x="130" y="65"/>
                        <a:pt x="130" y="65"/>
                        <a:pt x="130" y="66"/>
                      </a:cubicBezTo>
                      <a:cubicBezTo>
                        <a:pt x="131" y="65"/>
                        <a:pt x="132" y="63"/>
                        <a:pt x="132" y="62"/>
                      </a:cubicBezTo>
                      <a:cubicBezTo>
                        <a:pt x="133" y="61"/>
                        <a:pt x="133" y="60"/>
                        <a:pt x="133" y="60"/>
                      </a:cubicBezTo>
                      <a:cubicBezTo>
                        <a:pt x="134" y="58"/>
                        <a:pt x="135" y="57"/>
                        <a:pt x="135" y="55"/>
                      </a:cubicBezTo>
                      <a:cubicBezTo>
                        <a:pt x="135" y="55"/>
                        <a:pt x="135" y="55"/>
                        <a:pt x="135" y="55"/>
                      </a:cubicBezTo>
                      <a:cubicBezTo>
                        <a:pt x="136" y="55"/>
                        <a:pt x="136" y="55"/>
                        <a:pt x="136" y="55"/>
                      </a:cubicBezTo>
                      <a:cubicBezTo>
                        <a:pt x="137" y="55"/>
                        <a:pt x="137" y="55"/>
                        <a:pt x="138" y="55"/>
                      </a:cubicBezTo>
                      <a:cubicBezTo>
                        <a:pt x="138" y="55"/>
                        <a:pt x="138" y="55"/>
                        <a:pt x="138" y="55"/>
                      </a:cubicBezTo>
                      <a:cubicBezTo>
                        <a:pt x="138" y="55"/>
                        <a:pt x="139" y="54"/>
                        <a:pt x="139" y="54"/>
                      </a:cubicBezTo>
                      <a:cubicBezTo>
                        <a:pt x="139" y="55"/>
                        <a:pt x="139" y="55"/>
                        <a:pt x="139" y="55"/>
                      </a:cubicBezTo>
                      <a:cubicBezTo>
                        <a:pt x="139" y="55"/>
                        <a:pt x="140" y="54"/>
                        <a:pt x="141" y="54"/>
                      </a:cubicBezTo>
                      <a:cubicBezTo>
                        <a:pt x="141" y="55"/>
                        <a:pt x="141" y="55"/>
                        <a:pt x="141" y="55"/>
                      </a:cubicBezTo>
                      <a:cubicBezTo>
                        <a:pt x="141" y="55"/>
                        <a:pt x="141" y="55"/>
                        <a:pt x="141" y="55"/>
                      </a:cubicBezTo>
                      <a:cubicBezTo>
                        <a:pt x="141" y="55"/>
                        <a:pt x="141" y="55"/>
                        <a:pt x="141" y="55"/>
                      </a:cubicBezTo>
                      <a:cubicBezTo>
                        <a:pt x="141" y="55"/>
                        <a:pt x="141" y="54"/>
                        <a:pt x="141" y="54"/>
                      </a:cubicBezTo>
                      <a:cubicBezTo>
                        <a:pt x="141" y="54"/>
                        <a:pt x="141" y="54"/>
                        <a:pt x="141" y="54"/>
                      </a:cubicBezTo>
                      <a:cubicBezTo>
                        <a:pt x="141" y="54"/>
                        <a:pt x="141" y="54"/>
                        <a:pt x="142" y="53"/>
                      </a:cubicBezTo>
                      <a:cubicBezTo>
                        <a:pt x="142" y="53"/>
                        <a:pt x="143" y="53"/>
                        <a:pt x="143" y="53"/>
                      </a:cubicBezTo>
                      <a:cubicBezTo>
                        <a:pt x="143" y="53"/>
                        <a:pt x="143" y="52"/>
                        <a:pt x="144" y="52"/>
                      </a:cubicBezTo>
                      <a:cubicBezTo>
                        <a:pt x="144" y="52"/>
                        <a:pt x="144" y="52"/>
                        <a:pt x="144" y="52"/>
                      </a:cubicBezTo>
                      <a:cubicBezTo>
                        <a:pt x="143" y="52"/>
                        <a:pt x="143" y="52"/>
                        <a:pt x="142" y="52"/>
                      </a:cubicBezTo>
                      <a:cubicBezTo>
                        <a:pt x="143" y="51"/>
                        <a:pt x="144" y="51"/>
                        <a:pt x="145" y="51"/>
                      </a:cubicBezTo>
                      <a:cubicBezTo>
                        <a:pt x="146" y="50"/>
                        <a:pt x="147" y="50"/>
                        <a:pt x="148" y="50"/>
                      </a:cubicBezTo>
                      <a:cubicBezTo>
                        <a:pt x="148" y="50"/>
                        <a:pt x="148" y="50"/>
                        <a:pt x="149" y="50"/>
                      </a:cubicBezTo>
                      <a:cubicBezTo>
                        <a:pt x="149" y="49"/>
                        <a:pt x="149" y="49"/>
                        <a:pt x="149" y="49"/>
                      </a:cubicBezTo>
                      <a:cubicBezTo>
                        <a:pt x="150" y="49"/>
                        <a:pt x="151" y="49"/>
                        <a:pt x="151" y="48"/>
                      </a:cubicBezTo>
                      <a:cubicBezTo>
                        <a:pt x="152" y="48"/>
                        <a:pt x="152" y="48"/>
                        <a:pt x="152" y="48"/>
                      </a:cubicBezTo>
                      <a:cubicBezTo>
                        <a:pt x="152" y="48"/>
                        <a:pt x="152" y="48"/>
                        <a:pt x="153" y="48"/>
                      </a:cubicBezTo>
                      <a:cubicBezTo>
                        <a:pt x="153" y="48"/>
                        <a:pt x="153" y="48"/>
                        <a:pt x="154" y="48"/>
                      </a:cubicBezTo>
                      <a:cubicBezTo>
                        <a:pt x="154" y="48"/>
                        <a:pt x="154" y="48"/>
                        <a:pt x="154" y="49"/>
                      </a:cubicBezTo>
                      <a:cubicBezTo>
                        <a:pt x="154" y="49"/>
                        <a:pt x="154" y="49"/>
                        <a:pt x="154" y="49"/>
                      </a:cubicBezTo>
                      <a:cubicBezTo>
                        <a:pt x="154" y="49"/>
                        <a:pt x="154" y="49"/>
                        <a:pt x="154" y="49"/>
                      </a:cubicBezTo>
                      <a:cubicBezTo>
                        <a:pt x="154" y="50"/>
                        <a:pt x="154" y="50"/>
                        <a:pt x="154" y="50"/>
                      </a:cubicBezTo>
                      <a:cubicBezTo>
                        <a:pt x="154" y="50"/>
                        <a:pt x="154" y="51"/>
                        <a:pt x="154" y="51"/>
                      </a:cubicBezTo>
                      <a:cubicBezTo>
                        <a:pt x="154" y="51"/>
                        <a:pt x="154" y="51"/>
                        <a:pt x="154" y="51"/>
                      </a:cubicBezTo>
                      <a:cubicBezTo>
                        <a:pt x="154" y="52"/>
                        <a:pt x="154" y="52"/>
                        <a:pt x="154" y="52"/>
                      </a:cubicBezTo>
                      <a:cubicBezTo>
                        <a:pt x="154" y="53"/>
                        <a:pt x="154" y="53"/>
                        <a:pt x="155" y="54"/>
                      </a:cubicBezTo>
                      <a:cubicBezTo>
                        <a:pt x="155" y="54"/>
                        <a:pt x="155" y="54"/>
                        <a:pt x="155" y="55"/>
                      </a:cubicBezTo>
                      <a:cubicBezTo>
                        <a:pt x="156" y="55"/>
                        <a:pt x="155" y="56"/>
                        <a:pt x="155" y="57"/>
                      </a:cubicBezTo>
                      <a:cubicBezTo>
                        <a:pt x="155" y="57"/>
                        <a:pt x="155" y="57"/>
                        <a:pt x="156" y="57"/>
                      </a:cubicBezTo>
                      <a:cubicBezTo>
                        <a:pt x="156" y="57"/>
                        <a:pt x="156" y="57"/>
                        <a:pt x="156" y="58"/>
                      </a:cubicBezTo>
                      <a:cubicBezTo>
                        <a:pt x="156" y="58"/>
                        <a:pt x="156" y="58"/>
                        <a:pt x="157" y="58"/>
                      </a:cubicBezTo>
                      <a:cubicBezTo>
                        <a:pt x="157" y="58"/>
                        <a:pt x="156" y="57"/>
                        <a:pt x="156" y="57"/>
                      </a:cubicBezTo>
                      <a:cubicBezTo>
                        <a:pt x="156" y="57"/>
                        <a:pt x="156" y="57"/>
                        <a:pt x="156" y="57"/>
                      </a:cubicBezTo>
                      <a:cubicBezTo>
                        <a:pt x="156" y="57"/>
                        <a:pt x="156" y="56"/>
                        <a:pt x="156" y="56"/>
                      </a:cubicBezTo>
                      <a:cubicBezTo>
                        <a:pt x="156" y="56"/>
                        <a:pt x="156" y="56"/>
                        <a:pt x="156" y="56"/>
                      </a:cubicBezTo>
                      <a:cubicBezTo>
                        <a:pt x="156" y="55"/>
                        <a:pt x="156" y="54"/>
                        <a:pt x="155" y="54"/>
                      </a:cubicBezTo>
                      <a:cubicBezTo>
                        <a:pt x="155" y="54"/>
                        <a:pt x="155" y="54"/>
                        <a:pt x="155" y="54"/>
                      </a:cubicBezTo>
                      <a:cubicBezTo>
                        <a:pt x="155" y="53"/>
                        <a:pt x="155" y="53"/>
                        <a:pt x="155" y="53"/>
                      </a:cubicBezTo>
                      <a:cubicBezTo>
                        <a:pt x="155" y="53"/>
                        <a:pt x="155" y="53"/>
                        <a:pt x="155" y="53"/>
                      </a:cubicBezTo>
                      <a:cubicBezTo>
                        <a:pt x="155" y="52"/>
                        <a:pt x="154" y="51"/>
                        <a:pt x="154" y="51"/>
                      </a:cubicBezTo>
                      <a:cubicBezTo>
                        <a:pt x="154" y="50"/>
                        <a:pt x="154" y="49"/>
                        <a:pt x="155" y="49"/>
                      </a:cubicBezTo>
                      <a:cubicBezTo>
                        <a:pt x="155" y="49"/>
                        <a:pt x="155" y="49"/>
                        <a:pt x="155" y="49"/>
                      </a:cubicBezTo>
                      <a:cubicBezTo>
                        <a:pt x="155" y="48"/>
                        <a:pt x="155" y="48"/>
                        <a:pt x="155" y="48"/>
                      </a:cubicBezTo>
                      <a:cubicBezTo>
                        <a:pt x="155" y="48"/>
                        <a:pt x="156" y="48"/>
                        <a:pt x="156" y="48"/>
                      </a:cubicBezTo>
                      <a:cubicBezTo>
                        <a:pt x="156" y="48"/>
                        <a:pt x="157" y="48"/>
                        <a:pt x="157" y="48"/>
                      </a:cubicBezTo>
                      <a:cubicBezTo>
                        <a:pt x="158" y="47"/>
                        <a:pt x="159" y="47"/>
                        <a:pt x="159" y="47"/>
                      </a:cubicBezTo>
                      <a:cubicBezTo>
                        <a:pt x="159" y="46"/>
                        <a:pt x="160" y="46"/>
                        <a:pt x="160" y="46"/>
                      </a:cubicBezTo>
                      <a:cubicBezTo>
                        <a:pt x="160" y="46"/>
                        <a:pt x="160" y="46"/>
                        <a:pt x="161" y="46"/>
                      </a:cubicBezTo>
                      <a:cubicBezTo>
                        <a:pt x="161" y="45"/>
                        <a:pt x="161" y="45"/>
                        <a:pt x="160" y="45"/>
                      </a:cubicBezTo>
                      <a:cubicBezTo>
                        <a:pt x="160" y="45"/>
                        <a:pt x="161" y="44"/>
                        <a:pt x="161" y="44"/>
                      </a:cubicBezTo>
                      <a:cubicBezTo>
                        <a:pt x="161" y="45"/>
                        <a:pt x="161" y="45"/>
                        <a:pt x="162" y="45"/>
                      </a:cubicBezTo>
                      <a:cubicBezTo>
                        <a:pt x="162" y="45"/>
                        <a:pt x="162" y="45"/>
                        <a:pt x="162" y="45"/>
                      </a:cubicBezTo>
                      <a:cubicBezTo>
                        <a:pt x="162" y="44"/>
                        <a:pt x="162" y="44"/>
                        <a:pt x="162" y="44"/>
                      </a:cubicBezTo>
                      <a:cubicBezTo>
                        <a:pt x="162" y="44"/>
                        <a:pt x="162" y="44"/>
                        <a:pt x="162" y="45"/>
                      </a:cubicBezTo>
                      <a:cubicBezTo>
                        <a:pt x="162" y="45"/>
                        <a:pt x="162" y="44"/>
                        <a:pt x="162" y="44"/>
                      </a:cubicBezTo>
                      <a:cubicBezTo>
                        <a:pt x="162" y="44"/>
                        <a:pt x="162" y="44"/>
                        <a:pt x="162" y="44"/>
                      </a:cubicBezTo>
                      <a:cubicBezTo>
                        <a:pt x="162" y="44"/>
                        <a:pt x="162" y="43"/>
                        <a:pt x="163" y="43"/>
                      </a:cubicBezTo>
                      <a:cubicBezTo>
                        <a:pt x="163" y="43"/>
                        <a:pt x="163" y="43"/>
                        <a:pt x="163" y="43"/>
                      </a:cubicBezTo>
                      <a:cubicBezTo>
                        <a:pt x="163" y="43"/>
                        <a:pt x="163" y="43"/>
                        <a:pt x="163" y="43"/>
                      </a:cubicBezTo>
                      <a:cubicBezTo>
                        <a:pt x="163" y="42"/>
                        <a:pt x="162" y="43"/>
                        <a:pt x="162" y="42"/>
                      </a:cubicBezTo>
                      <a:cubicBezTo>
                        <a:pt x="162" y="42"/>
                        <a:pt x="162" y="42"/>
                        <a:pt x="162" y="42"/>
                      </a:cubicBezTo>
                      <a:cubicBezTo>
                        <a:pt x="163" y="41"/>
                        <a:pt x="163" y="41"/>
                        <a:pt x="163" y="40"/>
                      </a:cubicBezTo>
                      <a:cubicBezTo>
                        <a:pt x="164" y="40"/>
                        <a:pt x="164" y="40"/>
                        <a:pt x="164" y="40"/>
                      </a:cubicBezTo>
                      <a:cubicBezTo>
                        <a:pt x="164" y="40"/>
                        <a:pt x="164" y="40"/>
                        <a:pt x="164" y="40"/>
                      </a:cubicBezTo>
                      <a:cubicBezTo>
                        <a:pt x="164" y="41"/>
                        <a:pt x="164" y="41"/>
                        <a:pt x="164" y="41"/>
                      </a:cubicBezTo>
                      <a:cubicBezTo>
                        <a:pt x="163" y="41"/>
                        <a:pt x="163" y="41"/>
                        <a:pt x="164" y="41"/>
                      </a:cubicBezTo>
                      <a:cubicBezTo>
                        <a:pt x="164" y="42"/>
                        <a:pt x="164" y="43"/>
                        <a:pt x="164" y="44"/>
                      </a:cubicBezTo>
                      <a:cubicBezTo>
                        <a:pt x="164" y="43"/>
                        <a:pt x="164" y="42"/>
                        <a:pt x="164" y="41"/>
                      </a:cubicBezTo>
                      <a:cubicBezTo>
                        <a:pt x="165" y="41"/>
                        <a:pt x="165" y="40"/>
                        <a:pt x="165" y="40"/>
                      </a:cubicBezTo>
                      <a:cubicBezTo>
                        <a:pt x="165" y="40"/>
                        <a:pt x="165" y="39"/>
                        <a:pt x="165" y="39"/>
                      </a:cubicBezTo>
                      <a:cubicBezTo>
                        <a:pt x="165" y="39"/>
                        <a:pt x="166" y="39"/>
                        <a:pt x="166" y="39"/>
                      </a:cubicBezTo>
                      <a:cubicBezTo>
                        <a:pt x="166" y="39"/>
                        <a:pt x="166" y="38"/>
                        <a:pt x="166" y="38"/>
                      </a:cubicBezTo>
                      <a:cubicBezTo>
                        <a:pt x="167" y="38"/>
                        <a:pt x="167" y="38"/>
                        <a:pt x="168" y="38"/>
                      </a:cubicBezTo>
                      <a:cubicBezTo>
                        <a:pt x="169" y="38"/>
                        <a:pt x="170" y="38"/>
                        <a:pt x="172" y="39"/>
                      </a:cubicBezTo>
                      <a:cubicBezTo>
                        <a:pt x="172" y="39"/>
                        <a:pt x="172" y="39"/>
                        <a:pt x="173" y="39"/>
                      </a:cubicBezTo>
                      <a:cubicBezTo>
                        <a:pt x="174" y="38"/>
                        <a:pt x="175" y="38"/>
                        <a:pt x="176" y="38"/>
                      </a:cubicBezTo>
                      <a:cubicBezTo>
                        <a:pt x="177" y="38"/>
                        <a:pt x="177" y="38"/>
                        <a:pt x="177" y="39"/>
                      </a:cubicBezTo>
                      <a:cubicBezTo>
                        <a:pt x="177" y="39"/>
                        <a:pt x="177" y="39"/>
                        <a:pt x="177" y="39"/>
                      </a:cubicBezTo>
                      <a:cubicBezTo>
                        <a:pt x="177" y="39"/>
                        <a:pt x="178" y="39"/>
                        <a:pt x="178" y="39"/>
                      </a:cubicBezTo>
                      <a:cubicBezTo>
                        <a:pt x="179" y="39"/>
                        <a:pt x="180" y="39"/>
                        <a:pt x="181" y="39"/>
                      </a:cubicBezTo>
                      <a:cubicBezTo>
                        <a:pt x="181" y="40"/>
                        <a:pt x="180" y="40"/>
                        <a:pt x="180" y="41"/>
                      </a:cubicBezTo>
                      <a:cubicBezTo>
                        <a:pt x="180" y="42"/>
                        <a:pt x="180" y="42"/>
                        <a:pt x="180" y="43"/>
                      </a:cubicBezTo>
                      <a:cubicBezTo>
                        <a:pt x="180" y="44"/>
                        <a:pt x="179" y="44"/>
                        <a:pt x="179" y="45"/>
                      </a:cubicBezTo>
                      <a:cubicBezTo>
                        <a:pt x="178" y="46"/>
                        <a:pt x="178" y="47"/>
                        <a:pt x="178" y="47"/>
                      </a:cubicBezTo>
                      <a:cubicBezTo>
                        <a:pt x="177" y="48"/>
                        <a:pt x="177" y="48"/>
                        <a:pt x="177" y="48"/>
                      </a:cubicBezTo>
                      <a:cubicBezTo>
                        <a:pt x="176" y="48"/>
                        <a:pt x="175" y="48"/>
                        <a:pt x="175" y="49"/>
                      </a:cubicBezTo>
                      <a:cubicBezTo>
                        <a:pt x="174" y="49"/>
                        <a:pt x="174" y="49"/>
                        <a:pt x="174" y="49"/>
                      </a:cubicBezTo>
                      <a:cubicBezTo>
                        <a:pt x="174" y="48"/>
                        <a:pt x="174" y="48"/>
                        <a:pt x="173" y="48"/>
                      </a:cubicBezTo>
                      <a:cubicBezTo>
                        <a:pt x="173" y="48"/>
                        <a:pt x="173" y="48"/>
                        <a:pt x="173" y="49"/>
                      </a:cubicBezTo>
                      <a:cubicBezTo>
                        <a:pt x="174" y="49"/>
                        <a:pt x="174" y="49"/>
                        <a:pt x="173" y="49"/>
                      </a:cubicBezTo>
                      <a:cubicBezTo>
                        <a:pt x="173" y="49"/>
                        <a:pt x="173" y="49"/>
                        <a:pt x="172" y="49"/>
                      </a:cubicBezTo>
                      <a:cubicBezTo>
                        <a:pt x="172" y="49"/>
                        <a:pt x="172" y="50"/>
                        <a:pt x="172" y="50"/>
                      </a:cubicBezTo>
                      <a:cubicBezTo>
                        <a:pt x="171" y="50"/>
                        <a:pt x="171" y="50"/>
                        <a:pt x="170" y="50"/>
                      </a:cubicBezTo>
                      <a:cubicBezTo>
                        <a:pt x="170" y="50"/>
                        <a:pt x="169" y="50"/>
                        <a:pt x="168" y="50"/>
                      </a:cubicBezTo>
                      <a:cubicBezTo>
                        <a:pt x="168" y="50"/>
                        <a:pt x="167" y="50"/>
                        <a:pt x="166" y="50"/>
                      </a:cubicBezTo>
                      <a:cubicBezTo>
                        <a:pt x="166" y="50"/>
                        <a:pt x="165" y="50"/>
                        <a:pt x="165" y="50"/>
                      </a:cubicBezTo>
                      <a:cubicBezTo>
                        <a:pt x="165" y="50"/>
                        <a:pt x="165" y="50"/>
                        <a:pt x="165" y="50"/>
                      </a:cubicBezTo>
                      <a:cubicBezTo>
                        <a:pt x="164" y="50"/>
                        <a:pt x="164" y="50"/>
                        <a:pt x="163" y="51"/>
                      </a:cubicBezTo>
                      <a:cubicBezTo>
                        <a:pt x="164" y="51"/>
                        <a:pt x="164" y="51"/>
                        <a:pt x="164" y="51"/>
                      </a:cubicBezTo>
                      <a:cubicBezTo>
                        <a:pt x="165" y="50"/>
                        <a:pt x="165" y="50"/>
                        <a:pt x="165" y="50"/>
                      </a:cubicBezTo>
                      <a:cubicBezTo>
                        <a:pt x="166" y="50"/>
                        <a:pt x="166" y="51"/>
                        <a:pt x="166" y="51"/>
                      </a:cubicBezTo>
                      <a:cubicBezTo>
                        <a:pt x="167" y="51"/>
                        <a:pt x="167" y="51"/>
                        <a:pt x="167" y="51"/>
                      </a:cubicBezTo>
                      <a:cubicBezTo>
                        <a:pt x="168" y="51"/>
                        <a:pt x="168" y="50"/>
                        <a:pt x="169" y="50"/>
                      </a:cubicBezTo>
                      <a:cubicBezTo>
                        <a:pt x="169" y="50"/>
                        <a:pt x="170" y="50"/>
                        <a:pt x="170" y="50"/>
                      </a:cubicBezTo>
                      <a:cubicBezTo>
                        <a:pt x="170" y="50"/>
                        <a:pt x="171" y="50"/>
                        <a:pt x="171" y="51"/>
                      </a:cubicBezTo>
                      <a:cubicBezTo>
                        <a:pt x="171" y="51"/>
                        <a:pt x="172" y="51"/>
                        <a:pt x="172" y="50"/>
                      </a:cubicBezTo>
                      <a:cubicBezTo>
                        <a:pt x="172" y="50"/>
                        <a:pt x="172" y="50"/>
                        <a:pt x="173" y="50"/>
                      </a:cubicBezTo>
                      <a:cubicBezTo>
                        <a:pt x="173" y="50"/>
                        <a:pt x="173" y="50"/>
                        <a:pt x="173" y="50"/>
                      </a:cubicBezTo>
                      <a:cubicBezTo>
                        <a:pt x="173" y="50"/>
                        <a:pt x="174" y="50"/>
                        <a:pt x="174" y="50"/>
                      </a:cubicBezTo>
                      <a:cubicBezTo>
                        <a:pt x="174" y="49"/>
                        <a:pt x="174" y="49"/>
                        <a:pt x="175" y="50"/>
                      </a:cubicBezTo>
                      <a:cubicBezTo>
                        <a:pt x="174" y="51"/>
                        <a:pt x="174" y="52"/>
                        <a:pt x="174" y="53"/>
                      </a:cubicBezTo>
                      <a:cubicBezTo>
                        <a:pt x="174" y="54"/>
                        <a:pt x="174" y="54"/>
                        <a:pt x="173" y="54"/>
                      </a:cubicBezTo>
                      <a:cubicBezTo>
                        <a:pt x="173" y="55"/>
                        <a:pt x="172" y="55"/>
                        <a:pt x="172" y="56"/>
                      </a:cubicBezTo>
                      <a:cubicBezTo>
                        <a:pt x="172" y="56"/>
                        <a:pt x="171" y="57"/>
                        <a:pt x="172" y="57"/>
                      </a:cubicBezTo>
                      <a:cubicBezTo>
                        <a:pt x="172" y="57"/>
                        <a:pt x="172" y="58"/>
                        <a:pt x="172" y="58"/>
                      </a:cubicBezTo>
                      <a:cubicBezTo>
                        <a:pt x="172" y="59"/>
                        <a:pt x="172" y="59"/>
                        <a:pt x="172" y="60"/>
                      </a:cubicBezTo>
                      <a:cubicBezTo>
                        <a:pt x="172" y="60"/>
                        <a:pt x="172" y="60"/>
                        <a:pt x="172" y="60"/>
                      </a:cubicBezTo>
                      <a:cubicBezTo>
                        <a:pt x="172" y="59"/>
                        <a:pt x="172" y="59"/>
                        <a:pt x="172" y="58"/>
                      </a:cubicBezTo>
                      <a:cubicBezTo>
                        <a:pt x="172" y="57"/>
                        <a:pt x="172" y="56"/>
                        <a:pt x="172" y="56"/>
                      </a:cubicBezTo>
                      <a:cubicBezTo>
                        <a:pt x="172" y="56"/>
                        <a:pt x="173" y="56"/>
                        <a:pt x="173" y="55"/>
                      </a:cubicBezTo>
                      <a:cubicBezTo>
                        <a:pt x="173" y="55"/>
                        <a:pt x="174" y="55"/>
                        <a:pt x="174" y="55"/>
                      </a:cubicBezTo>
                      <a:cubicBezTo>
                        <a:pt x="174" y="55"/>
                        <a:pt x="174" y="54"/>
                        <a:pt x="174" y="54"/>
                      </a:cubicBezTo>
                      <a:cubicBezTo>
                        <a:pt x="174" y="52"/>
                        <a:pt x="176" y="50"/>
                        <a:pt x="177" y="49"/>
                      </a:cubicBezTo>
                      <a:cubicBezTo>
                        <a:pt x="177" y="49"/>
                        <a:pt x="177" y="48"/>
                        <a:pt x="177" y="48"/>
                      </a:cubicBezTo>
                      <a:cubicBezTo>
                        <a:pt x="177" y="48"/>
                        <a:pt x="177" y="48"/>
                        <a:pt x="177" y="49"/>
                      </a:cubicBezTo>
                      <a:cubicBezTo>
                        <a:pt x="177" y="49"/>
                        <a:pt x="177" y="49"/>
                        <a:pt x="177" y="49"/>
                      </a:cubicBezTo>
                      <a:cubicBezTo>
                        <a:pt x="177" y="49"/>
                        <a:pt x="177" y="49"/>
                        <a:pt x="177" y="50"/>
                      </a:cubicBezTo>
                      <a:cubicBezTo>
                        <a:pt x="177" y="50"/>
                        <a:pt x="176" y="50"/>
                        <a:pt x="176" y="50"/>
                      </a:cubicBezTo>
                      <a:cubicBezTo>
                        <a:pt x="176" y="50"/>
                        <a:pt x="176" y="50"/>
                        <a:pt x="176" y="50"/>
                      </a:cubicBezTo>
                      <a:cubicBezTo>
                        <a:pt x="177" y="50"/>
                        <a:pt x="178" y="49"/>
                        <a:pt x="179" y="48"/>
                      </a:cubicBezTo>
                      <a:cubicBezTo>
                        <a:pt x="179" y="48"/>
                        <a:pt x="179" y="48"/>
                        <a:pt x="179" y="48"/>
                      </a:cubicBezTo>
                      <a:cubicBezTo>
                        <a:pt x="179" y="48"/>
                        <a:pt x="179" y="48"/>
                        <a:pt x="179" y="47"/>
                      </a:cubicBezTo>
                      <a:cubicBezTo>
                        <a:pt x="179" y="47"/>
                        <a:pt x="179" y="47"/>
                        <a:pt x="179" y="47"/>
                      </a:cubicBezTo>
                      <a:cubicBezTo>
                        <a:pt x="179" y="47"/>
                        <a:pt x="179" y="47"/>
                        <a:pt x="179" y="47"/>
                      </a:cubicBezTo>
                      <a:cubicBezTo>
                        <a:pt x="179" y="47"/>
                        <a:pt x="179" y="47"/>
                        <a:pt x="179" y="47"/>
                      </a:cubicBezTo>
                      <a:cubicBezTo>
                        <a:pt x="180" y="47"/>
                        <a:pt x="180" y="47"/>
                        <a:pt x="180" y="47"/>
                      </a:cubicBezTo>
                      <a:cubicBezTo>
                        <a:pt x="180" y="47"/>
                        <a:pt x="180" y="47"/>
                        <a:pt x="180" y="47"/>
                      </a:cubicBezTo>
                      <a:cubicBezTo>
                        <a:pt x="180" y="47"/>
                        <a:pt x="180" y="47"/>
                        <a:pt x="180" y="47"/>
                      </a:cubicBezTo>
                      <a:cubicBezTo>
                        <a:pt x="180" y="48"/>
                        <a:pt x="180" y="48"/>
                        <a:pt x="181" y="48"/>
                      </a:cubicBezTo>
                      <a:cubicBezTo>
                        <a:pt x="181" y="47"/>
                        <a:pt x="181" y="47"/>
                        <a:pt x="180" y="47"/>
                      </a:cubicBezTo>
                      <a:cubicBezTo>
                        <a:pt x="180" y="47"/>
                        <a:pt x="180" y="47"/>
                        <a:pt x="180" y="46"/>
                      </a:cubicBezTo>
                      <a:cubicBezTo>
                        <a:pt x="180" y="46"/>
                        <a:pt x="181" y="46"/>
                        <a:pt x="181" y="46"/>
                      </a:cubicBezTo>
                      <a:cubicBezTo>
                        <a:pt x="181" y="46"/>
                        <a:pt x="181" y="46"/>
                        <a:pt x="181" y="46"/>
                      </a:cubicBezTo>
                      <a:cubicBezTo>
                        <a:pt x="181" y="46"/>
                        <a:pt x="181" y="45"/>
                        <a:pt x="181" y="45"/>
                      </a:cubicBezTo>
                      <a:cubicBezTo>
                        <a:pt x="181" y="45"/>
                        <a:pt x="181" y="45"/>
                        <a:pt x="181" y="45"/>
                      </a:cubicBezTo>
                      <a:cubicBezTo>
                        <a:pt x="181" y="45"/>
                        <a:pt x="182" y="45"/>
                        <a:pt x="182" y="44"/>
                      </a:cubicBezTo>
                      <a:cubicBezTo>
                        <a:pt x="182" y="44"/>
                        <a:pt x="182" y="44"/>
                        <a:pt x="182" y="44"/>
                      </a:cubicBezTo>
                      <a:cubicBezTo>
                        <a:pt x="182" y="44"/>
                        <a:pt x="182" y="43"/>
                        <a:pt x="182" y="43"/>
                      </a:cubicBezTo>
                      <a:cubicBezTo>
                        <a:pt x="182" y="43"/>
                        <a:pt x="182" y="43"/>
                        <a:pt x="182" y="43"/>
                      </a:cubicBezTo>
                      <a:cubicBezTo>
                        <a:pt x="182" y="43"/>
                        <a:pt x="182" y="43"/>
                        <a:pt x="182" y="43"/>
                      </a:cubicBezTo>
                      <a:cubicBezTo>
                        <a:pt x="182" y="43"/>
                        <a:pt x="182" y="43"/>
                        <a:pt x="182" y="43"/>
                      </a:cubicBezTo>
                      <a:cubicBezTo>
                        <a:pt x="182" y="43"/>
                        <a:pt x="182" y="43"/>
                        <a:pt x="182" y="44"/>
                      </a:cubicBezTo>
                      <a:cubicBezTo>
                        <a:pt x="182" y="44"/>
                        <a:pt x="183" y="44"/>
                        <a:pt x="183" y="44"/>
                      </a:cubicBezTo>
                      <a:cubicBezTo>
                        <a:pt x="183" y="43"/>
                        <a:pt x="183" y="43"/>
                        <a:pt x="183" y="43"/>
                      </a:cubicBezTo>
                      <a:cubicBezTo>
                        <a:pt x="183" y="43"/>
                        <a:pt x="183" y="42"/>
                        <a:pt x="183" y="42"/>
                      </a:cubicBezTo>
                      <a:cubicBezTo>
                        <a:pt x="183" y="42"/>
                        <a:pt x="183" y="42"/>
                        <a:pt x="183" y="42"/>
                      </a:cubicBezTo>
                      <a:cubicBezTo>
                        <a:pt x="183" y="42"/>
                        <a:pt x="183" y="42"/>
                        <a:pt x="183" y="42"/>
                      </a:cubicBezTo>
                      <a:cubicBezTo>
                        <a:pt x="183" y="42"/>
                        <a:pt x="183" y="42"/>
                        <a:pt x="184" y="42"/>
                      </a:cubicBezTo>
                      <a:cubicBezTo>
                        <a:pt x="184" y="42"/>
                        <a:pt x="184" y="42"/>
                        <a:pt x="184" y="42"/>
                      </a:cubicBezTo>
                      <a:cubicBezTo>
                        <a:pt x="184" y="41"/>
                        <a:pt x="185" y="41"/>
                        <a:pt x="185" y="41"/>
                      </a:cubicBezTo>
                      <a:cubicBezTo>
                        <a:pt x="185" y="42"/>
                        <a:pt x="185" y="42"/>
                        <a:pt x="185" y="42"/>
                      </a:cubicBezTo>
                      <a:cubicBezTo>
                        <a:pt x="185" y="42"/>
                        <a:pt x="185" y="42"/>
                        <a:pt x="185" y="42"/>
                      </a:cubicBezTo>
                      <a:cubicBezTo>
                        <a:pt x="185" y="42"/>
                        <a:pt x="185" y="41"/>
                        <a:pt x="185" y="41"/>
                      </a:cubicBezTo>
                      <a:cubicBezTo>
                        <a:pt x="185" y="41"/>
                        <a:pt x="185" y="41"/>
                        <a:pt x="186" y="41"/>
                      </a:cubicBezTo>
                      <a:cubicBezTo>
                        <a:pt x="186" y="41"/>
                        <a:pt x="186" y="42"/>
                        <a:pt x="186" y="42"/>
                      </a:cubicBezTo>
                      <a:cubicBezTo>
                        <a:pt x="186" y="42"/>
                        <a:pt x="186" y="42"/>
                        <a:pt x="186" y="42"/>
                      </a:cubicBezTo>
                      <a:cubicBezTo>
                        <a:pt x="186" y="42"/>
                        <a:pt x="186" y="41"/>
                        <a:pt x="186" y="41"/>
                      </a:cubicBezTo>
                      <a:cubicBezTo>
                        <a:pt x="186" y="41"/>
                        <a:pt x="186" y="41"/>
                        <a:pt x="186" y="41"/>
                      </a:cubicBezTo>
                      <a:cubicBezTo>
                        <a:pt x="186" y="42"/>
                        <a:pt x="186" y="42"/>
                        <a:pt x="187" y="42"/>
                      </a:cubicBezTo>
                      <a:cubicBezTo>
                        <a:pt x="187" y="42"/>
                        <a:pt x="187" y="42"/>
                        <a:pt x="187" y="42"/>
                      </a:cubicBezTo>
                      <a:cubicBezTo>
                        <a:pt x="187" y="42"/>
                        <a:pt x="187" y="42"/>
                        <a:pt x="188" y="42"/>
                      </a:cubicBezTo>
                      <a:cubicBezTo>
                        <a:pt x="188" y="42"/>
                        <a:pt x="188" y="42"/>
                        <a:pt x="188" y="42"/>
                      </a:cubicBezTo>
                      <a:cubicBezTo>
                        <a:pt x="188" y="42"/>
                        <a:pt x="188" y="42"/>
                        <a:pt x="188" y="42"/>
                      </a:cubicBezTo>
                      <a:cubicBezTo>
                        <a:pt x="188" y="42"/>
                        <a:pt x="188" y="42"/>
                        <a:pt x="188" y="42"/>
                      </a:cubicBezTo>
                      <a:cubicBezTo>
                        <a:pt x="188" y="41"/>
                        <a:pt x="188" y="41"/>
                        <a:pt x="189" y="41"/>
                      </a:cubicBezTo>
                      <a:cubicBezTo>
                        <a:pt x="189" y="41"/>
                        <a:pt x="189" y="41"/>
                        <a:pt x="189" y="42"/>
                      </a:cubicBezTo>
                      <a:cubicBezTo>
                        <a:pt x="189" y="42"/>
                        <a:pt x="189" y="42"/>
                        <a:pt x="189" y="42"/>
                      </a:cubicBezTo>
                      <a:cubicBezTo>
                        <a:pt x="189" y="42"/>
                        <a:pt x="189" y="42"/>
                        <a:pt x="189" y="42"/>
                      </a:cubicBezTo>
                      <a:cubicBezTo>
                        <a:pt x="190" y="42"/>
                        <a:pt x="190" y="42"/>
                        <a:pt x="190" y="42"/>
                      </a:cubicBezTo>
                      <a:cubicBezTo>
                        <a:pt x="190" y="42"/>
                        <a:pt x="190" y="43"/>
                        <a:pt x="190" y="43"/>
                      </a:cubicBezTo>
                      <a:cubicBezTo>
                        <a:pt x="190" y="43"/>
                        <a:pt x="191" y="43"/>
                        <a:pt x="191" y="43"/>
                      </a:cubicBezTo>
                      <a:cubicBezTo>
                        <a:pt x="191" y="43"/>
                        <a:pt x="191" y="43"/>
                        <a:pt x="191" y="43"/>
                      </a:cubicBezTo>
                      <a:cubicBezTo>
                        <a:pt x="191" y="43"/>
                        <a:pt x="191" y="43"/>
                        <a:pt x="191" y="43"/>
                      </a:cubicBezTo>
                      <a:cubicBezTo>
                        <a:pt x="192" y="43"/>
                        <a:pt x="192" y="43"/>
                        <a:pt x="192" y="43"/>
                      </a:cubicBezTo>
                      <a:cubicBezTo>
                        <a:pt x="192" y="43"/>
                        <a:pt x="192" y="43"/>
                        <a:pt x="192" y="43"/>
                      </a:cubicBezTo>
                      <a:cubicBezTo>
                        <a:pt x="192" y="43"/>
                        <a:pt x="192" y="43"/>
                        <a:pt x="192" y="43"/>
                      </a:cubicBezTo>
                      <a:cubicBezTo>
                        <a:pt x="192" y="43"/>
                        <a:pt x="193" y="43"/>
                        <a:pt x="193" y="43"/>
                      </a:cubicBezTo>
                      <a:cubicBezTo>
                        <a:pt x="193" y="43"/>
                        <a:pt x="194" y="43"/>
                        <a:pt x="194" y="43"/>
                      </a:cubicBezTo>
                      <a:cubicBezTo>
                        <a:pt x="194" y="43"/>
                        <a:pt x="193" y="44"/>
                        <a:pt x="193" y="44"/>
                      </a:cubicBezTo>
                      <a:cubicBezTo>
                        <a:pt x="193" y="44"/>
                        <a:pt x="194" y="44"/>
                        <a:pt x="194" y="44"/>
                      </a:cubicBezTo>
                      <a:cubicBezTo>
                        <a:pt x="194" y="44"/>
                        <a:pt x="194" y="44"/>
                        <a:pt x="194" y="44"/>
                      </a:cubicBezTo>
                      <a:cubicBezTo>
                        <a:pt x="194" y="43"/>
                        <a:pt x="195" y="44"/>
                        <a:pt x="195" y="44"/>
                      </a:cubicBezTo>
                      <a:cubicBezTo>
                        <a:pt x="195" y="44"/>
                        <a:pt x="195" y="44"/>
                        <a:pt x="195" y="44"/>
                      </a:cubicBezTo>
                      <a:cubicBezTo>
                        <a:pt x="195" y="45"/>
                        <a:pt x="195" y="44"/>
                        <a:pt x="195" y="44"/>
                      </a:cubicBezTo>
                      <a:cubicBezTo>
                        <a:pt x="196" y="44"/>
                        <a:pt x="196" y="44"/>
                        <a:pt x="196" y="44"/>
                      </a:cubicBezTo>
                      <a:cubicBezTo>
                        <a:pt x="196" y="44"/>
                        <a:pt x="196" y="44"/>
                        <a:pt x="196" y="44"/>
                      </a:cubicBezTo>
                      <a:cubicBezTo>
                        <a:pt x="197" y="44"/>
                        <a:pt x="197" y="44"/>
                        <a:pt x="197" y="44"/>
                      </a:cubicBezTo>
                      <a:cubicBezTo>
                        <a:pt x="197" y="44"/>
                        <a:pt x="197" y="45"/>
                        <a:pt x="197" y="45"/>
                      </a:cubicBezTo>
                      <a:cubicBezTo>
                        <a:pt x="197" y="45"/>
                        <a:pt x="198" y="45"/>
                        <a:pt x="198" y="45"/>
                      </a:cubicBezTo>
                      <a:cubicBezTo>
                        <a:pt x="198" y="45"/>
                        <a:pt x="198" y="45"/>
                        <a:pt x="199" y="45"/>
                      </a:cubicBezTo>
                      <a:cubicBezTo>
                        <a:pt x="199" y="45"/>
                        <a:pt x="199" y="45"/>
                        <a:pt x="199" y="45"/>
                      </a:cubicBezTo>
                      <a:cubicBezTo>
                        <a:pt x="199" y="45"/>
                        <a:pt x="200" y="46"/>
                        <a:pt x="200" y="46"/>
                      </a:cubicBezTo>
                      <a:cubicBezTo>
                        <a:pt x="201" y="46"/>
                        <a:pt x="201" y="46"/>
                        <a:pt x="201" y="47"/>
                      </a:cubicBezTo>
                      <a:cubicBezTo>
                        <a:pt x="201" y="47"/>
                        <a:pt x="202" y="46"/>
                        <a:pt x="202" y="46"/>
                      </a:cubicBezTo>
                      <a:cubicBezTo>
                        <a:pt x="202" y="46"/>
                        <a:pt x="202" y="47"/>
                        <a:pt x="202" y="47"/>
                      </a:cubicBezTo>
                      <a:cubicBezTo>
                        <a:pt x="202" y="47"/>
                        <a:pt x="202" y="47"/>
                        <a:pt x="202" y="47"/>
                      </a:cubicBezTo>
                      <a:cubicBezTo>
                        <a:pt x="203" y="47"/>
                        <a:pt x="203" y="47"/>
                        <a:pt x="203" y="47"/>
                      </a:cubicBezTo>
                      <a:cubicBezTo>
                        <a:pt x="203" y="47"/>
                        <a:pt x="203" y="47"/>
                        <a:pt x="203" y="47"/>
                      </a:cubicBezTo>
                      <a:cubicBezTo>
                        <a:pt x="203" y="47"/>
                        <a:pt x="203" y="48"/>
                        <a:pt x="203" y="48"/>
                      </a:cubicBezTo>
                      <a:cubicBezTo>
                        <a:pt x="203" y="48"/>
                        <a:pt x="203" y="48"/>
                        <a:pt x="203" y="48"/>
                      </a:cubicBezTo>
                      <a:cubicBezTo>
                        <a:pt x="203" y="48"/>
                        <a:pt x="204" y="48"/>
                        <a:pt x="204" y="48"/>
                      </a:cubicBezTo>
                      <a:cubicBezTo>
                        <a:pt x="204" y="48"/>
                        <a:pt x="205" y="48"/>
                        <a:pt x="205" y="48"/>
                      </a:cubicBezTo>
                      <a:cubicBezTo>
                        <a:pt x="205" y="48"/>
                        <a:pt x="205" y="48"/>
                        <a:pt x="205" y="48"/>
                      </a:cubicBezTo>
                      <a:cubicBezTo>
                        <a:pt x="205" y="48"/>
                        <a:pt x="206" y="47"/>
                        <a:pt x="206" y="47"/>
                      </a:cubicBezTo>
                      <a:cubicBezTo>
                        <a:pt x="206" y="47"/>
                        <a:pt x="206" y="47"/>
                        <a:pt x="206" y="47"/>
                      </a:cubicBezTo>
                      <a:cubicBezTo>
                        <a:pt x="206" y="47"/>
                        <a:pt x="207" y="48"/>
                        <a:pt x="207" y="48"/>
                      </a:cubicBezTo>
                      <a:cubicBezTo>
                        <a:pt x="207" y="48"/>
                        <a:pt x="207" y="48"/>
                        <a:pt x="207" y="48"/>
                      </a:cubicBezTo>
                      <a:cubicBezTo>
                        <a:pt x="207" y="48"/>
                        <a:pt x="207" y="49"/>
                        <a:pt x="207" y="49"/>
                      </a:cubicBezTo>
                      <a:cubicBezTo>
                        <a:pt x="207" y="49"/>
                        <a:pt x="207" y="49"/>
                        <a:pt x="207" y="49"/>
                      </a:cubicBezTo>
                      <a:cubicBezTo>
                        <a:pt x="207" y="49"/>
                        <a:pt x="207" y="49"/>
                        <a:pt x="207" y="49"/>
                      </a:cubicBezTo>
                      <a:cubicBezTo>
                        <a:pt x="207" y="50"/>
                        <a:pt x="207" y="50"/>
                        <a:pt x="208" y="50"/>
                      </a:cubicBezTo>
                      <a:cubicBezTo>
                        <a:pt x="208" y="50"/>
                        <a:pt x="208" y="50"/>
                        <a:pt x="208" y="50"/>
                      </a:cubicBezTo>
                      <a:cubicBezTo>
                        <a:pt x="209" y="51"/>
                        <a:pt x="209" y="51"/>
                        <a:pt x="209" y="51"/>
                      </a:cubicBezTo>
                      <a:cubicBezTo>
                        <a:pt x="209" y="51"/>
                        <a:pt x="208" y="52"/>
                        <a:pt x="208" y="52"/>
                      </a:cubicBezTo>
                      <a:cubicBezTo>
                        <a:pt x="208" y="52"/>
                        <a:pt x="207" y="52"/>
                        <a:pt x="207" y="53"/>
                      </a:cubicBezTo>
                      <a:cubicBezTo>
                        <a:pt x="207" y="53"/>
                        <a:pt x="207" y="53"/>
                        <a:pt x="207" y="53"/>
                      </a:cubicBezTo>
                      <a:cubicBezTo>
                        <a:pt x="207" y="53"/>
                        <a:pt x="207" y="54"/>
                        <a:pt x="207" y="54"/>
                      </a:cubicBezTo>
                      <a:cubicBezTo>
                        <a:pt x="207" y="54"/>
                        <a:pt x="207" y="54"/>
                        <a:pt x="207" y="54"/>
                      </a:cubicBezTo>
                      <a:cubicBezTo>
                        <a:pt x="207" y="54"/>
                        <a:pt x="207" y="54"/>
                        <a:pt x="207" y="54"/>
                      </a:cubicBezTo>
                      <a:cubicBezTo>
                        <a:pt x="208" y="54"/>
                        <a:pt x="208" y="53"/>
                        <a:pt x="208" y="53"/>
                      </a:cubicBezTo>
                      <a:cubicBezTo>
                        <a:pt x="208" y="53"/>
                        <a:pt x="208" y="53"/>
                        <a:pt x="208" y="52"/>
                      </a:cubicBezTo>
                      <a:cubicBezTo>
                        <a:pt x="208" y="52"/>
                        <a:pt x="209" y="52"/>
                        <a:pt x="209" y="52"/>
                      </a:cubicBezTo>
                      <a:cubicBezTo>
                        <a:pt x="209" y="52"/>
                        <a:pt x="209" y="53"/>
                        <a:pt x="209" y="53"/>
                      </a:cubicBezTo>
                      <a:cubicBezTo>
                        <a:pt x="209" y="53"/>
                        <a:pt x="210" y="53"/>
                        <a:pt x="210" y="54"/>
                      </a:cubicBezTo>
                      <a:cubicBezTo>
                        <a:pt x="210" y="54"/>
                        <a:pt x="209" y="54"/>
                        <a:pt x="209" y="54"/>
                      </a:cubicBezTo>
                      <a:cubicBezTo>
                        <a:pt x="209" y="54"/>
                        <a:pt x="209" y="54"/>
                        <a:pt x="209" y="54"/>
                      </a:cubicBezTo>
                      <a:cubicBezTo>
                        <a:pt x="208" y="55"/>
                        <a:pt x="208" y="55"/>
                        <a:pt x="208" y="55"/>
                      </a:cubicBezTo>
                      <a:cubicBezTo>
                        <a:pt x="208" y="56"/>
                        <a:pt x="208" y="56"/>
                        <a:pt x="208" y="56"/>
                      </a:cubicBezTo>
                      <a:cubicBezTo>
                        <a:pt x="207" y="57"/>
                        <a:pt x="207" y="57"/>
                        <a:pt x="207" y="57"/>
                      </a:cubicBezTo>
                      <a:cubicBezTo>
                        <a:pt x="207" y="57"/>
                        <a:pt x="207" y="58"/>
                        <a:pt x="207" y="58"/>
                      </a:cubicBezTo>
                      <a:cubicBezTo>
                        <a:pt x="207" y="58"/>
                        <a:pt x="207" y="59"/>
                        <a:pt x="207" y="59"/>
                      </a:cubicBezTo>
                      <a:cubicBezTo>
                        <a:pt x="207" y="59"/>
                        <a:pt x="207" y="59"/>
                        <a:pt x="207" y="59"/>
                      </a:cubicBezTo>
                      <a:cubicBezTo>
                        <a:pt x="207" y="59"/>
                        <a:pt x="207" y="59"/>
                        <a:pt x="206" y="60"/>
                      </a:cubicBezTo>
                      <a:cubicBezTo>
                        <a:pt x="206" y="60"/>
                        <a:pt x="206" y="60"/>
                        <a:pt x="206" y="60"/>
                      </a:cubicBezTo>
                      <a:cubicBezTo>
                        <a:pt x="206" y="60"/>
                        <a:pt x="207" y="61"/>
                        <a:pt x="207" y="61"/>
                      </a:cubicBezTo>
                      <a:cubicBezTo>
                        <a:pt x="207" y="61"/>
                        <a:pt x="207" y="60"/>
                        <a:pt x="207" y="60"/>
                      </a:cubicBezTo>
                      <a:cubicBezTo>
                        <a:pt x="207" y="60"/>
                        <a:pt x="207" y="60"/>
                        <a:pt x="207" y="60"/>
                      </a:cubicBezTo>
                      <a:cubicBezTo>
                        <a:pt x="207" y="60"/>
                        <a:pt x="208" y="59"/>
                        <a:pt x="208" y="59"/>
                      </a:cubicBezTo>
                      <a:cubicBezTo>
                        <a:pt x="208" y="59"/>
                        <a:pt x="209" y="58"/>
                        <a:pt x="209" y="58"/>
                      </a:cubicBezTo>
                      <a:cubicBezTo>
                        <a:pt x="209" y="58"/>
                        <a:pt x="209" y="58"/>
                        <a:pt x="209" y="57"/>
                      </a:cubicBezTo>
                      <a:cubicBezTo>
                        <a:pt x="209" y="57"/>
                        <a:pt x="209" y="57"/>
                        <a:pt x="209" y="57"/>
                      </a:cubicBezTo>
                      <a:cubicBezTo>
                        <a:pt x="209" y="57"/>
                        <a:pt x="209" y="56"/>
                        <a:pt x="209" y="56"/>
                      </a:cubicBezTo>
                      <a:cubicBezTo>
                        <a:pt x="209" y="56"/>
                        <a:pt x="209" y="56"/>
                        <a:pt x="209" y="56"/>
                      </a:cubicBezTo>
                      <a:cubicBezTo>
                        <a:pt x="210" y="56"/>
                        <a:pt x="209" y="55"/>
                        <a:pt x="209" y="55"/>
                      </a:cubicBezTo>
                      <a:cubicBezTo>
                        <a:pt x="209" y="55"/>
                        <a:pt x="210" y="55"/>
                        <a:pt x="210" y="55"/>
                      </a:cubicBezTo>
                      <a:cubicBezTo>
                        <a:pt x="210" y="55"/>
                        <a:pt x="210" y="54"/>
                        <a:pt x="211" y="54"/>
                      </a:cubicBezTo>
                      <a:cubicBezTo>
                        <a:pt x="211" y="54"/>
                        <a:pt x="211" y="54"/>
                        <a:pt x="211" y="54"/>
                      </a:cubicBezTo>
                      <a:cubicBezTo>
                        <a:pt x="211" y="54"/>
                        <a:pt x="212" y="55"/>
                        <a:pt x="211" y="55"/>
                      </a:cubicBezTo>
                      <a:cubicBezTo>
                        <a:pt x="211" y="55"/>
                        <a:pt x="211" y="55"/>
                        <a:pt x="211" y="55"/>
                      </a:cubicBezTo>
                      <a:cubicBezTo>
                        <a:pt x="211" y="55"/>
                        <a:pt x="211" y="56"/>
                        <a:pt x="211" y="56"/>
                      </a:cubicBezTo>
                      <a:cubicBezTo>
                        <a:pt x="210" y="56"/>
                        <a:pt x="210" y="56"/>
                        <a:pt x="210" y="56"/>
                      </a:cubicBezTo>
                      <a:cubicBezTo>
                        <a:pt x="209" y="57"/>
                        <a:pt x="209" y="57"/>
                        <a:pt x="209" y="57"/>
                      </a:cubicBezTo>
                      <a:cubicBezTo>
                        <a:pt x="209" y="57"/>
                        <a:pt x="211" y="57"/>
                        <a:pt x="211" y="57"/>
                      </a:cubicBezTo>
                      <a:cubicBezTo>
                        <a:pt x="211" y="57"/>
                        <a:pt x="211" y="56"/>
                        <a:pt x="212" y="56"/>
                      </a:cubicBezTo>
                      <a:cubicBezTo>
                        <a:pt x="212" y="56"/>
                        <a:pt x="212" y="55"/>
                        <a:pt x="212" y="55"/>
                      </a:cubicBezTo>
                      <a:cubicBezTo>
                        <a:pt x="213" y="55"/>
                        <a:pt x="213" y="55"/>
                        <a:pt x="213" y="55"/>
                      </a:cubicBezTo>
                      <a:cubicBezTo>
                        <a:pt x="213" y="55"/>
                        <a:pt x="213" y="54"/>
                        <a:pt x="213" y="54"/>
                      </a:cubicBezTo>
                      <a:cubicBezTo>
                        <a:pt x="213" y="54"/>
                        <a:pt x="214" y="54"/>
                        <a:pt x="214" y="54"/>
                      </a:cubicBezTo>
                      <a:cubicBezTo>
                        <a:pt x="214" y="54"/>
                        <a:pt x="214" y="54"/>
                        <a:pt x="214" y="54"/>
                      </a:cubicBezTo>
                      <a:cubicBezTo>
                        <a:pt x="214" y="54"/>
                        <a:pt x="214" y="54"/>
                        <a:pt x="214" y="54"/>
                      </a:cubicBezTo>
                      <a:cubicBezTo>
                        <a:pt x="214" y="54"/>
                        <a:pt x="214" y="54"/>
                        <a:pt x="214" y="55"/>
                      </a:cubicBezTo>
                      <a:cubicBezTo>
                        <a:pt x="214" y="55"/>
                        <a:pt x="215" y="55"/>
                        <a:pt x="215" y="55"/>
                      </a:cubicBezTo>
                      <a:cubicBezTo>
                        <a:pt x="215" y="55"/>
                        <a:pt x="215" y="55"/>
                        <a:pt x="215" y="55"/>
                      </a:cubicBezTo>
                      <a:cubicBezTo>
                        <a:pt x="215" y="55"/>
                        <a:pt x="215" y="55"/>
                        <a:pt x="216" y="55"/>
                      </a:cubicBezTo>
                      <a:cubicBezTo>
                        <a:pt x="216" y="55"/>
                        <a:pt x="216" y="55"/>
                        <a:pt x="216" y="55"/>
                      </a:cubicBezTo>
                      <a:cubicBezTo>
                        <a:pt x="216" y="55"/>
                        <a:pt x="216" y="55"/>
                        <a:pt x="216" y="54"/>
                      </a:cubicBezTo>
                      <a:cubicBezTo>
                        <a:pt x="216" y="54"/>
                        <a:pt x="216" y="54"/>
                        <a:pt x="216" y="54"/>
                      </a:cubicBezTo>
                      <a:cubicBezTo>
                        <a:pt x="216" y="54"/>
                        <a:pt x="216" y="54"/>
                        <a:pt x="217" y="54"/>
                      </a:cubicBezTo>
                      <a:cubicBezTo>
                        <a:pt x="217" y="54"/>
                        <a:pt x="217" y="54"/>
                        <a:pt x="218" y="54"/>
                      </a:cubicBezTo>
                      <a:cubicBezTo>
                        <a:pt x="218" y="54"/>
                        <a:pt x="218" y="54"/>
                        <a:pt x="219" y="55"/>
                      </a:cubicBezTo>
                      <a:cubicBezTo>
                        <a:pt x="219" y="55"/>
                        <a:pt x="219" y="55"/>
                        <a:pt x="220" y="55"/>
                      </a:cubicBezTo>
                      <a:cubicBezTo>
                        <a:pt x="220" y="55"/>
                        <a:pt x="221" y="55"/>
                        <a:pt x="221" y="55"/>
                      </a:cubicBezTo>
                      <a:cubicBezTo>
                        <a:pt x="221" y="55"/>
                        <a:pt x="222" y="56"/>
                        <a:pt x="222" y="56"/>
                      </a:cubicBezTo>
                      <a:cubicBezTo>
                        <a:pt x="222" y="56"/>
                        <a:pt x="224" y="56"/>
                        <a:pt x="224" y="56"/>
                      </a:cubicBezTo>
                      <a:cubicBezTo>
                        <a:pt x="224" y="56"/>
                        <a:pt x="225" y="56"/>
                        <a:pt x="225" y="56"/>
                      </a:cubicBezTo>
                      <a:cubicBezTo>
                        <a:pt x="225" y="56"/>
                        <a:pt x="225" y="56"/>
                        <a:pt x="225" y="56"/>
                      </a:cubicBezTo>
                      <a:cubicBezTo>
                        <a:pt x="225" y="56"/>
                        <a:pt x="226" y="56"/>
                        <a:pt x="226" y="56"/>
                      </a:cubicBezTo>
                      <a:cubicBezTo>
                        <a:pt x="226" y="56"/>
                        <a:pt x="227" y="56"/>
                        <a:pt x="227" y="56"/>
                      </a:cubicBezTo>
                      <a:cubicBezTo>
                        <a:pt x="227" y="56"/>
                        <a:pt x="228" y="56"/>
                        <a:pt x="228" y="57"/>
                      </a:cubicBezTo>
                      <a:cubicBezTo>
                        <a:pt x="228" y="57"/>
                        <a:pt x="228" y="57"/>
                        <a:pt x="228" y="57"/>
                      </a:cubicBezTo>
                      <a:cubicBezTo>
                        <a:pt x="229" y="57"/>
                        <a:pt x="229" y="58"/>
                        <a:pt x="229" y="58"/>
                      </a:cubicBezTo>
                      <a:cubicBezTo>
                        <a:pt x="229" y="58"/>
                        <a:pt x="230" y="58"/>
                        <a:pt x="231" y="58"/>
                      </a:cubicBezTo>
                      <a:cubicBezTo>
                        <a:pt x="231" y="58"/>
                        <a:pt x="231" y="58"/>
                        <a:pt x="231" y="58"/>
                      </a:cubicBezTo>
                      <a:cubicBezTo>
                        <a:pt x="231" y="58"/>
                        <a:pt x="231" y="57"/>
                        <a:pt x="231" y="57"/>
                      </a:cubicBezTo>
                      <a:cubicBezTo>
                        <a:pt x="231" y="57"/>
                        <a:pt x="234" y="58"/>
                        <a:pt x="234" y="58"/>
                      </a:cubicBezTo>
                      <a:cubicBezTo>
                        <a:pt x="235" y="57"/>
                        <a:pt x="235" y="57"/>
                        <a:pt x="235" y="57"/>
                      </a:cubicBezTo>
                      <a:cubicBezTo>
                        <a:pt x="235" y="57"/>
                        <a:pt x="236" y="57"/>
                        <a:pt x="237" y="57"/>
                      </a:cubicBezTo>
                      <a:cubicBezTo>
                        <a:pt x="237" y="57"/>
                        <a:pt x="241" y="57"/>
                        <a:pt x="241" y="57"/>
                      </a:cubicBezTo>
                      <a:cubicBezTo>
                        <a:pt x="241" y="57"/>
                        <a:pt x="241" y="57"/>
                        <a:pt x="241" y="58"/>
                      </a:cubicBezTo>
                      <a:cubicBezTo>
                        <a:pt x="241" y="58"/>
                        <a:pt x="242" y="58"/>
                        <a:pt x="242" y="58"/>
                      </a:cubicBezTo>
                      <a:cubicBezTo>
                        <a:pt x="242" y="58"/>
                        <a:pt x="243" y="58"/>
                        <a:pt x="243" y="58"/>
                      </a:cubicBezTo>
                      <a:cubicBezTo>
                        <a:pt x="243" y="58"/>
                        <a:pt x="243" y="59"/>
                        <a:pt x="243" y="59"/>
                      </a:cubicBezTo>
                      <a:cubicBezTo>
                        <a:pt x="243" y="59"/>
                        <a:pt x="244" y="59"/>
                        <a:pt x="244" y="59"/>
                      </a:cubicBezTo>
                      <a:cubicBezTo>
                        <a:pt x="244" y="60"/>
                        <a:pt x="245" y="59"/>
                        <a:pt x="246" y="60"/>
                      </a:cubicBezTo>
                      <a:cubicBezTo>
                        <a:pt x="246" y="61"/>
                        <a:pt x="246" y="61"/>
                        <a:pt x="247" y="61"/>
                      </a:cubicBezTo>
                      <a:cubicBezTo>
                        <a:pt x="247" y="61"/>
                        <a:pt x="248" y="61"/>
                        <a:pt x="248" y="62"/>
                      </a:cubicBezTo>
                      <a:cubicBezTo>
                        <a:pt x="248" y="62"/>
                        <a:pt x="249" y="63"/>
                        <a:pt x="249" y="63"/>
                      </a:cubicBezTo>
                      <a:cubicBezTo>
                        <a:pt x="250" y="63"/>
                        <a:pt x="250" y="63"/>
                        <a:pt x="251" y="63"/>
                      </a:cubicBezTo>
                      <a:cubicBezTo>
                        <a:pt x="251" y="63"/>
                        <a:pt x="251" y="64"/>
                        <a:pt x="252" y="64"/>
                      </a:cubicBezTo>
                      <a:cubicBezTo>
                        <a:pt x="252" y="65"/>
                        <a:pt x="253" y="66"/>
                        <a:pt x="253" y="66"/>
                      </a:cubicBezTo>
                      <a:cubicBezTo>
                        <a:pt x="253" y="66"/>
                        <a:pt x="255" y="68"/>
                        <a:pt x="255" y="68"/>
                      </a:cubicBezTo>
                      <a:cubicBezTo>
                        <a:pt x="255" y="68"/>
                        <a:pt x="257" y="70"/>
                        <a:pt x="258" y="70"/>
                      </a:cubicBezTo>
                      <a:cubicBezTo>
                        <a:pt x="258" y="70"/>
                        <a:pt x="259" y="70"/>
                        <a:pt x="259" y="71"/>
                      </a:cubicBezTo>
                      <a:cubicBezTo>
                        <a:pt x="259" y="71"/>
                        <a:pt x="259" y="71"/>
                        <a:pt x="259" y="71"/>
                      </a:cubicBezTo>
                      <a:cubicBezTo>
                        <a:pt x="260" y="71"/>
                        <a:pt x="260" y="72"/>
                        <a:pt x="260" y="72"/>
                      </a:cubicBezTo>
                      <a:cubicBezTo>
                        <a:pt x="261" y="72"/>
                        <a:pt x="262" y="72"/>
                        <a:pt x="262" y="72"/>
                      </a:cubicBezTo>
                      <a:cubicBezTo>
                        <a:pt x="263" y="72"/>
                        <a:pt x="263" y="73"/>
                        <a:pt x="263" y="73"/>
                      </a:cubicBezTo>
                      <a:cubicBezTo>
                        <a:pt x="264" y="73"/>
                        <a:pt x="264" y="73"/>
                        <a:pt x="264" y="73"/>
                      </a:cubicBezTo>
                      <a:cubicBezTo>
                        <a:pt x="264" y="73"/>
                        <a:pt x="264" y="73"/>
                        <a:pt x="264" y="73"/>
                      </a:cubicBezTo>
                      <a:cubicBezTo>
                        <a:pt x="264" y="73"/>
                        <a:pt x="264" y="73"/>
                        <a:pt x="265" y="73"/>
                      </a:cubicBezTo>
                      <a:cubicBezTo>
                        <a:pt x="265" y="73"/>
                        <a:pt x="266" y="73"/>
                        <a:pt x="266" y="73"/>
                      </a:cubicBezTo>
                      <a:cubicBezTo>
                        <a:pt x="266" y="73"/>
                        <a:pt x="267" y="73"/>
                        <a:pt x="267" y="73"/>
                      </a:cubicBezTo>
                      <a:cubicBezTo>
                        <a:pt x="267" y="73"/>
                        <a:pt x="268" y="73"/>
                        <a:pt x="268" y="73"/>
                      </a:cubicBezTo>
                      <a:cubicBezTo>
                        <a:pt x="268" y="73"/>
                        <a:pt x="269" y="73"/>
                        <a:pt x="270" y="73"/>
                      </a:cubicBezTo>
                      <a:cubicBezTo>
                        <a:pt x="271" y="73"/>
                        <a:pt x="272" y="74"/>
                        <a:pt x="273" y="75"/>
                      </a:cubicBezTo>
                      <a:cubicBezTo>
                        <a:pt x="273" y="75"/>
                        <a:pt x="274" y="77"/>
                        <a:pt x="274" y="77"/>
                      </a:cubicBezTo>
                      <a:cubicBezTo>
                        <a:pt x="274" y="77"/>
                        <a:pt x="274" y="79"/>
                        <a:pt x="275" y="79"/>
                      </a:cubicBezTo>
                      <a:cubicBezTo>
                        <a:pt x="275" y="79"/>
                        <a:pt x="275" y="80"/>
                        <a:pt x="275" y="80"/>
                      </a:cubicBezTo>
                      <a:cubicBezTo>
                        <a:pt x="275" y="80"/>
                        <a:pt x="275" y="81"/>
                        <a:pt x="275" y="81"/>
                      </a:cubicBezTo>
                      <a:cubicBezTo>
                        <a:pt x="275" y="82"/>
                        <a:pt x="275" y="82"/>
                        <a:pt x="275" y="82"/>
                      </a:cubicBezTo>
                      <a:cubicBezTo>
                        <a:pt x="275" y="82"/>
                        <a:pt x="276" y="83"/>
                        <a:pt x="276" y="83"/>
                      </a:cubicBezTo>
                      <a:cubicBezTo>
                        <a:pt x="276" y="83"/>
                        <a:pt x="276" y="84"/>
                        <a:pt x="276" y="84"/>
                      </a:cubicBezTo>
                      <a:cubicBezTo>
                        <a:pt x="276" y="85"/>
                        <a:pt x="276" y="85"/>
                        <a:pt x="276" y="86"/>
                      </a:cubicBezTo>
                      <a:cubicBezTo>
                        <a:pt x="276" y="86"/>
                        <a:pt x="277" y="87"/>
                        <a:pt x="277" y="87"/>
                      </a:cubicBezTo>
                      <a:cubicBezTo>
                        <a:pt x="277" y="87"/>
                        <a:pt x="277" y="87"/>
                        <a:pt x="277" y="88"/>
                      </a:cubicBezTo>
                      <a:cubicBezTo>
                        <a:pt x="277" y="88"/>
                        <a:pt x="277" y="89"/>
                        <a:pt x="277" y="89"/>
                      </a:cubicBezTo>
                      <a:cubicBezTo>
                        <a:pt x="277" y="90"/>
                        <a:pt x="277" y="90"/>
                        <a:pt x="277" y="90"/>
                      </a:cubicBezTo>
                      <a:close/>
                      <a:moveTo>
                        <a:pt x="172" y="37"/>
                      </a:moveTo>
                      <a:cubicBezTo>
                        <a:pt x="172" y="37"/>
                        <a:pt x="172" y="37"/>
                        <a:pt x="172" y="37"/>
                      </a:cubicBezTo>
                      <a:cubicBezTo>
                        <a:pt x="172" y="37"/>
                        <a:pt x="171" y="37"/>
                        <a:pt x="171" y="37"/>
                      </a:cubicBezTo>
                      <a:cubicBezTo>
                        <a:pt x="171" y="37"/>
                        <a:pt x="171" y="38"/>
                        <a:pt x="171" y="38"/>
                      </a:cubicBezTo>
                      <a:cubicBezTo>
                        <a:pt x="171" y="38"/>
                        <a:pt x="171" y="38"/>
                        <a:pt x="171" y="38"/>
                      </a:cubicBezTo>
                      <a:cubicBezTo>
                        <a:pt x="172" y="38"/>
                        <a:pt x="172" y="38"/>
                        <a:pt x="172" y="38"/>
                      </a:cubicBezTo>
                      <a:cubicBezTo>
                        <a:pt x="172" y="38"/>
                        <a:pt x="172" y="38"/>
                        <a:pt x="172" y="38"/>
                      </a:cubicBezTo>
                      <a:cubicBezTo>
                        <a:pt x="172" y="38"/>
                        <a:pt x="172" y="38"/>
                        <a:pt x="172" y="38"/>
                      </a:cubicBezTo>
                      <a:cubicBezTo>
                        <a:pt x="172" y="38"/>
                        <a:pt x="172" y="38"/>
                        <a:pt x="172" y="38"/>
                      </a:cubicBezTo>
                      <a:cubicBezTo>
                        <a:pt x="173" y="38"/>
                        <a:pt x="173" y="38"/>
                        <a:pt x="173" y="38"/>
                      </a:cubicBezTo>
                      <a:cubicBezTo>
                        <a:pt x="173" y="38"/>
                        <a:pt x="173" y="38"/>
                        <a:pt x="173" y="38"/>
                      </a:cubicBezTo>
                      <a:cubicBezTo>
                        <a:pt x="173" y="38"/>
                        <a:pt x="173" y="38"/>
                        <a:pt x="174" y="38"/>
                      </a:cubicBezTo>
                      <a:cubicBezTo>
                        <a:pt x="174" y="38"/>
                        <a:pt x="174" y="38"/>
                        <a:pt x="174" y="38"/>
                      </a:cubicBezTo>
                      <a:cubicBezTo>
                        <a:pt x="174" y="38"/>
                        <a:pt x="174" y="37"/>
                        <a:pt x="174" y="37"/>
                      </a:cubicBezTo>
                      <a:cubicBezTo>
                        <a:pt x="174" y="37"/>
                        <a:pt x="174" y="37"/>
                        <a:pt x="174" y="37"/>
                      </a:cubicBezTo>
                      <a:cubicBezTo>
                        <a:pt x="174" y="37"/>
                        <a:pt x="174" y="37"/>
                        <a:pt x="174" y="37"/>
                      </a:cubicBezTo>
                      <a:cubicBezTo>
                        <a:pt x="174" y="37"/>
                        <a:pt x="174" y="37"/>
                        <a:pt x="174" y="37"/>
                      </a:cubicBezTo>
                      <a:cubicBezTo>
                        <a:pt x="173" y="37"/>
                        <a:pt x="173" y="37"/>
                        <a:pt x="173" y="37"/>
                      </a:cubicBezTo>
                      <a:cubicBezTo>
                        <a:pt x="172" y="37"/>
                        <a:pt x="172" y="37"/>
                        <a:pt x="172" y="37"/>
                      </a:cubicBezTo>
                      <a:close/>
                      <a:moveTo>
                        <a:pt x="169" y="35"/>
                      </a:moveTo>
                      <a:cubicBezTo>
                        <a:pt x="169" y="35"/>
                        <a:pt x="169" y="35"/>
                        <a:pt x="169" y="35"/>
                      </a:cubicBezTo>
                      <a:cubicBezTo>
                        <a:pt x="169" y="35"/>
                        <a:pt x="168" y="35"/>
                        <a:pt x="168" y="35"/>
                      </a:cubicBezTo>
                      <a:cubicBezTo>
                        <a:pt x="168" y="35"/>
                        <a:pt x="168" y="35"/>
                        <a:pt x="168" y="35"/>
                      </a:cubicBezTo>
                      <a:cubicBezTo>
                        <a:pt x="168" y="35"/>
                        <a:pt x="168" y="35"/>
                        <a:pt x="168" y="35"/>
                      </a:cubicBezTo>
                      <a:cubicBezTo>
                        <a:pt x="168" y="36"/>
                        <a:pt x="167" y="36"/>
                        <a:pt x="167" y="36"/>
                      </a:cubicBezTo>
                      <a:cubicBezTo>
                        <a:pt x="167" y="36"/>
                        <a:pt x="167" y="37"/>
                        <a:pt x="167" y="37"/>
                      </a:cubicBezTo>
                      <a:cubicBezTo>
                        <a:pt x="167" y="37"/>
                        <a:pt x="167" y="37"/>
                        <a:pt x="167" y="37"/>
                      </a:cubicBezTo>
                      <a:cubicBezTo>
                        <a:pt x="167" y="37"/>
                        <a:pt x="167" y="37"/>
                        <a:pt x="168" y="37"/>
                      </a:cubicBezTo>
                      <a:cubicBezTo>
                        <a:pt x="168" y="37"/>
                        <a:pt x="169" y="37"/>
                        <a:pt x="169" y="37"/>
                      </a:cubicBezTo>
                      <a:cubicBezTo>
                        <a:pt x="169" y="37"/>
                        <a:pt x="170" y="37"/>
                        <a:pt x="170" y="37"/>
                      </a:cubicBezTo>
                      <a:cubicBezTo>
                        <a:pt x="170" y="37"/>
                        <a:pt x="170" y="37"/>
                        <a:pt x="170" y="37"/>
                      </a:cubicBezTo>
                      <a:cubicBezTo>
                        <a:pt x="170" y="37"/>
                        <a:pt x="170" y="37"/>
                        <a:pt x="170" y="37"/>
                      </a:cubicBezTo>
                      <a:cubicBezTo>
                        <a:pt x="170" y="37"/>
                        <a:pt x="170" y="37"/>
                        <a:pt x="170" y="37"/>
                      </a:cubicBezTo>
                      <a:cubicBezTo>
                        <a:pt x="170" y="37"/>
                        <a:pt x="170" y="37"/>
                        <a:pt x="171" y="37"/>
                      </a:cubicBezTo>
                      <a:cubicBezTo>
                        <a:pt x="171" y="37"/>
                        <a:pt x="171" y="37"/>
                        <a:pt x="171" y="37"/>
                      </a:cubicBezTo>
                      <a:cubicBezTo>
                        <a:pt x="171" y="37"/>
                        <a:pt x="171" y="37"/>
                        <a:pt x="171" y="37"/>
                      </a:cubicBezTo>
                      <a:cubicBezTo>
                        <a:pt x="171" y="37"/>
                        <a:pt x="171" y="37"/>
                        <a:pt x="171" y="36"/>
                      </a:cubicBezTo>
                      <a:cubicBezTo>
                        <a:pt x="171" y="36"/>
                        <a:pt x="171" y="36"/>
                        <a:pt x="171" y="36"/>
                      </a:cubicBezTo>
                      <a:cubicBezTo>
                        <a:pt x="172" y="36"/>
                        <a:pt x="172" y="36"/>
                        <a:pt x="172" y="36"/>
                      </a:cubicBezTo>
                      <a:cubicBezTo>
                        <a:pt x="172" y="36"/>
                        <a:pt x="172" y="36"/>
                        <a:pt x="172" y="36"/>
                      </a:cubicBezTo>
                      <a:cubicBezTo>
                        <a:pt x="172" y="36"/>
                        <a:pt x="172" y="36"/>
                        <a:pt x="172" y="36"/>
                      </a:cubicBezTo>
                      <a:cubicBezTo>
                        <a:pt x="172" y="36"/>
                        <a:pt x="172" y="36"/>
                        <a:pt x="172" y="36"/>
                      </a:cubicBezTo>
                      <a:cubicBezTo>
                        <a:pt x="172" y="35"/>
                        <a:pt x="172" y="35"/>
                        <a:pt x="172" y="35"/>
                      </a:cubicBezTo>
                      <a:cubicBezTo>
                        <a:pt x="172" y="35"/>
                        <a:pt x="173" y="35"/>
                        <a:pt x="173" y="35"/>
                      </a:cubicBezTo>
                      <a:cubicBezTo>
                        <a:pt x="173" y="35"/>
                        <a:pt x="173" y="35"/>
                        <a:pt x="173" y="35"/>
                      </a:cubicBezTo>
                      <a:cubicBezTo>
                        <a:pt x="173" y="35"/>
                        <a:pt x="173" y="35"/>
                        <a:pt x="173" y="35"/>
                      </a:cubicBezTo>
                      <a:cubicBezTo>
                        <a:pt x="173" y="35"/>
                        <a:pt x="173" y="35"/>
                        <a:pt x="173" y="35"/>
                      </a:cubicBezTo>
                      <a:cubicBezTo>
                        <a:pt x="173" y="35"/>
                        <a:pt x="172" y="34"/>
                        <a:pt x="172" y="34"/>
                      </a:cubicBezTo>
                      <a:cubicBezTo>
                        <a:pt x="172" y="34"/>
                        <a:pt x="172" y="34"/>
                        <a:pt x="172" y="34"/>
                      </a:cubicBezTo>
                      <a:cubicBezTo>
                        <a:pt x="172" y="35"/>
                        <a:pt x="172" y="35"/>
                        <a:pt x="172" y="35"/>
                      </a:cubicBezTo>
                      <a:cubicBezTo>
                        <a:pt x="172" y="35"/>
                        <a:pt x="172" y="35"/>
                        <a:pt x="171" y="35"/>
                      </a:cubicBezTo>
                      <a:cubicBezTo>
                        <a:pt x="171" y="35"/>
                        <a:pt x="170" y="35"/>
                        <a:pt x="169" y="35"/>
                      </a:cubicBezTo>
                      <a:close/>
                      <a:moveTo>
                        <a:pt x="163" y="39"/>
                      </a:moveTo>
                      <a:cubicBezTo>
                        <a:pt x="164" y="39"/>
                        <a:pt x="164" y="39"/>
                        <a:pt x="165" y="38"/>
                      </a:cubicBezTo>
                      <a:cubicBezTo>
                        <a:pt x="165" y="38"/>
                        <a:pt x="165" y="38"/>
                        <a:pt x="165" y="38"/>
                      </a:cubicBezTo>
                      <a:cubicBezTo>
                        <a:pt x="165" y="38"/>
                        <a:pt x="165" y="37"/>
                        <a:pt x="165" y="37"/>
                      </a:cubicBezTo>
                      <a:cubicBezTo>
                        <a:pt x="165" y="37"/>
                        <a:pt x="165" y="37"/>
                        <a:pt x="165" y="37"/>
                      </a:cubicBezTo>
                      <a:cubicBezTo>
                        <a:pt x="164" y="37"/>
                        <a:pt x="164" y="37"/>
                        <a:pt x="164" y="37"/>
                      </a:cubicBezTo>
                      <a:cubicBezTo>
                        <a:pt x="163" y="37"/>
                        <a:pt x="163" y="37"/>
                        <a:pt x="163" y="37"/>
                      </a:cubicBezTo>
                      <a:cubicBezTo>
                        <a:pt x="163" y="38"/>
                        <a:pt x="163" y="38"/>
                        <a:pt x="163" y="38"/>
                      </a:cubicBezTo>
                      <a:cubicBezTo>
                        <a:pt x="163" y="38"/>
                        <a:pt x="163" y="39"/>
                        <a:pt x="163" y="39"/>
                      </a:cubicBezTo>
                      <a:cubicBezTo>
                        <a:pt x="162" y="39"/>
                        <a:pt x="162" y="40"/>
                        <a:pt x="162" y="40"/>
                      </a:cubicBezTo>
                      <a:cubicBezTo>
                        <a:pt x="162" y="40"/>
                        <a:pt x="162" y="40"/>
                        <a:pt x="162" y="40"/>
                      </a:cubicBezTo>
                      <a:cubicBezTo>
                        <a:pt x="161" y="40"/>
                        <a:pt x="162" y="40"/>
                        <a:pt x="162" y="40"/>
                      </a:cubicBezTo>
                      <a:cubicBezTo>
                        <a:pt x="162" y="40"/>
                        <a:pt x="162" y="40"/>
                        <a:pt x="162" y="40"/>
                      </a:cubicBezTo>
                      <a:cubicBezTo>
                        <a:pt x="162" y="40"/>
                        <a:pt x="162" y="40"/>
                        <a:pt x="162" y="40"/>
                      </a:cubicBezTo>
                      <a:cubicBezTo>
                        <a:pt x="162" y="40"/>
                        <a:pt x="162" y="40"/>
                        <a:pt x="162" y="41"/>
                      </a:cubicBezTo>
                      <a:cubicBezTo>
                        <a:pt x="162" y="41"/>
                        <a:pt x="162" y="41"/>
                        <a:pt x="162" y="41"/>
                      </a:cubicBezTo>
                      <a:cubicBezTo>
                        <a:pt x="163" y="40"/>
                        <a:pt x="163" y="40"/>
                        <a:pt x="163" y="40"/>
                      </a:cubicBezTo>
                      <a:cubicBezTo>
                        <a:pt x="163" y="40"/>
                        <a:pt x="163" y="40"/>
                        <a:pt x="163" y="40"/>
                      </a:cubicBezTo>
                      <a:cubicBezTo>
                        <a:pt x="163" y="40"/>
                        <a:pt x="163" y="40"/>
                        <a:pt x="163" y="40"/>
                      </a:cubicBezTo>
                      <a:cubicBezTo>
                        <a:pt x="163" y="40"/>
                        <a:pt x="163" y="39"/>
                        <a:pt x="163" y="39"/>
                      </a:cubicBezTo>
                      <a:cubicBezTo>
                        <a:pt x="163" y="39"/>
                        <a:pt x="163" y="39"/>
                        <a:pt x="163" y="39"/>
                      </a:cubicBezTo>
                      <a:cubicBezTo>
                        <a:pt x="163" y="39"/>
                        <a:pt x="163" y="39"/>
                        <a:pt x="163" y="39"/>
                      </a:cubicBezTo>
                      <a:cubicBezTo>
                        <a:pt x="163" y="39"/>
                        <a:pt x="163" y="39"/>
                        <a:pt x="163" y="39"/>
                      </a:cubicBezTo>
                      <a:cubicBezTo>
                        <a:pt x="163" y="39"/>
                        <a:pt x="163" y="39"/>
                        <a:pt x="163" y="39"/>
                      </a:cubicBezTo>
                      <a:close/>
                      <a:moveTo>
                        <a:pt x="167" y="36"/>
                      </a:moveTo>
                      <a:cubicBezTo>
                        <a:pt x="167" y="35"/>
                        <a:pt x="167" y="35"/>
                        <a:pt x="167" y="35"/>
                      </a:cubicBezTo>
                      <a:cubicBezTo>
                        <a:pt x="168" y="35"/>
                        <a:pt x="168" y="35"/>
                        <a:pt x="168" y="35"/>
                      </a:cubicBezTo>
                      <a:cubicBezTo>
                        <a:pt x="168" y="34"/>
                        <a:pt x="168" y="34"/>
                        <a:pt x="169" y="34"/>
                      </a:cubicBezTo>
                      <a:cubicBezTo>
                        <a:pt x="169" y="34"/>
                        <a:pt x="169" y="34"/>
                        <a:pt x="169" y="33"/>
                      </a:cubicBezTo>
                      <a:cubicBezTo>
                        <a:pt x="169" y="33"/>
                        <a:pt x="170" y="33"/>
                        <a:pt x="170" y="33"/>
                      </a:cubicBezTo>
                      <a:cubicBezTo>
                        <a:pt x="170" y="33"/>
                        <a:pt x="170" y="33"/>
                        <a:pt x="169" y="33"/>
                      </a:cubicBezTo>
                      <a:cubicBezTo>
                        <a:pt x="169" y="33"/>
                        <a:pt x="169" y="33"/>
                        <a:pt x="169" y="33"/>
                      </a:cubicBezTo>
                      <a:cubicBezTo>
                        <a:pt x="169" y="33"/>
                        <a:pt x="169" y="33"/>
                        <a:pt x="169" y="33"/>
                      </a:cubicBezTo>
                      <a:cubicBezTo>
                        <a:pt x="168" y="33"/>
                        <a:pt x="168" y="33"/>
                        <a:pt x="168" y="33"/>
                      </a:cubicBezTo>
                      <a:cubicBezTo>
                        <a:pt x="168" y="33"/>
                        <a:pt x="168" y="32"/>
                        <a:pt x="168" y="33"/>
                      </a:cubicBezTo>
                      <a:cubicBezTo>
                        <a:pt x="168" y="33"/>
                        <a:pt x="168" y="33"/>
                        <a:pt x="168" y="33"/>
                      </a:cubicBezTo>
                      <a:cubicBezTo>
                        <a:pt x="167" y="33"/>
                        <a:pt x="167" y="33"/>
                        <a:pt x="167" y="33"/>
                      </a:cubicBezTo>
                      <a:cubicBezTo>
                        <a:pt x="167" y="33"/>
                        <a:pt x="167" y="33"/>
                        <a:pt x="167" y="33"/>
                      </a:cubicBezTo>
                      <a:cubicBezTo>
                        <a:pt x="167" y="33"/>
                        <a:pt x="167" y="33"/>
                        <a:pt x="167" y="34"/>
                      </a:cubicBezTo>
                      <a:cubicBezTo>
                        <a:pt x="167" y="34"/>
                        <a:pt x="167" y="34"/>
                        <a:pt x="167" y="34"/>
                      </a:cubicBezTo>
                      <a:cubicBezTo>
                        <a:pt x="167" y="34"/>
                        <a:pt x="167" y="34"/>
                        <a:pt x="167" y="34"/>
                      </a:cubicBezTo>
                      <a:cubicBezTo>
                        <a:pt x="166" y="35"/>
                        <a:pt x="166" y="35"/>
                        <a:pt x="166" y="35"/>
                      </a:cubicBezTo>
                      <a:cubicBezTo>
                        <a:pt x="166" y="35"/>
                        <a:pt x="166" y="35"/>
                        <a:pt x="166" y="35"/>
                      </a:cubicBezTo>
                      <a:cubicBezTo>
                        <a:pt x="166" y="35"/>
                        <a:pt x="166" y="35"/>
                        <a:pt x="166" y="35"/>
                      </a:cubicBezTo>
                      <a:cubicBezTo>
                        <a:pt x="166" y="36"/>
                        <a:pt x="166" y="36"/>
                        <a:pt x="166" y="36"/>
                      </a:cubicBezTo>
                      <a:cubicBezTo>
                        <a:pt x="166" y="36"/>
                        <a:pt x="166" y="36"/>
                        <a:pt x="166" y="36"/>
                      </a:cubicBezTo>
                      <a:cubicBezTo>
                        <a:pt x="166" y="36"/>
                        <a:pt x="166" y="36"/>
                        <a:pt x="166" y="36"/>
                      </a:cubicBezTo>
                      <a:cubicBezTo>
                        <a:pt x="166" y="36"/>
                        <a:pt x="165" y="36"/>
                        <a:pt x="165" y="36"/>
                      </a:cubicBezTo>
                      <a:cubicBezTo>
                        <a:pt x="165" y="36"/>
                        <a:pt x="165" y="36"/>
                        <a:pt x="165" y="36"/>
                      </a:cubicBezTo>
                      <a:cubicBezTo>
                        <a:pt x="165" y="36"/>
                        <a:pt x="165" y="36"/>
                        <a:pt x="166" y="37"/>
                      </a:cubicBezTo>
                      <a:cubicBezTo>
                        <a:pt x="166" y="37"/>
                        <a:pt x="166" y="37"/>
                        <a:pt x="166" y="37"/>
                      </a:cubicBezTo>
                      <a:cubicBezTo>
                        <a:pt x="166" y="37"/>
                        <a:pt x="166" y="37"/>
                        <a:pt x="166" y="37"/>
                      </a:cubicBezTo>
                      <a:cubicBezTo>
                        <a:pt x="167" y="37"/>
                        <a:pt x="167" y="37"/>
                        <a:pt x="167" y="37"/>
                      </a:cubicBezTo>
                      <a:cubicBezTo>
                        <a:pt x="167" y="37"/>
                        <a:pt x="167" y="37"/>
                        <a:pt x="167" y="37"/>
                      </a:cubicBezTo>
                      <a:cubicBezTo>
                        <a:pt x="166" y="36"/>
                        <a:pt x="166" y="36"/>
                        <a:pt x="167" y="36"/>
                      </a:cubicBezTo>
                      <a:cubicBezTo>
                        <a:pt x="167" y="36"/>
                        <a:pt x="167" y="36"/>
                        <a:pt x="167" y="36"/>
                      </a:cubicBezTo>
                      <a:close/>
                      <a:moveTo>
                        <a:pt x="166" y="22"/>
                      </a:moveTo>
                      <a:cubicBezTo>
                        <a:pt x="166" y="22"/>
                        <a:pt x="166" y="22"/>
                        <a:pt x="166" y="22"/>
                      </a:cubicBezTo>
                      <a:cubicBezTo>
                        <a:pt x="166" y="22"/>
                        <a:pt x="166" y="22"/>
                        <a:pt x="166" y="22"/>
                      </a:cubicBezTo>
                      <a:cubicBezTo>
                        <a:pt x="166" y="23"/>
                        <a:pt x="166" y="23"/>
                        <a:pt x="166" y="23"/>
                      </a:cubicBezTo>
                      <a:cubicBezTo>
                        <a:pt x="166" y="23"/>
                        <a:pt x="166" y="23"/>
                        <a:pt x="166" y="23"/>
                      </a:cubicBezTo>
                      <a:cubicBezTo>
                        <a:pt x="166" y="23"/>
                        <a:pt x="166" y="23"/>
                        <a:pt x="166" y="23"/>
                      </a:cubicBezTo>
                      <a:cubicBezTo>
                        <a:pt x="167" y="24"/>
                        <a:pt x="167" y="24"/>
                        <a:pt x="167" y="24"/>
                      </a:cubicBezTo>
                      <a:cubicBezTo>
                        <a:pt x="167" y="24"/>
                        <a:pt x="167" y="24"/>
                        <a:pt x="167" y="24"/>
                      </a:cubicBezTo>
                      <a:cubicBezTo>
                        <a:pt x="167" y="24"/>
                        <a:pt x="167" y="24"/>
                        <a:pt x="167" y="23"/>
                      </a:cubicBezTo>
                      <a:cubicBezTo>
                        <a:pt x="167" y="23"/>
                        <a:pt x="167" y="23"/>
                        <a:pt x="167" y="23"/>
                      </a:cubicBezTo>
                      <a:cubicBezTo>
                        <a:pt x="167" y="23"/>
                        <a:pt x="167" y="23"/>
                        <a:pt x="167" y="23"/>
                      </a:cubicBezTo>
                      <a:cubicBezTo>
                        <a:pt x="167" y="23"/>
                        <a:pt x="167" y="23"/>
                        <a:pt x="167" y="23"/>
                      </a:cubicBezTo>
                      <a:cubicBezTo>
                        <a:pt x="167" y="23"/>
                        <a:pt x="167" y="23"/>
                        <a:pt x="167" y="23"/>
                      </a:cubicBezTo>
                      <a:cubicBezTo>
                        <a:pt x="167" y="22"/>
                        <a:pt x="167" y="22"/>
                        <a:pt x="167" y="22"/>
                      </a:cubicBezTo>
                      <a:cubicBezTo>
                        <a:pt x="167" y="22"/>
                        <a:pt x="167" y="22"/>
                        <a:pt x="167" y="22"/>
                      </a:cubicBezTo>
                      <a:cubicBezTo>
                        <a:pt x="166" y="22"/>
                        <a:pt x="166" y="22"/>
                        <a:pt x="166" y="22"/>
                      </a:cubicBezTo>
                      <a:cubicBezTo>
                        <a:pt x="166" y="22"/>
                        <a:pt x="166" y="22"/>
                        <a:pt x="166" y="22"/>
                      </a:cubicBezTo>
                      <a:cubicBezTo>
                        <a:pt x="166" y="22"/>
                        <a:pt x="166" y="22"/>
                        <a:pt x="166" y="2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5" name="Freeform 692">
                  <a:extLst>
                    <a:ext uri="{FF2B5EF4-FFF2-40B4-BE49-F238E27FC236}">
                      <a16:creationId xmlns:a16="http://schemas.microsoft.com/office/drawing/2014/main" id="{F7F05213-49F9-1A6C-74A2-8647BA7D2D25}"/>
                    </a:ext>
                  </a:extLst>
                </p:cNvPr>
                <p:cNvSpPr>
                  <a:spLocks/>
                </p:cNvSpPr>
                <p:nvPr/>
              </p:nvSpPr>
              <p:spPr bwMode="auto">
                <a:xfrm>
                  <a:off x="3398838" y="5154613"/>
                  <a:ext cx="357187" cy="403225"/>
                </a:xfrm>
                <a:custGeom>
                  <a:avLst/>
                  <a:gdLst>
                    <a:gd name="T0" fmla="*/ 84 w 86"/>
                    <a:gd name="T1" fmla="*/ 66 h 97"/>
                    <a:gd name="T2" fmla="*/ 85 w 86"/>
                    <a:gd name="T3" fmla="*/ 62 h 97"/>
                    <a:gd name="T4" fmla="*/ 83 w 86"/>
                    <a:gd name="T5" fmla="*/ 56 h 97"/>
                    <a:gd name="T6" fmla="*/ 79 w 86"/>
                    <a:gd name="T7" fmla="*/ 53 h 97"/>
                    <a:gd name="T8" fmla="*/ 80 w 86"/>
                    <a:gd name="T9" fmla="*/ 47 h 97"/>
                    <a:gd name="T10" fmla="*/ 66 w 86"/>
                    <a:gd name="T11" fmla="*/ 41 h 97"/>
                    <a:gd name="T12" fmla="*/ 66 w 86"/>
                    <a:gd name="T13" fmla="*/ 35 h 97"/>
                    <a:gd name="T14" fmla="*/ 65 w 86"/>
                    <a:gd name="T15" fmla="*/ 31 h 97"/>
                    <a:gd name="T16" fmla="*/ 62 w 86"/>
                    <a:gd name="T17" fmla="*/ 28 h 97"/>
                    <a:gd name="T18" fmla="*/ 59 w 86"/>
                    <a:gd name="T19" fmla="*/ 27 h 97"/>
                    <a:gd name="T20" fmla="*/ 57 w 86"/>
                    <a:gd name="T21" fmla="*/ 27 h 97"/>
                    <a:gd name="T22" fmla="*/ 55 w 86"/>
                    <a:gd name="T23" fmla="*/ 26 h 97"/>
                    <a:gd name="T24" fmla="*/ 51 w 86"/>
                    <a:gd name="T25" fmla="*/ 25 h 97"/>
                    <a:gd name="T26" fmla="*/ 48 w 86"/>
                    <a:gd name="T27" fmla="*/ 23 h 97"/>
                    <a:gd name="T28" fmla="*/ 46 w 86"/>
                    <a:gd name="T29" fmla="*/ 21 h 97"/>
                    <a:gd name="T30" fmla="*/ 42 w 86"/>
                    <a:gd name="T31" fmla="*/ 19 h 97"/>
                    <a:gd name="T32" fmla="*/ 36 w 86"/>
                    <a:gd name="T33" fmla="*/ 19 h 97"/>
                    <a:gd name="T34" fmla="*/ 34 w 86"/>
                    <a:gd name="T35" fmla="*/ 17 h 97"/>
                    <a:gd name="T36" fmla="*/ 32 w 86"/>
                    <a:gd name="T37" fmla="*/ 14 h 97"/>
                    <a:gd name="T38" fmla="*/ 31 w 86"/>
                    <a:gd name="T39" fmla="*/ 13 h 97"/>
                    <a:gd name="T40" fmla="*/ 31 w 86"/>
                    <a:gd name="T41" fmla="*/ 9 h 97"/>
                    <a:gd name="T42" fmla="*/ 30 w 86"/>
                    <a:gd name="T43" fmla="*/ 5 h 97"/>
                    <a:gd name="T44" fmla="*/ 30 w 86"/>
                    <a:gd name="T45" fmla="*/ 0 h 97"/>
                    <a:gd name="T46" fmla="*/ 28 w 86"/>
                    <a:gd name="T47" fmla="*/ 0 h 97"/>
                    <a:gd name="T48" fmla="*/ 26 w 86"/>
                    <a:gd name="T49" fmla="*/ 0 h 97"/>
                    <a:gd name="T50" fmla="*/ 19 w 86"/>
                    <a:gd name="T51" fmla="*/ 4 h 97"/>
                    <a:gd name="T52" fmla="*/ 16 w 86"/>
                    <a:gd name="T53" fmla="*/ 5 h 97"/>
                    <a:gd name="T54" fmla="*/ 13 w 86"/>
                    <a:gd name="T55" fmla="*/ 6 h 97"/>
                    <a:gd name="T56" fmla="*/ 7 w 86"/>
                    <a:gd name="T57" fmla="*/ 10 h 97"/>
                    <a:gd name="T58" fmla="*/ 2 w 86"/>
                    <a:gd name="T59" fmla="*/ 9 h 97"/>
                    <a:gd name="T60" fmla="*/ 7 w 86"/>
                    <a:gd name="T61" fmla="*/ 20 h 97"/>
                    <a:gd name="T62" fmla="*/ 6 w 86"/>
                    <a:gd name="T63" fmla="*/ 26 h 97"/>
                    <a:gd name="T64" fmla="*/ 5 w 86"/>
                    <a:gd name="T65" fmla="*/ 29 h 97"/>
                    <a:gd name="T66" fmla="*/ 5 w 86"/>
                    <a:gd name="T67" fmla="*/ 32 h 97"/>
                    <a:gd name="T68" fmla="*/ 2 w 86"/>
                    <a:gd name="T69" fmla="*/ 36 h 97"/>
                    <a:gd name="T70" fmla="*/ 2 w 86"/>
                    <a:gd name="T71" fmla="*/ 44 h 97"/>
                    <a:gd name="T72" fmla="*/ 4 w 86"/>
                    <a:gd name="T73" fmla="*/ 47 h 97"/>
                    <a:gd name="T74" fmla="*/ 5 w 86"/>
                    <a:gd name="T75" fmla="*/ 50 h 97"/>
                    <a:gd name="T76" fmla="*/ 1 w 86"/>
                    <a:gd name="T77" fmla="*/ 54 h 97"/>
                    <a:gd name="T78" fmla="*/ 1 w 86"/>
                    <a:gd name="T79" fmla="*/ 57 h 97"/>
                    <a:gd name="T80" fmla="*/ 3 w 86"/>
                    <a:gd name="T81" fmla="*/ 60 h 97"/>
                    <a:gd name="T82" fmla="*/ 4 w 86"/>
                    <a:gd name="T83" fmla="*/ 65 h 97"/>
                    <a:gd name="T84" fmla="*/ 7 w 86"/>
                    <a:gd name="T85" fmla="*/ 70 h 97"/>
                    <a:gd name="T86" fmla="*/ 7 w 86"/>
                    <a:gd name="T87" fmla="*/ 73 h 97"/>
                    <a:gd name="T88" fmla="*/ 6 w 86"/>
                    <a:gd name="T89" fmla="*/ 76 h 97"/>
                    <a:gd name="T90" fmla="*/ 6 w 86"/>
                    <a:gd name="T91" fmla="*/ 78 h 97"/>
                    <a:gd name="T92" fmla="*/ 8 w 86"/>
                    <a:gd name="T93" fmla="*/ 80 h 97"/>
                    <a:gd name="T94" fmla="*/ 10 w 86"/>
                    <a:gd name="T95" fmla="*/ 85 h 97"/>
                    <a:gd name="T96" fmla="*/ 11 w 86"/>
                    <a:gd name="T97" fmla="*/ 90 h 97"/>
                    <a:gd name="T98" fmla="*/ 13 w 86"/>
                    <a:gd name="T99" fmla="*/ 94 h 97"/>
                    <a:gd name="T100" fmla="*/ 14 w 86"/>
                    <a:gd name="T101" fmla="*/ 97 h 97"/>
                    <a:gd name="T102" fmla="*/ 17 w 86"/>
                    <a:gd name="T103" fmla="*/ 96 h 97"/>
                    <a:gd name="T104" fmla="*/ 20 w 86"/>
                    <a:gd name="T105" fmla="*/ 92 h 97"/>
                    <a:gd name="T106" fmla="*/ 24 w 86"/>
                    <a:gd name="T107" fmla="*/ 88 h 97"/>
                    <a:gd name="T108" fmla="*/ 27 w 86"/>
                    <a:gd name="T109" fmla="*/ 91 h 97"/>
                    <a:gd name="T110" fmla="*/ 36 w 86"/>
                    <a:gd name="T111" fmla="*/ 92 h 97"/>
                    <a:gd name="T112" fmla="*/ 38 w 86"/>
                    <a:gd name="T113" fmla="*/ 97 h 97"/>
                    <a:gd name="T114" fmla="*/ 42 w 86"/>
                    <a:gd name="T115" fmla="*/ 90 h 97"/>
                    <a:gd name="T116" fmla="*/ 48 w 86"/>
                    <a:gd name="T117" fmla="*/ 91 h 97"/>
                    <a:gd name="T118" fmla="*/ 55 w 86"/>
                    <a:gd name="T119" fmla="*/ 75 h 97"/>
                    <a:gd name="T120" fmla="*/ 81 w 86"/>
                    <a:gd name="T121" fmla="*/ 74 h 97"/>
                    <a:gd name="T122" fmla="*/ 81 w 86"/>
                    <a:gd name="T123" fmla="*/ 7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97">
                      <a:moveTo>
                        <a:pt x="81" y="73"/>
                      </a:moveTo>
                      <a:cubicBezTo>
                        <a:pt x="84" y="68"/>
                        <a:pt x="84" y="68"/>
                        <a:pt x="84" y="68"/>
                      </a:cubicBezTo>
                      <a:cubicBezTo>
                        <a:pt x="84" y="68"/>
                        <a:pt x="84" y="67"/>
                        <a:pt x="84" y="67"/>
                      </a:cubicBezTo>
                      <a:cubicBezTo>
                        <a:pt x="84" y="67"/>
                        <a:pt x="84" y="67"/>
                        <a:pt x="84" y="66"/>
                      </a:cubicBezTo>
                      <a:cubicBezTo>
                        <a:pt x="84" y="66"/>
                        <a:pt x="84" y="66"/>
                        <a:pt x="84" y="66"/>
                      </a:cubicBezTo>
                      <a:cubicBezTo>
                        <a:pt x="84" y="66"/>
                        <a:pt x="84" y="65"/>
                        <a:pt x="84" y="65"/>
                      </a:cubicBezTo>
                      <a:cubicBezTo>
                        <a:pt x="84" y="65"/>
                        <a:pt x="85" y="63"/>
                        <a:pt x="85" y="63"/>
                      </a:cubicBezTo>
                      <a:cubicBezTo>
                        <a:pt x="85" y="63"/>
                        <a:pt x="85" y="62"/>
                        <a:pt x="85" y="62"/>
                      </a:cubicBezTo>
                      <a:cubicBezTo>
                        <a:pt x="86" y="62"/>
                        <a:pt x="86" y="62"/>
                        <a:pt x="86" y="62"/>
                      </a:cubicBezTo>
                      <a:cubicBezTo>
                        <a:pt x="86" y="62"/>
                        <a:pt x="84" y="59"/>
                        <a:pt x="84" y="59"/>
                      </a:cubicBezTo>
                      <a:cubicBezTo>
                        <a:pt x="84" y="59"/>
                        <a:pt x="84" y="57"/>
                        <a:pt x="84" y="57"/>
                      </a:cubicBezTo>
                      <a:cubicBezTo>
                        <a:pt x="83" y="56"/>
                        <a:pt x="83" y="56"/>
                        <a:pt x="83" y="56"/>
                      </a:cubicBezTo>
                      <a:cubicBezTo>
                        <a:pt x="83" y="56"/>
                        <a:pt x="83" y="56"/>
                        <a:pt x="82" y="56"/>
                      </a:cubicBezTo>
                      <a:cubicBezTo>
                        <a:pt x="82" y="56"/>
                        <a:pt x="82" y="56"/>
                        <a:pt x="82" y="56"/>
                      </a:cubicBezTo>
                      <a:cubicBezTo>
                        <a:pt x="82" y="56"/>
                        <a:pt x="79" y="54"/>
                        <a:pt x="79" y="54"/>
                      </a:cubicBezTo>
                      <a:cubicBezTo>
                        <a:pt x="79" y="54"/>
                        <a:pt x="79" y="53"/>
                        <a:pt x="79" y="53"/>
                      </a:cubicBezTo>
                      <a:cubicBezTo>
                        <a:pt x="79" y="53"/>
                        <a:pt x="79" y="52"/>
                        <a:pt x="79" y="52"/>
                      </a:cubicBezTo>
                      <a:cubicBezTo>
                        <a:pt x="79" y="52"/>
                        <a:pt x="79" y="51"/>
                        <a:pt x="79" y="51"/>
                      </a:cubicBezTo>
                      <a:cubicBezTo>
                        <a:pt x="79" y="51"/>
                        <a:pt x="79" y="50"/>
                        <a:pt x="79" y="49"/>
                      </a:cubicBezTo>
                      <a:cubicBezTo>
                        <a:pt x="79" y="49"/>
                        <a:pt x="80" y="47"/>
                        <a:pt x="80" y="47"/>
                      </a:cubicBezTo>
                      <a:cubicBezTo>
                        <a:pt x="80" y="47"/>
                        <a:pt x="80" y="47"/>
                        <a:pt x="80" y="47"/>
                      </a:cubicBezTo>
                      <a:cubicBezTo>
                        <a:pt x="79" y="48"/>
                        <a:pt x="79" y="48"/>
                        <a:pt x="79" y="48"/>
                      </a:cubicBezTo>
                      <a:cubicBezTo>
                        <a:pt x="67" y="47"/>
                        <a:pt x="67" y="47"/>
                        <a:pt x="67" y="47"/>
                      </a:cubicBezTo>
                      <a:cubicBezTo>
                        <a:pt x="66" y="41"/>
                        <a:pt x="66" y="41"/>
                        <a:pt x="66" y="41"/>
                      </a:cubicBezTo>
                      <a:cubicBezTo>
                        <a:pt x="64" y="39"/>
                        <a:pt x="64" y="39"/>
                        <a:pt x="64" y="39"/>
                      </a:cubicBezTo>
                      <a:cubicBezTo>
                        <a:pt x="66" y="39"/>
                        <a:pt x="66" y="39"/>
                        <a:pt x="66" y="39"/>
                      </a:cubicBezTo>
                      <a:cubicBezTo>
                        <a:pt x="66" y="35"/>
                        <a:pt x="66" y="35"/>
                        <a:pt x="66" y="35"/>
                      </a:cubicBezTo>
                      <a:cubicBezTo>
                        <a:pt x="66" y="35"/>
                        <a:pt x="66" y="35"/>
                        <a:pt x="66" y="35"/>
                      </a:cubicBezTo>
                      <a:cubicBezTo>
                        <a:pt x="65" y="32"/>
                        <a:pt x="65" y="32"/>
                        <a:pt x="65" y="32"/>
                      </a:cubicBezTo>
                      <a:cubicBezTo>
                        <a:pt x="65" y="32"/>
                        <a:pt x="65" y="32"/>
                        <a:pt x="65" y="32"/>
                      </a:cubicBezTo>
                      <a:cubicBezTo>
                        <a:pt x="65" y="32"/>
                        <a:pt x="65" y="31"/>
                        <a:pt x="65" y="31"/>
                      </a:cubicBezTo>
                      <a:cubicBezTo>
                        <a:pt x="65" y="31"/>
                        <a:pt x="65" y="31"/>
                        <a:pt x="65" y="31"/>
                      </a:cubicBezTo>
                      <a:cubicBezTo>
                        <a:pt x="65" y="30"/>
                        <a:pt x="65" y="30"/>
                        <a:pt x="65" y="30"/>
                      </a:cubicBezTo>
                      <a:cubicBezTo>
                        <a:pt x="65" y="30"/>
                        <a:pt x="65" y="29"/>
                        <a:pt x="65" y="29"/>
                      </a:cubicBezTo>
                      <a:cubicBezTo>
                        <a:pt x="65" y="29"/>
                        <a:pt x="64" y="29"/>
                        <a:pt x="64" y="29"/>
                      </a:cubicBezTo>
                      <a:cubicBezTo>
                        <a:pt x="64" y="29"/>
                        <a:pt x="63" y="28"/>
                        <a:pt x="62" y="28"/>
                      </a:cubicBezTo>
                      <a:cubicBezTo>
                        <a:pt x="62" y="28"/>
                        <a:pt x="61" y="27"/>
                        <a:pt x="61" y="27"/>
                      </a:cubicBezTo>
                      <a:cubicBezTo>
                        <a:pt x="60" y="27"/>
                        <a:pt x="60" y="27"/>
                        <a:pt x="60" y="27"/>
                      </a:cubicBezTo>
                      <a:cubicBezTo>
                        <a:pt x="60" y="27"/>
                        <a:pt x="60" y="27"/>
                        <a:pt x="60" y="27"/>
                      </a:cubicBezTo>
                      <a:cubicBezTo>
                        <a:pt x="60" y="27"/>
                        <a:pt x="59" y="27"/>
                        <a:pt x="59" y="27"/>
                      </a:cubicBezTo>
                      <a:cubicBezTo>
                        <a:pt x="59" y="27"/>
                        <a:pt x="59" y="27"/>
                        <a:pt x="59" y="27"/>
                      </a:cubicBezTo>
                      <a:cubicBezTo>
                        <a:pt x="59" y="27"/>
                        <a:pt x="58" y="27"/>
                        <a:pt x="58" y="27"/>
                      </a:cubicBezTo>
                      <a:cubicBezTo>
                        <a:pt x="58" y="27"/>
                        <a:pt x="58" y="28"/>
                        <a:pt x="58" y="28"/>
                      </a:cubicBezTo>
                      <a:cubicBezTo>
                        <a:pt x="58" y="28"/>
                        <a:pt x="57" y="27"/>
                        <a:pt x="57" y="27"/>
                      </a:cubicBezTo>
                      <a:cubicBezTo>
                        <a:pt x="57" y="27"/>
                        <a:pt x="57" y="27"/>
                        <a:pt x="56" y="27"/>
                      </a:cubicBezTo>
                      <a:cubicBezTo>
                        <a:pt x="56" y="27"/>
                        <a:pt x="55" y="27"/>
                        <a:pt x="55" y="27"/>
                      </a:cubicBezTo>
                      <a:cubicBezTo>
                        <a:pt x="55" y="27"/>
                        <a:pt x="55" y="27"/>
                        <a:pt x="55" y="27"/>
                      </a:cubicBezTo>
                      <a:cubicBezTo>
                        <a:pt x="55" y="27"/>
                        <a:pt x="55" y="26"/>
                        <a:pt x="55" y="26"/>
                      </a:cubicBezTo>
                      <a:cubicBezTo>
                        <a:pt x="53" y="25"/>
                        <a:pt x="53" y="25"/>
                        <a:pt x="53" y="25"/>
                      </a:cubicBezTo>
                      <a:cubicBezTo>
                        <a:pt x="53" y="25"/>
                        <a:pt x="53" y="24"/>
                        <a:pt x="53" y="24"/>
                      </a:cubicBezTo>
                      <a:cubicBezTo>
                        <a:pt x="53" y="24"/>
                        <a:pt x="52" y="24"/>
                        <a:pt x="52" y="24"/>
                      </a:cubicBezTo>
                      <a:cubicBezTo>
                        <a:pt x="52" y="24"/>
                        <a:pt x="52" y="25"/>
                        <a:pt x="51" y="25"/>
                      </a:cubicBezTo>
                      <a:cubicBezTo>
                        <a:pt x="51" y="25"/>
                        <a:pt x="51" y="24"/>
                        <a:pt x="51" y="24"/>
                      </a:cubicBezTo>
                      <a:cubicBezTo>
                        <a:pt x="50" y="24"/>
                        <a:pt x="50" y="23"/>
                        <a:pt x="50" y="23"/>
                      </a:cubicBezTo>
                      <a:cubicBezTo>
                        <a:pt x="50" y="23"/>
                        <a:pt x="49" y="23"/>
                        <a:pt x="49" y="23"/>
                      </a:cubicBezTo>
                      <a:cubicBezTo>
                        <a:pt x="49" y="24"/>
                        <a:pt x="48" y="23"/>
                        <a:pt x="48" y="23"/>
                      </a:cubicBezTo>
                      <a:cubicBezTo>
                        <a:pt x="48" y="23"/>
                        <a:pt x="48" y="22"/>
                        <a:pt x="48" y="22"/>
                      </a:cubicBezTo>
                      <a:cubicBezTo>
                        <a:pt x="47" y="22"/>
                        <a:pt x="47" y="22"/>
                        <a:pt x="47" y="22"/>
                      </a:cubicBezTo>
                      <a:cubicBezTo>
                        <a:pt x="47" y="22"/>
                        <a:pt x="47" y="21"/>
                        <a:pt x="46" y="21"/>
                      </a:cubicBezTo>
                      <a:cubicBezTo>
                        <a:pt x="46" y="21"/>
                        <a:pt x="46" y="21"/>
                        <a:pt x="46" y="21"/>
                      </a:cubicBezTo>
                      <a:cubicBezTo>
                        <a:pt x="46" y="21"/>
                        <a:pt x="46" y="21"/>
                        <a:pt x="45" y="21"/>
                      </a:cubicBezTo>
                      <a:cubicBezTo>
                        <a:pt x="45" y="21"/>
                        <a:pt x="45" y="21"/>
                        <a:pt x="45" y="21"/>
                      </a:cubicBezTo>
                      <a:cubicBezTo>
                        <a:pt x="44" y="21"/>
                        <a:pt x="44" y="21"/>
                        <a:pt x="44" y="21"/>
                      </a:cubicBezTo>
                      <a:cubicBezTo>
                        <a:pt x="44" y="20"/>
                        <a:pt x="42" y="19"/>
                        <a:pt x="42" y="19"/>
                      </a:cubicBezTo>
                      <a:cubicBezTo>
                        <a:pt x="40" y="20"/>
                        <a:pt x="40" y="20"/>
                        <a:pt x="40" y="20"/>
                      </a:cubicBezTo>
                      <a:cubicBezTo>
                        <a:pt x="40" y="20"/>
                        <a:pt x="39" y="20"/>
                        <a:pt x="39" y="20"/>
                      </a:cubicBezTo>
                      <a:cubicBezTo>
                        <a:pt x="39" y="20"/>
                        <a:pt x="37" y="19"/>
                        <a:pt x="37" y="19"/>
                      </a:cubicBezTo>
                      <a:cubicBezTo>
                        <a:pt x="37" y="19"/>
                        <a:pt x="36" y="19"/>
                        <a:pt x="36" y="19"/>
                      </a:cubicBezTo>
                      <a:cubicBezTo>
                        <a:pt x="36" y="19"/>
                        <a:pt x="37" y="18"/>
                        <a:pt x="36" y="18"/>
                      </a:cubicBezTo>
                      <a:cubicBezTo>
                        <a:pt x="36" y="18"/>
                        <a:pt x="36" y="18"/>
                        <a:pt x="35" y="17"/>
                      </a:cubicBezTo>
                      <a:cubicBezTo>
                        <a:pt x="35" y="17"/>
                        <a:pt x="35" y="17"/>
                        <a:pt x="35" y="17"/>
                      </a:cubicBezTo>
                      <a:cubicBezTo>
                        <a:pt x="35" y="17"/>
                        <a:pt x="34" y="17"/>
                        <a:pt x="34" y="17"/>
                      </a:cubicBezTo>
                      <a:cubicBezTo>
                        <a:pt x="34" y="17"/>
                        <a:pt x="34" y="16"/>
                        <a:pt x="34" y="16"/>
                      </a:cubicBezTo>
                      <a:cubicBezTo>
                        <a:pt x="34" y="16"/>
                        <a:pt x="33" y="16"/>
                        <a:pt x="33" y="16"/>
                      </a:cubicBezTo>
                      <a:cubicBezTo>
                        <a:pt x="33" y="16"/>
                        <a:pt x="33" y="16"/>
                        <a:pt x="33" y="15"/>
                      </a:cubicBezTo>
                      <a:cubicBezTo>
                        <a:pt x="32" y="15"/>
                        <a:pt x="32" y="15"/>
                        <a:pt x="32" y="14"/>
                      </a:cubicBezTo>
                      <a:cubicBezTo>
                        <a:pt x="32" y="14"/>
                        <a:pt x="31" y="14"/>
                        <a:pt x="31" y="14"/>
                      </a:cubicBezTo>
                      <a:cubicBezTo>
                        <a:pt x="31" y="14"/>
                        <a:pt x="31" y="13"/>
                        <a:pt x="31" y="13"/>
                      </a:cubicBezTo>
                      <a:cubicBezTo>
                        <a:pt x="31" y="13"/>
                        <a:pt x="31" y="13"/>
                        <a:pt x="31" y="13"/>
                      </a:cubicBezTo>
                      <a:cubicBezTo>
                        <a:pt x="31" y="13"/>
                        <a:pt x="31" y="13"/>
                        <a:pt x="31" y="13"/>
                      </a:cubicBezTo>
                      <a:cubicBezTo>
                        <a:pt x="31" y="13"/>
                        <a:pt x="31" y="12"/>
                        <a:pt x="31" y="12"/>
                      </a:cubicBezTo>
                      <a:cubicBezTo>
                        <a:pt x="31" y="11"/>
                        <a:pt x="30" y="10"/>
                        <a:pt x="30" y="10"/>
                      </a:cubicBezTo>
                      <a:cubicBezTo>
                        <a:pt x="30" y="10"/>
                        <a:pt x="31" y="10"/>
                        <a:pt x="31" y="9"/>
                      </a:cubicBezTo>
                      <a:cubicBezTo>
                        <a:pt x="31" y="9"/>
                        <a:pt x="31" y="9"/>
                        <a:pt x="31" y="9"/>
                      </a:cubicBezTo>
                      <a:cubicBezTo>
                        <a:pt x="31" y="8"/>
                        <a:pt x="31" y="8"/>
                        <a:pt x="31" y="8"/>
                      </a:cubicBezTo>
                      <a:cubicBezTo>
                        <a:pt x="30" y="7"/>
                        <a:pt x="30" y="7"/>
                        <a:pt x="30" y="6"/>
                      </a:cubicBezTo>
                      <a:cubicBezTo>
                        <a:pt x="30" y="6"/>
                        <a:pt x="30" y="5"/>
                        <a:pt x="30" y="5"/>
                      </a:cubicBezTo>
                      <a:cubicBezTo>
                        <a:pt x="30" y="5"/>
                        <a:pt x="30" y="5"/>
                        <a:pt x="30" y="5"/>
                      </a:cubicBezTo>
                      <a:cubicBezTo>
                        <a:pt x="30" y="5"/>
                        <a:pt x="31" y="4"/>
                        <a:pt x="31" y="4"/>
                      </a:cubicBezTo>
                      <a:cubicBezTo>
                        <a:pt x="31" y="1"/>
                        <a:pt x="31" y="1"/>
                        <a:pt x="31" y="1"/>
                      </a:cubicBezTo>
                      <a:cubicBezTo>
                        <a:pt x="31" y="1"/>
                        <a:pt x="30" y="0"/>
                        <a:pt x="30" y="0"/>
                      </a:cubicBezTo>
                      <a:cubicBezTo>
                        <a:pt x="30" y="0"/>
                        <a:pt x="30" y="0"/>
                        <a:pt x="30" y="0"/>
                      </a:cubicBezTo>
                      <a:cubicBezTo>
                        <a:pt x="29" y="0"/>
                        <a:pt x="29" y="0"/>
                        <a:pt x="29" y="0"/>
                      </a:cubicBezTo>
                      <a:cubicBezTo>
                        <a:pt x="29" y="0"/>
                        <a:pt x="29" y="1"/>
                        <a:pt x="29" y="1"/>
                      </a:cubicBezTo>
                      <a:cubicBezTo>
                        <a:pt x="29" y="1"/>
                        <a:pt x="29" y="1"/>
                        <a:pt x="28" y="0"/>
                      </a:cubicBezTo>
                      <a:cubicBezTo>
                        <a:pt x="28" y="0"/>
                        <a:pt x="28" y="0"/>
                        <a:pt x="28" y="0"/>
                      </a:cubicBezTo>
                      <a:cubicBezTo>
                        <a:pt x="28" y="0"/>
                        <a:pt x="27" y="0"/>
                        <a:pt x="27" y="0"/>
                      </a:cubicBezTo>
                      <a:cubicBezTo>
                        <a:pt x="27" y="0"/>
                        <a:pt x="27" y="1"/>
                        <a:pt x="27" y="0"/>
                      </a:cubicBezTo>
                      <a:cubicBezTo>
                        <a:pt x="27" y="0"/>
                        <a:pt x="26" y="0"/>
                        <a:pt x="26" y="0"/>
                      </a:cubicBezTo>
                      <a:cubicBezTo>
                        <a:pt x="26" y="0"/>
                        <a:pt x="26" y="0"/>
                        <a:pt x="26" y="0"/>
                      </a:cubicBezTo>
                      <a:cubicBezTo>
                        <a:pt x="25" y="0"/>
                        <a:pt x="24" y="0"/>
                        <a:pt x="24" y="0"/>
                      </a:cubicBezTo>
                      <a:cubicBezTo>
                        <a:pt x="24" y="0"/>
                        <a:pt x="23" y="1"/>
                        <a:pt x="23" y="1"/>
                      </a:cubicBezTo>
                      <a:cubicBezTo>
                        <a:pt x="23" y="1"/>
                        <a:pt x="21" y="1"/>
                        <a:pt x="21" y="1"/>
                      </a:cubicBezTo>
                      <a:cubicBezTo>
                        <a:pt x="21" y="1"/>
                        <a:pt x="19" y="4"/>
                        <a:pt x="19" y="4"/>
                      </a:cubicBezTo>
                      <a:cubicBezTo>
                        <a:pt x="19" y="4"/>
                        <a:pt x="18" y="4"/>
                        <a:pt x="18" y="4"/>
                      </a:cubicBezTo>
                      <a:cubicBezTo>
                        <a:pt x="18" y="4"/>
                        <a:pt x="17" y="4"/>
                        <a:pt x="17" y="4"/>
                      </a:cubicBezTo>
                      <a:cubicBezTo>
                        <a:pt x="17" y="4"/>
                        <a:pt x="17" y="4"/>
                        <a:pt x="17" y="4"/>
                      </a:cubicBezTo>
                      <a:cubicBezTo>
                        <a:pt x="16" y="5"/>
                        <a:pt x="16" y="5"/>
                        <a:pt x="16" y="5"/>
                      </a:cubicBezTo>
                      <a:cubicBezTo>
                        <a:pt x="16" y="5"/>
                        <a:pt x="14" y="6"/>
                        <a:pt x="14" y="6"/>
                      </a:cubicBezTo>
                      <a:cubicBezTo>
                        <a:pt x="14" y="6"/>
                        <a:pt x="14" y="7"/>
                        <a:pt x="14" y="7"/>
                      </a:cubicBezTo>
                      <a:cubicBezTo>
                        <a:pt x="14" y="7"/>
                        <a:pt x="13" y="7"/>
                        <a:pt x="13" y="7"/>
                      </a:cubicBezTo>
                      <a:cubicBezTo>
                        <a:pt x="13" y="7"/>
                        <a:pt x="13" y="6"/>
                        <a:pt x="13" y="6"/>
                      </a:cubicBezTo>
                      <a:cubicBezTo>
                        <a:pt x="11" y="6"/>
                        <a:pt x="11" y="6"/>
                        <a:pt x="11" y="6"/>
                      </a:cubicBezTo>
                      <a:cubicBezTo>
                        <a:pt x="10" y="9"/>
                        <a:pt x="10" y="9"/>
                        <a:pt x="10" y="9"/>
                      </a:cubicBezTo>
                      <a:cubicBezTo>
                        <a:pt x="8" y="10"/>
                        <a:pt x="8" y="10"/>
                        <a:pt x="8" y="10"/>
                      </a:cubicBezTo>
                      <a:cubicBezTo>
                        <a:pt x="8" y="10"/>
                        <a:pt x="7" y="10"/>
                        <a:pt x="7" y="10"/>
                      </a:cubicBezTo>
                      <a:cubicBezTo>
                        <a:pt x="7" y="10"/>
                        <a:pt x="6" y="10"/>
                        <a:pt x="6" y="10"/>
                      </a:cubicBezTo>
                      <a:cubicBezTo>
                        <a:pt x="6" y="9"/>
                        <a:pt x="6" y="9"/>
                        <a:pt x="6" y="9"/>
                      </a:cubicBezTo>
                      <a:cubicBezTo>
                        <a:pt x="6" y="9"/>
                        <a:pt x="5" y="9"/>
                        <a:pt x="5" y="9"/>
                      </a:cubicBezTo>
                      <a:cubicBezTo>
                        <a:pt x="4" y="9"/>
                        <a:pt x="3" y="9"/>
                        <a:pt x="2" y="9"/>
                      </a:cubicBezTo>
                      <a:cubicBezTo>
                        <a:pt x="2" y="9"/>
                        <a:pt x="1" y="9"/>
                        <a:pt x="1" y="9"/>
                      </a:cubicBezTo>
                      <a:cubicBezTo>
                        <a:pt x="6" y="18"/>
                        <a:pt x="6" y="18"/>
                        <a:pt x="6" y="18"/>
                      </a:cubicBezTo>
                      <a:cubicBezTo>
                        <a:pt x="7" y="19"/>
                        <a:pt x="7" y="19"/>
                        <a:pt x="7" y="19"/>
                      </a:cubicBezTo>
                      <a:cubicBezTo>
                        <a:pt x="7" y="20"/>
                        <a:pt x="7" y="20"/>
                        <a:pt x="7" y="20"/>
                      </a:cubicBezTo>
                      <a:cubicBezTo>
                        <a:pt x="6" y="21"/>
                        <a:pt x="6" y="21"/>
                        <a:pt x="6" y="21"/>
                      </a:cubicBezTo>
                      <a:cubicBezTo>
                        <a:pt x="7" y="21"/>
                        <a:pt x="7" y="21"/>
                        <a:pt x="7" y="21"/>
                      </a:cubicBezTo>
                      <a:cubicBezTo>
                        <a:pt x="6" y="22"/>
                        <a:pt x="6" y="22"/>
                        <a:pt x="6" y="22"/>
                      </a:cubicBezTo>
                      <a:cubicBezTo>
                        <a:pt x="6" y="26"/>
                        <a:pt x="6" y="26"/>
                        <a:pt x="6" y="26"/>
                      </a:cubicBezTo>
                      <a:cubicBezTo>
                        <a:pt x="6" y="26"/>
                        <a:pt x="5" y="28"/>
                        <a:pt x="5" y="28"/>
                      </a:cubicBezTo>
                      <a:cubicBezTo>
                        <a:pt x="5" y="28"/>
                        <a:pt x="4" y="28"/>
                        <a:pt x="4" y="28"/>
                      </a:cubicBezTo>
                      <a:cubicBezTo>
                        <a:pt x="4" y="29"/>
                        <a:pt x="4" y="29"/>
                        <a:pt x="4" y="29"/>
                      </a:cubicBezTo>
                      <a:cubicBezTo>
                        <a:pt x="5" y="29"/>
                        <a:pt x="5" y="29"/>
                        <a:pt x="5" y="29"/>
                      </a:cubicBezTo>
                      <a:cubicBezTo>
                        <a:pt x="5" y="30"/>
                        <a:pt x="5" y="30"/>
                        <a:pt x="5" y="30"/>
                      </a:cubicBezTo>
                      <a:cubicBezTo>
                        <a:pt x="5" y="31"/>
                        <a:pt x="5" y="31"/>
                        <a:pt x="5" y="31"/>
                      </a:cubicBezTo>
                      <a:cubicBezTo>
                        <a:pt x="6" y="32"/>
                        <a:pt x="6" y="32"/>
                        <a:pt x="6" y="32"/>
                      </a:cubicBezTo>
                      <a:cubicBezTo>
                        <a:pt x="5" y="32"/>
                        <a:pt x="5" y="32"/>
                        <a:pt x="5" y="32"/>
                      </a:cubicBezTo>
                      <a:cubicBezTo>
                        <a:pt x="5" y="34"/>
                        <a:pt x="5" y="34"/>
                        <a:pt x="5" y="34"/>
                      </a:cubicBezTo>
                      <a:cubicBezTo>
                        <a:pt x="3" y="35"/>
                        <a:pt x="3" y="35"/>
                        <a:pt x="3" y="35"/>
                      </a:cubicBezTo>
                      <a:cubicBezTo>
                        <a:pt x="3" y="36"/>
                        <a:pt x="3" y="36"/>
                        <a:pt x="3" y="36"/>
                      </a:cubicBezTo>
                      <a:cubicBezTo>
                        <a:pt x="2" y="36"/>
                        <a:pt x="2" y="36"/>
                        <a:pt x="2" y="36"/>
                      </a:cubicBezTo>
                      <a:cubicBezTo>
                        <a:pt x="2" y="38"/>
                        <a:pt x="2" y="38"/>
                        <a:pt x="2" y="38"/>
                      </a:cubicBezTo>
                      <a:cubicBezTo>
                        <a:pt x="4" y="40"/>
                        <a:pt x="4" y="40"/>
                        <a:pt x="4" y="40"/>
                      </a:cubicBezTo>
                      <a:cubicBezTo>
                        <a:pt x="2" y="42"/>
                        <a:pt x="2" y="42"/>
                        <a:pt x="2" y="42"/>
                      </a:cubicBezTo>
                      <a:cubicBezTo>
                        <a:pt x="2" y="42"/>
                        <a:pt x="2" y="44"/>
                        <a:pt x="2" y="44"/>
                      </a:cubicBezTo>
                      <a:cubicBezTo>
                        <a:pt x="2" y="44"/>
                        <a:pt x="2" y="45"/>
                        <a:pt x="2" y="45"/>
                      </a:cubicBezTo>
                      <a:cubicBezTo>
                        <a:pt x="2" y="45"/>
                        <a:pt x="3" y="46"/>
                        <a:pt x="3" y="46"/>
                      </a:cubicBezTo>
                      <a:cubicBezTo>
                        <a:pt x="3" y="46"/>
                        <a:pt x="4" y="47"/>
                        <a:pt x="4" y="47"/>
                      </a:cubicBezTo>
                      <a:cubicBezTo>
                        <a:pt x="4" y="47"/>
                        <a:pt x="4" y="47"/>
                        <a:pt x="4" y="47"/>
                      </a:cubicBezTo>
                      <a:cubicBezTo>
                        <a:pt x="5" y="47"/>
                        <a:pt x="5" y="47"/>
                        <a:pt x="5" y="47"/>
                      </a:cubicBezTo>
                      <a:cubicBezTo>
                        <a:pt x="6" y="48"/>
                        <a:pt x="6" y="48"/>
                        <a:pt x="6" y="48"/>
                      </a:cubicBezTo>
                      <a:cubicBezTo>
                        <a:pt x="5" y="48"/>
                        <a:pt x="5" y="48"/>
                        <a:pt x="5" y="48"/>
                      </a:cubicBezTo>
                      <a:cubicBezTo>
                        <a:pt x="5" y="50"/>
                        <a:pt x="5" y="50"/>
                        <a:pt x="5" y="50"/>
                      </a:cubicBezTo>
                      <a:cubicBezTo>
                        <a:pt x="5" y="50"/>
                        <a:pt x="4" y="50"/>
                        <a:pt x="4" y="50"/>
                      </a:cubicBezTo>
                      <a:cubicBezTo>
                        <a:pt x="4" y="51"/>
                        <a:pt x="3" y="51"/>
                        <a:pt x="3" y="51"/>
                      </a:cubicBezTo>
                      <a:cubicBezTo>
                        <a:pt x="3" y="51"/>
                        <a:pt x="2" y="53"/>
                        <a:pt x="2" y="53"/>
                      </a:cubicBezTo>
                      <a:cubicBezTo>
                        <a:pt x="2" y="53"/>
                        <a:pt x="1" y="54"/>
                        <a:pt x="1" y="54"/>
                      </a:cubicBezTo>
                      <a:cubicBezTo>
                        <a:pt x="0" y="55"/>
                        <a:pt x="0" y="55"/>
                        <a:pt x="0" y="55"/>
                      </a:cubicBezTo>
                      <a:cubicBezTo>
                        <a:pt x="0" y="55"/>
                        <a:pt x="1" y="55"/>
                        <a:pt x="1" y="55"/>
                      </a:cubicBezTo>
                      <a:cubicBezTo>
                        <a:pt x="2" y="55"/>
                        <a:pt x="1" y="56"/>
                        <a:pt x="1" y="56"/>
                      </a:cubicBezTo>
                      <a:cubicBezTo>
                        <a:pt x="1" y="56"/>
                        <a:pt x="1" y="57"/>
                        <a:pt x="1" y="57"/>
                      </a:cubicBezTo>
                      <a:cubicBezTo>
                        <a:pt x="1" y="57"/>
                        <a:pt x="2" y="57"/>
                        <a:pt x="2" y="58"/>
                      </a:cubicBezTo>
                      <a:cubicBezTo>
                        <a:pt x="2" y="58"/>
                        <a:pt x="2" y="58"/>
                        <a:pt x="2" y="59"/>
                      </a:cubicBezTo>
                      <a:cubicBezTo>
                        <a:pt x="2" y="59"/>
                        <a:pt x="2" y="60"/>
                        <a:pt x="2" y="60"/>
                      </a:cubicBezTo>
                      <a:cubicBezTo>
                        <a:pt x="2" y="60"/>
                        <a:pt x="3" y="60"/>
                        <a:pt x="3" y="60"/>
                      </a:cubicBezTo>
                      <a:cubicBezTo>
                        <a:pt x="3" y="60"/>
                        <a:pt x="4" y="60"/>
                        <a:pt x="4" y="60"/>
                      </a:cubicBezTo>
                      <a:cubicBezTo>
                        <a:pt x="4" y="61"/>
                        <a:pt x="4" y="61"/>
                        <a:pt x="4" y="61"/>
                      </a:cubicBezTo>
                      <a:cubicBezTo>
                        <a:pt x="4" y="62"/>
                        <a:pt x="4" y="62"/>
                        <a:pt x="4" y="62"/>
                      </a:cubicBezTo>
                      <a:cubicBezTo>
                        <a:pt x="4" y="65"/>
                        <a:pt x="4" y="65"/>
                        <a:pt x="4" y="65"/>
                      </a:cubicBezTo>
                      <a:cubicBezTo>
                        <a:pt x="5" y="66"/>
                        <a:pt x="5" y="66"/>
                        <a:pt x="5" y="66"/>
                      </a:cubicBezTo>
                      <a:cubicBezTo>
                        <a:pt x="5" y="67"/>
                        <a:pt x="5" y="67"/>
                        <a:pt x="5" y="67"/>
                      </a:cubicBezTo>
                      <a:cubicBezTo>
                        <a:pt x="5" y="67"/>
                        <a:pt x="6" y="68"/>
                        <a:pt x="6" y="68"/>
                      </a:cubicBezTo>
                      <a:cubicBezTo>
                        <a:pt x="6" y="68"/>
                        <a:pt x="7" y="69"/>
                        <a:pt x="7" y="70"/>
                      </a:cubicBezTo>
                      <a:cubicBezTo>
                        <a:pt x="8" y="70"/>
                        <a:pt x="9" y="71"/>
                        <a:pt x="9" y="71"/>
                      </a:cubicBezTo>
                      <a:cubicBezTo>
                        <a:pt x="9" y="71"/>
                        <a:pt x="8" y="71"/>
                        <a:pt x="8" y="71"/>
                      </a:cubicBezTo>
                      <a:cubicBezTo>
                        <a:pt x="8" y="71"/>
                        <a:pt x="7" y="73"/>
                        <a:pt x="7" y="73"/>
                      </a:cubicBezTo>
                      <a:cubicBezTo>
                        <a:pt x="7" y="73"/>
                        <a:pt x="7" y="73"/>
                        <a:pt x="7" y="73"/>
                      </a:cubicBezTo>
                      <a:cubicBezTo>
                        <a:pt x="7" y="73"/>
                        <a:pt x="8" y="74"/>
                        <a:pt x="8" y="74"/>
                      </a:cubicBezTo>
                      <a:cubicBezTo>
                        <a:pt x="8" y="74"/>
                        <a:pt x="8" y="75"/>
                        <a:pt x="8" y="75"/>
                      </a:cubicBezTo>
                      <a:cubicBezTo>
                        <a:pt x="8" y="75"/>
                        <a:pt x="7" y="75"/>
                        <a:pt x="7" y="75"/>
                      </a:cubicBezTo>
                      <a:cubicBezTo>
                        <a:pt x="7" y="75"/>
                        <a:pt x="6" y="76"/>
                        <a:pt x="6" y="76"/>
                      </a:cubicBezTo>
                      <a:cubicBezTo>
                        <a:pt x="6" y="76"/>
                        <a:pt x="7" y="76"/>
                        <a:pt x="7" y="76"/>
                      </a:cubicBezTo>
                      <a:cubicBezTo>
                        <a:pt x="7" y="76"/>
                        <a:pt x="7" y="76"/>
                        <a:pt x="7" y="77"/>
                      </a:cubicBezTo>
                      <a:cubicBezTo>
                        <a:pt x="7" y="77"/>
                        <a:pt x="7" y="77"/>
                        <a:pt x="7" y="77"/>
                      </a:cubicBezTo>
                      <a:cubicBezTo>
                        <a:pt x="7" y="77"/>
                        <a:pt x="7" y="78"/>
                        <a:pt x="6" y="78"/>
                      </a:cubicBezTo>
                      <a:cubicBezTo>
                        <a:pt x="6" y="78"/>
                        <a:pt x="6" y="78"/>
                        <a:pt x="6" y="78"/>
                      </a:cubicBezTo>
                      <a:cubicBezTo>
                        <a:pt x="6" y="78"/>
                        <a:pt x="7" y="79"/>
                        <a:pt x="7" y="79"/>
                      </a:cubicBezTo>
                      <a:cubicBezTo>
                        <a:pt x="8" y="79"/>
                        <a:pt x="8" y="79"/>
                        <a:pt x="8" y="80"/>
                      </a:cubicBezTo>
                      <a:cubicBezTo>
                        <a:pt x="9" y="80"/>
                        <a:pt x="8" y="80"/>
                        <a:pt x="8" y="80"/>
                      </a:cubicBezTo>
                      <a:cubicBezTo>
                        <a:pt x="8" y="80"/>
                        <a:pt x="8" y="81"/>
                        <a:pt x="8" y="81"/>
                      </a:cubicBezTo>
                      <a:cubicBezTo>
                        <a:pt x="8" y="81"/>
                        <a:pt x="8" y="82"/>
                        <a:pt x="8" y="82"/>
                      </a:cubicBezTo>
                      <a:cubicBezTo>
                        <a:pt x="8" y="82"/>
                        <a:pt x="9" y="82"/>
                        <a:pt x="9" y="82"/>
                      </a:cubicBezTo>
                      <a:cubicBezTo>
                        <a:pt x="10" y="85"/>
                        <a:pt x="10" y="85"/>
                        <a:pt x="10" y="85"/>
                      </a:cubicBezTo>
                      <a:cubicBezTo>
                        <a:pt x="10" y="85"/>
                        <a:pt x="10" y="87"/>
                        <a:pt x="10" y="87"/>
                      </a:cubicBezTo>
                      <a:cubicBezTo>
                        <a:pt x="10" y="87"/>
                        <a:pt x="11" y="88"/>
                        <a:pt x="11" y="88"/>
                      </a:cubicBezTo>
                      <a:cubicBezTo>
                        <a:pt x="11" y="88"/>
                        <a:pt x="11" y="89"/>
                        <a:pt x="11" y="89"/>
                      </a:cubicBezTo>
                      <a:cubicBezTo>
                        <a:pt x="11" y="89"/>
                        <a:pt x="11" y="90"/>
                        <a:pt x="11" y="90"/>
                      </a:cubicBezTo>
                      <a:cubicBezTo>
                        <a:pt x="11" y="90"/>
                        <a:pt x="12" y="91"/>
                        <a:pt x="12" y="91"/>
                      </a:cubicBezTo>
                      <a:cubicBezTo>
                        <a:pt x="12" y="91"/>
                        <a:pt x="12" y="93"/>
                        <a:pt x="12" y="93"/>
                      </a:cubicBezTo>
                      <a:cubicBezTo>
                        <a:pt x="12" y="93"/>
                        <a:pt x="12" y="93"/>
                        <a:pt x="12" y="93"/>
                      </a:cubicBezTo>
                      <a:cubicBezTo>
                        <a:pt x="12" y="94"/>
                        <a:pt x="13" y="94"/>
                        <a:pt x="13" y="94"/>
                      </a:cubicBezTo>
                      <a:cubicBezTo>
                        <a:pt x="13" y="94"/>
                        <a:pt x="13" y="95"/>
                        <a:pt x="12" y="95"/>
                      </a:cubicBezTo>
                      <a:cubicBezTo>
                        <a:pt x="12" y="95"/>
                        <a:pt x="12" y="96"/>
                        <a:pt x="12" y="96"/>
                      </a:cubicBezTo>
                      <a:cubicBezTo>
                        <a:pt x="12" y="96"/>
                        <a:pt x="13" y="96"/>
                        <a:pt x="13" y="96"/>
                      </a:cubicBezTo>
                      <a:cubicBezTo>
                        <a:pt x="13" y="97"/>
                        <a:pt x="14" y="97"/>
                        <a:pt x="14" y="97"/>
                      </a:cubicBezTo>
                      <a:cubicBezTo>
                        <a:pt x="14" y="97"/>
                        <a:pt x="15" y="97"/>
                        <a:pt x="15" y="97"/>
                      </a:cubicBezTo>
                      <a:cubicBezTo>
                        <a:pt x="15" y="97"/>
                        <a:pt x="16" y="97"/>
                        <a:pt x="16" y="97"/>
                      </a:cubicBezTo>
                      <a:cubicBezTo>
                        <a:pt x="16" y="97"/>
                        <a:pt x="17" y="96"/>
                        <a:pt x="17" y="96"/>
                      </a:cubicBezTo>
                      <a:cubicBezTo>
                        <a:pt x="17" y="96"/>
                        <a:pt x="17" y="96"/>
                        <a:pt x="17" y="96"/>
                      </a:cubicBezTo>
                      <a:cubicBezTo>
                        <a:pt x="19" y="95"/>
                        <a:pt x="19" y="95"/>
                        <a:pt x="19" y="95"/>
                      </a:cubicBezTo>
                      <a:cubicBezTo>
                        <a:pt x="19" y="94"/>
                        <a:pt x="19" y="94"/>
                        <a:pt x="19" y="94"/>
                      </a:cubicBezTo>
                      <a:cubicBezTo>
                        <a:pt x="21" y="93"/>
                        <a:pt x="21" y="93"/>
                        <a:pt x="21" y="93"/>
                      </a:cubicBezTo>
                      <a:cubicBezTo>
                        <a:pt x="20" y="92"/>
                        <a:pt x="20" y="92"/>
                        <a:pt x="20" y="92"/>
                      </a:cubicBezTo>
                      <a:cubicBezTo>
                        <a:pt x="20" y="92"/>
                        <a:pt x="22" y="91"/>
                        <a:pt x="22" y="91"/>
                      </a:cubicBezTo>
                      <a:cubicBezTo>
                        <a:pt x="22" y="91"/>
                        <a:pt x="23" y="91"/>
                        <a:pt x="23" y="91"/>
                      </a:cubicBezTo>
                      <a:cubicBezTo>
                        <a:pt x="23" y="91"/>
                        <a:pt x="24" y="90"/>
                        <a:pt x="24" y="90"/>
                      </a:cubicBezTo>
                      <a:cubicBezTo>
                        <a:pt x="24" y="90"/>
                        <a:pt x="24" y="88"/>
                        <a:pt x="24" y="88"/>
                      </a:cubicBezTo>
                      <a:cubicBezTo>
                        <a:pt x="25" y="89"/>
                        <a:pt x="25" y="89"/>
                        <a:pt x="25" y="89"/>
                      </a:cubicBezTo>
                      <a:cubicBezTo>
                        <a:pt x="25" y="89"/>
                        <a:pt x="25" y="90"/>
                        <a:pt x="26" y="90"/>
                      </a:cubicBezTo>
                      <a:cubicBezTo>
                        <a:pt x="26" y="90"/>
                        <a:pt x="26" y="90"/>
                        <a:pt x="26" y="90"/>
                      </a:cubicBezTo>
                      <a:cubicBezTo>
                        <a:pt x="26" y="90"/>
                        <a:pt x="27" y="91"/>
                        <a:pt x="27" y="91"/>
                      </a:cubicBezTo>
                      <a:cubicBezTo>
                        <a:pt x="27" y="91"/>
                        <a:pt x="34" y="91"/>
                        <a:pt x="34" y="91"/>
                      </a:cubicBezTo>
                      <a:cubicBezTo>
                        <a:pt x="34" y="91"/>
                        <a:pt x="34" y="91"/>
                        <a:pt x="34" y="91"/>
                      </a:cubicBezTo>
                      <a:cubicBezTo>
                        <a:pt x="35" y="92"/>
                        <a:pt x="36" y="92"/>
                        <a:pt x="36" y="92"/>
                      </a:cubicBezTo>
                      <a:cubicBezTo>
                        <a:pt x="36" y="92"/>
                        <a:pt x="36" y="92"/>
                        <a:pt x="36" y="92"/>
                      </a:cubicBezTo>
                      <a:cubicBezTo>
                        <a:pt x="36" y="93"/>
                        <a:pt x="36" y="93"/>
                        <a:pt x="36" y="93"/>
                      </a:cubicBezTo>
                      <a:cubicBezTo>
                        <a:pt x="36" y="93"/>
                        <a:pt x="37" y="94"/>
                        <a:pt x="37" y="94"/>
                      </a:cubicBezTo>
                      <a:cubicBezTo>
                        <a:pt x="37" y="94"/>
                        <a:pt x="37" y="95"/>
                        <a:pt x="37" y="95"/>
                      </a:cubicBezTo>
                      <a:cubicBezTo>
                        <a:pt x="37" y="95"/>
                        <a:pt x="38" y="97"/>
                        <a:pt x="38" y="97"/>
                      </a:cubicBezTo>
                      <a:cubicBezTo>
                        <a:pt x="38" y="97"/>
                        <a:pt x="38" y="95"/>
                        <a:pt x="38" y="95"/>
                      </a:cubicBezTo>
                      <a:cubicBezTo>
                        <a:pt x="38" y="95"/>
                        <a:pt x="39" y="94"/>
                        <a:pt x="39" y="93"/>
                      </a:cubicBezTo>
                      <a:cubicBezTo>
                        <a:pt x="39" y="93"/>
                        <a:pt x="40" y="90"/>
                        <a:pt x="40" y="90"/>
                      </a:cubicBezTo>
                      <a:cubicBezTo>
                        <a:pt x="42" y="90"/>
                        <a:pt x="42" y="90"/>
                        <a:pt x="42" y="90"/>
                      </a:cubicBezTo>
                      <a:cubicBezTo>
                        <a:pt x="42" y="91"/>
                        <a:pt x="42" y="91"/>
                        <a:pt x="42" y="91"/>
                      </a:cubicBezTo>
                      <a:cubicBezTo>
                        <a:pt x="42" y="91"/>
                        <a:pt x="45" y="90"/>
                        <a:pt x="45" y="90"/>
                      </a:cubicBezTo>
                      <a:cubicBezTo>
                        <a:pt x="45" y="90"/>
                        <a:pt x="48" y="90"/>
                        <a:pt x="48" y="90"/>
                      </a:cubicBezTo>
                      <a:cubicBezTo>
                        <a:pt x="48" y="91"/>
                        <a:pt x="48" y="91"/>
                        <a:pt x="48" y="91"/>
                      </a:cubicBezTo>
                      <a:cubicBezTo>
                        <a:pt x="49" y="92"/>
                        <a:pt x="49" y="92"/>
                        <a:pt x="49" y="92"/>
                      </a:cubicBezTo>
                      <a:cubicBezTo>
                        <a:pt x="52" y="83"/>
                        <a:pt x="52" y="83"/>
                        <a:pt x="52" y="83"/>
                      </a:cubicBezTo>
                      <a:cubicBezTo>
                        <a:pt x="52" y="79"/>
                        <a:pt x="52" y="79"/>
                        <a:pt x="52" y="79"/>
                      </a:cubicBezTo>
                      <a:cubicBezTo>
                        <a:pt x="55" y="75"/>
                        <a:pt x="55" y="75"/>
                        <a:pt x="55" y="75"/>
                      </a:cubicBezTo>
                      <a:cubicBezTo>
                        <a:pt x="56" y="72"/>
                        <a:pt x="56" y="72"/>
                        <a:pt x="56" y="72"/>
                      </a:cubicBezTo>
                      <a:cubicBezTo>
                        <a:pt x="68" y="70"/>
                        <a:pt x="68" y="70"/>
                        <a:pt x="68" y="70"/>
                      </a:cubicBezTo>
                      <a:cubicBezTo>
                        <a:pt x="75" y="70"/>
                        <a:pt x="75" y="70"/>
                        <a:pt x="75" y="70"/>
                      </a:cubicBezTo>
                      <a:cubicBezTo>
                        <a:pt x="81" y="74"/>
                        <a:pt x="81" y="74"/>
                        <a:pt x="81" y="74"/>
                      </a:cubicBezTo>
                      <a:cubicBezTo>
                        <a:pt x="81" y="74"/>
                        <a:pt x="81" y="74"/>
                        <a:pt x="81" y="74"/>
                      </a:cubicBezTo>
                      <a:cubicBezTo>
                        <a:pt x="81" y="74"/>
                        <a:pt x="81" y="74"/>
                        <a:pt x="81" y="74"/>
                      </a:cubicBezTo>
                      <a:cubicBezTo>
                        <a:pt x="81" y="74"/>
                        <a:pt x="81" y="75"/>
                        <a:pt x="81" y="75"/>
                      </a:cubicBezTo>
                      <a:cubicBezTo>
                        <a:pt x="81" y="75"/>
                        <a:pt x="81" y="76"/>
                        <a:pt x="81" y="76"/>
                      </a:cubicBezTo>
                      <a:cubicBezTo>
                        <a:pt x="83" y="75"/>
                        <a:pt x="83" y="75"/>
                        <a:pt x="83" y="75"/>
                      </a:cubicBezTo>
                      <a:lnTo>
                        <a:pt x="81" y="73"/>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6" name="Freeform 693">
                  <a:extLst>
                    <a:ext uri="{FF2B5EF4-FFF2-40B4-BE49-F238E27FC236}">
                      <a16:creationId xmlns:a16="http://schemas.microsoft.com/office/drawing/2014/main" id="{E77F964E-7C6C-CA8B-80DD-472EA01D95AA}"/>
                    </a:ext>
                  </a:extLst>
                </p:cNvPr>
                <p:cNvSpPr>
                  <a:spLocks noEditPoints="1"/>
                </p:cNvSpPr>
                <p:nvPr/>
              </p:nvSpPr>
              <p:spPr bwMode="auto">
                <a:xfrm>
                  <a:off x="3286126" y="5521325"/>
                  <a:ext cx="582612" cy="1290638"/>
                </a:xfrm>
                <a:custGeom>
                  <a:avLst/>
                  <a:gdLst>
                    <a:gd name="T0" fmla="*/ 38 w 140"/>
                    <a:gd name="T1" fmla="*/ 308 h 310"/>
                    <a:gd name="T2" fmla="*/ 46 w 140"/>
                    <a:gd name="T3" fmla="*/ 299 h 310"/>
                    <a:gd name="T4" fmla="*/ 64 w 140"/>
                    <a:gd name="T5" fmla="*/ 307 h 310"/>
                    <a:gd name="T6" fmla="*/ 62 w 140"/>
                    <a:gd name="T7" fmla="*/ 308 h 310"/>
                    <a:gd name="T8" fmla="*/ 65 w 140"/>
                    <a:gd name="T9" fmla="*/ 307 h 310"/>
                    <a:gd name="T10" fmla="*/ 68 w 140"/>
                    <a:gd name="T11" fmla="*/ 307 h 310"/>
                    <a:gd name="T12" fmla="*/ 135 w 140"/>
                    <a:gd name="T13" fmla="*/ 30 h 310"/>
                    <a:gd name="T14" fmla="*/ 130 w 140"/>
                    <a:gd name="T15" fmla="*/ 40 h 310"/>
                    <a:gd name="T16" fmla="*/ 118 w 140"/>
                    <a:gd name="T17" fmla="*/ 45 h 310"/>
                    <a:gd name="T18" fmla="*/ 107 w 140"/>
                    <a:gd name="T19" fmla="*/ 39 h 310"/>
                    <a:gd name="T20" fmla="*/ 108 w 140"/>
                    <a:gd name="T21" fmla="*/ 25 h 310"/>
                    <a:gd name="T22" fmla="*/ 79 w 140"/>
                    <a:gd name="T23" fmla="*/ 7 h 310"/>
                    <a:gd name="T24" fmla="*/ 63 w 140"/>
                    <a:gd name="T25" fmla="*/ 4 h 310"/>
                    <a:gd name="T26" fmla="*/ 46 w 140"/>
                    <a:gd name="T27" fmla="*/ 7 h 310"/>
                    <a:gd name="T28" fmla="*/ 36 w 140"/>
                    <a:gd name="T29" fmla="*/ 26 h 310"/>
                    <a:gd name="T30" fmla="*/ 33 w 140"/>
                    <a:gd name="T31" fmla="*/ 43 h 310"/>
                    <a:gd name="T32" fmla="*/ 26 w 140"/>
                    <a:gd name="T33" fmla="*/ 58 h 310"/>
                    <a:gd name="T34" fmla="*/ 23 w 140"/>
                    <a:gd name="T35" fmla="*/ 74 h 310"/>
                    <a:gd name="T36" fmla="*/ 22 w 140"/>
                    <a:gd name="T37" fmla="*/ 84 h 310"/>
                    <a:gd name="T38" fmla="*/ 26 w 140"/>
                    <a:gd name="T39" fmla="*/ 99 h 310"/>
                    <a:gd name="T40" fmla="*/ 22 w 140"/>
                    <a:gd name="T41" fmla="*/ 112 h 310"/>
                    <a:gd name="T42" fmla="*/ 18 w 140"/>
                    <a:gd name="T43" fmla="*/ 120 h 310"/>
                    <a:gd name="T44" fmla="*/ 16 w 140"/>
                    <a:gd name="T45" fmla="*/ 128 h 310"/>
                    <a:gd name="T46" fmla="*/ 18 w 140"/>
                    <a:gd name="T47" fmla="*/ 140 h 310"/>
                    <a:gd name="T48" fmla="*/ 12 w 140"/>
                    <a:gd name="T49" fmla="*/ 153 h 310"/>
                    <a:gd name="T50" fmla="*/ 11 w 140"/>
                    <a:gd name="T51" fmla="*/ 163 h 310"/>
                    <a:gd name="T52" fmla="*/ 10 w 140"/>
                    <a:gd name="T53" fmla="*/ 174 h 310"/>
                    <a:gd name="T54" fmla="*/ 13 w 140"/>
                    <a:gd name="T55" fmla="*/ 185 h 310"/>
                    <a:gd name="T56" fmla="*/ 16 w 140"/>
                    <a:gd name="T57" fmla="*/ 195 h 310"/>
                    <a:gd name="T58" fmla="*/ 15 w 140"/>
                    <a:gd name="T59" fmla="*/ 203 h 310"/>
                    <a:gd name="T60" fmla="*/ 12 w 140"/>
                    <a:gd name="T61" fmla="*/ 213 h 310"/>
                    <a:gd name="T62" fmla="*/ 8 w 140"/>
                    <a:gd name="T63" fmla="*/ 224 h 310"/>
                    <a:gd name="T64" fmla="*/ 8 w 140"/>
                    <a:gd name="T65" fmla="*/ 233 h 310"/>
                    <a:gd name="T66" fmla="*/ 0 w 140"/>
                    <a:gd name="T67" fmla="*/ 253 h 310"/>
                    <a:gd name="T68" fmla="*/ 7 w 140"/>
                    <a:gd name="T69" fmla="*/ 258 h 310"/>
                    <a:gd name="T70" fmla="*/ 8 w 140"/>
                    <a:gd name="T71" fmla="*/ 267 h 310"/>
                    <a:gd name="T72" fmla="*/ 26 w 140"/>
                    <a:gd name="T73" fmla="*/ 274 h 310"/>
                    <a:gd name="T74" fmla="*/ 28 w 140"/>
                    <a:gd name="T75" fmla="*/ 269 h 310"/>
                    <a:gd name="T76" fmla="*/ 33 w 140"/>
                    <a:gd name="T77" fmla="*/ 255 h 310"/>
                    <a:gd name="T78" fmla="*/ 41 w 140"/>
                    <a:gd name="T79" fmla="*/ 247 h 310"/>
                    <a:gd name="T80" fmla="*/ 44 w 140"/>
                    <a:gd name="T81" fmla="*/ 239 h 310"/>
                    <a:gd name="T82" fmla="*/ 53 w 140"/>
                    <a:gd name="T83" fmla="*/ 231 h 310"/>
                    <a:gd name="T84" fmla="*/ 44 w 140"/>
                    <a:gd name="T85" fmla="*/ 216 h 310"/>
                    <a:gd name="T86" fmla="*/ 49 w 140"/>
                    <a:gd name="T87" fmla="*/ 202 h 310"/>
                    <a:gd name="T88" fmla="*/ 55 w 140"/>
                    <a:gd name="T89" fmla="*/ 198 h 310"/>
                    <a:gd name="T90" fmla="*/ 58 w 140"/>
                    <a:gd name="T91" fmla="*/ 186 h 310"/>
                    <a:gd name="T92" fmla="*/ 60 w 140"/>
                    <a:gd name="T93" fmla="*/ 176 h 310"/>
                    <a:gd name="T94" fmla="*/ 69 w 140"/>
                    <a:gd name="T95" fmla="*/ 178 h 310"/>
                    <a:gd name="T96" fmla="*/ 67 w 140"/>
                    <a:gd name="T97" fmla="*/ 174 h 310"/>
                    <a:gd name="T98" fmla="*/ 59 w 140"/>
                    <a:gd name="T99" fmla="*/ 159 h 310"/>
                    <a:gd name="T100" fmla="*/ 78 w 140"/>
                    <a:gd name="T101" fmla="*/ 157 h 310"/>
                    <a:gd name="T102" fmla="*/ 80 w 140"/>
                    <a:gd name="T103" fmla="*/ 145 h 310"/>
                    <a:gd name="T104" fmla="*/ 102 w 140"/>
                    <a:gd name="T105" fmla="*/ 139 h 310"/>
                    <a:gd name="T106" fmla="*/ 114 w 140"/>
                    <a:gd name="T107" fmla="*/ 114 h 310"/>
                    <a:gd name="T108" fmla="*/ 106 w 140"/>
                    <a:gd name="T109" fmla="*/ 92 h 310"/>
                    <a:gd name="T110" fmla="*/ 108 w 140"/>
                    <a:gd name="T111" fmla="*/ 81 h 310"/>
                    <a:gd name="T112" fmla="*/ 110 w 140"/>
                    <a:gd name="T113" fmla="*/ 71 h 310"/>
                    <a:gd name="T114" fmla="*/ 120 w 140"/>
                    <a:gd name="T115" fmla="*/ 58 h 310"/>
                    <a:gd name="T116" fmla="*/ 128 w 140"/>
                    <a:gd name="T117" fmla="*/ 49 h 310"/>
                    <a:gd name="T118" fmla="*/ 136 w 140"/>
                    <a:gd name="T119" fmla="*/ 43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 h="310">
                      <a:moveTo>
                        <a:pt x="59" y="306"/>
                      </a:moveTo>
                      <a:cubicBezTo>
                        <a:pt x="59" y="306"/>
                        <a:pt x="58" y="307"/>
                        <a:pt x="58" y="307"/>
                      </a:cubicBezTo>
                      <a:cubicBezTo>
                        <a:pt x="58" y="308"/>
                        <a:pt x="58" y="308"/>
                        <a:pt x="57" y="308"/>
                      </a:cubicBezTo>
                      <a:cubicBezTo>
                        <a:pt x="57" y="309"/>
                        <a:pt x="56" y="309"/>
                        <a:pt x="56" y="309"/>
                      </a:cubicBezTo>
                      <a:cubicBezTo>
                        <a:pt x="56" y="309"/>
                        <a:pt x="55" y="309"/>
                        <a:pt x="55" y="309"/>
                      </a:cubicBezTo>
                      <a:cubicBezTo>
                        <a:pt x="55" y="309"/>
                        <a:pt x="55" y="308"/>
                        <a:pt x="54" y="308"/>
                      </a:cubicBezTo>
                      <a:cubicBezTo>
                        <a:pt x="54" y="309"/>
                        <a:pt x="53" y="309"/>
                        <a:pt x="53" y="309"/>
                      </a:cubicBezTo>
                      <a:cubicBezTo>
                        <a:pt x="53" y="309"/>
                        <a:pt x="52" y="309"/>
                        <a:pt x="51" y="309"/>
                      </a:cubicBezTo>
                      <a:cubicBezTo>
                        <a:pt x="51" y="309"/>
                        <a:pt x="50" y="310"/>
                        <a:pt x="50" y="310"/>
                      </a:cubicBezTo>
                      <a:cubicBezTo>
                        <a:pt x="49" y="310"/>
                        <a:pt x="49" y="310"/>
                        <a:pt x="49" y="310"/>
                      </a:cubicBezTo>
                      <a:cubicBezTo>
                        <a:pt x="49" y="310"/>
                        <a:pt x="47" y="309"/>
                        <a:pt x="47" y="309"/>
                      </a:cubicBezTo>
                      <a:cubicBezTo>
                        <a:pt x="47" y="309"/>
                        <a:pt x="46" y="309"/>
                        <a:pt x="46" y="309"/>
                      </a:cubicBezTo>
                      <a:cubicBezTo>
                        <a:pt x="46" y="308"/>
                        <a:pt x="45" y="308"/>
                        <a:pt x="44" y="308"/>
                      </a:cubicBezTo>
                      <a:cubicBezTo>
                        <a:pt x="44" y="308"/>
                        <a:pt x="43" y="308"/>
                        <a:pt x="43" y="308"/>
                      </a:cubicBezTo>
                      <a:cubicBezTo>
                        <a:pt x="43" y="308"/>
                        <a:pt x="42" y="308"/>
                        <a:pt x="41" y="308"/>
                      </a:cubicBezTo>
                      <a:cubicBezTo>
                        <a:pt x="40" y="308"/>
                        <a:pt x="38" y="308"/>
                        <a:pt x="38" y="308"/>
                      </a:cubicBezTo>
                      <a:cubicBezTo>
                        <a:pt x="38" y="307"/>
                        <a:pt x="37" y="307"/>
                        <a:pt x="37" y="307"/>
                      </a:cubicBezTo>
                      <a:cubicBezTo>
                        <a:pt x="36" y="307"/>
                        <a:pt x="35" y="307"/>
                        <a:pt x="35" y="308"/>
                      </a:cubicBezTo>
                      <a:cubicBezTo>
                        <a:pt x="35" y="308"/>
                        <a:pt x="35" y="308"/>
                        <a:pt x="34" y="308"/>
                      </a:cubicBezTo>
                      <a:cubicBezTo>
                        <a:pt x="34" y="281"/>
                        <a:pt x="34" y="281"/>
                        <a:pt x="34" y="281"/>
                      </a:cubicBezTo>
                      <a:cubicBezTo>
                        <a:pt x="35" y="282"/>
                        <a:pt x="37" y="285"/>
                        <a:pt x="37" y="285"/>
                      </a:cubicBezTo>
                      <a:cubicBezTo>
                        <a:pt x="37" y="285"/>
                        <a:pt x="36" y="286"/>
                        <a:pt x="36" y="286"/>
                      </a:cubicBezTo>
                      <a:cubicBezTo>
                        <a:pt x="35" y="287"/>
                        <a:pt x="35" y="288"/>
                        <a:pt x="35" y="288"/>
                      </a:cubicBezTo>
                      <a:cubicBezTo>
                        <a:pt x="35" y="288"/>
                        <a:pt x="36" y="289"/>
                        <a:pt x="36" y="289"/>
                      </a:cubicBezTo>
                      <a:cubicBezTo>
                        <a:pt x="36" y="289"/>
                        <a:pt x="38" y="289"/>
                        <a:pt x="38" y="289"/>
                      </a:cubicBezTo>
                      <a:cubicBezTo>
                        <a:pt x="38" y="290"/>
                        <a:pt x="38" y="290"/>
                        <a:pt x="38" y="291"/>
                      </a:cubicBezTo>
                      <a:cubicBezTo>
                        <a:pt x="38" y="291"/>
                        <a:pt x="39" y="293"/>
                        <a:pt x="39" y="293"/>
                      </a:cubicBezTo>
                      <a:cubicBezTo>
                        <a:pt x="40" y="293"/>
                        <a:pt x="41" y="295"/>
                        <a:pt x="41" y="295"/>
                      </a:cubicBezTo>
                      <a:cubicBezTo>
                        <a:pt x="41" y="295"/>
                        <a:pt x="42" y="295"/>
                        <a:pt x="42" y="295"/>
                      </a:cubicBezTo>
                      <a:cubicBezTo>
                        <a:pt x="42" y="296"/>
                        <a:pt x="42" y="296"/>
                        <a:pt x="42" y="296"/>
                      </a:cubicBezTo>
                      <a:cubicBezTo>
                        <a:pt x="42" y="296"/>
                        <a:pt x="44" y="298"/>
                        <a:pt x="44" y="298"/>
                      </a:cubicBezTo>
                      <a:cubicBezTo>
                        <a:pt x="45" y="298"/>
                        <a:pt x="45" y="299"/>
                        <a:pt x="46" y="299"/>
                      </a:cubicBezTo>
                      <a:cubicBezTo>
                        <a:pt x="46" y="299"/>
                        <a:pt x="47" y="300"/>
                        <a:pt x="47" y="300"/>
                      </a:cubicBezTo>
                      <a:cubicBezTo>
                        <a:pt x="47" y="300"/>
                        <a:pt x="47" y="300"/>
                        <a:pt x="48" y="301"/>
                      </a:cubicBezTo>
                      <a:cubicBezTo>
                        <a:pt x="48" y="301"/>
                        <a:pt x="49" y="302"/>
                        <a:pt x="49" y="302"/>
                      </a:cubicBezTo>
                      <a:cubicBezTo>
                        <a:pt x="49" y="302"/>
                        <a:pt x="49" y="303"/>
                        <a:pt x="50" y="303"/>
                      </a:cubicBezTo>
                      <a:cubicBezTo>
                        <a:pt x="50" y="303"/>
                        <a:pt x="52" y="304"/>
                        <a:pt x="53" y="305"/>
                      </a:cubicBezTo>
                      <a:cubicBezTo>
                        <a:pt x="53" y="305"/>
                        <a:pt x="54" y="305"/>
                        <a:pt x="55" y="305"/>
                      </a:cubicBezTo>
                      <a:cubicBezTo>
                        <a:pt x="55" y="305"/>
                        <a:pt x="56" y="305"/>
                        <a:pt x="57" y="305"/>
                      </a:cubicBezTo>
                      <a:cubicBezTo>
                        <a:pt x="57" y="305"/>
                        <a:pt x="58" y="305"/>
                        <a:pt x="58" y="305"/>
                      </a:cubicBezTo>
                      <a:cubicBezTo>
                        <a:pt x="58" y="305"/>
                        <a:pt x="59" y="305"/>
                        <a:pt x="59" y="306"/>
                      </a:cubicBezTo>
                      <a:close/>
                      <a:moveTo>
                        <a:pt x="68" y="306"/>
                      </a:moveTo>
                      <a:cubicBezTo>
                        <a:pt x="68" y="306"/>
                        <a:pt x="68" y="306"/>
                        <a:pt x="68" y="306"/>
                      </a:cubicBezTo>
                      <a:cubicBezTo>
                        <a:pt x="67" y="306"/>
                        <a:pt x="66" y="306"/>
                        <a:pt x="66" y="306"/>
                      </a:cubicBezTo>
                      <a:cubicBezTo>
                        <a:pt x="65" y="306"/>
                        <a:pt x="65" y="306"/>
                        <a:pt x="65" y="306"/>
                      </a:cubicBezTo>
                      <a:cubicBezTo>
                        <a:pt x="65" y="306"/>
                        <a:pt x="65" y="306"/>
                        <a:pt x="65" y="306"/>
                      </a:cubicBezTo>
                      <a:cubicBezTo>
                        <a:pt x="64" y="306"/>
                        <a:pt x="64" y="307"/>
                        <a:pt x="64" y="307"/>
                      </a:cubicBezTo>
                      <a:cubicBezTo>
                        <a:pt x="64" y="307"/>
                        <a:pt x="64" y="307"/>
                        <a:pt x="64" y="307"/>
                      </a:cubicBezTo>
                      <a:cubicBezTo>
                        <a:pt x="64" y="307"/>
                        <a:pt x="64" y="307"/>
                        <a:pt x="64" y="307"/>
                      </a:cubicBezTo>
                      <a:cubicBezTo>
                        <a:pt x="64" y="307"/>
                        <a:pt x="64" y="307"/>
                        <a:pt x="64" y="307"/>
                      </a:cubicBezTo>
                      <a:cubicBezTo>
                        <a:pt x="64" y="307"/>
                        <a:pt x="64" y="307"/>
                        <a:pt x="64" y="307"/>
                      </a:cubicBezTo>
                      <a:cubicBezTo>
                        <a:pt x="64" y="307"/>
                        <a:pt x="64" y="306"/>
                        <a:pt x="63" y="306"/>
                      </a:cubicBezTo>
                      <a:cubicBezTo>
                        <a:pt x="63" y="306"/>
                        <a:pt x="63" y="306"/>
                        <a:pt x="63" y="306"/>
                      </a:cubicBezTo>
                      <a:cubicBezTo>
                        <a:pt x="63" y="307"/>
                        <a:pt x="63" y="307"/>
                        <a:pt x="63" y="307"/>
                      </a:cubicBezTo>
                      <a:cubicBezTo>
                        <a:pt x="63" y="307"/>
                        <a:pt x="63" y="307"/>
                        <a:pt x="63" y="307"/>
                      </a:cubicBezTo>
                      <a:cubicBezTo>
                        <a:pt x="63" y="307"/>
                        <a:pt x="63" y="307"/>
                        <a:pt x="63" y="307"/>
                      </a:cubicBezTo>
                      <a:cubicBezTo>
                        <a:pt x="63" y="307"/>
                        <a:pt x="62" y="307"/>
                        <a:pt x="62" y="307"/>
                      </a:cubicBezTo>
                      <a:cubicBezTo>
                        <a:pt x="62" y="307"/>
                        <a:pt x="62" y="307"/>
                        <a:pt x="62" y="307"/>
                      </a:cubicBezTo>
                      <a:cubicBezTo>
                        <a:pt x="62" y="307"/>
                        <a:pt x="62" y="307"/>
                        <a:pt x="62" y="307"/>
                      </a:cubicBezTo>
                      <a:cubicBezTo>
                        <a:pt x="62" y="307"/>
                        <a:pt x="62" y="308"/>
                        <a:pt x="62" y="308"/>
                      </a:cubicBezTo>
                      <a:cubicBezTo>
                        <a:pt x="62" y="308"/>
                        <a:pt x="62" y="308"/>
                        <a:pt x="62" y="308"/>
                      </a:cubicBezTo>
                      <a:cubicBezTo>
                        <a:pt x="62" y="308"/>
                        <a:pt x="62" y="308"/>
                        <a:pt x="62" y="308"/>
                      </a:cubicBezTo>
                      <a:cubicBezTo>
                        <a:pt x="62" y="308"/>
                        <a:pt x="62" y="308"/>
                        <a:pt x="62" y="308"/>
                      </a:cubicBezTo>
                      <a:cubicBezTo>
                        <a:pt x="62" y="308"/>
                        <a:pt x="62" y="308"/>
                        <a:pt x="62" y="308"/>
                      </a:cubicBezTo>
                      <a:cubicBezTo>
                        <a:pt x="63" y="308"/>
                        <a:pt x="63" y="308"/>
                        <a:pt x="63" y="308"/>
                      </a:cubicBezTo>
                      <a:cubicBezTo>
                        <a:pt x="63" y="308"/>
                        <a:pt x="63" y="308"/>
                        <a:pt x="63" y="308"/>
                      </a:cubicBezTo>
                      <a:cubicBezTo>
                        <a:pt x="63" y="308"/>
                        <a:pt x="63" y="308"/>
                        <a:pt x="63" y="308"/>
                      </a:cubicBezTo>
                      <a:cubicBezTo>
                        <a:pt x="63" y="308"/>
                        <a:pt x="63" y="308"/>
                        <a:pt x="63" y="308"/>
                      </a:cubicBezTo>
                      <a:cubicBezTo>
                        <a:pt x="63" y="308"/>
                        <a:pt x="63" y="308"/>
                        <a:pt x="63" y="308"/>
                      </a:cubicBezTo>
                      <a:cubicBezTo>
                        <a:pt x="64" y="308"/>
                        <a:pt x="64" y="308"/>
                        <a:pt x="64" y="308"/>
                      </a:cubicBezTo>
                      <a:cubicBezTo>
                        <a:pt x="64" y="308"/>
                        <a:pt x="64" y="308"/>
                        <a:pt x="64" y="308"/>
                      </a:cubicBezTo>
                      <a:cubicBezTo>
                        <a:pt x="64" y="308"/>
                        <a:pt x="64" y="308"/>
                        <a:pt x="65" y="308"/>
                      </a:cubicBezTo>
                      <a:cubicBezTo>
                        <a:pt x="65" y="308"/>
                        <a:pt x="65" y="308"/>
                        <a:pt x="65" y="307"/>
                      </a:cubicBezTo>
                      <a:cubicBezTo>
                        <a:pt x="65" y="307"/>
                        <a:pt x="65" y="307"/>
                        <a:pt x="65" y="307"/>
                      </a:cubicBezTo>
                      <a:cubicBezTo>
                        <a:pt x="65" y="307"/>
                        <a:pt x="65" y="307"/>
                        <a:pt x="65" y="307"/>
                      </a:cubicBezTo>
                      <a:cubicBezTo>
                        <a:pt x="65" y="307"/>
                        <a:pt x="65" y="307"/>
                        <a:pt x="65" y="307"/>
                      </a:cubicBezTo>
                      <a:cubicBezTo>
                        <a:pt x="65" y="307"/>
                        <a:pt x="65" y="307"/>
                        <a:pt x="65" y="307"/>
                      </a:cubicBezTo>
                      <a:cubicBezTo>
                        <a:pt x="65" y="307"/>
                        <a:pt x="65" y="307"/>
                        <a:pt x="65" y="307"/>
                      </a:cubicBezTo>
                      <a:cubicBezTo>
                        <a:pt x="65" y="307"/>
                        <a:pt x="65" y="307"/>
                        <a:pt x="65" y="307"/>
                      </a:cubicBezTo>
                      <a:cubicBezTo>
                        <a:pt x="65" y="307"/>
                        <a:pt x="65" y="307"/>
                        <a:pt x="65" y="307"/>
                      </a:cubicBezTo>
                      <a:cubicBezTo>
                        <a:pt x="66" y="308"/>
                        <a:pt x="66" y="308"/>
                        <a:pt x="66" y="307"/>
                      </a:cubicBezTo>
                      <a:cubicBezTo>
                        <a:pt x="66" y="307"/>
                        <a:pt x="66" y="307"/>
                        <a:pt x="66" y="307"/>
                      </a:cubicBezTo>
                      <a:cubicBezTo>
                        <a:pt x="66" y="307"/>
                        <a:pt x="66" y="307"/>
                        <a:pt x="66" y="307"/>
                      </a:cubicBezTo>
                      <a:cubicBezTo>
                        <a:pt x="66" y="307"/>
                        <a:pt x="66" y="307"/>
                        <a:pt x="66" y="307"/>
                      </a:cubicBezTo>
                      <a:cubicBezTo>
                        <a:pt x="67" y="307"/>
                        <a:pt x="67" y="307"/>
                        <a:pt x="67" y="307"/>
                      </a:cubicBezTo>
                      <a:cubicBezTo>
                        <a:pt x="67" y="307"/>
                        <a:pt x="67" y="307"/>
                        <a:pt x="67" y="307"/>
                      </a:cubicBezTo>
                      <a:cubicBezTo>
                        <a:pt x="67" y="307"/>
                        <a:pt x="67" y="307"/>
                        <a:pt x="67" y="307"/>
                      </a:cubicBezTo>
                      <a:cubicBezTo>
                        <a:pt x="67" y="307"/>
                        <a:pt x="67" y="307"/>
                        <a:pt x="67" y="307"/>
                      </a:cubicBezTo>
                      <a:cubicBezTo>
                        <a:pt x="67" y="307"/>
                        <a:pt x="67" y="307"/>
                        <a:pt x="67" y="307"/>
                      </a:cubicBezTo>
                      <a:cubicBezTo>
                        <a:pt x="67" y="307"/>
                        <a:pt x="67" y="307"/>
                        <a:pt x="67" y="307"/>
                      </a:cubicBezTo>
                      <a:cubicBezTo>
                        <a:pt x="68" y="307"/>
                        <a:pt x="68" y="307"/>
                        <a:pt x="68" y="307"/>
                      </a:cubicBezTo>
                      <a:cubicBezTo>
                        <a:pt x="68" y="307"/>
                        <a:pt x="68" y="307"/>
                        <a:pt x="68" y="307"/>
                      </a:cubicBezTo>
                      <a:cubicBezTo>
                        <a:pt x="68" y="307"/>
                        <a:pt x="68" y="307"/>
                        <a:pt x="68" y="307"/>
                      </a:cubicBezTo>
                      <a:cubicBezTo>
                        <a:pt x="68" y="307"/>
                        <a:pt x="68" y="307"/>
                        <a:pt x="68" y="307"/>
                      </a:cubicBezTo>
                      <a:cubicBezTo>
                        <a:pt x="68" y="307"/>
                        <a:pt x="68" y="307"/>
                        <a:pt x="68" y="307"/>
                      </a:cubicBezTo>
                      <a:cubicBezTo>
                        <a:pt x="68" y="307"/>
                        <a:pt x="68" y="307"/>
                        <a:pt x="68" y="307"/>
                      </a:cubicBezTo>
                      <a:cubicBezTo>
                        <a:pt x="68" y="306"/>
                        <a:pt x="68" y="306"/>
                        <a:pt x="68" y="306"/>
                      </a:cubicBezTo>
                      <a:close/>
                      <a:moveTo>
                        <a:pt x="139" y="37"/>
                      </a:moveTo>
                      <a:cubicBezTo>
                        <a:pt x="139" y="37"/>
                        <a:pt x="140" y="37"/>
                        <a:pt x="140" y="36"/>
                      </a:cubicBezTo>
                      <a:cubicBezTo>
                        <a:pt x="140" y="36"/>
                        <a:pt x="140" y="36"/>
                        <a:pt x="140" y="36"/>
                      </a:cubicBezTo>
                      <a:cubicBezTo>
                        <a:pt x="140" y="36"/>
                        <a:pt x="140" y="35"/>
                        <a:pt x="140" y="35"/>
                      </a:cubicBezTo>
                      <a:cubicBezTo>
                        <a:pt x="140" y="35"/>
                        <a:pt x="139" y="34"/>
                        <a:pt x="139" y="34"/>
                      </a:cubicBezTo>
                      <a:cubicBezTo>
                        <a:pt x="139" y="34"/>
                        <a:pt x="139" y="33"/>
                        <a:pt x="139" y="33"/>
                      </a:cubicBezTo>
                      <a:cubicBezTo>
                        <a:pt x="138" y="33"/>
                        <a:pt x="138" y="32"/>
                        <a:pt x="138" y="32"/>
                      </a:cubicBezTo>
                      <a:cubicBezTo>
                        <a:pt x="138" y="32"/>
                        <a:pt x="138" y="31"/>
                        <a:pt x="138" y="31"/>
                      </a:cubicBezTo>
                      <a:cubicBezTo>
                        <a:pt x="138" y="30"/>
                        <a:pt x="138" y="30"/>
                        <a:pt x="138" y="30"/>
                      </a:cubicBezTo>
                      <a:cubicBezTo>
                        <a:pt x="138" y="30"/>
                        <a:pt x="138" y="30"/>
                        <a:pt x="137" y="30"/>
                      </a:cubicBezTo>
                      <a:cubicBezTo>
                        <a:pt x="137" y="30"/>
                        <a:pt x="137" y="30"/>
                        <a:pt x="137" y="30"/>
                      </a:cubicBezTo>
                      <a:cubicBezTo>
                        <a:pt x="137" y="30"/>
                        <a:pt x="137" y="29"/>
                        <a:pt x="137" y="29"/>
                      </a:cubicBezTo>
                      <a:cubicBezTo>
                        <a:pt x="137" y="29"/>
                        <a:pt x="136" y="29"/>
                        <a:pt x="136" y="29"/>
                      </a:cubicBezTo>
                      <a:cubicBezTo>
                        <a:pt x="136" y="30"/>
                        <a:pt x="136" y="30"/>
                        <a:pt x="136" y="30"/>
                      </a:cubicBezTo>
                      <a:cubicBezTo>
                        <a:pt x="135" y="30"/>
                        <a:pt x="135" y="30"/>
                        <a:pt x="135" y="30"/>
                      </a:cubicBezTo>
                      <a:cubicBezTo>
                        <a:pt x="134" y="31"/>
                        <a:pt x="134" y="31"/>
                        <a:pt x="134" y="31"/>
                      </a:cubicBezTo>
                      <a:cubicBezTo>
                        <a:pt x="134" y="30"/>
                        <a:pt x="134" y="30"/>
                        <a:pt x="134" y="30"/>
                      </a:cubicBezTo>
                      <a:cubicBezTo>
                        <a:pt x="133" y="30"/>
                        <a:pt x="133" y="30"/>
                        <a:pt x="133" y="30"/>
                      </a:cubicBezTo>
                      <a:cubicBezTo>
                        <a:pt x="133" y="30"/>
                        <a:pt x="133" y="30"/>
                        <a:pt x="133" y="30"/>
                      </a:cubicBezTo>
                      <a:cubicBezTo>
                        <a:pt x="133" y="30"/>
                        <a:pt x="133" y="31"/>
                        <a:pt x="133" y="31"/>
                      </a:cubicBezTo>
                      <a:cubicBezTo>
                        <a:pt x="133" y="31"/>
                        <a:pt x="133" y="31"/>
                        <a:pt x="133" y="31"/>
                      </a:cubicBezTo>
                      <a:cubicBezTo>
                        <a:pt x="133" y="31"/>
                        <a:pt x="133" y="32"/>
                        <a:pt x="133" y="32"/>
                      </a:cubicBezTo>
                      <a:cubicBezTo>
                        <a:pt x="133" y="32"/>
                        <a:pt x="133" y="33"/>
                        <a:pt x="133" y="33"/>
                      </a:cubicBezTo>
                      <a:cubicBezTo>
                        <a:pt x="133" y="33"/>
                        <a:pt x="133" y="33"/>
                        <a:pt x="133" y="33"/>
                      </a:cubicBezTo>
                      <a:cubicBezTo>
                        <a:pt x="133" y="33"/>
                        <a:pt x="133" y="34"/>
                        <a:pt x="133" y="34"/>
                      </a:cubicBezTo>
                      <a:cubicBezTo>
                        <a:pt x="133" y="34"/>
                        <a:pt x="133" y="35"/>
                        <a:pt x="133" y="35"/>
                      </a:cubicBezTo>
                      <a:cubicBezTo>
                        <a:pt x="132" y="38"/>
                        <a:pt x="132" y="38"/>
                        <a:pt x="132" y="38"/>
                      </a:cubicBezTo>
                      <a:cubicBezTo>
                        <a:pt x="131" y="38"/>
                        <a:pt x="131" y="38"/>
                        <a:pt x="131" y="38"/>
                      </a:cubicBezTo>
                      <a:cubicBezTo>
                        <a:pt x="131" y="38"/>
                        <a:pt x="131" y="38"/>
                        <a:pt x="130" y="39"/>
                      </a:cubicBezTo>
                      <a:cubicBezTo>
                        <a:pt x="130" y="39"/>
                        <a:pt x="131" y="39"/>
                        <a:pt x="130" y="39"/>
                      </a:cubicBezTo>
                      <a:cubicBezTo>
                        <a:pt x="130" y="39"/>
                        <a:pt x="130" y="39"/>
                        <a:pt x="130" y="40"/>
                      </a:cubicBezTo>
                      <a:cubicBezTo>
                        <a:pt x="129" y="40"/>
                        <a:pt x="129" y="40"/>
                        <a:pt x="129" y="40"/>
                      </a:cubicBezTo>
                      <a:cubicBezTo>
                        <a:pt x="129" y="40"/>
                        <a:pt x="128" y="40"/>
                        <a:pt x="128" y="41"/>
                      </a:cubicBezTo>
                      <a:cubicBezTo>
                        <a:pt x="128" y="41"/>
                        <a:pt x="127" y="41"/>
                        <a:pt x="127" y="41"/>
                      </a:cubicBezTo>
                      <a:cubicBezTo>
                        <a:pt x="127" y="42"/>
                        <a:pt x="127" y="42"/>
                        <a:pt x="127" y="42"/>
                      </a:cubicBezTo>
                      <a:cubicBezTo>
                        <a:pt x="127" y="42"/>
                        <a:pt x="126" y="42"/>
                        <a:pt x="126" y="42"/>
                      </a:cubicBezTo>
                      <a:cubicBezTo>
                        <a:pt x="126" y="42"/>
                        <a:pt x="126" y="43"/>
                        <a:pt x="126" y="43"/>
                      </a:cubicBezTo>
                      <a:cubicBezTo>
                        <a:pt x="126" y="43"/>
                        <a:pt x="126" y="44"/>
                        <a:pt x="126" y="44"/>
                      </a:cubicBezTo>
                      <a:cubicBezTo>
                        <a:pt x="126" y="44"/>
                        <a:pt x="125" y="44"/>
                        <a:pt x="125" y="44"/>
                      </a:cubicBezTo>
                      <a:cubicBezTo>
                        <a:pt x="125" y="44"/>
                        <a:pt x="124" y="44"/>
                        <a:pt x="124" y="44"/>
                      </a:cubicBezTo>
                      <a:cubicBezTo>
                        <a:pt x="124" y="44"/>
                        <a:pt x="123" y="44"/>
                        <a:pt x="123" y="43"/>
                      </a:cubicBezTo>
                      <a:cubicBezTo>
                        <a:pt x="123" y="43"/>
                        <a:pt x="122" y="43"/>
                        <a:pt x="122" y="43"/>
                      </a:cubicBezTo>
                      <a:cubicBezTo>
                        <a:pt x="122" y="43"/>
                        <a:pt x="121" y="44"/>
                        <a:pt x="121" y="44"/>
                      </a:cubicBezTo>
                      <a:cubicBezTo>
                        <a:pt x="121" y="44"/>
                        <a:pt x="121" y="45"/>
                        <a:pt x="120" y="45"/>
                      </a:cubicBezTo>
                      <a:cubicBezTo>
                        <a:pt x="120" y="45"/>
                        <a:pt x="120" y="45"/>
                        <a:pt x="120" y="45"/>
                      </a:cubicBezTo>
                      <a:cubicBezTo>
                        <a:pt x="120" y="45"/>
                        <a:pt x="119" y="44"/>
                        <a:pt x="119" y="44"/>
                      </a:cubicBezTo>
                      <a:cubicBezTo>
                        <a:pt x="119" y="44"/>
                        <a:pt x="118" y="45"/>
                        <a:pt x="118" y="45"/>
                      </a:cubicBezTo>
                      <a:cubicBezTo>
                        <a:pt x="118" y="45"/>
                        <a:pt x="117" y="45"/>
                        <a:pt x="117" y="44"/>
                      </a:cubicBezTo>
                      <a:cubicBezTo>
                        <a:pt x="117" y="44"/>
                        <a:pt x="117" y="44"/>
                        <a:pt x="117" y="44"/>
                      </a:cubicBezTo>
                      <a:cubicBezTo>
                        <a:pt x="116" y="45"/>
                        <a:pt x="116" y="45"/>
                        <a:pt x="116" y="45"/>
                      </a:cubicBezTo>
                      <a:cubicBezTo>
                        <a:pt x="115" y="45"/>
                        <a:pt x="115" y="45"/>
                        <a:pt x="115" y="45"/>
                      </a:cubicBezTo>
                      <a:cubicBezTo>
                        <a:pt x="109" y="43"/>
                        <a:pt x="109" y="43"/>
                        <a:pt x="109" y="43"/>
                      </a:cubicBezTo>
                      <a:cubicBezTo>
                        <a:pt x="105" y="43"/>
                        <a:pt x="105" y="43"/>
                        <a:pt x="105" y="43"/>
                      </a:cubicBezTo>
                      <a:cubicBezTo>
                        <a:pt x="105" y="43"/>
                        <a:pt x="105" y="43"/>
                        <a:pt x="105" y="43"/>
                      </a:cubicBezTo>
                      <a:cubicBezTo>
                        <a:pt x="105" y="43"/>
                        <a:pt x="104" y="42"/>
                        <a:pt x="104" y="42"/>
                      </a:cubicBezTo>
                      <a:cubicBezTo>
                        <a:pt x="104" y="42"/>
                        <a:pt x="105" y="42"/>
                        <a:pt x="105" y="42"/>
                      </a:cubicBezTo>
                      <a:cubicBezTo>
                        <a:pt x="105" y="42"/>
                        <a:pt x="105" y="41"/>
                        <a:pt x="105" y="41"/>
                      </a:cubicBezTo>
                      <a:cubicBezTo>
                        <a:pt x="105" y="41"/>
                        <a:pt x="106" y="41"/>
                        <a:pt x="106" y="41"/>
                      </a:cubicBezTo>
                      <a:cubicBezTo>
                        <a:pt x="106" y="40"/>
                        <a:pt x="106" y="40"/>
                        <a:pt x="106" y="40"/>
                      </a:cubicBezTo>
                      <a:cubicBezTo>
                        <a:pt x="106" y="40"/>
                        <a:pt x="106" y="40"/>
                        <a:pt x="106" y="40"/>
                      </a:cubicBezTo>
                      <a:cubicBezTo>
                        <a:pt x="106" y="40"/>
                        <a:pt x="107" y="40"/>
                        <a:pt x="107" y="40"/>
                      </a:cubicBezTo>
                      <a:cubicBezTo>
                        <a:pt x="107" y="40"/>
                        <a:pt x="107" y="40"/>
                        <a:pt x="107" y="40"/>
                      </a:cubicBezTo>
                      <a:cubicBezTo>
                        <a:pt x="107" y="40"/>
                        <a:pt x="107" y="39"/>
                        <a:pt x="107" y="39"/>
                      </a:cubicBezTo>
                      <a:cubicBezTo>
                        <a:pt x="107" y="39"/>
                        <a:pt x="107" y="39"/>
                        <a:pt x="107" y="39"/>
                      </a:cubicBezTo>
                      <a:cubicBezTo>
                        <a:pt x="107" y="39"/>
                        <a:pt x="107" y="38"/>
                        <a:pt x="108" y="38"/>
                      </a:cubicBezTo>
                      <a:cubicBezTo>
                        <a:pt x="108" y="38"/>
                        <a:pt x="108" y="38"/>
                        <a:pt x="108" y="38"/>
                      </a:cubicBezTo>
                      <a:cubicBezTo>
                        <a:pt x="108" y="36"/>
                        <a:pt x="108" y="36"/>
                        <a:pt x="108" y="36"/>
                      </a:cubicBezTo>
                      <a:cubicBezTo>
                        <a:pt x="108" y="36"/>
                        <a:pt x="108" y="35"/>
                        <a:pt x="108" y="35"/>
                      </a:cubicBezTo>
                      <a:cubicBezTo>
                        <a:pt x="108" y="35"/>
                        <a:pt x="108" y="35"/>
                        <a:pt x="108" y="35"/>
                      </a:cubicBezTo>
                      <a:cubicBezTo>
                        <a:pt x="108" y="35"/>
                        <a:pt x="108" y="35"/>
                        <a:pt x="108" y="34"/>
                      </a:cubicBezTo>
                      <a:cubicBezTo>
                        <a:pt x="108" y="34"/>
                        <a:pt x="108" y="34"/>
                        <a:pt x="108" y="34"/>
                      </a:cubicBezTo>
                      <a:cubicBezTo>
                        <a:pt x="108" y="34"/>
                        <a:pt x="110" y="33"/>
                        <a:pt x="110" y="33"/>
                      </a:cubicBezTo>
                      <a:cubicBezTo>
                        <a:pt x="110" y="33"/>
                        <a:pt x="110" y="32"/>
                        <a:pt x="110" y="32"/>
                      </a:cubicBezTo>
                      <a:cubicBezTo>
                        <a:pt x="110" y="32"/>
                        <a:pt x="111" y="32"/>
                        <a:pt x="111" y="32"/>
                      </a:cubicBezTo>
                      <a:cubicBezTo>
                        <a:pt x="111" y="32"/>
                        <a:pt x="111" y="31"/>
                        <a:pt x="111" y="31"/>
                      </a:cubicBezTo>
                      <a:cubicBezTo>
                        <a:pt x="112" y="29"/>
                        <a:pt x="112" y="29"/>
                        <a:pt x="112" y="29"/>
                      </a:cubicBezTo>
                      <a:cubicBezTo>
                        <a:pt x="112" y="28"/>
                        <a:pt x="112" y="28"/>
                        <a:pt x="112" y="28"/>
                      </a:cubicBezTo>
                      <a:cubicBezTo>
                        <a:pt x="110" y="26"/>
                        <a:pt x="110" y="26"/>
                        <a:pt x="110" y="26"/>
                      </a:cubicBezTo>
                      <a:cubicBezTo>
                        <a:pt x="108" y="25"/>
                        <a:pt x="108" y="25"/>
                        <a:pt x="108" y="25"/>
                      </a:cubicBezTo>
                      <a:cubicBezTo>
                        <a:pt x="107" y="25"/>
                        <a:pt x="107" y="25"/>
                        <a:pt x="107" y="25"/>
                      </a:cubicBezTo>
                      <a:cubicBezTo>
                        <a:pt x="106" y="24"/>
                        <a:pt x="106" y="24"/>
                        <a:pt x="106" y="24"/>
                      </a:cubicBezTo>
                      <a:cubicBezTo>
                        <a:pt x="105" y="24"/>
                        <a:pt x="105" y="24"/>
                        <a:pt x="105" y="24"/>
                      </a:cubicBezTo>
                      <a:cubicBezTo>
                        <a:pt x="101" y="22"/>
                        <a:pt x="101" y="22"/>
                        <a:pt x="101" y="22"/>
                      </a:cubicBezTo>
                      <a:cubicBezTo>
                        <a:pt x="99" y="20"/>
                        <a:pt x="99" y="20"/>
                        <a:pt x="99" y="20"/>
                      </a:cubicBezTo>
                      <a:cubicBezTo>
                        <a:pt x="95" y="18"/>
                        <a:pt x="95" y="18"/>
                        <a:pt x="95" y="18"/>
                      </a:cubicBezTo>
                      <a:cubicBezTo>
                        <a:pt x="92" y="18"/>
                        <a:pt x="92" y="18"/>
                        <a:pt x="92" y="18"/>
                      </a:cubicBezTo>
                      <a:cubicBezTo>
                        <a:pt x="88" y="16"/>
                        <a:pt x="88" y="16"/>
                        <a:pt x="88" y="16"/>
                      </a:cubicBezTo>
                      <a:cubicBezTo>
                        <a:pt x="88" y="16"/>
                        <a:pt x="88" y="15"/>
                        <a:pt x="88" y="15"/>
                      </a:cubicBezTo>
                      <a:cubicBezTo>
                        <a:pt x="88" y="15"/>
                        <a:pt x="86" y="13"/>
                        <a:pt x="86" y="13"/>
                      </a:cubicBezTo>
                      <a:cubicBezTo>
                        <a:pt x="85" y="13"/>
                        <a:pt x="85" y="13"/>
                        <a:pt x="85" y="13"/>
                      </a:cubicBezTo>
                      <a:cubicBezTo>
                        <a:pt x="84" y="12"/>
                        <a:pt x="84" y="12"/>
                        <a:pt x="84" y="12"/>
                      </a:cubicBezTo>
                      <a:cubicBezTo>
                        <a:pt x="83" y="12"/>
                        <a:pt x="83" y="12"/>
                        <a:pt x="83" y="12"/>
                      </a:cubicBezTo>
                      <a:cubicBezTo>
                        <a:pt x="81" y="10"/>
                        <a:pt x="81" y="10"/>
                        <a:pt x="81" y="10"/>
                      </a:cubicBezTo>
                      <a:cubicBezTo>
                        <a:pt x="81" y="9"/>
                        <a:pt x="81" y="9"/>
                        <a:pt x="81" y="9"/>
                      </a:cubicBezTo>
                      <a:cubicBezTo>
                        <a:pt x="79" y="7"/>
                        <a:pt x="79" y="7"/>
                        <a:pt x="79" y="7"/>
                      </a:cubicBezTo>
                      <a:cubicBezTo>
                        <a:pt x="79" y="6"/>
                        <a:pt x="79" y="6"/>
                        <a:pt x="79" y="6"/>
                      </a:cubicBezTo>
                      <a:cubicBezTo>
                        <a:pt x="79" y="6"/>
                        <a:pt x="79" y="6"/>
                        <a:pt x="79" y="6"/>
                      </a:cubicBezTo>
                      <a:cubicBezTo>
                        <a:pt x="76" y="4"/>
                        <a:pt x="76" y="4"/>
                        <a:pt x="76" y="4"/>
                      </a:cubicBezTo>
                      <a:cubicBezTo>
                        <a:pt x="75" y="3"/>
                        <a:pt x="75" y="3"/>
                        <a:pt x="75" y="3"/>
                      </a:cubicBezTo>
                      <a:cubicBezTo>
                        <a:pt x="75" y="2"/>
                        <a:pt x="75" y="2"/>
                        <a:pt x="75" y="2"/>
                      </a:cubicBezTo>
                      <a:cubicBezTo>
                        <a:pt x="75" y="2"/>
                        <a:pt x="72" y="2"/>
                        <a:pt x="72" y="2"/>
                      </a:cubicBezTo>
                      <a:cubicBezTo>
                        <a:pt x="72" y="2"/>
                        <a:pt x="69" y="3"/>
                        <a:pt x="69" y="3"/>
                      </a:cubicBezTo>
                      <a:cubicBezTo>
                        <a:pt x="69" y="2"/>
                        <a:pt x="69" y="2"/>
                        <a:pt x="69" y="2"/>
                      </a:cubicBezTo>
                      <a:cubicBezTo>
                        <a:pt x="67" y="2"/>
                        <a:pt x="67" y="2"/>
                        <a:pt x="67" y="2"/>
                      </a:cubicBezTo>
                      <a:cubicBezTo>
                        <a:pt x="67" y="2"/>
                        <a:pt x="66" y="5"/>
                        <a:pt x="66" y="5"/>
                      </a:cubicBezTo>
                      <a:cubicBezTo>
                        <a:pt x="66" y="6"/>
                        <a:pt x="65" y="7"/>
                        <a:pt x="65" y="7"/>
                      </a:cubicBezTo>
                      <a:cubicBezTo>
                        <a:pt x="65" y="7"/>
                        <a:pt x="65" y="9"/>
                        <a:pt x="65" y="9"/>
                      </a:cubicBezTo>
                      <a:cubicBezTo>
                        <a:pt x="65" y="9"/>
                        <a:pt x="64" y="7"/>
                        <a:pt x="64" y="7"/>
                      </a:cubicBezTo>
                      <a:cubicBezTo>
                        <a:pt x="64" y="7"/>
                        <a:pt x="64" y="6"/>
                        <a:pt x="64" y="6"/>
                      </a:cubicBezTo>
                      <a:cubicBezTo>
                        <a:pt x="64" y="6"/>
                        <a:pt x="63" y="5"/>
                        <a:pt x="63" y="5"/>
                      </a:cubicBezTo>
                      <a:cubicBezTo>
                        <a:pt x="63" y="5"/>
                        <a:pt x="63" y="5"/>
                        <a:pt x="63" y="4"/>
                      </a:cubicBezTo>
                      <a:cubicBezTo>
                        <a:pt x="63" y="4"/>
                        <a:pt x="63" y="4"/>
                        <a:pt x="63" y="4"/>
                      </a:cubicBezTo>
                      <a:cubicBezTo>
                        <a:pt x="63" y="4"/>
                        <a:pt x="62" y="4"/>
                        <a:pt x="61" y="3"/>
                      </a:cubicBezTo>
                      <a:cubicBezTo>
                        <a:pt x="61" y="3"/>
                        <a:pt x="61" y="3"/>
                        <a:pt x="61" y="3"/>
                      </a:cubicBezTo>
                      <a:cubicBezTo>
                        <a:pt x="61" y="3"/>
                        <a:pt x="60" y="3"/>
                        <a:pt x="58" y="3"/>
                      </a:cubicBezTo>
                      <a:cubicBezTo>
                        <a:pt x="57" y="3"/>
                        <a:pt x="54" y="3"/>
                        <a:pt x="54" y="3"/>
                      </a:cubicBezTo>
                      <a:cubicBezTo>
                        <a:pt x="54" y="3"/>
                        <a:pt x="53" y="2"/>
                        <a:pt x="53" y="2"/>
                      </a:cubicBezTo>
                      <a:cubicBezTo>
                        <a:pt x="53" y="2"/>
                        <a:pt x="53" y="2"/>
                        <a:pt x="53" y="2"/>
                      </a:cubicBezTo>
                      <a:cubicBezTo>
                        <a:pt x="53" y="2"/>
                        <a:pt x="52" y="1"/>
                        <a:pt x="52" y="1"/>
                      </a:cubicBezTo>
                      <a:cubicBezTo>
                        <a:pt x="51" y="0"/>
                        <a:pt x="51" y="0"/>
                        <a:pt x="51" y="0"/>
                      </a:cubicBezTo>
                      <a:cubicBezTo>
                        <a:pt x="51" y="0"/>
                        <a:pt x="51" y="2"/>
                        <a:pt x="51" y="2"/>
                      </a:cubicBezTo>
                      <a:cubicBezTo>
                        <a:pt x="51" y="2"/>
                        <a:pt x="50" y="3"/>
                        <a:pt x="50" y="3"/>
                      </a:cubicBezTo>
                      <a:cubicBezTo>
                        <a:pt x="50" y="3"/>
                        <a:pt x="49" y="3"/>
                        <a:pt x="49" y="3"/>
                      </a:cubicBezTo>
                      <a:cubicBezTo>
                        <a:pt x="49" y="3"/>
                        <a:pt x="47" y="4"/>
                        <a:pt x="47" y="4"/>
                      </a:cubicBezTo>
                      <a:cubicBezTo>
                        <a:pt x="48" y="5"/>
                        <a:pt x="48" y="5"/>
                        <a:pt x="48" y="5"/>
                      </a:cubicBezTo>
                      <a:cubicBezTo>
                        <a:pt x="46" y="6"/>
                        <a:pt x="46" y="6"/>
                        <a:pt x="46" y="6"/>
                      </a:cubicBezTo>
                      <a:cubicBezTo>
                        <a:pt x="46" y="7"/>
                        <a:pt x="46" y="7"/>
                        <a:pt x="46" y="7"/>
                      </a:cubicBezTo>
                      <a:cubicBezTo>
                        <a:pt x="44" y="8"/>
                        <a:pt x="44" y="8"/>
                        <a:pt x="44" y="8"/>
                      </a:cubicBezTo>
                      <a:cubicBezTo>
                        <a:pt x="46" y="10"/>
                        <a:pt x="46" y="10"/>
                        <a:pt x="46" y="10"/>
                      </a:cubicBezTo>
                      <a:cubicBezTo>
                        <a:pt x="45" y="11"/>
                        <a:pt x="45" y="13"/>
                        <a:pt x="44" y="15"/>
                      </a:cubicBezTo>
                      <a:cubicBezTo>
                        <a:pt x="44" y="15"/>
                        <a:pt x="44" y="16"/>
                        <a:pt x="44" y="17"/>
                      </a:cubicBezTo>
                      <a:cubicBezTo>
                        <a:pt x="44" y="17"/>
                        <a:pt x="43" y="17"/>
                        <a:pt x="43" y="17"/>
                      </a:cubicBezTo>
                      <a:cubicBezTo>
                        <a:pt x="43" y="18"/>
                        <a:pt x="43" y="18"/>
                        <a:pt x="43" y="18"/>
                      </a:cubicBezTo>
                      <a:cubicBezTo>
                        <a:pt x="42" y="18"/>
                        <a:pt x="40" y="19"/>
                        <a:pt x="39" y="20"/>
                      </a:cubicBezTo>
                      <a:cubicBezTo>
                        <a:pt x="39" y="20"/>
                        <a:pt x="38" y="20"/>
                        <a:pt x="38" y="20"/>
                      </a:cubicBezTo>
                      <a:cubicBezTo>
                        <a:pt x="37" y="20"/>
                        <a:pt x="37" y="20"/>
                        <a:pt x="37" y="21"/>
                      </a:cubicBezTo>
                      <a:cubicBezTo>
                        <a:pt x="37" y="21"/>
                        <a:pt x="37" y="21"/>
                        <a:pt x="36" y="21"/>
                      </a:cubicBezTo>
                      <a:cubicBezTo>
                        <a:pt x="36" y="21"/>
                        <a:pt x="36" y="21"/>
                        <a:pt x="36" y="21"/>
                      </a:cubicBezTo>
                      <a:cubicBezTo>
                        <a:pt x="36" y="21"/>
                        <a:pt x="36" y="22"/>
                        <a:pt x="36" y="22"/>
                      </a:cubicBezTo>
                      <a:cubicBezTo>
                        <a:pt x="36" y="22"/>
                        <a:pt x="35" y="22"/>
                        <a:pt x="35" y="22"/>
                      </a:cubicBezTo>
                      <a:cubicBezTo>
                        <a:pt x="35" y="22"/>
                        <a:pt x="35" y="23"/>
                        <a:pt x="35" y="24"/>
                      </a:cubicBezTo>
                      <a:cubicBezTo>
                        <a:pt x="35" y="24"/>
                        <a:pt x="36" y="25"/>
                        <a:pt x="36" y="26"/>
                      </a:cubicBezTo>
                      <a:cubicBezTo>
                        <a:pt x="36" y="26"/>
                        <a:pt x="36" y="26"/>
                        <a:pt x="36" y="26"/>
                      </a:cubicBezTo>
                      <a:cubicBezTo>
                        <a:pt x="36" y="26"/>
                        <a:pt x="36" y="26"/>
                        <a:pt x="35" y="26"/>
                      </a:cubicBezTo>
                      <a:cubicBezTo>
                        <a:pt x="35" y="27"/>
                        <a:pt x="35" y="27"/>
                        <a:pt x="35" y="28"/>
                      </a:cubicBezTo>
                      <a:cubicBezTo>
                        <a:pt x="35" y="28"/>
                        <a:pt x="35" y="28"/>
                        <a:pt x="35" y="29"/>
                      </a:cubicBezTo>
                      <a:cubicBezTo>
                        <a:pt x="35" y="29"/>
                        <a:pt x="35" y="29"/>
                        <a:pt x="35" y="29"/>
                      </a:cubicBezTo>
                      <a:cubicBezTo>
                        <a:pt x="35" y="31"/>
                        <a:pt x="35" y="32"/>
                        <a:pt x="36" y="33"/>
                      </a:cubicBezTo>
                      <a:cubicBezTo>
                        <a:pt x="36" y="33"/>
                        <a:pt x="36" y="34"/>
                        <a:pt x="36" y="34"/>
                      </a:cubicBezTo>
                      <a:cubicBezTo>
                        <a:pt x="36" y="34"/>
                        <a:pt x="35" y="35"/>
                        <a:pt x="35" y="35"/>
                      </a:cubicBezTo>
                      <a:cubicBezTo>
                        <a:pt x="34" y="36"/>
                        <a:pt x="35" y="37"/>
                        <a:pt x="35" y="38"/>
                      </a:cubicBezTo>
                      <a:cubicBezTo>
                        <a:pt x="36" y="39"/>
                        <a:pt x="36" y="39"/>
                        <a:pt x="37" y="40"/>
                      </a:cubicBezTo>
                      <a:cubicBezTo>
                        <a:pt x="37" y="40"/>
                        <a:pt x="37" y="41"/>
                        <a:pt x="37" y="41"/>
                      </a:cubicBezTo>
                      <a:cubicBezTo>
                        <a:pt x="37" y="41"/>
                        <a:pt x="36" y="41"/>
                        <a:pt x="36" y="41"/>
                      </a:cubicBezTo>
                      <a:cubicBezTo>
                        <a:pt x="36" y="42"/>
                        <a:pt x="35" y="42"/>
                        <a:pt x="35" y="42"/>
                      </a:cubicBezTo>
                      <a:cubicBezTo>
                        <a:pt x="35" y="42"/>
                        <a:pt x="35" y="42"/>
                        <a:pt x="35" y="42"/>
                      </a:cubicBezTo>
                      <a:cubicBezTo>
                        <a:pt x="34" y="42"/>
                        <a:pt x="34" y="42"/>
                        <a:pt x="34" y="42"/>
                      </a:cubicBezTo>
                      <a:cubicBezTo>
                        <a:pt x="34" y="42"/>
                        <a:pt x="33" y="42"/>
                        <a:pt x="33" y="42"/>
                      </a:cubicBezTo>
                      <a:cubicBezTo>
                        <a:pt x="32" y="43"/>
                        <a:pt x="33" y="43"/>
                        <a:pt x="33" y="43"/>
                      </a:cubicBezTo>
                      <a:cubicBezTo>
                        <a:pt x="33" y="44"/>
                        <a:pt x="32" y="44"/>
                        <a:pt x="32" y="44"/>
                      </a:cubicBezTo>
                      <a:cubicBezTo>
                        <a:pt x="32" y="45"/>
                        <a:pt x="32" y="45"/>
                        <a:pt x="32" y="45"/>
                      </a:cubicBezTo>
                      <a:cubicBezTo>
                        <a:pt x="32" y="45"/>
                        <a:pt x="32" y="45"/>
                        <a:pt x="32" y="45"/>
                      </a:cubicBezTo>
                      <a:cubicBezTo>
                        <a:pt x="31" y="46"/>
                        <a:pt x="31" y="46"/>
                        <a:pt x="31" y="47"/>
                      </a:cubicBezTo>
                      <a:cubicBezTo>
                        <a:pt x="31" y="47"/>
                        <a:pt x="31" y="47"/>
                        <a:pt x="31" y="47"/>
                      </a:cubicBezTo>
                      <a:cubicBezTo>
                        <a:pt x="31" y="48"/>
                        <a:pt x="31" y="48"/>
                        <a:pt x="30" y="48"/>
                      </a:cubicBezTo>
                      <a:cubicBezTo>
                        <a:pt x="30" y="48"/>
                        <a:pt x="30" y="48"/>
                        <a:pt x="30" y="48"/>
                      </a:cubicBezTo>
                      <a:cubicBezTo>
                        <a:pt x="30" y="49"/>
                        <a:pt x="30" y="49"/>
                        <a:pt x="30" y="49"/>
                      </a:cubicBezTo>
                      <a:cubicBezTo>
                        <a:pt x="29" y="49"/>
                        <a:pt x="29" y="49"/>
                        <a:pt x="29" y="50"/>
                      </a:cubicBezTo>
                      <a:cubicBezTo>
                        <a:pt x="29" y="50"/>
                        <a:pt x="29" y="50"/>
                        <a:pt x="29" y="50"/>
                      </a:cubicBezTo>
                      <a:cubicBezTo>
                        <a:pt x="29" y="50"/>
                        <a:pt x="29" y="50"/>
                        <a:pt x="28" y="50"/>
                      </a:cubicBezTo>
                      <a:cubicBezTo>
                        <a:pt x="28" y="50"/>
                        <a:pt x="28" y="51"/>
                        <a:pt x="28" y="51"/>
                      </a:cubicBezTo>
                      <a:cubicBezTo>
                        <a:pt x="28" y="52"/>
                        <a:pt x="27" y="52"/>
                        <a:pt x="27" y="52"/>
                      </a:cubicBezTo>
                      <a:cubicBezTo>
                        <a:pt x="27" y="52"/>
                        <a:pt x="27" y="52"/>
                        <a:pt x="27" y="52"/>
                      </a:cubicBezTo>
                      <a:cubicBezTo>
                        <a:pt x="27" y="54"/>
                        <a:pt x="27" y="55"/>
                        <a:pt x="26" y="56"/>
                      </a:cubicBezTo>
                      <a:cubicBezTo>
                        <a:pt x="26" y="57"/>
                        <a:pt x="26" y="58"/>
                        <a:pt x="26" y="58"/>
                      </a:cubicBezTo>
                      <a:cubicBezTo>
                        <a:pt x="26" y="58"/>
                        <a:pt x="25" y="58"/>
                        <a:pt x="25" y="58"/>
                      </a:cubicBezTo>
                      <a:cubicBezTo>
                        <a:pt x="24" y="59"/>
                        <a:pt x="24" y="60"/>
                        <a:pt x="25" y="61"/>
                      </a:cubicBezTo>
                      <a:cubicBezTo>
                        <a:pt x="25" y="62"/>
                        <a:pt x="26" y="64"/>
                        <a:pt x="25" y="65"/>
                      </a:cubicBezTo>
                      <a:cubicBezTo>
                        <a:pt x="25" y="65"/>
                        <a:pt x="25" y="66"/>
                        <a:pt x="25" y="66"/>
                      </a:cubicBezTo>
                      <a:cubicBezTo>
                        <a:pt x="25" y="66"/>
                        <a:pt x="26" y="66"/>
                        <a:pt x="26" y="66"/>
                      </a:cubicBezTo>
                      <a:cubicBezTo>
                        <a:pt x="26" y="66"/>
                        <a:pt x="26" y="67"/>
                        <a:pt x="26" y="67"/>
                      </a:cubicBezTo>
                      <a:cubicBezTo>
                        <a:pt x="25" y="67"/>
                        <a:pt x="25" y="67"/>
                        <a:pt x="25" y="67"/>
                      </a:cubicBezTo>
                      <a:cubicBezTo>
                        <a:pt x="25" y="68"/>
                        <a:pt x="25" y="68"/>
                        <a:pt x="24" y="68"/>
                      </a:cubicBezTo>
                      <a:cubicBezTo>
                        <a:pt x="24" y="68"/>
                        <a:pt x="24" y="68"/>
                        <a:pt x="23" y="68"/>
                      </a:cubicBezTo>
                      <a:cubicBezTo>
                        <a:pt x="23" y="68"/>
                        <a:pt x="24" y="68"/>
                        <a:pt x="24" y="68"/>
                      </a:cubicBezTo>
                      <a:cubicBezTo>
                        <a:pt x="24" y="69"/>
                        <a:pt x="24" y="69"/>
                        <a:pt x="24" y="69"/>
                      </a:cubicBezTo>
                      <a:cubicBezTo>
                        <a:pt x="23" y="69"/>
                        <a:pt x="23" y="70"/>
                        <a:pt x="23" y="70"/>
                      </a:cubicBezTo>
                      <a:cubicBezTo>
                        <a:pt x="23" y="71"/>
                        <a:pt x="23" y="71"/>
                        <a:pt x="23" y="72"/>
                      </a:cubicBezTo>
                      <a:cubicBezTo>
                        <a:pt x="22" y="72"/>
                        <a:pt x="22" y="72"/>
                        <a:pt x="22" y="73"/>
                      </a:cubicBezTo>
                      <a:cubicBezTo>
                        <a:pt x="23" y="73"/>
                        <a:pt x="23" y="73"/>
                        <a:pt x="23" y="73"/>
                      </a:cubicBezTo>
                      <a:cubicBezTo>
                        <a:pt x="23" y="74"/>
                        <a:pt x="23" y="74"/>
                        <a:pt x="23" y="74"/>
                      </a:cubicBezTo>
                      <a:cubicBezTo>
                        <a:pt x="22" y="74"/>
                        <a:pt x="22" y="74"/>
                        <a:pt x="22" y="74"/>
                      </a:cubicBezTo>
                      <a:cubicBezTo>
                        <a:pt x="22" y="74"/>
                        <a:pt x="22" y="74"/>
                        <a:pt x="22" y="74"/>
                      </a:cubicBezTo>
                      <a:cubicBezTo>
                        <a:pt x="22" y="74"/>
                        <a:pt x="22" y="74"/>
                        <a:pt x="22" y="74"/>
                      </a:cubicBezTo>
                      <a:cubicBezTo>
                        <a:pt x="21" y="74"/>
                        <a:pt x="21" y="74"/>
                        <a:pt x="21" y="74"/>
                      </a:cubicBezTo>
                      <a:cubicBezTo>
                        <a:pt x="21" y="74"/>
                        <a:pt x="21" y="74"/>
                        <a:pt x="21" y="75"/>
                      </a:cubicBezTo>
                      <a:cubicBezTo>
                        <a:pt x="21" y="75"/>
                        <a:pt x="21" y="76"/>
                        <a:pt x="21" y="76"/>
                      </a:cubicBezTo>
                      <a:cubicBezTo>
                        <a:pt x="21" y="77"/>
                        <a:pt x="21" y="77"/>
                        <a:pt x="21" y="78"/>
                      </a:cubicBezTo>
                      <a:cubicBezTo>
                        <a:pt x="21" y="78"/>
                        <a:pt x="21" y="79"/>
                        <a:pt x="21" y="79"/>
                      </a:cubicBezTo>
                      <a:cubicBezTo>
                        <a:pt x="21" y="80"/>
                        <a:pt x="21" y="80"/>
                        <a:pt x="21" y="80"/>
                      </a:cubicBezTo>
                      <a:cubicBezTo>
                        <a:pt x="21" y="80"/>
                        <a:pt x="21" y="80"/>
                        <a:pt x="22" y="80"/>
                      </a:cubicBezTo>
                      <a:cubicBezTo>
                        <a:pt x="22" y="81"/>
                        <a:pt x="22" y="81"/>
                        <a:pt x="23" y="81"/>
                      </a:cubicBezTo>
                      <a:cubicBezTo>
                        <a:pt x="23" y="81"/>
                        <a:pt x="23" y="82"/>
                        <a:pt x="23" y="82"/>
                      </a:cubicBezTo>
                      <a:cubicBezTo>
                        <a:pt x="23" y="82"/>
                        <a:pt x="22" y="82"/>
                        <a:pt x="22" y="82"/>
                      </a:cubicBezTo>
                      <a:cubicBezTo>
                        <a:pt x="22" y="82"/>
                        <a:pt x="22" y="82"/>
                        <a:pt x="22" y="82"/>
                      </a:cubicBezTo>
                      <a:cubicBezTo>
                        <a:pt x="22" y="82"/>
                        <a:pt x="22" y="82"/>
                        <a:pt x="22" y="82"/>
                      </a:cubicBezTo>
                      <a:cubicBezTo>
                        <a:pt x="22" y="83"/>
                        <a:pt x="22" y="83"/>
                        <a:pt x="22" y="84"/>
                      </a:cubicBezTo>
                      <a:cubicBezTo>
                        <a:pt x="22" y="84"/>
                        <a:pt x="23" y="84"/>
                        <a:pt x="23" y="85"/>
                      </a:cubicBezTo>
                      <a:cubicBezTo>
                        <a:pt x="23" y="85"/>
                        <a:pt x="24" y="86"/>
                        <a:pt x="24" y="86"/>
                      </a:cubicBezTo>
                      <a:cubicBezTo>
                        <a:pt x="24" y="88"/>
                        <a:pt x="24" y="88"/>
                        <a:pt x="24" y="88"/>
                      </a:cubicBezTo>
                      <a:cubicBezTo>
                        <a:pt x="24" y="88"/>
                        <a:pt x="25" y="89"/>
                        <a:pt x="24" y="89"/>
                      </a:cubicBezTo>
                      <a:cubicBezTo>
                        <a:pt x="24" y="90"/>
                        <a:pt x="24" y="90"/>
                        <a:pt x="24" y="90"/>
                      </a:cubicBezTo>
                      <a:cubicBezTo>
                        <a:pt x="24" y="91"/>
                        <a:pt x="24" y="91"/>
                        <a:pt x="24" y="91"/>
                      </a:cubicBezTo>
                      <a:cubicBezTo>
                        <a:pt x="24" y="92"/>
                        <a:pt x="24" y="92"/>
                        <a:pt x="24" y="92"/>
                      </a:cubicBezTo>
                      <a:cubicBezTo>
                        <a:pt x="25" y="93"/>
                        <a:pt x="25" y="92"/>
                        <a:pt x="25" y="92"/>
                      </a:cubicBezTo>
                      <a:cubicBezTo>
                        <a:pt x="25" y="92"/>
                        <a:pt x="25" y="92"/>
                        <a:pt x="26" y="92"/>
                      </a:cubicBezTo>
                      <a:cubicBezTo>
                        <a:pt x="26" y="92"/>
                        <a:pt x="26" y="92"/>
                        <a:pt x="26" y="93"/>
                      </a:cubicBezTo>
                      <a:cubicBezTo>
                        <a:pt x="26" y="93"/>
                        <a:pt x="26" y="93"/>
                        <a:pt x="26" y="93"/>
                      </a:cubicBezTo>
                      <a:cubicBezTo>
                        <a:pt x="26" y="93"/>
                        <a:pt x="26" y="94"/>
                        <a:pt x="26" y="94"/>
                      </a:cubicBezTo>
                      <a:cubicBezTo>
                        <a:pt x="26" y="94"/>
                        <a:pt x="26" y="95"/>
                        <a:pt x="26" y="95"/>
                      </a:cubicBezTo>
                      <a:cubicBezTo>
                        <a:pt x="25" y="95"/>
                        <a:pt x="25" y="96"/>
                        <a:pt x="25" y="96"/>
                      </a:cubicBezTo>
                      <a:cubicBezTo>
                        <a:pt x="25" y="96"/>
                        <a:pt x="25" y="98"/>
                        <a:pt x="25" y="98"/>
                      </a:cubicBezTo>
                      <a:cubicBezTo>
                        <a:pt x="25" y="98"/>
                        <a:pt x="26" y="98"/>
                        <a:pt x="26" y="99"/>
                      </a:cubicBezTo>
                      <a:cubicBezTo>
                        <a:pt x="26" y="99"/>
                        <a:pt x="25" y="99"/>
                        <a:pt x="25" y="99"/>
                      </a:cubicBezTo>
                      <a:cubicBezTo>
                        <a:pt x="25" y="99"/>
                        <a:pt x="26" y="100"/>
                        <a:pt x="26" y="100"/>
                      </a:cubicBezTo>
                      <a:cubicBezTo>
                        <a:pt x="26" y="100"/>
                        <a:pt x="25" y="101"/>
                        <a:pt x="25" y="101"/>
                      </a:cubicBezTo>
                      <a:cubicBezTo>
                        <a:pt x="24" y="101"/>
                        <a:pt x="24" y="101"/>
                        <a:pt x="24" y="101"/>
                      </a:cubicBezTo>
                      <a:cubicBezTo>
                        <a:pt x="24" y="101"/>
                        <a:pt x="24" y="102"/>
                        <a:pt x="24" y="102"/>
                      </a:cubicBezTo>
                      <a:cubicBezTo>
                        <a:pt x="24" y="102"/>
                        <a:pt x="23" y="104"/>
                        <a:pt x="23" y="104"/>
                      </a:cubicBezTo>
                      <a:cubicBezTo>
                        <a:pt x="23" y="104"/>
                        <a:pt x="23" y="105"/>
                        <a:pt x="23" y="105"/>
                      </a:cubicBezTo>
                      <a:cubicBezTo>
                        <a:pt x="23" y="105"/>
                        <a:pt x="23" y="105"/>
                        <a:pt x="23" y="106"/>
                      </a:cubicBezTo>
                      <a:cubicBezTo>
                        <a:pt x="23" y="106"/>
                        <a:pt x="22" y="106"/>
                        <a:pt x="22" y="107"/>
                      </a:cubicBezTo>
                      <a:cubicBezTo>
                        <a:pt x="22" y="107"/>
                        <a:pt x="22" y="107"/>
                        <a:pt x="22" y="108"/>
                      </a:cubicBezTo>
                      <a:cubicBezTo>
                        <a:pt x="22" y="108"/>
                        <a:pt x="22" y="108"/>
                        <a:pt x="21" y="108"/>
                      </a:cubicBezTo>
                      <a:cubicBezTo>
                        <a:pt x="21" y="109"/>
                        <a:pt x="21" y="109"/>
                        <a:pt x="21" y="109"/>
                      </a:cubicBezTo>
                      <a:cubicBezTo>
                        <a:pt x="21" y="109"/>
                        <a:pt x="21" y="110"/>
                        <a:pt x="21" y="110"/>
                      </a:cubicBezTo>
                      <a:cubicBezTo>
                        <a:pt x="21" y="110"/>
                        <a:pt x="22" y="111"/>
                        <a:pt x="22" y="111"/>
                      </a:cubicBezTo>
                      <a:cubicBezTo>
                        <a:pt x="22" y="111"/>
                        <a:pt x="22" y="111"/>
                        <a:pt x="22" y="112"/>
                      </a:cubicBezTo>
                      <a:cubicBezTo>
                        <a:pt x="22" y="112"/>
                        <a:pt x="22" y="112"/>
                        <a:pt x="22" y="112"/>
                      </a:cubicBezTo>
                      <a:cubicBezTo>
                        <a:pt x="22" y="112"/>
                        <a:pt x="22" y="113"/>
                        <a:pt x="22" y="113"/>
                      </a:cubicBezTo>
                      <a:cubicBezTo>
                        <a:pt x="22" y="113"/>
                        <a:pt x="22" y="114"/>
                        <a:pt x="22" y="114"/>
                      </a:cubicBezTo>
                      <a:cubicBezTo>
                        <a:pt x="22" y="114"/>
                        <a:pt x="22" y="114"/>
                        <a:pt x="22" y="114"/>
                      </a:cubicBezTo>
                      <a:cubicBezTo>
                        <a:pt x="22" y="114"/>
                        <a:pt x="22" y="115"/>
                        <a:pt x="22" y="115"/>
                      </a:cubicBezTo>
                      <a:cubicBezTo>
                        <a:pt x="22" y="115"/>
                        <a:pt x="22" y="115"/>
                        <a:pt x="22" y="115"/>
                      </a:cubicBezTo>
                      <a:cubicBezTo>
                        <a:pt x="22" y="115"/>
                        <a:pt x="22" y="116"/>
                        <a:pt x="22" y="116"/>
                      </a:cubicBezTo>
                      <a:cubicBezTo>
                        <a:pt x="22" y="116"/>
                        <a:pt x="22" y="116"/>
                        <a:pt x="22" y="116"/>
                      </a:cubicBezTo>
                      <a:cubicBezTo>
                        <a:pt x="22" y="116"/>
                        <a:pt x="21" y="117"/>
                        <a:pt x="21" y="117"/>
                      </a:cubicBezTo>
                      <a:cubicBezTo>
                        <a:pt x="21" y="117"/>
                        <a:pt x="21" y="117"/>
                        <a:pt x="21" y="117"/>
                      </a:cubicBezTo>
                      <a:cubicBezTo>
                        <a:pt x="21" y="117"/>
                        <a:pt x="21" y="117"/>
                        <a:pt x="21" y="117"/>
                      </a:cubicBezTo>
                      <a:cubicBezTo>
                        <a:pt x="21" y="117"/>
                        <a:pt x="20" y="117"/>
                        <a:pt x="20" y="117"/>
                      </a:cubicBezTo>
                      <a:cubicBezTo>
                        <a:pt x="20" y="117"/>
                        <a:pt x="20" y="118"/>
                        <a:pt x="20" y="118"/>
                      </a:cubicBezTo>
                      <a:cubicBezTo>
                        <a:pt x="20" y="119"/>
                        <a:pt x="20" y="119"/>
                        <a:pt x="20" y="119"/>
                      </a:cubicBezTo>
                      <a:cubicBezTo>
                        <a:pt x="20" y="119"/>
                        <a:pt x="19" y="119"/>
                        <a:pt x="19" y="119"/>
                      </a:cubicBezTo>
                      <a:cubicBezTo>
                        <a:pt x="19" y="119"/>
                        <a:pt x="18" y="119"/>
                        <a:pt x="18" y="119"/>
                      </a:cubicBezTo>
                      <a:cubicBezTo>
                        <a:pt x="18" y="120"/>
                        <a:pt x="18" y="120"/>
                        <a:pt x="18" y="120"/>
                      </a:cubicBezTo>
                      <a:cubicBezTo>
                        <a:pt x="17" y="120"/>
                        <a:pt x="17" y="120"/>
                        <a:pt x="17" y="120"/>
                      </a:cubicBezTo>
                      <a:cubicBezTo>
                        <a:pt x="17" y="120"/>
                        <a:pt x="17" y="120"/>
                        <a:pt x="17" y="120"/>
                      </a:cubicBezTo>
                      <a:cubicBezTo>
                        <a:pt x="17" y="120"/>
                        <a:pt x="17" y="121"/>
                        <a:pt x="17" y="121"/>
                      </a:cubicBezTo>
                      <a:cubicBezTo>
                        <a:pt x="18" y="121"/>
                        <a:pt x="18" y="121"/>
                        <a:pt x="18" y="121"/>
                      </a:cubicBezTo>
                      <a:cubicBezTo>
                        <a:pt x="18" y="121"/>
                        <a:pt x="17" y="121"/>
                        <a:pt x="17" y="121"/>
                      </a:cubicBezTo>
                      <a:cubicBezTo>
                        <a:pt x="17" y="122"/>
                        <a:pt x="16" y="122"/>
                        <a:pt x="16" y="122"/>
                      </a:cubicBezTo>
                      <a:cubicBezTo>
                        <a:pt x="16" y="122"/>
                        <a:pt x="16" y="122"/>
                        <a:pt x="16" y="123"/>
                      </a:cubicBezTo>
                      <a:cubicBezTo>
                        <a:pt x="16" y="123"/>
                        <a:pt x="16" y="123"/>
                        <a:pt x="17" y="123"/>
                      </a:cubicBezTo>
                      <a:cubicBezTo>
                        <a:pt x="17" y="123"/>
                        <a:pt x="17" y="123"/>
                        <a:pt x="17" y="123"/>
                      </a:cubicBezTo>
                      <a:cubicBezTo>
                        <a:pt x="17" y="123"/>
                        <a:pt x="16" y="124"/>
                        <a:pt x="16" y="124"/>
                      </a:cubicBezTo>
                      <a:cubicBezTo>
                        <a:pt x="16" y="124"/>
                        <a:pt x="16" y="124"/>
                        <a:pt x="16" y="124"/>
                      </a:cubicBezTo>
                      <a:cubicBezTo>
                        <a:pt x="16" y="124"/>
                        <a:pt x="16" y="125"/>
                        <a:pt x="17" y="125"/>
                      </a:cubicBezTo>
                      <a:cubicBezTo>
                        <a:pt x="17" y="125"/>
                        <a:pt x="17" y="126"/>
                        <a:pt x="17" y="126"/>
                      </a:cubicBezTo>
                      <a:cubicBezTo>
                        <a:pt x="17" y="126"/>
                        <a:pt x="17" y="126"/>
                        <a:pt x="16" y="126"/>
                      </a:cubicBezTo>
                      <a:cubicBezTo>
                        <a:pt x="16" y="126"/>
                        <a:pt x="16" y="127"/>
                        <a:pt x="16" y="127"/>
                      </a:cubicBezTo>
                      <a:cubicBezTo>
                        <a:pt x="16" y="127"/>
                        <a:pt x="16" y="127"/>
                        <a:pt x="16" y="128"/>
                      </a:cubicBezTo>
                      <a:cubicBezTo>
                        <a:pt x="16" y="128"/>
                        <a:pt x="17" y="128"/>
                        <a:pt x="17" y="128"/>
                      </a:cubicBezTo>
                      <a:cubicBezTo>
                        <a:pt x="17" y="128"/>
                        <a:pt x="16" y="129"/>
                        <a:pt x="16" y="129"/>
                      </a:cubicBezTo>
                      <a:cubicBezTo>
                        <a:pt x="16" y="129"/>
                        <a:pt x="16" y="130"/>
                        <a:pt x="16" y="130"/>
                      </a:cubicBezTo>
                      <a:cubicBezTo>
                        <a:pt x="16" y="130"/>
                        <a:pt x="16" y="130"/>
                        <a:pt x="16" y="130"/>
                      </a:cubicBezTo>
                      <a:cubicBezTo>
                        <a:pt x="16" y="131"/>
                        <a:pt x="16" y="131"/>
                        <a:pt x="16" y="131"/>
                      </a:cubicBezTo>
                      <a:cubicBezTo>
                        <a:pt x="17" y="131"/>
                        <a:pt x="16" y="131"/>
                        <a:pt x="16" y="131"/>
                      </a:cubicBezTo>
                      <a:cubicBezTo>
                        <a:pt x="16" y="132"/>
                        <a:pt x="16" y="132"/>
                        <a:pt x="16" y="132"/>
                      </a:cubicBezTo>
                      <a:cubicBezTo>
                        <a:pt x="16" y="132"/>
                        <a:pt x="18" y="134"/>
                        <a:pt x="18" y="134"/>
                      </a:cubicBezTo>
                      <a:cubicBezTo>
                        <a:pt x="18" y="134"/>
                        <a:pt x="17" y="134"/>
                        <a:pt x="17" y="134"/>
                      </a:cubicBezTo>
                      <a:cubicBezTo>
                        <a:pt x="17" y="134"/>
                        <a:pt x="17" y="135"/>
                        <a:pt x="17" y="135"/>
                      </a:cubicBezTo>
                      <a:cubicBezTo>
                        <a:pt x="17" y="135"/>
                        <a:pt x="17" y="136"/>
                        <a:pt x="17" y="136"/>
                      </a:cubicBezTo>
                      <a:cubicBezTo>
                        <a:pt x="17" y="136"/>
                        <a:pt x="17" y="137"/>
                        <a:pt x="18" y="137"/>
                      </a:cubicBezTo>
                      <a:cubicBezTo>
                        <a:pt x="18" y="137"/>
                        <a:pt x="18" y="137"/>
                        <a:pt x="18" y="138"/>
                      </a:cubicBezTo>
                      <a:cubicBezTo>
                        <a:pt x="18" y="138"/>
                        <a:pt x="18" y="138"/>
                        <a:pt x="19" y="138"/>
                      </a:cubicBezTo>
                      <a:cubicBezTo>
                        <a:pt x="19" y="138"/>
                        <a:pt x="19" y="139"/>
                        <a:pt x="19" y="139"/>
                      </a:cubicBezTo>
                      <a:cubicBezTo>
                        <a:pt x="19" y="139"/>
                        <a:pt x="18" y="140"/>
                        <a:pt x="18" y="140"/>
                      </a:cubicBezTo>
                      <a:cubicBezTo>
                        <a:pt x="17" y="140"/>
                        <a:pt x="17" y="140"/>
                        <a:pt x="17" y="140"/>
                      </a:cubicBezTo>
                      <a:cubicBezTo>
                        <a:pt x="15" y="141"/>
                        <a:pt x="15" y="141"/>
                        <a:pt x="15" y="141"/>
                      </a:cubicBezTo>
                      <a:cubicBezTo>
                        <a:pt x="15" y="145"/>
                        <a:pt x="15" y="145"/>
                        <a:pt x="15" y="145"/>
                      </a:cubicBezTo>
                      <a:cubicBezTo>
                        <a:pt x="15" y="145"/>
                        <a:pt x="14" y="146"/>
                        <a:pt x="14" y="146"/>
                      </a:cubicBezTo>
                      <a:cubicBezTo>
                        <a:pt x="14" y="146"/>
                        <a:pt x="14" y="147"/>
                        <a:pt x="14" y="147"/>
                      </a:cubicBezTo>
                      <a:cubicBezTo>
                        <a:pt x="14" y="147"/>
                        <a:pt x="14" y="148"/>
                        <a:pt x="14" y="148"/>
                      </a:cubicBezTo>
                      <a:cubicBezTo>
                        <a:pt x="14" y="148"/>
                        <a:pt x="14" y="148"/>
                        <a:pt x="14" y="148"/>
                      </a:cubicBezTo>
                      <a:cubicBezTo>
                        <a:pt x="14" y="148"/>
                        <a:pt x="13" y="147"/>
                        <a:pt x="13" y="147"/>
                      </a:cubicBezTo>
                      <a:cubicBezTo>
                        <a:pt x="13" y="147"/>
                        <a:pt x="13" y="147"/>
                        <a:pt x="13" y="147"/>
                      </a:cubicBezTo>
                      <a:cubicBezTo>
                        <a:pt x="13" y="150"/>
                        <a:pt x="13" y="150"/>
                        <a:pt x="13" y="150"/>
                      </a:cubicBezTo>
                      <a:cubicBezTo>
                        <a:pt x="13" y="150"/>
                        <a:pt x="13" y="150"/>
                        <a:pt x="13" y="150"/>
                      </a:cubicBezTo>
                      <a:cubicBezTo>
                        <a:pt x="13" y="150"/>
                        <a:pt x="13" y="151"/>
                        <a:pt x="13" y="151"/>
                      </a:cubicBezTo>
                      <a:cubicBezTo>
                        <a:pt x="13" y="151"/>
                        <a:pt x="13" y="152"/>
                        <a:pt x="13" y="152"/>
                      </a:cubicBezTo>
                      <a:cubicBezTo>
                        <a:pt x="13" y="152"/>
                        <a:pt x="12" y="152"/>
                        <a:pt x="12" y="152"/>
                      </a:cubicBezTo>
                      <a:cubicBezTo>
                        <a:pt x="12" y="152"/>
                        <a:pt x="12" y="152"/>
                        <a:pt x="12" y="152"/>
                      </a:cubicBezTo>
                      <a:cubicBezTo>
                        <a:pt x="11" y="153"/>
                        <a:pt x="12" y="153"/>
                        <a:pt x="12" y="153"/>
                      </a:cubicBezTo>
                      <a:cubicBezTo>
                        <a:pt x="12" y="153"/>
                        <a:pt x="12" y="154"/>
                        <a:pt x="13" y="154"/>
                      </a:cubicBezTo>
                      <a:cubicBezTo>
                        <a:pt x="13" y="154"/>
                        <a:pt x="13" y="155"/>
                        <a:pt x="13" y="155"/>
                      </a:cubicBezTo>
                      <a:cubicBezTo>
                        <a:pt x="13" y="155"/>
                        <a:pt x="12" y="155"/>
                        <a:pt x="12" y="155"/>
                      </a:cubicBezTo>
                      <a:cubicBezTo>
                        <a:pt x="12" y="155"/>
                        <a:pt x="12" y="155"/>
                        <a:pt x="12" y="155"/>
                      </a:cubicBezTo>
                      <a:cubicBezTo>
                        <a:pt x="12" y="155"/>
                        <a:pt x="11" y="156"/>
                        <a:pt x="11" y="156"/>
                      </a:cubicBezTo>
                      <a:cubicBezTo>
                        <a:pt x="11" y="156"/>
                        <a:pt x="11" y="156"/>
                        <a:pt x="11" y="157"/>
                      </a:cubicBezTo>
                      <a:cubicBezTo>
                        <a:pt x="11" y="157"/>
                        <a:pt x="11" y="157"/>
                        <a:pt x="11" y="157"/>
                      </a:cubicBezTo>
                      <a:cubicBezTo>
                        <a:pt x="11" y="158"/>
                        <a:pt x="11" y="158"/>
                        <a:pt x="11" y="158"/>
                      </a:cubicBezTo>
                      <a:cubicBezTo>
                        <a:pt x="11" y="158"/>
                        <a:pt x="11" y="159"/>
                        <a:pt x="11" y="159"/>
                      </a:cubicBezTo>
                      <a:cubicBezTo>
                        <a:pt x="11" y="159"/>
                        <a:pt x="11" y="160"/>
                        <a:pt x="11" y="160"/>
                      </a:cubicBezTo>
                      <a:cubicBezTo>
                        <a:pt x="11" y="160"/>
                        <a:pt x="11" y="160"/>
                        <a:pt x="11" y="160"/>
                      </a:cubicBezTo>
                      <a:cubicBezTo>
                        <a:pt x="11" y="160"/>
                        <a:pt x="11" y="161"/>
                        <a:pt x="12" y="161"/>
                      </a:cubicBezTo>
                      <a:cubicBezTo>
                        <a:pt x="12" y="161"/>
                        <a:pt x="12" y="161"/>
                        <a:pt x="12" y="161"/>
                      </a:cubicBezTo>
                      <a:cubicBezTo>
                        <a:pt x="12" y="161"/>
                        <a:pt x="12" y="161"/>
                        <a:pt x="12" y="161"/>
                      </a:cubicBezTo>
                      <a:cubicBezTo>
                        <a:pt x="12" y="162"/>
                        <a:pt x="12" y="162"/>
                        <a:pt x="12" y="162"/>
                      </a:cubicBezTo>
                      <a:cubicBezTo>
                        <a:pt x="12" y="163"/>
                        <a:pt x="11" y="163"/>
                        <a:pt x="11" y="163"/>
                      </a:cubicBezTo>
                      <a:cubicBezTo>
                        <a:pt x="11" y="163"/>
                        <a:pt x="11" y="164"/>
                        <a:pt x="11" y="164"/>
                      </a:cubicBezTo>
                      <a:cubicBezTo>
                        <a:pt x="11" y="164"/>
                        <a:pt x="11" y="164"/>
                        <a:pt x="11" y="165"/>
                      </a:cubicBezTo>
                      <a:cubicBezTo>
                        <a:pt x="11" y="165"/>
                        <a:pt x="12" y="165"/>
                        <a:pt x="12" y="165"/>
                      </a:cubicBezTo>
                      <a:cubicBezTo>
                        <a:pt x="12" y="166"/>
                        <a:pt x="12" y="166"/>
                        <a:pt x="12" y="166"/>
                      </a:cubicBezTo>
                      <a:cubicBezTo>
                        <a:pt x="12" y="166"/>
                        <a:pt x="11" y="166"/>
                        <a:pt x="11" y="166"/>
                      </a:cubicBezTo>
                      <a:cubicBezTo>
                        <a:pt x="11" y="166"/>
                        <a:pt x="12" y="167"/>
                        <a:pt x="12" y="167"/>
                      </a:cubicBezTo>
                      <a:cubicBezTo>
                        <a:pt x="12" y="168"/>
                        <a:pt x="12" y="168"/>
                        <a:pt x="12" y="168"/>
                      </a:cubicBezTo>
                      <a:cubicBezTo>
                        <a:pt x="12" y="171"/>
                        <a:pt x="12" y="171"/>
                        <a:pt x="12" y="171"/>
                      </a:cubicBezTo>
                      <a:cubicBezTo>
                        <a:pt x="12" y="171"/>
                        <a:pt x="12" y="171"/>
                        <a:pt x="12" y="171"/>
                      </a:cubicBezTo>
                      <a:cubicBezTo>
                        <a:pt x="11" y="171"/>
                        <a:pt x="11" y="172"/>
                        <a:pt x="11" y="172"/>
                      </a:cubicBezTo>
                      <a:cubicBezTo>
                        <a:pt x="11" y="172"/>
                        <a:pt x="11" y="172"/>
                        <a:pt x="10" y="171"/>
                      </a:cubicBezTo>
                      <a:cubicBezTo>
                        <a:pt x="10" y="171"/>
                        <a:pt x="10" y="171"/>
                        <a:pt x="10" y="171"/>
                      </a:cubicBezTo>
                      <a:cubicBezTo>
                        <a:pt x="10" y="171"/>
                        <a:pt x="9" y="171"/>
                        <a:pt x="9" y="171"/>
                      </a:cubicBezTo>
                      <a:cubicBezTo>
                        <a:pt x="9" y="172"/>
                        <a:pt x="9" y="172"/>
                        <a:pt x="9" y="172"/>
                      </a:cubicBezTo>
                      <a:cubicBezTo>
                        <a:pt x="9" y="173"/>
                        <a:pt x="9" y="173"/>
                        <a:pt x="9" y="173"/>
                      </a:cubicBezTo>
                      <a:cubicBezTo>
                        <a:pt x="9" y="173"/>
                        <a:pt x="9" y="173"/>
                        <a:pt x="10" y="174"/>
                      </a:cubicBezTo>
                      <a:cubicBezTo>
                        <a:pt x="10" y="174"/>
                        <a:pt x="10" y="174"/>
                        <a:pt x="10" y="174"/>
                      </a:cubicBezTo>
                      <a:cubicBezTo>
                        <a:pt x="10" y="174"/>
                        <a:pt x="10" y="175"/>
                        <a:pt x="10" y="175"/>
                      </a:cubicBezTo>
                      <a:cubicBezTo>
                        <a:pt x="10" y="175"/>
                        <a:pt x="10" y="176"/>
                        <a:pt x="10" y="176"/>
                      </a:cubicBezTo>
                      <a:cubicBezTo>
                        <a:pt x="10" y="176"/>
                        <a:pt x="9" y="176"/>
                        <a:pt x="9" y="176"/>
                      </a:cubicBezTo>
                      <a:cubicBezTo>
                        <a:pt x="9" y="176"/>
                        <a:pt x="10" y="177"/>
                        <a:pt x="10" y="177"/>
                      </a:cubicBezTo>
                      <a:cubicBezTo>
                        <a:pt x="10" y="177"/>
                        <a:pt x="10" y="177"/>
                        <a:pt x="9" y="178"/>
                      </a:cubicBezTo>
                      <a:cubicBezTo>
                        <a:pt x="9" y="178"/>
                        <a:pt x="10" y="178"/>
                        <a:pt x="10" y="179"/>
                      </a:cubicBezTo>
                      <a:cubicBezTo>
                        <a:pt x="10" y="179"/>
                        <a:pt x="10" y="179"/>
                        <a:pt x="10" y="180"/>
                      </a:cubicBezTo>
                      <a:cubicBezTo>
                        <a:pt x="11" y="180"/>
                        <a:pt x="11" y="180"/>
                        <a:pt x="11" y="180"/>
                      </a:cubicBezTo>
                      <a:cubicBezTo>
                        <a:pt x="11" y="181"/>
                        <a:pt x="12" y="181"/>
                        <a:pt x="12" y="181"/>
                      </a:cubicBezTo>
                      <a:cubicBezTo>
                        <a:pt x="12" y="181"/>
                        <a:pt x="12" y="182"/>
                        <a:pt x="12" y="182"/>
                      </a:cubicBezTo>
                      <a:cubicBezTo>
                        <a:pt x="12" y="182"/>
                        <a:pt x="12" y="182"/>
                        <a:pt x="12" y="182"/>
                      </a:cubicBezTo>
                      <a:cubicBezTo>
                        <a:pt x="12" y="183"/>
                        <a:pt x="11" y="183"/>
                        <a:pt x="11" y="183"/>
                      </a:cubicBezTo>
                      <a:cubicBezTo>
                        <a:pt x="11" y="183"/>
                        <a:pt x="11" y="184"/>
                        <a:pt x="11" y="184"/>
                      </a:cubicBezTo>
                      <a:cubicBezTo>
                        <a:pt x="11" y="184"/>
                        <a:pt x="12" y="184"/>
                        <a:pt x="12" y="185"/>
                      </a:cubicBezTo>
                      <a:cubicBezTo>
                        <a:pt x="12" y="185"/>
                        <a:pt x="12" y="185"/>
                        <a:pt x="13" y="185"/>
                      </a:cubicBezTo>
                      <a:cubicBezTo>
                        <a:pt x="13" y="186"/>
                        <a:pt x="13" y="186"/>
                        <a:pt x="13" y="186"/>
                      </a:cubicBezTo>
                      <a:cubicBezTo>
                        <a:pt x="13" y="186"/>
                        <a:pt x="12" y="187"/>
                        <a:pt x="12" y="187"/>
                      </a:cubicBezTo>
                      <a:cubicBezTo>
                        <a:pt x="12" y="187"/>
                        <a:pt x="12" y="188"/>
                        <a:pt x="12" y="188"/>
                      </a:cubicBezTo>
                      <a:cubicBezTo>
                        <a:pt x="13" y="188"/>
                        <a:pt x="13" y="189"/>
                        <a:pt x="13" y="189"/>
                      </a:cubicBezTo>
                      <a:cubicBezTo>
                        <a:pt x="12" y="190"/>
                        <a:pt x="12" y="190"/>
                        <a:pt x="12" y="190"/>
                      </a:cubicBezTo>
                      <a:cubicBezTo>
                        <a:pt x="12" y="190"/>
                        <a:pt x="12" y="190"/>
                        <a:pt x="12" y="190"/>
                      </a:cubicBezTo>
                      <a:cubicBezTo>
                        <a:pt x="12" y="190"/>
                        <a:pt x="12" y="191"/>
                        <a:pt x="12" y="191"/>
                      </a:cubicBezTo>
                      <a:cubicBezTo>
                        <a:pt x="12" y="192"/>
                        <a:pt x="12" y="192"/>
                        <a:pt x="12" y="192"/>
                      </a:cubicBezTo>
                      <a:cubicBezTo>
                        <a:pt x="12" y="193"/>
                        <a:pt x="12" y="193"/>
                        <a:pt x="12" y="193"/>
                      </a:cubicBezTo>
                      <a:cubicBezTo>
                        <a:pt x="11" y="193"/>
                        <a:pt x="12" y="193"/>
                        <a:pt x="12" y="193"/>
                      </a:cubicBezTo>
                      <a:cubicBezTo>
                        <a:pt x="12" y="193"/>
                        <a:pt x="13" y="193"/>
                        <a:pt x="13" y="193"/>
                      </a:cubicBezTo>
                      <a:cubicBezTo>
                        <a:pt x="13" y="193"/>
                        <a:pt x="15" y="193"/>
                        <a:pt x="15" y="193"/>
                      </a:cubicBezTo>
                      <a:cubicBezTo>
                        <a:pt x="16" y="193"/>
                        <a:pt x="16" y="193"/>
                        <a:pt x="16" y="193"/>
                      </a:cubicBezTo>
                      <a:cubicBezTo>
                        <a:pt x="16" y="194"/>
                        <a:pt x="17" y="194"/>
                        <a:pt x="17" y="194"/>
                      </a:cubicBezTo>
                      <a:cubicBezTo>
                        <a:pt x="17" y="194"/>
                        <a:pt x="17" y="195"/>
                        <a:pt x="17" y="195"/>
                      </a:cubicBezTo>
                      <a:cubicBezTo>
                        <a:pt x="16" y="195"/>
                        <a:pt x="16" y="195"/>
                        <a:pt x="16" y="195"/>
                      </a:cubicBezTo>
                      <a:cubicBezTo>
                        <a:pt x="16" y="195"/>
                        <a:pt x="16" y="197"/>
                        <a:pt x="16" y="197"/>
                      </a:cubicBezTo>
                      <a:cubicBezTo>
                        <a:pt x="16" y="197"/>
                        <a:pt x="16" y="197"/>
                        <a:pt x="15" y="197"/>
                      </a:cubicBezTo>
                      <a:cubicBezTo>
                        <a:pt x="15" y="197"/>
                        <a:pt x="15" y="197"/>
                        <a:pt x="14" y="196"/>
                      </a:cubicBezTo>
                      <a:cubicBezTo>
                        <a:pt x="14" y="196"/>
                        <a:pt x="13" y="197"/>
                        <a:pt x="13" y="197"/>
                      </a:cubicBezTo>
                      <a:cubicBezTo>
                        <a:pt x="13" y="197"/>
                        <a:pt x="13" y="197"/>
                        <a:pt x="13" y="197"/>
                      </a:cubicBezTo>
                      <a:cubicBezTo>
                        <a:pt x="13" y="197"/>
                        <a:pt x="12" y="197"/>
                        <a:pt x="12" y="197"/>
                      </a:cubicBezTo>
                      <a:cubicBezTo>
                        <a:pt x="12" y="197"/>
                        <a:pt x="11" y="197"/>
                        <a:pt x="11" y="197"/>
                      </a:cubicBezTo>
                      <a:cubicBezTo>
                        <a:pt x="11" y="197"/>
                        <a:pt x="10" y="197"/>
                        <a:pt x="10" y="197"/>
                      </a:cubicBezTo>
                      <a:cubicBezTo>
                        <a:pt x="10" y="197"/>
                        <a:pt x="10" y="198"/>
                        <a:pt x="10" y="198"/>
                      </a:cubicBezTo>
                      <a:cubicBezTo>
                        <a:pt x="10" y="198"/>
                        <a:pt x="11" y="198"/>
                        <a:pt x="11" y="198"/>
                      </a:cubicBezTo>
                      <a:cubicBezTo>
                        <a:pt x="11" y="198"/>
                        <a:pt x="12" y="198"/>
                        <a:pt x="12" y="199"/>
                      </a:cubicBezTo>
                      <a:cubicBezTo>
                        <a:pt x="12" y="199"/>
                        <a:pt x="14" y="199"/>
                        <a:pt x="14" y="199"/>
                      </a:cubicBezTo>
                      <a:cubicBezTo>
                        <a:pt x="14" y="199"/>
                        <a:pt x="14" y="199"/>
                        <a:pt x="14" y="200"/>
                      </a:cubicBezTo>
                      <a:cubicBezTo>
                        <a:pt x="14" y="200"/>
                        <a:pt x="15" y="201"/>
                        <a:pt x="15" y="201"/>
                      </a:cubicBezTo>
                      <a:cubicBezTo>
                        <a:pt x="15" y="202"/>
                        <a:pt x="15" y="202"/>
                        <a:pt x="15" y="202"/>
                      </a:cubicBezTo>
                      <a:cubicBezTo>
                        <a:pt x="15" y="202"/>
                        <a:pt x="15" y="203"/>
                        <a:pt x="15" y="203"/>
                      </a:cubicBezTo>
                      <a:cubicBezTo>
                        <a:pt x="14" y="203"/>
                        <a:pt x="14" y="203"/>
                        <a:pt x="14" y="203"/>
                      </a:cubicBezTo>
                      <a:cubicBezTo>
                        <a:pt x="14" y="203"/>
                        <a:pt x="14" y="204"/>
                        <a:pt x="14" y="204"/>
                      </a:cubicBezTo>
                      <a:cubicBezTo>
                        <a:pt x="14" y="204"/>
                        <a:pt x="14" y="204"/>
                        <a:pt x="14" y="204"/>
                      </a:cubicBezTo>
                      <a:cubicBezTo>
                        <a:pt x="14" y="204"/>
                        <a:pt x="13" y="204"/>
                        <a:pt x="13" y="204"/>
                      </a:cubicBezTo>
                      <a:cubicBezTo>
                        <a:pt x="13" y="204"/>
                        <a:pt x="12" y="205"/>
                        <a:pt x="12" y="205"/>
                      </a:cubicBezTo>
                      <a:cubicBezTo>
                        <a:pt x="12" y="205"/>
                        <a:pt x="12" y="205"/>
                        <a:pt x="12" y="205"/>
                      </a:cubicBezTo>
                      <a:cubicBezTo>
                        <a:pt x="12" y="208"/>
                        <a:pt x="12" y="208"/>
                        <a:pt x="12" y="208"/>
                      </a:cubicBezTo>
                      <a:cubicBezTo>
                        <a:pt x="12" y="208"/>
                        <a:pt x="12" y="208"/>
                        <a:pt x="13" y="208"/>
                      </a:cubicBezTo>
                      <a:cubicBezTo>
                        <a:pt x="13" y="208"/>
                        <a:pt x="13" y="208"/>
                        <a:pt x="13" y="209"/>
                      </a:cubicBezTo>
                      <a:cubicBezTo>
                        <a:pt x="13" y="209"/>
                        <a:pt x="13" y="209"/>
                        <a:pt x="13" y="209"/>
                      </a:cubicBezTo>
                      <a:cubicBezTo>
                        <a:pt x="13" y="209"/>
                        <a:pt x="13" y="209"/>
                        <a:pt x="13" y="209"/>
                      </a:cubicBezTo>
                      <a:cubicBezTo>
                        <a:pt x="13" y="210"/>
                        <a:pt x="12" y="210"/>
                        <a:pt x="12" y="210"/>
                      </a:cubicBezTo>
                      <a:cubicBezTo>
                        <a:pt x="11" y="211"/>
                        <a:pt x="11" y="211"/>
                        <a:pt x="11" y="211"/>
                      </a:cubicBezTo>
                      <a:cubicBezTo>
                        <a:pt x="11" y="211"/>
                        <a:pt x="12" y="211"/>
                        <a:pt x="12" y="212"/>
                      </a:cubicBezTo>
                      <a:cubicBezTo>
                        <a:pt x="12" y="212"/>
                        <a:pt x="12" y="212"/>
                        <a:pt x="12" y="212"/>
                      </a:cubicBezTo>
                      <a:cubicBezTo>
                        <a:pt x="12" y="212"/>
                        <a:pt x="12" y="213"/>
                        <a:pt x="12" y="213"/>
                      </a:cubicBezTo>
                      <a:cubicBezTo>
                        <a:pt x="12" y="213"/>
                        <a:pt x="12" y="214"/>
                        <a:pt x="12" y="214"/>
                      </a:cubicBezTo>
                      <a:cubicBezTo>
                        <a:pt x="13" y="215"/>
                        <a:pt x="13" y="215"/>
                        <a:pt x="13" y="215"/>
                      </a:cubicBezTo>
                      <a:cubicBezTo>
                        <a:pt x="13" y="215"/>
                        <a:pt x="13" y="216"/>
                        <a:pt x="13" y="216"/>
                      </a:cubicBezTo>
                      <a:cubicBezTo>
                        <a:pt x="13" y="216"/>
                        <a:pt x="12" y="217"/>
                        <a:pt x="12" y="217"/>
                      </a:cubicBezTo>
                      <a:cubicBezTo>
                        <a:pt x="12" y="217"/>
                        <a:pt x="12" y="217"/>
                        <a:pt x="11" y="217"/>
                      </a:cubicBezTo>
                      <a:cubicBezTo>
                        <a:pt x="11" y="217"/>
                        <a:pt x="11" y="217"/>
                        <a:pt x="11" y="217"/>
                      </a:cubicBezTo>
                      <a:cubicBezTo>
                        <a:pt x="11" y="217"/>
                        <a:pt x="11" y="219"/>
                        <a:pt x="11" y="219"/>
                      </a:cubicBezTo>
                      <a:cubicBezTo>
                        <a:pt x="11" y="219"/>
                        <a:pt x="11" y="219"/>
                        <a:pt x="11" y="220"/>
                      </a:cubicBezTo>
                      <a:cubicBezTo>
                        <a:pt x="11" y="220"/>
                        <a:pt x="11" y="220"/>
                        <a:pt x="11" y="220"/>
                      </a:cubicBezTo>
                      <a:cubicBezTo>
                        <a:pt x="11" y="220"/>
                        <a:pt x="11" y="220"/>
                        <a:pt x="11" y="221"/>
                      </a:cubicBezTo>
                      <a:cubicBezTo>
                        <a:pt x="12" y="221"/>
                        <a:pt x="12" y="221"/>
                        <a:pt x="12" y="221"/>
                      </a:cubicBezTo>
                      <a:cubicBezTo>
                        <a:pt x="12" y="222"/>
                        <a:pt x="11" y="222"/>
                        <a:pt x="11" y="222"/>
                      </a:cubicBezTo>
                      <a:cubicBezTo>
                        <a:pt x="10" y="221"/>
                        <a:pt x="10" y="221"/>
                        <a:pt x="10" y="221"/>
                      </a:cubicBezTo>
                      <a:cubicBezTo>
                        <a:pt x="10" y="223"/>
                        <a:pt x="10" y="223"/>
                        <a:pt x="10" y="223"/>
                      </a:cubicBezTo>
                      <a:cubicBezTo>
                        <a:pt x="10" y="223"/>
                        <a:pt x="9" y="224"/>
                        <a:pt x="9" y="224"/>
                      </a:cubicBezTo>
                      <a:cubicBezTo>
                        <a:pt x="9" y="224"/>
                        <a:pt x="8" y="224"/>
                        <a:pt x="8" y="224"/>
                      </a:cubicBezTo>
                      <a:cubicBezTo>
                        <a:pt x="8" y="224"/>
                        <a:pt x="8" y="225"/>
                        <a:pt x="8" y="225"/>
                      </a:cubicBezTo>
                      <a:cubicBezTo>
                        <a:pt x="8" y="225"/>
                        <a:pt x="8" y="226"/>
                        <a:pt x="8" y="226"/>
                      </a:cubicBezTo>
                      <a:cubicBezTo>
                        <a:pt x="8" y="226"/>
                        <a:pt x="8" y="227"/>
                        <a:pt x="8" y="227"/>
                      </a:cubicBezTo>
                      <a:cubicBezTo>
                        <a:pt x="8" y="227"/>
                        <a:pt x="7" y="227"/>
                        <a:pt x="7" y="227"/>
                      </a:cubicBezTo>
                      <a:cubicBezTo>
                        <a:pt x="7" y="227"/>
                        <a:pt x="7" y="227"/>
                        <a:pt x="7" y="227"/>
                      </a:cubicBezTo>
                      <a:cubicBezTo>
                        <a:pt x="7" y="228"/>
                        <a:pt x="7" y="228"/>
                        <a:pt x="7" y="228"/>
                      </a:cubicBezTo>
                      <a:cubicBezTo>
                        <a:pt x="7" y="228"/>
                        <a:pt x="7" y="228"/>
                        <a:pt x="7" y="229"/>
                      </a:cubicBezTo>
                      <a:cubicBezTo>
                        <a:pt x="7" y="229"/>
                        <a:pt x="7" y="229"/>
                        <a:pt x="7" y="229"/>
                      </a:cubicBezTo>
                      <a:cubicBezTo>
                        <a:pt x="7" y="229"/>
                        <a:pt x="7" y="229"/>
                        <a:pt x="7" y="229"/>
                      </a:cubicBezTo>
                      <a:cubicBezTo>
                        <a:pt x="7" y="229"/>
                        <a:pt x="7" y="230"/>
                        <a:pt x="7" y="230"/>
                      </a:cubicBezTo>
                      <a:cubicBezTo>
                        <a:pt x="7" y="230"/>
                        <a:pt x="7" y="231"/>
                        <a:pt x="8" y="231"/>
                      </a:cubicBezTo>
                      <a:cubicBezTo>
                        <a:pt x="8" y="231"/>
                        <a:pt x="8" y="231"/>
                        <a:pt x="8" y="231"/>
                      </a:cubicBezTo>
                      <a:cubicBezTo>
                        <a:pt x="8" y="232"/>
                        <a:pt x="8" y="232"/>
                        <a:pt x="8" y="232"/>
                      </a:cubicBezTo>
                      <a:cubicBezTo>
                        <a:pt x="8" y="232"/>
                        <a:pt x="9" y="233"/>
                        <a:pt x="9" y="233"/>
                      </a:cubicBezTo>
                      <a:cubicBezTo>
                        <a:pt x="9" y="233"/>
                        <a:pt x="9" y="233"/>
                        <a:pt x="9" y="233"/>
                      </a:cubicBezTo>
                      <a:cubicBezTo>
                        <a:pt x="9" y="233"/>
                        <a:pt x="8" y="233"/>
                        <a:pt x="8" y="233"/>
                      </a:cubicBezTo>
                      <a:cubicBezTo>
                        <a:pt x="8" y="235"/>
                        <a:pt x="8" y="235"/>
                        <a:pt x="8" y="235"/>
                      </a:cubicBezTo>
                      <a:cubicBezTo>
                        <a:pt x="6" y="235"/>
                        <a:pt x="6" y="235"/>
                        <a:pt x="6" y="235"/>
                      </a:cubicBezTo>
                      <a:cubicBezTo>
                        <a:pt x="6" y="235"/>
                        <a:pt x="7" y="236"/>
                        <a:pt x="7" y="237"/>
                      </a:cubicBezTo>
                      <a:cubicBezTo>
                        <a:pt x="7" y="237"/>
                        <a:pt x="7" y="238"/>
                        <a:pt x="7" y="238"/>
                      </a:cubicBezTo>
                      <a:cubicBezTo>
                        <a:pt x="5" y="240"/>
                        <a:pt x="5" y="240"/>
                        <a:pt x="5" y="240"/>
                      </a:cubicBezTo>
                      <a:cubicBezTo>
                        <a:pt x="4" y="240"/>
                        <a:pt x="4" y="240"/>
                        <a:pt x="4" y="240"/>
                      </a:cubicBezTo>
                      <a:cubicBezTo>
                        <a:pt x="3" y="242"/>
                        <a:pt x="3" y="242"/>
                        <a:pt x="3" y="242"/>
                      </a:cubicBezTo>
                      <a:cubicBezTo>
                        <a:pt x="3" y="242"/>
                        <a:pt x="2" y="243"/>
                        <a:pt x="2" y="243"/>
                      </a:cubicBezTo>
                      <a:cubicBezTo>
                        <a:pt x="2" y="243"/>
                        <a:pt x="3" y="244"/>
                        <a:pt x="3" y="244"/>
                      </a:cubicBezTo>
                      <a:cubicBezTo>
                        <a:pt x="3" y="244"/>
                        <a:pt x="2" y="246"/>
                        <a:pt x="2" y="246"/>
                      </a:cubicBezTo>
                      <a:cubicBezTo>
                        <a:pt x="2" y="247"/>
                        <a:pt x="0" y="249"/>
                        <a:pt x="0" y="249"/>
                      </a:cubicBezTo>
                      <a:cubicBezTo>
                        <a:pt x="0" y="251"/>
                        <a:pt x="0" y="251"/>
                        <a:pt x="0" y="251"/>
                      </a:cubicBezTo>
                      <a:cubicBezTo>
                        <a:pt x="0" y="251"/>
                        <a:pt x="0" y="251"/>
                        <a:pt x="0" y="251"/>
                      </a:cubicBezTo>
                      <a:cubicBezTo>
                        <a:pt x="0" y="252"/>
                        <a:pt x="0" y="252"/>
                        <a:pt x="0" y="252"/>
                      </a:cubicBezTo>
                      <a:cubicBezTo>
                        <a:pt x="0" y="252"/>
                        <a:pt x="0" y="252"/>
                        <a:pt x="0" y="252"/>
                      </a:cubicBezTo>
                      <a:cubicBezTo>
                        <a:pt x="0" y="252"/>
                        <a:pt x="0" y="253"/>
                        <a:pt x="0" y="253"/>
                      </a:cubicBezTo>
                      <a:cubicBezTo>
                        <a:pt x="0" y="253"/>
                        <a:pt x="0" y="253"/>
                        <a:pt x="0" y="253"/>
                      </a:cubicBezTo>
                      <a:cubicBezTo>
                        <a:pt x="0" y="253"/>
                        <a:pt x="0" y="254"/>
                        <a:pt x="0" y="254"/>
                      </a:cubicBezTo>
                      <a:cubicBezTo>
                        <a:pt x="0" y="254"/>
                        <a:pt x="1" y="254"/>
                        <a:pt x="1" y="255"/>
                      </a:cubicBezTo>
                      <a:cubicBezTo>
                        <a:pt x="1" y="255"/>
                        <a:pt x="1" y="255"/>
                        <a:pt x="0" y="255"/>
                      </a:cubicBezTo>
                      <a:cubicBezTo>
                        <a:pt x="0" y="255"/>
                        <a:pt x="1" y="255"/>
                        <a:pt x="1" y="256"/>
                      </a:cubicBezTo>
                      <a:cubicBezTo>
                        <a:pt x="1" y="256"/>
                        <a:pt x="1" y="257"/>
                        <a:pt x="1" y="257"/>
                      </a:cubicBezTo>
                      <a:cubicBezTo>
                        <a:pt x="1" y="257"/>
                        <a:pt x="1" y="258"/>
                        <a:pt x="1" y="258"/>
                      </a:cubicBezTo>
                      <a:cubicBezTo>
                        <a:pt x="1" y="258"/>
                        <a:pt x="2" y="258"/>
                        <a:pt x="2" y="258"/>
                      </a:cubicBezTo>
                      <a:cubicBezTo>
                        <a:pt x="2" y="258"/>
                        <a:pt x="2" y="259"/>
                        <a:pt x="2" y="259"/>
                      </a:cubicBezTo>
                      <a:cubicBezTo>
                        <a:pt x="2" y="259"/>
                        <a:pt x="2" y="259"/>
                        <a:pt x="2" y="259"/>
                      </a:cubicBezTo>
                      <a:cubicBezTo>
                        <a:pt x="2" y="260"/>
                        <a:pt x="2" y="260"/>
                        <a:pt x="2" y="260"/>
                      </a:cubicBezTo>
                      <a:cubicBezTo>
                        <a:pt x="2" y="260"/>
                        <a:pt x="3" y="260"/>
                        <a:pt x="3" y="260"/>
                      </a:cubicBezTo>
                      <a:cubicBezTo>
                        <a:pt x="3" y="259"/>
                        <a:pt x="5" y="258"/>
                        <a:pt x="5" y="258"/>
                      </a:cubicBezTo>
                      <a:cubicBezTo>
                        <a:pt x="5" y="258"/>
                        <a:pt x="6" y="259"/>
                        <a:pt x="6" y="259"/>
                      </a:cubicBezTo>
                      <a:cubicBezTo>
                        <a:pt x="6" y="259"/>
                        <a:pt x="6" y="259"/>
                        <a:pt x="7" y="258"/>
                      </a:cubicBezTo>
                      <a:cubicBezTo>
                        <a:pt x="7" y="258"/>
                        <a:pt x="7" y="258"/>
                        <a:pt x="7" y="258"/>
                      </a:cubicBezTo>
                      <a:cubicBezTo>
                        <a:pt x="7" y="258"/>
                        <a:pt x="8" y="258"/>
                        <a:pt x="8" y="258"/>
                      </a:cubicBezTo>
                      <a:cubicBezTo>
                        <a:pt x="8" y="258"/>
                        <a:pt x="8" y="259"/>
                        <a:pt x="8" y="259"/>
                      </a:cubicBezTo>
                      <a:cubicBezTo>
                        <a:pt x="8" y="259"/>
                        <a:pt x="8" y="259"/>
                        <a:pt x="8" y="259"/>
                      </a:cubicBezTo>
                      <a:cubicBezTo>
                        <a:pt x="8" y="259"/>
                        <a:pt x="8" y="260"/>
                        <a:pt x="8" y="260"/>
                      </a:cubicBezTo>
                      <a:cubicBezTo>
                        <a:pt x="8" y="260"/>
                        <a:pt x="9" y="261"/>
                        <a:pt x="9" y="261"/>
                      </a:cubicBezTo>
                      <a:cubicBezTo>
                        <a:pt x="9" y="261"/>
                        <a:pt x="9" y="262"/>
                        <a:pt x="9" y="262"/>
                      </a:cubicBezTo>
                      <a:cubicBezTo>
                        <a:pt x="9" y="263"/>
                        <a:pt x="9" y="263"/>
                        <a:pt x="9" y="263"/>
                      </a:cubicBezTo>
                      <a:cubicBezTo>
                        <a:pt x="9" y="263"/>
                        <a:pt x="9" y="263"/>
                        <a:pt x="8" y="263"/>
                      </a:cubicBezTo>
                      <a:cubicBezTo>
                        <a:pt x="8" y="263"/>
                        <a:pt x="8" y="263"/>
                        <a:pt x="8" y="263"/>
                      </a:cubicBezTo>
                      <a:cubicBezTo>
                        <a:pt x="8" y="263"/>
                        <a:pt x="7" y="263"/>
                        <a:pt x="8" y="264"/>
                      </a:cubicBezTo>
                      <a:cubicBezTo>
                        <a:pt x="8" y="264"/>
                        <a:pt x="8" y="265"/>
                        <a:pt x="9" y="265"/>
                      </a:cubicBezTo>
                      <a:cubicBezTo>
                        <a:pt x="9" y="265"/>
                        <a:pt x="9" y="265"/>
                        <a:pt x="9" y="265"/>
                      </a:cubicBezTo>
                      <a:cubicBezTo>
                        <a:pt x="9" y="265"/>
                        <a:pt x="9" y="265"/>
                        <a:pt x="9" y="265"/>
                      </a:cubicBezTo>
                      <a:cubicBezTo>
                        <a:pt x="8" y="266"/>
                        <a:pt x="8" y="266"/>
                        <a:pt x="8" y="266"/>
                      </a:cubicBezTo>
                      <a:cubicBezTo>
                        <a:pt x="8" y="266"/>
                        <a:pt x="8" y="266"/>
                        <a:pt x="8" y="266"/>
                      </a:cubicBezTo>
                      <a:cubicBezTo>
                        <a:pt x="8" y="266"/>
                        <a:pt x="8" y="266"/>
                        <a:pt x="8" y="267"/>
                      </a:cubicBezTo>
                      <a:cubicBezTo>
                        <a:pt x="8" y="267"/>
                        <a:pt x="8" y="267"/>
                        <a:pt x="8" y="268"/>
                      </a:cubicBezTo>
                      <a:cubicBezTo>
                        <a:pt x="8" y="268"/>
                        <a:pt x="8" y="268"/>
                        <a:pt x="8" y="268"/>
                      </a:cubicBezTo>
                      <a:cubicBezTo>
                        <a:pt x="7" y="269"/>
                        <a:pt x="7" y="269"/>
                        <a:pt x="7" y="269"/>
                      </a:cubicBezTo>
                      <a:cubicBezTo>
                        <a:pt x="8" y="269"/>
                        <a:pt x="8" y="269"/>
                        <a:pt x="8" y="269"/>
                      </a:cubicBezTo>
                      <a:cubicBezTo>
                        <a:pt x="8" y="269"/>
                        <a:pt x="8" y="270"/>
                        <a:pt x="8" y="270"/>
                      </a:cubicBezTo>
                      <a:cubicBezTo>
                        <a:pt x="9" y="270"/>
                        <a:pt x="9" y="270"/>
                        <a:pt x="9" y="271"/>
                      </a:cubicBezTo>
                      <a:cubicBezTo>
                        <a:pt x="9" y="271"/>
                        <a:pt x="10" y="271"/>
                        <a:pt x="10" y="272"/>
                      </a:cubicBezTo>
                      <a:cubicBezTo>
                        <a:pt x="11" y="272"/>
                        <a:pt x="11" y="272"/>
                        <a:pt x="11" y="272"/>
                      </a:cubicBezTo>
                      <a:cubicBezTo>
                        <a:pt x="11" y="272"/>
                        <a:pt x="11" y="273"/>
                        <a:pt x="11" y="273"/>
                      </a:cubicBezTo>
                      <a:cubicBezTo>
                        <a:pt x="11" y="273"/>
                        <a:pt x="11" y="273"/>
                        <a:pt x="11" y="273"/>
                      </a:cubicBezTo>
                      <a:cubicBezTo>
                        <a:pt x="11" y="273"/>
                        <a:pt x="10" y="273"/>
                        <a:pt x="10" y="273"/>
                      </a:cubicBezTo>
                      <a:cubicBezTo>
                        <a:pt x="10" y="273"/>
                        <a:pt x="10" y="273"/>
                        <a:pt x="10" y="273"/>
                      </a:cubicBezTo>
                      <a:cubicBezTo>
                        <a:pt x="10" y="273"/>
                        <a:pt x="10" y="273"/>
                        <a:pt x="10" y="273"/>
                      </a:cubicBezTo>
                      <a:cubicBezTo>
                        <a:pt x="10" y="274"/>
                        <a:pt x="11" y="274"/>
                        <a:pt x="11" y="274"/>
                      </a:cubicBezTo>
                      <a:cubicBezTo>
                        <a:pt x="25" y="274"/>
                        <a:pt x="25" y="274"/>
                        <a:pt x="25" y="274"/>
                      </a:cubicBezTo>
                      <a:cubicBezTo>
                        <a:pt x="25" y="274"/>
                        <a:pt x="26" y="274"/>
                        <a:pt x="26" y="274"/>
                      </a:cubicBezTo>
                      <a:cubicBezTo>
                        <a:pt x="27" y="275"/>
                        <a:pt x="27" y="275"/>
                        <a:pt x="28" y="276"/>
                      </a:cubicBezTo>
                      <a:cubicBezTo>
                        <a:pt x="29" y="276"/>
                        <a:pt x="29" y="276"/>
                        <a:pt x="30" y="276"/>
                      </a:cubicBezTo>
                      <a:cubicBezTo>
                        <a:pt x="31" y="276"/>
                        <a:pt x="32" y="277"/>
                        <a:pt x="33" y="277"/>
                      </a:cubicBezTo>
                      <a:cubicBezTo>
                        <a:pt x="34" y="277"/>
                        <a:pt x="35" y="277"/>
                        <a:pt x="36" y="278"/>
                      </a:cubicBezTo>
                      <a:cubicBezTo>
                        <a:pt x="36" y="278"/>
                        <a:pt x="36" y="278"/>
                        <a:pt x="36" y="278"/>
                      </a:cubicBezTo>
                      <a:cubicBezTo>
                        <a:pt x="36" y="278"/>
                        <a:pt x="36" y="278"/>
                        <a:pt x="36" y="278"/>
                      </a:cubicBezTo>
                      <a:cubicBezTo>
                        <a:pt x="36" y="278"/>
                        <a:pt x="36" y="277"/>
                        <a:pt x="36" y="277"/>
                      </a:cubicBezTo>
                      <a:cubicBezTo>
                        <a:pt x="35" y="276"/>
                        <a:pt x="35" y="275"/>
                        <a:pt x="34" y="274"/>
                      </a:cubicBezTo>
                      <a:cubicBezTo>
                        <a:pt x="34" y="273"/>
                        <a:pt x="33" y="273"/>
                        <a:pt x="33" y="272"/>
                      </a:cubicBezTo>
                      <a:cubicBezTo>
                        <a:pt x="33" y="272"/>
                        <a:pt x="33" y="271"/>
                        <a:pt x="32" y="271"/>
                      </a:cubicBezTo>
                      <a:cubicBezTo>
                        <a:pt x="32" y="270"/>
                        <a:pt x="32" y="270"/>
                        <a:pt x="32" y="270"/>
                      </a:cubicBezTo>
                      <a:cubicBezTo>
                        <a:pt x="32" y="270"/>
                        <a:pt x="32" y="270"/>
                        <a:pt x="32" y="270"/>
                      </a:cubicBezTo>
                      <a:cubicBezTo>
                        <a:pt x="32" y="270"/>
                        <a:pt x="31" y="270"/>
                        <a:pt x="31" y="270"/>
                      </a:cubicBezTo>
                      <a:cubicBezTo>
                        <a:pt x="30" y="270"/>
                        <a:pt x="30" y="270"/>
                        <a:pt x="30" y="270"/>
                      </a:cubicBezTo>
                      <a:cubicBezTo>
                        <a:pt x="29" y="270"/>
                        <a:pt x="28" y="269"/>
                        <a:pt x="28" y="269"/>
                      </a:cubicBezTo>
                      <a:cubicBezTo>
                        <a:pt x="28" y="269"/>
                        <a:pt x="28" y="269"/>
                        <a:pt x="28" y="269"/>
                      </a:cubicBezTo>
                      <a:cubicBezTo>
                        <a:pt x="29" y="269"/>
                        <a:pt x="30" y="269"/>
                        <a:pt x="30" y="269"/>
                      </a:cubicBezTo>
                      <a:cubicBezTo>
                        <a:pt x="30" y="269"/>
                        <a:pt x="30" y="269"/>
                        <a:pt x="31" y="269"/>
                      </a:cubicBezTo>
                      <a:cubicBezTo>
                        <a:pt x="31" y="269"/>
                        <a:pt x="32" y="269"/>
                        <a:pt x="32" y="269"/>
                      </a:cubicBezTo>
                      <a:cubicBezTo>
                        <a:pt x="32" y="269"/>
                        <a:pt x="32" y="268"/>
                        <a:pt x="32" y="267"/>
                      </a:cubicBezTo>
                      <a:cubicBezTo>
                        <a:pt x="32" y="267"/>
                        <a:pt x="31" y="267"/>
                        <a:pt x="31" y="266"/>
                      </a:cubicBezTo>
                      <a:cubicBezTo>
                        <a:pt x="31" y="266"/>
                        <a:pt x="31" y="266"/>
                        <a:pt x="31" y="265"/>
                      </a:cubicBezTo>
                      <a:cubicBezTo>
                        <a:pt x="31" y="265"/>
                        <a:pt x="31" y="264"/>
                        <a:pt x="31" y="264"/>
                      </a:cubicBezTo>
                      <a:cubicBezTo>
                        <a:pt x="31" y="263"/>
                        <a:pt x="31" y="263"/>
                        <a:pt x="31" y="263"/>
                      </a:cubicBezTo>
                      <a:cubicBezTo>
                        <a:pt x="31" y="263"/>
                        <a:pt x="31" y="262"/>
                        <a:pt x="30" y="262"/>
                      </a:cubicBezTo>
                      <a:cubicBezTo>
                        <a:pt x="30" y="262"/>
                        <a:pt x="30" y="263"/>
                        <a:pt x="30" y="263"/>
                      </a:cubicBezTo>
                      <a:cubicBezTo>
                        <a:pt x="30" y="263"/>
                        <a:pt x="29" y="263"/>
                        <a:pt x="29" y="264"/>
                      </a:cubicBezTo>
                      <a:cubicBezTo>
                        <a:pt x="29" y="264"/>
                        <a:pt x="29" y="264"/>
                        <a:pt x="29" y="263"/>
                      </a:cubicBezTo>
                      <a:cubicBezTo>
                        <a:pt x="29" y="263"/>
                        <a:pt x="30" y="262"/>
                        <a:pt x="30" y="262"/>
                      </a:cubicBezTo>
                      <a:cubicBezTo>
                        <a:pt x="30" y="262"/>
                        <a:pt x="31" y="260"/>
                        <a:pt x="31" y="260"/>
                      </a:cubicBezTo>
                      <a:cubicBezTo>
                        <a:pt x="31" y="259"/>
                        <a:pt x="31" y="258"/>
                        <a:pt x="31" y="258"/>
                      </a:cubicBezTo>
                      <a:cubicBezTo>
                        <a:pt x="32" y="257"/>
                        <a:pt x="32" y="255"/>
                        <a:pt x="33" y="255"/>
                      </a:cubicBezTo>
                      <a:cubicBezTo>
                        <a:pt x="34" y="254"/>
                        <a:pt x="36" y="254"/>
                        <a:pt x="36" y="254"/>
                      </a:cubicBezTo>
                      <a:cubicBezTo>
                        <a:pt x="36" y="253"/>
                        <a:pt x="36" y="253"/>
                        <a:pt x="35" y="252"/>
                      </a:cubicBezTo>
                      <a:cubicBezTo>
                        <a:pt x="35" y="252"/>
                        <a:pt x="35" y="252"/>
                        <a:pt x="35" y="252"/>
                      </a:cubicBezTo>
                      <a:cubicBezTo>
                        <a:pt x="34" y="251"/>
                        <a:pt x="34" y="252"/>
                        <a:pt x="34" y="251"/>
                      </a:cubicBezTo>
                      <a:cubicBezTo>
                        <a:pt x="33" y="251"/>
                        <a:pt x="34" y="251"/>
                        <a:pt x="34" y="251"/>
                      </a:cubicBezTo>
                      <a:cubicBezTo>
                        <a:pt x="34" y="251"/>
                        <a:pt x="34" y="251"/>
                        <a:pt x="34" y="251"/>
                      </a:cubicBezTo>
                      <a:cubicBezTo>
                        <a:pt x="35" y="251"/>
                        <a:pt x="35" y="251"/>
                        <a:pt x="35" y="250"/>
                      </a:cubicBezTo>
                      <a:cubicBezTo>
                        <a:pt x="35" y="250"/>
                        <a:pt x="35" y="250"/>
                        <a:pt x="35" y="250"/>
                      </a:cubicBezTo>
                      <a:cubicBezTo>
                        <a:pt x="35" y="250"/>
                        <a:pt x="36" y="251"/>
                        <a:pt x="36" y="252"/>
                      </a:cubicBezTo>
                      <a:cubicBezTo>
                        <a:pt x="36" y="252"/>
                        <a:pt x="36" y="252"/>
                        <a:pt x="37" y="252"/>
                      </a:cubicBezTo>
                      <a:cubicBezTo>
                        <a:pt x="37" y="253"/>
                        <a:pt x="38" y="252"/>
                        <a:pt x="39" y="252"/>
                      </a:cubicBezTo>
                      <a:cubicBezTo>
                        <a:pt x="39" y="252"/>
                        <a:pt x="39" y="252"/>
                        <a:pt x="40" y="251"/>
                      </a:cubicBezTo>
                      <a:cubicBezTo>
                        <a:pt x="40" y="251"/>
                        <a:pt x="40" y="250"/>
                        <a:pt x="40" y="250"/>
                      </a:cubicBezTo>
                      <a:cubicBezTo>
                        <a:pt x="40" y="249"/>
                        <a:pt x="40" y="249"/>
                        <a:pt x="40" y="249"/>
                      </a:cubicBezTo>
                      <a:cubicBezTo>
                        <a:pt x="41" y="248"/>
                        <a:pt x="41" y="248"/>
                        <a:pt x="41" y="248"/>
                      </a:cubicBezTo>
                      <a:cubicBezTo>
                        <a:pt x="41" y="247"/>
                        <a:pt x="41" y="247"/>
                        <a:pt x="41" y="247"/>
                      </a:cubicBezTo>
                      <a:cubicBezTo>
                        <a:pt x="41" y="247"/>
                        <a:pt x="41" y="246"/>
                        <a:pt x="41" y="246"/>
                      </a:cubicBezTo>
                      <a:cubicBezTo>
                        <a:pt x="41" y="245"/>
                        <a:pt x="41" y="245"/>
                        <a:pt x="41" y="245"/>
                      </a:cubicBezTo>
                      <a:cubicBezTo>
                        <a:pt x="41" y="245"/>
                        <a:pt x="42" y="244"/>
                        <a:pt x="42" y="244"/>
                      </a:cubicBezTo>
                      <a:cubicBezTo>
                        <a:pt x="42" y="244"/>
                        <a:pt x="42" y="244"/>
                        <a:pt x="41" y="244"/>
                      </a:cubicBezTo>
                      <a:cubicBezTo>
                        <a:pt x="41" y="244"/>
                        <a:pt x="41" y="244"/>
                        <a:pt x="41" y="244"/>
                      </a:cubicBezTo>
                      <a:cubicBezTo>
                        <a:pt x="41" y="244"/>
                        <a:pt x="41" y="244"/>
                        <a:pt x="41" y="245"/>
                      </a:cubicBezTo>
                      <a:cubicBezTo>
                        <a:pt x="41" y="245"/>
                        <a:pt x="40" y="245"/>
                        <a:pt x="40" y="245"/>
                      </a:cubicBezTo>
                      <a:cubicBezTo>
                        <a:pt x="40" y="245"/>
                        <a:pt x="40" y="244"/>
                        <a:pt x="40" y="244"/>
                      </a:cubicBezTo>
                      <a:cubicBezTo>
                        <a:pt x="40" y="244"/>
                        <a:pt x="40" y="244"/>
                        <a:pt x="41" y="244"/>
                      </a:cubicBezTo>
                      <a:cubicBezTo>
                        <a:pt x="41" y="244"/>
                        <a:pt x="41" y="243"/>
                        <a:pt x="41" y="243"/>
                      </a:cubicBezTo>
                      <a:cubicBezTo>
                        <a:pt x="41" y="243"/>
                        <a:pt x="41" y="243"/>
                        <a:pt x="41" y="243"/>
                      </a:cubicBezTo>
                      <a:cubicBezTo>
                        <a:pt x="41" y="243"/>
                        <a:pt x="41" y="242"/>
                        <a:pt x="41" y="242"/>
                      </a:cubicBezTo>
                      <a:cubicBezTo>
                        <a:pt x="42" y="242"/>
                        <a:pt x="42" y="241"/>
                        <a:pt x="42" y="241"/>
                      </a:cubicBezTo>
                      <a:cubicBezTo>
                        <a:pt x="42" y="241"/>
                        <a:pt x="42" y="241"/>
                        <a:pt x="42" y="241"/>
                      </a:cubicBezTo>
                      <a:cubicBezTo>
                        <a:pt x="42" y="240"/>
                        <a:pt x="43" y="240"/>
                        <a:pt x="43" y="240"/>
                      </a:cubicBezTo>
                      <a:cubicBezTo>
                        <a:pt x="43" y="239"/>
                        <a:pt x="43" y="239"/>
                        <a:pt x="44" y="239"/>
                      </a:cubicBezTo>
                      <a:cubicBezTo>
                        <a:pt x="44" y="239"/>
                        <a:pt x="44" y="239"/>
                        <a:pt x="44" y="239"/>
                      </a:cubicBezTo>
                      <a:cubicBezTo>
                        <a:pt x="44" y="239"/>
                        <a:pt x="44" y="238"/>
                        <a:pt x="45" y="238"/>
                      </a:cubicBezTo>
                      <a:cubicBezTo>
                        <a:pt x="45" y="238"/>
                        <a:pt x="45" y="238"/>
                        <a:pt x="45" y="237"/>
                      </a:cubicBezTo>
                      <a:cubicBezTo>
                        <a:pt x="45" y="237"/>
                        <a:pt x="46" y="237"/>
                        <a:pt x="46" y="236"/>
                      </a:cubicBezTo>
                      <a:cubicBezTo>
                        <a:pt x="46" y="236"/>
                        <a:pt x="47" y="236"/>
                        <a:pt x="47" y="236"/>
                      </a:cubicBezTo>
                      <a:cubicBezTo>
                        <a:pt x="47" y="236"/>
                        <a:pt x="47" y="235"/>
                        <a:pt x="48" y="235"/>
                      </a:cubicBezTo>
                      <a:cubicBezTo>
                        <a:pt x="48" y="235"/>
                        <a:pt x="48" y="235"/>
                        <a:pt x="48" y="235"/>
                      </a:cubicBezTo>
                      <a:cubicBezTo>
                        <a:pt x="49" y="234"/>
                        <a:pt x="49" y="235"/>
                        <a:pt x="50" y="234"/>
                      </a:cubicBezTo>
                      <a:cubicBezTo>
                        <a:pt x="50" y="234"/>
                        <a:pt x="50" y="234"/>
                        <a:pt x="50" y="234"/>
                      </a:cubicBezTo>
                      <a:cubicBezTo>
                        <a:pt x="50" y="234"/>
                        <a:pt x="50" y="233"/>
                        <a:pt x="51" y="233"/>
                      </a:cubicBezTo>
                      <a:cubicBezTo>
                        <a:pt x="51" y="233"/>
                        <a:pt x="51" y="233"/>
                        <a:pt x="51" y="233"/>
                      </a:cubicBezTo>
                      <a:cubicBezTo>
                        <a:pt x="51" y="232"/>
                        <a:pt x="51" y="232"/>
                        <a:pt x="51" y="232"/>
                      </a:cubicBezTo>
                      <a:cubicBezTo>
                        <a:pt x="51" y="232"/>
                        <a:pt x="52" y="232"/>
                        <a:pt x="52" y="232"/>
                      </a:cubicBezTo>
                      <a:cubicBezTo>
                        <a:pt x="52" y="232"/>
                        <a:pt x="52" y="232"/>
                        <a:pt x="52" y="232"/>
                      </a:cubicBezTo>
                      <a:cubicBezTo>
                        <a:pt x="52" y="231"/>
                        <a:pt x="52" y="231"/>
                        <a:pt x="53" y="231"/>
                      </a:cubicBezTo>
                      <a:cubicBezTo>
                        <a:pt x="53" y="231"/>
                        <a:pt x="53" y="231"/>
                        <a:pt x="53" y="231"/>
                      </a:cubicBezTo>
                      <a:cubicBezTo>
                        <a:pt x="53" y="231"/>
                        <a:pt x="53" y="230"/>
                        <a:pt x="53" y="230"/>
                      </a:cubicBezTo>
                      <a:cubicBezTo>
                        <a:pt x="53" y="230"/>
                        <a:pt x="53" y="230"/>
                        <a:pt x="53" y="229"/>
                      </a:cubicBezTo>
                      <a:cubicBezTo>
                        <a:pt x="54" y="229"/>
                        <a:pt x="54" y="229"/>
                        <a:pt x="54" y="229"/>
                      </a:cubicBezTo>
                      <a:cubicBezTo>
                        <a:pt x="54" y="229"/>
                        <a:pt x="54" y="229"/>
                        <a:pt x="54" y="229"/>
                      </a:cubicBezTo>
                      <a:cubicBezTo>
                        <a:pt x="54" y="229"/>
                        <a:pt x="54" y="229"/>
                        <a:pt x="54" y="228"/>
                      </a:cubicBezTo>
                      <a:cubicBezTo>
                        <a:pt x="54" y="228"/>
                        <a:pt x="54" y="228"/>
                        <a:pt x="54" y="228"/>
                      </a:cubicBezTo>
                      <a:cubicBezTo>
                        <a:pt x="54" y="227"/>
                        <a:pt x="54" y="227"/>
                        <a:pt x="54" y="227"/>
                      </a:cubicBezTo>
                      <a:cubicBezTo>
                        <a:pt x="55" y="226"/>
                        <a:pt x="55" y="226"/>
                        <a:pt x="55" y="225"/>
                      </a:cubicBezTo>
                      <a:cubicBezTo>
                        <a:pt x="55" y="225"/>
                        <a:pt x="55" y="223"/>
                        <a:pt x="55" y="223"/>
                      </a:cubicBezTo>
                      <a:cubicBezTo>
                        <a:pt x="55" y="223"/>
                        <a:pt x="55" y="222"/>
                        <a:pt x="54" y="221"/>
                      </a:cubicBezTo>
                      <a:cubicBezTo>
                        <a:pt x="54" y="220"/>
                        <a:pt x="53" y="221"/>
                        <a:pt x="52" y="221"/>
                      </a:cubicBezTo>
                      <a:cubicBezTo>
                        <a:pt x="52" y="220"/>
                        <a:pt x="51" y="221"/>
                        <a:pt x="50" y="220"/>
                      </a:cubicBezTo>
                      <a:cubicBezTo>
                        <a:pt x="49" y="220"/>
                        <a:pt x="48" y="220"/>
                        <a:pt x="48" y="220"/>
                      </a:cubicBezTo>
                      <a:cubicBezTo>
                        <a:pt x="47" y="220"/>
                        <a:pt x="47" y="219"/>
                        <a:pt x="46" y="219"/>
                      </a:cubicBezTo>
                      <a:cubicBezTo>
                        <a:pt x="46" y="218"/>
                        <a:pt x="45" y="218"/>
                        <a:pt x="45" y="217"/>
                      </a:cubicBezTo>
                      <a:cubicBezTo>
                        <a:pt x="45" y="217"/>
                        <a:pt x="45" y="216"/>
                        <a:pt x="44" y="216"/>
                      </a:cubicBezTo>
                      <a:cubicBezTo>
                        <a:pt x="44" y="216"/>
                        <a:pt x="43" y="215"/>
                        <a:pt x="43" y="215"/>
                      </a:cubicBezTo>
                      <a:cubicBezTo>
                        <a:pt x="42" y="215"/>
                        <a:pt x="43" y="214"/>
                        <a:pt x="42" y="214"/>
                      </a:cubicBezTo>
                      <a:cubicBezTo>
                        <a:pt x="42" y="213"/>
                        <a:pt x="42" y="213"/>
                        <a:pt x="42" y="212"/>
                      </a:cubicBezTo>
                      <a:cubicBezTo>
                        <a:pt x="41" y="212"/>
                        <a:pt x="41" y="211"/>
                        <a:pt x="41" y="211"/>
                      </a:cubicBezTo>
                      <a:cubicBezTo>
                        <a:pt x="41" y="211"/>
                        <a:pt x="41" y="211"/>
                        <a:pt x="41" y="210"/>
                      </a:cubicBezTo>
                      <a:cubicBezTo>
                        <a:pt x="41" y="210"/>
                        <a:pt x="42" y="209"/>
                        <a:pt x="42" y="209"/>
                      </a:cubicBezTo>
                      <a:cubicBezTo>
                        <a:pt x="42" y="209"/>
                        <a:pt x="42" y="209"/>
                        <a:pt x="42" y="209"/>
                      </a:cubicBezTo>
                      <a:cubicBezTo>
                        <a:pt x="42" y="209"/>
                        <a:pt x="42" y="208"/>
                        <a:pt x="43" y="208"/>
                      </a:cubicBezTo>
                      <a:cubicBezTo>
                        <a:pt x="43" y="207"/>
                        <a:pt x="43" y="207"/>
                        <a:pt x="43" y="207"/>
                      </a:cubicBezTo>
                      <a:cubicBezTo>
                        <a:pt x="43" y="207"/>
                        <a:pt x="43" y="206"/>
                        <a:pt x="43" y="206"/>
                      </a:cubicBezTo>
                      <a:cubicBezTo>
                        <a:pt x="43" y="206"/>
                        <a:pt x="43" y="205"/>
                        <a:pt x="44" y="205"/>
                      </a:cubicBezTo>
                      <a:cubicBezTo>
                        <a:pt x="44" y="205"/>
                        <a:pt x="44" y="205"/>
                        <a:pt x="44" y="205"/>
                      </a:cubicBezTo>
                      <a:cubicBezTo>
                        <a:pt x="44" y="205"/>
                        <a:pt x="45" y="204"/>
                        <a:pt x="45" y="204"/>
                      </a:cubicBezTo>
                      <a:cubicBezTo>
                        <a:pt x="45" y="203"/>
                        <a:pt x="45" y="203"/>
                        <a:pt x="45" y="203"/>
                      </a:cubicBezTo>
                      <a:cubicBezTo>
                        <a:pt x="46" y="203"/>
                        <a:pt x="47" y="202"/>
                        <a:pt x="47" y="202"/>
                      </a:cubicBezTo>
                      <a:cubicBezTo>
                        <a:pt x="47" y="201"/>
                        <a:pt x="49" y="202"/>
                        <a:pt x="49" y="202"/>
                      </a:cubicBezTo>
                      <a:cubicBezTo>
                        <a:pt x="49" y="202"/>
                        <a:pt x="49" y="201"/>
                        <a:pt x="49" y="201"/>
                      </a:cubicBezTo>
                      <a:cubicBezTo>
                        <a:pt x="49" y="200"/>
                        <a:pt x="50" y="200"/>
                        <a:pt x="50" y="200"/>
                      </a:cubicBezTo>
                      <a:cubicBezTo>
                        <a:pt x="50" y="200"/>
                        <a:pt x="50" y="200"/>
                        <a:pt x="50" y="200"/>
                      </a:cubicBezTo>
                      <a:cubicBezTo>
                        <a:pt x="50" y="200"/>
                        <a:pt x="51" y="200"/>
                        <a:pt x="51" y="200"/>
                      </a:cubicBezTo>
                      <a:cubicBezTo>
                        <a:pt x="51" y="200"/>
                        <a:pt x="51" y="199"/>
                        <a:pt x="52" y="199"/>
                      </a:cubicBezTo>
                      <a:cubicBezTo>
                        <a:pt x="52" y="199"/>
                        <a:pt x="52" y="199"/>
                        <a:pt x="52" y="199"/>
                      </a:cubicBezTo>
                      <a:cubicBezTo>
                        <a:pt x="52" y="199"/>
                        <a:pt x="52" y="199"/>
                        <a:pt x="53" y="199"/>
                      </a:cubicBezTo>
                      <a:cubicBezTo>
                        <a:pt x="53" y="200"/>
                        <a:pt x="53" y="199"/>
                        <a:pt x="53" y="199"/>
                      </a:cubicBezTo>
                      <a:cubicBezTo>
                        <a:pt x="53" y="199"/>
                        <a:pt x="53" y="200"/>
                        <a:pt x="54" y="200"/>
                      </a:cubicBezTo>
                      <a:cubicBezTo>
                        <a:pt x="54" y="200"/>
                        <a:pt x="54" y="199"/>
                        <a:pt x="54" y="199"/>
                      </a:cubicBezTo>
                      <a:cubicBezTo>
                        <a:pt x="54" y="199"/>
                        <a:pt x="55" y="200"/>
                        <a:pt x="55" y="200"/>
                      </a:cubicBezTo>
                      <a:cubicBezTo>
                        <a:pt x="55" y="200"/>
                        <a:pt x="55" y="200"/>
                        <a:pt x="55" y="200"/>
                      </a:cubicBezTo>
                      <a:cubicBezTo>
                        <a:pt x="56" y="200"/>
                        <a:pt x="56" y="199"/>
                        <a:pt x="56" y="199"/>
                      </a:cubicBezTo>
                      <a:cubicBezTo>
                        <a:pt x="56" y="199"/>
                        <a:pt x="56" y="199"/>
                        <a:pt x="56" y="198"/>
                      </a:cubicBezTo>
                      <a:cubicBezTo>
                        <a:pt x="56" y="198"/>
                        <a:pt x="56" y="198"/>
                        <a:pt x="56" y="198"/>
                      </a:cubicBezTo>
                      <a:cubicBezTo>
                        <a:pt x="55" y="198"/>
                        <a:pt x="55" y="198"/>
                        <a:pt x="55" y="198"/>
                      </a:cubicBezTo>
                      <a:cubicBezTo>
                        <a:pt x="55" y="198"/>
                        <a:pt x="55" y="197"/>
                        <a:pt x="55" y="197"/>
                      </a:cubicBezTo>
                      <a:cubicBezTo>
                        <a:pt x="55" y="197"/>
                        <a:pt x="55" y="196"/>
                        <a:pt x="55" y="196"/>
                      </a:cubicBezTo>
                      <a:cubicBezTo>
                        <a:pt x="56" y="196"/>
                        <a:pt x="56" y="195"/>
                        <a:pt x="56" y="195"/>
                      </a:cubicBezTo>
                      <a:cubicBezTo>
                        <a:pt x="57" y="195"/>
                        <a:pt x="57" y="195"/>
                        <a:pt x="57" y="195"/>
                      </a:cubicBezTo>
                      <a:cubicBezTo>
                        <a:pt x="57" y="195"/>
                        <a:pt x="57" y="194"/>
                        <a:pt x="58" y="194"/>
                      </a:cubicBezTo>
                      <a:cubicBezTo>
                        <a:pt x="58" y="194"/>
                        <a:pt x="58" y="193"/>
                        <a:pt x="58" y="193"/>
                      </a:cubicBezTo>
                      <a:cubicBezTo>
                        <a:pt x="58" y="193"/>
                        <a:pt x="58" y="193"/>
                        <a:pt x="58" y="193"/>
                      </a:cubicBezTo>
                      <a:cubicBezTo>
                        <a:pt x="58" y="192"/>
                        <a:pt x="58" y="192"/>
                        <a:pt x="58" y="192"/>
                      </a:cubicBezTo>
                      <a:cubicBezTo>
                        <a:pt x="58" y="192"/>
                        <a:pt x="58" y="191"/>
                        <a:pt x="58" y="191"/>
                      </a:cubicBezTo>
                      <a:cubicBezTo>
                        <a:pt x="58" y="191"/>
                        <a:pt x="58" y="191"/>
                        <a:pt x="58" y="191"/>
                      </a:cubicBezTo>
                      <a:cubicBezTo>
                        <a:pt x="58" y="191"/>
                        <a:pt x="58" y="190"/>
                        <a:pt x="58" y="190"/>
                      </a:cubicBezTo>
                      <a:cubicBezTo>
                        <a:pt x="58" y="190"/>
                        <a:pt x="58" y="189"/>
                        <a:pt x="58" y="189"/>
                      </a:cubicBezTo>
                      <a:cubicBezTo>
                        <a:pt x="58" y="189"/>
                        <a:pt x="58" y="189"/>
                        <a:pt x="58" y="189"/>
                      </a:cubicBezTo>
                      <a:cubicBezTo>
                        <a:pt x="58" y="188"/>
                        <a:pt x="58" y="188"/>
                        <a:pt x="58" y="188"/>
                      </a:cubicBezTo>
                      <a:cubicBezTo>
                        <a:pt x="57" y="187"/>
                        <a:pt x="57" y="187"/>
                        <a:pt x="57" y="187"/>
                      </a:cubicBezTo>
                      <a:cubicBezTo>
                        <a:pt x="57" y="187"/>
                        <a:pt x="58" y="186"/>
                        <a:pt x="58" y="186"/>
                      </a:cubicBezTo>
                      <a:cubicBezTo>
                        <a:pt x="58" y="186"/>
                        <a:pt x="58" y="185"/>
                        <a:pt x="59" y="185"/>
                      </a:cubicBezTo>
                      <a:cubicBezTo>
                        <a:pt x="59" y="185"/>
                        <a:pt x="59" y="184"/>
                        <a:pt x="59" y="184"/>
                      </a:cubicBezTo>
                      <a:cubicBezTo>
                        <a:pt x="60" y="184"/>
                        <a:pt x="60" y="183"/>
                        <a:pt x="60" y="183"/>
                      </a:cubicBezTo>
                      <a:cubicBezTo>
                        <a:pt x="60" y="182"/>
                        <a:pt x="60" y="182"/>
                        <a:pt x="60" y="182"/>
                      </a:cubicBezTo>
                      <a:cubicBezTo>
                        <a:pt x="61" y="181"/>
                        <a:pt x="62" y="181"/>
                        <a:pt x="62" y="181"/>
                      </a:cubicBezTo>
                      <a:cubicBezTo>
                        <a:pt x="63" y="180"/>
                        <a:pt x="64" y="180"/>
                        <a:pt x="64" y="180"/>
                      </a:cubicBezTo>
                      <a:cubicBezTo>
                        <a:pt x="65" y="180"/>
                        <a:pt x="65" y="180"/>
                        <a:pt x="65" y="180"/>
                      </a:cubicBezTo>
                      <a:cubicBezTo>
                        <a:pt x="65" y="179"/>
                        <a:pt x="65" y="179"/>
                        <a:pt x="65" y="179"/>
                      </a:cubicBezTo>
                      <a:cubicBezTo>
                        <a:pt x="65" y="179"/>
                        <a:pt x="64" y="179"/>
                        <a:pt x="64" y="179"/>
                      </a:cubicBezTo>
                      <a:cubicBezTo>
                        <a:pt x="64" y="179"/>
                        <a:pt x="64" y="179"/>
                        <a:pt x="63" y="179"/>
                      </a:cubicBezTo>
                      <a:cubicBezTo>
                        <a:pt x="63" y="179"/>
                        <a:pt x="62" y="179"/>
                        <a:pt x="62" y="179"/>
                      </a:cubicBezTo>
                      <a:cubicBezTo>
                        <a:pt x="62" y="179"/>
                        <a:pt x="62" y="178"/>
                        <a:pt x="62" y="178"/>
                      </a:cubicBezTo>
                      <a:cubicBezTo>
                        <a:pt x="61" y="178"/>
                        <a:pt x="61" y="178"/>
                        <a:pt x="61" y="178"/>
                      </a:cubicBezTo>
                      <a:cubicBezTo>
                        <a:pt x="60" y="178"/>
                        <a:pt x="60" y="178"/>
                        <a:pt x="60" y="177"/>
                      </a:cubicBezTo>
                      <a:cubicBezTo>
                        <a:pt x="60" y="177"/>
                        <a:pt x="60" y="177"/>
                        <a:pt x="60" y="177"/>
                      </a:cubicBezTo>
                      <a:cubicBezTo>
                        <a:pt x="60" y="177"/>
                        <a:pt x="60" y="177"/>
                        <a:pt x="60" y="176"/>
                      </a:cubicBezTo>
                      <a:cubicBezTo>
                        <a:pt x="60" y="176"/>
                        <a:pt x="60" y="176"/>
                        <a:pt x="60" y="176"/>
                      </a:cubicBezTo>
                      <a:cubicBezTo>
                        <a:pt x="61" y="176"/>
                        <a:pt x="61" y="176"/>
                        <a:pt x="61" y="176"/>
                      </a:cubicBezTo>
                      <a:cubicBezTo>
                        <a:pt x="62" y="176"/>
                        <a:pt x="62" y="175"/>
                        <a:pt x="62" y="175"/>
                      </a:cubicBezTo>
                      <a:cubicBezTo>
                        <a:pt x="62" y="175"/>
                        <a:pt x="63" y="175"/>
                        <a:pt x="63" y="175"/>
                      </a:cubicBezTo>
                      <a:cubicBezTo>
                        <a:pt x="63" y="175"/>
                        <a:pt x="64" y="175"/>
                        <a:pt x="64" y="175"/>
                      </a:cubicBezTo>
                      <a:cubicBezTo>
                        <a:pt x="64" y="175"/>
                        <a:pt x="65" y="175"/>
                        <a:pt x="65" y="175"/>
                      </a:cubicBezTo>
                      <a:cubicBezTo>
                        <a:pt x="65" y="175"/>
                        <a:pt x="65" y="176"/>
                        <a:pt x="65" y="176"/>
                      </a:cubicBezTo>
                      <a:cubicBezTo>
                        <a:pt x="65" y="176"/>
                        <a:pt x="66" y="176"/>
                        <a:pt x="66" y="176"/>
                      </a:cubicBezTo>
                      <a:cubicBezTo>
                        <a:pt x="66" y="177"/>
                        <a:pt x="65" y="177"/>
                        <a:pt x="65" y="177"/>
                      </a:cubicBezTo>
                      <a:cubicBezTo>
                        <a:pt x="65" y="177"/>
                        <a:pt x="65" y="177"/>
                        <a:pt x="65" y="177"/>
                      </a:cubicBezTo>
                      <a:cubicBezTo>
                        <a:pt x="66" y="178"/>
                        <a:pt x="65" y="178"/>
                        <a:pt x="65" y="178"/>
                      </a:cubicBezTo>
                      <a:cubicBezTo>
                        <a:pt x="65" y="178"/>
                        <a:pt x="66" y="178"/>
                        <a:pt x="66" y="178"/>
                      </a:cubicBezTo>
                      <a:cubicBezTo>
                        <a:pt x="66" y="178"/>
                        <a:pt x="67" y="178"/>
                        <a:pt x="67" y="178"/>
                      </a:cubicBezTo>
                      <a:cubicBezTo>
                        <a:pt x="67" y="178"/>
                        <a:pt x="68" y="178"/>
                        <a:pt x="68" y="178"/>
                      </a:cubicBezTo>
                      <a:cubicBezTo>
                        <a:pt x="68" y="178"/>
                        <a:pt x="69" y="178"/>
                        <a:pt x="69" y="178"/>
                      </a:cubicBezTo>
                      <a:cubicBezTo>
                        <a:pt x="69" y="178"/>
                        <a:pt x="69" y="178"/>
                        <a:pt x="69" y="178"/>
                      </a:cubicBezTo>
                      <a:cubicBezTo>
                        <a:pt x="69" y="178"/>
                        <a:pt x="69" y="178"/>
                        <a:pt x="69" y="177"/>
                      </a:cubicBezTo>
                      <a:cubicBezTo>
                        <a:pt x="69" y="177"/>
                        <a:pt x="69" y="177"/>
                        <a:pt x="69" y="177"/>
                      </a:cubicBezTo>
                      <a:cubicBezTo>
                        <a:pt x="69" y="177"/>
                        <a:pt x="70" y="176"/>
                        <a:pt x="70" y="176"/>
                      </a:cubicBezTo>
                      <a:cubicBezTo>
                        <a:pt x="70" y="176"/>
                        <a:pt x="70" y="175"/>
                        <a:pt x="70" y="174"/>
                      </a:cubicBezTo>
                      <a:cubicBezTo>
                        <a:pt x="70" y="174"/>
                        <a:pt x="70" y="174"/>
                        <a:pt x="69" y="174"/>
                      </a:cubicBezTo>
                      <a:cubicBezTo>
                        <a:pt x="69" y="173"/>
                        <a:pt x="70" y="173"/>
                        <a:pt x="70" y="173"/>
                      </a:cubicBezTo>
                      <a:cubicBezTo>
                        <a:pt x="70" y="173"/>
                        <a:pt x="70" y="173"/>
                        <a:pt x="70" y="173"/>
                      </a:cubicBezTo>
                      <a:cubicBezTo>
                        <a:pt x="69" y="172"/>
                        <a:pt x="69" y="172"/>
                        <a:pt x="69" y="172"/>
                      </a:cubicBezTo>
                      <a:cubicBezTo>
                        <a:pt x="69" y="172"/>
                        <a:pt x="69" y="171"/>
                        <a:pt x="69" y="171"/>
                      </a:cubicBezTo>
                      <a:cubicBezTo>
                        <a:pt x="68" y="171"/>
                        <a:pt x="68" y="171"/>
                        <a:pt x="67" y="171"/>
                      </a:cubicBezTo>
                      <a:cubicBezTo>
                        <a:pt x="67" y="171"/>
                        <a:pt x="67" y="172"/>
                        <a:pt x="66" y="172"/>
                      </a:cubicBezTo>
                      <a:cubicBezTo>
                        <a:pt x="66" y="172"/>
                        <a:pt x="65" y="172"/>
                        <a:pt x="65" y="172"/>
                      </a:cubicBezTo>
                      <a:cubicBezTo>
                        <a:pt x="65" y="172"/>
                        <a:pt x="65" y="172"/>
                        <a:pt x="65" y="172"/>
                      </a:cubicBezTo>
                      <a:cubicBezTo>
                        <a:pt x="65" y="172"/>
                        <a:pt x="66" y="172"/>
                        <a:pt x="66" y="173"/>
                      </a:cubicBezTo>
                      <a:cubicBezTo>
                        <a:pt x="67" y="173"/>
                        <a:pt x="67" y="173"/>
                        <a:pt x="67" y="173"/>
                      </a:cubicBezTo>
                      <a:cubicBezTo>
                        <a:pt x="67" y="173"/>
                        <a:pt x="67" y="174"/>
                        <a:pt x="67" y="174"/>
                      </a:cubicBezTo>
                      <a:cubicBezTo>
                        <a:pt x="66" y="174"/>
                        <a:pt x="66" y="174"/>
                        <a:pt x="66" y="174"/>
                      </a:cubicBezTo>
                      <a:cubicBezTo>
                        <a:pt x="66" y="174"/>
                        <a:pt x="66" y="174"/>
                        <a:pt x="66" y="174"/>
                      </a:cubicBezTo>
                      <a:cubicBezTo>
                        <a:pt x="66" y="174"/>
                        <a:pt x="65" y="174"/>
                        <a:pt x="65" y="174"/>
                      </a:cubicBezTo>
                      <a:cubicBezTo>
                        <a:pt x="65" y="174"/>
                        <a:pt x="65" y="174"/>
                        <a:pt x="65" y="174"/>
                      </a:cubicBezTo>
                      <a:cubicBezTo>
                        <a:pt x="65" y="174"/>
                        <a:pt x="64" y="174"/>
                        <a:pt x="63" y="174"/>
                      </a:cubicBezTo>
                      <a:cubicBezTo>
                        <a:pt x="63" y="174"/>
                        <a:pt x="64" y="172"/>
                        <a:pt x="64" y="172"/>
                      </a:cubicBezTo>
                      <a:cubicBezTo>
                        <a:pt x="64" y="172"/>
                        <a:pt x="63" y="172"/>
                        <a:pt x="63" y="172"/>
                      </a:cubicBezTo>
                      <a:cubicBezTo>
                        <a:pt x="62" y="172"/>
                        <a:pt x="62" y="172"/>
                        <a:pt x="61" y="172"/>
                      </a:cubicBezTo>
                      <a:cubicBezTo>
                        <a:pt x="61" y="172"/>
                        <a:pt x="60" y="171"/>
                        <a:pt x="60" y="171"/>
                      </a:cubicBezTo>
                      <a:cubicBezTo>
                        <a:pt x="60" y="171"/>
                        <a:pt x="60" y="170"/>
                        <a:pt x="60" y="170"/>
                      </a:cubicBezTo>
                      <a:cubicBezTo>
                        <a:pt x="59" y="170"/>
                        <a:pt x="59" y="170"/>
                        <a:pt x="59" y="170"/>
                      </a:cubicBezTo>
                      <a:cubicBezTo>
                        <a:pt x="59" y="169"/>
                        <a:pt x="60" y="168"/>
                        <a:pt x="60" y="168"/>
                      </a:cubicBezTo>
                      <a:cubicBezTo>
                        <a:pt x="60" y="167"/>
                        <a:pt x="60" y="166"/>
                        <a:pt x="60" y="166"/>
                      </a:cubicBezTo>
                      <a:cubicBezTo>
                        <a:pt x="60" y="165"/>
                        <a:pt x="60" y="165"/>
                        <a:pt x="60" y="165"/>
                      </a:cubicBezTo>
                      <a:cubicBezTo>
                        <a:pt x="59" y="164"/>
                        <a:pt x="59" y="163"/>
                        <a:pt x="59" y="162"/>
                      </a:cubicBezTo>
                      <a:cubicBezTo>
                        <a:pt x="59" y="162"/>
                        <a:pt x="59" y="160"/>
                        <a:pt x="59" y="159"/>
                      </a:cubicBezTo>
                      <a:cubicBezTo>
                        <a:pt x="59" y="159"/>
                        <a:pt x="59" y="159"/>
                        <a:pt x="60" y="159"/>
                      </a:cubicBezTo>
                      <a:cubicBezTo>
                        <a:pt x="60" y="158"/>
                        <a:pt x="61" y="158"/>
                        <a:pt x="61" y="158"/>
                      </a:cubicBezTo>
                      <a:cubicBezTo>
                        <a:pt x="61" y="158"/>
                        <a:pt x="61" y="159"/>
                        <a:pt x="61" y="159"/>
                      </a:cubicBezTo>
                      <a:cubicBezTo>
                        <a:pt x="61" y="159"/>
                        <a:pt x="61" y="159"/>
                        <a:pt x="62" y="159"/>
                      </a:cubicBezTo>
                      <a:cubicBezTo>
                        <a:pt x="62" y="159"/>
                        <a:pt x="63" y="159"/>
                        <a:pt x="64" y="160"/>
                      </a:cubicBezTo>
                      <a:cubicBezTo>
                        <a:pt x="64" y="160"/>
                        <a:pt x="65" y="160"/>
                        <a:pt x="65" y="161"/>
                      </a:cubicBezTo>
                      <a:cubicBezTo>
                        <a:pt x="66" y="161"/>
                        <a:pt x="66" y="161"/>
                        <a:pt x="67" y="161"/>
                      </a:cubicBezTo>
                      <a:cubicBezTo>
                        <a:pt x="67" y="161"/>
                        <a:pt x="68" y="162"/>
                        <a:pt x="69" y="162"/>
                      </a:cubicBezTo>
                      <a:cubicBezTo>
                        <a:pt x="69" y="162"/>
                        <a:pt x="73" y="162"/>
                        <a:pt x="73" y="162"/>
                      </a:cubicBezTo>
                      <a:cubicBezTo>
                        <a:pt x="74" y="162"/>
                        <a:pt x="74" y="162"/>
                        <a:pt x="75" y="161"/>
                      </a:cubicBezTo>
                      <a:cubicBezTo>
                        <a:pt x="75" y="161"/>
                        <a:pt x="75" y="161"/>
                        <a:pt x="75" y="161"/>
                      </a:cubicBezTo>
                      <a:cubicBezTo>
                        <a:pt x="76" y="161"/>
                        <a:pt x="77" y="161"/>
                        <a:pt x="77" y="160"/>
                      </a:cubicBezTo>
                      <a:cubicBezTo>
                        <a:pt x="77" y="160"/>
                        <a:pt x="79" y="160"/>
                        <a:pt x="79" y="160"/>
                      </a:cubicBezTo>
                      <a:cubicBezTo>
                        <a:pt x="79" y="159"/>
                        <a:pt x="79" y="158"/>
                        <a:pt x="79" y="158"/>
                      </a:cubicBezTo>
                      <a:cubicBezTo>
                        <a:pt x="79" y="158"/>
                        <a:pt x="79" y="158"/>
                        <a:pt x="78" y="158"/>
                      </a:cubicBezTo>
                      <a:cubicBezTo>
                        <a:pt x="78" y="158"/>
                        <a:pt x="78" y="158"/>
                        <a:pt x="78" y="157"/>
                      </a:cubicBezTo>
                      <a:cubicBezTo>
                        <a:pt x="78" y="157"/>
                        <a:pt x="78" y="157"/>
                        <a:pt x="79" y="157"/>
                      </a:cubicBezTo>
                      <a:cubicBezTo>
                        <a:pt x="79" y="157"/>
                        <a:pt x="80" y="157"/>
                        <a:pt x="80" y="157"/>
                      </a:cubicBezTo>
                      <a:cubicBezTo>
                        <a:pt x="80" y="157"/>
                        <a:pt x="80" y="157"/>
                        <a:pt x="80" y="156"/>
                      </a:cubicBezTo>
                      <a:cubicBezTo>
                        <a:pt x="80" y="156"/>
                        <a:pt x="79" y="156"/>
                        <a:pt x="79" y="156"/>
                      </a:cubicBezTo>
                      <a:cubicBezTo>
                        <a:pt x="78" y="156"/>
                        <a:pt x="78" y="155"/>
                        <a:pt x="78" y="155"/>
                      </a:cubicBezTo>
                      <a:cubicBezTo>
                        <a:pt x="78" y="155"/>
                        <a:pt x="78" y="154"/>
                        <a:pt x="78" y="154"/>
                      </a:cubicBezTo>
                      <a:cubicBezTo>
                        <a:pt x="79" y="154"/>
                        <a:pt x="79" y="154"/>
                        <a:pt x="79" y="154"/>
                      </a:cubicBezTo>
                      <a:cubicBezTo>
                        <a:pt x="79" y="154"/>
                        <a:pt x="79" y="154"/>
                        <a:pt x="79" y="153"/>
                      </a:cubicBezTo>
                      <a:cubicBezTo>
                        <a:pt x="79" y="153"/>
                        <a:pt x="79" y="151"/>
                        <a:pt x="79" y="151"/>
                      </a:cubicBezTo>
                      <a:cubicBezTo>
                        <a:pt x="79" y="151"/>
                        <a:pt x="79" y="150"/>
                        <a:pt x="79" y="150"/>
                      </a:cubicBezTo>
                      <a:cubicBezTo>
                        <a:pt x="79" y="150"/>
                        <a:pt x="80" y="150"/>
                        <a:pt x="80" y="150"/>
                      </a:cubicBezTo>
                      <a:cubicBezTo>
                        <a:pt x="80" y="150"/>
                        <a:pt x="80" y="149"/>
                        <a:pt x="80" y="149"/>
                      </a:cubicBezTo>
                      <a:cubicBezTo>
                        <a:pt x="80" y="149"/>
                        <a:pt x="80" y="148"/>
                        <a:pt x="80" y="148"/>
                      </a:cubicBezTo>
                      <a:cubicBezTo>
                        <a:pt x="80" y="148"/>
                        <a:pt x="81" y="147"/>
                        <a:pt x="81" y="147"/>
                      </a:cubicBezTo>
                      <a:cubicBezTo>
                        <a:pt x="81" y="147"/>
                        <a:pt x="81" y="146"/>
                        <a:pt x="81" y="146"/>
                      </a:cubicBezTo>
                      <a:cubicBezTo>
                        <a:pt x="81" y="146"/>
                        <a:pt x="80" y="146"/>
                        <a:pt x="80" y="145"/>
                      </a:cubicBezTo>
                      <a:cubicBezTo>
                        <a:pt x="79" y="145"/>
                        <a:pt x="79" y="145"/>
                        <a:pt x="79" y="144"/>
                      </a:cubicBezTo>
                      <a:cubicBezTo>
                        <a:pt x="79" y="144"/>
                        <a:pt x="79" y="143"/>
                        <a:pt x="79" y="143"/>
                      </a:cubicBezTo>
                      <a:cubicBezTo>
                        <a:pt x="79" y="143"/>
                        <a:pt x="80" y="142"/>
                        <a:pt x="80" y="142"/>
                      </a:cubicBezTo>
                      <a:cubicBezTo>
                        <a:pt x="80" y="142"/>
                        <a:pt x="80" y="142"/>
                        <a:pt x="80" y="141"/>
                      </a:cubicBezTo>
                      <a:cubicBezTo>
                        <a:pt x="80" y="141"/>
                        <a:pt x="79" y="142"/>
                        <a:pt x="79" y="142"/>
                      </a:cubicBezTo>
                      <a:cubicBezTo>
                        <a:pt x="79" y="142"/>
                        <a:pt x="79" y="141"/>
                        <a:pt x="79" y="141"/>
                      </a:cubicBezTo>
                      <a:cubicBezTo>
                        <a:pt x="79" y="141"/>
                        <a:pt x="79" y="141"/>
                        <a:pt x="79" y="141"/>
                      </a:cubicBezTo>
                      <a:cubicBezTo>
                        <a:pt x="78" y="141"/>
                        <a:pt x="78" y="141"/>
                        <a:pt x="77" y="141"/>
                      </a:cubicBezTo>
                      <a:cubicBezTo>
                        <a:pt x="77" y="141"/>
                        <a:pt x="77" y="140"/>
                        <a:pt x="77" y="140"/>
                      </a:cubicBezTo>
                      <a:cubicBezTo>
                        <a:pt x="77" y="140"/>
                        <a:pt x="78" y="139"/>
                        <a:pt x="78" y="140"/>
                      </a:cubicBezTo>
                      <a:cubicBezTo>
                        <a:pt x="79" y="140"/>
                        <a:pt x="79" y="140"/>
                        <a:pt x="80" y="141"/>
                      </a:cubicBezTo>
                      <a:cubicBezTo>
                        <a:pt x="81" y="142"/>
                        <a:pt x="81" y="142"/>
                        <a:pt x="82" y="142"/>
                      </a:cubicBezTo>
                      <a:cubicBezTo>
                        <a:pt x="83" y="142"/>
                        <a:pt x="86" y="142"/>
                        <a:pt x="87" y="142"/>
                      </a:cubicBezTo>
                      <a:cubicBezTo>
                        <a:pt x="88" y="142"/>
                        <a:pt x="90" y="142"/>
                        <a:pt x="91" y="142"/>
                      </a:cubicBezTo>
                      <a:cubicBezTo>
                        <a:pt x="91" y="141"/>
                        <a:pt x="94" y="141"/>
                        <a:pt x="95" y="141"/>
                      </a:cubicBezTo>
                      <a:cubicBezTo>
                        <a:pt x="95" y="141"/>
                        <a:pt x="101" y="140"/>
                        <a:pt x="102" y="139"/>
                      </a:cubicBezTo>
                      <a:cubicBezTo>
                        <a:pt x="103" y="139"/>
                        <a:pt x="106" y="138"/>
                        <a:pt x="106" y="138"/>
                      </a:cubicBezTo>
                      <a:cubicBezTo>
                        <a:pt x="107" y="138"/>
                        <a:pt x="111" y="136"/>
                        <a:pt x="111" y="136"/>
                      </a:cubicBezTo>
                      <a:cubicBezTo>
                        <a:pt x="112" y="135"/>
                        <a:pt x="112" y="134"/>
                        <a:pt x="112" y="134"/>
                      </a:cubicBezTo>
                      <a:cubicBezTo>
                        <a:pt x="112" y="134"/>
                        <a:pt x="113" y="133"/>
                        <a:pt x="113" y="132"/>
                      </a:cubicBezTo>
                      <a:cubicBezTo>
                        <a:pt x="113" y="132"/>
                        <a:pt x="113" y="132"/>
                        <a:pt x="113" y="131"/>
                      </a:cubicBezTo>
                      <a:cubicBezTo>
                        <a:pt x="114" y="131"/>
                        <a:pt x="114" y="130"/>
                        <a:pt x="115" y="130"/>
                      </a:cubicBezTo>
                      <a:cubicBezTo>
                        <a:pt x="115" y="130"/>
                        <a:pt x="116" y="129"/>
                        <a:pt x="116" y="128"/>
                      </a:cubicBezTo>
                      <a:cubicBezTo>
                        <a:pt x="116" y="128"/>
                        <a:pt x="116" y="127"/>
                        <a:pt x="116" y="127"/>
                      </a:cubicBezTo>
                      <a:cubicBezTo>
                        <a:pt x="116" y="127"/>
                        <a:pt x="117" y="126"/>
                        <a:pt x="117" y="126"/>
                      </a:cubicBezTo>
                      <a:cubicBezTo>
                        <a:pt x="117" y="125"/>
                        <a:pt x="118" y="125"/>
                        <a:pt x="118" y="125"/>
                      </a:cubicBezTo>
                      <a:cubicBezTo>
                        <a:pt x="118" y="124"/>
                        <a:pt x="119" y="123"/>
                        <a:pt x="119" y="123"/>
                      </a:cubicBezTo>
                      <a:cubicBezTo>
                        <a:pt x="119" y="119"/>
                        <a:pt x="119" y="119"/>
                        <a:pt x="119" y="119"/>
                      </a:cubicBezTo>
                      <a:cubicBezTo>
                        <a:pt x="119" y="119"/>
                        <a:pt x="117" y="119"/>
                        <a:pt x="116" y="118"/>
                      </a:cubicBezTo>
                      <a:cubicBezTo>
                        <a:pt x="116" y="118"/>
                        <a:pt x="115" y="118"/>
                        <a:pt x="115" y="117"/>
                      </a:cubicBezTo>
                      <a:cubicBezTo>
                        <a:pt x="115" y="117"/>
                        <a:pt x="114" y="116"/>
                        <a:pt x="114" y="116"/>
                      </a:cubicBezTo>
                      <a:cubicBezTo>
                        <a:pt x="114" y="116"/>
                        <a:pt x="114" y="115"/>
                        <a:pt x="114" y="114"/>
                      </a:cubicBezTo>
                      <a:cubicBezTo>
                        <a:pt x="114" y="113"/>
                        <a:pt x="114" y="113"/>
                        <a:pt x="115" y="112"/>
                      </a:cubicBezTo>
                      <a:cubicBezTo>
                        <a:pt x="115" y="112"/>
                        <a:pt x="115" y="111"/>
                        <a:pt x="115" y="111"/>
                      </a:cubicBezTo>
                      <a:cubicBezTo>
                        <a:pt x="115" y="111"/>
                        <a:pt x="115" y="110"/>
                        <a:pt x="115" y="109"/>
                      </a:cubicBezTo>
                      <a:cubicBezTo>
                        <a:pt x="115" y="109"/>
                        <a:pt x="114" y="108"/>
                        <a:pt x="114" y="108"/>
                      </a:cubicBezTo>
                      <a:cubicBezTo>
                        <a:pt x="113" y="107"/>
                        <a:pt x="112" y="107"/>
                        <a:pt x="111" y="107"/>
                      </a:cubicBezTo>
                      <a:cubicBezTo>
                        <a:pt x="111" y="106"/>
                        <a:pt x="109" y="106"/>
                        <a:pt x="109" y="105"/>
                      </a:cubicBezTo>
                      <a:cubicBezTo>
                        <a:pt x="109" y="105"/>
                        <a:pt x="107" y="104"/>
                        <a:pt x="107" y="104"/>
                      </a:cubicBezTo>
                      <a:cubicBezTo>
                        <a:pt x="107" y="104"/>
                        <a:pt x="106" y="103"/>
                        <a:pt x="106" y="102"/>
                      </a:cubicBezTo>
                      <a:cubicBezTo>
                        <a:pt x="106" y="102"/>
                        <a:pt x="106" y="101"/>
                        <a:pt x="106" y="101"/>
                      </a:cubicBezTo>
                      <a:cubicBezTo>
                        <a:pt x="106" y="101"/>
                        <a:pt x="107" y="100"/>
                        <a:pt x="107" y="100"/>
                      </a:cubicBezTo>
                      <a:cubicBezTo>
                        <a:pt x="107" y="100"/>
                        <a:pt x="107" y="99"/>
                        <a:pt x="107" y="99"/>
                      </a:cubicBezTo>
                      <a:cubicBezTo>
                        <a:pt x="107" y="98"/>
                        <a:pt x="107" y="98"/>
                        <a:pt x="107" y="98"/>
                      </a:cubicBezTo>
                      <a:cubicBezTo>
                        <a:pt x="107" y="98"/>
                        <a:pt x="106" y="97"/>
                        <a:pt x="106" y="96"/>
                      </a:cubicBezTo>
                      <a:cubicBezTo>
                        <a:pt x="106" y="96"/>
                        <a:pt x="106" y="96"/>
                        <a:pt x="106" y="95"/>
                      </a:cubicBezTo>
                      <a:cubicBezTo>
                        <a:pt x="106" y="95"/>
                        <a:pt x="106" y="94"/>
                        <a:pt x="106" y="94"/>
                      </a:cubicBezTo>
                      <a:cubicBezTo>
                        <a:pt x="106" y="94"/>
                        <a:pt x="106" y="93"/>
                        <a:pt x="106" y="92"/>
                      </a:cubicBezTo>
                      <a:cubicBezTo>
                        <a:pt x="106" y="92"/>
                        <a:pt x="106" y="91"/>
                        <a:pt x="106" y="91"/>
                      </a:cubicBezTo>
                      <a:cubicBezTo>
                        <a:pt x="107" y="91"/>
                        <a:pt x="107" y="91"/>
                        <a:pt x="107" y="91"/>
                      </a:cubicBezTo>
                      <a:cubicBezTo>
                        <a:pt x="107" y="91"/>
                        <a:pt x="108" y="91"/>
                        <a:pt x="108" y="90"/>
                      </a:cubicBezTo>
                      <a:cubicBezTo>
                        <a:pt x="108" y="90"/>
                        <a:pt x="108" y="90"/>
                        <a:pt x="108" y="89"/>
                      </a:cubicBezTo>
                      <a:cubicBezTo>
                        <a:pt x="108" y="89"/>
                        <a:pt x="108" y="89"/>
                        <a:pt x="108" y="89"/>
                      </a:cubicBezTo>
                      <a:cubicBezTo>
                        <a:pt x="108" y="88"/>
                        <a:pt x="108" y="88"/>
                        <a:pt x="108" y="88"/>
                      </a:cubicBezTo>
                      <a:cubicBezTo>
                        <a:pt x="108" y="88"/>
                        <a:pt x="108" y="87"/>
                        <a:pt x="108" y="87"/>
                      </a:cubicBezTo>
                      <a:cubicBezTo>
                        <a:pt x="108" y="87"/>
                        <a:pt x="108" y="86"/>
                        <a:pt x="108" y="86"/>
                      </a:cubicBezTo>
                      <a:cubicBezTo>
                        <a:pt x="108" y="86"/>
                        <a:pt x="108" y="85"/>
                        <a:pt x="108" y="85"/>
                      </a:cubicBezTo>
                      <a:cubicBezTo>
                        <a:pt x="108" y="85"/>
                        <a:pt x="108" y="85"/>
                        <a:pt x="108" y="85"/>
                      </a:cubicBezTo>
                      <a:cubicBezTo>
                        <a:pt x="108" y="84"/>
                        <a:pt x="108" y="84"/>
                        <a:pt x="108" y="84"/>
                      </a:cubicBezTo>
                      <a:cubicBezTo>
                        <a:pt x="108" y="84"/>
                        <a:pt x="108" y="84"/>
                        <a:pt x="108" y="84"/>
                      </a:cubicBezTo>
                      <a:cubicBezTo>
                        <a:pt x="108" y="83"/>
                        <a:pt x="108" y="83"/>
                        <a:pt x="108" y="83"/>
                      </a:cubicBezTo>
                      <a:cubicBezTo>
                        <a:pt x="108" y="83"/>
                        <a:pt x="108" y="83"/>
                        <a:pt x="108" y="83"/>
                      </a:cubicBezTo>
                      <a:cubicBezTo>
                        <a:pt x="108" y="82"/>
                        <a:pt x="108" y="82"/>
                        <a:pt x="108" y="82"/>
                      </a:cubicBezTo>
                      <a:cubicBezTo>
                        <a:pt x="108" y="82"/>
                        <a:pt x="108" y="82"/>
                        <a:pt x="108" y="81"/>
                      </a:cubicBezTo>
                      <a:cubicBezTo>
                        <a:pt x="108" y="81"/>
                        <a:pt x="108" y="81"/>
                        <a:pt x="108" y="81"/>
                      </a:cubicBezTo>
                      <a:cubicBezTo>
                        <a:pt x="108" y="80"/>
                        <a:pt x="108" y="80"/>
                        <a:pt x="108" y="80"/>
                      </a:cubicBezTo>
                      <a:cubicBezTo>
                        <a:pt x="108" y="80"/>
                        <a:pt x="109" y="80"/>
                        <a:pt x="109" y="80"/>
                      </a:cubicBezTo>
                      <a:cubicBezTo>
                        <a:pt x="109" y="80"/>
                        <a:pt x="109" y="80"/>
                        <a:pt x="109" y="79"/>
                      </a:cubicBezTo>
                      <a:cubicBezTo>
                        <a:pt x="109" y="79"/>
                        <a:pt x="109" y="79"/>
                        <a:pt x="109" y="78"/>
                      </a:cubicBezTo>
                      <a:cubicBezTo>
                        <a:pt x="109" y="78"/>
                        <a:pt x="109" y="78"/>
                        <a:pt x="109" y="78"/>
                      </a:cubicBezTo>
                      <a:cubicBezTo>
                        <a:pt x="109" y="78"/>
                        <a:pt x="109" y="77"/>
                        <a:pt x="109" y="77"/>
                      </a:cubicBezTo>
                      <a:cubicBezTo>
                        <a:pt x="109" y="77"/>
                        <a:pt x="109" y="77"/>
                        <a:pt x="109" y="77"/>
                      </a:cubicBezTo>
                      <a:cubicBezTo>
                        <a:pt x="109" y="77"/>
                        <a:pt x="109" y="76"/>
                        <a:pt x="109" y="76"/>
                      </a:cubicBezTo>
                      <a:cubicBezTo>
                        <a:pt x="109" y="76"/>
                        <a:pt x="110" y="76"/>
                        <a:pt x="110" y="76"/>
                      </a:cubicBezTo>
                      <a:cubicBezTo>
                        <a:pt x="110" y="75"/>
                        <a:pt x="110" y="75"/>
                        <a:pt x="110" y="75"/>
                      </a:cubicBezTo>
                      <a:cubicBezTo>
                        <a:pt x="110" y="73"/>
                        <a:pt x="110" y="73"/>
                        <a:pt x="110" y="73"/>
                      </a:cubicBezTo>
                      <a:cubicBezTo>
                        <a:pt x="110" y="73"/>
                        <a:pt x="110" y="73"/>
                        <a:pt x="110" y="73"/>
                      </a:cubicBezTo>
                      <a:cubicBezTo>
                        <a:pt x="111" y="72"/>
                        <a:pt x="111" y="72"/>
                        <a:pt x="111" y="72"/>
                      </a:cubicBezTo>
                      <a:cubicBezTo>
                        <a:pt x="111" y="72"/>
                        <a:pt x="110" y="72"/>
                        <a:pt x="110" y="72"/>
                      </a:cubicBezTo>
                      <a:cubicBezTo>
                        <a:pt x="110" y="71"/>
                        <a:pt x="110" y="71"/>
                        <a:pt x="110" y="71"/>
                      </a:cubicBezTo>
                      <a:cubicBezTo>
                        <a:pt x="110" y="70"/>
                        <a:pt x="110" y="70"/>
                        <a:pt x="110" y="70"/>
                      </a:cubicBezTo>
                      <a:cubicBezTo>
                        <a:pt x="110" y="70"/>
                        <a:pt x="110" y="69"/>
                        <a:pt x="110" y="69"/>
                      </a:cubicBezTo>
                      <a:cubicBezTo>
                        <a:pt x="110" y="69"/>
                        <a:pt x="112" y="68"/>
                        <a:pt x="112" y="68"/>
                      </a:cubicBezTo>
                      <a:cubicBezTo>
                        <a:pt x="112" y="67"/>
                        <a:pt x="112" y="67"/>
                        <a:pt x="112" y="67"/>
                      </a:cubicBezTo>
                      <a:cubicBezTo>
                        <a:pt x="112" y="67"/>
                        <a:pt x="112" y="67"/>
                        <a:pt x="112" y="67"/>
                      </a:cubicBezTo>
                      <a:cubicBezTo>
                        <a:pt x="112" y="67"/>
                        <a:pt x="113" y="66"/>
                        <a:pt x="113" y="66"/>
                      </a:cubicBezTo>
                      <a:cubicBezTo>
                        <a:pt x="113" y="66"/>
                        <a:pt x="113" y="65"/>
                        <a:pt x="113" y="65"/>
                      </a:cubicBezTo>
                      <a:cubicBezTo>
                        <a:pt x="113" y="65"/>
                        <a:pt x="114" y="65"/>
                        <a:pt x="114" y="65"/>
                      </a:cubicBezTo>
                      <a:cubicBezTo>
                        <a:pt x="114" y="65"/>
                        <a:pt x="114" y="64"/>
                        <a:pt x="114" y="64"/>
                      </a:cubicBezTo>
                      <a:cubicBezTo>
                        <a:pt x="114" y="63"/>
                        <a:pt x="115" y="63"/>
                        <a:pt x="115" y="63"/>
                      </a:cubicBezTo>
                      <a:cubicBezTo>
                        <a:pt x="115" y="63"/>
                        <a:pt x="115" y="63"/>
                        <a:pt x="116" y="63"/>
                      </a:cubicBezTo>
                      <a:cubicBezTo>
                        <a:pt x="116" y="62"/>
                        <a:pt x="116" y="62"/>
                        <a:pt x="117" y="62"/>
                      </a:cubicBezTo>
                      <a:cubicBezTo>
                        <a:pt x="117" y="61"/>
                        <a:pt x="118" y="60"/>
                        <a:pt x="118" y="60"/>
                      </a:cubicBezTo>
                      <a:cubicBezTo>
                        <a:pt x="118" y="60"/>
                        <a:pt x="118" y="59"/>
                        <a:pt x="119" y="59"/>
                      </a:cubicBezTo>
                      <a:cubicBezTo>
                        <a:pt x="119" y="58"/>
                        <a:pt x="119" y="58"/>
                        <a:pt x="120" y="58"/>
                      </a:cubicBezTo>
                      <a:cubicBezTo>
                        <a:pt x="120" y="58"/>
                        <a:pt x="120" y="58"/>
                        <a:pt x="120" y="58"/>
                      </a:cubicBezTo>
                      <a:cubicBezTo>
                        <a:pt x="120" y="58"/>
                        <a:pt x="120" y="57"/>
                        <a:pt x="120" y="57"/>
                      </a:cubicBezTo>
                      <a:cubicBezTo>
                        <a:pt x="120" y="57"/>
                        <a:pt x="121" y="56"/>
                        <a:pt x="121" y="56"/>
                      </a:cubicBezTo>
                      <a:cubicBezTo>
                        <a:pt x="121" y="56"/>
                        <a:pt x="122" y="55"/>
                        <a:pt x="122" y="55"/>
                      </a:cubicBezTo>
                      <a:cubicBezTo>
                        <a:pt x="122" y="55"/>
                        <a:pt x="123" y="54"/>
                        <a:pt x="123" y="54"/>
                      </a:cubicBezTo>
                      <a:cubicBezTo>
                        <a:pt x="123" y="54"/>
                        <a:pt x="123" y="53"/>
                        <a:pt x="124" y="53"/>
                      </a:cubicBezTo>
                      <a:cubicBezTo>
                        <a:pt x="124" y="53"/>
                        <a:pt x="124" y="53"/>
                        <a:pt x="124" y="52"/>
                      </a:cubicBezTo>
                      <a:cubicBezTo>
                        <a:pt x="124" y="52"/>
                        <a:pt x="124" y="52"/>
                        <a:pt x="124" y="52"/>
                      </a:cubicBezTo>
                      <a:cubicBezTo>
                        <a:pt x="124" y="52"/>
                        <a:pt x="125" y="52"/>
                        <a:pt x="125" y="52"/>
                      </a:cubicBezTo>
                      <a:cubicBezTo>
                        <a:pt x="125" y="52"/>
                        <a:pt x="125" y="52"/>
                        <a:pt x="125" y="52"/>
                      </a:cubicBezTo>
                      <a:cubicBezTo>
                        <a:pt x="126" y="52"/>
                        <a:pt x="126" y="51"/>
                        <a:pt x="126" y="51"/>
                      </a:cubicBezTo>
                      <a:cubicBezTo>
                        <a:pt x="125" y="51"/>
                        <a:pt x="125" y="51"/>
                        <a:pt x="125" y="51"/>
                      </a:cubicBezTo>
                      <a:cubicBezTo>
                        <a:pt x="125" y="51"/>
                        <a:pt x="125" y="50"/>
                        <a:pt x="125" y="50"/>
                      </a:cubicBezTo>
                      <a:cubicBezTo>
                        <a:pt x="126" y="50"/>
                        <a:pt x="126" y="50"/>
                        <a:pt x="126" y="50"/>
                      </a:cubicBezTo>
                      <a:cubicBezTo>
                        <a:pt x="126" y="50"/>
                        <a:pt x="126" y="50"/>
                        <a:pt x="126" y="50"/>
                      </a:cubicBezTo>
                      <a:cubicBezTo>
                        <a:pt x="126" y="50"/>
                        <a:pt x="127" y="50"/>
                        <a:pt x="127" y="50"/>
                      </a:cubicBezTo>
                      <a:cubicBezTo>
                        <a:pt x="127" y="50"/>
                        <a:pt x="128" y="49"/>
                        <a:pt x="128" y="49"/>
                      </a:cubicBezTo>
                      <a:cubicBezTo>
                        <a:pt x="128" y="48"/>
                        <a:pt x="129" y="48"/>
                        <a:pt x="129" y="48"/>
                      </a:cubicBezTo>
                      <a:cubicBezTo>
                        <a:pt x="129" y="48"/>
                        <a:pt x="130" y="48"/>
                        <a:pt x="130" y="48"/>
                      </a:cubicBezTo>
                      <a:cubicBezTo>
                        <a:pt x="130" y="48"/>
                        <a:pt x="130" y="47"/>
                        <a:pt x="130" y="47"/>
                      </a:cubicBezTo>
                      <a:cubicBezTo>
                        <a:pt x="130" y="47"/>
                        <a:pt x="131" y="47"/>
                        <a:pt x="131" y="47"/>
                      </a:cubicBezTo>
                      <a:cubicBezTo>
                        <a:pt x="131" y="47"/>
                        <a:pt x="131" y="46"/>
                        <a:pt x="131" y="46"/>
                      </a:cubicBezTo>
                      <a:cubicBezTo>
                        <a:pt x="131" y="46"/>
                        <a:pt x="131" y="45"/>
                        <a:pt x="131" y="45"/>
                      </a:cubicBezTo>
                      <a:cubicBezTo>
                        <a:pt x="131" y="45"/>
                        <a:pt x="132" y="45"/>
                        <a:pt x="132" y="45"/>
                      </a:cubicBezTo>
                      <a:cubicBezTo>
                        <a:pt x="132" y="45"/>
                        <a:pt x="132" y="45"/>
                        <a:pt x="132" y="45"/>
                      </a:cubicBezTo>
                      <a:cubicBezTo>
                        <a:pt x="133" y="45"/>
                        <a:pt x="133" y="45"/>
                        <a:pt x="133" y="45"/>
                      </a:cubicBezTo>
                      <a:cubicBezTo>
                        <a:pt x="133" y="45"/>
                        <a:pt x="133" y="44"/>
                        <a:pt x="133" y="44"/>
                      </a:cubicBezTo>
                      <a:cubicBezTo>
                        <a:pt x="133" y="44"/>
                        <a:pt x="134" y="45"/>
                        <a:pt x="134" y="45"/>
                      </a:cubicBezTo>
                      <a:cubicBezTo>
                        <a:pt x="134" y="45"/>
                        <a:pt x="134" y="44"/>
                        <a:pt x="134" y="44"/>
                      </a:cubicBezTo>
                      <a:cubicBezTo>
                        <a:pt x="134" y="44"/>
                        <a:pt x="135" y="44"/>
                        <a:pt x="135" y="44"/>
                      </a:cubicBezTo>
                      <a:cubicBezTo>
                        <a:pt x="135" y="44"/>
                        <a:pt x="135" y="44"/>
                        <a:pt x="135" y="44"/>
                      </a:cubicBezTo>
                      <a:cubicBezTo>
                        <a:pt x="135" y="44"/>
                        <a:pt x="135" y="44"/>
                        <a:pt x="136" y="44"/>
                      </a:cubicBezTo>
                      <a:cubicBezTo>
                        <a:pt x="136" y="44"/>
                        <a:pt x="136" y="43"/>
                        <a:pt x="136" y="43"/>
                      </a:cubicBezTo>
                      <a:cubicBezTo>
                        <a:pt x="136" y="43"/>
                        <a:pt x="137" y="43"/>
                        <a:pt x="137" y="43"/>
                      </a:cubicBezTo>
                      <a:cubicBezTo>
                        <a:pt x="137" y="43"/>
                        <a:pt x="137" y="43"/>
                        <a:pt x="137" y="43"/>
                      </a:cubicBezTo>
                      <a:cubicBezTo>
                        <a:pt x="137" y="43"/>
                        <a:pt x="137" y="42"/>
                        <a:pt x="137" y="42"/>
                      </a:cubicBezTo>
                      <a:cubicBezTo>
                        <a:pt x="137" y="42"/>
                        <a:pt x="138" y="42"/>
                        <a:pt x="139" y="42"/>
                      </a:cubicBezTo>
                      <a:cubicBezTo>
                        <a:pt x="139" y="42"/>
                        <a:pt x="139" y="42"/>
                        <a:pt x="139" y="42"/>
                      </a:cubicBezTo>
                      <a:cubicBezTo>
                        <a:pt x="139" y="42"/>
                        <a:pt x="139" y="41"/>
                        <a:pt x="139" y="41"/>
                      </a:cubicBezTo>
                      <a:cubicBezTo>
                        <a:pt x="139" y="41"/>
                        <a:pt x="140" y="41"/>
                        <a:pt x="140" y="41"/>
                      </a:cubicBezTo>
                      <a:cubicBezTo>
                        <a:pt x="140" y="41"/>
                        <a:pt x="140" y="40"/>
                        <a:pt x="140" y="40"/>
                      </a:cubicBezTo>
                      <a:cubicBezTo>
                        <a:pt x="140" y="40"/>
                        <a:pt x="139" y="39"/>
                        <a:pt x="139" y="39"/>
                      </a:cubicBezTo>
                      <a:cubicBezTo>
                        <a:pt x="139" y="39"/>
                        <a:pt x="139" y="39"/>
                        <a:pt x="139" y="39"/>
                      </a:cubicBezTo>
                      <a:cubicBezTo>
                        <a:pt x="139" y="39"/>
                        <a:pt x="139" y="38"/>
                        <a:pt x="139" y="38"/>
                      </a:cubicBezTo>
                      <a:cubicBezTo>
                        <a:pt x="139" y="38"/>
                        <a:pt x="139" y="37"/>
                        <a:pt x="139" y="37"/>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7" name="Freeform 694">
                  <a:extLst>
                    <a:ext uri="{FF2B5EF4-FFF2-40B4-BE49-F238E27FC236}">
                      <a16:creationId xmlns:a16="http://schemas.microsoft.com/office/drawing/2014/main" id="{A10D7FC5-C1CF-0117-C778-7FF526F97147}"/>
                    </a:ext>
                  </a:extLst>
                </p:cNvPr>
                <p:cNvSpPr>
                  <a:spLocks/>
                </p:cNvSpPr>
                <p:nvPr/>
              </p:nvSpPr>
              <p:spPr bwMode="auto">
                <a:xfrm>
                  <a:off x="3124201" y="4500563"/>
                  <a:ext cx="357187" cy="492125"/>
                </a:xfrm>
                <a:custGeom>
                  <a:avLst/>
                  <a:gdLst>
                    <a:gd name="T0" fmla="*/ 83 w 86"/>
                    <a:gd name="T1" fmla="*/ 73 h 118"/>
                    <a:gd name="T2" fmla="*/ 79 w 86"/>
                    <a:gd name="T3" fmla="*/ 68 h 118"/>
                    <a:gd name="T4" fmla="*/ 80 w 86"/>
                    <a:gd name="T5" fmla="*/ 60 h 118"/>
                    <a:gd name="T6" fmla="*/ 79 w 86"/>
                    <a:gd name="T7" fmla="*/ 52 h 118"/>
                    <a:gd name="T8" fmla="*/ 82 w 86"/>
                    <a:gd name="T9" fmla="*/ 45 h 118"/>
                    <a:gd name="T10" fmla="*/ 75 w 86"/>
                    <a:gd name="T11" fmla="*/ 45 h 118"/>
                    <a:gd name="T12" fmla="*/ 68 w 86"/>
                    <a:gd name="T13" fmla="*/ 45 h 118"/>
                    <a:gd name="T14" fmla="*/ 57 w 86"/>
                    <a:gd name="T15" fmla="*/ 39 h 118"/>
                    <a:gd name="T16" fmla="*/ 49 w 86"/>
                    <a:gd name="T17" fmla="*/ 38 h 118"/>
                    <a:gd name="T18" fmla="*/ 47 w 86"/>
                    <a:gd name="T19" fmla="*/ 30 h 118"/>
                    <a:gd name="T20" fmla="*/ 41 w 86"/>
                    <a:gd name="T21" fmla="*/ 23 h 118"/>
                    <a:gd name="T22" fmla="*/ 43 w 86"/>
                    <a:gd name="T23" fmla="*/ 14 h 118"/>
                    <a:gd name="T24" fmla="*/ 55 w 86"/>
                    <a:gd name="T25" fmla="*/ 3 h 118"/>
                    <a:gd name="T26" fmla="*/ 50 w 86"/>
                    <a:gd name="T27" fmla="*/ 1 h 118"/>
                    <a:gd name="T28" fmla="*/ 44 w 86"/>
                    <a:gd name="T29" fmla="*/ 5 h 118"/>
                    <a:gd name="T30" fmla="*/ 34 w 86"/>
                    <a:gd name="T31" fmla="*/ 9 h 118"/>
                    <a:gd name="T32" fmla="*/ 28 w 86"/>
                    <a:gd name="T33" fmla="*/ 10 h 118"/>
                    <a:gd name="T34" fmla="*/ 25 w 86"/>
                    <a:gd name="T35" fmla="*/ 17 h 118"/>
                    <a:gd name="T36" fmla="*/ 22 w 86"/>
                    <a:gd name="T37" fmla="*/ 21 h 118"/>
                    <a:gd name="T38" fmla="*/ 16 w 86"/>
                    <a:gd name="T39" fmla="*/ 27 h 118"/>
                    <a:gd name="T40" fmla="*/ 16 w 86"/>
                    <a:gd name="T41" fmla="*/ 31 h 118"/>
                    <a:gd name="T42" fmla="*/ 13 w 86"/>
                    <a:gd name="T43" fmla="*/ 29 h 118"/>
                    <a:gd name="T44" fmla="*/ 11 w 86"/>
                    <a:gd name="T45" fmla="*/ 33 h 118"/>
                    <a:gd name="T46" fmla="*/ 8 w 86"/>
                    <a:gd name="T47" fmla="*/ 37 h 118"/>
                    <a:gd name="T48" fmla="*/ 11 w 86"/>
                    <a:gd name="T49" fmla="*/ 41 h 118"/>
                    <a:gd name="T50" fmla="*/ 13 w 86"/>
                    <a:gd name="T51" fmla="*/ 47 h 118"/>
                    <a:gd name="T52" fmla="*/ 12 w 86"/>
                    <a:gd name="T53" fmla="*/ 53 h 118"/>
                    <a:gd name="T54" fmla="*/ 12 w 86"/>
                    <a:gd name="T55" fmla="*/ 61 h 118"/>
                    <a:gd name="T56" fmla="*/ 11 w 86"/>
                    <a:gd name="T57" fmla="*/ 65 h 118"/>
                    <a:gd name="T58" fmla="*/ 6 w 86"/>
                    <a:gd name="T59" fmla="*/ 69 h 118"/>
                    <a:gd name="T60" fmla="*/ 4 w 86"/>
                    <a:gd name="T61" fmla="*/ 76 h 118"/>
                    <a:gd name="T62" fmla="*/ 3 w 86"/>
                    <a:gd name="T63" fmla="*/ 79 h 118"/>
                    <a:gd name="T64" fmla="*/ 9 w 86"/>
                    <a:gd name="T65" fmla="*/ 82 h 118"/>
                    <a:gd name="T66" fmla="*/ 16 w 86"/>
                    <a:gd name="T67" fmla="*/ 86 h 118"/>
                    <a:gd name="T68" fmla="*/ 23 w 86"/>
                    <a:gd name="T69" fmla="*/ 88 h 118"/>
                    <a:gd name="T70" fmla="*/ 29 w 86"/>
                    <a:gd name="T71" fmla="*/ 89 h 118"/>
                    <a:gd name="T72" fmla="*/ 33 w 86"/>
                    <a:gd name="T73" fmla="*/ 94 h 118"/>
                    <a:gd name="T74" fmla="*/ 35 w 86"/>
                    <a:gd name="T75" fmla="*/ 95 h 118"/>
                    <a:gd name="T76" fmla="*/ 38 w 86"/>
                    <a:gd name="T77" fmla="*/ 98 h 118"/>
                    <a:gd name="T78" fmla="*/ 41 w 86"/>
                    <a:gd name="T79" fmla="*/ 101 h 118"/>
                    <a:gd name="T80" fmla="*/ 42 w 86"/>
                    <a:gd name="T81" fmla="*/ 105 h 118"/>
                    <a:gd name="T82" fmla="*/ 45 w 86"/>
                    <a:gd name="T83" fmla="*/ 104 h 118"/>
                    <a:gd name="T84" fmla="*/ 49 w 86"/>
                    <a:gd name="T85" fmla="*/ 104 h 118"/>
                    <a:gd name="T86" fmla="*/ 53 w 86"/>
                    <a:gd name="T87" fmla="*/ 104 h 118"/>
                    <a:gd name="T88" fmla="*/ 55 w 86"/>
                    <a:gd name="T89" fmla="*/ 105 h 118"/>
                    <a:gd name="T90" fmla="*/ 59 w 86"/>
                    <a:gd name="T91" fmla="*/ 105 h 118"/>
                    <a:gd name="T92" fmla="*/ 62 w 86"/>
                    <a:gd name="T93" fmla="*/ 106 h 118"/>
                    <a:gd name="T94" fmla="*/ 61 w 86"/>
                    <a:gd name="T95" fmla="*/ 115 h 118"/>
                    <a:gd name="T96" fmla="*/ 66 w 86"/>
                    <a:gd name="T97" fmla="*/ 93 h 118"/>
                    <a:gd name="T98" fmla="*/ 63 w 86"/>
                    <a:gd name="T99" fmla="*/ 89 h 118"/>
                    <a:gd name="T100" fmla="*/ 68 w 86"/>
                    <a:gd name="T101" fmla="*/ 84 h 118"/>
                    <a:gd name="T102" fmla="*/ 69 w 86"/>
                    <a:gd name="T103" fmla="*/ 81 h 118"/>
                    <a:gd name="T104" fmla="*/ 65 w 86"/>
                    <a:gd name="T105" fmla="*/ 76 h 118"/>
                    <a:gd name="T106" fmla="*/ 76 w 86"/>
                    <a:gd name="T107" fmla="*/ 75 h 118"/>
                    <a:gd name="T108" fmla="*/ 79 w 86"/>
                    <a:gd name="T109" fmla="*/ 74 h 118"/>
                    <a:gd name="T110" fmla="*/ 82 w 86"/>
                    <a:gd name="T111" fmla="*/ 74 h 118"/>
                    <a:gd name="T112" fmla="*/ 84 w 86"/>
                    <a:gd name="T113" fmla="*/ 8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 h="118">
                      <a:moveTo>
                        <a:pt x="86" y="78"/>
                      </a:moveTo>
                      <a:cubicBezTo>
                        <a:pt x="86" y="78"/>
                        <a:pt x="86" y="78"/>
                        <a:pt x="86" y="78"/>
                      </a:cubicBezTo>
                      <a:cubicBezTo>
                        <a:pt x="85" y="77"/>
                        <a:pt x="85" y="76"/>
                        <a:pt x="85" y="76"/>
                      </a:cubicBezTo>
                      <a:cubicBezTo>
                        <a:pt x="85" y="76"/>
                        <a:pt x="84" y="75"/>
                        <a:pt x="84" y="75"/>
                      </a:cubicBezTo>
                      <a:cubicBezTo>
                        <a:pt x="84" y="75"/>
                        <a:pt x="84" y="74"/>
                        <a:pt x="84" y="74"/>
                      </a:cubicBezTo>
                      <a:cubicBezTo>
                        <a:pt x="84" y="74"/>
                        <a:pt x="84" y="73"/>
                        <a:pt x="84" y="73"/>
                      </a:cubicBezTo>
                      <a:cubicBezTo>
                        <a:pt x="84" y="73"/>
                        <a:pt x="84" y="73"/>
                        <a:pt x="83" y="73"/>
                      </a:cubicBezTo>
                      <a:cubicBezTo>
                        <a:pt x="83" y="72"/>
                        <a:pt x="83" y="72"/>
                        <a:pt x="83" y="72"/>
                      </a:cubicBezTo>
                      <a:cubicBezTo>
                        <a:pt x="83" y="71"/>
                        <a:pt x="83" y="71"/>
                        <a:pt x="83" y="71"/>
                      </a:cubicBezTo>
                      <a:cubicBezTo>
                        <a:pt x="83" y="71"/>
                        <a:pt x="82" y="70"/>
                        <a:pt x="82" y="69"/>
                      </a:cubicBezTo>
                      <a:cubicBezTo>
                        <a:pt x="82" y="69"/>
                        <a:pt x="81" y="69"/>
                        <a:pt x="81" y="69"/>
                      </a:cubicBezTo>
                      <a:cubicBezTo>
                        <a:pt x="81" y="69"/>
                        <a:pt x="80" y="68"/>
                        <a:pt x="80" y="68"/>
                      </a:cubicBezTo>
                      <a:cubicBezTo>
                        <a:pt x="80" y="68"/>
                        <a:pt x="79" y="68"/>
                        <a:pt x="79" y="68"/>
                      </a:cubicBezTo>
                      <a:cubicBezTo>
                        <a:pt x="79" y="68"/>
                        <a:pt x="79" y="68"/>
                        <a:pt x="79" y="68"/>
                      </a:cubicBezTo>
                      <a:cubicBezTo>
                        <a:pt x="81" y="66"/>
                        <a:pt x="81" y="66"/>
                        <a:pt x="81" y="66"/>
                      </a:cubicBezTo>
                      <a:cubicBezTo>
                        <a:pt x="82" y="65"/>
                        <a:pt x="82" y="65"/>
                        <a:pt x="82" y="65"/>
                      </a:cubicBezTo>
                      <a:cubicBezTo>
                        <a:pt x="82" y="65"/>
                        <a:pt x="83" y="64"/>
                        <a:pt x="83" y="64"/>
                      </a:cubicBezTo>
                      <a:cubicBezTo>
                        <a:pt x="83" y="64"/>
                        <a:pt x="82" y="63"/>
                        <a:pt x="82" y="63"/>
                      </a:cubicBezTo>
                      <a:cubicBezTo>
                        <a:pt x="82" y="63"/>
                        <a:pt x="81" y="61"/>
                        <a:pt x="81" y="61"/>
                      </a:cubicBezTo>
                      <a:cubicBezTo>
                        <a:pt x="80" y="61"/>
                        <a:pt x="80" y="61"/>
                        <a:pt x="80" y="61"/>
                      </a:cubicBezTo>
                      <a:cubicBezTo>
                        <a:pt x="80" y="61"/>
                        <a:pt x="80" y="60"/>
                        <a:pt x="80" y="60"/>
                      </a:cubicBezTo>
                      <a:cubicBezTo>
                        <a:pt x="80" y="60"/>
                        <a:pt x="79" y="58"/>
                        <a:pt x="79" y="58"/>
                      </a:cubicBezTo>
                      <a:cubicBezTo>
                        <a:pt x="79" y="57"/>
                        <a:pt x="79" y="57"/>
                        <a:pt x="79" y="57"/>
                      </a:cubicBezTo>
                      <a:cubicBezTo>
                        <a:pt x="79" y="57"/>
                        <a:pt x="79" y="56"/>
                        <a:pt x="79" y="56"/>
                      </a:cubicBezTo>
                      <a:cubicBezTo>
                        <a:pt x="79" y="56"/>
                        <a:pt x="79" y="56"/>
                        <a:pt x="79" y="55"/>
                      </a:cubicBezTo>
                      <a:cubicBezTo>
                        <a:pt x="79" y="55"/>
                        <a:pt x="79" y="55"/>
                        <a:pt x="79" y="55"/>
                      </a:cubicBezTo>
                      <a:cubicBezTo>
                        <a:pt x="79" y="52"/>
                        <a:pt x="79" y="52"/>
                        <a:pt x="79" y="52"/>
                      </a:cubicBezTo>
                      <a:cubicBezTo>
                        <a:pt x="79" y="52"/>
                        <a:pt x="79" y="52"/>
                        <a:pt x="79" y="52"/>
                      </a:cubicBezTo>
                      <a:cubicBezTo>
                        <a:pt x="79" y="52"/>
                        <a:pt x="79" y="51"/>
                        <a:pt x="79" y="51"/>
                      </a:cubicBezTo>
                      <a:cubicBezTo>
                        <a:pt x="79" y="51"/>
                        <a:pt x="79" y="51"/>
                        <a:pt x="79" y="51"/>
                      </a:cubicBezTo>
                      <a:cubicBezTo>
                        <a:pt x="79" y="50"/>
                        <a:pt x="79" y="50"/>
                        <a:pt x="80" y="50"/>
                      </a:cubicBezTo>
                      <a:cubicBezTo>
                        <a:pt x="80" y="50"/>
                        <a:pt x="80" y="49"/>
                        <a:pt x="80" y="49"/>
                      </a:cubicBezTo>
                      <a:cubicBezTo>
                        <a:pt x="80" y="47"/>
                        <a:pt x="80" y="47"/>
                        <a:pt x="80" y="47"/>
                      </a:cubicBezTo>
                      <a:cubicBezTo>
                        <a:pt x="82" y="46"/>
                        <a:pt x="82" y="46"/>
                        <a:pt x="82" y="46"/>
                      </a:cubicBezTo>
                      <a:cubicBezTo>
                        <a:pt x="82" y="45"/>
                        <a:pt x="82" y="45"/>
                        <a:pt x="82" y="45"/>
                      </a:cubicBezTo>
                      <a:cubicBezTo>
                        <a:pt x="81" y="44"/>
                        <a:pt x="81" y="44"/>
                        <a:pt x="81" y="44"/>
                      </a:cubicBezTo>
                      <a:cubicBezTo>
                        <a:pt x="81" y="44"/>
                        <a:pt x="81" y="44"/>
                        <a:pt x="81" y="44"/>
                      </a:cubicBezTo>
                      <a:cubicBezTo>
                        <a:pt x="81" y="44"/>
                        <a:pt x="80" y="44"/>
                        <a:pt x="80" y="44"/>
                      </a:cubicBezTo>
                      <a:cubicBezTo>
                        <a:pt x="80" y="44"/>
                        <a:pt x="80" y="44"/>
                        <a:pt x="80" y="43"/>
                      </a:cubicBezTo>
                      <a:cubicBezTo>
                        <a:pt x="79" y="43"/>
                        <a:pt x="79" y="43"/>
                        <a:pt x="79" y="43"/>
                      </a:cubicBezTo>
                      <a:cubicBezTo>
                        <a:pt x="79" y="43"/>
                        <a:pt x="78" y="44"/>
                        <a:pt x="78" y="44"/>
                      </a:cubicBezTo>
                      <a:cubicBezTo>
                        <a:pt x="77" y="44"/>
                        <a:pt x="75" y="45"/>
                        <a:pt x="75" y="45"/>
                      </a:cubicBezTo>
                      <a:cubicBezTo>
                        <a:pt x="75" y="45"/>
                        <a:pt x="74" y="45"/>
                        <a:pt x="74" y="45"/>
                      </a:cubicBezTo>
                      <a:cubicBezTo>
                        <a:pt x="72" y="45"/>
                        <a:pt x="72" y="45"/>
                        <a:pt x="72" y="45"/>
                      </a:cubicBezTo>
                      <a:cubicBezTo>
                        <a:pt x="72" y="45"/>
                        <a:pt x="71" y="44"/>
                        <a:pt x="71" y="44"/>
                      </a:cubicBezTo>
                      <a:cubicBezTo>
                        <a:pt x="70" y="44"/>
                        <a:pt x="70" y="44"/>
                        <a:pt x="70" y="44"/>
                      </a:cubicBezTo>
                      <a:cubicBezTo>
                        <a:pt x="70" y="44"/>
                        <a:pt x="69" y="45"/>
                        <a:pt x="69" y="45"/>
                      </a:cubicBezTo>
                      <a:cubicBezTo>
                        <a:pt x="69" y="45"/>
                        <a:pt x="69" y="45"/>
                        <a:pt x="69" y="45"/>
                      </a:cubicBezTo>
                      <a:cubicBezTo>
                        <a:pt x="68" y="45"/>
                        <a:pt x="68" y="45"/>
                        <a:pt x="68" y="45"/>
                      </a:cubicBezTo>
                      <a:cubicBezTo>
                        <a:pt x="68" y="45"/>
                        <a:pt x="68" y="45"/>
                        <a:pt x="68" y="45"/>
                      </a:cubicBezTo>
                      <a:cubicBezTo>
                        <a:pt x="63" y="39"/>
                        <a:pt x="63" y="39"/>
                        <a:pt x="63" y="39"/>
                      </a:cubicBezTo>
                      <a:cubicBezTo>
                        <a:pt x="62" y="39"/>
                        <a:pt x="62" y="39"/>
                        <a:pt x="62" y="39"/>
                      </a:cubicBezTo>
                      <a:cubicBezTo>
                        <a:pt x="61" y="39"/>
                        <a:pt x="61" y="39"/>
                        <a:pt x="61" y="39"/>
                      </a:cubicBezTo>
                      <a:cubicBezTo>
                        <a:pt x="59" y="38"/>
                        <a:pt x="59" y="38"/>
                        <a:pt x="59" y="38"/>
                      </a:cubicBezTo>
                      <a:cubicBezTo>
                        <a:pt x="58" y="38"/>
                        <a:pt x="58" y="38"/>
                        <a:pt x="58" y="38"/>
                      </a:cubicBezTo>
                      <a:cubicBezTo>
                        <a:pt x="57" y="39"/>
                        <a:pt x="57" y="39"/>
                        <a:pt x="57" y="39"/>
                      </a:cubicBezTo>
                      <a:cubicBezTo>
                        <a:pt x="56" y="39"/>
                        <a:pt x="56" y="39"/>
                        <a:pt x="56" y="39"/>
                      </a:cubicBezTo>
                      <a:cubicBezTo>
                        <a:pt x="56" y="38"/>
                        <a:pt x="56" y="38"/>
                        <a:pt x="56" y="38"/>
                      </a:cubicBezTo>
                      <a:cubicBezTo>
                        <a:pt x="52" y="38"/>
                        <a:pt x="52" y="38"/>
                        <a:pt x="52" y="38"/>
                      </a:cubicBezTo>
                      <a:cubicBezTo>
                        <a:pt x="52" y="38"/>
                        <a:pt x="51" y="38"/>
                        <a:pt x="51" y="38"/>
                      </a:cubicBezTo>
                      <a:cubicBezTo>
                        <a:pt x="51" y="38"/>
                        <a:pt x="51" y="38"/>
                        <a:pt x="51" y="38"/>
                      </a:cubicBezTo>
                      <a:cubicBezTo>
                        <a:pt x="50" y="38"/>
                        <a:pt x="50" y="38"/>
                        <a:pt x="50" y="38"/>
                      </a:cubicBezTo>
                      <a:cubicBezTo>
                        <a:pt x="49" y="38"/>
                        <a:pt x="49" y="38"/>
                        <a:pt x="49" y="38"/>
                      </a:cubicBezTo>
                      <a:cubicBezTo>
                        <a:pt x="49" y="38"/>
                        <a:pt x="49" y="38"/>
                        <a:pt x="49" y="38"/>
                      </a:cubicBezTo>
                      <a:cubicBezTo>
                        <a:pt x="49" y="37"/>
                        <a:pt x="48" y="36"/>
                        <a:pt x="48" y="36"/>
                      </a:cubicBezTo>
                      <a:cubicBezTo>
                        <a:pt x="47" y="36"/>
                        <a:pt x="47" y="36"/>
                        <a:pt x="47" y="36"/>
                      </a:cubicBezTo>
                      <a:cubicBezTo>
                        <a:pt x="47" y="36"/>
                        <a:pt x="46" y="35"/>
                        <a:pt x="46" y="35"/>
                      </a:cubicBezTo>
                      <a:cubicBezTo>
                        <a:pt x="46" y="34"/>
                        <a:pt x="46" y="32"/>
                        <a:pt x="46" y="32"/>
                      </a:cubicBezTo>
                      <a:cubicBezTo>
                        <a:pt x="46" y="32"/>
                        <a:pt x="47" y="31"/>
                        <a:pt x="47" y="31"/>
                      </a:cubicBezTo>
                      <a:cubicBezTo>
                        <a:pt x="47" y="31"/>
                        <a:pt x="47" y="30"/>
                        <a:pt x="47" y="30"/>
                      </a:cubicBezTo>
                      <a:cubicBezTo>
                        <a:pt x="47" y="30"/>
                        <a:pt x="47" y="29"/>
                        <a:pt x="46" y="29"/>
                      </a:cubicBezTo>
                      <a:cubicBezTo>
                        <a:pt x="46" y="29"/>
                        <a:pt x="45" y="27"/>
                        <a:pt x="45" y="27"/>
                      </a:cubicBezTo>
                      <a:cubicBezTo>
                        <a:pt x="45" y="27"/>
                        <a:pt x="45" y="26"/>
                        <a:pt x="45" y="26"/>
                      </a:cubicBezTo>
                      <a:cubicBezTo>
                        <a:pt x="45" y="25"/>
                        <a:pt x="44" y="24"/>
                        <a:pt x="44" y="24"/>
                      </a:cubicBezTo>
                      <a:cubicBezTo>
                        <a:pt x="43" y="24"/>
                        <a:pt x="43" y="24"/>
                        <a:pt x="43" y="24"/>
                      </a:cubicBezTo>
                      <a:cubicBezTo>
                        <a:pt x="42" y="22"/>
                        <a:pt x="42" y="22"/>
                        <a:pt x="42" y="22"/>
                      </a:cubicBezTo>
                      <a:cubicBezTo>
                        <a:pt x="41" y="23"/>
                        <a:pt x="41" y="23"/>
                        <a:pt x="41" y="23"/>
                      </a:cubicBezTo>
                      <a:cubicBezTo>
                        <a:pt x="40" y="23"/>
                        <a:pt x="40" y="23"/>
                        <a:pt x="40" y="23"/>
                      </a:cubicBezTo>
                      <a:cubicBezTo>
                        <a:pt x="40" y="23"/>
                        <a:pt x="43" y="19"/>
                        <a:pt x="43" y="19"/>
                      </a:cubicBezTo>
                      <a:cubicBezTo>
                        <a:pt x="43" y="19"/>
                        <a:pt x="43" y="18"/>
                        <a:pt x="43" y="18"/>
                      </a:cubicBezTo>
                      <a:cubicBezTo>
                        <a:pt x="43" y="18"/>
                        <a:pt x="42" y="18"/>
                        <a:pt x="42" y="17"/>
                      </a:cubicBezTo>
                      <a:cubicBezTo>
                        <a:pt x="42" y="17"/>
                        <a:pt x="43" y="17"/>
                        <a:pt x="43" y="16"/>
                      </a:cubicBezTo>
                      <a:cubicBezTo>
                        <a:pt x="43" y="16"/>
                        <a:pt x="43" y="15"/>
                        <a:pt x="43" y="15"/>
                      </a:cubicBezTo>
                      <a:cubicBezTo>
                        <a:pt x="43" y="15"/>
                        <a:pt x="43" y="14"/>
                        <a:pt x="43" y="14"/>
                      </a:cubicBezTo>
                      <a:cubicBezTo>
                        <a:pt x="43" y="14"/>
                        <a:pt x="46" y="9"/>
                        <a:pt x="46" y="9"/>
                      </a:cubicBezTo>
                      <a:cubicBezTo>
                        <a:pt x="46" y="9"/>
                        <a:pt x="47" y="9"/>
                        <a:pt x="47" y="9"/>
                      </a:cubicBezTo>
                      <a:cubicBezTo>
                        <a:pt x="48" y="9"/>
                        <a:pt x="48" y="8"/>
                        <a:pt x="48" y="8"/>
                      </a:cubicBezTo>
                      <a:cubicBezTo>
                        <a:pt x="49" y="6"/>
                        <a:pt x="49" y="6"/>
                        <a:pt x="49" y="6"/>
                      </a:cubicBezTo>
                      <a:cubicBezTo>
                        <a:pt x="50" y="5"/>
                        <a:pt x="50" y="5"/>
                        <a:pt x="50" y="5"/>
                      </a:cubicBezTo>
                      <a:cubicBezTo>
                        <a:pt x="54" y="4"/>
                        <a:pt x="54" y="4"/>
                        <a:pt x="54" y="4"/>
                      </a:cubicBezTo>
                      <a:cubicBezTo>
                        <a:pt x="54" y="4"/>
                        <a:pt x="55" y="4"/>
                        <a:pt x="55" y="3"/>
                      </a:cubicBezTo>
                      <a:cubicBezTo>
                        <a:pt x="55" y="3"/>
                        <a:pt x="56" y="3"/>
                        <a:pt x="56" y="3"/>
                      </a:cubicBezTo>
                      <a:cubicBezTo>
                        <a:pt x="56" y="2"/>
                        <a:pt x="56" y="2"/>
                        <a:pt x="55" y="1"/>
                      </a:cubicBezTo>
                      <a:cubicBezTo>
                        <a:pt x="55" y="1"/>
                        <a:pt x="54" y="0"/>
                        <a:pt x="54" y="0"/>
                      </a:cubicBezTo>
                      <a:cubicBezTo>
                        <a:pt x="53" y="0"/>
                        <a:pt x="53" y="0"/>
                        <a:pt x="52" y="0"/>
                      </a:cubicBezTo>
                      <a:cubicBezTo>
                        <a:pt x="52" y="0"/>
                        <a:pt x="52" y="0"/>
                        <a:pt x="51" y="0"/>
                      </a:cubicBezTo>
                      <a:cubicBezTo>
                        <a:pt x="51" y="1"/>
                        <a:pt x="51" y="1"/>
                        <a:pt x="50" y="1"/>
                      </a:cubicBezTo>
                      <a:cubicBezTo>
                        <a:pt x="50" y="1"/>
                        <a:pt x="50" y="1"/>
                        <a:pt x="50" y="1"/>
                      </a:cubicBezTo>
                      <a:cubicBezTo>
                        <a:pt x="50" y="1"/>
                        <a:pt x="50" y="2"/>
                        <a:pt x="50" y="2"/>
                      </a:cubicBezTo>
                      <a:cubicBezTo>
                        <a:pt x="50" y="2"/>
                        <a:pt x="50" y="1"/>
                        <a:pt x="50" y="1"/>
                      </a:cubicBezTo>
                      <a:cubicBezTo>
                        <a:pt x="49" y="1"/>
                        <a:pt x="49" y="1"/>
                        <a:pt x="49" y="1"/>
                      </a:cubicBezTo>
                      <a:cubicBezTo>
                        <a:pt x="49" y="2"/>
                        <a:pt x="49" y="2"/>
                        <a:pt x="49" y="2"/>
                      </a:cubicBezTo>
                      <a:cubicBezTo>
                        <a:pt x="48" y="3"/>
                        <a:pt x="48" y="4"/>
                        <a:pt x="47" y="4"/>
                      </a:cubicBezTo>
                      <a:cubicBezTo>
                        <a:pt x="47" y="4"/>
                        <a:pt x="47" y="5"/>
                        <a:pt x="46" y="5"/>
                      </a:cubicBezTo>
                      <a:cubicBezTo>
                        <a:pt x="45" y="5"/>
                        <a:pt x="44" y="5"/>
                        <a:pt x="44" y="5"/>
                      </a:cubicBezTo>
                      <a:cubicBezTo>
                        <a:pt x="44" y="5"/>
                        <a:pt x="43" y="6"/>
                        <a:pt x="43" y="6"/>
                      </a:cubicBezTo>
                      <a:cubicBezTo>
                        <a:pt x="43" y="7"/>
                        <a:pt x="42" y="7"/>
                        <a:pt x="41" y="8"/>
                      </a:cubicBezTo>
                      <a:cubicBezTo>
                        <a:pt x="41" y="8"/>
                        <a:pt x="40" y="8"/>
                        <a:pt x="39" y="8"/>
                      </a:cubicBezTo>
                      <a:cubicBezTo>
                        <a:pt x="39" y="8"/>
                        <a:pt x="38" y="8"/>
                        <a:pt x="37" y="8"/>
                      </a:cubicBezTo>
                      <a:cubicBezTo>
                        <a:pt x="37" y="8"/>
                        <a:pt x="36" y="8"/>
                        <a:pt x="36" y="8"/>
                      </a:cubicBezTo>
                      <a:cubicBezTo>
                        <a:pt x="35" y="8"/>
                        <a:pt x="35" y="8"/>
                        <a:pt x="34" y="8"/>
                      </a:cubicBezTo>
                      <a:cubicBezTo>
                        <a:pt x="34" y="8"/>
                        <a:pt x="34" y="9"/>
                        <a:pt x="34" y="9"/>
                      </a:cubicBezTo>
                      <a:cubicBezTo>
                        <a:pt x="34" y="9"/>
                        <a:pt x="34" y="10"/>
                        <a:pt x="34" y="10"/>
                      </a:cubicBezTo>
                      <a:cubicBezTo>
                        <a:pt x="34" y="10"/>
                        <a:pt x="34" y="11"/>
                        <a:pt x="33" y="11"/>
                      </a:cubicBezTo>
                      <a:cubicBezTo>
                        <a:pt x="33" y="12"/>
                        <a:pt x="32" y="12"/>
                        <a:pt x="32" y="12"/>
                      </a:cubicBezTo>
                      <a:cubicBezTo>
                        <a:pt x="32" y="11"/>
                        <a:pt x="32" y="11"/>
                        <a:pt x="32" y="11"/>
                      </a:cubicBezTo>
                      <a:cubicBezTo>
                        <a:pt x="32" y="11"/>
                        <a:pt x="32" y="10"/>
                        <a:pt x="31" y="10"/>
                      </a:cubicBezTo>
                      <a:cubicBezTo>
                        <a:pt x="31" y="10"/>
                        <a:pt x="30" y="9"/>
                        <a:pt x="30" y="9"/>
                      </a:cubicBezTo>
                      <a:cubicBezTo>
                        <a:pt x="30" y="9"/>
                        <a:pt x="29" y="10"/>
                        <a:pt x="28" y="10"/>
                      </a:cubicBezTo>
                      <a:cubicBezTo>
                        <a:pt x="28" y="10"/>
                        <a:pt x="27" y="11"/>
                        <a:pt x="27" y="11"/>
                      </a:cubicBezTo>
                      <a:cubicBezTo>
                        <a:pt x="27" y="12"/>
                        <a:pt x="26" y="12"/>
                        <a:pt x="26" y="12"/>
                      </a:cubicBezTo>
                      <a:cubicBezTo>
                        <a:pt x="26" y="12"/>
                        <a:pt x="25" y="13"/>
                        <a:pt x="25" y="13"/>
                      </a:cubicBezTo>
                      <a:cubicBezTo>
                        <a:pt x="25" y="14"/>
                        <a:pt x="25" y="14"/>
                        <a:pt x="25" y="14"/>
                      </a:cubicBezTo>
                      <a:cubicBezTo>
                        <a:pt x="25" y="15"/>
                        <a:pt x="25" y="15"/>
                        <a:pt x="25" y="15"/>
                      </a:cubicBezTo>
                      <a:cubicBezTo>
                        <a:pt x="24" y="15"/>
                        <a:pt x="24" y="16"/>
                        <a:pt x="24" y="16"/>
                      </a:cubicBezTo>
                      <a:cubicBezTo>
                        <a:pt x="24" y="16"/>
                        <a:pt x="25" y="16"/>
                        <a:pt x="25" y="17"/>
                      </a:cubicBezTo>
                      <a:cubicBezTo>
                        <a:pt x="25" y="17"/>
                        <a:pt x="25" y="17"/>
                        <a:pt x="24" y="18"/>
                      </a:cubicBezTo>
                      <a:cubicBezTo>
                        <a:pt x="24" y="18"/>
                        <a:pt x="24" y="18"/>
                        <a:pt x="24" y="19"/>
                      </a:cubicBezTo>
                      <a:cubicBezTo>
                        <a:pt x="24" y="19"/>
                        <a:pt x="24" y="19"/>
                        <a:pt x="24" y="19"/>
                      </a:cubicBezTo>
                      <a:cubicBezTo>
                        <a:pt x="24" y="19"/>
                        <a:pt x="24" y="19"/>
                        <a:pt x="24" y="19"/>
                      </a:cubicBezTo>
                      <a:cubicBezTo>
                        <a:pt x="24" y="20"/>
                        <a:pt x="24" y="20"/>
                        <a:pt x="24" y="20"/>
                      </a:cubicBezTo>
                      <a:cubicBezTo>
                        <a:pt x="24" y="21"/>
                        <a:pt x="24" y="21"/>
                        <a:pt x="24" y="21"/>
                      </a:cubicBezTo>
                      <a:cubicBezTo>
                        <a:pt x="23" y="21"/>
                        <a:pt x="22" y="21"/>
                        <a:pt x="22" y="21"/>
                      </a:cubicBezTo>
                      <a:cubicBezTo>
                        <a:pt x="22" y="21"/>
                        <a:pt x="21" y="22"/>
                        <a:pt x="21" y="22"/>
                      </a:cubicBezTo>
                      <a:cubicBezTo>
                        <a:pt x="21" y="22"/>
                        <a:pt x="21" y="22"/>
                        <a:pt x="21" y="22"/>
                      </a:cubicBezTo>
                      <a:cubicBezTo>
                        <a:pt x="20" y="22"/>
                        <a:pt x="20" y="23"/>
                        <a:pt x="20" y="23"/>
                      </a:cubicBezTo>
                      <a:cubicBezTo>
                        <a:pt x="20" y="23"/>
                        <a:pt x="20" y="24"/>
                        <a:pt x="20" y="24"/>
                      </a:cubicBezTo>
                      <a:cubicBezTo>
                        <a:pt x="20" y="24"/>
                        <a:pt x="19" y="25"/>
                        <a:pt x="19" y="25"/>
                      </a:cubicBezTo>
                      <a:cubicBezTo>
                        <a:pt x="19" y="25"/>
                        <a:pt x="18" y="26"/>
                        <a:pt x="18" y="26"/>
                      </a:cubicBezTo>
                      <a:cubicBezTo>
                        <a:pt x="17" y="26"/>
                        <a:pt x="17" y="27"/>
                        <a:pt x="16" y="27"/>
                      </a:cubicBezTo>
                      <a:cubicBezTo>
                        <a:pt x="16" y="27"/>
                        <a:pt x="16" y="27"/>
                        <a:pt x="16" y="27"/>
                      </a:cubicBezTo>
                      <a:cubicBezTo>
                        <a:pt x="15" y="27"/>
                        <a:pt x="15" y="27"/>
                        <a:pt x="15" y="28"/>
                      </a:cubicBezTo>
                      <a:cubicBezTo>
                        <a:pt x="15" y="28"/>
                        <a:pt x="15" y="28"/>
                        <a:pt x="16" y="28"/>
                      </a:cubicBezTo>
                      <a:cubicBezTo>
                        <a:pt x="16" y="28"/>
                        <a:pt x="16" y="29"/>
                        <a:pt x="16" y="29"/>
                      </a:cubicBezTo>
                      <a:cubicBezTo>
                        <a:pt x="16" y="29"/>
                        <a:pt x="16" y="30"/>
                        <a:pt x="16" y="30"/>
                      </a:cubicBezTo>
                      <a:cubicBezTo>
                        <a:pt x="16" y="30"/>
                        <a:pt x="16" y="30"/>
                        <a:pt x="16" y="30"/>
                      </a:cubicBezTo>
                      <a:cubicBezTo>
                        <a:pt x="16" y="30"/>
                        <a:pt x="16" y="31"/>
                        <a:pt x="16" y="31"/>
                      </a:cubicBezTo>
                      <a:cubicBezTo>
                        <a:pt x="16" y="31"/>
                        <a:pt x="16" y="32"/>
                        <a:pt x="16" y="32"/>
                      </a:cubicBezTo>
                      <a:cubicBezTo>
                        <a:pt x="16" y="32"/>
                        <a:pt x="16" y="32"/>
                        <a:pt x="15" y="32"/>
                      </a:cubicBezTo>
                      <a:cubicBezTo>
                        <a:pt x="15" y="32"/>
                        <a:pt x="15" y="32"/>
                        <a:pt x="15" y="32"/>
                      </a:cubicBezTo>
                      <a:cubicBezTo>
                        <a:pt x="15" y="32"/>
                        <a:pt x="15" y="31"/>
                        <a:pt x="15" y="31"/>
                      </a:cubicBezTo>
                      <a:cubicBezTo>
                        <a:pt x="16" y="31"/>
                        <a:pt x="16" y="31"/>
                        <a:pt x="15" y="31"/>
                      </a:cubicBezTo>
                      <a:cubicBezTo>
                        <a:pt x="15" y="31"/>
                        <a:pt x="14" y="30"/>
                        <a:pt x="14" y="30"/>
                      </a:cubicBezTo>
                      <a:cubicBezTo>
                        <a:pt x="14" y="30"/>
                        <a:pt x="14" y="29"/>
                        <a:pt x="13" y="29"/>
                      </a:cubicBezTo>
                      <a:cubicBezTo>
                        <a:pt x="13" y="28"/>
                        <a:pt x="13" y="28"/>
                        <a:pt x="12" y="28"/>
                      </a:cubicBezTo>
                      <a:cubicBezTo>
                        <a:pt x="12" y="28"/>
                        <a:pt x="12" y="27"/>
                        <a:pt x="12" y="27"/>
                      </a:cubicBezTo>
                      <a:cubicBezTo>
                        <a:pt x="11" y="27"/>
                        <a:pt x="11" y="27"/>
                        <a:pt x="11" y="27"/>
                      </a:cubicBezTo>
                      <a:cubicBezTo>
                        <a:pt x="11" y="27"/>
                        <a:pt x="11" y="27"/>
                        <a:pt x="11" y="27"/>
                      </a:cubicBezTo>
                      <a:cubicBezTo>
                        <a:pt x="12" y="29"/>
                        <a:pt x="12" y="31"/>
                        <a:pt x="13" y="32"/>
                      </a:cubicBezTo>
                      <a:cubicBezTo>
                        <a:pt x="13" y="32"/>
                        <a:pt x="12" y="32"/>
                        <a:pt x="12" y="32"/>
                      </a:cubicBezTo>
                      <a:cubicBezTo>
                        <a:pt x="11" y="32"/>
                        <a:pt x="11" y="32"/>
                        <a:pt x="11" y="33"/>
                      </a:cubicBezTo>
                      <a:cubicBezTo>
                        <a:pt x="11" y="33"/>
                        <a:pt x="11" y="33"/>
                        <a:pt x="11" y="33"/>
                      </a:cubicBezTo>
                      <a:cubicBezTo>
                        <a:pt x="11" y="34"/>
                        <a:pt x="10" y="34"/>
                        <a:pt x="10" y="35"/>
                      </a:cubicBezTo>
                      <a:cubicBezTo>
                        <a:pt x="10" y="34"/>
                        <a:pt x="9" y="34"/>
                        <a:pt x="9" y="34"/>
                      </a:cubicBezTo>
                      <a:cubicBezTo>
                        <a:pt x="9" y="34"/>
                        <a:pt x="9" y="35"/>
                        <a:pt x="9" y="36"/>
                      </a:cubicBezTo>
                      <a:cubicBezTo>
                        <a:pt x="8" y="35"/>
                        <a:pt x="8" y="36"/>
                        <a:pt x="8" y="36"/>
                      </a:cubicBezTo>
                      <a:cubicBezTo>
                        <a:pt x="8" y="36"/>
                        <a:pt x="8" y="37"/>
                        <a:pt x="8" y="37"/>
                      </a:cubicBezTo>
                      <a:cubicBezTo>
                        <a:pt x="8" y="37"/>
                        <a:pt x="8" y="37"/>
                        <a:pt x="8" y="37"/>
                      </a:cubicBezTo>
                      <a:cubicBezTo>
                        <a:pt x="8" y="37"/>
                        <a:pt x="8" y="37"/>
                        <a:pt x="8" y="37"/>
                      </a:cubicBezTo>
                      <a:cubicBezTo>
                        <a:pt x="8" y="37"/>
                        <a:pt x="9" y="37"/>
                        <a:pt x="9" y="38"/>
                      </a:cubicBezTo>
                      <a:cubicBezTo>
                        <a:pt x="9" y="38"/>
                        <a:pt x="9" y="38"/>
                        <a:pt x="9" y="38"/>
                      </a:cubicBezTo>
                      <a:cubicBezTo>
                        <a:pt x="9" y="39"/>
                        <a:pt x="10" y="39"/>
                        <a:pt x="10" y="39"/>
                      </a:cubicBezTo>
                      <a:cubicBezTo>
                        <a:pt x="10" y="39"/>
                        <a:pt x="10" y="40"/>
                        <a:pt x="10" y="40"/>
                      </a:cubicBezTo>
                      <a:cubicBezTo>
                        <a:pt x="10" y="40"/>
                        <a:pt x="10" y="40"/>
                        <a:pt x="10" y="40"/>
                      </a:cubicBezTo>
                      <a:cubicBezTo>
                        <a:pt x="10" y="41"/>
                        <a:pt x="10" y="41"/>
                        <a:pt x="11" y="41"/>
                      </a:cubicBezTo>
                      <a:cubicBezTo>
                        <a:pt x="11" y="41"/>
                        <a:pt x="12" y="42"/>
                        <a:pt x="12" y="42"/>
                      </a:cubicBezTo>
                      <a:cubicBezTo>
                        <a:pt x="12" y="42"/>
                        <a:pt x="12" y="43"/>
                        <a:pt x="12" y="43"/>
                      </a:cubicBezTo>
                      <a:cubicBezTo>
                        <a:pt x="12" y="43"/>
                        <a:pt x="12" y="44"/>
                        <a:pt x="12" y="44"/>
                      </a:cubicBezTo>
                      <a:cubicBezTo>
                        <a:pt x="11" y="44"/>
                        <a:pt x="11" y="45"/>
                        <a:pt x="11" y="45"/>
                      </a:cubicBezTo>
                      <a:cubicBezTo>
                        <a:pt x="11" y="45"/>
                        <a:pt x="12" y="45"/>
                        <a:pt x="12" y="46"/>
                      </a:cubicBezTo>
                      <a:cubicBezTo>
                        <a:pt x="12" y="46"/>
                        <a:pt x="12" y="47"/>
                        <a:pt x="12" y="47"/>
                      </a:cubicBezTo>
                      <a:cubicBezTo>
                        <a:pt x="13" y="47"/>
                        <a:pt x="13" y="47"/>
                        <a:pt x="13" y="47"/>
                      </a:cubicBezTo>
                      <a:cubicBezTo>
                        <a:pt x="13" y="48"/>
                        <a:pt x="12" y="48"/>
                        <a:pt x="12" y="48"/>
                      </a:cubicBezTo>
                      <a:cubicBezTo>
                        <a:pt x="12" y="48"/>
                        <a:pt x="12" y="48"/>
                        <a:pt x="12" y="49"/>
                      </a:cubicBezTo>
                      <a:cubicBezTo>
                        <a:pt x="11" y="49"/>
                        <a:pt x="11" y="49"/>
                        <a:pt x="11" y="49"/>
                      </a:cubicBezTo>
                      <a:cubicBezTo>
                        <a:pt x="11" y="49"/>
                        <a:pt x="11" y="50"/>
                        <a:pt x="11" y="50"/>
                      </a:cubicBezTo>
                      <a:cubicBezTo>
                        <a:pt x="11" y="50"/>
                        <a:pt x="12" y="51"/>
                        <a:pt x="12" y="51"/>
                      </a:cubicBezTo>
                      <a:cubicBezTo>
                        <a:pt x="12" y="52"/>
                        <a:pt x="11" y="52"/>
                        <a:pt x="12" y="52"/>
                      </a:cubicBezTo>
                      <a:cubicBezTo>
                        <a:pt x="12" y="53"/>
                        <a:pt x="12" y="53"/>
                        <a:pt x="12" y="53"/>
                      </a:cubicBezTo>
                      <a:cubicBezTo>
                        <a:pt x="12" y="54"/>
                        <a:pt x="12" y="55"/>
                        <a:pt x="12" y="55"/>
                      </a:cubicBezTo>
                      <a:cubicBezTo>
                        <a:pt x="12" y="56"/>
                        <a:pt x="12" y="56"/>
                        <a:pt x="12" y="56"/>
                      </a:cubicBezTo>
                      <a:cubicBezTo>
                        <a:pt x="12" y="57"/>
                        <a:pt x="12" y="57"/>
                        <a:pt x="12" y="58"/>
                      </a:cubicBezTo>
                      <a:cubicBezTo>
                        <a:pt x="11" y="58"/>
                        <a:pt x="11" y="58"/>
                        <a:pt x="11" y="58"/>
                      </a:cubicBezTo>
                      <a:cubicBezTo>
                        <a:pt x="11" y="58"/>
                        <a:pt x="11" y="59"/>
                        <a:pt x="11" y="59"/>
                      </a:cubicBezTo>
                      <a:cubicBezTo>
                        <a:pt x="11" y="59"/>
                        <a:pt x="11" y="60"/>
                        <a:pt x="11" y="60"/>
                      </a:cubicBezTo>
                      <a:cubicBezTo>
                        <a:pt x="12" y="60"/>
                        <a:pt x="12" y="60"/>
                        <a:pt x="12" y="61"/>
                      </a:cubicBezTo>
                      <a:cubicBezTo>
                        <a:pt x="12" y="61"/>
                        <a:pt x="12" y="61"/>
                        <a:pt x="13" y="61"/>
                      </a:cubicBezTo>
                      <a:cubicBezTo>
                        <a:pt x="13" y="61"/>
                        <a:pt x="14" y="61"/>
                        <a:pt x="14" y="61"/>
                      </a:cubicBezTo>
                      <a:cubicBezTo>
                        <a:pt x="14" y="61"/>
                        <a:pt x="14" y="61"/>
                        <a:pt x="14" y="61"/>
                      </a:cubicBezTo>
                      <a:cubicBezTo>
                        <a:pt x="14" y="61"/>
                        <a:pt x="13" y="62"/>
                        <a:pt x="13" y="62"/>
                      </a:cubicBezTo>
                      <a:cubicBezTo>
                        <a:pt x="13" y="62"/>
                        <a:pt x="12" y="63"/>
                        <a:pt x="12" y="63"/>
                      </a:cubicBezTo>
                      <a:cubicBezTo>
                        <a:pt x="12" y="63"/>
                        <a:pt x="12" y="63"/>
                        <a:pt x="12" y="64"/>
                      </a:cubicBezTo>
                      <a:cubicBezTo>
                        <a:pt x="12" y="64"/>
                        <a:pt x="11" y="64"/>
                        <a:pt x="11" y="65"/>
                      </a:cubicBezTo>
                      <a:cubicBezTo>
                        <a:pt x="11" y="65"/>
                        <a:pt x="11" y="65"/>
                        <a:pt x="11" y="65"/>
                      </a:cubicBezTo>
                      <a:cubicBezTo>
                        <a:pt x="10" y="65"/>
                        <a:pt x="10" y="66"/>
                        <a:pt x="10" y="66"/>
                      </a:cubicBezTo>
                      <a:cubicBezTo>
                        <a:pt x="10" y="66"/>
                        <a:pt x="10" y="66"/>
                        <a:pt x="10" y="67"/>
                      </a:cubicBezTo>
                      <a:cubicBezTo>
                        <a:pt x="10" y="67"/>
                        <a:pt x="10" y="68"/>
                        <a:pt x="9" y="68"/>
                      </a:cubicBezTo>
                      <a:cubicBezTo>
                        <a:pt x="9" y="68"/>
                        <a:pt x="9" y="69"/>
                        <a:pt x="8" y="69"/>
                      </a:cubicBezTo>
                      <a:cubicBezTo>
                        <a:pt x="8" y="69"/>
                        <a:pt x="8" y="70"/>
                        <a:pt x="8" y="70"/>
                      </a:cubicBezTo>
                      <a:cubicBezTo>
                        <a:pt x="7" y="70"/>
                        <a:pt x="6" y="69"/>
                        <a:pt x="6" y="69"/>
                      </a:cubicBezTo>
                      <a:cubicBezTo>
                        <a:pt x="5" y="69"/>
                        <a:pt x="4" y="70"/>
                        <a:pt x="4" y="70"/>
                      </a:cubicBezTo>
                      <a:cubicBezTo>
                        <a:pt x="4" y="70"/>
                        <a:pt x="3" y="71"/>
                        <a:pt x="3" y="71"/>
                      </a:cubicBezTo>
                      <a:cubicBezTo>
                        <a:pt x="3" y="71"/>
                        <a:pt x="3" y="72"/>
                        <a:pt x="3" y="72"/>
                      </a:cubicBezTo>
                      <a:cubicBezTo>
                        <a:pt x="2" y="73"/>
                        <a:pt x="2" y="73"/>
                        <a:pt x="2" y="73"/>
                      </a:cubicBezTo>
                      <a:cubicBezTo>
                        <a:pt x="2" y="74"/>
                        <a:pt x="3" y="74"/>
                        <a:pt x="3" y="74"/>
                      </a:cubicBezTo>
                      <a:cubicBezTo>
                        <a:pt x="3" y="74"/>
                        <a:pt x="3" y="74"/>
                        <a:pt x="3" y="74"/>
                      </a:cubicBezTo>
                      <a:cubicBezTo>
                        <a:pt x="4" y="75"/>
                        <a:pt x="4" y="75"/>
                        <a:pt x="4" y="76"/>
                      </a:cubicBezTo>
                      <a:cubicBezTo>
                        <a:pt x="3" y="76"/>
                        <a:pt x="3" y="76"/>
                        <a:pt x="3" y="76"/>
                      </a:cubicBezTo>
                      <a:cubicBezTo>
                        <a:pt x="2" y="76"/>
                        <a:pt x="2" y="76"/>
                        <a:pt x="2" y="76"/>
                      </a:cubicBezTo>
                      <a:cubicBezTo>
                        <a:pt x="2" y="75"/>
                        <a:pt x="2" y="75"/>
                        <a:pt x="1" y="75"/>
                      </a:cubicBezTo>
                      <a:cubicBezTo>
                        <a:pt x="1" y="76"/>
                        <a:pt x="1" y="76"/>
                        <a:pt x="0" y="76"/>
                      </a:cubicBezTo>
                      <a:cubicBezTo>
                        <a:pt x="0" y="76"/>
                        <a:pt x="0" y="76"/>
                        <a:pt x="0" y="77"/>
                      </a:cubicBezTo>
                      <a:cubicBezTo>
                        <a:pt x="1" y="77"/>
                        <a:pt x="2" y="78"/>
                        <a:pt x="2" y="78"/>
                      </a:cubicBezTo>
                      <a:cubicBezTo>
                        <a:pt x="2" y="78"/>
                        <a:pt x="3" y="79"/>
                        <a:pt x="3" y="79"/>
                      </a:cubicBezTo>
                      <a:cubicBezTo>
                        <a:pt x="3" y="80"/>
                        <a:pt x="4" y="80"/>
                        <a:pt x="4" y="80"/>
                      </a:cubicBezTo>
                      <a:cubicBezTo>
                        <a:pt x="5" y="80"/>
                        <a:pt x="5" y="80"/>
                        <a:pt x="5" y="80"/>
                      </a:cubicBezTo>
                      <a:cubicBezTo>
                        <a:pt x="5" y="80"/>
                        <a:pt x="5" y="80"/>
                        <a:pt x="5" y="80"/>
                      </a:cubicBezTo>
                      <a:cubicBezTo>
                        <a:pt x="5" y="80"/>
                        <a:pt x="6" y="81"/>
                        <a:pt x="6" y="82"/>
                      </a:cubicBezTo>
                      <a:cubicBezTo>
                        <a:pt x="6" y="82"/>
                        <a:pt x="7" y="82"/>
                        <a:pt x="7" y="82"/>
                      </a:cubicBezTo>
                      <a:cubicBezTo>
                        <a:pt x="7" y="82"/>
                        <a:pt x="9" y="82"/>
                        <a:pt x="10" y="82"/>
                      </a:cubicBezTo>
                      <a:cubicBezTo>
                        <a:pt x="10" y="82"/>
                        <a:pt x="9" y="82"/>
                        <a:pt x="9" y="82"/>
                      </a:cubicBezTo>
                      <a:cubicBezTo>
                        <a:pt x="9" y="83"/>
                        <a:pt x="10" y="83"/>
                        <a:pt x="10" y="83"/>
                      </a:cubicBezTo>
                      <a:cubicBezTo>
                        <a:pt x="10" y="83"/>
                        <a:pt x="11" y="83"/>
                        <a:pt x="11" y="83"/>
                      </a:cubicBezTo>
                      <a:cubicBezTo>
                        <a:pt x="11" y="84"/>
                        <a:pt x="11" y="84"/>
                        <a:pt x="11" y="85"/>
                      </a:cubicBezTo>
                      <a:cubicBezTo>
                        <a:pt x="11" y="85"/>
                        <a:pt x="11" y="85"/>
                        <a:pt x="11" y="85"/>
                      </a:cubicBezTo>
                      <a:cubicBezTo>
                        <a:pt x="11" y="85"/>
                        <a:pt x="13" y="85"/>
                        <a:pt x="13" y="85"/>
                      </a:cubicBezTo>
                      <a:cubicBezTo>
                        <a:pt x="14" y="86"/>
                        <a:pt x="14" y="86"/>
                        <a:pt x="14" y="86"/>
                      </a:cubicBezTo>
                      <a:cubicBezTo>
                        <a:pt x="16" y="86"/>
                        <a:pt x="16" y="86"/>
                        <a:pt x="16" y="86"/>
                      </a:cubicBezTo>
                      <a:cubicBezTo>
                        <a:pt x="16" y="86"/>
                        <a:pt x="17" y="86"/>
                        <a:pt x="17" y="86"/>
                      </a:cubicBezTo>
                      <a:cubicBezTo>
                        <a:pt x="17" y="86"/>
                        <a:pt x="18" y="86"/>
                        <a:pt x="18" y="86"/>
                      </a:cubicBezTo>
                      <a:cubicBezTo>
                        <a:pt x="18" y="86"/>
                        <a:pt x="18" y="85"/>
                        <a:pt x="18" y="85"/>
                      </a:cubicBezTo>
                      <a:cubicBezTo>
                        <a:pt x="18" y="85"/>
                        <a:pt x="19" y="85"/>
                        <a:pt x="19" y="85"/>
                      </a:cubicBezTo>
                      <a:cubicBezTo>
                        <a:pt x="19" y="85"/>
                        <a:pt x="20" y="85"/>
                        <a:pt x="20" y="85"/>
                      </a:cubicBezTo>
                      <a:cubicBezTo>
                        <a:pt x="20" y="85"/>
                        <a:pt x="22" y="86"/>
                        <a:pt x="22" y="87"/>
                      </a:cubicBezTo>
                      <a:cubicBezTo>
                        <a:pt x="22" y="87"/>
                        <a:pt x="23" y="88"/>
                        <a:pt x="23" y="88"/>
                      </a:cubicBezTo>
                      <a:cubicBezTo>
                        <a:pt x="23" y="88"/>
                        <a:pt x="24" y="88"/>
                        <a:pt x="24" y="88"/>
                      </a:cubicBezTo>
                      <a:cubicBezTo>
                        <a:pt x="24" y="88"/>
                        <a:pt x="26" y="89"/>
                        <a:pt x="26" y="89"/>
                      </a:cubicBezTo>
                      <a:cubicBezTo>
                        <a:pt x="27" y="88"/>
                        <a:pt x="27" y="88"/>
                        <a:pt x="27" y="88"/>
                      </a:cubicBezTo>
                      <a:cubicBezTo>
                        <a:pt x="28" y="89"/>
                        <a:pt x="28" y="89"/>
                        <a:pt x="28" y="89"/>
                      </a:cubicBezTo>
                      <a:cubicBezTo>
                        <a:pt x="28" y="89"/>
                        <a:pt x="29" y="89"/>
                        <a:pt x="29" y="90"/>
                      </a:cubicBezTo>
                      <a:cubicBezTo>
                        <a:pt x="29" y="90"/>
                        <a:pt x="29" y="90"/>
                        <a:pt x="29" y="90"/>
                      </a:cubicBezTo>
                      <a:cubicBezTo>
                        <a:pt x="29" y="89"/>
                        <a:pt x="29" y="89"/>
                        <a:pt x="29" y="89"/>
                      </a:cubicBezTo>
                      <a:cubicBezTo>
                        <a:pt x="30" y="89"/>
                        <a:pt x="30" y="89"/>
                        <a:pt x="30" y="89"/>
                      </a:cubicBezTo>
                      <a:cubicBezTo>
                        <a:pt x="30" y="90"/>
                        <a:pt x="30" y="90"/>
                        <a:pt x="30" y="90"/>
                      </a:cubicBezTo>
                      <a:cubicBezTo>
                        <a:pt x="30" y="90"/>
                        <a:pt x="30" y="90"/>
                        <a:pt x="30" y="90"/>
                      </a:cubicBezTo>
                      <a:cubicBezTo>
                        <a:pt x="31" y="90"/>
                        <a:pt x="31" y="90"/>
                        <a:pt x="31" y="90"/>
                      </a:cubicBezTo>
                      <a:cubicBezTo>
                        <a:pt x="33" y="93"/>
                        <a:pt x="33" y="93"/>
                        <a:pt x="33" y="93"/>
                      </a:cubicBezTo>
                      <a:cubicBezTo>
                        <a:pt x="33" y="93"/>
                        <a:pt x="33" y="93"/>
                        <a:pt x="33" y="93"/>
                      </a:cubicBezTo>
                      <a:cubicBezTo>
                        <a:pt x="33" y="93"/>
                        <a:pt x="33" y="93"/>
                        <a:pt x="33" y="94"/>
                      </a:cubicBezTo>
                      <a:cubicBezTo>
                        <a:pt x="33" y="94"/>
                        <a:pt x="33" y="94"/>
                        <a:pt x="33" y="94"/>
                      </a:cubicBezTo>
                      <a:cubicBezTo>
                        <a:pt x="33" y="94"/>
                        <a:pt x="33" y="94"/>
                        <a:pt x="33" y="94"/>
                      </a:cubicBezTo>
                      <a:cubicBezTo>
                        <a:pt x="33" y="94"/>
                        <a:pt x="33" y="95"/>
                        <a:pt x="33" y="95"/>
                      </a:cubicBezTo>
                      <a:cubicBezTo>
                        <a:pt x="34" y="95"/>
                        <a:pt x="34" y="95"/>
                        <a:pt x="34" y="95"/>
                      </a:cubicBezTo>
                      <a:cubicBezTo>
                        <a:pt x="35" y="95"/>
                        <a:pt x="35" y="95"/>
                        <a:pt x="35" y="95"/>
                      </a:cubicBezTo>
                      <a:cubicBezTo>
                        <a:pt x="35" y="95"/>
                        <a:pt x="35" y="95"/>
                        <a:pt x="35" y="95"/>
                      </a:cubicBezTo>
                      <a:cubicBezTo>
                        <a:pt x="35" y="95"/>
                        <a:pt x="35" y="95"/>
                        <a:pt x="35" y="95"/>
                      </a:cubicBezTo>
                      <a:cubicBezTo>
                        <a:pt x="35" y="95"/>
                        <a:pt x="36" y="96"/>
                        <a:pt x="36" y="96"/>
                      </a:cubicBezTo>
                      <a:cubicBezTo>
                        <a:pt x="36" y="96"/>
                        <a:pt x="36" y="97"/>
                        <a:pt x="36" y="97"/>
                      </a:cubicBezTo>
                      <a:cubicBezTo>
                        <a:pt x="36" y="97"/>
                        <a:pt x="37" y="97"/>
                        <a:pt x="37" y="97"/>
                      </a:cubicBezTo>
                      <a:cubicBezTo>
                        <a:pt x="37" y="97"/>
                        <a:pt x="38" y="96"/>
                        <a:pt x="38" y="96"/>
                      </a:cubicBezTo>
                      <a:cubicBezTo>
                        <a:pt x="38" y="96"/>
                        <a:pt x="38" y="97"/>
                        <a:pt x="38" y="97"/>
                      </a:cubicBezTo>
                      <a:cubicBezTo>
                        <a:pt x="38" y="97"/>
                        <a:pt x="38" y="97"/>
                        <a:pt x="38" y="98"/>
                      </a:cubicBezTo>
                      <a:cubicBezTo>
                        <a:pt x="38" y="98"/>
                        <a:pt x="38" y="98"/>
                        <a:pt x="38" y="98"/>
                      </a:cubicBezTo>
                      <a:cubicBezTo>
                        <a:pt x="38" y="98"/>
                        <a:pt x="39" y="99"/>
                        <a:pt x="39" y="99"/>
                      </a:cubicBezTo>
                      <a:cubicBezTo>
                        <a:pt x="39" y="100"/>
                        <a:pt x="39" y="100"/>
                        <a:pt x="39" y="100"/>
                      </a:cubicBezTo>
                      <a:cubicBezTo>
                        <a:pt x="39" y="100"/>
                        <a:pt x="39" y="100"/>
                        <a:pt x="39" y="100"/>
                      </a:cubicBezTo>
                      <a:cubicBezTo>
                        <a:pt x="39" y="101"/>
                        <a:pt x="40" y="101"/>
                        <a:pt x="40" y="101"/>
                      </a:cubicBezTo>
                      <a:cubicBezTo>
                        <a:pt x="40" y="101"/>
                        <a:pt x="40" y="101"/>
                        <a:pt x="40" y="101"/>
                      </a:cubicBezTo>
                      <a:cubicBezTo>
                        <a:pt x="41" y="100"/>
                        <a:pt x="41" y="100"/>
                        <a:pt x="41" y="100"/>
                      </a:cubicBezTo>
                      <a:cubicBezTo>
                        <a:pt x="41" y="100"/>
                        <a:pt x="41" y="101"/>
                        <a:pt x="41" y="101"/>
                      </a:cubicBezTo>
                      <a:cubicBezTo>
                        <a:pt x="41" y="101"/>
                        <a:pt x="42" y="101"/>
                        <a:pt x="42" y="101"/>
                      </a:cubicBezTo>
                      <a:cubicBezTo>
                        <a:pt x="42" y="101"/>
                        <a:pt x="42" y="102"/>
                        <a:pt x="42" y="102"/>
                      </a:cubicBezTo>
                      <a:cubicBezTo>
                        <a:pt x="42" y="102"/>
                        <a:pt x="42" y="102"/>
                        <a:pt x="42" y="102"/>
                      </a:cubicBezTo>
                      <a:cubicBezTo>
                        <a:pt x="42" y="102"/>
                        <a:pt x="42" y="103"/>
                        <a:pt x="42" y="103"/>
                      </a:cubicBezTo>
                      <a:cubicBezTo>
                        <a:pt x="42" y="103"/>
                        <a:pt x="41" y="103"/>
                        <a:pt x="41" y="103"/>
                      </a:cubicBezTo>
                      <a:cubicBezTo>
                        <a:pt x="41" y="104"/>
                        <a:pt x="41" y="104"/>
                        <a:pt x="41" y="104"/>
                      </a:cubicBezTo>
                      <a:cubicBezTo>
                        <a:pt x="41" y="104"/>
                        <a:pt x="42" y="104"/>
                        <a:pt x="42" y="105"/>
                      </a:cubicBezTo>
                      <a:cubicBezTo>
                        <a:pt x="42" y="105"/>
                        <a:pt x="42" y="104"/>
                        <a:pt x="42" y="104"/>
                      </a:cubicBezTo>
                      <a:cubicBezTo>
                        <a:pt x="42" y="104"/>
                        <a:pt x="43" y="105"/>
                        <a:pt x="43" y="105"/>
                      </a:cubicBezTo>
                      <a:cubicBezTo>
                        <a:pt x="43" y="105"/>
                        <a:pt x="43" y="105"/>
                        <a:pt x="43" y="105"/>
                      </a:cubicBezTo>
                      <a:cubicBezTo>
                        <a:pt x="43" y="105"/>
                        <a:pt x="44" y="105"/>
                        <a:pt x="44" y="105"/>
                      </a:cubicBezTo>
                      <a:cubicBezTo>
                        <a:pt x="44" y="105"/>
                        <a:pt x="44" y="105"/>
                        <a:pt x="44" y="105"/>
                      </a:cubicBezTo>
                      <a:cubicBezTo>
                        <a:pt x="44" y="105"/>
                        <a:pt x="45" y="105"/>
                        <a:pt x="45" y="105"/>
                      </a:cubicBezTo>
                      <a:cubicBezTo>
                        <a:pt x="45" y="105"/>
                        <a:pt x="45" y="105"/>
                        <a:pt x="45" y="104"/>
                      </a:cubicBezTo>
                      <a:cubicBezTo>
                        <a:pt x="46" y="104"/>
                        <a:pt x="46" y="105"/>
                        <a:pt x="46" y="105"/>
                      </a:cubicBezTo>
                      <a:cubicBezTo>
                        <a:pt x="47" y="105"/>
                        <a:pt x="47" y="106"/>
                        <a:pt x="47" y="106"/>
                      </a:cubicBezTo>
                      <a:cubicBezTo>
                        <a:pt x="47" y="106"/>
                        <a:pt x="48" y="105"/>
                        <a:pt x="48" y="105"/>
                      </a:cubicBezTo>
                      <a:cubicBezTo>
                        <a:pt x="48" y="105"/>
                        <a:pt x="48" y="105"/>
                        <a:pt x="48" y="105"/>
                      </a:cubicBezTo>
                      <a:cubicBezTo>
                        <a:pt x="48" y="105"/>
                        <a:pt x="48" y="105"/>
                        <a:pt x="49" y="105"/>
                      </a:cubicBezTo>
                      <a:cubicBezTo>
                        <a:pt x="49" y="105"/>
                        <a:pt x="49" y="105"/>
                        <a:pt x="49" y="105"/>
                      </a:cubicBezTo>
                      <a:cubicBezTo>
                        <a:pt x="49" y="105"/>
                        <a:pt x="49" y="104"/>
                        <a:pt x="49" y="104"/>
                      </a:cubicBezTo>
                      <a:cubicBezTo>
                        <a:pt x="49" y="104"/>
                        <a:pt x="49" y="105"/>
                        <a:pt x="49" y="105"/>
                      </a:cubicBezTo>
                      <a:cubicBezTo>
                        <a:pt x="49" y="105"/>
                        <a:pt x="50" y="105"/>
                        <a:pt x="50" y="105"/>
                      </a:cubicBezTo>
                      <a:cubicBezTo>
                        <a:pt x="50" y="105"/>
                        <a:pt x="50" y="104"/>
                        <a:pt x="50" y="104"/>
                      </a:cubicBezTo>
                      <a:cubicBezTo>
                        <a:pt x="50" y="104"/>
                        <a:pt x="51" y="103"/>
                        <a:pt x="51" y="103"/>
                      </a:cubicBezTo>
                      <a:cubicBezTo>
                        <a:pt x="51" y="103"/>
                        <a:pt x="51" y="103"/>
                        <a:pt x="51" y="103"/>
                      </a:cubicBezTo>
                      <a:cubicBezTo>
                        <a:pt x="51" y="104"/>
                        <a:pt x="51" y="104"/>
                        <a:pt x="51" y="104"/>
                      </a:cubicBezTo>
                      <a:cubicBezTo>
                        <a:pt x="51" y="104"/>
                        <a:pt x="52" y="104"/>
                        <a:pt x="53" y="104"/>
                      </a:cubicBezTo>
                      <a:cubicBezTo>
                        <a:pt x="53" y="104"/>
                        <a:pt x="53" y="104"/>
                        <a:pt x="53" y="104"/>
                      </a:cubicBezTo>
                      <a:cubicBezTo>
                        <a:pt x="53" y="104"/>
                        <a:pt x="53" y="104"/>
                        <a:pt x="53" y="104"/>
                      </a:cubicBezTo>
                      <a:cubicBezTo>
                        <a:pt x="53" y="104"/>
                        <a:pt x="54" y="105"/>
                        <a:pt x="54" y="105"/>
                      </a:cubicBezTo>
                      <a:cubicBezTo>
                        <a:pt x="54" y="105"/>
                        <a:pt x="54" y="105"/>
                        <a:pt x="54" y="105"/>
                      </a:cubicBezTo>
                      <a:cubicBezTo>
                        <a:pt x="54" y="105"/>
                        <a:pt x="54" y="105"/>
                        <a:pt x="54" y="105"/>
                      </a:cubicBezTo>
                      <a:cubicBezTo>
                        <a:pt x="54" y="105"/>
                        <a:pt x="55" y="105"/>
                        <a:pt x="55" y="105"/>
                      </a:cubicBezTo>
                      <a:cubicBezTo>
                        <a:pt x="55" y="105"/>
                        <a:pt x="55" y="105"/>
                        <a:pt x="55" y="105"/>
                      </a:cubicBezTo>
                      <a:cubicBezTo>
                        <a:pt x="55" y="105"/>
                        <a:pt x="56" y="105"/>
                        <a:pt x="56" y="104"/>
                      </a:cubicBezTo>
                      <a:cubicBezTo>
                        <a:pt x="56" y="104"/>
                        <a:pt x="56" y="104"/>
                        <a:pt x="56" y="104"/>
                      </a:cubicBezTo>
                      <a:cubicBezTo>
                        <a:pt x="57" y="104"/>
                        <a:pt x="57" y="104"/>
                        <a:pt x="57" y="104"/>
                      </a:cubicBezTo>
                      <a:cubicBezTo>
                        <a:pt x="57" y="103"/>
                        <a:pt x="57" y="103"/>
                        <a:pt x="57" y="103"/>
                      </a:cubicBezTo>
                      <a:cubicBezTo>
                        <a:pt x="57" y="103"/>
                        <a:pt x="57" y="103"/>
                        <a:pt x="57" y="103"/>
                      </a:cubicBezTo>
                      <a:cubicBezTo>
                        <a:pt x="58" y="104"/>
                        <a:pt x="58" y="104"/>
                        <a:pt x="58" y="104"/>
                      </a:cubicBezTo>
                      <a:cubicBezTo>
                        <a:pt x="59" y="105"/>
                        <a:pt x="59" y="105"/>
                        <a:pt x="59" y="105"/>
                      </a:cubicBezTo>
                      <a:cubicBezTo>
                        <a:pt x="59" y="105"/>
                        <a:pt x="59" y="105"/>
                        <a:pt x="59" y="105"/>
                      </a:cubicBezTo>
                      <a:cubicBezTo>
                        <a:pt x="60" y="105"/>
                        <a:pt x="60" y="105"/>
                        <a:pt x="60" y="105"/>
                      </a:cubicBezTo>
                      <a:cubicBezTo>
                        <a:pt x="60" y="105"/>
                        <a:pt x="60" y="105"/>
                        <a:pt x="60" y="105"/>
                      </a:cubicBezTo>
                      <a:cubicBezTo>
                        <a:pt x="60" y="105"/>
                        <a:pt x="61" y="106"/>
                        <a:pt x="61" y="106"/>
                      </a:cubicBezTo>
                      <a:cubicBezTo>
                        <a:pt x="61" y="106"/>
                        <a:pt x="61" y="106"/>
                        <a:pt x="61" y="106"/>
                      </a:cubicBezTo>
                      <a:cubicBezTo>
                        <a:pt x="61" y="106"/>
                        <a:pt x="61" y="106"/>
                        <a:pt x="62" y="106"/>
                      </a:cubicBezTo>
                      <a:cubicBezTo>
                        <a:pt x="62" y="106"/>
                        <a:pt x="62" y="106"/>
                        <a:pt x="62" y="106"/>
                      </a:cubicBezTo>
                      <a:cubicBezTo>
                        <a:pt x="62" y="106"/>
                        <a:pt x="62" y="106"/>
                        <a:pt x="62" y="106"/>
                      </a:cubicBezTo>
                      <a:cubicBezTo>
                        <a:pt x="62" y="106"/>
                        <a:pt x="62" y="107"/>
                        <a:pt x="62" y="107"/>
                      </a:cubicBezTo>
                      <a:cubicBezTo>
                        <a:pt x="63" y="107"/>
                        <a:pt x="63" y="107"/>
                        <a:pt x="63" y="107"/>
                      </a:cubicBezTo>
                      <a:cubicBezTo>
                        <a:pt x="63" y="108"/>
                        <a:pt x="63" y="108"/>
                        <a:pt x="63" y="108"/>
                      </a:cubicBezTo>
                      <a:cubicBezTo>
                        <a:pt x="58" y="115"/>
                        <a:pt x="58" y="115"/>
                        <a:pt x="58" y="115"/>
                      </a:cubicBezTo>
                      <a:cubicBezTo>
                        <a:pt x="58" y="115"/>
                        <a:pt x="60" y="115"/>
                        <a:pt x="60" y="115"/>
                      </a:cubicBezTo>
                      <a:cubicBezTo>
                        <a:pt x="60" y="115"/>
                        <a:pt x="60" y="115"/>
                        <a:pt x="61" y="115"/>
                      </a:cubicBezTo>
                      <a:cubicBezTo>
                        <a:pt x="61" y="115"/>
                        <a:pt x="61" y="115"/>
                        <a:pt x="61" y="115"/>
                      </a:cubicBezTo>
                      <a:cubicBezTo>
                        <a:pt x="62" y="115"/>
                        <a:pt x="62" y="115"/>
                        <a:pt x="62" y="115"/>
                      </a:cubicBezTo>
                      <a:cubicBezTo>
                        <a:pt x="64" y="118"/>
                        <a:pt x="64" y="118"/>
                        <a:pt x="64" y="118"/>
                      </a:cubicBezTo>
                      <a:cubicBezTo>
                        <a:pt x="68" y="98"/>
                        <a:pt x="68" y="98"/>
                        <a:pt x="68" y="98"/>
                      </a:cubicBezTo>
                      <a:cubicBezTo>
                        <a:pt x="68" y="96"/>
                        <a:pt x="68" y="96"/>
                        <a:pt x="68" y="96"/>
                      </a:cubicBezTo>
                      <a:cubicBezTo>
                        <a:pt x="68" y="96"/>
                        <a:pt x="67" y="94"/>
                        <a:pt x="67" y="94"/>
                      </a:cubicBezTo>
                      <a:cubicBezTo>
                        <a:pt x="67" y="94"/>
                        <a:pt x="66" y="93"/>
                        <a:pt x="66" y="93"/>
                      </a:cubicBezTo>
                      <a:cubicBezTo>
                        <a:pt x="66" y="93"/>
                        <a:pt x="66" y="93"/>
                        <a:pt x="66" y="93"/>
                      </a:cubicBezTo>
                      <a:cubicBezTo>
                        <a:pt x="66" y="93"/>
                        <a:pt x="67" y="92"/>
                        <a:pt x="67" y="92"/>
                      </a:cubicBezTo>
                      <a:cubicBezTo>
                        <a:pt x="67" y="92"/>
                        <a:pt x="66" y="92"/>
                        <a:pt x="66" y="91"/>
                      </a:cubicBezTo>
                      <a:cubicBezTo>
                        <a:pt x="66" y="91"/>
                        <a:pt x="66" y="91"/>
                        <a:pt x="66" y="91"/>
                      </a:cubicBezTo>
                      <a:cubicBezTo>
                        <a:pt x="66" y="91"/>
                        <a:pt x="65" y="90"/>
                        <a:pt x="65" y="90"/>
                      </a:cubicBezTo>
                      <a:cubicBezTo>
                        <a:pt x="65" y="90"/>
                        <a:pt x="64" y="90"/>
                        <a:pt x="64" y="90"/>
                      </a:cubicBezTo>
                      <a:cubicBezTo>
                        <a:pt x="64" y="89"/>
                        <a:pt x="63" y="89"/>
                        <a:pt x="63" y="89"/>
                      </a:cubicBezTo>
                      <a:cubicBezTo>
                        <a:pt x="63" y="84"/>
                        <a:pt x="63" y="84"/>
                        <a:pt x="63" y="84"/>
                      </a:cubicBezTo>
                      <a:cubicBezTo>
                        <a:pt x="65" y="84"/>
                        <a:pt x="65" y="84"/>
                        <a:pt x="65" y="84"/>
                      </a:cubicBezTo>
                      <a:cubicBezTo>
                        <a:pt x="66" y="83"/>
                        <a:pt x="66" y="83"/>
                        <a:pt x="66" y="83"/>
                      </a:cubicBezTo>
                      <a:cubicBezTo>
                        <a:pt x="66" y="84"/>
                        <a:pt x="66" y="84"/>
                        <a:pt x="66" y="84"/>
                      </a:cubicBezTo>
                      <a:cubicBezTo>
                        <a:pt x="66" y="84"/>
                        <a:pt x="67" y="83"/>
                        <a:pt x="67" y="83"/>
                      </a:cubicBezTo>
                      <a:cubicBezTo>
                        <a:pt x="67" y="83"/>
                        <a:pt x="67" y="83"/>
                        <a:pt x="67" y="83"/>
                      </a:cubicBezTo>
                      <a:cubicBezTo>
                        <a:pt x="68" y="84"/>
                        <a:pt x="68" y="84"/>
                        <a:pt x="68" y="84"/>
                      </a:cubicBezTo>
                      <a:cubicBezTo>
                        <a:pt x="68" y="84"/>
                        <a:pt x="69" y="84"/>
                        <a:pt x="69" y="84"/>
                      </a:cubicBezTo>
                      <a:cubicBezTo>
                        <a:pt x="70" y="84"/>
                        <a:pt x="70" y="83"/>
                        <a:pt x="70" y="83"/>
                      </a:cubicBezTo>
                      <a:cubicBezTo>
                        <a:pt x="70" y="83"/>
                        <a:pt x="70" y="83"/>
                        <a:pt x="70" y="83"/>
                      </a:cubicBezTo>
                      <a:cubicBezTo>
                        <a:pt x="70" y="83"/>
                        <a:pt x="69" y="82"/>
                        <a:pt x="69" y="82"/>
                      </a:cubicBezTo>
                      <a:cubicBezTo>
                        <a:pt x="69" y="82"/>
                        <a:pt x="70" y="82"/>
                        <a:pt x="70" y="82"/>
                      </a:cubicBezTo>
                      <a:cubicBezTo>
                        <a:pt x="70" y="82"/>
                        <a:pt x="69" y="81"/>
                        <a:pt x="69" y="81"/>
                      </a:cubicBezTo>
                      <a:cubicBezTo>
                        <a:pt x="69" y="81"/>
                        <a:pt x="69" y="81"/>
                        <a:pt x="69" y="81"/>
                      </a:cubicBezTo>
                      <a:cubicBezTo>
                        <a:pt x="69" y="81"/>
                        <a:pt x="69" y="81"/>
                        <a:pt x="69" y="81"/>
                      </a:cubicBezTo>
                      <a:cubicBezTo>
                        <a:pt x="66" y="81"/>
                        <a:pt x="66" y="81"/>
                        <a:pt x="66" y="81"/>
                      </a:cubicBezTo>
                      <a:cubicBezTo>
                        <a:pt x="66" y="81"/>
                        <a:pt x="66" y="80"/>
                        <a:pt x="66" y="80"/>
                      </a:cubicBezTo>
                      <a:cubicBezTo>
                        <a:pt x="66" y="80"/>
                        <a:pt x="65" y="80"/>
                        <a:pt x="65" y="80"/>
                      </a:cubicBezTo>
                      <a:cubicBezTo>
                        <a:pt x="65" y="80"/>
                        <a:pt x="65" y="80"/>
                        <a:pt x="65" y="80"/>
                      </a:cubicBezTo>
                      <a:cubicBezTo>
                        <a:pt x="65" y="76"/>
                        <a:pt x="65" y="76"/>
                        <a:pt x="65" y="76"/>
                      </a:cubicBezTo>
                      <a:cubicBezTo>
                        <a:pt x="65" y="76"/>
                        <a:pt x="65" y="76"/>
                        <a:pt x="65" y="76"/>
                      </a:cubicBezTo>
                      <a:cubicBezTo>
                        <a:pt x="65" y="76"/>
                        <a:pt x="66" y="76"/>
                        <a:pt x="66" y="76"/>
                      </a:cubicBezTo>
                      <a:cubicBezTo>
                        <a:pt x="66" y="76"/>
                        <a:pt x="67" y="75"/>
                        <a:pt x="67" y="75"/>
                      </a:cubicBezTo>
                      <a:cubicBezTo>
                        <a:pt x="67" y="75"/>
                        <a:pt x="67" y="75"/>
                        <a:pt x="67" y="75"/>
                      </a:cubicBezTo>
                      <a:cubicBezTo>
                        <a:pt x="67" y="75"/>
                        <a:pt x="68" y="76"/>
                        <a:pt x="68" y="76"/>
                      </a:cubicBezTo>
                      <a:cubicBezTo>
                        <a:pt x="77" y="76"/>
                        <a:pt x="77" y="76"/>
                        <a:pt x="77" y="76"/>
                      </a:cubicBezTo>
                      <a:cubicBezTo>
                        <a:pt x="76" y="75"/>
                        <a:pt x="76" y="75"/>
                        <a:pt x="76" y="75"/>
                      </a:cubicBezTo>
                      <a:cubicBezTo>
                        <a:pt x="76" y="75"/>
                        <a:pt x="76" y="75"/>
                        <a:pt x="76" y="75"/>
                      </a:cubicBezTo>
                      <a:cubicBezTo>
                        <a:pt x="76" y="75"/>
                        <a:pt x="76" y="74"/>
                        <a:pt x="76" y="74"/>
                      </a:cubicBezTo>
                      <a:cubicBezTo>
                        <a:pt x="76" y="74"/>
                        <a:pt x="76" y="74"/>
                        <a:pt x="76" y="73"/>
                      </a:cubicBezTo>
                      <a:cubicBezTo>
                        <a:pt x="76" y="73"/>
                        <a:pt x="77" y="74"/>
                        <a:pt x="77" y="75"/>
                      </a:cubicBezTo>
                      <a:cubicBezTo>
                        <a:pt x="78" y="75"/>
                        <a:pt x="77" y="75"/>
                        <a:pt x="77" y="75"/>
                      </a:cubicBezTo>
                      <a:cubicBezTo>
                        <a:pt x="78" y="75"/>
                        <a:pt x="78" y="75"/>
                        <a:pt x="78" y="75"/>
                      </a:cubicBezTo>
                      <a:cubicBezTo>
                        <a:pt x="78" y="75"/>
                        <a:pt x="78" y="75"/>
                        <a:pt x="78" y="75"/>
                      </a:cubicBezTo>
                      <a:cubicBezTo>
                        <a:pt x="78" y="74"/>
                        <a:pt x="79" y="74"/>
                        <a:pt x="79" y="74"/>
                      </a:cubicBezTo>
                      <a:cubicBezTo>
                        <a:pt x="79" y="74"/>
                        <a:pt x="79" y="74"/>
                        <a:pt x="79" y="74"/>
                      </a:cubicBezTo>
                      <a:cubicBezTo>
                        <a:pt x="79" y="74"/>
                        <a:pt x="80" y="74"/>
                        <a:pt x="80" y="74"/>
                      </a:cubicBezTo>
                      <a:cubicBezTo>
                        <a:pt x="80" y="74"/>
                        <a:pt x="80" y="73"/>
                        <a:pt x="80" y="73"/>
                      </a:cubicBezTo>
                      <a:cubicBezTo>
                        <a:pt x="80" y="73"/>
                        <a:pt x="81" y="73"/>
                        <a:pt x="81" y="73"/>
                      </a:cubicBezTo>
                      <a:cubicBezTo>
                        <a:pt x="82" y="73"/>
                        <a:pt x="82" y="73"/>
                        <a:pt x="82" y="73"/>
                      </a:cubicBezTo>
                      <a:cubicBezTo>
                        <a:pt x="82" y="72"/>
                        <a:pt x="82" y="72"/>
                        <a:pt x="82" y="72"/>
                      </a:cubicBezTo>
                      <a:cubicBezTo>
                        <a:pt x="82" y="74"/>
                        <a:pt x="82" y="74"/>
                        <a:pt x="82" y="74"/>
                      </a:cubicBezTo>
                      <a:cubicBezTo>
                        <a:pt x="84" y="75"/>
                        <a:pt x="84" y="75"/>
                        <a:pt x="84" y="75"/>
                      </a:cubicBezTo>
                      <a:cubicBezTo>
                        <a:pt x="84" y="75"/>
                        <a:pt x="84" y="76"/>
                        <a:pt x="84" y="76"/>
                      </a:cubicBezTo>
                      <a:cubicBezTo>
                        <a:pt x="84" y="76"/>
                        <a:pt x="84" y="77"/>
                        <a:pt x="84" y="77"/>
                      </a:cubicBezTo>
                      <a:cubicBezTo>
                        <a:pt x="84" y="77"/>
                        <a:pt x="84" y="78"/>
                        <a:pt x="84" y="78"/>
                      </a:cubicBezTo>
                      <a:cubicBezTo>
                        <a:pt x="84" y="78"/>
                        <a:pt x="84" y="79"/>
                        <a:pt x="84" y="79"/>
                      </a:cubicBezTo>
                      <a:cubicBezTo>
                        <a:pt x="84" y="79"/>
                        <a:pt x="84" y="79"/>
                        <a:pt x="84" y="79"/>
                      </a:cubicBezTo>
                      <a:cubicBezTo>
                        <a:pt x="84" y="80"/>
                        <a:pt x="84" y="80"/>
                        <a:pt x="84" y="80"/>
                      </a:cubicBezTo>
                      <a:cubicBezTo>
                        <a:pt x="84" y="80"/>
                        <a:pt x="85" y="80"/>
                        <a:pt x="85" y="80"/>
                      </a:cubicBezTo>
                      <a:cubicBezTo>
                        <a:pt x="86" y="79"/>
                        <a:pt x="86" y="79"/>
                        <a:pt x="86" y="79"/>
                      </a:cubicBezTo>
                      <a:cubicBezTo>
                        <a:pt x="86" y="79"/>
                        <a:pt x="86" y="78"/>
                        <a:pt x="86" y="78"/>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8" name="Freeform 759">
                  <a:extLst>
                    <a:ext uri="{FF2B5EF4-FFF2-40B4-BE49-F238E27FC236}">
                      <a16:creationId xmlns:a16="http://schemas.microsoft.com/office/drawing/2014/main" id="{024424C6-7625-C25B-7F29-F9003CDFDBC8}"/>
                    </a:ext>
                  </a:extLst>
                </p:cNvPr>
                <p:cNvSpPr>
                  <a:spLocks noEditPoints="1"/>
                </p:cNvSpPr>
                <p:nvPr/>
              </p:nvSpPr>
              <p:spPr bwMode="auto">
                <a:xfrm>
                  <a:off x="3627438" y="4529138"/>
                  <a:ext cx="38100" cy="42863"/>
                </a:xfrm>
                <a:custGeom>
                  <a:avLst/>
                  <a:gdLst>
                    <a:gd name="T0" fmla="*/ 9 w 9"/>
                    <a:gd name="T1" fmla="*/ 0 h 10"/>
                    <a:gd name="T2" fmla="*/ 7 w 9"/>
                    <a:gd name="T3" fmla="*/ 1 h 10"/>
                    <a:gd name="T4" fmla="*/ 8 w 9"/>
                    <a:gd name="T5" fmla="*/ 1 h 10"/>
                    <a:gd name="T6" fmla="*/ 8 w 9"/>
                    <a:gd name="T7" fmla="*/ 1 h 10"/>
                    <a:gd name="T8" fmla="*/ 9 w 9"/>
                    <a:gd name="T9" fmla="*/ 1 h 10"/>
                    <a:gd name="T10" fmla="*/ 9 w 9"/>
                    <a:gd name="T11" fmla="*/ 0 h 10"/>
                    <a:gd name="T12" fmla="*/ 7 w 9"/>
                    <a:gd name="T13" fmla="*/ 4 h 10"/>
                    <a:gd name="T14" fmla="*/ 6 w 9"/>
                    <a:gd name="T15" fmla="*/ 5 h 10"/>
                    <a:gd name="T16" fmla="*/ 6 w 9"/>
                    <a:gd name="T17" fmla="*/ 5 h 10"/>
                    <a:gd name="T18" fmla="*/ 6 w 9"/>
                    <a:gd name="T19" fmla="*/ 6 h 10"/>
                    <a:gd name="T20" fmla="*/ 6 w 9"/>
                    <a:gd name="T21" fmla="*/ 8 h 10"/>
                    <a:gd name="T22" fmla="*/ 6 w 9"/>
                    <a:gd name="T23" fmla="*/ 8 h 10"/>
                    <a:gd name="T24" fmla="*/ 5 w 9"/>
                    <a:gd name="T25" fmla="*/ 9 h 10"/>
                    <a:gd name="T26" fmla="*/ 2 w 9"/>
                    <a:gd name="T27" fmla="*/ 10 h 10"/>
                    <a:gd name="T28" fmla="*/ 2 w 9"/>
                    <a:gd name="T29" fmla="*/ 10 h 10"/>
                    <a:gd name="T30" fmla="*/ 2 w 9"/>
                    <a:gd name="T31" fmla="*/ 10 h 10"/>
                    <a:gd name="T32" fmla="*/ 1 w 9"/>
                    <a:gd name="T33" fmla="*/ 10 h 10"/>
                    <a:gd name="T34" fmla="*/ 0 w 9"/>
                    <a:gd name="T35" fmla="*/ 10 h 10"/>
                    <a:gd name="T36" fmla="*/ 0 w 9"/>
                    <a:gd name="T37" fmla="*/ 9 h 10"/>
                    <a:gd name="T38" fmla="*/ 0 w 9"/>
                    <a:gd name="T39" fmla="*/ 10 h 10"/>
                    <a:gd name="T40" fmla="*/ 0 w 9"/>
                    <a:gd name="T41" fmla="*/ 9 h 10"/>
                    <a:gd name="T42" fmla="*/ 2 w 9"/>
                    <a:gd name="T43" fmla="*/ 9 h 10"/>
                    <a:gd name="T44" fmla="*/ 2 w 9"/>
                    <a:gd name="T45" fmla="*/ 8 h 10"/>
                    <a:gd name="T46" fmla="*/ 3 w 9"/>
                    <a:gd name="T47" fmla="*/ 8 h 10"/>
                    <a:gd name="T48" fmla="*/ 3 w 9"/>
                    <a:gd name="T49" fmla="*/ 7 h 10"/>
                    <a:gd name="T50" fmla="*/ 3 w 9"/>
                    <a:gd name="T51" fmla="*/ 6 h 10"/>
                    <a:gd name="T52" fmla="*/ 2 w 9"/>
                    <a:gd name="T53" fmla="*/ 5 h 10"/>
                    <a:gd name="T54" fmla="*/ 2 w 9"/>
                    <a:gd name="T55" fmla="*/ 5 h 10"/>
                    <a:gd name="T56" fmla="*/ 2 w 9"/>
                    <a:gd name="T57" fmla="*/ 5 h 10"/>
                    <a:gd name="T58" fmla="*/ 2 w 9"/>
                    <a:gd name="T59" fmla="*/ 5 h 10"/>
                    <a:gd name="T60" fmla="*/ 2 w 9"/>
                    <a:gd name="T61" fmla="*/ 5 h 10"/>
                    <a:gd name="T62" fmla="*/ 2 w 9"/>
                    <a:gd name="T63" fmla="*/ 5 h 10"/>
                    <a:gd name="T64" fmla="*/ 4 w 9"/>
                    <a:gd name="T65" fmla="*/ 5 h 10"/>
                    <a:gd name="T66" fmla="*/ 4 w 9"/>
                    <a:gd name="T67" fmla="*/ 5 h 10"/>
                    <a:gd name="T68" fmla="*/ 6 w 9"/>
                    <a:gd name="T69" fmla="*/ 4 h 10"/>
                    <a:gd name="T70" fmla="*/ 7 w 9"/>
                    <a:gd name="T71" fmla="*/ 4 h 10"/>
                    <a:gd name="T72" fmla="*/ 7 w 9"/>
                    <a:gd name="T73"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10">
                      <a:moveTo>
                        <a:pt x="9" y="0"/>
                      </a:moveTo>
                      <a:cubicBezTo>
                        <a:pt x="9" y="1"/>
                        <a:pt x="8" y="1"/>
                        <a:pt x="7" y="1"/>
                      </a:cubicBezTo>
                      <a:cubicBezTo>
                        <a:pt x="7" y="1"/>
                        <a:pt x="8" y="1"/>
                        <a:pt x="8" y="1"/>
                      </a:cubicBezTo>
                      <a:cubicBezTo>
                        <a:pt x="8" y="1"/>
                        <a:pt x="8" y="1"/>
                        <a:pt x="8" y="1"/>
                      </a:cubicBezTo>
                      <a:cubicBezTo>
                        <a:pt x="8" y="0"/>
                        <a:pt x="9" y="0"/>
                        <a:pt x="9" y="1"/>
                      </a:cubicBezTo>
                      <a:cubicBezTo>
                        <a:pt x="9" y="0"/>
                        <a:pt x="9" y="0"/>
                        <a:pt x="9" y="0"/>
                      </a:cubicBezTo>
                      <a:close/>
                      <a:moveTo>
                        <a:pt x="7" y="4"/>
                      </a:moveTo>
                      <a:cubicBezTo>
                        <a:pt x="7" y="5"/>
                        <a:pt x="7" y="5"/>
                        <a:pt x="6" y="5"/>
                      </a:cubicBezTo>
                      <a:cubicBezTo>
                        <a:pt x="6" y="5"/>
                        <a:pt x="6" y="5"/>
                        <a:pt x="6" y="5"/>
                      </a:cubicBezTo>
                      <a:cubicBezTo>
                        <a:pt x="6" y="6"/>
                        <a:pt x="6" y="6"/>
                        <a:pt x="6" y="6"/>
                      </a:cubicBezTo>
                      <a:cubicBezTo>
                        <a:pt x="6" y="7"/>
                        <a:pt x="6" y="7"/>
                        <a:pt x="6" y="8"/>
                      </a:cubicBezTo>
                      <a:cubicBezTo>
                        <a:pt x="6" y="8"/>
                        <a:pt x="6" y="8"/>
                        <a:pt x="6" y="8"/>
                      </a:cubicBezTo>
                      <a:cubicBezTo>
                        <a:pt x="6" y="9"/>
                        <a:pt x="6" y="9"/>
                        <a:pt x="5" y="9"/>
                      </a:cubicBezTo>
                      <a:cubicBezTo>
                        <a:pt x="4" y="9"/>
                        <a:pt x="3" y="10"/>
                        <a:pt x="2" y="10"/>
                      </a:cubicBezTo>
                      <a:cubicBezTo>
                        <a:pt x="2" y="10"/>
                        <a:pt x="2" y="10"/>
                        <a:pt x="2" y="10"/>
                      </a:cubicBezTo>
                      <a:cubicBezTo>
                        <a:pt x="2" y="10"/>
                        <a:pt x="2" y="10"/>
                        <a:pt x="2" y="10"/>
                      </a:cubicBezTo>
                      <a:cubicBezTo>
                        <a:pt x="1" y="10"/>
                        <a:pt x="1" y="9"/>
                        <a:pt x="1" y="10"/>
                      </a:cubicBezTo>
                      <a:cubicBezTo>
                        <a:pt x="0" y="10"/>
                        <a:pt x="0" y="10"/>
                        <a:pt x="0" y="10"/>
                      </a:cubicBezTo>
                      <a:cubicBezTo>
                        <a:pt x="0" y="10"/>
                        <a:pt x="0" y="9"/>
                        <a:pt x="0" y="9"/>
                      </a:cubicBezTo>
                      <a:cubicBezTo>
                        <a:pt x="0" y="9"/>
                        <a:pt x="0" y="10"/>
                        <a:pt x="0" y="10"/>
                      </a:cubicBezTo>
                      <a:cubicBezTo>
                        <a:pt x="0" y="10"/>
                        <a:pt x="0" y="9"/>
                        <a:pt x="0" y="9"/>
                      </a:cubicBezTo>
                      <a:cubicBezTo>
                        <a:pt x="1" y="9"/>
                        <a:pt x="1" y="9"/>
                        <a:pt x="2" y="9"/>
                      </a:cubicBezTo>
                      <a:cubicBezTo>
                        <a:pt x="2" y="8"/>
                        <a:pt x="2" y="8"/>
                        <a:pt x="2" y="8"/>
                      </a:cubicBezTo>
                      <a:cubicBezTo>
                        <a:pt x="3" y="8"/>
                        <a:pt x="3" y="8"/>
                        <a:pt x="3" y="8"/>
                      </a:cubicBezTo>
                      <a:cubicBezTo>
                        <a:pt x="3" y="8"/>
                        <a:pt x="3" y="7"/>
                        <a:pt x="3" y="7"/>
                      </a:cubicBezTo>
                      <a:cubicBezTo>
                        <a:pt x="3" y="6"/>
                        <a:pt x="3" y="6"/>
                        <a:pt x="3" y="6"/>
                      </a:cubicBezTo>
                      <a:cubicBezTo>
                        <a:pt x="3" y="6"/>
                        <a:pt x="2" y="6"/>
                        <a:pt x="2" y="5"/>
                      </a:cubicBezTo>
                      <a:cubicBezTo>
                        <a:pt x="2" y="5"/>
                        <a:pt x="2" y="6"/>
                        <a:pt x="2" y="5"/>
                      </a:cubicBezTo>
                      <a:cubicBezTo>
                        <a:pt x="2" y="5"/>
                        <a:pt x="2" y="5"/>
                        <a:pt x="2" y="5"/>
                      </a:cubicBezTo>
                      <a:cubicBezTo>
                        <a:pt x="2" y="5"/>
                        <a:pt x="2" y="5"/>
                        <a:pt x="2" y="5"/>
                      </a:cubicBezTo>
                      <a:cubicBezTo>
                        <a:pt x="2" y="5"/>
                        <a:pt x="2" y="5"/>
                        <a:pt x="2" y="5"/>
                      </a:cubicBezTo>
                      <a:cubicBezTo>
                        <a:pt x="2" y="5"/>
                        <a:pt x="2" y="5"/>
                        <a:pt x="2" y="5"/>
                      </a:cubicBezTo>
                      <a:cubicBezTo>
                        <a:pt x="3" y="5"/>
                        <a:pt x="3" y="5"/>
                        <a:pt x="4" y="5"/>
                      </a:cubicBezTo>
                      <a:cubicBezTo>
                        <a:pt x="4" y="5"/>
                        <a:pt x="4" y="5"/>
                        <a:pt x="4" y="5"/>
                      </a:cubicBezTo>
                      <a:cubicBezTo>
                        <a:pt x="5" y="5"/>
                        <a:pt x="5" y="5"/>
                        <a:pt x="6" y="4"/>
                      </a:cubicBezTo>
                      <a:cubicBezTo>
                        <a:pt x="6" y="4"/>
                        <a:pt x="6" y="4"/>
                        <a:pt x="7" y="4"/>
                      </a:cubicBezTo>
                      <a:cubicBezTo>
                        <a:pt x="7" y="4"/>
                        <a:pt x="7" y="4"/>
                        <a:pt x="7" y="4"/>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9" name="Freeform 760">
                  <a:extLst>
                    <a:ext uri="{FF2B5EF4-FFF2-40B4-BE49-F238E27FC236}">
                      <a16:creationId xmlns:a16="http://schemas.microsoft.com/office/drawing/2014/main" id="{DAE812A1-7514-6F0A-441C-41D752D12AD2}"/>
                    </a:ext>
                  </a:extLst>
                </p:cNvPr>
                <p:cNvSpPr>
                  <a:spLocks/>
                </p:cNvSpPr>
                <p:nvPr/>
              </p:nvSpPr>
              <p:spPr bwMode="auto">
                <a:xfrm>
                  <a:off x="3632201" y="4505325"/>
                  <a:ext cx="3175" cy="7938"/>
                </a:xfrm>
                <a:custGeom>
                  <a:avLst/>
                  <a:gdLst>
                    <a:gd name="T0" fmla="*/ 1 w 1"/>
                    <a:gd name="T1" fmla="*/ 0 h 2"/>
                    <a:gd name="T2" fmla="*/ 0 w 1"/>
                    <a:gd name="T3" fmla="*/ 1 h 2"/>
                    <a:gd name="T4" fmla="*/ 0 w 1"/>
                    <a:gd name="T5" fmla="*/ 1 h 2"/>
                    <a:gd name="T6" fmla="*/ 0 w 1"/>
                    <a:gd name="T7" fmla="*/ 1 h 2"/>
                    <a:gd name="T8" fmla="*/ 1 w 1"/>
                    <a:gd name="T9" fmla="*/ 1 h 2"/>
                    <a:gd name="T10" fmla="*/ 1 w 1"/>
                    <a:gd name="T11" fmla="*/ 1 h 2"/>
                    <a:gd name="T12" fmla="*/ 1 w 1"/>
                    <a:gd name="T13" fmla="*/ 0 h 2"/>
                    <a:gd name="T14" fmla="*/ 1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0"/>
                      </a:moveTo>
                      <a:cubicBezTo>
                        <a:pt x="0" y="0"/>
                        <a:pt x="0" y="1"/>
                        <a:pt x="0" y="1"/>
                      </a:cubicBezTo>
                      <a:cubicBezTo>
                        <a:pt x="0" y="1"/>
                        <a:pt x="0" y="1"/>
                        <a:pt x="0" y="1"/>
                      </a:cubicBezTo>
                      <a:cubicBezTo>
                        <a:pt x="0" y="1"/>
                        <a:pt x="0" y="1"/>
                        <a:pt x="0" y="1"/>
                      </a:cubicBezTo>
                      <a:cubicBezTo>
                        <a:pt x="0" y="2"/>
                        <a:pt x="1" y="2"/>
                        <a:pt x="1" y="1"/>
                      </a:cubicBezTo>
                      <a:cubicBezTo>
                        <a:pt x="1" y="1"/>
                        <a:pt x="1" y="1"/>
                        <a:pt x="1" y="1"/>
                      </a:cubicBezTo>
                      <a:cubicBezTo>
                        <a:pt x="1" y="0"/>
                        <a:pt x="1" y="0"/>
                        <a:pt x="1" y="0"/>
                      </a:cubicBezTo>
                      <a:cubicBezTo>
                        <a:pt x="1" y="0"/>
                        <a:pt x="1" y="0"/>
                        <a:pt x="1" y="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3" name="South_America">
                <a:extLst>
                  <a:ext uri="{FF2B5EF4-FFF2-40B4-BE49-F238E27FC236}">
                    <a16:creationId xmlns:a16="http://schemas.microsoft.com/office/drawing/2014/main" id="{8EEEFB00-96BE-CAE5-B3BA-B87974BAE5D9}"/>
                  </a:ext>
                </a:extLst>
              </p:cNvPr>
              <p:cNvGrpSpPr/>
              <p:nvPr/>
            </p:nvGrpSpPr>
            <p:grpSpPr>
              <a:xfrm>
                <a:off x="101601" y="373063"/>
                <a:ext cx="3759200" cy="4286250"/>
                <a:chOff x="101601" y="373063"/>
                <a:chExt cx="3759200" cy="4286250"/>
              </a:xfrm>
              <a:grpFill/>
            </p:grpSpPr>
            <p:sp>
              <p:nvSpPr>
                <p:cNvPr id="892" name="Freeform 745">
                  <a:extLst>
                    <a:ext uri="{FF2B5EF4-FFF2-40B4-BE49-F238E27FC236}">
                      <a16:creationId xmlns:a16="http://schemas.microsoft.com/office/drawing/2014/main" id="{DE79F075-C00E-6AA0-85B2-E13CB4BF6FA1}"/>
                    </a:ext>
                  </a:extLst>
                </p:cNvPr>
                <p:cNvSpPr>
                  <a:spLocks noEditPoints="1"/>
                </p:cNvSpPr>
                <p:nvPr/>
              </p:nvSpPr>
              <p:spPr bwMode="auto">
                <a:xfrm>
                  <a:off x="3062288" y="4292600"/>
                  <a:ext cx="44450" cy="15875"/>
                </a:xfrm>
                <a:custGeom>
                  <a:avLst/>
                  <a:gdLst>
                    <a:gd name="T0" fmla="*/ 2 w 11"/>
                    <a:gd name="T1" fmla="*/ 4 h 4"/>
                    <a:gd name="T2" fmla="*/ 1 w 11"/>
                    <a:gd name="T3" fmla="*/ 4 h 4"/>
                    <a:gd name="T4" fmla="*/ 0 w 11"/>
                    <a:gd name="T5" fmla="*/ 4 h 4"/>
                    <a:gd name="T6" fmla="*/ 0 w 11"/>
                    <a:gd name="T7" fmla="*/ 4 h 4"/>
                    <a:gd name="T8" fmla="*/ 0 w 11"/>
                    <a:gd name="T9" fmla="*/ 4 h 4"/>
                    <a:gd name="T10" fmla="*/ 0 w 11"/>
                    <a:gd name="T11" fmla="*/ 3 h 4"/>
                    <a:gd name="T12" fmla="*/ 1 w 11"/>
                    <a:gd name="T13" fmla="*/ 4 h 4"/>
                    <a:gd name="T14" fmla="*/ 1 w 11"/>
                    <a:gd name="T15" fmla="*/ 4 h 4"/>
                    <a:gd name="T16" fmla="*/ 2 w 11"/>
                    <a:gd name="T17" fmla="*/ 4 h 4"/>
                    <a:gd name="T18" fmla="*/ 10 w 11"/>
                    <a:gd name="T19" fmla="*/ 0 h 4"/>
                    <a:gd name="T20" fmla="*/ 10 w 11"/>
                    <a:gd name="T21" fmla="*/ 1 h 4"/>
                    <a:gd name="T22" fmla="*/ 10 w 11"/>
                    <a:gd name="T23" fmla="*/ 1 h 4"/>
                    <a:gd name="T24" fmla="*/ 10 w 11"/>
                    <a:gd name="T25" fmla="*/ 1 h 4"/>
                    <a:gd name="T26" fmla="*/ 10 w 11"/>
                    <a:gd name="T27" fmla="*/ 1 h 4"/>
                    <a:gd name="T28" fmla="*/ 10 w 11"/>
                    <a:gd name="T29" fmla="*/ 1 h 4"/>
                    <a:gd name="T30" fmla="*/ 10 w 11"/>
                    <a:gd name="T31" fmla="*/ 0 h 4"/>
                    <a:gd name="T32" fmla="*/ 10 w 11"/>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4">
                      <a:moveTo>
                        <a:pt x="2" y="4"/>
                      </a:moveTo>
                      <a:cubicBezTo>
                        <a:pt x="2" y="4"/>
                        <a:pt x="1" y="4"/>
                        <a:pt x="1" y="4"/>
                      </a:cubicBezTo>
                      <a:cubicBezTo>
                        <a:pt x="1" y="4"/>
                        <a:pt x="1" y="4"/>
                        <a:pt x="0" y="4"/>
                      </a:cubicBezTo>
                      <a:cubicBezTo>
                        <a:pt x="0" y="4"/>
                        <a:pt x="0" y="4"/>
                        <a:pt x="0" y="4"/>
                      </a:cubicBezTo>
                      <a:cubicBezTo>
                        <a:pt x="0" y="4"/>
                        <a:pt x="0" y="4"/>
                        <a:pt x="0" y="4"/>
                      </a:cubicBezTo>
                      <a:cubicBezTo>
                        <a:pt x="0" y="3"/>
                        <a:pt x="0" y="3"/>
                        <a:pt x="0" y="3"/>
                      </a:cubicBezTo>
                      <a:cubicBezTo>
                        <a:pt x="0" y="3"/>
                        <a:pt x="0" y="3"/>
                        <a:pt x="1" y="4"/>
                      </a:cubicBezTo>
                      <a:cubicBezTo>
                        <a:pt x="1" y="4"/>
                        <a:pt x="1" y="4"/>
                        <a:pt x="1" y="4"/>
                      </a:cubicBezTo>
                      <a:cubicBezTo>
                        <a:pt x="1" y="4"/>
                        <a:pt x="2" y="4"/>
                        <a:pt x="2" y="4"/>
                      </a:cubicBezTo>
                      <a:close/>
                      <a:moveTo>
                        <a:pt x="10" y="0"/>
                      </a:moveTo>
                      <a:cubicBezTo>
                        <a:pt x="10" y="0"/>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1" y="1"/>
                        <a:pt x="10" y="0"/>
                      </a:cubicBezTo>
                      <a:cubicBezTo>
                        <a:pt x="10" y="0"/>
                        <a:pt x="10" y="0"/>
                        <a:pt x="10" y="0"/>
                      </a:cubicBezTo>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3" name="Freeform 746">
                  <a:extLst>
                    <a:ext uri="{FF2B5EF4-FFF2-40B4-BE49-F238E27FC236}">
                      <a16:creationId xmlns:a16="http://schemas.microsoft.com/office/drawing/2014/main" id="{6191075E-968F-D98D-1956-4C2C1913E5DF}"/>
                    </a:ext>
                  </a:extLst>
                </p:cNvPr>
                <p:cNvSpPr>
                  <a:spLocks noEditPoints="1"/>
                </p:cNvSpPr>
                <p:nvPr/>
              </p:nvSpPr>
              <p:spPr bwMode="auto">
                <a:xfrm>
                  <a:off x="3062288" y="4292600"/>
                  <a:ext cx="44450" cy="15875"/>
                </a:xfrm>
                <a:custGeom>
                  <a:avLst/>
                  <a:gdLst>
                    <a:gd name="T0" fmla="*/ 2 w 11"/>
                    <a:gd name="T1" fmla="*/ 4 h 4"/>
                    <a:gd name="T2" fmla="*/ 1 w 11"/>
                    <a:gd name="T3" fmla="*/ 4 h 4"/>
                    <a:gd name="T4" fmla="*/ 0 w 11"/>
                    <a:gd name="T5" fmla="*/ 4 h 4"/>
                    <a:gd name="T6" fmla="*/ 0 w 11"/>
                    <a:gd name="T7" fmla="*/ 4 h 4"/>
                    <a:gd name="T8" fmla="*/ 0 w 11"/>
                    <a:gd name="T9" fmla="*/ 4 h 4"/>
                    <a:gd name="T10" fmla="*/ 0 w 11"/>
                    <a:gd name="T11" fmla="*/ 3 h 4"/>
                    <a:gd name="T12" fmla="*/ 1 w 11"/>
                    <a:gd name="T13" fmla="*/ 4 h 4"/>
                    <a:gd name="T14" fmla="*/ 1 w 11"/>
                    <a:gd name="T15" fmla="*/ 4 h 4"/>
                    <a:gd name="T16" fmla="*/ 2 w 11"/>
                    <a:gd name="T17" fmla="*/ 4 h 4"/>
                    <a:gd name="T18" fmla="*/ 10 w 11"/>
                    <a:gd name="T19" fmla="*/ 0 h 4"/>
                    <a:gd name="T20" fmla="*/ 10 w 11"/>
                    <a:gd name="T21" fmla="*/ 1 h 4"/>
                    <a:gd name="T22" fmla="*/ 10 w 11"/>
                    <a:gd name="T23" fmla="*/ 1 h 4"/>
                    <a:gd name="T24" fmla="*/ 10 w 11"/>
                    <a:gd name="T25" fmla="*/ 1 h 4"/>
                    <a:gd name="T26" fmla="*/ 10 w 11"/>
                    <a:gd name="T27" fmla="*/ 1 h 4"/>
                    <a:gd name="T28" fmla="*/ 10 w 11"/>
                    <a:gd name="T29" fmla="*/ 1 h 4"/>
                    <a:gd name="T30" fmla="*/ 10 w 11"/>
                    <a:gd name="T31" fmla="*/ 0 h 4"/>
                    <a:gd name="T32" fmla="*/ 10 w 11"/>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4">
                      <a:moveTo>
                        <a:pt x="2" y="4"/>
                      </a:moveTo>
                      <a:cubicBezTo>
                        <a:pt x="2" y="4"/>
                        <a:pt x="1" y="4"/>
                        <a:pt x="1" y="4"/>
                      </a:cubicBezTo>
                      <a:cubicBezTo>
                        <a:pt x="1" y="4"/>
                        <a:pt x="1" y="4"/>
                        <a:pt x="0" y="4"/>
                      </a:cubicBezTo>
                      <a:cubicBezTo>
                        <a:pt x="0" y="4"/>
                        <a:pt x="0" y="4"/>
                        <a:pt x="0" y="4"/>
                      </a:cubicBezTo>
                      <a:cubicBezTo>
                        <a:pt x="0" y="4"/>
                        <a:pt x="0" y="4"/>
                        <a:pt x="0" y="4"/>
                      </a:cubicBezTo>
                      <a:cubicBezTo>
                        <a:pt x="0" y="3"/>
                        <a:pt x="0" y="3"/>
                        <a:pt x="0" y="3"/>
                      </a:cubicBezTo>
                      <a:cubicBezTo>
                        <a:pt x="0" y="3"/>
                        <a:pt x="0" y="3"/>
                        <a:pt x="1" y="4"/>
                      </a:cubicBezTo>
                      <a:cubicBezTo>
                        <a:pt x="1" y="4"/>
                        <a:pt x="1" y="4"/>
                        <a:pt x="1" y="4"/>
                      </a:cubicBezTo>
                      <a:cubicBezTo>
                        <a:pt x="1" y="4"/>
                        <a:pt x="2" y="4"/>
                        <a:pt x="2" y="4"/>
                      </a:cubicBezTo>
                      <a:close/>
                      <a:moveTo>
                        <a:pt x="10" y="0"/>
                      </a:moveTo>
                      <a:cubicBezTo>
                        <a:pt x="10" y="0"/>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1" y="1"/>
                        <a:pt x="10" y="0"/>
                      </a:cubicBezTo>
                      <a:cubicBezTo>
                        <a:pt x="10" y="0"/>
                        <a:pt x="10" y="0"/>
                        <a:pt x="10" y="0"/>
                      </a:cubicBezTo>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4" name="Freeform 747">
                  <a:extLst>
                    <a:ext uri="{FF2B5EF4-FFF2-40B4-BE49-F238E27FC236}">
                      <a16:creationId xmlns:a16="http://schemas.microsoft.com/office/drawing/2014/main" id="{98931E04-6342-CF5D-CC07-41582188C61F}"/>
                    </a:ext>
                  </a:extLst>
                </p:cNvPr>
                <p:cNvSpPr>
                  <a:spLocks/>
                </p:cNvSpPr>
                <p:nvPr/>
              </p:nvSpPr>
              <p:spPr bwMode="auto">
                <a:xfrm>
                  <a:off x="3652838" y="4449763"/>
                  <a:ext cx="4762" cy="12700"/>
                </a:xfrm>
                <a:custGeom>
                  <a:avLst/>
                  <a:gdLst>
                    <a:gd name="T0" fmla="*/ 1 w 1"/>
                    <a:gd name="T1" fmla="*/ 1 h 3"/>
                    <a:gd name="T2" fmla="*/ 1 w 1"/>
                    <a:gd name="T3" fmla="*/ 1 h 3"/>
                    <a:gd name="T4" fmla="*/ 1 w 1"/>
                    <a:gd name="T5" fmla="*/ 1 h 3"/>
                    <a:gd name="T6" fmla="*/ 0 w 1"/>
                    <a:gd name="T7" fmla="*/ 1 h 3"/>
                    <a:gd name="T8" fmla="*/ 0 w 1"/>
                    <a:gd name="T9" fmla="*/ 2 h 3"/>
                    <a:gd name="T10" fmla="*/ 0 w 1"/>
                    <a:gd name="T11" fmla="*/ 2 h 3"/>
                    <a:gd name="T12" fmla="*/ 1 w 1"/>
                    <a:gd name="T13" fmla="*/ 2 h 3"/>
                    <a:gd name="T14" fmla="*/ 1 w 1"/>
                    <a:gd name="T15" fmla="*/ 2 h 3"/>
                    <a:gd name="T16" fmla="*/ 1 w 1"/>
                    <a:gd name="T17" fmla="*/ 1 h 3"/>
                    <a:gd name="T18" fmla="*/ 1 w 1"/>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1"/>
                      </a:moveTo>
                      <a:cubicBezTo>
                        <a:pt x="1" y="1"/>
                        <a:pt x="1" y="1"/>
                        <a:pt x="1" y="1"/>
                      </a:cubicBezTo>
                      <a:cubicBezTo>
                        <a:pt x="1" y="0"/>
                        <a:pt x="1" y="1"/>
                        <a:pt x="1" y="1"/>
                      </a:cubicBezTo>
                      <a:cubicBezTo>
                        <a:pt x="0" y="1"/>
                        <a:pt x="0" y="1"/>
                        <a:pt x="0" y="1"/>
                      </a:cubicBezTo>
                      <a:cubicBezTo>
                        <a:pt x="0" y="2"/>
                        <a:pt x="0" y="2"/>
                        <a:pt x="0" y="2"/>
                      </a:cubicBezTo>
                      <a:cubicBezTo>
                        <a:pt x="0" y="2"/>
                        <a:pt x="0" y="2"/>
                        <a:pt x="0" y="2"/>
                      </a:cubicBezTo>
                      <a:cubicBezTo>
                        <a:pt x="0" y="3"/>
                        <a:pt x="0" y="2"/>
                        <a:pt x="1" y="2"/>
                      </a:cubicBezTo>
                      <a:cubicBezTo>
                        <a:pt x="1" y="2"/>
                        <a:pt x="1" y="2"/>
                        <a:pt x="1" y="2"/>
                      </a:cubicBezTo>
                      <a:cubicBezTo>
                        <a:pt x="1" y="2"/>
                        <a:pt x="1" y="1"/>
                        <a:pt x="1" y="1"/>
                      </a:cubicBezTo>
                      <a:cubicBezTo>
                        <a:pt x="1" y="1"/>
                        <a:pt x="1" y="1"/>
                        <a:pt x="1" y="1"/>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5" name="Freeform 748">
                  <a:extLst>
                    <a:ext uri="{FF2B5EF4-FFF2-40B4-BE49-F238E27FC236}">
                      <a16:creationId xmlns:a16="http://schemas.microsoft.com/office/drawing/2014/main" id="{3EE1102E-1A52-8D89-DEBE-1A6B0ECBEFA4}"/>
                    </a:ext>
                  </a:extLst>
                </p:cNvPr>
                <p:cNvSpPr>
                  <a:spLocks noEditPoints="1"/>
                </p:cNvSpPr>
                <p:nvPr/>
              </p:nvSpPr>
              <p:spPr bwMode="auto">
                <a:xfrm>
                  <a:off x="3648076" y="4429125"/>
                  <a:ext cx="9525" cy="12700"/>
                </a:xfrm>
                <a:custGeom>
                  <a:avLst/>
                  <a:gdLst>
                    <a:gd name="T0" fmla="*/ 2 w 2"/>
                    <a:gd name="T1" fmla="*/ 1 h 3"/>
                    <a:gd name="T2" fmla="*/ 2 w 2"/>
                    <a:gd name="T3" fmla="*/ 1 h 3"/>
                    <a:gd name="T4" fmla="*/ 1 w 2"/>
                    <a:gd name="T5" fmla="*/ 0 h 3"/>
                    <a:gd name="T6" fmla="*/ 1 w 2"/>
                    <a:gd name="T7" fmla="*/ 0 h 3"/>
                    <a:gd name="T8" fmla="*/ 0 w 2"/>
                    <a:gd name="T9" fmla="*/ 0 h 3"/>
                    <a:gd name="T10" fmla="*/ 0 w 2"/>
                    <a:gd name="T11" fmla="*/ 0 h 3"/>
                    <a:gd name="T12" fmla="*/ 0 w 2"/>
                    <a:gd name="T13" fmla="*/ 0 h 3"/>
                    <a:gd name="T14" fmla="*/ 0 w 2"/>
                    <a:gd name="T15" fmla="*/ 1 h 3"/>
                    <a:gd name="T16" fmla="*/ 1 w 2"/>
                    <a:gd name="T17" fmla="*/ 1 h 3"/>
                    <a:gd name="T18" fmla="*/ 1 w 2"/>
                    <a:gd name="T19" fmla="*/ 2 h 3"/>
                    <a:gd name="T20" fmla="*/ 1 w 2"/>
                    <a:gd name="T21" fmla="*/ 2 h 3"/>
                    <a:gd name="T22" fmla="*/ 1 w 2"/>
                    <a:gd name="T23" fmla="*/ 2 h 3"/>
                    <a:gd name="T24" fmla="*/ 2 w 2"/>
                    <a:gd name="T25" fmla="*/ 3 h 3"/>
                    <a:gd name="T26" fmla="*/ 2 w 2"/>
                    <a:gd name="T27" fmla="*/ 3 h 3"/>
                    <a:gd name="T28" fmla="*/ 2 w 2"/>
                    <a:gd name="T29" fmla="*/ 2 h 3"/>
                    <a:gd name="T30" fmla="*/ 2 w 2"/>
                    <a:gd name="T31" fmla="*/ 1 h 3"/>
                    <a:gd name="T32" fmla="*/ 1 w 2"/>
                    <a:gd name="T33" fmla="*/ 0 h 3"/>
                    <a:gd name="T34" fmla="*/ 1 w 2"/>
                    <a:gd name="T35" fmla="*/ 0 h 3"/>
                    <a:gd name="T36" fmla="*/ 1 w 2"/>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3">
                      <a:moveTo>
                        <a:pt x="2" y="1"/>
                      </a:moveTo>
                      <a:cubicBezTo>
                        <a:pt x="2" y="1"/>
                        <a:pt x="1" y="1"/>
                        <a:pt x="2" y="1"/>
                      </a:cubicBezTo>
                      <a:cubicBezTo>
                        <a:pt x="2" y="1"/>
                        <a:pt x="1" y="0"/>
                        <a:pt x="1" y="0"/>
                      </a:cubicBezTo>
                      <a:cubicBezTo>
                        <a:pt x="1" y="0"/>
                        <a:pt x="1" y="0"/>
                        <a:pt x="1" y="0"/>
                      </a:cubicBezTo>
                      <a:cubicBezTo>
                        <a:pt x="0" y="0"/>
                        <a:pt x="0" y="0"/>
                        <a:pt x="0" y="0"/>
                      </a:cubicBezTo>
                      <a:cubicBezTo>
                        <a:pt x="0" y="0"/>
                        <a:pt x="0" y="0"/>
                        <a:pt x="0" y="0"/>
                      </a:cubicBezTo>
                      <a:cubicBezTo>
                        <a:pt x="0" y="0"/>
                        <a:pt x="0" y="0"/>
                        <a:pt x="0" y="0"/>
                      </a:cubicBezTo>
                      <a:cubicBezTo>
                        <a:pt x="0" y="1"/>
                        <a:pt x="0" y="1"/>
                        <a:pt x="0" y="1"/>
                      </a:cubicBezTo>
                      <a:cubicBezTo>
                        <a:pt x="0" y="1"/>
                        <a:pt x="0" y="1"/>
                        <a:pt x="1" y="1"/>
                      </a:cubicBezTo>
                      <a:cubicBezTo>
                        <a:pt x="1" y="2"/>
                        <a:pt x="1" y="1"/>
                        <a:pt x="1" y="2"/>
                      </a:cubicBezTo>
                      <a:cubicBezTo>
                        <a:pt x="1" y="2"/>
                        <a:pt x="1" y="2"/>
                        <a:pt x="1" y="2"/>
                      </a:cubicBezTo>
                      <a:cubicBezTo>
                        <a:pt x="1" y="3"/>
                        <a:pt x="1" y="2"/>
                        <a:pt x="1" y="2"/>
                      </a:cubicBezTo>
                      <a:cubicBezTo>
                        <a:pt x="1" y="2"/>
                        <a:pt x="1" y="2"/>
                        <a:pt x="2" y="3"/>
                      </a:cubicBezTo>
                      <a:cubicBezTo>
                        <a:pt x="1" y="3"/>
                        <a:pt x="2" y="3"/>
                        <a:pt x="2" y="3"/>
                      </a:cubicBezTo>
                      <a:cubicBezTo>
                        <a:pt x="2" y="3"/>
                        <a:pt x="2" y="3"/>
                        <a:pt x="2" y="2"/>
                      </a:cubicBezTo>
                      <a:cubicBezTo>
                        <a:pt x="2" y="2"/>
                        <a:pt x="2" y="2"/>
                        <a:pt x="2" y="1"/>
                      </a:cubicBezTo>
                      <a:close/>
                      <a:moveTo>
                        <a:pt x="1" y="0"/>
                      </a:moveTo>
                      <a:cubicBezTo>
                        <a:pt x="1" y="0"/>
                        <a:pt x="1" y="0"/>
                        <a:pt x="1" y="0"/>
                      </a:cubicBezTo>
                      <a:cubicBezTo>
                        <a:pt x="1" y="0"/>
                        <a:pt x="1" y="0"/>
                        <a:pt x="1" y="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6" name="Freeform 749">
                  <a:extLst>
                    <a:ext uri="{FF2B5EF4-FFF2-40B4-BE49-F238E27FC236}">
                      <a16:creationId xmlns:a16="http://schemas.microsoft.com/office/drawing/2014/main" id="{27E351F4-6F18-2BC4-BBB6-F446A7710F96}"/>
                    </a:ext>
                  </a:extLst>
                </p:cNvPr>
                <p:cNvSpPr>
                  <a:spLocks/>
                </p:cNvSpPr>
                <p:nvPr/>
              </p:nvSpPr>
              <p:spPr bwMode="auto">
                <a:xfrm>
                  <a:off x="3640138" y="4405313"/>
                  <a:ext cx="7937" cy="11113"/>
                </a:xfrm>
                <a:custGeom>
                  <a:avLst/>
                  <a:gdLst>
                    <a:gd name="T0" fmla="*/ 0 w 2"/>
                    <a:gd name="T1" fmla="*/ 1 h 3"/>
                    <a:gd name="T2" fmla="*/ 0 w 2"/>
                    <a:gd name="T3" fmla="*/ 2 h 3"/>
                    <a:gd name="T4" fmla="*/ 0 w 2"/>
                    <a:gd name="T5" fmla="*/ 2 h 3"/>
                    <a:gd name="T6" fmla="*/ 1 w 2"/>
                    <a:gd name="T7" fmla="*/ 3 h 3"/>
                    <a:gd name="T8" fmla="*/ 1 w 2"/>
                    <a:gd name="T9" fmla="*/ 3 h 3"/>
                    <a:gd name="T10" fmla="*/ 1 w 2"/>
                    <a:gd name="T11" fmla="*/ 3 h 3"/>
                    <a:gd name="T12" fmla="*/ 2 w 2"/>
                    <a:gd name="T13" fmla="*/ 2 h 3"/>
                    <a:gd name="T14" fmla="*/ 2 w 2"/>
                    <a:gd name="T15" fmla="*/ 2 h 3"/>
                    <a:gd name="T16" fmla="*/ 1 w 2"/>
                    <a:gd name="T17" fmla="*/ 1 h 3"/>
                    <a:gd name="T18" fmla="*/ 0 w 2"/>
                    <a:gd name="T19" fmla="*/ 1 h 3"/>
                    <a:gd name="T20" fmla="*/ 0 w 2"/>
                    <a:gd name="T21" fmla="*/ 1 h 3"/>
                    <a:gd name="T22" fmla="*/ 0 w 2"/>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0" y="1"/>
                      </a:moveTo>
                      <a:cubicBezTo>
                        <a:pt x="0" y="2"/>
                        <a:pt x="0" y="2"/>
                        <a:pt x="0" y="2"/>
                      </a:cubicBezTo>
                      <a:cubicBezTo>
                        <a:pt x="0" y="2"/>
                        <a:pt x="0" y="2"/>
                        <a:pt x="0" y="2"/>
                      </a:cubicBezTo>
                      <a:cubicBezTo>
                        <a:pt x="0" y="2"/>
                        <a:pt x="0" y="3"/>
                        <a:pt x="1" y="3"/>
                      </a:cubicBezTo>
                      <a:cubicBezTo>
                        <a:pt x="1" y="3"/>
                        <a:pt x="1" y="3"/>
                        <a:pt x="1" y="3"/>
                      </a:cubicBezTo>
                      <a:cubicBezTo>
                        <a:pt x="1" y="3"/>
                        <a:pt x="1" y="3"/>
                        <a:pt x="1" y="3"/>
                      </a:cubicBezTo>
                      <a:cubicBezTo>
                        <a:pt x="1" y="3"/>
                        <a:pt x="2" y="2"/>
                        <a:pt x="2" y="2"/>
                      </a:cubicBezTo>
                      <a:cubicBezTo>
                        <a:pt x="2" y="2"/>
                        <a:pt x="2" y="2"/>
                        <a:pt x="2" y="2"/>
                      </a:cubicBezTo>
                      <a:cubicBezTo>
                        <a:pt x="2" y="2"/>
                        <a:pt x="2" y="1"/>
                        <a:pt x="1" y="1"/>
                      </a:cubicBezTo>
                      <a:cubicBezTo>
                        <a:pt x="1" y="0"/>
                        <a:pt x="1" y="1"/>
                        <a:pt x="0" y="1"/>
                      </a:cubicBezTo>
                      <a:cubicBezTo>
                        <a:pt x="0" y="1"/>
                        <a:pt x="0" y="1"/>
                        <a:pt x="0" y="1"/>
                      </a:cubicBezTo>
                      <a:cubicBezTo>
                        <a:pt x="0" y="1"/>
                        <a:pt x="0" y="1"/>
                        <a:pt x="0" y="1"/>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7" name="Freeform 750">
                  <a:extLst>
                    <a:ext uri="{FF2B5EF4-FFF2-40B4-BE49-F238E27FC236}">
                      <a16:creationId xmlns:a16="http://schemas.microsoft.com/office/drawing/2014/main" id="{7447E70A-2561-6284-90FE-E8BB9CBE4371}"/>
                    </a:ext>
                  </a:extLst>
                </p:cNvPr>
                <p:cNvSpPr>
                  <a:spLocks/>
                </p:cNvSpPr>
                <p:nvPr/>
              </p:nvSpPr>
              <p:spPr bwMode="auto">
                <a:xfrm>
                  <a:off x="3544888" y="4341813"/>
                  <a:ext cx="7937" cy="4763"/>
                </a:xfrm>
                <a:custGeom>
                  <a:avLst/>
                  <a:gdLst>
                    <a:gd name="T0" fmla="*/ 0 w 2"/>
                    <a:gd name="T1" fmla="*/ 0 h 1"/>
                    <a:gd name="T2" fmla="*/ 0 w 2"/>
                    <a:gd name="T3" fmla="*/ 1 h 1"/>
                    <a:gd name="T4" fmla="*/ 2 w 2"/>
                    <a:gd name="T5" fmla="*/ 0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1"/>
                        <a:pt x="0" y="1"/>
                        <a:pt x="0" y="1"/>
                      </a:cubicBezTo>
                      <a:cubicBezTo>
                        <a:pt x="1" y="1"/>
                        <a:pt x="2" y="1"/>
                        <a:pt x="2" y="0"/>
                      </a:cubicBezTo>
                      <a:cubicBezTo>
                        <a:pt x="2" y="0"/>
                        <a:pt x="1" y="0"/>
                        <a:pt x="1" y="0"/>
                      </a:cubicBezTo>
                      <a:cubicBezTo>
                        <a:pt x="1" y="0"/>
                        <a:pt x="0" y="0"/>
                        <a:pt x="0" y="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8" name="Freeform 751">
                  <a:extLst>
                    <a:ext uri="{FF2B5EF4-FFF2-40B4-BE49-F238E27FC236}">
                      <a16:creationId xmlns:a16="http://schemas.microsoft.com/office/drawing/2014/main" id="{507248A0-F2D3-C8FA-44CD-B4AFE460787A}"/>
                    </a:ext>
                  </a:extLst>
                </p:cNvPr>
                <p:cNvSpPr>
                  <a:spLocks noEditPoints="1"/>
                </p:cNvSpPr>
                <p:nvPr/>
              </p:nvSpPr>
              <p:spPr bwMode="auto">
                <a:xfrm>
                  <a:off x="3627438" y="4346575"/>
                  <a:ext cx="7937" cy="20638"/>
                </a:xfrm>
                <a:custGeom>
                  <a:avLst/>
                  <a:gdLst>
                    <a:gd name="T0" fmla="*/ 0 w 2"/>
                    <a:gd name="T1" fmla="*/ 4 h 5"/>
                    <a:gd name="T2" fmla="*/ 1 w 2"/>
                    <a:gd name="T3" fmla="*/ 4 h 5"/>
                    <a:gd name="T4" fmla="*/ 2 w 2"/>
                    <a:gd name="T5" fmla="*/ 4 h 5"/>
                    <a:gd name="T6" fmla="*/ 1 w 2"/>
                    <a:gd name="T7" fmla="*/ 5 h 5"/>
                    <a:gd name="T8" fmla="*/ 0 w 2"/>
                    <a:gd name="T9" fmla="*/ 4 h 5"/>
                    <a:gd name="T10" fmla="*/ 1 w 2"/>
                    <a:gd name="T11" fmla="*/ 1 h 5"/>
                    <a:gd name="T12" fmla="*/ 1 w 2"/>
                    <a:gd name="T13" fmla="*/ 1 h 5"/>
                    <a:gd name="T14" fmla="*/ 1 w 2"/>
                    <a:gd name="T15" fmla="*/ 1 h 5"/>
                    <a:gd name="T16" fmla="*/ 1 w 2"/>
                    <a:gd name="T17" fmla="*/ 0 h 5"/>
                    <a:gd name="T18" fmla="*/ 1 w 2"/>
                    <a:gd name="T19" fmla="*/ 0 h 5"/>
                    <a:gd name="T20" fmla="*/ 1 w 2"/>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5">
                      <a:moveTo>
                        <a:pt x="0" y="4"/>
                      </a:moveTo>
                      <a:cubicBezTo>
                        <a:pt x="0" y="4"/>
                        <a:pt x="0" y="4"/>
                        <a:pt x="1" y="4"/>
                      </a:cubicBezTo>
                      <a:cubicBezTo>
                        <a:pt x="1" y="4"/>
                        <a:pt x="2" y="4"/>
                        <a:pt x="2" y="4"/>
                      </a:cubicBezTo>
                      <a:cubicBezTo>
                        <a:pt x="2" y="4"/>
                        <a:pt x="1" y="5"/>
                        <a:pt x="1" y="5"/>
                      </a:cubicBezTo>
                      <a:cubicBezTo>
                        <a:pt x="1" y="5"/>
                        <a:pt x="0" y="5"/>
                        <a:pt x="0" y="4"/>
                      </a:cubicBezTo>
                      <a:close/>
                      <a:moveTo>
                        <a:pt x="1" y="1"/>
                      </a:moveTo>
                      <a:cubicBezTo>
                        <a:pt x="1" y="1"/>
                        <a:pt x="1" y="1"/>
                        <a:pt x="1" y="1"/>
                      </a:cubicBezTo>
                      <a:cubicBezTo>
                        <a:pt x="1" y="1"/>
                        <a:pt x="1" y="1"/>
                        <a:pt x="1" y="1"/>
                      </a:cubicBezTo>
                      <a:cubicBezTo>
                        <a:pt x="1" y="1"/>
                        <a:pt x="1" y="0"/>
                        <a:pt x="1" y="0"/>
                      </a:cubicBezTo>
                      <a:cubicBezTo>
                        <a:pt x="1" y="0"/>
                        <a:pt x="1" y="0"/>
                        <a:pt x="1" y="0"/>
                      </a:cubicBezTo>
                      <a:cubicBezTo>
                        <a:pt x="1" y="0"/>
                        <a:pt x="1" y="1"/>
                        <a:pt x="1" y="1"/>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9" name="Freeform 752">
                  <a:extLst>
                    <a:ext uri="{FF2B5EF4-FFF2-40B4-BE49-F238E27FC236}">
                      <a16:creationId xmlns:a16="http://schemas.microsoft.com/office/drawing/2014/main" id="{97453FD9-9F67-2CBD-59A2-3932380F25AD}"/>
                    </a:ext>
                  </a:extLst>
                </p:cNvPr>
                <p:cNvSpPr>
                  <a:spLocks/>
                </p:cNvSpPr>
                <p:nvPr/>
              </p:nvSpPr>
              <p:spPr bwMode="auto">
                <a:xfrm>
                  <a:off x="3619501" y="4371975"/>
                  <a:ext cx="4762" cy="3175"/>
                </a:xfrm>
                <a:custGeom>
                  <a:avLst/>
                  <a:gdLst>
                    <a:gd name="T0" fmla="*/ 1 w 1"/>
                    <a:gd name="T1" fmla="*/ 1 h 1"/>
                    <a:gd name="T2" fmla="*/ 0 w 1"/>
                    <a:gd name="T3" fmla="*/ 1 h 1"/>
                    <a:gd name="T4" fmla="*/ 0 w 1"/>
                    <a:gd name="T5" fmla="*/ 1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1"/>
                        <a:pt x="0" y="1"/>
                        <a:pt x="0" y="1"/>
                      </a:cubicBezTo>
                      <a:cubicBezTo>
                        <a:pt x="0" y="1"/>
                        <a:pt x="0" y="1"/>
                        <a:pt x="0" y="1"/>
                      </a:cubicBezTo>
                      <a:cubicBezTo>
                        <a:pt x="0" y="0"/>
                        <a:pt x="0" y="0"/>
                        <a:pt x="0" y="0"/>
                      </a:cubicBezTo>
                      <a:cubicBezTo>
                        <a:pt x="0" y="0"/>
                        <a:pt x="0" y="0"/>
                        <a:pt x="1" y="1"/>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0" name="Freeform 753">
                  <a:extLst>
                    <a:ext uri="{FF2B5EF4-FFF2-40B4-BE49-F238E27FC236}">
                      <a16:creationId xmlns:a16="http://schemas.microsoft.com/office/drawing/2014/main" id="{6E9BCD33-9AE1-0D6B-6FF6-6863A0714423}"/>
                    </a:ext>
                  </a:extLst>
                </p:cNvPr>
                <p:cNvSpPr>
                  <a:spLocks/>
                </p:cNvSpPr>
                <p:nvPr/>
              </p:nvSpPr>
              <p:spPr bwMode="auto">
                <a:xfrm>
                  <a:off x="3689351" y="4471988"/>
                  <a:ext cx="9525" cy="7938"/>
                </a:xfrm>
                <a:custGeom>
                  <a:avLst/>
                  <a:gdLst>
                    <a:gd name="T0" fmla="*/ 1 w 2"/>
                    <a:gd name="T1" fmla="*/ 2 h 2"/>
                    <a:gd name="T2" fmla="*/ 1 w 2"/>
                    <a:gd name="T3" fmla="*/ 2 h 2"/>
                    <a:gd name="T4" fmla="*/ 0 w 2"/>
                    <a:gd name="T5" fmla="*/ 1 h 2"/>
                    <a:gd name="T6" fmla="*/ 0 w 2"/>
                    <a:gd name="T7" fmla="*/ 1 h 2"/>
                    <a:gd name="T8" fmla="*/ 1 w 2"/>
                    <a:gd name="T9" fmla="*/ 1 h 2"/>
                    <a:gd name="T10" fmla="*/ 1 w 2"/>
                    <a:gd name="T11" fmla="*/ 1 h 2"/>
                    <a:gd name="T12" fmla="*/ 1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1" y="2"/>
                        <a:pt x="0" y="2"/>
                        <a:pt x="0" y="1"/>
                      </a:cubicBezTo>
                      <a:cubicBezTo>
                        <a:pt x="0" y="1"/>
                        <a:pt x="0" y="1"/>
                        <a:pt x="0" y="1"/>
                      </a:cubicBezTo>
                      <a:cubicBezTo>
                        <a:pt x="0" y="1"/>
                        <a:pt x="0" y="1"/>
                        <a:pt x="1" y="1"/>
                      </a:cubicBezTo>
                      <a:cubicBezTo>
                        <a:pt x="1" y="0"/>
                        <a:pt x="1" y="1"/>
                        <a:pt x="1" y="1"/>
                      </a:cubicBezTo>
                      <a:cubicBezTo>
                        <a:pt x="1" y="1"/>
                        <a:pt x="1" y="1"/>
                        <a:pt x="1" y="1"/>
                      </a:cubicBezTo>
                      <a:cubicBezTo>
                        <a:pt x="2" y="2"/>
                        <a:pt x="1" y="2"/>
                        <a:pt x="1" y="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1" name="Freeform 754">
                  <a:extLst>
                    <a:ext uri="{FF2B5EF4-FFF2-40B4-BE49-F238E27FC236}">
                      <a16:creationId xmlns:a16="http://schemas.microsoft.com/office/drawing/2014/main" id="{8F46A3C0-1CD5-4CFA-E5CB-A0693CBAC908}"/>
                    </a:ext>
                  </a:extLst>
                </p:cNvPr>
                <p:cNvSpPr>
                  <a:spLocks noEditPoints="1"/>
                </p:cNvSpPr>
                <p:nvPr/>
              </p:nvSpPr>
              <p:spPr bwMode="auto">
                <a:xfrm>
                  <a:off x="3627438" y="4379913"/>
                  <a:ext cx="20637" cy="20638"/>
                </a:xfrm>
                <a:custGeom>
                  <a:avLst/>
                  <a:gdLst>
                    <a:gd name="T0" fmla="*/ 1 w 5"/>
                    <a:gd name="T1" fmla="*/ 1 h 5"/>
                    <a:gd name="T2" fmla="*/ 2 w 5"/>
                    <a:gd name="T3" fmla="*/ 2 h 5"/>
                    <a:gd name="T4" fmla="*/ 3 w 5"/>
                    <a:gd name="T5" fmla="*/ 2 h 5"/>
                    <a:gd name="T6" fmla="*/ 3 w 5"/>
                    <a:gd name="T7" fmla="*/ 1 h 5"/>
                    <a:gd name="T8" fmla="*/ 3 w 5"/>
                    <a:gd name="T9" fmla="*/ 1 h 5"/>
                    <a:gd name="T10" fmla="*/ 3 w 5"/>
                    <a:gd name="T11" fmla="*/ 0 h 5"/>
                    <a:gd name="T12" fmla="*/ 3 w 5"/>
                    <a:gd name="T13" fmla="*/ 0 h 5"/>
                    <a:gd name="T14" fmla="*/ 4 w 5"/>
                    <a:gd name="T15" fmla="*/ 1 h 5"/>
                    <a:gd name="T16" fmla="*/ 4 w 5"/>
                    <a:gd name="T17" fmla="*/ 2 h 5"/>
                    <a:gd name="T18" fmla="*/ 4 w 5"/>
                    <a:gd name="T19" fmla="*/ 2 h 5"/>
                    <a:gd name="T20" fmla="*/ 3 w 5"/>
                    <a:gd name="T21" fmla="*/ 2 h 5"/>
                    <a:gd name="T22" fmla="*/ 3 w 5"/>
                    <a:gd name="T23" fmla="*/ 2 h 5"/>
                    <a:gd name="T24" fmla="*/ 2 w 5"/>
                    <a:gd name="T25" fmla="*/ 3 h 5"/>
                    <a:gd name="T26" fmla="*/ 2 w 5"/>
                    <a:gd name="T27" fmla="*/ 3 h 5"/>
                    <a:gd name="T28" fmla="*/ 2 w 5"/>
                    <a:gd name="T29" fmla="*/ 3 h 5"/>
                    <a:gd name="T30" fmla="*/ 2 w 5"/>
                    <a:gd name="T31" fmla="*/ 3 h 5"/>
                    <a:gd name="T32" fmla="*/ 2 w 5"/>
                    <a:gd name="T33" fmla="*/ 4 h 5"/>
                    <a:gd name="T34" fmla="*/ 1 w 5"/>
                    <a:gd name="T35" fmla="*/ 4 h 5"/>
                    <a:gd name="T36" fmla="*/ 1 w 5"/>
                    <a:gd name="T37" fmla="*/ 4 h 5"/>
                    <a:gd name="T38" fmla="*/ 1 w 5"/>
                    <a:gd name="T39" fmla="*/ 3 h 5"/>
                    <a:gd name="T40" fmla="*/ 1 w 5"/>
                    <a:gd name="T41" fmla="*/ 3 h 5"/>
                    <a:gd name="T42" fmla="*/ 1 w 5"/>
                    <a:gd name="T43" fmla="*/ 2 h 5"/>
                    <a:gd name="T44" fmla="*/ 1 w 5"/>
                    <a:gd name="T45" fmla="*/ 2 h 5"/>
                    <a:gd name="T46" fmla="*/ 1 w 5"/>
                    <a:gd name="T47" fmla="*/ 1 h 5"/>
                    <a:gd name="T48" fmla="*/ 1 w 5"/>
                    <a:gd name="T49" fmla="*/ 1 h 5"/>
                    <a:gd name="T50" fmla="*/ 1 w 5"/>
                    <a:gd name="T51" fmla="*/ 1 h 5"/>
                    <a:gd name="T52" fmla="*/ 4 w 5"/>
                    <a:gd name="T53" fmla="*/ 4 h 5"/>
                    <a:gd name="T54" fmla="*/ 4 w 5"/>
                    <a:gd name="T55" fmla="*/ 5 h 5"/>
                    <a:gd name="T56" fmla="*/ 5 w 5"/>
                    <a:gd name="T57" fmla="*/ 5 h 5"/>
                    <a:gd name="T58" fmla="*/ 5 w 5"/>
                    <a:gd name="T59" fmla="*/ 4 h 5"/>
                    <a:gd name="T60" fmla="*/ 4 w 5"/>
                    <a:gd name="T6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 h="5">
                      <a:moveTo>
                        <a:pt x="1" y="1"/>
                      </a:moveTo>
                      <a:cubicBezTo>
                        <a:pt x="2" y="2"/>
                        <a:pt x="2" y="2"/>
                        <a:pt x="2" y="2"/>
                      </a:cubicBezTo>
                      <a:cubicBezTo>
                        <a:pt x="3" y="2"/>
                        <a:pt x="3" y="2"/>
                        <a:pt x="3" y="2"/>
                      </a:cubicBezTo>
                      <a:cubicBezTo>
                        <a:pt x="3" y="1"/>
                        <a:pt x="3" y="1"/>
                        <a:pt x="3" y="1"/>
                      </a:cubicBezTo>
                      <a:cubicBezTo>
                        <a:pt x="3" y="1"/>
                        <a:pt x="2" y="1"/>
                        <a:pt x="3" y="1"/>
                      </a:cubicBezTo>
                      <a:cubicBezTo>
                        <a:pt x="3" y="1"/>
                        <a:pt x="3" y="1"/>
                        <a:pt x="3" y="0"/>
                      </a:cubicBezTo>
                      <a:cubicBezTo>
                        <a:pt x="3" y="0"/>
                        <a:pt x="3" y="0"/>
                        <a:pt x="3" y="0"/>
                      </a:cubicBezTo>
                      <a:cubicBezTo>
                        <a:pt x="3" y="1"/>
                        <a:pt x="4" y="1"/>
                        <a:pt x="4" y="1"/>
                      </a:cubicBezTo>
                      <a:cubicBezTo>
                        <a:pt x="4" y="1"/>
                        <a:pt x="4" y="1"/>
                        <a:pt x="4" y="2"/>
                      </a:cubicBezTo>
                      <a:cubicBezTo>
                        <a:pt x="5" y="2"/>
                        <a:pt x="5" y="2"/>
                        <a:pt x="4" y="2"/>
                      </a:cubicBezTo>
                      <a:cubicBezTo>
                        <a:pt x="4" y="2"/>
                        <a:pt x="4" y="2"/>
                        <a:pt x="3" y="2"/>
                      </a:cubicBezTo>
                      <a:cubicBezTo>
                        <a:pt x="3" y="2"/>
                        <a:pt x="3" y="2"/>
                        <a:pt x="3" y="2"/>
                      </a:cubicBezTo>
                      <a:cubicBezTo>
                        <a:pt x="3" y="2"/>
                        <a:pt x="2" y="2"/>
                        <a:pt x="2" y="3"/>
                      </a:cubicBezTo>
                      <a:cubicBezTo>
                        <a:pt x="2" y="3"/>
                        <a:pt x="2" y="3"/>
                        <a:pt x="2" y="3"/>
                      </a:cubicBezTo>
                      <a:cubicBezTo>
                        <a:pt x="2" y="3"/>
                        <a:pt x="2" y="3"/>
                        <a:pt x="2" y="3"/>
                      </a:cubicBezTo>
                      <a:cubicBezTo>
                        <a:pt x="3" y="3"/>
                        <a:pt x="3" y="3"/>
                        <a:pt x="2" y="3"/>
                      </a:cubicBezTo>
                      <a:cubicBezTo>
                        <a:pt x="2" y="4"/>
                        <a:pt x="2" y="4"/>
                        <a:pt x="2" y="4"/>
                      </a:cubicBezTo>
                      <a:cubicBezTo>
                        <a:pt x="2" y="4"/>
                        <a:pt x="2" y="4"/>
                        <a:pt x="1" y="4"/>
                      </a:cubicBezTo>
                      <a:cubicBezTo>
                        <a:pt x="1" y="4"/>
                        <a:pt x="1" y="4"/>
                        <a:pt x="1" y="4"/>
                      </a:cubicBezTo>
                      <a:cubicBezTo>
                        <a:pt x="1" y="4"/>
                        <a:pt x="1" y="3"/>
                        <a:pt x="1" y="3"/>
                      </a:cubicBezTo>
                      <a:cubicBezTo>
                        <a:pt x="1" y="3"/>
                        <a:pt x="1" y="3"/>
                        <a:pt x="1" y="3"/>
                      </a:cubicBezTo>
                      <a:cubicBezTo>
                        <a:pt x="1" y="3"/>
                        <a:pt x="1" y="2"/>
                        <a:pt x="1" y="2"/>
                      </a:cubicBezTo>
                      <a:cubicBezTo>
                        <a:pt x="1" y="2"/>
                        <a:pt x="1" y="2"/>
                        <a:pt x="1" y="2"/>
                      </a:cubicBezTo>
                      <a:cubicBezTo>
                        <a:pt x="0" y="2"/>
                        <a:pt x="0" y="1"/>
                        <a:pt x="1" y="1"/>
                      </a:cubicBezTo>
                      <a:cubicBezTo>
                        <a:pt x="1" y="1"/>
                        <a:pt x="1" y="1"/>
                        <a:pt x="1" y="1"/>
                      </a:cubicBezTo>
                      <a:cubicBezTo>
                        <a:pt x="1" y="1"/>
                        <a:pt x="1" y="1"/>
                        <a:pt x="1" y="1"/>
                      </a:cubicBezTo>
                      <a:close/>
                      <a:moveTo>
                        <a:pt x="4" y="4"/>
                      </a:moveTo>
                      <a:cubicBezTo>
                        <a:pt x="4" y="4"/>
                        <a:pt x="4" y="4"/>
                        <a:pt x="4" y="5"/>
                      </a:cubicBezTo>
                      <a:cubicBezTo>
                        <a:pt x="4" y="5"/>
                        <a:pt x="4" y="5"/>
                        <a:pt x="5" y="5"/>
                      </a:cubicBezTo>
                      <a:cubicBezTo>
                        <a:pt x="5" y="4"/>
                        <a:pt x="5" y="4"/>
                        <a:pt x="5" y="4"/>
                      </a:cubicBezTo>
                      <a:cubicBezTo>
                        <a:pt x="5" y="4"/>
                        <a:pt x="4" y="4"/>
                        <a:pt x="4" y="4"/>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2" name="Freeform 755">
                  <a:extLst>
                    <a:ext uri="{FF2B5EF4-FFF2-40B4-BE49-F238E27FC236}">
                      <a16:creationId xmlns:a16="http://schemas.microsoft.com/office/drawing/2014/main" id="{36AF946B-688E-57AB-D4AC-78C69E39A99B}"/>
                    </a:ext>
                  </a:extLst>
                </p:cNvPr>
                <p:cNvSpPr>
                  <a:spLocks noEditPoints="1"/>
                </p:cNvSpPr>
                <p:nvPr/>
              </p:nvSpPr>
              <p:spPr bwMode="auto">
                <a:xfrm>
                  <a:off x="3594101" y="4329113"/>
                  <a:ext cx="4762" cy="9525"/>
                </a:xfrm>
                <a:custGeom>
                  <a:avLst/>
                  <a:gdLst>
                    <a:gd name="T0" fmla="*/ 1 w 1"/>
                    <a:gd name="T1" fmla="*/ 1 h 2"/>
                    <a:gd name="T2" fmla="*/ 1 w 1"/>
                    <a:gd name="T3" fmla="*/ 1 h 2"/>
                    <a:gd name="T4" fmla="*/ 1 w 1"/>
                    <a:gd name="T5" fmla="*/ 1 h 2"/>
                    <a:gd name="T6" fmla="*/ 1 w 1"/>
                    <a:gd name="T7" fmla="*/ 1 h 2"/>
                    <a:gd name="T8" fmla="*/ 0 w 1"/>
                    <a:gd name="T9" fmla="*/ 1 h 2"/>
                    <a:gd name="T10" fmla="*/ 0 w 1"/>
                    <a:gd name="T11" fmla="*/ 1 h 2"/>
                    <a:gd name="T12" fmla="*/ 0 w 1"/>
                    <a:gd name="T13" fmla="*/ 1 h 2"/>
                    <a:gd name="T14" fmla="*/ 1 w 1"/>
                    <a:gd name="T15" fmla="*/ 1 h 2"/>
                    <a:gd name="T16" fmla="*/ 1 w 1"/>
                    <a:gd name="T17" fmla="*/ 1 h 2"/>
                    <a:gd name="T18" fmla="*/ 1 w 1"/>
                    <a:gd name="T19" fmla="*/ 0 h 2"/>
                    <a:gd name="T20" fmla="*/ 1 w 1"/>
                    <a:gd name="T21" fmla="*/ 0 h 2"/>
                    <a:gd name="T22" fmla="*/ 0 w 1"/>
                    <a:gd name="T23" fmla="*/ 0 h 2"/>
                    <a:gd name="T24" fmla="*/ 0 w 1"/>
                    <a:gd name="T25" fmla="*/ 1 h 2"/>
                    <a:gd name="T26" fmla="*/ 0 w 1"/>
                    <a:gd name="T27" fmla="*/ 0 h 2"/>
                    <a:gd name="T28" fmla="*/ 1 w 1"/>
                    <a:gd name="T29" fmla="*/ 0 h 2"/>
                    <a:gd name="T30" fmla="*/ 1 w 1"/>
                    <a:gd name="T31" fmla="*/ 0 h 2"/>
                    <a:gd name="T32" fmla="*/ 1 w 1"/>
                    <a:gd name="T33" fmla="*/ 0 h 2"/>
                    <a:gd name="T34" fmla="*/ 1 w 1"/>
                    <a:gd name="T35" fmla="*/ 0 h 2"/>
                    <a:gd name="T36" fmla="*/ 1 w 1"/>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 h="2">
                      <a:moveTo>
                        <a:pt x="1" y="1"/>
                      </a:moveTo>
                      <a:cubicBezTo>
                        <a:pt x="1" y="1"/>
                        <a:pt x="1" y="1"/>
                        <a:pt x="1" y="1"/>
                      </a:cubicBezTo>
                      <a:cubicBezTo>
                        <a:pt x="1" y="1"/>
                        <a:pt x="1" y="1"/>
                        <a:pt x="1" y="1"/>
                      </a:cubicBezTo>
                      <a:cubicBezTo>
                        <a:pt x="1" y="1"/>
                        <a:pt x="1" y="1"/>
                        <a:pt x="1" y="1"/>
                      </a:cubicBezTo>
                      <a:cubicBezTo>
                        <a:pt x="0" y="2"/>
                        <a:pt x="0" y="2"/>
                        <a:pt x="0" y="1"/>
                      </a:cubicBezTo>
                      <a:cubicBezTo>
                        <a:pt x="0" y="1"/>
                        <a:pt x="0" y="1"/>
                        <a:pt x="0" y="1"/>
                      </a:cubicBezTo>
                      <a:cubicBezTo>
                        <a:pt x="0" y="1"/>
                        <a:pt x="0" y="1"/>
                        <a:pt x="0" y="1"/>
                      </a:cubicBezTo>
                      <a:cubicBezTo>
                        <a:pt x="0" y="1"/>
                        <a:pt x="0" y="1"/>
                        <a:pt x="1" y="1"/>
                      </a:cubicBezTo>
                      <a:cubicBezTo>
                        <a:pt x="1" y="1"/>
                        <a:pt x="1" y="1"/>
                        <a:pt x="1" y="1"/>
                      </a:cubicBezTo>
                      <a:close/>
                      <a:moveTo>
                        <a:pt x="1" y="0"/>
                      </a:moveTo>
                      <a:cubicBezTo>
                        <a:pt x="1" y="0"/>
                        <a:pt x="1" y="0"/>
                        <a:pt x="1" y="0"/>
                      </a:cubicBezTo>
                      <a:cubicBezTo>
                        <a:pt x="0" y="0"/>
                        <a:pt x="0" y="0"/>
                        <a:pt x="0" y="0"/>
                      </a:cubicBezTo>
                      <a:cubicBezTo>
                        <a:pt x="0" y="0"/>
                        <a:pt x="0" y="0"/>
                        <a:pt x="0" y="1"/>
                      </a:cubicBezTo>
                      <a:cubicBezTo>
                        <a:pt x="0" y="1"/>
                        <a:pt x="0" y="0"/>
                        <a:pt x="0" y="0"/>
                      </a:cubicBezTo>
                      <a:cubicBezTo>
                        <a:pt x="0" y="1"/>
                        <a:pt x="0"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3" name="Freeform 756">
                  <a:extLst>
                    <a:ext uri="{FF2B5EF4-FFF2-40B4-BE49-F238E27FC236}">
                      <a16:creationId xmlns:a16="http://schemas.microsoft.com/office/drawing/2014/main" id="{580B3467-FA47-BF71-DD47-B47E44CB8A10}"/>
                    </a:ext>
                  </a:extLst>
                </p:cNvPr>
                <p:cNvSpPr>
                  <a:spLocks noEditPoints="1"/>
                </p:cNvSpPr>
                <p:nvPr/>
              </p:nvSpPr>
              <p:spPr bwMode="auto">
                <a:xfrm>
                  <a:off x="3602038" y="4354513"/>
                  <a:ext cx="9525" cy="7938"/>
                </a:xfrm>
                <a:custGeom>
                  <a:avLst/>
                  <a:gdLst>
                    <a:gd name="T0" fmla="*/ 1 w 2"/>
                    <a:gd name="T1" fmla="*/ 1 h 2"/>
                    <a:gd name="T2" fmla="*/ 1 w 2"/>
                    <a:gd name="T3" fmla="*/ 1 h 2"/>
                    <a:gd name="T4" fmla="*/ 0 w 2"/>
                    <a:gd name="T5" fmla="*/ 0 h 2"/>
                    <a:gd name="T6" fmla="*/ 0 w 2"/>
                    <a:gd name="T7" fmla="*/ 0 h 2"/>
                    <a:gd name="T8" fmla="*/ 0 w 2"/>
                    <a:gd name="T9" fmla="*/ 0 h 2"/>
                    <a:gd name="T10" fmla="*/ 1 w 2"/>
                    <a:gd name="T11" fmla="*/ 1 h 2"/>
                    <a:gd name="T12" fmla="*/ 1 w 2"/>
                    <a:gd name="T13" fmla="*/ 2 h 2"/>
                    <a:gd name="T14" fmla="*/ 2 w 2"/>
                    <a:gd name="T15" fmla="*/ 2 h 2"/>
                    <a:gd name="T16" fmla="*/ 1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1"/>
                      </a:moveTo>
                      <a:cubicBezTo>
                        <a:pt x="1" y="1"/>
                        <a:pt x="1" y="1"/>
                        <a:pt x="1" y="1"/>
                      </a:cubicBezTo>
                      <a:cubicBezTo>
                        <a:pt x="1" y="1"/>
                        <a:pt x="0" y="1"/>
                        <a:pt x="0" y="0"/>
                      </a:cubicBezTo>
                      <a:cubicBezTo>
                        <a:pt x="0" y="0"/>
                        <a:pt x="0" y="0"/>
                        <a:pt x="0" y="0"/>
                      </a:cubicBezTo>
                      <a:cubicBezTo>
                        <a:pt x="0" y="0"/>
                        <a:pt x="0" y="0"/>
                        <a:pt x="0" y="0"/>
                      </a:cubicBezTo>
                      <a:cubicBezTo>
                        <a:pt x="0" y="0"/>
                        <a:pt x="1" y="1"/>
                        <a:pt x="1" y="1"/>
                      </a:cubicBezTo>
                      <a:close/>
                      <a:moveTo>
                        <a:pt x="1" y="2"/>
                      </a:moveTo>
                      <a:cubicBezTo>
                        <a:pt x="1" y="2"/>
                        <a:pt x="2" y="2"/>
                        <a:pt x="2" y="2"/>
                      </a:cubicBezTo>
                      <a:cubicBezTo>
                        <a:pt x="2" y="2"/>
                        <a:pt x="2" y="2"/>
                        <a:pt x="1" y="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4" name="Freeform 757">
                  <a:extLst>
                    <a:ext uri="{FF2B5EF4-FFF2-40B4-BE49-F238E27FC236}">
                      <a16:creationId xmlns:a16="http://schemas.microsoft.com/office/drawing/2014/main" id="{B3F6CF51-83E8-856C-32E4-C847F659F41B}"/>
                    </a:ext>
                  </a:extLst>
                </p:cNvPr>
                <p:cNvSpPr>
                  <a:spLocks noEditPoints="1"/>
                </p:cNvSpPr>
                <p:nvPr/>
              </p:nvSpPr>
              <p:spPr bwMode="auto">
                <a:xfrm>
                  <a:off x="3540126" y="4325938"/>
                  <a:ext cx="12700" cy="3175"/>
                </a:xfrm>
                <a:custGeom>
                  <a:avLst/>
                  <a:gdLst>
                    <a:gd name="T0" fmla="*/ 3 w 3"/>
                    <a:gd name="T1" fmla="*/ 0 h 1"/>
                    <a:gd name="T2" fmla="*/ 3 w 3"/>
                    <a:gd name="T3" fmla="*/ 0 h 1"/>
                    <a:gd name="T4" fmla="*/ 3 w 3"/>
                    <a:gd name="T5" fmla="*/ 0 h 1"/>
                    <a:gd name="T6" fmla="*/ 3 w 3"/>
                    <a:gd name="T7" fmla="*/ 0 h 1"/>
                    <a:gd name="T8" fmla="*/ 3 w 3"/>
                    <a:gd name="T9" fmla="*/ 0 h 1"/>
                    <a:gd name="T10" fmla="*/ 3 w 3"/>
                    <a:gd name="T11" fmla="*/ 1 h 1"/>
                    <a:gd name="T12" fmla="*/ 3 w 3"/>
                    <a:gd name="T13" fmla="*/ 0 h 1"/>
                    <a:gd name="T14" fmla="*/ 2 w 3"/>
                    <a:gd name="T15" fmla="*/ 0 h 1"/>
                    <a:gd name="T16" fmla="*/ 2 w 3"/>
                    <a:gd name="T17" fmla="*/ 0 h 1"/>
                    <a:gd name="T18" fmla="*/ 2 w 3"/>
                    <a:gd name="T19" fmla="*/ 1 h 1"/>
                    <a:gd name="T20" fmla="*/ 2 w 3"/>
                    <a:gd name="T21" fmla="*/ 0 h 1"/>
                    <a:gd name="T22" fmla="*/ 2 w 3"/>
                    <a:gd name="T23" fmla="*/ 0 h 1"/>
                    <a:gd name="T24" fmla="*/ 2 w 3"/>
                    <a:gd name="T25" fmla="*/ 0 h 1"/>
                    <a:gd name="T26" fmla="*/ 1 w 3"/>
                    <a:gd name="T27" fmla="*/ 0 h 1"/>
                    <a:gd name="T28" fmla="*/ 2 w 3"/>
                    <a:gd name="T29" fmla="*/ 0 h 1"/>
                    <a:gd name="T30" fmla="*/ 2 w 3"/>
                    <a:gd name="T31" fmla="*/ 0 h 1"/>
                    <a:gd name="T32" fmla="*/ 3 w 3"/>
                    <a:gd name="T33" fmla="*/ 0 h 1"/>
                    <a:gd name="T34" fmla="*/ 3 w 3"/>
                    <a:gd name="T35" fmla="*/ 0 h 1"/>
                    <a:gd name="T36" fmla="*/ 1 w 3"/>
                    <a:gd name="T37" fmla="*/ 0 h 1"/>
                    <a:gd name="T38" fmla="*/ 0 w 3"/>
                    <a:gd name="T39" fmla="*/ 0 h 1"/>
                    <a:gd name="T40" fmla="*/ 1 w 3"/>
                    <a:gd name="T41" fmla="*/ 0 h 1"/>
                    <a:gd name="T42" fmla="*/ 1 w 3"/>
                    <a:gd name="T43" fmla="*/ 0 h 1"/>
                    <a:gd name="T44" fmla="*/ 1 w 3"/>
                    <a:gd name="T45" fmla="*/ 0 h 1"/>
                    <a:gd name="T46" fmla="*/ 1 w 3"/>
                    <a:gd name="T4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
                      <a:moveTo>
                        <a:pt x="3" y="0"/>
                      </a:moveTo>
                      <a:cubicBezTo>
                        <a:pt x="3" y="0"/>
                        <a:pt x="3" y="0"/>
                        <a:pt x="3" y="0"/>
                      </a:cubicBezTo>
                      <a:cubicBezTo>
                        <a:pt x="3" y="0"/>
                        <a:pt x="3" y="0"/>
                        <a:pt x="3" y="0"/>
                      </a:cubicBezTo>
                      <a:cubicBezTo>
                        <a:pt x="3" y="0"/>
                        <a:pt x="3" y="0"/>
                        <a:pt x="3" y="0"/>
                      </a:cubicBezTo>
                      <a:cubicBezTo>
                        <a:pt x="3" y="0"/>
                        <a:pt x="3" y="0"/>
                        <a:pt x="3" y="0"/>
                      </a:cubicBezTo>
                      <a:cubicBezTo>
                        <a:pt x="3" y="0"/>
                        <a:pt x="3" y="0"/>
                        <a:pt x="3" y="1"/>
                      </a:cubicBezTo>
                      <a:cubicBezTo>
                        <a:pt x="2" y="0"/>
                        <a:pt x="3" y="0"/>
                        <a:pt x="3" y="0"/>
                      </a:cubicBezTo>
                      <a:cubicBezTo>
                        <a:pt x="2" y="0"/>
                        <a:pt x="2" y="0"/>
                        <a:pt x="2" y="0"/>
                      </a:cubicBezTo>
                      <a:cubicBezTo>
                        <a:pt x="2" y="0"/>
                        <a:pt x="2" y="0"/>
                        <a:pt x="2" y="0"/>
                      </a:cubicBezTo>
                      <a:cubicBezTo>
                        <a:pt x="2" y="0"/>
                        <a:pt x="2" y="0"/>
                        <a:pt x="2" y="1"/>
                      </a:cubicBezTo>
                      <a:cubicBezTo>
                        <a:pt x="2" y="1"/>
                        <a:pt x="2" y="1"/>
                        <a:pt x="2" y="0"/>
                      </a:cubicBezTo>
                      <a:cubicBezTo>
                        <a:pt x="2" y="0"/>
                        <a:pt x="2" y="0"/>
                        <a:pt x="2" y="0"/>
                      </a:cubicBezTo>
                      <a:cubicBezTo>
                        <a:pt x="2" y="0"/>
                        <a:pt x="2" y="0"/>
                        <a:pt x="2" y="0"/>
                      </a:cubicBezTo>
                      <a:cubicBezTo>
                        <a:pt x="2" y="0"/>
                        <a:pt x="1" y="0"/>
                        <a:pt x="1" y="0"/>
                      </a:cubicBezTo>
                      <a:cubicBezTo>
                        <a:pt x="1" y="0"/>
                        <a:pt x="2" y="0"/>
                        <a:pt x="2" y="0"/>
                      </a:cubicBezTo>
                      <a:cubicBezTo>
                        <a:pt x="2" y="0"/>
                        <a:pt x="2" y="0"/>
                        <a:pt x="2" y="0"/>
                      </a:cubicBezTo>
                      <a:cubicBezTo>
                        <a:pt x="2" y="0"/>
                        <a:pt x="2" y="0"/>
                        <a:pt x="3" y="0"/>
                      </a:cubicBezTo>
                      <a:cubicBezTo>
                        <a:pt x="3" y="0"/>
                        <a:pt x="3" y="0"/>
                        <a:pt x="3" y="0"/>
                      </a:cubicBezTo>
                      <a:close/>
                      <a:moveTo>
                        <a:pt x="1" y="0"/>
                      </a:moveTo>
                      <a:cubicBezTo>
                        <a:pt x="1" y="0"/>
                        <a:pt x="1" y="0"/>
                        <a:pt x="0"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5" name="Freeform 758">
                  <a:extLst>
                    <a:ext uri="{FF2B5EF4-FFF2-40B4-BE49-F238E27FC236}">
                      <a16:creationId xmlns:a16="http://schemas.microsoft.com/office/drawing/2014/main" id="{A90D021A-50A1-006E-6C31-E71B91E69414}"/>
                    </a:ext>
                  </a:extLst>
                </p:cNvPr>
                <p:cNvSpPr>
                  <a:spLocks/>
                </p:cNvSpPr>
                <p:nvPr/>
              </p:nvSpPr>
              <p:spPr bwMode="auto">
                <a:xfrm>
                  <a:off x="3644901" y="4471988"/>
                  <a:ext cx="7937" cy="7938"/>
                </a:xfrm>
                <a:custGeom>
                  <a:avLst/>
                  <a:gdLst>
                    <a:gd name="T0" fmla="*/ 1 w 2"/>
                    <a:gd name="T1" fmla="*/ 2 h 2"/>
                    <a:gd name="T2" fmla="*/ 1 w 2"/>
                    <a:gd name="T3" fmla="*/ 2 h 2"/>
                    <a:gd name="T4" fmla="*/ 1 w 2"/>
                    <a:gd name="T5" fmla="*/ 0 h 2"/>
                    <a:gd name="T6" fmla="*/ 1 w 2"/>
                    <a:gd name="T7" fmla="*/ 0 h 2"/>
                    <a:gd name="T8" fmla="*/ 1 w 2"/>
                    <a:gd name="T9" fmla="*/ 2 h 2"/>
                    <a:gd name="T10" fmla="*/ 1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1" y="2"/>
                      </a:moveTo>
                      <a:cubicBezTo>
                        <a:pt x="1" y="2"/>
                        <a:pt x="1" y="2"/>
                        <a:pt x="1" y="2"/>
                      </a:cubicBezTo>
                      <a:cubicBezTo>
                        <a:pt x="1" y="1"/>
                        <a:pt x="2" y="1"/>
                        <a:pt x="1" y="0"/>
                      </a:cubicBezTo>
                      <a:cubicBezTo>
                        <a:pt x="1" y="0"/>
                        <a:pt x="1" y="0"/>
                        <a:pt x="1" y="0"/>
                      </a:cubicBezTo>
                      <a:cubicBezTo>
                        <a:pt x="0" y="0"/>
                        <a:pt x="0" y="1"/>
                        <a:pt x="1" y="2"/>
                      </a:cubicBezTo>
                      <a:cubicBezTo>
                        <a:pt x="1" y="2"/>
                        <a:pt x="1" y="2"/>
                        <a:pt x="1" y="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6" name="Freeform 761">
                  <a:extLst>
                    <a:ext uri="{FF2B5EF4-FFF2-40B4-BE49-F238E27FC236}">
                      <a16:creationId xmlns:a16="http://schemas.microsoft.com/office/drawing/2014/main" id="{FE1F33C1-C63A-0EA2-1FDC-876401D731AC}"/>
                    </a:ext>
                  </a:extLst>
                </p:cNvPr>
                <p:cNvSpPr>
                  <a:spLocks noEditPoints="1"/>
                </p:cNvSpPr>
                <p:nvPr/>
              </p:nvSpPr>
              <p:spPr bwMode="auto">
                <a:xfrm>
                  <a:off x="3436938" y="4329113"/>
                  <a:ext cx="74612" cy="20638"/>
                </a:xfrm>
                <a:custGeom>
                  <a:avLst/>
                  <a:gdLst>
                    <a:gd name="T0" fmla="*/ 18 w 18"/>
                    <a:gd name="T1" fmla="*/ 3 h 5"/>
                    <a:gd name="T2" fmla="*/ 16 w 18"/>
                    <a:gd name="T3" fmla="*/ 3 h 5"/>
                    <a:gd name="T4" fmla="*/ 18 w 18"/>
                    <a:gd name="T5" fmla="*/ 3 h 5"/>
                    <a:gd name="T6" fmla="*/ 15 w 18"/>
                    <a:gd name="T7" fmla="*/ 1 h 5"/>
                    <a:gd name="T8" fmla="*/ 15 w 18"/>
                    <a:gd name="T9" fmla="*/ 1 h 5"/>
                    <a:gd name="T10" fmla="*/ 15 w 18"/>
                    <a:gd name="T11" fmla="*/ 1 h 5"/>
                    <a:gd name="T12" fmla="*/ 15 w 18"/>
                    <a:gd name="T13" fmla="*/ 1 h 5"/>
                    <a:gd name="T14" fmla="*/ 13 w 18"/>
                    <a:gd name="T15" fmla="*/ 1 h 5"/>
                    <a:gd name="T16" fmla="*/ 13 w 18"/>
                    <a:gd name="T17" fmla="*/ 1 h 5"/>
                    <a:gd name="T18" fmla="*/ 12 w 18"/>
                    <a:gd name="T19" fmla="*/ 1 h 5"/>
                    <a:gd name="T20" fmla="*/ 11 w 18"/>
                    <a:gd name="T21" fmla="*/ 1 h 5"/>
                    <a:gd name="T22" fmla="*/ 9 w 18"/>
                    <a:gd name="T23" fmla="*/ 1 h 5"/>
                    <a:gd name="T24" fmla="*/ 8 w 18"/>
                    <a:gd name="T25" fmla="*/ 1 h 5"/>
                    <a:gd name="T26" fmla="*/ 8 w 18"/>
                    <a:gd name="T27" fmla="*/ 1 h 5"/>
                    <a:gd name="T28" fmla="*/ 6 w 18"/>
                    <a:gd name="T29" fmla="*/ 1 h 5"/>
                    <a:gd name="T30" fmla="*/ 6 w 18"/>
                    <a:gd name="T31" fmla="*/ 1 h 5"/>
                    <a:gd name="T32" fmla="*/ 6 w 18"/>
                    <a:gd name="T33" fmla="*/ 1 h 5"/>
                    <a:gd name="T34" fmla="*/ 5 w 18"/>
                    <a:gd name="T35" fmla="*/ 1 h 5"/>
                    <a:gd name="T36" fmla="*/ 5 w 18"/>
                    <a:gd name="T37" fmla="*/ 2 h 5"/>
                    <a:gd name="T38" fmla="*/ 5 w 18"/>
                    <a:gd name="T39" fmla="*/ 3 h 5"/>
                    <a:gd name="T40" fmla="*/ 5 w 18"/>
                    <a:gd name="T41" fmla="*/ 4 h 5"/>
                    <a:gd name="T42" fmla="*/ 6 w 18"/>
                    <a:gd name="T43" fmla="*/ 4 h 5"/>
                    <a:gd name="T44" fmla="*/ 6 w 18"/>
                    <a:gd name="T45" fmla="*/ 4 h 5"/>
                    <a:gd name="T46" fmla="*/ 7 w 18"/>
                    <a:gd name="T47" fmla="*/ 4 h 5"/>
                    <a:gd name="T48" fmla="*/ 8 w 18"/>
                    <a:gd name="T49" fmla="*/ 4 h 5"/>
                    <a:gd name="T50" fmla="*/ 9 w 18"/>
                    <a:gd name="T51" fmla="*/ 4 h 5"/>
                    <a:gd name="T52" fmla="*/ 9 w 18"/>
                    <a:gd name="T53" fmla="*/ 4 h 5"/>
                    <a:gd name="T54" fmla="*/ 9 w 18"/>
                    <a:gd name="T55" fmla="*/ 4 h 5"/>
                    <a:gd name="T56" fmla="*/ 11 w 18"/>
                    <a:gd name="T57" fmla="*/ 5 h 5"/>
                    <a:gd name="T58" fmla="*/ 11 w 18"/>
                    <a:gd name="T59" fmla="*/ 5 h 5"/>
                    <a:gd name="T60" fmla="*/ 14 w 18"/>
                    <a:gd name="T61" fmla="*/ 4 h 5"/>
                    <a:gd name="T62" fmla="*/ 15 w 18"/>
                    <a:gd name="T63" fmla="*/ 4 h 5"/>
                    <a:gd name="T64" fmla="*/ 15 w 18"/>
                    <a:gd name="T65" fmla="*/ 3 h 5"/>
                    <a:gd name="T66" fmla="*/ 16 w 18"/>
                    <a:gd name="T67" fmla="*/ 2 h 5"/>
                    <a:gd name="T68" fmla="*/ 15 w 18"/>
                    <a:gd name="T69" fmla="*/ 1 h 5"/>
                    <a:gd name="T70" fmla="*/ 1 w 18"/>
                    <a:gd name="T71" fmla="*/ 3 h 5"/>
                    <a:gd name="T72" fmla="*/ 0 w 18"/>
                    <a:gd name="T73" fmla="*/ 4 h 5"/>
                    <a:gd name="T74" fmla="*/ 1 w 18"/>
                    <a:gd name="T75" fmla="*/ 4 h 5"/>
                    <a:gd name="T76" fmla="*/ 1 w 18"/>
                    <a:gd name="T77" fmla="*/ 3 h 5"/>
                    <a:gd name="T78" fmla="*/ 1 w 18"/>
                    <a:gd name="T7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5">
                      <a:moveTo>
                        <a:pt x="18" y="3"/>
                      </a:moveTo>
                      <a:cubicBezTo>
                        <a:pt x="17" y="3"/>
                        <a:pt x="17" y="4"/>
                        <a:pt x="16" y="3"/>
                      </a:cubicBezTo>
                      <a:cubicBezTo>
                        <a:pt x="17" y="3"/>
                        <a:pt x="17" y="3"/>
                        <a:pt x="18" y="3"/>
                      </a:cubicBezTo>
                      <a:close/>
                      <a:moveTo>
                        <a:pt x="15" y="1"/>
                      </a:moveTo>
                      <a:cubicBezTo>
                        <a:pt x="15" y="1"/>
                        <a:pt x="15" y="1"/>
                        <a:pt x="15" y="1"/>
                      </a:cubicBezTo>
                      <a:cubicBezTo>
                        <a:pt x="15" y="1"/>
                        <a:pt x="15" y="1"/>
                        <a:pt x="15" y="1"/>
                      </a:cubicBezTo>
                      <a:cubicBezTo>
                        <a:pt x="15" y="1"/>
                        <a:pt x="15" y="1"/>
                        <a:pt x="15" y="1"/>
                      </a:cubicBezTo>
                      <a:cubicBezTo>
                        <a:pt x="14" y="1"/>
                        <a:pt x="14" y="1"/>
                        <a:pt x="13" y="1"/>
                      </a:cubicBezTo>
                      <a:cubicBezTo>
                        <a:pt x="13" y="1"/>
                        <a:pt x="13" y="1"/>
                        <a:pt x="13" y="1"/>
                      </a:cubicBezTo>
                      <a:cubicBezTo>
                        <a:pt x="13" y="1"/>
                        <a:pt x="13" y="1"/>
                        <a:pt x="12" y="1"/>
                      </a:cubicBezTo>
                      <a:cubicBezTo>
                        <a:pt x="12" y="1"/>
                        <a:pt x="11" y="1"/>
                        <a:pt x="11" y="1"/>
                      </a:cubicBezTo>
                      <a:cubicBezTo>
                        <a:pt x="10" y="1"/>
                        <a:pt x="9" y="1"/>
                        <a:pt x="9" y="1"/>
                      </a:cubicBezTo>
                      <a:cubicBezTo>
                        <a:pt x="9" y="1"/>
                        <a:pt x="8" y="1"/>
                        <a:pt x="8" y="1"/>
                      </a:cubicBezTo>
                      <a:cubicBezTo>
                        <a:pt x="8" y="0"/>
                        <a:pt x="8" y="1"/>
                        <a:pt x="8" y="1"/>
                      </a:cubicBezTo>
                      <a:cubicBezTo>
                        <a:pt x="7" y="1"/>
                        <a:pt x="7" y="1"/>
                        <a:pt x="6" y="1"/>
                      </a:cubicBezTo>
                      <a:cubicBezTo>
                        <a:pt x="6" y="0"/>
                        <a:pt x="6" y="1"/>
                        <a:pt x="6" y="1"/>
                      </a:cubicBezTo>
                      <a:cubicBezTo>
                        <a:pt x="5" y="1"/>
                        <a:pt x="6" y="1"/>
                        <a:pt x="6" y="1"/>
                      </a:cubicBezTo>
                      <a:cubicBezTo>
                        <a:pt x="6" y="1"/>
                        <a:pt x="5" y="1"/>
                        <a:pt x="5" y="1"/>
                      </a:cubicBezTo>
                      <a:cubicBezTo>
                        <a:pt x="5" y="2"/>
                        <a:pt x="5" y="2"/>
                        <a:pt x="5" y="2"/>
                      </a:cubicBezTo>
                      <a:cubicBezTo>
                        <a:pt x="5" y="2"/>
                        <a:pt x="6" y="3"/>
                        <a:pt x="5" y="3"/>
                      </a:cubicBezTo>
                      <a:cubicBezTo>
                        <a:pt x="5" y="3"/>
                        <a:pt x="5" y="4"/>
                        <a:pt x="5" y="4"/>
                      </a:cubicBezTo>
                      <a:cubicBezTo>
                        <a:pt x="5" y="4"/>
                        <a:pt x="5" y="4"/>
                        <a:pt x="6" y="4"/>
                      </a:cubicBezTo>
                      <a:cubicBezTo>
                        <a:pt x="6" y="4"/>
                        <a:pt x="6" y="5"/>
                        <a:pt x="6" y="4"/>
                      </a:cubicBezTo>
                      <a:cubicBezTo>
                        <a:pt x="7" y="4"/>
                        <a:pt x="7" y="4"/>
                        <a:pt x="7" y="4"/>
                      </a:cubicBezTo>
                      <a:cubicBezTo>
                        <a:pt x="7" y="5"/>
                        <a:pt x="8" y="5"/>
                        <a:pt x="8" y="4"/>
                      </a:cubicBezTo>
                      <a:cubicBezTo>
                        <a:pt x="8" y="4"/>
                        <a:pt x="8" y="4"/>
                        <a:pt x="9" y="4"/>
                      </a:cubicBezTo>
                      <a:cubicBezTo>
                        <a:pt x="9" y="4"/>
                        <a:pt x="9" y="4"/>
                        <a:pt x="9" y="4"/>
                      </a:cubicBezTo>
                      <a:cubicBezTo>
                        <a:pt x="9" y="4"/>
                        <a:pt x="9" y="4"/>
                        <a:pt x="9" y="4"/>
                      </a:cubicBezTo>
                      <a:cubicBezTo>
                        <a:pt x="10" y="4"/>
                        <a:pt x="10" y="4"/>
                        <a:pt x="11" y="5"/>
                      </a:cubicBezTo>
                      <a:cubicBezTo>
                        <a:pt x="11" y="5"/>
                        <a:pt x="11" y="5"/>
                        <a:pt x="11" y="5"/>
                      </a:cubicBezTo>
                      <a:cubicBezTo>
                        <a:pt x="12" y="5"/>
                        <a:pt x="13" y="4"/>
                        <a:pt x="14" y="4"/>
                      </a:cubicBezTo>
                      <a:cubicBezTo>
                        <a:pt x="14" y="4"/>
                        <a:pt x="14" y="4"/>
                        <a:pt x="15" y="4"/>
                      </a:cubicBezTo>
                      <a:cubicBezTo>
                        <a:pt x="15" y="3"/>
                        <a:pt x="15" y="3"/>
                        <a:pt x="15" y="3"/>
                      </a:cubicBezTo>
                      <a:cubicBezTo>
                        <a:pt x="16" y="3"/>
                        <a:pt x="16" y="2"/>
                        <a:pt x="16" y="2"/>
                      </a:cubicBezTo>
                      <a:cubicBezTo>
                        <a:pt x="16" y="2"/>
                        <a:pt x="16" y="1"/>
                        <a:pt x="15" y="1"/>
                      </a:cubicBezTo>
                      <a:close/>
                      <a:moveTo>
                        <a:pt x="1" y="3"/>
                      </a:moveTo>
                      <a:cubicBezTo>
                        <a:pt x="1" y="3"/>
                        <a:pt x="0" y="3"/>
                        <a:pt x="0" y="4"/>
                      </a:cubicBezTo>
                      <a:cubicBezTo>
                        <a:pt x="0" y="4"/>
                        <a:pt x="0" y="4"/>
                        <a:pt x="1" y="4"/>
                      </a:cubicBezTo>
                      <a:cubicBezTo>
                        <a:pt x="1" y="4"/>
                        <a:pt x="1" y="4"/>
                        <a:pt x="1" y="3"/>
                      </a:cubicBezTo>
                      <a:cubicBezTo>
                        <a:pt x="1" y="3"/>
                        <a:pt x="1" y="3"/>
                        <a:pt x="1" y="3"/>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7" name="Freeform 762">
                  <a:extLst>
                    <a:ext uri="{FF2B5EF4-FFF2-40B4-BE49-F238E27FC236}">
                      <a16:creationId xmlns:a16="http://schemas.microsoft.com/office/drawing/2014/main" id="{44EDF838-75B1-1197-E502-9C1B66234C8D}"/>
                    </a:ext>
                  </a:extLst>
                </p:cNvPr>
                <p:cNvSpPr>
                  <a:spLocks/>
                </p:cNvSpPr>
                <p:nvPr/>
              </p:nvSpPr>
              <p:spPr bwMode="auto">
                <a:xfrm>
                  <a:off x="3011488" y="4587875"/>
                  <a:ext cx="166687" cy="71438"/>
                </a:xfrm>
                <a:custGeom>
                  <a:avLst/>
                  <a:gdLst>
                    <a:gd name="T0" fmla="*/ 36 w 40"/>
                    <a:gd name="T1" fmla="*/ 13 h 17"/>
                    <a:gd name="T2" fmla="*/ 38 w 40"/>
                    <a:gd name="T3" fmla="*/ 12 h 17"/>
                    <a:gd name="T4" fmla="*/ 39 w 40"/>
                    <a:gd name="T5" fmla="*/ 11 h 17"/>
                    <a:gd name="T6" fmla="*/ 38 w 40"/>
                    <a:gd name="T7" fmla="*/ 6 h 17"/>
                    <a:gd name="T8" fmla="*/ 38 w 40"/>
                    <a:gd name="T9" fmla="*/ 6 h 17"/>
                    <a:gd name="T10" fmla="*/ 35 w 40"/>
                    <a:gd name="T11" fmla="*/ 4 h 17"/>
                    <a:gd name="T12" fmla="*/ 33 w 40"/>
                    <a:gd name="T13" fmla="*/ 2 h 17"/>
                    <a:gd name="T14" fmla="*/ 32 w 40"/>
                    <a:gd name="T15" fmla="*/ 2 h 17"/>
                    <a:gd name="T16" fmla="*/ 29 w 40"/>
                    <a:gd name="T17" fmla="*/ 1 h 17"/>
                    <a:gd name="T18" fmla="*/ 27 w 40"/>
                    <a:gd name="T19" fmla="*/ 0 h 17"/>
                    <a:gd name="T20" fmla="*/ 24 w 40"/>
                    <a:gd name="T21" fmla="*/ 0 h 17"/>
                    <a:gd name="T22" fmla="*/ 21 w 40"/>
                    <a:gd name="T23" fmla="*/ 2 h 17"/>
                    <a:gd name="T24" fmla="*/ 18 w 40"/>
                    <a:gd name="T25" fmla="*/ 3 h 17"/>
                    <a:gd name="T26" fmla="*/ 14 w 40"/>
                    <a:gd name="T27" fmla="*/ 6 h 17"/>
                    <a:gd name="T28" fmla="*/ 9 w 40"/>
                    <a:gd name="T29" fmla="*/ 4 h 17"/>
                    <a:gd name="T30" fmla="*/ 9 w 40"/>
                    <a:gd name="T31" fmla="*/ 3 h 17"/>
                    <a:gd name="T32" fmla="*/ 9 w 40"/>
                    <a:gd name="T33" fmla="*/ 4 h 17"/>
                    <a:gd name="T34" fmla="*/ 6 w 40"/>
                    <a:gd name="T35" fmla="*/ 4 h 17"/>
                    <a:gd name="T36" fmla="*/ 5 w 40"/>
                    <a:gd name="T37" fmla="*/ 3 h 17"/>
                    <a:gd name="T38" fmla="*/ 4 w 40"/>
                    <a:gd name="T39" fmla="*/ 0 h 17"/>
                    <a:gd name="T40" fmla="*/ 3 w 40"/>
                    <a:gd name="T41" fmla="*/ 1 h 17"/>
                    <a:gd name="T42" fmla="*/ 2 w 40"/>
                    <a:gd name="T43" fmla="*/ 1 h 17"/>
                    <a:gd name="T44" fmla="*/ 1 w 40"/>
                    <a:gd name="T45" fmla="*/ 3 h 17"/>
                    <a:gd name="T46" fmla="*/ 2 w 40"/>
                    <a:gd name="T47" fmla="*/ 5 h 17"/>
                    <a:gd name="T48" fmla="*/ 2 w 40"/>
                    <a:gd name="T49" fmla="*/ 6 h 17"/>
                    <a:gd name="T50" fmla="*/ 0 w 40"/>
                    <a:gd name="T51" fmla="*/ 9 h 17"/>
                    <a:gd name="T52" fmla="*/ 1 w 40"/>
                    <a:gd name="T53" fmla="*/ 10 h 17"/>
                    <a:gd name="T54" fmla="*/ 2 w 40"/>
                    <a:gd name="T55" fmla="*/ 10 h 17"/>
                    <a:gd name="T56" fmla="*/ 3 w 40"/>
                    <a:gd name="T57" fmla="*/ 9 h 17"/>
                    <a:gd name="T58" fmla="*/ 5 w 40"/>
                    <a:gd name="T59" fmla="*/ 8 h 17"/>
                    <a:gd name="T60" fmla="*/ 6 w 40"/>
                    <a:gd name="T61" fmla="*/ 9 h 17"/>
                    <a:gd name="T62" fmla="*/ 9 w 40"/>
                    <a:gd name="T63" fmla="*/ 10 h 17"/>
                    <a:gd name="T64" fmla="*/ 12 w 40"/>
                    <a:gd name="T65" fmla="*/ 13 h 17"/>
                    <a:gd name="T66" fmla="*/ 13 w 40"/>
                    <a:gd name="T67" fmla="*/ 12 h 17"/>
                    <a:gd name="T68" fmla="*/ 15 w 40"/>
                    <a:gd name="T69" fmla="*/ 14 h 17"/>
                    <a:gd name="T70" fmla="*/ 16 w 40"/>
                    <a:gd name="T71" fmla="*/ 16 h 17"/>
                    <a:gd name="T72" fmla="*/ 18 w 40"/>
                    <a:gd name="T73" fmla="*/ 16 h 17"/>
                    <a:gd name="T74" fmla="*/ 19 w 40"/>
                    <a:gd name="T75" fmla="*/ 15 h 17"/>
                    <a:gd name="T76" fmla="*/ 21 w 40"/>
                    <a:gd name="T77" fmla="*/ 14 h 17"/>
                    <a:gd name="T78" fmla="*/ 18 w 40"/>
                    <a:gd name="T79" fmla="*/ 11 h 17"/>
                    <a:gd name="T80" fmla="*/ 18 w 40"/>
                    <a:gd name="T81" fmla="*/ 9 h 17"/>
                    <a:gd name="T82" fmla="*/ 22 w 40"/>
                    <a:gd name="T83" fmla="*/ 7 h 17"/>
                    <a:gd name="T84" fmla="*/ 23 w 40"/>
                    <a:gd name="T85" fmla="*/ 5 h 17"/>
                    <a:gd name="T86" fmla="*/ 26 w 40"/>
                    <a:gd name="T87" fmla="*/ 4 h 17"/>
                    <a:gd name="T88" fmla="*/ 29 w 40"/>
                    <a:gd name="T89" fmla="*/ 5 h 17"/>
                    <a:gd name="T90" fmla="*/ 31 w 40"/>
                    <a:gd name="T91" fmla="*/ 8 h 17"/>
                    <a:gd name="T92" fmla="*/ 32 w 40"/>
                    <a:gd name="T93" fmla="*/ 8 h 17"/>
                    <a:gd name="T94" fmla="*/ 33 w 40"/>
                    <a:gd name="T95" fmla="*/ 8 h 17"/>
                    <a:gd name="T96" fmla="*/ 34 w 40"/>
                    <a:gd name="T97" fmla="*/ 8 h 17"/>
                    <a:gd name="T98" fmla="*/ 33 w 40"/>
                    <a:gd name="T99" fmla="*/ 9 h 17"/>
                    <a:gd name="T100" fmla="*/ 32 w 40"/>
                    <a:gd name="T101" fmla="*/ 10 h 17"/>
                    <a:gd name="T102" fmla="*/ 32 w 40"/>
                    <a:gd name="T103" fmla="*/ 12 h 17"/>
                    <a:gd name="T104" fmla="*/ 33 w 40"/>
                    <a:gd name="T105" fmla="*/ 15 h 17"/>
                    <a:gd name="T106" fmla="*/ 35 w 40"/>
                    <a:gd name="T107"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 h="17">
                      <a:moveTo>
                        <a:pt x="36" y="15"/>
                      </a:moveTo>
                      <a:cubicBezTo>
                        <a:pt x="36" y="14"/>
                        <a:pt x="36" y="13"/>
                        <a:pt x="36" y="13"/>
                      </a:cubicBezTo>
                      <a:cubicBezTo>
                        <a:pt x="36" y="13"/>
                        <a:pt x="37" y="13"/>
                        <a:pt x="37" y="14"/>
                      </a:cubicBezTo>
                      <a:cubicBezTo>
                        <a:pt x="37" y="13"/>
                        <a:pt x="38" y="13"/>
                        <a:pt x="38" y="12"/>
                      </a:cubicBezTo>
                      <a:cubicBezTo>
                        <a:pt x="38" y="12"/>
                        <a:pt x="38" y="12"/>
                        <a:pt x="38" y="12"/>
                      </a:cubicBezTo>
                      <a:cubicBezTo>
                        <a:pt x="38" y="11"/>
                        <a:pt x="38" y="11"/>
                        <a:pt x="39" y="11"/>
                      </a:cubicBezTo>
                      <a:cubicBezTo>
                        <a:pt x="39" y="11"/>
                        <a:pt x="40" y="11"/>
                        <a:pt x="40" y="11"/>
                      </a:cubicBezTo>
                      <a:cubicBezTo>
                        <a:pt x="39" y="10"/>
                        <a:pt x="39" y="8"/>
                        <a:pt x="38" y="6"/>
                      </a:cubicBezTo>
                      <a:cubicBezTo>
                        <a:pt x="38" y="6"/>
                        <a:pt x="38" y="6"/>
                        <a:pt x="38" y="7"/>
                      </a:cubicBezTo>
                      <a:cubicBezTo>
                        <a:pt x="38" y="6"/>
                        <a:pt x="38" y="6"/>
                        <a:pt x="38" y="6"/>
                      </a:cubicBezTo>
                      <a:cubicBezTo>
                        <a:pt x="38" y="6"/>
                        <a:pt x="37" y="6"/>
                        <a:pt x="37" y="5"/>
                      </a:cubicBezTo>
                      <a:cubicBezTo>
                        <a:pt x="37" y="5"/>
                        <a:pt x="36" y="4"/>
                        <a:pt x="35" y="4"/>
                      </a:cubicBezTo>
                      <a:cubicBezTo>
                        <a:pt x="35" y="4"/>
                        <a:pt x="34" y="2"/>
                        <a:pt x="34" y="2"/>
                      </a:cubicBezTo>
                      <a:cubicBezTo>
                        <a:pt x="33" y="2"/>
                        <a:pt x="33" y="2"/>
                        <a:pt x="33" y="2"/>
                      </a:cubicBezTo>
                      <a:cubicBezTo>
                        <a:pt x="33" y="2"/>
                        <a:pt x="33" y="2"/>
                        <a:pt x="33" y="2"/>
                      </a:cubicBezTo>
                      <a:cubicBezTo>
                        <a:pt x="32" y="2"/>
                        <a:pt x="32" y="2"/>
                        <a:pt x="32" y="2"/>
                      </a:cubicBezTo>
                      <a:cubicBezTo>
                        <a:pt x="31" y="1"/>
                        <a:pt x="31" y="1"/>
                        <a:pt x="30" y="1"/>
                      </a:cubicBezTo>
                      <a:cubicBezTo>
                        <a:pt x="30" y="1"/>
                        <a:pt x="29" y="1"/>
                        <a:pt x="29" y="1"/>
                      </a:cubicBezTo>
                      <a:cubicBezTo>
                        <a:pt x="28" y="1"/>
                        <a:pt x="28" y="1"/>
                        <a:pt x="28" y="1"/>
                      </a:cubicBezTo>
                      <a:cubicBezTo>
                        <a:pt x="27" y="1"/>
                        <a:pt x="27" y="1"/>
                        <a:pt x="27" y="0"/>
                      </a:cubicBezTo>
                      <a:cubicBezTo>
                        <a:pt x="27" y="0"/>
                        <a:pt x="27" y="0"/>
                        <a:pt x="26" y="0"/>
                      </a:cubicBezTo>
                      <a:cubicBezTo>
                        <a:pt x="25" y="0"/>
                        <a:pt x="25" y="0"/>
                        <a:pt x="24" y="0"/>
                      </a:cubicBezTo>
                      <a:cubicBezTo>
                        <a:pt x="23" y="0"/>
                        <a:pt x="23" y="0"/>
                        <a:pt x="23" y="0"/>
                      </a:cubicBezTo>
                      <a:cubicBezTo>
                        <a:pt x="22" y="1"/>
                        <a:pt x="21" y="2"/>
                        <a:pt x="21" y="2"/>
                      </a:cubicBezTo>
                      <a:cubicBezTo>
                        <a:pt x="20" y="2"/>
                        <a:pt x="20" y="3"/>
                        <a:pt x="20" y="3"/>
                      </a:cubicBezTo>
                      <a:cubicBezTo>
                        <a:pt x="19" y="3"/>
                        <a:pt x="19" y="3"/>
                        <a:pt x="18" y="3"/>
                      </a:cubicBezTo>
                      <a:cubicBezTo>
                        <a:pt x="17" y="3"/>
                        <a:pt x="17" y="4"/>
                        <a:pt x="16" y="4"/>
                      </a:cubicBezTo>
                      <a:cubicBezTo>
                        <a:pt x="15" y="5"/>
                        <a:pt x="15" y="5"/>
                        <a:pt x="14" y="6"/>
                      </a:cubicBezTo>
                      <a:cubicBezTo>
                        <a:pt x="13" y="6"/>
                        <a:pt x="12" y="6"/>
                        <a:pt x="11" y="5"/>
                      </a:cubicBezTo>
                      <a:cubicBezTo>
                        <a:pt x="11" y="5"/>
                        <a:pt x="10" y="5"/>
                        <a:pt x="9" y="4"/>
                      </a:cubicBezTo>
                      <a:cubicBezTo>
                        <a:pt x="9" y="4"/>
                        <a:pt x="9" y="4"/>
                        <a:pt x="9" y="4"/>
                      </a:cubicBezTo>
                      <a:cubicBezTo>
                        <a:pt x="9" y="3"/>
                        <a:pt x="9" y="3"/>
                        <a:pt x="9" y="3"/>
                      </a:cubicBezTo>
                      <a:cubicBezTo>
                        <a:pt x="8" y="3"/>
                        <a:pt x="8" y="3"/>
                        <a:pt x="8" y="3"/>
                      </a:cubicBezTo>
                      <a:cubicBezTo>
                        <a:pt x="8" y="3"/>
                        <a:pt x="8" y="4"/>
                        <a:pt x="9" y="4"/>
                      </a:cubicBezTo>
                      <a:cubicBezTo>
                        <a:pt x="8" y="4"/>
                        <a:pt x="7" y="4"/>
                        <a:pt x="6" y="4"/>
                      </a:cubicBezTo>
                      <a:cubicBezTo>
                        <a:pt x="6" y="4"/>
                        <a:pt x="6" y="4"/>
                        <a:pt x="6" y="4"/>
                      </a:cubicBezTo>
                      <a:cubicBezTo>
                        <a:pt x="6" y="3"/>
                        <a:pt x="6" y="3"/>
                        <a:pt x="6" y="3"/>
                      </a:cubicBezTo>
                      <a:cubicBezTo>
                        <a:pt x="6" y="3"/>
                        <a:pt x="5" y="3"/>
                        <a:pt x="5" y="3"/>
                      </a:cubicBezTo>
                      <a:cubicBezTo>
                        <a:pt x="5" y="2"/>
                        <a:pt x="5" y="2"/>
                        <a:pt x="5" y="2"/>
                      </a:cubicBezTo>
                      <a:cubicBezTo>
                        <a:pt x="5" y="1"/>
                        <a:pt x="4" y="1"/>
                        <a:pt x="4" y="0"/>
                      </a:cubicBezTo>
                      <a:cubicBezTo>
                        <a:pt x="4" y="0"/>
                        <a:pt x="4" y="0"/>
                        <a:pt x="4" y="0"/>
                      </a:cubicBezTo>
                      <a:cubicBezTo>
                        <a:pt x="3" y="0"/>
                        <a:pt x="3" y="1"/>
                        <a:pt x="3" y="1"/>
                      </a:cubicBezTo>
                      <a:cubicBezTo>
                        <a:pt x="3" y="1"/>
                        <a:pt x="2" y="0"/>
                        <a:pt x="2" y="0"/>
                      </a:cubicBezTo>
                      <a:cubicBezTo>
                        <a:pt x="2" y="0"/>
                        <a:pt x="2" y="1"/>
                        <a:pt x="2" y="1"/>
                      </a:cubicBezTo>
                      <a:cubicBezTo>
                        <a:pt x="2" y="1"/>
                        <a:pt x="1" y="1"/>
                        <a:pt x="1" y="1"/>
                      </a:cubicBezTo>
                      <a:cubicBezTo>
                        <a:pt x="1" y="1"/>
                        <a:pt x="1" y="3"/>
                        <a:pt x="1" y="3"/>
                      </a:cubicBezTo>
                      <a:cubicBezTo>
                        <a:pt x="1" y="3"/>
                        <a:pt x="2" y="4"/>
                        <a:pt x="2" y="4"/>
                      </a:cubicBezTo>
                      <a:cubicBezTo>
                        <a:pt x="2" y="4"/>
                        <a:pt x="2" y="5"/>
                        <a:pt x="2" y="5"/>
                      </a:cubicBezTo>
                      <a:cubicBezTo>
                        <a:pt x="2" y="5"/>
                        <a:pt x="1" y="5"/>
                        <a:pt x="1" y="6"/>
                      </a:cubicBezTo>
                      <a:cubicBezTo>
                        <a:pt x="1" y="6"/>
                        <a:pt x="2" y="6"/>
                        <a:pt x="2" y="6"/>
                      </a:cubicBezTo>
                      <a:cubicBezTo>
                        <a:pt x="2" y="7"/>
                        <a:pt x="2" y="8"/>
                        <a:pt x="2" y="8"/>
                      </a:cubicBezTo>
                      <a:cubicBezTo>
                        <a:pt x="0" y="9"/>
                        <a:pt x="0" y="9"/>
                        <a:pt x="0" y="9"/>
                      </a:cubicBezTo>
                      <a:cubicBezTo>
                        <a:pt x="0" y="9"/>
                        <a:pt x="0" y="9"/>
                        <a:pt x="1" y="9"/>
                      </a:cubicBezTo>
                      <a:cubicBezTo>
                        <a:pt x="1" y="9"/>
                        <a:pt x="1" y="10"/>
                        <a:pt x="1" y="10"/>
                      </a:cubicBezTo>
                      <a:cubicBezTo>
                        <a:pt x="1" y="10"/>
                        <a:pt x="1" y="10"/>
                        <a:pt x="2" y="10"/>
                      </a:cubicBezTo>
                      <a:cubicBezTo>
                        <a:pt x="2" y="11"/>
                        <a:pt x="2" y="10"/>
                        <a:pt x="2" y="10"/>
                      </a:cubicBezTo>
                      <a:cubicBezTo>
                        <a:pt x="2" y="9"/>
                        <a:pt x="2" y="9"/>
                        <a:pt x="2" y="9"/>
                      </a:cubicBezTo>
                      <a:cubicBezTo>
                        <a:pt x="2" y="8"/>
                        <a:pt x="3" y="9"/>
                        <a:pt x="3" y="9"/>
                      </a:cubicBezTo>
                      <a:cubicBezTo>
                        <a:pt x="4" y="9"/>
                        <a:pt x="4" y="9"/>
                        <a:pt x="5" y="9"/>
                      </a:cubicBezTo>
                      <a:cubicBezTo>
                        <a:pt x="5" y="9"/>
                        <a:pt x="5" y="9"/>
                        <a:pt x="5" y="8"/>
                      </a:cubicBezTo>
                      <a:cubicBezTo>
                        <a:pt x="6" y="8"/>
                        <a:pt x="6" y="9"/>
                        <a:pt x="6" y="9"/>
                      </a:cubicBezTo>
                      <a:cubicBezTo>
                        <a:pt x="6" y="9"/>
                        <a:pt x="6" y="9"/>
                        <a:pt x="6" y="9"/>
                      </a:cubicBezTo>
                      <a:cubicBezTo>
                        <a:pt x="7" y="9"/>
                        <a:pt x="8" y="9"/>
                        <a:pt x="8" y="10"/>
                      </a:cubicBezTo>
                      <a:cubicBezTo>
                        <a:pt x="8" y="10"/>
                        <a:pt x="9" y="10"/>
                        <a:pt x="9" y="10"/>
                      </a:cubicBezTo>
                      <a:cubicBezTo>
                        <a:pt x="9" y="11"/>
                        <a:pt x="10" y="12"/>
                        <a:pt x="10" y="12"/>
                      </a:cubicBezTo>
                      <a:cubicBezTo>
                        <a:pt x="10" y="13"/>
                        <a:pt x="11" y="13"/>
                        <a:pt x="12" y="13"/>
                      </a:cubicBezTo>
                      <a:cubicBezTo>
                        <a:pt x="12" y="13"/>
                        <a:pt x="12" y="13"/>
                        <a:pt x="13" y="13"/>
                      </a:cubicBezTo>
                      <a:cubicBezTo>
                        <a:pt x="14" y="13"/>
                        <a:pt x="13" y="12"/>
                        <a:pt x="13" y="12"/>
                      </a:cubicBezTo>
                      <a:cubicBezTo>
                        <a:pt x="13" y="12"/>
                        <a:pt x="14" y="12"/>
                        <a:pt x="14" y="13"/>
                      </a:cubicBezTo>
                      <a:cubicBezTo>
                        <a:pt x="14" y="13"/>
                        <a:pt x="15" y="14"/>
                        <a:pt x="15" y="14"/>
                      </a:cubicBezTo>
                      <a:cubicBezTo>
                        <a:pt x="15" y="14"/>
                        <a:pt x="15" y="15"/>
                        <a:pt x="15" y="16"/>
                      </a:cubicBezTo>
                      <a:cubicBezTo>
                        <a:pt x="15" y="17"/>
                        <a:pt x="16" y="16"/>
                        <a:pt x="16" y="16"/>
                      </a:cubicBezTo>
                      <a:cubicBezTo>
                        <a:pt x="16" y="16"/>
                        <a:pt x="16" y="16"/>
                        <a:pt x="17" y="16"/>
                      </a:cubicBezTo>
                      <a:cubicBezTo>
                        <a:pt x="17" y="16"/>
                        <a:pt x="17" y="16"/>
                        <a:pt x="18" y="16"/>
                      </a:cubicBezTo>
                      <a:cubicBezTo>
                        <a:pt x="18" y="16"/>
                        <a:pt x="18" y="16"/>
                        <a:pt x="18" y="15"/>
                      </a:cubicBezTo>
                      <a:cubicBezTo>
                        <a:pt x="18" y="15"/>
                        <a:pt x="19" y="15"/>
                        <a:pt x="19" y="15"/>
                      </a:cubicBezTo>
                      <a:cubicBezTo>
                        <a:pt x="19" y="15"/>
                        <a:pt x="21" y="15"/>
                        <a:pt x="21" y="14"/>
                      </a:cubicBezTo>
                      <a:cubicBezTo>
                        <a:pt x="21" y="14"/>
                        <a:pt x="21" y="14"/>
                        <a:pt x="21" y="14"/>
                      </a:cubicBezTo>
                      <a:cubicBezTo>
                        <a:pt x="20" y="13"/>
                        <a:pt x="20" y="13"/>
                        <a:pt x="20" y="12"/>
                      </a:cubicBezTo>
                      <a:cubicBezTo>
                        <a:pt x="19" y="12"/>
                        <a:pt x="19" y="11"/>
                        <a:pt x="18" y="11"/>
                      </a:cubicBezTo>
                      <a:cubicBezTo>
                        <a:pt x="18" y="11"/>
                        <a:pt x="18" y="10"/>
                        <a:pt x="18" y="10"/>
                      </a:cubicBezTo>
                      <a:cubicBezTo>
                        <a:pt x="18" y="9"/>
                        <a:pt x="18" y="9"/>
                        <a:pt x="18" y="9"/>
                      </a:cubicBezTo>
                      <a:cubicBezTo>
                        <a:pt x="18" y="9"/>
                        <a:pt x="20" y="8"/>
                        <a:pt x="20" y="8"/>
                      </a:cubicBezTo>
                      <a:cubicBezTo>
                        <a:pt x="21" y="8"/>
                        <a:pt x="22" y="7"/>
                        <a:pt x="22" y="7"/>
                      </a:cubicBezTo>
                      <a:cubicBezTo>
                        <a:pt x="22" y="7"/>
                        <a:pt x="22" y="6"/>
                        <a:pt x="22" y="6"/>
                      </a:cubicBezTo>
                      <a:cubicBezTo>
                        <a:pt x="22" y="6"/>
                        <a:pt x="23" y="5"/>
                        <a:pt x="23" y="5"/>
                      </a:cubicBezTo>
                      <a:cubicBezTo>
                        <a:pt x="23" y="5"/>
                        <a:pt x="24" y="4"/>
                        <a:pt x="24" y="4"/>
                      </a:cubicBezTo>
                      <a:cubicBezTo>
                        <a:pt x="25" y="4"/>
                        <a:pt x="25" y="4"/>
                        <a:pt x="26" y="4"/>
                      </a:cubicBezTo>
                      <a:cubicBezTo>
                        <a:pt x="26" y="4"/>
                        <a:pt x="27" y="4"/>
                        <a:pt x="27" y="4"/>
                      </a:cubicBezTo>
                      <a:cubicBezTo>
                        <a:pt x="28" y="4"/>
                        <a:pt x="28" y="5"/>
                        <a:pt x="29" y="5"/>
                      </a:cubicBezTo>
                      <a:cubicBezTo>
                        <a:pt x="29" y="6"/>
                        <a:pt x="30" y="6"/>
                        <a:pt x="31" y="7"/>
                      </a:cubicBezTo>
                      <a:cubicBezTo>
                        <a:pt x="31" y="7"/>
                        <a:pt x="31" y="8"/>
                        <a:pt x="31" y="8"/>
                      </a:cubicBezTo>
                      <a:cubicBezTo>
                        <a:pt x="31" y="8"/>
                        <a:pt x="31" y="8"/>
                        <a:pt x="31" y="8"/>
                      </a:cubicBezTo>
                      <a:cubicBezTo>
                        <a:pt x="32" y="8"/>
                        <a:pt x="32" y="8"/>
                        <a:pt x="32" y="8"/>
                      </a:cubicBezTo>
                      <a:cubicBezTo>
                        <a:pt x="32" y="8"/>
                        <a:pt x="32" y="8"/>
                        <a:pt x="32" y="8"/>
                      </a:cubicBezTo>
                      <a:cubicBezTo>
                        <a:pt x="33" y="8"/>
                        <a:pt x="33" y="8"/>
                        <a:pt x="33" y="8"/>
                      </a:cubicBezTo>
                      <a:cubicBezTo>
                        <a:pt x="33" y="8"/>
                        <a:pt x="33" y="8"/>
                        <a:pt x="33" y="8"/>
                      </a:cubicBezTo>
                      <a:cubicBezTo>
                        <a:pt x="34" y="8"/>
                        <a:pt x="34" y="8"/>
                        <a:pt x="34" y="8"/>
                      </a:cubicBezTo>
                      <a:cubicBezTo>
                        <a:pt x="33" y="8"/>
                        <a:pt x="33" y="9"/>
                        <a:pt x="33" y="9"/>
                      </a:cubicBezTo>
                      <a:cubicBezTo>
                        <a:pt x="33" y="9"/>
                        <a:pt x="32" y="9"/>
                        <a:pt x="33" y="9"/>
                      </a:cubicBezTo>
                      <a:cubicBezTo>
                        <a:pt x="33" y="10"/>
                        <a:pt x="33" y="10"/>
                        <a:pt x="32" y="10"/>
                      </a:cubicBezTo>
                      <a:cubicBezTo>
                        <a:pt x="32" y="10"/>
                        <a:pt x="32" y="10"/>
                        <a:pt x="32" y="10"/>
                      </a:cubicBezTo>
                      <a:cubicBezTo>
                        <a:pt x="31" y="11"/>
                        <a:pt x="31" y="11"/>
                        <a:pt x="31" y="11"/>
                      </a:cubicBezTo>
                      <a:cubicBezTo>
                        <a:pt x="31" y="12"/>
                        <a:pt x="32" y="12"/>
                        <a:pt x="32" y="12"/>
                      </a:cubicBezTo>
                      <a:cubicBezTo>
                        <a:pt x="32" y="12"/>
                        <a:pt x="33" y="13"/>
                        <a:pt x="33" y="14"/>
                      </a:cubicBezTo>
                      <a:cubicBezTo>
                        <a:pt x="33" y="14"/>
                        <a:pt x="33" y="14"/>
                        <a:pt x="33" y="15"/>
                      </a:cubicBezTo>
                      <a:cubicBezTo>
                        <a:pt x="33" y="15"/>
                        <a:pt x="34" y="15"/>
                        <a:pt x="35" y="16"/>
                      </a:cubicBezTo>
                      <a:cubicBezTo>
                        <a:pt x="35" y="16"/>
                        <a:pt x="35" y="15"/>
                        <a:pt x="35" y="15"/>
                      </a:cubicBezTo>
                      <a:cubicBezTo>
                        <a:pt x="35" y="15"/>
                        <a:pt x="35" y="14"/>
                        <a:pt x="36" y="15"/>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8" name="Freeform 763">
                  <a:extLst>
                    <a:ext uri="{FF2B5EF4-FFF2-40B4-BE49-F238E27FC236}">
                      <a16:creationId xmlns:a16="http://schemas.microsoft.com/office/drawing/2014/main" id="{2728EF8B-CCD1-A13E-3BB0-98EBF832BC6B}"/>
                    </a:ext>
                  </a:extLst>
                </p:cNvPr>
                <p:cNvSpPr>
                  <a:spLocks/>
                </p:cNvSpPr>
                <p:nvPr/>
              </p:nvSpPr>
              <p:spPr bwMode="auto">
                <a:xfrm>
                  <a:off x="2886076" y="4433888"/>
                  <a:ext cx="122237" cy="120650"/>
                </a:xfrm>
                <a:custGeom>
                  <a:avLst/>
                  <a:gdLst>
                    <a:gd name="T0" fmla="*/ 15 w 29"/>
                    <a:gd name="T1" fmla="*/ 27 h 29"/>
                    <a:gd name="T2" fmla="*/ 19 w 29"/>
                    <a:gd name="T3" fmla="*/ 27 h 29"/>
                    <a:gd name="T4" fmla="*/ 22 w 29"/>
                    <a:gd name="T5" fmla="*/ 28 h 29"/>
                    <a:gd name="T6" fmla="*/ 24 w 29"/>
                    <a:gd name="T7" fmla="*/ 29 h 29"/>
                    <a:gd name="T8" fmla="*/ 26 w 29"/>
                    <a:gd name="T9" fmla="*/ 29 h 29"/>
                    <a:gd name="T10" fmla="*/ 26 w 29"/>
                    <a:gd name="T11" fmla="*/ 28 h 29"/>
                    <a:gd name="T12" fmla="*/ 25 w 29"/>
                    <a:gd name="T13" fmla="*/ 26 h 29"/>
                    <a:gd name="T14" fmla="*/ 26 w 29"/>
                    <a:gd name="T15" fmla="*/ 24 h 29"/>
                    <a:gd name="T16" fmla="*/ 26 w 29"/>
                    <a:gd name="T17" fmla="*/ 23 h 29"/>
                    <a:gd name="T18" fmla="*/ 26 w 29"/>
                    <a:gd name="T19" fmla="*/ 22 h 29"/>
                    <a:gd name="T20" fmla="*/ 25 w 29"/>
                    <a:gd name="T21" fmla="*/ 22 h 29"/>
                    <a:gd name="T22" fmla="*/ 26 w 29"/>
                    <a:gd name="T23" fmla="*/ 19 h 29"/>
                    <a:gd name="T24" fmla="*/ 26 w 29"/>
                    <a:gd name="T25" fmla="*/ 18 h 29"/>
                    <a:gd name="T26" fmla="*/ 26 w 29"/>
                    <a:gd name="T27" fmla="*/ 18 h 29"/>
                    <a:gd name="T28" fmla="*/ 26 w 29"/>
                    <a:gd name="T29" fmla="*/ 17 h 29"/>
                    <a:gd name="T30" fmla="*/ 27 w 29"/>
                    <a:gd name="T31" fmla="*/ 17 h 29"/>
                    <a:gd name="T32" fmla="*/ 27 w 29"/>
                    <a:gd name="T33" fmla="*/ 18 h 29"/>
                    <a:gd name="T34" fmla="*/ 27 w 29"/>
                    <a:gd name="T35" fmla="*/ 17 h 29"/>
                    <a:gd name="T36" fmla="*/ 27 w 29"/>
                    <a:gd name="T37" fmla="*/ 16 h 29"/>
                    <a:gd name="T38" fmla="*/ 27 w 29"/>
                    <a:gd name="T39" fmla="*/ 14 h 29"/>
                    <a:gd name="T40" fmla="*/ 27 w 29"/>
                    <a:gd name="T41" fmla="*/ 13 h 29"/>
                    <a:gd name="T42" fmla="*/ 27 w 29"/>
                    <a:gd name="T43" fmla="*/ 10 h 29"/>
                    <a:gd name="T44" fmla="*/ 27 w 29"/>
                    <a:gd name="T45" fmla="*/ 9 h 29"/>
                    <a:gd name="T46" fmla="*/ 27 w 29"/>
                    <a:gd name="T47" fmla="*/ 8 h 29"/>
                    <a:gd name="T48" fmla="*/ 27 w 29"/>
                    <a:gd name="T49" fmla="*/ 7 h 29"/>
                    <a:gd name="T50" fmla="*/ 29 w 29"/>
                    <a:gd name="T51" fmla="*/ 6 h 29"/>
                    <a:gd name="T52" fmla="*/ 29 w 29"/>
                    <a:gd name="T53" fmla="*/ 4 h 29"/>
                    <a:gd name="T54" fmla="*/ 28 w 29"/>
                    <a:gd name="T55" fmla="*/ 1 h 29"/>
                    <a:gd name="T56" fmla="*/ 29 w 29"/>
                    <a:gd name="T57" fmla="*/ 1 h 29"/>
                    <a:gd name="T58" fmla="*/ 29 w 29"/>
                    <a:gd name="T59" fmla="*/ 0 h 29"/>
                    <a:gd name="T60" fmla="*/ 27 w 29"/>
                    <a:gd name="T61" fmla="*/ 0 h 29"/>
                    <a:gd name="T62" fmla="*/ 26 w 29"/>
                    <a:gd name="T63" fmla="*/ 1 h 29"/>
                    <a:gd name="T64" fmla="*/ 24 w 29"/>
                    <a:gd name="T65" fmla="*/ 2 h 29"/>
                    <a:gd name="T66" fmla="*/ 23 w 29"/>
                    <a:gd name="T67" fmla="*/ 2 h 29"/>
                    <a:gd name="T68" fmla="*/ 22 w 29"/>
                    <a:gd name="T69" fmla="*/ 2 h 29"/>
                    <a:gd name="T70" fmla="*/ 21 w 29"/>
                    <a:gd name="T71" fmla="*/ 3 h 29"/>
                    <a:gd name="T72" fmla="*/ 19 w 29"/>
                    <a:gd name="T73" fmla="*/ 2 h 29"/>
                    <a:gd name="T74" fmla="*/ 18 w 29"/>
                    <a:gd name="T75" fmla="*/ 1 h 29"/>
                    <a:gd name="T76" fmla="*/ 17 w 29"/>
                    <a:gd name="T77" fmla="*/ 3 h 29"/>
                    <a:gd name="T78" fmla="*/ 16 w 29"/>
                    <a:gd name="T79" fmla="*/ 4 h 29"/>
                    <a:gd name="T80" fmla="*/ 16 w 29"/>
                    <a:gd name="T81" fmla="*/ 5 h 29"/>
                    <a:gd name="T82" fmla="*/ 14 w 29"/>
                    <a:gd name="T83" fmla="*/ 6 h 29"/>
                    <a:gd name="T84" fmla="*/ 12 w 29"/>
                    <a:gd name="T85" fmla="*/ 8 h 29"/>
                    <a:gd name="T86" fmla="*/ 10 w 29"/>
                    <a:gd name="T87" fmla="*/ 6 h 29"/>
                    <a:gd name="T88" fmla="*/ 8 w 29"/>
                    <a:gd name="T89" fmla="*/ 8 h 29"/>
                    <a:gd name="T90" fmla="*/ 5 w 29"/>
                    <a:gd name="T91" fmla="*/ 9 h 29"/>
                    <a:gd name="T92" fmla="*/ 6 w 29"/>
                    <a:gd name="T93" fmla="*/ 12 h 29"/>
                    <a:gd name="T94" fmla="*/ 4 w 29"/>
                    <a:gd name="T95" fmla="*/ 13 h 29"/>
                    <a:gd name="T96" fmla="*/ 2 w 29"/>
                    <a:gd name="T97" fmla="*/ 14 h 29"/>
                    <a:gd name="T98" fmla="*/ 0 w 29"/>
                    <a:gd name="T99" fmla="*/ 14 h 29"/>
                    <a:gd name="T100" fmla="*/ 0 w 29"/>
                    <a:gd name="T101" fmla="*/ 14 h 29"/>
                    <a:gd name="T102" fmla="*/ 1 w 29"/>
                    <a:gd name="T103" fmla="*/ 16 h 29"/>
                    <a:gd name="T104" fmla="*/ 2 w 29"/>
                    <a:gd name="T105" fmla="*/ 17 h 29"/>
                    <a:gd name="T106" fmla="*/ 5 w 29"/>
                    <a:gd name="T107" fmla="*/ 19 h 29"/>
                    <a:gd name="T108" fmla="*/ 7 w 29"/>
                    <a:gd name="T109" fmla="*/ 22 h 29"/>
                    <a:gd name="T110" fmla="*/ 11 w 29"/>
                    <a:gd name="T111" fmla="*/ 26 h 29"/>
                    <a:gd name="T112" fmla="*/ 13 w 29"/>
                    <a:gd name="T113"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 h="29">
                      <a:moveTo>
                        <a:pt x="13" y="26"/>
                      </a:moveTo>
                      <a:cubicBezTo>
                        <a:pt x="14" y="26"/>
                        <a:pt x="15" y="27"/>
                        <a:pt x="15" y="27"/>
                      </a:cubicBezTo>
                      <a:cubicBezTo>
                        <a:pt x="15" y="27"/>
                        <a:pt x="18" y="28"/>
                        <a:pt x="18" y="28"/>
                      </a:cubicBezTo>
                      <a:cubicBezTo>
                        <a:pt x="18" y="28"/>
                        <a:pt x="19" y="27"/>
                        <a:pt x="19" y="27"/>
                      </a:cubicBezTo>
                      <a:cubicBezTo>
                        <a:pt x="19" y="27"/>
                        <a:pt x="21" y="28"/>
                        <a:pt x="21" y="28"/>
                      </a:cubicBezTo>
                      <a:cubicBezTo>
                        <a:pt x="21" y="28"/>
                        <a:pt x="22" y="28"/>
                        <a:pt x="22" y="28"/>
                      </a:cubicBezTo>
                      <a:cubicBezTo>
                        <a:pt x="22" y="28"/>
                        <a:pt x="22" y="28"/>
                        <a:pt x="22" y="28"/>
                      </a:cubicBezTo>
                      <a:cubicBezTo>
                        <a:pt x="22" y="28"/>
                        <a:pt x="24" y="29"/>
                        <a:pt x="24" y="29"/>
                      </a:cubicBezTo>
                      <a:cubicBezTo>
                        <a:pt x="25" y="29"/>
                        <a:pt x="25" y="29"/>
                        <a:pt x="25" y="29"/>
                      </a:cubicBezTo>
                      <a:cubicBezTo>
                        <a:pt x="26" y="29"/>
                        <a:pt x="26" y="29"/>
                        <a:pt x="26" y="29"/>
                      </a:cubicBezTo>
                      <a:cubicBezTo>
                        <a:pt x="26" y="28"/>
                        <a:pt x="26" y="28"/>
                        <a:pt x="26" y="28"/>
                      </a:cubicBezTo>
                      <a:cubicBezTo>
                        <a:pt x="26" y="28"/>
                        <a:pt x="26" y="28"/>
                        <a:pt x="26" y="28"/>
                      </a:cubicBezTo>
                      <a:cubicBezTo>
                        <a:pt x="26" y="27"/>
                        <a:pt x="25" y="27"/>
                        <a:pt x="25" y="27"/>
                      </a:cubicBezTo>
                      <a:cubicBezTo>
                        <a:pt x="25" y="26"/>
                        <a:pt x="25" y="26"/>
                        <a:pt x="25" y="26"/>
                      </a:cubicBezTo>
                      <a:cubicBezTo>
                        <a:pt x="25" y="26"/>
                        <a:pt x="25" y="26"/>
                        <a:pt x="25" y="26"/>
                      </a:cubicBezTo>
                      <a:cubicBezTo>
                        <a:pt x="25" y="25"/>
                        <a:pt x="25" y="24"/>
                        <a:pt x="26" y="24"/>
                      </a:cubicBezTo>
                      <a:cubicBezTo>
                        <a:pt x="26" y="24"/>
                        <a:pt x="26" y="24"/>
                        <a:pt x="26" y="24"/>
                      </a:cubicBezTo>
                      <a:cubicBezTo>
                        <a:pt x="26" y="24"/>
                        <a:pt x="26" y="23"/>
                        <a:pt x="26" y="23"/>
                      </a:cubicBezTo>
                      <a:cubicBezTo>
                        <a:pt x="26" y="23"/>
                        <a:pt x="26" y="23"/>
                        <a:pt x="26" y="22"/>
                      </a:cubicBezTo>
                      <a:cubicBezTo>
                        <a:pt x="26" y="22"/>
                        <a:pt x="26" y="22"/>
                        <a:pt x="26" y="22"/>
                      </a:cubicBezTo>
                      <a:cubicBezTo>
                        <a:pt x="26" y="22"/>
                        <a:pt x="26" y="22"/>
                        <a:pt x="26" y="22"/>
                      </a:cubicBezTo>
                      <a:cubicBezTo>
                        <a:pt x="25" y="22"/>
                        <a:pt x="25" y="22"/>
                        <a:pt x="25" y="22"/>
                      </a:cubicBezTo>
                      <a:cubicBezTo>
                        <a:pt x="25" y="21"/>
                        <a:pt x="25" y="21"/>
                        <a:pt x="25" y="21"/>
                      </a:cubicBezTo>
                      <a:cubicBezTo>
                        <a:pt x="26" y="21"/>
                        <a:pt x="26" y="20"/>
                        <a:pt x="26" y="19"/>
                      </a:cubicBezTo>
                      <a:cubicBezTo>
                        <a:pt x="26" y="19"/>
                        <a:pt x="26" y="19"/>
                        <a:pt x="26" y="19"/>
                      </a:cubicBezTo>
                      <a:cubicBezTo>
                        <a:pt x="26" y="19"/>
                        <a:pt x="26" y="19"/>
                        <a:pt x="26" y="18"/>
                      </a:cubicBezTo>
                      <a:cubicBezTo>
                        <a:pt x="26" y="18"/>
                        <a:pt x="26" y="18"/>
                        <a:pt x="26" y="18"/>
                      </a:cubicBezTo>
                      <a:cubicBezTo>
                        <a:pt x="26" y="18"/>
                        <a:pt x="26" y="18"/>
                        <a:pt x="26" y="18"/>
                      </a:cubicBezTo>
                      <a:cubicBezTo>
                        <a:pt x="25" y="18"/>
                        <a:pt x="25" y="17"/>
                        <a:pt x="26" y="17"/>
                      </a:cubicBezTo>
                      <a:cubicBezTo>
                        <a:pt x="26" y="17"/>
                        <a:pt x="26" y="17"/>
                        <a:pt x="26" y="17"/>
                      </a:cubicBezTo>
                      <a:cubicBezTo>
                        <a:pt x="26" y="17"/>
                        <a:pt x="26" y="17"/>
                        <a:pt x="27" y="17"/>
                      </a:cubicBezTo>
                      <a:cubicBezTo>
                        <a:pt x="27" y="17"/>
                        <a:pt x="27" y="17"/>
                        <a:pt x="27" y="17"/>
                      </a:cubicBezTo>
                      <a:cubicBezTo>
                        <a:pt x="27" y="17"/>
                        <a:pt x="27" y="18"/>
                        <a:pt x="27" y="18"/>
                      </a:cubicBezTo>
                      <a:cubicBezTo>
                        <a:pt x="27" y="18"/>
                        <a:pt x="27" y="18"/>
                        <a:pt x="27" y="18"/>
                      </a:cubicBezTo>
                      <a:cubicBezTo>
                        <a:pt x="27" y="18"/>
                        <a:pt x="28" y="18"/>
                        <a:pt x="27" y="17"/>
                      </a:cubicBezTo>
                      <a:cubicBezTo>
                        <a:pt x="27" y="17"/>
                        <a:pt x="27" y="17"/>
                        <a:pt x="27" y="17"/>
                      </a:cubicBezTo>
                      <a:cubicBezTo>
                        <a:pt x="27" y="17"/>
                        <a:pt x="27" y="17"/>
                        <a:pt x="27" y="17"/>
                      </a:cubicBezTo>
                      <a:cubicBezTo>
                        <a:pt x="27" y="16"/>
                        <a:pt x="27" y="16"/>
                        <a:pt x="27" y="16"/>
                      </a:cubicBezTo>
                      <a:cubicBezTo>
                        <a:pt x="27" y="15"/>
                        <a:pt x="27" y="15"/>
                        <a:pt x="27" y="15"/>
                      </a:cubicBezTo>
                      <a:cubicBezTo>
                        <a:pt x="27" y="14"/>
                        <a:pt x="27" y="14"/>
                        <a:pt x="27" y="14"/>
                      </a:cubicBezTo>
                      <a:cubicBezTo>
                        <a:pt x="27" y="14"/>
                        <a:pt x="27" y="14"/>
                        <a:pt x="27" y="14"/>
                      </a:cubicBezTo>
                      <a:cubicBezTo>
                        <a:pt x="27" y="14"/>
                        <a:pt x="27" y="13"/>
                        <a:pt x="27" y="13"/>
                      </a:cubicBezTo>
                      <a:cubicBezTo>
                        <a:pt x="27" y="12"/>
                        <a:pt x="27" y="11"/>
                        <a:pt x="27" y="10"/>
                      </a:cubicBezTo>
                      <a:cubicBezTo>
                        <a:pt x="27" y="10"/>
                        <a:pt x="27" y="10"/>
                        <a:pt x="27" y="10"/>
                      </a:cubicBezTo>
                      <a:cubicBezTo>
                        <a:pt x="27" y="10"/>
                        <a:pt x="27" y="9"/>
                        <a:pt x="27" y="9"/>
                      </a:cubicBezTo>
                      <a:cubicBezTo>
                        <a:pt x="27" y="9"/>
                        <a:pt x="27" y="9"/>
                        <a:pt x="27" y="9"/>
                      </a:cubicBezTo>
                      <a:cubicBezTo>
                        <a:pt x="27" y="9"/>
                        <a:pt x="27" y="9"/>
                        <a:pt x="27" y="9"/>
                      </a:cubicBezTo>
                      <a:cubicBezTo>
                        <a:pt x="27" y="9"/>
                        <a:pt x="27" y="9"/>
                        <a:pt x="27" y="8"/>
                      </a:cubicBezTo>
                      <a:cubicBezTo>
                        <a:pt x="28" y="8"/>
                        <a:pt x="28" y="8"/>
                        <a:pt x="28" y="7"/>
                      </a:cubicBezTo>
                      <a:cubicBezTo>
                        <a:pt x="27" y="7"/>
                        <a:pt x="27" y="7"/>
                        <a:pt x="27" y="7"/>
                      </a:cubicBezTo>
                      <a:cubicBezTo>
                        <a:pt x="28" y="7"/>
                        <a:pt x="28" y="7"/>
                        <a:pt x="28" y="7"/>
                      </a:cubicBezTo>
                      <a:cubicBezTo>
                        <a:pt x="28" y="7"/>
                        <a:pt x="28" y="6"/>
                        <a:pt x="29" y="6"/>
                      </a:cubicBezTo>
                      <a:cubicBezTo>
                        <a:pt x="29" y="6"/>
                        <a:pt x="29" y="5"/>
                        <a:pt x="29" y="5"/>
                      </a:cubicBezTo>
                      <a:cubicBezTo>
                        <a:pt x="29" y="5"/>
                        <a:pt x="29" y="4"/>
                        <a:pt x="29" y="4"/>
                      </a:cubicBezTo>
                      <a:cubicBezTo>
                        <a:pt x="29" y="3"/>
                        <a:pt x="29" y="2"/>
                        <a:pt x="28" y="1"/>
                      </a:cubicBezTo>
                      <a:cubicBezTo>
                        <a:pt x="28" y="1"/>
                        <a:pt x="28" y="1"/>
                        <a:pt x="28" y="1"/>
                      </a:cubicBezTo>
                      <a:cubicBezTo>
                        <a:pt x="28" y="1"/>
                        <a:pt x="29" y="1"/>
                        <a:pt x="29" y="1"/>
                      </a:cubicBezTo>
                      <a:cubicBezTo>
                        <a:pt x="29" y="1"/>
                        <a:pt x="29" y="1"/>
                        <a:pt x="29" y="1"/>
                      </a:cubicBezTo>
                      <a:cubicBezTo>
                        <a:pt x="29" y="1"/>
                        <a:pt x="29" y="0"/>
                        <a:pt x="29" y="0"/>
                      </a:cubicBezTo>
                      <a:cubicBezTo>
                        <a:pt x="29" y="0"/>
                        <a:pt x="29" y="0"/>
                        <a:pt x="29" y="0"/>
                      </a:cubicBezTo>
                      <a:cubicBezTo>
                        <a:pt x="29" y="0"/>
                        <a:pt x="29" y="0"/>
                        <a:pt x="29" y="0"/>
                      </a:cubicBezTo>
                      <a:cubicBezTo>
                        <a:pt x="27" y="0"/>
                        <a:pt x="27" y="0"/>
                        <a:pt x="27" y="0"/>
                      </a:cubicBezTo>
                      <a:cubicBezTo>
                        <a:pt x="27" y="1"/>
                        <a:pt x="27" y="1"/>
                        <a:pt x="27" y="1"/>
                      </a:cubicBezTo>
                      <a:cubicBezTo>
                        <a:pt x="26" y="1"/>
                        <a:pt x="26" y="1"/>
                        <a:pt x="26" y="1"/>
                      </a:cubicBezTo>
                      <a:cubicBezTo>
                        <a:pt x="26" y="1"/>
                        <a:pt x="25" y="1"/>
                        <a:pt x="25" y="1"/>
                      </a:cubicBezTo>
                      <a:cubicBezTo>
                        <a:pt x="25" y="1"/>
                        <a:pt x="24" y="2"/>
                        <a:pt x="24" y="2"/>
                      </a:cubicBezTo>
                      <a:cubicBezTo>
                        <a:pt x="23" y="1"/>
                        <a:pt x="23" y="1"/>
                        <a:pt x="23" y="1"/>
                      </a:cubicBezTo>
                      <a:cubicBezTo>
                        <a:pt x="23" y="2"/>
                        <a:pt x="23" y="2"/>
                        <a:pt x="23" y="2"/>
                      </a:cubicBezTo>
                      <a:cubicBezTo>
                        <a:pt x="22" y="2"/>
                        <a:pt x="22" y="2"/>
                        <a:pt x="22" y="2"/>
                      </a:cubicBezTo>
                      <a:cubicBezTo>
                        <a:pt x="22" y="2"/>
                        <a:pt x="22" y="2"/>
                        <a:pt x="22" y="2"/>
                      </a:cubicBezTo>
                      <a:cubicBezTo>
                        <a:pt x="22" y="2"/>
                        <a:pt x="22" y="2"/>
                        <a:pt x="22" y="2"/>
                      </a:cubicBezTo>
                      <a:cubicBezTo>
                        <a:pt x="21" y="3"/>
                        <a:pt x="21" y="3"/>
                        <a:pt x="21" y="3"/>
                      </a:cubicBezTo>
                      <a:cubicBezTo>
                        <a:pt x="20" y="2"/>
                        <a:pt x="20" y="2"/>
                        <a:pt x="20" y="2"/>
                      </a:cubicBezTo>
                      <a:cubicBezTo>
                        <a:pt x="19" y="2"/>
                        <a:pt x="19" y="2"/>
                        <a:pt x="19" y="2"/>
                      </a:cubicBezTo>
                      <a:cubicBezTo>
                        <a:pt x="19" y="1"/>
                        <a:pt x="19" y="1"/>
                        <a:pt x="19" y="1"/>
                      </a:cubicBezTo>
                      <a:cubicBezTo>
                        <a:pt x="18" y="1"/>
                        <a:pt x="18" y="1"/>
                        <a:pt x="18" y="1"/>
                      </a:cubicBezTo>
                      <a:cubicBezTo>
                        <a:pt x="17" y="2"/>
                        <a:pt x="17" y="2"/>
                        <a:pt x="17" y="2"/>
                      </a:cubicBezTo>
                      <a:cubicBezTo>
                        <a:pt x="17" y="3"/>
                        <a:pt x="17" y="3"/>
                        <a:pt x="17" y="3"/>
                      </a:cubicBezTo>
                      <a:cubicBezTo>
                        <a:pt x="16" y="3"/>
                        <a:pt x="16" y="3"/>
                        <a:pt x="16" y="3"/>
                      </a:cubicBezTo>
                      <a:cubicBezTo>
                        <a:pt x="16" y="4"/>
                        <a:pt x="16" y="4"/>
                        <a:pt x="16" y="4"/>
                      </a:cubicBezTo>
                      <a:cubicBezTo>
                        <a:pt x="16" y="4"/>
                        <a:pt x="16" y="4"/>
                        <a:pt x="16" y="4"/>
                      </a:cubicBezTo>
                      <a:cubicBezTo>
                        <a:pt x="16" y="4"/>
                        <a:pt x="16" y="5"/>
                        <a:pt x="16" y="5"/>
                      </a:cubicBezTo>
                      <a:cubicBezTo>
                        <a:pt x="15" y="5"/>
                        <a:pt x="15" y="5"/>
                        <a:pt x="15" y="5"/>
                      </a:cubicBezTo>
                      <a:cubicBezTo>
                        <a:pt x="14" y="6"/>
                        <a:pt x="14" y="6"/>
                        <a:pt x="14" y="6"/>
                      </a:cubicBezTo>
                      <a:cubicBezTo>
                        <a:pt x="14" y="6"/>
                        <a:pt x="13" y="7"/>
                        <a:pt x="12" y="7"/>
                      </a:cubicBezTo>
                      <a:cubicBezTo>
                        <a:pt x="12" y="7"/>
                        <a:pt x="12" y="8"/>
                        <a:pt x="12" y="8"/>
                      </a:cubicBezTo>
                      <a:cubicBezTo>
                        <a:pt x="10" y="7"/>
                        <a:pt x="10" y="7"/>
                        <a:pt x="10" y="7"/>
                      </a:cubicBezTo>
                      <a:cubicBezTo>
                        <a:pt x="10" y="6"/>
                        <a:pt x="10" y="6"/>
                        <a:pt x="10" y="6"/>
                      </a:cubicBezTo>
                      <a:cubicBezTo>
                        <a:pt x="10" y="6"/>
                        <a:pt x="10" y="6"/>
                        <a:pt x="10" y="6"/>
                      </a:cubicBezTo>
                      <a:cubicBezTo>
                        <a:pt x="8" y="8"/>
                        <a:pt x="8" y="8"/>
                        <a:pt x="8" y="8"/>
                      </a:cubicBezTo>
                      <a:cubicBezTo>
                        <a:pt x="6" y="8"/>
                        <a:pt x="6" y="8"/>
                        <a:pt x="6" y="8"/>
                      </a:cubicBezTo>
                      <a:cubicBezTo>
                        <a:pt x="5" y="9"/>
                        <a:pt x="5" y="9"/>
                        <a:pt x="5" y="9"/>
                      </a:cubicBezTo>
                      <a:cubicBezTo>
                        <a:pt x="5" y="9"/>
                        <a:pt x="6" y="10"/>
                        <a:pt x="6" y="10"/>
                      </a:cubicBezTo>
                      <a:cubicBezTo>
                        <a:pt x="6" y="11"/>
                        <a:pt x="6" y="12"/>
                        <a:pt x="6" y="12"/>
                      </a:cubicBezTo>
                      <a:cubicBezTo>
                        <a:pt x="6" y="12"/>
                        <a:pt x="5" y="12"/>
                        <a:pt x="4" y="12"/>
                      </a:cubicBezTo>
                      <a:cubicBezTo>
                        <a:pt x="4" y="12"/>
                        <a:pt x="4" y="13"/>
                        <a:pt x="4" y="13"/>
                      </a:cubicBezTo>
                      <a:cubicBezTo>
                        <a:pt x="2" y="14"/>
                        <a:pt x="2" y="14"/>
                        <a:pt x="2" y="14"/>
                      </a:cubicBezTo>
                      <a:cubicBezTo>
                        <a:pt x="2" y="14"/>
                        <a:pt x="2" y="14"/>
                        <a:pt x="2" y="14"/>
                      </a:cubicBezTo>
                      <a:cubicBezTo>
                        <a:pt x="2" y="14"/>
                        <a:pt x="1" y="14"/>
                        <a:pt x="1" y="14"/>
                      </a:cubicBezTo>
                      <a:cubicBezTo>
                        <a:pt x="1" y="14"/>
                        <a:pt x="1" y="14"/>
                        <a:pt x="0" y="14"/>
                      </a:cubicBezTo>
                      <a:cubicBezTo>
                        <a:pt x="0" y="14"/>
                        <a:pt x="0" y="14"/>
                        <a:pt x="0" y="14"/>
                      </a:cubicBezTo>
                      <a:cubicBezTo>
                        <a:pt x="0" y="14"/>
                        <a:pt x="0" y="14"/>
                        <a:pt x="0" y="14"/>
                      </a:cubicBezTo>
                      <a:cubicBezTo>
                        <a:pt x="0" y="15"/>
                        <a:pt x="0" y="15"/>
                        <a:pt x="0" y="15"/>
                      </a:cubicBezTo>
                      <a:cubicBezTo>
                        <a:pt x="1" y="15"/>
                        <a:pt x="1" y="16"/>
                        <a:pt x="1" y="16"/>
                      </a:cubicBezTo>
                      <a:cubicBezTo>
                        <a:pt x="1" y="16"/>
                        <a:pt x="1" y="16"/>
                        <a:pt x="1" y="16"/>
                      </a:cubicBezTo>
                      <a:cubicBezTo>
                        <a:pt x="2" y="17"/>
                        <a:pt x="2" y="17"/>
                        <a:pt x="2" y="17"/>
                      </a:cubicBezTo>
                      <a:cubicBezTo>
                        <a:pt x="3" y="17"/>
                        <a:pt x="3" y="18"/>
                        <a:pt x="3" y="18"/>
                      </a:cubicBezTo>
                      <a:cubicBezTo>
                        <a:pt x="3" y="18"/>
                        <a:pt x="5" y="19"/>
                        <a:pt x="5" y="19"/>
                      </a:cubicBezTo>
                      <a:cubicBezTo>
                        <a:pt x="6" y="20"/>
                        <a:pt x="6" y="20"/>
                        <a:pt x="6" y="21"/>
                      </a:cubicBezTo>
                      <a:cubicBezTo>
                        <a:pt x="6" y="21"/>
                        <a:pt x="7" y="22"/>
                        <a:pt x="7" y="22"/>
                      </a:cubicBezTo>
                      <a:cubicBezTo>
                        <a:pt x="8" y="23"/>
                        <a:pt x="8" y="23"/>
                        <a:pt x="9" y="23"/>
                      </a:cubicBezTo>
                      <a:cubicBezTo>
                        <a:pt x="9" y="24"/>
                        <a:pt x="11" y="25"/>
                        <a:pt x="11" y="26"/>
                      </a:cubicBezTo>
                      <a:cubicBezTo>
                        <a:pt x="12" y="26"/>
                        <a:pt x="12" y="27"/>
                        <a:pt x="12" y="27"/>
                      </a:cubicBezTo>
                      <a:cubicBezTo>
                        <a:pt x="13" y="26"/>
                        <a:pt x="13" y="26"/>
                        <a:pt x="13" y="26"/>
                      </a:cubicBezTo>
                      <a:cubicBezTo>
                        <a:pt x="13" y="26"/>
                        <a:pt x="13" y="26"/>
                        <a:pt x="13" y="26"/>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9" name="Freeform 764">
                  <a:extLst>
                    <a:ext uri="{FF2B5EF4-FFF2-40B4-BE49-F238E27FC236}">
                      <a16:creationId xmlns:a16="http://schemas.microsoft.com/office/drawing/2014/main" id="{51FDD856-EB19-E6B8-2BC8-3E4443231D85}"/>
                    </a:ext>
                  </a:extLst>
                </p:cNvPr>
                <p:cNvSpPr>
                  <a:spLocks noEditPoints="1"/>
                </p:cNvSpPr>
                <p:nvPr/>
              </p:nvSpPr>
              <p:spPr bwMode="auto">
                <a:xfrm>
                  <a:off x="101601" y="1971675"/>
                  <a:ext cx="3363912" cy="2162175"/>
                </a:xfrm>
                <a:custGeom>
                  <a:avLst/>
                  <a:gdLst>
                    <a:gd name="T0" fmla="*/ 235 w 808"/>
                    <a:gd name="T1" fmla="*/ 205 h 519"/>
                    <a:gd name="T2" fmla="*/ 230 w 808"/>
                    <a:gd name="T3" fmla="*/ 223 h 519"/>
                    <a:gd name="T4" fmla="*/ 226 w 808"/>
                    <a:gd name="T5" fmla="*/ 226 h 519"/>
                    <a:gd name="T6" fmla="*/ 223 w 808"/>
                    <a:gd name="T7" fmla="*/ 218 h 519"/>
                    <a:gd name="T8" fmla="*/ 229 w 808"/>
                    <a:gd name="T9" fmla="*/ 214 h 519"/>
                    <a:gd name="T10" fmla="*/ 235 w 808"/>
                    <a:gd name="T11" fmla="*/ 211 h 519"/>
                    <a:gd name="T12" fmla="*/ 237 w 808"/>
                    <a:gd name="T13" fmla="*/ 209 h 519"/>
                    <a:gd name="T14" fmla="*/ 221 w 808"/>
                    <a:gd name="T15" fmla="*/ 231 h 519"/>
                    <a:gd name="T16" fmla="*/ 130 w 808"/>
                    <a:gd name="T17" fmla="*/ 266 h 519"/>
                    <a:gd name="T18" fmla="*/ 138 w 808"/>
                    <a:gd name="T19" fmla="*/ 265 h 519"/>
                    <a:gd name="T20" fmla="*/ 84 w 808"/>
                    <a:gd name="T21" fmla="*/ 283 h 519"/>
                    <a:gd name="T22" fmla="*/ 3 w 808"/>
                    <a:gd name="T23" fmla="*/ 275 h 519"/>
                    <a:gd name="T24" fmla="*/ 144 w 808"/>
                    <a:gd name="T25" fmla="*/ 259 h 519"/>
                    <a:gd name="T26" fmla="*/ 77 w 808"/>
                    <a:gd name="T27" fmla="*/ 285 h 519"/>
                    <a:gd name="T28" fmla="*/ 59 w 808"/>
                    <a:gd name="T29" fmla="*/ 286 h 519"/>
                    <a:gd name="T30" fmla="*/ 180 w 808"/>
                    <a:gd name="T31" fmla="*/ 247 h 519"/>
                    <a:gd name="T32" fmla="*/ 146 w 808"/>
                    <a:gd name="T33" fmla="*/ 187 h 519"/>
                    <a:gd name="T34" fmla="*/ 277 w 808"/>
                    <a:gd name="T35" fmla="*/ 180 h 519"/>
                    <a:gd name="T36" fmla="*/ 360 w 808"/>
                    <a:gd name="T37" fmla="*/ 231 h 519"/>
                    <a:gd name="T38" fmla="*/ 366 w 808"/>
                    <a:gd name="T39" fmla="*/ 251 h 519"/>
                    <a:gd name="T40" fmla="*/ 353 w 808"/>
                    <a:gd name="T41" fmla="*/ 235 h 519"/>
                    <a:gd name="T42" fmla="*/ 346 w 808"/>
                    <a:gd name="T43" fmla="*/ 220 h 519"/>
                    <a:gd name="T44" fmla="*/ 350 w 808"/>
                    <a:gd name="T45" fmla="*/ 216 h 519"/>
                    <a:gd name="T46" fmla="*/ 354 w 808"/>
                    <a:gd name="T47" fmla="*/ 229 h 519"/>
                    <a:gd name="T48" fmla="*/ 359 w 808"/>
                    <a:gd name="T49" fmla="*/ 239 h 519"/>
                    <a:gd name="T50" fmla="*/ 364 w 808"/>
                    <a:gd name="T51" fmla="*/ 237 h 519"/>
                    <a:gd name="T52" fmla="*/ 366 w 808"/>
                    <a:gd name="T53" fmla="*/ 247 h 519"/>
                    <a:gd name="T54" fmla="*/ 367 w 808"/>
                    <a:gd name="T55" fmla="*/ 232 h 519"/>
                    <a:gd name="T56" fmla="*/ 355 w 808"/>
                    <a:gd name="T57" fmla="*/ 221 h 519"/>
                    <a:gd name="T58" fmla="*/ 804 w 808"/>
                    <a:gd name="T59" fmla="*/ 351 h 519"/>
                    <a:gd name="T60" fmla="*/ 642 w 808"/>
                    <a:gd name="T61" fmla="*/ 324 h 519"/>
                    <a:gd name="T62" fmla="*/ 435 w 808"/>
                    <a:gd name="T63" fmla="*/ 329 h 519"/>
                    <a:gd name="T64" fmla="*/ 424 w 808"/>
                    <a:gd name="T65" fmla="*/ 383 h 519"/>
                    <a:gd name="T66" fmla="*/ 546 w 808"/>
                    <a:gd name="T67" fmla="*/ 471 h 519"/>
                    <a:gd name="T68" fmla="*/ 620 w 808"/>
                    <a:gd name="T69" fmla="*/ 484 h 519"/>
                    <a:gd name="T70" fmla="*/ 702 w 808"/>
                    <a:gd name="T71" fmla="*/ 490 h 519"/>
                    <a:gd name="T72" fmla="*/ 719 w 808"/>
                    <a:gd name="T73" fmla="*/ 461 h 519"/>
                    <a:gd name="T74" fmla="*/ 748 w 808"/>
                    <a:gd name="T75" fmla="*/ 432 h 519"/>
                    <a:gd name="T76" fmla="*/ 747 w 808"/>
                    <a:gd name="T77" fmla="*/ 415 h 519"/>
                    <a:gd name="T78" fmla="*/ 764 w 808"/>
                    <a:gd name="T79" fmla="*/ 392 h 519"/>
                    <a:gd name="T80" fmla="*/ 793 w 808"/>
                    <a:gd name="T81" fmla="*/ 363 h 519"/>
                    <a:gd name="T82" fmla="*/ 351 w 808"/>
                    <a:gd name="T83" fmla="*/ 195 h 519"/>
                    <a:gd name="T84" fmla="*/ 262 w 808"/>
                    <a:gd name="T85" fmla="*/ 37 h 519"/>
                    <a:gd name="T86" fmla="*/ 220 w 808"/>
                    <a:gd name="T87" fmla="*/ 12 h 519"/>
                    <a:gd name="T88" fmla="*/ 184 w 808"/>
                    <a:gd name="T89" fmla="*/ 17 h 519"/>
                    <a:gd name="T90" fmla="*/ 172 w 808"/>
                    <a:gd name="T91" fmla="*/ 82 h 519"/>
                    <a:gd name="T92" fmla="*/ 150 w 808"/>
                    <a:gd name="T93" fmla="*/ 92 h 519"/>
                    <a:gd name="T94" fmla="*/ 162 w 808"/>
                    <a:gd name="T95" fmla="*/ 123 h 519"/>
                    <a:gd name="T96" fmla="*/ 154 w 808"/>
                    <a:gd name="T97" fmla="*/ 143 h 519"/>
                    <a:gd name="T98" fmla="*/ 151 w 808"/>
                    <a:gd name="T99" fmla="*/ 175 h 519"/>
                    <a:gd name="T100" fmla="*/ 172 w 808"/>
                    <a:gd name="T101" fmla="*/ 194 h 519"/>
                    <a:gd name="T102" fmla="*/ 194 w 808"/>
                    <a:gd name="T103" fmla="*/ 203 h 519"/>
                    <a:gd name="T104" fmla="*/ 165 w 808"/>
                    <a:gd name="T105" fmla="*/ 250 h 519"/>
                    <a:gd name="T106" fmla="*/ 203 w 808"/>
                    <a:gd name="T107" fmla="*/ 228 h 519"/>
                    <a:gd name="T108" fmla="*/ 224 w 808"/>
                    <a:gd name="T109" fmla="*/ 196 h 519"/>
                    <a:gd name="T110" fmla="*/ 242 w 808"/>
                    <a:gd name="T111" fmla="*/ 182 h 519"/>
                    <a:gd name="T112" fmla="*/ 253 w 808"/>
                    <a:gd name="T113" fmla="*/ 190 h 519"/>
                    <a:gd name="T114" fmla="*/ 260 w 808"/>
                    <a:gd name="T115" fmla="*/ 178 h 519"/>
                    <a:gd name="T116" fmla="*/ 286 w 808"/>
                    <a:gd name="T117" fmla="*/ 180 h 519"/>
                    <a:gd name="T118" fmla="*/ 333 w 808"/>
                    <a:gd name="T119" fmla="*/ 204 h 519"/>
                    <a:gd name="T120" fmla="*/ 354 w 808"/>
                    <a:gd name="T121" fmla="*/ 210 h 519"/>
                    <a:gd name="T122" fmla="*/ 366 w 808"/>
                    <a:gd name="T123" fmla="*/ 224 h 519"/>
                    <a:gd name="T124" fmla="*/ 373 w 808"/>
                    <a:gd name="T125" fmla="*/ 240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 h="519">
                      <a:moveTo>
                        <a:pt x="431" y="320"/>
                      </a:moveTo>
                      <a:cubicBezTo>
                        <a:pt x="431" y="320"/>
                        <a:pt x="431" y="320"/>
                        <a:pt x="431" y="320"/>
                      </a:cubicBezTo>
                      <a:cubicBezTo>
                        <a:pt x="431" y="320"/>
                        <a:pt x="431" y="319"/>
                        <a:pt x="431" y="319"/>
                      </a:cubicBezTo>
                      <a:cubicBezTo>
                        <a:pt x="431" y="319"/>
                        <a:pt x="431" y="319"/>
                        <a:pt x="431" y="319"/>
                      </a:cubicBezTo>
                      <a:cubicBezTo>
                        <a:pt x="431" y="319"/>
                        <a:pt x="431" y="319"/>
                        <a:pt x="431" y="319"/>
                      </a:cubicBezTo>
                      <a:cubicBezTo>
                        <a:pt x="431" y="319"/>
                        <a:pt x="431" y="319"/>
                        <a:pt x="431" y="320"/>
                      </a:cubicBezTo>
                      <a:cubicBezTo>
                        <a:pt x="431" y="320"/>
                        <a:pt x="431" y="320"/>
                        <a:pt x="431" y="320"/>
                      </a:cubicBezTo>
                      <a:cubicBezTo>
                        <a:pt x="432" y="320"/>
                        <a:pt x="432" y="320"/>
                        <a:pt x="432" y="320"/>
                      </a:cubicBezTo>
                      <a:cubicBezTo>
                        <a:pt x="432" y="320"/>
                        <a:pt x="432" y="320"/>
                        <a:pt x="432" y="320"/>
                      </a:cubicBezTo>
                      <a:cubicBezTo>
                        <a:pt x="432" y="320"/>
                        <a:pt x="432" y="320"/>
                        <a:pt x="432" y="320"/>
                      </a:cubicBezTo>
                      <a:cubicBezTo>
                        <a:pt x="432" y="320"/>
                        <a:pt x="432" y="320"/>
                        <a:pt x="431" y="320"/>
                      </a:cubicBezTo>
                      <a:cubicBezTo>
                        <a:pt x="431" y="320"/>
                        <a:pt x="431" y="320"/>
                        <a:pt x="431" y="320"/>
                      </a:cubicBezTo>
                      <a:cubicBezTo>
                        <a:pt x="431" y="320"/>
                        <a:pt x="431" y="320"/>
                        <a:pt x="431" y="320"/>
                      </a:cubicBezTo>
                      <a:cubicBezTo>
                        <a:pt x="431" y="320"/>
                        <a:pt x="431" y="320"/>
                        <a:pt x="431" y="320"/>
                      </a:cubicBezTo>
                      <a:cubicBezTo>
                        <a:pt x="431" y="320"/>
                        <a:pt x="431" y="320"/>
                        <a:pt x="431" y="320"/>
                      </a:cubicBezTo>
                      <a:close/>
                      <a:moveTo>
                        <a:pt x="432" y="319"/>
                      </a:moveTo>
                      <a:cubicBezTo>
                        <a:pt x="432" y="319"/>
                        <a:pt x="432" y="319"/>
                        <a:pt x="432" y="319"/>
                      </a:cubicBezTo>
                      <a:cubicBezTo>
                        <a:pt x="432" y="319"/>
                        <a:pt x="432" y="319"/>
                        <a:pt x="432" y="319"/>
                      </a:cubicBezTo>
                      <a:cubicBezTo>
                        <a:pt x="432" y="319"/>
                        <a:pt x="433" y="319"/>
                        <a:pt x="433" y="319"/>
                      </a:cubicBezTo>
                      <a:cubicBezTo>
                        <a:pt x="433" y="319"/>
                        <a:pt x="433" y="319"/>
                        <a:pt x="433" y="319"/>
                      </a:cubicBezTo>
                      <a:cubicBezTo>
                        <a:pt x="433" y="319"/>
                        <a:pt x="433" y="319"/>
                        <a:pt x="433" y="319"/>
                      </a:cubicBezTo>
                      <a:cubicBezTo>
                        <a:pt x="433" y="319"/>
                        <a:pt x="433" y="319"/>
                        <a:pt x="433" y="319"/>
                      </a:cubicBezTo>
                      <a:cubicBezTo>
                        <a:pt x="433" y="319"/>
                        <a:pt x="433" y="319"/>
                        <a:pt x="433" y="319"/>
                      </a:cubicBezTo>
                      <a:cubicBezTo>
                        <a:pt x="433" y="318"/>
                        <a:pt x="433" y="318"/>
                        <a:pt x="433" y="318"/>
                      </a:cubicBezTo>
                      <a:cubicBezTo>
                        <a:pt x="433" y="318"/>
                        <a:pt x="433" y="318"/>
                        <a:pt x="433" y="318"/>
                      </a:cubicBezTo>
                      <a:cubicBezTo>
                        <a:pt x="433" y="318"/>
                        <a:pt x="433" y="318"/>
                        <a:pt x="433" y="318"/>
                      </a:cubicBezTo>
                      <a:cubicBezTo>
                        <a:pt x="433" y="318"/>
                        <a:pt x="432" y="318"/>
                        <a:pt x="432" y="318"/>
                      </a:cubicBezTo>
                      <a:cubicBezTo>
                        <a:pt x="432" y="318"/>
                        <a:pt x="432" y="318"/>
                        <a:pt x="432" y="318"/>
                      </a:cubicBezTo>
                      <a:cubicBezTo>
                        <a:pt x="432" y="318"/>
                        <a:pt x="432" y="318"/>
                        <a:pt x="432" y="318"/>
                      </a:cubicBezTo>
                      <a:cubicBezTo>
                        <a:pt x="432" y="318"/>
                        <a:pt x="432" y="319"/>
                        <a:pt x="432" y="319"/>
                      </a:cubicBezTo>
                      <a:cubicBezTo>
                        <a:pt x="432" y="319"/>
                        <a:pt x="432" y="319"/>
                        <a:pt x="432" y="319"/>
                      </a:cubicBezTo>
                      <a:cubicBezTo>
                        <a:pt x="432" y="319"/>
                        <a:pt x="432" y="319"/>
                        <a:pt x="432" y="319"/>
                      </a:cubicBezTo>
                      <a:close/>
                      <a:moveTo>
                        <a:pt x="433" y="320"/>
                      </a:moveTo>
                      <a:cubicBezTo>
                        <a:pt x="432" y="320"/>
                        <a:pt x="432" y="320"/>
                        <a:pt x="432" y="320"/>
                      </a:cubicBezTo>
                      <a:cubicBezTo>
                        <a:pt x="432" y="320"/>
                        <a:pt x="432" y="320"/>
                        <a:pt x="432" y="320"/>
                      </a:cubicBezTo>
                      <a:cubicBezTo>
                        <a:pt x="432" y="320"/>
                        <a:pt x="432" y="320"/>
                        <a:pt x="432" y="321"/>
                      </a:cubicBezTo>
                      <a:cubicBezTo>
                        <a:pt x="432" y="321"/>
                        <a:pt x="432" y="321"/>
                        <a:pt x="432" y="321"/>
                      </a:cubicBezTo>
                      <a:cubicBezTo>
                        <a:pt x="432" y="321"/>
                        <a:pt x="433" y="321"/>
                        <a:pt x="433" y="321"/>
                      </a:cubicBezTo>
                      <a:cubicBezTo>
                        <a:pt x="433" y="321"/>
                        <a:pt x="433" y="321"/>
                        <a:pt x="433" y="321"/>
                      </a:cubicBezTo>
                      <a:cubicBezTo>
                        <a:pt x="433" y="321"/>
                        <a:pt x="433" y="321"/>
                        <a:pt x="433" y="321"/>
                      </a:cubicBezTo>
                      <a:cubicBezTo>
                        <a:pt x="433" y="320"/>
                        <a:pt x="433" y="320"/>
                        <a:pt x="433" y="320"/>
                      </a:cubicBezTo>
                      <a:cubicBezTo>
                        <a:pt x="433" y="320"/>
                        <a:pt x="433" y="320"/>
                        <a:pt x="433" y="320"/>
                      </a:cubicBezTo>
                      <a:cubicBezTo>
                        <a:pt x="433" y="320"/>
                        <a:pt x="433" y="320"/>
                        <a:pt x="433" y="320"/>
                      </a:cubicBezTo>
                      <a:cubicBezTo>
                        <a:pt x="433" y="320"/>
                        <a:pt x="433" y="320"/>
                        <a:pt x="433" y="320"/>
                      </a:cubicBezTo>
                      <a:cubicBezTo>
                        <a:pt x="433" y="320"/>
                        <a:pt x="433" y="320"/>
                        <a:pt x="433" y="320"/>
                      </a:cubicBezTo>
                      <a:close/>
                      <a:moveTo>
                        <a:pt x="105" y="137"/>
                      </a:moveTo>
                      <a:cubicBezTo>
                        <a:pt x="105" y="138"/>
                        <a:pt x="105" y="138"/>
                        <a:pt x="105" y="139"/>
                      </a:cubicBezTo>
                      <a:cubicBezTo>
                        <a:pt x="106" y="139"/>
                        <a:pt x="106" y="140"/>
                        <a:pt x="107" y="140"/>
                      </a:cubicBezTo>
                      <a:cubicBezTo>
                        <a:pt x="107" y="140"/>
                        <a:pt x="107" y="140"/>
                        <a:pt x="107" y="140"/>
                      </a:cubicBezTo>
                      <a:cubicBezTo>
                        <a:pt x="108" y="140"/>
                        <a:pt x="108" y="140"/>
                        <a:pt x="108" y="140"/>
                      </a:cubicBezTo>
                      <a:cubicBezTo>
                        <a:pt x="108" y="140"/>
                        <a:pt x="109" y="140"/>
                        <a:pt x="109" y="139"/>
                      </a:cubicBezTo>
                      <a:cubicBezTo>
                        <a:pt x="109" y="139"/>
                        <a:pt x="110" y="139"/>
                        <a:pt x="111" y="139"/>
                      </a:cubicBezTo>
                      <a:cubicBezTo>
                        <a:pt x="112" y="139"/>
                        <a:pt x="113" y="139"/>
                        <a:pt x="113" y="140"/>
                      </a:cubicBezTo>
                      <a:cubicBezTo>
                        <a:pt x="114" y="140"/>
                        <a:pt x="114" y="141"/>
                        <a:pt x="115" y="141"/>
                      </a:cubicBezTo>
                      <a:cubicBezTo>
                        <a:pt x="115" y="142"/>
                        <a:pt x="115" y="142"/>
                        <a:pt x="115" y="142"/>
                      </a:cubicBezTo>
                      <a:cubicBezTo>
                        <a:pt x="116" y="143"/>
                        <a:pt x="116" y="143"/>
                        <a:pt x="117" y="143"/>
                      </a:cubicBezTo>
                      <a:cubicBezTo>
                        <a:pt x="118" y="143"/>
                        <a:pt x="118" y="144"/>
                        <a:pt x="118" y="144"/>
                      </a:cubicBezTo>
                      <a:cubicBezTo>
                        <a:pt x="118" y="144"/>
                        <a:pt x="118" y="145"/>
                        <a:pt x="118" y="145"/>
                      </a:cubicBezTo>
                      <a:cubicBezTo>
                        <a:pt x="118" y="145"/>
                        <a:pt x="119" y="146"/>
                        <a:pt x="119" y="146"/>
                      </a:cubicBezTo>
                      <a:cubicBezTo>
                        <a:pt x="119" y="146"/>
                        <a:pt x="119" y="146"/>
                        <a:pt x="119" y="146"/>
                      </a:cubicBezTo>
                      <a:cubicBezTo>
                        <a:pt x="120" y="146"/>
                        <a:pt x="120" y="146"/>
                        <a:pt x="120" y="145"/>
                      </a:cubicBezTo>
                      <a:cubicBezTo>
                        <a:pt x="120" y="145"/>
                        <a:pt x="120" y="145"/>
                        <a:pt x="120" y="145"/>
                      </a:cubicBezTo>
                      <a:cubicBezTo>
                        <a:pt x="120" y="144"/>
                        <a:pt x="121" y="143"/>
                        <a:pt x="122" y="143"/>
                      </a:cubicBezTo>
                      <a:cubicBezTo>
                        <a:pt x="122" y="142"/>
                        <a:pt x="123" y="142"/>
                        <a:pt x="124" y="143"/>
                      </a:cubicBezTo>
                      <a:cubicBezTo>
                        <a:pt x="124" y="143"/>
                        <a:pt x="124" y="143"/>
                        <a:pt x="124" y="143"/>
                      </a:cubicBezTo>
                      <a:cubicBezTo>
                        <a:pt x="125" y="143"/>
                        <a:pt x="125" y="143"/>
                        <a:pt x="125" y="142"/>
                      </a:cubicBezTo>
                      <a:cubicBezTo>
                        <a:pt x="126" y="142"/>
                        <a:pt x="126" y="141"/>
                        <a:pt x="126" y="141"/>
                      </a:cubicBezTo>
                      <a:cubicBezTo>
                        <a:pt x="126" y="141"/>
                        <a:pt x="126" y="141"/>
                        <a:pt x="126" y="141"/>
                      </a:cubicBezTo>
                      <a:cubicBezTo>
                        <a:pt x="126" y="140"/>
                        <a:pt x="126" y="140"/>
                        <a:pt x="125" y="140"/>
                      </a:cubicBezTo>
                      <a:cubicBezTo>
                        <a:pt x="124" y="140"/>
                        <a:pt x="122" y="140"/>
                        <a:pt x="120" y="139"/>
                      </a:cubicBezTo>
                      <a:cubicBezTo>
                        <a:pt x="120" y="139"/>
                        <a:pt x="120" y="139"/>
                        <a:pt x="119" y="139"/>
                      </a:cubicBezTo>
                      <a:cubicBezTo>
                        <a:pt x="119" y="138"/>
                        <a:pt x="118" y="138"/>
                        <a:pt x="117" y="138"/>
                      </a:cubicBezTo>
                      <a:cubicBezTo>
                        <a:pt x="117" y="138"/>
                        <a:pt x="117" y="137"/>
                        <a:pt x="117" y="137"/>
                      </a:cubicBezTo>
                      <a:cubicBezTo>
                        <a:pt x="117" y="136"/>
                        <a:pt x="116" y="136"/>
                        <a:pt x="116" y="135"/>
                      </a:cubicBezTo>
                      <a:cubicBezTo>
                        <a:pt x="115" y="135"/>
                        <a:pt x="115" y="135"/>
                        <a:pt x="115" y="135"/>
                      </a:cubicBezTo>
                      <a:cubicBezTo>
                        <a:pt x="115" y="135"/>
                        <a:pt x="114" y="135"/>
                        <a:pt x="114" y="135"/>
                      </a:cubicBezTo>
                      <a:cubicBezTo>
                        <a:pt x="113" y="135"/>
                        <a:pt x="113" y="135"/>
                        <a:pt x="112" y="136"/>
                      </a:cubicBezTo>
                      <a:cubicBezTo>
                        <a:pt x="112" y="136"/>
                        <a:pt x="111" y="136"/>
                        <a:pt x="111" y="136"/>
                      </a:cubicBezTo>
                      <a:cubicBezTo>
                        <a:pt x="111" y="136"/>
                        <a:pt x="110" y="136"/>
                        <a:pt x="110" y="136"/>
                      </a:cubicBezTo>
                      <a:cubicBezTo>
                        <a:pt x="109" y="136"/>
                        <a:pt x="108" y="136"/>
                        <a:pt x="107" y="135"/>
                      </a:cubicBezTo>
                      <a:cubicBezTo>
                        <a:pt x="107" y="135"/>
                        <a:pt x="106" y="135"/>
                        <a:pt x="106" y="135"/>
                      </a:cubicBezTo>
                      <a:cubicBezTo>
                        <a:pt x="106" y="134"/>
                        <a:pt x="106" y="134"/>
                        <a:pt x="106" y="134"/>
                      </a:cubicBezTo>
                      <a:cubicBezTo>
                        <a:pt x="106" y="134"/>
                        <a:pt x="106" y="134"/>
                        <a:pt x="105" y="134"/>
                      </a:cubicBezTo>
                      <a:cubicBezTo>
                        <a:pt x="105" y="134"/>
                        <a:pt x="105" y="134"/>
                        <a:pt x="105" y="135"/>
                      </a:cubicBezTo>
                      <a:cubicBezTo>
                        <a:pt x="105" y="135"/>
                        <a:pt x="105" y="136"/>
                        <a:pt x="105" y="137"/>
                      </a:cubicBezTo>
                      <a:close/>
                      <a:moveTo>
                        <a:pt x="222" y="227"/>
                      </a:moveTo>
                      <a:cubicBezTo>
                        <a:pt x="222" y="227"/>
                        <a:pt x="222" y="227"/>
                        <a:pt x="222" y="227"/>
                      </a:cubicBezTo>
                      <a:close/>
                      <a:moveTo>
                        <a:pt x="233" y="207"/>
                      </a:moveTo>
                      <a:cubicBezTo>
                        <a:pt x="233" y="207"/>
                        <a:pt x="234" y="207"/>
                        <a:pt x="234" y="207"/>
                      </a:cubicBezTo>
                      <a:cubicBezTo>
                        <a:pt x="234" y="207"/>
                        <a:pt x="234" y="207"/>
                        <a:pt x="234" y="207"/>
                      </a:cubicBezTo>
                      <a:cubicBezTo>
                        <a:pt x="234" y="207"/>
                        <a:pt x="234" y="207"/>
                        <a:pt x="234" y="207"/>
                      </a:cubicBezTo>
                      <a:cubicBezTo>
                        <a:pt x="235" y="207"/>
                        <a:pt x="235" y="207"/>
                        <a:pt x="235" y="207"/>
                      </a:cubicBezTo>
                      <a:cubicBezTo>
                        <a:pt x="235" y="207"/>
                        <a:pt x="235" y="207"/>
                        <a:pt x="235" y="207"/>
                      </a:cubicBezTo>
                      <a:cubicBezTo>
                        <a:pt x="235" y="207"/>
                        <a:pt x="235" y="207"/>
                        <a:pt x="235" y="206"/>
                      </a:cubicBezTo>
                      <a:cubicBezTo>
                        <a:pt x="235" y="206"/>
                        <a:pt x="235" y="206"/>
                        <a:pt x="235" y="206"/>
                      </a:cubicBezTo>
                      <a:cubicBezTo>
                        <a:pt x="235" y="206"/>
                        <a:pt x="235" y="206"/>
                        <a:pt x="235" y="206"/>
                      </a:cubicBezTo>
                      <a:cubicBezTo>
                        <a:pt x="235" y="206"/>
                        <a:pt x="235" y="206"/>
                        <a:pt x="235" y="206"/>
                      </a:cubicBezTo>
                      <a:cubicBezTo>
                        <a:pt x="235" y="205"/>
                        <a:pt x="235" y="205"/>
                        <a:pt x="235" y="205"/>
                      </a:cubicBezTo>
                      <a:cubicBezTo>
                        <a:pt x="235" y="205"/>
                        <a:pt x="235" y="205"/>
                        <a:pt x="235" y="205"/>
                      </a:cubicBezTo>
                      <a:cubicBezTo>
                        <a:pt x="235" y="205"/>
                        <a:pt x="235" y="205"/>
                        <a:pt x="235" y="205"/>
                      </a:cubicBezTo>
                      <a:cubicBezTo>
                        <a:pt x="235" y="205"/>
                        <a:pt x="235" y="205"/>
                        <a:pt x="235" y="205"/>
                      </a:cubicBezTo>
                      <a:cubicBezTo>
                        <a:pt x="234" y="205"/>
                        <a:pt x="234" y="206"/>
                        <a:pt x="234" y="206"/>
                      </a:cubicBezTo>
                      <a:cubicBezTo>
                        <a:pt x="234" y="206"/>
                        <a:pt x="234" y="206"/>
                        <a:pt x="234" y="206"/>
                      </a:cubicBezTo>
                      <a:cubicBezTo>
                        <a:pt x="234" y="206"/>
                        <a:pt x="234" y="206"/>
                        <a:pt x="234" y="206"/>
                      </a:cubicBezTo>
                      <a:cubicBezTo>
                        <a:pt x="234" y="205"/>
                        <a:pt x="234" y="205"/>
                        <a:pt x="234" y="205"/>
                      </a:cubicBezTo>
                      <a:cubicBezTo>
                        <a:pt x="234" y="206"/>
                        <a:pt x="234" y="206"/>
                        <a:pt x="233" y="206"/>
                      </a:cubicBezTo>
                      <a:cubicBezTo>
                        <a:pt x="233" y="206"/>
                        <a:pt x="233" y="206"/>
                        <a:pt x="233" y="206"/>
                      </a:cubicBezTo>
                      <a:cubicBezTo>
                        <a:pt x="233" y="206"/>
                        <a:pt x="233" y="206"/>
                        <a:pt x="233" y="206"/>
                      </a:cubicBezTo>
                      <a:cubicBezTo>
                        <a:pt x="234" y="206"/>
                        <a:pt x="234" y="206"/>
                        <a:pt x="234" y="206"/>
                      </a:cubicBezTo>
                      <a:cubicBezTo>
                        <a:pt x="234" y="206"/>
                        <a:pt x="234" y="206"/>
                        <a:pt x="234" y="206"/>
                      </a:cubicBezTo>
                      <a:cubicBezTo>
                        <a:pt x="234" y="206"/>
                        <a:pt x="234" y="206"/>
                        <a:pt x="234" y="206"/>
                      </a:cubicBezTo>
                      <a:cubicBezTo>
                        <a:pt x="233" y="206"/>
                        <a:pt x="233" y="206"/>
                        <a:pt x="233" y="206"/>
                      </a:cubicBezTo>
                      <a:cubicBezTo>
                        <a:pt x="233" y="206"/>
                        <a:pt x="233" y="206"/>
                        <a:pt x="233" y="206"/>
                      </a:cubicBezTo>
                      <a:cubicBezTo>
                        <a:pt x="233" y="206"/>
                        <a:pt x="233" y="206"/>
                        <a:pt x="233" y="207"/>
                      </a:cubicBezTo>
                      <a:close/>
                      <a:moveTo>
                        <a:pt x="224" y="231"/>
                      </a:moveTo>
                      <a:cubicBezTo>
                        <a:pt x="224" y="231"/>
                        <a:pt x="224" y="231"/>
                        <a:pt x="224" y="231"/>
                      </a:cubicBezTo>
                      <a:cubicBezTo>
                        <a:pt x="224" y="231"/>
                        <a:pt x="224" y="231"/>
                        <a:pt x="224" y="230"/>
                      </a:cubicBezTo>
                      <a:cubicBezTo>
                        <a:pt x="224" y="230"/>
                        <a:pt x="223" y="230"/>
                        <a:pt x="223" y="230"/>
                      </a:cubicBezTo>
                      <a:cubicBezTo>
                        <a:pt x="223" y="230"/>
                        <a:pt x="223" y="231"/>
                        <a:pt x="223" y="230"/>
                      </a:cubicBezTo>
                      <a:cubicBezTo>
                        <a:pt x="223" y="230"/>
                        <a:pt x="223" y="230"/>
                        <a:pt x="223" y="230"/>
                      </a:cubicBezTo>
                      <a:cubicBezTo>
                        <a:pt x="222" y="231"/>
                        <a:pt x="222" y="231"/>
                        <a:pt x="222" y="231"/>
                      </a:cubicBezTo>
                      <a:cubicBezTo>
                        <a:pt x="222" y="231"/>
                        <a:pt x="222" y="231"/>
                        <a:pt x="222" y="231"/>
                      </a:cubicBezTo>
                      <a:cubicBezTo>
                        <a:pt x="222" y="231"/>
                        <a:pt x="222" y="231"/>
                        <a:pt x="222" y="232"/>
                      </a:cubicBezTo>
                      <a:cubicBezTo>
                        <a:pt x="222" y="232"/>
                        <a:pt x="222" y="232"/>
                        <a:pt x="223" y="232"/>
                      </a:cubicBezTo>
                      <a:cubicBezTo>
                        <a:pt x="223" y="232"/>
                        <a:pt x="223" y="232"/>
                        <a:pt x="224" y="231"/>
                      </a:cubicBezTo>
                      <a:cubicBezTo>
                        <a:pt x="224" y="231"/>
                        <a:pt x="224" y="231"/>
                        <a:pt x="224" y="231"/>
                      </a:cubicBezTo>
                      <a:close/>
                      <a:moveTo>
                        <a:pt x="221" y="231"/>
                      </a:moveTo>
                      <a:cubicBezTo>
                        <a:pt x="221" y="231"/>
                        <a:pt x="221" y="231"/>
                        <a:pt x="221" y="231"/>
                      </a:cubicBezTo>
                      <a:cubicBezTo>
                        <a:pt x="221" y="231"/>
                        <a:pt x="221" y="231"/>
                        <a:pt x="221" y="231"/>
                      </a:cubicBezTo>
                      <a:cubicBezTo>
                        <a:pt x="221" y="231"/>
                        <a:pt x="221" y="231"/>
                        <a:pt x="221" y="231"/>
                      </a:cubicBezTo>
                      <a:cubicBezTo>
                        <a:pt x="220" y="231"/>
                        <a:pt x="220" y="231"/>
                        <a:pt x="219" y="232"/>
                      </a:cubicBezTo>
                      <a:cubicBezTo>
                        <a:pt x="219" y="232"/>
                        <a:pt x="219" y="232"/>
                        <a:pt x="219" y="233"/>
                      </a:cubicBezTo>
                      <a:cubicBezTo>
                        <a:pt x="219" y="233"/>
                        <a:pt x="219" y="233"/>
                        <a:pt x="219" y="233"/>
                      </a:cubicBezTo>
                      <a:cubicBezTo>
                        <a:pt x="219" y="233"/>
                        <a:pt x="219" y="233"/>
                        <a:pt x="219" y="233"/>
                      </a:cubicBezTo>
                      <a:cubicBezTo>
                        <a:pt x="220" y="233"/>
                        <a:pt x="220" y="233"/>
                        <a:pt x="220" y="232"/>
                      </a:cubicBezTo>
                      <a:cubicBezTo>
                        <a:pt x="220" y="232"/>
                        <a:pt x="220" y="232"/>
                        <a:pt x="220" y="232"/>
                      </a:cubicBezTo>
                      <a:cubicBezTo>
                        <a:pt x="220" y="232"/>
                        <a:pt x="221" y="232"/>
                        <a:pt x="221" y="232"/>
                      </a:cubicBezTo>
                      <a:cubicBezTo>
                        <a:pt x="221" y="232"/>
                        <a:pt x="221" y="232"/>
                        <a:pt x="221" y="232"/>
                      </a:cubicBezTo>
                      <a:cubicBezTo>
                        <a:pt x="221" y="232"/>
                        <a:pt x="221" y="232"/>
                        <a:pt x="221" y="231"/>
                      </a:cubicBezTo>
                      <a:close/>
                      <a:moveTo>
                        <a:pt x="221" y="231"/>
                      </a:moveTo>
                      <a:cubicBezTo>
                        <a:pt x="221" y="231"/>
                        <a:pt x="221" y="231"/>
                        <a:pt x="221" y="231"/>
                      </a:cubicBezTo>
                      <a:close/>
                      <a:moveTo>
                        <a:pt x="237" y="218"/>
                      </a:moveTo>
                      <a:cubicBezTo>
                        <a:pt x="237" y="218"/>
                        <a:pt x="237" y="218"/>
                        <a:pt x="237" y="218"/>
                      </a:cubicBezTo>
                      <a:cubicBezTo>
                        <a:pt x="236" y="219"/>
                        <a:pt x="236" y="219"/>
                        <a:pt x="236" y="219"/>
                      </a:cubicBezTo>
                      <a:cubicBezTo>
                        <a:pt x="236" y="219"/>
                        <a:pt x="235" y="220"/>
                        <a:pt x="235" y="220"/>
                      </a:cubicBezTo>
                      <a:cubicBezTo>
                        <a:pt x="235" y="220"/>
                        <a:pt x="235" y="220"/>
                        <a:pt x="235" y="220"/>
                      </a:cubicBezTo>
                      <a:cubicBezTo>
                        <a:pt x="235" y="220"/>
                        <a:pt x="235" y="220"/>
                        <a:pt x="235" y="220"/>
                      </a:cubicBezTo>
                      <a:cubicBezTo>
                        <a:pt x="234" y="220"/>
                        <a:pt x="235" y="220"/>
                        <a:pt x="235" y="220"/>
                      </a:cubicBezTo>
                      <a:cubicBezTo>
                        <a:pt x="235" y="220"/>
                        <a:pt x="235" y="220"/>
                        <a:pt x="235" y="220"/>
                      </a:cubicBezTo>
                      <a:cubicBezTo>
                        <a:pt x="235" y="220"/>
                        <a:pt x="234" y="220"/>
                        <a:pt x="234" y="220"/>
                      </a:cubicBezTo>
                      <a:cubicBezTo>
                        <a:pt x="234" y="220"/>
                        <a:pt x="234" y="220"/>
                        <a:pt x="234" y="220"/>
                      </a:cubicBezTo>
                      <a:cubicBezTo>
                        <a:pt x="234" y="220"/>
                        <a:pt x="234" y="220"/>
                        <a:pt x="234" y="220"/>
                      </a:cubicBezTo>
                      <a:cubicBezTo>
                        <a:pt x="234" y="220"/>
                        <a:pt x="234" y="220"/>
                        <a:pt x="233" y="220"/>
                      </a:cubicBezTo>
                      <a:cubicBezTo>
                        <a:pt x="233" y="220"/>
                        <a:pt x="233" y="220"/>
                        <a:pt x="233" y="220"/>
                      </a:cubicBezTo>
                      <a:cubicBezTo>
                        <a:pt x="233" y="219"/>
                        <a:pt x="233" y="219"/>
                        <a:pt x="232" y="219"/>
                      </a:cubicBezTo>
                      <a:cubicBezTo>
                        <a:pt x="232" y="220"/>
                        <a:pt x="232" y="219"/>
                        <a:pt x="232" y="219"/>
                      </a:cubicBezTo>
                      <a:cubicBezTo>
                        <a:pt x="232" y="219"/>
                        <a:pt x="232" y="219"/>
                        <a:pt x="232" y="219"/>
                      </a:cubicBezTo>
                      <a:cubicBezTo>
                        <a:pt x="232" y="219"/>
                        <a:pt x="232" y="219"/>
                        <a:pt x="231" y="219"/>
                      </a:cubicBezTo>
                      <a:cubicBezTo>
                        <a:pt x="231" y="220"/>
                        <a:pt x="232" y="220"/>
                        <a:pt x="232" y="220"/>
                      </a:cubicBezTo>
                      <a:cubicBezTo>
                        <a:pt x="231" y="220"/>
                        <a:pt x="231" y="220"/>
                        <a:pt x="231" y="220"/>
                      </a:cubicBezTo>
                      <a:cubicBezTo>
                        <a:pt x="231" y="220"/>
                        <a:pt x="231" y="220"/>
                        <a:pt x="231" y="220"/>
                      </a:cubicBezTo>
                      <a:cubicBezTo>
                        <a:pt x="231" y="220"/>
                        <a:pt x="231" y="220"/>
                        <a:pt x="231" y="220"/>
                      </a:cubicBezTo>
                      <a:cubicBezTo>
                        <a:pt x="231" y="220"/>
                        <a:pt x="231" y="220"/>
                        <a:pt x="231" y="220"/>
                      </a:cubicBezTo>
                      <a:cubicBezTo>
                        <a:pt x="231" y="220"/>
                        <a:pt x="231" y="220"/>
                        <a:pt x="231" y="220"/>
                      </a:cubicBezTo>
                      <a:cubicBezTo>
                        <a:pt x="231" y="220"/>
                        <a:pt x="231" y="220"/>
                        <a:pt x="231" y="220"/>
                      </a:cubicBezTo>
                      <a:cubicBezTo>
                        <a:pt x="231" y="220"/>
                        <a:pt x="232" y="220"/>
                        <a:pt x="232" y="220"/>
                      </a:cubicBezTo>
                      <a:cubicBezTo>
                        <a:pt x="232" y="220"/>
                        <a:pt x="232" y="220"/>
                        <a:pt x="233" y="220"/>
                      </a:cubicBezTo>
                      <a:cubicBezTo>
                        <a:pt x="233" y="220"/>
                        <a:pt x="233" y="220"/>
                        <a:pt x="233" y="220"/>
                      </a:cubicBezTo>
                      <a:cubicBezTo>
                        <a:pt x="233" y="220"/>
                        <a:pt x="233" y="220"/>
                        <a:pt x="233" y="220"/>
                      </a:cubicBezTo>
                      <a:cubicBezTo>
                        <a:pt x="233" y="221"/>
                        <a:pt x="233" y="221"/>
                        <a:pt x="233" y="221"/>
                      </a:cubicBezTo>
                      <a:cubicBezTo>
                        <a:pt x="233" y="221"/>
                        <a:pt x="234" y="221"/>
                        <a:pt x="234" y="221"/>
                      </a:cubicBezTo>
                      <a:cubicBezTo>
                        <a:pt x="234" y="221"/>
                        <a:pt x="234" y="221"/>
                        <a:pt x="234" y="221"/>
                      </a:cubicBezTo>
                      <a:cubicBezTo>
                        <a:pt x="233" y="221"/>
                        <a:pt x="233" y="222"/>
                        <a:pt x="233" y="222"/>
                      </a:cubicBezTo>
                      <a:cubicBezTo>
                        <a:pt x="233" y="222"/>
                        <a:pt x="233" y="222"/>
                        <a:pt x="233" y="222"/>
                      </a:cubicBezTo>
                      <a:cubicBezTo>
                        <a:pt x="233" y="222"/>
                        <a:pt x="233" y="222"/>
                        <a:pt x="233" y="222"/>
                      </a:cubicBezTo>
                      <a:cubicBezTo>
                        <a:pt x="233" y="222"/>
                        <a:pt x="233" y="222"/>
                        <a:pt x="233" y="222"/>
                      </a:cubicBezTo>
                      <a:cubicBezTo>
                        <a:pt x="232" y="222"/>
                        <a:pt x="232" y="222"/>
                        <a:pt x="232" y="222"/>
                      </a:cubicBezTo>
                      <a:cubicBezTo>
                        <a:pt x="232" y="222"/>
                        <a:pt x="232" y="222"/>
                        <a:pt x="232" y="222"/>
                      </a:cubicBezTo>
                      <a:cubicBezTo>
                        <a:pt x="232" y="222"/>
                        <a:pt x="232" y="222"/>
                        <a:pt x="232" y="222"/>
                      </a:cubicBezTo>
                      <a:cubicBezTo>
                        <a:pt x="232" y="222"/>
                        <a:pt x="232" y="222"/>
                        <a:pt x="232" y="222"/>
                      </a:cubicBezTo>
                      <a:cubicBezTo>
                        <a:pt x="232" y="222"/>
                        <a:pt x="232" y="222"/>
                        <a:pt x="232" y="222"/>
                      </a:cubicBezTo>
                      <a:cubicBezTo>
                        <a:pt x="232" y="222"/>
                        <a:pt x="232" y="222"/>
                        <a:pt x="232" y="222"/>
                      </a:cubicBezTo>
                      <a:cubicBezTo>
                        <a:pt x="232" y="222"/>
                        <a:pt x="232" y="222"/>
                        <a:pt x="232" y="221"/>
                      </a:cubicBezTo>
                      <a:cubicBezTo>
                        <a:pt x="232" y="221"/>
                        <a:pt x="232" y="221"/>
                        <a:pt x="232" y="221"/>
                      </a:cubicBezTo>
                      <a:cubicBezTo>
                        <a:pt x="232" y="221"/>
                        <a:pt x="232" y="221"/>
                        <a:pt x="232" y="221"/>
                      </a:cubicBezTo>
                      <a:cubicBezTo>
                        <a:pt x="231" y="222"/>
                        <a:pt x="231" y="222"/>
                        <a:pt x="231" y="221"/>
                      </a:cubicBezTo>
                      <a:cubicBezTo>
                        <a:pt x="231" y="221"/>
                        <a:pt x="231" y="221"/>
                        <a:pt x="231" y="221"/>
                      </a:cubicBezTo>
                      <a:cubicBezTo>
                        <a:pt x="231" y="222"/>
                        <a:pt x="231" y="222"/>
                        <a:pt x="231" y="222"/>
                      </a:cubicBezTo>
                      <a:cubicBezTo>
                        <a:pt x="231" y="222"/>
                        <a:pt x="230" y="222"/>
                        <a:pt x="230" y="222"/>
                      </a:cubicBezTo>
                      <a:cubicBezTo>
                        <a:pt x="230" y="222"/>
                        <a:pt x="230" y="222"/>
                        <a:pt x="230" y="222"/>
                      </a:cubicBezTo>
                      <a:cubicBezTo>
                        <a:pt x="230" y="221"/>
                        <a:pt x="230" y="221"/>
                        <a:pt x="230" y="221"/>
                      </a:cubicBezTo>
                      <a:cubicBezTo>
                        <a:pt x="230" y="221"/>
                        <a:pt x="230" y="221"/>
                        <a:pt x="230" y="221"/>
                      </a:cubicBezTo>
                      <a:cubicBezTo>
                        <a:pt x="230" y="222"/>
                        <a:pt x="230" y="222"/>
                        <a:pt x="230" y="222"/>
                      </a:cubicBezTo>
                      <a:cubicBezTo>
                        <a:pt x="230" y="222"/>
                        <a:pt x="230" y="222"/>
                        <a:pt x="230" y="222"/>
                      </a:cubicBezTo>
                      <a:cubicBezTo>
                        <a:pt x="230" y="222"/>
                        <a:pt x="230" y="222"/>
                        <a:pt x="230" y="222"/>
                      </a:cubicBezTo>
                      <a:cubicBezTo>
                        <a:pt x="230" y="222"/>
                        <a:pt x="231" y="222"/>
                        <a:pt x="231" y="222"/>
                      </a:cubicBezTo>
                      <a:cubicBezTo>
                        <a:pt x="231" y="222"/>
                        <a:pt x="231" y="222"/>
                        <a:pt x="231" y="222"/>
                      </a:cubicBezTo>
                      <a:cubicBezTo>
                        <a:pt x="231" y="222"/>
                        <a:pt x="231" y="223"/>
                        <a:pt x="231" y="223"/>
                      </a:cubicBezTo>
                      <a:cubicBezTo>
                        <a:pt x="231" y="223"/>
                        <a:pt x="231" y="223"/>
                        <a:pt x="231" y="223"/>
                      </a:cubicBezTo>
                      <a:cubicBezTo>
                        <a:pt x="231" y="223"/>
                        <a:pt x="231" y="223"/>
                        <a:pt x="230" y="223"/>
                      </a:cubicBezTo>
                      <a:cubicBezTo>
                        <a:pt x="230" y="223"/>
                        <a:pt x="230" y="223"/>
                        <a:pt x="230" y="223"/>
                      </a:cubicBezTo>
                      <a:cubicBezTo>
                        <a:pt x="230" y="223"/>
                        <a:pt x="230" y="223"/>
                        <a:pt x="230" y="223"/>
                      </a:cubicBezTo>
                      <a:cubicBezTo>
                        <a:pt x="229" y="223"/>
                        <a:pt x="229" y="223"/>
                        <a:pt x="229" y="223"/>
                      </a:cubicBezTo>
                      <a:cubicBezTo>
                        <a:pt x="229" y="223"/>
                        <a:pt x="229" y="223"/>
                        <a:pt x="229" y="223"/>
                      </a:cubicBezTo>
                      <a:cubicBezTo>
                        <a:pt x="229" y="223"/>
                        <a:pt x="229" y="223"/>
                        <a:pt x="229" y="223"/>
                      </a:cubicBezTo>
                      <a:cubicBezTo>
                        <a:pt x="230" y="223"/>
                        <a:pt x="229" y="223"/>
                        <a:pt x="230" y="223"/>
                      </a:cubicBezTo>
                      <a:cubicBezTo>
                        <a:pt x="230" y="223"/>
                        <a:pt x="230" y="223"/>
                        <a:pt x="230" y="223"/>
                      </a:cubicBezTo>
                      <a:cubicBezTo>
                        <a:pt x="230" y="223"/>
                        <a:pt x="230" y="223"/>
                        <a:pt x="230" y="223"/>
                      </a:cubicBezTo>
                      <a:cubicBezTo>
                        <a:pt x="230" y="223"/>
                        <a:pt x="230" y="223"/>
                        <a:pt x="230" y="223"/>
                      </a:cubicBezTo>
                      <a:cubicBezTo>
                        <a:pt x="230" y="224"/>
                        <a:pt x="230" y="224"/>
                        <a:pt x="230" y="224"/>
                      </a:cubicBezTo>
                      <a:cubicBezTo>
                        <a:pt x="230" y="224"/>
                        <a:pt x="230" y="224"/>
                        <a:pt x="230" y="224"/>
                      </a:cubicBezTo>
                      <a:cubicBezTo>
                        <a:pt x="230" y="224"/>
                        <a:pt x="230" y="224"/>
                        <a:pt x="230" y="223"/>
                      </a:cubicBezTo>
                      <a:cubicBezTo>
                        <a:pt x="231" y="223"/>
                        <a:pt x="231" y="223"/>
                        <a:pt x="231" y="223"/>
                      </a:cubicBezTo>
                      <a:cubicBezTo>
                        <a:pt x="230" y="224"/>
                        <a:pt x="230" y="224"/>
                        <a:pt x="230" y="224"/>
                      </a:cubicBezTo>
                      <a:cubicBezTo>
                        <a:pt x="230" y="224"/>
                        <a:pt x="230" y="224"/>
                        <a:pt x="230" y="224"/>
                      </a:cubicBezTo>
                      <a:cubicBezTo>
                        <a:pt x="230" y="224"/>
                        <a:pt x="231" y="224"/>
                        <a:pt x="231" y="224"/>
                      </a:cubicBezTo>
                      <a:cubicBezTo>
                        <a:pt x="231" y="223"/>
                        <a:pt x="231" y="223"/>
                        <a:pt x="231" y="223"/>
                      </a:cubicBezTo>
                      <a:cubicBezTo>
                        <a:pt x="231" y="223"/>
                        <a:pt x="231" y="223"/>
                        <a:pt x="231" y="224"/>
                      </a:cubicBezTo>
                      <a:cubicBezTo>
                        <a:pt x="232" y="224"/>
                        <a:pt x="232" y="224"/>
                        <a:pt x="232" y="224"/>
                      </a:cubicBezTo>
                      <a:cubicBezTo>
                        <a:pt x="232" y="224"/>
                        <a:pt x="232" y="224"/>
                        <a:pt x="232" y="224"/>
                      </a:cubicBezTo>
                      <a:cubicBezTo>
                        <a:pt x="232" y="224"/>
                        <a:pt x="232" y="224"/>
                        <a:pt x="232" y="224"/>
                      </a:cubicBezTo>
                      <a:cubicBezTo>
                        <a:pt x="231" y="224"/>
                        <a:pt x="231" y="224"/>
                        <a:pt x="231" y="224"/>
                      </a:cubicBezTo>
                      <a:cubicBezTo>
                        <a:pt x="231" y="224"/>
                        <a:pt x="231" y="224"/>
                        <a:pt x="231" y="224"/>
                      </a:cubicBezTo>
                      <a:cubicBezTo>
                        <a:pt x="230" y="224"/>
                        <a:pt x="230" y="225"/>
                        <a:pt x="230" y="224"/>
                      </a:cubicBezTo>
                      <a:cubicBezTo>
                        <a:pt x="230" y="224"/>
                        <a:pt x="230" y="225"/>
                        <a:pt x="230" y="225"/>
                      </a:cubicBezTo>
                      <a:cubicBezTo>
                        <a:pt x="230" y="225"/>
                        <a:pt x="229" y="225"/>
                        <a:pt x="230" y="225"/>
                      </a:cubicBezTo>
                      <a:cubicBezTo>
                        <a:pt x="230" y="225"/>
                        <a:pt x="230" y="225"/>
                        <a:pt x="230" y="225"/>
                      </a:cubicBezTo>
                      <a:cubicBezTo>
                        <a:pt x="230" y="225"/>
                        <a:pt x="229" y="226"/>
                        <a:pt x="229" y="226"/>
                      </a:cubicBezTo>
                      <a:cubicBezTo>
                        <a:pt x="229" y="226"/>
                        <a:pt x="229" y="226"/>
                        <a:pt x="229" y="225"/>
                      </a:cubicBezTo>
                      <a:cubicBezTo>
                        <a:pt x="229" y="225"/>
                        <a:pt x="229" y="225"/>
                        <a:pt x="229" y="225"/>
                      </a:cubicBezTo>
                      <a:cubicBezTo>
                        <a:pt x="229" y="225"/>
                        <a:pt x="229" y="225"/>
                        <a:pt x="229" y="225"/>
                      </a:cubicBezTo>
                      <a:cubicBezTo>
                        <a:pt x="229" y="225"/>
                        <a:pt x="229" y="225"/>
                        <a:pt x="229" y="224"/>
                      </a:cubicBezTo>
                      <a:cubicBezTo>
                        <a:pt x="229" y="224"/>
                        <a:pt x="229" y="225"/>
                        <a:pt x="229" y="225"/>
                      </a:cubicBezTo>
                      <a:cubicBezTo>
                        <a:pt x="229" y="225"/>
                        <a:pt x="229" y="225"/>
                        <a:pt x="229" y="225"/>
                      </a:cubicBezTo>
                      <a:cubicBezTo>
                        <a:pt x="229" y="225"/>
                        <a:pt x="228" y="225"/>
                        <a:pt x="228" y="225"/>
                      </a:cubicBezTo>
                      <a:cubicBezTo>
                        <a:pt x="228" y="225"/>
                        <a:pt x="228" y="225"/>
                        <a:pt x="228" y="225"/>
                      </a:cubicBezTo>
                      <a:cubicBezTo>
                        <a:pt x="228" y="225"/>
                        <a:pt x="228" y="225"/>
                        <a:pt x="228" y="225"/>
                      </a:cubicBezTo>
                      <a:cubicBezTo>
                        <a:pt x="229" y="224"/>
                        <a:pt x="229" y="224"/>
                        <a:pt x="229" y="224"/>
                      </a:cubicBezTo>
                      <a:cubicBezTo>
                        <a:pt x="229" y="224"/>
                        <a:pt x="229" y="224"/>
                        <a:pt x="229" y="224"/>
                      </a:cubicBezTo>
                      <a:cubicBezTo>
                        <a:pt x="229" y="224"/>
                        <a:pt x="229" y="224"/>
                        <a:pt x="228" y="224"/>
                      </a:cubicBezTo>
                      <a:cubicBezTo>
                        <a:pt x="228" y="224"/>
                        <a:pt x="229" y="224"/>
                        <a:pt x="229" y="224"/>
                      </a:cubicBezTo>
                      <a:cubicBezTo>
                        <a:pt x="229" y="224"/>
                        <a:pt x="229" y="224"/>
                        <a:pt x="229" y="223"/>
                      </a:cubicBezTo>
                      <a:cubicBezTo>
                        <a:pt x="229" y="223"/>
                        <a:pt x="229" y="223"/>
                        <a:pt x="229" y="223"/>
                      </a:cubicBezTo>
                      <a:cubicBezTo>
                        <a:pt x="229" y="223"/>
                        <a:pt x="229" y="223"/>
                        <a:pt x="229" y="223"/>
                      </a:cubicBezTo>
                      <a:cubicBezTo>
                        <a:pt x="229" y="223"/>
                        <a:pt x="229" y="223"/>
                        <a:pt x="229" y="223"/>
                      </a:cubicBezTo>
                      <a:cubicBezTo>
                        <a:pt x="229" y="223"/>
                        <a:pt x="229" y="223"/>
                        <a:pt x="229" y="223"/>
                      </a:cubicBezTo>
                      <a:cubicBezTo>
                        <a:pt x="228" y="223"/>
                        <a:pt x="228" y="223"/>
                        <a:pt x="228" y="223"/>
                      </a:cubicBezTo>
                      <a:cubicBezTo>
                        <a:pt x="228" y="223"/>
                        <a:pt x="228" y="223"/>
                        <a:pt x="228" y="223"/>
                      </a:cubicBezTo>
                      <a:cubicBezTo>
                        <a:pt x="228" y="223"/>
                        <a:pt x="229" y="223"/>
                        <a:pt x="228" y="224"/>
                      </a:cubicBezTo>
                      <a:cubicBezTo>
                        <a:pt x="228" y="224"/>
                        <a:pt x="228" y="224"/>
                        <a:pt x="228" y="224"/>
                      </a:cubicBezTo>
                      <a:cubicBezTo>
                        <a:pt x="228" y="224"/>
                        <a:pt x="228" y="224"/>
                        <a:pt x="228" y="224"/>
                      </a:cubicBezTo>
                      <a:cubicBezTo>
                        <a:pt x="228" y="224"/>
                        <a:pt x="228" y="224"/>
                        <a:pt x="228" y="224"/>
                      </a:cubicBezTo>
                      <a:cubicBezTo>
                        <a:pt x="228" y="224"/>
                        <a:pt x="228" y="224"/>
                        <a:pt x="228" y="224"/>
                      </a:cubicBezTo>
                      <a:cubicBezTo>
                        <a:pt x="228" y="224"/>
                        <a:pt x="228" y="224"/>
                        <a:pt x="228" y="224"/>
                      </a:cubicBezTo>
                      <a:cubicBezTo>
                        <a:pt x="228" y="224"/>
                        <a:pt x="228" y="224"/>
                        <a:pt x="228" y="224"/>
                      </a:cubicBezTo>
                      <a:cubicBezTo>
                        <a:pt x="228" y="224"/>
                        <a:pt x="227" y="223"/>
                        <a:pt x="227" y="224"/>
                      </a:cubicBezTo>
                      <a:cubicBezTo>
                        <a:pt x="227" y="224"/>
                        <a:pt x="227" y="224"/>
                        <a:pt x="227" y="224"/>
                      </a:cubicBezTo>
                      <a:cubicBezTo>
                        <a:pt x="227" y="224"/>
                        <a:pt x="227" y="224"/>
                        <a:pt x="227" y="224"/>
                      </a:cubicBezTo>
                      <a:cubicBezTo>
                        <a:pt x="228" y="224"/>
                        <a:pt x="228" y="224"/>
                        <a:pt x="228" y="224"/>
                      </a:cubicBezTo>
                      <a:cubicBezTo>
                        <a:pt x="228" y="224"/>
                        <a:pt x="228" y="224"/>
                        <a:pt x="228" y="224"/>
                      </a:cubicBezTo>
                      <a:cubicBezTo>
                        <a:pt x="227" y="224"/>
                        <a:pt x="228" y="224"/>
                        <a:pt x="228" y="225"/>
                      </a:cubicBezTo>
                      <a:cubicBezTo>
                        <a:pt x="228" y="225"/>
                        <a:pt x="228" y="225"/>
                        <a:pt x="228" y="225"/>
                      </a:cubicBezTo>
                      <a:cubicBezTo>
                        <a:pt x="228" y="225"/>
                        <a:pt x="227" y="225"/>
                        <a:pt x="227" y="225"/>
                      </a:cubicBezTo>
                      <a:cubicBezTo>
                        <a:pt x="227" y="225"/>
                        <a:pt x="227" y="225"/>
                        <a:pt x="227" y="225"/>
                      </a:cubicBezTo>
                      <a:cubicBezTo>
                        <a:pt x="227" y="225"/>
                        <a:pt x="227" y="225"/>
                        <a:pt x="227" y="225"/>
                      </a:cubicBezTo>
                      <a:cubicBezTo>
                        <a:pt x="226" y="225"/>
                        <a:pt x="226" y="225"/>
                        <a:pt x="226" y="225"/>
                      </a:cubicBezTo>
                      <a:cubicBezTo>
                        <a:pt x="226" y="225"/>
                        <a:pt x="226" y="225"/>
                        <a:pt x="226" y="225"/>
                      </a:cubicBezTo>
                      <a:cubicBezTo>
                        <a:pt x="226" y="225"/>
                        <a:pt x="226" y="225"/>
                        <a:pt x="226" y="225"/>
                      </a:cubicBezTo>
                      <a:cubicBezTo>
                        <a:pt x="227" y="225"/>
                        <a:pt x="227" y="225"/>
                        <a:pt x="227" y="225"/>
                      </a:cubicBezTo>
                      <a:cubicBezTo>
                        <a:pt x="227" y="225"/>
                        <a:pt x="227" y="225"/>
                        <a:pt x="227" y="225"/>
                      </a:cubicBezTo>
                      <a:cubicBezTo>
                        <a:pt x="227" y="225"/>
                        <a:pt x="227" y="225"/>
                        <a:pt x="227" y="225"/>
                      </a:cubicBezTo>
                      <a:cubicBezTo>
                        <a:pt x="227" y="225"/>
                        <a:pt x="227" y="225"/>
                        <a:pt x="227" y="226"/>
                      </a:cubicBezTo>
                      <a:cubicBezTo>
                        <a:pt x="227" y="226"/>
                        <a:pt x="227" y="226"/>
                        <a:pt x="227" y="226"/>
                      </a:cubicBezTo>
                      <a:cubicBezTo>
                        <a:pt x="227" y="226"/>
                        <a:pt x="227" y="226"/>
                        <a:pt x="227" y="226"/>
                      </a:cubicBezTo>
                      <a:cubicBezTo>
                        <a:pt x="227" y="226"/>
                        <a:pt x="227" y="226"/>
                        <a:pt x="227" y="226"/>
                      </a:cubicBezTo>
                      <a:cubicBezTo>
                        <a:pt x="227" y="226"/>
                        <a:pt x="227" y="226"/>
                        <a:pt x="227" y="226"/>
                      </a:cubicBezTo>
                      <a:cubicBezTo>
                        <a:pt x="227" y="226"/>
                        <a:pt x="227" y="226"/>
                        <a:pt x="227" y="226"/>
                      </a:cubicBezTo>
                      <a:cubicBezTo>
                        <a:pt x="227" y="227"/>
                        <a:pt x="227" y="226"/>
                        <a:pt x="227" y="226"/>
                      </a:cubicBezTo>
                      <a:cubicBezTo>
                        <a:pt x="226" y="227"/>
                        <a:pt x="226" y="226"/>
                        <a:pt x="226" y="226"/>
                      </a:cubicBezTo>
                      <a:cubicBezTo>
                        <a:pt x="226" y="226"/>
                        <a:pt x="226" y="226"/>
                        <a:pt x="226" y="226"/>
                      </a:cubicBezTo>
                      <a:cubicBezTo>
                        <a:pt x="226" y="226"/>
                        <a:pt x="226" y="226"/>
                        <a:pt x="226" y="226"/>
                      </a:cubicBezTo>
                      <a:cubicBezTo>
                        <a:pt x="226" y="226"/>
                        <a:pt x="226" y="226"/>
                        <a:pt x="226" y="226"/>
                      </a:cubicBezTo>
                      <a:cubicBezTo>
                        <a:pt x="226" y="227"/>
                        <a:pt x="226" y="227"/>
                        <a:pt x="226" y="227"/>
                      </a:cubicBezTo>
                      <a:cubicBezTo>
                        <a:pt x="226" y="227"/>
                        <a:pt x="226" y="227"/>
                        <a:pt x="226" y="227"/>
                      </a:cubicBezTo>
                      <a:cubicBezTo>
                        <a:pt x="226" y="227"/>
                        <a:pt x="226" y="227"/>
                        <a:pt x="226" y="227"/>
                      </a:cubicBezTo>
                      <a:cubicBezTo>
                        <a:pt x="226" y="227"/>
                        <a:pt x="226" y="227"/>
                        <a:pt x="226" y="227"/>
                      </a:cubicBezTo>
                      <a:cubicBezTo>
                        <a:pt x="226" y="227"/>
                        <a:pt x="226" y="227"/>
                        <a:pt x="226" y="227"/>
                      </a:cubicBezTo>
                      <a:cubicBezTo>
                        <a:pt x="226" y="227"/>
                        <a:pt x="226" y="227"/>
                        <a:pt x="226" y="227"/>
                      </a:cubicBezTo>
                      <a:cubicBezTo>
                        <a:pt x="226" y="227"/>
                        <a:pt x="226" y="227"/>
                        <a:pt x="226" y="227"/>
                      </a:cubicBezTo>
                      <a:cubicBezTo>
                        <a:pt x="226" y="227"/>
                        <a:pt x="226" y="228"/>
                        <a:pt x="226" y="228"/>
                      </a:cubicBezTo>
                      <a:cubicBezTo>
                        <a:pt x="226" y="228"/>
                        <a:pt x="225" y="228"/>
                        <a:pt x="225" y="228"/>
                      </a:cubicBezTo>
                      <a:cubicBezTo>
                        <a:pt x="225" y="228"/>
                        <a:pt x="225" y="228"/>
                        <a:pt x="225" y="228"/>
                      </a:cubicBezTo>
                      <a:cubicBezTo>
                        <a:pt x="225" y="228"/>
                        <a:pt x="225" y="228"/>
                        <a:pt x="225" y="229"/>
                      </a:cubicBezTo>
                      <a:cubicBezTo>
                        <a:pt x="225" y="229"/>
                        <a:pt x="225" y="229"/>
                        <a:pt x="224" y="229"/>
                      </a:cubicBezTo>
                      <a:cubicBezTo>
                        <a:pt x="224" y="229"/>
                        <a:pt x="224" y="229"/>
                        <a:pt x="224" y="229"/>
                      </a:cubicBezTo>
                      <a:cubicBezTo>
                        <a:pt x="224" y="229"/>
                        <a:pt x="224" y="229"/>
                        <a:pt x="224" y="229"/>
                      </a:cubicBezTo>
                      <a:cubicBezTo>
                        <a:pt x="224" y="229"/>
                        <a:pt x="224" y="229"/>
                        <a:pt x="223" y="229"/>
                      </a:cubicBezTo>
                      <a:cubicBezTo>
                        <a:pt x="223" y="229"/>
                        <a:pt x="223" y="228"/>
                        <a:pt x="223" y="228"/>
                      </a:cubicBezTo>
                      <a:cubicBezTo>
                        <a:pt x="224" y="228"/>
                        <a:pt x="224" y="228"/>
                        <a:pt x="224" y="227"/>
                      </a:cubicBezTo>
                      <a:cubicBezTo>
                        <a:pt x="224" y="227"/>
                        <a:pt x="224" y="227"/>
                        <a:pt x="225" y="227"/>
                      </a:cubicBezTo>
                      <a:cubicBezTo>
                        <a:pt x="225" y="227"/>
                        <a:pt x="225" y="227"/>
                        <a:pt x="225" y="227"/>
                      </a:cubicBezTo>
                      <a:cubicBezTo>
                        <a:pt x="225" y="227"/>
                        <a:pt x="225" y="226"/>
                        <a:pt x="226" y="226"/>
                      </a:cubicBezTo>
                      <a:cubicBezTo>
                        <a:pt x="226" y="226"/>
                        <a:pt x="226" y="226"/>
                        <a:pt x="226" y="226"/>
                      </a:cubicBezTo>
                      <a:cubicBezTo>
                        <a:pt x="226" y="226"/>
                        <a:pt x="226" y="226"/>
                        <a:pt x="226" y="226"/>
                      </a:cubicBezTo>
                      <a:cubicBezTo>
                        <a:pt x="226" y="226"/>
                        <a:pt x="226" y="226"/>
                        <a:pt x="226" y="226"/>
                      </a:cubicBezTo>
                      <a:cubicBezTo>
                        <a:pt x="226" y="226"/>
                        <a:pt x="225" y="226"/>
                        <a:pt x="225" y="226"/>
                      </a:cubicBezTo>
                      <a:cubicBezTo>
                        <a:pt x="225" y="226"/>
                        <a:pt x="225" y="226"/>
                        <a:pt x="225" y="226"/>
                      </a:cubicBezTo>
                      <a:cubicBezTo>
                        <a:pt x="225" y="226"/>
                        <a:pt x="225" y="225"/>
                        <a:pt x="225" y="225"/>
                      </a:cubicBezTo>
                      <a:cubicBezTo>
                        <a:pt x="225" y="225"/>
                        <a:pt x="225" y="225"/>
                        <a:pt x="225" y="225"/>
                      </a:cubicBezTo>
                      <a:cubicBezTo>
                        <a:pt x="225" y="226"/>
                        <a:pt x="225" y="226"/>
                        <a:pt x="225" y="226"/>
                      </a:cubicBezTo>
                      <a:cubicBezTo>
                        <a:pt x="225" y="226"/>
                        <a:pt x="225" y="226"/>
                        <a:pt x="225" y="226"/>
                      </a:cubicBezTo>
                      <a:cubicBezTo>
                        <a:pt x="225" y="226"/>
                        <a:pt x="225" y="226"/>
                        <a:pt x="225" y="226"/>
                      </a:cubicBezTo>
                      <a:cubicBezTo>
                        <a:pt x="225" y="226"/>
                        <a:pt x="224" y="226"/>
                        <a:pt x="224" y="226"/>
                      </a:cubicBezTo>
                      <a:cubicBezTo>
                        <a:pt x="225" y="226"/>
                        <a:pt x="225" y="226"/>
                        <a:pt x="225" y="225"/>
                      </a:cubicBezTo>
                      <a:cubicBezTo>
                        <a:pt x="225" y="225"/>
                        <a:pt x="225" y="225"/>
                        <a:pt x="225" y="225"/>
                      </a:cubicBezTo>
                      <a:cubicBezTo>
                        <a:pt x="225" y="225"/>
                        <a:pt x="225" y="225"/>
                        <a:pt x="225" y="225"/>
                      </a:cubicBezTo>
                      <a:cubicBezTo>
                        <a:pt x="225" y="225"/>
                        <a:pt x="225" y="225"/>
                        <a:pt x="225" y="225"/>
                      </a:cubicBezTo>
                      <a:cubicBezTo>
                        <a:pt x="225" y="224"/>
                        <a:pt x="226" y="224"/>
                        <a:pt x="226" y="224"/>
                      </a:cubicBezTo>
                      <a:cubicBezTo>
                        <a:pt x="226" y="224"/>
                        <a:pt x="226" y="224"/>
                        <a:pt x="226" y="224"/>
                      </a:cubicBezTo>
                      <a:cubicBezTo>
                        <a:pt x="226" y="224"/>
                        <a:pt x="226" y="224"/>
                        <a:pt x="226" y="224"/>
                      </a:cubicBezTo>
                      <a:cubicBezTo>
                        <a:pt x="226" y="224"/>
                        <a:pt x="226" y="224"/>
                        <a:pt x="226" y="224"/>
                      </a:cubicBezTo>
                      <a:cubicBezTo>
                        <a:pt x="225" y="224"/>
                        <a:pt x="225" y="224"/>
                        <a:pt x="225" y="224"/>
                      </a:cubicBezTo>
                      <a:cubicBezTo>
                        <a:pt x="225" y="224"/>
                        <a:pt x="225" y="224"/>
                        <a:pt x="225" y="224"/>
                      </a:cubicBezTo>
                      <a:cubicBezTo>
                        <a:pt x="225" y="224"/>
                        <a:pt x="225" y="225"/>
                        <a:pt x="225" y="225"/>
                      </a:cubicBezTo>
                      <a:cubicBezTo>
                        <a:pt x="224" y="225"/>
                        <a:pt x="224" y="225"/>
                        <a:pt x="224" y="225"/>
                      </a:cubicBezTo>
                      <a:cubicBezTo>
                        <a:pt x="224" y="225"/>
                        <a:pt x="224" y="225"/>
                        <a:pt x="224" y="225"/>
                      </a:cubicBezTo>
                      <a:cubicBezTo>
                        <a:pt x="224" y="225"/>
                        <a:pt x="224" y="226"/>
                        <a:pt x="224" y="226"/>
                      </a:cubicBezTo>
                      <a:cubicBezTo>
                        <a:pt x="224" y="226"/>
                        <a:pt x="224" y="226"/>
                        <a:pt x="224" y="226"/>
                      </a:cubicBezTo>
                      <a:cubicBezTo>
                        <a:pt x="224" y="226"/>
                        <a:pt x="223" y="226"/>
                        <a:pt x="223" y="226"/>
                      </a:cubicBezTo>
                      <a:cubicBezTo>
                        <a:pt x="223" y="226"/>
                        <a:pt x="223" y="226"/>
                        <a:pt x="223" y="225"/>
                      </a:cubicBezTo>
                      <a:cubicBezTo>
                        <a:pt x="224" y="225"/>
                        <a:pt x="224" y="225"/>
                        <a:pt x="224" y="225"/>
                      </a:cubicBezTo>
                      <a:cubicBezTo>
                        <a:pt x="224" y="225"/>
                        <a:pt x="224" y="224"/>
                        <a:pt x="224" y="224"/>
                      </a:cubicBezTo>
                      <a:cubicBezTo>
                        <a:pt x="224" y="224"/>
                        <a:pt x="224" y="224"/>
                        <a:pt x="225" y="224"/>
                      </a:cubicBezTo>
                      <a:cubicBezTo>
                        <a:pt x="224" y="224"/>
                        <a:pt x="224" y="224"/>
                        <a:pt x="224" y="224"/>
                      </a:cubicBezTo>
                      <a:cubicBezTo>
                        <a:pt x="224" y="224"/>
                        <a:pt x="224" y="224"/>
                        <a:pt x="223" y="224"/>
                      </a:cubicBezTo>
                      <a:cubicBezTo>
                        <a:pt x="223" y="224"/>
                        <a:pt x="223" y="224"/>
                        <a:pt x="223" y="224"/>
                      </a:cubicBezTo>
                      <a:cubicBezTo>
                        <a:pt x="223" y="224"/>
                        <a:pt x="223" y="224"/>
                        <a:pt x="223" y="224"/>
                      </a:cubicBezTo>
                      <a:cubicBezTo>
                        <a:pt x="223" y="224"/>
                        <a:pt x="223" y="224"/>
                        <a:pt x="223" y="224"/>
                      </a:cubicBezTo>
                      <a:cubicBezTo>
                        <a:pt x="223" y="224"/>
                        <a:pt x="223" y="224"/>
                        <a:pt x="223" y="224"/>
                      </a:cubicBezTo>
                      <a:cubicBezTo>
                        <a:pt x="223" y="224"/>
                        <a:pt x="223" y="224"/>
                        <a:pt x="223" y="224"/>
                      </a:cubicBezTo>
                      <a:cubicBezTo>
                        <a:pt x="223" y="224"/>
                        <a:pt x="222" y="224"/>
                        <a:pt x="222" y="224"/>
                      </a:cubicBezTo>
                      <a:cubicBezTo>
                        <a:pt x="222" y="224"/>
                        <a:pt x="222" y="224"/>
                        <a:pt x="222" y="224"/>
                      </a:cubicBezTo>
                      <a:cubicBezTo>
                        <a:pt x="222" y="224"/>
                        <a:pt x="222" y="224"/>
                        <a:pt x="222" y="224"/>
                      </a:cubicBezTo>
                      <a:cubicBezTo>
                        <a:pt x="222" y="224"/>
                        <a:pt x="222" y="224"/>
                        <a:pt x="221" y="224"/>
                      </a:cubicBezTo>
                      <a:cubicBezTo>
                        <a:pt x="221" y="224"/>
                        <a:pt x="221" y="224"/>
                        <a:pt x="221" y="224"/>
                      </a:cubicBezTo>
                      <a:cubicBezTo>
                        <a:pt x="221" y="224"/>
                        <a:pt x="221" y="224"/>
                        <a:pt x="221" y="225"/>
                      </a:cubicBezTo>
                      <a:cubicBezTo>
                        <a:pt x="221" y="225"/>
                        <a:pt x="221" y="225"/>
                        <a:pt x="222" y="225"/>
                      </a:cubicBezTo>
                      <a:cubicBezTo>
                        <a:pt x="222" y="225"/>
                        <a:pt x="222" y="225"/>
                        <a:pt x="222" y="225"/>
                      </a:cubicBezTo>
                      <a:cubicBezTo>
                        <a:pt x="222" y="225"/>
                        <a:pt x="222" y="225"/>
                        <a:pt x="222" y="225"/>
                      </a:cubicBezTo>
                      <a:cubicBezTo>
                        <a:pt x="222" y="224"/>
                        <a:pt x="222" y="224"/>
                        <a:pt x="223" y="224"/>
                      </a:cubicBezTo>
                      <a:cubicBezTo>
                        <a:pt x="223" y="224"/>
                        <a:pt x="223" y="224"/>
                        <a:pt x="223" y="224"/>
                      </a:cubicBezTo>
                      <a:cubicBezTo>
                        <a:pt x="224" y="224"/>
                        <a:pt x="224" y="224"/>
                        <a:pt x="224" y="224"/>
                      </a:cubicBezTo>
                      <a:cubicBezTo>
                        <a:pt x="224" y="225"/>
                        <a:pt x="224" y="225"/>
                        <a:pt x="223" y="225"/>
                      </a:cubicBezTo>
                      <a:cubicBezTo>
                        <a:pt x="223" y="225"/>
                        <a:pt x="223" y="226"/>
                        <a:pt x="223" y="226"/>
                      </a:cubicBezTo>
                      <a:cubicBezTo>
                        <a:pt x="223" y="226"/>
                        <a:pt x="223" y="226"/>
                        <a:pt x="223" y="226"/>
                      </a:cubicBezTo>
                      <a:cubicBezTo>
                        <a:pt x="223" y="226"/>
                        <a:pt x="223" y="226"/>
                        <a:pt x="223" y="226"/>
                      </a:cubicBezTo>
                      <a:cubicBezTo>
                        <a:pt x="223" y="226"/>
                        <a:pt x="223" y="226"/>
                        <a:pt x="223" y="226"/>
                      </a:cubicBezTo>
                      <a:cubicBezTo>
                        <a:pt x="223" y="226"/>
                        <a:pt x="223" y="226"/>
                        <a:pt x="223" y="226"/>
                      </a:cubicBezTo>
                      <a:cubicBezTo>
                        <a:pt x="223" y="226"/>
                        <a:pt x="223" y="227"/>
                        <a:pt x="223" y="227"/>
                      </a:cubicBezTo>
                      <a:cubicBezTo>
                        <a:pt x="223" y="227"/>
                        <a:pt x="223" y="227"/>
                        <a:pt x="223" y="227"/>
                      </a:cubicBezTo>
                      <a:cubicBezTo>
                        <a:pt x="223" y="227"/>
                        <a:pt x="223" y="227"/>
                        <a:pt x="223" y="227"/>
                      </a:cubicBezTo>
                      <a:cubicBezTo>
                        <a:pt x="223" y="227"/>
                        <a:pt x="223" y="227"/>
                        <a:pt x="223" y="227"/>
                      </a:cubicBezTo>
                      <a:cubicBezTo>
                        <a:pt x="223" y="227"/>
                        <a:pt x="223" y="227"/>
                        <a:pt x="222" y="227"/>
                      </a:cubicBezTo>
                      <a:cubicBezTo>
                        <a:pt x="222" y="227"/>
                        <a:pt x="222" y="227"/>
                        <a:pt x="222" y="227"/>
                      </a:cubicBezTo>
                      <a:cubicBezTo>
                        <a:pt x="222" y="227"/>
                        <a:pt x="222" y="227"/>
                        <a:pt x="222" y="227"/>
                      </a:cubicBezTo>
                      <a:cubicBezTo>
                        <a:pt x="222" y="227"/>
                        <a:pt x="222" y="227"/>
                        <a:pt x="222" y="227"/>
                      </a:cubicBezTo>
                      <a:cubicBezTo>
                        <a:pt x="222" y="227"/>
                        <a:pt x="222" y="227"/>
                        <a:pt x="222" y="227"/>
                      </a:cubicBezTo>
                      <a:cubicBezTo>
                        <a:pt x="222" y="227"/>
                        <a:pt x="222" y="227"/>
                        <a:pt x="222" y="227"/>
                      </a:cubicBezTo>
                      <a:cubicBezTo>
                        <a:pt x="222" y="227"/>
                        <a:pt x="222" y="227"/>
                        <a:pt x="222" y="227"/>
                      </a:cubicBezTo>
                      <a:cubicBezTo>
                        <a:pt x="222" y="227"/>
                        <a:pt x="222" y="226"/>
                        <a:pt x="222" y="226"/>
                      </a:cubicBezTo>
                      <a:cubicBezTo>
                        <a:pt x="222" y="226"/>
                        <a:pt x="222" y="226"/>
                        <a:pt x="222" y="226"/>
                      </a:cubicBezTo>
                      <a:cubicBezTo>
                        <a:pt x="222" y="226"/>
                        <a:pt x="222" y="226"/>
                        <a:pt x="222" y="226"/>
                      </a:cubicBezTo>
                      <a:cubicBezTo>
                        <a:pt x="222" y="226"/>
                        <a:pt x="222" y="226"/>
                        <a:pt x="222" y="226"/>
                      </a:cubicBezTo>
                      <a:cubicBezTo>
                        <a:pt x="222" y="226"/>
                        <a:pt x="221" y="226"/>
                        <a:pt x="221" y="226"/>
                      </a:cubicBezTo>
                      <a:cubicBezTo>
                        <a:pt x="221" y="226"/>
                        <a:pt x="221" y="226"/>
                        <a:pt x="221" y="225"/>
                      </a:cubicBezTo>
                      <a:cubicBezTo>
                        <a:pt x="221" y="225"/>
                        <a:pt x="221" y="225"/>
                        <a:pt x="221" y="224"/>
                      </a:cubicBezTo>
                      <a:cubicBezTo>
                        <a:pt x="221" y="224"/>
                        <a:pt x="221" y="224"/>
                        <a:pt x="221" y="223"/>
                      </a:cubicBezTo>
                      <a:cubicBezTo>
                        <a:pt x="221" y="223"/>
                        <a:pt x="220" y="223"/>
                        <a:pt x="220" y="222"/>
                      </a:cubicBezTo>
                      <a:cubicBezTo>
                        <a:pt x="220" y="222"/>
                        <a:pt x="220" y="222"/>
                        <a:pt x="220" y="222"/>
                      </a:cubicBezTo>
                      <a:cubicBezTo>
                        <a:pt x="220" y="222"/>
                        <a:pt x="220" y="222"/>
                        <a:pt x="220" y="222"/>
                      </a:cubicBezTo>
                      <a:cubicBezTo>
                        <a:pt x="220" y="222"/>
                        <a:pt x="219" y="222"/>
                        <a:pt x="219" y="222"/>
                      </a:cubicBezTo>
                      <a:cubicBezTo>
                        <a:pt x="219" y="222"/>
                        <a:pt x="219" y="222"/>
                        <a:pt x="219" y="222"/>
                      </a:cubicBezTo>
                      <a:cubicBezTo>
                        <a:pt x="219" y="222"/>
                        <a:pt x="219" y="222"/>
                        <a:pt x="219" y="222"/>
                      </a:cubicBezTo>
                      <a:cubicBezTo>
                        <a:pt x="219" y="222"/>
                        <a:pt x="219" y="222"/>
                        <a:pt x="219" y="222"/>
                      </a:cubicBezTo>
                      <a:cubicBezTo>
                        <a:pt x="219" y="222"/>
                        <a:pt x="219" y="222"/>
                        <a:pt x="219" y="222"/>
                      </a:cubicBezTo>
                      <a:cubicBezTo>
                        <a:pt x="219" y="222"/>
                        <a:pt x="219" y="221"/>
                        <a:pt x="219" y="221"/>
                      </a:cubicBezTo>
                      <a:cubicBezTo>
                        <a:pt x="219" y="221"/>
                        <a:pt x="219" y="221"/>
                        <a:pt x="219" y="221"/>
                      </a:cubicBezTo>
                      <a:cubicBezTo>
                        <a:pt x="219" y="221"/>
                        <a:pt x="219" y="221"/>
                        <a:pt x="219" y="221"/>
                      </a:cubicBezTo>
                      <a:cubicBezTo>
                        <a:pt x="219" y="221"/>
                        <a:pt x="219" y="221"/>
                        <a:pt x="220" y="221"/>
                      </a:cubicBezTo>
                      <a:cubicBezTo>
                        <a:pt x="220" y="221"/>
                        <a:pt x="220" y="221"/>
                        <a:pt x="220" y="221"/>
                      </a:cubicBezTo>
                      <a:cubicBezTo>
                        <a:pt x="219" y="220"/>
                        <a:pt x="219" y="220"/>
                        <a:pt x="220" y="220"/>
                      </a:cubicBezTo>
                      <a:cubicBezTo>
                        <a:pt x="220" y="220"/>
                        <a:pt x="220" y="220"/>
                        <a:pt x="220" y="220"/>
                      </a:cubicBezTo>
                      <a:cubicBezTo>
                        <a:pt x="220" y="220"/>
                        <a:pt x="220" y="220"/>
                        <a:pt x="220" y="220"/>
                      </a:cubicBezTo>
                      <a:cubicBezTo>
                        <a:pt x="220" y="219"/>
                        <a:pt x="220" y="219"/>
                        <a:pt x="220" y="219"/>
                      </a:cubicBezTo>
                      <a:cubicBezTo>
                        <a:pt x="220" y="219"/>
                        <a:pt x="221" y="219"/>
                        <a:pt x="221" y="219"/>
                      </a:cubicBezTo>
                      <a:cubicBezTo>
                        <a:pt x="221" y="219"/>
                        <a:pt x="221" y="219"/>
                        <a:pt x="221" y="219"/>
                      </a:cubicBezTo>
                      <a:cubicBezTo>
                        <a:pt x="221" y="219"/>
                        <a:pt x="221" y="219"/>
                        <a:pt x="221" y="219"/>
                      </a:cubicBezTo>
                      <a:cubicBezTo>
                        <a:pt x="221" y="219"/>
                        <a:pt x="221" y="218"/>
                        <a:pt x="221" y="219"/>
                      </a:cubicBezTo>
                      <a:cubicBezTo>
                        <a:pt x="221" y="219"/>
                        <a:pt x="221" y="219"/>
                        <a:pt x="221" y="218"/>
                      </a:cubicBezTo>
                      <a:cubicBezTo>
                        <a:pt x="221" y="218"/>
                        <a:pt x="222" y="218"/>
                        <a:pt x="222" y="218"/>
                      </a:cubicBezTo>
                      <a:cubicBezTo>
                        <a:pt x="222" y="218"/>
                        <a:pt x="222" y="218"/>
                        <a:pt x="222" y="218"/>
                      </a:cubicBezTo>
                      <a:cubicBezTo>
                        <a:pt x="222" y="218"/>
                        <a:pt x="222" y="218"/>
                        <a:pt x="222" y="218"/>
                      </a:cubicBezTo>
                      <a:cubicBezTo>
                        <a:pt x="222" y="218"/>
                        <a:pt x="223" y="217"/>
                        <a:pt x="223" y="218"/>
                      </a:cubicBezTo>
                      <a:cubicBezTo>
                        <a:pt x="223" y="217"/>
                        <a:pt x="223" y="218"/>
                        <a:pt x="223" y="218"/>
                      </a:cubicBezTo>
                      <a:cubicBezTo>
                        <a:pt x="224" y="218"/>
                        <a:pt x="224" y="218"/>
                        <a:pt x="224" y="218"/>
                      </a:cubicBezTo>
                      <a:cubicBezTo>
                        <a:pt x="224" y="217"/>
                        <a:pt x="224" y="218"/>
                        <a:pt x="224" y="218"/>
                      </a:cubicBezTo>
                      <a:cubicBezTo>
                        <a:pt x="224" y="218"/>
                        <a:pt x="224" y="218"/>
                        <a:pt x="224" y="218"/>
                      </a:cubicBezTo>
                      <a:cubicBezTo>
                        <a:pt x="224" y="218"/>
                        <a:pt x="224" y="219"/>
                        <a:pt x="224" y="219"/>
                      </a:cubicBezTo>
                      <a:cubicBezTo>
                        <a:pt x="224" y="219"/>
                        <a:pt x="224" y="219"/>
                        <a:pt x="224" y="219"/>
                      </a:cubicBezTo>
                      <a:cubicBezTo>
                        <a:pt x="224" y="219"/>
                        <a:pt x="224" y="219"/>
                        <a:pt x="224" y="219"/>
                      </a:cubicBezTo>
                      <a:cubicBezTo>
                        <a:pt x="224" y="219"/>
                        <a:pt x="224" y="219"/>
                        <a:pt x="224" y="219"/>
                      </a:cubicBezTo>
                      <a:cubicBezTo>
                        <a:pt x="224" y="219"/>
                        <a:pt x="224" y="219"/>
                        <a:pt x="224" y="219"/>
                      </a:cubicBezTo>
                      <a:cubicBezTo>
                        <a:pt x="224" y="219"/>
                        <a:pt x="224" y="219"/>
                        <a:pt x="224" y="219"/>
                      </a:cubicBezTo>
                      <a:cubicBezTo>
                        <a:pt x="225" y="219"/>
                        <a:pt x="225" y="219"/>
                        <a:pt x="225" y="219"/>
                      </a:cubicBezTo>
                      <a:cubicBezTo>
                        <a:pt x="225" y="219"/>
                        <a:pt x="225" y="219"/>
                        <a:pt x="225" y="219"/>
                      </a:cubicBezTo>
                      <a:cubicBezTo>
                        <a:pt x="225" y="219"/>
                        <a:pt x="225" y="219"/>
                        <a:pt x="225" y="220"/>
                      </a:cubicBezTo>
                      <a:cubicBezTo>
                        <a:pt x="225" y="220"/>
                        <a:pt x="225" y="220"/>
                        <a:pt x="225" y="220"/>
                      </a:cubicBezTo>
                      <a:cubicBezTo>
                        <a:pt x="225" y="220"/>
                        <a:pt x="225" y="220"/>
                        <a:pt x="225" y="220"/>
                      </a:cubicBezTo>
                      <a:cubicBezTo>
                        <a:pt x="225" y="220"/>
                        <a:pt x="225" y="221"/>
                        <a:pt x="225" y="221"/>
                      </a:cubicBezTo>
                      <a:cubicBezTo>
                        <a:pt x="225" y="221"/>
                        <a:pt x="225" y="221"/>
                        <a:pt x="226" y="221"/>
                      </a:cubicBezTo>
                      <a:cubicBezTo>
                        <a:pt x="226" y="221"/>
                        <a:pt x="226" y="222"/>
                        <a:pt x="226" y="222"/>
                      </a:cubicBezTo>
                      <a:cubicBezTo>
                        <a:pt x="226" y="222"/>
                        <a:pt x="226" y="222"/>
                        <a:pt x="226" y="222"/>
                      </a:cubicBezTo>
                      <a:cubicBezTo>
                        <a:pt x="226" y="222"/>
                        <a:pt x="226" y="222"/>
                        <a:pt x="227" y="222"/>
                      </a:cubicBezTo>
                      <a:cubicBezTo>
                        <a:pt x="227" y="222"/>
                        <a:pt x="226" y="222"/>
                        <a:pt x="226" y="222"/>
                      </a:cubicBezTo>
                      <a:cubicBezTo>
                        <a:pt x="226" y="222"/>
                        <a:pt x="226" y="222"/>
                        <a:pt x="226" y="222"/>
                      </a:cubicBezTo>
                      <a:cubicBezTo>
                        <a:pt x="226" y="222"/>
                        <a:pt x="226" y="221"/>
                        <a:pt x="226" y="221"/>
                      </a:cubicBezTo>
                      <a:cubicBezTo>
                        <a:pt x="226" y="221"/>
                        <a:pt x="226" y="221"/>
                        <a:pt x="226" y="221"/>
                      </a:cubicBezTo>
                      <a:cubicBezTo>
                        <a:pt x="226" y="221"/>
                        <a:pt x="226" y="220"/>
                        <a:pt x="226" y="220"/>
                      </a:cubicBezTo>
                      <a:cubicBezTo>
                        <a:pt x="226" y="220"/>
                        <a:pt x="225" y="220"/>
                        <a:pt x="226" y="219"/>
                      </a:cubicBezTo>
                      <a:cubicBezTo>
                        <a:pt x="226" y="219"/>
                        <a:pt x="225" y="219"/>
                        <a:pt x="225" y="219"/>
                      </a:cubicBezTo>
                      <a:cubicBezTo>
                        <a:pt x="225" y="219"/>
                        <a:pt x="225" y="219"/>
                        <a:pt x="225" y="219"/>
                      </a:cubicBezTo>
                      <a:cubicBezTo>
                        <a:pt x="225" y="219"/>
                        <a:pt x="225" y="219"/>
                        <a:pt x="225" y="219"/>
                      </a:cubicBezTo>
                      <a:cubicBezTo>
                        <a:pt x="225" y="218"/>
                        <a:pt x="225" y="219"/>
                        <a:pt x="225" y="219"/>
                      </a:cubicBezTo>
                      <a:cubicBezTo>
                        <a:pt x="226" y="219"/>
                        <a:pt x="226" y="219"/>
                        <a:pt x="226" y="219"/>
                      </a:cubicBezTo>
                      <a:cubicBezTo>
                        <a:pt x="226" y="219"/>
                        <a:pt x="226" y="219"/>
                        <a:pt x="226" y="219"/>
                      </a:cubicBezTo>
                      <a:cubicBezTo>
                        <a:pt x="226" y="219"/>
                        <a:pt x="226" y="219"/>
                        <a:pt x="226" y="219"/>
                      </a:cubicBezTo>
                      <a:cubicBezTo>
                        <a:pt x="226" y="219"/>
                        <a:pt x="226" y="219"/>
                        <a:pt x="226" y="219"/>
                      </a:cubicBezTo>
                      <a:cubicBezTo>
                        <a:pt x="226" y="219"/>
                        <a:pt x="226" y="219"/>
                        <a:pt x="226" y="219"/>
                      </a:cubicBezTo>
                      <a:cubicBezTo>
                        <a:pt x="226" y="219"/>
                        <a:pt x="226" y="219"/>
                        <a:pt x="226" y="219"/>
                      </a:cubicBezTo>
                      <a:cubicBezTo>
                        <a:pt x="225" y="218"/>
                        <a:pt x="225" y="218"/>
                        <a:pt x="225" y="218"/>
                      </a:cubicBezTo>
                      <a:cubicBezTo>
                        <a:pt x="225" y="218"/>
                        <a:pt x="225" y="218"/>
                        <a:pt x="225" y="218"/>
                      </a:cubicBezTo>
                      <a:cubicBezTo>
                        <a:pt x="226" y="218"/>
                        <a:pt x="226" y="218"/>
                        <a:pt x="227" y="218"/>
                      </a:cubicBezTo>
                      <a:cubicBezTo>
                        <a:pt x="227" y="218"/>
                        <a:pt x="227" y="218"/>
                        <a:pt x="227" y="218"/>
                      </a:cubicBezTo>
                      <a:cubicBezTo>
                        <a:pt x="227" y="218"/>
                        <a:pt x="227" y="218"/>
                        <a:pt x="227" y="218"/>
                      </a:cubicBezTo>
                      <a:cubicBezTo>
                        <a:pt x="227" y="218"/>
                        <a:pt x="227" y="218"/>
                        <a:pt x="227" y="218"/>
                      </a:cubicBezTo>
                      <a:cubicBezTo>
                        <a:pt x="227" y="218"/>
                        <a:pt x="227" y="218"/>
                        <a:pt x="227" y="218"/>
                      </a:cubicBezTo>
                      <a:cubicBezTo>
                        <a:pt x="227" y="218"/>
                        <a:pt x="227" y="218"/>
                        <a:pt x="227" y="218"/>
                      </a:cubicBezTo>
                      <a:cubicBezTo>
                        <a:pt x="227" y="218"/>
                        <a:pt x="227" y="217"/>
                        <a:pt x="226" y="217"/>
                      </a:cubicBezTo>
                      <a:cubicBezTo>
                        <a:pt x="226" y="217"/>
                        <a:pt x="226" y="217"/>
                        <a:pt x="226" y="217"/>
                      </a:cubicBezTo>
                      <a:cubicBezTo>
                        <a:pt x="226" y="217"/>
                        <a:pt x="226" y="217"/>
                        <a:pt x="226" y="217"/>
                      </a:cubicBezTo>
                      <a:cubicBezTo>
                        <a:pt x="225" y="217"/>
                        <a:pt x="225" y="217"/>
                        <a:pt x="225" y="217"/>
                      </a:cubicBezTo>
                      <a:cubicBezTo>
                        <a:pt x="225" y="217"/>
                        <a:pt x="225" y="217"/>
                        <a:pt x="225" y="216"/>
                      </a:cubicBezTo>
                      <a:cubicBezTo>
                        <a:pt x="225" y="216"/>
                        <a:pt x="225" y="216"/>
                        <a:pt x="225" y="216"/>
                      </a:cubicBezTo>
                      <a:cubicBezTo>
                        <a:pt x="225" y="216"/>
                        <a:pt x="225" y="215"/>
                        <a:pt x="225" y="215"/>
                      </a:cubicBezTo>
                      <a:cubicBezTo>
                        <a:pt x="225" y="215"/>
                        <a:pt x="225" y="215"/>
                        <a:pt x="225" y="215"/>
                      </a:cubicBezTo>
                      <a:cubicBezTo>
                        <a:pt x="225" y="215"/>
                        <a:pt x="225" y="215"/>
                        <a:pt x="225" y="215"/>
                      </a:cubicBezTo>
                      <a:cubicBezTo>
                        <a:pt x="226" y="215"/>
                        <a:pt x="226" y="215"/>
                        <a:pt x="226" y="215"/>
                      </a:cubicBezTo>
                      <a:cubicBezTo>
                        <a:pt x="226" y="215"/>
                        <a:pt x="226" y="215"/>
                        <a:pt x="226" y="215"/>
                      </a:cubicBezTo>
                      <a:cubicBezTo>
                        <a:pt x="226" y="215"/>
                        <a:pt x="227" y="215"/>
                        <a:pt x="227" y="215"/>
                      </a:cubicBezTo>
                      <a:cubicBezTo>
                        <a:pt x="227" y="215"/>
                        <a:pt x="227" y="215"/>
                        <a:pt x="227" y="215"/>
                      </a:cubicBezTo>
                      <a:cubicBezTo>
                        <a:pt x="227" y="215"/>
                        <a:pt x="227" y="215"/>
                        <a:pt x="227" y="215"/>
                      </a:cubicBezTo>
                      <a:cubicBezTo>
                        <a:pt x="227" y="215"/>
                        <a:pt x="227" y="215"/>
                        <a:pt x="227" y="215"/>
                      </a:cubicBezTo>
                      <a:cubicBezTo>
                        <a:pt x="227" y="215"/>
                        <a:pt x="227" y="215"/>
                        <a:pt x="227" y="215"/>
                      </a:cubicBezTo>
                      <a:cubicBezTo>
                        <a:pt x="227" y="216"/>
                        <a:pt x="227" y="216"/>
                        <a:pt x="227" y="216"/>
                      </a:cubicBezTo>
                      <a:cubicBezTo>
                        <a:pt x="227" y="216"/>
                        <a:pt x="227" y="216"/>
                        <a:pt x="227" y="217"/>
                      </a:cubicBezTo>
                      <a:cubicBezTo>
                        <a:pt x="227" y="217"/>
                        <a:pt x="227" y="217"/>
                        <a:pt x="227" y="217"/>
                      </a:cubicBezTo>
                      <a:cubicBezTo>
                        <a:pt x="227" y="217"/>
                        <a:pt x="227" y="218"/>
                        <a:pt x="228" y="218"/>
                      </a:cubicBezTo>
                      <a:cubicBezTo>
                        <a:pt x="228" y="217"/>
                        <a:pt x="228" y="217"/>
                        <a:pt x="228" y="217"/>
                      </a:cubicBezTo>
                      <a:cubicBezTo>
                        <a:pt x="227" y="217"/>
                        <a:pt x="228" y="217"/>
                        <a:pt x="228" y="217"/>
                      </a:cubicBezTo>
                      <a:cubicBezTo>
                        <a:pt x="228" y="217"/>
                        <a:pt x="228" y="217"/>
                        <a:pt x="228" y="217"/>
                      </a:cubicBezTo>
                      <a:cubicBezTo>
                        <a:pt x="228" y="217"/>
                        <a:pt x="228" y="217"/>
                        <a:pt x="228" y="217"/>
                      </a:cubicBezTo>
                      <a:cubicBezTo>
                        <a:pt x="227" y="216"/>
                        <a:pt x="228" y="216"/>
                        <a:pt x="228" y="216"/>
                      </a:cubicBezTo>
                      <a:cubicBezTo>
                        <a:pt x="228" y="216"/>
                        <a:pt x="228" y="216"/>
                        <a:pt x="228" y="216"/>
                      </a:cubicBezTo>
                      <a:cubicBezTo>
                        <a:pt x="228" y="216"/>
                        <a:pt x="228" y="216"/>
                        <a:pt x="228" y="216"/>
                      </a:cubicBezTo>
                      <a:cubicBezTo>
                        <a:pt x="228" y="216"/>
                        <a:pt x="228" y="217"/>
                        <a:pt x="228" y="217"/>
                      </a:cubicBezTo>
                      <a:cubicBezTo>
                        <a:pt x="228" y="217"/>
                        <a:pt x="228" y="217"/>
                        <a:pt x="229" y="217"/>
                      </a:cubicBezTo>
                      <a:cubicBezTo>
                        <a:pt x="229" y="217"/>
                        <a:pt x="229" y="217"/>
                        <a:pt x="229" y="217"/>
                      </a:cubicBezTo>
                      <a:cubicBezTo>
                        <a:pt x="229" y="217"/>
                        <a:pt x="229" y="217"/>
                        <a:pt x="229" y="217"/>
                      </a:cubicBezTo>
                      <a:cubicBezTo>
                        <a:pt x="229" y="217"/>
                        <a:pt x="229" y="217"/>
                        <a:pt x="229" y="217"/>
                      </a:cubicBezTo>
                      <a:cubicBezTo>
                        <a:pt x="229" y="217"/>
                        <a:pt x="229" y="217"/>
                        <a:pt x="229" y="217"/>
                      </a:cubicBezTo>
                      <a:cubicBezTo>
                        <a:pt x="229" y="217"/>
                        <a:pt x="229" y="216"/>
                        <a:pt x="229" y="216"/>
                      </a:cubicBezTo>
                      <a:cubicBezTo>
                        <a:pt x="229" y="216"/>
                        <a:pt x="229" y="216"/>
                        <a:pt x="229" y="216"/>
                      </a:cubicBezTo>
                      <a:cubicBezTo>
                        <a:pt x="228" y="216"/>
                        <a:pt x="228" y="216"/>
                        <a:pt x="228" y="216"/>
                      </a:cubicBezTo>
                      <a:cubicBezTo>
                        <a:pt x="228" y="216"/>
                        <a:pt x="228" y="216"/>
                        <a:pt x="228" y="216"/>
                      </a:cubicBezTo>
                      <a:cubicBezTo>
                        <a:pt x="228" y="216"/>
                        <a:pt x="228" y="216"/>
                        <a:pt x="228" y="215"/>
                      </a:cubicBezTo>
                      <a:cubicBezTo>
                        <a:pt x="228" y="215"/>
                        <a:pt x="228" y="215"/>
                        <a:pt x="228" y="215"/>
                      </a:cubicBezTo>
                      <a:cubicBezTo>
                        <a:pt x="228" y="215"/>
                        <a:pt x="228" y="216"/>
                        <a:pt x="229" y="216"/>
                      </a:cubicBezTo>
                      <a:cubicBezTo>
                        <a:pt x="229" y="216"/>
                        <a:pt x="229" y="216"/>
                        <a:pt x="229" y="216"/>
                      </a:cubicBezTo>
                      <a:cubicBezTo>
                        <a:pt x="229" y="216"/>
                        <a:pt x="229" y="216"/>
                        <a:pt x="229" y="216"/>
                      </a:cubicBezTo>
                      <a:cubicBezTo>
                        <a:pt x="230" y="216"/>
                        <a:pt x="230" y="216"/>
                        <a:pt x="230" y="216"/>
                      </a:cubicBezTo>
                      <a:cubicBezTo>
                        <a:pt x="230" y="216"/>
                        <a:pt x="230" y="216"/>
                        <a:pt x="229" y="216"/>
                      </a:cubicBezTo>
                      <a:cubicBezTo>
                        <a:pt x="229" y="216"/>
                        <a:pt x="229" y="216"/>
                        <a:pt x="229" y="217"/>
                      </a:cubicBezTo>
                      <a:cubicBezTo>
                        <a:pt x="229" y="217"/>
                        <a:pt x="230" y="217"/>
                        <a:pt x="230" y="217"/>
                      </a:cubicBezTo>
                      <a:cubicBezTo>
                        <a:pt x="230" y="217"/>
                        <a:pt x="230" y="217"/>
                        <a:pt x="230" y="217"/>
                      </a:cubicBezTo>
                      <a:cubicBezTo>
                        <a:pt x="230" y="216"/>
                        <a:pt x="230" y="216"/>
                        <a:pt x="230" y="216"/>
                      </a:cubicBezTo>
                      <a:cubicBezTo>
                        <a:pt x="230" y="216"/>
                        <a:pt x="230" y="215"/>
                        <a:pt x="230" y="215"/>
                      </a:cubicBezTo>
                      <a:cubicBezTo>
                        <a:pt x="230" y="215"/>
                        <a:pt x="229" y="215"/>
                        <a:pt x="229" y="215"/>
                      </a:cubicBezTo>
                      <a:cubicBezTo>
                        <a:pt x="229" y="215"/>
                        <a:pt x="229" y="215"/>
                        <a:pt x="229" y="215"/>
                      </a:cubicBezTo>
                      <a:cubicBezTo>
                        <a:pt x="230" y="215"/>
                        <a:pt x="230" y="215"/>
                        <a:pt x="230" y="215"/>
                      </a:cubicBezTo>
                      <a:cubicBezTo>
                        <a:pt x="230" y="215"/>
                        <a:pt x="230" y="215"/>
                        <a:pt x="230" y="215"/>
                      </a:cubicBezTo>
                      <a:cubicBezTo>
                        <a:pt x="230" y="215"/>
                        <a:pt x="230" y="215"/>
                        <a:pt x="230" y="215"/>
                      </a:cubicBezTo>
                      <a:cubicBezTo>
                        <a:pt x="230" y="215"/>
                        <a:pt x="230" y="215"/>
                        <a:pt x="230" y="215"/>
                      </a:cubicBezTo>
                      <a:cubicBezTo>
                        <a:pt x="230" y="215"/>
                        <a:pt x="230" y="215"/>
                        <a:pt x="230" y="215"/>
                      </a:cubicBezTo>
                      <a:cubicBezTo>
                        <a:pt x="230" y="214"/>
                        <a:pt x="230" y="214"/>
                        <a:pt x="230" y="214"/>
                      </a:cubicBezTo>
                      <a:cubicBezTo>
                        <a:pt x="229" y="214"/>
                        <a:pt x="229" y="214"/>
                        <a:pt x="229" y="214"/>
                      </a:cubicBezTo>
                      <a:cubicBezTo>
                        <a:pt x="229" y="213"/>
                        <a:pt x="229" y="213"/>
                        <a:pt x="229" y="213"/>
                      </a:cubicBezTo>
                      <a:cubicBezTo>
                        <a:pt x="229" y="213"/>
                        <a:pt x="229" y="213"/>
                        <a:pt x="229" y="213"/>
                      </a:cubicBezTo>
                      <a:cubicBezTo>
                        <a:pt x="229" y="213"/>
                        <a:pt x="229" y="213"/>
                        <a:pt x="230" y="214"/>
                      </a:cubicBezTo>
                      <a:cubicBezTo>
                        <a:pt x="230" y="214"/>
                        <a:pt x="230" y="214"/>
                        <a:pt x="230" y="214"/>
                      </a:cubicBezTo>
                      <a:cubicBezTo>
                        <a:pt x="230" y="214"/>
                        <a:pt x="230" y="214"/>
                        <a:pt x="231" y="214"/>
                      </a:cubicBezTo>
                      <a:cubicBezTo>
                        <a:pt x="231" y="214"/>
                        <a:pt x="231" y="214"/>
                        <a:pt x="231" y="214"/>
                      </a:cubicBezTo>
                      <a:cubicBezTo>
                        <a:pt x="231" y="214"/>
                        <a:pt x="231" y="214"/>
                        <a:pt x="231" y="214"/>
                      </a:cubicBezTo>
                      <a:cubicBezTo>
                        <a:pt x="231" y="214"/>
                        <a:pt x="231" y="214"/>
                        <a:pt x="231" y="214"/>
                      </a:cubicBezTo>
                      <a:cubicBezTo>
                        <a:pt x="231" y="214"/>
                        <a:pt x="232" y="214"/>
                        <a:pt x="232" y="214"/>
                      </a:cubicBezTo>
                      <a:cubicBezTo>
                        <a:pt x="232" y="214"/>
                        <a:pt x="232" y="214"/>
                        <a:pt x="232" y="214"/>
                      </a:cubicBezTo>
                      <a:cubicBezTo>
                        <a:pt x="232" y="214"/>
                        <a:pt x="232" y="214"/>
                        <a:pt x="232" y="215"/>
                      </a:cubicBezTo>
                      <a:cubicBezTo>
                        <a:pt x="232" y="215"/>
                        <a:pt x="232" y="215"/>
                        <a:pt x="232" y="215"/>
                      </a:cubicBezTo>
                      <a:cubicBezTo>
                        <a:pt x="232" y="215"/>
                        <a:pt x="232" y="215"/>
                        <a:pt x="232" y="215"/>
                      </a:cubicBezTo>
                      <a:cubicBezTo>
                        <a:pt x="232" y="215"/>
                        <a:pt x="232" y="215"/>
                        <a:pt x="232" y="215"/>
                      </a:cubicBezTo>
                      <a:cubicBezTo>
                        <a:pt x="232" y="215"/>
                        <a:pt x="232" y="215"/>
                        <a:pt x="232" y="215"/>
                      </a:cubicBezTo>
                      <a:cubicBezTo>
                        <a:pt x="232" y="216"/>
                        <a:pt x="232" y="216"/>
                        <a:pt x="232" y="216"/>
                      </a:cubicBezTo>
                      <a:cubicBezTo>
                        <a:pt x="232" y="216"/>
                        <a:pt x="232" y="216"/>
                        <a:pt x="232" y="217"/>
                      </a:cubicBezTo>
                      <a:cubicBezTo>
                        <a:pt x="232" y="217"/>
                        <a:pt x="232" y="217"/>
                        <a:pt x="232" y="217"/>
                      </a:cubicBezTo>
                      <a:cubicBezTo>
                        <a:pt x="232" y="217"/>
                        <a:pt x="232" y="217"/>
                        <a:pt x="232" y="217"/>
                      </a:cubicBezTo>
                      <a:cubicBezTo>
                        <a:pt x="232" y="216"/>
                        <a:pt x="232" y="216"/>
                        <a:pt x="232" y="216"/>
                      </a:cubicBezTo>
                      <a:cubicBezTo>
                        <a:pt x="232" y="215"/>
                        <a:pt x="232" y="215"/>
                        <a:pt x="232" y="215"/>
                      </a:cubicBezTo>
                      <a:cubicBezTo>
                        <a:pt x="232" y="215"/>
                        <a:pt x="232" y="215"/>
                        <a:pt x="232" y="215"/>
                      </a:cubicBezTo>
                      <a:cubicBezTo>
                        <a:pt x="232" y="215"/>
                        <a:pt x="233" y="215"/>
                        <a:pt x="233" y="215"/>
                      </a:cubicBezTo>
                      <a:cubicBezTo>
                        <a:pt x="233" y="215"/>
                        <a:pt x="233" y="215"/>
                        <a:pt x="233" y="215"/>
                      </a:cubicBezTo>
                      <a:cubicBezTo>
                        <a:pt x="233" y="215"/>
                        <a:pt x="233" y="215"/>
                        <a:pt x="233" y="215"/>
                      </a:cubicBezTo>
                      <a:cubicBezTo>
                        <a:pt x="233" y="215"/>
                        <a:pt x="233" y="215"/>
                        <a:pt x="233" y="215"/>
                      </a:cubicBezTo>
                      <a:cubicBezTo>
                        <a:pt x="233" y="215"/>
                        <a:pt x="233" y="215"/>
                        <a:pt x="233" y="215"/>
                      </a:cubicBezTo>
                      <a:cubicBezTo>
                        <a:pt x="233" y="215"/>
                        <a:pt x="233" y="215"/>
                        <a:pt x="233" y="215"/>
                      </a:cubicBezTo>
                      <a:cubicBezTo>
                        <a:pt x="233" y="215"/>
                        <a:pt x="233" y="215"/>
                        <a:pt x="233" y="215"/>
                      </a:cubicBezTo>
                      <a:cubicBezTo>
                        <a:pt x="233" y="215"/>
                        <a:pt x="233" y="215"/>
                        <a:pt x="233" y="214"/>
                      </a:cubicBezTo>
                      <a:cubicBezTo>
                        <a:pt x="233" y="214"/>
                        <a:pt x="234" y="214"/>
                        <a:pt x="234" y="214"/>
                      </a:cubicBezTo>
                      <a:cubicBezTo>
                        <a:pt x="234" y="214"/>
                        <a:pt x="234" y="214"/>
                        <a:pt x="234" y="214"/>
                      </a:cubicBezTo>
                      <a:cubicBezTo>
                        <a:pt x="234" y="214"/>
                        <a:pt x="234" y="214"/>
                        <a:pt x="234" y="214"/>
                      </a:cubicBezTo>
                      <a:cubicBezTo>
                        <a:pt x="234" y="214"/>
                        <a:pt x="234" y="214"/>
                        <a:pt x="234" y="214"/>
                      </a:cubicBezTo>
                      <a:cubicBezTo>
                        <a:pt x="235" y="215"/>
                        <a:pt x="235" y="215"/>
                        <a:pt x="235" y="215"/>
                      </a:cubicBezTo>
                      <a:cubicBezTo>
                        <a:pt x="235" y="215"/>
                        <a:pt x="235" y="215"/>
                        <a:pt x="235" y="215"/>
                      </a:cubicBezTo>
                      <a:cubicBezTo>
                        <a:pt x="235" y="215"/>
                        <a:pt x="235" y="215"/>
                        <a:pt x="235" y="215"/>
                      </a:cubicBezTo>
                      <a:cubicBezTo>
                        <a:pt x="235" y="215"/>
                        <a:pt x="235" y="215"/>
                        <a:pt x="235" y="215"/>
                      </a:cubicBezTo>
                      <a:cubicBezTo>
                        <a:pt x="235" y="215"/>
                        <a:pt x="235" y="215"/>
                        <a:pt x="235" y="215"/>
                      </a:cubicBezTo>
                      <a:cubicBezTo>
                        <a:pt x="235" y="216"/>
                        <a:pt x="235" y="215"/>
                        <a:pt x="235" y="215"/>
                      </a:cubicBezTo>
                      <a:cubicBezTo>
                        <a:pt x="235" y="215"/>
                        <a:pt x="235" y="215"/>
                        <a:pt x="235" y="215"/>
                      </a:cubicBezTo>
                      <a:cubicBezTo>
                        <a:pt x="235" y="215"/>
                        <a:pt x="235" y="216"/>
                        <a:pt x="235" y="216"/>
                      </a:cubicBezTo>
                      <a:cubicBezTo>
                        <a:pt x="235" y="216"/>
                        <a:pt x="235" y="216"/>
                        <a:pt x="235" y="216"/>
                      </a:cubicBezTo>
                      <a:cubicBezTo>
                        <a:pt x="235" y="216"/>
                        <a:pt x="235" y="216"/>
                        <a:pt x="235" y="216"/>
                      </a:cubicBezTo>
                      <a:cubicBezTo>
                        <a:pt x="235" y="216"/>
                        <a:pt x="234" y="216"/>
                        <a:pt x="234" y="216"/>
                      </a:cubicBezTo>
                      <a:cubicBezTo>
                        <a:pt x="234" y="216"/>
                        <a:pt x="234" y="216"/>
                        <a:pt x="234" y="216"/>
                      </a:cubicBezTo>
                      <a:cubicBezTo>
                        <a:pt x="234" y="217"/>
                        <a:pt x="234" y="217"/>
                        <a:pt x="234" y="217"/>
                      </a:cubicBezTo>
                      <a:cubicBezTo>
                        <a:pt x="234" y="217"/>
                        <a:pt x="234" y="217"/>
                        <a:pt x="234" y="217"/>
                      </a:cubicBezTo>
                      <a:cubicBezTo>
                        <a:pt x="234" y="217"/>
                        <a:pt x="234" y="217"/>
                        <a:pt x="234" y="217"/>
                      </a:cubicBezTo>
                      <a:cubicBezTo>
                        <a:pt x="234" y="217"/>
                        <a:pt x="234" y="217"/>
                        <a:pt x="234" y="217"/>
                      </a:cubicBezTo>
                      <a:cubicBezTo>
                        <a:pt x="234" y="217"/>
                        <a:pt x="234" y="217"/>
                        <a:pt x="234" y="217"/>
                      </a:cubicBezTo>
                      <a:cubicBezTo>
                        <a:pt x="235" y="217"/>
                        <a:pt x="234" y="217"/>
                        <a:pt x="234" y="217"/>
                      </a:cubicBezTo>
                      <a:cubicBezTo>
                        <a:pt x="234" y="217"/>
                        <a:pt x="234" y="217"/>
                        <a:pt x="234" y="217"/>
                      </a:cubicBezTo>
                      <a:cubicBezTo>
                        <a:pt x="234" y="217"/>
                        <a:pt x="234" y="218"/>
                        <a:pt x="234" y="218"/>
                      </a:cubicBezTo>
                      <a:cubicBezTo>
                        <a:pt x="235" y="218"/>
                        <a:pt x="235" y="217"/>
                        <a:pt x="235" y="217"/>
                      </a:cubicBezTo>
                      <a:cubicBezTo>
                        <a:pt x="235" y="217"/>
                        <a:pt x="235" y="217"/>
                        <a:pt x="235" y="217"/>
                      </a:cubicBezTo>
                      <a:cubicBezTo>
                        <a:pt x="235" y="218"/>
                        <a:pt x="235" y="218"/>
                        <a:pt x="235" y="218"/>
                      </a:cubicBezTo>
                      <a:cubicBezTo>
                        <a:pt x="235" y="218"/>
                        <a:pt x="235" y="218"/>
                        <a:pt x="235" y="218"/>
                      </a:cubicBezTo>
                      <a:cubicBezTo>
                        <a:pt x="235" y="218"/>
                        <a:pt x="235" y="218"/>
                        <a:pt x="234" y="218"/>
                      </a:cubicBezTo>
                      <a:cubicBezTo>
                        <a:pt x="235" y="218"/>
                        <a:pt x="235" y="218"/>
                        <a:pt x="235" y="218"/>
                      </a:cubicBezTo>
                      <a:cubicBezTo>
                        <a:pt x="235" y="218"/>
                        <a:pt x="235" y="218"/>
                        <a:pt x="236" y="218"/>
                      </a:cubicBezTo>
                      <a:cubicBezTo>
                        <a:pt x="236" y="218"/>
                        <a:pt x="236" y="218"/>
                        <a:pt x="236" y="218"/>
                      </a:cubicBezTo>
                      <a:cubicBezTo>
                        <a:pt x="236" y="218"/>
                        <a:pt x="236" y="218"/>
                        <a:pt x="236" y="218"/>
                      </a:cubicBezTo>
                      <a:cubicBezTo>
                        <a:pt x="236" y="218"/>
                        <a:pt x="236" y="218"/>
                        <a:pt x="236" y="218"/>
                      </a:cubicBezTo>
                      <a:cubicBezTo>
                        <a:pt x="236" y="218"/>
                        <a:pt x="237" y="218"/>
                        <a:pt x="237" y="218"/>
                      </a:cubicBezTo>
                      <a:close/>
                      <a:moveTo>
                        <a:pt x="226" y="217"/>
                      </a:moveTo>
                      <a:cubicBezTo>
                        <a:pt x="226" y="217"/>
                        <a:pt x="226" y="217"/>
                        <a:pt x="226" y="217"/>
                      </a:cubicBezTo>
                      <a:cubicBezTo>
                        <a:pt x="226" y="217"/>
                        <a:pt x="226" y="217"/>
                        <a:pt x="226" y="217"/>
                      </a:cubicBezTo>
                      <a:close/>
                      <a:moveTo>
                        <a:pt x="232" y="218"/>
                      </a:moveTo>
                      <a:cubicBezTo>
                        <a:pt x="232" y="218"/>
                        <a:pt x="232" y="218"/>
                        <a:pt x="232" y="218"/>
                      </a:cubicBezTo>
                      <a:close/>
                      <a:moveTo>
                        <a:pt x="234" y="217"/>
                      </a:moveTo>
                      <a:cubicBezTo>
                        <a:pt x="234" y="217"/>
                        <a:pt x="234" y="217"/>
                        <a:pt x="234" y="217"/>
                      </a:cubicBezTo>
                      <a:cubicBezTo>
                        <a:pt x="234" y="217"/>
                        <a:pt x="234" y="217"/>
                        <a:pt x="234" y="217"/>
                      </a:cubicBezTo>
                      <a:cubicBezTo>
                        <a:pt x="234" y="217"/>
                        <a:pt x="234" y="217"/>
                        <a:pt x="234" y="217"/>
                      </a:cubicBezTo>
                      <a:close/>
                      <a:moveTo>
                        <a:pt x="214" y="239"/>
                      </a:moveTo>
                      <a:cubicBezTo>
                        <a:pt x="214" y="239"/>
                        <a:pt x="214" y="239"/>
                        <a:pt x="214" y="239"/>
                      </a:cubicBezTo>
                      <a:cubicBezTo>
                        <a:pt x="214" y="239"/>
                        <a:pt x="213" y="239"/>
                        <a:pt x="213" y="239"/>
                      </a:cubicBezTo>
                      <a:cubicBezTo>
                        <a:pt x="213" y="239"/>
                        <a:pt x="213" y="240"/>
                        <a:pt x="213" y="240"/>
                      </a:cubicBezTo>
                      <a:cubicBezTo>
                        <a:pt x="213" y="240"/>
                        <a:pt x="213" y="240"/>
                        <a:pt x="213" y="240"/>
                      </a:cubicBezTo>
                      <a:cubicBezTo>
                        <a:pt x="213" y="240"/>
                        <a:pt x="213" y="240"/>
                        <a:pt x="213" y="240"/>
                      </a:cubicBezTo>
                      <a:cubicBezTo>
                        <a:pt x="213" y="240"/>
                        <a:pt x="213" y="240"/>
                        <a:pt x="213" y="240"/>
                      </a:cubicBezTo>
                      <a:cubicBezTo>
                        <a:pt x="213" y="240"/>
                        <a:pt x="213" y="240"/>
                        <a:pt x="213" y="241"/>
                      </a:cubicBezTo>
                      <a:cubicBezTo>
                        <a:pt x="213" y="241"/>
                        <a:pt x="214" y="241"/>
                        <a:pt x="214" y="241"/>
                      </a:cubicBezTo>
                      <a:cubicBezTo>
                        <a:pt x="214" y="240"/>
                        <a:pt x="214" y="240"/>
                        <a:pt x="214" y="240"/>
                      </a:cubicBezTo>
                      <a:cubicBezTo>
                        <a:pt x="214" y="240"/>
                        <a:pt x="214" y="239"/>
                        <a:pt x="214" y="239"/>
                      </a:cubicBezTo>
                      <a:close/>
                      <a:moveTo>
                        <a:pt x="238" y="210"/>
                      </a:moveTo>
                      <a:cubicBezTo>
                        <a:pt x="238" y="210"/>
                        <a:pt x="238" y="210"/>
                        <a:pt x="238" y="210"/>
                      </a:cubicBezTo>
                      <a:cubicBezTo>
                        <a:pt x="238" y="211"/>
                        <a:pt x="238" y="211"/>
                        <a:pt x="238" y="211"/>
                      </a:cubicBezTo>
                      <a:cubicBezTo>
                        <a:pt x="237" y="211"/>
                        <a:pt x="237" y="211"/>
                        <a:pt x="237" y="211"/>
                      </a:cubicBezTo>
                      <a:cubicBezTo>
                        <a:pt x="237" y="211"/>
                        <a:pt x="237" y="211"/>
                        <a:pt x="237" y="211"/>
                      </a:cubicBezTo>
                      <a:cubicBezTo>
                        <a:pt x="237" y="211"/>
                        <a:pt x="237" y="211"/>
                        <a:pt x="237" y="211"/>
                      </a:cubicBezTo>
                      <a:cubicBezTo>
                        <a:pt x="237" y="211"/>
                        <a:pt x="237" y="211"/>
                        <a:pt x="237" y="211"/>
                      </a:cubicBezTo>
                      <a:cubicBezTo>
                        <a:pt x="236" y="211"/>
                        <a:pt x="236" y="211"/>
                        <a:pt x="236" y="211"/>
                      </a:cubicBezTo>
                      <a:cubicBezTo>
                        <a:pt x="236" y="210"/>
                        <a:pt x="236" y="210"/>
                        <a:pt x="236" y="210"/>
                      </a:cubicBezTo>
                      <a:cubicBezTo>
                        <a:pt x="236" y="210"/>
                        <a:pt x="236" y="210"/>
                        <a:pt x="236" y="210"/>
                      </a:cubicBezTo>
                      <a:cubicBezTo>
                        <a:pt x="236" y="210"/>
                        <a:pt x="236" y="210"/>
                        <a:pt x="236" y="210"/>
                      </a:cubicBezTo>
                      <a:cubicBezTo>
                        <a:pt x="236" y="210"/>
                        <a:pt x="236" y="210"/>
                        <a:pt x="236" y="210"/>
                      </a:cubicBezTo>
                      <a:cubicBezTo>
                        <a:pt x="235" y="210"/>
                        <a:pt x="235" y="211"/>
                        <a:pt x="236" y="211"/>
                      </a:cubicBezTo>
                      <a:cubicBezTo>
                        <a:pt x="236" y="211"/>
                        <a:pt x="236" y="211"/>
                        <a:pt x="236" y="211"/>
                      </a:cubicBezTo>
                      <a:cubicBezTo>
                        <a:pt x="236" y="211"/>
                        <a:pt x="236" y="211"/>
                        <a:pt x="236" y="211"/>
                      </a:cubicBezTo>
                      <a:cubicBezTo>
                        <a:pt x="235" y="211"/>
                        <a:pt x="235" y="211"/>
                        <a:pt x="235" y="211"/>
                      </a:cubicBezTo>
                      <a:cubicBezTo>
                        <a:pt x="235" y="211"/>
                        <a:pt x="235" y="211"/>
                        <a:pt x="236" y="211"/>
                      </a:cubicBezTo>
                      <a:cubicBezTo>
                        <a:pt x="236" y="211"/>
                        <a:pt x="236" y="212"/>
                        <a:pt x="236" y="212"/>
                      </a:cubicBezTo>
                      <a:cubicBezTo>
                        <a:pt x="236" y="212"/>
                        <a:pt x="235" y="212"/>
                        <a:pt x="235" y="212"/>
                      </a:cubicBezTo>
                      <a:cubicBezTo>
                        <a:pt x="235" y="212"/>
                        <a:pt x="235" y="212"/>
                        <a:pt x="235" y="212"/>
                      </a:cubicBezTo>
                      <a:cubicBezTo>
                        <a:pt x="235" y="212"/>
                        <a:pt x="235" y="212"/>
                        <a:pt x="235" y="212"/>
                      </a:cubicBezTo>
                      <a:cubicBezTo>
                        <a:pt x="235" y="211"/>
                        <a:pt x="235" y="211"/>
                        <a:pt x="235" y="212"/>
                      </a:cubicBezTo>
                      <a:cubicBezTo>
                        <a:pt x="235" y="212"/>
                        <a:pt x="235" y="212"/>
                        <a:pt x="235" y="212"/>
                      </a:cubicBezTo>
                      <a:cubicBezTo>
                        <a:pt x="234" y="212"/>
                        <a:pt x="234" y="212"/>
                        <a:pt x="234" y="212"/>
                      </a:cubicBezTo>
                      <a:cubicBezTo>
                        <a:pt x="234" y="212"/>
                        <a:pt x="234" y="212"/>
                        <a:pt x="234" y="212"/>
                      </a:cubicBezTo>
                      <a:cubicBezTo>
                        <a:pt x="234" y="212"/>
                        <a:pt x="234" y="212"/>
                        <a:pt x="234" y="212"/>
                      </a:cubicBezTo>
                      <a:cubicBezTo>
                        <a:pt x="234" y="211"/>
                        <a:pt x="234" y="211"/>
                        <a:pt x="234" y="211"/>
                      </a:cubicBezTo>
                      <a:cubicBezTo>
                        <a:pt x="234" y="211"/>
                        <a:pt x="234" y="211"/>
                        <a:pt x="234" y="211"/>
                      </a:cubicBezTo>
                      <a:cubicBezTo>
                        <a:pt x="234" y="211"/>
                        <a:pt x="234" y="211"/>
                        <a:pt x="234" y="211"/>
                      </a:cubicBezTo>
                      <a:cubicBezTo>
                        <a:pt x="234" y="211"/>
                        <a:pt x="234" y="211"/>
                        <a:pt x="234" y="212"/>
                      </a:cubicBezTo>
                      <a:cubicBezTo>
                        <a:pt x="234" y="212"/>
                        <a:pt x="233" y="212"/>
                        <a:pt x="233" y="212"/>
                      </a:cubicBezTo>
                      <a:cubicBezTo>
                        <a:pt x="233" y="212"/>
                        <a:pt x="233" y="212"/>
                        <a:pt x="233" y="212"/>
                      </a:cubicBezTo>
                      <a:cubicBezTo>
                        <a:pt x="233" y="212"/>
                        <a:pt x="233" y="212"/>
                        <a:pt x="233" y="212"/>
                      </a:cubicBezTo>
                      <a:cubicBezTo>
                        <a:pt x="233" y="213"/>
                        <a:pt x="233" y="213"/>
                        <a:pt x="233" y="212"/>
                      </a:cubicBezTo>
                      <a:cubicBezTo>
                        <a:pt x="233" y="212"/>
                        <a:pt x="233" y="212"/>
                        <a:pt x="233" y="212"/>
                      </a:cubicBezTo>
                      <a:cubicBezTo>
                        <a:pt x="232" y="212"/>
                        <a:pt x="232" y="212"/>
                        <a:pt x="232" y="212"/>
                      </a:cubicBezTo>
                      <a:cubicBezTo>
                        <a:pt x="232" y="212"/>
                        <a:pt x="232" y="213"/>
                        <a:pt x="233" y="213"/>
                      </a:cubicBezTo>
                      <a:cubicBezTo>
                        <a:pt x="233" y="213"/>
                        <a:pt x="233" y="213"/>
                        <a:pt x="232" y="213"/>
                      </a:cubicBezTo>
                      <a:cubicBezTo>
                        <a:pt x="232" y="213"/>
                        <a:pt x="232" y="213"/>
                        <a:pt x="232" y="213"/>
                      </a:cubicBezTo>
                      <a:cubicBezTo>
                        <a:pt x="232" y="213"/>
                        <a:pt x="231" y="213"/>
                        <a:pt x="231" y="213"/>
                      </a:cubicBezTo>
                      <a:cubicBezTo>
                        <a:pt x="231" y="212"/>
                        <a:pt x="231" y="212"/>
                        <a:pt x="231" y="212"/>
                      </a:cubicBezTo>
                      <a:cubicBezTo>
                        <a:pt x="231" y="212"/>
                        <a:pt x="231" y="212"/>
                        <a:pt x="231" y="212"/>
                      </a:cubicBezTo>
                      <a:cubicBezTo>
                        <a:pt x="230" y="212"/>
                        <a:pt x="230" y="212"/>
                        <a:pt x="230" y="212"/>
                      </a:cubicBezTo>
                      <a:cubicBezTo>
                        <a:pt x="230" y="212"/>
                        <a:pt x="230" y="212"/>
                        <a:pt x="230" y="212"/>
                      </a:cubicBezTo>
                      <a:cubicBezTo>
                        <a:pt x="230" y="212"/>
                        <a:pt x="230" y="212"/>
                        <a:pt x="230" y="212"/>
                      </a:cubicBezTo>
                      <a:cubicBezTo>
                        <a:pt x="230" y="211"/>
                        <a:pt x="230" y="211"/>
                        <a:pt x="230" y="211"/>
                      </a:cubicBezTo>
                      <a:cubicBezTo>
                        <a:pt x="229" y="211"/>
                        <a:pt x="230" y="211"/>
                        <a:pt x="230" y="211"/>
                      </a:cubicBezTo>
                      <a:cubicBezTo>
                        <a:pt x="230" y="211"/>
                        <a:pt x="230" y="211"/>
                        <a:pt x="230" y="210"/>
                      </a:cubicBezTo>
                      <a:cubicBezTo>
                        <a:pt x="230" y="210"/>
                        <a:pt x="230" y="210"/>
                        <a:pt x="230" y="211"/>
                      </a:cubicBezTo>
                      <a:cubicBezTo>
                        <a:pt x="230" y="211"/>
                        <a:pt x="230" y="211"/>
                        <a:pt x="230" y="211"/>
                      </a:cubicBezTo>
                      <a:cubicBezTo>
                        <a:pt x="230" y="211"/>
                        <a:pt x="231" y="211"/>
                        <a:pt x="231" y="211"/>
                      </a:cubicBezTo>
                      <a:cubicBezTo>
                        <a:pt x="231" y="211"/>
                        <a:pt x="231" y="211"/>
                        <a:pt x="231" y="211"/>
                      </a:cubicBezTo>
                      <a:cubicBezTo>
                        <a:pt x="231" y="211"/>
                        <a:pt x="231" y="211"/>
                        <a:pt x="231" y="211"/>
                      </a:cubicBezTo>
                      <a:cubicBezTo>
                        <a:pt x="231" y="211"/>
                        <a:pt x="231" y="211"/>
                        <a:pt x="231" y="211"/>
                      </a:cubicBezTo>
                      <a:cubicBezTo>
                        <a:pt x="231" y="211"/>
                        <a:pt x="231" y="211"/>
                        <a:pt x="231" y="211"/>
                      </a:cubicBezTo>
                      <a:cubicBezTo>
                        <a:pt x="231" y="211"/>
                        <a:pt x="231" y="211"/>
                        <a:pt x="231" y="211"/>
                      </a:cubicBezTo>
                      <a:cubicBezTo>
                        <a:pt x="231" y="211"/>
                        <a:pt x="232" y="211"/>
                        <a:pt x="231" y="211"/>
                      </a:cubicBezTo>
                      <a:cubicBezTo>
                        <a:pt x="231" y="211"/>
                        <a:pt x="231" y="211"/>
                        <a:pt x="231" y="211"/>
                      </a:cubicBezTo>
                      <a:cubicBezTo>
                        <a:pt x="231" y="211"/>
                        <a:pt x="231" y="210"/>
                        <a:pt x="231" y="210"/>
                      </a:cubicBezTo>
                      <a:cubicBezTo>
                        <a:pt x="231" y="210"/>
                        <a:pt x="231" y="210"/>
                        <a:pt x="231" y="210"/>
                      </a:cubicBezTo>
                      <a:cubicBezTo>
                        <a:pt x="230" y="210"/>
                        <a:pt x="230" y="210"/>
                        <a:pt x="231" y="210"/>
                      </a:cubicBezTo>
                      <a:cubicBezTo>
                        <a:pt x="231" y="209"/>
                        <a:pt x="231" y="209"/>
                        <a:pt x="231" y="209"/>
                      </a:cubicBezTo>
                      <a:cubicBezTo>
                        <a:pt x="231" y="210"/>
                        <a:pt x="231" y="210"/>
                        <a:pt x="232" y="210"/>
                      </a:cubicBezTo>
                      <a:cubicBezTo>
                        <a:pt x="232" y="210"/>
                        <a:pt x="232" y="210"/>
                        <a:pt x="232" y="210"/>
                      </a:cubicBezTo>
                      <a:cubicBezTo>
                        <a:pt x="232" y="209"/>
                        <a:pt x="232" y="209"/>
                        <a:pt x="232" y="210"/>
                      </a:cubicBezTo>
                      <a:cubicBezTo>
                        <a:pt x="232" y="210"/>
                        <a:pt x="233" y="210"/>
                        <a:pt x="233" y="210"/>
                      </a:cubicBezTo>
                      <a:cubicBezTo>
                        <a:pt x="233" y="210"/>
                        <a:pt x="233" y="210"/>
                        <a:pt x="233" y="210"/>
                      </a:cubicBezTo>
                      <a:cubicBezTo>
                        <a:pt x="232" y="209"/>
                        <a:pt x="233" y="209"/>
                        <a:pt x="232" y="209"/>
                      </a:cubicBezTo>
                      <a:cubicBezTo>
                        <a:pt x="232" y="209"/>
                        <a:pt x="232" y="209"/>
                        <a:pt x="232" y="209"/>
                      </a:cubicBezTo>
                      <a:cubicBezTo>
                        <a:pt x="232" y="209"/>
                        <a:pt x="232" y="209"/>
                        <a:pt x="232" y="209"/>
                      </a:cubicBezTo>
                      <a:cubicBezTo>
                        <a:pt x="232" y="209"/>
                        <a:pt x="233" y="209"/>
                        <a:pt x="233" y="209"/>
                      </a:cubicBezTo>
                      <a:cubicBezTo>
                        <a:pt x="233" y="209"/>
                        <a:pt x="233" y="209"/>
                        <a:pt x="233" y="209"/>
                      </a:cubicBezTo>
                      <a:cubicBezTo>
                        <a:pt x="233" y="208"/>
                        <a:pt x="232" y="208"/>
                        <a:pt x="232" y="208"/>
                      </a:cubicBezTo>
                      <a:cubicBezTo>
                        <a:pt x="232" y="208"/>
                        <a:pt x="232" y="208"/>
                        <a:pt x="232" y="208"/>
                      </a:cubicBezTo>
                      <a:cubicBezTo>
                        <a:pt x="232" y="208"/>
                        <a:pt x="232" y="208"/>
                        <a:pt x="232" y="208"/>
                      </a:cubicBezTo>
                      <a:cubicBezTo>
                        <a:pt x="232" y="208"/>
                        <a:pt x="232" y="208"/>
                        <a:pt x="232" y="208"/>
                      </a:cubicBezTo>
                      <a:cubicBezTo>
                        <a:pt x="232" y="208"/>
                        <a:pt x="232" y="208"/>
                        <a:pt x="232" y="208"/>
                      </a:cubicBezTo>
                      <a:cubicBezTo>
                        <a:pt x="232" y="208"/>
                        <a:pt x="232" y="208"/>
                        <a:pt x="232" y="208"/>
                      </a:cubicBezTo>
                      <a:cubicBezTo>
                        <a:pt x="233" y="208"/>
                        <a:pt x="233" y="207"/>
                        <a:pt x="233" y="207"/>
                      </a:cubicBezTo>
                      <a:cubicBezTo>
                        <a:pt x="233" y="208"/>
                        <a:pt x="233" y="208"/>
                        <a:pt x="233" y="208"/>
                      </a:cubicBezTo>
                      <a:cubicBezTo>
                        <a:pt x="233" y="208"/>
                        <a:pt x="233" y="208"/>
                        <a:pt x="233" y="207"/>
                      </a:cubicBezTo>
                      <a:cubicBezTo>
                        <a:pt x="233" y="207"/>
                        <a:pt x="233" y="207"/>
                        <a:pt x="233" y="207"/>
                      </a:cubicBezTo>
                      <a:cubicBezTo>
                        <a:pt x="233" y="207"/>
                        <a:pt x="233" y="207"/>
                        <a:pt x="233" y="207"/>
                      </a:cubicBezTo>
                      <a:cubicBezTo>
                        <a:pt x="233" y="207"/>
                        <a:pt x="234" y="207"/>
                        <a:pt x="234" y="207"/>
                      </a:cubicBezTo>
                      <a:cubicBezTo>
                        <a:pt x="234" y="207"/>
                        <a:pt x="234" y="207"/>
                        <a:pt x="234" y="207"/>
                      </a:cubicBezTo>
                      <a:cubicBezTo>
                        <a:pt x="234" y="207"/>
                        <a:pt x="234" y="207"/>
                        <a:pt x="234" y="207"/>
                      </a:cubicBezTo>
                      <a:cubicBezTo>
                        <a:pt x="234" y="207"/>
                        <a:pt x="234" y="207"/>
                        <a:pt x="234" y="207"/>
                      </a:cubicBezTo>
                      <a:cubicBezTo>
                        <a:pt x="234" y="207"/>
                        <a:pt x="234" y="208"/>
                        <a:pt x="234" y="208"/>
                      </a:cubicBezTo>
                      <a:cubicBezTo>
                        <a:pt x="234" y="208"/>
                        <a:pt x="234" y="208"/>
                        <a:pt x="234" y="208"/>
                      </a:cubicBezTo>
                      <a:cubicBezTo>
                        <a:pt x="235" y="208"/>
                        <a:pt x="235" y="208"/>
                        <a:pt x="234" y="208"/>
                      </a:cubicBezTo>
                      <a:cubicBezTo>
                        <a:pt x="234" y="208"/>
                        <a:pt x="234" y="209"/>
                        <a:pt x="234" y="209"/>
                      </a:cubicBezTo>
                      <a:cubicBezTo>
                        <a:pt x="234" y="209"/>
                        <a:pt x="234" y="209"/>
                        <a:pt x="234" y="209"/>
                      </a:cubicBezTo>
                      <a:cubicBezTo>
                        <a:pt x="235" y="209"/>
                        <a:pt x="235" y="209"/>
                        <a:pt x="235" y="209"/>
                      </a:cubicBezTo>
                      <a:cubicBezTo>
                        <a:pt x="235" y="209"/>
                        <a:pt x="235" y="209"/>
                        <a:pt x="235" y="209"/>
                      </a:cubicBezTo>
                      <a:cubicBezTo>
                        <a:pt x="235" y="209"/>
                        <a:pt x="235" y="209"/>
                        <a:pt x="235" y="209"/>
                      </a:cubicBezTo>
                      <a:cubicBezTo>
                        <a:pt x="235" y="209"/>
                        <a:pt x="235" y="209"/>
                        <a:pt x="235" y="209"/>
                      </a:cubicBezTo>
                      <a:cubicBezTo>
                        <a:pt x="235" y="209"/>
                        <a:pt x="235" y="208"/>
                        <a:pt x="235" y="208"/>
                      </a:cubicBezTo>
                      <a:cubicBezTo>
                        <a:pt x="235" y="208"/>
                        <a:pt x="235" y="208"/>
                        <a:pt x="235" y="208"/>
                      </a:cubicBezTo>
                      <a:cubicBezTo>
                        <a:pt x="235" y="208"/>
                        <a:pt x="235" y="208"/>
                        <a:pt x="235" y="208"/>
                      </a:cubicBezTo>
                      <a:cubicBezTo>
                        <a:pt x="235" y="208"/>
                        <a:pt x="235" y="208"/>
                        <a:pt x="235" y="208"/>
                      </a:cubicBezTo>
                      <a:cubicBezTo>
                        <a:pt x="236" y="208"/>
                        <a:pt x="236" y="208"/>
                        <a:pt x="236" y="208"/>
                      </a:cubicBezTo>
                      <a:cubicBezTo>
                        <a:pt x="236" y="208"/>
                        <a:pt x="236" y="208"/>
                        <a:pt x="236" y="208"/>
                      </a:cubicBezTo>
                      <a:cubicBezTo>
                        <a:pt x="236" y="208"/>
                        <a:pt x="236" y="208"/>
                        <a:pt x="236" y="208"/>
                      </a:cubicBezTo>
                      <a:cubicBezTo>
                        <a:pt x="236" y="208"/>
                        <a:pt x="236" y="208"/>
                        <a:pt x="236" y="208"/>
                      </a:cubicBezTo>
                      <a:cubicBezTo>
                        <a:pt x="236" y="208"/>
                        <a:pt x="236" y="209"/>
                        <a:pt x="236" y="209"/>
                      </a:cubicBezTo>
                      <a:cubicBezTo>
                        <a:pt x="236" y="209"/>
                        <a:pt x="236" y="209"/>
                        <a:pt x="236" y="209"/>
                      </a:cubicBezTo>
                      <a:cubicBezTo>
                        <a:pt x="236" y="209"/>
                        <a:pt x="236" y="209"/>
                        <a:pt x="236" y="209"/>
                      </a:cubicBezTo>
                      <a:cubicBezTo>
                        <a:pt x="236" y="208"/>
                        <a:pt x="237" y="208"/>
                        <a:pt x="237" y="208"/>
                      </a:cubicBezTo>
                      <a:cubicBezTo>
                        <a:pt x="237" y="209"/>
                        <a:pt x="237" y="209"/>
                        <a:pt x="237" y="209"/>
                      </a:cubicBezTo>
                      <a:cubicBezTo>
                        <a:pt x="237" y="209"/>
                        <a:pt x="237" y="209"/>
                        <a:pt x="237" y="209"/>
                      </a:cubicBezTo>
                      <a:cubicBezTo>
                        <a:pt x="237" y="209"/>
                        <a:pt x="237" y="210"/>
                        <a:pt x="237" y="210"/>
                      </a:cubicBezTo>
                      <a:cubicBezTo>
                        <a:pt x="237" y="210"/>
                        <a:pt x="237" y="210"/>
                        <a:pt x="237" y="210"/>
                      </a:cubicBezTo>
                      <a:cubicBezTo>
                        <a:pt x="237" y="210"/>
                        <a:pt x="237" y="210"/>
                        <a:pt x="237" y="210"/>
                      </a:cubicBezTo>
                      <a:cubicBezTo>
                        <a:pt x="237" y="210"/>
                        <a:pt x="237" y="210"/>
                        <a:pt x="237" y="210"/>
                      </a:cubicBezTo>
                      <a:cubicBezTo>
                        <a:pt x="237" y="210"/>
                        <a:pt x="237" y="210"/>
                        <a:pt x="237" y="209"/>
                      </a:cubicBezTo>
                      <a:cubicBezTo>
                        <a:pt x="237" y="209"/>
                        <a:pt x="237" y="210"/>
                        <a:pt x="237" y="210"/>
                      </a:cubicBezTo>
                      <a:cubicBezTo>
                        <a:pt x="237" y="210"/>
                        <a:pt x="237" y="209"/>
                        <a:pt x="237" y="209"/>
                      </a:cubicBezTo>
                      <a:cubicBezTo>
                        <a:pt x="238" y="209"/>
                        <a:pt x="238" y="209"/>
                        <a:pt x="238" y="209"/>
                      </a:cubicBezTo>
                      <a:cubicBezTo>
                        <a:pt x="238" y="209"/>
                        <a:pt x="238" y="210"/>
                        <a:pt x="238" y="210"/>
                      </a:cubicBezTo>
                      <a:close/>
                      <a:moveTo>
                        <a:pt x="228" y="214"/>
                      </a:moveTo>
                      <a:cubicBezTo>
                        <a:pt x="228" y="215"/>
                        <a:pt x="228" y="215"/>
                        <a:pt x="228" y="215"/>
                      </a:cubicBezTo>
                      <a:cubicBezTo>
                        <a:pt x="228" y="215"/>
                        <a:pt x="228" y="215"/>
                        <a:pt x="229" y="215"/>
                      </a:cubicBezTo>
                      <a:cubicBezTo>
                        <a:pt x="229" y="215"/>
                        <a:pt x="229" y="215"/>
                        <a:pt x="229" y="215"/>
                      </a:cubicBezTo>
                      <a:cubicBezTo>
                        <a:pt x="229" y="215"/>
                        <a:pt x="229" y="215"/>
                        <a:pt x="229" y="215"/>
                      </a:cubicBezTo>
                      <a:cubicBezTo>
                        <a:pt x="229" y="215"/>
                        <a:pt x="229" y="216"/>
                        <a:pt x="229" y="216"/>
                      </a:cubicBezTo>
                      <a:cubicBezTo>
                        <a:pt x="229" y="216"/>
                        <a:pt x="229" y="216"/>
                        <a:pt x="230" y="216"/>
                      </a:cubicBezTo>
                      <a:cubicBezTo>
                        <a:pt x="230" y="216"/>
                        <a:pt x="230" y="216"/>
                        <a:pt x="230" y="215"/>
                      </a:cubicBezTo>
                      <a:cubicBezTo>
                        <a:pt x="229" y="215"/>
                        <a:pt x="229" y="215"/>
                        <a:pt x="229" y="215"/>
                      </a:cubicBezTo>
                      <a:cubicBezTo>
                        <a:pt x="229" y="215"/>
                        <a:pt x="229" y="215"/>
                        <a:pt x="229" y="215"/>
                      </a:cubicBezTo>
                      <a:cubicBezTo>
                        <a:pt x="229" y="215"/>
                        <a:pt x="229" y="214"/>
                        <a:pt x="229" y="214"/>
                      </a:cubicBezTo>
                      <a:cubicBezTo>
                        <a:pt x="229" y="214"/>
                        <a:pt x="229" y="214"/>
                        <a:pt x="229" y="214"/>
                      </a:cubicBezTo>
                      <a:cubicBezTo>
                        <a:pt x="228" y="214"/>
                        <a:pt x="228" y="214"/>
                        <a:pt x="228" y="214"/>
                      </a:cubicBezTo>
                      <a:cubicBezTo>
                        <a:pt x="228" y="214"/>
                        <a:pt x="228" y="214"/>
                        <a:pt x="228" y="214"/>
                      </a:cubicBezTo>
                      <a:cubicBezTo>
                        <a:pt x="227" y="214"/>
                        <a:pt x="227" y="214"/>
                        <a:pt x="228" y="214"/>
                      </a:cubicBezTo>
                      <a:close/>
                      <a:moveTo>
                        <a:pt x="225" y="231"/>
                      </a:moveTo>
                      <a:cubicBezTo>
                        <a:pt x="225" y="231"/>
                        <a:pt x="225" y="231"/>
                        <a:pt x="225" y="231"/>
                      </a:cubicBezTo>
                      <a:cubicBezTo>
                        <a:pt x="225" y="231"/>
                        <a:pt x="225" y="231"/>
                        <a:pt x="225" y="231"/>
                      </a:cubicBezTo>
                      <a:cubicBezTo>
                        <a:pt x="225" y="231"/>
                        <a:pt x="225" y="231"/>
                        <a:pt x="224" y="231"/>
                      </a:cubicBezTo>
                      <a:cubicBezTo>
                        <a:pt x="224" y="231"/>
                        <a:pt x="224" y="231"/>
                        <a:pt x="224" y="231"/>
                      </a:cubicBezTo>
                      <a:cubicBezTo>
                        <a:pt x="224" y="231"/>
                        <a:pt x="224" y="231"/>
                        <a:pt x="224" y="232"/>
                      </a:cubicBezTo>
                      <a:cubicBezTo>
                        <a:pt x="223" y="232"/>
                        <a:pt x="223" y="232"/>
                        <a:pt x="224" y="232"/>
                      </a:cubicBezTo>
                      <a:cubicBezTo>
                        <a:pt x="224" y="232"/>
                        <a:pt x="224" y="232"/>
                        <a:pt x="224" y="232"/>
                      </a:cubicBezTo>
                      <a:cubicBezTo>
                        <a:pt x="225" y="232"/>
                        <a:pt x="225" y="231"/>
                        <a:pt x="225" y="231"/>
                      </a:cubicBezTo>
                      <a:cubicBezTo>
                        <a:pt x="225" y="231"/>
                        <a:pt x="225" y="231"/>
                        <a:pt x="225" y="231"/>
                      </a:cubicBezTo>
                      <a:close/>
                      <a:moveTo>
                        <a:pt x="228" y="212"/>
                      </a:moveTo>
                      <a:cubicBezTo>
                        <a:pt x="229" y="212"/>
                        <a:pt x="229" y="212"/>
                        <a:pt x="229" y="211"/>
                      </a:cubicBezTo>
                      <a:cubicBezTo>
                        <a:pt x="229" y="211"/>
                        <a:pt x="229" y="211"/>
                        <a:pt x="229" y="211"/>
                      </a:cubicBezTo>
                      <a:cubicBezTo>
                        <a:pt x="229" y="211"/>
                        <a:pt x="229" y="211"/>
                        <a:pt x="229" y="211"/>
                      </a:cubicBezTo>
                      <a:cubicBezTo>
                        <a:pt x="229" y="212"/>
                        <a:pt x="229" y="212"/>
                        <a:pt x="230" y="212"/>
                      </a:cubicBezTo>
                      <a:cubicBezTo>
                        <a:pt x="230" y="212"/>
                        <a:pt x="230" y="212"/>
                        <a:pt x="230" y="212"/>
                      </a:cubicBezTo>
                      <a:cubicBezTo>
                        <a:pt x="230" y="212"/>
                        <a:pt x="230" y="212"/>
                        <a:pt x="230" y="212"/>
                      </a:cubicBezTo>
                      <a:cubicBezTo>
                        <a:pt x="230" y="212"/>
                        <a:pt x="230" y="212"/>
                        <a:pt x="230" y="212"/>
                      </a:cubicBezTo>
                      <a:cubicBezTo>
                        <a:pt x="230" y="212"/>
                        <a:pt x="230" y="212"/>
                        <a:pt x="230" y="212"/>
                      </a:cubicBezTo>
                      <a:cubicBezTo>
                        <a:pt x="230" y="212"/>
                        <a:pt x="230" y="212"/>
                        <a:pt x="231" y="213"/>
                      </a:cubicBezTo>
                      <a:cubicBezTo>
                        <a:pt x="231" y="213"/>
                        <a:pt x="231" y="213"/>
                        <a:pt x="231" y="213"/>
                      </a:cubicBezTo>
                      <a:cubicBezTo>
                        <a:pt x="231" y="213"/>
                        <a:pt x="231" y="213"/>
                        <a:pt x="231" y="213"/>
                      </a:cubicBezTo>
                      <a:cubicBezTo>
                        <a:pt x="231" y="213"/>
                        <a:pt x="232" y="213"/>
                        <a:pt x="232" y="213"/>
                      </a:cubicBezTo>
                      <a:cubicBezTo>
                        <a:pt x="232" y="213"/>
                        <a:pt x="231" y="213"/>
                        <a:pt x="231" y="213"/>
                      </a:cubicBezTo>
                      <a:cubicBezTo>
                        <a:pt x="231" y="214"/>
                        <a:pt x="231" y="213"/>
                        <a:pt x="231" y="213"/>
                      </a:cubicBezTo>
                      <a:cubicBezTo>
                        <a:pt x="231" y="213"/>
                        <a:pt x="230" y="213"/>
                        <a:pt x="230" y="213"/>
                      </a:cubicBezTo>
                      <a:cubicBezTo>
                        <a:pt x="230" y="213"/>
                        <a:pt x="230" y="213"/>
                        <a:pt x="230" y="213"/>
                      </a:cubicBezTo>
                      <a:cubicBezTo>
                        <a:pt x="230" y="213"/>
                        <a:pt x="230" y="213"/>
                        <a:pt x="229" y="213"/>
                      </a:cubicBezTo>
                      <a:cubicBezTo>
                        <a:pt x="229" y="212"/>
                        <a:pt x="229" y="212"/>
                        <a:pt x="229" y="212"/>
                      </a:cubicBezTo>
                      <a:cubicBezTo>
                        <a:pt x="229" y="212"/>
                        <a:pt x="229" y="212"/>
                        <a:pt x="229" y="212"/>
                      </a:cubicBezTo>
                      <a:cubicBezTo>
                        <a:pt x="229" y="212"/>
                        <a:pt x="229" y="212"/>
                        <a:pt x="229" y="212"/>
                      </a:cubicBezTo>
                      <a:cubicBezTo>
                        <a:pt x="229" y="212"/>
                        <a:pt x="229" y="212"/>
                        <a:pt x="229" y="212"/>
                      </a:cubicBezTo>
                      <a:cubicBezTo>
                        <a:pt x="229" y="213"/>
                        <a:pt x="229" y="213"/>
                        <a:pt x="229" y="213"/>
                      </a:cubicBezTo>
                      <a:cubicBezTo>
                        <a:pt x="229" y="213"/>
                        <a:pt x="229" y="213"/>
                        <a:pt x="229" y="213"/>
                      </a:cubicBezTo>
                      <a:cubicBezTo>
                        <a:pt x="228" y="212"/>
                        <a:pt x="228" y="212"/>
                        <a:pt x="228" y="212"/>
                      </a:cubicBezTo>
                      <a:close/>
                      <a:moveTo>
                        <a:pt x="239" y="210"/>
                      </a:moveTo>
                      <a:cubicBezTo>
                        <a:pt x="239" y="210"/>
                        <a:pt x="239" y="210"/>
                        <a:pt x="239" y="210"/>
                      </a:cubicBezTo>
                      <a:cubicBezTo>
                        <a:pt x="239" y="210"/>
                        <a:pt x="239" y="210"/>
                        <a:pt x="239" y="210"/>
                      </a:cubicBezTo>
                      <a:cubicBezTo>
                        <a:pt x="239" y="210"/>
                        <a:pt x="239" y="210"/>
                        <a:pt x="238" y="210"/>
                      </a:cubicBezTo>
                      <a:cubicBezTo>
                        <a:pt x="238" y="210"/>
                        <a:pt x="238" y="211"/>
                        <a:pt x="238" y="211"/>
                      </a:cubicBezTo>
                      <a:cubicBezTo>
                        <a:pt x="238" y="211"/>
                        <a:pt x="238" y="211"/>
                        <a:pt x="238" y="211"/>
                      </a:cubicBezTo>
                      <a:cubicBezTo>
                        <a:pt x="238" y="211"/>
                        <a:pt x="239" y="211"/>
                        <a:pt x="239" y="211"/>
                      </a:cubicBezTo>
                      <a:cubicBezTo>
                        <a:pt x="239" y="211"/>
                        <a:pt x="239" y="211"/>
                        <a:pt x="239" y="211"/>
                      </a:cubicBezTo>
                      <a:cubicBezTo>
                        <a:pt x="239" y="211"/>
                        <a:pt x="239" y="210"/>
                        <a:pt x="239" y="210"/>
                      </a:cubicBezTo>
                      <a:close/>
                      <a:moveTo>
                        <a:pt x="233" y="214"/>
                      </a:moveTo>
                      <a:cubicBezTo>
                        <a:pt x="233" y="214"/>
                        <a:pt x="233" y="214"/>
                        <a:pt x="233" y="214"/>
                      </a:cubicBezTo>
                      <a:cubicBezTo>
                        <a:pt x="233" y="213"/>
                        <a:pt x="233" y="213"/>
                        <a:pt x="233" y="213"/>
                      </a:cubicBezTo>
                      <a:cubicBezTo>
                        <a:pt x="232" y="213"/>
                        <a:pt x="232" y="213"/>
                        <a:pt x="232" y="214"/>
                      </a:cubicBezTo>
                      <a:cubicBezTo>
                        <a:pt x="232" y="214"/>
                        <a:pt x="232" y="214"/>
                        <a:pt x="232" y="214"/>
                      </a:cubicBezTo>
                      <a:cubicBezTo>
                        <a:pt x="232" y="214"/>
                        <a:pt x="232" y="214"/>
                        <a:pt x="232" y="214"/>
                      </a:cubicBezTo>
                      <a:cubicBezTo>
                        <a:pt x="233" y="214"/>
                        <a:pt x="233" y="214"/>
                        <a:pt x="233" y="214"/>
                      </a:cubicBezTo>
                      <a:close/>
                      <a:moveTo>
                        <a:pt x="235" y="214"/>
                      </a:moveTo>
                      <a:cubicBezTo>
                        <a:pt x="235" y="214"/>
                        <a:pt x="235" y="214"/>
                        <a:pt x="235" y="214"/>
                      </a:cubicBezTo>
                      <a:cubicBezTo>
                        <a:pt x="235" y="214"/>
                        <a:pt x="234" y="214"/>
                        <a:pt x="234" y="214"/>
                      </a:cubicBezTo>
                      <a:cubicBezTo>
                        <a:pt x="234" y="214"/>
                        <a:pt x="234" y="214"/>
                        <a:pt x="235" y="214"/>
                      </a:cubicBezTo>
                      <a:cubicBezTo>
                        <a:pt x="235" y="214"/>
                        <a:pt x="235" y="214"/>
                        <a:pt x="235" y="214"/>
                      </a:cubicBezTo>
                      <a:cubicBezTo>
                        <a:pt x="235" y="214"/>
                        <a:pt x="235" y="214"/>
                        <a:pt x="235" y="214"/>
                      </a:cubicBezTo>
                      <a:cubicBezTo>
                        <a:pt x="235" y="214"/>
                        <a:pt x="235" y="214"/>
                        <a:pt x="235" y="214"/>
                      </a:cubicBezTo>
                      <a:cubicBezTo>
                        <a:pt x="235" y="215"/>
                        <a:pt x="235" y="215"/>
                        <a:pt x="235" y="214"/>
                      </a:cubicBezTo>
                      <a:cubicBezTo>
                        <a:pt x="235" y="214"/>
                        <a:pt x="235" y="214"/>
                        <a:pt x="235" y="214"/>
                      </a:cubicBezTo>
                      <a:cubicBezTo>
                        <a:pt x="235" y="214"/>
                        <a:pt x="235" y="214"/>
                        <a:pt x="235" y="214"/>
                      </a:cubicBezTo>
                      <a:cubicBezTo>
                        <a:pt x="235" y="214"/>
                        <a:pt x="235" y="214"/>
                        <a:pt x="235" y="214"/>
                      </a:cubicBezTo>
                      <a:close/>
                      <a:moveTo>
                        <a:pt x="225" y="220"/>
                      </a:moveTo>
                      <a:cubicBezTo>
                        <a:pt x="225" y="220"/>
                        <a:pt x="225" y="219"/>
                        <a:pt x="225" y="219"/>
                      </a:cubicBezTo>
                      <a:cubicBezTo>
                        <a:pt x="225" y="219"/>
                        <a:pt x="225" y="219"/>
                        <a:pt x="225" y="219"/>
                      </a:cubicBezTo>
                      <a:cubicBezTo>
                        <a:pt x="225" y="219"/>
                        <a:pt x="225" y="220"/>
                        <a:pt x="225" y="220"/>
                      </a:cubicBezTo>
                      <a:cubicBezTo>
                        <a:pt x="225" y="220"/>
                        <a:pt x="225" y="220"/>
                        <a:pt x="225" y="220"/>
                      </a:cubicBezTo>
                      <a:close/>
                      <a:moveTo>
                        <a:pt x="232" y="209"/>
                      </a:moveTo>
                      <a:cubicBezTo>
                        <a:pt x="232" y="209"/>
                        <a:pt x="232" y="209"/>
                        <a:pt x="232" y="209"/>
                      </a:cubicBezTo>
                      <a:cubicBezTo>
                        <a:pt x="232" y="209"/>
                        <a:pt x="232" y="210"/>
                        <a:pt x="232" y="209"/>
                      </a:cubicBezTo>
                      <a:cubicBezTo>
                        <a:pt x="232" y="209"/>
                        <a:pt x="232" y="209"/>
                        <a:pt x="232" y="209"/>
                      </a:cubicBezTo>
                      <a:cubicBezTo>
                        <a:pt x="232" y="209"/>
                        <a:pt x="232" y="209"/>
                        <a:pt x="232" y="209"/>
                      </a:cubicBezTo>
                      <a:cubicBezTo>
                        <a:pt x="232" y="209"/>
                        <a:pt x="232" y="209"/>
                        <a:pt x="232" y="209"/>
                      </a:cubicBezTo>
                      <a:cubicBezTo>
                        <a:pt x="232" y="209"/>
                        <a:pt x="232" y="209"/>
                        <a:pt x="231" y="209"/>
                      </a:cubicBezTo>
                      <a:cubicBezTo>
                        <a:pt x="231" y="209"/>
                        <a:pt x="231" y="209"/>
                        <a:pt x="231" y="209"/>
                      </a:cubicBezTo>
                      <a:cubicBezTo>
                        <a:pt x="231" y="209"/>
                        <a:pt x="231" y="209"/>
                        <a:pt x="232" y="209"/>
                      </a:cubicBezTo>
                      <a:close/>
                      <a:moveTo>
                        <a:pt x="224" y="229"/>
                      </a:moveTo>
                      <a:cubicBezTo>
                        <a:pt x="224" y="229"/>
                        <a:pt x="224" y="229"/>
                        <a:pt x="224" y="229"/>
                      </a:cubicBezTo>
                      <a:cubicBezTo>
                        <a:pt x="224" y="229"/>
                        <a:pt x="224" y="229"/>
                        <a:pt x="224" y="229"/>
                      </a:cubicBezTo>
                      <a:cubicBezTo>
                        <a:pt x="224" y="229"/>
                        <a:pt x="224" y="229"/>
                        <a:pt x="224" y="229"/>
                      </a:cubicBezTo>
                      <a:cubicBezTo>
                        <a:pt x="224" y="229"/>
                        <a:pt x="224" y="229"/>
                        <a:pt x="224" y="229"/>
                      </a:cubicBezTo>
                      <a:cubicBezTo>
                        <a:pt x="224" y="230"/>
                        <a:pt x="224" y="230"/>
                        <a:pt x="224" y="229"/>
                      </a:cubicBezTo>
                      <a:close/>
                      <a:moveTo>
                        <a:pt x="221" y="231"/>
                      </a:moveTo>
                      <a:cubicBezTo>
                        <a:pt x="221" y="231"/>
                        <a:pt x="221" y="231"/>
                        <a:pt x="221" y="231"/>
                      </a:cubicBezTo>
                      <a:cubicBezTo>
                        <a:pt x="221" y="231"/>
                        <a:pt x="221" y="231"/>
                        <a:pt x="221" y="231"/>
                      </a:cubicBezTo>
                      <a:cubicBezTo>
                        <a:pt x="221" y="231"/>
                        <a:pt x="221" y="231"/>
                        <a:pt x="221" y="231"/>
                      </a:cubicBezTo>
                      <a:cubicBezTo>
                        <a:pt x="222" y="231"/>
                        <a:pt x="222" y="231"/>
                        <a:pt x="222" y="231"/>
                      </a:cubicBezTo>
                      <a:cubicBezTo>
                        <a:pt x="222" y="231"/>
                        <a:pt x="221" y="231"/>
                        <a:pt x="221" y="231"/>
                      </a:cubicBezTo>
                      <a:close/>
                      <a:moveTo>
                        <a:pt x="227" y="227"/>
                      </a:moveTo>
                      <a:cubicBezTo>
                        <a:pt x="227" y="227"/>
                        <a:pt x="227" y="227"/>
                        <a:pt x="227" y="227"/>
                      </a:cubicBezTo>
                      <a:cubicBezTo>
                        <a:pt x="227" y="227"/>
                        <a:pt x="227" y="227"/>
                        <a:pt x="227" y="227"/>
                      </a:cubicBezTo>
                      <a:cubicBezTo>
                        <a:pt x="227" y="227"/>
                        <a:pt x="227" y="227"/>
                        <a:pt x="227" y="227"/>
                      </a:cubicBezTo>
                      <a:cubicBezTo>
                        <a:pt x="227" y="227"/>
                        <a:pt x="227" y="227"/>
                        <a:pt x="227" y="227"/>
                      </a:cubicBezTo>
                      <a:cubicBezTo>
                        <a:pt x="227" y="227"/>
                        <a:pt x="227" y="227"/>
                        <a:pt x="227" y="227"/>
                      </a:cubicBezTo>
                      <a:close/>
                      <a:moveTo>
                        <a:pt x="223" y="227"/>
                      </a:moveTo>
                      <a:cubicBezTo>
                        <a:pt x="223" y="227"/>
                        <a:pt x="222" y="227"/>
                        <a:pt x="222" y="227"/>
                      </a:cubicBezTo>
                      <a:cubicBezTo>
                        <a:pt x="222" y="227"/>
                        <a:pt x="223" y="227"/>
                        <a:pt x="223" y="227"/>
                      </a:cubicBezTo>
                      <a:close/>
                      <a:moveTo>
                        <a:pt x="236" y="221"/>
                      </a:moveTo>
                      <a:cubicBezTo>
                        <a:pt x="236" y="221"/>
                        <a:pt x="236" y="221"/>
                        <a:pt x="236" y="221"/>
                      </a:cubicBezTo>
                      <a:cubicBezTo>
                        <a:pt x="236" y="221"/>
                        <a:pt x="236" y="221"/>
                        <a:pt x="236" y="221"/>
                      </a:cubicBezTo>
                      <a:cubicBezTo>
                        <a:pt x="236" y="221"/>
                        <a:pt x="236" y="221"/>
                        <a:pt x="236" y="221"/>
                      </a:cubicBezTo>
                      <a:cubicBezTo>
                        <a:pt x="236" y="221"/>
                        <a:pt x="236" y="221"/>
                        <a:pt x="236" y="221"/>
                      </a:cubicBezTo>
                      <a:close/>
                      <a:moveTo>
                        <a:pt x="235" y="216"/>
                      </a:moveTo>
                      <a:cubicBezTo>
                        <a:pt x="236" y="216"/>
                        <a:pt x="236" y="216"/>
                        <a:pt x="236" y="216"/>
                      </a:cubicBezTo>
                      <a:cubicBezTo>
                        <a:pt x="236" y="216"/>
                        <a:pt x="235" y="216"/>
                        <a:pt x="235" y="216"/>
                      </a:cubicBezTo>
                      <a:cubicBezTo>
                        <a:pt x="235" y="216"/>
                        <a:pt x="235" y="216"/>
                        <a:pt x="235" y="216"/>
                      </a:cubicBezTo>
                      <a:cubicBezTo>
                        <a:pt x="235" y="216"/>
                        <a:pt x="235" y="216"/>
                        <a:pt x="235" y="216"/>
                      </a:cubicBezTo>
                      <a:close/>
                      <a:moveTo>
                        <a:pt x="221" y="231"/>
                      </a:moveTo>
                      <a:cubicBezTo>
                        <a:pt x="221" y="231"/>
                        <a:pt x="221" y="231"/>
                        <a:pt x="221" y="231"/>
                      </a:cubicBezTo>
                      <a:cubicBezTo>
                        <a:pt x="221" y="231"/>
                        <a:pt x="221" y="230"/>
                        <a:pt x="221" y="231"/>
                      </a:cubicBezTo>
                      <a:close/>
                      <a:moveTo>
                        <a:pt x="221" y="231"/>
                      </a:moveTo>
                      <a:cubicBezTo>
                        <a:pt x="221" y="231"/>
                        <a:pt x="221" y="231"/>
                        <a:pt x="221" y="231"/>
                      </a:cubicBezTo>
                      <a:cubicBezTo>
                        <a:pt x="221" y="231"/>
                        <a:pt x="221" y="231"/>
                        <a:pt x="221" y="231"/>
                      </a:cubicBezTo>
                      <a:close/>
                      <a:moveTo>
                        <a:pt x="222" y="227"/>
                      </a:moveTo>
                      <a:cubicBezTo>
                        <a:pt x="222" y="227"/>
                        <a:pt x="222" y="227"/>
                        <a:pt x="222" y="227"/>
                      </a:cubicBezTo>
                      <a:cubicBezTo>
                        <a:pt x="222" y="227"/>
                        <a:pt x="222" y="227"/>
                        <a:pt x="222" y="227"/>
                      </a:cubicBezTo>
                      <a:close/>
                      <a:moveTo>
                        <a:pt x="222" y="227"/>
                      </a:moveTo>
                      <a:cubicBezTo>
                        <a:pt x="222" y="227"/>
                        <a:pt x="222" y="227"/>
                        <a:pt x="222" y="227"/>
                      </a:cubicBezTo>
                      <a:cubicBezTo>
                        <a:pt x="222" y="227"/>
                        <a:pt x="222" y="227"/>
                        <a:pt x="222" y="227"/>
                      </a:cubicBezTo>
                      <a:close/>
                      <a:moveTo>
                        <a:pt x="161" y="253"/>
                      </a:moveTo>
                      <a:cubicBezTo>
                        <a:pt x="162" y="253"/>
                        <a:pt x="162" y="253"/>
                        <a:pt x="162" y="253"/>
                      </a:cubicBezTo>
                      <a:cubicBezTo>
                        <a:pt x="162" y="253"/>
                        <a:pt x="163" y="253"/>
                        <a:pt x="164" y="253"/>
                      </a:cubicBezTo>
                      <a:cubicBezTo>
                        <a:pt x="164" y="253"/>
                        <a:pt x="163" y="253"/>
                        <a:pt x="163" y="252"/>
                      </a:cubicBezTo>
                      <a:cubicBezTo>
                        <a:pt x="163" y="252"/>
                        <a:pt x="162" y="252"/>
                        <a:pt x="162" y="252"/>
                      </a:cubicBezTo>
                      <a:cubicBezTo>
                        <a:pt x="162" y="252"/>
                        <a:pt x="161" y="252"/>
                        <a:pt x="161" y="252"/>
                      </a:cubicBezTo>
                      <a:cubicBezTo>
                        <a:pt x="161" y="252"/>
                        <a:pt x="161" y="251"/>
                        <a:pt x="161" y="251"/>
                      </a:cubicBezTo>
                      <a:cubicBezTo>
                        <a:pt x="161" y="250"/>
                        <a:pt x="161" y="250"/>
                        <a:pt x="161" y="250"/>
                      </a:cubicBezTo>
                      <a:cubicBezTo>
                        <a:pt x="161" y="249"/>
                        <a:pt x="161" y="249"/>
                        <a:pt x="160" y="249"/>
                      </a:cubicBezTo>
                      <a:cubicBezTo>
                        <a:pt x="160" y="249"/>
                        <a:pt x="160" y="249"/>
                        <a:pt x="160" y="249"/>
                      </a:cubicBezTo>
                      <a:cubicBezTo>
                        <a:pt x="160" y="249"/>
                        <a:pt x="159" y="249"/>
                        <a:pt x="159" y="249"/>
                      </a:cubicBezTo>
                      <a:cubicBezTo>
                        <a:pt x="158" y="249"/>
                        <a:pt x="158" y="249"/>
                        <a:pt x="158" y="249"/>
                      </a:cubicBezTo>
                      <a:cubicBezTo>
                        <a:pt x="158" y="249"/>
                        <a:pt x="158" y="249"/>
                        <a:pt x="157" y="250"/>
                      </a:cubicBezTo>
                      <a:cubicBezTo>
                        <a:pt x="157" y="250"/>
                        <a:pt x="157" y="250"/>
                        <a:pt x="157" y="250"/>
                      </a:cubicBezTo>
                      <a:cubicBezTo>
                        <a:pt x="156" y="250"/>
                        <a:pt x="156" y="250"/>
                        <a:pt x="156" y="251"/>
                      </a:cubicBezTo>
                      <a:cubicBezTo>
                        <a:pt x="156" y="251"/>
                        <a:pt x="155" y="251"/>
                        <a:pt x="155" y="251"/>
                      </a:cubicBezTo>
                      <a:cubicBezTo>
                        <a:pt x="155" y="251"/>
                        <a:pt x="155" y="250"/>
                        <a:pt x="154" y="250"/>
                      </a:cubicBezTo>
                      <a:cubicBezTo>
                        <a:pt x="154" y="250"/>
                        <a:pt x="154" y="250"/>
                        <a:pt x="154" y="251"/>
                      </a:cubicBezTo>
                      <a:cubicBezTo>
                        <a:pt x="154" y="251"/>
                        <a:pt x="154" y="251"/>
                        <a:pt x="154" y="251"/>
                      </a:cubicBezTo>
                      <a:cubicBezTo>
                        <a:pt x="154" y="252"/>
                        <a:pt x="153" y="252"/>
                        <a:pt x="153" y="252"/>
                      </a:cubicBezTo>
                      <a:cubicBezTo>
                        <a:pt x="153" y="253"/>
                        <a:pt x="153" y="253"/>
                        <a:pt x="153" y="253"/>
                      </a:cubicBezTo>
                      <a:cubicBezTo>
                        <a:pt x="153" y="253"/>
                        <a:pt x="152" y="254"/>
                        <a:pt x="152" y="254"/>
                      </a:cubicBezTo>
                      <a:cubicBezTo>
                        <a:pt x="152" y="254"/>
                        <a:pt x="152" y="254"/>
                        <a:pt x="151" y="254"/>
                      </a:cubicBezTo>
                      <a:cubicBezTo>
                        <a:pt x="151" y="254"/>
                        <a:pt x="151" y="255"/>
                        <a:pt x="151" y="255"/>
                      </a:cubicBezTo>
                      <a:cubicBezTo>
                        <a:pt x="151" y="255"/>
                        <a:pt x="151" y="256"/>
                        <a:pt x="151" y="256"/>
                      </a:cubicBezTo>
                      <a:cubicBezTo>
                        <a:pt x="151" y="256"/>
                        <a:pt x="151" y="256"/>
                        <a:pt x="151" y="256"/>
                      </a:cubicBezTo>
                      <a:cubicBezTo>
                        <a:pt x="151" y="256"/>
                        <a:pt x="151" y="256"/>
                        <a:pt x="151" y="256"/>
                      </a:cubicBezTo>
                      <a:cubicBezTo>
                        <a:pt x="152" y="256"/>
                        <a:pt x="154" y="257"/>
                        <a:pt x="155" y="256"/>
                      </a:cubicBezTo>
                      <a:cubicBezTo>
                        <a:pt x="155" y="256"/>
                        <a:pt x="155" y="256"/>
                        <a:pt x="155" y="256"/>
                      </a:cubicBezTo>
                      <a:cubicBezTo>
                        <a:pt x="155" y="256"/>
                        <a:pt x="155" y="255"/>
                        <a:pt x="155" y="255"/>
                      </a:cubicBezTo>
                      <a:cubicBezTo>
                        <a:pt x="156" y="255"/>
                        <a:pt x="156" y="254"/>
                        <a:pt x="157" y="254"/>
                      </a:cubicBezTo>
                      <a:cubicBezTo>
                        <a:pt x="158" y="253"/>
                        <a:pt x="160" y="254"/>
                        <a:pt x="161" y="254"/>
                      </a:cubicBezTo>
                      <a:cubicBezTo>
                        <a:pt x="161" y="254"/>
                        <a:pt x="161" y="253"/>
                        <a:pt x="161" y="253"/>
                      </a:cubicBezTo>
                      <a:cubicBezTo>
                        <a:pt x="161" y="253"/>
                        <a:pt x="161" y="253"/>
                        <a:pt x="161" y="253"/>
                      </a:cubicBezTo>
                      <a:close/>
                      <a:moveTo>
                        <a:pt x="131" y="268"/>
                      </a:moveTo>
                      <a:cubicBezTo>
                        <a:pt x="131" y="269"/>
                        <a:pt x="130" y="269"/>
                        <a:pt x="130" y="269"/>
                      </a:cubicBezTo>
                      <a:cubicBezTo>
                        <a:pt x="129" y="270"/>
                        <a:pt x="129" y="270"/>
                        <a:pt x="128" y="270"/>
                      </a:cubicBezTo>
                      <a:cubicBezTo>
                        <a:pt x="128" y="271"/>
                        <a:pt x="128" y="271"/>
                        <a:pt x="128" y="271"/>
                      </a:cubicBezTo>
                      <a:cubicBezTo>
                        <a:pt x="128" y="272"/>
                        <a:pt x="127" y="272"/>
                        <a:pt x="127" y="272"/>
                      </a:cubicBezTo>
                      <a:cubicBezTo>
                        <a:pt x="127" y="272"/>
                        <a:pt x="126" y="273"/>
                        <a:pt x="126" y="273"/>
                      </a:cubicBezTo>
                      <a:cubicBezTo>
                        <a:pt x="126" y="273"/>
                        <a:pt x="126" y="273"/>
                        <a:pt x="126" y="273"/>
                      </a:cubicBezTo>
                      <a:cubicBezTo>
                        <a:pt x="126" y="273"/>
                        <a:pt x="125" y="273"/>
                        <a:pt x="125" y="273"/>
                      </a:cubicBezTo>
                      <a:cubicBezTo>
                        <a:pt x="125" y="273"/>
                        <a:pt x="125" y="273"/>
                        <a:pt x="125" y="273"/>
                      </a:cubicBezTo>
                      <a:cubicBezTo>
                        <a:pt x="125" y="273"/>
                        <a:pt x="125" y="274"/>
                        <a:pt x="125" y="274"/>
                      </a:cubicBezTo>
                      <a:cubicBezTo>
                        <a:pt x="125" y="274"/>
                        <a:pt x="125" y="274"/>
                        <a:pt x="125" y="274"/>
                      </a:cubicBezTo>
                      <a:cubicBezTo>
                        <a:pt x="125" y="273"/>
                        <a:pt x="125" y="273"/>
                        <a:pt x="125" y="274"/>
                      </a:cubicBezTo>
                      <a:cubicBezTo>
                        <a:pt x="124" y="274"/>
                        <a:pt x="124" y="274"/>
                        <a:pt x="124" y="274"/>
                      </a:cubicBezTo>
                      <a:cubicBezTo>
                        <a:pt x="123" y="274"/>
                        <a:pt x="124" y="274"/>
                        <a:pt x="124" y="274"/>
                      </a:cubicBezTo>
                      <a:cubicBezTo>
                        <a:pt x="124" y="274"/>
                        <a:pt x="124" y="274"/>
                        <a:pt x="124" y="274"/>
                      </a:cubicBezTo>
                      <a:cubicBezTo>
                        <a:pt x="124" y="273"/>
                        <a:pt x="124" y="273"/>
                        <a:pt x="124" y="273"/>
                      </a:cubicBezTo>
                      <a:cubicBezTo>
                        <a:pt x="125" y="273"/>
                        <a:pt x="125" y="273"/>
                        <a:pt x="125" y="273"/>
                      </a:cubicBezTo>
                      <a:cubicBezTo>
                        <a:pt x="125" y="273"/>
                        <a:pt x="125" y="272"/>
                        <a:pt x="125" y="272"/>
                      </a:cubicBezTo>
                      <a:cubicBezTo>
                        <a:pt x="125" y="272"/>
                        <a:pt x="125" y="272"/>
                        <a:pt x="125" y="272"/>
                      </a:cubicBezTo>
                      <a:cubicBezTo>
                        <a:pt x="125" y="272"/>
                        <a:pt x="125" y="272"/>
                        <a:pt x="125" y="272"/>
                      </a:cubicBezTo>
                      <a:cubicBezTo>
                        <a:pt x="125" y="271"/>
                        <a:pt x="125" y="271"/>
                        <a:pt x="125" y="271"/>
                      </a:cubicBezTo>
                      <a:cubicBezTo>
                        <a:pt x="125" y="270"/>
                        <a:pt x="126" y="270"/>
                        <a:pt x="126" y="270"/>
                      </a:cubicBezTo>
                      <a:cubicBezTo>
                        <a:pt x="126" y="270"/>
                        <a:pt x="126" y="270"/>
                        <a:pt x="126" y="270"/>
                      </a:cubicBezTo>
                      <a:cubicBezTo>
                        <a:pt x="126" y="270"/>
                        <a:pt x="127" y="270"/>
                        <a:pt x="127" y="270"/>
                      </a:cubicBezTo>
                      <a:cubicBezTo>
                        <a:pt x="127" y="270"/>
                        <a:pt x="127" y="270"/>
                        <a:pt x="128" y="270"/>
                      </a:cubicBezTo>
                      <a:cubicBezTo>
                        <a:pt x="128" y="270"/>
                        <a:pt x="128" y="270"/>
                        <a:pt x="128" y="270"/>
                      </a:cubicBezTo>
                      <a:cubicBezTo>
                        <a:pt x="128" y="269"/>
                        <a:pt x="128" y="269"/>
                        <a:pt x="128" y="269"/>
                      </a:cubicBezTo>
                      <a:cubicBezTo>
                        <a:pt x="128" y="269"/>
                        <a:pt x="128" y="269"/>
                        <a:pt x="128" y="269"/>
                      </a:cubicBezTo>
                      <a:cubicBezTo>
                        <a:pt x="128" y="269"/>
                        <a:pt x="128" y="268"/>
                        <a:pt x="128" y="268"/>
                      </a:cubicBezTo>
                      <a:cubicBezTo>
                        <a:pt x="128" y="268"/>
                        <a:pt x="128" y="267"/>
                        <a:pt x="128" y="267"/>
                      </a:cubicBezTo>
                      <a:cubicBezTo>
                        <a:pt x="128" y="267"/>
                        <a:pt x="129" y="267"/>
                        <a:pt x="129" y="267"/>
                      </a:cubicBezTo>
                      <a:cubicBezTo>
                        <a:pt x="129" y="267"/>
                        <a:pt x="129" y="267"/>
                        <a:pt x="130" y="266"/>
                      </a:cubicBezTo>
                      <a:cubicBezTo>
                        <a:pt x="130" y="266"/>
                        <a:pt x="131" y="266"/>
                        <a:pt x="131" y="267"/>
                      </a:cubicBezTo>
                      <a:cubicBezTo>
                        <a:pt x="131" y="267"/>
                        <a:pt x="131" y="267"/>
                        <a:pt x="132" y="267"/>
                      </a:cubicBezTo>
                      <a:cubicBezTo>
                        <a:pt x="132" y="267"/>
                        <a:pt x="132" y="267"/>
                        <a:pt x="132" y="267"/>
                      </a:cubicBezTo>
                      <a:cubicBezTo>
                        <a:pt x="132" y="267"/>
                        <a:pt x="132" y="267"/>
                        <a:pt x="132" y="267"/>
                      </a:cubicBezTo>
                      <a:cubicBezTo>
                        <a:pt x="132" y="268"/>
                        <a:pt x="131" y="268"/>
                        <a:pt x="132" y="268"/>
                      </a:cubicBezTo>
                      <a:cubicBezTo>
                        <a:pt x="132" y="268"/>
                        <a:pt x="132" y="268"/>
                        <a:pt x="131" y="268"/>
                      </a:cubicBezTo>
                      <a:close/>
                      <a:moveTo>
                        <a:pt x="66" y="285"/>
                      </a:moveTo>
                      <a:cubicBezTo>
                        <a:pt x="66" y="285"/>
                        <a:pt x="66" y="285"/>
                        <a:pt x="66" y="285"/>
                      </a:cubicBezTo>
                      <a:cubicBezTo>
                        <a:pt x="66" y="285"/>
                        <a:pt x="66" y="285"/>
                        <a:pt x="65" y="285"/>
                      </a:cubicBezTo>
                      <a:cubicBezTo>
                        <a:pt x="65" y="285"/>
                        <a:pt x="65" y="285"/>
                        <a:pt x="64" y="285"/>
                      </a:cubicBezTo>
                      <a:cubicBezTo>
                        <a:pt x="64" y="285"/>
                        <a:pt x="64" y="284"/>
                        <a:pt x="64" y="284"/>
                      </a:cubicBezTo>
                      <a:cubicBezTo>
                        <a:pt x="64" y="284"/>
                        <a:pt x="63" y="284"/>
                        <a:pt x="63" y="284"/>
                      </a:cubicBezTo>
                      <a:cubicBezTo>
                        <a:pt x="63" y="284"/>
                        <a:pt x="63" y="284"/>
                        <a:pt x="62" y="285"/>
                      </a:cubicBezTo>
                      <a:cubicBezTo>
                        <a:pt x="62" y="285"/>
                        <a:pt x="62" y="285"/>
                        <a:pt x="63" y="285"/>
                      </a:cubicBezTo>
                      <a:cubicBezTo>
                        <a:pt x="63" y="285"/>
                        <a:pt x="63" y="285"/>
                        <a:pt x="63" y="286"/>
                      </a:cubicBezTo>
                      <a:cubicBezTo>
                        <a:pt x="63" y="286"/>
                        <a:pt x="63" y="286"/>
                        <a:pt x="64" y="286"/>
                      </a:cubicBezTo>
                      <a:cubicBezTo>
                        <a:pt x="64" y="286"/>
                        <a:pt x="64" y="286"/>
                        <a:pt x="64" y="286"/>
                      </a:cubicBezTo>
                      <a:cubicBezTo>
                        <a:pt x="64" y="286"/>
                        <a:pt x="64" y="286"/>
                        <a:pt x="64" y="287"/>
                      </a:cubicBezTo>
                      <a:cubicBezTo>
                        <a:pt x="64" y="287"/>
                        <a:pt x="63" y="287"/>
                        <a:pt x="63" y="287"/>
                      </a:cubicBezTo>
                      <a:cubicBezTo>
                        <a:pt x="63" y="287"/>
                        <a:pt x="63" y="287"/>
                        <a:pt x="63" y="287"/>
                      </a:cubicBezTo>
                      <a:cubicBezTo>
                        <a:pt x="63" y="287"/>
                        <a:pt x="63" y="287"/>
                        <a:pt x="63" y="287"/>
                      </a:cubicBezTo>
                      <a:cubicBezTo>
                        <a:pt x="63" y="287"/>
                        <a:pt x="64" y="287"/>
                        <a:pt x="64" y="287"/>
                      </a:cubicBezTo>
                      <a:cubicBezTo>
                        <a:pt x="64" y="287"/>
                        <a:pt x="64" y="287"/>
                        <a:pt x="64" y="288"/>
                      </a:cubicBezTo>
                      <a:cubicBezTo>
                        <a:pt x="64" y="288"/>
                        <a:pt x="64" y="288"/>
                        <a:pt x="64" y="288"/>
                      </a:cubicBezTo>
                      <a:cubicBezTo>
                        <a:pt x="64" y="288"/>
                        <a:pt x="64" y="287"/>
                        <a:pt x="64" y="287"/>
                      </a:cubicBezTo>
                      <a:cubicBezTo>
                        <a:pt x="64" y="287"/>
                        <a:pt x="64" y="287"/>
                        <a:pt x="65" y="287"/>
                      </a:cubicBezTo>
                      <a:cubicBezTo>
                        <a:pt x="65" y="287"/>
                        <a:pt x="65" y="287"/>
                        <a:pt x="65" y="287"/>
                      </a:cubicBezTo>
                      <a:cubicBezTo>
                        <a:pt x="65" y="286"/>
                        <a:pt x="65" y="286"/>
                        <a:pt x="65" y="286"/>
                      </a:cubicBezTo>
                      <a:cubicBezTo>
                        <a:pt x="65" y="286"/>
                        <a:pt x="65" y="286"/>
                        <a:pt x="65" y="286"/>
                      </a:cubicBezTo>
                      <a:cubicBezTo>
                        <a:pt x="65" y="286"/>
                        <a:pt x="66" y="285"/>
                        <a:pt x="66" y="285"/>
                      </a:cubicBezTo>
                      <a:close/>
                      <a:moveTo>
                        <a:pt x="142" y="265"/>
                      </a:moveTo>
                      <a:cubicBezTo>
                        <a:pt x="142" y="265"/>
                        <a:pt x="142" y="265"/>
                        <a:pt x="142" y="265"/>
                      </a:cubicBezTo>
                      <a:cubicBezTo>
                        <a:pt x="141" y="265"/>
                        <a:pt x="141" y="265"/>
                        <a:pt x="140" y="265"/>
                      </a:cubicBezTo>
                      <a:cubicBezTo>
                        <a:pt x="140" y="265"/>
                        <a:pt x="140" y="265"/>
                        <a:pt x="140" y="266"/>
                      </a:cubicBezTo>
                      <a:cubicBezTo>
                        <a:pt x="140" y="266"/>
                        <a:pt x="140" y="266"/>
                        <a:pt x="140" y="266"/>
                      </a:cubicBezTo>
                      <a:cubicBezTo>
                        <a:pt x="140" y="266"/>
                        <a:pt x="140" y="266"/>
                        <a:pt x="140" y="266"/>
                      </a:cubicBezTo>
                      <a:cubicBezTo>
                        <a:pt x="140" y="266"/>
                        <a:pt x="140" y="266"/>
                        <a:pt x="140" y="266"/>
                      </a:cubicBezTo>
                      <a:cubicBezTo>
                        <a:pt x="140" y="266"/>
                        <a:pt x="140" y="266"/>
                        <a:pt x="140" y="266"/>
                      </a:cubicBezTo>
                      <a:cubicBezTo>
                        <a:pt x="140" y="266"/>
                        <a:pt x="140" y="266"/>
                        <a:pt x="139" y="266"/>
                      </a:cubicBezTo>
                      <a:cubicBezTo>
                        <a:pt x="139" y="266"/>
                        <a:pt x="139" y="266"/>
                        <a:pt x="140" y="266"/>
                      </a:cubicBezTo>
                      <a:cubicBezTo>
                        <a:pt x="140" y="266"/>
                        <a:pt x="140" y="266"/>
                        <a:pt x="139" y="267"/>
                      </a:cubicBezTo>
                      <a:cubicBezTo>
                        <a:pt x="139" y="267"/>
                        <a:pt x="139" y="267"/>
                        <a:pt x="139" y="266"/>
                      </a:cubicBezTo>
                      <a:cubicBezTo>
                        <a:pt x="139" y="266"/>
                        <a:pt x="139" y="266"/>
                        <a:pt x="139" y="266"/>
                      </a:cubicBezTo>
                      <a:cubicBezTo>
                        <a:pt x="139" y="267"/>
                        <a:pt x="139" y="267"/>
                        <a:pt x="139" y="267"/>
                      </a:cubicBezTo>
                      <a:cubicBezTo>
                        <a:pt x="139" y="267"/>
                        <a:pt x="140" y="267"/>
                        <a:pt x="139" y="267"/>
                      </a:cubicBezTo>
                      <a:cubicBezTo>
                        <a:pt x="139" y="267"/>
                        <a:pt x="139" y="267"/>
                        <a:pt x="139" y="267"/>
                      </a:cubicBezTo>
                      <a:cubicBezTo>
                        <a:pt x="139" y="267"/>
                        <a:pt x="139" y="267"/>
                        <a:pt x="139" y="266"/>
                      </a:cubicBezTo>
                      <a:cubicBezTo>
                        <a:pt x="139" y="266"/>
                        <a:pt x="139" y="266"/>
                        <a:pt x="139" y="266"/>
                      </a:cubicBezTo>
                      <a:cubicBezTo>
                        <a:pt x="139" y="267"/>
                        <a:pt x="139" y="267"/>
                        <a:pt x="139" y="267"/>
                      </a:cubicBezTo>
                      <a:cubicBezTo>
                        <a:pt x="139" y="267"/>
                        <a:pt x="139" y="267"/>
                        <a:pt x="139" y="267"/>
                      </a:cubicBezTo>
                      <a:cubicBezTo>
                        <a:pt x="139" y="267"/>
                        <a:pt x="139" y="267"/>
                        <a:pt x="139" y="267"/>
                      </a:cubicBezTo>
                      <a:cubicBezTo>
                        <a:pt x="139" y="267"/>
                        <a:pt x="138" y="268"/>
                        <a:pt x="138" y="267"/>
                      </a:cubicBezTo>
                      <a:cubicBezTo>
                        <a:pt x="138" y="267"/>
                        <a:pt x="138" y="267"/>
                        <a:pt x="138" y="267"/>
                      </a:cubicBezTo>
                      <a:cubicBezTo>
                        <a:pt x="138" y="267"/>
                        <a:pt x="138" y="268"/>
                        <a:pt x="138" y="268"/>
                      </a:cubicBezTo>
                      <a:cubicBezTo>
                        <a:pt x="138" y="267"/>
                        <a:pt x="138" y="268"/>
                        <a:pt x="137" y="268"/>
                      </a:cubicBezTo>
                      <a:cubicBezTo>
                        <a:pt x="137" y="268"/>
                        <a:pt x="137" y="268"/>
                        <a:pt x="137" y="268"/>
                      </a:cubicBezTo>
                      <a:cubicBezTo>
                        <a:pt x="137" y="267"/>
                        <a:pt x="137" y="267"/>
                        <a:pt x="137" y="267"/>
                      </a:cubicBezTo>
                      <a:cubicBezTo>
                        <a:pt x="137" y="267"/>
                        <a:pt x="137" y="267"/>
                        <a:pt x="137" y="267"/>
                      </a:cubicBezTo>
                      <a:cubicBezTo>
                        <a:pt x="137" y="268"/>
                        <a:pt x="137" y="268"/>
                        <a:pt x="137" y="268"/>
                      </a:cubicBezTo>
                      <a:cubicBezTo>
                        <a:pt x="136" y="268"/>
                        <a:pt x="136" y="268"/>
                        <a:pt x="136" y="268"/>
                      </a:cubicBezTo>
                      <a:cubicBezTo>
                        <a:pt x="136" y="268"/>
                        <a:pt x="136" y="268"/>
                        <a:pt x="135" y="268"/>
                      </a:cubicBezTo>
                      <a:cubicBezTo>
                        <a:pt x="135" y="269"/>
                        <a:pt x="135" y="269"/>
                        <a:pt x="134" y="269"/>
                      </a:cubicBezTo>
                      <a:cubicBezTo>
                        <a:pt x="134" y="269"/>
                        <a:pt x="134" y="269"/>
                        <a:pt x="134" y="269"/>
                      </a:cubicBezTo>
                      <a:cubicBezTo>
                        <a:pt x="134" y="270"/>
                        <a:pt x="134" y="270"/>
                        <a:pt x="134" y="269"/>
                      </a:cubicBezTo>
                      <a:cubicBezTo>
                        <a:pt x="134" y="269"/>
                        <a:pt x="133" y="269"/>
                        <a:pt x="133" y="269"/>
                      </a:cubicBezTo>
                      <a:cubicBezTo>
                        <a:pt x="133" y="269"/>
                        <a:pt x="133" y="270"/>
                        <a:pt x="133" y="270"/>
                      </a:cubicBezTo>
                      <a:cubicBezTo>
                        <a:pt x="133" y="270"/>
                        <a:pt x="133" y="270"/>
                        <a:pt x="133" y="270"/>
                      </a:cubicBezTo>
                      <a:cubicBezTo>
                        <a:pt x="133" y="270"/>
                        <a:pt x="132" y="269"/>
                        <a:pt x="132" y="269"/>
                      </a:cubicBezTo>
                      <a:cubicBezTo>
                        <a:pt x="132" y="270"/>
                        <a:pt x="132" y="269"/>
                        <a:pt x="132" y="269"/>
                      </a:cubicBezTo>
                      <a:cubicBezTo>
                        <a:pt x="132" y="269"/>
                        <a:pt x="131" y="269"/>
                        <a:pt x="132" y="269"/>
                      </a:cubicBezTo>
                      <a:cubicBezTo>
                        <a:pt x="132" y="269"/>
                        <a:pt x="132" y="269"/>
                        <a:pt x="132" y="268"/>
                      </a:cubicBezTo>
                      <a:cubicBezTo>
                        <a:pt x="132" y="268"/>
                        <a:pt x="133" y="268"/>
                        <a:pt x="133" y="268"/>
                      </a:cubicBezTo>
                      <a:cubicBezTo>
                        <a:pt x="133" y="268"/>
                        <a:pt x="133" y="268"/>
                        <a:pt x="133" y="268"/>
                      </a:cubicBezTo>
                      <a:cubicBezTo>
                        <a:pt x="133" y="268"/>
                        <a:pt x="133" y="268"/>
                        <a:pt x="134" y="268"/>
                      </a:cubicBezTo>
                      <a:cubicBezTo>
                        <a:pt x="134" y="268"/>
                        <a:pt x="134" y="268"/>
                        <a:pt x="134" y="268"/>
                      </a:cubicBezTo>
                      <a:cubicBezTo>
                        <a:pt x="134" y="268"/>
                        <a:pt x="134" y="268"/>
                        <a:pt x="134" y="268"/>
                      </a:cubicBezTo>
                      <a:cubicBezTo>
                        <a:pt x="134" y="268"/>
                        <a:pt x="134" y="268"/>
                        <a:pt x="134" y="268"/>
                      </a:cubicBezTo>
                      <a:cubicBezTo>
                        <a:pt x="134" y="268"/>
                        <a:pt x="135" y="268"/>
                        <a:pt x="135" y="268"/>
                      </a:cubicBezTo>
                      <a:cubicBezTo>
                        <a:pt x="135" y="268"/>
                        <a:pt x="135" y="268"/>
                        <a:pt x="135" y="268"/>
                      </a:cubicBezTo>
                      <a:cubicBezTo>
                        <a:pt x="135" y="268"/>
                        <a:pt x="135" y="268"/>
                        <a:pt x="135" y="268"/>
                      </a:cubicBezTo>
                      <a:cubicBezTo>
                        <a:pt x="135" y="268"/>
                        <a:pt x="135" y="268"/>
                        <a:pt x="135" y="268"/>
                      </a:cubicBezTo>
                      <a:cubicBezTo>
                        <a:pt x="135" y="267"/>
                        <a:pt x="135" y="268"/>
                        <a:pt x="135" y="268"/>
                      </a:cubicBezTo>
                      <a:cubicBezTo>
                        <a:pt x="135" y="267"/>
                        <a:pt x="135" y="267"/>
                        <a:pt x="135" y="267"/>
                      </a:cubicBezTo>
                      <a:cubicBezTo>
                        <a:pt x="136" y="267"/>
                        <a:pt x="136" y="267"/>
                        <a:pt x="137" y="267"/>
                      </a:cubicBezTo>
                      <a:cubicBezTo>
                        <a:pt x="136" y="267"/>
                        <a:pt x="136" y="267"/>
                        <a:pt x="136" y="267"/>
                      </a:cubicBezTo>
                      <a:cubicBezTo>
                        <a:pt x="136" y="267"/>
                        <a:pt x="136" y="267"/>
                        <a:pt x="136" y="267"/>
                      </a:cubicBezTo>
                      <a:cubicBezTo>
                        <a:pt x="136" y="267"/>
                        <a:pt x="136" y="267"/>
                        <a:pt x="136" y="267"/>
                      </a:cubicBezTo>
                      <a:cubicBezTo>
                        <a:pt x="137" y="267"/>
                        <a:pt x="137" y="267"/>
                        <a:pt x="137" y="267"/>
                      </a:cubicBezTo>
                      <a:cubicBezTo>
                        <a:pt x="137" y="266"/>
                        <a:pt x="137" y="266"/>
                        <a:pt x="137" y="267"/>
                      </a:cubicBezTo>
                      <a:cubicBezTo>
                        <a:pt x="137" y="267"/>
                        <a:pt x="136" y="267"/>
                        <a:pt x="136" y="266"/>
                      </a:cubicBezTo>
                      <a:cubicBezTo>
                        <a:pt x="136" y="266"/>
                        <a:pt x="136" y="266"/>
                        <a:pt x="136" y="266"/>
                      </a:cubicBezTo>
                      <a:cubicBezTo>
                        <a:pt x="136" y="266"/>
                        <a:pt x="136" y="266"/>
                        <a:pt x="136" y="266"/>
                      </a:cubicBezTo>
                      <a:cubicBezTo>
                        <a:pt x="136" y="265"/>
                        <a:pt x="137" y="265"/>
                        <a:pt x="137" y="266"/>
                      </a:cubicBezTo>
                      <a:cubicBezTo>
                        <a:pt x="137" y="266"/>
                        <a:pt x="137" y="266"/>
                        <a:pt x="137" y="266"/>
                      </a:cubicBezTo>
                      <a:cubicBezTo>
                        <a:pt x="137" y="265"/>
                        <a:pt x="137" y="265"/>
                        <a:pt x="137" y="265"/>
                      </a:cubicBezTo>
                      <a:cubicBezTo>
                        <a:pt x="137" y="265"/>
                        <a:pt x="137" y="265"/>
                        <a:pt x="137" y="265"/>
                      </a:cubicBezTo>
                      <a:cubicBezTo>
                        <a:pt x="137" y="265"/>
                        <a:pt x="137" y="265"/>
                        <a:pt x="137" y="265"/>
                      </a:cubicBezTo>
                      <a:cubicBezTo>
                        <a:pt x="137" y="265"/>
                        <a:pt x="137" y="265"/>
                        <a:pt x="137" y="265"/>
                      </a:cubicBezTo>
                      <a:cubicBezTo>
                        <a:pt x="137" y="265"/>
                        <a:pt x="137" y="265"/>
                        <a:pt x="138" y="265"/>
                      </a:cubicBezTo>
                      <a:cubicBezTo>
                        <a:pt x="138" y="264"/>
                        <a:pt x="138" y="265"/>
                        <a:pt x="138" y="265"/>
                      </a:cubicBezTo>
                      <a:cubicBezTo>
                        <a:pt x="138" y="265"/>
                        <a:pt x="138" y="265"/>
                        <a:pt x="138" y="265"/>
                      </a:cubicBezTo>
                      <a:cubicBezTo>
                        <a:pt x="138" y="265"/>
                        <a:pt x="138" y="265"/>
                        <a:pt x="138" y="265"/>
                      </a:cubicBezTo>
                      <a:cubicBezTo>
                        <a:pt x="138" y="265"/>
                        <a:pt x="138" y="265"/>
                        <a:pt x="138" y="265"/>
                      </a:cubicBezTo>
                      <a:cubicBezTo>
                        <a:pt x="138" y="265"/>
                        <a:pt x="139" y="265"/>
                        <a:pt x="139" y="265"/>
                      </a:cubicBezTo>
                      <a:cubicBezTo>
                        <a:pt x="139" y="265"/>
                        <a:pt x="139" y="265"/>
                        <a:pt x="139" y="265"/>
                      </a:cubicBezTo>
                      <a:cubicBezTo>
                        <a:pt x="139" y="265"/>
                        <a:pt x="138" y="265"/>
                        <a:pt x="138" y="265"/>
                      </a:cubicBezTo>
                      <a:cubicBezTo>
                        <a:pt x="138" y="265"/>
                        <a:pt x="138" y="264"/>
                        <a:pt x="139" y="265"/>
                      </a:cubicBezTo>
                      <a:cubicBezTo>
                        <a:pt x="139" y="265"/>
                        <a:pt x="139" y="264"/>
                        <a:pt x="139" y="264"/>
                      </a:cubicBezTo>
                      <a:cubicBezTo>
                        <a:pt x="139" y="264"/>
                        <a:pt x="139" y="264"/>
                        <a:pt x="139" y="264"/>
                      </a:cubicBezTo>
                      <a:cubicBezTo>
                        <a:pt x="139" y="264"/>
                        <a:pt x="139" y="264"/>
                        <a:pt x="139" y="264"/>
                      </a:cubicBezTo>
                      <a:cubicBezTo>
                        <a:pt x="139" y="264"/>
                        <a:pt x="139" y="264"/>
                        <a:pt x="139" y="264"/>
                      </a:cubicBezTo>
                      <a:cubicBezTo>
                        <a:pt x="138" y="264"/>
                        <a:pt x="138" y="264"/>
                        <a:pt x="138" y="264"/>
                      </a:cubicBezTo>
                      <a:cubicBezTo>
                        <a:pt x="138" y="264"/>
                        <a:pt x="138" y="264"/>
                        <a:pt x="138" y="264"/>
                      </a:cubicBezTo>
                      <a:cubicBezTo>
                        <a:pt x="138" y="264"/>
                        <a:pt x="138" y="264"/>
                        <a:pt x="138" y="264"/>
                      </a:cubicBezTo>
                      <a:cubicBezTo>
                        <a:pt x="137" y="264"/>
                        <a:pt x="137" y="264"/>
                        <a:pt x="137" y="264"/>
                      </a:cubicBezTo>
                      <a:cubicBezTo>
                        <a:pt x="137" y="264"/>
                        <a:pt x="137" y="264"/>
                        <a:pt x="137" y="263"/>
                      </a:cubicBezTo>
                      <a:cubicBezTo>
                        <a:pt x="137" y="263"/>
                        <a:pt x="136" y="263"/>
                        <a:pt x="136" y="263"/>
                      </a:cubicBezTo>
                      <a:cubicBezTo>
                        <a:pt x="136" y="263"/>
                        <a:pt x="136" y="263"/>
                        <a:pt x="136" y="263"/>
                      </a:cubicBezTo>
                      <a:cubicBezTo>
                        <a:pt x="136" y="263"/>
                        <a:pt x="137" y="263"/>
                        <a:pt x="137" y="262"/>
                      </a:cubicBezTo>
                      <a:cubicBezTo>
                        <a:pt x="137" y="262"/>
                        <a:pt x="137" y="262"/>
                        <a:pt x="137" y="262"/>
                      </a:cubicBezTo>
                      <a:cubicBezTo>
                        <a:pt x="138" y="262"/>
                        <a:pt x="138" y="262"/>
                        <a:pt x="139" y="261"/>
                      </a:cubicBezTo>
                      <a:cubicBezTo>
                        <a:pt x="139" y="261"/>
                        <a:pt x="139" y="261"/>
                        <a:pt x="139" y="261"/>
                      </a:cubicBezTo>
                      <a:cubicBezTo>
                        <a:pt x="139" y="261"/>
                        <a:pt x="139" y="261"/>
                        <a:pt x="139" y="261"/>
                      </a:cubicBezTo>
                      <a:cubicBezTo>
                        <a:pt x="139" y="261"/>
                        <a:pt x="139" y="261"/>
                        <a:pt x="139" y="261"/>
                      </a:cubicBezTo>
                      <a:cubicBezTo>
                        <a:pt x="139" y="261"/>
                        <a:pt x="140" y="261"/>
                        <a:pt x="140" y="261"/>
                      </a:cubicBezTo>
                      <a:cubicBezTo>
                        <a:pt x="140" y="261"/>
                        <a:pt x="140" y="261"/>
                        <a:pt x="140" y="261"/>
                      </a:cubicBezTo>
                      <a:cubicBezTo>
                        <a:pt x="140" y="262"/>
                        <a:pt x="140" y="262"/>
                        <a:pt x="140" y="262"/>
                      </a:cubicBezTo>
                      <a:cubicBezTo>
                        <a:pt x="140" y="262"/>
                        <a:pt x="140" y="262"/>
                        <a:pt x="140" y="262"/>
                      </a:cubicBezTo>
                      <a:cubicBezTo>
                        <a:pt x="140" y="262"/>
                        <a:pt x="140" y="263"/>
                        <a:pt x="140" y="263"/>
                      </a:cubicBezTo>
                      <a:cubicBezTo>
                        <a:pt x="140" y="263"/>
                        <a:pt x="140" y="263"/>
                        <a:pt x="140" y="263"/>
                      </a:cubicBezTo>
                      <a:cubicBezTo>
                        <a:pt x="140" y="263"/>
                        <a:pt x="140" y="263"/>
                        <a:pt x="140" y="263"/>
                      </a:cubicBezTo>
                      <a:cubicBezTo>
                        <a:pt x="140" y="263"/>
                        <a:pt x="140" y="263"/>
                        <a:pt x="140" y="263"/>
                      </a:cubicBezTo>
                      <a:cubicBezTo>
                        <a:pt x="140" y="263"/>
                        <a:pt x="141" y="263"/>
                        <a:pt x="141" y="262"/>
                      </a:cubicBezTo>
                      <a:cubicBezTo>
                        <a:pt x="141" y="262"/>
                        <a:pt x="141" y="262"/>
                        <a:pt x="141" y="262"/>
                      </a:cubicBezTo>
                      <a:cubicBezTo>
                        <a:pt x="141" y="262"/>
                        <a:pt x="141" y="262"/>
                        <a:pt x="141" y="261"/>
                      </a:cubicBezTo>
                      <a:cubicBezTo>
                        <a:pt x="141" y="261"/>
                        <a:pt x="141" y="261"/>
                        <a:pt x="141" y="261"/>
                      </a:cubicBezTo>
                      <a:cubicBezTo>
                        <a:pt x="142" y="261"/>
                        <a:pt x="141" y="261"/>
                        <a:pt x="141" y="262"/>
                      </a:cubicBezTo>
                      <a:cubicBezTo>
                        <a:pt x="141" y="262"/>
                        <a:pt x="141" y="262"/>
                        <a:pt x="142" y="262"/>
                      </a:cubicBezTo>
                      <a:cubicBezTo>
                        <a:pt x="142" y="262"/>
                        <a:pt x="142" y="262"/>
                        <a:pt x="142" y="262"/>
                      </a:cubicBezTo>
                      <a:cubicBezTo>
                        <a:pt x="142" y="262"/>
                        <a:pt x="142" y="262"/>
                        <a:pt x="142" y="262"/>
                      </a:cubicBezTo>
                      <a:cubicBezTo>
                        <a:pt x="142" y="262"/>
                        <a:pt x="142" y="262"/>
                        <a:pt x="142" y="262"/>
                      </a:cubicBezTo>
                      <a:cubicBezTo>
                        <a:pt x="142" y="262"/>
                        <a:pt x="142" y="262"/>
                        <a:pt x="142" y="262"/>
                      </a:cubicBezTo>
                      <a:cubicBezTo>
                        <a:pt x="142" y="262"/>
                        <a:pt x="142" y="262"/>
                        <a:pt x="142" y="262"/>
                      </a:cubicBezTo>
                      <a:cubicBezTo>
                        <a:pt x="142" y="262"/>
                        <a:pt x="142" y="262"/>
                        <a:pt x="142" y="262"/>
                      </a:cubicBezTo>
                      <a:cubicBezTo>
                        <a:pt x="142" y="263"/>
                        <a:pt x="142" y="263"/>
                        <a:pt x="142" y="263"/>
                      </a:cubicBezTo>
                      <a:cubicBezTo>
                        <a:pt x="142" y="263"/>
                        <a:pt x="141" y="263"/>
                        <a:pt x="141" y="263"/>
                      </a:cubicBezTo>
                      <a:cubicBezTo>
                        <a:pt x="141" y="263"/>
                        <a:pt x="141" y="263"/>
                        <a:pt x="141" y="263"/>
                      </a:cubicBezTo>
                      <a:cubicBezTo>
                        <a:pt x="141" y="264"/>
                        <a:pt x="141" y="264"/>
                        <a:pt x="141" y="264"/>
                      </a:cubicBezTo>
                      <a:cubicBezTo>
                        <a:pt x="141" y="264"/>
                        <a:pt x="140" y="264"/>
                        <a:pt x="140" y="264"/>
                      </a:cubicBezTo>
                      <a:cubicBezTo>
                        <a:pt x="140" y="264"/>
                        <a:pt x="140" y="264"/>
                        <a:pt x="140" y="264"/>
                      </a:cubicBezTo>
                      <a:cubicBezTo>
                        <a:pt x="140" y="264"/>
                        <a:pt x="140" y="265"/>
                        <a:pt x="140" y="265"/>
                      </a:cubicBezTo>
                      <a:cubicBezTo>
                        <a:pt x="140" y="265"/>
                        <a:pt x="140" y="264"/>
                        <a:pt x="141" y="264"/>
                      </a:cubicBezTo>
                      <a:cubicBezTo>
                        <a:pt x="141" y="264"/>
                        <a:pt x="141" y="265"/>
                        <a:pt x="141" y="265"/>
                      </a:cubicBezTo>
                      <a:cubicBezTo>
                        <a:pt x="141" y="264"/>
                        <a:pt x="141" y="264"/>
                        <a:pt x="141" y="264"/>
                      </a:cubicBezTo>
                      <a:cubicBezTo>
                        <a:pt x="141" y="264"/>
                        <a:pt x="141" y="264"/>
                        <a:pt x="141" y="264"/>
                      </a:cubicBezTo>
                      <a:cubicBezTo>
                        <a:pt x="141" y="264"/>
                        <a:pt x="141" y="264"/>
                        <a:pt x="141" y="264"/>
                      </a:cubicBezTo>
                      <a:cubicBezTo>
                        <a:pt x="141" y="264"/>
                        <a:pt x="141" y="264"/>
                        <a:pt x="142" y="264"/>
                      </a:cubicBezTo>
                      <a:cubicBezTo>
                        <a:pt x="142" y="264"/>
                        <a:pt x="142" y="264"/>
                        <a:pt x="142" y="264"/>
                      </a:cubicBezTo>
                      <a:cubicBezTo>
                        <a:pt x="142" y="264"/>
                        <a:pt x="142" y="264"/>
                        <a:pt x="142" y="264"/>
                      </a:cubicBezTo>
                      <a:cubicBezTo>
                        <a:pt x="142" y="264"/>
                        <a:pt x="142" y="265"/>
                        <a:pt x="142" y="265"/>
                      </a:cubicBezTo>
                      <a:close/>
                      <a:moveTo>
                        <a:pt x="96" y="282"/>
                      </a:moveTo>
                      <a:cubicBezTo>
                        <a:pt x="95" y="282"/>
                        <a:pt x="95" y="282"/>
                        <a:pt x="95" y="282"/>
                      </a:cubicBezTo>
                      <a:cubicBezTo>
                        <a:pt x="95" y="282"/>
                        <a:pt x="95" y="282"/>
                        <a:pt x="95" y="282"/>
                      </a:cubicBezTo>
                      <a:cubicBezTo>
                        <a:pt x="94" y="282"/>
                        <a:pt x="94" y="282"/>
                        <a:pt x="94" y="282"/>
                      </a:cubicBezTo>
                      <a:cubicBezTo>
                        <a:pt x="94" y="282"/>
                        <a:pt x="94" y="282"/>
                        <a:pt x="94" y="282"/>
                      </a:cubicBezTo>
                      <a:cubicBezTo>
                        <a:pt x="93" y="282"/>
                        <a:pt x="92" y="282"/>
                        <a:pt x="92" y="282"/>
                      </a:cubicBezTo>
                      <a:cubicBezTo>
                        <a:pt x="91" y="282"/>
                        <a:pt x="91" y="282"/>
                        <a:pt x="90" y="282"/>
                      </a:cubicBezTo>
                      <a:cubicBezTo>
                        <a:pt x="90" y="282"/>
                        <a:pt x="91" y="282"/>
                        <a:pt x="91" y="283"/>
                      </a:cubicBezTo>
                      <a:cubicBezTo>
                        <a:pt x="91" y="283"/>
                        <a:pt x="91" y="283"/>
                        <a:pt x="92" y="283"/>
                      </a:cubicBezTo>
                      <a:cubicBezTo>
                        <a:pt x="92" y="283"/>
                        <a:pt x="93" y="283"/>
                        <a:pt x="93" y="283"/>
                      </a:cubicBezTo>
                      <a:cubicBezTo>
                        <a:pt x="93" y="283"/>
                        <a:pt x="93" y="283"/>
                        <a:pt x="93" y="283"/>
                      </a:cubicBezTo>
                      <a:cubicBezTo>
                        <a:pt x="94" y="283"/>
                        <a:pt x="94" y="283"/>
                        <a:pt x="94" y="283"/>
                      </a:cubicBezTo>
                      <a:cubicBezTo>
                        <a:pt x="94" y="283"/>
                        <a:pt x="95" y="283"/>
                        <a:pt x="95" y="283"/>
                      </a:cubicBezTo>
                      <a:cubicBezTo>
                        <a:pt x="95" y="283"/>
                        <a:pt x="95" y="283"/>
                        <a:pt x="95" y="283"/>
                      </a:cubicBezTo>
                      <a:cubicBezTo>
                        <a:pt x="96" y="283"/>
                        <a:pt x="96" y="283"/>
                        <a:pt x="97" y="283"/>
                      </a:cubicBezTo>
                      <a:cubicBezTo>
                        <a:pt x="97" y="283"/>
                        <a:pt x="97" y="283"/>
                        <a:pt x="97" y="282"/>
                      </a:cubicBezTo>
                      <a:cubicBezTo>
                        <a:pt x="97" y="282"/>
                        <a:pt x="97" y="282"/>
                        <a:pt x="97" y="282"/>
                      </a:cubicBezTo>
                      <a:cubicBezTo>
                        <a:pt x="97" y="282"/>
                        <a:pt x="96" y="282"/>
                        <a:pt x="96" y="282"/>
                      </a:cubicBezTo>
                      <a:close/>
                      <a:moveTo>
                        <a:pt x="90" y="280"/>
                      </a:moveTo>
                      <a:cubicBezTo>
                        <a:pt x="90" y="280"/>
                        <a:pt x="90" y="279"/>
                        <a:pt x="90" y="279"/>
                      </a:cubicBezTo>
                      <a:cubicBezTo>
                        <a:pt x="90" y="279"/>
                        <a:pt x="89" y="279"/>
                        <a:pt x="89" y="279"/>
                      </a:cubicBezTo>
                      <a:cubicBezTo>
                        <a:pt x="89" y="279"/>
                        <a:pt x="88" y="279"/>
                        <a:pt x="88" y="280"/>
                      </a:cubicBezTo>
                      <a:cubicBezTo>
                        <a:pt x="88" y="280"/>
                        <a:pt x="88" y="280"/>
                        <a:pt x="88" y="280"/>
                      </a:cubicBezTo>
                      <a:cubicBezTo>
                        <a:pt x="88" y="280"/>
                        <a:pt x="87" y="280"/>
                        <a:pt x="87" y="280"/>
                      </a:cubicBezTo>
                      <a:cubicBezTo>
                        <a:pt x="88" y="280"/>
                        <a:pt x="88" y="280"/>
                        <a:pt x="88" y="280"/>
                      </a:cubicBezTo>
                      <a:cubicBezTo>
                        <a:pt x="88" y="280"/>
                        <a:pt x="88" y="280"/>
                        <a:pt x="88" y="280"/>
                      </a:cubicBezTo>
                      <a:cubicBezTo>
                        <a:pt x="88" y="280"/>
                        <a:pt x="89" y="280"/>
                        <a:pt x="89" y="281"/>
                      </a:cubicBezTo>
                      <a:cubicBezTo>
                        <a:pt x="89" y="281"/>
                        <a:pt x="89" y="281"/>
                        <a:pt x="89" y="281"/>
                      </a:cubicBezTo>
                      <a:cubicBezTo>
                        <a:pt x="89" y="281"/>
                        <a:pt x="89" y="281"/>
                        <a:pt x="89" y="281"/>
                      </a:cubicBezTo>
                      <a:cubicBezTo>
                        <a:pt x="89" y="281"/>
                        <a:pt x="88" y="281"/>
                        <a:pt x="88" y="281"/>
                      </a:cubicBezTo>
                      <a:cubicBezTo>
                        <a:pt x="88" y="281"/>
                        <a:pt x="88" y="281"/>
                        <a:pt x="87" y="281"/>
                      </a:cubicBezTo>
                      <a:cubicBezTo>
                        <a:pt x="87" y="281"/>
                        <a:pt x="88" y="281"/>
                        <a:pt x="88" y="281"/>
                      </a:cubicBezTo>
                      <a:cubicBezTo>
                        <a:pt x="88" y="282"/>
                        <a:pt x="88" y="282"/>
                        <a:pt x="88" y="282"/>
                      </a:cubicBezTo>
                      <a:cubicBezTo>
                        <a:pt x="87" y="282"/>
                        <a:pt x="87" y="282"/>
                        <a:pt x="87" y="282"/>
                      </a:cubicBezTo>
                      <a:cubicBezTo>
                        <a:pt x="87" y="282"/>
                        <a:pt x="87" y="282"/>
                        <a:pt x="87" y="282"/>
                      </a:cubicBezTo>
                      <a:cubicBezTo>
                        <a:pt x="87" y="282"/>
                        <a:pt x="87" y="282"/>
                        <a:pt x="87" y="282"/>
                      </a:cubicBezTo>
                      <a:cubicBezTo>
                        <a:pt x="87" y="282"/>
                        <a:pt x="86" y="282"/>
                        <a:pt x="86" y="282"/>
                      </a:cubicBezTo>
                      <a:cubicBezTo>
                        <a:pt x="86" y="282"/>
                        <a:pt x="86" y="282"/>
                        <a:pt x="86" y="282"/>
                      </a:cubicBezTo>
                      <a:cubicBezTo>
                        <a:pt x="86" y="282"/>
                        <a:pt x="86" y="282"/>
                        <a:pt x="86" y="282"/>
                      </a:cubicBezTo>
                      <a:cubicBezTo>
                        <a:pt x="85" y="283"/>
                        <a:pt x="85" y="282"/>
                        <a:pt x="85" y="282"/>
                      </a:cubicBezTo>
                      <a:cubicBezTo>
                        <a:pt x="85" y="282"/>
                        <a:pt x="84" y="282"/>
                        <a:pt x="84" y="283"/>
                      </a:cubicBezTo>
                      <a:cubicBezTo>
                        <a:pt x="84" y="283"/>
                        <a:pt x="84" y="283"/>
                        <a:pt x="84" y="283"/>
                      </a:cubicBezTo>
                      <a:cubicBezTo>
                        <a:pt x="84" y="283"/>
                        <a:pt x="84" y="283"/>
                        <a:pt x="84" y="283"/>
                      </a:cubicBezTo>
                      <a:cubicBezTo>
                        <a:pt x="83" y="283"/>
                        <a:pt x="83" y="283"/>
                        <a:pt x="83" y="283"/>
                      </a:cubicBezTo>
                      <a:cubicBezTo>
                        <a:pt x="83" y="283"/>
                        <a:pt x="83" y="283"/>
                        <a:pt x="83" y="283"/>
                      </a:cubicBezTo>
                      <a:cubicBezTo>
                        <a:pt x="82" y="283"/>
                        <a:pt x="82" y="283"/>
                        <a:pt x="82" y="283"/>
                      </a:cubicBezTo>
                      <a:cubicBezTo>
                        <a:pt x="82" y="283"/>
                        <a:pt x="83" y="283"/>
                        <a:pt x="83" y="283"/>
                      </a:cubicBezTo>
                      <a:cubicBezTo>
                        <a:pt x="83" y="283"/>
                        <a:pt x="84" y="283"/>
                        <a:pt x="84" y="283"/>
                      </a:cubicBezTo>
                      <a:cubicBezTo>
                        <a:pt x="84" y="283"/>
                        <a:pt x="84" y="283"/>
                        <a:pt x="84" y="283"/>
                      </a:cubicBezTo>
                      <a:cubicBezTo>
                        <a:pt x="85" y="283"/>
                        <a:pt x="85" y="283"/>
                        <a:pt x="86" y="283"/>
                      </a:cubicBezTo>
                      <a:cubicBezTo>
                        <a:pt x="86" y="283"/>
                        <a:pt x="86" y="283"/>
                        <a:pt x="86" y="283"/>
                      </a:cubicBezTo>
                      <a:cubicBezTo>
                        <a:pt x="86" y="283"/>
                        <a:pt x="86" y="283"/>
                        <a:pt x="86" y="283"/>
                      </a:cubicBezTo>
                      <a:cubicBezTo>
                        <a:pt x="86" y="283"/>
                        <a:pt x="87" y="283"/>
                        <a:pt x="87" y="283"/>
                      </a:cubicBezTo>
                      <a:cubicBezTo>
                        <a:pt x="87" y="283"/>
                        <a:pt x="87" y="283"/>
                        <a:pt x="87" y="283"/>
                      </a:cubicBezTo>
                      <a:cubicBezTo>
                        <a:pt x="87" y="283"/>
                        <a:pt x="87" y="283"/>
                        <a:pt x="87" y="283"/>
                      </a:cubicBezTo>
                      <a:cubicBezTo>
                        <a:pt x="87" y="283"/>
                        <a:pt x="87" y="283"/>
                        <a:pt x="87" y="283"/>
                      </a:cubicBezTo>
                      <a:cubicBezTo>
                        <a:pt x="88" y="283"/>
                        <a:pt x="88" y="283"/>
                        <a:pt x="88" y="283"/>
                      </a:cubicBezTo>
                      <a:cubicBezTo>
                        <a:pt x="88" y="283"/>
                        <a:pt x="88" y="283"/>
                        <a:pt x="88" y="283"/>
                      </a:cubicBezTo>
                      <a:cubicBezTo>
                        <a:pt x="88" y="283"/>
                        <a:pt x="88" y="282"/>
                        <a:pt x="88" y="282"/>
                      </a:cubicBezTo>
                      <a:cubicBezTo>
                        <a:pt x="88" y="282"/>
                        <a:pt x="88" y="282"/>
                        <a:pt x="88" y="282"/>
                      </a:cubicBezTo>
                      <a:cubicBezTo>
                        <a:pt x="88" y="282"/>
                        <a:pt x="89" y="282"/>
                        <a:pt x="89" y="282"/>
                      </a:cubicBezTo>
                      <a:cubicBezTo>
                        <a:pt x="89" y="283"/>
                        <a:pt x="89" y="282"/>
                        <a:pt x="89" y="282"/>
                      </a:cubicBezTo>
                      <a:cubicBezTo>
                        <a:pt x="89" y="282"/>
                        <a:pt x="90" y="282"/>
                        <a:pt x="90" y="282"/>
                      </a:cubicBezTo>
                      <a:cubicBezTo>
                        <a:pt x="90" y="282"/>
                        <a:pt x="90" y="282"/>
                        <a:pt x="90" y="282"/>
                      </a:cubicBezTo>
                      <a:cubicBezTo>
                        <a:pt x="90" y="282"/>
                        <a:pt x="90" y="282"/>
                        <a:pt x="89" y="281"/>
                      </a:cubicBezTo>
                      <a:cubicBezTo>
                        <a:pt x="89" y="281"/>
                        <a:pt x="89" y="281"/>
                        <a:pt x="90" y="281"/>
                      </a:cubicBezTo>
                      <a:cubicBezTo>
                        <a:pt x="90" y="281"/>
                        <a:pt x="90" y="281"/>
                        <a:pt x="90" y="281"/>
                      </a:cubicBezTo>
                      <a:cubicBezTo>
                        <a:pt x="90" y="281"/>
                        <a:pt x="90" y="281"/>
                        <a:pt x="90" y="281"/>
                      </a:cubicBezTo>
                      <a:cubicBezTo>
                        <a:pt x="91" y="280"/>
                        <a:pt x="91" y="280"/>
                        <a:pt x="90" y="280"/>
                      </a:cubicBezTo>
                      <a:close/>
                      <a:moveTo>
                        <a:pt x="69" y="284"/>
                      </a:moveTo>
                      <a:cubicBezTo>
                        <a:pt x="69" y="284"/>
                        <a:pt x="69" y="284"/>
                        <a:pt x="69" y="285"/>
                      </a:cubicBezTo>
                      <a:cubicBezTo>
                        <a:pt x="69" y="285"/>
                        <a:pt x="69" y="285"/>
                        <a:pt x="69" y="285"/>
                      </a:cubicBezTo>
                      <a:cubicBezTo>
                        <a:pt x="69" y="285"/>
                        <a:pt x="69" y="286"/>
                        <a:pt x="69" y="286"/>
                      </a:cubicBezTo>
                      <a:cubicBezTo>
                        <a:pt x="68" y="286"/>
                        <a:pt x="67" y="286"/>
                        <a:pt x="67" y="286"/>
                      </a:cubicBezTo>
                      <a:cubicBezTo>
                        <a:pt x="67" y="287"/>
                        <a:pt x="67" y="287"/>
                        <a:pt x="66" y="286"/>
                      </a:cubicBezTo>
                      <a:cubicBezTo>
                        <a:pt x="66" y="286"/>
                        <a:pt x="66" y="286"/>
                        <a:pt x="66" y="286"/>
                      </a:cubicBezTo>
                      <a:cubicBezTo>
                        <a:pt x="66" y="287"/>
                        <a:pt x="66" y="287"/>
                        <a:pt x="66" y="287"/>
                      </a:cubicBezTo>
                      <a:cubicBezTo>
                        <a:pt x="66" y="287"/>
                        <a:pt x="66" y="287"/>
                        <a:pt x="66" y="287"/>
                      </a:cubicBezTo>
                      <a:cubicBezTo>
                        <a:pt x="66" y="287"/>
                        <a:pt x="66" y="287"/>
                        <a:pt x="66" y="287"/>
                      </a:cubicBezTo>
                      <a:cubicBezTo>
                        <a:pt x="66" y="287"/>
                        <a:pt x="67" y="287"/>
                        <a:pt x="67" y="287"/>
                      </a:cubicBezTo>
                      <a:cubicBezTo>
                        <a:pt x="67" y="287"/>
                        <a:pt x="67" y="287"/>
                        <a:pt x="67" y="287"/>
                      </a:cubicBezTo>
                      <a:cubicBezTo>
                        <a:pt x="68" y="286"/>
                        <a:pt x="68" y="286"/>
                        <a:pt x="68" y="286"/>
                      </a:cubicBezTo>
                      <a:cubicBezTo>
                        <a:pt x="68" y="286"/>
                        <a:pt x="68" y="287"/>
                        <a:pt x="68" y="287"/>
                      </a:cubicBezTo>
                      <a:cubicBezTo>
                        <a:pt x="68" y="287"/>
                        <a:pt x="68" y="287"/>
                        <a:pt x="69" y="287"/>
                      </a:cubicBezTo>
                      <a:cubicBezTo>
                        <a:pt x="69" y="287"/>
                        <a:pt x="69" y="287"/>
                        <a:pt x="69" y="287"/>
                      </a:cubicBezTo>
                      <a:cubicBezTo>
                        <a:pt x="69" y="287"/>
                        <a:pt x="69" y="287"/>
                        <a:pt x="69" y="287"/>
                      </a:cubicBezTo>
                      <a:cubicBezTo>
                        <a:pt x="69" y="287"/>
                        <a:pt x="70" y="287"/>
                        <a:pt x="70" y="286"/>
                      </a:cubicBezTo>
                      <a:cubicBezTo>
                        <a:pt x="70" y="286"/>
                        <a:pt x="70" y="286"/>
                        <a:pt x="70" y="286"/>
                      </a:cubicBezTo>
                      <a:cubicBezTo>
                        <a:pt x="70" y="285"/>
                        <a:pt x="70" y="285"/>
                        <a:pt x="70" y="285"/>
                      </a:cubicBezTo>
                      <a:cubicBezTo>
                        <a:pt x="70" y="285"/>
                        <a:pt x="70" y="285"/>
                        <a:pt x="70" y="285"/>
                      </a:cubicBezTo>
                      <a:cubicBezTo>
                        <a:pt x="70" y="284"/>
                        <a:pt x="70" y="284"/>
                        <a:pt x="69" y="284"/>
                      </a:cubicBezTo>
                      <a:close/>
                      <a:moveTo>
                        <a:pt x="34" y="284"/>
                      </a:moveTo>
                      <a:cubicBezTo>
                        <a:pt x="34" y="284"/>
                        <a:pt x="34" y="284"/>
                        <a:pt x="34" y="284"/>
                      </a:cubicBezTo>
                      <a:cubicBezTo>
                        <a:pt x="34" y="283"/>
                        <a:pt x="35" y="283"/>
                        <a:pt x="35" y="283"/>
                      </a:cubicBezTo>
                      <a:cubicBezTo>
                        <a:pt x="35" y="282"/>
                        <a:pt x="35" y="282"/>
                        <a:pt x="35" y="282"/>
                      </a:cubicBezTo>
                      <a:cubicBezTo>
                        <a:pt x="34" y="282"/>
                        <a:pt x="34" y="282"/>
                        <a:pt x="34" y="282"/>
                      </a:cubicBezTo>
                      <a:cubicBezTo>
                        <a:pt x="34" y="282"/>
                        <a:pt x="34" y="283"/>
                        <a:pt x="34" y="283"/>
                      </a:cubicBezTo>
                      <a:cubicBezTo>
                        <a:pt x="34" y="283"/>
                        <a:pt x="34" y="283"/>
                        <a:pt x="34" y="283"/>
                      </a:cubicBezTo>
                      <a:cubicBezTo>
                        <a:pt x="34" y="283"/>
                        <a:pt x="34" y="284"/>
                        <a:pt x="33" y="284"/>
                      </a:cubicBezTo>
                      <a:cubicBezTo>
                        <a:pt x="33" y="284"/>
                        <a:pt x="33" y="284"/>
                        <a:pt x="33" y="284"/>
                      </a:cubicBezTo>
                      <a:cubicBezTo>
                        <a:pt x="33" y="284"/>
                        <a:pt x="33" y="284"/>
                        <a:pt x="32" y="284"/>
                      </a:cubicBezTo>
                      <a:cubicBezTo>
                        <a:pt x="32" y="284"/>
                        <a:pt x="32" y="285"/>
                        <a:pt x="32" y="285"/>
                      </a:cubicBezTo>
                      <a:cubicBezTo>
                        <a:pt x="32" y="285"/>
                        <a:pt x="32" y="285"/>
                        <a:pt x="32" y="285"/>
                      </a:cubicBezTo>
                      <a:cubicBezTo>
                        <a:pt x="32" y="285"/>
                        <a:pt x="32" y="285"/>
                        <a:pt x="32" y="285"/>
                      </a:cubicBezTo>
                      <a:cubicBezTo>
                        <a:pt x="33" y="285"/>
                        <a:pt x="33" y="285"/>
                        <a:pt x="33" y="285"/>
                      </a:cubicBezTo>
                      <a:cubicBezTo>
                        <a:pt x="33" y="285"/>
                        <a:pt x="33" y="284"/>
                        <a:pt x="33" y="284"/>
                      </a:cubicBezTo>
                      <a:cubicBezTo>
                        <a:pt x="34" y="284"/>
                        <a:pt x="34" y="284"/>
                        <a:pt x="34" y="284"/>
                      </a:cubicBezTo>
                      <a:cubicBezTo>
                        <a:pt x="34" y="284"/>
                        <a:pt x="34" y="284"/>
                        <a:pt x="34" y="284"/>
                      </a:cubicBezTo>
                      <a:cubicBezTo>
                        <a:pt x="34" y="284"/>
                        <a:pt x="34" y="284"/>
                        <a:pt x="34" y="284"/>
                      </a:cubicBezTo>
                      <a:close/>
                      <a:moveTo>
                        <a:pt x="6" y="274"/>
                      </a:moveTo>
                      <a:cubicBezTo>
                        <a:pt x="6" y="274"/>
                        <a:pt x="6" y="274"/>
                        <a:pt x="6" y="274"/>
                      </a:cubicBezTo>
                      <a:cubicBezTo>
                        <a:pt x="6" y="274"/>
                        <a:pt x="6" y="274"/>
                        <a:pt x="6" y="274"/>
                      </a:cubicBezTo>
                      <a:cubicBezTo>
                        <a:pt x="6" y="274"/>
                        <a:pt x="5" y="274"/>
                        <a:pt x="6" y="274"/>
                      </a:cubicBezTo>
                      <a:cubicBezTo>
                        <a:pt x="6" y="274"/>
                        <a:pt x="6" y="273"/>
                        <a:pt x="6" y="273"/>
                      </a:cubicBezTo>
                      <a:cubicBezTo>
                        <a:pt x="6" y="273"/>
                        <a:pt x="5" y="273"/>
                        <a:pt x="5" y="273"/>
                      </a:cubicBezTo>
                      <a:cubicBezTo>
                        <a:pt x="5" y="273"/>
                        <a:pt x="5" y="273"/>
                        <a:pt x="5" y="273"/>
                      </a:cubicBezTo>
                      <a:cubicBezTo>
                        <a:pt x="5" y="274"/>
                        <a:pt x="5" y="274"/>
                        <a:pt x="5" y="273"/>
                      </a:cubicBezTo>
                      <a:cubicBezTo>
                        <a:pt x="5" y="273"/>
                        <a:pt x="5" y="273"/>
                        <a:pt x="5" y="273"/>
                      </a:cubicBezTo>
                      <a:cubicBezTo>
                        <a:pt x="5" y="273"/>
                        <a:pt x="5" y="273"/>
                        <a:pt x="4" y="273"/>
                      </a:cubicBezTo>
                      <a:cubicBezTo>
                        <a:pt x="4" y="273"/>
                        <a:pt x="4" y="273"/>
                        <a:pt x="4" y="273"/>
                      </a:cubicBezTo>
                      <a:cubicBezTo>
                        <a:pt x="4" y="273"/>
                        <a:pt x="4" y="273"/>
                        <a:pt x="4" y="273"/>
                      </a:cubicBezTo>
                      <a:cubicBezTo>
                        <a:pt x="4" y="273"/>
                        <a:pt x="4" y="273"/>
                        <a:pt x="3" y="273"/>
                      </a:cubicBezTo>
                      <a:cubicBezTo>
                        <a:pt x="3" y="273"/>
                        <a:pt x="3" y="273"/>
                        <a:pt x="3" y="273"/>
                      </a:cubicBezTo>
                      <a:cubicBezTo>
                        <a:pt x="3" y="273"/>
                        <a:pt x="3" y="273"/>
                        <a:pt x="3" y="273"/>
                      </a:cubicBezTo>
                      <a:cubicBezTo>
                        <a:pt x="2" y="273"/>
                        <a:pt x="2" y="272"/>
                        <a:pt x="2" y="273"/>
                      </a:cubicBezTo>
                      <a:cubicBezTo>
                        <a:pt x="2" y="273"/>
                        <a:pt x="1" y="272"/>
                        <a:pt x="1" y="273"/>
                      </a:cubicBezTo>
                      <a:cubicBezTo>
                        <a:pt x="1" y="273"/>
                        <a:pt x="1" y="273"/>
                        <a:pt x="0" y="273"/>
                      </a:cubicBezTo>
                      <a:cubicBezTo>
                        <a:pt x="0" y="273"/>
                        <a:pt x="0" y="273"/>
                        <a:pt x="0" y="273"/>
                      </a:cubicBezTo>
                      <a:cubicBezTo>
                        <a:pt x="0" y="273"/>
                        <a:pt x="0" y="274"/>
                        <a:pt x="1" y="274"/>
                      </a:cubicBezTo>
                      <a:cubicBezTo>
                        <a:pt x="1" y="273"/>
                        <a:pt x="1" y="273"/>
                        <a:pt x="1" y="273"/>
                      </a:cubicBezTo>
                      <a:cubicBezTo>
                        <a:pt x="1" y="273"/>
                        <a:pt x="1" y="273"/>
                        <a:pt x="1" y="273"/>
                      </a:cubicBezTo>
                      <a:cubicBezTo>
                        <a:pt x="1" y="274"/>
                        <a:pt x="1" y="274"/>
                        <a:pt x="1" y="274"/>
                      </a:cubicBezTo>
                      <a:cubicBezTo>
                        <a:pt x="1" y="274"/>
                        <a:pt x="1" y="274"/>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4"/>
                        <a:pt x="2" y="274"/>
                        <a:pt x="2" y="275"/>
                      </a:cubicBezTo>
                      <a:cubicBezTo>
                        <a:pt x="2" y="275"/>
                        <a:pt x="2" y="275"/>
                        <a:pt x="2" y="275"/>
                      </a:cubicBezTo>
                      <a:cubicBezTo>
                        <a:pt x="2" y="275"/>
                        <a:pt x="2" y="275"/>
                        <a:pt x="2" y="275"/>
                      </a:cubicBezTo>
                      <a:cubicBezTo>
                        <a:pt x="2" y="275"/>
                        <a:pt x="3" y="275"/>
                        <a:pt x="3" y="275"/>
                      </a:cubicBezTo>
                      <a:cubicBezTo>
                        <a:pt x="3" y="275"/>
                        <a:pt x="3" y="275"/>
                        <a:pt x="3" y="275"/>
                      </a:cubicBezTo>
                      <a:cubicBezTo>
                        <a:pt x="4" y="275"/>
                        <a:pt x="4" y="275"/>
                        <a:pt x="4" y="274"/>
                      </a:cubicBezTo>
                      <a:cubicBezTo>
                        <a:pt x="4" y="274"/>
                        <a:pt x="4" y="275"/>
                        <a:pt x="4" y="275"/>
                      </a:cubicBezTo>
                      <a:cubicBezTo>
                        <a:pt x="4" y="275"/>
                        <a:pt x="5" y="275"/>
                        <a:pt x="5" y="275"/>
                      </a:cubicBezTo>
                      <a:cubicBezTo>
                        <a:pt x="5" y="275"/>
                        <a:pt x="5" y="274"/>
                        <a:pt x="5" y="274"/>
                      </a:cubicBezTo>
                      <a:cubicBezTo>
                        <a:pt x="5" y="274"/>
                        <a:pt x="5" y="274"/>
                        <a:pt x="5" y="274"/>
                      </a:cubicBezTo>
                      <a:cubicBezTo>
                        <a:pt x="5" y="274"/>
                        <a:pt x="6" y="274"/>
                        <a:pt x="6" y="274"/>
                      </a:cubicBezTo>
                      <a:cubicBezTo>
                        <a:pt x="6" y="274"/>
                        <a:pt x="6" y="274"/>
                        <a:pt x="6" y="274"/>
                      </a:cubicBezTo>
                      <a:cubicBezTo>
                        <a:pt x="6" y="274"/>
                        <a:pt x="6" y="274"/>
                        <a:pt x="6" y="274"/>
                      </a:cubicBezTo>
                      <a:close/>
                      <a:moveTo>
                        <a:pt x="8" y="278"/>
                      </a:moveTo>
                      <a:cubicBezTo>
                        <a:pt x="8" y="278"/>
                        <a:pt x="8" y="278"/>
                        <a:pt x="8" y="278"/>
                      </a:cubicBezTo>
                      <a:cubicBezTo>
                        <a:pt x="8" y="278"/>
                        <a:pt x="8" y="278"/>
                        <a:pt x="8" y="278"/>
                      </a:cubicBezTo>
                      <a:cubicBezTo>
                        <a:pt x="7" y="279"/>
                        <a:pt x="7" y="279"/>
                        <a:pt x="7" y="279"/>
                      </a:cubicBezTo>
                      <a:cubicBezTo>
                        <a:pt x="6" y="279"/>
                        <a:pt x="6" y="279"/>
                        <a:pt x="6" y="279"/>
                      </a:cubicBezTo>
                      <a:cubicBezTo>
                        <a:pt x="6" y="279"/>
                        <a:pt x="6" y="279"/>
                        <a:pt x="6" y="279"/>
                      </a:cubicBezTo>
                      <a:cubicBezTo>
                        <a:pt x="6" y="279"/>
                        <a:pt x="6" y="279"/>
                        <a:pt x="6" y="279"/>
                      </a:cubicBezTo>
                      <a:cubicBezTo>
                        <a:pt x="7" y="279"/>
                        <a:pt x="7" y="279"/>
                        <a:pt x="7" y="279"/>
                      </a:cubicBezTo>
                      <a:cubicBezTo>
                        <a:pt x="8" y="279"/>
                        <a:pt x="8" y="279"/>
                        <a:pt x="8" y="280"/>
                      </a:cubicBezTo>
                      <a:cubicBezTo>
                        <a:pt x="8" y="280"/>
                        <a:pt x="8" y="280"/>
                        <a:pt x="8" y="280"/>
                      </a:cubicBezTo>
                      <a:cubicBezTo>
                        <a:pt x="8" y="280"/>
                        <a:pt x="9" y="280"/>
                        <a:pt x="8" y="279"/>
                      </a:cubicBezTo>
                      <a:cubicBezTo>
                        <a:pt x="8" y="279"/>
                        <a:pt x="8" y="279"/>
                        <a:pt x="8" y="279"/>
                      </a:cubicBezTo>
                      <a:cubicBezTo>
                        <a:pt x="8" y="279"/>
                        <a:pt x="8" y="278"/>
                        <a:pt x="9" y="278"/>
                      </a:cubicBezTo>
                      <a:cubicBezTo>
                        <a:pt x="9" y="278"/>
                        <a:pt x="9" y="278"/>
                        <a:pt x="9" y="278"/>
                      </a:cubicBezTo>
                      <a:cubicBezTo>
                        <a:pt x="9" y="278"/>
                        <a:pt x="9" y="278"/>
                        <a:pt x="8" y="278"/>
                      </a:cubicBezTo>
                      <a:close/>
                      <a:moveTo>
                        <a:pt x="48" y="283"/>
                      </a:moveTo>
                      <a:cubicBezTo>
                        <a:pt x="48" y="283"/>
                        <a:pt x="48" y="283"/>
                        <a:pt x="48" y="283"/>
                      </a:cubicBezTo>
                      <a:cubicBezTo>
                        <a:pt x="48" y="284"/>
                        <a:pt x="47" y="284"/>
                        <a:pt x="47" y="284"/>
                      </a:cubicBezTo>
                      <a:cubicBezTo>
                        <a:pt x="47" y="284"/>
                        <a:pt x="47" y="284"/>
                        <a:pt x="47" y="284"/>
                      </a:cubicBezTo>
                      <a:cubicBezTo>
                        <a:pt x="47" y="285"/>
                        <a:pt x="48" y="285"/>
                        <a:pt x="48" y="285"/>
                      </a:cubicBezTo>
                      <a:cubicBezTo>
                        <a:pt x="48" y="285"/>
                        <a:pt x="49" y="284"/>
                        <a:pt x="49" y="284"/>
                      </a:cubicBezTo>
                      <a:cubicBezTo>
                        <a:pt x="49" y="284"/>
                        <a:pt x="49" y="284"/>
                        <a:pt x="49" y="284"/>
                      </a:cubicBezTo>
                      <a:cubicBezTo>
                        <a:pt x="49" y="284"/>
                        <a:pt x="48" y="284"/>
                        <a:pt x="48" y="283"/>
                      </a:cubicBezTo>
                      <a:close/>
                      <a:moveTo>
                        <a:pt x="101" y="279"/>
                      </a:moveTo>
                      <a:cubicBezTo>
                        <a:pt x="101" y="279"/>
                        <a:pt x="101" y="279"/>
                        <a:pt x="101" y="279"/>
                      </a:cubicBezTo>
                      <a:cubicBezTo>
                        <a:pt x="100" y="280"/>
                        <a:pt x="100" y="280"/>
                        <a:pt x="100" y="280"/>
                      </a:cubicBezTo>
                      <a:cubicBezTo>
                        <a:pt x="100" y="280"/>
                        <a:pt x="100" y="280"/>
                        <a:pt x="100" y="281"/>
                      </a:cubicBezTo>
                      <a:cubicBezTo>
                        <a:pt x="100" y="281"/>
                        <a:pt x="100" y="281"/>
                        <a:pt x="100" y="281"/>
                      </a:cubicBezTo>
                      <a:cubicBezTo>
                        <a:pt x="101" y="281"/>
                        <a:pt x="101" y="280"/>
                        <a:pt x="101" y="280"/>
                      </a:cubicBezTo>
                      <a:cubicBezTo>
                        <a:pt x="102" y="280"/>
                        <a:pt x="102" y="280"/>
                        <a:pt x="101" y="279"/>
                      </a:cubicBezTo>
                      <a:close/>
                      <a:moveTo>
                        <a:pt x="113" y="276"/>
                      </a:moveTo>
                      <a:cubicBezTo>
                        <a:pt x="112" y="276"/>
                        <a:pt x="112" y="276"/>
                        <a:pt x="112" y="276"/>
                      </a:cubicBezTo>
                      <a:cubicBezTo>
                        <a:pt x="112" y="277"/>
                        <a:pt x="112" y="277"/>
                        <a:pt x="112" y="277"/>
                      </a:cubicBezTo>
                      <a:cubicBezTo>
                        <a:pt x="112" y="277"/>
                        <a:pt x="112" y="277"/>
                        <a:pt x="112" y="278"/>
                      </a:cubicBezTo>
                      <a:cubicBezTo>
                        <a:pt x="112" y="278"/>
                        <a:pt x="112" y="278"/>
                        <a:pt x="112" y="277"/>
                      </a:cubicBezTo>
                      <a:cubicBezTo>
                        <a:pt x="112" y="277"/>
                        <a:pt x="112" y="277"/>
                        <a:pt x="113" y="277"/>
                      </a:cubicBezTo>
                      <a:cubicBezTo>
                        <a:pt x="113" y="277"/>
                        <a:pt x="113" y="277"/>
                        <a:pt x="113" y="277"/>
                      </a:cubicBezTo>
                      <a:cubicBezTo>
                        <a:pt x="113" y="277"/>
                        <a:pt x="113" y="276"/>
                        <a:pt x="113" y="276"/>
                      </a:cubicBezTo>
                      <a:cubicBezTo>
                        <a:pt x="113" y="276"/>
                        <a:pt x="113" y="276"/>
                        <a:pt x="113" y="276"/>
                      </a:cubicBezTo>
                      <a:close/>
                      <a:moveTo>
                        <a:pt x="148" y="259"/>
                      </a:moveTo>
                      <a:cubicBezTo>
                        <a:pt x="148" y="259"/>
                        <a:pt x="148" y="259"/>
                        <a:pt x="148" y="259"/>
                      </a:cubicBezTo>
                      <a:cubicBezTo>
                        <a:pt x="147" y="259"/>
                        <a:pt x="147" y="259"/>
                        <a:pt x="147" y="259"/>
                      </a:cubicBezTo>
                      <a:cubicBezTo>
                        <a:pt x="147" y="259"/>
                        <a:pt x="147" y="259"/>
                        <a:pt x="147" y="259"/>
                      </a:cubicBezTo>
                      <a:cubicBezTo>
                        <a:pt x="147" y="258"/>
                        <a:pt x="147" y="258"/>
                        <a:pt x="147" y="258"/>
                      </a:cubicBezTo>
                      <a:cubicBezTo>
                        <a:pt x="147" y="258"/>
                        <a:pt x="147" y="258"/>
                        <a:pt x="147" y="258"/>
                      </a:cubicBezTo>
                      <a:cubicBezTo>
                        <a:pt x="147" y="258"/>
                        <a:pt x="147" y="258"/>
                        <a:pt x="147" y="258"/>
                      </a:cubicBezTo>
                      <a:cubicBezTo>
                        <a:pt x="147" y="258"/>
                        <a:pt x="147" y="258"/>
                        <a:pt x="147" y="258"/>
                      </a:cubicBezTo>
                      <a:cubicBezTo>
                        <a:pt x="146" y="258"/>
                        <a:pt x="146" y="258"/>
                        <a:pt x="146" y="258"/>
                      </a:cubicBezTo>
                      <a:cubicBezTo>
                        <a:pt x="146" y="258"/>
                        <a:pt x="146" y="259"/>
                        <a:pt x="146" y="259"/>
                      </a:cubicBezTo>
                      <a:cubicBezTo>
                        <a:pt x="146" y="259"/>
                        <a:pt x="146" y="259"/>
                        <a:pt x="146" y="259"/>
                      </a:cubicBezTo>
                      <a:cubicBezTo>
                        <a:pt x="146" y="259"/>
                        <a:pt x="146" y="259"/>
                        <a:pt x="147" y="259"/>
                      </a:cubicBezTo>
                      <a:cubicBezTo>
                        <a:pt x="147" y="259"/>
                        <a:pt x="147" y="259"/>
                        <a:pt x="147" y="259"/>
                      </a:cubicBezTo>
                      <a:cubicBezTo>
                        <a:pt x="146" y="259"/>
                        <a:pt x="146" y="259"/>
                        <a:pt x="146" y="259"/>
                      </a:cubicBezTo>
                      <a:cubicBezTo>
                        <a:pt x="147" y="259"/>
                        <a:pt x="146" y="259"/>
                        <a:pt x="146" y="260"/>
                      </a:cubicBezTo>
                      <a:cubicBezTo>
                        <a:pt x="146" y="260"/>
                        <a:pt x="146" y="260"/>
                        <a:pt x="147" y="260"/>
                      </a:cubicBezTo>
                      <a:cubicBezTo>
                        <a:pt x="147" y="260"/>
                        <a:pt x="147" y="260"/>
                        <a:pt x="147" y="260"/>
                      </a:cubicBezTo>
                      <a:cubicBezTo>
                        <a:pt x="147" y="260"/>
                        <a:pt x="147" y="260"/>
                        <a:pt x="147" y="260"/>
                      </a:cubicBezTo>
                      <a:cubicBezTo>
                        <a:pt x="147" y="260"/>
                        <a:pt x="147" y="260"/>
                        <a:pt x="147" y="259"/>
                      </a:cubicBezTo>
                      <a:cubicBezTo>
                        <a:pt x="147" y="259"/>
                        <a:pt x="147" y="259"/>
                        <a:pt x="148" y="259"/>
                      </a:cubicBezTo>
                      <a:cubicBezTo>
                        <a:pt x="148" y="259"/>
                        <a:pt x="148" y="259"/>
                        <a:pt x="148" y="259"/>
                      </a:cubicBezTo>
                      <a:close/>
                      <a:moveTo>
                        <a:pt x="119" y="274"/>
                      </a:moveTo>
                      <a:cubicBezTo>
                        <a:pt x="119" y="274"/>
                        <a:pt x="118" y="274"/>
                        <a:pt x="118" y="274"/>
                      </a:cubicBezTo>
                      <a:cubicBezTo>
                        <a:pt x="118" y="274"/>
                        <a:pt x="118" y="274"/>
                        <a:pt x="118" y="274"/>
                      </a:cubicBezTo>
                      <a:cubicBezTo>
                        <a:pt x="117" y="274"/>
                        <a:pt x="117" y="274"/>
                        <a:pt x="117" y="274"/>
                      </a:cubicBezTo>
                      <a:cubicBezTo>
                        <a:pt x="117" y="275"/>
                        <a:pt x="117" y="275"/>
                        <a:pt x="117" y="275"/>
                      </a:cubicBezTo>
                      <a:cubicBezTo>
                        <a:pt x="118" y="275"/>
                        <a:pt x="118" y="275"/>
                        <a:pt x="118" y="275"/>
                      </a:cubicBezTo>
                      <a:cubicBezTo>
                        <a:pt x="118" y="275"/>
                        <a:pt x="118" y="275"/>
                        <a:pt x="118" y="275"/>
                      </a:cubicBezTo>
                      <a:cubicBezTo>
                        <a:pt x="118" y="275"/>
                        <a:pt x="119" y="275"/>
                        <a:pt x="119" y="275"/>
                      </a:cubicBezTo>
                      <a:cubicBezTo>
                        <a:pt x="119" y="275"/>
                        <a:pt x="119" y="275"/>
                        <a:pt x="119" y="275"/>
                      </a:cubicBezTo>
                      <a:cubicBezTo>
                        <a:pt x="119" y="275"/>
                        <a:pt x="119" y="274"/>
                        <a:pt x="119" y="274"/>
                      </a:cubicBezTo>
                      <a:close/>
                      <a:moveTo>
                        <a:pt x="76" y="284"/>
                      </a:moveTo>
                      <a:cubicBezTo>
                        <a:pt x="76" y="284"/>
                        <a:pt x="77" y="284"/>
                        <a:pt x="77" y="284"/>
                      </a:cubicBezTo>
                      <a:cubicBezTo>
                        <a:pt x="77" y="284"/>
                        <a:pt x="77" y="284"/>
                        <a:pt x="77" y="284"/>
                      </a:cubicBezTo>
                      <a:cubicBezTo>
                        <a:pt x="77" y="284"/>
                        <a:pt x="77" y="284"/>
                        <a:pt x="77" y="283"/>
                      </a:cubicBezTo>
                      <a:cubicBezTo>
                        <a:pt x="77" y="283"/>
                        <a:pt x="77" y="283"/>
                        <a:pt x="77" y="283"/>
                      </a:cubicBezTo>
                      <a:cubicBezTo>
                        <a:pt x="77" y="283"/>
                        <a:pt x="77" y="283"/>
                        <a:pt x="77" y="283"/>
                      </a:cubicBezTo>
                      <a:cubicBezTo>
                        <a:pt x="77" y="283"/>
                        <a:pt x="77" y="282"/>
                        <a:pt x="76" y="282"/>
                      </a:cubicBezTo>
                      <a:cubicBezTo>
                        <a:pt x="76" y="282"/>
                        <a:pt x="76" y="283"/>
                        <a:pt x="76" y="283"/>
                      </a:cubicBezTo>
                      <a:cubicBezTo>
                        <a:pt x="76" y="283"/>
                        <a:pt x="76" y="283"/>
                        <a:pt x="76" y="284"/>
                      </a:cubicBezTo>
                      <a:close/>
                      <a:moveTo>
                        <a:pt x="146" y="260"/>
                      </a:moveTo>
                      <a:cubicBezTo>
                        <a:pt x="146" y="260"/>
                        <a:pt x="146" y="260"/>
                        <a:pt x="146" y="260"/>
                      </a:cubicBezTo>
                      <a:cubicBezTo>
                        <a:pt x="146" y="260"/>
                        <a:pt x="146" y="260"/>
                        <a:pt x="146" y="260"/>
                      </a:cubicBezTo>
                      <a:cubicBezTo>
                        <a:pt x="146" y="260"/>
                        <a:pt x="146" y="260"/>
                        <a:pt x="146" y="260"/>
                      </a:cubicBezTo>
                      <a:cubicBezTo>
                        <a:pt x="146" y="260"/>
                        <a:pt x="146" y="260"/>
                        <a:pt x="145" y="260"/>
                      </a:cubicBezTo>
                      <a:cubicBezTo>
                        <a:pt x="145" y="260"/>
                        <a:pt x="145" y="260"/>
                        <a:pt x="145" y="260"/>
                      </a:cubicBezTo>
                      <a:cubicBezTo>
                        <a:pt x="145" y="260"/>
                        <a:pt x="145" y="260"/>
                        <a:pt x="145" y="260"/>
                      </a:cubicBezTo>
                      <a:cubicBezTo>
                        <a:pt x="146" y="260"/>
                        <a:pt x="146" y="260"/>
                        <a:pt x="145" y="259"/>
                      </a:cubicBezTo>
                      <a:cubicBezTo>
                        <a:pt x="145" y="259"/>
                        <a:pt x="145" y="259"/>
                        <a:pt x="145" y="259"/>
                      </a:cubicBezTo>
                      <a:cubicBezTo>
                        <a:pt x="145" y="259"/>
                        <a:pt x="145" y="259"/>
                        <a:pt x="145" y="259"/>
                      </a:cubicBezTo>
                      <a:cubicBezTo>
                        <a:pt x="145" y="259"/>
                        <a:pt x="145" y="259"/>
                        <a:pt x="145" y="259"/>
                      </a:cubicBezTo>
                      <a:cubicBezTo>
                        <a:pt x="144" y="259"/>
                        <a:pt x="144" y="259"/>
                        <a:pt x="144" y="259"/>
                      </a:cubicBezTo>
                      <a:cubicBezTo>
                        <a:pt x="144" y="259"/>
                        <a:pt x="144" y="259"/>
                        <a:pt x="144" y="259"/>
                      </a:cubicBezTo>
                      <a:cubicBezTo>
                        <a:pt x="143" y="259"/>
                        <a:pt x="143" y="260"/>
                        <a:pt x="143" y="260"/>
                      </a:cubicBezTo>
                      <a:cubicBezTo>
                        <a:pt x="144" y="260"/>
                        <a:pt x="144" y="261"/>
                        <a:pt x="144" y="261"/>
                      </a:cubicBezTo>
                      <a:cubicBezTo>
                        <a:pt x="144" y="261"/>
                        <a:pt x="144" y="261"/>
                        <a:pt x="144" y="261"/>
                      </a:cubicBezTo>
                      <a:cubicBezTo>
                        <a:pt x="144" y="261"/>
                        <a:pt x="144" y="261"/>
                        <a:pt x="144" y="261"/>
                      </a:cubicBezTo>
                      <a:cubicBezTo>
                        <a:pt x="144" y="261"/>
                        <a:pt x="144" y="260"/>
                        <a:pt x="145" y="261"/>
                      </a:cubicBezTo>
                      <a:cubicBezTo>
                        <a:pt x="145" y="261"/>
                        <a:pt x="145" y="261"/>
                        <a:pt x="145" y="261"/>
                      </a:cubicBezTo>
                      <a:cubicBezTo>
                        <a:pt x="145" y="261"/>
                        <a:pt x="145" y="261"/>
                        <a:pt x="145" y="261"/>
                      </a:cubicBezTo>
                      <a:cubicBezTo>
                        <a:pt x="145" y="260"/>
                        <a:pt x="145" y="260"/>
                        <a:pt x="145" y="260"/>
                      </a:cubicBezTo>
                      <a:cubicBezTo>
                        <a:pt x="145" y="261"/>
                        <a:pt x="146" y="260"/>
                        <a:pt x="146" y="260"/>
                      </a:cubicBezTo>
                      <a:cubicBezTo>
                        <a:pt x="146" y="260"/>
                        <a:pt x="146" y="260"/>
                        <a:pt x="146" y="260"/>
                      </a:cubicBezTo>
                      <a:cubicBezTo>
                        <a:pt x="146" y="260"/>
                        <a:pt x="146" y="260"/>
                        <a:pt x="146" y="260"/>
                      </a:cubicBezTo>
                      <a:close/>
                      <a:moveTo>
                        <a:pt x="75" y="285"/>
                      </a:moveTo>
                      <a:cubicBezTo>
                        <a:pt x="75" y="285"/>
                        <a:pt x="75" y="285"/>
                        <a:pt x="75" y="285"/>
                      </a:cubicBezTo>
                      <a:cubicBezTo>
                        <a:pt x="75" y="285"/>
                        <a:pt x="75" y="285"/>
                        <a:pt x="75" y="285"/>
                      </a:cubicBezTo>
                      <a:cubicBezTo>
                        <a:pt x="74" y="285"/>
                        <a:pt x="74" y="285"/>
                        <a:pt x="74" y="285"/>
                      </a:cubicBezTo>
                      <a:cubicBezTo>
                        <a:pt x="74" y="285"/>
                        <a:pt x="74" y="285"/>
                        <a:pt x="74" y="285"/>
                      </a:cubicBezTo>
                      <a:cubicBezTo>
                        <a:pt x="74" y="285"/>
                        <a:pt x="74" y="285"/>
                        <a:pt x="74" y="285"/>
                      </a:cubicBezTo>
                      <a:cubicBezTo>
                        <a:pt x="74" y="285"/>
                        <a:pt x="73" y="285"/>
                        <a:pt x="73" y="285"/>
                      </a:cubicBezTo>
                      <a:cubicBezTo>
                        <a:pt x="73" y="285"/>
                        <a:pt x="73" y="285"/>
                        <a:pt x="73" y="285"/>
                      </a:cubicBezTo>
                      <a:cubicBezTo>
                        <a:pt x="73" y="285"/>
                        <a:pt x="73" y="285"/>
                        <a:pt x="73" y="284"/>
                      </a:cubicBezTo>
                      <a:cubicBezTo>
                        <a:pt x="73" y="284"/>
                        <a:pt x="73" y="284"/>
                        <a:pt x="73" y="284"/>
                      </a:cubicBezTo>
                      <a:cubicBezTo>
                        <a:pt x="73" y="284"/>
                        <a:pt x="73" y="284"/>
                        <a:pt x="73" y="284"/>
                      </a:cubicBezTo>
                      <a:cubicBezTo>
                        <a:pt x="73" y="284"/>
                        <a:pt x="73" y="283"/>
                        <a:pt x="73" y="284"/>
                      </a:cubicBezTo>
                      <a:cubicBezTo>
                        <a:pt x="73" y="284"/>
                        <a:pt x="73" y="284"/>
                        <a:pt x="73" y="284"/>
                      </a:cubicBezTo>
                      <a:cubicBezTo>
                        <a:pt x="73" y="284"/>
                        <a:pt x="73" y="284"/>
                        <a:pt x="73" y="284"/>
                      </a:cubicBezTo>
                      <a:cubicBezTo>
                        <a:pt x="73" y="284"/>
                        <a:pt x="73" y="284"/>
                        <a:pt x="73" y="284"/>
                      </a:cubicBezTo>
                      <a:cubicBezTo>
                        <a:pt x="73" y="284"/>
                        <a:pt x="72" y="284"/>
                        <a:pt x="72" y="284"/>
                      </a:cubicBezTo>
                      <a:cubicBezTo>
                        <a:pt x="72" y="284"/>
                        <a:pt x="72" y="284"/>
                        <a:pt x="72" y="284"/>
                      </a:cubicBezTo>
                      <a:cubicBezTo>
                        <a:pt x="72" y="284"/>
                        <a:pt x="72" y="285"/>
                        <a:pt x="72" y="285"/>
                      </a:cubicBezTo>
                      <a:cubicBezTo>
                        <a:pt x="72" y="285"/>
                        <a:pt x="72" y="285"/>
                        <a:pt x="72" y="285"/>
                      </a:cubicBezTo>
                      <a:cubicBezTo>
                        <a:pt x="72" y="285"/>
                        <a:pt x="72" y="285"/>
                        <a:pt x="72" y="286"/>
                      </a:cubicBezTo>
                      <a:cubicBezTo>
                        <a:pt x="72" y="286"/>
                        <a:pt x="72" y="286"/>
                        <a:pt x="71" y="285"/>
                      </a:cubicBezTo>
                      <a:cubicBezTo>
                        <a:pt x="71" y="285"/>
                        <a:pt x="71" y="285"/>
                        <a:pt x="71" y="286"/>
                      </a:cubicBezTo>
                      <a:cubicBezTo>
                        <a:pt x="71" y="286"/>
                        <a:pt x="71" y="286"/>
                        <a:pt x="71" y="286"/>
                      </a:cubicBezTo>
                      <a:cubicBezTo>
                        <a:pt x="71" y="286"/>
                        <a:pt x="71" y="286"/>
                        <a:pt x="71" y="286"/>
                      </a:cubicBezTo>
                      <a:cubicBezTo>
                        <a:pt x="71" y="286"/>
                        <a:pt x="71" y="287"/>
                        <a:pt x="71" y="287"/>
                      </a:cubicBezTo>
                      <a:cubicBezTo>
                        <a:pt x="71" y="287"/>
                        <a:pt x="71" y="287"/>
                        <a:pt x="70" y="287"/>
                      </a:cubicBezTo>
                      <a:cubicBezTo>
                        <a:pt x="70" y="288"/>
                        <a:pt x="71" y="288"/>
                        <a:pt x="71" y="288"/>
                      </a:cubicBezTo>
                      <a:cubicBezTo>
                        <a:pt x="71" y="288"/>
                        <a:pt x="71" y="288"/>
                        <a:pt x="71" y="288"/>
                      </a:cubicBezTo>
                      <a:cubicBezTo>
                        <a:pt x="71" y="287"/>
                        <a:pt x="71" y="287"/>
                        <a:pt x="71" y="287"/>
                      </a:cubicBezTo>
                      <a:cubicBezTo>
                        <a:pt x="71" y="287"/>
                        <a:pt x="72" y="287"/>
                        <a:pt x="72" y="287"/>
                      </a:cubicBezTo>
                      <a:cubicBezTo>
                        <a:pt x="72" y="288"/>
                        <a:pt x="72" y="288"/>
                        <a:pt x="72" y="288"/>
                      </a:cubicBezTo>
                      <a:cubicBezTo>
                        <a:pt x="72" y="287"/>
                        <a:pt x="72" y="287"/>
                        <a:pt x="72" y="287"/>
                      </a:cubicBezTo>
                      <a:cubicBezTo>
                        <a:pt x="72" y="287"/>
                        <a:pt x="72" y="287"/>
                        <a:pt x="72" y="287"/>
                      </a:cubicBezTo>
                      <a:cubicBezTo>
                        <a:pt x="73" y="287"/>
                        <a:pt x="73" y="287"/>
                        <a:pt x="73" y="287"/>
                      </a:cubicBezTo>
                      <a:cubicBezTo>
                        <a:pt x="73" y="287"/>
                        <a:pt x="73" y="287"/>
                        <a:pt x="73" y="287"/>
                      </a:cubicBezTo>
                      <a:cubicBezTo>
                        <a:pt x="74" y="286"/>
                        <a:pt x="74" y="286"/>
                        <a:pt x="74" y="286"/>
                      </a:cubicBezTo>
                      <a:cubicBezTo>
                        <a:pt x="74" y="286"/>
                        <a:pt x="74" y="286"/>
                        <a:pt x="74" y="286"/>
                      </a:cubicBezTo>
                      <a:cubicBezTo>
                        <a:pt x="74" y="286"/>
                        <a:pt x="74" y="286"/>
                        <a:pt x="74" y="286"/>
                      </a:cubicBezTo>
                      <a:cubicBezTo>
                        <a:pt x="74" y="286"/>
                        <a:pt x="74" y="286"/>
                        <a:pt x="74" y="286"/>
                      </a:cubicBezTo>
                      <a:cubicBezTo>
                        <a:pt x="74" y="286"/>
                        <a:pt x="74" y="286"/>
                        <a:pt x="74" y="286"/>
                      </a:cubicBezTo>
                      <a:cubicBezTo>
                        <a:pt x="74" y="286"/>
                        <a:pt x="75" y="286"/>
                        <a:pt x="75" y="286"/>
                      </a:cubicBezTo>
                      <a:cubicBezTo>
                        <a:pt x="75" y="286"/>
                        <a:pt x="75" y="286"/>
                        <a:pt x="75" y="286"/>
                      </a:cubicBezTo>
                      <a:cubicBezTo>
                        <a:pt x="75" y="286"/>
                        <a:pt x="75" y="286"/>
                        <a:pt x="75" y="286"/>
                      </a:cubicBezTo>
                      <a:cubicBezTo>
                        <a:pt x="75" y="286"/>
                        <a:pt x="75" y="286"/>
                        <a:pt x="75" y="286"/>
                      </a:cubicBezTo>
                      <a:cubicBezTo>
                        <a:pt x="75" y="285"/>
                        <a:pt x="75" y="285"/>
                        <a:pt x="75" y="285"/>
                      </a:cubicBezTo>
                      <a:close/>
                      <a:moveTo>
                        <a:pt x="143" y="263"/>
                      </a:moveTo>
                      <a:cubicBezTo>
                        <a:pt x="143" y="263"/>
                        <a:pt x="142" y="263"/>
                        <a:pt x="142" y="264"/>
                      </a:cubicBezTo>
                      <a:cubicBezTo>
                        <a:pt x="142" y="264"/>
                        <a:pt x="142" y="264"/>
                        <a:pt x="142" y="264"/>
                      </a:cubicBezTo>
                      <a:cubicBezTo>
                        <a:pt x="142" y="263"/>
                        <a:pt x="142" y="264"/>
                        <a:pt x="142" y="264"/>
                      </a:cubicBezTo>
                      <a:cubicBezTo>
                        <a:pt x="142" y="264"/>
                        <a:pt x="142" y="264"/>
                        <a:pt x="142" y="264"/>
                      </a:cubicBezTo>
                      <a:cubicBezTo>
                        <a:pt x="142" y="264"/>
                        <a:pt x="142" y="264"/>
                        <a:pt x="142" y="264"/>
                      </a:cubicBezTo>
                      <a:cubicBezTo>
                        <a:pt x="143" y="264"/>
                        <a:pt x="143" y="264"/>
                        <a:pt x="143" y="264"/>
                      </a:cubicBezTo>
                      <a:cubicBezTo>
                        <a:pt x="143" y="264"/>
                        <a:pt x="143" y="264"/>
                        <a:pt x="143" y="264"/>
                      </a:cubicBezTo>
                      <a:cubicBezTo>
                        <a:pt x="143" y="264"/>
                        <a:pt x="143" y="264"/>
                        <a:pt x="143" y="264"/>
                      </a:cubicBezTo>
                      <a:cubicBezTo>
                        <a:pt x="143" y="263"/>
                        <a:pt x="143" y="263"/>
                        <a:pt x="143" y="263"/>
                      </a:cubicBezTo>
                      <a:cubicBezTo>
                        <a:pt x="143" y="263"/>
                        <a:pt x="143" y="263"/>
                        <a:pt x="143" y="263"/>
                      </a:cubicBezTo>
                      <a:cubicBezTo>
                        <a:pt x="143" y="263"/>
                        <a:pt x="143" y="263"/>
                        <a:pt x="143" y="263"/>
                      </a:cubicBezTo>
                      <a:close/>
                      <a:moveTo>
                        <a:pt x="151" y="260"/>
                      </a:moveTo>
                      <a:cubicBezTo>
                        <a:pt x="151" y="260"/>
                        <a:pt x="150" y="260"/>
                        <a:pt x="150" y="260"/>
                      </a:cubicBezTo>
                      <a:cubicBezTo>
                        <a:pt x="150" y="260"/>
                        <a:pt x="150" y="260"/>
                        <a:pt x="149" y="260"/>
                      </a:cubicBezTo>
                      <a:cubicBezTo>
                        <a:pt x="149" y="260"/>
                        <a:pt x="149" y="260"/>
                        <a:pt x="149" y="260"/>
                      </a:cubicBezTo>
                      <a:cubicBezTo>
                        <a:pt x="150" y="260"/>
                        <a:pt x="150" y="260"/>
                        <a:pt x="150" y="260"/>
                      </a:cubicBezTo>
                      <a:cubicBezTo>
                        <a:pt x="150" y="261"/>
                        <a:pt x="151" y="260"/>
                        <a:pt x="151" y="260"/>
                      </a:cubicBezTo>
                      <a:cubicBezTo>
                        <a:pt x="151" y="260"/>
                        <a:pt x="151" y="260"/>
                        <a:pt x="151" y="260"/>
                      </a:cubicBezTo>
                      <a:cubicBezTo>
                        <a:pt x="151" y="260"/>
                        <a:pt x="151" y="260"/>
                        <a:pt x="151" y="260"/>
                      </a:cubicBezTo>
                      <a:close/>
                      <a:moveTo>
                        <a:pt x="77" y="285"/>
                      </a:moveTo>
                      <a:cubicBezTo>
                        <a:pt x="76" y="285"/>
                        <a:pt x="76" y="285"/>
                        <a:pt x="76" y="285"/>
                      </a:cubicBezTo>
                      <a:cubicBezTo>
                        <a:pt x="76" y="285"/>
                        <a:pt x="76" y="285"/>
                        <a:pt x="76" y="285"/>
                      </a:cubicBezTo>
                      <a:cubicBezTo>
                        <a:pt x="76" y="285"/>
                        <a:pt x="76" y="286"/>
                        <a:pt x="76" y="286"/>
                      </a:cubicBezTo>
                      <a:cubicBezTo>
                        <a:pt x="76" y="286"/>
                        <a:pt x="76" y="286"/>
                        <a:pt x="76" y="286"/>
                      </a:cubicBezTo>
                      <a:cubicBezTo>
                        <a:pt x="76" y="286"/>
                        <a:pt x="76" y="286"/>
                        <a:pt x="76" y="286"/>
                      </a:cubicBezTo>
                      <a:cubicBezTo>
                        <a:pt x="76" y="285"/>
                        <a:pt x="77" y="285"/>
                        <a:pt x="77" y="285"/>
                      </a:cubicBezTo>
                      <a:cubicBezTo>
                        <a:pt x="77" y="285"/>
                        <a:pt x="77" y="285"/>
                        <a:pt x="77" y="285"/>
                      </a:cubicBezTo>
                      <a:cubicBezTo>
                        <a:pt x="77" y="285"/>
                        <a:pt x="77" y="285"/>
                        <a:pt x="77" y="285"/>
                      </a:cubicBezTo>
                      <a:close/>
                      <a:moveTo>
                        <a:pt x="40" y="284"/>
                      </a:moveTo>
                      <a:cubicBezTo>
                        <a:pt x="40" y="284"/>
                        <a:pt x="40" y="284"/>
                        <a:pt x="40" y="284"/>
                      </a:cubicBezTo>
                      <a:cubicBezTo>
                        <a:pt x="40" y="284"/>
                        <a:pt x="40" y="284"/>
                        <a:pt x="40" y="285"/>
                      </a:cubicBezTo>
                      <a:cubicBezTo>
                        <a:pt x="41" y="285"/>
                        <a:pt x="41" y="284"/>
                        <a:pt x="41" y="284"/>
                      </a:cubicBezTo>
                      <a:cubicBezTo>
                        <a:pt x="41" y="284"/>
                        <a:pt x="41" y="284"/>
                        <a:pt x="40" y="284"/>
                      </a:cubicBezTo>
                      <a:close/>
                      <a:moveTo>
                        <a:pt x="109" y="278"/>
                      </a:moveTo>
                      <a:cubicBezTo>
                        <a:pt x="109" y="278"/>
                        <a:pt x="108" y="278"/>
                        <a:pt x="108" y="278"/>
                      </a:cubicBezTo>
                      <a:cubicBezTo>
                        <a:pt x="108" y="279"/>
                        <a:pt x="109" y="279"/>
                        <a:pt x="109" y="279"/>
                      </a:cubicBezTo>
                      <a:cubicBezTo>
                        <a:pt x="109" y="279"/>
                        <a:pt x="109" y="278"/>
                        <a:pt x="109" y="278"/>
                      </a:cubicBezTo>
                      <a:cubicBezTo>
                        <a:pt x="109" y="278"/>
                        <a:pt x="109" y="278"/>
                        <a:pt x="109" y="278"/>
                      </a:cubicBezTo>
                      <a:close/>
                      <a:moveTo>
                        <a:pt x="119" y="272"/>
                      </a:moveTo>
                      <a:cubicBezTo>
                        <a:pt x="119" y="272"/>
                        <a:pt x="119" y="273"/>
                        <a:pt x="119" y="273"/>
                      </a:cubicBezTo>
                      <a:cubicBezTo>
                        <a:pt x="119" y="273"/>
                        <a:pt x="119" y="273"/>
                        <a:pt x="119" y="273"/>
                      </a:cubicBezTo>
                      <a:cubicBezTo>
                        <a:pt x="119" y="273"/>
                        <a:pt x="119" y="273"/>
                        <a:pt x="119" y="273"/>
                      </a:cubicBezTo>
                      <a:cubicBezTo>
                        <a:pt x="119" y="272"/>
                        <a:pt x="119" y="272"/>
                        <a:pt x="119" y="272"/>
                      </a:cubicBezTo>
                      <a:close/>
                      <a:moveTo>
                        <a:pt x="77" y="285"/>
                      </a:moveTo>
                      <a:cubicBezTo>
                        <a:pt x="77" y="284"/>
                        <a:pt x="77" y="285"/>
                        <a:pt x="77" y="285"/>
                      </a:cubicBezTo>
                      <a:cubicBezTo>
                        <a:pt x="77" y="285"/>
                        <a:pt x="77" y="285"/>
                        <a:pt x="76" y="285"/>
                      </a:cubicBezTo>
                      <a:cubicBezTo>
                        <a:pt x="77" y="285"/>
                        <a:pt x="77" y="285"/>
                        <a:pt x="77" y="285"/>
                      </a:cubicBezTo>
                      <a:cubicBezTo>
                        <a:pt x="77" y="285"/>
                        <a:pt x="77" y="285"/>
                        <a:pt x="77" y="285"/>
                      </a:cubicBezTo>
                      <a:cubicBezTo>
                        <a:pt x="78" y="285"/>
                        <a:pt x="77" y="285"/>
                        <a:pt x="77" y="285"/>
                      </a:cubicBezTo>
                      <a:close/>
                      <a:moveTo>
                        <a:pt x="149" y="260"/>
                      </a:moveTo>
                      <a:cubicBezTo>
                        <a:pt x="148" y="260"/>
                        <a:pt x="148" y="260"/>
                        <a:pt x="148" y="260"/>
                      </a:cubicBezTo>
                      <a:cubicBezTo>
                        <a:pt x="148" y="261"/>
                        <a:pt x="148" y="260"/>
                        <a:pt x="148" y="261"/>
                      </a:cubicBezTo>
                      <a:cubicBezTo>
                        <a:pt x="149" y="261"/>
                        <a:pt x="149" y="261"/>
                        <a:pt x="149" y="261"/>
                      </a:cubicBezTo>
                      <a:cubicBezTo>
                        <a:pt x="149" y="260"/>
                        <a:pt x="149" y="260"/>
                        <a:pt x="149" y="260"/>
                      </a:cubicBezTo>
                      <a:close/>
                      <a:moveTo>
                        <a:pt x="38" y="283"/>
                      </a:moveTo>
                      <a:cubicBezTo>
                        <a:pt x="38" y="283"/>
                        <a:pt x="38" y="283"/>
                        <a:pt x="38" y="283"/>
                      </a:cubicBezTo>
                      <a:cubicBezTo>
                        <a:pt x="38" y="283"/>
                        <a:pt x="38" y="284"/>
                        <a:pt x="38" y="284"/>
                      </a:cubicBezTo>
                      <a:cubicBezTo>
                        <a:pt x="38" y="284"/>
                        <a:pt x="38" y="284"/>
                        <a:pt x="38" y="284"/>
                      </a:cubicBezTo>
                      <a:cubicBezTo>
                        <a:pt x="38" y="283"/>
                        <a:pt x="38" y="283"/>
                        <a:pt x="38" y="283"/>
                      </a:cubicBezTo>
                      <a:close/>
                      <a:moveTo>
                        <a:pt x="117" y="274"/>
                      </a:moveTo>
                      <a:cubicBezTo>
                        <a:pt x="117" y="273"/>
                        <a:pt x="117" y="274"/>
                        <a:pt x="117" y="274"/>
                      </a:cubicBezTo>
                      <a:cubicBezTo>
                        <a:pt x="117" y="273"/>
                        <a:pt x="116" y="273"/>
                        <a:pt x="116" y="274"/>
                      </a:cubicBezTo>
                      <a:cubicBezTo>
                        <a:pt x="116" y="274"/>
                        <a:pt x="116" y="274"/>
                        <a:pt x="117" y="274"/>
                      </a:cubicBezTo>
                      <a:cubicBezTo>
                        <a:pt x="117" y="274"/>
                        <a:pt x="117" y="274"/>
                        <a:pt x="117" y="274"/>
                      </a:cubicBezTo>
                      <a:cubicBezTo>
                        <a:pt x="117" y="274"/>
                        <a:pt x="117" y="274"/>
                        <a:pt x="117" y="274"/>
                      </a:cubicBezTo>
                      <a:close/>
                      <a:moveTo>
                        <a:pt x="143" y="261"/>
                      </a:moveTo>
                      <a:cubicBezTo>
                        <a:pt x="143" y="261"/>
                        <a:pt x="143" y="261"/>
                        <a:pt x="143" y="262"/>
                      </a:cubicBezTo>
                      <a:cubicBezTo>
                        <a:pt x="143" y="262"/>
                        <a:pt x="143" y="262"/>
                        <a:pt x="143" y="262"/>
                      </a:cubicBezTo>
                      <a:cubicBezTo>
                        <a:pt x="143" y="262"/>
                        <a:pt x="143" y="262"/>
                        <a:pt x="143" y="262"/>
                      </a:cubicBezTo>
                      <a:cubicBezTo>
                        <a:pt x="143" y="261"/>
                        <a:pt x="143" y="261"/>
                        <a:pt x="143" y="261"/>
                      </a:cubicBezTo>
                      <a:close/>
                      <a:moveTo>
                        <a:pt x="116" y="275"/>
                      </a:moveTo>
                      <a:cubicBezTo>
                        <a:pt x="116" y="275"/>
                        <a:pt x="116" y="275"/>
                        <a:pt x="116" y="276"/>
                      </a:cubicBezTo>
                      <a:cubicBezTo>
                        <a:pt x="116" y="276"/>
                        <a:pt x="116" y="276"/>
                        <a:pt x="116" y="276"/>
                      </a:cubicBezTo>
                      <a:cubicBezTo>
                        <a:pt x="116" y="276"/>
                        <a:pt x="116" y="276"/>
                        <a:pt x="116" y="276"/>
                      </a:cubicBezTo>
                      <a:cubicBezTo>
                        <a:pt x="116" y="276"/>
                        <a:pt x="116" y="276"/>
                        <a:pt x="116" y="276"/>
                      </a:cubicBezTo>
                      <a:cubicBezTo>
                        <a:pt x="116" y="276"/>
                        <a:pt x="116" y="276"/>
                        <a:pt x="116" y="276"/>
                      </a:cubicBezTo>
                      <a:cubicBezTo>
                        <a:pt x="117" y="275"/>
                        <a:pt x="117" y="275"/>
                        <a:pt x="117" y="275"/>
                      </a:cubicBezTo>
                      <a:cubicBezTo>
                        <a:pt x="116" y="275"/>
                        <a:pt x="116" y="275"/>
                        <a:pt x="116" y="275"/>
                      </a:cubicBezTo>
                      <a:close/>
                      <a:moveTo>
                        <a:pt x="39" y="286"/>
                      </a:moveTo>
                      <a:cubicBezTo>
                        <a:pt x="39" y="285"/>
                        <a:pt x="39" y="285"/>
                        <a:pt x="39" y="285"/>
                      </a:cubicBezTo>
                      <a:cubicBezTo>
                        <a:pt x="39" y="286"/>
                        <a:pt x="39" y="286"/>
                        <a:pt x="39" y="286"/>
                      </a:cubicBezTo>
                      <a:cubicBezTo>
                        <a:pt x="39" y="286"/>
                        <a:pt x="39" y="286"/>
                        <a:pt x="39" y="286"/>
                      </a:cubicBezTo>
                      <a:cubicBezTo>
                        <a:pt x="39" y="286"/>
                        <a:pt x="39" y="286"/>
                        <a:pt x="39" y="286"/>
                      </a:cubicBezTo>
                      <a:cubicBezTo>
                        <a:pt x="39" y="286"/>
                        <a:pt x="39" y="286"/>
                        <a:pt x="39" y="286"/>
                      </a:cubicBezTo>
                      <a:cubicBezTo>
                        <a:pt x="39" y="286"/>
                        <a:pt x="39" y="286"/>
                        <a:pt x="39" y="286"/>
                      </a:cubicBezTo>
                      <a:close/>
                      <a:moveTo>
                        <a:pt x="23" y="280"/>
                      </a:moveTo>
                      <a:cubicBezTo>
                        <a:pt x="23" y="279"/>
                        <a:pt x="23" y="279"/>
                        <a:pt x="23" y="279"/>
                      </a:cubicBezTo>
                      <a:cubicBezTo>
                        <a:pt x="23" y="280"/>
                        <a:pt x="23" y="280"/>
                        <a:pt x="23" y="280"/>
                      </a:cubicBezTo>
                      <a:cubicBezTo>
                        <a:pt x="23" y="280"/>
                        <a:pt x="23" y="280"/>
                        <a:pt x="23" y="280"/>
                      </a:cubicBezTo>
                      <a:cubicBezTo>
                        <a:pt x="23" y="280"/>
                        <a:pt x="23" y="280"/>
                        <a:pt x="23" y="280"/>
                      </a:cubicBezTo>
                      <a:cubicBezTo>
                        <a:pt x="23" y="279"/>
                        <a:pt x="23" y="280"/>
                        <a:pt x="23" y="280"/>
                      </a:cubicBezTo>
                      <a:close/>
                      <a:moveTo>
                        <a:pt x="78" y="284"/>
                      </a:moveTo>
                      <a:cubicBezTo>
                        <a:pt x="78" y="284"/>
                        <a:pt x="78" y="284"/>
                        <a:pt x="78" y="284"/>
                      </a:cubicBezTo>
                      <a:cubicBezTo>
                        <a:pt x="78" y="284"/>
                        <a:pt x="78" y="284"/>
                        <a:pt x="79" y="284"/>
                      </a:cubicBezTo>
                      <a:cubicBezTo>
                        <a:pt x="79" y="284"/>
                        <a:pt x="79" y="284"/>
                        <a:pt x="78" y="284"/>
                      </a:cubicBezTo>
                      <a:close/>
                      <a:moveTo>
                        <a:pt x="78" y="284"/>
                      </a:moveTo>
                      <a:cubicBezTo>
                        <a:pt x="78" y="284"/>
                        <a:pt x="78" y="284"/>
                        <a:pt x="78" y="284"/>
                      </a:cubicBezTo>
                      <a:cubicBezTo>
                        <a:pt x="78" y="284"/>
                        <a:pt x="78" y="284"/>
                        <a:pt x="78" y="284"/>
                      </a:cubicBezTo>
                      <a:cubicBezTo>
                        <a:pt x="78" y="284"/>
                        <a:pt x="78" y="284"/>
                        <a:pt x="78" y="284"/>
                      </a:cubicBezTo>
                      <a:cubicBezTo>
                        <a:pt x="78" y="284"/>
                        <a:pt x="78" y="284"/>
                        <a:pt x="78" y="284"/>
                      </a:cubicBezTo>
                      <a:close/>
                      <a:moveTo>
                        <a:pt x="11" y="275"/>
                      </a:moveTo>
                      <a:cubicBezTo>
                        <a:pt x="11" y="275"/>
                        <a:pt x="11" y="275"/>
                        <a:pt x="11" y="276"/>
                      </a:cubicBezTo>
                      <a:cubicBezTo>
                        <a:pt x="11" y="276"/>
                        <a:pt x="11" y="276"/>
                        <a:pt x="11" y="276"/>
                      </a:cubicBezTo>
                      <a:cubicBezTo>
                        <a:pt x="11" y="276"/>
                        <a:pt x="11" y="276"/>
                        <a:pt x="11" y="276"/>
                      </a:cubicBezTo>
                      <a:cubicBezTo>
                        <a:pt x="11" y="275"/>
                        <a:pt x="11" y="275"/>
                        <a:pt x="11" y="275"/>
                      </a:cubicBezTo>
                      <a:close/>
                      <a:moveTo>
                        <a:pt x="147" y="261"/>
                      </a:moveTo>
                      <a:cubicBezTo>
                        <a:pt x="147" y="261"/>
                        <a:pt x="147" y="261"/>
                        <a:pt x="147" y="261"/>
                      </a:cubicBezTo>
                      <a:cubicBezTo>
                        <a:pt x="147" y="261"/>
                        <a:pt x="147" y="261"/>
                        <a:pt x="147" y="261"/>
                      </a:cubicBezTo>
                      <a:cubicBezTo>
                        <a:pt x="147" y="261"/>
                        <a:pt x="147" y="261"/>
                        <a:pt x="147" y="261"/>
                      </a:cubicBezTo>
                      <a:close/>
                      <a:moveTo>
                        <a:pt x="79" y="284"/>
                      </a:moveTo>
                      <a:cubicBezTo>
                        <a:pt x="79" y="284"/>
                        <a:pt x="79" y="284"/>
                        <a:pt x="79" y="284"/>
                      </a:cubicBezTo>
                      <a:cubicBezTo>
                        <a:pt x="79" y="284"/>
                        <a:pt x="79" y="284"/>
                        <a:pt x="79" y="284"/>
                      </a:cubicBezTo>
                      <a:close/>
                      <a:moveTo>
                        <a:pt x="56" y="291"/>
                      </a:moveTo>
                      <a:cubicBezTo>
                        <a:pt x="56" y="291"/>
                        <a:pt x="56" y="291"/>
                        <a:pt x="56" y="292"/>
                      </a:cubicBezTo>
                      <a:cubicBezTo>
                        <a:pt x="56" y="292"/>
                        <a:pt x="56" y="292"/>
                        <a:pt x="56" y="292"/>
                      </a:cubicBezTo>
                      <a:cubicBezTo>
                        <a:pt x="57" y="291"/>
                        <a:pt x="57" y="291"/>
                        <a:pt x="56" y="291"/>
                      </a:cubicBezTo>
                      <a:close/>
                      <a:moveTo>
                        <a:pt x="140" y="262"/>
                      </a:moveTo>
                      <a:cubicBezTo>
                        <a:pt x="140" y="262"/>
                        <a:pt x="141" y="262"/>
                        <a:pt x="140" y="262"/>
                      </a:cubicBezTo>
                      <a:cubicBezTo>
                        <a:pt x="140" y="262"/>
                        <a:pt x="140" y="262"/>
                        <a:pt x="140" y="263"/>
                      </a:cubicBezTo>
                      <a:cubicBezTo>
                        <a:pt x="140" y="263"/>
                        <a:pt x="140" y="262"/>
                        <a:pt x="140" y="262"/>
                      </a:cubicBezTo>
                      <a:close/>
                      <a:moveTo>
                        <a:pt x="110" y="277"/>
                      </a:moveTo>
                      <a:cubicBezTo>
                        <a:pt x="110" y="277"/>
                        <a:pt x="109" y="277"/>
                        <a:pt x="109" y="277"/>
                      </a:cubicBezTo>
                      <a:cubicBezTo>
                        <a:pt x="109" y="277"/>
                        <a:pt x="110" y="277"/>
                        <a:pt x="110" y="277"/>
                      </a:cubicBezTo>
                      <a:cubicBezTo>
                        <a:pt x="110" y="277"/>
                        <a:pt x="110" y="277"/>
                        <a:pt x="110" y="277"/>
                      </a:cubicBezTo>
                      <a:cubicBezTo>
                        <a:pt x="110" y="277"/>
                        <a:pt x="110" y="277"/>
                        <a:pt x="110" y="277"/>
                      </a:cubicBezTo>
                      <a:close/>
                      <a:moveTo>
                        <a:pt x="35" y="284"/>
                      </a:moveTo>
                      <a:cubicBezTo>
                        <a:pt x="35" y="284"/>
                        <a:pt x="35" y="284"/>
                        <a:pt x="35" y="284"/>
                      </a:cubicBezTo>
                      <a:cubicBezTo>
                        <a:pt x="35" y="284"/>
                        <a:pt x="35" y="284"/>
                        <a:pt x="35" y="284"/>
                      </a:cubicBezTo>
                      <a:cubicBezTo>
                        <a:pt x="35" y="284"/>
                        <a:pt x="35" y="284"/>
                        <a:pt x="35" y="284"/>
                      </a:cubicBezTo>
                      <a:close/>
                      <a:moveTo>
                        <a:pt x="59" y="288"/>
                      </a:moveTo>
                      <a:cubicBezTo>
                        <a:pt x="58" y="288"/>
                        <a:pt x="58" y="288"/>
                        <a:pt x="58" y="288"/>
                      </a:cubicBezTo>
                      <a:cubicBezTo>
                        <a:pt x="58" y="288"/>
                        <a:pt x="58" y="288"/>
                        <a:pt x="59" y="288"/>
                      </a:cubicBezTo>
                      <a:close/>
                      <a:moveTo>
                        <a:pt x="57" y="290"/>
                      </a:moveTo>
                      <a:cubicBezTo>
                        <a:pt x="57" y="290"/>
                        <a:pt x="57" y="290"/>
                        <a:pt x="57" y="290"/>
                      </a:cubicBezTo>
                      <a:cubicBezTo>
                        <a:pt x="57" y="290"/>
                        <a:pt x="57" y="291"/>
                        <a:pt x="57" y="291"/>
                      </a:cubicBezTo>
                      <a:cubicBezTo>
                        <a:pt x="57" y="291"/>
                        <a:pt x="57" y="290"/>
                        <a:pt x="58" y="291"/>
                      </a:cubicBezTo>
                      <a:cubicBezTo>
                        <a:pt x="58" y="291"/>
                        <a:pt x="58" y="291"/>
                        <a:pt x="58" y="291"/>
                      </a:cubicBezTo>
                      <a:cubicBezTo>
                        <a:pt x="58" y="290"/>
                        <a:pt x="58" y="290"/>
                        <a:pt x="57" y="290"/>
                      </a:cubicBezTo>
                      <a:close/>
                      <a:moveTo>
                        <a:pt x="151" y="259"/>
                      </a:moveTo>
                      <a:cubicBezTo>
                        <a:pt x="152" y="259"/>
                        <a:pt x="152" y="259"/>
                        <a:pt x="152" y="259"/>
                      </a:cubicBezTo>
                      <a:cubicBezTo>
                        <a:pt x="152" y="259"/>
                        <a:pt x="152" y="259"/>
                        <a:pt x="151" y="259"/>
                      </a:cubicBezTo>
                      <a:close/>
                      <a:moveTo>
                        <a:pt x="10" y="276"/>
                      </a:moveTo>
                      <a:cubicBezTo>
                        <a:pt x="10" y="275"/>
                        <a:pt x="10" y="275"/>
                        <a:pt x="10" y="275"/>
                      </a:cubicBezTo>
                      <a:cubicBezTo>
                        <a:pt x="10" y="276"/>
                        <a:pt x="10" y="276"/>
                        <a:pt x="10" y="276"/>
                      </a:cubicBezTo>
                      <a:close/>
                      <a:moveTo>
                        <a:pt x="59" y="286"/>
                      </a:moveTo>
                      <a:cubicBezTo>
                        <a:pt x="59" y="286"/>
                        <a:pt x="59" y="286"/>
                        <a:pt x="59" y="286"/>
                      </a:cubicBezTo>
                      <a:cubicBezTo>
                        <a:pt x="59" y="286"/>
                        <a:pt x="59" y="286"/>
                        <a:pt x="59" y="286"/>
                      </a:cubicBezTo>
                      <a:cubicBezTo>
                        <a:pt x="58" y="286"/>
                        <a:pt x="58" y="286"/>
                        <a:pt x="58" y="286"/>
                      </a:cubicBezTo>
                      <a:cubicBezTo>
                        <a:pt x="58" y="286"/>
                        <a:pt x="58" y="286"/>
                        <a:pt x="58" y="285"/>
                      </a:cubicBezTo>
                      <a:cubicBezTo>
                        <a:pt x="58" y="285"/>
                        <a:pt x="59" y="285"/>
                        <a:pt x="59" y="286"/>
                      </a:cubicBezTo>
                      <a:cubicBezTo>
                        <a:pt x="59" y="286"/>
                        <a:pt x="59" y="286"/>
                        <a:pt x="59" y="286"/>
                      </a:cubicBezTo>
                      <a:close/>
                      <a:moveTo>
                        <a:pt x="59" y="286"/>
                      </a:moveTo>
                      <a:cubicBezTo>
                        <a:pt x="59" y="286"/>
                        <a:pt x="59" y="286"/>
                        <a:pt x="59" y="286"/>
                      </a:cubicBezTo>
                      <a:cubicBezTo>
                        <a:pt x="59" y="286"/>
                        <a:pt x="59" y="286"/>
                        <a:pt x="59" y="286"/>
                      </a:cubicBezTo>
                      <a:cubicBezTo>
                        <a:pt x="59" y="286"/>
                        <a:pt x="59" y="286"/>
                        <a:pt x="59" y="286"/>
                      </a:cubicBezTo>
                      <a:close/>
                      <a:moveTo>
                        <a:pt x="59" y="288"/>
                      </a:moveTo>
                      <a:cubicBezTo>
                        <a:pt x="59" y="288"/>
                        <a:pt x="59" y="288"/>
                        <a:pt x="59" y="288"/>
                      </a:cubicBezTo>
                      <a:cubicBezTo>
                        <a:pt x="59" y="288"/>
                        <a:pt x="59" y="288"/>
                        <a:pt x="59" y="288"/>
                      </a:cubicBezTo>
                      <a:cubicBezTo>
                        <a:pt x="59" y="288"/>
                        <a:pt x="60" y="288"/>
                        <a:pt x="60" y="288"/>
                      </a:cubicBezTo>
                      <a:cubicBezTo>
                        <a:pt x="60" y="288"/>
                        <a:pt x="59" y="288"/>
                        <a:pt x="59" y="288"/>
                      </a:cubicBezTo>
                      <a:close/>
                      <a:moveTo>
                        <a:pt x="119" y="272"/>
                      </a:moveTo>
                      <a:cubicBezTo>
                        <a:pt x="119" y="272"/>
                        <a:pt x="119" y="272"/>
                        <a:pt x="119" y="272"/>
                      </a:cubicBezTo>
                      <a:cubicBezTo>
                        <a:pt x="119" y="272"/>
                        <a:pt x="119" y="272"/>
                        <a:pt x="119" y="272"/>
                      </a:cubicBezTo>
                      <a:cubicBezTo>
                        <a:pt x="119" y="272"/>
                        <a:pt x="119" y="272"/>
                        <a:pt x="119" y="272"/>
                      </a:cubicBezTo>
                      <a:close/>
                      <a:moveTo>
                        <a:pt x="46" y="290"/>
                      </a:moveTo>
                      <a:cubicBezTo>
                        <a:pt x="46" y="290"/>
                        <a:pt x="46" y="290"/>
                        <a:pt x="46" y="290"/>
                      </a:cubicBezTo>
                      <a:cubicBezTo>
                        <a:pt x="46" y="290"/>
                        <a:pt x="45" y="290"/>
                        <a:pt x="45" y="290"/>
                      </a:cubicBezTo>
                      <a:cubicBezTo>
                        <a:pt x="45" y="290"/>
                        <a:pt x="45" y="290"/>
                        <a:pt x="45" y="290"/>
                      </a:cubicBezTo>
                      <a:cubicBezTo>
                        <a:pt x="45" y="289"/>
                        <a:pt x="45" y="289"/>
                        <a:pt x="45" y="289"/>
                      </a:cubicBezTo>
                      <a:cubicBezTo>
                        <a:pt x="44" y="289"/>
                        <a:pt x="44" y="289"/>
                        <a:pt x="44" y="289"/>
                      </a:cubicBezTo>
                      <a:cubicBezTo>
                        <a:pt x="44" y="289"/>
                        <a:pt x="44" y="289"/>
                        <a:pt x="44" y="289"/>
                      </a:cubicBezTo>
                      <a:cubicBezTo>
                        <a:pt x="44" y="288"/>
                        <a:pt x="44" y="288"/>
                        <a:pt x="43" y="288"/>
                      </a:cubicBezTo>
                      <a:cubicBezTo>
                        <a:pt x="43" y="288"/>
                        <a:pt x="43" y="288"/>
                        <a:pt x="43" y="288"/>
                      </a:cubicBezTo>
                      <a:cubicBezTo>
                        <a:pt x="43" y="288"/>
                        <a:pt x="43" y="288"/>
                        <a:pt x="43" y="288"/>
                      </a:cubicBezTo>
                      <a:cubicBezTo>
                        <a:pt x="42" y="287"/>
                        <a:pt x="42" y="287"/>
                        <a:pt x="42" y="287"/>
                      </a:cubicBezTo>
                      <a:cubicBezTo>
                        <a:pt x="41" y="287"/>
                        <a:pt x="41" y="287"/>
                        <a:pt x="41" y="287"/>
                      </a:cubicBezTo>
                      <a:cubicBezTo>
                        <a:pt x="41" y="287"/>
                        <a:pt x="41" y="287"/>
                        <a:pt x="41" y="288"/>
                      </a:cubicBezTo>
                      <a:cubicBezTo>
                        <a:pt x="41" y="288"/>
                        <a:pt x="42" y="288"/>
                        <a:pt x="42" y="288"/>
                      </a:cubicBezTo>
                      <a:cubicBezTo>
                        <a:pt x="42" y="288"/>
                        <a:pt x="43" y="288"/>
                        <a:pt x="43" y="288"/>
                      </a:cubicBezTo>
                      <a:cubicBezTo>
                        <a:pt x="43" y="288"/>
                        <a:pt x="43" y="288"/>
                        <a:pt x="43" y="288"/>
                      </a:cubicBezTo>
                      <a:cubicBezTo>
                        <a:pt x="44" y="289"/>
                        <a:pt x="44" y="289"/>
                        <a:pt x="44" y="289"/>
                      </a:cubicBezTo>
                      <a:cubicBezTo>
                        <a:pt x="44" y="290"/>
                        <a:pt x="45" y="290"/>
                        <a:pt x="45" y="290"/>
                      </a:cubicBezTo>
                      <a:cubicBezTo>
                        <a:pt x="45" y="290"/>
                        <a:pt x="45" y="290"/>
                        <a:pt x="45" y="290"/>
                      </a:cubicBezTo>
                      <a:cubicBezTo>
                        <a:pt x="45" y="290"/>
                        <a:pt x="45" y="290"/>
                        <a:pt x="45" y="290"/>
                      </a:cubicBezTo>
                      <a:cubicBezTo>
                        <a:pt x="46" y="290"/>
                        <a:pt x="46" y="290"/>
                        <a:pt x="46" y="290"/>
                      </a:cubicBezTo>
                      <a:cubicBezTo>
                        <a:pt x="46" y="290"/>
                        <a:pt x="46" y="290"/>
                        <a:pt x="46" y="290"/>
                      </a:cubicBezTo>
                      <a:cubicBezTo>
                        <a:pt x="47" y="290"/>
                        <a:pt x="47" y="290"/>
                        <a:pt x="47" y="290"/>
                      </a:cubicBezTo>
                      <a:cubicBezTo>
                        <a:pt x="47" y="290"/>
                        <a:pt x="47" y="290"/>
                        <a:pt x="47" y="290"/>
                      </a:cubicBezTo>
                      <a:cubicBezTo>
                        <a:pt x="46" y="290"/>
                        <a:pt x="46" y="290"/>
                        <a:pt x="46" y="290"/>
                      </a:cubicBezTo>
                      <a:close/>
                      <a:moveTo>
                        <a:pt x="77" y="284"/>
                      </a:moveTo>
                      <a:cubicBezTo>
                        <a:pt x="77" y="284"/>
                        <a:pt x="77" y="284"/>
                        <a:pt x="77" y="284"/>
                      </a:cubicBezTo>
                      <a:cubicBezTo>
                        <a:pt x="77" y="284"/>
                        <a:pt x="77" y="284"/>
                        <a:pt x="77" y="284"/>
                      </a:cubicBezTo>
                      <a:cubicBezTo>
                        <a:pt x="77" y="284"/>
                        <a:pt x="77" y="284"/>
                        <a:pt x="77" y="284"/>
                      </a:cubicBezTo>
                      <a:cubicBezTo>
                        <a:pt x="77" y="284"/>
                        <a:pt x="77" y="284"/>
                        <a:pt x="77" y="284"/>
                      </a:cubicBezTo>
                      <a:close/>
                      <a:moveTo>
                        <a:pt x="167" y="257"/>
                      </a:moveTo>
                      <a:cubicBezTo>
                        <a:pt x="167" y="256"/>
                        <a:pt x="167" y="256"/>
                        <a:pt x="167" y="256"/>
                      </a:cubicBezTo>
                      <a:cubicBezTo>
                        <a:pt x="167" y="256"/>
                        <a:pt x="167" y="256"/>
                        <a:pt x="167" y="256"/>
                      </a:cubicBezTo>
                      <a:cubicBezTo>
                        <a:pt x="167" y="256"/>
                        <a:pt x="167" y="256"/>
                        <a:pt x="167" y="256"/>
                      </a:cubicBezTo>
                      <a:cubicBezTo>
                        <a:pt x="166" y="256"/>
                        <a:pt x="166" y="256"/>
                        <a:pt x="166" y="256"/>
                      </a:cubicBezTo>
                      <a:cubicBezTo>
                        <a:pt x="166" y="256"/>
                        <a:pt x="165" y="256"/>
                        <a:pt x="165" y="256"/>
                      </a:cubicBezTo>
                      <a:cubicBezTo>
                        <a:pt x="165" y="256"/>
                        <a:pt x="165" y="256"/>
                        <a:pt x="165" y="256"/>
                      </a:cubicBezTo>
                      <a:cubicBezTo>
                        <a:pt x="165" y="256"/>
                        <a:pt x="166" y="256"/>
                        <a:pt x="166" y="256"/>
                      </a:cubicBezTo>
                      <a:cubicBezTo>
                        <a:pt x="166" y="257"/>
                        <a:pt x="166" y="257"/>
                        <a:pt x="166" y="257"/>
                      </a:cubicBezTo>
                      <a:cubicBezTo>
                        <a:pt x="166" y="257"/>
                        <a:pt x="166" y="257"/>
                        <a:pt x="166" y="257"/>
                      </a:cubicBezTo>
                      <a:cubicBezTo>
                        <a:pt x="166" y="257"/>
                        <a:pt x="166" y="257"/>
                        <a:pt x="166" y="257"/>
                      </a:cubicBezTo>
                      <a:cubicBezTo>
                        <a:pt x="166" y="257"/>
                        <a:pt x="167" y="257"/>
                        <a:pt x="167" y="257"/>
                      </a:cubicBezTo>
                      <a:cubicBezTo>
                        <a:pt x="167" y="257"/>
                        <a:pt x="167" y="257"/>
                        <a:pt x="167" y="257"/>
                      </a:cubicBezTo>
                      <a:close/>
                      <a:moveTo>
                        <a:pt x="168" y="250"/>
                      </a:moveTo>
                      <a:cubicBezTo>
                        <a:pt x="168" y="250"/>
                        <a:pt x="168" y="250"/>
                        <a:pt x="168" y="250"/>
                      </a:cubicBezTo>
                      <a:cubicBezTo>
                        <a:pt x="168" y="250"/>
                        <a:pt x="168" y="250"/>
                        <a:pt x="168" y="250"/>
                      </a:cubicBezTo>
                      <a:cubicBezTo>
                        <a:pt x="168" y="251"/>
                        <a:pt x="168" y="251"/>
                        <a:pt x="168" y="251"/>
                      </a:cubicBezTo>
                      <a:cubicBezTo>
                        <a:pt x="168" y="251"/>
                        <a:pt x="168" y="251"/>
                        <a:pt x="168" y="251"/>
                      </a:cubicBezTo>
                      <a:cubicBezTo>
                        <a:pt x="168" y="251"/>
                        <a:pt x="169" y="252"/>
                        <a:pt x="169" y="251"/>
                      </a:cubicBezTo>
                      <a:cubicBezTo>
                        <a:pt x="169" y="251"/>
                        <a:pt x="169" y="251"/>
                        <a:pt x="169" y="251"/>
                      </a:cubicBezTo>
                      <a:cubicBezTo>
                        <a:pt x="169" y="251"/>
                        <a:pt x="169" y="251"/>
                        <a:pt x="169" y="250"/>
                      </a:cubicBezTo>
                      <a:cubicBezTo>
                        <a:pt x="169" y="250"/>
                        <a:pt x="169" y="250"/>
                        <a:pt x="169" y="250"/>
                      </a:cubicBezTo>
                      <a:cubicBezTo>
                        <a:pt x="169" y="250"/>
                        <a:pt x="169" y="250"/>
                        <a:pt x="169" y="250"/>
                      </a:cubicBezTo>
                      <a:cubicBezTo>
                        <a:pt x="169" y="250"/>
                        <a:pt x="169" y="250"/>
                        <a:pt x="169" y="250"/>
                      </a:cubicBezTo>
                      <a:cubicBezTo>
                        <a:pt x="168" y="250"/>
                        <a:pt x="168" y="250"/>
                        <a:pt x="168" y="250"/>
                      </a:cubicBezTo>
                      <a:close/>
                      <a:moveTo>
                        <a:pt x="173" y="248"/>
                      </a:moveTo>
                      <a:cubicBezTo>
                        <a:pt x="173" y="248"/>
                        <a:pt x="173" y="248"/>
                        <a:pt x="173" y="248"/>
                      </a:cubicBezTo>
                      <a:cubicBezTo>
                        <a:pt x="172" y="248"/>
                        <a:pt x="172" y="248"/>
                        <a:pt x="172" y="248"/>
                      </a:cubicBezTo>
                      <a:cubicBezTo>
                        <a:pt x="172" y="248"/>
                        <a:pt x="172" y="248"/>
                        <a:pt x="172" y="248"/>
                      </a:cubicBezTo>
                      <a:cubicBezTo>
                        <a:pt x="172" y="248"/>
                        <a:pt x="172" y="248"/>
                        <a:pt x="172" y="248"/>
                      </a:cubicBezTo>
                      <a:cubicBezTo>
                        <a:pt x="172" y="248"/>
                        <a:pt x="172" y="248"/>
                        <a:pt x="172" y="248"/>
                      </a:cubicBezTo>
                      <a:cubicBezTo>
                        <a:pt x="172" y="248"/>
                        <a:pt x="172" y="248"/>
                        <a:pt x="172" y="248"/>
                      </a:cubicBezTo>
                      <a:cubicBezTo>
                        <a:pt x="172" y="248"/>
                        <a:pt x="172" y="248"/>
                        <a:pt x="172" y="249"/>
                      </a:cubicBezTo>
                      <a:cubicBezTo>
                        <a:pt x="172" y="249"/>
                        <a:pt x="172" y="249"/>
                        <a:pt x="172" y="249"/>
                      </a:cubicBezTo>
                      <a:cubicBezTo>
                        <a:pt x="172" y="249"/>
                        <a:pt x="173" y="249"/>
                        <a:pt x="173" y="249"/>
                      </a:cubicBezTo>
                      <a:cubicBezTo>
                        <a:pt x="173" y="249"/>
                        <a:pt x="173" y="249"/>
                        <a:pt x="173" y="249"/>
                      </a:cubicBezTo>
                      <a:cubicBezTo>
                        <a:pt x="173" y="249"/>
                        <a:pt x="173" y="249"/>
                        <a:pt x="173" y="249"/>
                      </a:cubicBezTo>
                      <a:cubicBezTo>
                        <a:pt x="173" y="249"/>
                        <a:pt x="173" y="249"/>
                        <a:pt x="173" y="248"/>
                      </a:cubicBezTo>
                      <a:cubicBezTo>
                        <a:pt x="173" y="248"/>
                        <a:pt x="173" y="248"/>
                        <a:pt x="173" y="248"/>
                      </a:cubicBezTo>
                      <a:close/>
                      <a:moveTo>
                        <a:pt x="179" y="245"/>
                      </a:moveTo>
                      <a:cubicBezTo>
                        <a:pt x="179" y="245"/>
                        <a:pt x="179" y="246"/>
                        <a:pt x="178" y="246"/>
                      </a:cubicBezTo>
                      <a:cubicBezTo>
                        <a:pt x="178" y="246"/>
                        <a:pt x="178" y="246"/>
                        <a:pt x="178" y="246"/>
                      </a:cubicBezTo>
                      <a:cubicBezTo>
                        <a:pt x="178" y="247"/>
                        <a:pt x="178" y="247"/>
                        <a:pt x="178" y="248"/>
                      </a:cubicBezTo>
                      <a:cubicBezTo>
                        <a:pt x="179" y="248"/>
                        <a:pt x="179" y="248"/>
                        <a:pt x="179" y="248"/>
                      </a:cubicBezTo>
                      <a:cubicBezTo>
                        <a:pt x="179" y="248"/>
                        <a:pt x="179" y="248"/>
                        <a:pt x="179" y="248"/>
                      </a:cubicBezTo>
                      <a:cubicBezTo>
                        <a:pt x="179" y="247"/>
                        <a:pt x="179" y="247"/>
                        <a:pt x="180" y="248"/>
                      </a:cubicBezTo>
                      <a:cubicBezTo>
                        <a:pt x="180" y="248"/>
                        <a:pt x="180" y="248"/>
                        <a:pt x="180" y="248"/>
                      </a:cubicBezTo>
                      <a:cubicBezTo>
                        <a:pt x="180" y="248"/>
                        <a:pt x="180" y="248"/>
                        <a:pt x="180" y="248"/>
                      </a:cubicBezTo>
                      <a:cubicBezTo>
                        <a:pt x="180" y="248"/>
                        <a:pt x="181" y="248"/>
                        <a:pt x="181" y="248"/>
                      </a:cubicBezTo>
                      <a:cubicBezTo>
                        <a:pt x="181" y="248"/>
                        <a:pt x="181" y="248"/>
                        <a:pt x="181" y="247"/>
                      </a:cubicBezTo>
                      <a:cubicBezTo>
                        <a:pt x="180" y="247"/>
                        <a:pt x="180" y="247"/>
                        <a:pt x="180" y="247"/>
                      </a:cubicBezTo>
                      <a:cubicBezTo>
                        <a:pt x="180" y="247"/>
                        <a:pt x="180" y="247"/>
                        <a:pt x="180" y="247"/>
                      </a:cubicBezTo>
                      <a:cubicBezTo>
                        <a:pt x="180" y="246"/>
                        <a:pt x="181" y="246"/>
                        <a:pt x="181" y="246"/>
                      </a:cubicBezTo>
                      <a:cubicBezTo>
                        <a:pt x="181" y="246"/>
                        <a:pt x="182" y="246"/>
                        <a:pt x="182" y="246"/>
                      </a:cubicBezTo>
                      <a:cubicBezTo>
                        <a:pt x="182" y="246"/>
                        <a:pt x="182" y="246"/>
                        <a:pt x="181" y="246"/>
                      </a:cubicBezTo>
                      <a:cubicBezTo>
                        <a:pt x="181" y="246"/>
                        <a:pt x="181" y="246"/>
                        <a:pt x="181" y="246"/>
                      </a:cubicBezTo>
                      <a:cubicBezTo>
                        <a:pt x="181" y="246"/>
                        <a:pt x="180" y="245"/>
                        <a:pt x="181" y="245"/>
                      </a:cubicBezTo>
                      <a:cubicBezTo>
                        <a:pt x="180" y="245"/>
                        <a:pt x="180" y="245"/>
                        <a:pt x="180" y="245"/>
                      </a:cubicBezTo>
                      <a:cubicBezTo>
                        <a:pt x="180" y="245"/>
                        <a:pt x="180" y="245"/>
                        <a:pt x="180" y="245"/>
                      </a:cubicBezTo>
                      <a:cubicBezTo>
                        <a:pt x="180" y="245"/>
                        <a:pt x="180" y="245"/>
                        <a:pt x="180" y="245"/>
                      </a:cubicBezTo>
                      <a:cubicBezTo>
                        <a:pt x="179" y="245"/>
                        <a:pt x="179" y="245"/>
                        <a:pt x="179" y="245"/>
                      </a:cubicBezTo>
                      <a:close/>
                      <a:moveTo>
                        <a:pt x="183" y="245"/>
                      </a:moveTo>
                      <a:cubicBezTo>
                        <a:pt x="183" y="245"/>
                        <a:pt x="183" y="245"/>
                        <a:pt x="183" y="245"/>
                      </a:cubicBezTo>
                      <a:cubicBezTo>
                        <a:pt x="183" y="245"/>
                        <a:pt x="183" y="244"/>
                        <a:pt x="183" y="244"/>
                      </a:cubicBezTo>
                      <a:cubicBezTo>
                        <a:pt x="183" y="244"/>
                        <a:pt x="183" y="244"/>
                        <a:pt x="183" y="244"/>
                      </a:cubicBezTo>
                      <a:cubicBezTo>
                        <a:pt x="182" y="244"/>
                        <a:pt x="182" y="245"/>
                        <a:pt x="182" y="245"/>
                      </a:cubicBezTo>
                      <a:cubicBezTo>
                        <a:pt x="182" y="245"/>
                        <a:pt x="182" y="245"/>
                        <a:pt x="182" y="245"/>
                      </a:cubicBezTo>
                      <a:cubicBezTo>
                        <a:pt x="182" y="245"/>
                        <a:pt x="182" y="245"/>
                        <a:pt x="182" y="245"/>
                      </a:cubicBezTo>
                      <a:cubicBezTo>
                        <a:pt x="182" y="245"/>
                        <a:pt x="182" y="245"/>
                        <a:pt x="182" y="245"/>
                      </a:cubicBezTo>
                      <a:cubicBezTo>
                        <a:pt x="182" y="245"/>
                        <a:pt x="182" y="245"/>
                        <a:pt x="182" y="245"/>
                      </a:cubicBezTo>
                      <a:cubicBezTo>
                        <a:pt x="183" y="245"/>
                        <a:pt x="183" y="245"/>
                        <a:pt x="183" y="245"/>
                      </a:cubicBezTo>
                      <a:close/>
                      <a:moveTo>
                        <a:pt x="185" y="248"/>
                      </a:moveTo>
                      <a:cubicBezTo>
                        <a:pt x="185" y="248"/>
                        <a:pt x="185" y="247"/>
                        <a:pt x="185" y="247"/>
                      </a:cubicBezTo>
                      <a:cubicBezTo>
                        <a:pt x="185" y="247"/>
                        <a:pt x="185" y="247"/>
                        <a:pt x="185" y="247"/>
                      </a:cubicBezTo>
                      <a:cubicBezTo>
                        <a:pt x="185" y="246"/>
                        <a:pt x="185" y="246"/>
                        <a:pt x="185" y="246"/>
                      </a:cubicBezTo>
                      <a:cubicBezTo>
                        <a:pt x="185" y="247"/>
                        <a:pt x="185" y="247"/>
                        <a:pt x="185" y="247"/>
                      </a:cubicBezTo>
                      <a:cubicBezTo>
                        <a:pt x="185" y="247"/>
                        <a:pt x="184" y="247"/>
                        <a:pt x="184" y="248"/>
                      </a:cubicBezTo>
                      <a:cubicBezTo>
                        <a:pt x="184" y="248"/>
                        <a:pt x="184" y="248"/>
                        <a:pt x="184" y="248"/>
                      </a:cubicBezTo>
                      <a:cubicBezTo>
                        <a:pt x="184" y="248"/>
                        <a:pt x="183" y="248"/>
                        <a:pt x="184" y="248"/>
                      </a:cubicBezTo>
                      <a:cubicBezTo>
                        <a:pt x="184" y="248"/>
                        <a:pt x="184" y="249"/>
                        <a:pt x="184" y="249"/>
                      </a:cubicBezTo>
                      <a:cubicBezTo>
                        <a:pt x="184" y="249"/>
                        <a:pt x="184" y="249"/>
                        <a:pt x="183" y="249"/>
                      </a:cubicBezTo>
                      <a:cubicBezTo>
                        <a:pt x="183" y="249"/>
                        <a:pt x="183" y="249"/>
                        <a:pt x="183" y="249"/>
                      </a:cubicBezTo>
                      <a:cubicBezTo>
                        <a:pt x="183" y="249"/>
                        <a:pt x="183" y="249"/>
                        <a:pt x="183" y="249"/>
                      </a:cubicBezTo>
                      <a:cubicBezTo>
                        <a:pt x="183" y="249"/>
                        <a:pt x="183" y="249"/>
                        <a:pt x="183" y="249"/>
                      </a:cubicBezTo>
                      <a:cubicBezTo>
                        <a:pt x="183" y="250"/>
                        <a:pt x="183" y="250"/>
                        <a:pt x="183" y="250"/>
                      </a:cubicBezTo>
                      <a:cubicBezTo>
                        <a:pt x="183" y="250"/>
                        <a:pt x="184" y="250"/>
                        <a:pt x="184" y="250"/>
                      </a:cubicBezTo>
                      <a:cubicBezTo>
                        <a:pt x="184" y="250"/>
                        <a:pt x="184" y="249"/>
                        <a:pt x="184" y="249"/>
                      </a:cubicBezTo>
                      <a:cubicBezTo>
                        <a:pt x="184" y="249"/>
                        <a:pt x="185" y="249"/>
                        <a:pt x="185" y="248"/>
                      </a:cubicBezTo>
                      <a:cubicBezTo>
                        <a:pt x="185" y="248"/>
                        <a:pt x="185" y="248"/>
                        <a:pt x="185" y="248"/>
                      </a:cubicBezTo>
                      <a:cubicBezTo>
                        <a:pt x="185" y="248"/>
                        <a:pt x="185" y="248"/>
                        <a:pt x="185" y="248"/>
                      </a:cubicBezTo>
                      <a:cubicBezTo>
                        <a:pt x="185" y="248"/>
                        <a:pt x="185" y="248"/>
                        <a:pt x="185" y="248"/>
                      </a:cubicBezTo>
                      <a:close/>
                      <a:moveTo>
                        <a:pt x="187" y="248"/>
                      </a:moveTo>
                      <a:cubicBezTo>
                        <a:pt x="187" y="248"/>
                        <a:pt x="187" y="249"/>
                        <a:pt x="187" y="249"/>
                      </a:cubicBezTo>
                      <a:cubicBezTo>
                        <a:pt x="187" y="249"/>
                        <a:pt x="187" y="249"/>
                        <a:pt x="187" y="249"/>
                      </a:cubicBezTo>
                      <a:cubicBezTo>
                        <a:pt x="187" y="249"/>
                        <a:pt x="187" y="249"/>
                        <a:pt x="187" y="249"/>
                      </a:cubicBezTo>
                      <a:cubicBezTo>
                        <a:pt x="187" y="249"/>
                        <a:pt x="187" y="249"/>
                        <a:pt x="187" y="248"/>
                      </a:cubicBezTo>
                      <a:cubicBezTo>
                        <a:pt x="187" y="248"/>
                        <a:pt x="187" y="248"/>
                        <a:pt x="187" y="248"/>
                      </a:cubicBezTo>
                      <a:cubicBezTo>
                        <a:pt x="187" y="248"/>
                        <a:pt x="187" y="247"/>
                        <a:pt x="187" y="247"/>
                      </a:cubicBezTo>
                      <a:cubicBezTo>
                        <a:pt x="187" y="247"/>
                        <a:pt x="187" y="247"/>
                        <a:pt x="187" y="248"/>
                      </a:cubicBezTo>
                      <a:cubicBezTo>
                        <a:pt x="187" y="248"/>
                        <a:pt x="187" y="248"/>
                        <a:pt x="187" y="248"/>
                      </a:cubicBezTo>
                      <a:cubicBezTo>
                        <a:pt x="187" y="248"/>
                        <a:pt x="187" y="248"/>
                        <a:pt x="187" y="248"/>
                      </a:cubicBezTo>
                      <a:close/>
                      <a:moveTo>
                        <a:pt x="188" y="250"/>
                      </a:moveTo>
                      <a:cubicBezTo>
                        <a:pt x="188" y="250"/>
                        <a:pt x="188" y="250"/>
                        <a:pt x="188" y="250"/>
                      </a:cubicBezTo>
                      <a:cubicBezTo>
                        <a:pt x="188" y="250"/>
                        <a:pt x="188" y="250"/>
                        <a:pt x="188" y="250"/>
                      </a:cubicBezTo>
                      <a:cubicBezTo>
                        <a:pt x="188" y="250"/>
                        <a:pt x="188" y="250"/>
                        <a:pt x="188" y="250"/>
                      </a:cubicBezTo>
                      <a:cubicBezTo>
                        <a:pt x="188" y="250"/>
                        <a:pt x="188" y="250"/>
                        <a:pt x="188" y="250"/>
                      </a:cubicBezTo>
                      <a:cubicBezTo>
                        <a:pt x="189" y="250"/>
                        <a:pt x="188" y="250"/>
                        <a:pt x="188" y="250"/>
                      </a:cubicBezTo>
                      <a:cubicBezTo>
                        <a:pt x="188" y="250"/>
                        <a:pt x="188" y="250"/>
                        <a:pt x="188" y="250"/>
                      </a:cubicBezTo>
                      <a:cubicBezTo>
                        <a:pt x="188" y="249"/>
                        <a:pt x="188" y="249"/>
                        <a:pt x="188" y="249"/>
                      </a:cubicBezTo>
                      <a:cubicBezTo>
                        <a:pt x="188" y="249"/>
                        <a:pt x="188" y="249"/>
                        <a:pt x="188" y="249"/>
                      </a:cubicBezTo>
                      <a:cubicBezTo>
                        <a:pt x="188" y="249"/>
                        <a:pt x="188" y="249"/>
                        <a:pt x="188" y="250"/>
                      </a:cubicBezTo>
                      <a:moveTo>
                        <a:pt x="143" y="182"/>
                      </a:moveTo>
                      <a:cubicBezTo>
                        <a:pt x="143" y="182"/>
                        <a:pt x="143" y="182"/>
                        <a:pt x="142" y="182"/>
                      </a:cubicBezTo>
                      <a:cubicBezTo>
                        <a:pt x="142" y="182"/>
                        <a:pt x="142" y="182"/>
                        <a:pt x="142" y="182"/>
                      </a:cubicBezTo>
                      <a:cubicBezTo>
                        <a:pt x="142" y="182"/>
                        <a:pt x="141" y="182"/>
                        <a:pt x="141" y="182"/>
                      </a:cubicBezTo>
                      <a:cubicBezTo>
                        <a:pt x="141" y="182"/>
                        <a:pt x="141" y="182"/>
                        <a:pt x="141" y="182"/>
                      </a:cubicBezTo>
                      <a:cubicBezTo>
                        <a:pt x="141" y="182"/>
                        <a:pt x="141" y="182"/>
                        <a:pt x="141" y="182"/>
                      </a:cubicBezTo>
                      <a:cubicBezTo>
                        <a:pt x="140" y="183"/>
                        <a:pt x="140" y="183"/>
                        <a:pt x="139" y="183"/>
                      </a:cubicBezTo>
                      <a:cubicBezTo>
                        <a:pt x="139" y="183"/>
                        <a:pt x="138" y="183"/>
                        <a:pt x="139" y="184"/>
                      </a:cubicBezTo>
                      <a:cubicBezTo>
                        <a:pt x="139" y="184"/>
                        <a:pt x="139" y="184"/>
                        <a:pt x="139" y="184"/>
                      </a:cubicBezTo>
                      <a:cubicBezTo>
                        <a:pt x="139" y="184"/>
                        <a:pt x="139" y="184"/>
                        <a:pt x="138" y="184"/>
                      </a:cubicBezTo>
                      <a:cubicBezTo>
                        <a:pt x="138" y="184"/>
                        <a:pt x="138" y="184"/>
                        <a:pt x="138" y="184"/>
                      </a:cubicBezTo>
                      <a:cubicBezTo>
                        <a:pt x="137" y="184"/>
                        <a:pt x="137" y="184"/>
                        <a:pt x="137" y="184"/>
                      </a:cubicBezTo>
                      <a:cubicBezTo>
                        <a:pt x="137" y="184"/>
                        <a:pt x="137" y="184"/>
                        <a:pt x="137" y="184"/>
                      </a:cubicBezTo>
                      <a:cubicBezTo>
                        <a:pt x="136" y="184"/>
                        <a:pt x="136" y="184"/>
                        <a:pt x="135" y="184"/>
                      </a:cubicBezTo>
                      <a:cubicBezTo>
                        <a:pt x="135" y="184"/>
                        <a:pt x="135" y="184"/>
                        <a:pt x="135" y="184"/>
                      </a:cubicBezTo>
                      <a:cubicBezTo>
                        <a:pt x="135" y="184"/>
                        <a:pt x="135" y="184"/>
                        <a:pt x="135" y="185"/>
                      </a:cubicBezTo>
                      <a:cubicBezTo>
                        <a:pt x="134" y="185"/>
                        <a:pt x="135" y="185"/>
                        <a:pt x="135" y="185"/>
                      </a:cubicBezTo>
                      <a:cubicBezTo>
                        <a:pt x="135" y="186"/>
                        <a:pt x="135" y="186"/>
                        <a:pt x="135" y="186"/>
                      </a:cubicBezTo>
                      <a:cubicBezTo>
                        <a:pt x="135" y="186"/>
                        <a:pt x="136" y="187"/>
                        <a:pt x="136" y="187"/>
                      </a:cubicBezTo>
                      <a:cubicBezTo>
                        <a:pt x="136" y="187"/>
                        <a:pt x="136" y="187"/>
                        <a:pt x="136" y="187"/>
                      </a:cubicBezTo>
                      <a:cubicBezTo>
                        <a:pt x="136" y="187"/>
                        <a:pt x="136" y="188"/>
                        <a:pt x="137" y="188"/>
                      </a:cubicBezTo>
                      <a:cubicBezTo>
                        <a:pt x="137" y="188"/>
                        <a:pt x="138" y="188"/>
                        <a:pt x="139" y="189"/>
                      </a:cubicBezTo>
                      <a:cubicBezTo>
                        <a:pt x="139" y="189"/>
                        <a:pt x="139" y="189"/>
                        <a:pt x="139" y="189"/>
                      </a:cubicBezTo>
                      <a:cubicBezTo>
                        <a:pt x="140" y="189"/>
                        <a:pt x="141" y="189"/>
                        <a:pt x="141" y="189"/>
                      </a:cubicBezTo>
                      <a:cubicBezTo>
                        <a:pt x="141" y="189"/>
                        <a:pt x="142" y="189"/>
                        <a:pt x="142" y="189"/>
                      </a:cubicBezTo>
                      <a:cubicBezTo>
                        <a:pt x="142" y="190"/>
                        <a:pt x="142" y="190"/>
                        <a:pt x="142" y="190"/>
                      </a:cubicBezTo>
                      <a:cubicBezTo>
                        <a:pt x="142" y="190"/>
                        <a:pt x="142" y="190"/>
                        <a:pt x="142" y="190"/>
                      </a:cubicBezTo>
                      <a:cubicBezTo>
                        <a:pt x="142" y="190"/>
                        <a:pt x="143" y="190"/>
                        <a:pt x="143" y="190"/>
                      </a:cubicBezTo>
                      <a:cubicBezTo>
                        <a:pt x="143" y="190"/>
                        <a:pt x="143" y="190"/>
                        <a:pt x="143" y="190"/>
                      </a:cubicBezTo>
                      <a:cubicBezTo>
                        <a:pt x="143" y="190"/>
                        <a:pt x="143" y="190"/>
                        <a:pt x="142" y="190"/>
                      </a:cubicBezTo>
                      <a:cubicBezTo>
                        <a:pt x="142" y="189"/>
                        <a:pt x="142" y="189"/>
                        <a:pt x="142" y="189"/>
                      </a:cubicBezTo>
                      <a:cubicBezTo>
                        <a:pt x="142" y="189"/>
                        <a:pt x="142" y="189"/>
                        <a:pt x="142" y="189"/>
                      </a:cubicBezTo>
                      <a:cubicBezTo>
                        <a:pt x="143" y="189"/>
                        <a:pt x="143" y="189"/>
                        <a:pt x="143" y="189"/>
                      </a:cubicBezTo>
                      <a:cubicBezTo>
                        <a:pt x="144" y="189"/>
                        <a:pt x="144" y="189"/>
                        <a:pt x="144" y="189"/>
                      </a:cubicBezTo>
                      <a:cubicBezTo>
                        <a:pt x="144" y="189"/>
                        <a:pt x="145" y="189"/>
                        <a:pt x="145" y="189"/>
                      </a:cubicBezTo>
                      <a:cubicBezTo>
                        <a:pt x="145" y="189"/>
                        <a:pt x="145" y="188"/>
                        <a:pt x="145" y="188"/>
                      </a:cubicBezTo>
                      <a:cubicBezTo>
                        <a:pt x="145" y="188"/>
                        <a:pt x="145" y="188"/>
                        <a:pt x="145" y="188"/>
                      </a:cubicBezTo>
                      <a:cubicBezTo>
                        <a:pt x="146" y="188"/>
                        <a:pt x="146" y="188"/>
                        <a:pt x="146" y="188"/>
                      </a:cubicBezTo>
                      <a:cubicBezTo>
                        <a:pt x="147" y="188"/>
                        <a:pt x="147" y="188"/>
                        <a:pt x="147" y="188"/>
                      </a:cubicBezTo>
                      <a:cubicBezTo>
                        <a:pt x="147" y="188"/>
                        <a:pt x="147" y="188"/>
                        <a:pt x="147" y="187"/>
                      </a:cubicBezTo>
                      <a:cubicBezTo>
                        <a:pt x="147" y="187"/>
                        <a:pt x="146" y="187"/>
                        <a:pt x="146" y="187"/>
                      </a:cubicBezTo>
                      <a:cubicBezTo>
                        <a:pt x="146" y="187"/>
                        <a:pt x="146" y="187"/>
                        <a:pt x="146" y="187"/>
                      </a:cubicBezTo>
                      <a:cubicBezTo>
                        <a:pt x="146" y="187"/>
                        <a:pt x="146" y="187"/>
                        <a:pt x="146" y="187"/>
                      </a:cubicBezTo>
                      <a:cubicBezTo>
                        <a:pt x="146" y="187"/>
                        <a:pt x="146" y="186"/>
                        <a:pt x="146" y="186"/>
                      </a:cubicBezTo>
                      <a:cubicBezTo>
                        <a:pt x="146" y="186"/>
                        <a:pt x="146" y="186"/>
                        <a:pt x="146" y="185"/>
                      </a:cubicBezTo>
                      <a:cubicBezTo>
                        <a:pt x="146" y="185"/>
                        <a:pt x="146" y="185"/>
                        <a:pt x="146" y="185"/>
                      </a:cubicBezTo>
                      <a:cubicBezTo>
                        <a:pt x="146" y="185"/>
                        <a:pt x="146" y="185"/>
                        <a:pt x="146" y="184"/>
                      </a:cubicBezTo>
                      <a:cubicBezTo>
                        <a:pt x="146" y="184"/>
                        <a:pt x="146" y="184"/>
                        <a:pt x="146" y="184"/>
                      </a:cubicBezTo>
                      <a:cubicBezTo>
                        <a:pt x="146" y="184"/>
                        <a:pt x="146" y="183"/>
                        <a:pt x="146" y="183"/>
                      </a:cubicBezTo>
                      <a:cubicBezTo>
                        <a:pt x="146" y="183"/>
                        <a:pt x="145" y="183"/>
                        <a:pt x="145" y="183"/>
                      </a:cubicBezTo>
                      <a:cubicBezTo>
                        <a:pt x="145" y="183"/>
                        <a:pt x="145" y="183"/>
                        <a:pt x="145" y="183"/>
                      </a:cubicBezTo>
                      <a:cubicBezTo>
                        <a:pt x="145" y="183"/>
                        <a:pt x="144" y="183"/>
                        <a:pt x="144" y="183"/>
                      </a:cubicBezTo>
                      <a:cubicBezTo>
                        <a:pt x="144" y="183"/>
                        <a:pt x="143" y="183"/>
                        <a:pt x="143" y="182"/>
                      </a:cubicBezTo>
                      <a:cubicBezTo>
                        <a:pt x="143" y="182"/>
                        <a:pt x="143" y="182"/>
                        <a:pt x="143" y="182"/>
                      </a:cubicBezTo>
                      <a:close/>
                      <a:moveTo>
                        <a:pt x="266" y="188"/>
                      </a:moveTo>
                      <a:cubicBezTo>
                        <a:pt x="266" y="188"/>
                        <a:pt x="266" y="189"/>
                        <a:pt x="266" y="189"/>
                      </a:cubicBezTo>
                      <a:cubicBezTo>
                        <a:pt x="266" y="189"/>
                        <a:pt x="266" y="189"/>
                        <a:pt x="266" y="189"/>
                      </a:cubicBezTo>
                      <a:cubicBezTo>
                        <a:pt x="266" y="189"/>
                        <a:pt x="265" y="190"/>
                        <a:pt x="265" y="190"/>
                      </a:cubicBezTo>
                      <a:cubicBezTo>
                        <a:pt x="266" y="190"/>
                        <a:pt x="267" y="189"/>
                        <a:pt x="267" y="189"/>
                      </a:cubicBezTo>
                      <a:cubicBezTo>
                        <a:pt x="267" y="189"/>
                        <a:pt x="268" y="189"/>
                        <a:pt x="268" y="189"/>
                      </a:cubicBezTo>
                      <a:cubicBezTo>
                        <a:pt x="268" y="189"/>
                        <a:pt x="268" y="189"/>
                        <a:pt x="268" y="189"/>
                      </a:cubicBezTo>
                      <a:cubicBezTo>
                        <a:pt x="268" y="189"/>
                        <a:pt x="268" y="188"/>
                        <a:pt x="268" y="188"/>
                      </a:cubicBezTo>
                      <a:cubicBezTo>
                        <a:pt x="268" y="188"/>
                        <a:pt x="268" y="188"/>
                        <a:pt x="269" y="188"/>
                      </a:cubicBezTo>
                      <a:cubicBezTo>
                        <a:pt x="269" y="187"/>
                        <a:pt x="269" y="187"/>
                        <a:pt x="269" y="187"/>
                      </a:cubicBezTo>
                      <a:cubicBezTo>
                        <a:pt x="269" y="187"/>
                        <a:pt x="269" y="186"/>
                        <a:pt x="269" y="186"/>
                      </a:cubicBezTo>
                      <a:cubicBezTo>
                        <a:pt x="270" y="185"/>
                        <a:pt x="271" y="185"/>
                        <a:pt x="271" y="184"/>
                      </a:cubicBezTo>
                      <a:cubicBezTo>
                        <a:pt x="271" y="184"/>
                        <a:pt x="272" y="184"/>
                        <a:pt x="272" y="184"/>
                      </a:cubicBezTo>
                      <a:cubicBezTo>
                        <a:pt x="272" y="183"/>
                        <a:pt x="272" y="183"/>
                        <a:pt x="271" y="183"/>
                      </a:cubicBezTo>
                      <a:cubicBezTo>
                        <a:pt x="271" y="183"/>
                        <a:pt x="271" y="183"/>
                        <a:pt x="271" y="183"/>
                      </a:cubicBezTo>
                      <a:cubicBezTo>
                        <a:pt x="271" y="184"/>
                        <a:pt x="271" y="183"/>
                        <a:pt x="271" y="183"/>
                      </a:cubicBezTo>
                      <a:cubicBezTo>
                        <a:pt x="271" y="183"/>
                        <a:pt x="271" y="183"/>
                        <a:pt x="271" y="183"/>
                      </a:cubicBezTo>
                      <a:cubicBezTo>
                        <a:pt x="271" y="183"/>
                        <a:pt x="270" y="182"/>
                        <a:pt x="270" y="182"/>
                      </a:cubicBezTo>
                      <a:cubicBezTo>
                        <a:pt x="270" y="183"/>
                        <a:pt x="270" y="183"/>
                        <a:pt x="270" y="183"/>
                      </a:cubicBezTo>
                      <a:cubicBezTo>
                        <a:pt x="270" y="183"/>
                        <a:pt x="270" y="183"/>
                        <a:pt x="270" y="184"/>
                      </a:cubicBezTo>
                      <a:cubicBezTo>
                        <a:pt x="270" y="184"/>
                        <a:pt x="270" y="184"/>
                        <a:pt x="270" y="184"/>
                      </a:cubicBezTo>
                      <a:cubicBezTo>
                        <a:pt x="270" y="184"/>
                        <a:pt x="270" y="184"/>
                        <a:pt x="269" y="184"/>
                      </a:cubicBezTo>
                      <a:cubicBezTo>
                        <a:pt x="269" y="185"/>
                        <a:pt x="268" y="186"/>
                        <a:pt x="268" y="186"/>
                      </a:cubicBezTo>
                      <a:cubicBezTo>
                        <a:pt x="268" y="187"/>
                        <a:pt x="267" y="187"/>
                        <a:pt x="267" y="187"/>
                      </a:cubicBezTo>
                      <a:cubicBezTo>
                        <a:pt x="266" y="188"/>
                        <a:pt x="266" y="188"/>
                        <a:pt x="266" y="188"/>
                      </a:cubicBezTo>
                      <a:cubicBezTo>
                        <a:pt x="266" y="188"/>
                        <a:pt x="266" y="188"/>
                        <a:pt x="266" y="188"/>
                      </a:cubicBezTo>
                      <a:cubicBezTo>
                        <a:pt x="266" y="188"/>
                        <a:pt x="266" y="188"/>
                        <a:pt x="266" y="188"/>
                      </a:cubicBezTo>
                      <a:close/>
                      <a:moveTo>
                        <a:pt x="265" y="187"/>
                      </a:moveTo>
                      <a:cubicBezTo>
                        <a:pt x="265" y="187"/>
                        <a:pt x="265" y="187"/>
                        <a:pt x="265" y="187"/>
                      </a:cubicBezTo>
                      <a:cubicBezTo>
                        <a:pt x="265" y="187"/>
                        <a:pt x="265" y="187"/>
                        <a:pt x="265" y="187"/>
                      </a:cubicBezTo>
                      <a:cubicBezTo>
                        <a:pt x="265" y="187"/>
                        <a:pt x="265" y="187"/>
                        <a:pt x="265" y="187"/>
                      </a:cubicBezTo>
                      <a:cubicBezTo>
                        <a:pt x="265" y="187"/>
                        <a:pt x="265" y="186"/>
                        <a:pt x="265" y="186"/>
                      </a:cubicBezTo>
                      <a:cubicBezTo>
                        <a:pt x="265" y="186"/>
                        <a:pt x="265" y="186"/>
                        <a:pt x="265" y="186"/>
                      </a:cubicBezTo>
                      <a:cubicBezTo>
                        <a:pt x="265" y="186"/>
                        <a:pt x="265" y="186"/>
                        <a:pt x="265" y="186"/>
                      </a:cubicBezTo>
                      <a:cubicBezTo>
                        <a:pt x="265" y="187"/>
                        <a:pt x="265" y="187"/>
                        <a:pt x="265" y="187"/>
                      </a:cubicBezTo>
                      <a:cubicBezTo>
                        <a:pt x="265" y="187"/>
                        <a:pt x="265" y="187"/>
                        <a:pt x="265" y="187"/>
                      </a:cubicBezTo>
                      <a:cubicBezTo>
                        <a:pt x="264" y="187"/>
                        <a:pt x="264" y="188"/>
                        <a:pt x="264" y="188"/>
                      </a:cubicBezTo>
                      <a:cubicBezTo>
                        <a:pt x="265" y="188"/>
                        <a:pt x="265" y="188"/>
                        <a:pt x="265" y="188"/>
                      </a:cubicBezTo>
                      <a:cubicBezTo>
                        <a:pt x="265" y="188"/>
                        <a:pt x="265" y="188"/>
                        <a:pt x="265" y="187"/>
                      </a:cubicBezTo>
                      <a:close/>
                      <a:moveTo>
                        <a:pt x="265" y="184"/>
                      </a:moveTo>
                      <a:cubicBezTo>
                        <a:pt x="265" y="184"/>
                        <a:pt x="266" y="184"/>
                        <a:pt x="266" y="185"/>
                      </a:cubicBezTo>
                      <a:cubicBezTo>
                        <a:pt x="266" y="185"/>
                        <a:pt x="266" y="184"/>
                        <a:pt x="266" y="184"/>
                      </a:cubicBezTo>
                      <a:cubicBezTo>
                        <a:pt x="266" y="184"/>
                        <a:pt x="266" y="184"/>
                        <a:pt x="266" y="184"/>
                      </a:cubicBezTo>
                      <a:cubicBezTo>
                        <a:pt x="266" y="183"/>
                        <a:pt x="266" y="183"/>
                        <a:pt x="266" y="183"/>
                      </a:cubicBezTo>
                      <a:cubicBezTo>
                        <a:pt x="267" y="183"/>
                        <a:pt x="267" y="183"/>
                        <a:pt x="267" y="183"/>
                      </a:cubicBezTo>
                      <a:cubicBezTo>
                        <a:pt x="267" y="183"/>
                        <a:pt x="267" y="182"/>
                        <a:pt x="267" y="182"/>
                      </a:cubicBezTo>
                      <a:cubicBezTo>
                        <a:pt x="267" y="182"/>
                        <a:pt x="267" y="182"/>
                        <a:pt x="267" y="182"/>
                      </a:cubicBezTo>
                      <a:cubicBezTo>
                        <a:pt x="267" y="182"/>
                        <a:pt x="267" y="182"/>
                        <a:pt x="267" y="182"/>
                      </a:cubicBezTo>
                      <a:cubicBezTo>
                        <a:pt x="267" y="182"/>
                        <a:pt x="267" y="182"/>
                        <a:pt x="267" y="182"/>
                      </a:cubicBezTo>
                      <a:cubicBezTo>
                        <a:pt x="267" y="181"/>
                        <a:pt x="267" y="181"/>
                        <a:pt x="267" y="181"/>
                      </a:cubicBezTo>
                      <a:cubicBezTo>
                        <a:pt x="267" y="181"/>
                        <a:pt x="267" y="181"/>
                        <a:pt x="267" y="181"/>
                      </a:cubicBezTo>
                      <a:cubicBezTo>
                        <a:pt x="267" y="181"/>
                        <a:pt x="267" y="181"/>
                        <a:pt x="267" y="181"/>
                      </a:cubicBezTo>
                      <a:cubicBezTo>
                        <a:pt x="266" y="181"/>
                        <a:pt x="266" y="181"/>
                        <a:pt x="266" y="181"/>
                      </a:cubicBezTo>
                      <a:cubicBezTo>
                        <a:pt x="266" y="181"/>
                        <a:pt x="266" y="181"/>
                        <a:pt x="265" y="182"/>
                      </a:cubicBezTo>
                      <a:cubicBezTo>
                        <a:pt x="265" y="182"/>
                        <a:pt x="265" y="182"/>
                        <a:pt x="265" y="182"/>
                      </a:cubicBezTo>
                      <a:cubicBezTo>
                        <a:pt x="266" y="183"/>
                        <a:pt x="265" y="183"/>
                        <a:pt x="265" y="183"/>
                      </a:cubicBezTo>
                      <a:cubicBezTo>
                        <a:pt x="265" y="184"/>
                        <a:pt x="265" y="184"/>
                        <a:pt x="265" y="184"/>
                      </a:cubicBezTo>
                      <a:close/>
                      <a:moveTo>
                        <a:pt x="277" y="182"/>
                      </a:moveTo>
                      <a:cubicBezTo>
                        <a:pt x="277" y="182"/>
                        <a:pt x="277" y="182"/>
                        <a:pt x="277" y="182"/>
                      </a:cubicBezTo>
                      <a:cubicBezTo>
                        <a:pt x="277" y="182"/>
                        <a:pt x="277" y="181"/>
                        <a:pt x="277" y="181"/>
                      </a:cubicBezTo>
                      <a:cubicBezTo>
                        <a:pt x="276" y="181"/>
                        <a:pt x="276" y="182"/>
                        <a:pt x="276" y="182"/>
                      </a:cubicBezTo>
                      <a:cubicBezTo>
                        <a:pt x="276" y="182"/>
                        <a:pt x="275" y="182"/>
                        <a:pt x="275" y="181"/>
                      </a:cubicBezTo>
                      <a:cubicBezTo>
                        <a:pt x="275" y="181"/>
                        <a:pt x="275" y="181"/>
                        <a:pt x="275" y="181"/>
                      </a:cubicBezTo>
                      <a:cubicBezTo>
                        <a:pt x="275" y="181"/>
                        <a:pt x="275" y="181"/>
                        <a:pt x="275" y="181"/>
                      </a:cubicBezTo>
                      <a:cubicBezTo>
                        <a:pt x="275" y="181"/>
                        <a:pt x="275" y="181"/>
                        <a:pt x="275" y="181"/>
                      </a:cubicBezTo>
                      <a:cubicBezTo>
                        <a:pt x="275" y="181"/>
                        <a:pt x="274" y="181"/>
                        <a:pt x="274" y="181"/>
                      </a:cubicBezTo>
                      <a:cubicBezTo>
                        <a:pt x="274" y="181"/>
                        <a:pt x="274" y="180"/>
                        <a:pt x="274" y="181"/>
                      </a:cubicBezTo>
                      <a:cubicBezTo>
                        <a:pt x="273" y="181"/>
                        <a:pt x="274" y="181"/>
                        <a:pt x="273" y="181"/>
                      </a:cubicBezTo>
                      <a:cubicBezTo>
                        <a:pt x="273" y="182"/>
                        <a:pt x="273" y="182"/>
                        <a:pt x="273" y="182"/>
                      </a:cubicBezTo>
                      <a:cubicBezTo>
                        <a:pt x="273" y="182"/>
                        <a:pt x="273" y="182"/>
                        <a:pt x="273" y="182"/>
                      </a:cubicBezTo>
                      <a:cubicBezTo>
                        <a:pt x="273" y="183"/>
                        <a:pt x="273" y="183"/>
                        <a:pt x="273" y="183"/>
                      </a:cubicBezTo>
                      <a:cubicBezTo>
                        <a:pt x="273" y="183"/>
                        <a:pt x="273" y="182"/>
                        <a:pt x="273" y="182"/>
                      </a:cubicBezTo>
                      <a:cubicBezTo>
                        <a:pt x="274" y="182"/>
                        <a:pt x="274" y="182"/>
                        <a:pt x="274" y="182"/>
                      </a:cubicBezTo>
                      <a:cubicBezTo>
                        <a:pt x="274" y="182"/>
                        <a:pt x="274" y="182"/>
                        <a:pt x="274" y="182"/>
                      </a:cubicBezTo>
                      <a:cubicBezTo>
                        <a:pt x="274" y="182"/>
                        <a:pt x="274" y="182"/>
                        <a:pt x="274" y="182"/>
                      </a:cubicBezTo>
                      <a:cubicBezTo>
                        <a:pt x="274" y="183"/>
                        <a:pt x="274" y="183"/>
                        <a:pt x="274" y="183"/>
                      </a:cubicBezTo>
                      <a:cubicBezTo>
                        <a:pt x="274" y="183"/>
                        <a:pt x="274" y="183"/>
                        <a:pt x="274" y="183"/>
                      </a:cubicBezTo>
                      <a:cubicBezTo>
                        <a:pt x="274" y="183"/>
                        <a:pt x="274" y="184"/>
                        <a:pt x="274" y="184"/>
                      </a:cubicBezTo>
                      <a:cubicBezTo>
                        <a:pt x="274" y="184"/>
                        <a:pt x="274" y="184"/>
                        <a:pt x="274" y="184"/>
                      </a:cubicBezTo>
                      <a:cubicBezTo>
                        <a:pt x="275" y="184"/>
                        <a:pt x="275" y="183"/>
                        <a:pt x="276" y="183"/>
                      </a:cubicBezTo>
                      <a:cubicBezTo>
                        <a:pt x="276" y="182"/>
                        <a:pt x="276" y="182"/>
                        <a:pt x="277" y="182"/>
                      </a:cubicBezTo>
                      <a:cubicBezTo>
                        <a:pt x="277" y="182"/>
                        <a:pt x="277" y="182"/>
                        <a:pt x="277" y="182"/>
                      </a:cubicBezTo>
                      <a:close/>
                      <a:moveTo>
                        <a:pt x="276" y="181"/>
                      </a:moveTo>
                      <a:cubicBezTo>
                        <a:pt x="276" y="181"/>
                        <a:pt x="276" y="181"/>
                        <a:pt x="276" y="181"/>
                      </a:cubicBezTo>
                      <a:cubicBezTo>
                        <a:pt x="277" y="181"/>
                        <a:pt x="277" y="181"/>
                        <a:pt x="278" y="180"/>
                      </a:cubicBezTo>
                      <a:cubicBezTo>
                        <a:pt x="278" y="180"/>
                        <a:pt x="279" y="180"/>
                        <a:pt x="279" y="179"/>
                      </a:cubicBezTo>
                      <a:cubicBezTo>
                        <a:pt x="279" y="179"/>
                        <a:pt x="279" y="179"/>
                        <a:pt x="279" y="179"/>
                      </a:cubicBezTo>
                      <a:cubicBezTo>
                        <a:pt x="279" y="179"/>
                        <a:pt x="279" y="179"/>
                        <a:pt x="279" y="179"/>
                      </a:cubicBezTo>
                      <a:cubicBezTo>
                        <a:pt x="278" y="179"/>
                        <a:pt x="278" y="180"/>
                        <a:pt x="277" y="180"/>
                      </a:cubicBezTo>
                      <a:cubicBezTo>
                        <a:pt x="277" y="180"/>
                        <a:pt x="277" y="180"/>
                        <a:pt x="277" y="180"/>
                      </a:cubicBezTo>
                      <a:cubicBezTo>
                        <a:pt x="276" y="180"/>
                        <a:pt x="276" y="180"/>
                        <a:pt x="276" y="180"/>
                      </a:cubicBezTo>
                      <a:cubicBezTo>
                        <a:pt x="276" y="180"/>
                        <a:pt x="276" y="181"/>
                        <a:pt x="276" y="181"/>
                      </a:cubicBezTo>
                      <a:close/>
                      <a:moveTo>
                        <a:pt x="359" y="226"/>
                      </a:moveTo>
                      <a:cubicBezTo>
                        <a:pt x="359" y="227"/>
                        <a:pt x="359" y="227"/>
                        <a:pt x="360" y="227"/>
                      </a:cubicBezTo>
                      <a:cubicBezTo>
                        <a:pt x="360" y="227"/>
                        <a:pt x="359" y="227"/>
                        <a:pt x="359" y="227"/>
                      </a:cubicBezTo>
                      <a:cubicBezTo>
                        <a:pt x="359" y="227"/>
                        <a:pt x="359" y="227"/>
                        <a:pt x="359" y="227"/>
                      </a:cubicBezTo>
                      <a:cubicBezTo>
                        <a:pt x="359" y="227"/>
                        <a:pt x="359" y="227"/>
                        <a:pt x="359" y="227"/>
                      </a:cubicBezTo>
                      <a:cubicBezTo>
                        <a:pt x="359" y="227"/>
                        <a:pt x="359" y="227"/>
                        <a:pt x="359" y="228"/>
                      </a:cubicBezTo>
                      <a:cubicBezTo>
                        <a:pt x="360" y="228"/>
                        <a:pt x="360" y="228"/>
                        <a:pt x="360" y="228"/>
                      </a:cubicBezTo>
                      <a:cubicBezTo>
                        <a:pt x="360" y="228"/>
                        <a:pt x="360" y="228"/>
                        <a:pt x="360" y="228"/>
                      </a:cubicBezTo>
                      <a:cubicBezTo>
                        <a:pt x="360" y="228"/>
                        <a:pt x="360" y="229"/>
                        <a:pt x="360" y="229"/>
                      </a:cubicBezTo>
                      <a:cubicBezTo>
                        <a:pt x="360" y="229"/>
                        <a:pt x="360" y="229"/>
                        <a:pt x="360" y="229"/>
                      </a:cubicBezTo>
                      <a:cubicBezTo>
                        <a:pt x="360" y="230"/>
                        <a:pt x="360" y="230"/>
                        <a:pt x="360" y="230"/>
                      </a:cubicBezTo>
                      <a:cubicBezTo>
                        <a:pt x="360" y="230"/>
                        <a:pt x="360" y="231"/>
                        <a:pt x="360" y="231"/>
                      </a:cubicBezTo>
                      <a:cubicBezTo>
                        <a:pt x="360" y="231"/>
                        <a:pt x="360" y="232"/>
                        <a:pt x="360" y="232"/>
                      </a:cubicBezTo>
                      <a:cubicBezTo>
                        <a:pt x="360" y="232"/>
                        <a:pt x="360" y="233"/>
                        <a:pt x="361" y="232"/>
                      </a:cubicBezTo>
                      <a:cubicBezTo>
                        <a:pt x="361" y="232"/>
                        <a:pt x="361" y="233"/>
                        <a:pt x="361" y="232"/>
                      </a:cubicBezTo>
                      <a:cubicBezTo>
                        <a:pt x="362" y="232"/>
                        <a:pt x="362" y="232"/>
                        <a:pt x="362" y="232"/>
                      </a:cubicBezTo>
                      <a:cubicBezTo>
                        <a:pt x="362" y="232"/>
                        <a:pt x="362" y="232"/>
                        <a:pt x="362" y="232"/>
                      </a:cubicBezTo>
                      <a:cubicBezTo>
                        <a:pt x="362" y="232"/>
                        <a:pt x="362" y="232"/>
                        <a:pt x="362" y="232"/>
                      </a:cubicBezTo>
                      <a:cubicBezTo>
                        <a:pt x="362" y="232"/>
                        <a:pt x="362" y="232"/>
                        <a:pt x="363" y="232"/>
                      </a:cubicBezTo>
                      <a:cubicBezTo>
                        <a:pt x="363" y="232"/>
                        <a:pt x="363" y="232"/>
                        <a:pt x="363" y="232"/>
                      </a:cubicBezTo>
                      <a:cubicBezTo>
                        <a:pt x="364" y="232"/>
                        <a:pt x="364" y="232"/>
                        <a:pt x="364" y="232"/>
                      </a:cubicBezTo>
                      <a:cubicBezTo>
                        <a:pt x="364" y="232"/>
                        <a:pt x="364" y="231"/>
                        <a:pt x="364" y="231"/>
                      </a:cubicBezTo>
                      <a:cubicBezTo>
                        <a:pt x="364" y="231"/>
                        <a:pt x="364" y="231"/>
                        <a:pt x="364" y="231"/>
                      </a:cubicBezTo>
                      <a:cubicBezTo>
                        <a:pt x="364" y="231"/>
                        <a:pt x="364" y="231"/>
                        <a:pt x="364" y="231"/>
                      </a:cubicBezTo>
                      <a:cubicBezTo>
                        <a:pt x="364" y="231"/>
                        <a:pt x="364" y="231"/>
                        <a:pt x="364" y="231"/>
                      </a:cubicBezTo>
                      <a:cubicBezTo>
                        <a:pt x="364" y="230"/>
                        <a:pt x="364" y="230"/>
                        <a:pt x="364" y="230"/>
                      </a:cubicBezTo>
                      <a:cubicBezTo>
                        <a:pt x="364" y="230"/>
                        <a:pt x="364" y="230"/>
                        <a:pt x="363" y="230"/>
                      </a:cubicBezTo>
                      <a:cubicBezTo>
                        <a:pt x="363" y="230"/>
                        <a:pt x="363" y="230"/>
                        <a:pt x="363" y="230"/>
                      </a:cubicBezTo>
                      <a:cubicBezTo>
                        <a:pt x="363" y="230"/>
                        <a:pt x="363" y="230"/>
                        <a:pt x="363" y="230"/>
                      </a:cubicBezTo>
                      <a:cubicBezTo>
                        <a:pt x="363" y="230"/>
                        <a:pt x="363" y="230"/>
                        <a:pt x="363" y="229"/>
                      </a:cubicBezTo>
                      <a:cubicBezTo>
                        <a:pt x="363" y="229"/>
                        <a:pt x="363" y="229"/>
                        <a:pt x="363" y="229"/>
                      </a:cubicBezTo>
                      <a:cubicBezTo>
                        <a:pt x="363" y="229"/>
                        <a:pt x="363" y="229"/>
                        <a:pt x="363" y="229"/>
                      </a:cubicBezTo>
                      <a:cubicBezTo>
                        <a:pt x="363" y="228"/>
                        <a:pt x="363" y="228"/>
                        <a:pt x="362" y="228"/>
                      </a:cubicBezTo>
                      <a:cubicBezTo>
                        <a:pt x="362" y="228"/>
                        <a:pt x="362" y="228"/>
                        <a:pt x="362" y="228"/>
                      </a:cubicBezTo>
                      <a:cubicBezTo>
                        <a:pt x="363" y="228"/>
                        <a:pt x="363" y="228"/>
                        <a:pt x="363" y="228"/>
                      </a:cubicBezTo>
                      <a:cubicBezTo>
                        <a:pt x="363" y="228"/>
                        <a:pt x="363" y="228"/>
                        <a:pt x="363" y="228"/>
                      </a:cubicBezTo>
                      <a:cubicBezTo>
                        <a:pt x="363" y="228"/>
                        <a:pt x="363" y="229"/>
                        <a:pt x="363" y="229"/>
                      </a:cubicBezTo>
                      <a:cubicBezTo>
                        <a:pt x="363" y="229"/>
                        <a:pt x="364" y="229"/>
                        <a:pt x="364" y="229"/>
                      </a:cubicBezTo>
                      <a:cubicBezTo>
                        <a:pt x="364" y="230"/>
                        <a:pt x="364" y="230"/>
                        <a:pt x="365" y="230"/>
                      </a:cubicBezTo>
                      <a:cubicBezTo>
                        <a:pt x="365" y="230"/>
                        <a:pt x="365" y="231"/>
                        <a:pt x="365" y="230"/>
                      </a:cubicBezTo>
                      <a:cubicBezTo>
                        <a:pt x="365" y="230"/>
                        <a:pt x="365" y="230"/>
                        <a:pt x="365" y="230"/>
                      </a:cubicBezTo>
                      <a:cubicBezTo>
                        <a:pt x="365" y="229"/>
                        <a:pt x="365" y="229"/>
                        <a:pt x="365" y="229"/>
                      </a:cubicBezTo>
                      <a:cubicBezTo>
                        <a:pt x="365" y="229"/>
                        <a:pt x="365" y="229"/>
                        <a:pt x="365" y="229"/>
                      </a:cubicBezTo>
                      <a:cubicBezTo>
                        <a:pt x="365" y="229"/>
                        <a:pt x="365" y="229"/>
                        <a:pt x="365" y="229"/>
                      </a:cubicBezTo>
                      <a:cubicBezTo>
                        <a:pt x="365" y="229"/>
                        <a:pt x="365" y="229"/>
                        <a:pt x="365" y="229"/>
                      </a:cubicBezTo>
                      <a:cubicBezTo>
                        <a:pt x="365" y="230"/>
                        <a:pt x="365" y="230"/>
                        <a:pt x="365" y="230"/>
                      </a:cubicBezTo>
                      <a:cubicBezTo>
                        <a:pt x="365" y="230"/>
                        <a:pt x="365" y="230"/>
                        <a:pt x="365" y="231"/>
                      </a:cubicBezTo>
                      <a:cubicBezTo>
                        <a:pt x="365" y="231"/>
                        <a:pt x="365" y="231"/>
                        <a:pt x="365" y="231"/>
                      </a:cubicBezTo>
                      <a:cubicBezTo>
                        <a:pt x="365" y="231"/>
                        <a:pt x="364" y="231"/>
                        <a:pt x="364" y="231"/>
                      </a:cubicBezTo>
                      <a:cubicBezTo>
                        <a:pt x="364" y="231"/>
                        <a:pt x="365" y="232"/>
                        <a:pt x="365" y="232"/>
                      </a:cubicBezTo>
                      <a:cubicBezTo>
                        <a:pt x="365" y="232"/>
                        <a:pt x="365" y="232"/>
                        <a:pt x="365" y="232"/>
                      </a:cubicBezTo>
                      <a:cubicBezTo>
                        <a:pt x="365" y="231"/>
                        <a:pt x="365" y="231"/>
                        <a:pt x="365" y="231"/>
                      </a:cubicBezTo>
                      <a:cubicBezTo>
                        <a:pt x="365" y="231"/>
                        <a:pt x="365" y="231"/>
                        <a:pt x="365" y="231"/>
                      </a:cubicBezTo>
                      <a:cubicBezTo>
                        <a:pt x="365" y="232"/>
                        <a:pt x="365" y="232"/>
                        <a:pt x="365" y="232"/>
                      </a:cubicBezTo>
                      <a:cubicBezTo>
                        <a:pt x="366" y="232"/>
                        <a:pt x="366" y="232"/>
                        <a:pt x="366" y="232"/>
                      </a:cubicBezTo>
                      <a:cubicBezTo>
                        <a:pt x="366" y="232"/>
                        <a:pt x="366" y="232"/>
                        <a:pt x="367" y="232"/>
                      </a:cubicBezTo>
                      <a:cubicBezTo>
                        <a:pt x="367" y="232"/>
                        <a:pt x="366" y="231"/>
                        <a:pt x="366" y="231"/>
                      </a:cubicBezTo>
                      <a:cubicBezTo>
                        <a:pt x="366" y="231"/>
                        <a:pt x="366" y="231"/>
                        <a:pt x="366" y="231"/>
                      </a:cubicBezTo>
                      <a:cubicBezTo>
                        <a:pt x="367" y="231"/>
                        <a:pt x="367" y="231"/>
                        <a:pt x="367" y="231"/>
                      </a:cubicBezTo>
                      <a:cubicBezTo>
                        <a:pt x="367" y="231"/>
                        <a:pt x="367" y="231"/>
                        <a:pt x="367" y="231"/>
                      </a:cubicBezTo>
                      <a:cubicBezTo>
                        <a:pt x="367" y="231"/>
                        <a:pt x="367" y="231"/>
                        <a:pt x="368" y="231"/>
                      </a:cubicBezTo>
                      <a:cubicBezTo>
                        <a:pt x="368" y="231"/>
                        <a:pt x="368" y="231"/>
                        <a:pt x="368" y="230"/>
                      </a:cubicBezTo>
                      <a:cubicBezTo>
                        <a:pt x="367" y="230"/>
                        <a:pt x="367" y="230"/>
                        <a:pt x="367" y="230"/>
                      </a:cubicBezTo>
                      <a:cubicBezTo>
                        <a:pt x="367" y="230"/>
                        <a:pt x="367" y="230"/>
                        <a:pt x="367" y="230"/>
                      </a:cubicBezTo>
                      <a:cubicBezTo>
                        <a:pt x="367" y="230"/>
                        <a:pt x="366" y="229"/>
                        <a:pt x="366" y="229"/>
                      </a:cubicBezTo>
                      <a:cubicBezTo>
                        <a:pt x="366" y="228"/>
                        <a:pt x="366" y="228"/>
                        <a:pt x="365" y="228"/>
                      </a:cubicBezTo>
                      <a:cubicBezTo>
                        <a:pt x="365" y="228"/>
                        <a:pt x="365" y="228"/>
                        <a:pt x="365" y="229"/>
                      </a:cubicBezTo>
                      <a:cubicBezTo>
                        <a:pt x="365" y="228"/>
                        <a:pt x="365" y="228"/>
                        <a:pt x="365" y="228"/>
                      </a:cubicBezTo>
                      <a:cubicBezTo>
                        <a:pt x="365" y="228"/>
                        <a:pt x="365" y="228"/>
                        <a:pt x="365" y="228"/>
                      </a:cubicBezTo>
                      <a:cubicBezTo>
                        <a:pt x="365" y="228"/>
                        <a:pt x="365" y="227"/>
                        <a:pt x="365" y="227"/>
                      </a:cubicBezTo>
                      <a:cubicBezTo>
                        <a:pt x="365" y="227"/>
                        <a:pt x="365" y="227"/>
                        <a:pt x="365" y="227"/>
                      </a:cubicBezTo>
                      <a:cubicBezTo>
                        <a:pt x="365" y="227"/>
                        <a:pt x="365" y="227"/>
                        <a:pt x="365" y="227"/>
                      </a:cubicBezTo>
                      <a:cubicBezTo>
                        <a:pt x="365" y="226"/>
                        <a:pt x="364" y="226"/>
                        <a:pt x="364" y="226"/>
                      </a:cubicBezTo>
                      <a:cubicBezTo>
                        <a:pt x="364" y="226"/>
                        <a:pt x="364" y="226"/>
                        <a:pt x="364" y="226"/>
                      </a:cubicBezTo>
                      <a:cubicBezTo>
                        <a:pt x="364" y="226"/>
                        <a:pt x="363" y="226"/>
                        <a:pt x="363" y="226"/>
                      </a:cubicBezTo>
                      <a:cubicBezTo>
                        <a:pt x="363" y="226"/>
                        <a:pt x="363" y="226"/>
                        <a:pt x="363" y="226"/>
                      </a:cubicBezTo>
                      <a:cubicBezTo>
                        <a:pt x="363" y="226"/>
                        <a:pt x="363" y="226"/>
                        <a:pt x="363" y="227"/>
                      </a:cubicBezTo>
                      <a:cubicBezTo>
                        <a:pt x="363" y="226"/>
                        <a:pt x="363" y="226"/>
                        <a:pt x="362" y="226"/>
                      </a:cubicBezTo>
                      <a:cubicBezTo>
                        <a:pt x="362" y="226"/>
                        <a:pt x="362" y="226"/>
                        <a:pt x="362" y="226"/>
                      </a:cubicBezTo>
                      <a:cubicBezTo>
                        <a:pt x="362" y="225"/>
                        <a:pt x="361" y="225"/>
                        <a:pt x="361" y="225"/>
                      </a:cubicBezTo>
                      <a:cubicBezTo>
                        <a:pt x="361" y="225"/>
                        <a:pt x="361" y="225"/>
                        <a:pt x="360" y="225"/>
                      </a:cubicBezTo>
                      <a:cubicBezTo>
                        <a:pt x="360" y="225"/>
                        <a:pt x="360" y="225"/>
                        <a:pt x="360" y="225"/>
                      </a:cubicBezTo>
                      <a:cubicBezTo>
                        <a:pt x="359" y="225"/>
                        <a:pt x="359" y="225"/>
                        <a:pt x="358" y="225"/>
                      </a:cubicBezTo>
                      <a:cubicBezTo>
                        <a:pt x="358" y="225"/>
                        <a:pt x="358" y="225"/>
                        <a:pt x="358" y="226"/>
                      </a:cubicBezTo>
                      <a:cubicBezTo>
                        <a:pt x="358" y="226"/>
                        <a:pt x="359" y="226"/>
                        <a:pt x="359" y="226"/>
                      </a:cubicBezTo>
                      <a:close/>
                      <a:moveTo>
                        <a:pt x="359" y="234"/>
                      </a:moveTo>
                      <a:cubicBezTo>
                        <a:pt x="359" y="233"/>
                        <a:pt x="359" y="233"/>
                        <a:pt x="359" y="233"/>
                      </a:cubicBezTo>
                      <a:cubicBezTo>
                        <a:pt x="359" y="233"/>
                        <a:pt x="359" y="233"/>
                        <a:pt x="359" y="233"/>
                      </a:cubicBezTo>
                      <a:cubicBezTo>
                        <a:pt x="359" y="233"/>
                        <a:pt x="359" y="233"/>
                        <a:pt x="358" y="233"/>
                      </a:cubicBezTo>
                      <a:cubicBezTo>
                        <a:pt x="359" y="233"/>
                        <a:pt x="359" y="232"/>
                        <a:pt x="359" y="233"/>
                      </a:cubicBezTo>
                      <a:cubicBezTo>
                        <a:pt x="359" y="233"/>
                        <a:pt x="359" y="232"/>
                        <a:pt x="359" y="232"/>
                      </a:cubicBezTo>
                      <a:cubicBezTo>
                        <a:pt x="359" y="232"/>
                        <a:pt x="359" y="232"/>
                        <a:pt x="359" y="232"/>
                      </a:cubicBezTo>
                      <a:cubicBezTo>
                        <a:pt x="359" y="232"/>
                        <a:pt x="358" y="232"/>
                        <a:pt x="358" y="232"/>
                      </a:cubicBezTo>
                      <a:cubicBezTo>
                        <a:pt x="359" y="232"/>
                        <a:pt x="359" y="232"/>
                        <a:pt x="359" y="231"/>
                      </a:cubicBezTo>
                      <a:cubicBezTo>
                        <a:pt x="359" y="231"/>
                        <a:pt x="359" y="231"/>
                        <a:pt x="359" y="231"/>
                      </a:cubicBezTo>
                      <a:cubicBezTo>
                        <a:pt x="359" y="231"/>
                        <a:pt x="359" y="231"/>
                        <a:pt x="359" y="230"/>
                      </a:cubicBezTo>
                      <a:cubicBezTo>
                        <a:pt x="359" y="230"/>
                        <a:pt x="359" y="230"/>
                        <a:pt x="360" y="231"/>
                      </a:cubicBezTo>
                      <a:cubicBezTo>
                        <a:pt x="360" y="231"/>
                        <a:pt x="360" y="231"/>
                        <a:pt x="360" y="231"/>
                      </a:cubicBezTo>
                      <a:cubicBezTo>
                        <a:pt x="360" y="231"/>
                        <a:pt x="360" y="231"/>
                        <a:pt x="360" y="230"/>
                      </a:cubicBezTo>
                      <a:cubicBezTo>
                        <a:pt x="360" y="230"/>
                        <a:pt x="360" y="230"/>
                        <a:pt x="360" y="230"/>
                      </a:cubicBezTo>
                      <a:cubicBezTo>
                        <a:pt x="360" y="230"/>
                        <a:pt x="360" y="230"/>
                        <a:pt x="360" y="230"/>
                      </a:cubicBezTo>
                      <a:cubicBezTo>
                        <a:pt x="360" y="229"/>
                        <a:pt x="360" y="229"/>
                        <a:pt x="360" y="229"/>
                      </a:cubicBezTo>
                      <a:cubicBezTo>
                        <a:pt x="360" y="229"/>
                        <a:pt x="360" y="228"/>
                        <a:pt x="360" y="228"/>
                      </a:cubicBezTo>
                      <a:cubicBezTo>
                        <a:pt x="360" y="228"/>
                        <a:pt x="359" y="228"/>
                        <a:pt x="359" y="228"/>
                      </a:cubicBezTo>
                      <a:cubicBezTo>
                        <a:pt x="359" y="228"/>
                        <a:pt x="359" y="228"/>
                        <a:pt x="359" y="228"/>
                      </a:cubicBezTo>
                      <a:cubicBezTo>
                        <a:pt x="359" y="228"/>
                        <a:pt x="359" y="228"/>
                        <a:pt x="359" y="229"/>
                      </a:cubicBezTo>
                      <a:cubicBezTo>
                        <a:pt x="359" y="229"/>
                        <a:pt x="359" y="229"/>
                        <a:pt x="359" y="229"/>
                      </a:cubicBezTo>
                      <a:cubicBezTo>
                        <a:pt x="359" y="229"/>
                        <a:pt x="359" y="229"/>
                        <a:pt x="359" y="229"/>
                      </a:cubicBezTo>
                      <a:cubicBezTo>
                        <a:pt x="359" y="230"/>
                        <a:pt x="359" y="230"/>
                        <a:pt x="358" y="230"/>
                      </a:cubicBezTo>
                      <a:cubicBezTo>
                        <a:pt x="358" y="230"/>
                        <a:pt x="358" y="230"/>
                        <a:pt x="358" y="230"/>
                      </a:cubicBezTo>
                      <a:cubicBezTo>
                        <a:pt x="358" y="230"/>
                        <a:pt x="358" y="230"/>
                        <a:pt x="358" y="230"/>
                      </a:cubicBezTo>
                      <a:cubicBezTo>
                        <a:pt x="358" y="230"/>
                        <a:pt x="359" y="229"/>
                        <a:pt x="359" y="229"/>
                      </a:cubicBezTo>
                      <a:cubicBezTo>
                        <a:pt x="358" y="228"/>
                        <a:pt x="358" y="228"/>
                        <a:pt x="358" y="228"/>
                      </a:cubicBezTo>
                      <a:cubicBezTo>
                        <a:pt x="358" y="228"/>
                        <a:pt x="358" y="228"/>
                        <a:pt x="358" y="228"/>
                      </a:cubicBezTo>
                      <a:cubicBezTo>
                        <a:pt x="358" y="228"/>
                        <a:pt x="358" y="228"/>
                        <a:pt x="358" y="227"/>
                      </a:cubicBezTo>
                      <a:cubicBezTo>
                        <a:pt x="358" y="227"/>
                        <a:pt x="358" y="227"/>
                        <a:pt x="358" y="227"/>
                      </a:cubicBezTo>
                      <a:cubicBezTo>
                        <a:pt x="358" y="227"/>
                        <a:pt x="357" y="227"/>
                        <a:pt x="357" y="227"/>
                      </a:cubicBezTo>
                      <a:cubicBezTo>
                        <a:pt x="357" y="227"/>
                        <a:pt x="357" y="227"/>
                        <a:pt x="357" y="227"/>
                      </a:cubicBezTo>
                      <a:cubicBezTo>
                        <a:pt x="357" y="227"/>
                        <a:pt x="357" y="227"/>
                        <a:pt x="357" y="228"/>
                      </a:cubicBezTo>
                      <a:cubicBezTo>
                        <a:pt x="357" y="228"/>
                        <a:pt x="357" y="227"/>
                        <a:pt x="357" y="227"/>
                      </a:cubicBezTo>
                      <a:cubicBezTo>
                        <a:pt x="356" y="227"/>
                        <a:pt x="356" y="227"/>
                        <a:pt x="356" y="227"/>
                      </a:cubicBezTo>
                      <a:cubicBezTo>
                        <a:pt x="356" y="227"/>
                        <a:pt x="356" y="227"/>
                        <a:pt x="356" y="228"/>
                      </a:cubicBezTo>
                      <a:cubicBezTo>
                        <a:pt x="356" y="228"/>
                        <a:pt x="356" y="228"/>
                        <a:pt x="356" y="228"/>
                      </a:cubicBezTo>
                      <a:cubicBezTo>
                        <a:pt x="356" y="228"/>
                        <a:pt x="356" y="228"/>
                        <a:pt x="356" y="228"/>
                      </a:cubicBezTo>
                      <a:cubicBezTo>
                        <a:pt x="356" y="228"/>
                        <a:pt x="356" y="228"/>
                        <a:pt x="356" y="228"/>
                      </a:cubicBezTo>
                      <a:cubicBezTo>
                        <a:pt x="356" y="228"/>
                        <a:pt x="356" y="228"/>
                        <a:pt x="356" y="228"/>
                      </a:cubicBezTo>
                      <a:cubicBezTo>
                        <a:pt x="356" y="228"/>
                        <a:pt x="356" y="228"/>
                        <a:pt x="356" y="228"/>
                      </a:cubicBezTo>
                      <a:cubicBezTo>
                        <a:pt x="356" y="228"/>
                        <a:pt x="356" y="227"/>
                        <a:pt x="355" y="227"/>
                      </a:cubicBezTo>
                      <a:cubicBezTo>
                        <a:pt x="355" y="228"/>
                        <a:pt x="355" y="228"/>
                        <a:pt x="355" y="228"/>
                      </a:cubicBezTo>
                      <a:cubicBezTo>
                        <a:pt x="355" y="228"/>
                        <a:pt x="355" y="228"/>
                        <a:pt x="355" y="228"/>
                      </a:cubicBezTo>
                      <a:cubicBezTo>
                        <a:pt x="355" y="228"/>
                        <a:pt x="355" y="228"/>
                        <a:pt x="355" y="228"/>
                      </a:cubicBezTo>
                      <a:cubicBezTo>
                        <a:pt x="356" y="229"/>
                        <a:pt x="355" y="229"/>
                        <a:pt x="356" y="229"/>
                      </a:cubicBezTo>
                      <a:cubicBezTo>
                        <a:pt x="356" y="229"/>
                        <a:pt x="356" y="230"/>
                        <a:pt x="356" y="230"/>
                      </a:cubicBezTo>
                      <a:cubicBezTo>
                        <a:pt x="356" y="230"/>
                        <a:pt x="356" y="230"/>
                        <a:pt x="356" y="230"/>
                      </a:cubicBezTo>
                      <a:cubicBezTo>
                        <a:pt x="356" y="230"/>
                        <a:pt x="357" y="230"/>
                        <a:pt x="357" y="230"/>
                      </a:cubicBezTo>
                      <a:cubicBezTo>
                        <a:pt x="357" y="230"/>
                        <a:pt x="357" y="230"/>
                        <a:pt x="356" y="230"/>
                      </a:cubicBezTo>
                      <a:cubicBezTo>
                        <a:pt x="356" y="230"/>
                        <a:pt x="356" y="230"/>
                        <a:pt x="356" y="230"/>
                      </a:cubicBezTo>
                      <a:cubicBezTo>
                        <a:pt x="356" y="230"/>
                        <a:pt x="356" y="230"/>
                        <a:pt x="357" y="230"/>
                      </a:cubicBezTo>
                      <a:cubicBezTo>
                        <a:pt x="357" y="230"/>
                        <a:pt x="357" y="230"/>
                        <a:pt x="357" y="230"/>
                      </a:cubicBezTo>
                      <a:cubicBezTo>
                        <a:pt x="357" y="230"/>
                        <a:pt x="357" y="231"/>
                        <a:pt x="357" y="231"/>
                      </a:cubicBezTo>
                      <a:cubicBezTo>
                        <a:pt x="356" y="231"/>
                        <a:pt x="356" y="231"/>
                        <a:pt x="356" y="231"/>
                      </a:cubicBezTo>
                      <a:cubicBezTo>
                        <a:pt x="356" y="231"/>
                        <a:pt x="357" y="231"/>
                        <a:pt x="357" y="231"/>
                      </a:cubicBezTo>
                      <a:cubicBezTo>
                        <a:pt x="357" y="231"/>
                        <a:pt x="357" y="231"/>
                        <a:pt x="357" y="231"/>
                      </a:cubicBezTo>
                      <a:cubicBezTo>
                        <a:pt x="357" y="232"/>
                        <a:pt x="357" y="232"/>
                        <a:pt x="357" y="232"/>
                      </a:cubicBezTo>
                      <a:cubicBezTo>
                        <a:pt x="357" y="232"/>
                        <a:pt x="357" y="232"/>
                        <a:pt x="357" y="231"/>
                      </a:cubicBezTo>
                      <a:cubicBezTo>
                        <a:pt x="357" y="231"/>
                        <a:pt x="357" y="231"/>
                        <a:pt x="358" y="231"/>
                      </a:cubicBezTo>
                      <a:cubicBezTo>
                        <a:pt x="358" y="231"/>
                        <a:pt x="358" y="231"/>
                        <a:pt x="358" y="231"/>
                      </a:cubicBezTo>
                      <a:cubicBezTo>
                        <a:pt x="358" y="232"/>
                        <a:pt x="358" y="232"/>
                        <a:pt x="358" y="232"/>
                      </a:cubicBezTo>
                      <a:cubicBezTo>
                        <a:pt x="358" y="232"/>
                        <a:pt x="358" y="232"/>
                        <a:pt x="358" y="233"/>
                      </a:cubicBezTo>
                      <a:cubicBezTo>
                        <a:pt x="358" y="233"/>
                        <a:pt x="358" y="233"/>
                        <a:pt x="358" y="233"/>
                      </a:cubicBezTo>
                      <a:cubicBezTo>
                        <a:pt x="358" y="233"/>
                        <a:pt x="357" y="233"/>
                        <a:pt x="357" y="233"/>
                      </a:cubicBezTo>
                      <a:cubicBezTo>
                        <a:pt x="357" y="233"/>
                        <a:pt x="357" y="233"/>
                        <a:pt x="357" y="233"/>
                      </a:cubicBezTo>
                      <a:cubicBezTo>
                        <a:pt x="357" y="233"/>
                        <a:pt x="357" y="233"/>
                        <a:pt x="357" y="233"/>
                      </a:cubicBezTo>
                      <a:cubicBezTo>
                        <a:pt x="356" y="233"/>
                        <a:pt x="356" y="234"/>
                        <a:pt x="356" y="234"/>
                      </a:cubicBezTo>
                      <a:cubicBezTo>
                        <a:pt x="356" y="234"/>
                        <a:pt x="356" y="234"/>
                        <a:pt x="356" y="234"/>
                      </a:cubicBezTo>
                      <a:cubicBezTo>
                        <a:pt x="356" y="234"/>
                        <a:pt x="356" y="234"/>
                        <a:pt x="356" y="234"/>
                      </a:cubicBezTo>
                      <a:cubicBezTo>
                        <a:pt x="356" y="234"/>
                        <a:pt x="356" y="234"/>
                        <a:pt x="356" y="234"/>
                      </a:cubicBezTo>
                      <a:cubicBezTo>
                        <a:pt x="356" y="234"/>
                        <a:pt x="357" y="234"/>
                        <a:pt x="357" y="234"/>
                      </a:cubicBezTo>
                      <a:cubicBezTo>
                        <a:pt x="357" y="234"/>
                        <a:pt x="357" y="234"/>
                        <a:pt x="357" y="234"/>
                      </a:cubicBezTo>
                      <a:cubicBezTo>
                        <a:pt x="357" y="234"/>
                        <a:pt x="356" y="235"/>
                        <a:pt x="356" y="235"/>
                      </a:cubicBezTo>
                      <a:cubicBezTo>
                        <a:pt x="356" y="235"/>
                        <a:pt x="356" y="235"/>
                        <a:pt x="356" y="235"/>
                      </a:cubicBezTo>
                      <a:cubicBezTo>
                        <a:pt x="356" y="236"/>
                        <a:pt x="356" y="236"/>
                        <a:pt x="357" y="236"/>
                      </a:cubicBezTo>
                      <a:cubicBezTo>
                        <a:pt x="357" y="236"/>
                        <a:pt x="357" y="236"/>
                        <a:pt x="357" y="236"/>
                      </a:cubicBezTo>
                      <a:cubicBezTo>
                        <a:pt x="356" y="236"/>
                        <a:pt x="356" y="236"/>
                        <a:pt x="357" y="237"/>
                      </a:cubicBezTo>
                      <a:cubicBezTo>
                        <a:pt x="357" y="237"/>
                        <a:pt x="356" y="237"/>
                        <a:pt x="357" y="237"/>
                      </a:cubicBezTo>
                      <a:cubicBezTo>
                        <a:pt x="357" y="237"/>
                        <a:pt x="357" y="237"/>
                        <a:pt x="357" y="238"/>
                      </a:cubicBezTo>
                      <a:cubicBezTo>
                        <a:pt x="357" y="238"/>
                        <a:pt x="357" y="238"/>
                        <a:pt x="357" y="238"/>
                      </a:cubicBezTo>
                      <a:cubicBezTo>
                        <a:pt x="357" y="238"/>
                        <a:pt x="357" y="238"/>
                        <a:pt x="357" y="237"/>
                      </a:cubicBezTo>
                      <a:cubicBezTo>
                        <a:pt x="357" y="237"/>
                        <a:pt x="357" y="237"/>
                        <a:pt x="357" y="237"/>
                      </a:cubicBezTo>
                      <a:cubicBezTo>
                        <a:pt x="358" y="236"/>
                        <a:pt x="358" y="236"/>
                        <a:pt x="357" y="236"/>
                      </a:cubicBezTo>
                      <a:cubicBezTo>
                        <a:pt x="357" y="236"/>
                        <a:pt x="357" y="236"/>
                        <a:pt x="357" y="236"/>
                      </a:cubicBezTo>
                      <a:cubicBezTo>
                        <a:pt x="357" y="236"/>
                        <a:pt x="357" y="236"/>
                        <a:pt x="357" y="236"/>
                      </a:cubicBezTo>
                      <a:cubicBezTo>
                        <a:pt x="357" y="236"/>
                        <a:pt x="358" y="236"/>
                        <a:pt x="357" y="235"/>
                      </a:cubicBezTo>
                      <a:cubicBezTo>
                        <a:pt x="357" y="235"/>
                        <a:pt x="357" y="235"/>
                        <a:pt x="357" y="235"/>
                      </a:cubicBezTo>
                      <a:cubicBezTo>
                        <a:pt x="358" y="235"/>
                        <a:pt x="358" y="235"/>
                        <a:pt x="358" y="234"/>
                      </a:cubicBezTo>
                      <a:cubicBezTo>
                        <a:pt x="358" y="234"/>
                        <a:pt x="358" y="234"/>
                        <a:pt x="358" y="234"/>
                      </a:cubicBezTo>
                      <a:cubicBezTo>
                        <a:pt x="358" y="234"/>
                        <a:pt x="358" y="234"/>
                        <a:pt x="358" y="234"/>
                      </a:cubicBezTo>
                      <a:cubicBezTo>
                        <a:pt x="358" y="234"/>
                        <a:pt x="358" y="234"/>
                        <a:pt x="358" y="234"/>
                      </a:cubicBezTo>
                      <a:cubicBezTo>
                        <a:pt x="358" y="235"/>
                        <a:pt x="358" y="236"/>
                        <a:pt x="358" y="236"/>
                      </a:cubicBezTo>
                      <a:cubicBezTo>
                        <a:pt x="358" y="237"/>
                        <a:pt x="358" y="237"/>
                        <a:pt x="358" y="237"/>
                      </a:cubicBezTo>
                      <a:cubicBezTo>
                        <a:pt x="358" y="237"/>
                        <a:pt x="358" y="237"/>
                        <a:pt x="358" y="236"/>
                      </a:cubicBezTo>
                      <a:cubicBezTo>
                        <a:pt x="359" y="236"/>
                        <a:pt x="359" y="236"/>
                        <a:pt x="358" y="236"/>
                      </a:cubicBezTo>
                      <a:cubicBezTo>
                        <a:pt x="358" y="235"/>
                        <a:pt x="358" y="235"/>
                        <a:pt x="359" y="235"/>
                      </a:cubicBezTo>
                      <a:cubicBezTo>
                        <a:pt x="359" y="235"/>
                        <a:pt x="359" y="235"/>
                        <a:pt x="359" y="235"/>
                      </a:cubicBezTo>
                      <a:cubicBezTo>
                        <a:pt x="359" y="235"/>
                        <a:pt x="359" y="235"/>
                        <a:pt x="359" y="234"/>
                      </a:cubicBezTo>
                      <a:cubicBezTo>
                        <a:pt x="358" y="234"/>
                        <a:pt x="358" y="235"/>
                        <a:pt x="358" y="235"/>
                      </a:cubicBezTo>
                      <a:cubicBezTo>
                        <a:pt x="358" y="235"/>
                        <a:pt x="358" y="234"/>
                        <a:pt x="358" y="234"/>
                      </a:cubicBezTo>
                      <a:cubicBezTo>
                        <a:pt x="358" y="234"/>
                        <a:pt x="358" y="234"/>
                        <a:pt x="358" y="234"/>
                      </a:cubicBezTo>
                      <a:cubicBezTo>
                        <a:pt x="358" y="234"/>
                        <a:pt x="358" y="234"/>
                        <a:pt x="358" y="234"/>
                      </a:cubicBezTo>
                      <a:cubicBezTo>
                        <a:pt x="358" y="234"/>
                        <a:pt x="359" y="234"/>
                        <a:pt x="359" y="234"/>
                      </a:cubicBezTo>
                      <a:cubicBezTo>
                        <a:pt x="359" y="234"/>
                        <a:pt x="359" y="234"/>
                        <a:pt x="359" y="234"/>
                      </a:cubicBezTo>
                      <a:cubicBezTo>
                        <a:pt x="359" y="234"/>
                        <a:pt x="359" y="234"/>
                        <a:pt x="359" y="234"/>
                      </a:cubicBezTo>
                      <a:cubicBezTo>
                        <a:pt x="359" y="234"/>
                        <a:pt x="359" y="234"/>
                        <a:pt x="359" y="234"/>
                      </a:cubicBezTo>
                      <a:close/>
                      <a:moveTo>
                        <a:pt x="367" y="253"/>
                      </a:moveTo>
                      <a:cubicBezTo>
                        <a:pt x="367" y="253"/>
                        <a:pt x="367" y="253"/>
                        <a:pt x="367" y="252"/>
                      </a:cubicBezTo>
                      <a:cubicBezTo>
                        <a:pt x="366" y="252"/>
                        <a:pt x="366" y="252"/>
                        <a:pt x="366" y="252"/>
                      </a:cubicBezTo>
                      <a:cubicBezTo>
                        <a:pt x="367" y="252"/>
                        <a:pt x="366" y="252"/>
                        <a:pt x="366" y="252"/>
                      </a:cubicBezTo>
                      <a:cubicBezTo>
                        <a:pt x="366" y="251"/>
                        <a:pt x="366" y="251"/>
                        <a:pt x="366" y="251"/>
                      </a:cubicBezTo>
                      <a:cubicBezTo>
                        <a:pt x="366" y="251"/>
                        <a:pt x="366" y="251"/>
                        <a:pt x="366" y="251"/>
                      </a:cubicBezTo>
                      <a:cubicBezTo>
                        <a:pt x="365" y="251"/>
                        <a:pt x="365" y="250"/>
                        <a:pt x="365" y="250"/>
                      </a:cubicBezTo>
                      <a:cubicBezTo>
                        <a:pt x="365" y="250"/>
                        <a:pt x="365" y="250"/>
                        <a:pt x="365" y="250"/>
                      </a:cubicBezTo>
                      <a:cubicBezTo>
                        <a:pt x="365" y="250"/>
                        <a:pt x="365" y="249"/>
                        <a:pt x="365" y="249"/>
                      </a:cubicBezTo>
                      <a:cubicBezTo>
                        <a:pt x="365" y="249"/>
                        <a:pt x="365" y="249"/>
                        <a:pt x="364" y="249"/>
                      </a:cubicBezTo>
                      <a:cubicBezTo>
                        <a:pt x="364" y="249"/>
                        <a:pt x="364" y="249"/>
                        <a:pt x="365" y="249"/>
                      </a:cubicBezTo>
                      <a:cubicBezTo>
                        <a:pt x="364" y="249"/>
                        <a:pt x="364" y="249"/>
                        <a:pt x="364" y="249"/>
                      </a:cubicBezTo>
                      <a:cubicBezTo>
                        <a:pt x="364" y="249"/>
                        <a:pt x="364" y="249"/>
                        <a:pt x="364" y="248"/>
                      </a:cubicBezTo>
                      <a:cubicBezTo>
                        <a:pt x="364" y="248"/>
                        <a:pt x="364" y="248"/>
                        <a:pt x="364" y="248"/>
                      </a:cubicBezTo>
                      <a:cubicBezTo>
                        <a:pt x="365" y="248"/>
                        <a:pt x="365" y="248"/>
                        <a:pt x="365" y="248"/>
                      </a:cubicBezTo>
                      <a:cubicBezTo>
                        <a:pt x="365" y="248"/>
                        <a:pt x="365" y="248"/>
                        <a:pt x="365" y="248"/>
                      </a:cubicBezTo>
                      <a:cubicBezTo>
                        <a:pt x="365" y="248"/>
                        <a:pt x="365" y="248"/>
                        <a:pt x="364" y="248"/>
                      </a:cubicBezTo>
                      <a:cubicBezTo>
                        <a:pt x="364" y="248"/>
                        <a:pt x="364" y="248"/>
                        <a:pt x="364" y="248"/>
                      </a:cubicBezTo>
                      <a:cubicBezTo>
                        <a:pt x="364" y="247"/>
                        <a:pt x="364" y="247"/>
                        <a:pt x="364" y="247"/>
                      </a:cubicBezTo>
                      <a:cubicBezTo>
                        <a:pt x="364" y="247"/>
                        <a:pt x="364" y="247"/>
                        <a:pt x="364" y="247"/>
                      </a:cubicBezTo>
                      <a:cubicBezTo>
                        <a:pt x="364" y="247"/>
                        <a:pt x="364" y="247"/>
                        <a:pt x="364" y="247"/>
                      </a:cubicBezTo>
                      <a:cubicBezTo>
                        <a:pt x="364" y="247"/>
                        <a:pt x="363" y="247"/>
                        <a:pt x="363" y="247"/>
                      </a:cubicBezTo>
                      <a:cubicBezTo>
                        <a:pt x="363" y="247"/>
                        <a:pt x="363" y="247"/>
                        <a:pt x="364" y="247"/>
                      </a:cubicBezTo>
                      <a:cubicBezTo>
                        <a:pt x="363" y="247"/>
                        <a:pt x="363" y="247"/>
                        <a:pt x="363" y="247"/>
                      </a:cubicBezTo>
                      <a:cubicBezTo>
                        <a:pt x="363" y="248"/>
                        <a:pt x="363" y="248"/>
                        <a:pt x="363" y="248"/>
                      </a:cubicBezTo>
                      <a:cubicBezTo>
                        <a:pt x="363" y="248"/>
                        <a:pt x="364" y="248"/>
                        <a:pt x="364" y="248"/>
                      </a:cubicBezTo>
                      <a:cubicBezTo>
                        <a:pt x="364" y="248"/>
                        <a:pt x="363" y="248"/>
                        <a:pt x="363" y="248"/>
                      </a:cubicBezTo>
                      <a:cubicBezTo>
                        <a:pt x="363" y="249"/>
                        <a:pt x="363" y="249"/>
                        <a:pt x="364" y="249"/>
                      </a:cubicBezTo>
                      <a:cubicBezTo>
                        <a:pt x="364" y="249"/>
                        <a:pt x="364" y="249"/>
                        <a:pt x="364" y="249"/>
                      </a:cubicBezTo>
                      <a:cubicBezTo>
                        <a:pt x="363" y="249"/>
                        <a:pt x="364" y="249"/>
                        <a:pt x="364" y="249"/>
                      </a:cubicBezTo>
                      <a:cubicBezTo>
                        <a:pt x="364" y="249"/>
                        <a:pt x="364" y="249"/>
                        <a:pt x="364" y="250"/>
                      </a:cubicBezTo>
                      <a:cubicBezTo>
                        <a:pt x="364" y="250"/>
                        <a:pt x="364" y="250"/>
                        <a:pt x="364" y="250"/>
                      </a:cubicBezTo>
                      <a:cubicBezTo>
                        <a:pt x="364" y="250"/>
                        <a:pt x="364" y="250"/>
                        <a:pt x="364" y="250"/>
                      </a:cubicBezTo>
                      <a:cubicBezTo>
                        <a:pt x="364" y="250"/>
                        <a:pt x="364" y="250"/>
                        <a:pt x="364" y="250"/>
                      </a:cubicBezTo>
                      <a:cubicBezTo>
                        <a:pt x="364" y="251"/>
                        <a:pt x="364" y="250"/>
                        <a:pt x="364" y="250"/>
                      </a:cubicBezTo>
                      <a:cubicBezTo>
                        <a:pt x="364" y="251"/>
                        <a:pt x="364" y="251"/>
                        <a:pt x="364" y="251"/>
                      </a:cubicBezTo>
                      <a:cubicBezTo>
                        <a:pt x="365" y="251"/>
                        <a:pt x="365" y="251"/>
                        <a:pt x="365" y="251"/>
                      </a:cubicBezTo>
                      <a:cubicBezTo>
                        <a:pt x="365" y="252"/>
                        <a:pt x="365" y="252"/>
                        <a:pt x="365" y="251"/>
                      </a:cubicBezTo>
                      <a:cubicBezTo>
                        <a:pt x="365" y="251"/>
                        <a:pt x="365" y="251"/>
                        <a:pt x="365" y="251"/>
                      </a:cubicBezTo>
                      <a:cubicBezTo>
                        <a:pt x="365" y="252"/>
                        <a:pt x="365" y="252"/>
                        <a:pt x="365" y="252"/>
                      </a:cubicBezTo>
                      <a:cubicBezTo>
                        <a:pt x="365" y="252"/>
                        <a:pt x="365" y="252"/>
                        <a:pt x="366" y="252"/>
                      </a:cubicBezTo>
                      <a:cubicBezTo>
                        <a:pt x="366" y="252"/>
                        <a:pt x="366" y="252"/>
                        <a:pt x="366" y="252"/>
                      </a:cubicBezTo>
                      <a:cubicBezTo>
                        <a:pt x="366" y="253"/>
                        <a:pt x="366" y="252"/>
                        <a:pt x="366" y="253"/>
                      </a:cubicBezTo>
                      <a:cubicBezTo>
                        <a:pt x="366" y="253"/>
                        <a:pt x="366" y="253"/>
                        <a:pt x="366" y="253"/>
                      </a:cubicBezTo>
                      <a:cubicBezTo>
                        <a:pt x="366" y="253"/>
                        <a:pt x="366" y="253"/>
                        <a:pt x="366" y="253"/>
                      </a:cubicBezTo>
                      <a:cubicBezTo>
                        <a:pt x="366" y="253"/>
                        <a:pt x="367" y="253"/>
                        <a:pt x="367" y="253"/>
                      </a:cubicBezTo>
                      <a:cubicBezTo>
                        <a:pt x="367" y="253"/>
                        <a:pt x="367" y="253"/>
                        <a:pt x="367" y="253"/>
                      </a:cubicBezTo>
                      <a:close/>
                      <a:moveTo>
                        <a:pt x="366" y="235"/>
                      </a:moveTo>
                      <a:cubicBezTo>
                        <a:pt x="366" y="235"/>
                        <a:pt x="366" y="235"/>
                        <a:pt x="367" y="235"/>
                      </a:cubicBezTo>
                      <a:cubicBezTo>
                        <a:pt x="367" y="235"/>
                        <a:pt x="367" y="234"/>
                        <a:pt x="367" y="234"/>
                      </a:cubicBezTo>
                      <a:cubicBezTo>
                        <a:pt x="367" y="234"/>
                        <a:pt x="367" y="234"/>
                        <a:pt x="367" y="233"/>
                      </a:cubicBezTo>
                      <a:cubicBezTo>
                        <a:pt x="367" y="233"/>
                        <a:pt x="367" y="233"/>
                        <a:pt x="367" y="233"/>
                      </a:cubicBezTo>
                      <a:cubicBezTo>
                        <a:pt x="367" y="232"/>
                        <a:pt x="367" y="232"/>
                        <a:pt x="367" y="232"/>
                      </a:cubicBezTo>
                      <a:cubicBezTo>
                        <a:pt x="366" y="233"/>
                        <a:pt x="366" y="232"/>
                        <a:pt x="366" y="232"/>
                      </a:cubicBezTo>
                      <a:cubicBezTo>
                        <a:pt x="365" y="232"/>
                        <a:pt x="365" y="233"/>
                        <a:pt x="365" y="233"/>
                      </a:cubicBezTo>
                      <a:cubicBezTo>
                        <a:pt x="365" y="233"/>
                        <a:pt x="364" y="233"/>
                        <a:pt x="364" y="233"/>
                      </a:cubicBezTo>
                      <a:cubicBezTo>
                        <a:pt x="364" y="234"/>
                        <a:pt x="364" y="234"/>
                        <a:pt x="364" y="234"/>
                      </a:cubicBezTo>
                      <a:cubicBezTo>
                        <a:pt x="365" y="234"/>
                        <a:pt x="365" y="235"/>
                        <a:pt x="365" y="235"/>
                      </a:cubicBezTo>
                      <a:cubicBezTo>
                        <a:pt x="366" y="235"/>
                        <a:pt x="366" y="235"/>
                        <a:pt x="366" y="235"/>
                      </a:cubicBezTo>
                      <a:close/>
                      <a:moveTo>
                        <a:pt x="362" y="240"/>
                      </a:moveTo>
                      <a:cubicBezTo>
                        <a:pt x="362" y="240"/>
                        <a:pt x="361" y="240"/>
                        <a:pt x="361" y="240"/>
                      </a:cubicBezTo>
                      <a:cubicBezTo>
                        <a:pt x="361" y="240"/>
                        <a:pt x="361" y="240"/>
                        <a:pt x="361" y="240"/>
                      </a:cubicBezTo>
                      <a:cubicBezTo>
                        <a:pt x="361" y="240"/>
                        <a:pt x="361" y="240"/>
                        <a:pt x="361" y="240"/>
                      </a:cubicBezTo>
                      <a:cubicBezTo>
                        <a:pt x="361" y="240"/>
                        <a:pt x="361" y="240"/>
                        <a:pt x="361" y="240"/>
                      </a:cubicBezTo>
                      <a:cubicBezTo>
                        <a:pt x="360" y="240"/>
                        <a:pt x="360" y="240"/>
                        <a:pt x="360" y="241"/>
                      </a:cubicBezTo>
                      <a:cubicBezTo>
                        <a:pt x="360" y="241"/>
                        <a:pt x="360" y="241"/>
                        <a:pt x="360" y="241"/>
                      </a:cubicBezTo>
                      <a:cubicBezTo>
                        <a:pt x="360" y="241"/>
                        <a:pt x="361" y="241"/>
                        <a:pt x="361" y="241"/>
                      </a:cubicBezTo>
                      <a:cubicBezTo>
                        <a:pt x="361" y="241"/>
                        <a:pt x="361" y="241"/>
                        <a:pt x="361" y="241"/>
                      </a:cubicBezTo>
                      <a:cubicBezTo>
                        <a:pt x="362" y="241"/>
                        <a:pt x="362" y="241"/>
                        <a:pt x="361" y="241"/>
                      </a:cubicBezTo>
                      <a:cubicBezTo>
                        <a:pt x="361" y="241"/>
                        <a:pt x="361" y="241"/>
                        <a:pt x="361" y="241"/>
                      </a:cubicBezTo>
                      <a:cubicBezTo>
                        <a:pt x="362" y="241"/>
                        <a:pt x="362" y="241"/>
                        <a:pt x="362" y="241"/>
                      </a:cubicBezTo>
                      <a:cubicBezTo>
                        <a:pt x="363" y="241"/>
                        <a:pt x="363" y="240"/>
                        <a:pt x="362" y="240"/>
                      </a:cubicBezTo>
                      <a:cubicBezTo>
                        <a:pt x="362" y="240"/>
                        <a:pt x="362" y="240"/>
                        <a:pt x="362" y="240"/>
                      </a:cubicBezTo>
                      <a:close/>
                      <a:moveTo>
                        <a:pt x="367" y="248"/>
                      </a:moveTo>
                      <a:cubicBezTo>
                        <a:pt x="366" y="248"/>
                        <a:pt x="366" y="248"/>
                        <a:pt x="366" y="248"/>
                      </a:cubicBezTo>
                      <a:cubicBezTo>
                        <a:pt x="366" y="248"/>
                        <a:pt x="366" y="247"/>
                        <a:pt x="366" y="247"/>
                      </a:cubicBezTo>
                      <a:cubicBezTo>
                        <a:pt x="366" y="248"/>
                        <a:pt x="365" y="248"/>
                        <a:pt x="366" y="248"/>
                      </a:cubicBezTo>
                      <a:cubicBezTo>
                        <a:pt x="366" y="248"/>
                        <a:pt x="366" y="248"/>
                        <a:pt x="366" y="248"/>
                      </a:cubicBezTo>
                      <a:cubicBezTo>
                        <a:pt x="366" y="249"/>
                        <a:pt x="366" y="249"/>
                        <a:pt x="366" y="249"/>
                      </a:cubicBezTo>
                      <a:cubicBezTo>
                        <a:pt x="366" y="249"/>
                        <a:pt x="365" y="249"/>
                        <a:pt x="366" y="249"/>
                      </a:cubicBezTo>
                      <a:cubicBezTo>
                        <a:pt x="366" y="249"/>
                        <a:pt x="366" y="249"/>
                        <a:pt x="366" y="249"/>
                      </a:cubicBezTo>
                      <a:cubicBezTo>
                        <a:pt x="366" y="249"/>
                        <a:pt x="366" y="249"/>
                        <a:pt x="366" y="249"/>
                      </a:cubicBezTo>
                      <a:cubicBezTo>
                        <a:pt x="366" y="249"/>
                        <a:pt x="366" y="250"/>
                        <a:pt x="366" y="250"/>
                      </a:cubicBezTo>
                      <a:cubicBezTo>
                        <a:pt x="366" y="250"/>
                        <a:pt x="367" y="249"/>
                        <a:pt x="367" y="249"/>
                      </a:cubicBezTo>
                      <a:cubicBezTo>
                        <a:pt x="367" y="249"/>
                        <a:pt x="367" y="249"/>
                        <a:pt x="367" y="249"/>
                      </a:cubicBezTo>
                      <a:cubicBezTo>
                        <a:pt x="367" y="249"/>
                        <a:pt x="366" y="248"/>
                        <a:pt x="367" y="248"/>
                      </a:cubicBezTo>
                      <a:cubicBezTo>
                        <a:pt x="367" y="248"/>
                        <a:pt x="367" y="248"/>
                        <a:pt x="367" y="248"/>
                      </a:cubicBezTo>
                      <a:close/>
                      <a:moveTo>
                        <a:pt x="354" y="231"/>
                      </a:moveTo>
                      <a:cubicBezTo>
                        <a:pt x="354" y="231"/>
                        <a:pt x="354" y="231"/>
                        <a:pt x="354" y="231"/>
                      </a:cubicBezTo>
                      <a:cubicBezTo>
                        <a:pt x="354" y="231"/>
                        <a:pt x="354" y="231"/>
                        <a:pt x="354" y="231"/>
                      </a:cubicBezTo>
                      <a:cubicBezTo>
                        <a:pt x="354" y="231"/>
                        <a:pt x="354" y="231"/>
                        <a:pt x="354" y="231"/>
                      </a:cubicBezTo>
                      <a:cubicBezTo>
                        <a:pt x="354" y="231"/>
                        <a:pt x="354" y="231"/>
                        <a:pt x="353" y="231"/>
                      </a:cubicBezTo>
                      <a:cubicBezTo>
                        <a:pt x="353" y="231"/>
                        <a:pt x="353" y="231"/>
                        <a:pt x="353" y="231"/>
                      </a:cubicBezTo>
                      <a:cubicBezTo>
                        <a:pt x="353" y="231"/>
                        <a:pt x="353" y="231"/>
                        <a:pt x="354" y="231"/>
                      </a:cubicBezTo>
                      <a:cubicBezTo>
                        <a:pt x="354" y="231"/>
                        <a:pt x="354" y="231"/>
                        <a:pt x="354" y="231"/>
                      </a:cubicBezTo>
                      <a:cubicBezTo>
                        <a:pt x="354" y="232"/>
                        <a:pt x="354" y="232"/>
                        <a:pt x="354" y="232"/>
                      </a:cubicBezTo>
                      <a:cubicBezTo>
                        <a:pt x="354" y="232"/>
                        <a:pt x="354" y="232"/>
                        <a:pt x="354" y="232"/>
                      </a:cubicBezTo>
                      <a:cubicBezTo>
                        <a:pt x="354" y="233"/>
                        <a:pt x="354" y="233"/>
                        <a:pt x="354" y="233"/>
                      </a:cubicBezTo>
                      <a:cubicBezTo>
                        <a:pt x="354" y="233"/>
                        <a:pt x="354" y="233"/>
                        <a:pt x="354" y="233"/>
                      </a:cubicBezTo>
                      <a:cubicBezTo>
                        <a:pt x="354" y="233"/>
                        <a:pt x="354" y="233"/>
                        <a:pt x="354" y="233"/>
                      </a:cubicBezTo>
                      <a:cubicBezTo>
                        <a:pt x="354" y="234"/>
                        <a:pt x="354" y="234"/>
                        <a:pt x="354" y="234"/>
                      </a:cubicBezTo>
                      <a:cubicBezTo>
                        <a:pt x="354" y="234"/>
                        <a:pt x="354" y="234"/>
                        <a:pt x="354" y="234"/>
                      </a:cubicBezTo>
                      <a:cubicBezTo>
                        <a:pt x="354" y="234"/>
                        <a:pt x="354" y="234"/>
                        <a:pt x="354" y="234"/>
                      </a:cubicBezTo>
                      <a:cubicBezTo>
                        <a:pt x="354" y="234"/>
                        <a:pt x="354" y="235"/>
                        <a:pt x="354" y="235"/>
                      </a:cubicBezTo>
                      <a:cubicBezTo>
                        <a:pt x="354" y="235"/>
                        <a:pt x="354" y="235"/>
                        <a:pt x="354" y="236"/>
                      </a:cubicBezTo>
                      <a:cubicBezTo>
                        <a:pt x="353" y="236"/>
                        <a:pt x="353" y="236"/>
                        <a:pt x="354" y="235"/>
                      </a:cubicBezTo>
                      <a:cubicBezTo>
                        <a:pt x="354" y="235"/>
                        <a:pt x="353" y="235"/>
                        <a:pt x="353" y="235"/>
                      </a:cubicBezTo>
                      <a:cubicBezTo>
                        <a:pt x="353" y="235"/>
                        <a:pt x="353" y="235"/>
                        <a:pt x="353" y="235"/>
                      </a:cubicBezTo>
                      <a:cubicBezTo>
                        <a:pt x="353" y="235"/>
                        <a:pt x="353" y="235"/>
                        <a:pt x="353" y="235"/>
                      </a:cubicBezTo>
                      <a:cubicBezTo>
                        <a:pt x="353" y="235"/>
                        <a:pt x="352" y="235"/>
                        <a:pt x="353" y="234"/>
                      </a:cubicBezTo>
                      <a:cubicBezTo>
                        <a:pt x="353" y="234"/>
                        <a:pt x="353" y="234"/>
                        <a:pt x="353" y="234"/>
                      </a:cubicBezTo>
                      <a:cubicBezTo>
                        <a:pt x="353" y="234"/>
                        <a:pt x="353" y="234"/>
                        <a:pt x="353" y="234"/>
                      </a:cubicBezTo>
                      <a:cubicBezTo>
                        <a:pt x="352" y="234"/>
                        <a:pt x="352" y="234"/>
                        <a:pt x="352" y="233"/>
                      </a:cubicBezTo>
                      <a:cubicBezTo>
                        <a:pt x="352" y="233"/>
                        <a:pt x="352" y="233"/>
                        <a:pt x="352" y="233"/>
                      </a:cubicBezTo>
                      <a:cubicBezTo>
                        <a:pt x="352" y="232"/>
                        <a:pt x="351" y="232"/>
                        <a:pt x="352" y="232"/>
                      </a:cubicBezTo>
                      <a:cubicBezTo>
                        <a:pt x="352" y="232"/>
                        <a:pt x="352" y="232"/>
                        <a:pt x="351" y="232"/>
                      </a:cubicBezTo>
                      <a:cubicBezTo>
                        <a:pt x="351" y="232"/>
                        <a:pt x="351" y="232"/>
                        <a:pt x="351" y="231"/>
                      </a:cubicBezTo>
                      <a:cubicBezTo>
                        <a:pt x="351" y="231"/>
                        <a:pt x="351" y="231"/>
                        <a:pt x="351" y="231"/>
                      </a:cubicBezTo>
                      <a:cubicBezTo>
                        <a:pt x="351" y="231"/>
                        <a:pt x="351" y="231"/>
                        <a:pt x="352" y="231"/>
                      </a:cubicBezTo>
                      <a:cubicBezTo>
                        <a:pt x="352" y="230"/>
                        <a:pt x="352" y="230"/>
                        <a:pt x="352" y="230"/>
                      </a:cubicBezTo>
                      <a:cubicBezTo>
                        <a:pt x="352" y="230"/>
                        <a:pt x="351" y="230"/>
                        <a:pt x="352" y="230"/>
                      </a:cubicBezTo>
                      <a:cubicBezTo>
                        <a:pt x="352" y="230"/>
                        <a:pt x="351" y="230"/>
                        <a:pt x="352" y="230"/>
                      </a:cubicBezTo>
                      <a:cubicBezTo>
                        <a:pt x="352" y="230"/>
                        <a:pt x="352" y="230"/>
                        <a:pt x="352" y="230"/>
                      </a:cubicBezTo>
                      <a:cubicBezTo>
                        <a:pt x="351" y="230"/>
                        <a:pt x="351" y="230"/>
                        <a:pt x="351" y="230"/>
                      </a:cubicBezTo>
                      <a:cubicBezTo>
                        <a:pt x="351" y="230"/>
                        <a:pt x="351" y="230"/>
                        <a:pt x="351" y="230"/>
                      </a:cubicBezTo>
                      <a:cubicBezTo>
                        <a:pt x="351" y="231"/>
                        <a:pt x="351" y="231"/>
                        <a:pt x="351" y="231"/>
                      </a:cubicBezTo>
                      <a:cubicBezTo>
                        <a:pt x="350" y="231"/>
                        <a:pt x="351" y="230"/>
                        <a:pt x="351" y="230"/>
                      </a:cubicBezTo>
                      <a:cubicBezTo>
                        <a:pt x="351" y="230"/>
                        <a:pt x="351" y="230"/>
                        <a:pt x="351" y="230"/>
                      </a:cubicBezTo>
                      <a:cubicBezTo>
                        <a:pt x="350" y="230"/>
                        <a:pt x="351" y="229"/>
                        <a:pt x="351" y="229"/>
                      </a:cubicBezTo>
                      <a:cubicBezTo>
                        <a:pt x="351" y="229"/>
                        <a:pt x="351" y="229"/>
                        <a:pt x="351" y="229"/>
                      </a:cubicBezTo>
                      <a:cubicBezTo>
                        <a:pt x="351" y="229"/>
                        <a:pt x="351" y="229"/>
                        <a:pt x="351" y="229"/>
                      </a:cubicBezTo>
                      <a:cubicBezTo>
                        <a:pt x="351" y="229"/>
                        <a:pt x="351" y="229"/>
                        <a:pt x="351" y="229"/>
                      </a:cubicBezTo>
                      <a:cubicBezTo>
                        <a:pt x="350" y="229"/>
                        <a:pt x="350" y="230"/>
                        <a:pt x="350" y="230"/>
                      </a:cubicBezTo>
                      <a:cubicBezTo>
                        <a:pt x="350" y="230"/>
                        <a:pt x="350" y="230"/>
                        <a:pt x="350" y="230"/>
                      </a:cubicBezTo>
                      <a:cubicBezTo>
                        <a:pt x="350" y="230"/>
                        <a:pt x="350" y="229"/>
                        <a:pt x="350" y="229"/>
                      </a:cubicBezTo>
                      <a:cubicBezTo>
                        <a:pt x="350" y="229"/>
                        <a:pt x="350" y="229"/>
                        <a:pt x="350" y="229"/>
                      </a:cubicBezTo>
                      <a:cubicBezTo>
                        <a:pt x="350" y="229"/>
                        <a:pt x="350" y="229"/>
                        <a:pt x="350" y="228"/>
                      </a:cubicBezTo>
                      <a:cubicBezTo>
                        <a:pt x="350" y="229"/>
                        <a:pt x="350" y="229"/>
                        <a:pt x="350" y="229"/>
                      </a:cubicBezTo>
                      <a:cubicBezTo>
                        <a:pt x="350" y="229"/>
                        <a:pt x="350" y="229"/>
                        <a:pt x="350" y="229"/>
                      </a:cubicBezTo>
                      <a:cubicBezTo>
                        <a:pt x="350" y="229"/>
                        <a:pt x="350" y="229"/>
                        <a:pt x="350" y="229"/>
                      </a:cubicBezTo>
                      <a:cubicBezTo>
                        <a:pt x="350" y="229"/>
                        <a:pt x="350" y="229"/>
                        <a:pt x="350" y="229"/>
                      </a:cubicBezTo>
                      <a:cubicBezTo>
                        <a:pt x="350" y="229"/>
                        <a:pt x="350" y="229"/>
                        <a:pt x="350" y="229"/>
                      </a:cubicBezTo>
                      <a:cubicBezTo>
                        <a:pt x="349" y="229"/>
                        <a:pt x="350" y="228"/>
                        <a:pt x="350" y="228"/>
                      </a:cubicBezTo>
                      <a:cubicBezTo>
                        <a:pt x="350" y="228"/>
                        <a:pt x="350" y="228"/>
                        <a:pt x="350" y="228"/>
                      </a:cubicBezTo>
                      <a:cubicBezTo>
                        <a:pt x="350" y="228"/>
                        <a:pt x="349" y="228"/>
                        <a:pt x="349" y="228"/>
                      </a:cubicBezTo>
                      <a:cubicBezTo>
                        <a:pt x="349" y="228"/>
                        <a:pt x="349" y="228"/>
                        <a:pt x="349" y="227"/>
                      </a:cubicBezTo>
                      <a:cubicBezTo>
                        <a:pt x="349" y="227"/>
                        <a:pt x="349" y="227"/>
                        <a:pt x="349" y="227"/>
                      </a:cubicBezTo>
                      <a:cubicBezTo>
                        <a:pt x="349" y="227"/>
                        <a:pt x="349" y="227"/>
                        <a:pt x="349" y="227"/>
                      </a:cubicBezTo>
                      <a:cubicBezTo>
                        <a:pt x="349" y="227"/>
                        <a:pt x="349" y="226"/>
                        <a:pt x="349" y="226"/>
                      </a:cubicBezTo>
                      <a:cubicBezTo>
                        <a:pt x="349" y="226"/>
                        <a:pt x="349" y="226"/>
                        <a:pt x="349" y="226"/>
                      </a:cubicBezTo>
                      <a:cubicBezTo>
                        <a:pt x="349" y="226"/>
                        <a:pt x="350" y="226"/>
                        <a:pt x="350" y="225"/>
                      </a:cubicBezTo>
                      <a:cubicBezTo>
                        <a:pt x="350" y="225"/>
                        <a:pt x="350" y="225"/>
                        <a:pt x="350" y="225"/>
                      </a:cubicBezTo>
                      <a:cubicBezTo>
                        <a:pt x="350" y="225"/>
                        <a:pt x="350" y="225"/>
                        <a:pt x="350" y="225"/>
                      </a:cubicBezTo>
                      <a:cubicBezTo>
                        <a:pt x="350" y="225"/>
                        <a:pt x="350" y="225"/>
                        <a:pt x="350" y="225"/>
                      </a:cubicBezTo>
                      <a:cubicBezTo>
                        <a:pt x="350" y="225"/>
                        <a:pt x="350" y="225"/>
                        <a:pt x="350" y="225"/>
                      </a:cubicBezTo>
                      <a:cubicBezTo>
                        <a:pt x="350" y="225"/>
                        <a:pt x="349" y="225"/>
                        <a:pt x="349" y="225"/>
                      </a:cubicBezTo>
                      <a:cubicBezTo>
                        <a:pt x="349" y="224"/>
                        <a:pt x="349" y="224"/>
                        <a:pt x="349" y="224"/>
                      </a:cubicBezTo>
                      <a:cubicBezTo>
                        <a:pt x="349" y="224"/>
                        <a:pt x="349" y="224"/>
                        <a:pt x="350" y="224"/>
                      </a:cubicBezTo>
                      <a:cubicBezTo>
                        <a:pt x="349" y="224"/>
                        <a:pt x="349" y="224"/>
                        <a:pt x="349" y="224"/>
                      </a:cubicBezTo>
                      <a:cubicBezTo>
                        <a:pt x="349" y="224"/>
                        <a:pt x="349" y="224"/>
                        <a:pt x="349" y="224"/>
                      </a:cubicBezTo>
                      <a:cubicBezTo>
                        <a:pt x="349" y="224"/>
                        <a:pt x="349" y="224"/>
                        <a:pt x="349" y="224"/>
                      </a:cubicBezTo>
                      <a:cubicBezTo>
                        <a:pt x="349" y="224"/>
                        <a:pt x="349" y="224"/>
                        <a:pt x="349" y="224"/>
                      </a:cubicBezTo>
                      <a:cubicBezTo>
                        <a:pt x="349" y="224"/>
                        <a:pt x="349" y="224"/>
                        <a:pt x="349" y="224"/>
                      </a:cubicBezTo>
                      <a:cubicBezTo>
                        <a:pt x="349" y="223"/>
                        <a:pt x="349" y="223"/>
                        <a:pt x="349" y="223"/>
                      </a:cubicBezTo>
                      <a:cubicBezTo>
                        <a:pt x="349" y="223"/>
                        <a:pt x="348" y="223"/>
                        <a:pt x="348" y="223"/>
                      </a:cubicBezTo>
                      <a:cubicBezTo>
                        <a:pt x="348" y="223"/>
                        <a:pt x="348" y="223"/>
                        <a:pt x="348" y="223"/>
                      </a:cubicBezTo>
                      <a:cubicBezTo>
                        <a:pt x="348" y="223"/>
                        <a:pt x="348" y="223"/>
                        <a:pt x="348" y="223"/>
                      </a:cubicBezTo>
                      <a:cubicBezTo>
                        <a:pt x="348" y="223"/>
                        <a:pt x="347" y="223"/>
                        <a:pt x="347" y="223"/>
                      </a:cubicBezTo>
                      <a:cubicBezTo>
                        <a:pt x="347" y="223"/>
                        <a:pt x="347" y="223"/>
                        <a:pt x="347" y="224"/>
                      </a:cubicBezTo>
                      <a:cubicBezTo>
                        <a:pt x="347" y="224"/>
                        <a:pt x="348" y="224"/>
                        <a:pt x="348" y="224"/>
                      </a:cubicBezTo>
                      <a:cubicBezTo>
                        <a:pt x="348" y="225"/>
                        <a:pt x="347" y="225"/>
                        <a:pt x="347" y="225"/>
                      </a:cubicBezTo>
                      <a:cubicBezTo>
                        <a:pt x="347" y="226"/>
                        <a:pt x="347" y="226"/>
                        <a:pt x="346" y="226"/>
                      </a:cubicBezTo>
                      <a:cubicBezTo>
                        <a:pt x="346" y="226"/>
                        <a:pt x="346" y="226"/>
                        <a:pt x="346" y="226"/>
                      </a:cubicBezTo>
                      <a:cubicBezTo>
                        <a:pt x="346" y="226"/>
                        <a:pt x="346" y="225"/>
                        <a:pt x="346" y="225"/>
                      </a:cubicBezTo>
                      <a:cubicBezTo>
                        <a:pt x="346" y="225"/>
                        <a:pt x="346" y="224"/>
                        <a:pt x="346" y="224"/>
                      </a:cubicBezTo>
                      <a:cubicBezTo>
                        <a:pt x="347" y="224"/>
                        <a:pt x="347" y="224"/>
                        <a:pt x="347" y="224"/>
                      </a:cubicBezTo>
                      <a:cubicBezTo>
                        <a:pt x="347" y="224"/>
                        <a:pt x="346" y="224"/>
                        <a:pt x="346" y="224"/>
                      </a:cubicBezTo>
                      <a:cubicBezTo>
                        <a:pt x="346" y="224"/>
                        <a:pt x="346" y="224"/>
                        <a:pt x="346" y="223"/>
                      </a:cubicBezTo>
                      <a:cubicBezTo>
                        <a:pt x="346" y="223"/>
                        <a:pt x="346" y="223"/>
                        <a:pt x="346" y="223"/>
                      </a:cubicBezTo>
                      <a:cubicBezTo>
                        <a:pt x="346" y="223"/>
                        <a:pt x="346" y="223"/>
                        <a:pt x="346" y="223"/>
                      </a:cubicBezTo>
                      <a:cubicBezTo>
                        <a:pt x="346" y="222"/>
                        <a:pt x="346" y="222"/>
                        <a:pt x="346" y="222"/>
                      </a:cubicBezTo>
                      <a:cubicBezTo>
                        <a:pt x="346" y="222"/>
                        <a:pt x="346" y="222"/>
                        <a:pt x="346" y="222"/>
                      </a:cubicBezTo>
                      <a:cubicBezTo>
                        <a:pt x="346" y="222"/>
                        <a:pt x="346" y="222"/>
                        <a:pt x="346" y="222"/>
                      </a:cubicBezTo>
                      <a:cubicBezTo>
                        <a:pt x="347" y="222"/>
                        <a:pt x="347" y="222"/>
                        <a:pt x="347" y="222"/>
                      </a:cubicBezTo>
                      <a:cubicBezTo>
                        <a:pt x="347" y="222"/>
                        <a:pt x="347" y="222"/>
                        <a:pt x="347" y="222"/>
                      </a:cubicBezTo>
                      <a:cubicBezTo>
                        <a:pt x="347" y="222"/>
                        <a:pt x="347" y="222"/>
                        <a:pt x="347" y="222"/>
                      </a:cubicBezTo>
                      <a:cubicBezTo>
                        <a:pt x="347" y="222"/>
                        <a:pt x="347" y="222"/>
                        <a:pt x="347" y="222"/>
                      </a:cubicBezTo>
                      <a:cubicBezTo>
                        <a:pt x="347" y="222"/>
                        <a:pt x="347" y="222"/>
                        <a:pt x="347" y="222"/>
                      </a:cubicBezTo>
                      <a:cubicBezTo>
                        <a:pt x="347" y="222"/>
                        <a:pt x="347" y="222"/>
                        <a:pt x="347" y="221"/>
                      </a:cubicBezTo>
                      <a:cubicBezTo>
                        <a:pt x="347" y="221"/>
                        <a:pt x="347" y="221"/>
                        <a:pt x="347" y="221"/>
                      </a:cubicBezTo>
                      <a:cubicBezTo>
                        <a:pt x="347" y="221"/>
                        <a:pt x="348" y="221"/>
                        <a:pt x="348" y="221"/>
                      </a:cubicBezTo>
                      <a:cubicBezTo>
                        <a:pt x="348" y="221"/>
                        <a:pt x="348" y="221"/>
                        <a:pt x="348" y="221"/>
                      </a:cubicBezTo>
                      <a:cubicBezTo>
                        <a:pt x="348" y="221"/>
                        <a:pt x="348" y="221"/>
                        <a:pt x="348" y="221"/>
                      </a:cubicBezTo>
                      <a:cubicBezTo>
                        <a:pt x="347" y="221"/>
                        <a:pt x="347" y="221"/>
                        <a:pt x="348" y="221"/>
                      </a:cubicBezTo>
                      <a:cubicBezTo>
                        <a:pt x="348" y="220"/>
                        <a:pt x="348" y="220"/>
                        <a:pt x="348" y="220"/>
                      </a:cubicBezTo>
                      <a:cubicBezTo>
                        <a:pt x="348" y="220"/>
                        <a:pt x="348" y="220"/>
                        <a:pt x="347" y="220"/>
                      </a:cubicBezTo>
                      <a:cubicBezTo>
                        <a:pt x="347" y="220"/>
                        <a:pt x="347" y="220"/>
                        <a:pt x="347" y="220"/>
                      </a:cubicBezTo>
                      <a:cubicBezTo>
                        <a:pt x="347" y="221"/>
                        <a:pt x="347" y="221"/>
                        <a:pt x="347" y="221"/>
                      </a:cubicBezTo>
                      <a:cubicBezTo>
                        <a:pt x="347" y="221"/>
                        <a:pt x="347" y="221"/>
                        <a:pt x="347" y="221"/>
                      </a:cubicBezTo>
                      <a:cubicBezTo>
                        <a:pt x="347" y="221"/>
                        <a:pt x="347" y="221"/>
                        <a:pt x="347" y="221"/>
                      </a:cubicBezTo>
                      <a:cubicBezTo>
                        <a:pt x="346" y="221"/>
                        <a:pt x="346" y="221"/>
                        <a:pt x="346" y="221"/>
                      </a:cubicBezTo>
                      <a:cubicBezTo>
                        <a:pt x="346" y="221"/>
                        <a:pt x="346" y="221"/>
                        <a:pt x="346" y="221"/>
                      </a:cubicBezTo>
                      <a:cubicBezTo>
                        <a:pt x="346" y="220"/>
                        <a:pt x="345" y="220"/>
                        <a:pt x="345" y="220"/>
                      </a:cubicBezTo>
                      <a:cubicBezTo>
                        <a:pt x="345" y="220"/>
                        <a:pt x="345" y="220"/>
                        <a:pt x="345" y="219"/>
                      </a:cubicBezTo>
                      <a:cubicBezTo>
                        <a:pt x="345" y="219"/>
                        <a:pt x="345" y="219"/>
                        <a:pt x="345" y="219"/>
                      </a:cubicBezTo>
                      <a:cubicBezTo>
                        <a:pt x="345" y="219"/>
                        <a:pt x="345" y="219"/>
                        <a:pt x="345" y="219"/>
                      </a:cubicBezTo>
                      <a:cubicBezTo>
                        <a:pt x="345" y="219"/>
                        <a:pt x="345" y="219"/>
                        <a:pt x="345" y="220"/>
                      </a:cubicBezTo>
                      <a:cubicBezTo>
                        <a:pt x="345" y="220"/>
                        <a:pt x="346" y="220"/>
                        <a:pt x="346" y="220"/>
                      </a:cubicBezTo>
                      <a:cubicBezTo>
                        <a:pt x="346" y="220"/>
                        <a:pt x="346" y="220"/>
                        <a:pt x="345" y="220"/>
                      </a:cubicBezTo>
                      <a:cubicBezTo>
                        <a:pt x="345" y="219"/>
                        <a:pt x="345" y="219"/>
                        <a:pt x="345" y="219"/>
                      </a:cubicBezTo>
                      <a:cubicBezTo>
                        <a:pt x="345" y="219"/>
                        <a:pt x="345" y="219"/>
                        <a:pt x="345" y="219"/>
                      </a:cubicBezTo>
                      <a:cubicBezTo>
                        <a:pt x="344" y="219"/>
                        <a:pt x="344" y="219"/>
                        <a:pt x="345" y="218"/>
                      </a:cubicBezTo>
                      <a:cubicBezTo>
                        <a:pt x="344" y="218"/>
                        <a:pt x="344" y="218"/>
                        <a:pt x="344" y="218"/>
                      </a:cubicBezTo>
                      <a:cubicBezTo>
                        <a:pt x="344" y="218"/>
                        <a:pt x="344" y="218"/>
                        <a:pt x="344" y="218"/>
                      </a:cubicBezTo>
                      <a:cubicBezTo>
                        <a:pt x="344" y="218"/>
                        <a:pt x="344" y="218"/>
                        <a:pt x="344" y="218"/>
                      </a:cubicBezTo>
                      <a:cubicBezTo>
                        <a:pt x="344" y="218"/>
                        <a:pt x="344" y="218"/>
                        <a:pt x="344" y="218"/>
                      </a:cubicBezTo>
                      <a:cubicBezTo>
                        <a:pt x="344" y="218"/>
                        <a:pt x="344" y="218"/>
                        <a:pt x="343" y="218"/>
                      </a:cubicBezTo>
                      <a:cubicBezTo>
                        <a:pt x="343" y="218"/>
                        <a:pt x="343" y="217"/>
                        <a:pt x="343" y="217"/>
                      </a:cubicBezTo>
                      <a:cubicBezTo>
                        <a:pt x="343" y="217"/>
                        <a:pt x="343" y="217"/>
                        <a:pt x="344" y="217"/>
                      </a:cubicBezTo>
                      <a:cubicBezTo>
                        <a:pt x="344" y="217"/>
                        <a:pt x="343" y="217"/>
                        <a:pt x="343" y="216"/>
                      </a:cubicBezTo>
                      <a:cubicBezTo>
                        <a:pt x="343" y="216"/>
                        <a:pt x="343" y="216"/>
                        <a:pt x="343" y="216"/>
                      </a:cubicBezTo>
                      <a:cubicBezTo>
                        <a:pt x="343" y="216"/>
                        <a:pt x="343" y="216"/>
                        <a:pt x="343" y="216"/>
                      </a:cubicBezTo>
                      <a:cubicBezTo>
                        <a:pt x="343" y="216"/>
                        <a:pt x="343" y="217"/>
                        <a:pt x="343" y="217"/>
                      </a:cubicBezTo>
                      <a:cubicBezTo>
                        <a:pt x="343" y="217"/>
                        <a:pt x="343" y="216"/>
                        <a:pt x="343" y="216"/>
                      </a:cubicBezTo>
                      <a:cubicBezTo>
                        <a:pt x="343" y="216"/>
                        <a:pt x="343" y="216"/>
                        <a:pt x="342" y="216"/>
                      </a:cubicBezTo>
                      <a:cubicBezTo>
                        <a:pt x="342" y="215"/>
                        <a:pt x="342" y="215"/>
                        <a:pt x="342" y="215"/>
                      </a:cubicBezTo>
                      <a:cubicBezTo>
                        <a:pt x="342" y="215"/>
                        <a:pt x="342" y="215"/>
                        <a:pt x="342" y="215"/>
                      </a:cubicBezTo>
                      <a:cubicBezTo>
                        <a:pt x="342" y="215"/>
                        <a:pt x="342" y="215"/>
                        <a:pt x="342" y="215"/>
                      </a:cubicBezTo>
                      <a:cubicBezTo>
                        <a:pt x="342" y="215"/>
                        <a:pt x="342" y="215"/>
                        <a:pt x="341" y="215"/>
                      </a:cubicBezTo>
                      <a:cubicBezTo>
                        <a:pt x="341" y="214"/>
                        <a:pt x="341" y="214"/>
                        <a:pt x="341" y="214"/>
                      </a:cubicBezTo>
                      <a:cubicBezTo>
                        <a:pt x="341" y="214"/>
                        <a:pt x="341" y="214"/>
                        <a:pt x="341" y="214"/>
                      </a:cubicBezTo>
                      <a:cubicBezTo>
                        <a:pt x="341" y="213"/>
                        <a:pt x="341" y="213"/>
                        <a:pt x="341" y="213"/>
                      </a:cubicBezTo>
                      <a:cubicBezTo>
                        <a:pt x="341" y="213"/>
                        <a:pt x="341" y="212"/>
                        <a:pt x="341" y="212"/>
                      </a:cubicBezTo>
                      <a:cubicBezTo>
                        <a:pt x="342" y="212"/>
                        <a:pt x="342" y="212"/>
                        <a:pt x="342" y="212"/>
                      </a:cubicBezTo>
                      <a:cubicBezTo>
                        <a:pt x="342" y="213"/>
                        <a:pt x="342" y="213"/>
                        <a:pt x="342" y="213"/>
                      </a:cubicBezTo>
                      <a:cubicBezTo>
                        <a:pt x="342" y="213"/>
                        <a:pt x="342" y="213"/>
                        <a:pt x="342" y="213"/>
                      </a:cubicBezTo>
                      <a:cubicBezTo>
                        <a:pt x="342" y="213"/>
                        <a:pt x="343" y="213"/>
                        <a:pt x="343" y="213"/>
                      </a:cubicBezTo>
                      <a:cubicBezTo>
                        <a:pt x="343" y="214"/>
                        <a:pt x="344" y="214"/>
                        <a:pt x="344" y="215"/>
                      </a:cubicBezTo>
                      <a:cubicBezTo>
                        <a:pt x="344" y="215"/>
                        <a:pt x="344" y="215"/>
                        <a:pt x="344" y="215"/>
                      </a:cubicBezTo>
                      <a:cubicBezTo>
                        <a:pt x="344" y="215"/>
                        <a:pt x="344" y="215"/>
                        <a:pt x="345" y="215"/>
                      </a:cubicBezTo>
                      <a:cubicBezTo>
                        <a:pt x="345" y="215"/>
                        <a:pt x="345" y="215"/>
                        <a:pt x="344" y="215"/>
                      </a:cubicBezTo>
                      <a:cubicBezTo>
                        <a:pt x="344" y="215"/>
                        <a:pt x="344" y="215"/>
                        <a:pt x="344" y="215"/>
                      </a:cubicBezTo>
                      <a:cubicBezTo>
                        <a:pt x="344" y="215"/>
                        <a:pt x="344" y="215"/>
                        <a:pt x="344" y="215"/>
                      </a:cubicBezTo>
                      <a:cubicBezTo>
                        <a:pt x="344" y="215"/>
                        <a:pt x="344" y="215"/>
                        <a:pt x="344" y="214"/>
                      </a:cubicBezTo>
                      <a:cubicBezTo>
                        <a:pt x="343" y="214"/>
                        <a:pt x="343" y="214"/>
                        <a:pt x="343" y="213"/>
                      </a:cubicBezTo>
                      <a:cubicBezTo>
                        <a:pt x="343" y="213"/>
                        <a:pt x="343" y="213"/>
                        <a:pt x="342" y="213"/>
                      </a:cubicBezTo>
                      <a:cubicBezTo>
                        <a:pt x="342" y="213"/>
                        <a:pt x="342" y="212"/>
                        <a:pt x="342" y="212"/>
                      </a:cubicBezTo>
                      <a:cubicBezTo>
                        <a:pt x="342" y="212"/>
                        <a:pt x="342" y="212"/>
                        <a:pt x="342" y="212"/>
                      </a:cubicBezTo>
                      <a:cubicBezTo>
                        <a:pt x="342" y="212"/>
                        <a:pt x="342" y="211"/>
                        <a:pt x="343" y="212"/>
                      </a:cubicBezTo>
                      <a:cubicBezTo>
                        <a:pt x="343" y="212"/>
                        <a:pt x="343" y="212"/>
                        <a:pt x="343" y="212"/>
                      </a:cubicBezTo>
                      <a:cubicBezTo>
                        <a:pt x="343" y="212"/>
                        <a:pt x="343" y="212"/>
                        <a:pt x="343" y="212"/>
                      </a:cubicBezTo>
                      <a:cubicBezTo>
                        <a:pt x="343" y="212"/>
                        <a:pt x="343" y="211"/>
                        <a:pt x="343" y="211"/>
                      </a:cubicBezTo>
                      <a:cubicBezTo>
                        <a:pt x="342" y="211"/>
                        <a:pt x="342" y="211"/>
                        <a:pt x="343" y="211"/>
                      </a:cubicBezTo>
                      <a:cubicBezTo>
                        <a:pt x="343" y="211"/>
                        <a:pt x="343" y="211"/>
                        <a:pt x="343" y="211"/>
                      </a:cubicBezTo>
                      <a:cubicBezTo>
                        <a:pt x="343" y="211"/>
                        <a:pt x="343" y="211"/>
                        <a:pt x="343" y="211"/>
                      </a:cubicBezTo>
                      <a:cubicBezTo>
                        <a:pt x="343" y="211"/>
                        <a:pt x="344" y="212"/>
                        <a:pt x="343" y="212"/>
                      </a:cubicBezTo>
                      <a:cubicBezTo>
                        <a:pt x="343" y="212"/>
                        <a:pt x="344" y="212"/>
                        <a:pt x="344" y="212"/>
                      </a:cubicBezTo>
                      <a:cubicBezTo>
                        <a:pt x="344" y="212"/>
                        <a:pt x="344" y="212"/>
                        <a:pt x="344" y="212"/>
                      </a:cubicBezTo>
                      <a:cubicBezTo>
                        <a:pt x="344" y="212"/>
                        <a:pt x="344" y="212"/>
                        <a:pt x="344" y="212"/>
                      </a:cubicBezTo>
                      <a:cubicBezTo>
                        <a:pt x="344" y="212"/>
                        <a:pt x="344" y="212"/>
                        <a:pt x="344" y="212"/>
                      </a:cubicBezTo>
                      <a:cubicBezTo>
                        <a:pt x="344" y="212"/>
                        <a:pt x="344" y="211"/>
                        <a:pt x="344" y="211"/>
                      </a:cubicBezTo>
                      <a:cubicBezTo>
                        <a:pt x="344" y="211"/>
                        <a:pt x="344" y="211"/>
                        <a:pt x="344" y="211"/>
                      </a:cubicBezTo>
                      <a:cubicBezTo>
                        <a:pt x="344" y="211"/>
                        <a:pt x="344" y="211"/>
                        <a:pt x="344" y="211"/>
                      </a:cubicBezTo>
                      <a:cubicBezTo>
                        <a:pt x="345" y="211"/>
                        <a:pt x="345" y="211"/>
                        <a:pt x="345" y="211"/>
                      </a:cubicBezTo>
                      <a:cubicBezTo>
                        <a:pt x="345" y="211"/>
                        <a:pt x="345" y="211"/>
                        <a:pt x="345" y="211"/>
                      </a:cubicBezTo>
                      <a:cubicBezTo>
                        <a:pt x="345" y="211"/>
                        <a:pt x="345" y="210"/>
                        <a:pt x="345" y="210"/>
                      </a:cubicBezTo>
                      <a:cubicBezTo>
                        <a:pt x="346" y="210"/>
                        <a:pt x="346" y="210"/>
                        <a:pt x="346" y="210"/>
                      </a:cubicBezTo>
                      <a:cubicBezTo>
                        <a:pt x="346" y="210"/>
                        <a:pt x="346" y="210"/>
                        <a:pt x="346" y="210"/>
                      </a:cubicBezTo>
                      <a:cubicBezTo>
                        <a:pt x="347" y="210"/>
                        <a:pt x="347" y="211"/>
                        <a:pt x="347" y="211"/>
                      </a:cubicBezTo>
                      <a:cubicBezTo>
                        <a:pt x="347" y="211"/>
                        <a:pt x="347" y="211"/>
                        <a:pt x="348" y="211"/>
                      </a:cubicBezTo>
                      <a:cubicBezTo>
                        <a:pt x="348" y="211"/>
                        <a:pt x="348" y="211"/>
                        <a:pt x="348" y="211"/>
                      </a:cubicBezTo>
                      <a:cubicBezTo>
                        <a:pt x="348" y="211"/>
                        <a:pt x="348" y="212"/>
                        <a:pt x="348" y="212"/>
                      </a:cubicBezTo>
                      <a:cubicBezTo>
                        <a:pt x="348" y="212"/>
                        <a:pt x="348" y="212"/>
                        <a:pt x="347" y="213"/>
                      </a:cubicBezTo>
                      <a:cubicBezTo>
                        <a:pt x="347" y="213"/>
                        <a:pt x="347" y="213"/>
                        <a:pt x="347" y="213"/>
                      </a:cubicBezTo>
                      <a:cubicBezTo>
                        <a:pt x="347" y="213"/>
                        <a:pt x="346" y="213"/>
                        <a:pt x="346" y="213"/>
                      </a:cubicBezTo>
                      <a:cubicBezTo>
                        <a:pt x="346" y="213"/>
                        <a:pt x="346" y="213"/>
                        <a:pt x="347" y="213"/>
                      </a:cubicBezTo>
                      <a:cubicBezTo>
                        <a:pt x="347" y="213"/>
                        <a:pt x="347" y="213"/>
                        <a:pt x="347" y="213"/>
                      </a:cubicBezTo>
                      <a:cubicBezTo>
                        <a:pt x="347" y="213"/>
                        <a:pt x="347" y="213"/>
                        <a:pt x="347" y="213"/>
                      </a:cubicBezTo>
                      <a:cubicBezTo>
                        <a:pt x="347" y="213"/>
                        <a:pt x="347" y="213"/>
                        <a:pt x="347" y="213"/>
                      </a:cubicBezTo>
                      <a:cubicBezTo>
                        <a:pt x="347" y="213"/>
                        <a:pt x="347" y="214"/>
                        <a:pt x="347" y="213"/>
                      </a:cubicBezTo>
                      <a:cubicBezTo>
                        <a:pt x="347" y="213"/>
                        <a:pt x="346" y="213"/>
                        <a:pt x="346" y="214"/>
                      </a:cubicBezTo>
                      <a:cubicBezTo>
                        <a:pt x="346" y="214"/>
                        <a:pt x="347" y="214"/>
                        <a:pt x="347" y="214"/>
                      </a:cubicBezTo>
                      <a:cubicBezTo>
                        <a:pt x="347" y="214"/>
                        <a:pt x="347" y="214"/>
                        <a:pt x="347" y="214"/>
                      </a:cubicBezTo>
                      <a:cubicBezTo>
                        <a:pt x="347" y="214"/>
                        <a:pt x="347" y="214"/>
                        <a:pt x="347" y="214"/>
                      </a:cubicBezTo>
                      <a:cubicBezTo>
                        <a:pt x="348" y="214"/>
                        <a:pt x="348" y="213"/>
                        <a:pt x="348" y="213"/>
                      </a:cubicBezTo>
                      <a:cubicBezTo>
                        <a:pt x="348" y="213"/>
                        <a:pt x="348" y="212"/>
                        <a:pt x="348" y="212"/>
                      </a:cubicBezTo>
                      <a:cubicBezTo>
                        <a:pt x="349" y="212"/>
                        <a:pt x="349" y="212"/>
                        <a:pt x="349" y="212"/>
                      </a:cubicBezTo>
                      <a:cubicBezTo>
                        <a:pt x="348" y="212"/>
                        <a:pt x="348" y="212"/>
                        <a:pt x="348" y="212"/>
                      </a:cubicBezTo>
                      <a:cubicBezTo>
                        <a:pt x="349" y="212"/>
                        <a:pt x="349" y="211"/>
                        <a:pt x="349" y="212"/>
                      </a:cubicBezTo>
                      <a:cubicBezTo>
                        <a:pt x="349" y="212"/>
                        <a:pt x="349" y="212"/>
                        <a:pt x="349" y="212"/>
                      </a:cubicBezTo>
                      <a:cubicBezTo>
                        <a:pt x="349" y="212"/>
                        <a:pt x="350" y="212"/>
                        <a:pt x="350" y="212"/>
                      </a:cubicBezTo>
                      <a:cubicBezTo>
                        <a:pt x="351" y="212"/>
                        <a:pt x="351" y="212"/>
                        <a:pt x="351" y="212"/>
                      </a:cubicBezTo>
                      <a:cubicBezTo>
                        <a:pt x="351" y="212"/>
                        <a:pt x="351" y="212"/>
                        <a:pt x="351" y="212"/>
                      </a:cubicBezTo>
                      <a:cubicBezTo>
                        <a:pt x="351" y="213"/>
                        <a:pt x="351" y="212"/>
                        <a:pt x="351" y="213"/>
                      </a:cubicBezTo>
                      <a:cubicBezTo>
                        <a:pt x="351" y="213"/>
                        <a:pt x="352" y="212"/>
                        <a:pt x="352" y="213"/>
                      </a:cubicBezTo>
                      <a:cubicBezTo>
                        <a:pt x="352" y="213"/>
                        <a:pt x="352" y="213"/>
                        <a:pt x="352" y="214"/>
                      </a:cubicBezTo>
                      <a:cubicBezTo>
                        <a:pt x="352" y="214"/>
                        <a:pt x="352" y="214"/>
                        <a:pt x="352" y="215"/>
                      </a:cubicBezTo>
                      <a:cubicBezTo>
                        <a:pt x="351" y="215"/>
                        <a:pt x="351" y="215"/>
                        <a:pt x="351" y="215"/>
                      </a:cubicBezTo>
                      <a:cubicBezTo>
                        <a:pt x="351" y="215"/>
                        <a:pt x="351" y="214"/>
                        <a:pt x="351" y="214"/>
                      </a:cubicBezTo>
                      <a:cubicBezTo>
                        <a:pt x="350" y="214"/>
                        <a:pt x="350" y="214"/>
                        <a:pt x="350" y="214"/>
                      </a:cubicBezTo>
                      <a:cubicBezTo>
                        <a:pt x="350" y="214"/>
                        <a:pt x="350" y="214"/>
                        <a:pt x="350" y="214"/>
                      </a:cubicBezTo>
                      <a:cubicBezTo>
                        <a:pt x="350" y="214"/>
                        <a:pt x="350" y="214"/>
                        <a:pt x="350" y="214"/>
                      </a:cubicBezTo>
                      <a:cubicBezTo>
                        <a:pt x="350" y="214"/>
                        <a:pt x="350" y="214"/>
                        <a:pt x="350" y="214"/>
                      </a:cubicBezTo>
                      <a:cubicBezTo>
                        <a:pt x="350" y="215"/>
                        <a:pt x="351" y="215"/>
                        <a:pt x="351" y="215"/>
                      </a:cubicBezTo>
                      <a:cubicBezTo>
                        <a:pt x="351" y="215"/>
                        <a:pt x="351" y="215"/>
                        <a:pt x="351" y="215"/>
                      </a:cubicBezTo>
                      <a:cubicBezTo>
                        <a:pt x="351" y="215"/>
                        <a:pt x="351" y="215"/>
                        <a:pt x="351" y="215"/>
                      </a:cubicBezTo>
                      <a:cubicBezTo>
                        <a:pt x="351" y="216"/>
                        <a:pt x="352" y="216"/>
                        <a:pt x="352" y="216"/>
                      </a:cubicBezTo>
                      <a:cubicBezTo>
                        <a:pt x="352" y="216"/>
                        <a:pt x="351" y="216"/>
                        <a:pt x="351" y="216"/>
                      </a:cubicBezTo>
                      <a:cubicBezTo>
                        <a:pt x="351" y="216"/>
                        <a:pt x="351" y="216"/>
                        <a:pt x="350" y="216"/>
                      </a:cubicBezTo>
                      <a:cubicBezTo>
                        <a:pt x="350" y="216"/>
                        <a:pt x="350" y="216"/>
                        <a:pt x="350" y="216"/>
                      </a:cubicBezTo>
                      <a:cubicBezTo>
                        <a:pt x="349" y="216"/>
                        <a:pt x="349" y="215"/>
                        <a:pt x="349" y="215"/>
                      </a:cubicBezTo>
                      <a:cubicBezTo>
                        <a:pt x="348" y="215"/>
                        <a:pt x="348" y="215"/>
                        <a:pt x="348" y="215"/>
                      </a:cubicBezTo>
                      <a:cubicBezTo>
                        <a:pt x="347" y="214"/>
                        <a:pt x="347" y="214"/>
                        <a:pt x="346" y="214"/>
                      </a:cubicBezTo>
                      <a:cubicBezTo>
                        <a:pt x="346" y="214"/>
                        <a:pt x="346" y="214"/>
                        <a:pt x="346" y="214"/>
                      </a:cubicBezTo>
                      <a:cubicBezTo>
                        <a:pt x="346" y="214"/>
                        <a:pt x="347" y="214"/>
                        <a:pt x="347" y="214"/>
                      </a:cubicBezTo>
                      <a:cubicBezTo>
                        <a:pt x="347" y="214"/>
                        <a:pt x="347" y="215"/>
                        <a:pt x="347" y="215"/>
                      </a:cubicBezTo>
                      <a:cubicBezTo>
                        <a:pt x="347" y="215"/>
                        <a:pt x="347" y="215"/>
                        <a:pt x="347" y="215"/>
                      </a:cubicBezTo>
                      <a:cubicBezTo>
                        <a:pt x="347" y="215"/>
                        <a:pt x="347" y="215"/>
                        <a:pt x="348" y="215"/>
                      </a:cubicBezTo>
                      <a:cubicBezTo>
                        <a:pt x="348" y="215"/>
                        <a:pt x="348" y="215"/>
                        <a:pt x="348" y="215"/>
                      </a:cubicBezTo>
                      <a:cubicBezTo>
                        <a:pt x="348" y="215"/>
                        <a:pt x="348" y="215"/>
                        <a:pt x="348" y="216"/>
                      </a:cubicBezTo>
                      <a:cubicBezTo>
                        <a:pt x="348" y="215"/>
                        <a:pt x="348" y="215"/>
                        <a:pt x="349" y="216"/>
                      </a:cubicBezTo>
                      <a:cubicBezTo>
                        <a:pt x="349" y="216"/>
                        <a:pt x="349" y="216"/>
                        <a:pt x="349" y="216"/>
                      </a:cubicBezTo>
                      <a:cubicBezTo>
                        <a:pt x="349" y="216"/>
                        <a:pt x="349" y="216"/>
                        <a:pt x="349" y="216"/>
                      </a:cubicBezTo>
                      <a:cubicBezTo>
                        <a:pt x="349" y="216"/>
                        <a:pt x="349" y="216"/>
                        <a:pt x="349" y="216"/>
                      </a:cubicBezTo>
                      <a:cubicBezTo>
                        <a:pt x="349" y="217"/>
                        <a:pt x="349" y="217"/>
                        <a:pt x="349" y="217"/>
                      </a:cubicBezTo>
                      <a:cubicBezTo>
                        <a:pt x="349" y="217"/>
                        <a:pt x="349" y="217"/>
                        <a:pt x="349" y="217"/>
                      </a:cubicBezTo>
                      <a:cubicBezTo>
                        <a:pt x="349" y="217"/>
                        <a:pt x="349" y="217"/>
                        <a:pt x="349" y="217"/>
                      </a:cubicBezTo>
                      <a:cubicBezTo>
                        <a:pt x="350" y="217"/>
                        <a:pt x="350" y="217"/>
                        <a:pt x="350" y="217"/>
                      </a:cubicBezTo>
                      <a:cubicBezTo>
                        <a:pt x="350" y="217"/>
                        <a:pt x="350" y="217"/>
                        <a:pt x="350" y="217"/>
                      </a:cubicBezTo>
                      <a:cubicBezTo>
                        <a:pt x="350" y="217"/>
                        <a:pt x="350" y="217"/>
                        <a:pt x="350" y="217"/>
                      </a:cubicBezTo>
                      <a:cubicBezTo>
                        <a:pt x="350" y="217"/>
                        <a:pt x="351" y="217"/>
                        <a:pt x="351" y="216"/>
                      </a:cubicBezTo>
                      <a:cubicBezTo>
                        <a:pt x="351" y="216"/>
                        <a:pt x="351" y="216"/>
                        <a:pt x="351" y="216"/>
                      </a:cubicBezTo>
                      <a:cubicBezTo>
                        <a:pt x="351" y="217"/>
                        <a:pt x="351" y="217"/>
                        <a:pt x="352" y="216"/>
                      </a:cubicBezTo>
                      <a:cubicBezTo>
                        <a:pt x="352" y="216"/>
                        <a:pt x="352" y="216"/>
                        <a:pt x="352" y="217"/>
                      </a:cubicBezTo>
                      <a:cubicBezTo>
                        <a:pt x="352" y="217"/>
                        <a:pt x="352" y="217"/>
                        <a:pt x="352" y="217"/>
                      </a:cubicBezTo>
                      <a:cubicBezTo>
                        <a:pt x="352" y="217"/>
                        <a:pt x="352" y="218"/>
                        <a:pt x="352" y="218"/>
                      </a:cubicBezTo>
                      <a:cubicBezTo>
                        <a:pt x="352" y="218"/>
                        <a:pt x="352" y="218"/>
                        <a:pt x="352" y="218"/>
                      </a:cubicBezTo>
                      <a:cubicBezTo>
                        <a:pt x="352" y="218"/>
                        <a:pt x="352" y="218"/>
                        <a:pt x="352" y="218"/>
                      </a:cubicBezTo>
                      <a:cubicBezTo>
                        <a:pt x="352" y="218"/>
                        <a:pt x="352" y="218"/>
                        <a:pt x="352" y="218"/>
                      </a:cubicBezTo>
                      <a:cubicBezTo>
                        <a:pt x="352" y="218"/>
                        <a:pt x="352" y="219"/>
                        <a:pt x="352" y="219"/>
                      </a:cubicBezTo>
                      <a:cubicBezTo>
                        <a:pt x="352" y="219"/>
                        <a:pt x="352" y="219"/>
                        <a:pt x="352" y="219"/>
                      </a:cubicBezTo>
                      <a:cubicBezTo>
                        <a:pt x="352" y="219"/>
                        <a:pt x="352" y="219"/>
                        <a:pt x="352" y="219"/>
                      </a:cubicBezTo>
                      <a:cubicBezTo>
                        <a:pt x="352" y="219"/>
                        <a:pt x="352" y="220"/>
                        <a:pt x="353" y="220"/>
                      </a:cubicBezTo>
                      <a:cubicBezTo>
                        <a:pt x="352" y="220"/>
                        <a:pt x="352" y="220"/>
                        <a:pt x="352" y="219"/>
                      </a:cubicBezTo>
                      <a:cubicBezTo>
                        <a:pt x="352" y="219"/>
                        <a:pt x="352" y="219"/>
                        <a:pt x="352" y="219"/>
                      </a:cubicBezTo>
                      <a:cubicBezTo>
                        <a:pt x="352" y="219"/>
                        <a:pt x="352" y="220"/>
                        <a:pt x="352" y="220"/>
                      </a:cubicBezTo>
                      <a:cubicBezTo>
                        <a:pt x="352" y="220"/>
                        <a:pt x="352" y="220"/>
                        <a:pt x="352" y="220"/>
                      </a:cubicBezTo>
                      <a:cubicBezTo>
                        <a:pt x="352" y="220"/>
                        <a:pt x="351" y="220"/>
                        <a:pt x="351" y="220"/>
                      </a:cubicBezTo>
                      <a:cubicBezTo>
                        <a:pt x="351" y="220"/>
                        <a:pt x="351" y="220"/>
                        <a:pt x="351" y="220"/>
                      </a:cubicBezTo>
                      <a:cubicBezTo>
                        <a:pt x="351" y="220"/>
                        <a:pt x="351" y="219"/>
                        <a:pt x="350" y="219"/>
                      </a:cubicBezTo>
                      <a:cubicBezTo>
                        <a:pt x="350" y="219"/>
                        <a:pt x="350" y="219"/>
                        <a:pt x="350" y="219"/>
                      </a:cubicBezTo>
                      <a:cubicBezTo>
                        <a:pt x="350" y="219"/>
                        <a:pt x="349" y="219"/>
                        <a:pt x="349" y="219"/>
                      </a:cubicBezTo>
                      <a:cubicBezTo>
                        <a:pt x="349" y="218"/>
                        <a:pt x="348" y="218"/>
                        <a:pt x="348" y="218"/>
                      </a:cubicBezTo>
                      <a:cubicBezTo>
                        <a:pt x="348" y="217"/>
                        <a:pt x="348" y="217"/>
                        <a:pt x="348" y="217"/>
                      </a:cubicBezTo>
                      <a:cubicBezTo>
                        <a:pt x="348" y="217"/>
                        <a:pt x="348" y="217"/>
                        <a:pt x="348" y="217"/>
                      </a:cubicBezTo>
                      <a:cubicBezTo>
                        <a:pt x="347" y="217"/>
                        <a:pt x="347" y="217"/>
                        <a:pt x="347" y="217"/>
                      </a:cubicBezTo>
                      <a:cubicBezTo>
                        <a:pt x="347" y="217"/>
                        <a:pt x="347" y="217"/>
                        <a:pt x="346" y="216"/>
                      </a:cubicBezTo>
                      <a:cubicBezTo>
                        <a:pt x="346" y="216"/>
                        <a:pt x="346" y="216"/>
                        <a:pt x="346" y="216"/>
                      </a:cubicBezTo>
                      <a:cubicBezTo>
                        <a:pt x="346" y="216"/>
                        <a:pt x="346" y="216"/>
                        <a:pt x="346" y="216"/>
                      </a:cubicBezTo>
                      <a:cubicBezTo>
                        <a:pt x="346" y="216"/>
                        <a:pt x="346" y="216"/>
                        <a:pt x="346" y="216"/>
                      </a:cubicBezTo>
                      <a:cubicBezTo>
                        <a:pt x="346" y="217"/>
                        <a:pt x="346" y="217"/>
                        <a:pt x="346" y="217"/>
                      </a:cubicBezTo>
                      <a:cubicBezTo>
                        <a:pt x="347" y="217"/>
                        <a:pt x="347" y="217"/>
                        <a:pt x="346" y="218"/>
                      </a:cubicBezTo>
                      <a:cubicBezTo>
                        <a:pt x="346" y="218"/>
                        <a:pt x="346" y="218"/>
                        <a:pt x="347" y="218"/>
                      </a:cubicBezTo>
                      <a:cubicBezTo>
                        <a:pt x="347" y="218"/>
                        <a:pt x="347" y="218"/>
                        <a:pt x="347" y="218"/>
                      </a:cubicBezTo>
                      <a:cubicBezTo>
                        <a:pt x="347" y="218"/>
                        <a:pt x="347" y="218"/>
                        <a:pt x="347" y="218"/>
                      </a:cubicBezTo>
                      <a:cubicBezTo>
                        <a:pt x="348" y="218"/>
                        <a:pt x="348" y="218"/>
                        <a:pt x="348" y="218"/>
                      </a:cubicBezTo>
                      <a:cubicBezTo>
                        <a:pt x="348" y="219"/>
                        <a:pt x="348" y="219"/>
                        <a:pt x="347" y="219"/>
                      </a:cubicBezTo>
                      <a:cubicBezTo>
                        <a:pt x="347" y="219"/>
                        <a:pt x="347" y="219"/>
                        <a:pt x="347" y="219"/>
                      </a:cubicBezTo>
                      <a:cubicBezTo>
                        <a:pt x="347" y="219"/>
                        <a:pt x="347" y="219"/>
                        <a:pt x="347" y="219"/>
                      </a:cubicBezTo>
                      <a:cubicBezTo>
                        <a:pt x="348" y="219"/>
                        <a:pt x="348" y="219"/>
                        <a:pt x="348" y="219"/>
                      </a:cubicBezTo>
                      <a:cubicBezTo>
                        <a:pt x="348" y="219"/>
                        <a:pt x="348" y="220"/>
                        <a:pt x="348" y="220"/>
                      </a:cubicBezTo>
                      <a:cubicBezTo>
                        <a:pt x="348" y="220"/>
                        <a:pt x="348" y="220"/>
                        <a:pt x="348" y="219"/>
                      </a:cubicBezTo>
                      <a:cubicBezTo>
                        <a:pt x="348" y="219"/>
                        <a:pt x="348" y="219"/>
                        <a:pt x="348" y="219"/>
                      </a:cubicBezTo>
                      <a:cubicBezTo>
                        <a:pt x="349" y="219"/>
                        <a:pt x="349" y="219"/>
                        <a:pt x="349" y="219"/>
                      </a:cubicBezTo>
                      <a:cubicBezTo>
                        <a:pt x="349" y="219"/>
                        <a:pt x="349" y="219"/>
                        <a:pt x="349" y="220"/>
                      </a:cubicBezTo>
                      <a:cubicBezTo>
                        <a:pt x="350" y="220"/>
                        <a:pt x="349" y="220"/>
                        <a:pt x="349" y="220"/>
                      </a:cubicBezTo>
                      <a:cubicBezTo>
                        <a:pt x="349" y="220"/>
                        <a:pt x="349" y="220"/>
                        <a:pt x="349" y="220"/>
                      </a:cubicBezTo>
                      <a:cubicBezTo>
                        <a:pt x="349" y="220"/>
                        <a:pt x="349" y="220"/>
                        <a:pt x="349" y="220"/>
                      </a:cubicBezTo>
                      <a:cubicBezTo>
                        <a:pt x="349" y="220"/>
                        <a:pt x="349" y="220"/>
                        <a:pt x="349" y="220"/>
                      </a:cubicBezTo>
                      <a:cubicBezTo>
                        <a:pt x="349" y="220"/>
                        <a:pt x="349" y="220"/>
                        <a:pt x="349" y="220"/>
                      </a:cubicBezTo>
                      <a:cubicBezTo>
                        <a:pt x="350" y="220"/>
                        <a:pt x="350" y="220"/>
                        <a:pt x="350" y="220"/>
                      </a:cubicBezTo>
                      <a:cubicBezTo>
                        <a:pt x="350" y="220"/>
                        <a:pt x="350" y="220"/>
                        <a:pt x="350" y="220"/>
                      </a:cubicBezTo>
                      <a:cubicBezTo>
                        <a:pt x="350" y="220"/>
                        <a:pt x="350" y="220"/>
                        <a:pt x="350" y="220"/>
                      </a:cubicBezTo>
                      <a:cubicBezTo>
                        <a:pt x="350" y="220"/>
                        <a:pt x="350" y="220"/>
                        <a:pt x="350" y="220"/>
                      </a:cubicBezTo>
                      <a:cubicBezTo>
                        <a:pt x="351" y="220"/>
                        <a:pt x="351" y="220"/>
                        <a:pt x="351" y="221"/>
                      </a:cubicBezTo>
                      <a:cubicBezTo>
                        <a:pt x="351" y="221"/>
                        <a:pt x="351" y="221"/>
                        <a:pt x="351" y="221"/>
                      </a:cubicBezTo>
                      <a:cubicBezTo>
                        <a:pt x="352" y="220"/>
                        <a:pt x="352" y="220"/>
                        <a:pt x="353" y="221"/>
                      </a:cubicBezTo>
                      <a:cubicBezTo>
                        <a:pt x="353" y="221"/>
                        <a:pt x="353" y="221"/>
                        <a:pt x="353" y="222"/>
                      </a:cubicBezTo>
                      <a:cubicBezTo>
                        <a:pt x="353" y="222"/>
                        <a:pt x="353" y="222"/>
                        <a:pt x="352" y="222"/>
                      </a:cubicBezTo>
                      <a:cubicBezTo>
                        <a:pt x="352" y="222"/>
                        <a:pt x="352" y="221"/>
                        <a:pt x="351" y="222"/>
                      </a:cubicBezTo>
                      <a:cubicBezTo>
                        <a:pt x="351" y="222"/>
                        <a:pt x="352" y="222"/>
                        <a:pt x="352" y="222"/>
                      </a:cubicBezTo>
                      <a:cubicBezTo>
                        <a:pt x="352" y="222"/>
                        <a:pt x="352" y="222"/>
                        <a:pt x="352" y="222"/>
                      </a:cubicBezTo>
                      <a:cubicBezTo>
                        <a:pt x="352" y="222"/>
                        <a:pt x="352" y="222"/>
                        <a:pt x="352" y="222"/>
                      </a:cubicBezTo>
                      <a:cubicBezTo>
                        <a:pt x="352" y="222"/>
                        <a:pt x="352" y="223"/>
                        <a:pt x="352" y="222"/>
                      </a:cubicBezTo>
                      <a:cubicBezTo>
                        <a:pt x="352" y="222"/>
                        <a:pt x="352" y="222"/>
                        <a:pt x="352" y="223"/>
                      </a:cubicBezTo>
                      <a:cubicBezTo>
                        <a:pt x="352" y="223"/>
                        <a:pt x="353" y="223"/>
                        <a:pt x="352" y="223"/>
                      </a:cubicBezTo>
                      <a:cubicBezTo>
                        <a:pt x="352" y="223"/>
                        <a:pt x="352" y="223"/>
                        <a:pt x="352" y="223"/>
                      </a:cubicBezTo>
                      <a:cubicBezTo>
                        <a:pt x="352" y="223"/>
                        <a:pt x="352" y="223"/>
                        <a:pt x="352" y="223"/>
                      </a:cubicBezTo>
                      <a:cubicBezTo>
                        <a:pt x="352" y="223"/>
                        <a:pt x="353" y="223"/>
                        <a:pt x="353" y="223"/>
                      </a:cubicBezTo>
                      <a:cubicBezTo>
                        <a:pt x="353" y="224"/>
                        <a:pt x="353" y="224"/>
                        <a:pt x="353" y="224"/>
                      </a:cubicBezTo>
                      <a:cubicBezTo>
                        <a:pt x="353" y="224"/>
                        <a:pt x="353" y="224"/>
                        <a:pt x="353" y="224"/>
                      </a:cubicBezTo>
                      <a:cubicBezTo>
                        <a:pt x="353" y="224"/>
                        <a:pt x="353" y="224"/>
                        <a:pt x="353" y="225"/>
                      </a:cubicBezTo>
                      <a:cubicBezTo>
                        <a:pt x="353" y="225"/>
                        <a:pt x="353" y="225"/>
                        <a:pt x="353" y="225"/>
                      </a:cubicBezTo>
                      <a:cubicBezTo>
                        <a:pt x="353" y="225"/>
                        <a:pt x="353" y="225"/>
                        <a:pt x="353" y="225"/>
                      </a:cubicBezTo>
                      <a:cubicBezTo>
                        <a:pt x="353" y="225"/>
                        <a:pt x="353" y="225"/>
                        <a:pt x="353" y="225"/>
                      </a:cubicBezTo>
                      <a:cubicBezTo>
                        <a:pt x="353" y="225"/>
                        <a:pt x="353" y="226"/>
                        <a:pt x="353" y="226"/>
                      </a:cubicBezTo>
                      <a:cubicBezTo>
                        <a:pt x="353" y="226"/>
                        <a:pt x="353" y="226"/>
                        <a:pt x="353" y="226"/>
                      </a:cubicBezTo>
                      <a:cubicBezTo>
                        <a:pt x="353" y="227"/>
                        <a:pt x="354" y="227"/>
                        <a:pt x="353" y="227"/>
                      </a:cubicBezTo>
                      <a:cubicBezTo>
                        <a:pt x="353" y="228"/>
                        <a:pt x="353" y="228"/>
                        <a:pt x="353" y="228"/>
                      </a:cubicBezTo>
                      <a:cubicBezTo>
                        <a:pt x="354" y="228"/>
                        <a:pt x="354" y="228"/>
                        <a:pt x="354" y="229"/>
                      </a:cubicBezTo>
                      <a:cubicBezTo>
                        <a:pt x="354" y="229"/>
                        <a:pt x="354" y="229"/>
                        <a:pt x="354" y="229"/>
                      </a:cubicBezTo>
                      <a:cubicBezTo>
                        <a:pt x="354" y="229"/>
                        <a:pt x="354" y="229"/>
                        <a:pt x="354" y="229"/>
                      </a:cubicBezTo>
                      <a:cubicBezTo>
                        <a:pt x="354" y="229"/>
                        <a:pt x="354" y="229"/>
                        <a:pt x="354" y="229"/>
                      </a:cubicBezTo>
                      <a:cubicBezTo>
                        <a:pt x="354" y="229"/>
                        <a:pt x="354" y="229"/>
                        <a:pt x="354" y="229"/>
                      </a:cubicBezTo>
                      <a:cubicBezTo>
                        <a:pt x="354" y="230"/>
                        <a:pt x="354" y="230"/>
                        <a:pt x="354" y="231"/>
                      </a:cubicBezTo>
                      <a:close/>
                      <a:moveTo>
                        <a:pt x="354" y="232"/>
                      </a:moveTo>
                      <a:cubicBezTo>
                        <a:pt x="354" y="232"/>
                        <a:pt x="354" y="232"/>
                        <a:pt x="354" y="232"/>
                      </a:cubicBezTo>
                      <a:close/>
                      <a:moveTo>
                        <a:pt x="363" y="246"/>
                      </a:moveTo>
                      <a:cubicBezTo>
                        <a:pt x="363" y="246"/>
                        <a:pt x="363" y="246"/>
                        <a:pt x="363" y="246"/>
                      </a:cubicBezTo>
                      <a:cubicBezTo>
                        <a:pt x="363" y="246"/>
                        <a:pt x="363" y="246"/>
                        <a:pt x="363" y="246"/>
                      </a:cubicBezTo>
                      <a:cubicBezTo>
                        <a:pt x="363" y="245"/>
                        <a:pt x="362" y="246"/>
                        <a:pt x="362" y="246"/>
                      </a:cubicBezTo>
                      <a:cubicBezTo>
                        <a:pt x="362" y="246"/>
                        <a:pt x="362" y="246"/>
                        <a:pt x="362" y="246"/>
                      </a:cubicBezTo>
                      <a:cubicBezTo>
                        <a:pt x="362" y="246"/>
                        <a:pt x="362" y="246"/>
                        <a:pt x="362" y="246"/>
                      </a:cubicBezTo>
                      <a:cubicBezTo>
                        <a:pt x="362" y="246"/>
                        <a:pt x="362" y="246"/>
                        <a:pt x="362" y="246"/>
                      </a:cubicBezTo>
                      <a:cubicBezTo>
                        <a:pt x="362" y="247"/>
                        <a:pt x="362" y="247"/>
                        <a:pt x="362" y="247"/>
                      </a:cubicBezTo>
                      <a:cubicBezTo>
                        <a:pt x="362" y="247"/>
                        <a:pt x="362" y="247"/>
                        <a:pt x="362" y="247"/>
                      </a:cubicBezTo>
                      <a:cubicBezTo>
                        <a:pt x="362" y="247"/>
                        <a:pt x="362" y="247"/>
                        <a:pt x="362" y="247"/>
                      </a:cubicBezTo>
                      <a:cubicBezTo>
                        <a:pt x="363" y="247"/>
                        <a:pt x="363" y="247"/>
                        <a:pt x="363" y="247"/>
                      </a:cubicBezTo>
                      <a:cubicBezTo>
                        <a:pt x="363" y="247"/>
                        <a:pt x="363" y="247"/>
                        <a:pt x="363" y="246"/>
                      </a:cubicBezTo>
                      <a:cubicBezTo>
                        <a:pt x="363" y="246"/>
                        <a:pt x="363" y="246"/>
                        <a:pt x="363" y="246"/>
                      </a:cubicBezTo>
                      <a:close/>
                      <a:moveTo>
                        <a:pt x="361" y="245"/>
                      </a:moveTo>
                      <a:cubicBezTo>
                        <a:pt x="361" y="245"/>
                        <a:pt x="361" y="245"/>
                        <a:pt x="361" y="245"/>
                      </a:cubicBezTo>
                      <a:cubicBezTo>
                        <a:pt x="361" y="245"/>
                        <a:pt x="361" y="245"/>
                        <a:pt x="360" y="245"/>
                      </a:cubicBezTo>
                      <a:cubicBezTo>
                        <a:pt x="360" y="245"/>
                        <a:pt x="360" y="245"/>
                        <a:pt x="360" y="245"/>
                      </a:cubicBezTo>
                      <a:cubicBezTo>
                        <a:pt x="361" y="245"/>
                        <a:pt x="360" y="246"/>
                        <a:pt x="360" y="246"/>
                      </a:cubicBezTo>
                      <a:cubicBezTo>
                        <a:pt x="360" y="246"/>
                        <a:pt x="360" y="246"/>
                        <a:pt x="361" y="247"/>
                      </a:cubicBezTo>
                      <a:cubicBezTo>
                        <a:pt x="361" y="246"/>
                        <a:pt x="361" y="246"/>
                        <a:pt x="361" y="245"/>
                      </a:cubicBezTo>
                      <a:cubicBezTo>
                        <a:pt x="361" y="246"/>
                        <a:pt x="361" y="245"/>
                        <a:pt x="361" y="245"/>
                      </a:cubicBezTo>
                      <a:cubicBezTo>
                        <a:pt x="362" y="245"/>
                        <a:pt x="362" y="245"/>
                        <a:pt x="362" y="245"/>
                      </a:cubicBezTo>
                      <a:cubicBezTo>
                        <a:pt x="362" y="244"/>
                        <a:pt x="361" y="245"/>
                        <a:pt x="361" y="245"/>
                      </a:cubicBezTo>
                      <a:close/>
                      <a:moveTo>
                        <a:pt x="367" y="252"/>
                      </a:moveTo>
                      <a:cubicBezTo>
                        <a:pt x="367" y="252"/>
                        <a:pt x="367" y="251"/>
                        <a:pt x="367" y="251"/>
                      </a:cubicBezTo>
                      <a:cubicBezTo>
                        <a:pt x="367" y="251"/>
                        <a:pt x="367" y="251"/>
                        <a:pt x="367" y="251"/>
                      </a:cubicBezTo>
                      <a:cubicBezTo>
                        <a:pt x="367" y="251"/>
                        <a:pt x="367" y="251"/>
                        <a:pt x="367" y="251"/>
                      </a:cubicBezTo>
                      <a:cubicBezTo>
                        <a:pt x="367" y="251"/>
                        <a:pt x="367" y="250"/>
                        <a:pt x="367" y="251"/>
                      </a:cubicBezTo>
                      <a:cubicBezTo>
                        <a:pt x="367" y="251"/>
                        <a:pt x="367" y="250"/>
                        <a:pt x="367" y="250"/>
                      </a:cubicBezTo>
                      <a:cubicBezTo>
                        <a:pt x="366" y="250"/>
                        <a:pt x="366" y="250"/>
                        <a:pt x="366" y="250"/>
                      </a:cubicBezTo>
                      <a:cubicBezTo>
                        <a:pt x="366" y="251"/>
                        <a:pt x="366" y="251"/>
                        <a:pt x="366" y="251"/>
                      </a:cubicBezTo>
                      <a:cubicBezTo>
                        <a:pt x="367" y="251"/>
                        <a:pt x="367" y="252"/>
                        <a:pt x="367" y="252"/>
                      </a:cubicBezTo>
                      <a:cubicBezTo>
                        <a:pt x="367" y="252"/>
                        <a:pt x="367" y="252"/>
                        <a:pt x="367" y="252"/>
                      </a:cubicBezTo>
                      <a:cubicBezTo>
                        <a:pt x="367" y="252"/>
                        <a:pt x="367" y="252"/>
                        <a:pt x="367" y="252"/>
                      </a:cubicBezTo>
                      <a:cubicBezTo>
                        <a:pt x="367" y="252"/>
                        <a:pt x="367" y="252"/>
                        <a:pt x="367" y="252"/>
                      </a:cubicBezTo>
                      <a:close/>
                      <a:moveTo>
                        <a:pt x="361" y="244"/>
                      </a:moveTo>
                      <a:cubicBezTo>
                        <a:pt x="361" y="244"/>
                        <a:pt x="361" y="244"/>
                        <a:pt x="361" y="244"/>
                      </a:cubicBezTo>
                      <a:cubicBezTo>
                        <a:pt x="361" y="244"/>
                        <a:pt x="361" y="243"/>
                        <a:pt x="361" y="243"/>
                      </a:cubicBezTo>
                      <a:cubicBezTo>
                        <a:pt x="361" y="243"/>
                        <a:pt x="360" y="243"/>
                        <a:pt x="360" y="243"/>
                      </a:cubicBezTo>
                      <a:cubicBezTo>
                        <a:pt x="360" y="243"/>
                        <a:pt x="360" y="243"/>
                        <a:pt x="360" y="243"/>
                      </a:cubicBezTo>
                      <a:cubicBezTo>
                        <a:pt x="360" y="243"/>
                        <a:pt x="360" y="243"/>
                        <a:pt x="360" y="243"/>
                      </a:cubicBezTo>
                      <a:cubicBezTo>
                        <a:pt x="360" y="243"/>
                        <a:pt x="360" y="243"/>
                        <a:pt x="360" y="243"/>
                      </a:cubicBezTo>
                      <a:cubicBezTo>
                        <a:pt x="360" y="244"/>
                        <a:pt x="360" y="244"/>
                        <a:pt x="360" y="244"/>
                      </a:cubicBezTo>
                      <a:cubicBezTo>
                        <a:pt x="360" y="244"/>
                        <a:pt x="360" y="244"/>
                        <a:pt x="360" y="244"/>
                      </a:cubicBezTo>
                      <a:cubicBezTo>
                        <a:pt x="360" y="244"/>
                        <a:pt x="360" y="244"/>
                        <a:pt x="361" y="244"/>
                      </a:cubicBezTo>
                      <a:close/>
                      <a:moveTo>
                        <a:pt x="362" y="243"/>
                      </a:moveTo>
                      <a:cubicBezTo>
                        <a:pt x="362" y="243"/>
                        <a:pt x="362" y="243"/>
                        <a:pt x="362" y="243"/>
                      </a:cubicBezTo>
                      <a:cubicBezTo>
                        <a:pt x="362" y="243"/>
                        <a:pt x="362" y="243"/>
                        <a:pt x="362" y="244"/>
                      </a:cubicBezTo>
                      <a:cubicBezTo>
                        <a:pt x="362" y="244"/>
                        <a:pt x="362" y="244"/>
                        <a:pt x="362" y="244"/>
                      </a:cubicBezTo>
                      <a:cubicBezTo>
                        <a:pt x="362" y="244"/>
                        <a:pt x="362" y="244"/>
                        <a:pt x="362" y="244"/>
                      </a:cubicBezTo>
                      <a:cubicBezTo>
                        <a:pt x="363" y="244"/>
                        <a:pt x="363" y="244"/>
                        <a:pt x="363" y="243"/>
                      </a:cubicBezTo>
                      <a:cubicBezTo>
                        <a:pt x="363" y="243"/>
                        <a:pt x="362" y="243"/>
                        <a:pt x="362" y="243"/>
                      </a:cubicBezTo>
                      <a:close/>
                      <a:moveTo>
                        <a:pt x="349" y="223"/>
                      </a:moveTo>
                      <a:cubicBezTo>
                        <a:pt x="349" y="223"/>
                        <a:pt x="349" y="223"/>
                        <a:pt x="349" y="223"/>
                      </a:cubicBezTo>
                      <a:cubicBezTo>
                        <a:pt x="349" y="223"/>
                        <a:pt x="348" y="223"/>
                        <a:pt x="348" y="223"/>
                      </a:cubicBezTo>
                      <a:cubicBezTo>
                        <a:pt x="348" y="223"/>
                        <a:pt x="348" y="223"/>
                        <a:pt x="348" y="223"/>
                      </a:cubicBezTo>
                      <a:cubicBezTo>
                        <a:pt x="348" y="223"/>
                        <a:pt x="348" y="223"/>
                        <a:pt x="348" y="224"/>
                      </a:cubicBezTo>
                      <a:cubicBezTo>
                        <a:pt x="348" y="224"/>
                        <a:pt x="348" y="224"/>
                        <a:pt x="348" y="224"/>
                      </a:cubicBezTo>
                      <a:cubicBezTo>
                        <a:pt x="348" y="224"/>
                        <a:pt x="348" y="224"/>
                        <a:pt x="348" y="224"/>
                      </a:cubicBezTo>
                      <a:cubicBezTo>
                        <a:pt x="348" y="224"/>
                        <a:pt x="348" y="224"/>
                        <a:pt x="348" y="224"/>
                      </a:cubicBezTo>
                      <a:cubicBezTo>
                        <a:pt x="348" y="223"/>
                        <a:pt x="349" y="223"/>
                        <a:pt x="349" y="224"/>
                      </a:cubicBezTo>
                      <a:cubicBezTo>
                        <a:pt x="349" y="223"/>
                        <a:pt x="349" y="223"/>
                        <a:pt x="349" y="223"/>
                      </a:cubicBezTo>
                      <a:close/>
                      <a:moveTo>
                        <a:pt x="363" y="240"/>
                      </a:moveTo>
                      <a:cubicBezTo>
                        <a:pt x="363" y="240"/>
                        <a:pt x="363" y="240"/>
                        <a:pt x="363" y="240"/>
                      </a:cubicBezTo>
                      <a:cubicBezTo>
                        <a:pt x="363" y="240"/>
                        <a:pt x="363" y="240"/>
                        <a:pt x="363" y="240"/>
                      </a:cubicBezTo>
                      <a:cubicBezTo>
                        <a:pt x="363" y="240"/>
                        <a:pt x="363" y="240"/>
                        <a:pt x="363" y="239"/>
                      </a:cubicBezTo>
                      <a:cubicBezTo>
                        <a:pt x="363" y="239"/>
                        <a:pt x="363" y="239"/>
                        <a:pt x="363" y="239"/>
                      </a:cubicBezTo>
                      <a:cubicBezTo>
                        <a:pt x="363" y="240"/>
                        <a:pt x="363" y="239"/>
                        <a:pt x="363" y="239"/>
                      </a:cubicBezTo>
                      <a:cubicBezTo>
                        <a:pt x="363" y="239"/>
                        <a:pt x="363" y="239"/>
                        <a:pt x="363" y="239"/>
                      </a:cubicBezTo>
                      <a:cubicBezTo>
                        <a:pt x="362" y="239"/>
                        <a:pt x="362" y="239"/>
                        <a:pt x="363" y="240"/>
                      </a:cubicBezTo>
                      <a:close/>
                      <a:moveTo>
                        <a:pt x="357" y="239"/>
                      </a:moveTo>
                      <a:cubicBezTo>
                        <a:pt x="357" y="239"/>
                        <a:pt x="357" y="239"/>
                        <a:pt x="357" y="239"/>
                      </a:cubicBezTo>
                      <a:cubicBezTo>
                        <a:pt x="357" y="239"/>
                        <a:pt x="356" y="239"/>
                        <a:pt x="356" y="239"/>
                      </a:cubicBezTo>
                      <a:cubicBezTo>
                        <a:pt x="356" y="239"/>
                        <a:pt x="356" y="239"/>
                        <a:pt x="356" y="239"/>
                      </a:cubicBezTo>
                      <a:cubicBezTo>
                        <a:pt x="356" y="239"/>
                        <a:pt x="356" y="239"/>
                        <a:pt x="356" y="239"/>
                      </a:cubicBezTo>
                      <a:cubicBezTo>
                        <a:pt x="356" y="239"/>
                        <a:pt x="356" y="239"/>
                        <a:pt x="356" y="239"/>
                      </a:cubicBezTo>
                      <a:cubicBezTo>
                        <a:pt x="356" y="239"/>
                        <a:pt x="356" y="239"/>
                        <a:pt x="356" y="240"/>
                      </a:cubicBezTo>
                      <a:cubicBezTo>
                        <a:pt x="356" y="240"/>
                        <a:pt x="356" y="240"/>
                        <a:pt x="356" y="240"/>
                      </a:cubicBezTo>
                      <a:cubicBezTo>
                        <a:pt x="357" y="239"/>
                        <a:pt x="357" y="239"/>
                        <a:pt x="357" y="239"/>
                      </a:cubicBezTo>
                      <a:cubicBezTo>
                        <a:pt x="357" y="239"/>
                        <a:pt x="357" y="239"/>
                        <a:pt x="357" y="239"/>
                      </a:cubicBezTo>
                      <a:cubicBezTo>
                        <a:pt x="357" y="239"/>
                        <a:pt x="357" y="239"/>
                        <a:pt x="357" y="239"/>
                      </a:cubicBezTo>
                      <a:close/>
                      <a:moveTo>
                        <a:pt x="361" y="244"/>
                      </a:moveTo>
                      <a:cubicBezTo>
                        <a:pt x="361" y="244"/>
                        <a:pt x="361" y="244"/>
                        <a:pt x="361" y="244"/>
                      </a:cubicBezTo>
                      <a:cubicBezTo>
                        <a:pt x="361" y="244"/>
                        <a:pt x="361" y="244"/>
                        <a:pt x="361" y="244"/>
                      </a:cubicBezTo>
                      <a:cubicBezTo>
                        <a:pt x="362" y="244"/>
                        <a:pt x="362" y="244"/>
                        <a:pt x="362" y="244"/>
                      </a:cubicBezTo>
                      <a:cubicBezTo>
                        <a:pt x="362" y="244"/>
                        <a:pt x="362" y="243"/>
                        <a:pt x="361" y="243"/>
                      </a:cubicBezTo>
                      <a:cubicBezTo>
                        <a:pt x="361" y="243"/>
                        <a:pt x="361" y="244"/>
                        <a:pt x="361" y="244"/>
                      </a:cubicBezTo>
                      <a:cubicBezTo>
                        <a:pt x="361" y="244"/>
                        <a:pt x="361" y="244"/>
                        <a:pt x="361" y="244"/>
                      </a:cubicBezTo>
                      <a:cubicBezTo>
                        <a:pt x="361" y="244"/>
                        <a:pt x="361" y="244"/>
                        <a:pt x="361" y="244"/>
                      </a:cubicBezTo>
                      <a:close/>
                      <a:moveTo>
                        <a:pt x="359" y="239"/>
                      </a:moveTo>
                      <a:cubicBezTo>
                        <a:pt x="359" y="239"/>
                        <a:pt x="359" y="239"/>
                        <a:pt x="359" y="239"/>
                      </a:cubicBezTo>
                      <a:cubicBezTo>
                        <a:pt x="358" y="239"/>
                        <a:pt x="359" y="239"/>
                        <a:pt x="359" y="239"/>
                      </a:cubicBezTo>
                      <a:cubicBezTo>
                        <a:pt x="359" y="240"/>
                        <a:pt x="359" y="240"/>
                        <a:pt x="359" y="240"/>
                      </a:cubicBezTo>
                      <a:cubicBezTo>
                        <a:pt x="359" y="240"/>
                        <a:pt x="359" y="239"/>
                        <a:pt x="359" y="239"/>
                      </a:cubicBezTo>
                      <a:cubicBezTo>
                        <a:pt x="359" y="239"/>
                        <a:pt x="359" y="239"/>
                        <a:pt x="359" y="239"/>
                      </a:cubicBezTo>
                      <a:cubicBezTo>
                        <a:pt x="359" y="239"/>
                        <a:pt x="359" y="239"/>
                        <a:pt x="359" y="239"/>
                      </a:cubicBezTo>
                      <a:cubicBezTo>
                        <a:pt x="359" y="239"/>
                        <a:pt x="359" y="239"/>
                        <a:pt x="359" y="239"/>
                      </a:cubicBezTo>
                      <a:close/>
                      <a:moveTo>
                        <a:pt x="344" y="210"/>
                      </a:moveTo>
                      <a:cubicBezTo>
                        <a:pt x="344" y="210"/>
                        <a:pt x="345" y="210"/>
                        <a:pt x="345" y="210"/>
                      </a:cubicBezTo>
                      <a:cubicBezTo>
                        <a:pt x="345" y="210"/>
                        <a:pt x="345" y="209"/>
                        <a:pt x="344" y="209"/>
                      </a:cubicBezTo>
                      <a:cubicBezTo>
                        <a:pt x="344" y="209"/>
                        <a:pt x="344" y="210"/>
                        <a:pt x="344" y="210"/>
                      </a:cubicBezTo>
                      <a:cubicBezTo>
                        <a:pt x="344" y="210"/>
                        <a:pt x="344" y="210"/>
                        <a:pt x="344" y="210"/>
                      </a:cubicBezTo>
                      <a:close/>
                      <a:moveTo>
                        <a:pt x="365" y="236"/>
                      </a:moveTo>
                      <a:cubicBezTo>
                        <a:pt x="364" y="236"/>
                        <a:pt x="364" y="237"/>
                        <a:pt x="364" y="237"/>
                      </a:cubicBezTo>
                      <a:cubicBezTo>
                        <a:pt x="364" y="237"/>
                        <a:pt x="364" y="237"/>
                        <a:pt x="365" y="237"/>
                      </a:cubicBezTo>
                      <a:cubicBezTo>
                        <a:pt x="365" y="237"/>
                        <a:pt x="365" y="237"/>
                        <a:pt x="365" y="237"/>
                      </a:cubicBezTo>
                      <a:cubicBezTo>
                        <a:pt x="365" y="237"/>
                        <a:pt x="365" y="236"/>
                        <a:pt x="365" y="236"/>
                      </a:cubicBezTo>
                      <a:close/>
                      <a:moveTo>
                        <a:pt x="347" y="217"/>
                      </a:moveTo>
                      <a:cubicBezTo>
                        <a:pt x="347" y="217"/>
                        <a:pt x="347" y="218"/>
                        <a:pt x="347" y="218"/>
                      </a:cubicBezTo>
                      <a:cubicBezTo>
                        <a:pt x="347" y="218"/>
                        <a:pt x="347" y="218"/>
                        <a:pt x="347" y="218"/>
                      </a:cubicBezTo>
                      <a:cubicBezTo>
                        <a:pt x="348" y="218"/>
                        <a:pt x="347" y="217"/>
                        <a:pt x="347" y="217"/>
                      </a:cubicBezTo>
                      <a:cubicBezTo>
                        <a:pt x="347" y="217"/>
                        <a:pt x="347" y="217"/>
                        <a:pt x="347" y="217"/>
                      </a:cubicBezTo>
                      <a:close/>
                      <a:moveTo>
                        <a:pt x="371" y="252"/>
                      </a:moveTo>
                      <a:cubicBezTo>
                        <a:pt x="371" y="251"/>
                        <a:pt x="371" y="251"/>
                        <a:pt x="371" y="251"/>
                      </a:cubicBezTo>
                      <a:cubicBezTo>
                        <a:pt x="371" y="251"/>
                        <a:pt x="371" y="251"/>
                        <a:pt x="371" y="251"/>
                      </a:cubicBezTo>
                      <a:cubicBezTo>
                        <a:pt x="371" y="251"/>
                        <a:pt x="371" y="251"/>
                        <a:pt x="371" y="251"/>
                      </a:cubicBezTo>
                      <a:cubicBezTo>
                        <a:pt x="371" y="251"/>
                        <a:pt x="371" y="251"/>
                        <a:pt x="372" y="250"/>
                      </a:cubicBezTo>
                      <a:cubicBezTo>
                        <a:pt x="372" y="250"/>
                        <a:pt x="372" y="250"/>
                        <a:pt x="371" y="250"/>
                      </a:cubicBezTo>
                      <a:cubicBezTo>
                        <a:pt x="371" y="250"/>
                        <a:pt x="371" y="250"/>
                        <a:pt x="371" y="250"/>
                      </a:cubicBezTo>
                      <a:cubicBezTo>
                        <a:pt x="371" y="250"/>
                        <a:pt x="371" y="250"/>
                        <a:pt x="371" y="250"/>
                      </a:cubicBezTo>
                      <a:cubicBezTo>
                        <a:pt x="372" y="250"/>
                        <a:pt x="371" y="249"/>
                        <a:pt x="371" y="249"/>
                      </a:cubicBezTo>
                      <a:cubicBezTo>
                        <a:pt x="371" y="249"/>
                        <a:pt x="371" y="249"/>
                        <a:pt x="371" y="249"/>
                      </a:cubicBezTo>
                      <a:cubicBezTo>
                        <a:pt x="371" y="249"/>
                        <a:pt x="371" y="250"/>
                        <a:pt x="371" y="250"/>
                      </a:cubicBezTo>
                      <a:cubicBezTo>
                        <a:pt x="370" y="250"/>
                        <a:pt x="370" y="250"/>
                        <a:pt x="370" y="250"/>
                      </a:cubicBezTo>
                      <a:cubicBezTo>
                        <a:pt x="370" y="250"/>
                        <a:pt x="370" y="250"/>
                        <a:pt x="370" y="250"/>
                      </a:cubicBezTo>
                      <a:cubicBezTo>
                        <a:pt x="370" y="250"/>
                        <a:pt x="370" y="250"/>
                        <a:pt x="370" y="250"/>
                      </a:cubicBezTo>
                      <a:cubicBezTo>
                        <a:pt x="370" y="250"/>
                        <a:pt x="370" y="250"/>
                        <a:pt x="370" y="249"/>
                      </a:cubicBezTo>
                      <a:cubicBezTo>
                        <a:pt x="370" y="249"/>
                        <a:pt x="370" y="249"/>
                        <a:pt x="370" y="249"/>
                      </a:cubicBezTo>
                      <a:cubicBezTo>
                        <a:pt x="371" y="249"/>
                        <a:pt x="371" y="249"/>
                        <a:pt x="371" y="249"/>
                      </a:cubicBezTo>
                      <a:cubicBezTo>
                        <a:pt x="371" y="248"/>
                        <a:pt x="371" y="248"/>
                        <a:pt x="371" y="248"/>
                      </a:cubicBezTo>
                      <a:cubicBezTo>
                        <a:pt x="371" y="248"/>
                        <a:pt x="371" y="248"/>
                        <a:pt x="371" y="248"/>
                      </a:cubicBezTo>
                      <a:cubicBezTo>
                        <a:pt x="371" y="249"/>
                        <a:pt x="371" y="249"/>
                        <a:pt x="371" y="248"/>
                      </a:cubicBezTo>
                      <a:cubicBezTo>
                        <a:pt x="371" y="248"/>
                        <a:pt x="371" y="248"/>
                        <a:pt x="371" y="248"/>
                      </a:cubicBezTo>
                      <a:cubicBezTo>
                        <a:pt x="371" y="248"/>
                        <a:pt x="371" y="248"/>
                        <a:pt x="371" y="248"/>
                      </a:cubicBezTo>
                      <a:cubicBezTo>
                        <a:pt x="371" y="248"/>
                        <a:pt x="371" y="248"/>
                        <a:pt x="371" y="248"/>
                      </a:cubicBezTo>
                      <a:cubicBezTo>
                        <a:pt x="372" y="247"/>
                        <a:pt x="372" y="247"/>
                        <a:pt x="371" y="247"/>
                      </a:cubicBezTo>
                      <a:cubicBezTo>
                        <a:pt x="371" y="246"/>
                        <a:pt x="371" y="246"/>
                        <a:pt x="371" y="246"/>
                      </a:cubicBezTo>
                      <a:cubicBezTo>
                        <a:pt x="371" y="246"/>
                        <a:pt x="371" y="246"/>
                        <a:pt x="371" y="247"/>
                      </a:cubicBezTo>
                      <a:cubicBezTo>
                        <a:pt x="371" y="247"/>
                        <a:pt x="371" y="247"/>
                        <a:pt x="370" y="247"/>
                      </a:cubicBezTo>
                      <a:cubicBezTo>
                        <a:pt x="370" y="247"/>
                        <a:pt x="370" y="247"/>
                        <a:pt x="370" y="247"/>
                      </a:cubicBezTo>
                      <a:cubicBezTo>
                        <a:pt x="370" y="247"/>
                        <a:pt x="370" y="247"/>
                        <a:pt x="370" y="247"/>
                      </a:cubicBezTo>
                      <a:cubicBezTo>
                        <a:pt x="370" y="247"/>
                        <a:pt x="370" y="247"/>
                        <a:pt x="369" y="247"/>
                      </a:cubicBezTo>
                      <a:cubicBezTo>
                        <a:pt x="369" y="247"/>
                        <a:pt x="369" y="247"/>
                        <a:pt x="369" y="248"/>
                      </a:cubicBezTo>
                      <a:cubicBezTo>
                        <a:pt x="369" y="248"/>
                        <a:pt x="369" y="248"/>
                        <a:pt x="369" y="248"/>
                      </a:cubicBezTo>
                      <a:cubicBezTo>
                        <a:pt x="369" y="247"/>
                        <a:pt x="369" y="247"/>
                        <a:pt x="369" y="247"/>
                      </a:cubicBezTo>
                      <a:cubicBezTo>
                        <a:pt x="369" y="247"/>
                        <a:pt x="369" y="247"/>
                        <a:pt x="369" y="247"/>
                      </a:cubicBezTo>
                      <a:cubicBezTo>
                        <a:pt x="369" y="246"/>
                        <a:pt x="370" y="247"/>
                        <a:pt x="370" y="247"/>
                      </a:cubicBezTo>
                      <a:cubicBezTo>
                        <a:pt x="370" y="247"/>
                        <a:pt x="370" y="247"/>
                        <a:pt x="371" y="246"/>
                      </a:cubicBezTo>
                      <a:cubicBezTo>
                        <a:pt x="371" y="246"/>
                        <a:pt x="371" y="246"/>
                        <a:pt x="371" y="246"/>
                      </a:cubicBezTo>
                      <a:cubicBezTo>
                        <a:pt x="370" y="246"/>
                        <a:pt x="370" y="246"/>
                        <a:pt x="370" y="246"/>
                      </a:cubicBezTo>
                      <a:cubicBezTo>
                        <a:pt x="370" y="246"/>
                        <a:pt x="370" y="245"/>
                        <a:pt x="370" y="245"/>
                      </a:cubicBezTo>
                      <a:cubicBezTo>
                        <a:pt x="370" y="245"/>
                        <a:pt x="370" y="245"/>
                        <a:pt x="370" y="245"/>
                      </a:cubicBezTo>
                      <a:cubicBezTo>
                        <a:pt x="370" y="245"/>
                        <a:pt x="369" y="245"/>
                        <a:pt x="369" y="245"/>
                      </a:cubicBezTo>
                      <a:cubicBezTo>
                        <a:pt x="369" y="245"/>
                        <a:pt x="369" y="245"/>
                        <a:pt x="369" y="245"/>
                      </a:cubicBezTo>
                      <a:cubicBezTo>
                        <a:pt x="369" y="245"/>
                        <a:pt x="369" y="246"/>
                        <a:pt x="369" y="246"/>
                      </a:cubicBezTo>
                      <a:cubicBezTo>
                        <a:pt x="369" y="245"/>
                        <a:pt x="369" y="245"/>
                        <a:pt x="369" y="245"/>
                      </a:cubicBezTo>
                      <a:cubicBezTo>
                        <a:pt x="369" y="245"/>
                        <a:pt x="368" y="245"/>
                        <a:pt x="368" y="245"/>
                      </a:cubicBezTo>
                      <a:cubicBezTo>
                        <a:pt x="368" y="244"/>
                        <a:pt x="369" y="245"/>
                        <a:pt x="369" y="244"/>
                      </a:cubicBezTo>
                      <a:cubicBezTo>
                        <a:pt x="369" y="244"/>
                        <a:pt x="369" y="244"/>
                        <a:pt x="369" y="244"/>
                      </a:cubicBezTo>
                      <a:cubicBezTo>
                        <a:pt x="369" y="244"/>
                        <a:pt x="369" y="244"/>
                        <a:pt x="369" y="244"/>
                      </a:cubicBezTo>
                      <a:cubicBezTo>
                        <a:pt x="369" y="244"/>
                        <a:pt x="369" y="244"/>
                        <a:pt x="369" y="244"/>
                      </a:cubicBezTo>
                      <a:cubicBezTo>
                        <a:pt x="369" y="244"/>
                        <a:pt x="369" y="244"/>
                        <a:pt x="368" y="244"/>
                      </a:cubicBezTo>
                      <a:cubicBezTo>
                        <a:pt x="368" y="244"/>
                        <a:pt x="368" y="244"/>
                        <a:pt x="368" y="244"/>
                      </a:cubicBezTo>
                      <a:cubicBezTo>
                        <a:pt x="368" y="244"/>
                        <a:pt x="368" y="244"/>
                        <a:pt x="368" y="244"/>
                      </a:cubicBezTo>
                      <a:cubicBezTo>
                        <a:pt x="367" y="244"/>
                        <a:pt x="367" y="244"/>
                        <a:pt x="367" y="245"/>
                      </a:cubicBezTo>
                      <a:cubicBezTo>
                        <a:pt x="367" y="244"/>
                        <a:pt x="367" y="244"/>
                        <a:pt x="367" y="244"/>
                      </a:cubicBezTo>
                      <a:cubicBezTo>
                        <a:pt x="367" y="244"/>
                        <a:pt x="367" y="244"/>
                        <a:pt x="368" y="244"/>
                      </a:cubicBezTo>
                      <a:cubicBezTo>
                        <a:pt x="368" y="244"/>
                        <a:pt x="368" y="244"/>
                        <a:pt x="368" y="243"/>
                      </a:cubicBezTo>
                      <a:cubicBezTo>
                        <a:pt x="368" y="243"/>
                        <a:pt x="368" y="243"/>
                        <a:pt x="368" y="243"/>
                      </a:cubicBezTo>
                      <a:cubicBezTo>
                        <a:pt x="368" y="243"/>
                        <a:pt x="368" y="243"/>
                        <a:pt x="368" y="243"/>
                      </a:cubicBezTo>
                      <a:cubicBezTo>
                        <a:pt x="368" y="242"/>
                        <a:pt x="368" y="242"/>
                        <a:pt x="368" y="243"/>
                      </a:cubicBezTo>
                      <a:cubicBezTo>
                        <a:pt x="368" y="243"/>
                        <a:pt x="368" y="243"/>
                        <a:pt x="368" y="243"/>
                      </a:cubicBezTo>
                      <a:cubicBezTo>
                        <a:pt x="368" y="243"/>
                        <a:pt x="368" y="243"/>
                        <a:pt x="369" y="243"/>
                      </a:cubicBezTo>
                      <a:cubicBezTo>
                        <a:pt x="369" y="243"/>
                        <a:pt x="370" y="244"/>
                        <a:pt x="370" y="244"/>
                      </a:cubicBezTo>
                      <a:cubicBezTo>
                        <a:pt x="370" y="244"/>
                        <a:pt x="370" y="244"/>
                        <a:pt x="370" y="244"/>
                      </a:cubicBezTo>
                      <a:cubicBezTo>
                        <a:pt x="370" y="244"/>
                        <a:pt x="370" y="244"/>
                        <a:pt x="370" y="244"/>
                      </a:cubicBezTo>
                      <a:cubicBezTo>
                        <a:pt x="370" y="244"/>
                        <a:pt x="370" y="244"/>
                        <a:pt x="370" y="243"/>
                      </a:cubicBezTo>
                      <a:cubicBezTo>
                        <a:pt x="370" y="243"/>
                        <a:pt x="369" y="243"/>
                        <a:pt x="369" y="243"/>
                      </a:cubicBezTo>
                      <a:cubicBezTo>
                        <a:pt x="369" y="242"/>
                        <a:pt x="369" y="242"/>
                        <a:pt x="369" y="242"/>
                      </a:cubicBezTo>
                      <a:cubicBezTo>
                        <a:pt x="369" y="242"/>
                        <a:pt x="369" y="242"/>
                        <a:pt x="369" y="242"/>
                      </a:cubicBezTo>
                      <a:cubicBezTo>
                        <a:pt x="369" y="242"/>
                        <a:pt x="369" y="242"/>
                        <a:pt x="369" y="242"/>
                      </a:cubicBezTo>
                      <a:cubicBezTo>
                        <a:pt x="369" y="242"/>
                        <a:pt x="369" y="242"/>
                        <a:pt x="368" y="242"/>
                      </a:cubicBezTo>
                      <a:cubicBezTo>
                        <a:pt x="369" y="242"/>
                        <a:pt x="368" y="242"/>
                        <a:pt x="368" y="242"/>
                      </a:cubicBezTo>
                      <a:cubicBezTo>
                        <a:pt x="368" y="242"/>
                        <a:pt x="368" y="242"/>
                        <a:pt x="368" y="241"/>
                      </a:cubicBezTo>
                      <a:cubicBezTo>
                        <a:pt x="368" y="241"/>
                        <a:pt x="368" y="241"/>
                        <a:pt x="368" y="241"/>
                      </a:cubicBezTo>
                      <a:cubicBezTo>
                        <a:pt x="368" y="241"/>
                        <a:pt x="368" y="241"/>
                        <a:pt x="368" y="241"/>
                      </a:cubicBezTo>
                      <a:cubicBezTo>
                        <a:pt x="368" y="241"/>
                        <a:pt x="368" y="241"/>
                        <a:pt x="368" y="241"/>
                      </a:cubicBezTo>
                      <a:cubicBezTo>
                        <a:pt x="368" y="240"/>
                        <a:pt x="368" y="240"/>
                        <a:pt x="368" y="240"/>
                      </a:cubicBezTo>
                      <a:cubicBezTo>
                        <a:pt x="368" y="240"/>
                        <a:pt x="368" y="239"/>
                        <a:pt x="367" y="239"/>
                      </a:cubicBezTo>
                      <a:cubicBezTo>
                        <a:pt x="367" y="239"/>
                        <a:pt x="367" y="239"/>
                        <a:pt x="367" y="239"/>
                      </a:cubicBezTo>
                      <a:cubicBezTo>
                        <a:pt x="367" y="239"/>
                        <a:pt x="367" y="239"/>
                        <a:pt x="367" y="239"/>
                      </a:cubicBezTo>
                      <a:cubicBezTo>
                        <a:pt x="367" y="238"/>
                        <a:pt x="367" y="238"/>
                        <a:pt x="367" y="238"/>
                      </a:cubicBezTo>
                      <a:cubicBezTo>
                        <a:pt x="366" y="238"/>
                        <a:pt x="366" y="238"/>
                        <a:pt x="366" y="238"/>
                      </a:cubicBezTo>
                      <a:cubicBezTo>
                        <a:pt x="366" y="238"/>
                        <a:pt x="365" y="237"/>
                        <a:pt x="365" y="237"/>
                      </a:cubicBezTo>
                      <a:cubicBezTo>
                        <a:pt x="365" y="237"/>
                        <a:pt x="365" y="237"/>
                        <a:pt x="364" y="237"/>
                      </a:cubicBezTo>
                      <a:cubicBezTo>
                        <a:pt x="364" y="237"/>
                        <a:pt x="364" y="237"/>
                        <a:pt x="364" y="237"/>
                      </a:cubicBezTo>
                      <a:cubicBezTo>
                        <a:pt x="364" y="237"/>
                        <a:pt x="364" y="237"/>
                        <a:pt x="364" y="236"/>
                      </a:cubicBezTo>
                      <a:cubicBezTo>
                        <a:pt x="364" y="237"/>
                        <a:pt x="364" y="237"/>
                        <a:pt x="364" y="236"/>
                      </a:cubicBezTo>
                      <a:cubicBezTo>
                        <a:pt x="364" y="236"/>
                        <a:pt x="365" y="236"/>
                        <a:pt x="364" y="236"/>
                      </a:cubicBezTo>
                      <a:cubicBezTo>
                        <a:pt x="364" y="236"/>
                        <a:pt x="364" y="235"/>
                        <a:pt x="364" y="235"/>
                      </a:cubicBezTo>
                      <a:cubicBezTo>
                        <a:pt x="364" y="235"/>
                        <a:pt x="364" y="235"/>
                        <a:pt x="364" y="235"/>
                      </a:cubicBezTo>
                      <a:cubicBezTo>
                        <a:pt x="364" y="235"/>
                        <a:pt x="364" y="234"/>
                        <a:pt x="364" y="234"/>
                      </a:cubicBezTo>
                      <a:cubicBezTo>
                        <a:pt x="364" y="234"/>
                        <a:pt x="364" y="234"/>
                        <a:pt x="363" y="234"/>
                      </a:cubicBezTo>
                      <a:cubicBezTo>
                        <a:pt x="363" y="234"/>
                        <a:pt x="363" y="234"/>
                        <a:pt x="363" y="234"/>
                      </a:cubicBezTo>
                      <a:cubicBezTo>
                        <a:pt x="363" y="234"/>
                        <a:pt x="363" y="234"/>
                        <a:pt x="363" y="234"/>
                      </a:cubicBezTo>
                      <a:cubicBezTo>
                        <a:pt x="363" y="234"/>
                        <a:pt x="363" y="234"/>
                        <a:pt x="363" y="234"/>
                      </a:cubicBezTo>
                      <a:cubicBezTo>
                        <a:pt x="363" y="234"/>
                        <a:pt x="363" y="235"/>
                        <a:pt x="363" y="235"/>
                      </a:cubicBezTo>
                      <a:cubicBezTo>
                        <a:pt x="362" y="235"/>
                        <a:pt x="362" y="234"/>
                        <a:pt x="362" y="234"/>
                      </a:cubicBezTo>
                      <a:cubicBezTo>
                        <a:pt x="362" y="234"/>
                        <a:pt x="363" y="234"/>
                        <a:pt x="363" y="234"/>
                      </a:cubicBezTo>
                      <a:cubicBezTo>
                        <a:pt x="363" y="234"/>
                        <a:pt x="363" y="234"/>
                        <a:pt x="362" y="234"/>
                      </a:cubicBezTo>
                      <a:cubicBezTo>
                        <a:pt x="362" y="234"/>
                        <a:pt x="362" y="234"/>
                        <a:pt x="362" y="234"/>
                      </a:cubicBezTo>
                      <a:cubicBezTo>
                        <a:pt x="362" y="234"/>
                        <a:pt x="361" y="234"/>
                        <a:pt x="361" y="234"/>
                      </a:cubicBezTo>
                      <a:cubicBezTo>
                        <a:pt x="361" y="234"/>
                        <a:pt x="361" y="234"/>
                        <a:pt x="361" y="234"/>
                      </a:cubicBezTo>
                      <a:cubicBezTo>
                        <a:pt x="361" y="234"/>
                        <a:pt x="361" y="234"/>
                        <a:pt x="361" y="234"/>
                      </a:cubicBezTo>
                      <a:cubicBezTo>
                        <a:pt x="361" y="234"/>
                        <a:pt x="360" y="234"/>
                        <a:pt x="360" y="234"/>
                      </a:cubicBezTo>
                      <a:cubicBezTo>
                        <a:pt x="360" y="234"/>
                        <a:pt x="360" y="234"/>
                        <a:pt x="360" y="234"/>
                      </a:cubicBezTo>
                      <a:cubicBezTo>
                        <a:pt x="361" y="234"/>
                        <a:pt x="361" y="234"/>
                        <a:pt x="361" y="234"/>
                      </a:cubicBezTo>
                      <a:cubicBezTo>
                        <a:pt x="360" y="235"/>
                        <a:pt x="361" y="235"/>
                        <a:pt x="361" y="235"/>
                      </a:cubicBezTo>
                      <a:cubicBezTo>
                        <a:pt x="361" y="235"/>
                        <a:pt x="361" y="236"/>
                        <a:pt x="361" y="236"/>
                      </a:cubicBezTo>
                      <a:cubicBezTo>
                        <a:pt x="361" y="236"/>
                        <a:pt x="361" y="236"/>
                        <a:pt x="361" y="236"/>
                      </a:cubicBezTo>
                      <a:cubicBezTo>
                        <a:pt x="362" y="236"/>
                        <a:pt x="362" y="236"/>
                        <a:pt x="362" y="236"/>
                      </a:cubicBezTo>
                      <a:cubicBezTo>
                        <a:pt x="362" y="236"/>
                        <a:pt x="362" y="236"/>
                        <a:pt x="362" y="236"/>
                      </a:cubicBezTo>
                      <a:cubicBezTo>
                        <a:pt x="361" y="236"/>
                        <a:pt x="361" y="236"/>
                        <a:pt x="361" y="236"/>
                      </a:cubicBezTo>
                      <a:cubicBezTo>
                        <a:pt x="361" y="236"/>
                        <a:pt x="361" y="236"/>
                        <a:pt x="361" y="236"/>
                      </a:cubicBezTo>
                      <a:cubicBezTo>
                        <a:pt x="361" y="236"/>
                        <a:pt x="361" y="237"/>
                        <a:pt x="361" y="237"/>
                      </a:cubicBezTo>
                      <a:cubicBezTo>
                        <a:pt x="361" y="237"/>
                        <a:pt x="361" y="237"/>
                        <a:pt x="361" y="237"/>
                      </a:cubicBezTo>
                      <a:cubicBezTo>
                        <a:pt x="361" y="237"/>
                        <a:pt x="361" y="237"/>
                        <a:pt x="361" y="237"/>
                      </a:cubicBezTo>
                      <a:cubicBezTo>
                        <a:pt x="361" y="237"/>
                        <a:pt x="361" y="237"/>
                        <a:pt x="361" y="237"/>
                      </a:cubicBezTo>
                      <a:cubicBezTo>
                        <a:pt x="361" y="237"/>
                        <a:pt x="361" y="237"/>
                        <a:pt x="361" y="237"/>
                      </a:cubicBezTo>
                      <a:cubicBezTo>
                        <a:pt x="361" y="237"/>
                        <a:pt x="360" y="237"/>
                        <a:pt x="360" y="237"/>
                      </a:cubicBezTo>
                      <a:cubicBezTo>
                        <a:pt x="360" y="237"/>
                        <a:pt x="360" y="238"/>
                        <a:pt x="360" y="238"/>
                      </a:cubicBezTo>
                      <a:cubicBezTo>
                        <a:pt x="360" y="238"/>
                        <a:pt x="360" y="238"/>
                        <a:pt x="359" y="238"/>
                      </a:cubicBezTo>
                      <a:cubicBezTo>
                        <a:pt x="359" y="239"/>
                        <a:pt x="360" y="239"/>
                        <a:pt x="360" y="239"/>
                      </a:cubicBezTo>
                      <a:cubicBezTo>
                        <a:pt x="360" y="239"/>
                        <a:pt x="360" y="239"/>
                        <a:pt x="360" y="239"/>
                      </a:cubicBezTo>
                      <a:cubicBezTo>
                        <a:pt x="360" y="238"/>
                        <a:pt x="361" y="238"/>
                        <a:pt x="361" y="238"/>
                      </a:cubicBezTo>
                      <a:cubicBezTo>
                        <a:pt x="361" y="238"/>
                        <a:pt x="361" y="238"/>
                        <a:pt x="361" y="238"/>
                      </a:cubicBezTo>
                      <a:cubicBezTo>
                        <a:pt x="361" y="238"/>
                        <a:pt x="361" y="237"/>
                        <a:pt x="362" y="238"/>
                      </a:cubicBezTo>
                      <a:cubicBezTo>
                        <a:pt x="362" y="238"/>
                        <a:pt x="362" y="238"/>
                        <a:pt x="362" y="237"/>
                      </a:cubicBezTo>
                      <a:cubicBezTo>
                        <a:pt x="362" y="237"/>
                        <a:pt x="362" y="238"/>
                        <a:pt x="362" y="238"/>
                      </a:cubicBezTo>
                      <a:cubicBezTo>
                        <a:pt x="362" y="238"/>
                        <a:pt x="362" y="238"/>
                        <a:pt x="362" y="238"/>
                      </a:cubicBezTo>
                      <a:cubicBezTo>
                        <a:pt x="362" y="238"/>
                        <a:pt x="362" y="238"/>
                        <a:pt x="362" y="238"/>
                      </a:cubicBezTo>
                      <a:cubicBezTo>
                        <a:pt x="362" y="238"/>
                        <a:pt x="362" y="238"/>
                        <a:pt x="362" y="238"/>
                      </a:cubicBezTo>
                      <a:cubicBezTo>
                        <a:pt x="362" y="238"/>
                        <a:pt x="361" y="238"/>
                        <a:pt x="362" y="238"/>
                      </a:cubicBezTo>
                      <a:cubicBezTo>
                        <a:pt x="362" y="238"/>
                        <a:pt x="362" y="239"/>
                        <a:pt x="362" y="239"/>
                      </a:cubicBezTo>
                      <a:cubicBezTo>
                        <a:pt x="362" y="239"/>
                        <a:pt x="362" y="239"/>
                        <a:pt x="362" y="239"/>
                      </a:cubicBezTo>
                      <a:cubicBezTo>
                        <a:pt x="362" y="239"/>
                        <a:pt x="362" y="238"/>
                        <a:pt x="362" y="238"/>
                      </a:cubicBezTo>
                      <a:cubicBezTo>
                        <a:pt x="363" y="238"/>
                        <a:pt x="363" y="237"/>
                        <a:pt x="363" y="237"/>
                      </a:cubicBezTo>
                      <a:cubicBezTo>
                        <a:pt x="363" y="237"/>
                        <a:pt x="363" y="237"/>
                        <a:pt x="363" y="237"/>
                      </a:cubicBezTo>
                      <a:cubicBezTo>
                        <a:pt x="363" y="236"/>
                        <a:pt x="363" y="236"/>
                        <a:pt x="362" y="236"/>
                      </a:cubicBezTo>
                      <a:cubicBezTo>
                        <a:pt x="362" y="236"/>
                        <a:pt x="363" y="236"/>
                        <a:pt x="363" y="236"/>
                      </a:cubicBezTo>
                      <a:cubicBezTo>
                        <a:pt x="363" y="236"/>
                        <a:pt x="363" y="236"/>
                        <a:pt x="363" y="236"/>
                      </a:cubicBezTo>
                      <a:cubicBezTo>
                        <a:pt x="363" y="237"/>
                        <a:pt x="363" y="237"/>
                        <a:pt x="363" y="237"/>
                      </a:cubicBezTo>
                      <a:cubicBezTo>
                        <a:pt x="363" y="237"/>
                        <a:pt x="363" y="238"/>
                        <a:pt x="363" y="238"/>
                      </a:cubicBezTo>
                      <a:cubicBezTo>
                        <a:pt x="363" y="238"/>
                        <a:pt x="363" y="239"/>
                        <a:pt x="363" y="239"/>
                      </a:cubicBezTo>
                      <a:cubicBezTo>
                        <a:pt x="363" y="239"/>
                        <a:pt x="363" y="239"/>
                        <a:pt x="363" y="239"/>
                      </a:cubicBezTo>
                      <a:cubicBezTo>
                        <a:pt x="364" y="239"/>
                        <a:pt x="364" y="239"/>
                        <a:pt x="364" y="239"/>
                      </a:cubicBezTo>
                      <a:cubicBezTo>
                        <a:pt x="364" y="239"/>
                        <a:pt x="364" y="239"/>
                        <a:pt x="364" y="239"/>
                      </a:cubicBezTo>
                      <a:cubicBezTo>
                        <a:pt x="364" y="239"/>
                        <a:pt x="364" y="239"/>
                        <a:pt x="364" y="239"/>
                      </a:cubicBezTo>
                      <a:cubicBezTo>
                        <a:pt x="364" y="239"/>
                        <a:pt x="364" y="239"/>
                        <a:pt x="364" y="240"/>
                      </a:cubicBezTo>
                      <a:cubicBezTo>
                        <a:pt x="364" y="240"/>
                        <a:pt x="364" y="240"/>
                        <a:pt x="363" y="240"/>
                      </a:cubicBezTo>
                      <a:cubicBezTo>
                        <a:pt x="363" y="240"/>
                        <a:pt x="363" y="240"/>
                        <a:pt x="363" y="240"/>
                      </a:cubicBezTo>
                      <a:cubicBezTo>
                        <a:pt x="363" y="241"/>
                        <a:pt x="363" y="241"/>
                        <a:pt x="363" y="241"/>
                      </a:cubicBezTo>
                      <a:cubicBezTo>
                        <a:pt x="363" y="241"/>
                        <a:pt x="363" y="241"/>
                        <a:pt x="362" y="241"/>
                      </a:cubicBezTo>
                      <a:cubicBezTo>
                        <a:pt x="362" y="241"/>
                        <a:pt x="362" y="241"/>
                        <a:pt x="362" y="241"/>
                      </a:cubicBezTo>
                      <a:cubicBezTo>
                        <a:pt x="362" y="242"/>
                        <a:pt x="362" y="242"/>
                        <a:pt x="363" y="243"/>
                      </a:cubicBezTo>
                      <a:cubicBezTo>
                        <a:pt x="363" y="243"/>
                        <a:pt x="363" y="243"/>
                        <a:pt x="363" y="243"/>
                      </a:cubicBezTo>
                      <a:cubicBezTo>
                        <a:pt x="363" y="243"/>
                        <a:pt x="364" y="243"/>
                        <a:pt x="364" y="242"/>
                      </a:cubicBezTo>
                      <a:cubicBezTo>
                        <a:pt x="364" y="242"/>
                        <a:pt x="364" y="242"/>
                        <a:pt x="364" y="242"/>
                      </a:cubicBezTo>
                      <a:cubicBezTo>
                        <a:pt x="364" y="242"/>
                        <a:pt x="364" y="242"/>
                        <a:pt x="364" y="242"/>
                      </a:cubicBezTo>
                      <a:cubicBezTo>
                        <a:pt x="364" y="242"/>
                        <a:pt x="364" y="242"/>
                        <a:pt x="364" y="242"/>
                      </a:cubicBezTo>
                      <a:cubicBezTo>
                        <a:pt x="364" y="243"/>
                        <a:pt x="364" y="243"/>
                        <a:pt x="364" y="243"/>
                      </a:cubicBezTo>
                      <a:cubicBezTo>
                        <a:pt x="364" y="243"/>
                        <a:pt x="364" y="244"/>
                        <a:pt x="364" y="244"/>
                      </a:cubicBezTo>
                      <a:cubicBezTo>
                        <a:pt x="364" y="244"/>
                        <a:pt x="364" y="244"/>
                        <a:pt x="364" y="244"/>
                      </a:cubicBezTo>
                      <a:cubicBezTo>
                        <a:pt x="365" y="244"/>
                        <a:pt x="365" y="244"/>
                        <a:pt x="365" y="244"/>
                      </a:cubicBezTo>
                      <a:cubicBezTo>
                        <a:pt x="365" y="244"/>
                        <a:pt x="364" y="244"/>
                        <a:pt x="364" y="245"/>
                      </a:cubicBezTo>
                      <a:cubicBezTo>
                        <a:pt x="364" y="245"/>
                        <a:pt x="365" y="245"/>
                        <a:pt x="365" y="245"/>
                      </a:cubicBezTo>
                      <a:cubicBezTo>
                        <a:pt x="365" y="245"/>
                        <a:pt x="365" y="245"/>
                        <a:pt x="365" y="245"/>
                      </a:cubicBezTo>
                      <a:cubicBezTo>
                        <a:pt x="365" y="245"/>
                        <a:pt x="365" y="245"/>
                        <a:pt x="365" y="245"/>
                      </a:cubicBezTo>
                      <a:cubicBezTo>
                        <a:pt x="365" y="245"/>
                        <a:pt x="365" y="246"/>
                        <a:pt x="364" y="245"/>
                      </a:cubicBezTo>
                      <a:cubicBezTo>
                        <a:pt x="364" y="245"/>
                        <a:pt x="364" y="245"/>
                        <a:pt x="364" y="245"/>
                      </a:cubicBezTo>
                      <a:cubicBezTo>
                        <a:pt x="364" y="245"/>
                        <a:pt x="364" y="245"/>
                        <a:pt x="364" y="245"/>
                      </a:cubicBezTo>
                      <a:cubicBezTo>
                        <a:pt x="363" y="245"/>
                        <a:pt x="363" y="245"/>
                        <a:pt x="363" y="245"/>
                      </a:cubicBezTo>
                      <a:cubicBezTo>
                        <a:pt x="363" y="246"/>
                        <a:pt x="363" y="246"/>
                        <a:pt x="363" y="246"/>
                      </a:cubicBezTo>
                      <a:cubicBezTo>
                        <a:pt x="364" y="246"/>
                        <a:pt x="364" y="246"/>
                        <a:pt x="365" y="246"/>
                      </a:cubicBezTo>
                      <a:cubicBezTo>
                        <a:pt x="365" y="246"/>
                        <a:pt x="365" y="246"/>
                        <a:pt x="365" y="246"/>
                      </a:cubicBezTo>
                      <a:cubicBezTo>
                        <a:pt x="365" y="246"/>
                        <a:pt x="365" y="246"/>
                        <a:pt x="365" y="247"/>
                      </a:cubicBezTo>
                      <a:cubicBezTo>
                        <a:pt x="365" y="247"/>
                        <a:pt x="365" y="247"/>
                        <a:pt x="365" y="247"/>
                      </a:cubicBezTo>
                      <a:cubicBezTo>
                        <a:pt x="365" y="247"/>
                        <a:pt x="364" y="247"/>
                        <a:pt x="365" y="247"/>
                      </a:cubicBezTo>
                      <a:cubicBezTo>
                        <a:pt x="365" y="247"/>
                        <a:pt x="365" y="247"/>
                        <a:pt x="365" y="247"/>
                      </a:cubicBezTo>
                      <a:cubicBezTo>
                        <a:pt x="365" y="247"/>
                        <a:pt x="365" y="247"/>
                        <a:pt x="365" y="247"/>
                      </a:cubicBezTo>
                      <a:cubicBezTo>
                        <a:pt x="365" y="247"/>
                        <a:pt x="365" y="247"/>
                        <a:pt x="365" y="247"/>
                      </a:cubicBezTo>
                      <a:cubicBezTo>
                        <a:pt x="365" y="247"/>
                        <a:pt x="365" y="247"/>
                        <a:pt x="365" y="247"/>
                      </a:cubicBezTo>
                      <a:cubicBezTo>
                        <a:pt x="365" y="247"/>
                        <a:pt x="366" y="247"/>
                        <a:pt x="366" y="247"/>
                      </a:cubicBezTo>
                      <a:cubicBezTo>
                        <a:pt x="365" y="247"/>
                        <a:pt x="365" y="247"/>
                        <a:pt x="365" y="247"/>
                      </a:cubicBezTo>
                      <a:cubicBezTo>
                        <a:pt x="366" y="247"/>
                        <a:pt x="366" y="247"/>
                        <a:pt x="366" y="246"/>
                      </a:cubicBezTo>
                      <a:cubicBezTo>
                        <a:pt x="366" y="247"/>
                        <a:pt x="366" y="247"/>
                        <a:pt x="366" y="247"/>
                      </a:cubicBezTo>
                      <a:cubicBezTo>
                        <a:pt x="366" y="247"/>
                        <a:pt x="366" y="247"/>
                        <a:pt x="366" y="247"/>
                      </a:cubicBezTo>
                      <a:cubicBezTo>
                        <a:pt x="366" y="247"/>
                        <a:pt x="366" y="248"/>
                        <a:pt x="367" y="248"/>
                      </a:cubicBezTo>
                      <a:cubicBezTo>
                        <a:pt x="367" y="248"/>
                        <a:pt x="367" y="248"/>
                        <a:pt x="367" y="248"/>
                      </a:cubicBezTo>
                      <a:cubicBezTo>
                        <a:pt x="367" y="248"/>
                        <a:pt x="367" y="247"/>
                        <a:pt x="367" y="247"/>
                      </a:cubicBezTo>
                      <a:cubicBezTo>
                        <a:pt x="367" y="247"/>
                        <a:pt x="367" y="247"/>
                        <a:pt x="367" y="247"/>
                      </a:cubicBezTo>
                      <a:cubicBezTo>
                        <a:pt x="367" y="247"/>
                        <a:pt x="367" y="246"/>
                        <a:pt x="367" y="246"/>
                      </a:cubicBezTo>
                      <a:cubicBezTo>
                        <a:pt x="367" y="247"/>
                        <a:pt x="367" y="247"/>
                        <a:pt x="367" y="247"/>
                      </a:cubicBezTo>
                      <a:cubicBezTo>
                        <a:pt x="368" y="247"/>
                        <a:pt x="368" y="248"/>
                        <a:pt x="367" y="248"/>
                      </a:cubicBezTo>
                      <a:cubicBezTo>
                        <a:pt x="367" y="248"/>
                        <a:pt x="367" y="248"/>
                        <a:pt x="367" y="249"/>
                      </a:cubicBezTo>
                      <a:cubicBezTo>
                        <a:pt x="367" y="248"/>
                        <a:pt x="367" y="248"/>
                        <a:pt x="368" y="248"/>
                      </a:cubicBezTo>
                      <a:cubicBezTo>
                        <a:pt x="368" y="248"/>
                        <a:pt x="368" y="248"/>
                        <a:pt x="368" y="249"/>
                      </a:cubicBezTo>
                      <a:cubicBezTo>
                        <a:pt x="368" y="249"/>
                        <a:pt x="368" y="249"/>
                        <a:pt x="368" y="249"/>
                      </a:cubicBezTo>
                      <a:cubicBezTo>
                        <a:pt x="368" y="249"/>
                        <a:pt x="368" y="249"/>
                        <a:pt x="368" y="249"/>
                      </a:cubicBezTo>
                      <a:cubicBezTo>
                        <a:pt x="368" y="249"/>
                        <a:pt x="368" y="249"/>
                        <a:pt x="368" y="249"/>
                      </a:cubicBezTo>
                      <a:cubicBezTo>
                        <a:pt x="368" y="249"/>
                        <a:pt x="368" y="249"/>
                        <a:pt x="367" y="249"/>
                      </a:cubicBezTo>
                      <a:cubicBezTo>
                        <a:pt x="368" y="249"/>
                        <a:pt x="368" y="250"/>
                        <a:pt x="368" y="250"/>
                      </a:cubicBezTo>
                      <a:cubicBezTo>
                        <a:pt x="368" y="250"/>
                        <a:pt x="368" y="250"/>
                        <a:pt x="368" y="250"/>
                      </a:cubicBezTo>
                      <a:cubicBezTo>
                        <a:pt x="368" y="250"/>
                        <a:pt x="367" y="250"/>
                        <a:pt x="368" y="250"/>
                      </a:cubicBezTo>
                      <a:cubicBezTo>
                        <a:pt x="368" y="250"/>
                        <a:pt x="368" y="250"/>
                        <a:pt x="368" y="250"/>
                      </a:cubicBezTo>
                      <a:cubicBezTo>
                        <a:pt x="368" y="250"/>
                        <a:pt x="368" y="250"/>
                        <a:pt x="368" y="250"/>
                      </a:cubicBezTo>
                      <a:cubicBezTo>
                        <a:pt x="368" y="250"/>
                        <a:pt x="368" y="250"/>
                        <a:pt x="368" y="250"/>
                      </a:cubicBezTo>
                      <a:cubicBezTo>
                        <a:pt x="368" y="250"/>
                        <a:pt x="368" y="250"/>
                        <a:pt x="368" y="251"/>
                      </a:cubicBezTo>
                      <a:cubicBezTo>
                        <a:pt x="368" y="251"/>
                        <a:pt x="368" y="251"/>
                        <a:pt x="368" y="251"/>
                      </a:cubicBezTo>
                      <a:cubicBezTo>
                        <a:pt x="368" y="251"/>
                        <a:pt x="369" y="250"/>
                        <a:pt x="369" y="250"/>
                      </a:cubicBezTo>
                      <a:cubicBezTo>
                        <a:pt x="369" y="250"/>
                        <a:pt x="369" y="249"/>
                        <a:pt x="369" y="249"/>
                      </a:cubicBezTo>
                      <a:cubicBezTo>
                        <a:pt x="369" y="249"/>
                        <a:pt x="369" y="249"/>
                        <a:pt x="369" y="249"/>
                      </a:cubicBezTo>
                      <a:cubicBezTo>
                        <a:pt x="369" y="249"/>
                        <a:pt x="369" y="250"/>
                        <a:pt x="369" y="250"/>
                      </a:cubicBezTo>
                      <a:cubicBezTo>
                        <a:pt x="369" y="250"/>
                        <a:pt x="369" y="250"/>
                        <a:pt x="369" y="250"/>
                      </a:cubicBezTo>
                      <a:cubicBezTo>
                        <a:pt x="369" y="250"/>
                        <a:pt x="369" y="250"/>
                        <a:pt x="369" y="250"/>
                      </a:cubicBezTo>
                      <a:cubicBezTo>
                        <a:pt x="369" y="250"/>
                        <a:pt x="369" y="250"/>
                        <a:pt x="369" y="250"/>
                      </a:cubicBezTo>
                      <a:cubicBezTo>
                        <a:pt x="369" y="251"/>
                        <a:pt x="369" y="251"/>
                        <a:pt x="369" y="251"/>
                      </a:cubicBezTo>
                      <a:cubicBezTo>
                        <a:pt x="369" y="251"/>
                        <a:pt x="369" y="252"/>
                        <a:pt x="369" y="252"/>
                      </a:cubicBezTo>
                      <a:cubicBezTo>
                        <a:pt x="369" y="252"/>
                        <a:pt x="369" y="252"/>
                        <a:pt x="369" y="252"/>
                      </a:cubicBezTo>
                      <a:cubicBezTo>
                        <a:pt x="369" y="252"/>
                        <a:pt x="369" y="253"/>
                        <a:pt x="369" y="253"/>
                      </a:cubicBezTo>
                      <a:cubicBezTo>
                        <a:pt x="370" y="253"/>
                        <a:pt x="370" y="253"/>
                        <a:pt x="370" y="252"/>
                      </a:cubicBezTo>
                      <a:cubicBezTo>
                        <a:pt x="370" y="253"/>
                        <a:pt x="370" y="253"/>
                        <a:pt x="370" y="253"/>
                      </a:cubicBezTo>
                      <a:cubicBezTo>
                        <a:pt x="370" y="253"/>
                        <a:pt x="370" y="253"/>
                        <a:pt x="370" y="253"/>
                      </a:cubicBezTo>
                      <a:cubicBezTo>
                        <a:pt x="371" y="253"/>
                        <a:pt x="370" y="253"/>
                        <a:pt x="370" y="253"/>
                      </a:cubicBezTo>
                      <a:cubicBezTo>
                        <a:pt x="371" y="253"/>
                        <a:pt x="371" y="253"/>
                        <a:pt x="371" y="253"/>
                      </a:cubicBezTo>
                      <a:cubicBezTo>
                        <a:pt x="371" y="253"/>
                        <a:pt x="371" y="253"/>
                        <a:pt x="371" y="253"/>
                      </a:cubicBezTo>
                      <a:cubicBezTo>
                        <a:pt x="371" y="253"/>
                        <a:pt x="371" y="253"/>
                        <a:pt x="371" y="252"/>
                      </a:cubicBezTo>
                      <a:cubicBezTo>
                        <a:pt x="371" y="252"/>
                        <a:pt x="371" y="252"/>
                        <a:pt x="371" y="252"/>
                      </a:cubicBezTo>
                      <a:cubicBezTo>
                        <a:pt x="371" y="252"/>
                        <a:pt x="371" y="252"/>
                        <a:pt x="371" y="252"/>
                      </a:cubicBezTo>
                      <a:cubicBezTo>
                        <a:pt x="371" y="252"/>
                        <a:pt x="371" y="252"/>
                        <a:pt x="371" y="252"/>
                      </a:cubicBezTo>
                      <a:cubicBezTo>
                        <a:pt x="371" y="252"/>
                        <a:pt x="371" y="252"/>
                        <a:pt x="372" y="252"/>
                      </a:cubicBezTo>
                      <a:cubicBezTo>
                        <a:pt x="372" y="252"/>
                        <a:pt x="372" y="252"/>
                        <a:pt x="371" y="252"/>
                      </a:cubicBezTo>
                      <a:close/>
                      <a:moveTo>
                        <a:pt x="363" y="245"/>
                      </a:moveTo>
                      <a:cubicBezTo>
                        <a:pt x="363" y="245"/>
                        <a:pt x="363" y="245"/>
                        <a:pt x="363" y="244"/>
                      </a:cubicBezTo>
                      <a:cubicBezTo>
                        <a:pt x="363" y="244"/>
                        <a:pt x="363" y="244"/>
                        <a:pt x="363" y="244"/>
                      </a:cubicBezTo>
                      <a:cubicBezTo>
                        <a:pt x="363" y="244"/>
                        <a:pt x="363" y="244"/>
                        <a:pt x="363" y="245"/>
                      </a:cubicBezTo>
                      <a:cubicBezTo>
                        <a:pt x="363" y="245"/>
                        <a:pt x="363" y="245"/>
                        <a:pt x="363" y="245"/>
                      </a:cubicBezTo>
                      <a:close/>
                      <a:moveTo>
                        <a:pt x="343" y="210"/>
                      </a:moveTo>
                      <a:cubicBezTo>
                        <a:pt x="343" y="210"/>
                        <a:pt x="343" y="210"/>
                        <a:pt x="343" y="210"/>
                      </a:cubicBezTo>
                      <a:cubicBezTo>
                        <a:pt x="343" y="210"/>
                        <a:pt x="343" y="210"/>
                        <a:pt x="343" y="210"/>
                      </a:cubicBezTo>
                      <a:cubicBezTo>
                        <a:pt x="343" y="210"/>
                        <a:pt x="342" y="210"/>
                        <a:pt x="342" y="210"/>
                      </a:cubicBezTo>
                      <a:cubicBezTo>
                        <a:pt x="342" y="210"/>
                        <a:pt x="343" y="210"/>
                        <a:pt x="343" y="210"/>
                      </a:cubicBezTo>
                      <a:close/>
                      <a:moveTo>
                        <a:pt x="365" y="235"/>
                      </a:moveTo>
                      <a:cubicBezTo>
                        <a:pt x="365" y="235"/>
                        <a:pt x="365" y="235"/>
                        <a:pt x="365" y="235"/>
                      </a:cubicBezTo>
                      <a:cubicBezTo>
                        <a:pt x="365" y="235"/>
                        <a:pt x="365" y="235"/>
                        <a:pt x="365" y="235"/>
                      </a:cubicBezTo>
                      <a:cubicBezTo>
                        <a:pt x="365" y="235"/>
                        <a:pt x="365" y="235"/>
                        <a:pt x="365" y="235"/>
                      </a:cubicBezTo>
                      <a:cubicBezTo>
                        <a:pt x="365" y="235"/>
                        <a:pt x="365" y="235"/>
                        <a:pt x="365" y="235"/>
                      </a:cubicBezTo>
                      <a:close/>
                      <a:moveTo>
                        <a:pt x="365" y="236"/>
                      </a:moveTo>
                      <a:cubicBezTo>
                        <a:pt x="365" y="236"/>
                        <a:pt x="365" y="236"/>
                        <a:pt x="366" y="236"/>
                      </a:cubicBezTo>
                      <a:cubicBezTo>
                        <a:pt x="366" y="236"/>
                        <a:pt x="366" y="236"/>
                        <a:pt x="366" y="236"/>
                      </a:cubicBezTo>
                      <a:cubicBezTo>
                        <a:pt x="366" y="236"/>
                        <a:pt x="366" y="236"/>
                        <a:pt x="365" y="236"/>
                      </a:cubicBezTo>
                      <a:cubicBezTo>
                        <a:pt x="365" y="236"/>
                        <a:pt x="365" y="236"/>
                        <a:pt x="365" y="236"/>
                      </a:cubicBezTo>
                      <a:close/>
                      <a:moveTo>
                        <a:pt x="361" y="242"/>
                      </a:moveTo>
                      <a:cubicBezTo>
                        <a:pt x="361" y="242"/>
                        <a:pt x="361" y="242"/>
                        <a:pt x="361" y="242"/>
                      </a:cubicBezTo>
                      <a:cubicBezTo>
                        <a:pt x="361" y="242"/>
                        <a:pt x="361" y="242"/>
                        <a:pt x="361" y="242"/>
                      </a:cubicBezTo>
                      <a:cubicBezTo>
                        <a:pt x="361" y="242"/>
                        <a:pt x="361" y="242"/>
                        <a:pt x="361" y="242"/>
                      </a:cubicBezTo>
                      <a:cubicBezTo>
                        <a:pt x="361" y="242"/>
                        <a:pt x="361" y="242"/>
                        <a:pt x="361" y="242"/>
                      </a:cubicBezTo>
                      <a:cubicBezTo>
                        <a:pt x="361" y="242"/>
                        <a:pt x="361" y="242"/>
                        <a:pt x="361" y="242"/>
                      </a:cubicBezTo>
                      <a:close/>
                      <a:moveTo>
                        <a:pt x="360" y="232"/>
                      </a:moveTo>
                      <a:cubicBezTo>
                        <a:pt x="360" y="232"/>
                        <a:pt x="359" y="232"/>
                        <a:pt x="359" y="232"/>
                      </a:cubicBezTo>
                      <a:cubicBezTo>
                        <a:pt x="359" y="232"/>
                        <a:pt x="359" y="232"/>
                        <a:pt x="359" y="232"/>
                      </a:cubicBezTo>
                      <a:cubicBezTo>
                        <a:pt x="360" y="232"/>
                        <a:pt x="360" y="232"/>
                        <a:pt x="360" y="232"/>
                      </a:cubicBezTo>
                      <a:close/>
                      <a:moveTo>
                        <a:pt x="362" y="245"/>
                      </a:moveTo>
                      <a:cubicBezTo>
                        <a:pt x="362" y="245"/>
                        <a:pt x="362" y="245"/>
                        <a:pt x="362" y="245"/>
                      </a:cubicBezTo>
                      <a:cubicBezTo>
                        <a:pt x="362" y="245"/>
                        <a:pt x="362" y="245"/>
                        <a:pt x="362" y="245"/>
                      </a:cubicBezTo>
                      <a:cubicBezTo>
                        <a:pt x="362" y="245"/>
                        <a:pt x="362" y="245"/>
                        <a:pt x="362" y="245"/>
                      </a:cubicBezTo>
                      <a:cubicBezTo>
                        <a:pt x="362" y="245"/>
                        <a:pt x="362" y="245"/>
                        <a:pt x="362" y="245"/>
                      </a:cubicBezTo>
                      <a:cubicBezTo>
                        <a:pt x="362" y="245"/>
                        <a:pt x="362" y="245"/>
                        <a:pt x="362" y="245"/>
                      </a:cubicBezTo>
                      <a:close/>
                      <a:moveTo>
                        <a:pt x="367" y="232"/>
                      </a:moveTo>
                      <a:cubicBezTo>
                        <a:pt x="367" y="232"/>
                        <a:pt x="367" y="232"/>
                        <a:pt x="367" y="232"/>
                      </a:cubicBezTo>
                      <a:cubicBezTo>
                        <a:pt x="367" y="232"/>
                        <a:pt x="368" y="232"/>
                        <a:pt x="368" y="232"/>
                      </a:cubicBezTo>
                      <a:cubicBezTo>
                        <a:pt x="368" y="232"/>
                        <a:pt x="367" y="232"/>
                        <a:pt x="367" y="232"/>
                      </a:cubicBezTo>
                      <a:cubicBezTo>
                        <a:pt x="367" y="232"/>
                        <a:pt x="367" y="232"/>
                        <a:pt x="367" y="232"/>
                      </a:cubicBezTo>
                      <a:close/>
                      <a:moveTo>
                        <a:pt x="368" y="231"/>
                      </a:moveTo>
                      <a:cubicBezTo>
                        <a:pt x="368" y="231"/>
                        <a:pt x="368" y="231"/>
                        <a:pt x="368" y="231"/>
                      </a:cubicBezTo>
                      <a:cubicBezTo>
                        <a:pt x="368" y="231"/>
                        <a:pt x="368" y="231"/>
                        <a:pt x="368" y="231"/>
                      </a:cubicBezTo>
                      <a:cubicBezTo>
                        <a:pt x="368" y="231"/>
                        <a:pt x="368" y="231"/>
                        <a:pt x="368" y="231"/>
                      </a:cubicBezTo>
                      <a:close/>
                      <a:moveTo>
                        <a:pt x="361" y="236"/>
                      </a:moveTo>
                      <a:cubicBezTo>
                        <a:pt x="361" y="236"/>
                        <a:pt x="361" y="236"/>
                        <a:pt x="361" y="236"/>
                      </a:cubicBezTo>
                      <a:cubicBezTo>
                        <a:pt x="361" y="236"/>
                        <a:pt x="361" y="236"/>
                        <a:pt x="361" y="236"/>
                      </a:cubicBezTo>
                      <a:cubicBezTo>
                        <a:pt x="361" y="236"/>
                        <a:pt x="361" y="236"/>
                        <a:pt x="361" y="236"/>
                      </a:cubicBezTo>
                      <a:close/>
                      <a:moveTo>
                        <a:pt x="363" y="239"/>
                      </a:moveTo>
                      <a:cubicBezTo>
                        <a:pt x="363" y="239"/>
                        <a:pt x="363" y="239"/>
                        <a:pt x="363" y="238"/>
                      </a:cubicBezTo>
                      <a:cubicBezTo>
                        <a:pt x="363" y="239"/>
                        <a:pt x="362" y="239"/>
                        <a:pt x="363" y="239"/>
                      </a:cubicBezTo>
                      <a:close/>
                      <a:moveTo>
                        <a:pt x="368" y="232"/>
                      </a:moveTo>
                      <a:cubicBezTo>
                        <a:pt x="368" y="232"/>
                        <a:pt x="368" y="232"/>
                        <a:pt x="367" y="232"/>
                      </a:cubicBezTo>
                      <a:cubicBezTo>
                        <a:pt x="367" y="232"/>
                        <a:pt x="367" y="232"/>
                        <a:pt x="367" y="232"/>
                      </a:cubicBezTo>
                      <a:cubicBezTo>
                        <a:pt x="367" y="232"/>
                        <a:pt x="367" y="232"/>
                        <a:pt x="368" y="232"/>
                      </a:cubicBezTo>
                      <a:cubicBezTo>
                        <a:pt x="368" y="232"/>
                        <a:pt x="368" y="232"/>
                        <a:pt x="368" y="232"/>
                      </a:cubicBezTo>
                      <a:close/>
                      <a:moveTo>
                        <a:pt x="365" y="235"/>
                      </a:moveTo>
                      <a:cubicBezTo>
                        <a:pt x="365" y="235"/>
                        <a:pt x="365" y="235"/>
                        <a:pt x="365" y="235"/>
                      </a:cubicBezTo>
                      <a:cubicBezTo>
                        <a:pt x="365" y="235"/>
                        <a:pt x="365" y="235"/>
                        <a:pt x="365" y="235"/>
                      </a:cubicBezTo>
                      <a:cubicBezTo>
                        <a:pt x="365" y="235"/>
                        <a:pt x="365" y="235"/>
                        <a:pt x="365" y="235"/>
                      </a:cubicBezTo>
                      <a:close/>
                      <a:moveTo>
                        <a:pt x="368" y="232"/>
                      </a:moveTo>
                      <a:cubicBezTo>
                        <a:pt x="368" y="231"/>
                        <a:pt x="368" y="231"/>
                        <a:pt x="368" y="231"/>
                      </a:cubicBezTo>
                      <a:cubicBezTo>
                        <a:pt x="368" y="231"/>
                        <a:pt x="368" y="231"/>
                        <a:pt x="368" y="231"/>
                      </a:cubicBezTo>
                      <a:cubicBezTo>
                        <a:pt x="368" y="231"/>
                        <a:pt x="368" y="231"/>
                        <a:pt x="368" y="232"/>
                      </a:cubicBezTo>
                      <a:close/>
                      <a:moveTo>
                        <a:pt x="365" y="247"/>
                      </a:moveTo>
                      <a:cubicBezTo>
                        <a:pt x="365" y="246"/>
                        <a:pt x="365" y="246"/>
                        <a:pt x="365" y="246"/>
                      </a:cubicBezTo>
                      <a:cubicBezTo>
                        <a:pt x="365" y="246"/>
                        <a:pt x="365" y="246"/>
                        <a:pt x="365" y="247"/>
                      </a:cubicBezTo>
                      <a:cubicBezTo>
                        <a:pt x="365" y="247"/>
                        <a:pt x="365" y="247"/>
                        <a:pt x="365" y="247"/>
                      </a:cubicBezTo>
                      <a:cubicBezTo>
                        <a:pt x="365" y="247"/>
                        <a:pt x="365" y="247"/>
                        <a:pt x="365" y="247"/>
                      </a:cubicBezTo>
                      <a:close/>
                      <a:moveTo>
                        <a:pt x="343" y="217"/>
                      </a:moveTo>
                      <a:cubicBezTo>
                        <a:pt x="343" y="217"/>
                        <a:pt x="343" y="217"/>
                        <a:pt x="343" y="217"/>
                      </a:cubicBezTo>
                      <a:cubicBezTo>
                        <a:pt x="343" y="217"/>
                        <a:pt x="343" y="217"/>
                        <a:pt x="343" y="217"/>
                      </a:cubicBezTo>
                      <a:cubicBezTo>
                        <a:pt x="343" y="217"/>
                        <a:pt x="343" y="217"/>
                        <a:pt x="343" y="217"/>
                      </a:cubicBezTo>
                      <a:cubicBezTo>
                        <a:pt x="343" y="217"/>
                        <a:pt x="343" y="217"/>
                        <a:pt x="343" y="217"/>
                      </a:cubicBezTo>
                      <a:close/>
                      <a:moveTo>
                        <a:pt x="364" y="243"/>
                      </a:moveTo>
                      <a:cubicBezTo>
                        <a:pt x="364" y="243"/>
                        <a:pt x="364" y="243"/>
                        <a:pt x="364" y="243"/>
                      </a:cubicBezTo>
                      <a:cubicBezTo>
                        <a:pt x="364" y="243"/>
                        <a:pt x="364" y="243"/>
                        <a:pt x="364" y="243"/>
                      </a:cubicBezTo>
                      <a:close/>
                      <a:moveTo>
                        <a:pt x="359" y="218"/>
                      </a:moveTo>
                      <a:cubicBezTo>
                        <a:pt x="359" y="218"/>
                        <a:pt x="359" y="218"/>
                        <a:pt x="359" y="218"/>
                      </a:cubicBezTo>
                      <a:cubicBezTo>
                        <a:pt x="359" y="218"/>
                        <a:pt x="359" y="218"/>
                        <a:pt x="359" y="218"/>
                      </a:cubicBezTo>
                      <a:cubicBezTo>
                        <a:pt x="359" y="218"/>
                        <a:pt x="359" y="218"/>
                        <a:pt x="358" y="217"/>
                      </a:cubicBezTo>
                      <a:cubicBezTo>
                        <a:pt x="358" y="217"/>
                        <a:pt x="358" y="216"/>
                        <a:pt x="358" y="216"/>
                      </a:cubicBezTo>
                      <a:cubicBezTo>
                        <a:pt x="358" y="216"/>
                        <a:pt x="358" y="216"/>
                        <a:pt x="358" y="215"/>
                      </a:cubicBezTo>
                      <a:cubicBezTo>
                        <a:pt x="357" y="215"/>
                        <a:pt x="357" y="215"/>
                        <a:pt x="357" y="214"/>
                      </a:cubicBezTo>
                      <a:cubicBezTo>
                        <a:pt x="357" y="214"/>
                        <a:pt x="357" y="214"/>
                        <a:pt x="357" y="214"/>
                      </a:cubicBezTo>
                      <a:cubicBezTo>
                        <a:pt x="357" y="213"/>
                        <a:pt x="357" y="213"/>
                        <a:pt x="357" y="213"/>
                      </a:cubicBezTo>
                      <a:cubicBezTo>
                        <a:pt x="357" y="213"/>
                        <a:pt x="357" y="213"/>
                        <a:pt x="356" y="212"/>
                      </a:cubicBezTo>
                      <a:cubicBezTo>
                        <a:pt x="356" y="213"/>
                        <a:pt x="357" y="213"/>
                        <a:pt x="356" y="213"/>
                      </a:cubicBezTo>
                      <a:cubicBezTo>
                        <a:pt x="356" y="213"/>
                        <a:pt x="356" y="213"/>
                        <a:pt x="356" y="213"/>
                      </a:cubicBezTo>
                      <a:cubicBezTo>
                        <a:pt x="357" y="213"/>
                        <a:pt x="357" y="214"/>
                        <a:pt x="357" y="214"/>
                      </a:cubicBezTo>
                      <a:cubicBezTo>
                        <a:pt x="356" y="214"/>
                        <a:pt x="356" y="214"/>
                        <a:pt x="356" y="214"/>
                      </a:cubicBezTo>
                      <a:cubicBezTo>
                        <a:pt x="356" y="214"/>
                        <a:pt x="356" y="214"/>
                        <a:pt x="356" y="214"/>
                      </a:cubicBezTo>
                      <a:cubicBezTo>
                        <a:pt x="356" y="214"/>
                        <a:pt x="356" y="214"/>
                        <a:pt x="356" y="214"/>
                      </a:cubicBezTo>
                      <a:cubicBezTo>
                        <a:pt x="356" y="214"/>
                        <a:pt x="356" y="215"/>
                        <a:pt x="356" y="215"/>
                      </a:cubicBezTo>
                      <a:cubicBezTo>
                        <a:pt x="356" y="215"/>
                        <a:pt x="356" y="215"/>
                        <a:pt x="356" y="215"/>
                      </a:cubicBezTo>
                      <a:cubicBezTo>
                        <a:pt x="356" y="215"/>
                        <a:pt x="356" y="215"/>
                        <a:pt x="356" y="215"/>
                      </a:cubicBezTo>
                      <a:cubicBezTo>
                        <a:pt x="357" y="215"/>
                        <a:pt x="357" y="215"/>
                        <a:pt x="357" y="215"/>
                      </a:cubicBezTo>
                      <a:cubicBezTo>
                        <a:pt x="357" y="216"/>
                        <a:pt x="357" y="216"/>
                        <a:pt x="358" y="217"/>
                      </a:cubicBezTo>
                      <a:cubicBezTo>
                        <a:pt x="358" y="217"/>
                        <a:pt x="358" y="217"/>
                        <a:pt x="358" y="218"/>
                      </a:cubicBezTo>
                      <a:cubicBezTo>
                        <a:pt x="358" y="218"/>
                        <a:pt x="358" y="218"/>
                        <a:pt x="358" y="218"/>
                      </a:cubicBezTo>
                      <a:cubicBezTo>
                        <a:pt x="359" y="218"/>
                        <a:pt x="359" y="218"/>
                        <a:pt x="359" y="218"/>
                      </a:cubicBezTo>
                      <a:cubicBezTo>
                        <a:pt x="358" y="219"/>
                        <a:pt x="359" y="219"/>
                        <a:pt x="359" y="219"/>
                      </a:cubicBezTo>
                      <a:cubicBezTo>
                        <a:pt x="359" y="219"/>
                        <a:pt x="359" y="220"/>
                        <a:pt x="359" y="220"/>
                      </a:cubicBezTo>
                      <a:cubicBezTo>
                        <a:pt x="359" y="220"/>
                        <a:pt x="359" y="219"/>
                        <a:pt x="359" y="220"/>
                      </a:cubicBezTo>
                      <a:cubicBezTo>
                        <a:pt x="358" y="220"/>
                        <a:pt x="358" y="220"/>
                        <a:pt x="358" y="220"/>
                      </a:cubicBezTo>
                      <a:cubicBezTo>
                        <a:pt x="358" y="219"/>
                        <a:pt x="358" y="220"/>
                        <a:pt x="358" y="220"/>
                      </a:cubicBezTo>
                      <a:cubicBezTo>
                        <a:pt x="358" y="220"/>
                        <a:pt x="358" y="220"/>
                        <a:pt x="358" y="220"/>
                      </a:cubicBezTo>
                      <a:cubicBezTo>
                        <a:pt x="358" y="220"/>
                        <a:pt x="358" y="220"/>
                        <a:pt x="358" y="220"/>
                      </a:cubicBezTo>
                      <a:cubicBezTo>
                        <a:pt x="358" y="220"/>
                        <a:pt x="358" y="220"/>
                        <a:pt x="358" y="220"/>
                      </a:cubicBezTo>
                      <a:cubicBezTo>
                        <a:pt x="358" y="220"/>
                        <a:pt x="358" y="220"/>
                        <a:pt x="359" y="220"/>
                      </a:cubicBezTo>
                      <a:cubicBezTo>
                        <a:pt x="359" y="220"/>
                        <a:pt x="359" y="220"/>
                        <a:pt x="359" y="221"/>
                      </a:cubicBezTo>
                      <a:cubicBezTo>
                        <a:pt x="359" y="221"/>
                        <a:pt x="359" y="221"/>
                        <a:pt x="359" y="221"/>
                      </a:cubicBezTo>
                      <a:cubicBezTo>
                        <a:pt x="359" y="221"/>
                        <a:pt x="359" y="221"/>
                        <a:pt x="358" y="222"/>
                      </a:cubicBezTo>
                      <a:cubicBezTo>
                        <a:pt x="358" y="222"/>
                        <a:pt x="358" y="222"/>
                        <a:pt x="358" y="222"/>
                      </a:cubicBezTo>
                      <a:cubicBezTo>
                        <a:pt x="358" y="221"/>
                        <a:pt x="358" y="221"/>
                        <a:pt x="358" y="221"/>
                      </a:cubicBezTo>
                      <a:cubicBezTo>
                        <a:pt x="358" y="221"/>
                        <a:pt x="358" y="221"/>
                        <a:pt x="358" y="221"/>
                      </a:cubicBezTo>
                      <a:cubicBezTo>
                        <a:pt x="358" y="221"/>
                        <a:pt x="357" y="221"/>
                        <a:pt x="357" y="221"/>
                      </a:cubicBezTo>
                      <a:cubicBezTo>
                        <a:pt x="357" y="221"/>
                        <a:pt x="357" y="221"/>
                        <a:pt x="357" y="221"/>
                      </a:cubicBezTo>
                      <a:cubicBezTo>
                        <a:pt x="357" y="221"/>
                        <a:pt x="357" y="221"/>
                        <a:pt x="357" y="221"/>
                      </a:cubicBezTo>
                      <a:cubicBezTo>
                        <a:pt x="357" y="221"/>
                        <a:pt x="357" y="221"/>
                        <a:pt x="357" y="221"/>
                      </a:cubicBezTo>
                      <a:cubicBezTo>
                        <a:pt x="357" y="221"/>
                        <a:pt x="357" y="222"/>
                        <a:pt x="357" y="222"/>
                      </a:cubicBezTo>
                      <a:cubicBezTo>
                        <a:pt x="358" y="222"/>
                        <a:pt x="358" y="222"/>
                        <a:pt x="358" y="222"/>
                      </a:cubicBezTo>
                      <a:cubicBezTo>
                        <a:pt x="357" y="222"/>
                        <a:pt x="357" y="222"/>
                        <a:pt x="357" y="222"/>
                      </a:cubicBezTo>
                      <a:cubicBezTo>
                        <a:pt x="357" y="222"/>
                        <a:pt x="357" y="222"/>
                        <a:pt x="357" y="222"/>
                      </a:cubicBezTo>
                      <a:cubicBezTo>
                        <a:pt x="357" y="223"/>
                        <a:pt x="357" y="223"/>
                        <a:pt x="357" y="223"/>
                      </a:cubicBezTo>
                      <a:cubicBezTo>
                        <a:pt x="357" y="223"/>
                        <a:pt x="357" y="223"/>
                        <a:pt x="357" y="223"/>
                      </a:cubicBezTo>
                      <a:cubicBezTo>
                        <a:pt x="357" y="223"/>
                        <a:pt x="357" y="223"/>
                        <a:pt x="356" y="223"/>
                      </a:cubicBezTo>
                      <a:cubicBezTo>
                        <a:pt x="356" y="223"/>
                        <a:pt x="356" y="223"/>
                        <a:pt x="356" y="223"/>
                      </a:cubicBezTo>
                      <a:cubicBezTo>
                        <a:pt x="356" y="223"/>
                        <a:pt x="356" y="223"/>
                        <a:pt x="356" y="223"/>
                      </a:cubicBezTo>
                      <a:cubicBezTo>
                        <a:pt x="356" y="223"/>
                        <a:pt x="356" y="223"/>
                        <a:pt x="356" y="224"/>
                      </a:cubicBezTo>
                      <a:cubicBezTo>
                        <a:pt x="356" y="224"/>
                        <a:pt x="356" y="224"/>
                        <a:pt x="356" y="224"/>
                      </a:cubicBezTo>
                      <a:cubicBezTo>
                        <a:pt x="356" y="224"/>
                        <a:pt x="356" y="224"/>
                        <a:pt x="356" y="224"/>
                      </a:cubicBezTo>
                      <a:cubicBezTo>
                        <a:pt x="356" y="224"/>
                        <a:pt x="356" y="224"/>
                        <a:pt x="356" y="224"/>
                      </a:cubicBezTo>
                      <a:cubicBezTo>
                        <a:pt x="356" y="224"/>
                        <a:pt x="356" y="224"/>
                        <a:pt x="356" y="224"/>
                      </a:cubicBezTo>
                      <a:cubicBezTo>
                        <a:pt x="355" y="225"/>
                        <a:pt x="355" y="225"/>
                        <a:pt x="355" y="225"/>
                      </a:cubicBezTo>
                      <a:cubicBezTo>
                        <a:pt x="355" y="225"/>
                        <a:pt x="355" y="225"/>
                        <a:pt x="355" y="225"/>
                      </a:cubicBezTo>
                      <a:cubicBezTo>
                        <a:pt x="355" y="225"/>
                        <a:pt x="354" y="225"/>
                        <a:pt x="354" y="225"/>
                      </a:cubicBezTo>
                      <a:cubicBezTo>
                        <a:pt x="354" y="225"/>
                        <a:pt x="354" y="224"/>
                        <a:pt x="354" y="224"/>
                      </a:cubicBezTo>
                      <a:cubicBezTo>
                        <a:pt x="354" y="224"/>
                        <a:pt x="354" y="224"/>
                        <a:pt x="354" y="224"/>
                      </a:cubicBezTo>
                      <a:cubicBezTo>
                        <a:pt x="354" y="224"/>
                        <a:pt x="354" y="223"/>
                        <a:pt x="354" y="223"/>
                      </a:cubicBezTo>
                      <a:cubicBezTo>
                        <a:pt x="354" y="223"/>
                        <a:pt x="354" y="223"/>
                        <a:pt x="354" y="223"/>
                      </a:cubicBezTo>
                      <a:cubicBezTo>
                        <a:pt x="354" y="222"/>
                        <a:pt x="354" y="223"/>
                        <a:pt x="354" y="223"/>
                      </a:cubicBezTo>
                      <a:cubicBezTo>
                        <a:pt x="354" y="223"/>
                        <a:pt x="354" y="223"/>
                        <a:pt x="354" y="223"/>
                      </a:cubicBezTo>
                      <a:cubicBezTo>
                        <a:pt x="355" y="223"/>
                        <a:pt x="354" y="223"/>
                        <a:pt x="354" y="222"/>
                      </a:cubicBezTo>
                      <a:cubicBezTo>
                        <a:pt x="354" y="222"/>
                        <a:pt x="354" y="222"/>
                        <a:pt x="355" y="222"/>
                      </a:cubicBezTo>
                      <a:cubicBezTo>
                        <a:pt x="355" y="222"/>
                        <a:pt x="355" y="222"/>
                        <a:pt x="355" y="222"/>
                      </a:cubicBezTo>
                      <a:cubicBezTo>
                        <a:pt x="355" y="222"/>
                        <a:pt x="355" y="222"/>
                        <a:pt x="355" y="221"/>
                      </a:cubicBezTo>
                      <a:cubicBezTo>
                        <a:pt x="355" y="221"/>
                        <a:pt x="355" y="221"/>
                        <a:pt x="355" y="221"/>
                      </a:cubicBezTo>
                      <a:cubicBezTo>
                        <a:pt x="354" y="221"/>
                        <a:pt x="354" y="221"/>
                        <a:pt x="354" y="221"/>
                      </a:cubicBezTo>
                      <a:cubicBezTo>
                        <a:pt x="354" y="221"/>
                        <a:pt x="355" y="221"/>
                        <a:pt x="355" y="221"/>
                      </a:cubicBezTo>
                      <a:cubicBezTo>
                        <a:pt x="355" y="221"/>
                        <a:pt x="355" y="221"/>
                        <a:pt x="356" y="221"/>
                      </a:cubicBezTo>
                      <a:cubicBezTo>
                        <a:pt x="356" y="221"/>
                        <a:pt x="356" y="221"/>
                        <a:pt x="356" y="221"/>
                      </a:cubicBezTo>
                      <a:cubicBezTo>
                        <a:pt x="356" y="221"/>
                        <a:pt x="356" y="221"/>
                        <a:pt x="356" y="221"/>
                      </a:cubicBezTo>
                      <a:cubicBezTo>
                        <a:pt x="356" y="221"/>
                        <a:pt x="356" y="221"/>
                        <a:pt x="356" y="221"/>
                      </a:cubicBezTo>
                      <a:cubicBezTo>
                        <a:pt x="356" y="221"/>
                        <a:pt x="356" y="221"/>
                        <a:pt x="355" y="221"/>
                      </a:cubicBezTo>
                      <a:cubicBezTo>
                        <a:pt x="355" y="221"/>
                        <a:pt x="355" y="221"/>
                        <a:pt x="355" y="221"/>
                      </a:cubicBezTo>
                      <a:cubicBezTo>
                        <a:pt x="355" y="221"/>
                        <a:pt x="355" y="220"/>
                        <a:pt x="355" y="220"/>
                      </a:cubicBezTo>
                      <a:cubicBezTo>
                        <a:pt x="355" y="220"/>
                        <a:pt x="355" y="220"/>
                        <a:pt x="354" y="220"/>
                      </a:cubicBezTo>
                      <a:cubicBezTo>
                        <a:pt x="354" y="220"/>
                        <a:pt x="354" y="220"/>
                        <a:pt x="354" y="220"/>
                      </a:cubicBezTo>
                      <a:cubicBezTo>
                        <a:pt x="354" y="219"/>
                        <a:pt x="354" y="219"/>
                        <a:pt x="354" y="218"/>
                      </a:cubicBezTo>
                      <a:cubicBezTo>
                        <a:pt x="354" y="218"/>
                        <a:pt x="354" y="218"/>
                        <a:pt x="354" y="217"/>
                      </a:cubicBezTo>
                      <a:cubicBezTo>
                        <a:pt x="354" y="217"/>
                        <a:pt x="354" y="217"/>
                        <a:pt x="354" y="217"/>
                      </a:cubicBezTo>
                      <a:cubicBezTo>
                        <a:pt x="353" y="217"/>
                        <a:pt x="354" y="216"/>
                        <a:pt x="354" y="215"/>
                      </a:cubicBezTo>
                      <a:cubicBezTo>
                        <a:pt x="353" y="214"/>
                        <a:pt x="353" y="214"/>
                        <a:pt x="353" y="213"/>
                      </a:cubicBezTo>
                      <a:cubicBezTo>
                        <a:pt x="353" y="213"/>
                        <a:pt x="353" y="213"/>
                        <a:pt x="353" y="212"/>
                      </a:cubicBezTo>
                      <a:cubicBezTo>
                        <a:pt x="353" y="212"/>
                        <a:pt x="353" y="212"/>
                        <a:pt x="353" y="212"/>
                      </a:cubicBezTo>
                      <a:cubicBezTo>
                        <a:pt x="353" y="212"/>
                        <a:pt x="353" y="212"/>
                        <a:pt x="353" y="212"/>
                      </a:cubicBezTo>
                      <a:cubicBezTo>
                        <a:pt x="353" y="212"/>
                        <a:pt x="353" y="212"/>
                        <a:pt x="353" y="212"/>
                      </a:cubicBezTo>
                      <a:cubicBezTo>
                        <a:pt x="353" y="211"/>
                        <a:pt x="353" y="211"/>
                        <a:pt x="352" y="211"/>
                      </a:cubicBezTo>
                      <a:cubicBezTo>
                        <a:pt x="352" y="211"/>
                        <a:pt x="352" y="211"/>
                        <a:pt x="352" y="210"/>
                      </a:cubicBezTo>
                      <a:cubicBezTo>
                        <a:pt x="352" y="210"/>
                        <a:pt x="352" y="210"/>
                        <a:pt x="352" y="210"/>
                      </a:cubicBezTo>
                      <a:cubicBezTo>
                        <a:pt x="352" y="210"/>
                        <a:pt x="352" y="210"/>
                        <a:pt x="352" y="210"/>
                      </a:cubicBezTo>
                      <a:cubicBezTo>
                        <a:pt x="352" y="210"/>
                        <a:pt x="352" y="209"/>
                        <a:pt x="352" y="209"/>
                      </a:cubicBezTo>
                      <a:cubicBezTo>
                        <a:pt x="352" y="209"/>
                        <a:pt x="352" y="209"/>
                        <a:pt x="352" y="209"/>
                      </a:cubicBezTo>
                      <a:cubicBezTo>
                        <a:pt x="352" y="209"/>
                        <a:pt x="352" y="209"/>
                        <a:pt x="352" y="209"/>
                      </a:cubicBezTo>
                      <a:cubicBezTo>
                        <a:pt x="352" y="209"/>
                        <a:pt x="353" y="209"/>
                        <a:pt x="353" y="209"/>
                      </a:cubicBezTo>
                      <a:cubicBezTo>
                        <a:pt x="353" y="209"/>
                        <a:pt x="353" y="210"/>
                        <a:pt x="353" y="210"/>
                      </a:cubicBezTo>
                      <a:cubicBezTo>
                        <a:pt x="353" y="210"/>
                        <a:pt x="354" y="211"/>
                        <a:pt x="354" y="211"/>
                      </a:cubicBezTo>
                      <a:cubicBezTo>
                        <a:pt x="354" y="211"/>
                        <a:pt x="354" y="211"/>
                        <a:pt x="354" y="211"/>
                      </a:cubicBezTo>
                      <a:cubicBezTo>
                        <a:pt x="354" y="211"/>
                        <a:pt x="354" y="211"/>
                        <a:pt x="354" y="211"/>
                      </a:cubicBezTo>
                      <a:cubicBezTo>
                        <a:pt x="354" y="211"/>
                        <a:pt x="355" y="211"/>
                        <a:pt x="355" y="211"/>
                      </a:cubicBezTo>
                      <a:cubicBezTo>
                        <a:pt x="355" y="211"/>
                        <a:pt x="355" y="211"/>
                        <a:pt x="356" y="211"/>
                      </a:cubicBezTo>
                      <a:cubicBezTo>
                        <a:pt x="356" y="212"/>
                        <a:pt x="356" y="212"/>
                        <a:pt x="357" y="211"/>
                      </a:cubicBezTo>
                      <a:cubicBezTo>
                        <a:pt x="357" y="211"/>
                        <a:pt x="357" y="211"/>
                        <a:pt x="357" y="211"/>
                      </a:cubicBezTo>
                      <a:cubicBezTo>
                        <a:pt x="357" y="212"/>
                        <a:pt x="357" y="212"/>
                        <a:pt x="357" y="212"/>
                      </a:cubicBezTo>
                      <a:cubicBezTo>
                        <a:pt x="357" y="212"/>
                        <a:pt x="357" y="212"/>
                        <a:pt x="357" y="212"/>
                      </a:cubicBezTo>
                      <a:cubicBezTo>
                        <a:pt x="357" y="213"/>
                        <a:pt x="358" y="213"/>
                        <a:pt x="358" y="214"/>
                      </a:cubicBezTo>
                      <a:cubicBezTo>
                        <a:pt x="358" y="214"/>
                        <a:pt x="358" y="214"/>
                        <a:pt x="358" y="214"/>
                      </a:cubicBezTo>
                      <a:cubicBezTo>
                        <a:pt x="358" y="214"/>
                        <a:pt x="358" y="214"/>
                        <a:pt x="358" y="215"/>
                      </a:cubicBezTo>
                      <a:cubicBezTo>
                        <a:pt x="358" y="215"/>
                        <a:pt x="358" y="215"/>
                        <a:pt x="359" y="215"/>
                      </a:cubicBezTo>
                      <a:cubicBezTo>
                        <a:pt x="359" y="216"/>
                        <a:pt x="359" y="216"/>
                        <a:pt x="359" y="216"/>
                      </a:cubicBezTo>
                      <a:cubicBezTo>
                        <a:pt x="359" y="216"/>
                        <a:pt x="359" y="216"/>
                        <a:pt x="359" y="216"/>
                      </a:cubicBezTo>
                      <a:cubicBezTo>
                        <a:pt x="359" y="217"/>
                        <a:pt x="359" y="217"/>
                        <a:pt x="359" y="217"/>
                      </a:cubicBezTo>
                      <a:cubicBezTo>
                        <a:pt x="359" y="217"/>
                        <a:pt x="359" y="217"/>
                        <a:pt x="359" y="218"/>
                      </a:cubicBezTo>
                      <a:cubicBezTo>
                        <a:pt x="359" y="218"/>
                        <a:pt x="359" y="218"/>
                        <a:pt x="359" y="218"/>
                      </a:cubicBezTo>
                      <a:close/>
                      <a:moveTo>
                        <a:pt x="357" y="216"/>
                      </a:moveTo>
                      <a:cubicBezTo>
                        <a:pt x="357" y="216"/>
                        <a:pt x="357" y="216"/>
                        <a:pt x="357" y="216"/>
                      </a:cubicBezTo>
                      <a:cubicBezTo>
                        <a:pt x="358" y="216"/>
                        <a:pt x="358" y="216"/>
                        <a:pt x="357" y="216"/>
                      </a:cubicBezTo>
                      <a:cubicBezTo>
                        <a:pt x="357" y="216"/>
                        <a:pt x="357" y="215"/>
                        <a:pt x="357" y="215"/>
                      </a:cubicBezTo>
                      <a:cubicBezTo>
                        <a:pt x="357" y="215"/>
                        <a:pt x="357" y="215"/>
                        <a:pt x="357" y="215"/>
                      </a:cubicBezTo>
                      <a:cubicBezTo>
                        <a:pt x="357" y="215"/>
                        <a:pt x="357" y="215"/>
                        <a:pt x="357" y="215"/>
                      </a:cubicBezTo>
                      <a:cubicBezTo>
                        <a:pt x="357" y="216"/>
                        <a:pt x="357" y="216"/>
                        <a:pt x="357" y="216"/>
                      </a:cubicBezTo>
                      <a:close/>
                      <a:moveTo>
                        <a:pt x="357" y="214"/>
                      </a:moveTo>
                      <a:cubicBezTo>
                        <a:pt x="357" y="214"/>
                        <a:pt x="357" y="214"/>
                        <a:pt x="357" y="214"/>
                      </a:cubicBezTo>
                      <a:cubicBezTo>
                        <a:pt x="357" y="214"/>
                        <a:pt x="357" y="214"/>
                        <a:pt x="356" y="214"/>
                      </a:cubicBezTo>
                      <a:cubicBezTo>
                        <a:pt x="356" y="214"/>
                        <a:pt x="356" y="214"/>
                        <a:pt x="357" y="214"/>
                      </a:cubicBezTo>
                      <a:cubicBezTo>
                        <a:pt x="357" y="214"/>
                        <a:pt x="357" y="214"/>
                        <a:pt x="357" y="214"/>
                      </a:cubicBezTo>
                      <a:cubicBezTo>
                        <a:pt x="357" y="214"/>
                        <a:pt x="357" y="214"/>
                        <a:pt x="357" y="214"/>
                      </a:cubicBezTo>
                      <a:close/>
                      <a:moveTo>
                        <a:pt x="357" y="215"/>
                      </a:moveTo>
                      <a:cubicBezTo>
                        <a:pt x="357" y="215"/>
                        <a:pt x="357" y="215"/>
                        <a:pt x="357" y="215"/>
                      </a:cubicBezTo>
                      <a:cubicBezTo>
                        <a:pt x="357" y="215"/>
                        <a:pt x="357" y="215"/>
                        <a:pt x="357" y="215"/>
                      </a:cubicBezTo>
                      <a:cubicBezTo>
                        <a:pt x="357" y="215"/>
                        <a:pt x="357" y="215"/>
                        <a:pt x="357" y="215"/>
                      </a:cubicBezTo>
                      <a:close/>
                      <a:moveTo>
                        <a:pt x="375" y="247"/>
                      </a:moveTo>
                      <a:cubicBezTo>
                        <a:pt x="375" y="247"/>
                        <a:pt x="375" y="247"/>
                        <a:pt x="375" y="247"/>
                      </a:cubicBezTo>
                      <a:cubicBezTo>
                        <a:pt x="375" y="247"/>
                        <a:pt x="374" y="247"/>
                        <a:pt x="374" y="247"/>
                      </a:cubicBezTo>
                      <a:cubicBezTo>
                        <a:pt x="374" y="247"/>
                        <a:pt x="374" y="248"/>
                        <a:pt x="374" y="248"/>
                      </a:cubicBezTo>
                      <a:cubicBezTo>
                        <a:pt x="374" y="248"/>
                        <a:pt x="374" y="248"/>
                        <a:pt x="374" y="248"/>
                      </a:cubicBezTo>
                      <a:cubicBezTo>
                        <a:pt x="374" y="249"/>
                        <a:pt x="374" y="249"/>
                        <a:pt x="374" y="249"/>
                      </a:cubicBezTo>
                      <a:cubicBezTo>
                        <a:pt x="374" y="249"/>
                        <a:pt x="374" y="249"/>
                        <a:pt x="374" y="250"/>
                      </a:cubicBezTo>
                      <a:cubicBezTo>
                        <a:pt x="374" y="250"/>
                        <a:pt x="374" y="250"/>
                        <a:pt x="374" y="250"/>
                      </a:cubicBezTo>
                      <a:cubicBezTo>
                        <a:pt x="374" y="250"/>
                        <a:pt x="374" y="250"/>
                        <a:pt x="374" y="250"/>
                      </a:cubicBezTo>
                      <a:cubicBezTo>
                        <a:pt x="375" y="249"/>
                        <a:pt x="374" y="249"/>
                        <a:pt x="375" y="249"/>
                      </a:cubicBezTo>
                      <a:cubicBezTo>
                        <a:pt x="375" y="249"/>
                        <a:pt x="375" y="249"/>
                        <a:pt x="375" y="249"/>
                      </a:cubicBezTo>
                      <a:cubicBezTo>
                        <a:pt x="375" y="249"/>
                        <a:pt x="375" y="249"/>
                        <a:pt x="376" y="249"/>
                      </a:cubicBezTo>
                      <a:cubicBezTo>
                        <a:pt x="376" y="249"/>
                        <a:pt x="376" y="249"/>
                        <a:pt x="376" y="249"/>
                      </a:cubicBezTo>
                      <a:cubicBezTo>
                        <a:pt x="376" y="249"/>
                        <a:pt x="376" y="249"/>
                        <a:pt x="376" y="249"/>
                      </a:cubicBezTo>
                      <a:cubicBezTo>
                        <a:pt x="376" y="249"/>
                        <a:pt x="376" y="249"/>
                        <a:pt x="376" y="249"/>
                      </a:cubicBezTo>
                      <a:cubicBezTo>
                        <a:pt x="376" y="248"/>
                        <a:pt x="376" y="248"/>
                        <a:pt x="376" y="248"/>
                      </a:cubicBezTo>
                      <a:cubicBezTo>
                        <a:pt x="376" y="248"/>
                        <a:pt x="376" y="248"/>
                        <a:pt x="376" y="248"/>
                      </a:cubicBezTo>
                      <a:cubicBezTo>
                        <a:pt x="376" y="248"/>
                        <a:pt x="375" y="248"/>
                        <a:pt x="375" y="248"/>
                      </a:cubicBezTo>
                      <a:cubicBezTo>
                        <a:pt x="375" y="247"/>
                        <a:pt x="376" y="247"/>
                        <a:pt x="376" y="247"/>
                      </a:cubicBezTo>
                      <a:cubicBezTo>
                        <a:pt x="375" y="247"/>
                        <a:pt x="375" y="247"/>
                        <a:pt x="375" y="247"/>
                      </a:cubicBezTo>
                      <a:cubicBezTo>
                        <a:pt x="375" y="247"/>
                        <a:pt x="375" y="247"/>
                        <a:pt x="375" y="247"/>
                      </a:cubicBezTo>
                      <a:close/>
                      <a:moveTo>
                        <a:pt x="376" y="251"/>
                      </a:moveTo>
                      <a:cubicBezTo>
                        <a:pt x="376" y="251"/>
                        <a:pt x="376" y="251"/>
                        <a:pt x="376" y="251"/>
                      </a:cubicBezTo>
                      <a:cubicBezTo>
                        <a:pt x="376" y="251"/>
                        <a:pt x="376" y="251"/>
                        <a:pt x="376" y="251"/>
                      </a:cubicBezTo>
                      <a:cubicBezTo>
                        <a:pt x="376" y="251"/>
                        <a:pt x="376" y="251"/>
                        <a:pt x="376" y="251"/>
                      </a:cubicBezTo>
                      <a:cubicBezTo>
                        <a:pt x="376" y="251"/>
                        <a:pt x="377" y="251"/>
                        <a:pt x="377" y="251"/>
                      </a:cubicBezTo>
                      <a:cubicBezTo>
                        <a:pt x="377" y="251"/>
                        <a:pt x="377" y="251"/>
                        <a:pt x="377" y="251"/>
                      </a:cubicBezTo>
                      <a:cubicBezTo>
                        <a:pt x="377" y="251"/>
                        <a:pt x="377" y="251"/>
                        <a:pt x="377" y="251"/>
                      </a:cubicBezTo>
                      <a:cubicBezTo>
                        <a:pt x="376" y="251"/>
                        <a:pt x="376" y="251"/>
                        <a:pt x="376" y="250"/>
                      </a:cubicBezTo>
                      <a:cubicBezTo>
                        <a:pt x="376" y="250"/>
                        <a:pt x="377" y="250"/>
                        <a:pt x="377" y="250"/>
                      </a:cubicBezTo>
                      <a:cubicBezTo>
                        <a:pt x="376" y="250"/>
                        <a:pt x="376" y="250"/>
                        <a:pt x="376" y="250"/>
                      </a:cubicBezTo>
                      <a:cubicBezTo>
                        <a:pt x="376" y="250"/>
                        <a:pt x="376" y="250"/>
                        <a:pt x="376" y="250"/>
                      </a:cubicBezTo>
                      <a:cubicBezTo>
                        <a:pt x="376" y="250"/>
                        <a:pt x="376" y="250"/>
                        <a:pt x="376" y="250"/>
                      </a:cubicBezTo>
                      <a:cubicBezTo>
                        <a:pt x="376" y="250"/>
                        <a:pt x="376" y="250"/>
                        <a:pt x="376" y="250"/>
                      </a:cubicBezTo>
                      <a:cubicBezTo>
                        <a:pt x="376" y="250"/>
                        <a:pt x="376" y="250"/>
                        <a:pt x="375" y="250"/>
                      </a:cubicBezTo>
                      <a:cubicBezTo>
                        <a:pt x="375" y="250"/>
                        <a:pt x="375" y="250"/>
                        <a:pt x="375" y="250"/>
                      </a:cubicBezTo>
                      <a:cubicBezTo>
                        <a:pt x="375" y="250"/>
                        <a:pt x="375" y="250"/>
                        <a:pt x="375" y="251"/>
                      </a:cubicBezTo>
                      <a:cubicBezTo>
                        <a:pt x="375" y="251"/>
                        <a:pt x="375" y="251"/>
                        <a:pt x="376" y="251"/>
                      </a:cubicBezTo>
                      <a:close/>
                      <a:moveTo>
                        <a:pt x="805" y="352"/>
                      </a:moveTo>
                      <a:cubicBezTo>
                        <a:pt x="805" y="352"/>
                        <a:pt x="805" y="353"/>
                        <a:pt x="804" y="353"/>
                      </a:cubicBezTo>
                      <a:cubicBezTo>
                        <a:pt x="804" y="353"/>
                        <a:pt x="804" y="353"/>
                        <a:pt x="804" y="353"/>
                      </a:cubicBezTo>
                      <a:cubicBezTo>
                        <a:pt x="804" y="353"/>
                        <a:pt x="804" y="352"/>
                        <a:pt x="804" y="352"/>
                      </a:cubicBezTo>
                      <a:cubicBezTo>
                        <a:pt x="804" y="352"/>
                        <a:pt x="804" y="351"/>
                        <a:pt x="804" y="351"/>
                      </a:cubicBezTo>
                      <a:cubicBezTo>
                        <a:pt x="804" y="351"/>
                        <a:pt x="804" y="351"/>
                        <a:pt x="804" y="351"/>
                      </a:cubicBezTo>
                      <a:cubicBezTo>
                        <a:pt x="804" y="351"/>
                        <a:pt x="804" y="351"/>
                        <a:pt x="804" y="351"/>
                      </a:cubicBezTo>
                      <a:cubicBezTo>
                        <a:pt x="804" y="350"/>
                        <a:pt x="804" y="350"/>
                        <a:pt x="804" y="350"/>
                      </a:cubicBezTo>
                      <a:cubicBezTo>
                        <a:pt x="804" y="350"/>
                        <a:pt x="803" y="350"/>
                        <a:pt x="803" y="350"/>
                      </a:cubicBezTo>
                      <a:cubicBezTo>
                        <a:pt x="803" y="350"/>
                        <a:pt x="804" y="349"/>
                        <a:pt x="804" y="349"/>
                      </a:cubicBezTo>
                      <a:cubicBezTo>
                        <a:pt x="804" y="349"/>
                        <a:pt x="804" y="349"/>
                        <a:pt x="804" y="349"/>
                      </a:cubicBezTo>
                      <a:cubicBezTo>
                        <a:pt x="804" y="349"/>
                        <a:pt x="801" y="348"/>
                        <a:pt x="801" y="348"/>
                      </a:cubicBezTo>
                      <a:cubicBezTo>
                        <a:pt x="801" y="348"/>
                        <a:pt x="801" y="347"/>
                        <a:pt x="801" y="347"/>
                      </a:cubicBezTo>
                      <a:cubicBezTo>
                        <a:pt x="801" y="347"/>
                        <a:pt x="802" y="347"/>
                        <a:pt x="802" y="347"/>
                      </a:cubicBezTo>
                      <a:cubicBezTo>
                        <a:pt x="802" y="347"/>
                        <a:pt x="802" y="346"/>
                        <a:pt x="802" y="346"/>
                      </a:cubicBezTo>
                      <a:cubicBezTo>
                        <a:pt x="802" y="346"/>
                        <a:pt x="801" y="346"/>
                        <a:pt x="801" y="346"/>
                      </a:cubicBezTo>
                      <a:cubicBezTo>
                        <a:pt x="801" y="346"/>
                        <a:pt x="802" y="345"/>
                        <a:pt x="802" y="345"/>
                      </a:cubicBezTo>
                      <a:cubicBezTo>
                        <a:pt x="802" y="334"/>
                        <a:pt x="802" y="334"/>
                        <a:pt x="802" y="334"/>
                      </a:cubicBezTo>
                      <a:cubicBezTo>
                        <a:pt x="799" y="332"/>
                        <a:pt x="799" y="332"/>
                        <a:pt x="799" y="332"/>
                      </a:cubicBezTo>
                      <a:cubicBezTo>
                        <a:pt x="797" y="332"/>
                        <a:pt x="797" y="332"/>
                        <a:pt x="797" y="332"/>
                      </a:cubicBezTo>
                      <a:cubicBezTo>
                        <a:pt x="797" y="332"/>
                        <a:pt x="797" y="332"/>
                        <a:pt x="797" y="332"/>
                      </a:cubicBezTo>
                      <a:cubicBezTo>
                        <a:pt x="796" y="332"/>
                        <a:pt x="796" y="332"/>
                        <a:pt x="796" y="332"/>
                      </a:cubicBezTo>
                      <a:cubicBezTo>
                        <a:pt x="794" y="333"/>
                        <a:pt x="794" y="333"/>
                        <a:pt x="794" y="333"/>
                      </a:cubicBezTo>
                      <a:cubicBezTo>
                        <a:pt x="793" y="332"/>
                        <a:pt x="793" y="332"/>
                        <a:pt x="793" y="332"/>
                      </a:cubicBezTo>
                      <a:cubicBezTo>
                        <a:pt x="793" y="331"/>
                        <a:pt x="793" y="331"/>
                        <a:pt x="793" y="331"/>
                      </a:cubicBezTo>
                      <a:cubicBezTo>
                        <a:pt x="792" y="331"/>
                        <a:pt x="792" y="331"/>
                        <a:pt x="792" y="331"/>
                      </a:cubicBezTo>
                      <a:cubicBezTo>
                        <a:pt x="787" y="338"/>
                        <a:pt x="787" y="338"/>
                        <a:pt x="787" y="338"/>
                      </a:cubicBezTo>
                      <a:cubicBezTo>
                        <a:pt x="787" y="338"/>
                        <a:pt x="786" y="339"/>
                        <a:pt x="786" y="340"/>
                      </a:cubicBezTo>
                      <a:cubicBezTo>
                        <a:pt x="786" y="340"/>
                        <a:pt x="786" y="340"/>
                        <a:pt x="786" y="340"/>
                      </a:cubicBezTo>
                      <a:cubicBezTo>
                        <a:pt x="786" y="341"/>
                        <a:pt x="786" y="341"/>
                        <a:pt x="786" y="341"/>
                      </a:cubicBezTo>
                      <a:cubicBezTo>
                        <a:pt x="785" y="341"/>
                        <a:pt x="785" y="341"/>
                        <a:pt x="785" y="341"/>
                      </a:cubicBezTo>
                      <a:cubicBezTo>
                        <a:pt x="785" y="342"/>
                        <a:pt x="785" y="342"/>
                        <a:pt x="785" y="342"/>
                      </a:cubicBezTo>
                      <a:cubicBezTo>
                        <a:pt x="785" y="342"/>
                        <a:pt x="785" y="343"/>
                        <a:pt x="785" y="343"/>
                      </a:cubicBezTo>
                      <a:cubicBezTo>
                        <a:pt x="785" y="343"/>
                        <a:pt x="785" y="343"/>
                        <a:pt x="785" y="343"/>
                      </a:cubicBezTo>
                      <a:cubicBezTo>
                        <a:pt x="785" y="344"/>
                        <a:pt x="785" y="344"/>
                        <a:pt x="785" y="344"/>
                      </a:cubicBezTo>
                      <a:cubicBezTo>
                        <a:pt x="785" y="344"/>
                        <a:pt x="785" y="344"/>
                        <a:pt x="785" y="344"/>
                      </a:cubicBezTo>
                      <a:cubicBezTo>
                        <a:pt x="785" y="344"/>
                        <a:pt x="785" y="345"/>
                        <a:pt x="785" y="345"/>
                      </a:cubicBezTo>
                      <a:cubicBezTo>
                        <a:pt x="785" y="346"/>
                        <a:pt x="785" y="346"/>
                        <a:pt x="785" y="346"/>
                      </a:cubicBezTo>
                      <a:cubicBezTo>
                        <a:pt x="784" y="347"/>
                        <a:pt x="784" y="347"/>
                        <a:pt x="784" y="347"/>
                      </a:cubicBezTo>
                      <a:cubicBezTo>
                        <a:pt x="784" y="347"/>
                        <a:pt x="784" y="347"/>
                        <a:pt x="784" y="347"/>
                      </a:cubicBezTo>
                      <a:cubicBezTo>
                        <a:pt x="784" y="347"/>
                        <a:pt x="783" y="348"/>
                        <a:pt x="783" y="348"/>
                      </a:cubicBezTo>
                      <a:cubicBezTo>
                        <a:pt x="783" y="348"/>
                        <a:pt x="782" y="348"/>
                        <a:pt x="782" y="348"/>
                      </a:cubicBezTo>
                      <a:cubicBezTo>
                        <a:pt x="782" y="348"/>
                        <a:pt x="782" y="349"/>
                        <a:pt x="782" y="349"/>
                      </a:cubicBezTo>
                      <a:cubicBezTo>
                        <a:pt x="782" y="349"/>
                        <a:pt x="782" y="350"/>
                        <a:pt x="782" y="350"/>
                      </a:cubicBezTo>
                      <a:cubicBezTo>
                        <a:pt x="782" y="350"/>
                        <a:pt x="782" y="351"/>
                        <a:pt x="782" y="351"/>
                      </a:cubicBezTo>
                      <a:cubicBezTo>
                        <a:pt x="782" y="351"/>
                        <a:pt x="782" y="351"/>
                        <a:pt x="782" y="350"/>
                      </a:cubicBezTo>
                      <a:cubicBezTo>
                        <a:pt x="782" y="350"/>
                        <a:pt x="782" y="350"/>
                        <a:pt x="782" y="350"/>
                      </a:cubicBezTo>
                      <a:cubicBezTo>
                        <a:pt x="782" y="350"/>
                        <a:pt x="781" y="351"/>
                        <a:pt x="781" y="351"/>
                      </a:cubicBezTo>
                      <a:cubicBezTo>
                        <a:pt x="781" y="351"/>
                        <a:pt x="781" y="351"/>
                        <a:pt x="781" y="351"/>
                      </a:cubicBezTo>
                      <a:cubicBezTo>
                        <a:pt x="781" y="351"/>
                        <a:pt x="781" y="352"/>
                        <a:pt x="781" y="352"/>
                      </a:cubicBezTo>
                      <a:cubicBezTo>
                        <a:pt x="780" y="351"/>
                        <a:pt x="780" y="351"/>
                        <a:pt x="780" y="351"/>
                      </a:cubicBezTo>
                      <a:cubicBezTo>
                        <a:pt x="779" y="352"/>
                        <a:pt x="779" y="352"/>
                        <a:pt x="779" y="352"/>
                      </a:cubicBezTo>
                      <a:cubicBezTo>
                        <a:pt x="779" y="352"/>
                        <a:pt x="778" y="351"/>
                        <a:pt x="778" y="351"/>
                      </a:cubicBezTo>
                      <a:cubicBezTo>
                        <a:pt x="778" y="351"/>
                        <a:pt x="777" y="352"/>
                        <a:pt x="777" y="352"/>
                      </a:cubicBezTo>
                      <a:cubicBezTo>
                        <a:pt x="777" y="352"/>
                        <a:pt x="777" y="353"/>
                        <a:pt x="777" y="353"/>
                      </a:cubicBezTo>
                      <a:cubicBezTo>
                        <a:pt x="777" y="353"/>
                        <a:pt x="777" y="353"/>
                        <a:pt x="777" y="353"/>
                      </a:cubicBezTo>
                      <a:cubicBezTo>
                        <a:pt x="777" y="353"/>
                        <a:pt x="777" y="354"/>
                        <a:pt x="777" y="354"/>
                      </a:cubicBezTo>
                      <a:cubicBezTo>
                        <a:pt x="754" y="354"/>
                        <a:pt x="754" y="354"/>
                        <a:pt x="754" y="354"/>
                      </a:cubicBezTo>
                      <a:cubicBezTo>
                        <a:pt x="751" y="356"/>
                        <a:pt x="751" y="356"/>
                        <a:pt x="751" y="356"/>
                      </a:cubicBezTo>
                      <a:cubicBezTo>
                        <a:pt x="747" y="360"/>
                        <a:pt x="747" y="360"/>
                        <a:pt x="747" y="360"/>
                      </a:cubicBezTo>
                      <a:cubicBezTo>
                        <a:pt x="744" y="362"/>
                        <a:pt x="744" y="362"/>
                        <a:pt x="744" y="362"/>
                      </a:cubicBezTo>
                      <a:cubicBezTo>
                        <a:pt x="741" y="367"/>
                        <a:pt x="741" y="367"/>
                        <a:pt x="741" y="367"/>
                      </a:cubicBezTo>
                      <a:cubicBezTo>
                        <a:pt x="728" y="367"/>
                        <a:pt x="728" y="367"/>
                        <a:pt x="728" y="367"/>
                      </a:cubicBezTo>
                      <a:cubicBezTo>
                        <a:pt x="725" y="369"/>
                        <a:pt x="725" y="369"/>
                        <a:pt x="725" y="369"/>
                      </a:cubicBezTo>
                      <a:cubicBezTo>
                        <a:pt x="726" y="370"/>
                        <a:pt x="726" y="370"/>
                        <a:pt x="726" y="370"/>
                      </a:cubicBezTo>
                      <a:cubicBezTo>
                        <a:pt x="726" y="372"/>
                        <a:pt x="726" y="372"/>
                        <a:pt x="726" y="372"/>
                      </a:cubicBezTo>
                      <a:cubicBezTo>
                        <a:pt x="727" y="373"/>
                        <a:pt x="727" y="373"/>
                        <a:pt x="727" y="373"/>
                      </a:cubicBezTo>
                      <a:cubicBezTo>
                        <a:pt x="727" y="374"/>
                        <a:pt x="727" y="374"/>
                        <a:pt x="727" y="374"/>
                      </a:cubicBezTo>
                      <a:cubicBezTo>
                        <a:pt x="719" y="378"/>
                        <a:pt x="719" y="378"/>
                        <a:pt x="719" y="378"/>
                      </a:cubicBezTo>
                      <a:cubicBezTo>
                        <a:pt x="711" y="380"/>
                        <a:pt x="711" y="380"/>
                        <a:pt x="711" y="380"/>
                      </a:cubicBezTo>
                      <a:cubicBezTo>
                        <a:pt x="704" y="385"/>
                        <a:pt x="704" y="385"/>
                        <a:pt x="704" y="385"/>
                      </a:cubicBezTo>
                      <a:cubicBezTo>
                        <a:pt x="701" y="385"/>
                        <a:pt x="701" y="385"/>
                        <a:pt x="701" y="385"/>
                      </a:cubicBezTo>
                      <a:cubicBezTo>
                        <a:pt x="699" y="383"/>
                        <a:pt x="699" y="383"/>
                        <a:pt x="699" y="383"/>
                      </a:cubicBezTo>
                      <a:cubicBezTo>
                        <a:pt x="699" y="383"/>
                        <a:pt x="699" y="382"/>
                        <a:pt x="699" y="382"/>
                      </a:cubicBezTo>
                      <a:cubicBezTo>
                        <a:pt x="699" y="382"/>
                        <a:pt x="699" y="381"/>
                        <a:pt x="699" y="381"/>
                      </a:cubicBezTo>
                      <a:cubicBezTo>
                        <a:pt x="699" y="381"/>
                        <a:pt x="699" y="380"/>
                        <a:pt x="699" y="380"/>
                      </a:cubicBezTo>
                      <a:cubicBezTo>
                        <a:pt x="699" y="380"/>
                        <a:pt x="699" y="379"/>
                        <a:pt x="699" y="379"/>
                      </a:cubicBezTo>
                      <a:cubicBezTo>
                        <a:pt x="699" y="379"/>
                        <a:pt x="701" y="379"/>
                        <a:pt x="701" y="379"/>
                      </a:cubicBezTo>
                      <a:cubicBezTo>
                        <a:pt x="701" y="379"/>
                        <a:pt x="703" y="376"/>
                        <a:pt x="703" y="376"/>
                      </a:cubicBezTo>
                      <a:cubicBezTo>
                        <a:pt x="703" y="375"/>
                        <a:pt x="703" y="375"/>
                        <a:pt x="703" y="375"/>
                      </a:cubicBezTo>
                      <a:cubicBezTo>
                        <a:pt x="703" y="375"/>
                        <a:pt x="703" y="373"/>
                        <a:pt x="703" y="373"/>
                      </a:cubicBezTo>
                      <a:cubicBezTo>
                        <a:pt x="703" y="373"/>
                        <a:pt x="705" y="368"/>
                        <a:pt x="705" y="368"/>
                      </a:cubicBezTo>
                      <a:cubicBezTo>
                        <a:pt x="703" y="351"/>
                        <a:pt x="703" y="351"/>
                        <a:pt x="703" y="351"/>
                      </a:cubicBezTo>
                      <a:cubicBezTo>
                        <a:pt x="696" y="346"/>
                        <a:pt x="696" y="346"/>
                        <a:pt x="696" y="346"/>
                      </a:cubicBezTo>
                      <a:cubicBezTo>
                        <a:pt x="697" y="345"/>
                        <a:pt x="697" y="345"/>
                        <a:pt x="697" y="345"/>
                      </a:cubicBezTo>
                      <a:cubicBezTo>
                        <a:pt x="696" y="344"/>
                        <a:pt x="696" y="344"/>
                        <a:pt x="696" y="344"/>
                      </a:cubicBezTo>
                      <a:cubicBezTo>
                        <a:pt x="694" y="344"/>
                        <a:pt x="694" y="344"/>
                        <a:pt x="694" y="344"/>
                      </a:cubicBezTo>
                      <a:cubicBezTo>
                        <a:pt x="693" y="344"/>
                        <a:pt x="693" y="344"/>
                        <a:pt x="693" y="344"/>
                      </a:cubicBezTo>
                      <a:cubicBezTo>
                        <a:pt x="692" y="342"/>
                        <a:pt x="692" y="342"/>
                        <a:pt x="692" y="342"/>
                      </a:cubicBezTo>
                      <a:cubicBezTo>
                        <a:pt x="692" y="339"/>
                        <a:pt x="692" y="339"/>
                        <a:pt x="692" y="339"/>
                      </a:cubicBezTo>
                      <a:cubicBezTo>
                        <a:pt x="690" y="340"/>
                        <a:pt x="690" y="340"/>
                        <a:pt x="690" y="340"/>
                      </a:cubicBezTo>
                      <a:cubicBezTo>
                        <a:pt x="689" y="340"/>
                        <a:pt x="689" y="340"/>
                        <a:pt x="689" y="340"/>
                      </a:cubicBezTo>
                      <a:cubicBezTo>
                        <a:pt x="688" y="338"/>
                        <a:pt x="688" y="338"/>
                        <a:pt x="688" y="338"/>
                      </a:cubicBezTo>
                      <a:cubicBezTo>
                        <a:pt x="687" y="336"/>
                        <a:pt x="687" y="336"/>
                        <a:pt x="687" y="336"/>
                      </a:cubicBezTo>
                      <a:cubicBezTo>
                        <a:pt x="663" y="322"/>
                        <a:pt x="663" y="322"/>
                        <a:pt x="663" y="322"/>
                      </a:cubicBezTo>
                      <a:cubicBezTo>
                        <a:pt x="662" y="322"/>
                        <a:pt x="662" y="322"/>
                        <a:pt x="662" y="322"/>
                      </a:cubicBezTo>
                      <a:cubicBezTo>
                        <a:pt x="657" y="325"/>
                        <a:pt x="657" y="325"/>
                        <a:pt x="657" y="325"/>
                      </a:cubicBezTo>
                      <a:cubicBezTo>
                        <a:pt x="655" y="325"/>
                        <a:pt x="655" y="325"/>
                        <a:pt x="655" y="325"/>
                      </a:cubicBezTo>
                      <a:cubicBezTo>
                        <a:pt x="655" y="325"/>
                        <a:pt x="654" y="325"/>
                        <a:pt x="654" y="325"/>
                      </a:cubicBezTo>
                      <a:cubicBezTo>
                        <a:pt x="654" y="325"/>
                        <a:pt x="654" y="325"/>
                        <a:pt x="654" y="325"/>
                      </a:cubicBezTo>
                      <a:cubicBezTo>
                        <a:pt x="653" y="325"/>
                        <a:pt x="653" y="325"/>
                        <a:pt x="653" y="325"/>
                      </a:cubicBezTo>
                      <a:cubicBezTo>
                        <a:pt x="652" y="324"/>
                        <a:pt x="652" y="324"/>
                        <a:pt x="652" y="324"/>
                      </a:cubicBezTo>
                      <a:cubicBezTo>
                        <a:pt x="648" y="324"/>
                        <a:pt x="648" y="324"/>
                        <a:pt x="648" y="324"/>
                      </a:cubicBezTo>
                      <a:cubicBezTo>
                        <a:pt x="647" y="323"/>
                        <a:pt x="647" y="323"/>
                        <a:pt x="647" y="323"/>
                      </a:cubicBezTo>
                      <a:cubicBezTo>
                        <a:pt x="644" y="324"/>
                        <a:pt x="644" y="324"/>
                        <a:pt x="644" y="324"/>
                      </a:cubicBezTo>
                      <a:cubicBezTo>
                        <a:pt x="642" y="324"/>
                        <a:pt x="642" y="324"/>
                        <a:pt x="642" y="324"/>
                      </a:cubicBezTo>
                      <a:cubicBezTo>
                        <a:pt x="642" y="324"/>
                        <a:pt x="642" y="324"/>
                        <a:pt x="642" y="324"/>
                      </a:cubicBezTo>
                      <a:cubicBezTo>
                        <a:pt x="641" y="324"/>
                        <a:pt x="641" y="324"/>
                        <a:pt x="641" y="324"/>
                      </a:cubicBezTo>
                      <a:cubicBezTo>
                        <a:pt x="641" y="323"/>
                        <a:pt x="641" y="323"/>
                        <a:pt x="641" y="323"/>
                      </a:cubicBezTo>
                      <a:cubicBezTo>
                        <a:pt x="640" y="323"/>
                        <a:pt x="640" y="323"/>
                        <a:pt x="640" y="323"/>
                      </a:cubicBezTo>
                      <a:cubicBezTo>
                        <a:pt x="639" y="322"/>
                        <a:pt x="639" y="322"/>
                        <a:pt x="639" y="322"/>
                      </a:cubicBezTo>
                      <a:cubicBezTo>
                        <a:pt x="638" y="322"/>
                        <a:pt x="638" y="322"/>
                        <a:pt x="638" y="322"/>
                      </a:cubicBezTo>
                      <a:cubicBezTo>
                        <a:pt x="637" y="323"/>
                        <a:pt x="637" y="323"/>
                        <a:pt x="637" y="323"/>
                      </a:cubicBezTo>
                      <a:cubicBezTo>
                        <a:pt x="637" y="323"/>
                        <a:pt x="637" y="323"/>
                        <a:pt x="637" y="323"/>
                      </a:cubicBezTo>
                      <a:cubicBezTo>
                        <a:pt x="637" y="321"/>
                        <a:pt x="637" y="321"/>
                        <a:pt x="637" y="321"/>
                      </a:cubicBezTo>
                      <a:cubicBezTo>
                        <a:pt x="636" y="321"/>
                        <a:pt x="636" y="321"/>
                        <a:pt x="636" y="321"/>
                      </a:cubicBezTo>
                      <a:cubicBezTo>
                        <a:pt x="635" y="320"/>
                        <a:pt x="635" y="320"/>
                        <a:pt x="635" y="320"/>
                      </a:cubicBezTo>
                      <a:cubicBezTo>
                        <a:pt x="635" y="319"/>
                        <a:pt x="635" y="319"/>
                        <a:pt x="635" y="319"/>
                      </a:cubicBezTo>
                      <a:cubicBezTo>
                        <a:pt x="634" y="319"/>
                        <a:pt x="634" y="319"/>
                        <a:pt x="634" y="319"/>
                      </a:cubicBezTo>
                      <a:cubicBezTo>
                        <a:pt x="633" y="319"/>
                        <a:pt x="633" y="319"/>
                        <a:pt x="633" y="319"/>
                      </a:cubicBezTo>
                      <a:cubicBezTo>
                        <a:pt x="631" y="319"/>
                        <a:pt x="631" y="319"/>
                        <a:pt x="631" y="319"/>
                      </a:cubicBezTo>
                      <a:cubicBezTo>
                        <a:pt x="630" y="319"/>
                        <a:pt x="630" y="319"/>
                        <a:pt x="630" y="319"/>
                      </a:cubicBezTo>
                      <a:cubicBezTo>
                        <a:pt x="629" y="320"/>
                        <a:pt x="629" y="320"/>
                        <a:pt x="629" y="320"/>
                      </a:cubicBezTo>
                      <a:cubicBezTo>
                        <a:pt x="627" y="320"/>
                        <a:pt x="627" y="320"/>
                        <a:pt x="627" y="320"/>
                      </a:cubicBezTo>
                      <a:cubicBezTo>
                        <a:pt x="627" y="318"/>
                        <a:pt x="627" y="318"/>
                        <a:pt x="627" y="318"/>
                      </a:cubicBezTo>
                      <a:cubicBezTo>
                        <a:pt x="627" y="318"/>
                        <a:pt x="625" y="318"/>
                        <a:pt x="625" y="318"/>
                      </a:cubicBezTo>
                      <a:cubicBezTo>
                        <a:pt x="624" y="318"/>
                        <a:pt x="623" y="318"/>
                        <a:pt x="623" y="318"/>
                      </a:cubicBezTo>
                      <a:cubicBezTo>
                        <a:pt x="621" y="317"/>
                        <a:pt x="621" y="317"/>
                        <a:pt x="621" y="317"/>
                      </a:cubicBezTo>
                      <a:cubicBezTo>
                        <a:pt x="621" y="315"/>
                        <a:pt x="621" y="315"/>
                        <a:pt x="621" y="315"/>
                      </a:cubicBezTo>
                      <a:cubicBezTo>
                        <a:pt x="621" y="313"/>
                        <a:pt x="621" y="313"/>
                        <a:pt x="621" y="313"/>
                      </a:cubicBezTo>
                      <a:cubicBezTo>
                        <a:pt x="620" y="312"/>
                        <a:pt x="620" y="312"/>
                        <a:pt x="620" y="312"/>
                      </a:cubicBezTo>
                      <a:cubicBezTo>
                        <a:pt x="620" y="312"/>
                        <a:pt x="620" y="311"/>
                        <a:pt x="620" y="311"/>
                      </a:cubicBezTo>
                      <a:cubicBezTo>
                        <a:pt x="620" y="311"/>
                        <a:pt x="618" y="311"/>
                        <a:pt x="618" y="311"/>
                      </a:cubicBezTo>
                      <a:cubicBezTo>
                        <a:pt x="618" y="315"/>
                        <a:pt x="618" y="315"/>
                        <a:pt x="618" y="315"/>
                      </a:cubicBezTo>
                      <a:cubicBezTo>
                        <a:pt x="433" y="315"/>
                        <a:pt x="433" y="315"/>
                        <a:pt x="433" y="315"/>
                      </a:cubicBezTo>
                      <a:cubicBezTo>
                        <a:pt x="433" y="315"/>
                        <a:pt x="433" y="315"/>
                        <a:pt x="433" y="315"/>
                      </a:cubicBezTo>
                      <a:cubicBezTo>
                        <a:pt x="433" y="315"/>
                        <a:pt x="433" y="316"/>
                        <a:pt x="433" y="316"/>
                      </a:cubicBezTo>
                      <a:cubicBezTo>
                        <a:pt x="433" y="316"/>
                        <a:pt x="433" y="316"/>
                        <a:pt x="433" y="316"/>
                      </a:cubicBezTo>
                      <a:cubicBezTo>
                        <a:pt x="433" y="316"/>
                        <a:pt x="434" y="317"/>
                        <a:pt x="434" y="317"/>
                      </a:cubicBezTo>
                      <a:cubicBezTo>
                        <a:pt x="434" y="317"/>
                        <a:pt x="434" y="317"/>
                        <a:pt x="435" y="317"/>
                      </a:cubicBezTo>
                      <a:cubicBezTo>
                        <a:pt x="435" y="317"/>
                        <a:pt x="435" y="317"/>
                        <a:pt x="435" y="317"/>
                      </a:cubicBezTo>
                      <a:cubicBezTo>
                        <a:pt x="435" y="318"/>
                        <a:pt x="435" y="318"/>
                        <a:pt x="435" y="318"/>
                      </a:cubicBezTo>
                      <a:cubicBezTo>
                        <a:pt x="435" y="318"/>
                        <a:pt x="435" y="318"/>
                        <a:pt x="435" y="318"/>
                      </a:cubicBezTo>
                      <a:cubicBezTo>
                        <a:pt x="435" y="318"/>
                        <a:pt x="436" y="319"/>
                        <a:pt x="436" y="319"/>
                      </a:cubicBezTo>
                      <a:cubicBezTo>
                        <a:pt x="436" y="319"/>
                        <a:pt x="436" y="319"/>
                        <a:pt x="436" y="319"/>
                      </a:cubicBezTo>
                      <a:cubicBezTo>
                        <a:pt x="436" y="319"/>
                        <a:pt x="435" y="319"/>
                        <a:pt x="435" y="319"/>
                      </a:cubicBezTo>
                      <a:cubicBezTo>
                        <a:pt x="435" y="319"/>
                        <a:pt x="435" y="320"/>
                        <a:pt x="435" y="320"/>
                      </a:cubicBezTo>
                      <a:cubicBezTo>
                        <a:pt x="435" y="320"/>
                        <a:pt x="435" y="320"/>
                        <a:pt x="435" y="320"/>
                      </a:cubicBezTo>
                      <a:cubicBezTo>
                        <a:pt x="435" y="320"/>
                        <a:pt x="435" y="321"/>
                        <a:pt x="435" y="320"/>
                      </a:cubicBezTo>
                      <a:cubicBezTo>
                        <a:pt x="435" y="320"/>
                        <a:pt x="435" y="320"/>
                        <a:pt x="435" y="320"/>
                      </a:cubicBezTo>
                      <a:cubicBezTo>
                        <a:pt x="434" y="320"/>
                        <a:pt x="434" y="320"/>
                        <a:pt x="434" y="320"/>
                      </a:cubicBezTo>
                      <a:cubicBezTo>
                        <a:pt x="434" y="320"/>
                        <a:pt x="434" y="321"/>
                        <a:pt x="434" y="321"/>
                      </a:cubicBezTo>
                      <a:cubicBezTo>
                        <a:pt x="434" y="321"/>
                        <a:pt x="434" y="321"/>
                        <a:pt x="434" y="322"/>
                      </a:cubicBezTo>
                      <a:cubicBezTo>
                        <a:pt x="434" y="322"/>
                        <a:pt x="434" y="322"/>
                        <a:pt x="434" y="322"/>
                      </a:cubicBezTo>
                      <a:cubicBezTo>
                        <a:pt x="433" y="322"/>
                        <a:pt x="433" y="322"/>
                        <a:pt x="433" y="323"/>
                      </a:cubicBezTo>
                      <a:cubicBezTo>
                        <a:pt x="433" y="323"/>
                        <a:pt x="433" y="323"/>
                        <a:pt x="433" y="323"/>
                      </a:cubicBezTo>
                      <a:cubicBezTo>
                        <a:pt x="434" y="323"/>
                        <a:pt x="434" y="323"/>
                        <a:pt x="434" y="324"/>
                      </a:cubicBezTo>
                      <a:cubicBezTo>
                        <a:pt x="434" y="324"/>
                        <a:pt x="434" y="324"/>
                        <a:pt x="434" y="324"/>
                      </a:cubicBezTo>
                      <a:cubicBezTo>
                        <a:pt x="434" y="324"/>
                        <a:pt x="434" y="324"/>
                        <a:pt x="435" y="323"/>
                      </a:cubicBezTo>
                      <a:cubicBezTo>
                        <a:pt x="435" y="323"/>
                        <a:pt x="434" y="323"/>
                        <a:pt x="434" y="322"/>
                      </a:cubicBezTo>
                      <a:cubicBezTo>
                        <a:pt x="434" y="322"/>
                        <a:pt x="435" y="322"/>
                        <a:pt x="435" y="322"/>
                      </a:cubicBezTo>
                      <a:cubicBezTo>
                        <a:pt x="435" y="322"/>
                        <a:pt x="435" y="322"/>
                        <a:pt x="435" y="322"/>
                      </a:cubicBezTo>
                      <a:cubicBezTo>
                        <a:pt x="435" y="322"/>
                        <a:pt x="435" y="322"/>
                        <a:pt x="434" y="322"/>
                      </a:cubicBezTo>
                      <a:cubicBezTo>
                        <a:pt x="434" y="321"/>
                        <a:pt x="435" y="321"/>
                        <a:pt x="435" y="321"/>
                      </a:cubicBezTo>
                      <a:cubicBezTo>
                        <a:pt x="435" y="321"/>
                        <a:pt x="435" y="321"/>
                        <a:pt x="435" y="321"/>
                      </a:cubicBezTo>
                      <a:cubicBezTo>
                        <a:pt x="435" y="322"/>
                        <a:pt x="436" y="322"/>
                        <a:pt x="436" y="322"/>
                      </a:cubicBezTo>
                      <a:cubicBezTo>
                        <a:pt x="436" y="322"/>
                        <a:pt x="436" y="322"/>
                        <a:pt x="436" y="322"/>
                      </a:cubicBezTo>
                      <a:cubicBezTo>
                        <a:pt x="436" y="323"/>
                        <a:pt x="436" y="323"/>
                        <a:pt x="436" y="323"/>
                      </a:cubicBezTo>
                      <a:cubicBezTo>
                        <a:pt x="436" y="324"/>
                        <a:pt x="436" y="324"/>
                        <a:pt x="437" y="325"/>
                      </a:cubicBezTo>
                      <a:cubicBezTo>
                        <a:pt x="437" y="325"/>
                        <a:pt x="437" y="325"/>
                        <a:pt x="437" y="325"/>
                      </a:cubicBezTo>
                      <a:cubicBezTo>
                        <a:pt x="437" y="325"/>
                        <a:pt x="437" y="326"/>
                        <a:pt x="436" y="326"/>
                      </a:cubicBezTo>
                      <a:cubicBezTo>
                        <a:pt x="436" y="327"/>
                        <a:pt x="436" y="328"/>
                        <a:pt x="436" y="329"/>
                      </a:cubicBezTo>
                      <a:cubicBezTo>
                        <a:pt x="436" y="329"/>
                        <a:pt x="436" y="330"/>
                        <a:pt x="436" y="331"/>
                      </a:cubicBezTo>
                      <a:cubicBezTo>
                        <a:pt x="436" y="331"/>
                        <a:pt x="436" y="332"/>
                        <a:pt x="436" y="332"/>
                      </a:cubicBezTo>
                      <a:cubicBezTo>
                        <a:pt x="436" y="332"/>
                        <a:pt x="436" y="332"/>
                        <a:pt x="436" y="332"/>
                      </a:cubicBezTo>
                      <a:cubicBezTo>
                        <a:pt x="435" y="332"/>
                        <a:pt x="435" y="333"/>
                        <a:pt x="435" y="333"/>
                      </a:cubicBezTo>
                      <a:cubicBezTo>
                        <a:pt x="435" y="333"/>
                        <a:pt x="435" y="333"/>
                        <a:pt x="435" y="333"/>
                      </a:cubicBezTo>
                      <a:cubicBezTo>
                        <a:pt x="435" y="333"/>
                        <a:pt x="435" y="333"/>
                        <a:pt x="435" y="333"/>
                      </a:cubicBezTo>
                      <a:cubicBezTo>
                        <a:pt x="434" y="333"/>
                        <a:pt x="434" y="334"/>
                        <a:pt x="434" y="334"/>
                      </a:cubicBezTo>
                      <a:cubicBezTo>
                        <a:pt x="434" y="334"/>
                        <a:pt x="433" y="334"/>
                        <a:pt x="433" y="334"/>
                      </a:cubicBezTo>
                      <a:cubicBezTo>
                        <a:pt x="433" y="334"/>
                        <a:pt x="433" y="333"/>
                        <a:pt x="433" y="334"/>
                      </a:cubicBezTo>
                      <a:cubicBezTo>
                        <a:pt x="433" y="334"/>
                        <a:pt x="433" y="334"/>
                        <a:pt x="432" y="334"/>
                      </a:cubicBezTo>
                      <a:cubicBezTo>
                        <a:pt x="432" y="334"/>
                        <a:pt x="432" y="334"/>
                        <a:pt x="432" y="334"/>
                      </a:cubicBezTo>
                      <a:cubicBezTo>
                        <a:pt x="432" y="334"/>
                        <a:pt x="432" y="334"/>
                        <a:pt x="432" y="333"/>
                      </a:cubicBezTo>
                      <a:cubicBezTo>
                        <a:pt x="432" y="333"/>
                        <a:pt x="432" y="333"/>
                        <a:pt x="432" y="333"/>
                      </a:cubicBezTo>
                      <a:cubicBezTo>
                        <a:pt x="432" y="333"/>
                        <a:pt x="432" y="333"/>
                        <a:pt x="432" y="333"/>
                      </a:cubicBezTo>
                      <a:cubicBezTo>
                        <a:pt x="433" y="333"/>
                        <a:pt x="433" y="333"/>
                        <a:pt x="433" y="332"/>
                      </a:cubicBezTo>
                      <a:cubicBezTo>
                        <a:pt x="433" y="332"/>
                        <a:pt x="433" y="332"/>
                        <a:pt x="432" y="332"/>
                      </a:cubicBezTo>
                      <a:cubicBezTo>
                        <a:pt x="432" y="331"/>
                        <a:pt x="432" y="331"/>
                        <a:pt x="432" y="331"/>
                      </a:cubicBezTo>
                      <a:cubicBezTo>
                        <a:pt x="432" y="331"/>
                        <a:pt x="432" y="331"/>
                        <a:pt x="432" y="331"/>
                      </a:cubicBezTo>
                      <a:cubicBezTo>
                        <a:pt x="432" y="331"/>
                        <a:pt x="433" y="331"/>
                        <a:pt x="433" y="331"/>
                      </a:cubicBezTo>
                      <a:cubicBezTo>
                        <a:pt x="433" y="331"/>
                        <a:pt x="433" y="332"/>
                        <a:pt x="433" y="332"/>
                      </a:cubicBezTo>
                      <a:cubicBezTo>
                        <a:pt x="433" y="332"/>
                        <a:pt x="433" y="332"/>
                        <a:pt x="433" y="332"/>
                      </a:cubicBezTo>
                      <a:cubicBezTo>
                        <a:pt x="433" y="333"/>
                        <a:pt x="433" y="333"/>
                        <a:pt x="433" y="333"/>
                      </a:cubicBezTo>
                      <a:cubicBezTo>
                        <a:pt x="434" y="333"/>
                        <a:pt x="434" y="333"/>
                        <a:pt x="434" y="333"/>
                      </a:cubicBezTo>
                      <a:cubicBezTo>
                        <a:pt x="434" y="333"/>
                        <a:pt x="434" y="333"/>
                        <a:pt x="434" y="332"/>
                      </a:cubicBezTo>
                      <a:cubicBezTo>
                        <a:pt x="433" y="332"/>
                        <a:pt x="434" y="332"/>
                        <a:pt x="434" y="332"/>
                      </a:cubicBezTo>
                      <a:cubicBezTo>
                        <a:pt x="434" y="332"/>
                        <a:pt x="434" y="332"/>
                        <a:pt x="434" y="332"/>
                      </a:cubicBezTo>
                      <a:cubicBezTo>
                        <a:pt x="434" y="332"/>
                        <a:pt x="434" y="332"/>
                        <a:pt x="434" y="332"/>
                      </a:cubicBezTo>
                      <a:cubicBezTo>
                        <a:pt x="434" y="332"/>
                        <a:pt x="434" y="332"/>
                        <a:pt x="434" y="332"/>
                      </a:cubicBezTo>
                      <a:cubicBezTo>
                        <a:pt x="435" y="332"/>
                        <a:pt x="435" y="332"/>
                        <a:pt x="435" y="332"/>
                      </a:cubicBezTo>
                      <a:cubicBezTo>
                        <a:pt x="435" y="331"/>
                        <a:pt x="435" y="331"/>
                        <a:pt x="435" y="331"/>
                      </a:cubicBezTo>
                      <a:cubicBezTo>
                        <a:pt x="435" y="331"/>
                        <a:pt x="435" y="331"/>
                        <a:pt x="435" y="331"/>
                      </a:cubicBezTo>
                      <a:cubicBezTo>
                        <a:pt x="435" y="331"/>
                        <a:pt x="436" y="331"/>
                        <a:pt x="436" y="331"/>
                      </a:cubicBezTo>
                      <a:cubicBezTo>
                        <a:pt x="436" y="331"/>
                        <a:pt x="436" y="330"/>
                        <a:pt x="436" y="330"/>
                      </a:cubicBezTo>
                      <a:cubicBezTo>
                        <a:pt x="435" y="330"/>
                        <a:pt x="435" y="330"/>
                        <a:pt x="435" y="330"/>
                      </a:cubicBezTo>
                      <a:cubicBezTo>
                        <a:pt x="435" y="330"/>
                        <a:pt x="435" y="330"/>
                        <a:pt x="435" y="329"/>
                      </a:cubicBezTo>
                      <a:cubicBezTo>
                        <a:pt x="435" y="329"/>
                        <a:pt x="435" y="329"/>
                        <a:pt x="435" y="329"/>
                      </a:cubicBezTo>
                      <a:cubicBezTo>
                        <a:pt x="435" y="329"/>
                        <a:pt x="435" y="329"/>
                        <a:pt x="435" y="328"/>
                      </a:cubicBezTo>
                      <a:cubicBezTo>
                        <a:pt x="435" y="328"/>
                        <a:pt x="435" y="328"/>
                        <a:pt x="435" y="328"/>
                      </a:cubicBezTo>
                      <a:cubicBezTo>
                        <a:pt x="435" y="328"/>
                        <a:pt x="435" y="328"/>
                        <a:pt x="435" y="328"/>
                      </a:cubicBezTo>
                      <a:cubicBezTo>
                        <a:pt x="435" y="328"/>
                        <a:pt x="435" y="327"/>
                        <a:pt x="435" y="327"/>
                      </a:cubicBezTo>
                      <a:cubicBezTo>
                        <a:pt x="435" y="327"/>
                        <a:pt x="435" y="327"/>
                        <a:pt x="435" y="327"/>
                      </a:cubicBezTo>
                      <a:cubicBezTo>
                        <a:pt x="435" y="326"/>
                        <a:pt x="435" y="326"/>
                        <a:pt x="435" y="326"/>
                      </a:cubicBezTo>
                      <a:cubicBezTo>
                        <a:pt x="435" y="326"/>
                        <a:pt x="435" y="326"/>
                        <a:pt x="435" y="326"/>
                      </a:cubicBezTo>
                      <a:cubicBezTo>
                        <a:pt x="435" y="326"/>
                        <a:pt x="435" y="326"/>
                        <a:pt x="435" y="326"/>
                      </a:cubicBezTo>
                      <a:cubicBezTo>
                        <a:pt x="434" y="327"/>
                        <a:pt x="434" y="327"/>
                        <a:pt x="434" y="327"/>
                      </a:cubicBezTo>
                      <a:cubicBezTo>
                        <a:pt x="434" y="328"/>
                        <a:pt x="434" y="328"/>
                        <a:pt x="434" y="328"/>
                      </a:cubicBezTo>
                      <a:cubicBezTo>
                        <a:pt x="434" y="328"/>
                        <a:pt x="434" y="328"/>
                        <a:pt x="433" y="328"/>
                      </a:cubicBezTo>
                      <a:cubicBezTo>
                        <a:pt x="433" y="328"/>
                        <a:pt x="433" y="328"/>
                        <a:pt x="433" y="328"/>
                      </a:cubicBezTo>
                      <a:cubicBezTo>
                        <a:pt x="433" y="328"/>
                        <a:pt x="433" y="328"/>
                        <a:pt x="433" y="328"/>
                      </a:cubicBezTo>
                      <a:cubicBezTo>
                        <a:pt x="433" y="328"/>
                        <a:pt x="433" y="329"/>
                        <a:pt x="433" y="329"/>
                      </a:cubicBezTo>
                      <a:cubicBezTo>
                        <a:pt x="433" y="329"/>
                        <a:pt x="433" y="329"/>
                        <a:pt x="433" y="329"/>
                      </a:cubicBezTo>
                      <a:cubicBezTo>
                        <a:pt x="433" y="329"/>
                        <a:pt x="432" y="329"/>
                        <a:pt x="432" y="329"/>
                      </a:cubicBezTo>
                      <a:cubicBezTo>
                        <a:pt x="432" y="330"/>
                        <a:pt x="432" y="330"/>
                        <a:pt x="432" y="330"/>
                      </a:cubicBezTo>
                      <a:cubicBezTo>
                        <a:pt x="432" y="330"/>
                        <a:pt x="432" y="329"/>
                        <a:pt x="432" y="329"/>
                      </a:cubicBezTo>
                      <a:cubicBezTo>
                        <a:pt x="432" y="329"/>
                        <a:pt x="432" y="329"/>
                        <a:pt x="432" y="329"/>
                      </a:cubicBezTo>
                      <a:cubicBezTo>
                        <a:pt x="432" y="329"/>
                        <a:pt x="432" y="328"/>
                        <a:pt x="433" y="328"/>
                      </a:cubicBezTo>
                      <a:cubicBezTo>
                        <a:pt x="433" y="328"/>
                        <a:pt x="433" y="328"/>
                        <a:pt x="433" y="328"/>
                      </a:cubicBezTo>
                      <a:cubicBezTo>
                        <a:pt x="434" y="327"/>
                        <a:pt x="434" y="327"/>
                        <a:pt x="434" y="327"/>
                      </a:cubicBezTo>
                      <a:cubicBezTo>
                        <a:pt x="434" y="326"/>
                        <a:pt x="434" y="326"/>
                        <a:pt x="434" y="326"/>
                      </a:cubicBezTo>
                      <a:cubicBezTo>
                        <a:pt x="434" y="326"/>
                        <a:pt x="434" y="325"/>
                        <a:pt x="434" y="325"/>
                      </a:cubicBezTo>
                      <a:cubicBezTo>
                        <a:pt x="434" y="325"/>
                        <a:pt x="433" y="324"/>
                        <a:pt x="433" y="324"/>
                      </a:cubicBezTo>
                      <a:cubicBezTo>
                        <a:pt x="433" y="323"/>
                        <a:pt x="433" y="324"/>
                        <a:pt x="433" y="324"/>
                      </a:cubicBezTo>
                      <a:cubicBezTo>
                        <a:pt x="433" y="325"/>
                        <a:pt x="432" y="325"/>
                        <a:pt x="432" y="325"/>
                      </a:cubicBezTo>
                      <a:cubicBezTo>
                        <a:pt x="432" y="324"/>
                        <a:pt x="432" y="324"/>
                        <a:pt x="431" y="324"/>
                      </a:cubicBezTo>
                      <a:cubicBezTo>
                        <a:pt x="431" y="324"/>
                        <a:pt x="431" y="324"/>
                        <a:pt x="430" y="324"/>
                      </a:cubicBezTo>
                      <a:cubicBezTo>
                        <a:pt x="430" y="324"/>
                        <a:pt x="429" y="324"/>
                        <a:pt x="429" y="324"/>
                      </a:cubicBezTo>
                      <a:cubicBezTo>
                        <a:pt x="428" y="324"/>
                        <a:pt x="428" y="324"/>
                        <a:pt x="427" y="324"/>
                      </a:cubicBezTo>
                      <a:cubicBezTo>
                        <a:pt x="427" y="324"/>
                        <a:pt x="425" y="324"/>
                        <a:pt x="425" y="324"/>
                      </a:cubicBezTo>
                      <a:cubicBezTo>
                        <a:pt x="425" y="323"/>
                        <a:pt x="423" y="322"/>
                        <a:pt x="422" y="322"/>
                      </a:cubicBezTo>
                      <a:cubicBezTo>
                        <a:pt x="422" y="322"/>
                        <a:pt x="421" y="321"/>
                        <a:pt x="421" y="322"/>
                      </a:cubicBezTo>
                      <a:cubicBezTo>
                        <a:pt x="420" y="322"/>
                        <a:pt x="420" y="323"/>
                        <a:pt x="420" y="324"/>
                      </a:cubicBezTo>
                      <a:cubicBezTo>
                        <a:pt x="420" y="324"/>
                        <a:pt x="421" y="326"/>
                        <a:pt x="421" y="326"/>
                      </a:cubicBezTo>
                      <a:cubicBezTo>
                        <a:pt x="421" y="326"/>
                        <a:pt x="422" y="327"/>
                        <a:pt x="422" y="328"/>
                      </a:cubicBezTo>
                      <a:cubicBezTo>
                        <a:pt x="423" y="328"/>
                        <a:pt x="423" y="329"/>
                        <a:pt x="423" y="329"/>
                      </a:cubicBezTo>
                      <a:cubicBezTo>
                        <a:pt x="423" y="329"/>
                        <a:pt x="423" y="330"/>
                        <a:pt x="423" y="331"/>
                      </a:cubicBezTo>
                      <a:cubicBezTo>
                        <a:pt x="423" y="331"/>
                        <a:pt x="423" y="332"/>
                        <a:pt x="423" y="332"/>
                      </a:cubicBezTo>
                      <a:cubicBezTo>
                        <a:pt x="423" y="332"/>
                        <a:pt x="424" y="333"/>
                        <a:pt x="424" y="333"/>
                      </a:cubicBezTo>
                      <a:cubicBezTo>
                        <a:pt x="424" y="334"/>
                        <a:pt x="424" y="335"/>
                        <a:pt x="424" y="335"/>
                      </a:cubicBezTo>
                      <a:cubicBezTo>
                        <a:pt x="424" y="335"/>
                        <a:pt x="424" y="335"/>
                        <a:pt x="424" y="335"/>
                      </a:cubicBezTo>
                      <a:cubicBezTo>
                        <a:pt x="425" y="335"/>
                        <a:pt x="424" y="335"/>
                        <a:pt x="424" y="335"/>
                      </a:cubicBezTo>
                      <a:cubicBezTo>
                        <a:pt x="424" y="334"/>
                        <a:pt x="425" y="334"/>
                        <a:pt x="425" y="334"/>
                      </a:cubicBezTo>
                      <a:cubicBezTo>
                        <a:pt x="425" y="334"/>
                        <a:pt x="425" y="335"/>
                        <a:pt x="425" y="335"/>
                      </a:cubicBezTo>
                      <a:cubicBezTo>
                        <a:pt x="425" y="335"/>
                        <a:pt x="425" y="335"/>
                        <a:pt x="425" y="335"/>
                      </a:cubicBezTo>
                      <a:cubicBezTo>
                        <a:pt x="425" y="335"/>
                        <a:pt x="426" y="335"/>
                        <a:pt x="426" y="335"/>
                      </a:cubicBezTo>
                      <a:cubicBezTo>
                        <a:pt x="426" y="336"/>
                        <a:pt x="426" y="336"/>
                        <a:pt x="425" y="336"/>
                      </a:cubicBezTo>
                      <a:cubicBezTo>
                        <a:pt x="425" y="336"/>
                        <a:pt x="425" y="336"/>
                        <a:pt x="425" y="336"/>
                      </a:cubicBezTo>
                      <a:cubicBezTo>
                        <a:pt x="424" y="336"/>
                        <a:pt x="425" y="337"/>
                        <a:pt x="424" y="337"/>
                      </a:cubicBezTo>
                      <a:cubicBezTo>
                        <a:pt x="424" y="338"/>
                        <a:pt x="425" y="338"/>
                        <a:pt x="425" y="338"/>
                      </a:cubicBezTo>
                      <a:cubicBezTo>
                        <a:pt x="425" y="338"/>
                        <a:pt x="426" y="338"/>
                        <a:pt x="426" y="337"/>
                      </a:cubicBezTo>
                      <a:cubicBezTo>
                        <a:pt x="426" y="337"/>
                        <a:pt x="426" y="338"/>
                        <a:pt x="426" y="338"/>
                      </a:cubicBezTo>
                      <a:cubicBezTo>
                        <a:pt x="426" y="338"/>
                        <a:pt x="426" y="338"/>
                        <a:pt x="425" y="339"/>
                      </a:cubicBezTo>
                      <a:cubicBezTo>
                        <a:pt x="425" y="339"/>
                        <a:pt x="426" y="339"/>
                        <a:pt x="426" y="339"/>
                      </a:cubicBezTo>
                      <a:cubicBezTo>
                        <a:pt x="426" y="339"/>
                        <a:pt x="426" y="340"/>
                        <a:pt x="426" y="340"/>
                      </a:cubicBezTo>
                      <a:cubicBezTo>
                        <a:pt x="426" y="341"/>
                        <a:pt x="425" y="341"/>
                        <a:pt x="425" y="341"/>
                      </a:cubicBezTo>
                      <a:cubicBezTo>
                        <a:pt x="425" y="341"/>
                        <a:pt x="425" y="340"/>
                        <a:pt x="425" y="340"/>
                      </a:cubicBezTo>
                      <a:cubicBezTo>
                        <a:pt x="425" y="340"/>
                        <a:pt x="425" y="339"/>
                        <a:pt x="425" y="339"/>
                      </a:cubicBezTo>
                      <a:cubicBezTo>
                        <a:pt x="425" y="339"/>
                        <a:pt x="425" y="339"/>
                        <a:pt x="425" y="340"/>
                      </a:cubicBezTo>
                      <a:cubicBezTo>
                        <a:pt x="425" y="340"/>
                        <a:pt x="425" y="340"/>
                        <a:pt x="425" y="341"/>
                      </a:cubicBezTo>
                      <a:cubicBezTo>
                        <a:pt x="425" y="342"/>
                        <a:pt x="425" y="342"/>
                        <a:pt x="425" y="342"/>
                      </a:cubicBezTo>
                      <a:cubicBezTo>
                        <a:pt x="425" y="342"/>
                        <a:pt x="426" y="342"/>
                        <a:pt x="427" y="342"/>
                      </a:cubicBezTo>
                      <a:cubicBezTo>
                        <a:pt x="427" y="342"/>
                        <a:pt x="427" y="342"/>
                        <a:pt x="428" y="342"/>
                      </a:cubicBezTo>
                      <a:cubicBezTo>
                        <a:pt x="428" y="342"/>
                        <a:pt x="429" y="343"/>
                        <a:pt x="430" y="343"/>
                      </a:cubicBezTo>
                      <a:cubicBezTo>
                        <a:pt x="430" y="343"/>
                        <a:pt x="430" y="343"/>
                        <a:pt x="430" y="344"/>
                      </a:cubicBezTo>
                      <a:cubicBezTo>
                        <a:pt x="429" y="344"/>
                        <a:pt x="429" y="343"/>
                        <a:pt x="428" y="343"/>
                      </a:cubicBezTo>
                      <a:cubicBezTo>
                        <a:pt x="428" y="343"/>
                        <a:pt x="428" y="343"/>
                        <a:pt x="427" y="343"/>
                      </a:cubicBezTo>
                      <a:cubicBezTo>
                        <a:pt x="427" y="343"/>
                        <a:pt x="426" y="343"/>
                        <a:pt x="426" y="343"/>
                      </a:cubicBezTo>
                      <a:cubicBezTo>
                        <a:pt x="425" y="343"/>
                        <a:pt x="425" y="343"/>
                        <a:pt x="425" y="343"/>
                      </a:cubicBezTo>
                      <a:cubicBezTo>
                        <a:pt x="425" y="344"/>
                        <a:pt x="425" y="344"/>
                        <a:pt x="425" y="344"/>
                      </a:cubicBezTo>
                      <a:cubicBezTo>
                        <a:pt x="425" y="345"/>
                        <a:pt x="425" y="345"/>
                        <a:pt x="425" y="345"/>
                      </a:cubicBezTo>
                      <a:cubicBezTo>
                        <a:pt x="425" y="346"/>
                        <a:pt x="425" y="346"/>
                        <a:pt x="425" y="346"/>
                      </a:cubicBezTo>
                      <a:cubicBezTo>
                        <a:pt x="425" y="346"/>
                        <a:pt x="426" y="347"/>
                        <a:pt x="426" y="347"/>
                      </a:cubicBezTo>
                      <a:cubicBezTo>
                        <a:pt x="425" y="348"/>
                        <a:pt x="426" y="349"/>
                        <a:pt x="426" y="349"/>
                      </a:cubicBezTo>
                      <a:cubicBezTo>
                        <a:pt x="426" y="349"/>
                        <a:pt x="425" y="350"/>
                        <a:pt x="425" y="351"/>
                      </a:cubicBezTo>
                      <a:cubicBezTo>
                        <a:pt x="425" y="351"/>
                        <a:pt x="425" y="352"/>
                        <a:pt x="425" y="352"/>
                      </a:cubicBezTo>
                      <a:cubicBezTo>
                        <a:pt x="425" y="353"/>
                        <a:pt x="425" y="354"/>
                        <a:pt x="425" y="355"/>
                      </a:cubicBezTo>
                      <a:cubicBezTo>
                        <a:pt x="425" y="356"/>
                        <a:pt x="425" y="356"/>
                        <a:pt x="425" y="356"/>
                      </a:cubicBezTo>
                      <a:cubicBezTo>
                        <a:pt x="425" y="357"/>
                        <a:pt x="425" y="357"/>
                        <a:pt x="425" y="358"/>
                      </a:cubicBezTo>
                      <a:cubicBezTo>
                        <a:pt x="425" y="358"/>
                        <a:pt x="425" y="359"/>
                        <a:pt x="425" y="360"/>
                      </a:cubicBezTo>
                      <a:cubicBezTo>
                        <a:pt x="425" y="360"/>
                        <a:pt x="424" y="360"/>
                        <a:pt x="424" y="361"/>
                      </a:cubicBezTo>
                      <a:cubicBezTo>
                        <a:pt x="424" y="361"/>
                        <a:pt x="424" y="362"/>
                        <a:pt x="424" y="362"/>
                      </a:cubicBezTo>
                      <a:cubicBezTo>
                        <a:pt x="424" y="362"/>
                        <a:pt x="424" y="364"/>
                        <a:pt x="424" y="364"/>
                      </a:cubicBezTo>
                      <a:cubicBezTo>
                        <a:pt x="424" y="364"/>
                        <a:pt x="424" y="365"/>
                        <a:pt x="424" y="365"/>
                      </a:cubicBezTo>
                      <a:cubicBezTo>
                        <a:pt x="424" y="366"/>
                        <a:pt x="424" y="366"/>
                        <a:pt x="424" y="366"/>
                      </a:cubicBezTo>
                      <a:cubicBezTo>
                        <a:pt x="424" y="366"/>
                        <a:pt x="424" y="367"/>
                        <a:pt x="424" y="367"/>
                      </a:cubicBezTo>
                      <a:cubicBezTo>
                        <a:pt x="424" y="367"/>
                        <a:pt x="424" y="367"/>
                        <a:pt x="424" y="368"/>
                      </a:cubicBezTo>
                      <a:cubicBezTo>
                        <a:pt x="424" y="368"/>
                        <a:pt x="423" y="368"/>
                        <a:pt x="423" y="369"/>
                      </a:cubicBezTo>
                      <a:cubicBezTo>
                        <a:pt x="423" y="369"/>
                        <a:pt x="423" y="369"/>
                        <a:pt x="423" y="370"/>
                      </a:cubicBezTo>
                      <a:cubicBezTo>
                        <a:pt x="422" y="370"/>
                        <a:pt x="423" y="370"/>
                        <a:pt x="423" y="371"/>
                      </a:cubicBezTo>
                      <a:cubicBezTo>
                        <a:pt x="422" y="371"/>
                        <a:pt x="422" y="372"/>
                        <a:pt x="422" y="372"/>
                      </a:cubicBezTo>
                      <a:cubicBezTo>
                        <a:pt x="422" y="372"/>
                        <a:pt x="422" y="373"/>
                        <a:pt x="422" y="373"/>
                      </a:cubicBezTo>
                      <a:cubicBezTo>
                        <a:pt x="422" y="374"/>
                        <a:pt x="421" y="374"/>
                        <a:pt x="421" y="375"/>
                      </a:cubicBezTo>
                      <a:cubicBezTo>
                        <a:pt x="421" y="375"/>
                        <a:pt x="422" y="376"/>
                        <a:pt x="422" y="376"/>
                      </a:cubicBezTo>
                      <a:cubicBezTo>
                        <a:pt x="423" y="376"/>
                        <a:pt x="422" y="377"/>
                        <a:pt x="422" y="377"/>
                      </a:cubicBezTo>
                      <a:cubicBezTo>
                        <a:pt x="422" y="377"/>
                        <a:pt x="422" y="377"/>
                        <a:pt x="422" y="378"/>
                      </a:cubicBezTo>
                      <a:cubicBezTo>
                        <a:pt x="422" y="378"/>
                        <a:pt x="422" y="379"/>
                        <a:pt x="422" y="380"/>
                      </a:cubicBezTo>
                      <a:cubicBezTo>
                        <a:pt x="422" y="381"/>
                        <a:pt x="423" y="381"/>
                        <a:pt x="423" y="381"/>
                      </a:cubicBezTo>
                      <a:cubicBezTo>
                        <a:pt x="424" y="382"/>
                        <a:pt x="424" y="383"/>
                        <a:pt x="424" y="383"/>
                      </a:cubicBezTo>
                      <a:cubicBezTo>
                        <a:pt x="424" y="383"/>
                        <a:pt x="423" y="384"/>
                        <a:pt x="423" y="384"/>
                      </a:cubicBezTo>
                      <a:cubicBezTo>
                        <a:pt x="423" y="384"/>
                        <a:pt x="424" y="384"/>
                        <a:pt x="424" y="385"/>
                      </a:cubicBezTo>
                      <a:cubicBezTo>
                        <a:pt x="424" y="385"/>
                        <a:pt x="424" y="386"/>
                        <a:pt x="424" y="386"/>
                      </a:cubicBezTo>
                      <a:cubicBezTo>
                        <a:pt x="425" y="387"/>
                        <a:pt x="425" y="388"/>
                        <a:pt x="425" y="388"/>
                      </a:cubicBezTo>
                      <a:cubicBezTo>
                        <a:pt x="425" y="389"/>
                        <a:pt x="424" y="389"/>
                        <a:pt x="424" y="389"/>
                      </a:cubicBezTo>
                      <a:cubicBezTo>
                        <a:pt x="424" y="390"/>
                        <a:pt x="424" y="390"/>
                        <a:pt x="424" y="390"/>
                      </a:cubicBezTo>
                      <a:cubicBezTo>
                        <a:pt x="424" y="390"/>
                        <a:pt x="424" y="391"/>
                        <a:pt x="424" y="392"/>
                      </a:cubicBezTo>
                      <a:cubicBezTo>
                        <a:pt x="424" y="392"/>
                        <a:pt x="423" y="393"/>
                        <a:pt x="423" y="394"/>
                      </a:cubicBezTo>
                      <a:cubicBezTo>
                        <a:pt x="423" y="394"/>
                        <a:pt x="422" y="395"/>
                        <a:pt x="422" y="395"/>
                      </a:cubicBezTo>
                      <a:cubicBezTo>
                        <a:pt x="422" y="396"/>
                        <a:pt x="422" y="396"/>
                        <a:pt x="423" y="397"/>
                      </a:cubicBezTo>
                      <a:cubicBezTo>
                        <a:pt x="423" y="397"/>
                        <a:pt x="423" y="397"/>
                        <a:pt x="423" y="397"/>
                      </a:cubicBezTo>
                      <a:cubicBezTo>
                        <a:pt x="423" y="398"/>
                        <a:pt x="423" y="398"/>
                        <a:pt x="424" y="398"/>
                      </a:cubicBezTo>
                      <a:cubicBezTo>
                        <a:pt x="424" y="398"/>
                        <a:pt x="424" y="399"/>
                        <a:pt x="425" y="399"/>
                      </a:cubicBezTo>
                      <a:cubicBezTo>
                        <a:pt x="425" y="399"/>
                        <a:pt x="426" y="401"/>
                        <a:pt x="426" y="402"/>
                      </a:cubicBezTo>
                      <a:cubicBezTo>
                        <a:pt x="427" y="402"/>
                        <a:pt x="427" y="403"/>
                        <a:pt x="427" y="403"/>
                      </a:cubicBezTo>
                      <a:cubicBezTo>
                        <a:pt x="427" y="404"/>
                        <a:pt x="426" y="404"/>
                        <a:pt x="426" y="404"/>
                      </a:cubicBezTo>
                      <a:cubicBezTo>
                        <a:pt x="426" y="405"/>
                        <a:pt x="426" y="405"/>
                        <a:pt x="426" y="406"/>
                      </a:cubicBezTo>
                      <a:cubicBezTo>
                        <a:pt x="426" y="406"/>
                        <a:pt x="427" y="407"/>
                        <a:pt x="427" y="407"/>
                      </a:cubicBezTo>
                      <a:cubicBezTo>
                        <a:pt x="427" y="407"/>
                        <a:pt x="427" y="408"/>
                        <a:pt x="427" y="408"/>
                      </a:cubicBezTo>
                      <a:cubicBezTo>
                        <a:pt x="427" y="409"/>
                        <a:pt x="427" y="409"/>
                        <a:pt x="427" y="409"/>
                      </a:cubicBezTo>
                      <a:cubicBezTo>
                        <a:pt x="427" y="410"/>
                        <a:pt x="428" y="410"/>
                        <a:pt x="428" y="410"/>
                      </a:cubicBezTo>
                      <a:cubicBezTo>
                        <a:pt x="428" y="410"/>
                        <a:pt x="429" y="411"/>
                        <a:pt x="429" y="411"/>
                      </a:cubicBezTo>
                      <a:cubicBezTo>
                        <a:pt x="429" y="412"/>
                        <a:pt x="430" y="412"/>
                        <a:pt x="430" y="412"/>
                      </a:cubicBezTo>
                      <a:cubicBezTo>
                        <a:pt x="430" y="412"/>
                        <a:pt x="431" y="414"/>
                        <a:pt x="431" y="414"/>
                      </a:cubicBezTo>
                      <a:cubicBezTo>
                        <a:pt x="431" y="414"/>
                        <a:pt x="432" y="415"/>
                        <a:pt x="432" y="415"/>
                      </a:cubicBezTo>
                      <a:cubicBezTo>
                        <a:pt x="432" y="415"/>
                        <a:pt x="432" y="415"/>
                        <a:pt x="432" y="416"/>
                      </a:cubicBezTo>
                      <a:cubicBezTo>
                        <a:pt x="432" y="416"/>
                        <a:pt x="432" y="416"/>
                        <a:pt x="432" y="417"/>
                      </a:cubicBezTo>
                      <a:cubicBezTo>
                        <a:pt x="432" y="417"/>
                        <a:pt x="432" y="417"/>
                        <a:pt x="433" y="417"/>
                      </a:cubicBezTo>
                      <a:cubicBezTo>
                        <a:pt x="433" y="417"/>
                        <a:pt x="433" y="417"/>
                        <a:pt x="434" y="418"/>
                      </a:cubicBezTo>
                      <a:cubicBezTo>
                        <a:pt x="434" y="418"/>
                        <a:pt x="435" y="418"/>
                        <a:pt x="435" y="418"/>
                      </a:cubicBezTo>
                      <a:cubicBezTo>
                        <a:pt x="435" y="418"/>
                        <a:pt x="435" y="418"/>
                        <a:pt x="435" y="418"/>
                      </a:cubicBezTo>
                      <a:cubicBezTo>
                        <a:pt x="435" y="418"/>
                        <a:pt x="435" y="417"/>
                        <a:pt x="435" y="417"/>
                      </a:cubicBezTo>
                      <a:cubicBezTo>
                        <a:pt x="435" y="416"/>
                        <a:pt x="436" y="416"/>
                        <a:pt x="436" y="416"/>
                      </a:cubicBezTo>
                      <a:cubicBezTo>
                        <a:pt x="436" y="416"/>
                        <a:pt x="436" y="416"/>
                        <a:pt x="436" y="417"/>
                      </a:cubicBezTo>
                      <a:cubicBezTo>
                        <a:pt x="436" y="417"/>
                        <a:pt x="436" y="417"/>
                        <a:pt x="436" y="417"/>
                      </a:cubicBezTo>
                      <a:cubicBezTo>
                        <a:pt x="436" y="418"/>
                        <a:pt x="436" y="418"/>
                        <a:pt x="436" y="418"/>
                      </a:cubicBezTo>
                      <a:cubicBezTo>
                        <a:pt x="436" y="419"/>
                        <a:pt x="435" y="419"/>
                        <a:pt x="435" y="419"/>
                      </a:cubicBezTo>
                      <a:cubicBezTo>
                        <a:pt x="435" y="419"/>
                        <a:pt x="435" y="420"/>
                        <a:pt x="435" y="420"/>
                      </a:cubicBezTo>
                      <a:cubicBezTo>
                        <a:pt x="435" y="420"/>
                        <a:pt x="435" y="421"/>
                        <a:pt x="435" y="421"/>
                      </a:cubicBezTo>
                      <a:cubicBezTo>
                        <a:pt x="435" y="421"/>
                        <a:pt x="436" y="422"/>
                        <a:pt x="436" y="422"/>
                      </a:cubicBezTo>
                      <a:cubicBezTo>
                        <a:pt x="436" y="422"/>
                        <a:pt x="436" y="423"/>
                        <a:pt x="436" y="423"/>
                      </a:cubicBezTo>
                      <a:cubicBezTo>
                        <a:pt x="436" y="424"/>
                        <a:pt x="436" y="424"/>
                        <a:pt x="436" y="424"/>
                      </a:cubicBezTo>
                      <a:cubicBezTo>
                        <a:pt x="437" y="425"/>
                        <a:pt x="437" y="425"/>
                        <a:pt x="437" y="425"/>
                      </a:cubicBezTo>
                      <a:cubicBezTo>
                        <a:pt x="438" y="426"/>
                        <a:pt x="438" y="426"/>
                        <a:pt x="439" y="426"/>
                      </a:cubicBezTo>
                      <a:cubicBezTo>
                        <a:pt x="440" y="426"/>
                        <a:pt x="440" y="426"/>
                        <a:pt x="440" y="427"/>
                      </a:cubicBezTo>
                      <a:cubicBezTo>
                        <a:pt x="440" y="427"/>
                        <a:pt x="440" y="428"/>
                        <a:pt x="440" y="428"/>
                      </a:cubicBezTo>
                      <a:cubicBezTo>
                        <a:pt x="439" y="428"/>
                        <a:pt x="439" y="429"/>
                        <a:pt x="439" y="429"/>
                      </a:cubicBezTo>
                      <a:cubicBezTo>
                        <a:pt x="439" y="430"/>
                        <a:pt x="439" y="431"/>
                        <a:pt x="439" y="431"/>
                      </a:cubicBezTo>
                      <a:cubicBezTo>
                        <a:pt x="439" y="431"/>
                        <a:pt x="440" y="432"/>
                        <a:pt x="440" y="432"/>
                      </a:cubicBezTo>
                      <a:cubicBezTo>
                        <a:pt x="440" y="432"/>
                        <a:pt x="441" y="433"/>
                        <a:pt x="441" y="433"/>
                      </a:cubicBezTo>
                      <a:cubicBezTo>
                        <a:pt x="441" y="433"/>
                        <a:pt x="441" y="434"/>
                        <a:pt x="442" y="434"/>
                      </a:cubicBezTo>
                      <a:cubicBezTo>
                        <a:pt x="442" y="434"/>
                        <a:pt x="443" y="435"/>
                        <a:pt x="443" y="435"/>
                      </a:cubicBezTo>
                      <a:cubicBezTo>
                        <a:pt x="443" y="436"/>
                        <a:pt x="443" y="436"/>
                        <a:pt x="443" y="437"/>
                      </a:cubicBezTo>
                      <a:cubicBezTo>
                        <a:pt x="443" y="437"/>
                        <a:pt x="443" y="437"/>
                        <a:pt x="444" y="437"/>
                      </a:cubicBezTo>
                      <a:cubicBezTo>
                        <a:pt x="445" y="437"/>
                        <a:pt x="444" y="437"/>
                        <a:pt x="445" y="438"/>
                      </a:cubicBezTo>
                      <a:cubicBezTo>
                        <a:pt x="445" y="438"/>
                        <a:pt x="445" y="438"/>
                        <a:pt x="445" y="438"/>
                      </a:cubicBezTo>
                      <a:cubicBezTo>
                        <a:pt x="446" y="439"/>
                        <a:pt x="446" y="439"/>
                        <a:pt x="446" y="439"/>
                      </a:cubicBezTo>
                      <a:cubicBezTo>
                        <a:pt x="446" y="439"/>
                        <a:pt x="446" y="439"/>
                        <a:pt x="446" y="440"/>
                      </a:cubicBezTo>
                      <a:cubicBezTo>
                        <a:pt x="446" y="440"/>
                        <a:pt x="446" y="440"/>
                        <a:pt x="446" y="440"/>
                      </a:cubicBezTo>
                      <a:cubicBezTo>
                        <a:pt x="446" y="440"/>
                        <a:pt x="446" y="441"/>
                        <a:pt x="447" y="441"/>
                      </a:cubicBezTo>
                      <a:cubicBezTo>
                        <a:pt x="447" y="441"/>
                        <a:pt x="448" y="441"/>
                        <a:pt x="448" y="441"/>
                      </a:cubicBezTo>
                      <a:cubicBezTo>
                        <a:pt x="448" y="441"/>
                        <a:pt x="448" y="442"/>
                        <a:pt x="448" y="442"/>
                      </a:cubicBezTo>
                      <a:cubicBezTo>
                        <a:pt x="448" y="442"/>
                        <a:pt x="447" y="442"/>
                        <a:pt x="447" y="443"/>
                      </a:cubicBezTo>
                      <a:cubicBezTo>
                        <a:pt x="447" y="443"/>
                        <a:pt x="448" y="443"/>
                        <a:pt x="448" y="443"/>
                      </a:cubicBezTo>
                      <a:cubicBezTo>
                        <a:pt x="448" y="444"/>
                        <a:pt x="447" y="444"/>
                        <a:pt x="448" y="444"/>
                      </a:cubicBezTo>
                      <a:cubicBezTo>
                        <a:pt x="448" y="444"/>
                        <a:pt x="448" y="445"/>
                        <a:pt x="448" y="445"/>
                      </a:cubicBezTo>
                      <a:cubicBezTo>
                        <a:pt x="448" y="445"/>
                        <a:pt x="447" y="445"/>
                        <a:pt x="447" y="445"/>
                      </a:cubicBezTo>
                      <a:cubicBezTo>
                        <a:pt x="447" y="446"/>
                        <a:pt x="448" y="446"/>
                        <a:pt x="448" y="446"/>
                      </a:cubicBezTo>
                      <a:cubicBezTo>
                        <a:pt x="448" y="446"/>
                        <a:pt x="448" y="446"/>
                        <a:pt x="448" y="446"/>
                      </a:cubicBezTo>
                      <a:cubicBezTo>
                        <a:pt x="449" y="446"/>
                        <a:pt x="450" y="446"/>
                        <a:pt x="450" y="446"/>
                      </a:cubicBezTo>
                      <a:cubicBezTo>
                        <a:pt x="450" y="446"/>
                        <a:pt x="453" y="447"/>
                        <a:pt x="454" y="447"/>
                      </a:cubicBezTo>
                      <a:cubicBezTo>
                        <a:pt x="454" y="447"/>
                        <a:pt x="455" y="447"/>
                        <a:pt x="455" y="447"/>
                      </a:cubicBezTo>
                      <a:cubicBezTo>
                        <a:pt x="456" y="447"/>
                        <a:pt x="456" y="448"/>
                        <a:pt x="456" y="448"/>
                      </a:cubicBezTo>
                      <a:cubicBezTo>
                        <a:pt x="457" y="448"/>
                        <a:pt x="457" y="449"/>
                        <a:pt x="458" y="449"/>
                      </a:cubicBezTo>
                      <a:cubicBezTo>
                        <a:pt x="458" y="449"/>
                        <a:pt x="459" y="450"/>
                        <a:pt x="459" y="450"/>
                      </a:cubicBezTo>
                      <a:cubicBezTo>
                        <a:pt x="460" y="450"/>
                        <a:pt x="460" y="450"/>
                        <a:pt x="460" y="450"/>
                      </a:cubicBezTo>
                      <a:cubicBezTo>
                        <a:pt x="460" y="450"/>
                        <a:pt x="460" y="450"/>
                        <a:pt x="461" y="450"/>
                      </a:cubicBezTo>
                      <a:cubicBezTo>
                        <a:pt x="461" y="450"/>
                        <a:pt x="461" y="450"/>
                        <a:pt x="461" y="450"/>
                      </a:cubicBezTo>
                      <a:cubicBezTo>
                        <a:pt x="462" y="450"/>
                        <a:pt x="462" y="450"/>
                        <a:pt x="462" y="451"/>
                      </a:cubicBezTo>
                      <a:cubicBezTo>
                        <a:pt x="462" y="451"/>
                        <a:pt x="462" y="451"/>
                        <a:pt x="463" y="451"/>
                      </a:cubicBezTo>
                      <a:cubicBezTo>
                        <a:pt x="463" y="452"/>
                        <a:pt x="462" y="452"/>
                        <a:pt x="463" y="452"/>
                      </a:cubicBezTo>
                      <a:cubicBezTo>
                        <a:pt x="463" y="453"/>
                        <a:pt x="463" y="452"/>
                        <a:pt x="464" y="452"/>
                      </a:cubicBezTo>
                      <a:cubicBezTo>
                        <a:pt x="464" y="452"/>
                        <a:pt x="464" y="452"/>
                        <a:pt x="464" y="452"/>
                      </a:cubicBezTo>
                      <a:cubicBezTo>
                        <a:pt x="464" y="452"/>
                        <a:pt x="465" y="452"/>
                        <a:pt x="465" y="453"/>
                      </a:cubicBezTo>
                      <a:cubicBezTo>
                        <a:pt x="465" y="453"/>
                        <a:pt x="466" y="453"/>
                        <a:pt x="466" y="454"/>
                      </a:cubicBezTo>
                      <a:cubicBezTo>
                        <a:pt x="467" y="454"/>
                        <a:pt x="467" y="455"/>
                        <a:pt x="468" y="455"/>
                      </a:cubicBezTo>
                      <a:cubicBezTo>
                        <a:pt x="468" y="456"/>
                        <a:pt x="469" y="456"/>
                        <a:pt x="469" y="457"/>
                      </a:cubicBezTo>
                      <a:cubicBezTo>
                        <a:pt x="470" y="457"/>
                        <a:pt x="470" y="458"/>
                        <a:pt x="470" y="458"/>
                      </a:cubicBezTo>
                      <a:cubicBezTo>
                        <a:pt x="470" y="458"/>
                        <a:pt x="470" y="459"/>
                        <a:pt x="470" y="459"/>
                      </a:cubicBezTo>
                      <a:cubicBezTo>
                        <a:pt x="470" y="459"/>
                        <a:pt x="470" y="460"/>
                        <a:pt x="470" y="460"/>
                      </a:cubicBezTo>
                      <a:cubicBezTo>
                        <a:pt x="470" y="460"/>
                        <a:pt x="471" y="460"/>
                        <a:pt x="471" y="461"/>
                      </a:cubicBezTo>
                      <a:cubicBezTo>
                        <a:pt x="471" y="461"/>
                        <a:pt x="471" y="461"/>
                        <a:pt x="471" y="461"/>
                      </a:cubicBezTo>
                      <a:cubicBezTo>
                        <a:pt x="471" y="461"/>
                        <a:pt x="471" y="462"/>
                        <a:pt x="471" y="462"/>
                      </a:cubicBezTo>
                      <a:cubicBezTo>
                        <a:pt x="487" y="460"/>
                        <a:pt x="487" y="460"/>
                        <a:pt x="487" y="460"/>
                      </a:cubicBezTo>
                      <a:cubicBezTo>
                        <a:pt x="486" y="462"/>
                        <a:pt x="486" y="462"/>
                        <a:pt x="486" y="462"/>
                      </a:cubicBezTo>
                      <a:cubicBezTo>
                        <a:pt x="511" y="471"/>
                        <a:pt x="511" y="471"/>
                        <a:pt x="511" y="471"/>
                      </a:cubicBezTo>
                      <a:cubicBezTo>
                        <a:pt x="531" y="471"/>
                        <a:pt x="531" y="471"/>
                        <a:pt x="531" y="471"/>
                      </a:cubicBezTo>
                      <a:cubicBezTo>
                        <a:pt x="531" y="468"/>
                        <a:pt x="531" y="468"/>
                        <a:pt x="531" y="468"/>
                      </a:cubicBezTo>
                      <a:cubicBezTo>
                        <a:pt x="543" y="468"/>
                        <a:pt x="543" y="468"/>
                        <a:pt x="543" y="468"/>
                      </a:cubicBezTo>
                      <a:cubicBezTo>
                        <a:pt x="545" y="470"/>
                        <a:pt x="545" y="470"/>
                        <a:pt x="545" y="470"/>
                      </a:cubicBezTo>
                      <a:cubicBezTo>
                        <a:pt x="546" y="471"/>
                        <a:pt x="546" y="471"/>
                        <a:pt x="546" y="471"/>
                      </a:cubicBezTo>
                      <a:cubicBezTo>
                        <a:pt x="550" y="475"/>
                        <a:pt x="550" y="475"/>
                        <a:pt x="550" y="475"/>
                      </a:cubicBezTo>
                      <a:cubicBezTo>
                        <a:pt x="552" y="476"/>
                        <a:pt x="552" y="476"/>
                        <a:pt x="552" y="476"/>
                      </a:cubicBezTo>
                      <a:cubicBezTo>
                        <a:pt x="554" y="480"/>
                        <a:pt x="554" y="480"/>
                        <a:pt x="554" y="480"/>
                      </a:cubicBezTo>
                      <a:cubicBezTo>
                        <a:pt x="555" y="483"/>
                        <a:pt x="555" y="483"/>
                        <a:pt x="555" y="483"/>
                      </a:cubicBezTo>
                      <a:cubicBezTo>
                        <a:pt x="557" y="485"/>
                        <a:pt x="557" y="485"/>
                        <a:pt x="557" y="485"/>
                      </a:cubicBezTo>
                      <a:cubicBezTo>
                        <a:pt x="557" y="486"/>
                        <a:pt x="557" y="486"/>
                        <a:pt x="557" y="486"/>
                      </a:cubicBezTo>
                      <a:cubicBezTo>
                        <a:pt x="559" y="487"/>
                        <a:pt x="559" y="487"/>
                        <a:pt x="559" y="487"/>
                      </a:cubicBezTo>
                      <a:cubicBezTo>
                        <a:pt x="561" y="487"/>
                        <a:pt x="561" y="487"/>
                        <a:pt x="561" y="487"/>
                      </a:cubicBezTo>
                      <a:cubicBezTo>
                        <a:pt x="564" y="489"/>
                        <a:pt x="564" y="489"/>
                        <a:pt x="564" y="489"/>
                      </a:cubicBezTo>
                      <a:cubicBezTo>
                        <a:pt x="565" y="489"/>
                        <a:pt x="565" y="489"/>
                        <a:pt x="565" y="489"/>
                      </a:cubicBezTo>
                      <a:cubicBezTo>
                        <a:pt x="566" y="488"/>
                        <a:pt x="566" y="488"/>
                        <a:pt x="566" y="488"/>
                      </a:cubicBezTo>
                      <a:cubicBezTo>
                        <a:pt x="566" y="487"/>
                        <a:pt x="566" y="487"/>
                        <a:pt x="566" y="487"/>
                      </a:cubicBezTo>
                      <a:cubicBezTo>
                        <a:pt x="567" y="486"/>
                        <a:pt x="567" y="486"/>
                        <a:pt x="567" y="486"/>
                      </a:cubicBezTo>
                      <a:cubicBezTo>
                        <a:pt x="567" y="486"/>
                        <a:pt x="567" y="485"/>
                        <a:pt x="567" y="485"/>
                      </a:cubicBezTo>
                      <a:cubicBezTo>
                        <a:pt x="567" y="485"/>
                        <a:pt x="568" y="484"/>
                        <a:pt x="568" y="484"/>
                      </a:cubicBezTo>
                      <a:cubicBezTo>
                        <a:pt x="570" y="484"/>
                        <a:pt x="570" y="484"/>
                        <a:pt x="570" y="484"/>
                      </a:cubicBezTo>
                      <a:cubicBezTo>
                        <a:pt x="570" y="482"/>
                        <a:pt x="570" y="482"/>
                        <a:pt x="570" y="482"/>
                      </a:cubicBezTo>
                      <a:cubicBezTo>
                        <a:pt x="572" y="483"/>
                        <a:pt x="572" y="483"/>
                        <a:pt x="572" y="483"/>
                      </a:cubicBezTo>
                      <a:cubicBezTo>
                        <a:pt x="576" y="483"/>
                        <a:pt x="576" y="483"/>
                        <a:pt x="576" y="483"/>
                      </a:cubicBezTo>
                      <a:cubicBezTo>
                        <a:pt x="577" y="484"/>
                        <a:pt x="577" y="484"/>
                        <a:pt x="577" y="484"/>
                      </a:cubicBezTo>
                      <a:cubicBezTo>
                        <a:pt x="577" y="485"/>
                        <a:pt x="577" y="485"/>
                        <a:pt x="577" y="485"/>
                      </a:cubicBezTo>
                      <a:cubicBezTo>
                        <a:pt x="577" y="485"/>
                        <a:pt x="577" y="485"/>
                        <a:pt x="577" y="485"/>
                      </a:cubicBezTo>
                      <a:cubicBezTo>
                        <a:pt x="579" y="486"/>
                        <a:pt x="579" y="486"/>
                        <a:pt x="579" y="486"/>
                      </a:cubicBezTo>
                      <a:cubicBezTo>
                        <a:pt x="581" y="488"/>
                        <a:pt x="581" y="488"/>
                        <a:pt x="581" y="488"/>
                      </a:cubicBezTo>
                      <a:cubicBezTo>
                        <a:pt x="581" y="490"/>
                        <a:pt x="581" y="490"/>
                        <a:pt x="581" y="490"/>
                      </a:cubicBezTo>
                      <a:cubicBezTo>
                        <a:pt x="581" y="490"/>
                        <a:pt x="584" y="493"/>
                        <a:pt x="584" y="493"/>
                      </a:cubicBezTo>
                      <a:cubicBezTo>
                        <a:pt x="584" y="493"/>
                        <a:pt x="584" y="495"/>
                        <a:pt x="584" y="495"/>
                      </a:cubicBezTo>
                      <a:cubicBezTo>
                        <a:pt x="584" y="495"/>
                        <a:pt x="586" y="497"/>
                        <a:pt x="586" y="497"/>
                      </a:cubicBezTo>
                      <a:cubicBezTo>
                        <a:pt x="586" y="497"/>
                        <a:pt x="587" y="499"/>
                        <a:pt x="587" y="499"/>
                      </a:cubicBezTo>
                      <a:cubicBezTo>
                        <a:pt x="589" y="500"/>
                        <a:pt x="589" y="500"/>
                        <a:pt x="589" y="500"/>
                      </a:cubicBezTo>
                      <a:cubicBezTo>
                        <a:pt x="589" y="501"/>
                        <a:pt x="589" y="501"/>
                        <a:pt x="589" y="501"/>
                      </a:cubicBezTo>
                      <a:cubicBezTo>
                        <a:pt x="589" y="501"/>
                        <a:pt x="589" y="502"/>
                        <a:pt x="589" y="502"/>
                      </a:cubicBezTo>
                      <a:cubicBezTo>
                        <a:pt x="589" y="502"/>
                        <a:pt x="589" y="502"/>
                        <a:pt x="589" y="502"/>
                      </a:cubicBezTo>
                      <a:cubicBezTo>
                        <a:pt x="589" y="503"/>
                        <a:pt x="590" y="503"/>
                        <a:pt x="590" y="503"/>
                      </a:cubicBezTo>
                      <a:cubicBezTo>
                        <a:pt x="590" y="504"/>
                        <a:pt x="590" y="504"/>
                        <a:pt x="590" y="504"/>
                      </a:cubicBezTo>
                      <a:cubicBezTo>
                        <a:pt x="591" y="506"/>
                        <a:pt x="591" y="506"/>
                        <a:pt x="591" y="506"/>
                      </a:cubicBezTo>
                      <a:cubicBezTo>
                        <a:pt x="591" y="508"/>
                        <a:pt x="591" y="508"/>
                        <a:pt x="591" y="508"/>
                      </a:cubicBezTo>
                      <a:cubicBezTo>
                        <a:pt x="592" y="509"/>
                        <a:pt x="592" y="509"/>
                        <a:pt x="592" y="509"/>
                      </a:cubicBezTo>
                      <a:cubicBezTo>
                        <a:pt x="593" y="509"/>
                        <a:pt x="593" y="509"/>
                        <a:pt x="593" y="509"/>
                      </a:cubicBezTo>
                      <a:cubicBezTo>
                        <a:pt x="595" y="510"/>
                        <a:pt x="595" y="510"/>
                        <a:pt x="595" y="510"/>
                      </a:cubicBezTo>
                      <a:cubicBezTo>
                        <a:pt x="596" y="510"/>
                        <a:pt x="596" y="510"/>
                        <a:pt x="596" y="510"/>
                      </a:cubicBezTo>
                      <a:cubicBezTo>
                        <a:pt x="597" y="511"/>
                        <a:pt x="597" y="511"/>
                        <a:pt x="597" y="511"/>
                      </a:cubicBezTo>
                      <a:cubicBezTo>
                        <a:pt x="598" y="512"/>
                        <a:pt x="598" y="512"/>
                        <a:pt x="598" y="512"/>
                      </a:cubicBezTo>
                      <a:cubicBezTo>
                        <a:pt x="599" y="512"/>
                        <a:pt x="599" y="512"/>
                        <a:pt x="599" y="512"/>
                      </a:cubicBezTo>
                      <a:cubicBezTo>
                        <a:pt x="601" y="512"/>
                        <a:pt x="601" y="512"/>
                        <a:pt x="601" y="512"/>
                      </a:cubicBezTo>
                      <a:cubicBezTo>
                        <a:pt x="601" y="512"/>
                        <a:pt x="602" y="512"/>
                        <a:pt x="602" y="512"/>
                      </a:cubicBezTo>
                      <a:cubicBezTo>
                        <a:pt x="602" y="513"/>
                        <a:pt x="603" y="513"/>
                        <a:pt x="603" y="513"/>
                      </a:cubicBezTo>
                      <a:cubicBezTo>
                        <a:pt x="603" y="513"/>
                        <a:pt x="603" y="513"/>
                        <a:pt x="603" y="513"/>
                      </a:cubicBezTo>
                      <a:cubicBezTo>
                        <a:pt x="604" y="513"/>
                        <a:pt x="604" y="512"/>
                        <a:pt x="605" y="512"/>
                      </a:cubicBezTo>
                      <a:cubicBezTo>
                        <a:pt x="605" y="512"/>
                        <a:pt x="605" y="512"/>
                        <a:pt x="605" y="512"/>
                      </a:cubicBezTo>
                      <a:cubicBezTo>
                        <a:pt x="605" y="512"/>
                        <a:pt x="605" y="512"/>
                        <a:pt x="605" y="512"/>
                      </a:cubicBezTo>
                      <a:cubicBezTo>
                        <a:pt x="604" y="512"/>
                        <a:pt x="604" y="512"/>
                        <a:pt x="604" y="511"/>
                      </a:cubicBezTo>
                      <a:cubicBezTo>
                        <a:pt x="604" y="511"/>
                        <a:pt x="604" y="510"/>
                        <a:pt x="603" y="510"/>
                      </a:cubicBezTo>
                      <a:cubicBezTo>
                        <a:pt x="603" y="510"/>
                        <a:pt x="603" y="510"/>
                        <a:pt x="603" y="510"/>
                      </a:cubicBezTo>
                      <a:cubicBezTo>
                        <a:pt x="603" y="509"/>
                        <a:pt x="603" y="509"/>
                        <a:pt x="603" y="508"/>
                      </a:cubicBezTo>
                      <a:cubicBezTo>
                        <a:pt x="603" y="508"/>
                        <a:pt x="603" y="507"/>
                        <a:pt x="603" y="507"/>
                      </a:cubicBezTo>
                      <a:cubicBezTo>
                        <a:pt x="603" y="507"/>
                        <a:pt x="603" y="507"/>
                        <a:pt x="603" y="506"/>
                      </a:cubicBezTo>
                      <a:cubicBezTo>
                        <a:pt x="603" y="506"/>
                        <a:pt x="602" y="506"/>
                        <a:pt x="602" y="506"/>
                      </a:cubicBezTo>
                      <a:cubicBezTo>
                        <a:pt x="602" y="506"/>
                        <a:pt x="602" y="505"/>
                        <a:pt x="602" y="505"/>
                      </a:cubicBezTo>
                      <a:cubicBezTo>
                        <a:pt x="603" y="505"/>
                        <a:pt x="603" y="504"/>
                        <a:pt x="603" y="503"/>
                      </a:cubicBezTo>
                      <a:cubicBezTo>
                        <a:pt x="603" y="503"/>
                        <a:pt x="603" y="503"/>
                        <a:pt x="603" y="503"/>
                      </a:cubicBezTo>
                      <a:cubicBezTo>
                        <a:pt x="603" y="503"/>
                        <a:pt x="603" y="503"/>
                        <a:pt x="602" y="503"/>
                      </a:cubicBezTo>
                      <a:cubicBezTo>
                        <a:pt x="602" y="503"/>
                        <a:pt x="602" y="503"/>
                        <a:pt x="601" y="502"/>
                      </a:cubicBezTo>
                      <a:cubicBezTo>
                        <a:pt x="601" y="502"/>
                        <a:pt x="601" y="502"/>
                        <a:pt x="601" y="502"/>
                      </a:cubicBezTo>
                      <a:cubicBezTo>
                        <a:pt x="602" y="502"/>
                        <a:pt x="602" y="502"/>
                        <a:pt x="602" y="502"/>
                      </a:cubicBezTo>
                      <a:cubicBezTo>
                        <a:pt x="602" y="502"/>
                        <a:pt x="603" y="503"/>
                        <a:pt x="603" y="502"/>
                      </a:cubicBezTo>
                      <a:cubicBezTo>
                        <a:pt x="603" y="502"/>
                        <a:pt x="603" y="502"/>
                        <a:pt x="603" y="501"/>
                      </a:cubicBezTo>
                      <a:cubicBezTo>
                        <a:pt x="603" y="501"/>
                        <a:pt x="603" y="501"/>
                        <a:pt x="604" y="500"/>
                      </a:cubicBezTo>
                      <a:cubicBezTo>
                        <a:pt x="604" y="500"/>
                        <a:pt x="604" y="500"/>
                        <a:pt x="604" y="500"/>
                      </a:cubicBezTo>
                      <a:cubicBezTo>
                        <a:pt x="604" y="500"/>
                        <a:pt x="603" y="499"/>
                        <a:pt x="603" y="499"/>
                      </a:cubicBezTo>
                      <a:cubicBezTo>
                        <a:pt x="603" y="499"/>
                        <a:pt x="603" y="499"/>
                        <a:pt x="603" y="499"/>
                      </a:cubicBezTo>
                      <a:cubicBezTo>
                        <a:pt x="603" y="498"/>
                        <a:pt x="603" y="498"/>
                        <a:pt x="603" y="498"/>
                      </a:cubicBezTo>
                      <a:cubicBezTo>
                        <a:pt x="604" y="498"/>
                        <a:pt x="604" y="498"/>
                        <a:pt x="604" y="498"/>
                      </a:cubicBezTo>
                      <a:cubicBezTo>
                        <a:pt x="605" y="498"/>
                        <a:pt x="605" y="498"/>
                        <a:pt x="605" y="498"/>
                      </a:cubicBezTo>
                      <a:cubicBezTo>
                        <a:pt x="605" y="498"/>
                        <a:pt x="605" y="498"/>
                        <a:pt x="605" y="497"/>
                      </a:cubicBezTo>
                      <a:cubicBezTo>
                        <a:pt x="605" y="497"/>
                        <a:pt x="605" y="497"/>
                        <a:pt x="605" y="497"/>
                      </a:cubicBezTo>
                      <a:cubicBezTo>
                        <a:pt x="605" y="497"/>
                        <a:pt x="605" y="497"/>
                        <a:pt x="605" y="497"/>
                      </a:cubicBezTo>
                      <a:cubicBezTo>
                        <a:pt x="605" y="496"/>
                        <a:pt x="605" y="496"/>
                        <a:pt x="605" y="496"/>
                      </a:cubicBezTo>
                      <a:cubicBezTo>
                        <a:pt x="605" y="496"/>
                        <a:pt x="605" y="496"/>
                        <a:pt x="605" y="496"/>
                      </a:cubicBezTo>
                      <a:cubicBezTo>
                        <a:pt x="605" y="496"/>
                        <a:pt x="605" y="496"/>
                        <a:pt x="605" y="496"/>
                      </a:cubicBezTo>
                      <a:cubicBezTo>
                        <a:pt x="606" y="496"/>
                        <a:pt x="606" y="496"/>
                        <a:pt x="606" y="495"/>
                      </a:cubicBezTo>
                      <a:cubicBezTo>
                        <a:pt x="606" y="495"/>
                        <a:pt x="607" y="496"/>
                        <a:pt x="607" y="496"/>
                      </a:cubicBezTo>
                      <a:cubicBezTo>
                        <a:pt x="607" y="496"/>
                        <a:pt x="607" y="496"/>
                        <a:pt x="607" y="496"/>
                      </a:cubicBezTo>
                      <a:cubicBezTo>
                        <a:pt x="607" y="495"/>
                        <a:pt x="607" y="495"/>
                        <a:pt x="608" y="494"/>
                      </a:cubicBezTo>
                      <a:cubicBezTo>
                        <a:pt x="608" y="495"/>
                        <a:pt x="608" y="495"/>
                        <a:pt x="609" y="494"/>
                      </a:cubicBezTo>
                      <a:cubicBezTo>
                        <a:pt x="609" y="494"/>
                        <a:pt x="609" y="494"/>
                        <a:pt x="610" y="494"/>
                      </a:cubicBezTo>
                      <a:cubicBezTo>
                        <a:pt x="610" y="494"/>
                        <a:pt x="610" y="493"/>
                        <a:pt x="609" y="493"/>
                      </a:cubicBezTo>
                      <a:cubicBezTo>
                        <a:pt x="609" y="493"/>
                        <a:pt x="609" y="492"/>
                        <a:pt x="608" y="492"/>
                      </a:cubicBezTo>
                      <a:cubicBezTo>
                        <a:pt x="609" y="492"/>
                        <a:pt x="610" y="492"/>
                        <a:pt x="611" y="492"/>
                      </a:cubicBezTo>
                      <a:cubicBezTo>
                        <a:pt x="611" y="492"/>
                        <a:pt x="611" y="492"/>
                        <a:pt x="611" y="492"/>
                      </a:cubicBezTo>
                      <a:cubicBezTo>
                        <a:pt x="612" y="492"/>
                        <a:pt x="613" y="492"/>
                        <a:pt x="614" y="492"/>
                      </a:cubicBezTo>
                      <a:cubicBezTo>
                        <a:pt x="613" y="492"/>
                        <a:pt x="613" y="492"/>
                        <a:pt x="613" y="492"/>
                      </a:cubicBezTo>
                      <a:cubicBezTo>
                        <a:pt x="615" y="492"/>
                        <a:pt x="616" y="491"/>
                        <a:pt x="617" y="490"/>
                      </a:cubicBezTo>
                      <a:cubicBezTo>
                        <a:pt x="617" y="490"/>
                        <a:pt x="617" y="490"/>
                        <a:pt x="618" y="489"/>
                      </a:cubicBezTo>
                      <a:cubicBezTo>
                        <a:pt x="618" y="489"/>
                        <a:pt x="618" y="488"/>
                        <a:pt x="619" y="488"/>
                      </a:cubicBezTo>
                      <a:cubicBezTo>
                        <a:pt x="619" y="488"/>
                        <a:pt x="620" y="488"/>
                        <a:pt x="620" y="488"/>
                      </a:cubicBezTo>
                      <a:cubicBezTo>
                        <a:pt x="621" y="488"/>
                        <a:pt x="621" y="487"/>
                        <a:pt x="621" y="487"/>
                      </a:cubicBezTo>
                      <a:cubicBezTo>
                        <a:pt x="621" y="487"/>
                        <a:pt x="620" y="487"/>
                        <a:pt x="620" y="487"/>
                      </a:cubicBezTo>
                      <a:cubicBezTo>
                        <a:pt x="620" y="487"/>
                        <a:pt x="620" y="486"/>
                        <a:pt x="620" y="486"/>
                      </a:cubicBezTo>
                      <a:cubicBezTo>
                        <a:pt x="619" y="485"/>
                        <a:pt x="619" y="485"/>
                        <a:pt x="619" y="485"/>
                      </a:cubicBezTo>
                      <a:cubicBezTo>
                        <a:pt x="619" y="485"/>
                        <a:pt x="620" y="485"/>
                        <a:pt x="620" y="484"/>
                      </a:cubicBezTo>
                      <a:cubicBezTo>
                        <a:pt x="620" y="484"/>
                        <a:pt x="620" y="484"/>
                        <a:pt x="620" y="484"/>
                      </a:cubicBezTo>
                      <a:cubicBezTo>
                        <a:pt x="621" y="483"/>
                        <a:pt x="621" y="483"/>
                        <a:pt x="621" y="484"/>
                      </a:cubicBezTo>
                      <a:cubicBezTo>
                        <a:pt x="621" y="484"/>
                        <a:pt x="622" y="484"/>
                        <a:pt x="621" y="484"/>
                      </a:cubicBezTo>
                      <a:cubicBezTo>
                        <a:pt x="621" y="485"/>
                        <a:pt x="621" y="485"/>
                        <a:pt x="621" y="485"/>
                      </a:cubicBezTo>
                      <a:cubicBezTo>
                        <a:pt x="622" y="486"/>
                        <a:pt x="623" y="485"/>
                        <a:pt x="624" y="485"/>
                      </a:cubicBezTo>
                      <a:cubicBezTo>
                        <a:pt x="625" y="485"/>
                        <a:pt x="626" y="484"/>
                        <a:pt x="627" y="484"/>
                      </a:cubicBezTo>
                      <a:cubicBezTo>
                        <a:pt x="629" y="483"/>
                        <a:pt x="632" y="483"/>
                        <a:pt x="634" y="484"/>
                      </a:cubicBezTo>
                      <a:cubicBezTo>
                        <a:pt x="635" y="485"/>
                        <a:pt x="636" y="485"/>
                        <a:pt x="638" y="485"/>
                      </a:cubicBezTo>
                      <a:cubicBezTo>
                        <a:pt x="638" y="485"/>
                        <a:pt x="638" y="485"/>
                        <a:pt x="639" y="485"/>
                      </a:cubicBezTo>
                      <a:cubicBezTo>
                        <a:pt x="639" y="485"/>
                        <a:pt x="639" y="484"/>
                        <a:pt x="638" y="484"/>
                      </a:cubicBezTo>
                      <a:cubicBezTo>
                        <a:pt x="638" y="483"/>
                        <a:pt x="638" y="483"/>
                        <a:pt x="638" y="483"/>
                      </a:cubicBezTo>
                      <a:cubicBezTo>
                        <a:pt x="639" y="483"/>
                        <a:pt x="639" y="483"/>
                        <a:pt x="639" y="484"/>
                      </a:cubicBezTo>
                      <a:cubicBezTo>
                        <a:pt x="639" y="483"/>
                        <a:pt x="639" y="483"/>
                        <a:pt x="639" y="483"/>
                      </a:cubicBezTo>
                      <a:cubicBezTo>
                        <a:pt x="639" y="482"/>
                        <a:pt x="639" y="482"/>
                        <a:pt x="640" y="482"/>
                      </a:cubicBezTo>
                      <a:cubicBezTo>
                        <a:pt x="640" y="482"/>
                        <a:pt x="640" y="483"/>
                        <a:pt x="640" y="483"/>
                      </a:cubicBezTo>
                      <a:cubicBezTo>
                        <a:pt x="641" y="483"/>
                        <a:pt x="641" y="484"/>
                        <a:pt x="641" y="483"/>
                      </a:cubicBezTo>
                      <a:cubicBezTo>
                        <a:pt x="641" y="484"/>
                        <a:pt x="642" y="485"/>
                        <a:pt x="642" y="485"/>
                      </a:cubicBezTo>
                      <a:cubicBezTo>
                        <a:pt x="642" y="485"/>
                        <a:pt x="642" y="485"/>
                        <a:pt x="642" y="485"/>
                      </a:cubicBezTo>
                      <a:cubicBezTo>
                        <a:pt x="643" y="486"/>
                        <a:pt x="643" y="486"/>
                        <a:pt x="643" y="486"/>
                      </a:cubicBezTo>
                      <a:cubicBezTo>
                        <a:pt x="644" y="486"/>
                        <a:pt x="644" y="486"/>
                        <a:pt x="644" y="486"/>
                      </a:cubicBezTo>
                      <a:cubicBezTo>
                        <a:pt x="644" y="486"/>
                        <a:pt x="644" y="485"/>
                        <a:pt x="645" y="485"/>
                      </a:cubicBezTo>
                      <a:cubicBezTo>
                        <a:pt x="645" y="486"/>
                        <a:pt x="645" y="486"/>
                        <a:pt x="645" y="486"/>
                      </a:cubicBezTo>
                      <a:cubicBezTo>
                        <a:pt x="645" y="486"/>
                        <a:pt x="645" y="487"/>
                        <a:pt x="645" y="487"/>
                      </a:cubicBezTo>
                      <a:cubicBezTo>
                        <a:pt x="645" y="487"/>
                        <a:pt x="645" y="487"/>
                        <a:pt x="645" y="488"/>
                      </a:cubicBezTo>
                      <a:cubicBezTo>
                        <a:pt x="646" y="488"/>
                        <a:pt x="646" y="488"/>
                        <a:pt x="646" y="488"/>
                      </a:cubicBezTo>
                      <a:cubicBezTo>
                        <a:pt x="646" y="488"/>
                        <a:pt x="646" y="487"/>
                        <a:pt x="646" y="487"/>
                      </a:cubicBezTo>
                      <a:cubicBezTo>
                        <a:pt x="647" y="487"/>
                        <a:pt x="647" y="487"/>
                        <a:pt x="647" y="487"/>
                      </a:cubicBezTo>
                      <a:cubicBezTo>
                        <a:pt x="647" y="488"/>
                        <a:pt x="647" y="488"/>
                        <a:pt x="648" y="488"/>
                      </a:cubicBezTo>
                      <a:cubicBezTo>
                        <a:pt x="648" y="488"/>
                        <a:pt x="648" y="488"/>
                        <a:pt x="648" y="488"/>
                      </a:cubicBezTo>
                      <a:cubicBezTo>
                        <a:pt x="648" y="488"/>
                        <a:pt x="649" y="488"/>
                        <a:pt x="649" y="488"/>
                      </a:cubicBezTo>
                      <a:cubicBezTo>
                        <a:pt x="649" y="487"/>
                        <a:pt x="650" y="487"/>
                        <a:pt x="650" y="487"/>
                      </a:cubicBezTo>
                      <a:cubicBezTo>
                        <a:pt x="650" y="487"/>
                        <a:pt x="651" y="488"/>
                        <a:pt x="651" y="488"/>
                      </a:cubicBezTo>
                      <a:cubicBezTo>
                        <a:pt x="651" y="488"/>
                        <a:pt x="652" y="488"/>
                        <a:pt x="652" y="488"/>
                      </a:cubicBezTo>
                      <a:cubicBezTo>
                        <a:pt x="652" y="488"/>
                        <a:pt x="652" y="488"/>
                        <a:pt x="652" y="487"/>
                      </a:cubicBezTo>
                      <a:cubicBezTo>
                        <a:pt x="652" y="487"/>
                        <a:pt x="652" y="487"/>
                        <a:pt x="652" y="487"/>
                      </a:cubicBezTo>
                      <a:cubicBezTo>
                        <a:pt x="652" y="487"/>
                        <a:pt x="652" y="487"/>
                        <a:pt x="652" y="487"/>
                      </a:cubicBezTo>
                      <a:cubicBezTo>
                        <a:pt x="653" y="487"/>
                        <a:pt x="653" y="486"/>
                        <a:pt x="652" y="486"/>
                      </a:cubicBezTo>
                      <a:cubicBezTo>
                        <a:pt x="652" y="486"/>
                        <a:pt x="652" y="486"/>
                        <a:pt x="652" y="485"/>
                      </a:cubicBezTo>
                      <a:cubicBezTo>
                        <a:pt x="652" y="485"/>
                        <a:pt x="652" y="485"/>
                        <a:pt x="652" y="485"/>
                      </a:cubicBezTo>
                      <a:cubicBezTo>
                        <a:pt x="652" y="485"/>
                        <a:pt x="652" y="485"/>
                        <a:pt x="652" y="486"/>
                      </a:cubicBezTo>
                      <a:cubicBezTo>
                        <a:pt x="653" y="486"/>
                        <a:pt x="654" y="486"/>
                        <a:pt x="655" y="487"/>
                      </a:cubicBezTo>
                      <a:cubicBezTo>
                        <a:pt x="655" y="487"/>
                        <a:pt x="656" y="487"/>
                        <a:pt x="656" y="487"/>
                      </a:cubicBezTo>
                      <a:cubicBezTo>
                        <a:pt x="656" y="488"/>
                        <a:pt x="656" y="488"/>
                        <a:pt x="656" y="488"/>
                      </a:cubicBezTo>
                      <a:cubicBezTo>
                        <a:pt x="657" y="488"/>
                        <a:pt x="657" y="488"/>
                        <a:pt x="657" y="488"/>
                      </a:cubicBezTo>
                      <a:cubicBezTo>
                        <a:pt x="657" y="487"/>
                        <a:pt x="656" y="486"/>
                        <a:pt x="655" y="486"/>
                      </a:cubicBezTo>
                      <a:cubicBezTo>
                        <a:pt x="655" y="485"/>
                        <a:pt x="655" y="485"/>
                        <a:pt x="655" y="485"/>
                      </a:cubicBezTo>
                      <a:cubicBezTo>
                        <a:pt x="655" y="484"/>
                        <a:pt x="655" y="484"/>
                        <a:pt x="655" y="484"/>
                      </a:cubicBezTo>
                      <a:cubicBezTo>
                        <a:pt x="655" y="484"/>
                        <a:pt x="655" y="484"/>
                        <a:pt x="655" y="484"/>
                      </a:cubicBezTo>
                      <a:cubicBezTo>
                        <a:pt x="655" y="483"/>
                        <a:pt x="655" y="483"/>
                        <a:pt x="655" y="484"/>
                      </a:cubicBezTo>
                      <a:cubicBezTo>
                        <a:pt x="655" y="484"/>
                        <a:pt x="655" y="484"/>
                        <a:pt x="656" y="484"/>
                      </a:cubicBezTo>
                      <a:cubicBezTo>
                        <a:pt x="656" y="484"/>
                        <a:pt x="656" y="484"/>
                        <a:pt x="656" y="484"/>
                      </a:cubicBezTo>
                      <a:cubicBezTo>
                        <a:pt x="657" y="484"/>
                        <a:pt x="657" y="484"/>
                        <a:pt x="657" y="483"/>
                      </a:cubicBezTo>
                      <a:cubicBezTo>
                        <a:pt x="657" y="483"/>
                        <a:pt x="657" y="483"/>
                        <a:pt x="657" y="483"/>
                      </a:cubicBezTo>
                      <a:cubicBezTo>
                        <a:pt x="657" y="483"/>
                        <a:pt x="657" y="483"/>
                        <a:pt x="657" y="483"/>
                      </a:cubicBezTo>
                      <a:cubicBezTo>
                        <a:pt x="656" y="482"/>
                        <a:pt x="657" y="482"/>
                        <a:pt x="656" y="481"/>
                      </a:cubicBezTo>
                      <a:cubicBezTo>
                        <a:pt x="656" y="481"/>
                        <a:pt x="656" y="481"/>
                        <a:pt x="656" y="482"/>
                      </a:cubicBezTo>
                      <a:cubicBezTo>
                        <a:pt x="656" y="482"/>
                        <a:pt x="656" y="482"/>
                        <a:pt x="655" y="483"/>
                      </a:cubicBezTo>
                      <a:cubicBezTo>
                        <a:pt x="655" y="483"/>
                        <a:pt x="655" y="483"/>
                        <a:pt x="654" y="482"/>
                      </a:cubicBezTo>
                      <a:cubicBezTo>
                        <a:pt x="654" y="482"/>
                        <a:pt x="654" y="482"/>
                        <a:pt x="654" y="482"/>
                      </a:cubicBezTo>
                      <a:cubicBezTo>
                        <a:pt x="654" y="482"/>
                        <a:pt x="654" y="482"/>
                        <a:pt x="654" y="482"/>
                      </a:cubicBezTo>
                      <a:cubicBezTo>
                        <a:pt x="655" y="481"/>
                        <a:pt x="656" y="481"/>
                        <a:pt x="657" y="480"/>
                      </a:cubicBezTo>
                      <a:cubicBezTo>
                        <a:pt x="657" y="480"/>
                        <a:pt x="657" y="480"/>
                        <a:pt x="658" y="479"/>
                      </a:cubicBezTo>
                      <a:cubicBezTo>
                        <a:pt x="658" y="479"/>
                        <a:pt x="659" y="479"/>
                        <a:pt x="659" y="479"/>
                      </a:cubicBezTo>
                      <a:cubicBezTo>
                        <a:pt x="660" y="479"/>
                        <a:pt x="660" y="479"/>
                        <a:pt x="660" y="479"/>
                      </a:cubicBezTo>
                      <a:cubicBezTo>
                        <a:pt x="660" y="479"/>
                        <a:pt x="661" y="479"/>
                        <a:pt x="661" y="479"/>
                      </a:cubicBezTo>
                      <a:cubicBezTo>
                        <a:pt x="662" y="479"/>
                        <a:pt x="663" y="479"/>
                        <a:pt x="663" y="479"/>
                      </a:cubicBezTo>
                      <a:cubicBezTo>
                        <a:pt x="664" y="479"/>
                        <a:pt x="664" y="479"/>
                        <a:pt x="664" y="479"/>
                      </a:cubicBezTo>
                      <a:cubicBezTo>
                        <a:pt x="664" y="479"/>
                        <a:pt x="665" y="479"/>
                        <a:pt x="665" y="479"/>
                      </a:cubicBezTo>
                      <a:cubicBezTo>
                        <a:pt x="665" y="479"/>
                        <a:pt x="666" y="479"/>
                        <a:pt x="666" y="478"/>
                      </a:cubicBezTo>
                      <a:cubicBezTo>
                        <a:pt x="666" y="478"/>
                        <a:pt x="665" y="477"/>
                        <a:pt x="666" y="477"/>
                      </a:cubicBezTo>
                      <a:cubicBezTo>
                        <a:pt x="666" y="476"/>
                        <a:pt x="666" y="477"/>
                        <a:pt x="667" y="477"/>
                      </a:cubicBezTo>
                      <a:cubicBezTo>
                        <a:pt x="667" y="477"/>
                        <a:pt x="667" y="478"/>
                        <a:pt x="667" y="478"/>
                      </a:cubicBezTo>
                      <a:cubicBezTo>
                        <a:pt x="667" y="479"/>
                        <a:pt x="668" y="479"/>
                        <a:pt x="668" y="480"/>
                      </a:cubicBezTo>
                      <a:cubicBezTo>
                        <a:pt x="669" y="480"/>
                        <a:pt x="670" y="479"/>
                        <a:pt x="671" y="479"/>
                      </a:cubicBezTo>
                      <a:cubicBezTo>
                        <a:pt x="672" y="478"/>
                        <a:pt x="672" y="478"/>
                        <a:pt x="673" y="478"/>
                      </a:cubicBezTo>
                      <a:cubicBezTo>
                        <a:pt x="673" y="478"/>
                        <a:pt x="673" y="479"/>
                        <a:pt x="673" y="479"/>
                      </a:cubicBezTo>
                      <a:cubicBezTo>
                        <a:pt x="674" y="479"/>
                        <a:pt x="675" y="479"/>
                        <a:pt x="676" y="478"/>
                      </a:cubicBezTo>
                      <a:cubicBezTo>
                        <a:pt x="677" y="478"/>
                        <a:pt x="678" y="478"/>
                        <a:pt x="679" y="479"/>
                      </a:cubicBezTo>
                      <a:cubicBezTo>
                        <a:pt x="678" y="479"/>
                        <a:pt x="678" y="479"/>
                        <a:pt x="678" y="479"/>
                      </a:cubicBezTo>
                      <a:cubicBezTo>
                        <a:pt x="679" y="480"/>
                        <a:pt x="681" y="480"/>
                        <a:pt x="683" y="481"/>
                      </a:cubicBezTo>
                      <a:cubicBezTo>
                        <a:pt x="683" y="481"/>
                        <a:pt x="683" y="481"/>
                        <a:pt x="682" y="481"/>
                      </a:cubicBezTo>
                      <a:cubicBezTo>
                        <a:pt x="683" y="482"/>
                        <a:pt x="684" y="482"/>
                        <a:pt x="684" y="483"/>
                      </a:cubicBezTo>
                      <a:cubicBezTo>
                        <a:pt x="684" y="483"/>
                        <a:pt x="684" y="484"/>
                        <a:pt x="684" y="484"/>
                      </a:cubicBezTo>
                      <a:cubicBezTo>
                        <a:pt x="685" y="484"/>
                        <a:pt x="685" y="484"/>
                        <a:pt x="686" y="484"/>
                      </a:cubicBezTo>
                      <a:cubicBezTo>
                        <a:pt x="686" y="484"/>
                        <a:pt x="687" y="484"/>
                        <a:pt x="687" y="484"/>
                      </a:cubicBezTo>
                      <a:cubicBezTo>
                        <a:pt x="687" y="484"/>
                        <a:pt x="688" y="483"/>
                        <a:pt x="688" y="483"/>
                      </a:cubicBezTo>
                      <a:cubicBezTo>
                        <a:pt x="688" y="483"/>
                        <a:pt x="688" y="482"/>
                        <a:pt x="688" y="482"/>
                      </a:cubicBezTo>
                      <a:cubicBezTo>
                        <a:pt x="688" y="483"/>
                        <a:pt x="689" y="483"/>
                        <a:pt x="690" y="482"/>
                      </a:cubicBezTo>
                      <a:cubicBezTo>
                        <a:pt x="690" y="482"/>
                        <a:pt x="690" y="482"/>
                        <a:pt x="690" y="482"/>
                      </a:cubicBezTo>
                      <a:cubicBezTo>
                        <a:pt x="690" y="482"/>
                        <a:pt x="690" y="482"/>
                        <a:pt x="691" y="482"/>
                      </a:cubicBezTo>
                      <a:cubicBezTo>
                        <a:pt x="691" y="482"/>
                        <a:pt x="691" y="481"/>
                        <a:pt x="691" y="481"/>
                      </a:cubicBezTo>
                      <a:cubicBezTo>
                        <a:pt x="691" y="480"/>
                        <a:pt x="692" y="480"/>
                        <a:pt x="692" y="480"/>
                      </a:cubicBezTo>
                      <a:cubicBezTo>
                        <a:pt x="692" y="480"/>
                        <a:pt x="692" y="481"/>
                        <a:pt x="692" y="481"/>
                      </a:cubicBezTo>
                      <a:cubicBezTo>
                        <a:pt x="692" y="481"/>
                        <a:pt x="693" y="481"/>
                        <a:pt x="693" y="482"/>
                      </a:cubicBezTo>
                      <a:cubicBezTo>
                        <a:pt x="694" y="482"/>
                        <a:pt x="695" y="482"/>
                        <a:pt x="696" y="483"/>
                      </a:cubicBezTo>
                      <a:cubicBezTo>
                        <a:pt x="696" y="484"/>
                        <a:pt x="696" y="484"/>
                        <a:pt x="696" y="484"/>
                      </a:cubicBezTo>
                      <a:cubicBezTo>
                        <a:pt x="696" y="484"/>
                        <a:pt x="697" y="484"/>
                        <a:pt x="697" y="485"/>
                      </a:cubicBezTo>
                      <a:cubicBezTo>
                        <a:pt x="697" y="485"/>
                        <a:pt x="697" y="485"/>
                        <a:pt x="697" y="485"/>
                      </a:cubicBezTo>
                      <a:cubicBezTo>
                        <a:pt x="698" y="486"/>
                        <a:pt x="699" y="488"/>
                        <a:pt x="700" y="488"/>
                      </a:cubicBezTo>
                      <a:cubicBezTo>
                        <a:pt x="700" y="488"/>
                        <a:pt x="701" y="489"/>
                        <a:pt x="701" y="489"/>
                      </a:cubicBezTo>
                      <a:cubicBezTo>
                        <a:pt x="701" y="489"/>
                        <a:pt x="702" y="490"/>
                        <a:pt x="702" y="490"/>
                      </a:cubicBezTo>
                      <a:cubicBezTo>
                        <a:pt x="702" y="492"/>
                        <a:pt x="702" y="494"/>
                        <a:pt x="702" y="495"/>
                      </a:cubicBezTo>
                      <a:cubicBezTo>
                        <a:pt x="701" y="496"/>
                        <a:pt x="701" y="497"/>
                        <a:pt x="701" y="498"/>
                      </a:cubicBezTo>
                      <a:cubicBezTo>
                        <a:pt x="701" y="498"/>
                        <a:pt x="701" y="498"/>
                        <a:pt x="701" y="499"/>
                      </a:cubicBezTo>
                      <a:cubicBezTo>
                        <a:pt x="701" y="499"/>
                        <a:pt x="701" y="499"/>
                        <a:pt x="701" y="499"/>
                      </a:cubicBezTo>
                      <a:cubicBezTo>
                        <a:pt x="702" y="499"/>
                        <a:pt x="702" y="499"/>
                        <a:pt x="702" y="498"/>
                      </a:cubicBezTo>
                      <a:cubicBezTo>
                        <a:pt x="702" y="498"/>
                        <a:pt x="702" y="497"/>
                        <a:pt x="703" y="498"/>
                      </a:cubicBezTo>
                      <a:cubicBezTo>
                        <a:pt x="703" y="498"/>
                        <a:pt x="703" y="498"/>
                        <a:pt x="703" y="498"/>
                      </a:cubicBezTo>
                      <a:cubicBezTo>
                        <a:pt x="703" y="498"/>
                        <a:pt x="703" y="498"/>
                        <a:pt x="703" y="499"/>
                      </a:cubicBezTo>
                      <a:cubicBezTo>
                        <a:pt x="703" y="499"/>
                        <a:pt x="703" y="499"/>
                        <a:pt x="703" y="499"/>
                      </a:cubicBezTo>
                      <a:cubicBezTo>
                        <a:pt x="703" y="500"/>
                        <a:pt x="702" y="500"/>
                        <a:pt x="702" y="500"/>
                      </a:cubicBezTo>
                      <a:cubicBezTo>
                        <a:pt x="702" y="501"/>
                        <a:pt x="702" y="501"/>
                        <a:pt x="702" y="501"/>
                      </a:cubicBezTo>
                      <a:cubicBezTo>
                        <a:pt x="702" y="501"/>
                        <a:pt x="702" y="501"/>
                        <a:pt x="702" y="501"/>
                      </a:cubicBezTo>
                      <a:cubicBezTo>
                        <a:pt x="703" y="503"/>
                        <a:pt x="703" y="505"/>
                        <a:pt x="704" y="506"/>
                      </a:cubicBezTo>
                      <a:cubicBezTo>
                        <a:pt x="705" y="506"/>
                        <a:pt x="705" y="507"/>
                        <a:pt x="705" y="507"/>
                      </a:cubicBezTo>
                      <a:cubicBezTo>
                        <a:pt x="705" y="507"/>
                        <a:pt x="705" y="506"/>
                        <a:pt x="705" y="506"/>
                      </a:cubicBezTo>
                      <a:cubicBezTo>
                        <a:pt x="705" y="506"/>
                        <a:pt x="705" y="506"/>
                        <a:pt x="705" y="506"/>
                      </a:cubicBezTo>
                      <a:cubicBezTo>
                        <a:pt x="705" y="506"/>
                        <a:pt x="705" y="505"/>
                        <a:pt x="706" y="505"/>
                      </a:cubicBezTo>
                      <a:cubicBezTo>
                        <a:pt x="706" y="505"/>
                        <a:pt x="706" y="506"/>
                        <a:pt x="706" y="506"/>
                      </a:cubicBezTo>
                      <a:cubicBezTo>
                        <a:pt x="706" y="507"/>
                        <a:pt x="706" y="507"/>
                        <a:pt x="706" y="507"/>
                      </a:cubicBezTo>
                      <a:cubicBezTo>
                        <a:pt x="705" y="507"/>
                        <a:pt x="705" y="508"/>
                        <a:pt x="705" y="508"/>
                      </a:cubicBezTo>
                      <a:cubicBezTo>
                        <a:pt x="706" y="508"/>
                        <a:pt x="706" y="508"/>
                        <a:pt x="707" y="508"/>
                      </a:cubicBezTo>
                      <a:cubicBezTo>
                        <a:pt x="707" y="508"/>
                        <a:pt x="707" y="508"/>
                        <a:pt x="707" y="509"/>
                      </a:cubicBezTo>
                      <a:cubicBezTo>
                        <a:pt x="707" y="509"/>
                        <a:pt x="707" y="509"/>
                        <a:pt x="707" y="510"/>
                      </a:cubicBezTo>
                      <a:cubicBezTo>
                        <a:pt x="708" y="510"/>
                        <a:pt x="708" y="511"/>
                        <a:pt x="708" y="511"/>
                      </a:cubicBezTo>
                      <a:cubicBezTo>
                        <a:pt x="708" y="512"/>
                        <a:pt x="708" y="512"/>
                        <a:pt x="709" y="513"/>
                      </a:cubicBezTo>
                      <a:cubicBezTo>
                        <a:pt x="709" y="513"/>
                        <a:pt x="710" y="513"/>
                        <a:pt x="710" y="514"/>
                      </a:cubicBezTo>
                      <a:cubicBezTo>
                        <a:pt x="711" y="514"/>
                        <a:pt x="712" y="516"/>
                        <a:pt x="712" y="517"/>
                      </a:cubicBezTo>
                      <a:cubicBezTo>
                        <a:pt x="712" y="518"/>
                        <a:pt x="712" y="518"/>
                        <a:pt x="713" y="518"/>
                      </a:cubicBezTo>
                      <a:cubicBezTo>
                        <a:pt x="713" y="518"/>
                        <a:pt x="713" y="518"/>
                        <a:pt x="713" y="518"/>
                      </a:cubicBezTo>
                      <a:cubicBezTo>
                        <a:pt x="714" y="519"/>
                        <a:pt x="715" y="518"/>
                        <a:pt x="716" y="518"/>
                      </a:cubicBezTo>
                      <a:cubicBezTo>
                        <a:pt x="716" y="518"/>
                        <a:pt x="716" y="518"/>
                        <a:pt x="716" y="518"/>
                      </a:cubicBezTo>
                      <a:cubicBezTo>
                        <a:pt x="716" y="518"/>
                        <a:pt x="717" y="518"/>
                        <a:pt x="717" y="518"/>
                      </a:cubicBezTo>
                      <a:cubicBezTo>
                        <a:pt x="718" y="518"/>
                        <a:pt x="718" y="517"/>
                        <a:pt x="718" y="516"/>
                      </a:cubicBezTo>
                      <a:cubicBezTo>
                        <a:pt x="718" y="516"/>
                        <a:pt x="718" y="515"/>
                        <a:pt x="718" y="515"/>
                      </a:cubicBezTo>
                      <a:cubicBezTo>
                        <a:pt x="718" y="515"/>
                        <a:pt x="719" y="514"/>
                        <a:pt x="719" y="514"/>
                      </a:cubicBezTo>
                      <a:cubicBezTo>
                        <a:pt x="719" y="514"/>
                        <a:pt x="719" y="513"/>
                        <a:pt x="719" y="513"/>
                      </a:cubicBezTo>
                      <a:cubicBezTo>
                        <a:pt x="719" y="511"/>
                        <a:pt x="719" y="510"/>
                        <a:pt x="719" y="508"/>
                      </a:cubicBezTo>
                      <a:cubicBezTo>
                        <a:pt x="720" y="507"/>
                        <a:pt x="720" y="505"/>
                        <a:pt x="719" y="504"/>
                      </a:cubicBezTo>
                      <a:cubicBezTo>
                        <a:pt x="718" y="504"/>
                        <a:pt x="718" y="503"/>
                        <a:pt x="718" y="503"/>
                      </a:cubicBezTo>
                      <a:cubicBezTo>
                        <a:pt x="718" y="502"/>
                        <a:pt x="718" y="502"/>
                        <a:pt x="718" y="501"/>
                      </a:cubicBezTo>
                      <a:cubicBezTo>
                        <a:pt x="718" y="500"/>
                        <a:pt x="717" y="498"/>
                        <a:pt x="716" y="497"/>
                      </a:cubicBezTo>
                      <a:cubicBezTo>
                        <a:pt x="715" y="496"/>
                        <a:pt x="715" y="495"/>
                        <a:pt x="715" y="494"/>
                      </a:cubicBezTo>
                      <a:cubicBezTo>
                        <a:pt x="715" y="493"/>
                        <a:pt x="714" y="493"/>
                        <a:pt x="714" y="492"/>
                      </a:cubicBezTo>
                      <a:cubicBezTo>
                        <a:pt x="714" y="492"/>
                        <a:pt x="715" y="492"/>
                        <a:pt x="715" y="491"/>
                      </a:cubicBezTo>
                      <a:cubicBezTo>
                        <a:pt x="715" y="490"/>
                        <a:pt x="714" y="490"/>
                        <a:pt x="713" y="489"/>
                      </a:cubicBezTo>
                      <a:cubicBezTo>
                        <a:pt x="713" y="488"/>
                        <a:pt x="713" y="487"/>
                        <a:pt x="712" y="486"/>
                      </a:cubicBezTo>
                      <a:cubicBezTo>
                        <a:pt x="711" y="483"/>
                        <a:pt x="710" y="481"/>
                        <a:pt x="710" y="478"/>
                      </a:cubicBezTo>
                      <a:cubicBezTo>
                        <a:pt x="710" y="478"/>
                        <a:pt x="710" y="477"/>
                        <a:pt x="710" y="477"/>
                      </a:cubicBezTo>
                      <a:cubicBezTo>
                        <a:pt x="710" y="477"/>
                        <a:pt x="710" y="477"/>
                        <a:pt x="710" y="477"/>
                      </a:cubicBezTo>
                      <a:cubicBezTo>
                        <a:pt x="710" y="477"/>
                        <a:pt x="710" y="477"/>
                        <a:pt x="710" y="477"/>
                      </a:cubicBezTo>
                      <a:cubicBezTo>
                        <a:pt x="710" y="477"/>
                        <a:pt x="710" y="476"/>
                        <a:pt x="710" y="476"/>
                      </a:cubicBezTo>
                      <a:cubicBezTo>
                        <a:pt x="710" y="476"/>
                        <a:pt x="710" y="476"/>
                        <a:pt x="710" y="476"/>
                      </a:cubicBezTo>
                      <a:cubicBezTo>
                        <a:pt x="710" y="476"/>
                        <a:pt x="710" y="475"/>
                        <a:pt x="710" y="475"/>
                      </a:cubicBezTo>
                      <a:cubicBezTo>
                        <a:pt x="710" y="475"/>
                        <a:pt x="710" y="475"/>
                        <a:pt x="710" y="475"/>
                      </a:cubicBezTo>
                      <a:cubicBezTo>
                        <a:pt x="710" y="475"/>
                        <a:pt x="710" y="475"/>
                        <a:pt x="710" y="474"/>
                      </a:cubicBezTo>
                      <a:cubicBezTo>
                        <a:pt x="710" y="474"/>
                        <a:pt x="710" y="474"/>
                        <a:pt x="710" y="474"/>
                      </a:cubicBezTo>
                      <a:cubicBezTo>
                        <a:pt x="710" y="474"/>
                        <a:pt x="710" y="474"/>
                        <a:pt x="710" y="474"/>
                      </a:cubicBezTo>
                      <a:cubicBezTo>
                        <a:pt x="710" y="474"/>
                        <a:pt x="710" y="474"/>
                        <a:pt x="710" y="474"/>
                      </a:cubicBezTo>
                      <a:cubicBezTo>
                        <a:pt x="710" y="474"/>
                        <a:pt x="710" y="473"/>
                        <a:pt x="710" y="473"/>
                      </a:cubicBezTo>
                      <a:cubicBezTo>
                        <a:pt x="710" y="473"/>
                        <a:pt x="710" y="473"/>
                        <a:pt x="710" y="473"/>
                      </a:cubicBezTo>
                      <a:cubicBezTo>
                        <a:pt x="710" y="473"/>
                        <a:pt x="710" y="473"/>
                        <a:pt x="710" y="473"/>
                      </a:cubicBezTo>
                      <a:cubicBezTo>
                        <a:pt x="710" y="473"/>
                        <a:pt x="710" y="473"/>
                        <a:pt x="711" y="473"/>
                      </a:cubicBezTo>
                      <a:cubicBezTo>
                        <a:pt x="711" y="473"/>
                        <a:pt x="711" y="472"/>
                        <a:pt x="711" y="472"/>
                      </a:cubicBezTo>
                      <a:cubicBezTo>
                        <a:pt x="711" y="472"/>
                        <a:pt x="711" y="472"/>
                        <a:pt x="711" y="472"/>
                      </a:cubicBezTo>
                      <a:cubicBezTo>
                        <a:pt x="711" y="472"/>
                        <a:pt x="710" y="472"/>
                        <a:pt x="710" y="472"/>
                      </a:cubicBezTo>
                      <a:cubicBezTo>
                        <a:pt x="711" y="471"/>
                        <a:pt x="711" y="472"/>
                        <a:pt x="711" y="471"/>
                      </a:cubicBezTo>
                      <a:cubicBezTo>
                        <a:pt x="711" y="471"/>
                        <a:pt x="711" y="471"/>
                        <a:pt x="711" y="471"/>
                      </a:cubicBezTo>
                      <a:cubicBezTo>
                        <a:pt x="711" y="471"/>
                        <a:pt x="711" y="471"/>
                        <a:pt x="711" y="471"/>
                      </a:cubicBezTo>
                      <a:cubicBezTo>
                        <a:pt x="711" y="471"/>
                        <a:pt x="712" y="470"/>
                        <a:pt x="711" y="470"/>
                      </a:cubicBezTo>
                      <a:cubicBezTo>
                        <a:pt x="711" y="470"/>
                        <a:pt x="711" y="470"/>
                        <a:pt x="711" y="470"/>
                      </a:cubicBezTo>
                      <a:cubicBezTo>
                        <a:pt x="711" y="470"/>
                        <a:pt x="711" y="470"/>
                        <a:pt x="711" y="470"/>
                      </a:cubicBezTo>
                      <a:cubicBezTo>
                        <a:pt x="711" y="470"/>
                        <a:pt x="711" y="470"/>
                        <a:pt x="711" y="469"/>
                      </a:cubicBezTo>
                      <a:cubicBezTo>
                        <a:pt x="711" y="469"/>
                        <a:pt x="711" y="469"/>
                        <a:pt x="711" y="469"/>
                      </a:cubicBezTo>
                      <a:cubicBezTo>
                        <a:pt x="711" y="469"/>
                        <a:pt x="711" y="468"/>
                        <a:pt x="711" y="468"/>
                      </a:cubicBezTo>
                      <a:cubicBezTo>
                        <a:pt x="711" y="468"/>
                        <a:pt x="711" y="468"/>
                        <a:pt x="711" y="468"/>
                      </a:cubicBezTo>
                      <a:cubicBezTo>
                        <a:pt x="712" y="468"/>
                        <a:pt x="712" y="468"/>
                        <a:pt x="712" y="468"/>
                      </a:cubicBezTo>
                      <a:cubicBezTo>
                        <a:pt x="712" y="468"/>
                        <a:pt x="712" y="468"/>
                        <a:pt x="712" y="468"/>
                      </a:cubicBezTo>
                      <a:cubicBezTo>
                        <a:pt x="713" y="468"/>
                        <a:pt x="713" y="467"/>
                        <a:pt x="713" y="467"/>
                      </a:cubicBezTo>
                      <a:cubicBezTo>
                        <a:pt x="713" y="467"/>
                        <a:pt x="713" y="467"/>
                        <a:pt x="713" y="467"/>
                      </a:cubicBezTo>
                      <a:cubicBezTo>
                        <a:pt x="713" y="467"/>
                        <a:pt x="713" y="467"/>
                        <a:pt x="714" y="467"/>
                      </a:cubicBezTo>
                      <a:cubicBezTo>
                        <a:pt x="714" y="467"/>
                        <a:pt x="714" y="466"/>
                        <a:pt x="714" y="466"/>
                      </a:cubicBezTo>
                      <a:cubicBezTo>
                        <a:pt x="713" y="466"/>
                        <a:pt x="713" y="466"/>
                        <a:pt x="713" y="466"/>
                      </a:cubicBezTo>
                      <a:cubicBezTo>
                        <a:pt x="713" y="465"/>
                        <a:pt x="714" y="465"/>
                        <a:pt x="714" y="465"/>
                      </a:cubicBezTo>
                      <a:cubicBezTo>
                        <a:pt x="714" y="465"/>
                        <a:pt x="714" y="464"/>
                        <a:pt x="714" y="464"/>
                      </a:cubicBezTo>
                      <a:cubicBezTo>
                        <a:pt x="714" y="463"/>
                        <a:pt x="714" y="463"/>
                        <a:pt x="714" y="463"/>
                      </a:cubicBezTo>
                      <a:cubicBezTo>
                        <a:pt x="714" y="463"/>
                        <a:pt x="714" y="463"/>
                        <a:pt x="714" y="463"/>
                      </a:cubicBezTo>
                      <a:cubicBezTo>
                        <a:pt x="715" y="463"/>
                        <a:pt x="715" y="463"/>
                        <a:pt x="715" y="464"/>
                      </a:cubicBezTo>
                      <a:cubicBezTo>
                        <a:pt x="715" y="464"/>
                        <a:pt x="715" y="464"/>
                        <a:pt x="715" y="464"/>
                      </a:cubicBezTo>
                      <a:cubicBezTo>
                        <a:pt x="715" y="464"/>
                        <a:pt x="715" y="464"/>
                        <a:pt x="716" y="464"/>
                      </a:cubicBezTo>
                      <a:cubicBezTo>
                        <a:pt x="716" y="464"/>
                        <a:pt x="716" y="464"/>
                        <a:pt x="716" y="464"/>
                      </a:cubicBezTo>
                      <a:cubicBezTo>
                        <a:pt x="717" y="464"/>
                        <a:pt x="717" y="463"/>
                        <a:pt x="717" y="463"/>
                      </a:cubicBezTo>
                      <a:cubicBezTo>
                        <a:pt x="717" y="463"/>
                        <a:pt x="716" y="463"/>
                        <a:pt x="716" y="463"/>
                      </a:cubicBezTo>
                      <a:cubicBezTo>
                        <a:pt x="716" y="462"/>
                        <a:pt x="715" y="462"/>
                        <a:pt x="715" y="461"/>
                      </a:cubicBezTo>
                      <a:cubicBezTo>
                        <a:pt x="716" y="461"/>
                        <a:pt x="716" y="462"/>
                        <a:pt x="717" y="462"/>
                      </a:cubicBezTo>
                      <a:cubicBezTo>
                        <a:pt x="717" y="462"/>
                        <a:pt x="717" y="462"/>
                        <a:pt x="717" y="462"/>
                      </a:cubicBezTo>
                      <a:cubicBezTo>
                        <a:pt x="717" y="462"/>
                        <a:pt x="717" y="462"/>
                        <a:pt x="718" y="462"/>
                      </a:cubicBezTo>
                      <a:cubicBezTo>
                        <a:pt x="718" y="462"/>
                        <a:pt x="718" y="462"/>
                        <a:pt x="718" y="462"/>
                      </a:cubicBezTo>
                      <a:cubicBezTo>
                        <a:pt x="718" y="462"/>
                        <a:pt x="718" y="461"/>
                        <a:pt x="718" y="461"/>
                      </a:cubicBezTo>
                      <a:cubicBezTo>
                        <a:pt x="718" y="461"/>
                        <a:pt x="718" y="461"/>
                        <a:pt x="719" y="461"/>
                      </a:cubicBezTo>
                      <a:cubicBezTo>
                        <a:pt x="718" y="461"/>
                        <a:pt x="718" y="461"/>
                        <a:pt x="719" y="462"/>
                      </a:cubicBezTo>
                      <a:cubicBezTo>
                        <a:pt x="719" y="462"/>
                        <a:pt x="719" y="462"/>
                        <a:pt x="719" y="461"/>
                      </a:cubicBezTo>
                      <a:cubicBezTo>
                        <a:pt x="720" y="461"/>
                        <a:pt x="720" y="461"/>
                        <a:pt x="720" y="461"/>
                      </a:cubicBezTo>
                      <a:cubicBezTo>
                        <a:pt x="720" y="461"/>
                        <a:pt x="720" y="461"/>
                        <a:pt x="720" y="461"/>
                      </a:cubicBezTo>
                      <a:cubicBezTo>
                        <a:pt x="721" y="461"/>
                        <a:pt x="721" y="460"/>
                        <a:pt x="720" y="460"/>
                      </a:cubicBezTo>
                      <a:cubicBezTo>
                        <a:pt x="721" y="460"/>
                        <a:pt x="722" y="460"/>
                        <a:pt x="722" y="459"/>
                      </a:cubicBezTo>
                      <a:cubicBezTo>
                        <a:pt x="722" y="459"/>
                        <a:pt x="722" y="459"/>
                        <a:pt x="722" y="459"/>
                      </a:cubicBezTo>
                      <a:cubicBezTo>
                        <a:pt x="722" y="459"/>
                        <a:pt x="722" y="458"/>
                        <a:pt x="722" y="458"/>
                      </a:cubicBezTo>
                      <a:cubicBezTo>
                        <a:pt x="723" y="458"/>
                        <a:pt x="724" y="458"/>
                        <a:pt x="725" y="457"/>
                      </a:cubicBezTo>
                      <a:cubicBezTo>
                        <a:pt x="725" y="457"/>
                        <a:pt x="725" y="457"/>
                        <a:pt x="725" y="457"/>
                      </a:cubicBezTo>
                      <a:cubicBezTo>
                        <a:pt x="725" y="457"/>
                        <a:pt x="725" y="457"/>
                        <a:pt x="725" y="456"/>
                      </a:cubicBezTo>
                      <a:cubicBezTo>
                        <a:pt x="725" y="456"/>
                        <a:pt x="725" y="456"/>
                        <a:pt x="725" y="456"/>
                      </a:cubicBezTo>
                      <a:cubicBezTo>
                        <a:pt x="726" y="456"/>
                        <a:pt x="726" y="455"/>
                        <a:pt x="725" y="455"/>
                      </a:cubicBezTo>
                      <a:cubicBezTo>
                        <a:pt x="725" y="455"/>
                        <a:pt x="725" y="455"/>
                        <a:pt x="725" y="455"/>
                      </a:cubicBezTo>
                      <a:cubicBezTo>
                        <a:pt x="725" y="455"/>
                        <a:pt x="725" y="455"/>
                        <a:pt x="725" y="455"/>
                      </a:cubicBezTo>
                      <a:cubicBezTo>
                        <a:pt x="726" y="454"/>
                        <a:pt x="727" y="453"/>
                        <a:pt x="728" y="453"/>
                      </a:cubicBezTo>
                      <a:cubicBezTo>
                        <a:pt x="728" y="452"/>
                        <a:pt x="728" y="452"/>
                        <a:pt x="729" y="452"/>
                      </a:cubicBezTo>
                      <a:cubicBezTo>
                        <a:pt x="730" y="451"/>
                        <a:pt x="731" y="451"/>
                        <a:pt x="732" y="451"/>
                      </a:cubicBezTo>
                      <a:cubicBezTo>
                        <a:pt x="732" y="451"/>
                        <a:pt x="733" y="451"/>
                        <a:pt x="733" y="451"/>
                      </a:cubicBezTo>
                      <a:cubicBezTo>
                        <a:pt x="733" y="451"/>
                        <a:pt x="733" y="450"/>
                        <a:pt x="734" y="449"/>
                      </a:cubicBezTo>
                      <a:cubicBezTo>
                        <a:pt x="734" y="449"/>
                        <a:pt x="734" y="450"/>
                        <a:pt x="734" y="450"/>
                      </a:cubicBezTo>
                      <a:cubicBezTo>
                        <a:pt x="734" y="450"/>
                        <a:pt x="734" y="450"/>
                        <a:pt x="734" y="450"/>
                      </a:cubicBezTo>
                      <a:cubicBezTo>
                        <a:pt x="734" y="450"/>
                        <a:pt x="734" y="450"/>
                        <a:pt x="734" y="450"/>
                      </a:cubicBezTo>
                      <a:cubicBezTo>
                        <a:pt x="734" y="449"/>
                        <a:pt x="734" y="449"/>
                        <a:pt x="735" y="448"/>
                      </a:cubicBezTo>
                      <a:cubicBezTo>
                        <a:pt x="735" y="448"/>
                        <a:pt x="735" y="448"/>
                        <a:pt x="735" y="448"/>
                      </a:cubicBezTo>
                      <a:cubicBezTo>
                        <a:pt x="736" y="447"/>
                        <a:pt x="736" y="447"/>
                        <a:pt x="737" y="446"/>
                      </a:cubicBezTo>
                      <a:cubicBezTo>
                        <a:pt x="737" y="446"/>
                        <a:pt x="737" y="446"/>
                        <a:pt x="738" y="446"/>
                      </a:cubicBezTo>
                      <a:cubicBezTo>
                        <a:pt x="738" y="446"/>
                        <a:pt x="738" y="446"/>
                        <a:pt x="739" y="445"/>
                      </a:cubicBezTo>
                      <a:cubicBezTo>
                        <a:pt x="739" y="445"/>
                        <a:pt x="740" y="445"/>
                        <a:pt x="740" y="445"/>
                      </a:cubicBezTo>
                      <a:cubicBezTo>
                        <a:pt x="741" y="445"/>
                        <a:pt x="741" y="445"/>
                        <a:pt x="741" y="445"/>
                      </a:cubicBezTo>
                      <a:cubicBezTo>
                        <a:pt x="742" y="445"/>
                        <a:pt x="743" y="444"/>
                        <a:pt x="744" y="444"/>
                      </a:cubicBezTo>
                      <a:cubicBezTo>
                        <a:pt x="744" y="443"/>
                        <a:pt x="744" y="443"/>
                        <a:pt x="744" y="443"/>
                      </a:cubicBezTo>
                      <a:cubicBezTo>
                        <a:pt x="744" y="443"/>
                        <a:pt x="745" y="443"/>
                        <a:pt x="745" y="443"/>
                      </a:cubicBezTo>
                      <a:cubicBezTo>
                        <a:pt x="745" y="443"/>
                        <a:pt x="745" y="442"/>
                        <a:pt x="745" y="442"/>
                      </a:cubicBezTo>
                      <a:cubicBezTo>
                        <a:pt x="744" y="442"/>
                        <a:pt x="744" y="442"/>
                        <a:pt x="744" y="442"/>
                      </a:cubicBezTo>
                      <a:cubicBezTo>
                        <a:pt x="744" y="442"/>
                        <a:pt x="744" y="442"/>
                        <a:pt x="744" y="442"/>
                      </a:cubicBezTo>
                      <a:cubicBezTo>
                        <a:pt x="744" y="442"/>
                        <a:pt x="744" y="442"/>
                        <a:pt x="743" y="442"/>
                      </a:cubicBezTo>
                      <a:cubicBezTo>
                        <a:pt x="743" y="442"/>
                        <a:pt x="743" y="442"/>
                        <a:pt x="743" y="442"/>
                      </a:cubicBezTo>
                      <a:cubicBezTo>
                        <a:pt x="743" y="442"/>
                        <a:pt x="742" y="442"/>
                        <a:pt x="742" y="442"/>
                      </a:cubicBezTo>
                      <a:cubicBezTo>
                        <a:pt x="742" y="443"/>
                        <a:pt x="742" y="443"/>
                        <a:pt x="742" y="443"/>
                      </a:cubicBezTo>
                      <a:cubicBezTo>
                        <a:pt x="741" y="443"/>
                        <a:pt x="741" y="443"/>
                        <a:pt x="741" y="443"/>
                      </a:cubicBezTo>
                      <a:cubicBezTo>
                        <a:pt x="741" y="442"/>
                        <a:pt x="740" y="442"/>
                        <a:pt x="740" y="442"/>
                      </a:cubicBezTo>
                      <a:cubicBezTo>
                        <a:pt x="740" y="442"/>
                        <a:pt x="740" y="442"/>
                        <a:pt x="740" y="442"/>
                      </a:cubicBezTo>
                      <a:cubicBezTo>
                        <a:pt x="740" y="442"/>
                        <a:pt x="740" y="442"/>
                        <a:pt x="740" y="442"/>
                      </a:cubicBezTo>
                      <a:cubicBezTo>
                        <a:pt x="740" y="442"/>
                        <a:pt x="740" y="442"/>
                        <a:pt x="741" y="442"/>
                      </a:cubicBezTo>
                      <a:cubicBezTo>
                        <a:pt x="741" y="442"/>
                        <a:pt x="741" y="442"/>
                        <a:pt x="741" y="442"/>
                      </a:cubicBezTo>
                      <a:cubicBezTo>
                        <a:pt x="741" y="442"/>
                        <a:pt x="741" y="442"/>
                        <a:pt x="742" y="442"/>
                      </a:cubicBezTo>
                      <a:cubicBezTo>
                        <a:pt x="742" y="442"/>
                        <a:pt x="742" y="442"/>
                        <a:pt x="743" y="441"/>
                      </a:cubicBezTo>
                      <a:cubicBezTo>
                        <a:pt x="743" y="441"/>
                        <a:pt x="743" y="441"/>
                        <a:pt x="743" y="441"/>
                      </a:cubicBezTo>
                      <a:cubicBezTo>
                        <a:pt x="743" y="441"/>
                        <a:pt x="742" y="441"/>
                        <a:pt x="742" y="441"/>
                      </a:cubicBezTo>
                      <a:cubicBezTo>
                        <a:pt x="742" y="441"/>
                        <a:pt x="742" y="441"/>
                        <a:pt x="742" y="441"/>
                      </a:cubicBezTo>
                      <a:cubicBezTo>
                        <a:pt x="743" y="441"/>
                        <a:pt x="743" y="440"/>
                        <a:pt x="743" y="440"/>
                      </a:cubicBezTo>
                      <a:cubicBezTo>
                        <a:pt x="743" y="440"/>
                        <a:pt x="743" y="440"/>
                        <a:pt x="743" y="440"/>
                      </a:cubicBezTo>
                      <a:cubicBezTo>
                        <a:pt x="743" y="440"/>
                        <a:pt x="743" y="440"/>
                        <a:pt x="743" y="440"/>
                      </a:cubicBezTo>
                      <a:cubicBezTo>
                        <a:pt x="743" y="439"/>
                        <a:pt x="743" y="439"/>
                        <a:pt x="743" y="439"/>
                      </a:cubicBezTo>
                      <a:cubicBezTo>
                        <a:pt x="742" y="439"/>
                        <a:pt x="740" y="439"/>
                        <a:pt x="740" y="438"/>
                      </a:cubicBezTo>
                      <a:cubicBezTo>
                        <a:pt x="741" y="438"/>
                        <a:pt x="741" y="439"/>
                        <a:pt x="742" y="439"/>
                      </a:cubicBezTo>
                      <a:cubicBezTo>
                        <a:pt x="742" y="438"/>
                        <a:pt x="742" y="438"/>
                        <a:pt x="743" y="438"/>
                      </a:cubicBezTo>
                      <a:cubicBezTo>
                        <a:pt x="743" y="437"/>
                        <a:pt x="743" y="438"/>
                        <a:pt x="743" y="438"/>
                      </a:cubicBezTo>
                      <a:cubicBezTo>
                        <a:pt x="743" y="438"/>
                        <a:pt x="743" y="438"/>
                        <a:pt x="743" y="438"/>
                      </a:cubicBezTo>
                      <a:cubicBezTo>
                        <a:pt x="743" y="439"/>
                        <a:pt x="743" y="439"/>
                        <a:pt x="744" y="439"/>
                      </a:cubicBezTo>
                      <a:cubicBezTo>
                        <a:pt x="744" y="439"/>
                        <a:pt x="744" y="439"/>
                        <a:pt x="744" y="439"/>
                      </a:cubicBezTo>
                      <a:cubicBezTo>
                        <a:pt x="744" y="439"/>
                        <a:pt x="744" y="439"/>
                        <a:pt x="745" y="439"/>
                      </a:cubicBezTo>
                      <a:cubicBezTo>
                        <a:pt x="745" y="439"/>
                        <a:pt x="745" y="439"/>
                        <a:pt x="745" y="439"/>
                      </a:cubicBezTo>
                      <a:cubicBezTo>
                        <a:pt x="745" y="439"/>
                        <a:pt x="745" y="439"/>
                        <a:pt x="746" y="439"/>
                      </a:cubicBezTo>
                      <a:cubicBezTo>
                        <a:pt x="746" y="439"/>
                        <a:pt x="746" y="439"/>
                        <a:pt x="746" y="439"/>
                      </a:cubicBezTo>
                      <a:cubicBezTo>
                        <a:pt x="746" y="439"/>
                        <a:pt x="746" y="439"/>
                        <a:pt x="746" y="439"/>
                      </a:cubicBezTo>
                      <a:cubicBezTo>
                        <a:pt x="747" y="439"/>
                        <a:pt x="747" y="438"/>
                        <a:pt x="748" y="437"/>
                      </a:cubicBezTo>
                      <a:cubicBezTo>
                        <a:pt x="748" y="437"/>
                        <a:pt x="748" y="437"/>
                        <a:pt x="748" y="437"/>
                      </a:cubicBezTo>
                      <a:cubicBezTo>
                        <a:pt x="748" y="437"/>
                        <a:pt x="748" y="437"/>
                        <a:pt x="748" y="437"/>
                      </a:cubicBezTo>
                      <a:cubicBezTo>
                        <a:pt x="748" y="436"/>
                        <a:pt x="748" y="435"/>
                        <a:pt x="748" y="435"/>
                      </a:cubicBezTo>
                      <a:cubicBezTo>
                        <a:pt x="748" y="434"/>
                        <a:pt x="747" y="435"/>
                        <a:pt x="747" y="435"/>
                      </a:cubicBezTo>
                      <a:cubicBezTo>
                        <a:pt x="747" y="436"/>
                        <a:pt x="747" y="436"/>
                        <a:pt x="747" y="436"/>
                      </a:cubicBezTo>
                      <a:cubicBezTo>
                        <a:pt x="747" y="437"/>
                        <a:pt x="746" y="437"/>
                        <a:pt x="746" y="437"/>
                      </a:cubicBezTo>
                      <a:cubicBezTo>
                        <a:pt x="746" y="437"/>
                        <a:pt x="746" y="437"/>
                        <a:pt x="746" y="437"/>
                      </a:cubicBezTo>
                      <a:cubicBezTo>
                        <a:pt x="745" y="437"/>
                        <a:pt x="745" y="437"/>
                        <a:pt x="745" y="437"/>
                      </a:cubicBezTo>
                      <a:cubicBezTo>
                        <a:pt x="745" y="437"/>
                        <a:pt x="745" y="437"/>
                        <a:pt x="745" y="436"/>
                      </a:cubicBezTo>
                      <a:cubicBezTo>
                        <a:pt x="745" y="436"/>
                        <a:pt x="745" y="436"/>
                        <a:pt x="746" y="436"/>
                      </a:cubicBezTo>
                      <a:cubicBezTo>
                        <a:pt x="746" y="437"/>
                        <a:pt x="746" y="437"/>
                        <a:pt x="746" y="437"/>
                      </a:cubicBezTo>
                      <a:cubicBezTo>
                        <a:pt x="746" y="437"/>
                        <a:pt x="746" y="437"/>
                        <a:pt x="746" y="436"/>
                      </a:cubicBezTo>
                      <a:cubicBezTo>
                        <a:pt x="746" y="436"/>
                        <a:pt x="746" y="436"/>
                        <a:pt x="746" y="436"/>
                      </a:cubicBezTo>
                      <a:cubicBezTo>
                        <a:pt x="746" y="435"/>
                        <a:pt x="746" y="435"/>
                        <a:pt x="746" y="434"/>
                      </a:cubicBezTo>
                      <a:cubicBezTo>
                        <a:pt x="746" y="434"/>
                        <a:pt x="746" y="434"/>
                        <a:pt x="746" y="434"/>
                      </a:cubicBezTo>
                      <a:cubicBezTo>
                        <a:pt x="746" y="434"/>
                        <a:pt x="746" y="434"/>
                        <a:pt x="746" y="434"/>
                      </a:cubicBezTo>
                      <a:cubicBezTo>
                        <a:pt x="746" y="434"/>
                        <a:pt x="746" y="434"/>
                        <a:pt x="745" y="434"/>
                      </a:cubicBezTo>
                      <a:cubicBezTo>
                        <a:pt x="745" y="434"/>
                        <a:pt x="745" y="434"/>
                        <a:pt x="745" y="434"/>
                      </a:cubicBezTo>
                      <a:cubicBezTo>
                        <a:pt x="745" y="434"/>
                        <a:pt x="744" y="434"/>
                        <a:pt x="744" y="434"/>
                      </a:cubicBezTo>
                      <a:cubicBezTo>
                        <a:pt x="744" y="434"/>
                        <a:pt x="743" y="434"/>
                        <a:pt x="743" y="434"/>
                      </a:cubicBezTo>
                      <a:cubicBezTo>
                        <a:pt x="742" y="434"/>
                        <a:pt x="742" y="434"/>
                        <a:pt x="742" y="434"/>
                      </a:cubicBezTo>
                      <a:cubicBezTo>
                        <a:pt x="742" y="434"/>
                        <a:pt x="742" y="433"/>
                        <a:pt x="742" y="434"/>
                      </a:cubicBezTo>
                      <a:cubicBezTo>
                        <a:pt x="742" y="434"/>
                        <a:pt x="742" y="434"/>
                        <a:pt x="743" y="434"/>
                      </a:cubicBezTo>
                      <a:cubicBezTo>
                        <a:pt x="743" y="434"/>
                        <a:pt x="743" y="434"/>
                        <a:pt x="744" y="434"/>
                      </a:cubicBezTo>
                      <a:cubicBezTo>
                        <a:pt x="744" y="433"/>
                        <a:pt x="744" y="433"/>
                        <a:pt x="744" y="433"/>
                      </a:cubicBezTo>
                      <a:cubicBezTo>
                        <a:pt x="744" y="432"/>
                        <a:pt x="744" y="432"/>
                        <a:pt x="744" y="432"/>
                      </a:cubicBezTo>
                      <a:cubicBezTo>
                        <a:pt x="744" y="433"/>
                        <a:pt x="744" y="433"/>
                        <a:pt x="744" y="433"/>
                      </a:cubicBezTo>
                      <a:cubicBezTo>
                        <a:pt x="745" y="433"/>
                        <a:pt x="745" y="433"/>
                        <a:pt x="745" y="433"/>
                      </a:cubicBezTo>
                      <a:cubicBezTo>
                        <a:pt x="745" y="433"/>
                        <a:pt x="745" y="433"/>
                        <a:pt x="746" y="433"/>
                      </a:cubicBezTo>
                      <a:cubicBezTo>
                        <a:pt x="746" y="433"/>
                        <a:pt x="746" y="433"/>
                        <a:pt x="746" y="433"/>
                      </a:cubicBezTo>
                      <a:cubicBezTo>
                        <a:pt x="746" y="433"/>
                        <a:pt x="746" y="432"/>
                        <a:pt x="746" y="432"/>
                      </a:cubicBezTo>
                      <a:cubicBezTo>
                        <a:pt x="746" y="432"/>
                        <a:pt x="746" y="432"/>
                        <a:pt x="746" y="432"/>
                      </a:cubicBezTo>
                      <a:cubicBezTo>
                        <a:pt x="747" y="433"/>
                        <a:pt x="747" y="433"/>
                        <a:pt x="747" y="432"/>
                      </a:cubicBezTo>
                      <a:cubicBezTo>
                        <a:pt x="747" y="432"/>
                        <a:pt x="747" y="432"/>
                        <a:pt x="747" y="432"/>
                      </a:cubicBezTo>
                      <a:cubicBezTo>
                        <a:pt x="747" y="432"/>
                        <a:pt x="748" y="432"/>
                        <a:pt x="748" y="432"/>
                      </a:cubicBezTo>
                      <a:cubicBezTo>
                        <a:pt x="748" y="432"/>
                        <a:pt x="748" y="432"/>
                        <a:pt x="748" y="432"/>
                      </a:cubicBezTo>
                      <a:cubicBezTo>
                        <a:pt x="748" y="432"/>
                        <a:pt x="747" y="432"/>
                        <a:pt x="747" y="431"/>
                      </a:cubicBezTo>
                      <a:cubicBezTo>
                        <a:pt x="747" y="431"/>
                        <a:pt x="747" y="431"/>
                        <a:pt x="747" y="431"/>
                      </a:cubicBezTo>
                      <a:cubicBezTo>
                        <a:pt x="747" y="431"/>
                        <a:pt x="747" y="431"/>
                        <a:pt x="747" y="431"/>
                      </a:cubicBezTo>
                      <a:cubicBezTo>
                        <a:pt x="747" y="431"/>
                        <a:pt x="747" y="430"/>
                        <a:pt x="747" y="430"/>
                      </a:cubicBezTo>
                      <a:cubicBezTo>
                        <a:pt x="747" y="430"/>
                        <a:pt x="747" y="430"/>
                        <a:pt x="747" y="430"/>
                      </a:cubicBezTo>
                      <a:cubicBezTo>
                        <a:pt x="747" y="430"/>
                        <a:pt x="747" y="430"/>
                        <a:pt x="747" y="430"/>
                      </a:cubicBezTo>
                      <a:cubicBezTo>
                        <a:pt x="747" y="430"/>
                        <a:pt x="748" y="430"/>
                        <a:pt x="748" y="430"/>
                      </a:cubicBezTo>
                      <a:cubicBezTo>
                        <a:pt x="748" y="430"/>
                        <a:pt x="748" y="430"/>
                        <a:pt x="748" y="430"/>
                      </a:cubicBezTo>
                      <a:cubicBezTo>
                        <a:pt x="747" y="430"/>
                        <a:pt x="748" y="429"/>
                        <a:pt x="747" y="429"/>
                      </a:cubicBezTo>
                      <a:cubicBezTo>
                        <a:pt x="747" y="429"/>
                        <a:pt x="747" y="429"/>
                        <a:pt x="747" y="429"/>
                      </a:cubicBezTo>
                      <a:cubicBezTo>
                        <a:pt x="747" y="429"/>
                        <a:pt x="747" y="429"/>
                        <a:pt x="747" y="429"/>
                      </a:cubicBezTo>
                      <a:cubicBezTo>
                        <a:pt x="747" y="429"/>
                        <a:pt x="747" y="429"/>
                        <a:pt x="747" y="429"/>
                      </a:cubicBezTo>
                      <a:cubicBezTo>
                        <a:pt x="747" y="428"/>
                        <a:pt x="747" y="428"/>
                        <a:pt x="747" y="427"/>
                      </a:cubicBezTo>
                      <a:cubicBezTo>
                        <a:pt x="747" y="427"/>
                        <a:pt x="746" y="426"/>
                        <a:pt x="746" y="426"/>
                      </a:cubicBezTo>
                      <a:cubicBezTo>
                        <a:pt x="746" y="426"/>
                        <a:pt x="745" y="426"/>
                        <a:pt x="745" y="426"/>
                      </a:cubicBezTo>
                      <a:cubicBezTo>
                        <a:pt x="745" y="426"/>
                        <a:pt x="745" y="426"/>
                        <a:pt x="745" y="426"/>
                      </a:cubicBezTo>
                      <a:cubicBezTo>
                        <a:pt x="744" y="426"/>
                        <a:pt x="745" y="425"/>
                        <a:pt x="745" y="425"/>
                      </a:cubicBezTo>
                      <a:cubicBezTo>
                        <a:pt x="745" y="425"/>
                        <a:pt x="744" y="425"/>
                        <a:pt x="744" y="424"/>
                      </a:cubicBezTo>
                      <a:cubicBezTo>
                        <a:pt x="744" y="424"/>
                        <a:pt x="744" y="424"/>
                        <a:pt x="744" y="424"/>
                      </a:cubicBezTo>
                      <a:cubicBezTo>
                        <a:pt x="744" y="424"/>
                        <a:pt x="744" y="424"/>
                        <a:pt x="744" y="424"/>
                      </a:cubicBezTo>
                      <a:cubicBezTo>
                        <a:pt x="744" y="424"/>
                        <a:pt x="744" y="423"/>
                        <a:pt x="744" y="423"/>
                      </a:cubicBezTo>
                      <a:cubicBezTo>
                        <a:pt x="744" y="423"/>
                        <a:pt x="744" y="423"/>
                        <a:pt x="744" y="423"/>
                      </a:cubicBezTo>
                      <a:cubicBezTo>
                        <a:pt x="744" y="423"/>
                        <a:pt x="744" y="423"/>
                        <a:pt x="745" y="423"/>
                      </a:cubicBezTo>
                      <a:cubicBezTo>
                        <a:pt x="745" y="423"/>
                        <a:pt x="745" y="422"/>
                        <a:pt x="745" y="422"/>
                      </a:cubicBezTo>
                      <a:cubicBezTo>
                        <a:pt x="745" y="422"/>
                        <a:pt x="745" y="422"/>
                        <a:pt x="745" y="422"/>
                      </a:cubicBezTo>
                      <a:cubicBezTo>
                        <a:pt x="744" y="421"/>
                        <a:pt x="744" y="421"/>
                        <a:pt x="744" y="421"/>
                      </a:cubicBezTo>
                      <a:cubicBezTo>
                        <a:pt x="744" y="421"/>
                        <a:pt x="744" y="421"/>
                        <a:pt x="744" y="421"/>
                      </a:cubicBezTo>
                      <a:cubicBezTo>
                        <a:pt x="744" y="421"/>
                        <a:pt x="744" y="421"/>
                        <a:pt x="743" y="420"/>
                      </a:cubicBezTo>
                      <a:cubicBezTo>
                        <a:pt x="743" y="420"/>
                        <a:pt x="743" y="420"/>
                        <a:pt x="743" y="420"/>
                      </a:cubicBezTo>
                      <a:cubicBezTo>
                        <a:pt x="742" y="419"/>
                        <a:pt x="741" y="419"/>
                        <a:pt x="741" y="418"/>
                      </a:cubicBezTo>
                      <a:cubicBezTo>
                        <a:pt x="741" y="418"/>
                        <a:pt x="741" y="418"/>
                        <a:pt x="741" y="417"/>
                      </a:cubicBezTo>
                      <a:cubicBezTo>
                        <a:pt x="741" y="417"/>
                        <a:pt x="741" y="417"/>
                        <a:pt x="741" y="417"/>
                      </a:cubicBezTo>
                      <a:cubicBezTo>
                        <a:pt x="741" y="417"/>
                        <a:pt x="741" y="418"/>
                        <a:pt x="742" y="418"/>
                      </a:cubicBezTo>
                      <a:cubicBezTo>
                        <a:pt x="742" y="418"/>
                        <a:pt x="742" y="418"/>
                        <a:pt x="743" y="419"/>
                      </a:cubicBezTo>
                      <a:cubicBezTo>
                        <a:pt x="743" y="419"/>
                        <a:pt x="743" y="419"/>
                        <a:pt x="743" y="419"/>
                      </a:cubicBezTo>
                      <a:cubicBezTo>
                        <a:pt x="743" y="420"/>
                        <a:pt x="743" y="420"/>
                        <a:pt x="744" y="420"/>
                      </a:cubicBezTo>
                      <a:cubicBezTo>
                        <a:pt x="744" y="420"/>
                        <a:pt x="744" y="420"/>
                        <a:pt x="744" y="420"/>
                      </a:cubicBezTo>
                      <a:cubicBezTo>
                        <a:pt x="745" y="420"/>
                        <a:pt x="745" y="419"/>
                        <a:pt x="745" y="419"/>
                      </a:cubicBezTo>
                      <a:cubicBezTo>
                        <a:pt x="745" y="419"/>
                        <a:pt x="745" y="419"/>
                        <a:pt x="745" y="418"/>
                      </a:cubicBezTo>
                      <a:cubicBezTo>
                        <a:pt x="744" y="418"/>
                        <a:pt x="744" y="418"/>
                        <a:pt x="744" y="418"/>
                      </a:cubicBezTo>
                      <a:cubicBezTo>
                        <a:pt x="743" y="417"/>
                        <a:pt x="742" y="416"/>
                        <a:pt x="741" y="416"/>
                      </a:cubicBezTo>
                      <a:cubicBezTo>
                        <a:pt x="741" y="416"/>
                        <a:pt x="741" y="416"/>
                        <a:pt x="740" y="415"/>
                      </a:cubicBezTo>
                      <a:cubicBezTo>
                        <a:pt x="740" y="415"/>
                        <a:pt x="740" y="415"/>
                        <a:pt x="740" y="415"/>
                      </a:cubicBezTo>
                      <a:cubicBezTo>
                        <a:pt x="740" y="415"/>
                        <a:pt x="740" y="414"/>
                        <a:pt x="739" y="414"/>
                      </a:cubicBezTo>
                      <a:cubicBezTo>
                        <a:pt x="739" y="414"/>
                        <a:pt x="738" y="414"/>
                        <a:pt x="738" y="414"/>
                      </a:cubicBezTo>
                      <a:cubicBezTo>
                        <a:pt x="738" y="414"/>
                        <a:pt x="738" y="414"/>
                        <a:pt x="738" y="413"/>
                      </a:cubicBezTo>
                      <a:cubicBezTo>
                        <a:pt x="738" y="413"/>
                        <a:pt x="738" y="413"/>
                        <a:pt x="738" y="413"/>
                      </a:cubicBezTo>
                      <a:cubicBezTo>
                        <a:pt x="738" y="412"/>
                        <a:pt x="738" y="412"/>
                        <a:pt x="739" y="411"/>
                      </a:cubicBezTo>
                      <a:cubicBezTo>
                        <a:pt x="739" y="412"/>
                        <a:pt x="739" y="412"/>
                        <a:pt x="739" y="412"/>
                      </a:cubicBezTo>
                      <a:cubicBezTo>
                        <a:pt x="739" y="412"/>
                        <a:pt x="739" y="412"/>
                        <a:pt x="739" y="413"/>
                      </a:cubicBezTo>
                      <a:cubicBezTo>
                        <a:pt x="739" y="413"/>
                        <a:pt x="739" y="413"/>
                        <a:pt x="739" y="413"/>
                      </a:cubicBezTo>
                      <a:cubicBezTo>
                        <a:pt x="739" y="414"/>
                        <a:pt x="740" y="414"/>
                        <a:pt x="740" y="414"/>
                      </a:cubicBezTo>
                      <a:cubicBezTo>
                        <a:pt x="740" y="414"/>
                        <a:pt x="740" y="414"/>
                        <a:pt x="740" y="414"/>
                      </a:cubicBezTo>
                      <a:cubicBezTo>
                        <a:pt x="740" y="414"/>
                        <a:pt x="741" y="414"/>
                        <a:pt x="741" y="414"/>
                      </a:cubicBezTo>
                      <a:cubicBezTo>
                        <a:pt x="741" y="414"/>
                        <a:pt x="741" y="414"/>
                        <a:pt x="741" y="415"/>
                      </a:cubicBezTo>
                      <a:cubicBezTo>
                        <a:pt x="741" y="415"/>
                        <a:pt x="742" y="415"/>
                        <a:pt x="742" y="415"/>
                      </a:cubicBezTo>
                      <a:cubicBezTo>
                        <a:pt x="742" y="415"/>
                        <a:pt x="743" y="415"/>
                        <a:pt x="743" y="416"/>
                      </a:cubicBezTo>
                      <a:cubicBezTo>
                        <a:pt x="743" y="416"/>
                        <a:pt x="743" y="416"/>
                        <a:pt x="744" y="416"/>
                      </a:cubicBezTo>
                      <a:cubicBezTo>
                        <a:pt x="744" y="416"/>
                        <a:pt x="744" y="416"/>
                        <a:pt x="744" y="416"/>
                      </a:cubicBezTo>
                      <a:cubicBezTo>
                        <a:pt x="744" y="416"/>
                        <a:pt x="744" y="417"/>
                        <a:pt x="744" y="416"/>
                      </a:cubicBezTo>
                      <a:cubicBezTo>
                        <a:pt x="745" y="416"/>
                        <a:pt x="744" y="415"/>
                        <a:pt x="744" y="415"/>
                      </a:cubicBezTo>
                      <a:cubicBezTo>
                        <a:pt x="743" y="414"/>
                        <a:pt x="743" y="414"/>
                        <a:pt x="743" y="413"/>
                      </a:cubicBezTo>
                      <a:cubicBezTo>
                        <a:pt x="742" y="413"/>
                        <a:pt x="742" y="413"/>
                        <a:pt x="742" y="413"/>
                      </a:cubicBezTo>
                      <a:cubicBezTo>
                        <a:pt x="742" y="413"/>
                        <a:pt x="742" y="412"/>
                        <a:pt x="742" y="412"/>
                      </a:cubicBezTo>
                      <a:cubicBezTo>
                        <a:pt x="743" y="413"/>
                        <a:pt x="743" y="414"/>
                        <a:pt x="744" y="414"/>
                      </a:cubicBezTo>
                      <a:cubicBezTo>
                        <a:pt x="744" y="413"/>
                        <a:pt x="743" y="413"/>
                        <a:pt x="743" y="413"/>
                      </a:cubicBezTo>
                      <a:cubicBezTo>
                        <a:pt x="743" y="412"/>
                        <a:pt x="743" y="411"/>
                        <a:pt x="743" y="411"/>
                      </a:cubicBezTo>
                      <a:cubicBezTo>
                        <a:pt x="743" y="410"/>
                        <a:pt x="743" y="409"/>
                        <a:pt x="744" y="408"/>
                      </a:cubicBezTo>
                      <a:cubicBezTo>
                        <a:pt x="744" y="408"/>
                        <a:pt x="744" y="408"/>
                        <a:pt x="744" y="408"/>
                      </a:cubicBezTo>
                      <a:cubicBezTo>
                        <a:pt x="744" y="408"/>
                        <a:pt x="743" y="407"/>
                        <a:pt x="743" y="407"/>
                      </a:cubicBezTo>
                      <a:cubicBezTo>
                        <a:pt x="743" y="407"/>
                        <a:pt x="743" y="407"/>
                        <a:pt x="743" y="407"/>
                      </a:cubicBezTo>
                      <a:cubicBezTo>
                        <a:pt x="744" y="406"/>
                        <a:pt x="744" y="406"/>
                        <a:pt x="744" y="406"/>
                      </a:cubicBezTo>
                      <a:cubicBezTo>
                        <a:pt x="745" y="406"/>
                        <a:pt x="746" y="405"/>
                        <a:pt x="746" y="405"/>
                      </a:cubicBezTo>
                      <a:cubicBezTo>
                        <a:pt x="746" y="405"/>
                        <a:pt x="746" y="404"/>
                        <a:pt x="746" y="404"/>
                      </a:cubicBezTo>
                      <a:cubicBezTo>
                        <a:pt x="746" y="404"/>
                        <a:pt x="747" y="404"/>
                        <a:pt x="747" y="404"/>
                      </a:cubicBezTo>
                      <a:cubicBezTo>
                        <a:pt x="747" y="404"/>
                        <a:pt x="747" y="405"/>
                        <a:pt x="747" y="405"/>
                      </a:cubicBezTo>
                      <a:cubicBezTo>
                        <a:pt x="747" y="405"/>
                        <a:pt x="747" y="405"/>
                        <a:pt x="748" y="405"/>
                      </a:cubicBezTo>
                      <a:cubicBezTo>
                        <a:pt x="747" y="405"/>
                        <a:pt x="747" y="406"/>
                        <a:pt x="746" y="406"/>
                      </a:cubicBezTo>
                      <a:cubicBezTo>
                        <a:pt x="746" y="406"/>
                        <a:pt x="746" y="406"/>
                        <a:pt x="746" y="406"/>
                      </a:cubicBezTo>
                      <a:cubicBezTo>
                        <a:pt x="746" y="406"/>
                        <a:pt x="746" y="406"/>
                        <a:pt x="745" y="406"/>
                      </a:cubicBezTo>
                      <a:cubicBezTo>
                        <a:pt x="745" y="407"/>
                        <a:pt x="745" y="407"/>
                        <a:pt x="745" y="407"/>
                      </a:cubicBezTo>
                      <a:cubicBezTo>
                        <a:pt x="745" y="408"/>
                        <a:pt x="745" y="408"/>
                        <a:pt x="746" y="408"/>
                      </a:cubicBezTo>
                      <a:cubicBezTo>
                        <a:pt x="745" y="408"/>
                        <a:pt x="745" y="409"/>
                        <a:pt x="744" y="409"/>
                      </a:cubicBezTo>
                      <a:cubicBezTo>
                        <a:pt x="744" y="409"/>
                        <a:pt x="745" y="409"/>
                        <a:pt x="745" y="409"/>
                      </a:cubicBezTo>
                      <a:cubicBezTo>
                        <a:pt x="745" y="409"/>
                        <a:pt x="745" y="409"/>
                        <a:pt x="745" y="409"/>
                      </a:cubicBezTo>
                      <a:cubicBezTo>
                        <a:pt x="745" y="409"/>
                        <a:pt x="746" y="409"/>
                        <a:pt x="746" y="410"/>
                      </a:cubicBezTo>
                      <a:cubicBezTo>
                        <a:pt x="746" y="410"/>
                        <a:pt x="745" y="410"/>
                        <a:pt x="745" y="410"/>
                      </a:cubicBezTo>
                      <a:cubicBezTo>
                        <a:pt x="745" y="410"/>
                        <a:pt x="744" y="411"/>
                        <a:pt x="744" y="411"/>
                      </a:cubicBezTo>
                      <a:cubicBezTo>
                        <a:pt x="745" y="411"/>
                        <a:pt x="745" y="411"/>
                        <a:pt x="745" y="411"/>
                      </a:cubicBezTo>
                      <a:cubicBezTo>
                        <a:pt x="745" y="411"/>
                        <a:pt x="746" y="411"/>
                        <a:pt x="746" y="411"/>
                      </a:cubicBezTo>
                      <a:cubicBezTo>
                        <a:pt x="746" y="411"/>
                        <a:pt x="746" y="411"/>
                        <a:pt x="746" y="411"/>
                      </a:cubicBezTo>
                      <a:cubicBezTo>
                        <a:pt x="746" y="411"/>
                        <a:pt x="746" y="412"/>
                        <a:pt x="746" y="412"/>
                      </a:cubicBezTo>
                      <a:cubicBezTo>
                        <a:pt x="745" y="412"/>
                        <a:pt x="745" y="412"/>
                        <a:pt x="745" y="412"/>
                      </a:cubicBezTo>
                      <a:cubicBezTo>
                        <a:pt x="745" y="412"/>
                        <a:pt x="745" y="412"/>
                        <a:pt x="745" y="412"/>
                      </a:cubicBezTo>
                      <a:cubicBezTo>
                        <a:pt x="745" y="413"/>
                        <a:pt x="745" y="413"/>
                        <a:pt x="745" y="413"/>
                      </a:cubicBezTo>
                      <a:cubicBezTo>
                        <a:pt x="745" y="413"/>
                        <a:pt x="745" y="413"/>
                        <a:pt x="745" y="413"/>
                      </a:cubicBezTo>
                      <a:cubicBezTo>
                        <a:pt x="745" y="414"/>
                        <a:pt x="745" y="414"/>
                        <a:pt x="745" y="414"/>
                      </a:cubicBezTo>
                      <a:cubicBezTo>
                        <a:pt x="745" y="414"/>
                        <a:pt x="746" y="414"/>
                        <a:pt x="746" y="415"/>
                      </a:cubicBezTo>
                      <a:cubicBezTo>
                        <a:pt x="746" y="414"/>
                        <a:pt x="746" y="414"/>
                        <a:pt x="746" y="414"/>
                      </a:cubicBezTo>
                      <a:cubicBezTo>
                        <a:pt x="747" y="414"/>
                        <a:pt x="747" y="415"/>
                        <a:pt x="747" y="415"/>
                      </a:cubicBezTo>
                      <a:cubicBezTo>
                        <a:pt x="747" y="415"/>
                        <a:pt x="747" y="415"/>
                        <a:pt x="748" y="415"/>
                      </a:cubicBezTo>
                      <a:cubicBezTo>
                        <a:pt x="747" y="415"/>
                        <a:pt x="747" y="415"/>
                        <a:pt x="747" y="415"/>
                      </a:cubicBezTo>
                      <a:cubicBezTo>
                        <a:pt x="747" y="415"/>
                        <a:pt x="747" y="416"/>
                        <a:pt x="747" y="416"/>
                      </a:cubicBezTo>
                      <a:cubicBezTo>
                        <a:pt x="747" y="416"/>
                        <a:pt x="748" y="416"/>
                        <a:pt x="748" y="416"/>
                      </a:cubicBezTo>
                      <a:cubicBezTo>
                        <a:pt x="748" y="416"/>
                        <a:pt x="748" y="416"/>
                        <a:pt x="748" y="417"/>
                      </a:cubicBezTo>
                      <a:cubicBezTo>
                        <a:pt x="748" y="417"/>
                        <a:pt x="747" y="417"/>
                        <a:pt x="748" y="417"/>
                      </a:cubicBezTo>
                      <a:cubicBezTo>
                        <a:pt x="748" y="418"/>
                        <a:pt x="748" y="417"/>
                        <a:pt x="748" y="418"/>
                      </a:cubicBezTo>
                      <a:cubicBezTo>
                        <a:pt x="749" y="418"/>
                        <a:pt x="749" y="418"/>
                        <a:pt x="749" y="418"/>
                      </a:cubicBezTo>
                      <a:cubicBezTo>
                        <a:pt x="748" y="419"/>
                        <a:pt x="748" y="419"/>
                        <a:pt x="748" y="419"/>
                      </a:cubicBezTo>
                      <a:cubicBezTo>
                        <a:pt x="748" y="420"/>
                        <a:pt x="747" y="420"/>
                        <a:pt x="747" y="421"/>
                      </a:cubicBezTo>
                      <a:cubicBezTo>
                        <a:pt x="747" y="422"/>
                        <a:pt x="747" y="422"/>
                        <a:pt x="747" y="423"/>
                      </a:cubicBezTo>
                      <a:cubicBezTo>
                        <a:pt x="747" y="423"/>
                        <a:pt x="747" y="424"/>
                        <a:pt x="747" y="424"/>
                      </a:cubicBezTo>
                      <a:cubicBezTo>
                        <a:pt x="747" y="424"/>
                        <a:pt x="747" y="424"/>
                        <a:pt x="747" y="424"/>
                      </a:cubicBezTo>
                      <a:cubicBezTo>
                        <a:pt x="748" y="424"/>
                        <a:pt x="747" y="423"/>
                        <a:pt x="747" y="423"/>
                      </a:cubicBezTo>
                      <a:cubicBezTo>
                        <a:pt x="747" y="423"/>
                        <a:pt x="748" y="422"/>
                        <a:pt x="748" y="422"/>
                      </a:cubicBezTo>
                      <a:cubicBezTo>
                        <a:pt x="748" y="422"/>
                        <a:pt x="748" y="422"/>
                        <a:pt x="748" y="422"/>
                      </a:cubicBezTo>
                      <a:cubicBezTo>
                        <a:pt x="748" y="421"/>
                        <a:pt x="749" y="421"/>
                        <a:pt x="749" y="421"/>
                      </a:cubicBezTo>
                      <a:cubicBezTo>
                        <a:pt x="749" y="421"/>
                        <a:pt x="749" y="421"/>
                        <a:pt x="749" y="421"/>
                      </a:cubicBezTo>
                      <a:cubicBezTo>
                        <a:pt x="749" y="421"/>
                        <a:pt x="749" y="420"/>
                        <a:pt x="749" y="420"/>
                      </a:cubicBezTo>
                      <a:cubicBezTo>
                        <a:pt x="749" y="419"/>
                        <a:pt x="750" y="419"/>
                        <a:pt x="750" y="418"/>
                      </a:cubicBezTo>
                      <a:cubicBezTo>
                        <a:pt x="751" y="418"/>
                        <a:pt x="751" y="418"/>
                        <a:pt x="751" y="418"/>
                      </a:cubicBezTo>
                      <a:cubicBezTo>
                        <a:pt x="751" y="418"/>
                        <a:pt x="751" y="418"/>
                        <a:pt x="751" y="418"/>
                      </a:cubicBezTo>
                      <a:cubicBezTo>
                        <a:pt x="751" y="418"/>
                        <a:pt x="751" y="418"/>
                        <a:pt x="751" y="418"/>
                      </a:cubicBezTo>
                      <a:cubicBezTo>
                        <a:pt x="750" y="418"/>
                        <a:pt x="751" y="417"/>
                        <a:pt x="751" y="417"/>
                      </a:cubicBezTo>
                      <a:cubicBezTo>
                        <a:pt x="751" y="417"/>
                        <a:pt x="751" y="416"/>
                        <a:pt x="752" y="415"/>
                      </a:cubicBezTo>
                      <a:cubicBezTo>
                        <a:pt x="752" y="415"/>
                        <a:pt x="753" y="414"/>
                        <a:pt x="753" y="414"/>
                      </a:cubicBezTo>
                      <a:cubicBezTo>
                        <a:pt x="753" y="413"/>
                        <a:pt x="753" y="413"/>
                        <a:pt x="753" y="413"/>
                      </a:cubicBezTo>
                      <a:cubicBezTo>
                        <a:pt x="753" y="412"/>
                        <a:pt x="752" y="412"/>
                        <a:pt x="752" y="412"/>
                      </a:cubicBezTo>
                      <a:cubicBezTo>
                        <a:pt x="752" y="412"/>
                        <a:pt x="752" y="412"/>
                        <a:pt x="752" y="412"/>
                      </a:cubicBezTo>
                      <a:cubicBezTo>
                        <a:pt x="753" y="412"/>
                        <a:pt x="753" y="411"/>
                        <a:pt x="753" y="411"/>
                      </a:cubicBezTo>
                      <a:cubicBezTo>
                        <a:pt x="753" y="411"/>
                        <a:pt x="753" y="411"/>
                        <a:pt x="753" y="411"/>
                      </a:cubicBezTo>
                      <a:cubicBezTo>
                        <a:pt x="753" y="411"/>
                        <a:pt x="753" y="411"/>
                        <a:pt x="753" y="411"/>
                      </a:cubicBezTo>
                      <a:cubicBezTo>
                        <a:pt x="753" y="410"/>
                        <a:pt x="752" y="410"/>
                        <a:pt x="752" y="410"/>
                      </a:cubicBezTo>
                      <a:cubicBezTo>
                        <a:pt x="752" y="410"/>
                        <a:pt x="752" y="410"/>
                        <a:pt x="751" y="410"/>
                      </a:cubicBezTo>
                      <a:cubicBezTo>
                        <a:pt x="751" y="409"/>
                        <a:pt x="751" y="409"/>
                        <a:pt x="751" y="409"/>
                      </a:cubicBezTo>
                      <a:cubicBezTo>
                        <a:pt x="751" y="409"/>
                        <a:pt x="751" y="409"/>
                        <a:pt x="751" y="409"/>
                      </a:cubicBezTo>
                      <a:cubicBezTo>
                        <a:pt x="751" y="408"/>
                        <a:pt x="751" y="407"/>
                        <a:pt x="751" y="407"/>
                      </a:cubicBezTo>
                      <a:cubicBezTo>
                        <a:pt x="751" y="406"/>
                        <a:pt x="750" y="406"/>
                        <a:pt x="750" y="405"/>
                      </a:cubicBezTo>
                      <a:cubicBezTo>
                        <a:pt x="750" y="405"/>
                        <a:pt x="749" y="404"/>
                        <a:pt x="749" y="404"/>
                      </a:cubicBezTo>
                      <a:cubicBezTo>
                        <a:pt x="749" y="403"/>
                        <a:pt x="749" y="402"/>
                        <a:pt x="750" y="401"/>
                      </a:cubicBezTo>
                      <a:cubicBezTo>
                        <a:pt x="750" y="402"/>
                        <a:pt x="750" y="402"/>
                        <a:pt x="750" y="402"/>
                      </a:cubicBezTo>
                      <a:cubicBezTo>
                        <a:pt x="750" y="403"/>
                        <a:pt x="750" y="404"/>
                        <a:pt x="750" y="404"/>
                      </a:cubicBezTo>
                      <a:cubicBezTo>
                        <a:pt x="750" y="404"/>
                        <a:pt x="750" y="405"/>
                        <a:pt x="751" y="405"/>
                      </a:cubicBezTo>
                      <a:cubicBezTo>
                        <a:pt x="751" y="406"/>
                        <a:pt x="752" y="407"/>
                        <a:pt x="753" y="407"/>
                      </a:cubicBezTo>
                      <a:cubicBezTo>
                        <a:pt x="753" y="407"/>
                        <a:pt x="754" y="407"/>
                        <a:pt x="754" y="407"/>
                      </a:cubicBezTo>
                      <a:cubicBezTo>
                        <a:pt x="754" y="407"/>
                        <a:pt x="754" y="408"/>
                        <a:pt x="754" y="408"/>
                      </a:cubicBezTo>
                      <a:cubicBezTo>
                        <a:pt x="754" y="408"/>
                        <a:pt x="754" y="409"/>
                        <a:pt x="754" y="409"/>
                      </a:cubicBezTo>
                      <a:cubicBezTo>
                        <a:pt x="754" y="409"/>
                        <a:pt x="754" y="409"/>
                        <a:pt x="754" y="409"/>
                      </a:cubicBezTo>
                      <a:cubicBezTo>
                        <a:pt x="754" y="409"/>
                        <a:pt x="754" y="409"/>
                        <a:pt x="754" y="409"/>
                      </a:cubicBezTo>
                      <a:cubicBezTo>
                        <a:pt x="755" y="409"/>
                        <a:pt x="755" y="408"/>
                        <a:pt x="755" y="407"/>
                      </a:cubicBezTo>
                      <a:cubicBezTo>
                        <a:pt x="756" y="407"/>
                        <a:pt x="757" y="406"/>
                        <a:pt x="757" y="405"/>
                      </a:cubicBezTo>
                      <a:cubicBezTo>
                        <a:pt x="758" y="405"/>
                        <a:pt x="758" y="405"/>
                        <a:pt x="758" y="404"/>
                      </a:cubicBezTo>
                      <a:cubicBezTo>
                        <a:pt x="758" y="404"/>
                        <a:pt x="757" y="404"/>
                        <a:pt x="757" y="404"/>
                      </a:cubicBezTo>
                      <a:cubicBezTo>
                        <a:pt x="757" y="404"/>
                        <a:pt x="757" y="404"/>
                        <a:pt x="757" y="403"/>
                      </a:cubicBezTo>
                      <a:cubicBezTo>
                        <a:pt x="757" y="404"/>
                        <a:pt x="758" y="404"/>
                        <a:pt x="758" y="404"/>
                      </a:cubicBezTo>
                      <a:cubicBezTo>
                        <a:pt x="758" y="404"/>
                        <a:pt x="758" y="403"/>
                        <a:pt x="759" y="403"/>
                      </a:cubicBezTo>
                      <a:cubicBezTo>
                        <a:pt x="759" y="403"/>
                        <a:pt x="759" y="402"/>
                        <a:pt x="759" y="402"/>
                      </a:cubicBezTo>
                      <a:cubicBezTo>
                        <a:pt x="759" y="401"/>
                        <a:pt x="760" y="400"/>
                        <a:pt x="760" y="399"/>
                      </a:cubicBezTo>
                      <a:cubicBezTo>
                        <a:pt x="760" y="399"/>
                        <a:pt x="760" y="399"/>
                        <a:pt x="760" y="399"/>
                      </a:cubicBezTo>
                      <a:cubicBezTo>
                        <a:pt x="760" y="399"/>
                        <a:pt x="760" y="398"/>
                        <a:pt x="760" y="398"/>
                      </a:cubicBezTo>
                      <a:cubicBezTo>
                        <a:pt x="760" y="398"/>
                        <a:pt x="760" y="398"/>
                        <a:pt x="760" y="398"/>
                      </a:cubicBezTo>
                      <a:cubicBezTo>
                        <a:pt x="760" y="397"/>
                        <a:pt x="760" y="397"/>
                        <a:pt x="760" y="396"/>
                      </a:cubicBezTo>
                      <a:cubicBezTo>
                        <a:pt x="760" y="396"/>
                        <a:pt x="760" y="396"/>
                        <a:pt x="760" y="396"/>
                      </a:cubicBezTo>
                      <a:cubicBezTo>
                        <a:pt x="760" y="396"/>
                        <a:pt x="760" y="396"/>
                        <a:pt x="760" y="396"/>
                      </a:cubicBezTo>
                      <a:cubicBezTo>
                        <a:pt x="760" y="396"/>
                        <a:pt x="759" y="396"/>
                        <a:pt x="759" y="396"/>
                      </a:cubicBezTo>
                      <a:cubicBezTo>
                        <a:pt x="759" y="396"/>
                        <a:pt x="758" y="396"/>
                        <a:pt x="758" y="396"/>
                      </a:cubicBezTo>
                      <a:cubicBezTo>
                        <a:pt x="758" y="396"/>
                        <a:pt x="758" y="396"/>
                        <a:pt x="758" y="396"/>
                      </a:cubicBezTo>
                      <a:cubicBezTo>
                        <a:pt x="758" y="395"/>
                        <a:pt x="758" y="395"/>
                        <a:pt x="758" y="395"/>
                      </a:cubicBezTo>
                      <a:cubicBezTo>
                        <a:pt x="758" y="395"/>
                        <a:pt x="759" y="395"/>
                        <a:pt x="759" y="395"/>
                      </a:cubicBezTo>
                      <a:cubicBezTo>
                        <a:pt x="759" y="395"/>
                        <a:pt x="759" y="395"/>
                        <a:pt x="759" y="395"/>
                      </a:cubicBezTo>
                      <a:cubicBezTo>
                        <a:pt x="759" y="395"/>
                        <a:pt x="760" y="395"/>
                        <a:pt x="760" y="395"/>
                      </a:cubicBezTo>
                      <a:cubicBezTo>
                        <a:pt x="760" y="395"/>
                        <a:pt x="760" y="395"/>
                        <a:pt x="760" y="395"/>
                      </a:cubicBezTo>
                      <a:cubicBezTo>
                        <a:pt x="760" y="395"/>
                        <a:pt x="760" y="395"/>
                        <a:pt x="761" y="395"/>
                      </a:cubicBezTo>
                      <a:cubicBezTo>
                        <a:pt x="761" y="395"/>
                        <a:pt x="761" y="395"/>
                        <a:pt x="761" y="395"/>
                      </a:cubicBezTo>
                      <a:cubicBezTo>
                        <a:pt x="761" y="394"/>
                        <a:pt x="761" y="394"/>
                        <a:pt x="761" y="395"/>
                      </a:cubicBezTo>
                      <a:cubicBezTo>
                        <a:pt x="762" y="395"/>
                        <a:pt x="762" y="395"/>
                        <a:pt x="763" y="395"/>
                      </a:cubicBezTo>
                      <a:cubicBezTo>
                        <a:pt x="763" y="395"/>
                        <a:pt x="763" y="395"/>
                        <a:pt x="763" y="394"/>
                      </a:cubicBezTo>
                      <a:cubicBezTo>
                        <a:pt x="763" y="394"/>
                        <a:pt x="763" y="394"/>
                        <a:pt x="764" y="394"/>
                      </a:cubicBezTo>
                      <a:cubicBezTo>
                        <a:pt x="764" y="394"/>
                        <a:pt x="764" y="394"/>
                        <a:pt x="764" y="394"/>
                      </a:cubicBezTo>
                      <a:cubicBezTo>
                        <a:pt x="765" y="394"/>
                        <a:pt x="766" y="394"/>
                        <a:pt x="766" y="393"/>
                      </a:cubicBezTo>
                      <a:cubicBezTo>
                        <a:pt x="767" y="393"/>
                        <a:pt x="767" y="393"/>
                        <a:pt x="768" y="393"/>
                      </a:cubicBezTo>
                      <a:cubicBezTo>
                        <a:pt x="768" y="393"/>
                        <a:pt x="768" y="393"/>
                        <a:pt x="769" y="393"/>
                      </a:cubicBezTo>
                      <a:cubicBezTo>
                        <a:pt x="769" y="393"/>
                        <a:pt x="769" y="393"/>
                        <a:pt x="769" y="393"/>
                      </a:cubicBezTo>
                      <a:cubicBezTo>
                        <a:pt x="769" y="393"/>
                        <a:pt x="769" y="393"/>
                        <a:pt x="769" y="393"/>
                      </a:cubicBezTo>
                      <a:cubicBezTo>
                        <a:pt x="770" y="393"/>
                        <a:pt x="771" y="392"/>
                        <a:pt x="772" y="392"/>
                      </a:cubicBezTo>
                      <a:cubicBezTo>
                        <a:pt x="772" y="392"/>
                        <a:pt x="773" y="392"/>
                        <a:pt x="773" y="391"/>
                      </a:cubicBezTo>
                      <a:cubicBezTo>
                        <a:pt x="773" y="391"/>
                        <a:pt x="772" y="391"/>
                        <a:pt x="772" y="391"/>
                      </a:cubicBezTo>
                      <a:cubicBezTo>
                        <a:pt x="772" y="391"/>
                        <a:pt x="772" y="391"/>
                        <a:pt x="772" y="391"/>
                      </a:cubicBezTo>
                      <a:cubicBezTo>
                        <a:pt x="772" y="391"/>
                        <a:pt x="771" y="391"/>
                        <a:pt x="771" y="391"/>
                      </a:cubicBezTo>
                      <a:cubicBezTo>
                        <a:pt x="771" y="391"/>
                        <a:pt x="771" y="392"/>
                        <a:pt x="770" y="392"/>
                      </a:cubicBezTo>
                      <a:cubicBezTo>
                        <a:pt x="770" y="392"/>
                        <a:pt x="770" y="392"/>
                        <a:pt x="769" y="392"/>
                      </a:cubicBezTo>
                      <a:cubicBezTo>
                        <a:pt x="770" y="391"/>
                        <a:pt x="771" y="391"/>
                        <a:pt x="771" y="391"/>
                      </a:cubicBezTo>
                      <a:cubicBezTo>
                        <a:pt x="771" y="391"/>
                        <a:pt x="771" y="390"/>
                        <a:pt x="771" y="390"/>
                      </a:cubicBezTo>
                      <a:cubicBezTo>
                        <a:pt x="771" y="390"/>
                        <a:pt x="771" y="390"/>
                        <a:pt x="771" y="390"/>
                      </a:cubicBezTo>
                      <a:cubicBezTo>
                        <a:pt x="771" y="390"/>
                        <a:pt x="771" y="390"/>
                        <a:pt x="770" y="390"/>
                      </a:cubicBezTo>
                      <a:cubicBezTo>
                        <a:pt x="770" y="391"/>
                        <a:pt x="769" y="391"/>
                        <a:pt x="768" y="391"/>
                      </a:cubicBezTo>
                      <a:cubicBezTo>
                        <a:pt x="767" y="391"/>
                        <a:pt x="766" y="391"/>
                        <a:pt x="766" y="392"/>
                      </a:cubicBezTo>
                      <a:cubicBezTo>
                        <a:pt x="766" y="392"/>
                        <a:pt x="765" y="392"/>
                        <a:pt x="765" y="392"/>
                      </a:cubicBezTo>
                      <a:cubicBezTo>
                        <a:pt x="765" y="392"/>
                        <a:pt x="765" y="392"/>
                        <a:pt x="765" y="392"/>
                      </a:cubicBezTo>
                      <a:cubicBezTo>
                        <a:pt x="764" y="392"/>
                        <a:pt x="764" y="392"/>
                        <a:pt x="764" y="392"/>
                      </a:cubicBezTo>
                      <a:cubicBezTo>
                        <a:pt x="764" y="392"/>
                        <a:pt x="764" y="392"/>
                        <a:pt x="764" y="392"/>
                      </a:cubicBezTo>
                      <a:cubicBezTo>
                        <a:pt x="763" y="392"/>
                        <a:pt x="763" y="392"/>
                        <a:pt x="763" y="392"/>
                      </a:cubicBezTo>
                      <a:cubicBezTo>
                        <a:pt x="763" y="392"/>
                        <a:pt x="762" y="393"/>
                        <a:pt x="761" y="392"/>
                      </a:cubicBezTo>
                      <a:cubicBezTo>
                        <a:pt x="761" y="392"/>
                        <a:pt x="761" y="392"/>
                        <a:pt x="761" y="392"/>
                      </a:cubicBezTo>
                      <a:cubicBezTo>
                        <a:pt x="761" y="392"/>
                        <a:pt x="761" y="392"/>
                        <a:pt x="761" y="392"/>
                      </a:cubicBezTo>
                      <a:cubicBezTo>
                        <a:pt x="762" y="391"/>
                        <a:pt x="763" y="391"/>
                        <a:pt x="764" y="390"/>
                      </a:cubicBezTo>
                      <a:cubicBezTo>
                        <a:pt x="765" y="390"/>
                        <a:pt x="766" y="390"/>
                        <a:pt x="766" y="389"/>
                      </a:cubicBezTo>
                      <a:cubicBezTo>
                        <a:pt x="767" y="389"/>
                        <a:pt x="767" y="389"/>
                        <a:pt x="767" y="389"/>
                      </a:cubicBezTo>
                      <a:cubicBezTo>
                        <a:pt x="768" y="389"/>
                        <a:pt x="768" y="389"/>
                        <a:pt x="768" y="389"/>
                      </a:cubicBezTo>
                      <a:cubicBezTo>
                        <a:pt x="769" y="389"/>
                        <a:pt x="770" y="389"/>
                        <a:pt x="771" y="389"/>
                      </a:cubicBezTo>
                      <a:cubicBezTo>
                        <a:pt x="771" y="388"/>
                        <a:pt x="772" y="388"/>
                        <a:pt x="772" y="388"/>
                      </a:cubicBezTo>
                      <a:cubicBezTo>
                        <a:pt x="773" y="388"/>
                        <a:pt x="773" y="388"/>
                        <a:pt x="774" y="388"/>
                      </a:cubicBezTo>
                      <a:cubicBezTo>
                        <a:pt x="774" y="388"/>
                        <a:pt x="774" y="388"/>
                        <a:pt x="774" y="388"/>
                      </a:cubicBezTo>
                      <a:cubicBezTo>
                        <a:pt x="774" y="388"/>
                        <a:pt x="774" y="388"/>
                        <a:pt x="774" y="388"/>
                      </a:cubicBezTo>
                      <a:cubicBezTo>
                        <a:pt x="775" y="388"/>
                        <a:pt x="776" y="388"/>
                        <a:pt x="777" y="388"/>
                      </a:cubicBezTo>
                      <a:cubicBezTo>
                        <a:pt x="777" y="388"/>
                        <a:pt x="777" y="388"/>
                        <a:pt x="777" y="388"/>
                      </a:cubicBezTo>
                      <a:cubicBezTo>
                        <a:pt x="777" y="388"/>
                        <a:pt x="777" y="387"/>
                        <a:pt x="777" y="387"/>
                      </a:cubicBezTo>
                      <a:cubicBezTo>
                        <a:pt x="777" y="386"/>
                        <a:pt x="777" y="385"/>
                        <a:pt x="778" y="384"/>
                      </a:cubicBezTo>
                      <a:cubicBezTo>
                        <a:pt x="778" y="385"/>
                        <a:pt x="779" y="385"/>
                        <a:pt x="779" y="386"/>
                      </a:cubicBezTo>
                      <a:cubicBezTo>
                        <a:pt x="779" y="386"/>
                        <a:pt x="779" y="387"/>
                        <a:pt x="779" y="387"/>
                      </a:cubicBezTo>
                      <a:cubicBezTo>
                        <a:pt x="779" y="387"/>
                        <a:pt x="779" y="387"/>
                        <a:pt x="780" y="387"/>
                      </a:cubicBezTo>
                      <a:cubicBezTo>
                        <a:pt x="780" y="387"/>
                        <a:pt x="780" y="387"/>
                        <a:pt x="780" y="386"/>
                      </a:cubicBezTo>
                      <a:cubicBezTo>
                        <a:pt x="780" y="386"/>
                        <a:pt x="781" y="386"/>
                        <a:pt x="781" y="386"/>
                      </a:cubicBezTo>
                      <a:cubicBezTo>
                        <a:pt x="782" y="385"/>
                        <a:pt x="782" y="385"/>
                        <a:pt x="783" y="384"/>
                      </a:cubicBezTo>
                      <a:cubicBezTo>
                        <a:pt x="783" y="385"/>
                        <a:pt x="783" y="386"/>
                        <a:pt x="782" y="386"/>
                      </a:cubicBezTo>
                      <a:cubicBezTo>
                        <a:pt x="782" y="386"/>
                        <a:pt x="782" y="386"/>
                        <a:pt x="782" y="386"/>
                      </a:cubicBezTo>
                      <a:cubicBezTo>
                        <a:pt x="782" y="386"/>
                        <a:pt x="783" y="386"/>
                        <a:pt x="783" y="386"/>
                      </a:cubicBezTo>
                      <a:cubicBezTo>
                        <a:pt x="783" y="386"/>
                        <a:pt x="784" y="386"/>
                        <a:pt x="784" y="386"/>
                      </a:cubicBezTo>
                      <a:cubicBezTo>
                        <a:pt x="785" y="385"/>
                        <a:pt x="786" y="385"/>
                        <a:pt x="786" y="385"/>
                      </a:cubicBezTo>
                      <a:cubicBezTo>
                        <a:pt x="786" y="385"/>
                        <a:pt x="787" y="385"/>
                        <a:pt x="787" y="385"/>
                      </a:cubicBezTo>
                      <a:cubicBezTo>
                        <a:pt x="787" y="385"/>
                        <a:pt x="787" y="385"/>
                        <a:pt x="787" y="385"/>
                      </a:cubicBezTo>
                      <a:cubicBezTo>
                        <a:pt x="787" y="384"/>
                        <a:pt x="787" y="384"/>
                        <a:pt x="787" y="383"/>
                      </a:cubicBezTo>
                      <a:cubicBezTo>
                        <a:pt x="787" y="382"/>
                        <a:pt x="786" y="382"/>
                        <a:pt x="786" y="381"/>
                      </a:cubicBezTo>
                      <a:cubicBezTo>
                        <a:pt x="786" y="381"/>
                        <a:pt x="785" y="381"/>
                        <a:pt x="785" y="381"/>
                      </a:cubicBezTo>
                      <a:cubicBezTo>
                        <a:pt x="785" y="381"/>
                        <a:pt x="785" y="382"/>
                        <a:pt x="786" y="382"/>
                      </a:cubicBezTo>
                      <a:cubicBezTo>
                        <a:pt x="786" y="382"/>
                        <a:pt x="786" y="382"/>
                        <a:pt x="786" y="382"/>
                      </a:cubicBezTo>
                      <a:cubicBezTo>
                        <a:pt x="786" y="382"/>
                        <a:pt x="786" y="382"/>
                        <a:pt x="787" y="383"/>
                      </a:cubicBezTo>
                      <a:cubicBezTo>
                        <a:pt x="787" y="383"/>
                        <a:pt x="787" y="384"/>
                        <a:pt x="787" y="384"/>
                      </a:cubicBezTo>
                      <a:cubicBezTo>
                        <a:pt x="786" y="384"/>
                        <a:pt x="786" y="384"/>
                        <a:pt x="785" y="384"/>
                      </a:cubicBezTo>
                      <a:cubicBezTo>
                        <a:pt x="785" y="385"/>
                        <a:pt x="785" y="385"/>
                        <a:pt x="785" y="385"/>
                      </a:cubicBezTo>
                      <a:cubicBezTo>
                        <a:pt x="785" y="384"/>
                        <a:pt x="784" y="384"/>
                        <a:pt x="784" y="384"/>
                      </a:cubicBezTo>
                      <a:cubicBezTo>
                        <a:pt x="784" y="384"/>
                        <a:pt x="784" y="384"/>
                        <a:pt x="784" y="384"/>
                      </a:cubicBezTo>
                      <a:cubicBezTo>
                        <a:pt x="783" y="384"/>
                        <a:pt x="783" y="384"/>
                        <a:pt x="783" y="384"/>
                      </a:cubicBezTo>
                      <a:cubicBezTo>
                        <a:pt x="783" y="383"/>
                        <a:pt x="783" y="383"/>
                        <a:pt x="783" y="382"/>
                      </a:cubicBezTo>
                      <a:cubicBezTo>
                        <a:pt x="783" y="382"/>
                        <a:pt x="783" y="382"/>
                        <a:pt x="783" y="382"/>
                      </a:cubicBezTo>
                      <a:cubicBezTo>
                        <a:pt x="782" y="382"/>
                        <a:pt x="782" y="382"/>
                        <a:pt x="782" y="382"/>
                      </a:cubicBezTo>
                      <a:cubicBezTo>
                        <a:pt x="782" y="382"/>
                        <a:pt x="782" y="382"/>
                        <a:pt x="782" y="382"/>
                      </a:cubicBezTo>
                      <a:cubicBezTo>
                        <a:pt x="782" y="381"/>
                        <a:pt x="782" y="381"/>
                        <a:pt x="782" y="381"/>
                      </a:cubicBezTo>
                      <a:cubicBezTo>
                        <a:pt x="782" y="381"/>
                        <a:pt x="782" y="381"/>
                        <a:pt x="782" y="380"/>
                      </a:cubicBezTo>
                      <a:cubicBezTo>
                        <a:pt x="782" y="380"/>
                        <a:pt x="781" y="380"/>
                        <a:pt x="781" y="380"/>
                      </a:cubicBezTo>
                      <a:cubicBezTo>
                        <a:pt x="781" y="380"/>
                        <a:pt x="781" y="380"/>
                        <a:pt x="781" y="380"/>
                      </a:cubicBezTo>
                      <a:cubicBezTo>
                        <a:pt x="781" y="380"/>
                        <a:pt x="780" y="380"/>
                        <a:pt x="780" y="380"/>
                      </a:cubicBezTo>
                      <a:cubicBezTo>
                        <a:pt x="780" y="379"/>
                        <a:pt x="780" y="379"/>
                        <a:pt x="780" y="379"/>
                      </a:cubicBezTo>
                      <a:cubicBezTo>
                        <a:pt x="780" y="379"/>
                        <a:pt x="780" y="379"/>
                        <a:pt x="780" y="378"/>
                      </a:cubicBezTo>
                      <a:cubicBezTo>
                        <a:pt x="780" y="378"/>
                        <a:pt x="781" y="378"/>
                        <a:pt x="781" y="378"/>
                      </a:cubicBezTo>
                      <a:cubicBezTo>
                        <a:pt x="781" y="378"/>
                        <a:pt x="781" y="378"/>
                        <a:pt x="781" y="378"/>
                      </a:cubicBezTo>
                      <a:cubicBezTo>
                        <a:pt x="781" y="378"/>
                        <a:pt x="781" y="378"/>
                        <a:pt x="781" y="378"/>
                      </a:cubicBezTo>
                      <a:cubicBezTo>
                        <a:pt x="781" y="378"/>
                        <a:pt x="781" y="378"/>
                        <a:pt x="781" y="378"/>
                      </a:cubicBezTo>
                      <a:cubicBezTo>
                        <a:pt x="781" y="377"/>
                        <a:pt x="781" y="377"/>
                        <a:pt x="781" y="377"/>
                      </a:cubicBezTo>
                      <a:cubicBezTo>
                        <a:pt x="782" y="377"/>
                        <a:pt x="782" y="377"/>
                        <a:pt x="782" y="377"/>
                      </a:cubicBezTo>
                      <a:cubicBezTo>
                        <a:pt x="782" y="377"/>
                        <a:pt x="782" y="377"/>
                        <a:pt x="782" y="377"/>
                      </a:cubicBezTo>
                      <a:cubicBezTo>
                        <a:pt x="782" y="377"/>
                        <a:pt x="783" y="377"/>
                        <a:pt x="783" y="377"/>
                      </a:cubicBezTo>
                      <a:cubicBezTo>
                        <a:pt x="783" y="376"/>
                        <a:pt x="783" y="376"/>
                        <a:pt x="783" y="376"/>
                      </a:cubicBezTo>
                      <a:cubicBezTo>
                        <a:pt x="782" y="376"/>
                        <a:pt x="782" y="376"/>
                        <a:pt x="782" y="376"/>
                      </a:cubicBezTo>
                      <a:cubicBezTo>
                        <a:pt x="782" y="376"/>
                        <a:pt x="782" y="376"/>
                        <a:pt x="782" y="376"/>
                      </a:cubicBezTo>
                      <a:cubicBezTo>
                        <a:pt x="782" y="375"/>
                        <a:pt x="782" y="375"/>
                        <a:pt x="782" y="375"/>
                      </a:cubicBezTo>
                      <a:cubicBezTo>
                        <a:pt x="781" y="375"/>
                        <a:pt x="781" y="375"/>
                        <a:pt x="781" y="375"/>
                      </a:cubicBezTo>
                      <a:cubicBezTo>
                        <a:pt x="781" y="375"/>
                        <a:pt x="781" y="375"/>
                        <a:pt x="781" y="375"/>
                      </a:cubicBezTo>
                      <a:cubicBezTo>
                        <a:pt x="781" y="374"/>
                        <a:pt x="781" y="374"/>
                        <a:pt x="781" y="374"/>
                      </a:cubicBezTo>
                      <a:cubicBezTo>
                        <a:pt x="782" y="373"/>
                        <a:pt x="782" y="373"/>
                        <a:pt x="782" y="373"/>
                      </a:cubicBezTo>
                      <a:cubicBezTo>
                        <a:pt x="782" y="372"/>
                        <a:pt x="782" y="371"/>
                        <a:pt x="783" y="370"/>
                      </a:cubicBezTo>
                      <a:cubicBezTo>
                        <a:pt x="783" y="370"/>
                        <a:pt x="783" y="370"/>
                        <a:pt x="784" y="370"/>
                      </a:cubicBezTo>
                      <a:cubicBezTo>
                        <a:pt x="784" y="370"/>
                        <a:pt x="784" y="370"/>
                        <a:pt x="784" y="370"/>
                      </a:cubicBezTo>
                      <a:cubicBezTo>
                        <a:pt x="784" y="370"/>
                        <a:pt x="784" y="370"/>
                        <a:pt x="784" y="369"/>
                      </a:cubicBezTo>
                      <a:cubicBezTo>
                        <a:pt x="784" y="369"/>
                        <a:pt x="784" y="369"/>
                        <a:pt x="784" y="369"/>
                      </a:cubicBezTo>
                      <a:cubicBezTo>
                        <a:pt x="784" y="369"/>
                        <a:pt x="784" y="369"/>
                        <a:pt x="784" y="369"/>
                      </a:cubicBezTo>
                      <a:cubicBezTo>
                        <a:pt x="784" y="368"/>
                        <a:pt x="784" y="368"/>
                        <a:pt x="785" y="368"/>
                      </a:cubicBezTo>
                      <a:cubicBezTo>
                        <a:pt x="785" y="368"/>
                        <a:pt x="785" y="368"/>
                        <a:pt x="785" y="368"/>
                      </a:cubicBezTo>
                      <a:cubicBezTo>
                        <a:pt x="785" y="368"/>
                        <a:pt x="785" y="368"/>
                        <a:pt x="785" y="368"/>
                      </a:cubicBezTo>
                      <a:cubicBezTo>
                        <a:pt x="785" y="368"/>
                        <a:pt x="785" y="367"/>
                        <a:pt x="785" y="367"/>
                      </a:cubicBezTo>
                      <a:cubicBezTo>
                        <a:pt x="785" y="367"/>
                        <a:pt x="785" y="367"/>
                        <a:pt x="785" y="367"/>
                      </a:cubicBezTo>
                      <a:cubicBezTo>
                        <a:pt x="785" y="367"/>
                        <a:pt x="785" y="367"/>
                        <a:pt x="785" y="367"/>
                      </a:cubicBezTo>
                      <a:cubicBezTo>
                        <a:pt x="785" y="367"/>
                        <a:pt x="785" y="367"/>
                        <a:pt x="785" y="367"/>
                      </a:cubicBezTo>
                      <a:cubicBezTo>
                        <a:pt x="785" y="366"/>
                        <a:pt x="785" y="366"/>
                        <a:pt x="786" y="366"/>
                      </a:cubicBezTo>
                      <a:cubicBezTo>
                        <a:pt x="786" y="366"/>
                        <a:pt x="786" y="365"/>
                        <a:pt x="786" y="365"/>
                      </a:cubicBezTo>
                      <a:cubicBezTo>
                        <a:pt x="787" y="365"/>
                        <a:pt x="787" y="365"/>
                        <a:pt x="787" y="366"/>
                      </a:cubicBezTo>
                      <a:cubicBezTo>
                        <a:pt x="787" y="366"/>
                        <a:pt x="788" y="366"/>
                        <a:pt x="788" y="366"/>
                      </a:cubicBezTo>
                      <a:cubicBezTo>
                        <a:pt x="788" y="366"/>
                        <a:pt x="788" y="366"/>
                        <a:pt x="788" y="366"/>
                      </a:cubicBezTo>
                      <a:cubicBezTo>
                        <a:pt x="788" y="366"/>
                        <a:pt x="788" y="366"/>
                        <a:pt x="788" y="366"/>
                      </a:cubicBezTo>
                      <a:cubicBezTo>
                        <a:pt x="788" y="365"/>
                        <a:pt x="788" y="365"/>
                        <a:pt x="788" y="365"/>
                      </a:cubicBezTo>
                      <a:cubicBezTo>
                        <a:pt x="788" y="366"/>
                        <a:pt x="789" y="366"/>
                        <a:pt x="789" y="366"/>
                      </a:cubicBezTo>
                      <a:cubicBezTo>
                        <a:pt x="789" y="366"/>
                        <a:pt x="789" y="366"/>
                        <a:pt x="789" y="365"/>
                      </a:cubicBezTo>
                      <a:cubicBezTo>
                        <a:pt x="789" y="365"/>
                        <a:pt x="790" y="365"/>
                        <a:pt x="790" y="365"/>
                      </a:cubicBezTo>
                      <a:cubicBezTo>
                        <a:pt x="790" y="365"/>
                        <a:pt x="790" y="365"/>
                        <a:pt x="790" y="365"/>
                      </a:cubicBezTo>
                      <a:cubicBezTo>
                        <a:pt x="790" y="364"/>
                        <a:pt x="790" y="364"/>
                        <a:pt x="790" y="364"/>
                      </a:cubicBezTo>
                      <a:cubicBezTo>
                        <a:pt x="791" y="364"/>
                        <a:pt x="791" y="364"/>
                        <a:pt x="791" y="364"/>
                      </a:cubicBezTo>
                      <a:cubicBezTo>
                        <a:pt x="791" y="364"/>
                        <a:pt x="791" y="364"/>
                        <a:pt x="791" y="364"/>
                      </a:cubicBezTo>
                      <a:cubicBezTo>
                        <a:pt x="792" y="364"/>
                        <a:pt x="792" y="364"/>
                        <a:pt x="792" y="364"/>
                      </a:cubicBezTo>
                      <a:cubicBezTo>
                        <a:pt x="792" y="364"/>
                        <a:pt x="792" y="364"/>
                        <a:pt x="792" y="364"/>
                      </a:cubicBezTo>
                      <a:cubicBezTo>
                        <a:pt x="792" y="364"/>
                        <a:pt x="793" y="364"/>
                        <a:pt x="793" y="364"/>
                      </a:cubicBezTo>
                      <a:cubicBezTo>
                        <a:pt x="793" y="364"/>
                        <a:pt x="793" y="363"/>
                        <a:pt x="793" y="363"/>
                      </a:cubicBezTo>
                      <a:cubicBezTo>
                        <a:pt x="793" y="363"/>
                        <a:pt x="793" y="363"/>
                        <a:pt x="793" y="363"/>
                      </a:cubicBezTo>
                      <a:cubicBezTo>
                        <a:pt x="793" y="363"/>
                        <a:pt x="793" y="362"/>
                        <a:pt x="793" y="362"/>
                      </a:cubicBezTo>
                      <a:cubicBezTo>
                        <a:pt x="793" y="362"/>
                        <a:pt x="793" y="362"/>
                        <a:pt x="794" y="361"/>
                      </a:cubicBezTo>
                      <a:cubicBezTo>
                        <a:pt x="794" y="361"/>
                        <a:pt x="794" y="360"/>
                        <a:pt x="794" y="360"/>
                      </a:cubicBezTo>
                      <a:cubicBezTo>
                        <a:pt x="794" y="360"/>
                        <a:pt x="794" y="360"/>
                        <a:pt x="794" y="359"/>
                      </a:cubicBezTo>
                      <a:cubicBezTo>
                        <a:pt x="794" y="359"/>
                        <a:pt x="794" y="359"/>
                        <a:pt x="794" y="359"/>
                      </a:cubicBezTo>
                      <a:cubicBezTo>
                        <a:pt x="794" y="359"/>
                        <a:pt x="795" y="359"/>
                        <a:pt x="795" y="359"/>
                      </a:cubicBezTo>
                      <a:cubicBezTo>
                        <a:pt x="795" y="359"/>
                        <a:pt x="795" y="359"/>
                        <a:pt x="795" y="359"/>
                      </a:cubicBezTo>
                      <a:cubicBezTo>
                        <a:pt x="795" y="359"/>
                        <a:pt x="795" y="359"/>
                        <a:pt x="795" y="359"/>
                      </a:cubicBezTo>
                      <a:cubicBezTo>
                        <a:pt x="795" y="360"/>
                        <a:pt x="795" y="360"/>
                        <a:pt x="795" y="360"/>
                      </a:cubicBezTo>
                      <a:cubicBezTo>
                        <a:pt x="795" y="360"/>
                        <a:pt x="795" y="360"/>
                        <a:pt x="796" y="360"/>
                      </a:cubicBezTo>
                      <a:cubicBezTo>
                        <a:pt x="796" y="360"/>
                        <a:pt x="796" y="360"/>
                        <a:pt x="796" y="360"/>
                      </a:cubicBezTo>
                      <a:cubicBezTo>
                        <a:pt x="795" y="360"/>
                        <a:pt x="795" y="360"/>
                        <a:pt x="795" y="360"/>
                      </a:cubicBezTo>
                      <a:cubicBezTo>
                        <a:pt x="795" y="360"/>
                        <a:pt x="795" y="360"/>
                        <a:pt x="795" y="360"/>
                      </a:cubicBezTo>
                      <a:cubicBezTo>
                        <a:pt x="795" y="360"/>
                        <a:pt x="795" y="360"/>
                        <a:pt x="795" y="361"/>
                      </a:cubicBezTo>
                      <a:cubicBezTo>
                        <a:pt x="795" y="361"/>
                        <a:pt x="795" y="361"/>
                        <a:pt x="795" y="361"/>
                      </a:cubicBezTo>
                      <a:cubicBezTo>
                        <a:pt x="795" y="361"/>
                        <a:pt x="796" y="361"/>
                        <a:pt x="796" y="361"/>
                      </a:cubicBezTo>
                      <a:cubicBezTo>
                        <a:pt x="796" y="361"/>
                        <a:pt x="796" y="361"/>
                        <a:pt x="796" y="361"/>
                      </a:cubicBezTo>
                      <a:cubicBezTo>
                        <a:pt x="797" y="361"/>
                        <a:pt x="796" y="361"/>
                        <a:pt x="796" y="361"/>
                      </a:cubicBezTo>
                      <a:cubicBezTo>
                        <a:pt x="796" y="361"/>
                        <a:pt x="796" y="360"/>
                        <a:pt x="796" y="360"/>
                      </a:cubicBezTo>
                      <a:cubicBezTo>
                        <a:pt x="797" y="360"/>
                        <a:pt x="797" y="360"/>
                        <a:pt x="797" y="360"/>
                      </a:cubicBezTo>
                      <a:cubicBezTo>
                        <a:pt x="797" y="360"/>
                        <a:pt x="797" y="360"/>
                        <a:pt x="798" y="360"/>
                      </a:cubicBezTo>
                      <a:cubicBezTo>
                        <a:pt x="798" y="360"/>
                        <a:pt x="798" y="361"/>
                        <a:pt x="797" y="361"/>
                      </a:cubicBezTo>
                      <a:cubicBezTo>
                        <a:pt x="797" y="361"/>
                        <a:pt x="798" y="361"/>
                        <a:pt x="798" y="361"/>
                      </a:cubicBezTo>
                      <a:cubicBezTo>
                        <a:pt x="798" y="361"/>
                        <a:pt x="798" y="362"/>
                        <a:pt x="798" y="362"/>
                      </a:cubicBezTo>
                      <a:cubicBezTo>
                        <a:pt x="798" y="362"/>
                        <a:pt x="798" y="362"/>
                        <a:pt x="798" y="361"/>
                      </a:cubicBezTo>
                      <a:cubicBezTo>
                        <a:pt x="798" y="361"/>
                        <a:pt x="799" y="361"/>
                        <a:pt x="799" y="361"/>
                      </a:cubicBezTo>
                      <a:cubicBezTo>
                        <a:pt x="799" y="361"/>
                        <a:pt x="799" y="361"/>
                        <a:pt x="799" y="361"/>
                      </a:cubicBezTo>
                      <a:cubicBezTo>
                        <a:pt x="799" y="361"/>
                        <a:pt x="799" y="361"/>
                        <a:pt x="799" y="360"/>
                      </a:cubicBezTo>
                      <a:cubicBezTo>
                        <a:pt x="799" y="360"/>
                        <a:pt x="799" y="360"/>
                        <a:pt x="799" y="360"/>
                      </a:cubicBezTo>
                      <a:cubicBezTo>
                        <a:pt x="798" y="360"/>
                        <a:pt x="798" y="360"/>
                        <a:pt x="798" y="360"/>
                      </a:cubicBezTo>
                      <a:cubicBezTo>
                        <a:pt x="798" y="360"/>
                        <a:pt x="798" y="359"/>
                        <a:pt x="798" y="359"/>
                      </a:cubicBezTo>
                      <a:cubicBezTo>
                        <a:pt x="798" y="359"/>
                        <a:pt x="798" y="359"/>
                        <a:pt x="798" y="359"/>
                      </a:cubicBezTo>
                      <a:cubicBezTo>
                        <a:pt x="799" y="359"/>
                        <a:pt x="799" y="359"/>
                        <a:pt x="799" y="359"/>
                      </a:cubicBezTo>
                      <a:cubicBezTo>
                        <a:pt x="799" y="360"/>
                        <a:pt x="799" y="360"/>
                        <a:pt x="799" y="360"/>
                      </a:cubicBezTo>
                      <a:cubicBezTo>
                        <a:pt x="800" y="360"/>
                        <a:pt x="799" y="360"/>
                        <a:pt x="799" y="360"/>
                      </a:cubicBezTo>
                      <a:cubicBezTo>
                        <a:pt x="799" y="360"/>
                        <a:pt x="800" y="361"/>
                        <a:pt x="800" y="361"/>
                      </a:cubicBezTo>
                      <a:cubicBezTo>
                        <a:pt x="800" y="361"/>
                        <a:pt x="800" y="360"/>
                        <a:pt x="800" y="360"/>
                      </a:cubicBezTo>
                      <a:cubicBezTo>
                        <a:pt x="800" y="360"/>
                        <a:pt x="800" y="360"/>
                        <a:pt x="800" y="360"/>
                      </a:cubicBezTo>
                      <a:cubicBezTo>
                        <a:pt x="800" y="360"/>
                        <a:pt x="800" y="360"/>
                        <a:pt x="801" y="360"/>
                      </a:cubicBezTo>
                      <a:cubicBezTo>
                        <a:pt x="801" y="360"/>
                        <a:pt x="801" y="360"/>
                        <a:pt x="801" y="360"/>
                      </a:cubicBezTo>
                      <a:cubicBezTo>
                        <a:pt x="801" y="360"/>
                        <a:pt x="801" y="360"/>
                        <a:pt x="801" y="359"/>
                      </a:cubicBezTo>
                      <a:cubicBezTo>
                        <a:pt x="801" y="359"/>
                        <a:pt x="801" y="359"/>
                        <a:pt x="801" y="359"/>
                      </a:cubicBezTo>
                      <a:cubicBezTo>
                        <a:pt x="801" y="359"/>
                        <a:pt x="801" y="359"/>
                        <a:pt x="802" y="359"/>
                      </a:cubicBezTo>
                      <a:cubicBezTo>
                        <a:pt x="802" y="359"/>
                        <a:pt x="802" y="359"/>
                        <a:pt x="802" y="359"/>
                      </a:cubicBezTo>
                      <a:cubicBezTo>
                        <a:pt x="802" y="359"/>
                        <a:pt x="803" y="359"/>
                        <a:pt x="803" y="359"/>
                      </a:cubicBezTo>
                      <a:cubicBezTo>
                        <a:pt x="803" y="359"/>
                        <a:pt x="803" y="358"/>
                        <a:pt x="803" y="358"/>
                      </a:cubicBezTo>
                      <a:cubicBezTo>
                        <a:pt x="803" y="358"/>
                        <a:pt x="804" y="358"/>
                        <a:pt x="804" y="358"/>
                      </a:cubicBezTo>
                      <a:cubicBezTo>
                        <a:pt x="804" y="358"/>
                        <a:pt x="804" y="358"/>
                        <a:pt x="804" y="358"/>
                      </a:cubicBezTo>
                      <a:cubicBezTo>
                        <a:pt x="804" y="358"/>
                        <a:pt x="804" y="358"/>
                        <a:pt x="804" y="358"/>
                      </a:cubicBezTo>
                      <a:cubicBezTo>
                        <a:pt x="804" y="358"/>
                        <a:pt x="804" y="358"/>
                        <a:pt x="804" y="357"/>
                      </a:cubicBezTo>
                      <a:cubicBezTo>
                        <a:pt x="804" y="357"/>
                        <a:pt x="803" y="357"/>
                        <a:pt x="803" y="357"/>
                      </a:cubicBezTo>
                      <a:cubicBezTo>
                        <a:pt x="803" y="357"/>
                        <a:pt x="803" y="357"/>
                        <a:pt x="803" y="357"/>
                      </a:cubicBezTo>
                      <a:cubicBezTo>
                        <a:pt x="803" y="357"/>
                        <a:pt x="803" y="357"/>
                        <a:pt x="803" y="357"/>
                      </a:cubicBezTo>
                      <a:cubicBezTo>
                        <a:pt x="803" y="357"/>
                        <a:pt x="803" y="357"/>
                        <a:pt x="804" y="357"/>
                      </a:cubicBezTo>
                      <a:cubicBezTo>
                        <a:pt x="804" y="357"/>
                        <a:pt x="804" y="357"/>
                        <a:pt x="804" y="357"/>
                      </a:cubicBezTo>
                      <a:cubicBezTo>
                        <a:pt x="804" y="357"/>
                        <a:pt x="805" y="357"/>
                        <a:pt x="805" y="358"/>
                      </a:cubicBezTo>
                      <a:cubicBezTo>
                        <a:pt x="806" y="358"/>
                        <a:pt x="806" y="358"/>
                        <a:pt x="806" y="357"/>
                      </a:cubicBezTo>
                      <a:cubicBezTo>
                        <a:pt x="806" y="357"/>
                        <a:pt x="806" y="357"/>
                        <a:pt x="806" y="357"/>
                      </a:cubicBezTo>
                      <a:cubicBezTo>
                        <a:pt x="807" y="357"/>
                        <a:pt x="807" y="356"/>
                        <a:pt x="808" y="356"/>
                      </a:cubicBezTo>
                      <a:cubicBezTo>
                        <a:pt x="808" y="356"/>
                        <a:pt x="808" y="356"/>
                        <a:pt x="808" y="356"/>
                      </a:cubicBezTo>
                      <a:cubicBezTo>
                        <a:pt x="808" y="355"/>
                        <a:pt x="807" y="355"/>
                        <a:pt x="807" y="355"/>
                      </a:cubicBezTo>
                      <a:cubicBezTo>
                        <a:pt x="807" y="355"/>
                        <a:pt x="807" y="356"/>
                        <a:pt x="807" y="356"/>
                      </a:cubicBezTo>
                      <a:cubicBezTo>
                        <a:pt x="807" y="356"/>
                        <a:pt x="806" y="356"/>
                        <a:pt x="806" y="356"/>
                      </a:cubicBezTo>
                      <a:cubicBezTo>
                        <a:pt x="806" y="356"/>
                        <a:pt x="806" y="356"/>
                        <a:pt x="806" y="355"/>
                      </a:cubicBezTo>
                      <a:cubicBezTo>
                        <a:pt x="806" y="355"/>
                        <a:pt x="806" y="355"/>
                        <a:pt x="806" y="355"/>
                      </a:cubicBezTo>
                      <a:cubicBezTo>
                        <a:pt x="806" y="355"/>
                        <a:pt x="807" y="355"/>
                        <a:pt x="807" y="355"/>
                      </a:cubicBezTo>
                      <a:cubicBezTo>
                        <a:pt x="806" y="355"/>
                        <a:pt x="806" y="354"/>
                        <a:pt x="806" y="354"/>
                      </a:cubicBezTo>
                      <a:cubicBezTo>
                        <a:pt x="806" y="354"/>
                        <a:pt x="806" y="354"/>
                        <a:pt x="806" y="354"/>
                      </a:cubicBezTo>
                      <a:cubicBezTo>
                        <a:pt x="806" y="353"/>
                        <a:pt x="806" y="353"/>
                        <a:pt x="806" y="353"/>
                      </a:cubicBezTo>
                      <a:cubicBezTo>
                        <a:pt x="806" y="353"/>
                        <a:pt x="805" y="352"/>
                        <a:pt x="805" y="352"/>
                      </a:cubicBezTo>
                      <a:close/>
                      <a:moveTo>
                        <a:pt x="385" y="238"/>
                      </a:moveTo>
                      <a:cubicBezTo>
                        <a:pt x="385" y="238"/>
                        <a:pt x="384" y="236"/>
                        <a:pt x="384" y="236"/>
                      </a:cubicBezTo>
                      <a:cubicBezTo>
                        <a:pt x="383" y="236"/>
                        <a:pt x="383" y="236"/>
                        <a:pt x="383" y="236"/>
                      </a:cubicBezTo>
                      <a:cubicBezTo>
                        <a:pt x="382" y="236"/>
                        <a:pt x="382" y="236"/>
                        <a:pt x="382" y="236"/>
                      </a:cubicBezTo>
                      <a:cubicBezTo>
                        <a:pt x="382" y="236"/>
                        <a:pt x="382" y="236"/>
                        <a:pt x="382" y="236"/>
                      </a:cubicBezTo>
                      <a:cubicBezTo>
                        <a:pt x="382" y="235"/>
                        <a:pt x="382" y="235"/>
                        <a:pt x="382" y="235"/>
                      </a:cubicBezTo>
                      <a:cubicBezTo>
                        <a:pt x="382" y="235"/>
                        <a:pt x="381" y="235"/>
                        <a:pt x="381" y="235"/>
                      </a:cubicBezTo>
                      <a:cubicBezTo>
                        <a:pt x="381" y="235"/>
                        <a:pt x="380" y="233"/>
                        <a:pt x="380" y="233"/>
                      </a:cubicBezTo>
                      <a:cubicBezTo>
                        <a:pt x="379" y="233"/>
                        <a:pt x="379" y="233"/>
                        <a:pt x="379" y="233"/>
                      </a:cubicBezTo>
                      <a:cubicBezTo>
                        <a:pt x="377" y="233"/>
                        <a:pt x="377" y="233"/>
                        <a:pt x="377" y="233"/>
                      </a:cubicBezTo>
                      <a:cubicBezTo>
                        <a:pt x="377" y="233"/>
                        <a:pt x="374" y="230"/>
                        <a:pt x="374" y="230"/>
                      </a:cubicBezTo>
                      <a:cubicBezTo>
                        <a:pt x="374" y="230"/>
                        <a:pt x="372" y="230"/>
                        <a:pt x="372" y="230"/>
                      </a:cubicBezTo>
                      <a:cubicBezTo>
                        <a:pt x="372" y="228"/>
                        <a:pt x="372" y="228"/>
                        <a:pt x="372" y="228"/>
                      </a:cubicBezTo>
                      <a:cubicBezTo>
                        <a:pt x="371" y="227"/>
                        <a:pt x="371" y="227"/>
                        <a:pt x="371" y="227"/>
                      </a:cubicBezTo>
                      <a:cubicBezTo>
                        <a:pt x="371" y="226"/>
                        <a:pt x="371" y="226"/>
                        <a:pt x="371" y="226"/>
                      </a:cubicBezTo>
                      <a:cubicBezTo>
                        <a:pt x="371" y="226"/>
                        <a:pt x="371" y="226"/>
                        <a:pt x="371" y="226"/>
                      </a:cubicBezTo>
                      <a:cubicBezTo>
                        <a:pt x="371" y="225"/>
                        <a:pt x="371" y="225"/>
                        <a:pt x="371" y="225"/>
                      </a:cubicBezTo>
                      <a:cubicBezTo>
                        <a:pt x="369" y="224"/>
                        <a:pt x="369" y="224"/>
                        <a:pt x="369" y="224"/>
                      </a:cubicBezTo>
                      <a:cubicBezTo>
                        <a:pt x="369" y="224"/>
                        <a:pt x="369" y="224"/>
                        <a:pt x="369" y="224"/>
                      </a:cubicBezTo>
                      <a:cubicBezTo>
                        <a:pt x="369" y="224"/>
                        <a:pt x="370" y="223"/>
                        <a:pt x="370" y="223"/>
                      </a:cubicBezTo>
                      <a:cubicBezTo>
                        <a:pt x="362" y="208"/>
                        <a:pt x="362" y="208"/>
                        <a:pt x="362" y="208"/>
                      </a:cubicBezTo>
                      <a:cubicBezTo>
                        <a:pt x="362" y="208"/>
                        <a:pt x="362" y="208"/>
                        <a:pt x="362" y="208"/>
                      </a:cubicBezTo>
                      <a:cubicBezTo>
                        <a:pt x="359" y="204"/>
                        <a:pt x="359" y="204"/>
                        <a:pt x="359" y="204"/>
                      </a:cubicBezTo>
                      <a:cubicBezTo>
                        <a:pt x="357" y="202"/>
                        <a:pt x="357" y="202"/>
                        <a:pt x="357" y="202"/>
                      </a:cubicBezTo>
                      <a:cubicBezTo>
                        <a:pt x="356" y="201"/>
                        <a:pt x="356" y="201"/>
                        <a:pt x="356" y="201"/>
                      </a:cubicBezTo>
                      <a:cubicBezTo>
                        <a:pt x="356" y="201"/>
                        <a:pt x="356" y="201"/>
                        <a:pt x="356" y="201"/>
                      </a:cubicBezTo>
                      <a:cubicBezTo>
                        <a:pt x="355" y="199"/>
                        <a:pt x="355" y="199"/>
                        <a:pt x="355" y="199"/>
                      </a:cubicBezTo>
                      <a:cubicBezTo>
                        <a:pt x="353" y="198"/>
                        <a:pt x="353" y="198"/>
                        <a:pt x="353" y="198"/>
                      </a:cubicBezTo>
                      <a:cubicBezTo>
                        <a:pt x="353" y="197"/>
                        <a:pt x="353" y="197"/>
                        <a:pt x="353" y="197"/>
                      </a:cubicBezTo>
                      <a:cubicBezTo>
                        <a:pt x="351" y="196"/>
                        <a:pt x="351" y="196"/>
                        <a:pt x="351" y="196"/>
                      </a:cubicBezTo>
                      <a:cubicBezTo>
                        <a:pt x="351" y="195"/>
                        <a:pt x="351" y="195"/>
                        <a:pt x="351" y="195"/>
                      </a:cubicBezTo>
                      <a:cubicBezTo>
                        <a:pt x="351" y="195"/>
                        <a:pt x="351" y="195"/>
                        <a:pt x="351" y="195"/>
                      </a:cubicBezTo>
                      <a:cubicBezTo>
                        <a:pt x="351" y="194"/>
                        <a:pt x="351" y="194"/>
                        <a:pt x="351" y="194"/>
                      </a:cubicBezTo>
                      <a:cubicBezTo>
                        <a:pt x="351" y="194"/>
                        <a:pt x="351" y="194"/>
                        <a:pt x="351" y="194"/>
                      </a:cubicBezTo>
                      <a:cubicBezTo>
                        <a:pt x="351" y="193"/>
                        <a:pt x="351" y="193"/>
                        <a:pt x="351" y="193"/>
                      </a:cubicBezTo>
                      <a:cubicBezTo>
                        <a:pt x="348" y="190"/>
                        <a:pt x="348" y="190"/>
                        <a:pt x="348" y="190"/>
                      </a:cubicBezTo>
                      <a:cubicBezTo>
                        <a:pt x="348" y="190"/>
                        <a:pt x="348" y="190"/>
                        <a:pt x="348" y="190"/>
                      </a:cubicBezTo>
                      <a:cubicBezTo>
                        <a:pt x="344" y="192"/>
                        <a:pt x="344" y="192"/>
                        <a:pt x="344" y="192"/>
                      </a:cubicBezTo>
                      <a:cubicBezTo>
                        <a:pt x="342" y="192"/>
                        <a:pt x="342" y="192"/>
                        <a:pt x="342" y="192"/>
                      </a:cubicBezTo>
                      <a:cubicBezTo>
                        <a:pt x="342" y="192"/>
                        <a:pt x="342" y="192"/>
                        <a:pt x="342" y="192"/>
                      </a:cubicBezTo>
                      <a:cubicBezTo>
                        <a:pt x="343" y="193"/>
                        <a:pt x="343" y="193"/>
                        <a:pt x="343" y="193"/>
                      </a:cubicBezTo>
                      <a:cubicBezTo>
                        <a:pt x="343" y="193"/>
                        <a:pt x="343" y="193"/>
                        <a:pt x="343" y="193"/>
                      </a:cubicBezTo>
                      <a:cubicBezTo>
                        <a:pt x="343" y="193"/>
                        <a:pt x="343" y="194"/>
                        <a:pt x="343" y="194"/>
                      </a:cubicBezTo>
                      <a:cubicBezTo>
                        <a:pt x="342" y="194"/>
                        <a:pt x="342" y="194"/>
                        <a:pt x="342" y="194"/>
                      </a:cubicBezTo>
                      <a:cubicBezTo>
                        <a:pt x="342" y="196"/>
                        <a:pt x="342" y="196"/>
                        <a:pt x="342" y="196"/>
                      </a:cubicBezTo>
                      <a:cubicBezTo>
                        <a:pt x="341" y="198"/>
                        <a:pt x="341" y="198"/>
                        <a:pt x="341" y="198"/>
                      </a:cubicBezTo>
                      <a:cubicBezTo>
                        <a:pt x="339" y="198"/>
                        <a:pt x="339" y="198"/>
                        <a:pt x="339" y="198"/>
                      </a:cubicBezTo>
                      <a:cubicBezTo>
                        <a:pt x="334" y="202"/>
                        <a:pt x="334" y="202"/>
                        <a:pt x="334" y="202"/>
                      </a:cubicBezTo>
                      <a:cubicBezTo>
                        <a:pt x="334" y="197"/>
                        <a:pt x="334" y="197"/>
                        <a:pt x="334" y="197"/>
                      </a:cubicBezTo>
                      <a:cubicBezTo>
                        <a:pt x="327" y="190"/>
                        <a:pt x="327" y="190"/>
                        <a:pt x="327" y="190"/>
                      </a:cubicBezTo>
                      <a:cubicBezTo>
                        <a:pt x="327" y="189"/>
                        <a:pt x="327" y="189"/>
                        <a:pt x="327" y="189"/>
                      </a:cubicBezTo>
                      <a:cubicBezTo>
                        <a:pt x="327" y="188"/>
                        <a:pt x="327" y="188"/>
                        <a:pt x="327" y="188"/>
                      </a:cubicBezTo>
                      <a:cubicBezTo>
                        <a:pt x="324" y="187"/>
                        <a:pt x="324" y="187"/>
                        <a:pt x="324" y="187"/>
                      </a:cubicBezTo>
                      <a:cubicBezTo>
                        <a:pt x="323" y="186"/>
                        <a:pt x="323" y="186"/>
                        <a:pt x="323" y="186"/>
                      </a:cubicBezTo>
                      <a:cubicBezTo>
                        <a:pt x="323" y="186"/>
                        <a:pt x="323" y="185"/>
                        <a:pt x="323" y="185"/>
                      </a:cubicBezTo>
                      <a:cubicBezTo>
                        <a:pt x="323" y="185"/>
                        <a:pt x="324" y="184"/>
                        <a:pt x="324" y="184"/>
                      </a:cubicBezTo>
                      <a:cubicBezTo>
                        <a:pt x="324" y="183"/>
                        <a:pt x="324" y="182"/>
                        <a:pt x="324" y="182"/>
                      </a:cubicBezTo>
                      <a:cubicBezTo>
                        <a:pt x="320" y="182"/>
                        <a:pt x="320" y="182"/>
                        <a:pt x="320" y="182"/>
                      </a:cubicBezTo>
                      <a:cubicBezTo>
                        <a:pt x="318" y="185"/>
                        <a:pt x="318" y="185"/>
                        <a:pt x="318" y="185"/>
                      </a:cubicBezTo>
                      <a:cubicBezTo>
                        <a:pt x="318" y="185"/>
                        <a:pt x="315" y="183"/>
                        <a:pt x="315" y="183"/>
                      </a:cubicBezTo>
                      <a:cubicBezTo>
                        <a:pt x="315" y="183"/>
                        <a:pt x="314" y="184"/>
                        <a:pt x="314" y="184"/>
                      </a:cubicBezTo>
                      <a:cubicBezTo>
                        <a:pt x="311" y="183"/>
                        <a:pt x="311" y="183"/>
                        <a:pt x="311" y="183"/>
                      </a:cubicBezTo>
                      <a:cubicBezTo>
                        <a:pt x="311" y="33"/>
                        <a:pt x="311" y="33"/>
                        <a:pt x="311" y="33"/>
                      </a:cubicBezTo>
                      <a:cubicBezTo>
                        <a:pt x="311" y="33"/>
                        <a:pt x="311" y="33"/>
                        <a:pt x="311" y="33"/>
                      </a:cubicBezTo>
                      <a:cubicBezTo>
                        <a:pt x="311" y="33"/>
                        <a:pt x="310" y="33"/>
                        <a:pt x="310" y="33"/>
                      </a:cubicBezTo>
                      <a:cubicBezTo>
                        <a:pt x="310" y="33"/>
                        <a:pt x="310" y="33"/>
                        <a:pt x="310" y="34"/>
                      </a:cubicBezTo>
                      <a:cubicBezTo>
                        <a:pt x="309" y="34"/>
                        <a:pt x="309" y="33"/>
                        <a:pt x="309" y="33"/>
                      </a:cubicBezTo>
                      <a:cubicBezTo>
                        <a:pt x="308" y="33"/>
                        <a:pt x="308" y="33"/>
                        <a:pt x="308" y="32"/>
                      </a:cubicBezTo>
                      <a:cubicBezTo>
                        <a:pt x="307" y="32"/>
                        <a:pt x="307" y="32"/>
                        <a:pt x="307" y="31"/>
                      </a:cubicBezTo>
                      <a:cubicBezTo>
                        <a:pt x="307" y="31"/>
                        <a:pt x="306" y="32"/>
                        <a:pt x="306" y="32"/>
                      </a:cubicBezTo>
                      <a:cubicBezTo>
                        <a:pt x="306" y="32"/>
                        <a:pt x="306" y="31"/>
                        <a:pt x="307" y="31"/>
                      </a:cubicBezTo>
                      <a:cubicBezTo>
                        <a:pt x="306" y="31"/>
                        <a:pt x="305" y="31"/>
                        <a:pt x="305" y="30"/>
                      </a:cubicBezTo>
                      <a:cubicBezTo>
                        <a:pt x="304" y="30"/>
                        <a:pt x="304" y="30"/>
                        <a:pt x="304" y="30"/>
                      </a:cubicBezTo>
                      <a:cubicBezTo>
                        <a:pt x="304" y="30"/>
                        <a:pt x="304" y="30"/>
                        <a:pt x="304" y="30"/>
                      </a:cubicBezTo>
                      <a:cubicBezTo>
                        <a:pt x="304" y="30"/>
                        <a:pt x="304" y="30"/>
                        <a:pt x="304" y="30"/>
                      </a:cubicBezTo>
                      <a:cubicBezTo>
                        <a:pt x="304" y="30"/>
                        <a:pt x="303" y="30"/>
                        <a:pt x="303" y="29"/>
                      </a:cubicBezTo>
                      <a:cubicBezTo>
                        <a:pt x="303" y="29"/>
                        <a:pt x="303" y="29"/>
                        <a:pt x="303" y="29"/>
                      </a:cubicBezTo>
                      <a:cubicBezTo>
                        <a:pt x="303" y="29"/>
                        <a:pt x="303" y="29"/>
                        <a:pt x="303" y="29"/>
                      </a:cubicBezTo>
                      <a:cubicBezTo>
                        <a:pt x="302" y="28"/>
                        <a:pt x="302" y="28"/>
                        <a:pt x="302" y="28"/>
                      </a:cubicBezTo>
                      <a:cubicBezTo>
                        <a:pt x="302" y="28"/>
                        <a:pt x="302" y="28"/>
                        <a:pt x="301" y="28"/>
                      </a:cubicBezTo>
                      <a:cubicBezTo>
                        <a:pt x="301" y="28"/>
                        <a:pt x="301" y="27"/>
                        <a:pt x="301" y="27"/>
                      </a:cubicBezTo>
                      <a:cubicBezTo>
                        <a:pt x="301" y="27"/>
                        <a:pt x="301" y="27"/>
                        <a:pt x="301" y="27"/>
                      </a:cubicBezTo>
                      <a:cubicBezTo>
                        <a:pt x="301" y="26"/>
                        <a:pt x="301" y="26"/>
                        <a:pt x="301" y="26"/>
                      </a:cubicBezTo>
                      <a:cubicBezTo>
                        <a:pt x="300" y="26"/>
                        <a:pt x="300" y="26"/>
                        <a:pt x="300" y="26"/>
                      </a:cubicBezTo>
                      <a:cubicBezTo>
                        <a:pt x="299" y="25"/>
                        <a:pt x="299" y="25"/>
                        <a:pt x="299" y="25"/>
                      </a:cubicBezTo>
                      <a:cubicBezTo>
                        <a:pt x="299" y="25"/>
                        <a:pt x="298" y="25"/>
                        <a:pt x="298" y="25"/>
                      </a:cubicBezTo>
                      <a:cubicBezTo>
                        <a:pt x="297" y="25"/>
                        <a:pt x="297" y="25"/>
                        <a:pt x="297" y="25"/>
                      </a:cubicBezTo>
                      <a:cubicBezTo>
                        <a:pt x="297" y="25"/>
                        <a:pt x="297" y="25"/>
                        <a:pt x="297" y="25"/>
                      </a:cubicBezTo>
                      <a:cubicBezTo>
                        <a:pt x="296" y="25"/>
                        <a:pt x="296" y="25"/>
                        <a:pt x="296" y="25"/>
                      </a:cubicBezTo>
                      <a:cubicBezTo>
                        <a:pt x="296" y="25"/>
                        <a:pt x="295" y="25"/>
                        <a:pt x="295" y="25"/>
                      </a:cubicBezTo>
                      <a:cubicBezTo>
                        <a:pt x="295" y="25"/>
                        <a:pt x="294" y="25"/>
                        <a:pt x="294" y="25"/>
                      </a:cubicBezTo>
                      <a:cubicBezTo>
                        <a:pt x="294" y="25"/>
                        <a:pt x="294" y="24"/>
                        <a:pt x="294" y="24"/>
                      </a:cubicBezTo>
                      <a:cubicBezTo>
                        <a:pt x="294" y="24"/>
                        <a:pt x="293" y="24"/>
                        <a:pt x="293" y="24"/>
                      </a:cubicBezTo>
                      <a:cubicBezTo>
                        <a:pt x="293" y="24"/>
                        <a:pt x="293" y="25"/>
                        <a:pt x="293" y="25"/>
                      </a:cubicBezTo>
                      <a:cubicBezTo>
                        <a:pt x="293" y="25"/>
                        <a:pt x="293" y="25"/>
                        <a:pt x="293" y="25"/>
                      </a:cubicBezTo>
                      <a:cubicBezTo>
                        <a:pt x="292" y="25"/>
                        <a:pt x="292" y="25"/>
                        <a:pt x="291" y="25"/>
                      </a:cubicBezTo>
                      <a:cubicBezTo>
                        <a:pt x="291" y="25"/>
                        <a:pt x="291" y="26"/>
                        <a:pt x="291" y="26"/>
                      </a:cubicBezTo>
                      <a:cubicBezTo>
                        <a:pt x="290" y="26"/>
                        <a:pt x="290" y="26"/>
                        <a:pt x="289" y="26"/>
                      </a:cubicBezTo>
                      <a:cubicBezTo>
                        <a:pt x="289" y="26"/>
                        <a:pt x="289" y="27"/>
                        <a:pt x="289" y="27"/>
                      </a:cubicBezTo>
                      <a:cubicBezTo>
                        <a:pt x="288" y="27"/>
                        <a:pt x="288" y="27"/>
                        <a:pt x="288" y="27"/>
                      </a:cubicBezTo>
                      <a:cubicBezTo>
                        <a:pt x="288" y="27"/>
                        <a:pt x="288" y="27"/>
                        <a:pt x="288" y="27"/>
                      </a:cubicBezTo>
                      <a:cubicBezTo>
                        <a:pt x="287" y="27"/>
                        <a:pt x="286" y="27"/>
                        <a:pt x="285" y="27"/>
                      </a:cubicBezTo>
                      <a:cubicBezTo>
                        <a:pt x="285" y="27"/>
                        <a:pt x="285" y="27"/>
                        <a:pt x="285" y="27"/>
                      </a:cubicBezTo>
                      <a:cubicBezTo>
                        <a:pt x="285" y="27"/>
                        <a:pt x="285" y="27"/>
                        <a:pt x="285" y="27"/>
                      </a:cubicBezTo>
                      <a:cubicBezTo>
                        <a:pt x="284" y="27"/>
                        <a:pt x="283" y="27"/>
                        <a:pt x="282" y="26"/>
                      </a:cubicBezTo>
                      <a:cubicBezTo>
                        <a:pt x="282" y="26"/>
                        <a:pt x="282" y="26"/>
                        <a:pt x="282" y="26"/>
                      </a:cubicBezTo>
                      <a:cubicBezTo>
                        <a:pt x="281" y="26"/>
                        <a:pt x="281" y="26"/>
                        <a:pt x="281" y="26"/>
                      </a:cubicBezTo>
                      <a:cubicBezTo>
                        <a:pt x="281" y="26"/>
                        <a:pt x="281" y="25"/>
                        <a:pt x="281" y="25"/>
                      </a:cubicBezTo>
                      <a:cubicBezTo>
                        <a:pt x="280" y="25"/>
                        <a:pt x="280" y="25"/>
                        <a:pt x="280" y="24"/>
                      </a:cubicBezTo>
                      <a:cubicBezTo>
                        <a:pt x="280" y="24"/>
                        <a:pt x="280" y="24"/>
                        <a:pt x="280" y="24"/>
                      </a:cubicBezTo>
                      <a:cubicBezTo>
                        <a:pt x="280" y="24"/>
                        <a:pt x="279" y="24"/>
                        <a:pt x="279" y="24"/>
                      </a:cubicBezTo>
                      <a:cubicBezTo>
                        <a:pt x="279" y="25"/>
                        <a:pt x="278" y="25"/>
                        <a:pt x="278" y="25"/>
                      </a:cubicBezTo>
                      <a:cubicBezTo>
                        <a:pt x="278" y="25"/>
                        <a:pt x="278" y="25"/>
                        <a:pt x="278" y="25"/>
                      </a:cubicBezTo>
                      <a:cubicBezTo>
                        <a:pt x="278" y="25"/>
                        <a:pt x="278" y="25"/>
                        <a:pt x="278" y="25"/>
                      </a:cubicBezTo>
                      <a:cubicBezTo>
                        <a:pt x="278" y="24"/>
                        <a:pt x="278" y="24"/>
                        <a:pt x="278" y="24"/>
                      </a:cubicBezTo>
                      <a:cubicBezTo>
                        <a:pt x="277" y="23"/>
                        <a:pt x="276" y="23"/>
                        <a:pt x="275" y="23"/>
                      </a:cubicBezTo>
                      <a:cubicBezTo>
                        <a:pt x="274" y="23"/>
                        <a:pt x="273" y="23"/>
                        <a:pt x="272" y="23"/>
                      </a:cubicBezTo>
                      <a:cubicBezTo>
                        <a:pt x="272" y="24"/>
                        <a:pt x="271" y="24"/>
                        <a:pt x="270" y="24"/>
                      </a:cubicBezTo>
                      <a:cubicBezTo>
                        <a:pt x="270" y="24"/>
                        <a:pt x="270" y="23"/>
                        <a:pt x="269" y="23"/>
                      </a:cubicBezTo>
                      <a:cubicBezTo>
                        <a:pt x="269" y="24"/>
                        <a:pt x="269" y="24"/>
                        <a:pt x="269" y="25"/>
                      </a:cubicBezTo>
                      <a:cubicBezTo>
                        <a:pt x="269" y="25"/>
                        <a:pt x="269" y="24"/>
                        <a:pt x="269" y="24"/>
                      </a:cubicBezTo>
                      <a:cubicBezTo>
                        <a:pt x="269" y="23"/>
                        <a:pt x="269" y="23"/>
                        <a:pt x="268" y="23"/>
                      </a:cubicBezTo>
                      <a:cubicBezTo>
                        <a:pt x="268" y="23"/>
                        <a:pt x="267" y="23"/>
                        <a:pt x="267" y="23"/>
                      </a:cubicBezTo>
                      <a:cubicBezTo>
                        <a:pt x="266" y="23"/>
                        <a:pt x="266" y="22"/>
                        <a:pt x="265" y="22"/>
                      </a:cubicBezTo>
                      <a:cubicBezTo>
                        <a:pt x="265" y="22"/>
                        <a:pt x="265" y="23"/>
                        <a:pt x="265" y="23"/>
                      </a:cubicBezTo>
                      <a:cubicBezTo>
                        <a:pt x="264" y="24"/>
                        <a:pt x="263" y="24"/>
                        <a:pt x="263" y="25"/>
                      </a:cubicBezTo>
                      <a:cubicBezTo>
                        <a:pt x="262" y="26"/>
                        <a:pt x="262" y="26"/>
                        <a:pt x="261" y="27"/>
                      </a:cubicBezTo>
                      <a:cubicBezTo>
                        <a:pt x="261" y="27"/>
                        <a:pt x="260" y="27"/>
                        <a:pt x="260" y="28"/>
                      </a:cubicBezTo>
                      <a:cubicBezTo>
                        <a:pt x="260" y="29"/>
                        <a:pt x="260" y="30"/>
                        <a:pt x="260" y="30"/>
                      </a:cubicBezTo>
                      <a:cubicBezTo>
                        <a:pt x="260" y="31"/>
                        <a:pt x="260" y="32"/>
                        <a:pt x="260" y="32"/>
                      </a:cubicBezTo>
                      <a:cubicBezTo>
                        <a:pt x="261" y="33"/>
                        <a:pt x="261" y="35"/>
                        <a:pt x="262" y="36"/>
                      </a:cubicBezTo>
                      <a:cubicBezTo>
                        <a:pt x="262" y="36"/>
                        <a:pt x="262" y="37"/>
                        <a:pt x="262" y="37"/>
                      </a:cubicBezTo>
                      <a:cubicBezTo>
                        <a:pt x="262" y="37"/>
                        <a:pt x="262" y="37"/>
                        <a:pt x="262" y="38"/>
                      </a:cubicBezTo>
                      <a:cubicBezTo>
                        <a:pt x="262" y="38"/>
                        <a:pt x="262" y="38"/>
                        <a:pt x="262" y="38"/>
                      </a:cubicBezTo>
                      <a:cubicBezTo>
                        <a:pt x="262" y="38"/>
                        <a:pt x="262" y="38"/>
                        <a:pt x="262" y="38"/>
                      </a:cubicBezTo>
                      <a:cubicBezTo>
                        <a:pt x="262" y="38"/>
                        <a:pt x="262" y="38"/>
                        <a:pt x="262" y="38"/>
                      </a:cubicBezTo>
                      <a:cubicBezTo>
                        <a:pt x="262" y="37"/>
                        <a:pt x="262" y="37"/>
                        <a:pt x="261" y="37"/>
                      </a:cubicBezTo>
                      <a:cubicBezTo>
                        <a:pt x="261" y="36"/>
                        <a:pt x="261" y="36"/>
                        <a:pt x="261" y="36"/>
                      </a:cubicBezTo>
                      <a:cubicBezTo>
                        <a:pt x="261" y="35"/>
                        <a:pt x="261" y="35"/>
                        <a:pt x="260" y="35"/>
                      </a:cubicBezTo>
                      <a:cubicBezTo>
                        <a:pt x="260" y="33"/>
                        <a:pt x="259" y="31"/>
                        <a:pt x="260" y="29"/>
                      </a:cubicBezTo>
                      <a:cubicBezTo>
                        <a:pt x="260" y="28"/>
                        <a:pt x="260" y="27"/>
                        <a:pt x="260" y="26"/>
                      </a:cubicBezTo>
                      <a:cubicBezTo>
                        <a:pt x="260" y="26"/>
                        <a:pt x="261" y="25"/>
                        <a:pt x="261" y="24"/>
                      </a:cubicBezTo>
                      <a:cubicBezTo>
                        <a:pt x="261" y="24"/>
                        <a:pt x="262" y="23"/>
                        <a:pt x="262" y="22"/>
                      </a:cubicBezTo>
                      <a:cubicBezTo>
                        <a:pt x="262" y="22"/>
                        <a:pt x="262" y="22"/>
                        <a:pt x="262" y="22"/>
                      </a:cubicBezTo>
                      <a:cubicBezTo>
                        <a:pt x="263" y="22"/>
                        <a:pt x="263" y="21"/>
                        <a:pt x="263" y="21"/>
                      </a:cubicBezTo>
                      <a:cubicBezTo>
                        <a:pt x="263" y="21"/>
                        <a:pt x="263" y="20"/>
                        <a:pt x="263" y="20"/>
                      </a:cubicBezTo>
                      <a:cubicBezTo>
                        <a:pt x="263" y="20"/>
                        <a:pt x="262" y="21"/>
                        <a:pt x="262" y="21"/>
                      </a:cubicBezTo>
                      <a:cubicBezTo>
                        <a:pt x="262" y="21"/>
                        <a:pt x="262" y="20"/>
                        <a:pt x="262" y="21"/>
                      </a:cubicBezTo>
                      <a:cubicBezTo>
                        <a:pt x="261" y="21"/>
                        <a:pt x="261" y="21"/>
                        <a:pt x="261" y="21"/>
                      </a:cubicBezTo>
                      <a:cubicBezTo>
                        <a:pt x="261" y="20"/>
                        <a:pt x="261" y="20"/>
                        <a:pt x="261" y="20"/>
                      </a:cubicBezTo>
                      <a:cubicBezTo>
                        <a:pt x="261" y="20"/>
                        <a:pt x="261" y="19"/>
                        <a:pt x="261" y="19"/>
                      </a:cubicBezTo>
                      <a:cubicBezTo>
                        <a:pt x="261" y="19"/>
                        <a:pt x="261" y="19"/>
                        <a:pt x="261" y="19"/>
                      </a:cubicBezTo>
                      <a:cubicBezTo>
                        <a:pt x="261" y="19"/>
                        <a:pt x="261" y="19"/>
                        <a:pt x="261" y="19"/>
                      </a:cubicBezTo>
                      <a:cubicBezTo>
                        <a:pt x="260" y="19"/>
                        <a:pt x="260" y="19"/>
                        <a:pt x="260" y="19"/>
                      </a:cubicBezTo>
                      <a:cubicBezTo>
                        <a:pt x="259" y="19"/>
                        <a:pt x="259" y="19"/>
                        <a:pt x="259" y="19"/>
                      </a:cubicBezTo>
                      <a:cubicBezTo>
                        <a:pt x="259" y="19"/>
                        <a:pt x="259" y="19"/>
                        <a:pt x="259" y="19"/>
                      </a:cubicBezTo>
                      <a:cubicBezTo>
                        <a:pt x="258" y="20"/>
                        <a:pt x="258" y="20"/>
                        <a:pt x="258" y="21"/>
                      </a:cubicBezTo>
                      <a:cubicBezTo>
                        <a:pt x="258" y="21"/>
                        <a:pt x="258" y="22"/>
                        <a:pt x="258" y="23"/>
                      </a:cubicBezTo>
                      <a:cubicBezTo>
                        <a:pt x="258" y="23"/>
                        <a:pt x="258" y="24"/>
                        <a:pt x="257" y="24"/>
                      </a:cubicBezTo>
                      <a:cubicBezTo>
                        <a:pt x="257" y="25"/>
                        <a:pt x="257" y="25"/>
                        <a:pt x="256" y="25"/>
                      </a:cubicBezTo>
                      <a:cubicBezTo>
                        <a:pt x="256" y="25"/>
                        <a:pt x="256" y="26"/>
                        <a:pt x="256" y="26"/>
                      </a:cubicBezTo>
                      <a:cubicBezTo>
                        <a:pt x="256" y="26"/>
                        <a:pt x="255" y="26"/>
                        <a:pt x="255" y="26"/>
                      </a:cubicBezTo>
                      <a:cubicBezTo>
                        <a:pt x="255" y="26"/>
                        <a:pt x="255" y="26"/>
                        <a:pt x="255" y="26"/>
                      </a:cubicBezTo>
                      <a:cubicBezTo>
                        <a:pt x="256" y="25"/>
                        <a:pt x="256" y="25"/>
                        <a:pt x="256" y="24"/>
                      </a:cubicBezTo>
                      <a:cubicBezTo>
                        <a:pt x="257" y="24"/>
                        <a:pt x="257" y="23"/>
                        <a:pt x="257" y="23"/>
                      </a:cubicBezTo>
                      <a:cubicBezTo>
                        <a:pt x="258" y="22"/>
                        <a:pt x="258" y="21"/>
                        <a:pt x="258" y="21"/>
                      </a:cubicBezTo>
                      <a:cubicBezTo>
                        <a:pt x="258" y="21"/>
                        <a:pt x="257" y="20"/>
                        <a:pt x="258" y="20"/>
                      </a:cubicBezTo>
                      <a:cubicBezTo>
                        <a:pt x="258" y="20"/>
                        <a:pt x="258" y="20"/>
                        <a:pt x="258" y="19"/>
                      </a:cubicBezTo>
                      <a:cubicBezTo>
                        <a:pt x="258" y="19"/>
                        <a:pt x="258" y="19"/>
                        <a:pt x="258" y="18"/>
                      </a:cubicBezTo>
                      <a:cubicBezTo>
                        <a:pt x="258" y="18"/>
                        <a:pt x="258" y="18"/>
                        <a:pt x="258" y="18"/>
                      </a:cubicBezTo>
                      <a:cubicBezTo>
                        <a:pt x="258" y="18"/>
                        <a:pt x="258" y="18"/>
                        <a:pt x="258" y="18"/>
                      </a:cubicBezTo>
                      <a:cubicBezTo>
                        <a:pt x="257" y="18"/>
                        <a:pt x="257" y="17"/>
                        <a:pt x="257" y="17"/>
                      </a:cubicBezTo>
                      <a:cubicBezTo>
                        <a:pt x="256" y="17"/>
                        <a:pt x="254" y="17"/>
                        <a:pt x="253" y="17"/>
                      </a:cubicBezTo>
                      <a:cubicBezTo>
                        <a:pt x="253" y="17"/>
                        <a:pt x="253" y="17"/>
                        <a:pt x="252" y="17"/>
                      </a:cubicBezTo>
                      <a:cubicBezTo>
                        <a:pt x="252" y="17"/>
                        <a:pt x="252" y="17"/>
                        <a:pt x="252" y="17"/>
                      </a:cubicBezTo>
                      <a:cubicBezTo>
                        <a:pt x="252" y="17"/>
                        <a:pt x="252" y="17"/>
                        <a:pt x="252" y="17"/>
                      </a:cubicBezTo>
                      <a:cubicBezTo>
                        <a:pt x="252" y="17"/>
                        <a:pt x="251" y="17"/>
                        <a:pt x="251" y="17"/>
                      </a:cubicBezTo>
                      <a:cubicBezTo>
                        <a:pt x="251" y="18"/>
                        <a:pt x="251" y="18"/>
                        <a:pt x="250" y="18"/>
                      </a:cubicBezTo>
                      <a:cubicBezTo>
                        <a:pt x="250" y="18"/>
                        <a:pt x="250" y="18"/>
                        <a:pt x="250" y="18"/>
                      </a:cubicBezTo>
                      <a:cubicBezTo>
                        <a:pt x="249" y="19"/>
                        <a:pt x="248" y="19"/>
                        <a:pt x="248" y="19"/>
                      </a:cubicBezTo>
                      <a:cubicBezTo>
                        <a:pt x="247" y="19"/>
                        <a:pt x="247" y="20"/>
                        <a:pt x="247" y="20"/>
                      </a:cubicBezTo>
                      <a:cubicBezTo>
                        <a:pt x="247" y="20"/>
                        <a:pt x="247" y="20"/>
                        <a:pt x="246" y="21"/>
                      </a:cubicBezTo>
                      <a:cubicBezTo>
                        <a:pt x="246" y="21"/>
                        <a:pt x="246" y="21"/>
                        <a:pt x="246" y="21"/>
                      </a:cubicBezTo>
                      <a:cubicBezTo>
                        <a:pt x="246" y="22"/>
                        <a:pt x="245" y="22"/>
                        <a:pt x="245" y="21"/>
                      </a:cubicBezTo>
                      <a:cubicBezTo>
                        <a:pt x="245" y="21"/>
                        <a:pt x="245" y="21"/>
                        <a:pt x="245" y="21"/>
                      </a:cubicBezTo>
                      <a:cubicBezTo>
                        <a:pt x="246" y="20"/>
                        <a:pt x="246" y="20"/>
                        <a:pt x="246" y="20"/>
                      </a:cubicBezTo>
                      <a:cubicBezTo>
                        <a:pt x="246" y="20"/>
                        <a:pt x="246" y="20"/>
                        <a:pt x="246" y="19"/>
                      </a:cubicBezTo>
                      <a:cubicBezTo>
                        <a:pt x="246" y="19"/>
                        <a:pt x="246" y="19"/>
                        <a:pt x="247" y="18"/>
                      </a:cubicBezTo>
                      <a:cubicBezTo>
                        <a:pt x="247" y="18"/>
                        <a:pt x="247" y="18"/>
                        <a:pt x="246" y="18"/>
                      </a:cubicBezTo>
                      <a:cubicBezTo>
                        <a:pt x="247" y="18"/>
                        <a:pt x="247" y="17"/>
                        <a:pt x="247" y="17"/>
                      </a:cubicBezTo>
                      <a:cubicBezTo>
                        <a:pt x="247" y="17"/>
                        <a:pt x="247" y="17"/>
                        <a:pt x="247" y="17"/>
                      </a:cubicBezTo>
                      <a:cubicBezTo>
                        <a:pt x="247" y="17"/>
                        <a:pt x="247" y="17"/>
                        <a:pt x="247" y="17"/>
                      </a:cubicBezTo>
                      <a:cubicBezTo>
                        <a:pt x="247" y="17"/>
                        <a:pt x="246" y="17"/>
                        <a:pt x="246" y="17"/>
                      </a:cubicBezTo>
                      <a:cubicBezTo>
                        <a:pt x="246" y="17"/>
                        <a:pt x="246" y="17"/>
                        <a:pt x="245" y="17"/>
                      </a:cubicBezTo>
                      <a:cubicBezTo>
                        <a:pt x="245" y="18"/>
                        <a:pt x="245" y="18"/>
                        <a:pt x="244" y="18"/>
                      </a:cubicBezTo>
                      <a:cubicBezTo>
                        <a:pt x="244" y="19"/>
                        <a:pt x="244" y="19"/>
                        <a:pt x="244" y="19"/>
                      </a:cubicBezTo>
                      <a:cubicBezTo>
                        <a:pt x="244" y="19"/>
                        <a:pt x="244" y="19"/>
                        <a:pt x="244" y="19"/>
                      </a:cubicBezTo>
                      <a:cubicBezTo>
                        <a:pt x="244" y="19"/>
                        <a:pt x="243" y="19"/>
                        <a:pt x="243" y="19"/>
                      </a:cubicBezTo>
                      <a:cubicBezTo>
                        <a:pt x="243" y="19"/>
                        <a:pt x="243" y="19"/>
                        <a:pt x="243" y="19"/>
                      </a:cubicBezTo>
                      <a:cubicBezTo>
                        <a:pt x="242" y="19"/>
                        <a:pt x="242" y="19"/>
                        <a:pt x="242" y="18"/>
                      </a:cubicBezTo>
                      <a:cubicBezTo>
                        <a:pt x="241" y="18"/>
                        <a:pt x="241" y="18"/>
                        <a:pt x="240" y="18"/>
                      </a:cubicBezTo>
                      <a:cubicBezTo>
                        <a:pt x="240" y="18"/>
                        <a:pt x="239" y="18"/>
                        <a:pt x="238" y="18"/>
                      </a:cubicBezTo>
                      <a:cubicBezTo>
                        <a:pt x="238" y="18"/>
                        <a:pt x="238" y="18"/>
                        <a:pt x="239" y="17"/>
                      </a:cubicBezTo>
                      <a:cubicBezTo>
                        <a:pt x="239" y="17"/>
                        <a:pt x="239" y="16"/>
                        <a:pt x="239" y="16"/>
                      </a:cubicBezTo>
                      <a:cubicBezTo>
                        <a:pt x="239" y="16"/>
                        <a:pt x="239" y="16"/>
                        <a:pt x="238" y="16"/>
                      </a:cubicBezTo>
                      <a:cubicBezTo>
                        <a:pt x="237" y="16"/>
                        <a:pt x="237" y="16"/>
                        <a:pt x="236" y="16"/>
                      </a:cubicBezTo>
                      <a:cubicBezTo>
                        <a:pt x="236" y="16"/>
                        <a:pt x="235" y="16"/>
                        <a:pt x="234" y="16"/>
                      </a:cubicBezTo>
                      <a:cubicBezTo>
                        <a:pt x="234" y="15"/>
                        <a:pt x="235" y="15"/>
                        <a:pt x="235" y="15"/>
                      </a:cubicBezTo>
                      <a:cubicBezTo>
                        <a:pt x="236" y="15"/>
                        <a:pt x="236" y="15"/>
                        <a:pt x="237" y="15"/>
                      </a:cubicBezTo>
                      <a:cubicBezTo>
                        <a:pt x="237" y="15"/>
                        <a:pt x="237" y="15"/>
                        <a:pt x="237" y="15"/>
                      </a:cubicBezTo>
                      <a:cubicBezTo>
                        <a:pt x="237" y="15"/>
                        <a:pt x="237" y="15"/>
                        <a:pt x="236" y="15"/>
                      </a:cubicBezTo>
                      <a:cubicBezTo>
                        <a:pt x="236" y="15"/>
                        <a:pt x="236" y="15"/>
                        <a:pt x="236" y="14"/>
                      </a:cubicBezTo>
                      <a:cubicBezTo>
                        <a:pt x="235" y="14"/>
                        <a:pt x="235" y="14"/>
                        <a:pt x="235" y="14"/>
                      </a:cubicBezTo>
                      <a:cubicBezTo>
                        <a:pt x="235" y="13"/>
                        <a:pt x="235" y="13"/>
                        <a:pt x="235" y="12"/>
                      </a:cubicBezTo>
                      <a:cubicBezTo>
                        <a:pt x="235" y="12"/>
                        <a:pt x="236" y="11"/>
                        <a:pt x="236" y="11"/>
                      </a:cubicBezTo>
                      <a:cubicBezTo>
                        <a:pt x="236" y="11"/>
                        <a:pt x="236" y="10"/>
                        <a:pt x="236" y="10"/>
                      </a:cubicBezTo>
                      <a:cubicBezTo>
                        <a:pt x="236" y="10"/>
                        <a:pt x="236" y="10"/>
                        <a:pt x="236" y="10"/>
                      </a:cubicBezTo>
                      <a:cubicBezTo>
                        <a:pt x="235" y="10"/>
                        <a:pt x="234" y="9"/>
                        <a:pt x="233" y="9"/>
                      </a:cubicBezTo>
                      <a:cubicBezTo>
                        <a:pt x="233" y="9"/>
                        <a:pt x="233" y="10"/>
                        <a:pt x="233" y="10"/>
                      </a:cubicBezTo>
                      <a:cubicBezTo>
                        <a:pt x="233" y="10"/>
                        <a:pt x="233" y="10"/>
                        <a:pt x="233" y="9"/>
                      </a:cubicBezTo>
                      <a:cubicBezTo>
                        <a:pt x="232" y="9"/>
                        <a:pt x="232" y="9"/>
                        <a:pt x="231" y="9"/>
                      </a:cubicBezTo>
                      <a:cubicBezTo>
                        <a:pt x="231" y="8"/>
                        <a:pt x="230" y="8"/>
                        <a:pt x="229" y="8"/>
                      </a:cubicBezTo>
                      <a:cubicBezTo>
                        <a:pt x="229" y="8"/>
                        <a:pt x="229" y="9"/>
                        <a:pt x="228" y="9"/>
                      </a:cubicBezTo>
                      <a:cubicBezTo>
                        <a:pt x="227" y="9"/>
                        <a:pt x="226" y="9"/>
                        <a:pt x="225" y="9"/>
                      </a:cubicBezTo>
                      <a:cubicBezTo>
                        <a:pt x="225" y="10"/>
                        <a:pt x="224" y="10"/>
                        <a:pt x="224" y="11"/>
                      </a:cubicBezTo>
                      <a:cubicBezTo>
                        <a:pt x="224" y="11"/>
                        <a:pt x="223" y="11"/>
                        <a:pt x="223" y="11"/>
                      </a:cubicBezTo>
                      <a:cubicBezTo>
                        <a:pt x="223" y="11"/>
                        <a:pt x="223" y="11"/>
                        <a:pt x="223" y="11"/>
                      </a:cubicBezTo>
                      <a:cubicBezTo>
                        <a:pt x="223" y="11"/>
                        <a:pt x="223" y="11"/>
                        <a:pt x="223" y="11"/>
                      </a:cubicBezTo>
                      <a:cubicBezTo>
                        <a:pt x="223" y="11"/>
                        <a:pt x="222" y="11"/>
                        <a:pt x="222" y="11"/>
                      </a:cubicBezTo>
                      <a:cubicBezTo>
                        <a:pt x="222" y="12"/>
                        <a:pt x="222" y="12"/>
                        <a:pt x="221" y="12"/>
                      </a:cubicBezTo>
                      <a:cubicBezTo>
                        <a:pt x="221" y="12"/>
                        <a:pt x="221" y="12"/>
                        <a:pt x="221" y="12"/>
                      </a:cubicBezTo>
                      <a:cubicBezTo>
                        <a:pt x="221" y="12"/>
                        <a:pt x="220" y="12"/>
                        <a:pt x="221" y="12"/>
                      </a:cubicBezTo>
                      <a:cubicBezTo>
                        <a:pt x="220" y="12"/>
                        <a:pt x="220" y="12"/>
                        <a:pt x="220" y="12"/>
                      </a:cubicBezTo>
                      <a:cubicBezTo>
                        <a:pt x="220" y="11"/>
                        <a:pt x="220" y="11"/>
                        <a:pt x="220" y="11"/>
                      </a:cubicBezTo>
                      <a:cubicBezTo>
                        <a:pt x="221" y="11"/>
                        <a:pt x="221" y="11"/>
                        <a:pt x="221" y="10"/>
                      </a:cubicBezTo>
                      <a:cubicBezTo>
                        <a:pt x="221" y="10"/>
                        <a:pt x="220" y="10"/>
                        <a:pt x="220" y="10"/>
                      </a:cubicBezTo>
                      <a:cubicBezTo>
                        <a:pt x="220" y="10"/>
                        <a:pt x="220" y="9"/>
                        <a:pt x="220" y="9"/>
                      </a:cubicBezTo>
                      <a:cubicBezTo>
                        <a:pt x="220" y="9"/>
                        <a:pt x="220" y="9"/>
                        <a:pt x="220" y="9"/>
                      </a:cubicBezTo>
                      <a:cubicBezTo>
                        <a:pt x="220" y="8"/>
                        <a:pt x="220" y="8"/>
                        <a:pt x="220" y="7"/>
                      </a:cubicBezTo>
                      <a:cubicBezTo>
                        <a:pt x="220" y="7"/>
                        <a:pt x="220" y="6"/>
                        <a:pt x="220" y="6"/>
                      </a:cubicBezTo>
                      <a:cubicBezTo>
                        <a:pt x="220" y="6"/>
                        <a:pt x="220" y="6"/>
                        <a:pt x="220" y="6"/>
                      </a:cubicBezTo>
                      <a:cubicBezTo>
                        <a:pt x="220" y="6"/>
                        <a:pt x="220" y="6"/>
                        <a:pt x="220" y="6"/>
                      </a:cubicBezTo>
                      <a:cubicBezTo>
                        <a:pt x="219" y="5"/>
                        <a:pt x="219" y="5"/>
                        <a:pt x="218" y="5"/>
                      </a:cubicBezTo>
                      <a:cubicBezTo>
                        <a:pt x="218" y="5"/>
                        <a:pt x="217" y="4"/>
                        <a:pt x="217" y="4"/>
                      </a:cubicBezTo>
                      <a:cubicBezTo>
                        <a:pt x="217" y="4"/>
                        <a:pt x="217" y="4"/>
                        <a:pt x="217" y="4"/>
                      </a:cubicBezTo>
                      <a:cubicBezTo>
                        <a:pt x="217" y="4"/>
                        <a:pt x="217" y="5"/>
                        <a:pt x="217" y="5"/>
                      </a:cubicBezTo>
                      <a:cubicBezTo>
                        <a:pt x="218" y="5"/>
                        <a:pt x="218" y="5"/>
                        <a:pt x="217" y="5"/>
                      </a:cubicBezTo>
                      <a:cubicBezTo>
                        <a:pt x="217" y="5"/>
                        <a:pt x="217" y="5"/>
                        <a:pt x="217" y="5"/>
                      </a:cubicBezTo>
                      <a:cubicBezTo>
                        <a:pt x="217" y="5"/>
                        <a:pt x="216" y="4"/>
                        <a:pt x="216" y="4"/>
                      </a:cubicBezTo>
                      <a:cubicBezTo>
                        <a:pt x="216" y="4"/>
                        <a:pt x="216" y="5"/>
                        <a:pt x="216" y="5"/>
                      </a:cubicBezTo>
                      <a:cubicBezTo>
                        <a:pt x="216" y="5"/>
                        <a:pt x="216" y="5"/>
                        <a:pt x="216" y="5"/>
                      </a:cubicBezTo>
                      <a:cubicBezTo>
                        <a:pt x="216" y="6"/>
                        <a:pt x="217" y="6"/>
                        <a:pt x="217" y="6"/>
                      </a:cubicBezTo>
                      <a:cubicBezTo>
                        <a:pt x="216" y="7"/>
                        <a:pt x="216" y="7"/>
                        <a:pt x="216" y="7"/>
                      </a:cubicBezTo>
                      <a:cubicBezTo>
                        <a:pt x="216" y="7"/>
                        <a:pt x="216" y="6"/>
                        <a:pt x="216" y="6"/>
                      </a:cubicBezTo>
                      <a:cubicBezTo>
                        <a:pt x="215" y="7"/>
                        <a:pt x="215" y="7"/>
                        <a:pt x="214" y="8"/>
                      </a:cubicBezTo>
                      <a:cubicBezTo>
                        <a:pt x="214" y="8"/>
                        <a:pt x="214" y="9"/>
                        <a:pt x="214" y="9"/>
                      </a:cubicBezTo>
                      <a:cubicBezTo>
                        <a:pt x="214" y="10"/>
                        <a:pt x="214" y="10"/>
                        <a:pt x="213" y="10"/>
                      </a:cubicBezTo>
                      <a:cubicBezTo>
                        <a:pt x="213" y="10"/>
                        <a:pt x="213" y="10"/>
                        <a:pt x="213" y="10"/>
                      </a:cubicBezTo>
                      <a:cubicBezTo>
                        <a:pt x="212" y="10"/>
                        <a:pt x="212" y="10"/>
                        <a:pt x="211" y="10"/>
                      </a:cubicBezTo>
                      <a:cubicBezTo>
                        <a:pt x="211" y="10"/>
                        <a:pt x="211" y="11"/>
                        <a:pt x="211" y="10"/>
                      </a:cubicBezTo>
                      <a:cubicBezTo>
                        <a:pt x="211" y="10"/>
                        <a:pt x="211" y="10"/>
                        <a:pt x="211" y="10"/>
                      </a:cubicBezTo>
                      <a:cubicBezTo>
                        <a:pt x="211" y="10"/>
                        <a:pt x="211" y="10"/>
                        <a:pt x="211" y="10"/>
                      </a:cubicBezTo>
                      <a:cubicBezTo>
                        <a:pt x="211" y="9"/>
                        <a:pt x="211" y="10"/>
                        <a:pt x="211" y="9"/>
                      </a:cubicBezTo>
                      <a:cubicBezTo>
                        <a:pt x="210" y="9"/>
                        <a:pt x="210" y="9"/>
                        <a:pt x="210" y="9"/>
                      </a:cubicBezTo>
                      <a:cubicBezTo>
                        <a:pt x="210" y="9"/>
                        <a:pt x="210" y="9"/>
                        <a:pt x="210" y="9"/>
                      </a:cubicBezTo>
                      <a:cubicBezTo>
                        <a:pt x="210" y="9"/>
                        <a:pt x="210" y="9"/>
                        <a:pt x="210" y="9"/>
                      </a:cubicBezTo>
                      <a:cubicBezTo>
                        <a:pt x="210" y="9"/>
                        <a:pt x="210" y="9"/>
                        <a:pt x="210" y="9"/>
                      </a:cubicBezTo>
                      <a:cubicBezTo>
                        <a:pt x="211" y="9"/>
                        <a:pt x="211" y="9"/>
                        <a:pt x="211" y="9"/>
                      </a:cubicBezTo>
                      <a:cubicBezTo>
                        <a:pt x="211" y="9"/>
                        <a:pt x="211" y="9"/>
                        <a:pt x="211" y="9"/>
                      </a:cubicBezTo>
                      <a:cubicBezTo>
                        <a:pt x="211" y="9"/>
                        <a:pt x="211" y="8"/>
                        <a:pt x="211" y="8"/>
                      </a:cubicBezTo>
                      <a:cubicBezTo>
                        <a:pt x="211" y="8"/>
                        <a:pt x="211" y="8"/>
                        <a:pt x="211" y="8"/>
                      </a:cubicBezTo>
                      <a:cubicBezTo>
                        <a:pt x="210" y="8"/>
                        <a:pt x="210" y="8"/>
                        <a:pt x="210" y="8"/>
                      </a:cubicBezTo>
                      <a:cubicBezTo>
                        <a:pt x="210" y="8"/>
                        <a:pt x="210" y="8"/>
                        <a:pt x="210" y="8"/>
                      </a:cubicBezTo>
                      <a:cubicBezTo>
                        <a:pt x="210" y="8"/>
                        <a:pt x="210" y="8"/>
                        <a:pt x="211" y="8"/>
                      </a:cubicBezTo>
                      <a:cubicBezTo>
                        <a:pt x="211" y="8"/>
                        <a:pt x="211" y="8"/>
                        <a:pt x="211" y="8"/>
                      </a:cubicBezTo>
                      <a:cubicBezTo>
                        <a:pt x="211" y="7"/>
                        <a:pt x="212" y="7"/>
                        <a:pt x="212" y="7"/>
                      </a:cubicBezTo>
                      <a:cubicBezTo>
                        <a:pt x="212" y="7"/>
                        <a:pt x="212" y="7"/>
                        <a:pt x="213" y="7"/>
                      </a:cubicBezTo>
                      <a:cubicBezTo>
                        <a:pt x="213" y="7"/>
                        <a:pt x="213" y="7"/>
                        <a:pt x="213" y="6"/>
                      </a:cubicBezTo>
                      <a:cubicBezTo>
                        <a:pt x="213" y="6"/>
                        <a:pt x="213" y="6"/>
                        <a:pt x="213" y="6"/>
                      </a:cubicBezTo>
                      <a:cubicBezTo>
                        <a:pt x="213" y="6"/>
                        <a:pt x="213" y="6"/>
                        <a:pt x="213" y="5"/>
                      </a:cubicBezTo>
                      <a:cubicBezTo>
                        <a:pt x="214" y="5"/>
                        <a:pt x="214" y="5"/>
                        <a:pt x="214" y="5"/>
                      </a:cubicBezTo>
                      <a:cubicBezTo>
                        <a:pt x="214" y="5"/>
                        <a:pt x="214" y="5"/>
                        <a:pt x="214" y="5"/>
                      </a:cubicBezTo>
                      <a:cubicBezTo>
                        <a:pt x="214" y="5"/>
                        <a:pt x="214" y="5"/>
                        <a:pt x="214" y="5"/>
                      </a:cubicBezTo>
                      <a:cubicBezTo>
                        <a:pt x="214" y="4"/>
                        <a:pt x="214" y="4"/>
                        <a:pt x="214" y="4"/>
                      </a:cubicBezTo>
                      <a:cubicBezTo>
                        <a:pt x="214" y="3"/>
                        <a:pt x="214" y="3"/>
                        <a:pt x="214" y="3"/>
                      </a:cubicBezTo>
                      <a:cubicBezTo>
                        <a:pt x="214" y="3"/>
                        <a:pt x="214" y="3"/>
                        <a:pt x="213" y="3"/>
                      </a:cubicBezTo>
                      <a:cubicBezTo>
                        <a:pt x="213" y="3"/>
                        <a:pt x="213" y="3"/>
                        <a:pt x="213" y="3"/>
                      </a:cubicBezTo>
                      <a:cubicBezTo>
                        <a:pt x="213" y="3"/>
                        <a:pt x="212" y="3"/>
                        <a:pt x="212" y="2"/>
                      </a:cubicBezTo>
                      <a:cubicBezTo>
                        <a:pt x="212" y="2"/>
                        <a:pt x="211" y="3"/>
                        <a:pt x="211" y="3"/>
                      </a:cubicBezTo>
                      <a:cubicBezTo>
                        <a:pt x="211" y="3"/>
                        <a:pt x="211" y="3"/>
                        <a:pt x="210" y="3"/>
                      </a:cubicBezTo>
                      <a:cubicBezTo>
                        <a:pt x="210" y="3"/>
                        <a:pt x="211" y="3"/>
                        <a:pt x="211" y="2"/>
                      </a:cubicBezTo>
                      <a:cubicBezTo>
                        <a:pt x="211" y="2"/>
                        <a:pt x="211" y="2"/>
                        <a:pt x="211" y="2"/>
                      </a:cubicBezTo>
                      <a:cubicBezTo>
                        <a:pt x="210" y="2"/>
                        <a:pt x="210" y="2"/>
                        <a:pt x="210" y="1"/>
                      </a:cubicBezTo>
                      <a:cubicBezTo>
                        <a:pt x="210" y="1"/>
                        <a:pt x="210" y="1"/>
                        <a:pt x="210" y="1"/>
                      </a:cubicBezTo>
                      <a:cubicBezTo>
                        <a:pt x="210" y="1"/>
                        <a:pt x="210" y="1"/>
                        <a:pt x="209" y="1"/>
                      </a:cubicBezTo>
                      <a:cubicBezTo>
                        <a:pt x="209" y="1"/>
                        <a:pt x="208" y="1"/>
                        <a:pt x="208" y="1"/>
                      </a:cubicBezTo>
                      <a:cubicBezTo>
                        <a:pt x="208" y="1"/>
                        <a:pt x="207" y="0"/>
                        <a:pt x="207" y="0"/>
                      </a:cubicBezTo>
                      <a:cubicBezTo>
                        <a:pt x="207" y="0"/>
                        <a:pt x="207" y="0"/>
                        <a:pt x="207" y="0"/>
                      </a:cubicBezTo>
                      <a:cubicBezTo>
                        <a:pt x="205" y="1"/>
                        <a:pt x="204" y="3"/>
                        <a:pt x="203" y="5"/>
                      </a:cubicBezTo>
                      <a:cubicBezTo>
                        <a:pt x="202" y="7"/>
                        <a:pt x="200" y="9"/>
                        <a:pt x="198" y="10"/>
                      </a:cubicBezTo>
                      <a:cubicBezTo>
                        <a:pt x="197" y="10"/>
                        <a:pt x="196" y="10"/>
                        <a:pt x="196" y="10"/>
                      </a:cubicBezTo>
                      <a:cubicBezTo>
                        <a:pt x="195" y="10"/>
                        <a:pt x="195" y="11"/>
                        <a:pt x="195" y="11"/>
                      </a:cubicBezTo>
                      <a:cubicBezTo>
                        <a:pt x="195" y="11"/>
                        <a:pt x="195" y="11"/>
                        <a:pt x="194" y="11"/>
                      </a:cubicBezTo>
                      <a:cubicBezTo>
                        <a:pt x="194" y="10"/>
                        <a:pt x="193" y="11"/>
                        <a:pt x="193" y="11"/>
                      </a:cubicBezTo>
                      <a:cubicBezTo>
                        <a:pt x="192" y="11"/>
                        <a:pt x="192" y="11"/>
                        <a:pt x="191" y="11"/>
                      </a:cubicBezTo>
                      <a:cubicBezTo>
                        <a:pt x="191" y="11"/>
                        <a:pt x="191" y="11"/>
                        <a:pt x="191" y="11"/>
                      </a:cubicBezTo>
                      <a:cubicBezTo>
                        <a:pt x="191" y="11"/>
                        <a:pt x="190" y="11"/>
                        <a:pt x="190" y="11"/>
                      </a:cubicBezTo>
                      <a:cubicBezTo>
                        <a:pt x="190" y="11"/>
                        <a:pt x="189" y="11"/>
                        <a:pt x="189" y="12"/>
                      </a:cubicBezTo>
                      <a:cubicBezTo>
                        <a:pt x="189" y="12"/>
                        <a:pt x="189" y="12"/>
                        <a:pt x="189" y="12"/>
                      </a:cubicBezTo>
                      <a:cubicBezTo>
                        <a:pt x="190" y="13"/>
                        <a:pt x="190" y="13"/>
                        <a:pt x="190" y="13"/>
                      </a:cubicBezTo>
                      <a:cubicBezTo>
                        <a:pt x="189" y="13"/>
                        <a:pt x="189" y="12"/>
                        <a:pt x="189" y="12"/>
                      </a:cubicBezTo>
                      <a:cubicBezTo>
                        <a:pt x="189" y="11"/>
                        <a:pt x="189" y="11"/>
                        <a:pt x="188" y="11"/>
                      </a:cubicBezTo>
                      <a:cubicBezTo>
                        <a:pt x="189" y="10"/>
                        <a:pt x="189" y="10"/>
                        <a:pt x="190" y="10"/>
                      </a:cubicBezTo>
                      <a:cubicBezTo>
                        <a:pt x="189" y="10"/>
                        <a:pt x="188" y="10"/>
                        <a:pt x="187" y="10"/>
                      </a:cubicBezTo>
                      <a:cubicBezTo>
                        <a:pt x="186" y="11"/>
                        <a:pt x="186" y="12"/>
                        <a:pt x="185" y="12"/>
                      </a:cubicBezTo>
                      <a:cubicBezTo>
                        <a:pt x="185" y="13"/>
                        <a:pt x="185" y="13"/>
                        <a:pt x="184" y="13"/>
                      </a:cubicBezTo>
                      <a:cubicBezTo>
                        <a:pt x="184" y="13"/>
                        <a:pt x="184" y="14"/>
                        <a:pt x="184" y="14"/>
                      </a:cubicBezTo>
                      <a:cubicBezTo>
                        <a:pt x="184" y="14"/>
                        <a:pt x="184" y="14"/>
                        <a:pt x="184" y="14"/>
                      </a:cubicBezTo>
                      <a:cubicBezTo>
                        <a:pt x="184" y="14"/>
                        <a:pt x="185" y="14"/>
                        <a:pt x="185" y="15"/>
                      </a:cubicBezTo>
                      <a:cubicBezTo>
                        <a:pt x="185" y="15"/>
                        <a:pt x="185" y="16"/>
                        <a:pt x="185" y="16"/>
                      </a:cubicBezTo>
                      <a:cubicBezTo>
                        <a:pt x="186" y="17"/>
                        <a:pt x="186" y="17"/>
                        <a:pt x="187" y="17"/>
                      </a:cubicBezTo>
                      <a:cubicBezTo>
                        <a:pt x="187" y="17"/>
                        <a:pt x="187" y="17"/>
                        <a:pt x="187" y="17"/>
                      </a:cubicBezTo>
                      <a:cubicBezTo>
                        <a:pt x="188" y="16"/>
                        <a:pt x="188" y="16"/>
                        <a:pt x="189" y="17"/>
                      </a:cubicBezTo>
                      <a:cubicBezTo>
                        <a:pt x="189" y="17"/>
                        <a:pt x="188" y="17"/>
                        <a:pt x="188" y="17"/>
                      </a:cubicBezTo>
                      <a:cubicBezTo>
                        <a:pt x="187" y="17"/>
                        <a:pt x="187" y="17"/>
                        <a:pt x="187" y="17"/>
                      </a:cubicBezTo>
                      <a:cubicBezTo>
                        <a:pt x="186" y="18"/>
                        <a:pt x="186" y="18"/>
                        <a:pt x="186" y="17"/>
                      </a:cubicBezTo>
                      <a:cubicBezTo>
                        <a:pt x="185" y="18"/>
                        <a:pt x="185" y="18"/>
                        <a:pt x="185" y="19"/>
                      </a:cubicBezTo>
                      <a:cubicBezTo>
                        <a:pt x="185" y="19"/>
                        <a:pt x="185" y="20"/>
                        <a:pt x="185" y="20"/>
                      </a:cubicBezTo>
                      <a:cubicBezTo>
                        <a:pt x="185" y="21"/>
                        <a:pt x="185" y="21"/>
                        <a:pt x="185" y="22"/>
                      </a:cubicBezTo>
                      <a:cubicBezTo>
                        <a:pt x="184" y="21"/>
                        <a:pt x="184" y="20"/>
                        <a:pt x="185" y="19"/>
                      </a:cubicBezTo>
                      <a:cubicBezTo>
                        <a:pt x="184" y="20"/>
                        <a:pt x="184" y="20"/>
                        <a:pt x="183" y="20"/>
                      </a:cubicBezTo>
                      <a:cubicBezTo>
                        <a:pt x="184" y="19"/>
                        <a:pt x="185" y="18"/>
                        <a:pt x="185" y="17"/>
                      </a:cubicBezTo>
                      <a:cubicBezTo>
                        <a:pt x="184" y="17"/>
                        <a:pt x="184" y="17"/>
                        <a:pt x="183" y="17"/>
                      </a:cubicBezTo>
                      <a:cubicBezTo>
                        <a:pt x="184" y="17"/>
                        <a:pt x="184" y="17"/>
                        <a:pt x="184" y="17"/>
                      </a:cubicBezTo>
                      <a:cubicBezTo>
                        <a:pt x="185" y="16"/>
                        <a:pt x="185" y="15"/>
                        <a:pt x="184" y="15"/>
                      </a:cubicBezTo>
                      <a:cubicBezTo>
                        <a:pt x="184" y="15"/>
                        <a:pt x="184" y="15"/>
                        <a:pt x="184" y="15"/>
                      </a:cubicBezTo>
                      <a:cubicBezTo>
                        <a:pt x="184" y="15"/>
                        <a:pt x="183" y="15"/>
                        <a:pt x="183" y="15"/>
                      </a:cubicBezTo>
                      <a:cubicBezTo>
                        <a:pt x="183" y="15"/>
                        <a:pt x="183" y="15"/>
                        <a:pt x="183" y="16"/>
                      </a:cubicBezTo>
                      <a:cubicBezTo>
                        <a:pt x="181" y="17"/>
                        <a:pt x="180" y="18"/>
                        <a:pt x="179" y="19"/>
                      </a:cubicBezTo>
                      <a:cubicBezTo>
                        <a:pt x="178" y="20"/>
                        <a:pt x="178" y="20"/>
                        <a:pt x="177" y="21"/>
                      </a:cubicBezTo>
                      <a:cubicBezTo>
                        <a:pt x="176" y="21"/>
                        <a:pt x="175" y="22"/>
                        <a:pt x="175" y="22"/>
                      </a:cubicBezTo>
                      <a:cubicBezTo>
                        <a:pt x="174" y="22"/>
                        <a:pt x="173" y="22"/>
                        <a:pt x="173" y="22"/>
                      </a:cubicBezTo>
                      <a:cubicBezTo>
                        <a:pt x="173" y="22"/>
                        <a:pt x="172" y="23"/>
                        <a:pt x="172" y="23"/>
                      </a:cubicBezTo>
                      <a:cubicBezTo>
                        <a:pt x="172" y="23"/>
                        <a:pt x="172" y="23"/>
                        <a:pt x="172" y="22"/>
                      </a:cubicBezTo>
                      <a:cubicBezTo>
                        <a:pt x="172" y="22"/>
                        <a:pt x="172" y="22"/>
                        <a:pt x="172" y="22"/>
                      </a:cubicBezTo>
                      <a:cubicBezTo>
                        <a:pt x="172" y="22"/>
                        <a:pt x="173" y="22"/>
                        <a:pt x="173" y="22"/>
                      </a:cubicBezTo>
                      <a:cubicBezTo>
                        <a:pt x="173" y="22"/>
                        <a:pt x="173" y="22"/>
                        <a:pt x="173" y="21"/>
                      </a:cubicBezTo>
                      <a:cubicBezTo>
                        <a:pt x="172" y="22"/>
                        <a:pt x="172" y="21"/>
                        <a:pt x="171" y="21"/>
                      </a:cubicBezTo>
                      <a:cubicBezTo>
                        <a:pt x="171" y="22"/>
                        <a:pt x="170" y="23"/>
                        <a:pt x="169" y="24"/>
                      </a:cubicBezTo>
                      <a:cubicBezTo>
                        <a:pt x="169" y="24"/>
                        <a:pt x="168" y="25"/>
                        <a:pt x="168" y="26"/>
                      </a:cubicBezTo>
                      <a:cubicBezTo>
                        <a:pt x="168" y="25"/>
                        <a:pt x="169" y="25"/>
                        <a:pt x="169" y="26"/>
                      </a:cubicBezTo>
                      <a:cubicBezTo>
                        <a:pt x="170" y="26"/>
                        <a:pt x="170" y="27"/>
                        <a:pt x="171" y="28"/>
                      </a:cubicBezTo>
                      <a:cubicBezTo>
                        <a:pt x="170" y="27"/>
                        <a:pt x="169" y="26"/>
                        <a:pt x="168" y="26"/>
                      </a:cubicBezTo>
                      <a:cubicBezTo>
                        <a:pt x="168" y="26"/>
                        <a:pt x="168" y="26"/>
                        <a:pt x="168" y="26"/>
                      </a:cubicBezTo>
                      <a:cubicBezTo>
                        <a:pt x="168" y="26"/>
                        <a:pt x="168" y="26"/>
                        <a:pt x="168" y="26"/>
                      </a:cubicBezTo>
                      <a:cubicBezTo>
                        <a:pt x="168" y="27"/>
                        <a:pt x="167" y="28"/>
                        <a:pt x="166" y="29"/>
                      </a:cubicBezTo>
                      <a:cubicBezTo>
                        <a:pt x="166" y="29"/>
                        <a:pt x="166" y="29"/>
                        <a:pt x="166" y="29"/>
                      </a:cubicBezTo>
                      <a:cubicBezTo>
                        <a:pt x="166" y="30"/>
                        <a:pt x="166" y="30"/>
                        <a:pt x="165" y="30"/>
                      </a:cubicBezTo>
                      <a:cubicBezTo>
                        <a:pt x="165" y="30"/>
                        <a:pt x="165" y="31"/>
                        <a:pt x="164" y="31"/>
                      </a:cubicBezTo>
                      <a:cubicBezTo>
                        <a:pt x="164" y="31"/>
                        <a:pt x="164" y="31"/>
                        <a:pt x="164" y="32"/>
                      </a:cubicBezTo>
                      <a:cubicBezTo>
                        <a:pt x="164" y="32"/>
                        <a:pt x="164" y="32"/>
                        <a:pt x="164" y="32"/>
                      </a:cubicBezTo>
                      <a:cubicBezTo>
                        <a:pt x="164" y="32"/>
                        <a:pt x="164" y="32"/>
                        <a:pt x="164" y="32"/>
                      </a:cubicBezTo>
                      <a:cubicBezTo>
                        <a:pt x="164" y="32"/>
                        <a:pt x="164" y="32"/>
                        <a:pt x="164" y="32"/>
                      </a:cubicBezTo>
                      <a:cubicBezTo>
                        <a:pt x="164" y="33"/>
                        <a:pt x="164" y="33"/>
                        <a:pt x="164" y="33"/>
                      </a:cubicBezTo>
                      <a:cubicBezTo>
                        <a:pt x="164" y="33"/>
                        <a:pt x="164" y="33"/>
                        <a:pt x="164" y="33"/>
                      </a:cubicBezTo>
                      <a:cubicBezTo>
                        <a:pt x="164" y="33"/>
                        <a:pt x="164" y="33"/>
                        <a:pt x="164" y="33"/>
                      </a:cubicBezTo>
                      <a:cubicBezTo>
                        <a:pt x="164" y="33"/>
                        <a:pt x="164" y="33"/>
                        <a:pt x="164" y="33"/>
                      </a:cubicBezTo>
                      <a:cubicBezTo>
                        <a:pt x="164" y="34"/>
                        <a:pt x="164" y="34"/>
                        <a:pt x="164" y="34"/>
                      </a:cubicBezTo>
                      <a:cubicBezTo>
                        <a:pt x="164" y="34"/>
                        <a:pt x="164" y="34"/>
                        <a:pt x="164" y="34"/>
                      </a:cubicBezTo>
                      <a:cubicBezTo>
                        <a:pt x="164" y="34"/>
                        <a:pt x="164" y="34"/>
                        <a:pt x="164" y="34"/>
                      </a:cubicBezTo>
                      <a:cubicBezTo>
                        <a:pt x="164" y="34"/>
                        <a:pt x="164" y="34"/>
                        <a:pt x="164" y="34"/>
                      </a:cubicBezTo>
                      <a:cubicBezTo>
                        <a:pt x="164" y="34"/>
                        <a:pt x="163" y="35"/>
                        <a:pt x="163" y="35"/>
                      </a:cubicBezTo>
                      <a:cubicBezTo>
                        <a:pt x="163" y="35"/>
                        <a:pt x="164" y="35"/>
                        <a:pt x="164" y="35"/>
                      </a:cubicBezTo>
                      <a:cubicBezTo>
                        <a:pt x="164" y="35"/>
                        <a:pt x="164" y="36"/>
                        <a:pt x="164" y="36"/>
                      </a:cubicBezTo>
                      <a:cubicBezTo>
                        <a:pt x="164" y="36"/>
                        <a:pt x="164" y="36"/>
                        <a:pt x="164" y="36"/>
                      </a:cubicBezTo>
                      <a:cubicBezTo>
                        <a:pt x="164" y="36"/>
                        <a:pt x="164" y="36"/>
                        <a:pt x="164" y="36"/>
                      </a:cubicBezTo>
                      <a:cubicBezTo>
                        <a:pt x="164" y="37"/>
                        <a:pt x="164" y="37"/>
                        <a:pt x="164" y="37"/>
                      </a:cubicBezTo>
                      <a:cubicBezTo>
                        <a:pt x="164" y="37"/>
                        <a:pt x="163" y="37"/>
                        <a:pt x="163" y="37"/>
                      </a:cubicBezTo>
                      <a:cubicBezTo>
                        <a:pt x="163" y="37"/>
                        <a:pt x="164" y="37"/>
                        <a:pt x="164" y="37"/>
                      </a:cubicBezTo>
                      <a:cubicBezTo>
                        <a:pt x="164" y="37"/>
                        <a:pt x="164" y="37"/>
                        <a:pt x="164" y="37"/>
                      </a:cubicBezTo>
                      <a:cubicBezTo>
                        <a:pt x="163" y="38"/>
                        <a:pt x="163" y="39"/>
                        <a:pt x="163" y="39"/>
                      </a:cubicBezTo>
                      <a:cubicBezTo>
                        <a:pt x="163" y="40"/>
                        <a:pt x="162" y="40"/>
                        <a:pt x="162" y="41"/>
                      </a:cubicBezTo>
                      <a:cubicBezTo>
                        <a:pt x="161" y="42"/>
                        <a:pt x="160" y="44"/>
                        <a:pt x="158" y="45"/>
                      </a:cubicBezTo>
                      <a:cubicBezTo>
                        <a:pt x="157" y="46"/>
                        <a:pt x="155" y="47"/>
                        <a:pt x="153" y="47"/>
                      </a:cubicBezTo>
                      <a:cubicBezTo>
                        <a:pt x="154" y="48"/>
                        <a:pt x="154" y="48"/>
                        <a:pt x="154" y="48"/>
                      </a:cubicBezTo>
                      <a:cubicBezTo>
                        <a:pt x="152" y="47"/>
                        <a:pt x="151" y="48"/>
                        <a:pt x="149" y="48"/>
                      </a:cubicBezTo>
                      <a:cubicBezTo>
                        <a:pt x="147" y="49"/>
                        <a:pt x="145" y="48"/>
                        <a:pt x="143" y="48"/>
                      </a:cubicBezTo>
                      <a:cubicBezTo>
                        <a:pt x="143" y="48"/>
                        <a:pt x="143" y="48"/>
                        <a:pt x="142" y="48"/>
                      </a:cubicBezTo>
                      <a:cubicBezTo>
                        <a:pt x="142" y="48"/>
                        <a:pt x="142" y="48"/>
                        <a:pt x="142" y="49"/>
                      </a:cubicBezTo>
                      <a:cubicBezTo>
                        <a:pt x="143" y="50"/>
                        <a:pt x="143" y="52"/>
                        <a:pt x="142" y="54"/>
                      </a:cubicBezTo>
                      <a:cubicBezTo>
                        <a:pt x="142" y="55"/>
                        <a:pt x="141" y="56"/>
                        <a:pt x="140" y="57"/>
                      </a:cubicBezTo>
                      <a:cubicBezTo>
                        <a:pt x="140" y="58"/>
                        <a:pt x="140" y="58"/>
                        <a:pt x="139" y="58"/>
                      </a:cubicBezTo>
                      <a:cubicBezTo>
                        <a:pt x="141" y="58"/>
                        <a:pt x="142" y="58"/>
                        <a:pt x="143" y="59"/>
                      </a:cubicBezTo>
                      <a:cubicBezTo>
                        <a:pt x="144" y="60"/>
                        <a:pt x="144" y="62"/>
                        <a:pt x="145" y="62"/>
                      </a:cubicBezTo>
                      <a:cubicBezTo>
                        <a:pt x="146" y="63"/>
                        <a:pt x="146" y="63"/>
                        <a:pt x="147" y="63"/>
                      </a:cubicBezTo>
                      <a:cubicBezTo>
                        <a:pt x="148" y="63"/>
                        <a:pt x="149" y="64"/>
                        <a:pt x="150" y="65"/>
                      </a:cubicBezTo>
                      <a:cubicBezTo>
                        <a:pt x="151" y="66"/>
                        <a:pt x="152" y="67"/>
                        <a:pt x="153" y="68"/>
                      </a:cubicBezTo>
                      <a:cubicBezTo>
                        <a:pt x="153" y="68"/>
                        <a:pt x="153" y="68"/>
                        <a:pt x="153" y="68"/>
                      </a:cubicBezTo>
                      <a:cubicBezTo>
                        <a:pt x="154" y="68"/>
                        <a:pt x="154" y="69"/>
                        <a:pt x="154" y="69"/>
                      </a:cubicBezTo>
                      <a:cubicBezTo>
                        <a:pt x="155" y="70"/>
                        <a:pt x="156" y="70"/>
                        <a:pt x="157" y="71"/>
                      </a:cubicBezTo>
                      <a:cubicBezTo>
                        <a:pt x="157" y="71"/>
                        <a:pt x="157" y="72"/>
                        <a:pt x="158" y="73"/>
                      </a:cubicBezTo>
                      <a:cubicBezTo>
                        <a:pt x="158" y="73"/>
                        <a:pt x="158" y="73"/>
                        <a:pt x="158" y="73"/>
                      </a:cubicBezTo>
                      <a:cubicBezTo>
                        <a:pt x="158" y="73"/>
                        <a:pt x="158" y="73"/>
                        <a:pt x="158" y="74"/>
                      </a:cubicBezTo>
                      <a:cubicBezTo>
                        <a:pt x="158" y="74"/>
                        <a:pt x="158" y="74"/>
                        <a:pt x="158" y="74"/>
                      </a:cubicBezTo>
                      <a:cubicBezTo>
                        <a:pt x="158" y="74"/>
                        <a:pt x="159" y="74"/>
                        <a:pt x="159" y="75"/>
                      </a:cubicBezTo>
                      <a:cubicBezTo>
                        <a:pt x="159" y="75"/>
                        <a:pt x="159" y="75"/>
                        <a:pt x="159" y="75"/>
                      </a:cubicBezTo>
                      <a:cubicBezTo>
                        <a:pt x="158" y="76"/>
                        <a:pt x="159" y="77"/>
                        <a:pt x="159" y="77"/>
                      </a:cubicBezTo>
                      <a:cubicBezTo>
                        <a:pt x="159" y="78"/>
                        <a:pt x="159" y="78"/>
                        <a:pt x="159" y="78"/>
                      </a:cubicBezTo>
                      <a:cubicBezTo>
                        <a:pt x="159" y="78"/>
                        <a:pt x="159" y="78"/>
                        <a:pt x="159" y="78"/>
                      </a:cubicBezTo>
                      <a:cubicBezTo>
                        <a:pt x="159" y="78"/>
                        <a:pt x="159" y="78"/>
                        <a:pt x="159" y="78"/>
                      </a:cubicBezTo>
                      <a:cubicBezTo>
                        <a:pt x="160" y="78"/>
                        <a:pt x="160" y="79"/>
                        <a:pt x="160" y="79"/>
                      </a:cubicBezTo>
                      <a:cubicBezTo>
                        <a:pt x="160" y="79"/>
                        <a:pt x="161" y="79"/>
                        <a:pt x="161" y="79"/>
                      </a:cubicBezTo>
                      <a:cubicBezTo>
                        <a:pt x="161" y="79"/>
                        <a:pt x="161" y="79"/>
                        <a:pt x="161" y="79"/>
                      </a:cubicBezTo>
                      <a:cubicBezTo>
                        <a:pt x="160" y="80"/>
                        <a:pt x="160" y="79"/>
                        <a:pt x="160" y="79"/>
                      </a:cubicBezTo>
                      <a:cubicBezTo>
                        <a:pt x="160" y="79"/>
                        <a:pt x="160" y="79"/>
                        <a:pt x="159" y="79"/>
                      </a:cubicBezTo>
                      <a:cubicBezTo>
                        <a:pt x="159" y="80"/>
                        <a:pt x="160" y="80"/>
                        <a:pt x="160" y="80"/>
                      </a:cubicBezTo>
                      <a:cubicBezTo>
                        <a:pt x="160" y="80"/>
                        <a:pt x="160" y="80"/>
                        <a:pt x="160" y="80"/>
                      </a:cubicBezTo>
                      <a:cubicBezTo>
                        <a:pt x="161" y="80"/>
                        <a:pt x="161" y="80"/>
                        <a:pt x="162" y="80"/>
                      </a:cubicBezTo>
                      <a:cubicBezTo>
                        <a:pt x="162" y="80"/>
                        <a:pt x="162" y="81"/>
                        <a:pt x="163" y="81"/>
                      </a:cubicBezTo>
                      <a:cubicBezTo>
                        <a:pt x="163" y="81"/>
                        <a:pt x="163" y="81"/>
                        <a:pt x="164" y="81"/>
                      </a:cubicBezTo>
                      <a:cubicBezTo>
                        <a:pt x="164" y="81"/>
                        <a:pt x="164" y="81"/>
                        <a:pt x="164" y="81"/>
                      </a:cubicBezTo>
                      <a:cubicBezTo>
                        <a:pt x="164" y="81"/>
                        <a:pt x="165" y="81"/>
                        <a:pt x="165" y="81"/>
                      </a:cubicBezTo>
                      <a:cubicBezTo>
                        <a:pt x="165" y="81"/>
                        <a:pt x="166" y="81"/>
                        <a:pt x="166" y="81"/>
                      </a:cubicBezTo>
                      <a:cubicBezTo>
                        <a:pt x="166" y="81"/>
                        <a:pt x="166" y="81"/>
                        <a:pt x="167" y="81"/>
                      </a:cubicBezTo>
                      <a:cubicBezTo>
                        <a:pt x="167" y="81"/>
                        <a:pt x="167" y="81"/>
                        <a:pt x="167" y="81"/>
                      </a:cubicBezTo>
                      <a:cubicBezTo>
                        <a:pt x="168" y="80"/>
                        <a:pt x="168" y="80"/>
                        <a:pt x="168" y="79"/>
                      </a:cubicBezTo>
                      <a:cubicBezTo>
                        <a:pt x="167" y="79"/>
                        <a:pt x="167" y="79"/>
                        <a:pt x="166" y="79"/>
                      </a:cubicBezTo>
                      <a:cubicBezTo>
                        <a:pt x="166" y="79"/>
                        <a:pt x="167" y="78"/>
                        <a:pt x="167" y="78"/>
                      </a:cubicBezTo>
                      <a:cubicBezTo>
                        <a:pt x="167" y="78"/>
                        <a:pt x="167" y="79"/>
                        <a:pt x="167" y="79"/>
                      </a:cubicBezTo>
                      <a:cubicBezTo>
                        <a:pt x="167" y="79"/>
                        <a:pt x="167" y="79"/>
                        <a:pt x="167" y="79"/>
                      </a:cubicBezTo>
                      <a:cubicBezTo>
                        <a:pt x="168" y="79"/>
                        <a:pt x="168" y="79"/>
                        <a:pt x="168" y="79"/>
                      </a:cubicBezTo>
                      <a:cubicBezTo>
                        <a:pt x="168" y="80"/>
                        <a:pt x="168" y="80"/>
                        <a:pt x="168" y="80"/>
                      </a:cubicBezTo>
                      <a:cubicBezTo>
                        <a:pt x="168" y="81"/>
                        <a:pt x="167" y="81"/>
                        <a:pt x="168" y="82"/>
                      </a:cubicBezTo>
                      <a:cubicBezTo>
                        <a:pt x="169" y="82"/>
                        <a:pt x="170" y="81"/>
                        <a:pt x="171" y="81"/>
                      </a:cubicBezTo>
                      <a:cubicBezTo>
                        <a:pt x="172" y="81"/>
                        <a:pt x="172" y="81"/>
                        <a:pt x="172" y="82"/>
                      </a:cubicBezTo>
                      <a:cubicBezTo>
                        <a:pt x="173" y="81"/>
                        <a:pt x="173" y="82"/>
                        <a:pt x="174" y="82"/>
                      </a:cubicBezTo>
                      <a:cubicBezTo>
                        <a:pt x="174" y="82"/>
                        <a:pt x="174" y="83"/>
                        <a:pt x="173" y="83"/>
                      </a:cubicBezTo>
                      <a:cubicBezTo>
                        <a:pt x="173" y="83"/>
                        <a:pt x="173" y="83"/>
                        <a:pt x="173" y="83"/>
                      </a:cubicBezTo>
                      <a:cubicBezTo>
                        <a:pt x="172" y="83"/>
                        <a:pt x="172" y="84"/>
                        <a:pt x="172" y="84"/>
                      </a:cubicBezTo>
                      <a:cubicBezTo>
                        <a:pt x="172" y="85"/>
                        <a:pt x="172" y="85"/>
                        <a:pt x="172" y="86"/>
                      </a:cubicBezTo>
                      <a:cubicBezTo>
                        <a:pt x="172" y="86"/>
                        <a:pt x="172" y="86"/>
                        <a:pt x="172" y="86"/>
                      </a:cubicBezTo>
                      <a:cubicBezTo>
                        <a:pt x="172" y="86"/>
                        <a:pt x="172" y="87"/>
                        <a:pt x="172" y="87"/>
                      </a:cubicBezTo>
                      <a:cubicBezTo>
                        <a:pt x="172" y="88"/>
                        <a:pt x="173" y="88"/>
                        <a:pt x="174" y="88"/>
                      </a:cubicBezTo>
                      <a:cubicBezTo>
                        <a:pt x="174" y="88"/>
                        <a:pt x="174" y="88"/>
                        <a:pt x="174" y="89"/>
                      </a:cubicBezTo>
                      <a:cubicBezTo>
                        <a:pt x="174" y="89"/>
                        <a:pt x="174" y="89"/>
                        <a:pt x="174" y="89"/>
                      </a:cubicBezTo>
                      <a:cubicBezTo>
                        <a:pt x="174" y="89"/>
                        <a:pt x="174" y="89"/>
                        <a:pt x="174" y="90"/>
                      </a:cubicBezTo>
                      <a:cubicBezTo>
                        <a:pt x="175" y="90"/>
                        <a:pt x="175" y="90"/>
                        <a:pt x="175" y="90"/>
                      </a:cubicBezTo>
                      <a:cubicBezTo>
                        <a:pt x="175" y="90"/>
                        <a:pt x="176" y="89"/>
                        <a:pt x="175" y="89"/>
                      </a:cubicBezTo>
                      <a:cubicBezTo>
                        <a:pt x="176" y="88"/>
                        <a:pt x="176" y="88"/>
                        <a:pt x="177" y="88"/>
                      </a:cubicBezTo>
                      <a:cubicBezTo>
                        <a:pt x="177" y="88"/>
                        <a:pt x="178" y="88"/>
                        <a:pt x="178" y="87"/>
                      </a:cubicBezTo>
                      <a:cubicBezTo>
                        <a:pt x="178" y="87"/>
                        <a:pt x="178" y="87"/>
                        <a:pt x="178" y="87"/>
                      </a:cubicBezTo>
                      <a:cubicBezTo>
                        <a:pt x="178" y="87"/>
                        <a:pt x="179" y="88"/>
                        <a:pt x="179" y="88"/>
                      </a:cubicBezTo>
                      <a:cubicBezTo>
                        <a:pt x="179" y="88"/>
                        <a:pt x="180" y="88"/>
                        <a:pt x="181" y="88"/>
                      </a:cubicBezTo>
                      <a:cubicBezTo>
                        <a:pt x="182" y="88"/>
                        <a:pt x="182" y="88"/>
                        <a:pt x="183" y="87"/>
                      </a:cubicBezTo>
                      <a:cubicBezTo>
                        <a:pt x="184" y="87"/>
                        <a:pt x="184" y="87"/>
                        <a:pt x="185" y="88"/>
                      </a:cubicBezTo>
                      <a:cubicBezTo>
                        <a:pt x="185" y="88"/>
                        <a:pt x="185" y="87"/>
                        <a:pt x="185" y="87"/>
                      </a:cubicBezTo>
                      <a:cubicBezTo>
                        <a:pt x="185" y="87"/>
                        <a:pt x="186" y="87"/>
                        <a:pt x="186" y="87"/>
                      </a:cubicBezTo>
                      <a:cubicBezTo>
                        <a:pt x="186" y="88"/>
                        <a:pt x="186" y="88"/>
                        <a:pt x="186" y="88"/>
                      </a:cubicBezTo>
                      <a:cubicBezTo>
                        <a:pt x="186" y="88"/>
                        <a:pt x="185" y="88"/>
                        <a:pt x="185" y="88"/>
                      </a:cubicBezTo>
                      <a:cubicBezTo>
                        <a:pt x="185" y="88"/>
                        <a:pt x="185" y="88"/>
                        <a:pt x="185" y="88"/>
                      </a:cubicBezTo>
                      <a:cubicBezTo>
                        <a:pt x="185" y="89"/>
                        <a:pt x="184" y="89"/>
                        <a:pt x="184" y="88"/>
                      </a:cubicBezTo>
                      <a:cubicBezTo>
                        <a:pt x="184" y="88"/>
                        <a:pt x="184" y="88"/>
                        <a:pt x="184" y="88"/>
                      </a:cubicBezTo>
                      <a:cubicBezTo>
                        <a:pt x="183" y="88"/>
                        <a:pt x="182" y="88"/>
                        <a:pt x="183" y="89"/>
                      </a:cubicBezTo>
                      <a:cubicBezTo>
                        <a:pt x="183" y="89"/>
                        <a:pt x="183" y="90"/>
                        <a:pt x="183" y="90"/>
                      </a:cubicBezTo>
                      <a:cubicBezTo>
                        <a:pt x="183" y="91"/>
                        <a:pt x="183" y="91"/>
                        <a:pt x="182" y="92"/>
                      </a:cubicBezTo>
                      <a:cubicBezTo>
                        <a:pt x="182" y="92"/>
                        <a:pt x="182" y="92"/>
                        <a:pt x="181" y="92"/>
                      </a:cubicBezTo>
                      <a:cubicBezTo>
                        <a:pt x="180" y="92"/>
                        <a:pt x="179" y="92"/>
                        <a:pt x="178" y="92"/>
                      </a:cubicBezTo>
                      <a:cubicBezTo>
                        <a:pt x="177" y="91"/>
                        <a:pt x="177" y="90"/>
                        <a:pt x="176" y="90"/>
                      </a:cubicBezTo>
                      <a:cubicBezTo>
                        <a:pt x="176" y="90"/>
                        <a:pt x="175" y="90"/>
                        <a:pt x="175" y="91"/>
                      </a:cubicBezTo>
                      <a:cubicBezTo>
                        <a:pt x="174" y="91"/>
                        <a:pt x="174" y="91"/>
                        <a:pt x="173" y="91"/>
                      </a:cubicBezTo>
                      <a:cubicBezTo>
                        <a:pt x="173" y="91"/>
                        <a:pt x="172" y="90"/>
                        <a:pt x="172" y="90"/>
                      </a:cubicBezTo>
                      <a:cubicBezTo>
                        <a:pt x="172" y="90"/>
                        <a:pt x="172" y="89"/>
                        <a:pt x="171" y="89"/>
                      </a:cubicBezTo>
                      <a:cubicBezTo>
                        <a:pt x="171" y="89"/>
                        <a:pt x="171" y="89"/>
                        <a:pt x="171" y="89"/>
                      </a:cubicBezTo>
                      <a:cubicBezTo>
                        <a:pt x="171" y="89"/>
                        <a:pt x="171" y="88"/>
                        <a:pt x="171" y="88"/>
                      </a:cubicBezTo>
                      <a:cubicBezTo>
                        <a:pt x="170" y="88"/>
                        <a:pt x="170" y="88"/>
                        <a:pt x="170" y="88"/>
                      </a:cubicBezTo>
                      <a:cubicBezTo>
                        <a:pt x="170" y="87"/>
                        <a:pt x="170" y="87"/>
                        <a:pt x="170" y="87"/>
                      </a:cubicBezTo>
                      <a:cubicBezTo>
                        <a:pt x="170" y="87"/>
                        <a:pt x="170" y="86"/>
                        <a:pt x="171" y="86"/>
                      </a:cubicBezTo>
                      <a:cubicBezTo>
                        <a:pt x="171" y="86"/>
                        <a:pt x="171" y="86"/>
                        <a:pt x="171" y="86"/>
                      </a:cubicBezTo>
                      <a:cubicBezTo>
                        <a:pt x="171" y="85"/>
                        <a:pt x="170" y="85"/>
                        <a:pt x="170" y="85"/>
                      </a:cubicBezTo>
                      <a:cubicBezTo>
                        <a:pt x="170" y="85"/>
                        <a:pt x="170" y="85"/>
                        <a:pt x="170" y="84"/>
                      </a:cubicBezTo>
                      <a:cubicBezTo>
                        <a:pt x="169" y="84"/>
                        <a:pt x="169" y="83"/>
                        <a:pt x="169" y="83"/>
                      </a:cubicBezTo>
                      <a:cubicBezTo>
                        <a:pt x="169" y="83"/>
                        <a:pt x="169" y="83"/>
                        <a:pt x="169" y="83"/>
                      </a:cubicBezTo>
                      <a:cubicBezTo>
                        <a:pt x="168" y="83"/>
                        <a:pt x="168" y="83"/>
                        <a:pt x="168" y="83"/>
                      </a:cubicBezTo>
                      <a:cubicBezTo>
                        <a:pt x="168" y="83"/>
                        <a:pt x="168" y="83"/>
                        <a:pt x="168" y="83"/>
                      </a:cubicBezTo>
                      <a:cubicBezTo>
                        <a:pt x="168" y="83"/>
                        <a:pt x="167" y="83"/>
                        <a:pt x="167" y="83"/>
                      </a:cubicBezTo>
                      <a:cubicBezTo>
                        <a:pt x="167" y="83"/>
                        <a:pt x="167" y="83"/>
                        <a:pt x="167" y="83"/>
                      </a:cubicBezTo>
                      <a:cubicBezTo>
                        <a:pt x="167" y="83"/>
                        <a:pt x="167" y="83"/>
                        <a:pt x="167" y="84"/>
                      </a:cubicBezTo>
                      <a:cubicBezTo>
                        <a:pt x="167" y="84"/>
                        <a:pt x="167" y="84"/>
                        <a:pt x="167" y="84"/>
                      </a:cubicBezTo>
                      <a:cubicBezTo>
                        <a:pt x="167" y="84"/>
                        <a:pt x="167" y="84"/>
                        <a:pt x="167" y="84"/>
                      </a:cubicBezTo>
                      <a:cubicBezTo>
                        <a:pt x="167" y="85"/>
                        <a:pt x="167" y="85"/>
                        <a:pt x="167" y="85"/>
                      </a:cubicBezTo>
                      <a:cubicBezTo>
                        <a:pt x="167" y="85"/>
                        <a:pt x="167" y="86"/>
                        <a:pt x="168" y="86"/>
                      </a:cubicBezTo>
                      <a:cubicBezTo>
                        <a:pt x="168" y="86"/>
                        <a:pt x="168" y="86"/>
                        <a:pt x="168" y="86"/>
                      </a:cubicBezTo>
                      <a:cubicBezTo>
                        <a:pt x="169" y="86"/>
                        <a:pt x="169" y="87"/>
                        <a:pt x="170" y="87"/>
                      </a:cubicBezTo>
                      <a:cubicBezTo>
                        <a:pt x="170" y="87"/>
                        <a:pt x="170" y="88"/>
                        <a:pt x="170" y="88"/>
                      </a:cubicBezTo>
                      <a:cubicBezTo>
                        <a:pt x="170" y="88"/>
                        <a:pt x="171" y="89"/>
                        <a:pt x="171" y="89"/>
                      </a:cubicBezTo>
                      <a:cubicBezTo>
                        <a:pt x="171" y="89"/>
                        <a:pt x="171" y="90"/>
                        <a:pt x="171" y="90"/>
                      </a:cubicBezTo>
                      <a:cubicBezTo>
                        <a:pt x="172" y="90"/>
                        <a:pt x="172" y="91"/>
                        <a:pt x="172" y="91"/>
                      </a:cubicBezTo>
                      <a:cubicBezTo>
                        <a:pt x="172" y="91"/>
                        <a:pt x="172" y="92"/>
                        <a:pt x="172" y="92"/>
                      </a:cubicBezTo>
                      <a:cubicBezTo>
                        <a:pt x="172" y="92"/>
                        <a:pt x="172" y="92"/>
                        <a:pt x="172" y="92"/>
                      </a:cubicBezTo>
                      <a:cubicBezTo>
                        <a:pt x="173" y="92"/>
                        <a:pt x="173" y="92"/>
                        <a:pt x="174" y="92"/>
                      </a:cubicBezTo>
                      <a:cubicBezTo>
                        <a:pt x="175" y="92"/>
                        <a:pt x="177" y="93"/>
                        <a:pt x="177" y="94"/>
                      </a:cubicBezTo>
                      <a:cubicBezTo>
                        <a:pt x="177" y="94"/>
                        <a:pt x="177" y="94"/>
                        <a:pt x="177" y="94"/>
                      </a:cubicBezTo>
                      <a:cubicBezTo>
                        <a:pt x="177" y="95"/>
                        <a:pt x="177" y="95"/>
                        <a:pt x="177" y="95"/>
                      </a:cubicBezTo>
                      <a:cubicBezTo>
                        <a:pt x="177" y="95"/>
                        <a:pt x="177" y="96"/>
                        <a:pt x="177" y="96"/>
                      </a:cubicBezTo>
                      <a:cubicBezTo>
                        <a:pt x="176" y="96"/>
                        <a:pt x="177" y="96"/>
                        <a:pt x="177" y="95"/>
                      </a:cubicBezTo>
                      <a:cubicBezTo>
                        <a:pt x="177" y="95"/>
                        <a:pt x="177" y="95"/>
                        <a:pt x="177" y="95"/>
                      </a:cubicBezTo>
                      <a:cubicBezTo>
                        <a:pt x="177" y="95"/>
                        <a:pt x="176" y="95"/>
                        <a:pt x="176" y="95"/>
                      </a:cubicBezTo>
                      <a:cubicBezTo>
                        <a:pt x="176" y="95"/>
                        <a:pt x="175" y="95"/>
                        <a:pt x="175" y="94"/>
                      </a:cubicBezTo>
                      <a:cubicBezTo>
                        <a:pt x="175" y="94"/>
                        <a:pt x="175" y="94"/>
                        <a:pt x="174" y="94"/>
                      </a:cubicBezTo>
                      <a:cubicBezTo>
                        <a:pt x="174" y="94"/>
                        <a:pt x="174" y="94"/>
                        <a:pt x="174" y="95"/>
                      </a:cubicBezTo>
                      <a:cubicBezTo>
                        <a:pt x="173" y="96"/>
                        <a:pt x="173" y="97"/>
                        <a:pt x="172" y="99"/>
                      </a:cubicBezTo>
                      <a:cubicBezTo>
                        <a:pt x="172" y="99"/>
                        <a:pt x="171" y="99"/>
                        <a:pt x="171" y="98"/>
                      </a:cubicBezTo>
                      <a:cubicBezTo>
                        <a:pt x="171" y="98"/>
                        <a:pt x="172" y="98"/>
                        <a:pt x="172" y="98"/>
                      </a:cubicBezTo>
                      <a:cubicBezTo>
                        <a:pt x="171" y="98"/>
                        <a:pt x="171" y="97"/>
                        <a:pt x="170" y="97"/>
                      </a:cubicBezTo>
                      <a:cubicBezTo>
                        <a:pt x="170" y="97"/>
                        <a:pt x="169" y="98"/>
                        <a:pt x="169" y="98"/>
                      </a:cubicBezTo>
                      <a:cubicBezTo>
                        <a:pt x="168" y="98"/>
                        <a:pt x="167" y="97"/>
                        <a:pt x="166" y="98"/>
                      </a:cubicBezTo>
                      <a:cubicBezTo>
                        <a:pt x="166" y="97"/>
                        <a:pt x="166" y="97"/>
                        <a:pt x="166" y="97"/>
                      </a:cubicBezTo>
                      <a:cubicBezTo>
                        <a:pt x="165" y="97"/>
                        <a:pt x="165" y="97"/>
                        <a:pt x="165" y="97"/>
                      </a:cubicBezTo>
                      <a:cubicBezTo>
                        <a:pt x="164" y="97"/>
                        <a:pt x="163" y="97"/>
                        <a:pt x="163" y="97"/>
                      </a:cubicBezTo>
                      <a:cubicBezTo>
                        <a:pt x="161" y="97"/>
                        <a:pt x="160" y="97"/>
                        <a:pt x="159" y="98"/>
                      </a:cubicBezTo>
                      <a:cubicBezTo>
                        <a:pt x="159" y="97"/>
                        <a:pt x="159" y="97"/>
                        <a:pt x="159" y="97"/>
                      </a:cubicBezTo>
                      <a:cubicBezTo>
                        <a:pt x="158" y="96"/>
                        <a:pt x="158" y="96"/>
                        <a:pt x="158" y="96"/>
                      </a:cubicBezTo>
                      <a:cubicBezTo>
                        <a:pt x="158" y="95"/>
                        <a:pt x="158" y="95"/>
                        <a:pt x="157" y="95"/>
                      </a:cubicBezTo>
                      <a:cubicBezTo>
                        <a:pt x="157" y="95"/>
                        <a:pt x="157" y="95"/>
                        <a:pt x="157" y="95"/>
                      </a:cubicBezTo>
                      <a:cubicBezTo>
                        <a:pt x="157" y="95"/>
                        <a:pt x="158" y="95"/>
                        <a:pt x="158" y="94"/>
                      </a:cubicBezTo>
                      <a:cubicBezTo>
                        <a:pt x="159" y="94"/>
                        <a:pt x="158" y="93"/>
                        <a:pt x="158" y="93"/>
                      </a:cubicBezTo>
                      <a:cubicBezTo>
                        <a:pt x="158" y="92"/>
                        <a:pt x="159" y="91"/>
                        <a:pt x="159" y="90"/>
                      </a:cubicBezTo>
                      <a:cubicBezTo>
                        <a:pt x="159" y="90"/>
                        <a:pt x="159" y="90"/>
                        <a:pt x="159" y="89"/>
                      </a:cubicBezTo>
                      <a:cubicBezTo>
                        <a:pt x="159" y="89"/>
                        <a:pt x="158" y="89"/>
                        <a:pt x="158" y="89"/>
                      </a:cubicBezTo>
                      <a:cubicBezTo>
                        <a:pt x="158" y="89"/>
                        <a:pt x="159" y="89"/>
                        <a:pt x="159" y="89"/>
                      </a:cubicBezTo>
                      <a:cubicBezTo>
                        <a:pt x="158" y="88"/>
                        <a:pt x="157" y="88"/>
                        <a:pt x="156" y="88"/>
                      </a:cubicBezTo>
                      <a:cubicBezTo>
                        <a:pt x="155" y="88"/>
                        <a:pt x="154" y="89"/>
                        <a:pt x="153" y="89"/>
                      </a:cubicBezTo>
                      <a:cubicBezTo>
                        <a:pt x="153" y="89"/>
                        <a:pt x="152" y="90"/>
                        <a:pt x="152" y="90"/>
                      </a:cubicBezTo>
                      <a:cubicBezTo>
                        <a:pt x="151" y="91"/>
                        <a:pt x="151" y="91"/>
                        <a:pt x="151" y="91"/>
                      </a:cubicBezTo>
                      <a:cubicBezTo>
                        <a:pt x="151" y="91"/>
                        <a:pt x="151" y="92"/>
                        <a:pt x="151" y="92"/>
                      </a:cubicBezTo>
                      <a:cubicBezTo>
                        <a:pt x="151" y="92"/>
                        <a:pt x="151" y="92"/>
                        <a:pt x="150" y="92"/>
                      </a:cubicBezTo>
                      <a:cubicBezTo>
                        <a:pt x="150" y="92"/>
                        <a:pt x="150" y="91"/>
                        <a:pt x="150" y="91"/>
                      </a:cubicBezTo>
                      <a:cubicBezTo>
                        <a:pt x="150" y="91"/>
                        <a:pt x="149" y="91"/>
                        <a:pt x="149" y="91"/>
                      </a:cubicBezTo>
                      <a:cubicBezTo>
                        <a:pt x="149" y="91"/>
                        <a:pt x="150" y="91"/>
                        <a:pt x="150" y="91"/>
                      </a:cubicBezTo>
                      <a:cubicBezTo>
                        <a:pt x="150" y="91"/>
                        <a:pt x="149" y="91"/>
                        <a:pt x="149" y="91"/>
                      </a:cubicBezTo>
                      <a:cubicBezTo>
                        <a:pt x="148" y="91"/>
                        <a:pt x="148" y="92"/>
                        <a:pt x="147" y="92"/>
                      </a:cubicBezTo>
                      <a:cubicBezTo>
                        <a:pt x="147" y="92"/>
                        <a:pt x="146" y="92"/>
                        <a:pt x="146" y="92"/>
                      </a:cubicBezTo>
                      <a:cubicBezTo>
                        <a:pt x="146" y="92"/>
                        <a:pt x="146" y="93"/>
                        <a:pt x="146" y="93"/>
                      </a:cubicBezTo>
                      <a:cubicBezTo>
                        <a:pt x="146" y="93"/>
                        <a:pt x="146" y="93"/>
                        <a:pt x="145" y="93"/>
                      </a:cubicBezTo>
                      <a:cubicBezTo>
                        <a:pt x="145" y="93"/>
                        <a:pt x="145" y="94"/>
                        <a:pt x="145" y="94"/>
                      </a:cubicBezTo>
                      <a:cubicBezTo>
                        <a:pt x="145" y="94"/>
                        <a:pt x="145" y="94"/>
                        <a:pt x="145" y="94"/>
                      </a:cubicBezTo>
                      <a:cubicBezTo>
                        <a:pt x="145" y="95"/>
                        <a:pt x="145" y="95"/>
                        <a:pt x="145" y="95"/>
                      </a:cubicBezTo>
                      <a:cubicBezTo>
                        <a:pt x="145" y="95"/>
                        <a:pt x="145" y="95"/>
                        <a:pt x="145" y="95"/>
                      </a:cubicBezTo>
                      <a:cubicBezTo>
                        <a:pt x="145" y="95"/>
                        <a:pt x="146" y="95"/>
                        <a:pt x="146" y="95"/>
                      </a:cubicBezTo>
                      <a:cubicBezTo>
                        <a:pt x="146" y="95"/>
                        <a:pt x="147" y="95"/>
                        <a:pt x="147" y="96"/>
                      </a:cubicBezTo>
                      <a:cubicBezTo>
                        <a:pt x="147" y="96"/>
                        <a:pt x="147" y="96"/>
                        <a:pt x="147" y="96"/>
                      </a:cubicBezTo>
                      <a:cubicBezTo>
                        <a:pt x="147" y="96"/>
                        <a:pt x="147" y="96"/>
                        <a:pt x="147" y="96"/>
                      </a:cubicBezTo>
                      <a:cubicBezTo>
                        <a:pt x="146" y="97"/>
                        <a:pt x="146" y="97"/>
                        <a:pt x="145" y="97"/>
                      </a:cubicBezTo>
                      <a:cubicBezTo>
                        <a:pt x="145" y="97"/>
                        <a:pt x="144" y="97"/>
                        <a:pt x="144" y="96"/>
                      </a:cubicBezTo>
                      <a:cubicBezTo>
                        <a:pt x="144" y="96"/>
                        <a:pt x="143" y="96"/>
                        <a:pt x="143" y="96"/>
                      </a:cubicBezTo>
                      <a:cubicBezTo>
                        <a:pt x="143" y="96"/>
                        <a:pt x="143" y="96"/>
                        <a:pt x="143" y="95"/>
                      </a:cubicBezTo>
                      <a:cubicBezTo>
                        <a:pt x="141" y="96"/>
                        <a:pt x="141" y="97"/>
                        <a:pt x="139" y="97"/>
                      </a:cubicBezTo>
                      <a:cubicBezTo>
                        <a:pt x="139" y="97"/>
                        <a:pt x="139" y="98"/>
                        <a:pt x="139" y="98"/>
                      </a:cubicBezTo>
                      <a:cubicBezTo>
                        <a:pt x="139" y="98"/>
                        <a:pt x="139" y="98"/>
                        <a:pt x="139" y="98"/>
                      </a:cubicBezTo>
                      <a:cubicBezTo>
                        <a:pt x="139" y="98"/>
                        <a:pt x="139" y="98"/>
                        <a:pt x="139" y="98"/>
                      </a:cubicBezTo>
                      <a:cubicBezTo>
                        <a:pt x="139" y="98"/>
                        <a:pt x="138" y="99"/>
                        <a:pt x="138" y="99"/>
                      </a:cubicBezTo>
                      <a:cubicBezTo>
                        <a:pt x="138" y="99"/>
                        <a:pt x="138" y="99"/>
                        <a:pt x="137" y="99"/>
                      </a:cubicBezTo>
                      <a:cubicBezTo>
                        <a:pt x="137" y="99"/>
                        <a:pt x="137" y="99"/>
                        <a:pt x="138" y="99"/>
                      </a:cubicBezTo>
                      <a:cubicBezTo>
                        <a:pt x="138" y="99"/>
                        <a:pt x="138" y="99"/>
                        <a:pt x="138" y="100"/>
                      </a:cubicBezTo>
                      <a:cubicBezTo>
                        <a:pt x="138" y="100"/>
                        <a:pt x="138" y="100"/>
                        <a:pt x="138" y="100"/>
                      </a:cubicBezTo>
                      <a:cubicBezTo>
                        <a:pt x="137" y="100"/>
                        <a:pt x="137" y="101"/>
                        <a:pt x="136" y="101"/>
                      </a:cubicBezTo>
                      <a:cubicBezTo>
                        <a:pt x="136" y="101"/>
                        <a:pt x="135" y="101"/>
                        <a:pt x="135" y="100"/>
                      </a:cubicBezTo>
                      <a:cubicBezTo>
                        <a:pt x="135" y="101"/>
                        <a:pt x="134" y="101"/>
                        <a:pt x="134" y="101"/>
                      </a:cubicBezTo>
                      <a:cubicBezTo>
                        <a:pt x="134" y="101"/>
                        <a:pt x="134" y="101"/>
                        <a:pt x="134" y="101"/>
                      </a:cubicBezTo>
                      <a:cubicBezTo>
                        <a:pt x="134" y="101"/>
                        <a:pt x="134" y="101"/>
                        <a:pt x="134" y="102"/>
                      </a:cubicBezTo>
                      <a:cubicBezTo>
                        <a:pt x="134" y="102"/>
                        <a:pt x="134" y="102"/>
                        <a:pt x="134" y="102"/>
                      </a:cubicBezTo>
                      <a:cubicBezTo>
                        <a:pt x="134" y="102"/>
                        <a:pt x="134" y="102"/>
                        <a:pt x="134" y="102"/>
                      </a:cubicBezTo>
                      <a:cubicBezTo>
                        <a:pt x="134" y="102"/>
                        <a:pt x="134" y="103"/>
                        <a:pt x="134" y="103"/>
                      </a:cubicBezTo>
                      <a:cubicBezTo>
                        <a:pt x="134" y="103"/>
                        <a:pt x="133" y="103"/>
                        <a:pt x="133" y="103"/>
                      </a:cubicBezTo>
                      <a:cubicBezTo>
                        <a:pt x="133" y="103"/>
                        <a:pt x="133" y="103"/>
                        <a:pt x="133" y="103"/>
                      </a:cubicBezTo>
                      <a:cubicBezTo>
                        <a:pt x="133" y="103"/>
                        <a:pt x="132" y="103"/>
                        <a:pt x="132" y="103"/>
                      </a:cubicBezTo>
                      <a:cubicBezTo>
                        <a:pt x="131" y="103"/>
                        <a:pt x="131" y="104"/>
                        <a:pt x="131" y="104"/>
                      </a:cubicBezTo>
                      <a:cubicBezTo>
                        <a:pt x="131" y="104"/>
                        <a:pt x="130" y="104"/>
                        <a:pt x="130" y="104"/>
                      </a:cubicBezTo>
                      <a:cubicBezTo>
                        <a:pt x="130" y="104"/>
                        <a:pt x="130" y="104"/>
                        <a:pt x="130" y="104"/>
                      </a:cubicBezTo>
                      <a:cubicBezTo>
                        <a:pt x="130" y="104"/>
                        <a:pt x="130" y="103"/>
                        <a:pt x="131" y="103"/>
                      </a:cubicBezTo>
                      <a:cubicBezTo>
                        <a:pt x="131" y="103"/>
                        <a:pt x="131" y="103"/>
                        <a:pt x="132" y="103"/>
                      </a:cubicBezTo>
                      <a:cubicBezTo>
                        <a:pt x="132" y="103"/>
                        <a:pt x="133" y="102"/>
                        <a:pt x="133" y="102"/>
                      </a:cubicBezTo>
                      <a:cubicBezTo>
                        <a:pt x="133" y="102"/>
                        <a:pt x="133" y="102"/>
                        <a:pt x="132" y="102"/>
                      </a:cubicBezTo>
                      <a:cubicBezTo>
                        <a:pt x="132" y="102"/>
                        <a:pt x="132" y="102"/>
                        <a:pt x="132" y="102"/>
                      </a:cubicBezTo>
                      <a:cubicBezTo>
                        <a:pt x="132" y="102"/>
                        <a:pt x="131" y="102"/>
                        <a:pt x="131" y="103"/>
                      </a:cubicBezTo>
                      <a:cubicBezTo>
                        <a:pt x="130" y="103"/>
                        <a:pt x="130" y="103"/>
                        <a:pt x="130" y="103"/>
                      </a:cubicBezTo>
                      <a:cubicBezTo>
                        <a:pt x="130" y="104"/>
                        <a:pt x="130" y="104"/>
                        <a:pt x="130" y="104"/>
                      </a:cubicBezTo>
                      <a:cubicBezTo>
                        <a:pt x="130" y="105"/>
                        <a:pt x="130" y="105"/>
                        <a:pt x="131" y="106"/>
                      </a:cubicBezTo>
                      <a:cubicBezTo>
                        <a:pt x="132" y="106"/>
                        <a:pt x="132" y="107"/>
                        <a:pt x="133" y="107"/>
                      </a:cubicBezTo>
                      <a:cubicBezTo>
                        <a:pt x="134" y="108"/>
                        <a:pt x="134" y="108"/>
                        <a:pt x="135" y="108"/>
                      </a:cubicBezTo>
                      <a:cubicBezTo>
                        <a:pt x="136" y="108"/>
                        <a:pt x="137" y="108"/>
                        <a:pt x="138" y="108"/>
                      </a:cubicBezTo>
                      <a:cubicBezTo>
                        <a:pt x="138" y="109"/>
                        <a:pt x="139" y="109"/>
                        <a:pt x="140" y="109"/>
                      </a:cubicBezTo>
                      <a:cubicBezTo>
                        <a:pt x="141" y="109"/>
                        <a:pt x="142" y="110"/>
                        <a:pt x="143" y="110"/>
                      </a:cubicBezTo>
                      <a:cubicBezTo>
                        <a:pt x="143" y="110"/>
                        <a:pt x="144" y="110"/>
                        <a:pt x="144" y="111"/>
                      </a:cubicBezTo>
                      <a:cubicBezTo>
                        <a:pt x="144" y="111"/>
                        <a:pt x="144" y="111"/>
                        <a:pt x="144" y="111"/>
                      </a:cubicBezTo>
                      <a:cubicBezTo>
                        <a:pt x="144" y="112"/>
                        <a:pt x="145" y="112"/>
                        <a:pt x="145" y="112"/>
                      </a:cubicBezTo>
                      <a:cubicBezTo>
                        <a:pt x="145" y="112"/>
                        <a:pt x="146" y="112"/>
                        <a:pt x="146" y="112"/>
                      </a:cubicBezTo>
                      <a:cubicBezTo>
                        <a:pt x="146" y="111"/>
                        <a:pt x="146" y="111"/>
                        <a:pt x="146" y="111"/>
                      </a:cubicBezTo>
                      <a:cubicBezTo>
                        <a:pt x="145" y="111"/>
                        <a:pt x="145" y="110"/>
                        <a:pt x="145" y="110"/>
                      </a:cubicBezTo>
                      <a:cubicBezTo>
                        <a:pt x="145" y="110"/>
                        <a:pt x="145" y="110"/>
                        <a:pt x="146" y="110"/>
                      </a:cubicBezTo>
                      <a:cubicBezTo>
                        <a:pt x="145" y="110"/>
                        <a:pt x="146" y="111"/>
                        <a:pt x="146" y="111"/>
                      </a:cubicBezTo>
                      <a:cubicBezTo>
                        <a:pt x="146" y="111"/>
                        <a:pt x="147" y="111"/>
                        <a:pt x="147" y="112"/>
                      </a:cubicBezTo>
                      <a:cubicBezTo>
                        <a:pt x="147" y="112"/>
                        <a:pt x="147" y="112"/>
                        <a:pt x="148" y="112"/>
                      </a:cubicBezTo>
                      <a:cubicBezTo>
                        <a:pt x="148" y="111"/>
                        <a:pt x="148" y="111"/>
                        <a:pt x="148" y="111"/>
                      </a:cubicBezTo>
                      <a:cubicBezTo>
                        <a:pt x="148" y="111"/>
                        <a:pt x="148" y="111"/>
                        <a:pt x="148" y="112"/>
                      </a:cubicBezTo>
                      <a:cubicBezTo>
                        <a:pt x="148" y="112"/>
                        <a:pt x="148" y="112"/>
                        <a:pt x="148" y="112"/>
                      </a:cubicBezTo>
                      <a:cubicBezTo>
                        <a:pt x="147" y="113"/>
                        <a:pt x="147" y="113"/>
                        <a:pt x="146" y="114"/>
                      </a:cubicBezTo>
                      <a:cubicBezTo>
                        <a:pt x="146" y="114"/>
                        <a:pt x="146" y="114"/>
                        <a:pt x="146" y="114"/>
                      </a:cubicBezTo>
                      <a:cubicBezTo>
                        <a:pt x="146" y="114"/>
                        <a:pt x="146" y="114"/>
                        <a:pt x="146" y="114"/>
                      </a:cubicBezTo>
                      <a:cubicBezTo>
                        <a:pt x="145" y="113"/>
                        <a:pt x="145" y="113"/>
                        <a:pt x="145" y="113"/>
                      </a:cubicBezTo>
                      <a:cubicBezTo>
                        <a:pt x="144" y="112"/>
                        <a:pt x="144" y="112"/>
                        <a:pt x="143" y="112"/>
                      </a:cubicBezTo>
                      <a:cubicBezTo>
                        <a:pt x="143" y="112"/>
                        <a:pt x="143" y="111"/>
                        <a:pt x="144" y="111"/>
                      </a:cubicBezTo>
                      <a:cubicBezTo>
                        <a:pt x="143" y="111"/>
                        <a:pt x="143" y="111"/>
                        <a:pt x="142" y="110"/>
                      </a:cubicBezTo>
                      <a:cubicBezTo>
                        <a:pt x="142" y="110"/>
                        <a:pt x="141" y="110"/>
                        <a:pt x="141" y="111"/>
                      </a:cubicBezTo>
                      <a:cubicBezTo>
                        <a:pt x="141" y="111"/>
                        <a:pt x="141" y="112"/>
                        <a:pt x="140" y="112"/>
                      </a:cubicBezTo>
                      <a:cubicBezTo>
                        <a:pt x="140" y="113"/>
                        <a:pt x="139" y="113"/>
                        <a:pt x="138" y="112"/>
                      </a:cubicBezTo>
                      <a:cubicBezTo>
                        <a:pt x="138" y="112"/>
                        <a:pt x="138" y="112"/>
                        <a:pt x="138" y="112"/>
                      </a:cubicBezTo>
                      <a:cubicBezTo>
                        <a:pt x="138" y="112"/>
                        <a:pt x="138" y="113"/>
                        <a:pt x="138" y="113"/>
                      </a:cubicBezTo>
                      <a:cubicBezTo>
                        <a:pt x="138" y="113"/>
                        <a:pt x="138" y="113"/>
                        <a:pt x="138" y="113"/>
                      </a:cubicBezTo>
                      <a:cubicBezTo>
                        <a:pt x="139" y="113"/>
                        <a:pt x="139" y="114"/>
                        <a:pt x="139" y="114"/>
                      </a:cubicBezTo>
                      <a:cubicBezTo>
                        <a:pt x="139" y="114"/>
                        <a:pt x="139" y="114"/>
                        <a:pt x="139" y="115"/>
                      </a:cubicBezTo>
                      <a:cubicBezTo>
                        <a:pt x="140" y="115"/>
                        <a:pt x="141" y="116"/>
                        <a:pt x="141" y="116"/>
                      </a:cubicBezTo>
                      <a:cubicBezTo>
                        <a:pt x="141" y="117"/>
                        <a:pt x="141" y="117"/>
                        <a:pt x="141" y="117"/>
                      </a:cubicBezTo>
                      <a:cubicBezTo>
                        <a:pt x="141" y="117"/>
                        <a:pt x="141" y="117"/>
                        <a:pt x="142" y="117"/>
                      </a:cubicBezTo>
                      <a:cubicBezTo>
                        <a:pt x="141" y="118"/>
                        <a:pt x="141" y="117"/>
                        <a:pt x="141" y="118"/>
                      </a:cubicBezTo>
                      <a:cubicBezTo>
                        <a:pt x="141" y="118"/>
                        <a:pt x="141" y="118"/>
                        <a:pt x="141" y="118"/>
                      </a:cubicBezTo>
                      <a:cubicBezTo>
                        <a:pt x="141" y="119"/>
                        <a:pt x="141" y="120"/>
                        <a:pt x="142" y="121"/>
                      </a:cubicBezTo>
                      <a:cubicBezTo>
                        <a:pt x="143" y="121"/>
                        <a:pt x="144" y="121"/>
                        <a:pt x="144" y="121"/>
                      </a:cubicBezTo>
                      <a:cubicBezTo>
                        <a:pt x="146" y="122"/>
                        <a:pt x="148" y="122"/>
                        <a:pt x="150" y="123"/>
                      </a:cubicBezTo>
                      <a:cubicBezTo>
                        <a:pt x="151" y="124"/>
                        <a:pt x="151" y="123"/>
                        <a:pt x="151" y="123"/>
                      </a:cubicBezTo>
                      <a:cubicBezTo>
                        <a:pt x="152" y="122"/>
                        <a:pt x="152" y="122"/>
                        <a:pt x="152" y="122"/>
                      </a:cubicBezTo>
                      <a:cubicBezTo>
                        <a:pt x="153" y="122"/>
                        <a:pt x="153" y="122"/>
                        <a:pt x="153" y="122"/>
                      </a:cubicBezTo>
                      <a:cubicBezTo>
                        <a:pt x="153" y="122"/>
                        <a:pt x="154" y="122"/>
                        <a:pt x="154" y="122"/>
                      </a:cubicBezTo>
                      <a:cubicBezTo>
                        <a:pt x="154" y="122"/>
                        <a:pt x="155" y="121"/>
                        <a:pt x="155" y="121"/>
                      </a:cubicBezTo>
                      <a:cubicBezTo>
                        <a:pt x="156" y="121"/>
                        <a:pt x="156" y="121"/>
                        <a:pt x="157" y="121"/>
                      </a:cubicBezTo>
                      <a:cubicBezTo>
                        <a:pt x="158" y="121"/>
                        <a:pt x="158" y="121"/>
                        <a:pt x="159" y="121"/>
                      </a:cubicBezTo>
                      <a:cubicBezTo>
                        <a:pt x="161" y="121"/>
                        <a:pt x="162" y="122"/>
                        <a:pt x="162" y="123"/>
                      </a:cubicBezTo>
                      <a:cubicBezTo>
                        <a:pt x="163" y="123"/>
                        <a:pt x="163" y="124"/>
                        <a:pt x="163" y="124"/>
                      </a:cubicBezTo>
                      <a:cubicBezTo>
                        <a:pt x="163" y="124"/>
                        <a:pt x="164" y="123"/>
                        <a:pt x="164" y="123"/>
                      </a:cubicBezTo>
                      <a:cubicBezTo>
                        <a:pt x="163" y="122"/>
                        <a:pt x="163" y="122"/>
                        <a:pt x="163" y="122"/>
                      </a:cubicBezTo>
                      <a:cubicBezTo>
                        <a:pt x="162" y="122"/>
                        <a:pt x="162" y="121"/>
                        <a:pt x="162" y="121"/>
                      </a:cubicBezTo>
                      <a:cubicBezTo>
                        <a:pt x="162" y="121"/>
                        <a:pt x="161" y="121"/>
                        <a:pt x="162" y="120"/>
                      </a:cubicBezTo>
                      <a:cubicBezTo>
                        <a:pt x="162" y="120"/>
                        <a:pt x="162" y="120"/>
                        <a:pt x="162" y="120"/>
                      </a:cubicBezTo>
                      <a:cubicBezTo>
                        <a:pt x="163" y="120"/>
                        <a:pt x="163" y="120"/>
                        <a:pt x="163" y="121"/>
                      </a:cubicBezTo>
                      <a:cubicBezTo>
                        <a:pt x="164" y="121"/>
                        <a:pt x="164" y="122"/>
                        <a:pt x="165" y="122"/>
                      </a:cubicBezTo>
                      <a:cubicBezTo>
                        <a:pt x="165" y="123"/>
                        <a:pt x="165" y="124"/>
                        <a:pt x="165" y="124"/>
                      </a:cubicBezTo>
                      <a:cubicBezTo>
                        <a:pt x="165" y="124"/>
                        <a:pt x="165" y="125"/>
                        <a:pt x="165" y="125"/>
                      </a:cubicBezTo>
                      <a:cubicBezTo>
                        <a:pt x="166" y="125"/>
                        <a:pt x="166" y="125"/>
                        <a:pt x="166" y="125"/>
                      </a:cubicBezTo>
                      <a:cubicBezTo>
                        <a:pt x="167" y="124"/>
                        <a:pt x="167" y="124"/>
                        <a:pt x="167" y="124"/>
                      </a:cubicBezTo>
                      <a:cubicBezTo>
                        <a:pt x="167" y="123"/>
                        <a:pt x="167" y="123"/>
                        <a:pt x="167" y="123"/>
                      </a:cubicBezTo>
                      <a:cubicBezTo>
                        <a:pt x="167" y="122"/>
                        <a:pt x="167" y="122"/>
                        <a:pt x="167" y="122"/>
                      </a:cubicBezTo>
                      <a:cubicBezTo>
                        <a:pt x="168" y="122"/>
                        <a:pt x="168" y="121"/>
                        <a:pt x="169" y="120"/>
                      </a:cubicBezTo>
                      <a:cubicBezTo>
                        <a:pt x="169" y="120"/>
                        <a:pt x="170" y="119"/>
                        <a:pt x="170" y="119"/>
                      </a:cubicBezTo>
                      <a:cubicBezTo>
                        <a:pt x="170" y="119"/>
                        <a:pt x="170" y="119"/>
                        <a:pt x="170" y="119"/>
                      </a:cubicBezTo>
                      <a:cubicBezTo>
                        <a:pt x="170" y="118"/>
                        <a:pt x="170" y="118"/>
                        <a:pt x="170" y="118"/>
                      </a:cubicBezTo>
                      <a:cubicBezTo>
                        <a:pt x="170" y="118"/>
                        <a:pt x="170" y="118"/>
                        <a:pt x="170" y="118"/>
                      </a:cubicBezTo>
                      <a:cubicBezTo>
                        <a:pt x="171" y="119"/>
                        <a:pt x="171" y="119"/>
                        <a:pt x="171" y="119"/>
                      </a:cubicBezTo>
                      <a:cubicBezTo>
                        <a:pt x="171" y="119"/>
                        <a:pt x="172" y="119"/>
                        <a:pt x="172" y="118"/>
                      </a:cubicBezTo>
                      <a:cubicBezTo>
                        <a:pt x="172" y="118"/>
                        <a:pt x="172" y="118"/>
                        <a:pt x="172" y="118"/>
                      </a:cubicBezTo>
                      <a:cubicBezTo>
                        <a:pt x="172" y="118"/>
                        <a:pt x="172" y="118"/>
                        <a:pt x="172" y="118"/>
                      </a:cubicBezTo>
                      <a:cubicBezTo>
                        <a:pt x="172" y="118"/>
                        <a:pt x="172" y="117"/>
                        <a:pt x="172" y="117"/>
                      </a:cubicBezTo>
                      <a:cubicBezTo>
                        <a:pt x="173" y="117"/>
                        <a:pt x="173" y="118"/>
                        <a:pt x="173" y="118"/>
                      </a:cubicBezTo>
                      <a:cubicBezTo>
                        <a:pt x="173" y="118"/>
                        <a:pt x="174" y="118"/>
                        <a:pt x="175" y="118"/>
                      </a:cubicBezTo>
                      <a:cubicBezTo>
                        <a:pt x="175" y="118"/>
                        <a:pt x="175" y="118"/>
                        <a:pt x="175" y="117"/>
                      </a:cubicBezTo>
                      <a:cubicBezTo>
                        <a:pt x="175" y="117"/>
                        <a:pt x="176" y="116"/>
                        <a:pt x="176" y="115"/>
                      </a:cubicBezTo>
                      <a:cubicBezTo>
                        <a:pt x="177" y="117"/>
                        <a:pt x="178" y="118"/>
                        <a:pt x="179" y="119"/>
                      </a:cubicBezTo>
                      <a:cubicBezTo>
                        <a:pt x="179" y="119"/>
                        <a:pt x="179" y="120"/>
                        <a:pt x="179" y="120"/>
                      </a:cubicBezTo>
                      <a:cubicBezTo>
                        <a:pt x="178" y="121"/>
                        <a:pt x="178" y="121"/>
                        <a:pt x="178" y="122"/>
                      </a:cubicBezTo>
                      <a:cubicBezTo>
                        <a:pt x="178" y="122"/>
                        <a:pt x="178" y="122"/>
                        <a:pt x="177" y="122"/>
                      </a:cubicBezTo>
                      <a:cubicBezTo>
                        <a:pt x="177" y="122"/>
                        <a:pt x="177" y="122"/>
                        <a:pt x="177" y="122"/>
                      </a:cubicBezTo>
                      <a:cubicBezTo>
                        <a:pt x="177" y="122"/>
                        <a:pt x="176" y="122"/>
                        <a:pt x="176" y="122"/>
                      </a:cubicBezTo>
                      <a:cubicBezTo>
                        <a:pt x="176" y="122"/>
                        <a:pt x="175" y="122"/>
                        <a:pt x="175" y="122"/>
                      </a:cubicBezTo>
                      <a:cubicBezTo>
                        <a:pt x="175" y="122"/>
                        <a:pt x="175" y="122"/>
                        <a:pt x="175" y="122"/>
                      </a:cubicBezTo>
                      <a:cubicBezTo>
                        <a:pt x="175" y="122"/>
                        <a:pt x="175" y="122"/>
                        <a:pt x="175" y="122"/>
                      </a:cubicBezTo>
                      <a:cubicBezTo>
                        <a:pt x="175" y="122"/>
                        <a:pt x="174" y="122"/>
                        <a:pt x="174" y="122"/>
                      </a:cubicBezTo>
                      <a:cubicBezTo>
                        <a:pt x="174" y="123"/>
                        <a:pt x="174" y="123"/>
                        <a:pt x="174" y="123"/>
                      </a:cubicBezTo>
                      <a:cubicBezTo>
                        <a:pt x="174" y="124"/>
                        <a:pt x="174" y="124"/>
                        <a:pt x="174" y="124"/>
                      </a:cubicBezTo>
                      <a:cubicBezTo>
                        <a:pt x="174" y="124"/>
                        <a:pt x="174" y="124"/>
                        <a:pt x="174" y="124"/>
                      </a:cubicBezTo>
                      <a:cubicBezTo>
                        <a:pt x="175" y="123"/>
                        <a:pt x="175" y="123"/>
                        <a:pt x="175" y="123"/>
                      </a:cubicBezTo>
                      <a:cubicBezTo>
                        <a:pt x="175" y="123"/>
                        <a:pt x="175" y="123"/>
                        <a:pt x="175" y="123"/>
                      </a:cubicBezTo>
                      <a:cubicBezTo>
                        <a:pt x="175" y="123"/>
                        <a:pt x="175" y="123"/>
                        <a:pt x="175" y="123"/>
                      </a:cubicBezTo>
                      <a:cubicBezTo>
                        <a:pt x="175" y="124"/>
                        <a:pt x="175" y="124"/>
                        <a:pt x="176" y="124"/>
                      </a:cubicBezTo>
                      <a:cubicBezTo>
                        <a:pt x="176" y="125"/>
                        <a:pt x="177" y="126"/>
                        <a:pt x="177" y="126"/>
                      </a:cubicBezTo>
                      <a:cubicBezTo>
                        <a:pt x="177" y="126"/>
                        <a:pt x="178" y="127"/>
                        <a:pt x="178" y="127"/>
                      </a:cubicBezTo>
                      <a:cubicBezTo>
                        <a:pt x="178" y="127"/>
                        <a:pt x="178" y="128"/>
                        <a:pt x="178" y="128"/>
                      </a:cubicBezTo>
                      <a:cubicBezTo>
                        <a:pt x="178" y="129"/>
                        <a:pt x="178" y="129"/>
                        <a:pt x="178" y="129"/>
                      </a:cubicBezTo>
                      <a:cubicBezTo>
                        <a:pt x="178" y="130"/>
                        <a:pt x="178" y="130"/>
                        <a:pt x="178" y="130"/>
                      </a:cubicBezTo>
                      <a:cubicBezTo>
                        <a:pt x="178" y="130"/>
                        <a:pt x="179" y="131"/>
                        <a:pt x="179" y="132"/>
                      </a:cubicBezTo>
                      <a:cubicBezTo>
                        <a:pt x="179" y="132"/>
                        <a:pt x="179" y="132"/>
                        <a:pt x="179" y="132"/>
                      </a:cubicBezTo>
                      <a:cubicBezTo>
                        <a:pt x="179" y="132"/>
                        <a:pt x="179" y="132"/>
                        <a:pt x="179" y="132"/>
                      </a:cubicBezTo>
                      <a:cubicBezTo>
                        <a:pt x="179" y="132"/>
                        <a:pt x="179" y="132"/>
                        <a:pt x="179" y="132"/>
                      </a:cubicBezTo>
                      <a:cubicBezTo>
                        <a:pt x="179" y="133"/>
                        <a:pt x="179" y="133"/>
                        <a:pt x="179" y="133"/>
                      </a:cubicBezTo>
                      <a:cubicBezTo>
                        <a:pt x="179" y="133"/>
                        <a:pt x="179" y="134"/>
                        <a:pt x="179" y="134"/>
                      </a:cubicBezTo>
                      <a:cubicBezTo>
                        <a:pt x="179" y="134"/>
                        <a:pt x="178" y="135"/>
                        <a:pt x="178" y="135"/>
                      </a:cubicBezTo>
                      <a:cubicBezTo>
                        <a:pt x="178" y="136"/>
                        <a:pt x="177" y="137"/>
                        <a:pt x="177" y="137"/>
                      </a:cubicBezTo>
                      <a:cubicBezTo>
                        <a:pt x="176" y="138"/>
                        <a:pt x="175" y="138"/>
                        <a:pt x="175" y="138"/>
                      </a:cubicBezTo>
                      <a:cubicBezTo>
                        <a:pt x="174" y="138"/>
                        <a:pt x="174" y="138"/>
                        <a:pt x="174" y="138"/>
                      </a:cubicBezTo>
                      <a:cubicBezTo>
                        <a:pt x="174" y="138"/>
                        <a:pt x="173" y="139"/>
                        <a:pt x="173" y="138"/>
                      </a:cubicBezTo>
                      <a:cubicBezTo>
                        <a:pt x="173" y="138"/>
                        <a:pt x="173" y="138"/>
                        <a:pt x="173" y="138"/>
                      </a:cubicBezTo>
                      <a:cubicBezTo>
                        <a:pt x="173" y="138"/>
                        <a:pt x="173" y="138"/>
                        <a:pt x="172" y="138"/>
                      </a:cubicBezTo>
                      <a:cubicBezTo>
                        <a:pt x="172" y="139"/>
                        <a:pt x="171" y="139"/>
                        <a:pt x="170" y="138"/>
                      </a:cubicBezTo>
                      <a:cubicBezTo>
                        <a:pt x="170" y="138"/>
                        <a:pt x="171" y="138"/>
                        <a:pt x="171" y="138"/>
                      </a:cubicBezTo>
                      <a:cubicBezTo>
                        <a:pt x="170" y="138"/>
                        <a:pt x="170" y="138"/>
                        <a:pt x="170" y="137"/>
                      </a:cubicBezTo>
                      <a:cubicBezTo>
                        <a:pt x="170" y="137"/>
                        <a:pt x="169" y="137"/>
                        <a:pt x="169" y="137"/>
                      </a:cubicBezTo>
                      <a:cubicBezTo>
                        <a:pt x="169" y="138"/>
                        <a:pt x="169" y="138"/>
                        <a:pt x="169" y="138"/>
                      </a:cubicBezTo>
                      <a:cubicBezTo>
                        <a:pt x="169" y="138"/>
                        <a:pt x="168" y="139"/>
                        <a:pt x="168" y="139"/>
                      </a:cubicBezTo>
                      <a:cubicBezTo>
                        <a:pt x="168" y="139"/>
                        <a:pt x="168" y="139"/>
                        <a:pt x="168" y="139"/>
                      </a:cubicBezTo>
                      <a:cubicBezTo>
                        <a:pt x="168" y="139"/>
                        <a:pt x="168" y="140"/>
                        <a:pt x="168" y="140"/>
                      </a:cubicBezTo>
                      <a:cubicBezTo>
                        <a:pt x="168" y="140"/>
                        <a:pt x="168" y="140"/>
                        <a:pt x="168" y="140"/>
                      </a:cubicBezTo>
                      <a:cubicBezTo>
                        <a:pt x="168" y="140"/>
                        <a:pt x="168" y="140"/>
                        <a:pt x="167" y="140"/>
                      </a:cubicBezTo>
                      <a:cubicBezTo>
                        <a:pt x="167" y="140"/>
                        <a:pt x="167" y="141"/>
                        <a:pt x="167" y="141"/>
                      </a:cubicBezTo>
                      <a:cubicBezTo>
                        <a:pt x="166" y="142"/>
                        <a:pt x="165" y="143"/>
                        <a:pt x="164" y="144"/>
                      </a:cubicBezTo>
                      <a:cubicBezTo>
                        <a:pt x="164" y="144"/>
                        <a:pt x="164" y="144"/>
                        <a:pt x="164" y="144"/>
                      </a:cubicBezTo>
                      <a:cubicBezTo>
                        <a:pt x="163" y="144"/>
                        <a:pt x="163" y="144"/>
                        <a:pt x="163" y="144"/>
                      </a:cubicBezTo>
                      <a:cubicBezTo>
                        <a:pt x="163" y="144"/>
                        <a:pt x="162" y="144"/>
                        <a:pt x="162" y="144"/>
                      </a:cubicBezTo>
                      <a:cubicBezTo>
                        <a:pt x="162" y="144"/>
                        <a:pt x="161" y="144"/>
                        <a:pt x="161" y="144"/>
                      </a:cubicBezTo>
                      <a:cubicBezTo>
                        <a:pt x="161" y="144"/>
                        <a:pt x="161" y="144"/>
                        <a:pt x="161" y="144"/>
                      </a:cubicBezTo>
                      <a:cubicBezTo>
                        <a:pt x="161" y="144"/>
                        <a:pt x="161" y="144"/>
                        <a:pt x="161" y="144"/>
                      </a:cubicBezTo>
                      <a:cubicBezTo>
                        <a:pt x="161" y="144"/>
                        <a:pt x="161" y="145"/>
                        <a:pt x="161" y="145"/>
                      </a:cubicBezTo>
                      <a:cubicBezTo>
                        <a:pt x="160" y="145"/>
                        <a:pt x="160" y="145"/>
                        <a:pt x="160" y="145"/>
                      </a:cubicBezTo>
                      <a:cubicBezTo>
                        <a:pt x="160" y="145"/>
                        <a:pt x="159" y="144"/>
                        <a:pt x="159" y="144"/>
                      </a:cubicBezTo>
                      <a:cubicBezTo>
                        <a:pt x="160" y="144"/>
                        <a:pt x="160" y="144"/>
                        <a:pt x="160" y="144"/>
                      </a:cubicBezTo>
                      <a:cubicBezTo>
                        <a:pt x="160" y="144"/>
                        <a:pt x="160" y="143"/>
                        <a:pt x="160" y="143"/>
                      </a:cubicBezTo>
                      <a:cubicBezTo>
                        <a:pt x="160" y="143"/>
                        <a:pt x="160" y="143"/>
                        <a:pt x="160" y="143"/>
                      </a:cubicBezTo>
                      <a:cubicBezTo>
                        <a:pt x="160" y="143"/>
                        <a:pt x="160" y="143"/>
                        <a:pt x="160" y="143"/>
                      </a:cubicBezTo>
                      <a:cubicBezTo>
                        <a:pt x="160" y="143"/>
                        <a:pt x="160" y="143"/>
                        <a:pt x="159" y="143"/>
                      </a:cubicBezTo>
                      <a:cubicBezTo>
                        <a:pt x="159" y="143"/>
                        <a:pt x="159" y="142"/>
                        <a:pt x="159" y="142"/>
                      </a:cubicBezTo>
                      <a:cubicBezTo>
                        <a:pt x="159" y="142"/>
                        <a:pt x="159" y="143"/>
                        <a:pt x="159" y="143"/>
                      </a:cubicBezTo>
                      <a:cubicBezTo>
                        <a:pt x="159" y="143"/>
                        <a:pt x="159" y="143"/>
                        <a:pt x="159" y="143"/>
                      </a:cubicBezTo>
                      <a:cubicBezTo>
                        <a:pt x="159" y="143"/>
                        <a:pt x="159" y="144"/>
                        <a:pt x="159" y="144"/>
                      </a:cubicBezTo>
                      <a:cubicBezTo>
                        <a:pt x="159" y="144"/>
                        <a:pt x="159" y="144"/>
                        <a:pt x="158" y="144"/>
                      </a:cubicBezTo>
                      <a:cubicBezTo>
                        <a:pt x="158" y="144"/>
                        <a:pt x="158" y="144"/>
                        <a:pt x="158" y="144"/>
                      </a:cubicBezTo>
                      <a:cubicBezTo>
                        <a:pt x="158" y="144"/>
                        <a:pt x="158" y="143"/>
                        <a:pt x="158" y="143"/>
                      </a:cubicBezTo>
                      <a:cubicBezTo>
                        <a:pt x="158" y="143"/>
                        <a:pt x="158" y="143"/>
                        <a:pt x="158" y="143"/>
                      </a:cubicBezTo>
                      <a:cubicBezTo>
                        <a:pt x="158" y="143"/>
                        <a:pt x="158" y="142"/>
                        <a:pt x="158" y="142"/>
                      </a:cubicBezTo>
                      <a:cubicBezTo>
                        <a:pt x="158" y="142"/>
                        <a:pt x="157" y="141"/>
                        <a:pt x="157" y="141"/>
                      </a:cubicBezTo>
                      <a:cubicBezTo>
                        <a:pt x="157" y="141"/>
                        <a:pt x="157" y="141"/>
                        <a:pt x="156" y="141"/>
                      </a:cubicBezTo>
                      <a:cubicBezTo>
                        <a:pt x="155" y="141"/>
                        <a:pt x="154" y="142"/>
                        <a:pt x="154" y="143"/>
                      </a:cubicBezTo>
                      <a:cubicBezTo>
                        <a:pt x="154" y="143"/>
                        <a:pt x="154" y="143"/>
                        <a:pt x="154" y="143"/>
                      </a:cubicBezTo>
                      <a:cubicBezTo>
                        <a:pt x="154" y="143"/>
                        <a:pt x="154" y="143"/>
                        <a:pt x="154" y="144"/>
                      </a:cubicBezTo>
                      <a:cubicBezTo>
                        <a:pt x="154" y="144"/>
                        <a:pt x="154" y="144"/>
                        <a:pt x="154" y="144"/>
                      </a:cubicBezTo>
                      <a:cubicBezTo>
                        <a:pt x="155" y="144"/>
                        <a:pt x="155" y="144"/>
                        <a:pt x="155" y="144"/>
                      </a:cubicBezTo>
                      <a:cubicBezTo>
                        <a:pt x="155" y="144"/>
                        <a:pt x="155" y="144"/>
                        <a:pt x="156" y="145"/>
                      </a:cubicBezTo>
                      <a:cubicBezTo>
                        <a:pt x="156" y="145"/>
                        <a:pt x="157" y="145"/>
                        <a:pt x="157" y="146"/>
                      </a:cubicBezTo>
                      <a:cubicBezTo>
                        <a:pt x="157" y="146"/>
                        <a:pt x="157" y="146"/>
                        <a:pt x="157" y="146"/>
                      </a:cubicBezTo>
                      <a:cubicBezTo>
                        <a:pt x="157" y="146"/>
                        <a:pt x="157" y="146"/>
                        <a:pt x="157" y="146"/>
                      </a:cubicBezTo>
                      <a:cubicBezTo>
                        <a:pt x="158" y="146"/>
                        <a:pt x="158" y="146"/>
                        <a:pt x="159" y="146"/>
                      </a:cubicBezTo>
                      <a:cubicBezTo>
                        <a:pt x="158" y="147"/>
                        <a:pt x="158" y="147"/>
                        <a:pt x="158" y="147"/>
                      </a:cubicBezTo>
                      <a:cubicBezTo>
                        <a:pt x="158" y="147"/>
                        <a:pt x="158" y="147"/>
                        <a:pt x="157" y="147"/>
                      </a:cubicBezTo>
                      <a:cubicBezTo>
                        <a:pt x="157" y="147"/>
                        <a:pt x="157" y="148"/>
                        <a:pt x="157" y="148"/>
                      </a:cubicBezTo>
                      <a:cubicBezTo>
                        <a:pt x="156" y="147"/>
                        <a:pt x="156" y="147"/>
                        <a:pt x="156" y="147"/>
                      </a:cubicBezTo>
                      <a:cubicBezTo>
                        <a:pt x="156" y="146"/>
                        <a:pt x="156" y="146"/>
                        <a:pt x="156" y="146"/>
                      </a:cubicBezTo>
                      <a:cubicBezTo>
                        <a:pt x="156" y="146"/>
                        <a:pt x="156" y="146"/>
                        <a:pt x="156" y="146"/>
                      </a:cubicBezTo>
                      <a:cubicBezTo>
                        <a:pt x="155" y="146"/>
                        <a:pt x="155" y="146"/>
                        <a:pt x="155" y="146"/>
                      </a:cubicBezTo>
                      <a:cubicBezTo>
                        <a:pt x="155" y="145"/>
                        <a:pt x="155" y="145"/>
                        <a:pt x="155" y="145"/>
                      </a:cubicBezTo>
                      <a:cubicBezTo>
                        <a:pt x="154" y="145"/>
                        <a:pt x="154" y="145"/>
                        <a:pt x="153" y="145"/>
                      </a:cubicBezTo>
                      <a:cubicBezTo>
                        <a:pt x="153" y="145"/>
                        <a:pt x="153" y="145"/>
                        <a:pt x="152" y="145"/>
                      </a:cubicBezTo>
                      <a:cubicBezTo>
                        <a:pt x="152" y="146"/>
                        <a:pt x="152" y="146"/>
                        <a:pt x="152" y="146"/>
                      </a:cubicBezTo>
                      <a:cubicBezTo>
                        <a:pt x="152" y="147"/>
                        <a:pt x="152" y="147"/>
                        <a:pt x="152" y="148"/>
                      </a:cubicBezTo>
                      <a:cubicBezTo>
                        <a:pt x="152" y="148"/>
                        <a:pt x="152" y="148"/>
                        <a:pt x="152" y="149"/>
                      </a:cubicBezTo>
                      <a:cubicBezTo>
                        <a:pt x="152" y="149"/>
                        <a:pt x="152" y="149"/>
                        <a:pt x="151" y="149"/>
                      </a:cubicBezTo>
                      <a:cubicBezTo>
                        <a:pt x="151" y="149"/>
                        <a:pt x="151" y="149"/>
                        <a:pt x="151" y="149"/>
                      </a:cubicBezTo>
                      <a:cubicBezTo>
                        <a:pt x="151" y="150"/>
                        <a:pt x="152" y="150"/>
                        <a:pt x="152" y="150"/>
                      </a:cubicBezTo>
                      <a:cubicBezTo>
                        <a:pt x="152" y="150"/>
                        <a:pt x="152" y="150"/>
                        <a:pt x="151" y="150"/>
                      </a:cubicBezTo>
                      <a:cubicBezTo>
                        <a:pt x="151" y="150"/>
                        <a:pt x="151" y="151"/>
                        <a:pt x="151" y="151"/>
                      </a:cubicBezTo>
                      <a:cubicBezTo>
                        <a:pt x="151" y="151"/>
                        <a:pt x="152" y="151"/>
                        <a:pt x="152" y="151"/>
                      </a:cubicBezTo>
                      <a:cubicBezTo>
                        <a:pt x="153" y="150"/>
                        <a:pt x="153" y="150"/>
                        <a:pt x="154" y="149"/>
                      </a:cubicBezTo>
                      <a:cubicBezTo>
                        <a:pt x="154" y="150"/>
                        <a:pt x="153" y="150"/>
                        <a:pt x="153" y="150"/>
                      </a:cubicBezTo>
                      <a:cubicBezTo>
                        <a:pt x="153" y="151"/>
                        <a:pt x="152" y="151"/>
                        <a:pt x="152" y="151"/>
                      </a:cubicBezTo>
                      <a:cubicBezTo>
                        <a:pt x="152" y="152"/>
                        <a:pt x="152" y="152"/>
                        <a:pt x="152" y="152"/>
                      </a:cubicBezTo>
                      <a:cubicBezTo>
                        <a:pt x="152" y="153"/>
                        <a:pt x="152" y="153"/>
                        <a:pt x="152" y="153"/>
                      </a:cubicBezTo>
                      <a:cubicBezTo>
                        <a:pt x="152" y="153"/>
                        <a:pt x="152" y="153"/>
                        <a:pt x="152" y="153"/>
                      </a:cubicBezTo>
                      <a:cubicBezTo>
                        <a:pt x="151" y="153"/>
                        <a:pt x="151" y="152"/>
                        <a:pt x="151" y="152"/>
                      </a:cubicBezTo>
                      <a:cubicBezTo>
                        <a:pt x="151" y="151"/>
                        <a:pt x="150" y="152"/>
                        <a:pt x="150" y="152"/>
                      </a:cubicBezTo>
                      <a:cubicBezTo>
                        <a:pt x="149" y="153"/>
                        <a:pt x="149" y="153"/>
                        <a:pt x="149" y="153"/>
                      </a:cubicBezTo>
                      <a:cubicBezTo>
                        <a:pt x="149" y="154"/>
                        <a:pt x="149" y="154"/>
                        <a:pt x="149" y="154"/>
                      </a:cubicBezTo>
                      <a:cubicBezTo>
                        <a:pt x="149" y="154"/>
                        <a:pt x="148" y="154"/>
                        <a:pt x="148" y="154"/>
                      </a:cubicBezTo>
                      <a:cubicBezTo>
                        <a:pt x="147" y="156"/>
                        <a:pt x="146" y="157"/>
                        <a:pt x="146" y="159"/>
                      </a:cubicBezTo>
                      <a:cubicBezTo>
                        <a:pt x="146" y="159"/>
                        <a:pt x="146" y="160"/>
                        <a:pt x="146" y="160"/>
                      </a:cubicBezTo>
                      <a:cubicBezTo>
                        <a:pt x="146" y="160"/>
                        <a:pt x="146" y="161"/>
                        <a:pt x="146" y="161"/>
                      </a:cubicBezTo>
                      <a:cubicBezTo>
                        <a:pt x="146" y="161"/>
                        <a:pt x="146" y="162"/>
                        <a:pt x="146" y="162"/>
                      </a:cubicBezTo>
                      <a:cubicBezTo>
                        <a:pt x="146" y="162"/>
                        <a:pt x="146" y="162"/>
                        <a:pt x="146" y="162"/>
                      </a:cubicBezTo>
                      <a:cubicBezTo>
                        <a:pt x="146" y="162"/>
                        <a:pt x="146" y="162"/>
                        <a:pt x="145" y="162"/>
                      </a:cubicBezTo>
                      <a:cubicBezTo>
                        <a:pt x="145" y="162"/>
                        <a:pt x="145" y="162"/>
                        <a:pt x="145" y="162"/>
                      </a:cubicBezTo>
                      <a:cubicBezTo>
                        <a:pt x="145" y="162"/>
                        <a:pt x="145" y="162"/>
                        <a:pt x="145" y="162"/>
                      </a:cubicBezTo>
                      <a:cubicBezTo>
                        <a:pt x="144" y="162"/>
                        <a:pt x="144" y="162"/>
                        <a:pt x="143" y="162"/>
                      </a:cubicBezTo>
                      <a:cubicBezTo>
                        <a:pt x="143" y="162"/>
                        <a:pt x="143" y="163"/>
                        <a:pt x="144" y="163"/>
                      </a:cubicBezTo>
                      <a:cubicBezTo>
                        <a:pt x="144" y="163"/>
                        <a:pt x="144" y="163"/>
                        <a:pt x="144" y="163"/>
                      </a:cubicBezTo>
                      <a:cubicBezTo>
                        <a:pt x="144" y="163"/>
                        <a:pt x="144" y="163"/>
                        <a:pt x="144" y="163"/>
                      </a:cubicBezTo>
                      <a:cubicBezTo>
                        <a:pt x="144" y="163"/>
                        <a:pt x="144" y="164"/>
                        <a:pt x="145" y="164"/>
                      </a:cubicBezTo>
                      <a:cubicBezTo>
                        <a:pt x="145" y="164"/>
                        <a:pt x="145" y="164"/>
                        <a:pt x="145" y="164"/>
                      </a:cubicBezTo>
                      <a:cubicBezTo>
                        <a:pt x="145" y="164"/>
                        <a:pt x="145" y="164"/>
                        <a:pt x="145" y="164"/>
                      </a:cubicBezTo>
                      <a:cubicBezTo>
                        <a:pt x="144" y="164"/>
                        <a:pt x="144" y="165"/>
                        <a:pt x="144" y="165"/>
                      </a:cubicBezTo>
                      <a:cubicBezTo>
                        <a:pt x="143" y="165"/>
                        <a:pt x="143" y="164"/>
                        <a:pt x="143" y="164"/>
                      </a:cubicBezTo>
                      <a:cubicBezTo>
                        <a:pt x="143" y="165"/>
                        <a:pt x="143" y="165"/>
                        <a:pt x="143" y="165"/>
                      </a:cubicBezTo>
                      <a:cubicBezTo>
                        <a:pt x="143" y="165"/>
                        <a:pt x="143" y="165"/>
                        <a:pt x="143" y="166"/>
                      </a:cubicBezTo>
                      <a:cubicBezTo>
                        <a:pt x="143" y="166"/>
                        <a:pt x="143" y="166"/>
                        <a:pt x="143" y="166"/>
                      </a:cubicBezTo>
                      <a:cubicBezTo>
                        <a:pt x="143" y="166"/>
                        <a:pt x="143" y="166"/>
                        <a:pt x="143" y="166"/>
                      </a:cubicBezTo>
                      <a:cubicBezTo>
                        <a:pt x="143" y="166"/>
                        <a:pt x="143" y="166"/>
                        <a:pt x="143" y="166"/>
                      </a:cubicBezTo>
                      <a:cubicBezTo>
                        <a:pt x="143" y="166"/>
                        <a:pt x="143" y="166"/>
                        <a:pt x="143" y="166"/>
                      </a:cubicBezTo>
                      <a:cubicBezTo>
                        <a:pt x="144" y="166"/>
                        <a:pt x="144" y="166"/>
                        <a:pt x="144" y="166"/>
                      </a:cubicBezTo>
                      <a:cubicBezTo>
                        <a:pt x="144" y="166"/>
                        <a:pt x="144" y="166"/>
                        <a:pt x="144" y="166"/>
                      </a:cubicBezTo>
                      <a:cubicBezTo>
                        <a:pt x="144" y="166"/>
                        <a:pt x="144" y="166"/>
                        <a:pt x="144" y="166"/>
                      </a:cubicBezTo>
                      <a:cubicBezTo>
                        <a:pt x="145" y="166"/>
                        <a:pt x="145" y="166"/>
                        <a:pt x="145" y="166"/>
                      </a:cubicBezTo>
                      <a:cubicBezTo>
                        <a:pt x="145" y="166"/>
                        <a:pt x="145" y="166"/>
                        <a:pt x="145" y="167"/>
                      </a:cubicBezTo>
                      <a:cubicBezTo>
                        <a:pt x="145" y="167"/>
                        <a:pt x="145" y="167"/>
                        <a:pt x="145" y="167"/>
                      </a:cubicBezTo>
                      <a:cubicBezTo>
                        <a:pt x="145" y="167"/>
                        <a:pt x="145" y="168"/>
                        <a:pt x="145" y="168"/>
                      </a:cubicBezTo>
                      <a:cubicBezTo>
                        <a:pt x="145" y="168"/>
                        <a:pt x="144" y="168"/>
                        <a:pt x="144" y="168"/>
                      </a:cubicBezTo>
                      <a:cubicBezTo>
                        <a:pt x="144" y="168"/>
                        <a:pt x="144" y="169"/>
                        <a:pt x="144" y="169"/>
                      </a:cubicBezTo>
                      <a:cubicBezTo>
                        <a:pt x="144" y="169"/>
                        <a:pt x="145" y="169"/>
                        <a:pt x="145" y="169"/>
                      </a:cubicBezTo>
                      <a:cubicBezTo>
                        <a:pt x="145" y="169"/>
                        <a:pt x="145" y="169"/>
                        <a:pt x="145" y="169"/>
                      </a:cubicBezTo>
                      <a:cubicBezTo>
                        <a:pt x="145" y="169"/>
                        <a:pt x="145" y="169"/>
                        <a:pt x="145" y="169"/>
                      </a:cubicBezTo>
                      <a:cubicBezTo>
                        <a:pt x="145" y="169"/>
                        <a:pt x="145" y="169"/>
                        <a:pt x="145" y="169"/>
                      </a:cubicBezTo>
                      <a:cubicBezTo>
                        <a:pt x="146" y="169"/>
                        <a:pt x="146" y="170"/>
                        <a:pt x="146" y="170"/>
                      </a:cubicBezTo>
                      <a:cubicBezTo>
                        <a:pt x="146" y="171"/>
                        <a:pt x="146" y="171"/>
                        <a:pt x="147" y="172"/>
                      </a:cubicBezTo>
                      <a:cubicBezTo>
                        <a:pt x="147" y="172"/>
                        <a:pt x="147" y="172"/>
                        <a:pt x="147" y="172"/>
                      </a:cubicBezTo>
                      <a:cubicBezTo>
                        <a:pt x="148" y="173"/>
                        <a:pt x="148" y="173"/>
                        <a:pt x="148" y="172"/>
                      </a:cubicBezTo>
                      <a:cubicBezTo>
                        <a:pt x="148" y="172"/>
                        <a:pt x="148" y="171"/>
                        <a:pt x="148" y="171"/>
                      </a:cubicBezTo>
                      <a:cubicBezTo>
                        <a:pt x="148" y="170"/>
                        <a:pt x="148" y="170"/>
                        <a:pt x="149" y="170"/>
                      </a:cubicBezTo>
                      <a:cubicBezTo>
                        <a:pt x="149" y="170"/>
                        <a:pt x="149" y="170"/>
                        <a:pt x="149" y="171"/>
                      </a:cubicBezTo>
                      <a:cubicBezTo>
                        <a:pt x="148" y="171"/>
                        <a:pt x="148" y="171"/>
                        <a:pt x="148" y="171"/>
                      </a:cubicBezTo>
                      <a:cubicBezTo>
                        <a:pt x="149" y="171"/>
                        <a:pt x="149" y="171"/>
                        <a:pt x="149" y="171"/>
                      </a:cubicBezTo>
                      <a:cubicBezTo>
                        <a:pt x="149" y="171"/>
                        <a:pt x="149" y="171"/>
                        <a:pt x="149" y="171"/>
                      </a:cubicBezTo>
                      <a:cubicBezTo>
                        <a:pt x="149" y="171"/>
                        <a:pt x="149" y="171"/>
                        <a:pt x="150" y="171"/>
                      </a:cubicBezTo>
                      <a:cubicBezTo>
                        <a:pt x="150" y="172"/>
                        <a:pt x="149" y="172"/>
                        <a:pt x="150" y="172"/>
                      </a:cubicBezTo>
                      <a:cubicBezTo>
                        <a:pt x="150" y="173"/>
                        <a:pt x="150" y="173"/>
                        <a:pt x="150" y="173"/>
                      </a:cubicBezTo>
                      <a:cubicBezTo>
                        <a:pt x="151" y="173"/>
                        <a:pt x="151" y="172"/>
                        <a:pt x="151" y="172"/>
                      </a:cubicBezTo>
                      <a:cubicBezTo>
                        <a:pt x="151" y="172"/>
                        <a:pt x="151" y="172"/>
                        <a:pt x="151" y="172"/>
                      </a:cubicBezTo>
                      <a:cubicBezTo>
                        <a:pt x="152" y="172"/>
                        <a:pt x="151" y="172"/>
                        <a:pt x="152" y="172"/>
                      </a:cubicBezTo>
                      <a:cubicBezTo>
                        <a:pt x="152" y="173"/>
                        <a:pt x="152" y="173"/>
                        <a:pt x="153" y="173"/>
                      </a:cubicBezTo>
                      <a:cubicBezTo>
                        <a:pt x="152" y="173"/>
                        <a:pt x="152" y="173"/>
                        <a:pt x="152" y="173"/>
                      </a:cubicBezTo>
                      <a:cubicBezTo>
                        <a:pt x="151" y="173"/>
                        <a:pt x="151" y="173"/>
                        <a:pt x="151" y="173"/>
                      </a:cubicBezTo>
                      <a:cubicBezTo>
                        <a:pt x="151" y="173"/>
                        <a:pt x="150" y="173"/>
                        <a:pt x="150" y="173"/>
                      </a:cubicBezTo>
                      <a:cubicBezTo>
                        <a:pt x="150" y="174"/>
                        <a:pt x="151" y="174"/>
                        <a:pt x="151" y="174"/>
                      </a:cubicBezTo>
                      <a:cubicBezTo>
                        <a:pt x="151" y="174"/>
                        <a:pt x="150" y="174"/>
                        <a:pt x="150" y="174"/>
                      </a:cubicBezTo>
                      <a:cubicBezTo>
                        <a:pt x="150" y="174"/>
                        <a:pt x="150" y="174"/>
                        <a:pt x="150" y="174"/>
                      </a:cubicBezTo>
                      <a:cubicBezTo>
                        <a:pt x="149" y="174"/>
                        <a:pt x="149" y="174"/>
                        <a:pt x="149" y="174"/>
                      </a:cubicBezTo>
                      <a:cubicBezTo>
                        <a:pt x="150" y="174"/>
                        <a:pt x="150" y="175"/>
                        <a:pt x="150" y="175"/>
                      </a:cubicBezTo>
                      <a:cubicBezTo>
                        <a:pt x="150" y="175"/>
                        <a:pt x="151" y="174"/>
                        <a:pt x="151" y="175"/>
                      </a:cubicBezTo>
                      <a:cubicBezTo>
                        <a:pt x="152" y="175"/>
                        <a:pt x="152" y="175"/>
                        <a:pt x="152" y="175"/>
                      </a:cubicBezTo>
                      <a:cubicBezTo>
                        <a:pt x="152" y="175"/>
                        <a:pt x="152" y="175"/>
                        <a:pt x="152" y="175"/>
                      </a:cubicBezTo>
                      <a:cubicBezTo>
                        <a:pt x="153" y="175"/>
                        <a:pt x="153" y="175"/>
                        <a:pt x="153" y="175"/>
                      </a:cubicBezTo>
                      <a:cubicBezTo>
                        <a:pt x="153" y="175"/>
                        <a:pt x="153" y="175"/>
                        <a:pt x="153" y="175"/>
                      </a:cubicBezTo>
                      <a:cubicBezTo>
                        <a:pt x="153" y="175"/>
                        <a:pt x="154" y="176"/>
                        <a:pt x="154" y="175"/>
                      </a:cubicBezTo>
                      <a:cubicBezTo>
                        <a:pt x="154" y="175"/>
                        <a:pt x="154" y="175"/>
                        <a:pt x="155" y="175"/>
                      </a:cubicBezTo>
                      <a:cubicBezTo>
                        <a:pt x="155" y="175"/>
                        <a:pt x="155" y="175"/>
                        <a:pt x="156" y="176"/>
                      </a:cubicBezTo>
                      <a:cubicBezTo>
                        <a:pt x="156" y="176"/>
                        <a:pt x="156" y="175"/>
                        <a:pt x="156" y="175"/>
                      </a:cubicBezTo>
                      <a:cubicBezTo>
                        <a:pt x="156" y="175"/>
                        <a:pt x="156" y="175"/>
                        <a:pt x="157" y="174"/>
                      </a:cubicBezTo>
                      <a:cubicBezTo>
                        <a:pt x="157" y="174"/>
                        <a:pt x="157" y="174"/>
                        <a:pt x="157" y="174"/>
                      </a:cubicBezTo>
                      <a:cubicBezTo>
                        <a:pt x="157" y="173"/>
                        <a:pt x="157" y="173"/>
                        <a:pt x="157" y="173"/>
                      </a:cubicBezTo>
                      <a:cubicBezTo>
                        <a:pt x="157" y="173"/>
                        <a:pt x="157" y="173"/>
                        <a:pt x="157" y="173"/>
                      </a:cubicBezTo>
                      <a:cubicBezTo>
                        <a:pt x="157" y="173"/>
                        <a:pt x="157" y="173"/>
                        <a:pt x="157" y="173"/>
                      </a:cubicBezTo>
                      <a:cubicBezTo>
                        <a:pt x="157" y="174"/>
                        <a:pt x="157" y="174"/>
                        <a:pt x="157" y="174"/>
                      </a:cubicBezTo>
                      <a:cubicBezTo>
                        <a:pt x="158" y="174"/>
                        <a:pt x="158" y="174"/>
                        <a:pt x="158" y="175"/>
                      </a:cubicBezTo>
                      <a:cubicBezTo>
                        <a:pt x="158" y="175"/>
                        <a:pt x="157" y="175"/>
                        <a:pt x="157" y="175"/>
                      </a:cubicBezTo>
                      <a:cubicBezTo>
                        <a:pt x="157" y="176"/>
                        <a:pt x="157" y="176"/>
                        <a:pt x="158" y="176"/>
                      </a:cubicBezTo>
                      <a:cubicBezTo>
                        <a:pt x="158" y="175"/>
                        <a:pt x="158" y="175"/>
                        <a:pt x="158" y="175"/>
                      </a:cubicBezTo>
                      <a:cubicBezTo>
                        <a:pt x="158" y="175"/>
                        <a:pt x="159" y="174"/>
                        <a:pt x="159" y="174"/>
                      </a:cubicBezTo>
                      <a:cubicBezTo>
                        <a:pt x="160" y="174"/>
                        <a:pt x="159" y="174"/>
                        <a:pt x="159" y="175"/>
                      </a:cubicBezTo>
                      <a:cubicBezTo>
                        <a:pt x="159" y="175"/>
                        <a:pt x="158" y="175"/>
                        <a:pt x="158" y="175"/>
                      </a:cubicBezTo>
                      <a:cubicBezTo>
                        <a:pt x="159" y="175"/>
                        <a:pt x="159" y="176"/>
                        <a:pt x="160" y="176"/>
                      </a:cubicBezTo>
                      <a:cubicBezTo>
                        <a:pt x="160" y="176"/>
                        <a:pt x="160" y="176"/>
                        <a:pt x="160" y="176"/>
                      </a:cubicBezTo>
                      <a:cubicBezTo>
                        <a:pt x="160" y="176"/>
                        <a:pt x="160" y="176"/>
                        <a:pt x="160" y="176"/>
                      </a:cubicBezTo>
                      <a:cubicBezTo>
                        <a:pt x="160" y="175"/>
                        <a:pt x="160" y="175"/>
                        <a:pt x="161" y="175"/>
                      </a:cubicBezTo>
                      <a:cubicBezTo>
                        <a:pt x="161" y="175"/>
                        <a:pt x="161" y="175"/>
                        <a:pt x="161" y="175"/>
                      </a:cubicBezTo>
                      <a:cubicBezTo>
                        <a:pt x="161" y="175"/>
                        <a:pt x="162" y="176"/>
                        <a:pt x="162" y="176"/>
                      </a:cubicBezTo>
                      <a:cubicBezTo>
                        <a:pt x="161" y="176"/>
                        <a:pt x="161" y="176"/>
                        <a:pt x="161" y="176"/>
                      </a:cubicBezTo>
                      <a:cubicBezTo>
                        <a:pt x="161" y="176"/>
                        <a:pt x="161" y="176"/>
                        <a:pt x="161" y="177"/>
                      </a:cubicBezTo>
                      <a:cubicBezTo>
                        <a:pt x="161" y="177"/>
                        <a:pt x="161" y="177"/>
                        <a:pt x="161" y="177"/>
                      </a:cubicBezTo>
                      <a:cubicBezTo>
                        <a:pt x="161" y="177"/>
                        <a:pt x="161" y="177"/>
                        <a:pt x="161" y="178"/>
                      </a:cubicBezTo>
                      <a:cubicBezTo>
                        <a:pt x="161" y="178"/>
                        <a:pt x="161" y="178"/>
                        <a:pt x="161" y="178"/>
                      </a:cubicBezTo>
                      <a:cubicBezTo>
                        <a:pt x="160" y="179"/>
                        <a:pt x="160" y="179"/>
                        <a:pt x="160" y="179"/>
                      </a:cubicBezTo>
                      <a:cubicBezTo>
                        <a:pt x="160" y="179"/>
                        <a:pt x="160" y="179"/>
                        <a:pt x="159" y="179"/>
                      </a:cubicBezTo>
                      <a:cubicBezTo>
                        <a:pt x="159" y="180"/>
                        <a:pt x="159" y="179"/>
                        <a:pt x="159" y="179"/>
                      </a:cubicBezTo>
                      <a:cubicBezTo>
                        <a:pt x="158" y="179"/>
                        <a:pt x="158" y="178"/>
                        <a:pt x="159" y="178"/>
                      </a:cubicBezTo>
                      <a:cubicBezTo>
                        <a:pt x="159" y="178"/>
                        <a:pt x="159" y="178"/>
                        <a:pt x="159" y="178"/>
                      </a:cubicBezTo>
                      <a:cubicBezTo>
                        <a:pt x="159" y="177"/>
                        <a:pt x="159" y="177"/>
                        <a:pt x="159" y="177"/>
                      </a:cubicBezTo>
                      <a:cubicBezTo>
                        <a:pt x="159" y="177"/>
                        <a:pt x="158" y="177"/>
                        <a:pt x="158" y="177"/>
                      </a:cubicBezTo>
                      <a:cubicBezTo>
                        <a:pt x="158" y="177"/>
                        <a:pt x="157" y="177"/>
                        <a:pt x="157" y="177"/>
                      </a:cubicBezTo>
                      <a:cubicBezTo>
                        <a:pt x="157" y="178"/>
                        <a:pt x="157" y="178"/>
                        <a:pt x="156" y="178"/>
                      </a:cubicBezTo>
                      <a:cubicBezTo>
                        <a:pt x="156" y="178"/>
                        <a:pt x="156" y="178"/>
                        <a:pt x="156" y="178"/>
                      </a:cubicBezTo>
                      <a:cubicBezTo>
                        <a:pt x="156" y="178"/>
                        <a:pt x="156" y="178"/>
                        <a:pt x="156" y="178"/>
                      </a:cubicBezTo>
                      <a:cubicBezTo>
                        <a:pt x="155" y="179"/>
                        <a:pt x="155" y="179"/>
                        <a:pt x="155" y="179"/>
                      </a:cubicBezTo>
                      <a:cubicBezTo>
                        <a:pt x="155" y="179"/>
                        <a:pt x="155" y="179"/>
                        <a:pt x="156" y="178"/>
                      </a:cubicBezTo>
                      <a:cubicBezTo>
                        <a:pt x="156" y="178"/>
                        <a:pt x="156" y="177"/>
                        <a:pt x="156" y="177"/>
                      </a:cubicBezTo>
                      <a:cubicBezTo>
                        <a:pt x="156" y="177"/>
                        <a:pt x="156" y="177"/>
                        <a:pt x="155" y="177"/>
                      </a:cubicBezTo>
                      <a:cubicBezTo>
                        <a:pt x="155" y="177"/>
                        <a:pt x="155" y="177"/>
                        <a:pt x="155" y="177"/>
                      </a:cubicBezTo>
                      <a:cubicBezTo>
                        <a:pt x="154" y="176"/>
                        <a:pt x="154" y="176"/>
                        <a:pt x="153" y="176"/>
                      </a:cubicBezTo>
                      <a:cubicBezTo>
                        <a:pt x="153" y="176"/>
                        <a:pt x="153" y="175"/>
                        <a:pt x="153" y="175"/>
                      </a:cubicBezTo>
                      <a:cubicBezTo>
                        <a:pt x="152" y="175"/>
                        <a:pt x="152" y="175"/>
                        <a:pt x="152" y="175"/>
                      </a:cubicBezTo>
                      <a:cubicBezTo>
                        <a:pt x="152" y="175"/>
                        <a:pt x="151" y="175"/>
                        <a:pt x="151" y="175"/>
                      </a:cubicBezTo>
                      <a:cubicBezTo>
                        <a:pt x="151" y="175"/>
                        <a:pt x="151" y="176"/>
                        <a:pt x="151" y="176"/>
                      </a:cubicBezTo>
                      <a:cubicBezTo>
                        <a:pt x="151" y="176"/>
                        <a:pt x="151" y="176"/>
                        <a:pt x="152" y="176"/>
                      </a:cubicBezTo>
                      <a:cubicBezTo>
                        <a:pt x="152" y="176"/>
                        <a:pt x="151" y="176"/>
                        <a:pt x="151" y="177"/>
                      </a:cubicBezTo>
                      <a:cubicBezTo>
                        <a:pt x="151" y="177"/>
                        <a:pt x="151" y="177"/>
                        <a:pt x="151" y="178"/>
                      </a:cubicBezTo>
                      <a:cubicBezTo>
                        <a:pt x="150" y="178"/>
                        <a:pt x="150" y="178"/>
                        <a:pt x="150" y="178"/>
                      </a:cubicBezTo>
                      <a:cubicBezTo>
                        <a:pt x="150" y="178"/>
                        <a:pt x="149" y="178"/>
                        <a:pt x="149" y="179"/>
                      </a:cubicBezTo>
                      <a:cubicBezTo>
                        <a:pt x="149" y="179"/>
                        <a:pt x="149" y="179"/>
                        <a:pt x="149" y="179"/>
                      </a:cubicBezTo>
                      <a:cubicBezTo>
                        <a:pt x="149" y="179"/>
                        <a:pt x="148" y="179"/>
                        <a:pt x="148" y="179"/>
                      </a:cubicBezTo>
                      <a:cubicBezTo>
                        <a:pt x="148" y="179"/>
                        <a:pt x="148" y="180"/>
                        <a:pt x="148" y="180"/>
                      </a:cubicBezTo>
                      <a:cubicBezTo>
                        <a:pt x="148" y="180"/>
                        <a:pt x="149" y="180"/>
                        <a:pt x="149" y="180"/>
                      </a:cubicBezTo>
                      <a:cubicBezTo>
                        <a:pt x="149" y="181"/>
                        <a:pt x="150" y="180"/>
                        <a:pt x="150" y="180"/>
                      </a:cubicBezTo>
                      <a:cubicBezTo>
                        <a:pt x="150" y="180"/>
                        <a:pt x="151" y="180"/>
                        <a:pt x="151" y="180"/>
                      </a:cubicBezTo>
                      <a:cubicBezTo>
                        <a:pt x="151" y="180"/>
                        <a:pt x="151" y="181"/>
                        <a:pt x="151" y="181"/>
                      </a:cubicBezTo>
                      <a:cubicBezTo>
                        <a:pt x="150" y="181"/>
                        <a:pt x="150" y="181"/>
                        <a:pt x="150" y="181"/>
                      </a:cubicBezTo>
                      <a:cubicBezTo>
                        <a:pt x="150" y="181"/>
                        <a:pt x="150" y="182"/>
                        <a:pt x="150" y="182"/>
                      </a:cubicBezTo>
                      <a:cubicBezTo>
                        <a:pt x="151" y="183"/>
                        <a:pt x="154" y="184"/>
                        <a:pt x="154" y="186"/>
                      </a:cubicBezTo>
                      <a:cubicBezTo>
                        <a:pt x="155" y="186"/>
                        <a:pt x="155" y="186"/>
                        <a:pt x="155" y="186"/>
                      </a:cubicBezTo>
                      <a:cubicBezTo>
                        <a:pt x="155" y="187"/>
                        <a:pt x="155" y="187"/>
                        <a:pt x="155" y="187"/>
                      </a:cubicBezTo>
                      <a:cubicBezTo>
                        <a:pt x="156" y="187"/>
                        <a:pt x="156" y="187"/>
                        <a:pt x="156" y="187"/>
                      </a:cubicBezTo>
                      <a:cubicBezTo>
                        <a:pt x="156" y="187"/>
                        <a:pt x="156" y="187"/>
                        <a:pt x="156" y="187"/>
                      </a:cubicBezTo>
                      <a:cubicBezTo>
                        <a:pt x="156" y="188"/>
                        <a:pt x="156" y="188"/>
                        <a:pt x="156" y="188"/>
                      </a:cubicBezTo>
                      <a:cubicBezTo>
                        <a:pt x="156" y="188"/>
                        <a:pt x="156" y="188"/>
                        <a:pt x="156" y="188"/>
                      </a:cubicBezTo>
                      <a:cubicBezTo>
                        <a:pt x="156" y="188"/>
                        <a:pt x="156" y="189"/>
                        <a:pt x="156" y="189"/>
                      </a:cubicBezTo>
                      <a:cubicBezTo>
                        <a:pt x="156" y="189"/>
                        <a:pt x="156" y="189"/>
                        <a:pt x="157" y="189"/>
                      </a:cubicBezTo>
                      <a:cubicBezTo>
                        <a:pt x="157" y="189"/>
                        <a:pt x="157" y="189"/>
                        <a:pt x="157" y="189"/>
                      </a:cubicBezTo>
                      <a:cubicBezTo>
                        <a:pt x="160" y="191"/>
                        <a:pt x="164" y="190"/>
                        <a:pt x="166" y="187"/>
                      </a:cubicBezTo>
                      <a:cubicBezTo>
                        <a:pt x="166" y="187"/>
                        <a:pt x="167" y="188"/>
                        <a:pt x="167" y="187"/>
                      </a:cubicBezTo>
                      <a:cubicBezTo>
                        <a:pt x="167" y="187"/>
                        <a:pt x="167" y="187"/>
                        <a:pt x="167" y="186"/>
                      </a:cubicBezTo>
                      <a:cubicBezTo>
                        <a:pt x="168" y="186"/>
                        <a:pt x="168" y="185"/>
                        <a:pt x="167" y="184"/>
                      </a:cubicBezTo>
                      <a:cubicBezTo>
                        <a:pt x="167" y="184"/>
                        <a:pt x="166" y="184"/>
                        <a:pt x="166" y="184"/>
                      </a:cubicBezTo>
                      <a:cubicBezTo>
                        <a:pt x="166" y="183"/>
                        <a:pt x="167" y="182"/>
                        <a:pt x="168" y="182"/>
                      </a:cubicBezTo>
                      <a:cubicBezTo>
                        <a:pt x="168" y="181"/>
                        <a:pt x="168" y="181"/>
                        <a:pt x="168" y="181"/>
                      </a:cubicBezTo>
                      <a:cubicBezTo>
                        <a:pt x="168" y="180"/>
                        <a:pt x="168" y="180"/>
                        <a:pt x="168" y="179"/>
                      </a:cubicBezTo>
                      <a:cubicBezTo>
                        <a:pt x="169" y="179"/>
                        <a:pt x="169" y="179"/>
                        <a:pt x="169" y="179"/>
                      </a:cubicBezTo>
                      <a:cubicBezTo>
                        <a:pt x="169" y="179"/>
                        <a:pt x="169" y="179"/>
                        <a:pt x="170" y="178"/>
                      </a:cubicBezTo>
                      <a:cubicBezTo>
                        <a:pt x="170" y="178"/>
                        <a:pt x="170" y="178"/>
                        <a:pt x="170" y="178"/>
                      </a:cubicBezTo>
                      <a:cubicBezTo>
                        <a:pt x="170" y="178"/>
                        <a:pt x="170" y="178"/>
                        <a:pt x="170" y="178"/>
                      </a:cubicBezTo>
                      <a:cubicBezTo>
                        <a:pt x="170" y="178"/>
                        <a:pt x="170" y="178"/>
                        <a:pt x="171" y="178"/>
                      </a:cubicBezTo>
                      <a:cubicBezTo>
                        <a:pt x="171" y="178"/>
                        <a:pt x="171" y="178"/>
                        <a:pt x="171" y="178"/>
                      </a:cubicBezTo>
                      <a:cubicBezTo>
                        <a:pt x="171" y="179"/>
                        <a:pt x="170" y="179"/>
                        <a:pt x="169" y="180"/>
                      </a:cubicBezTo>
                      <a:cubicBezTo>
                        <a:pt x="169" y="181"/>
                        <a:pt x="169" y="181"/>
                        <a:pt x="169" y="182"/>
                      </a:cubicBezTo>
                      <a:cubicBezTo>
                        <a:pt x="168" y="183"/>
                        <a:pt x="168" y="183"/>
                        <a:pt x="168" y="184"/>
                      </a:cubicBezTo>
                      <a:cubicBezTo>
                        <a:pt x="168" y="184"/>
                        <a:pt x="169" y="184"/>
                        <a:pt x="169" y="185"/>
                      </a:cubicBezTo>
                      <a:cubicBezTo>
                        <a:pt x="170" y="185"/>
                        <a:pt x="169" y="187"/>
                        <a:pt x="169" y="187"/>
                      </a:cubicBezTo>
                      <a:cubicBezTo>
                        <a:pt x="170" y="188"/>
                        <a:pt x="170" y="188"/>
                        <a:pt x="170" y="188"/>
                      </a:cubicBezTo>
                      <a:cubicBezTo>
                        <a:pt x="170" y="188"/>
                        <a:pt x="170" y="188"/>
                        <a:pt x="170" y="189"/>
                      </a:cubicBezTo>
                      <a:cubicBezTo>
                        <a:pt x="171" y="190"/>
                        <a:pt x="171" y="192"/>
                        <a:pt x="172" y="193"/>
                      </a:cubicBezTo>
                      <a:cubicBezTo>
                        <a:pt x="173" y="194"/>
                        <a:pt x="173" y="194"/>
                        <a:pt x="172" y="194"/>
                      </a:cubicBezTo>
                      <a:cubicBezTo>
                        <a:pt x="172" y="194"/>
                        <a:pt x="172" y="194"/>
                        <a:pt x="172" y="194"/>
                      </a:cubicBezTo>
                      <a:cubicBezTo>
                        <a:pt x="172" y="194"/>
                        <a:pt x="172" y="195"/>
                        <a:pt x="172" y="195"/>
                      </a:cubicBezTo>
                      <a:cubicBezTo>
                        <a:pt x="172" y="195"/>
                        <a:pt x="171" y="195"/>
                        <a:pt x="171" y="195"/>
                      </a:cubicBezTo>
                      <a:cubicBezTo>
                        <a:pt x="171" y="195"/>
                        <a:pt x="171" y="196"/>
                        <a:pt x="171" y="196"/>
                      </a:cubicBezTo>
                      <a:cubicBezTo>
                        <a:pt x="171" y="196"/>
                        <a:pt x="171" y="197"/>
                        <a:pt x="171" y="197"/>
                      </a:cubicBezTo>
                      <a:cubicBezTo>
                        <a:pt x="171" y="197"/>
                        <a:pt x="171" y="197"/>
                        <a:pt x="171" y="198"/>
                      </a:cubicBezTo>
                      <a:cubicBezTo>
                        <a:pt x="171" y="198"/>
                        <a:pt x="171" y="198"/>
                        <a:pt x="171" y="198"/>
                      </a:cubicBezTo>
                      <a:cubicBezTo>
                        <a:pt x="171" y="198"/>
                        <a:pt x="171" y="198"/>
                        <a:pt x="171" y="198"/>
                      </a:cubicBezTo>
                      <a:cubicBezTo>
                        <a:pt x="171" y="199"/>
                        <a:pt x="171" y="199"/>
                        <a:pt x="171" y="199"/>
                      </a:cubicBezTo>
                      <a:cubicBezTo>
                        <a:pt x="171" y="199"/>
                        <a:pt x="171" y="199"/>
                        <a:pt x="172" y="199"/>
                      </a:cubicBezTo>
                      <a:cubicBezTo>
                        <a:pt x="172" y="199"/>
                        <a:pt x="172" y="199"/>
                        <a:pt x="172" y="199"/>
                      </a:cubicBezTo>
                      <a:cubicBezTo>
                        <a:pt x="172" y="199"/>
                        <a:pt x="172" y="199"/>
                        <a:pt x="172" y="199"/>
                      </a:cubicBezTo>
                      <a:cubicBezTo>
                        <a:pt x="173" y="199"/>
                        <a:pt x="173" y="199"/>
                        <a:pt x="174" y="199"/>
                      </a:cubicBezTo>
                      <a:cubicBezTo>
                        <a:pt x="174" y="199"/>
                        <a:pt x="173" y="200"/>
                        <a:pt x="173" y="200"/>
                      </a:cubicBezTo>
                      <a:cubicBezTo>
                        <a:pt x="173" y="200"/>
                        <a:pt x="173" y="200"/>
                        <a:pt x="173" y="200"/>
                      </a:cubicBezTo>
                      <a:cubicBezTo>
                        <a:pt x="172" y="200"/>
                        <a:pt x="172" y="200"/>
                        <a:pt x="172" y="200"/>
                      </a:cubicBezTo>
                      <a:cubicBezTo>
                        <a:pt x="172" y="200"/>
                        <a:pt x="172" y="200"/>
                        <a:pt x="172" y="200"/>
                      </a:cubicBezTo>
                      <a:cubicBezTo>
                        <a:pt x="172" y="201"/>
                        <a:pt x="172" y="201"/>
                        <a:pt x="172" y="202"/>
                      </a:cubicBezTo>
                      <a:cubicBezTo>
                        <a:pt x="172" y="202"/>
                        <a:pt x="172" y="202"/>
                        <a:pt x="172" y="202"/>
                      </a:cubicBezTo>
                      <a:cubicBezTo>
                        <a:pt x="172" y="202"/>
                        <a:pt x="172" y="202"/>
                        <a:pt x="172" y="202"/>
                      </a:cubicBezTo>
                      <a:cubicBezTo>
                        <a:pt x="172" y="202"/>
                        <a:pt x="172" y="202"/>
                        <a:pt x="172" y="203"/>
                      </a:cubicBezTo>
                      <a:cubicBezTo>
                        <a:pt x="172" y="203"/>
                        <a:pt x="172" y="203"/>
                        <a:pt x="173" y="203"/>
                      </a:cubicBezTo>
                      <a:cubicBezTo>
                        <a:pt x="173" y="203"/>
                        <a:pt x="173" y="203"/>
                        <a:pt x="173" y="202"/>
                      </a:cubicBezTo>
                      <a:cubicBezTo>
                        <a:pt x="173" y="202"/>
                        <a:pt x="173" y="202"/>
                        <a:pt x="173" y="202"/>
                      </a:cubicBezTo>
                      <a:cubicBezTo>
                        <a:pt x="173" y="202"/>
                        <a:pt x="173" y="202"/>
                        <a:pt x="173" y="202"/>
                      </a:cubicBezTo>
                      <a:cubicBezTo>
                        <a:pt x="173" y="203"/>
                        <a:pt x="173" y="203"/>
                        <a:pt x="173" y="203"/>
                      </a:cubicBezTo>
                      <a:cubicBezTo>
                        <a:pt x="173" y="203"/>
                        <a:pt x="173" y="203"/>
                        <a:pt x="173" y="203"/>
                      </a:cubicBezTo>
                      <a:cubicBezTo>
                        <a:pt x="173" y="203"/>
                        <a:pt x="173" y="203"/>
                        <a:pt x="173" y="203"/>
                      </a:cubicBezTo>
                      <a:cubicBezTo>
                        <a:pt x="173" y="203"/>
                        <a:pt x="173" y="203"/>
                        <a:pt x="172" y="203"/>
                      </a:cubicBezTo>
                      <a:cubicBezTo>
                        <a:pt x="172" y="204"/>
                        <a:pt x="172" y="204"/>
                        <a:pt x="172" y="204"/>
                      </a:cubicBezTo>
                      <a:cubicBezTo>
                        <a:pt x="172" y="204"/>
                        <a:pt x="172" y="204"/>
                        <a:pt x="172" y="204"/>
                      </a:cubicBezTo>
                      <a:cubicBezTo>
                        <a:pt x="172" y="204"/>
                        <a:pt x="172" y="204"/>
                        <a:pt x="172" y="204"/>
                      </a:cubicBezTo>
                      <a:cubicBezTo>
                        <a:pt x="172" y="204"/>
                        <a:pt x="172" y="204"/>
                        <a:pt x="172" y="204"/>
                      </a:cubicBezTo>
                      <a:cubicBezTo>
                        <a:pt x="172" y="205"/>
                        <a:pt x="172" y="205"/>
                        <a:pt x="172" y="205"/>
                      </a:cubicBezTo>
                      <a:cubicBezTo>
                        <a:pt x="171" y="205"/>
                        <a:pt x="171" y="205"/>
                        <a:pt x="171" y="205"/>
                      </a:cubicBezTo>
                      <a:cubicBezTo>
                        <a:pt x="171" y="205"/>
                        <a:pt x="171" y="205"/>
                        <a:pt x="171" y="205"/>
                      </a:cubicBezTo>
                      <a:cubicBezTo>
                        <a:pt x="171" y="205"/>
                        <a:pt x="170" y="205"/>
                        <a:pt x="170" y="205"/>
                      </a:cubicBezTo>
                      <a:cubicBezTo>
                        <a:pt x="170" y="205"/>
                        <a:pt x="170" y="205"/>
                        <a:pt x="170" y="205"/>
                      </a:cubicBezTo>
                      <a:cubicBezTo>
                        <a:pt x="170" y="205"/>
                        <a:pt x="170" y="205"/>
                        <a:pt x="170" y="205"/>
                      </a:cubicBezTo>
                      <a:cubicBezTo>
                        <a:pt x="171" y="205"/>
                        <a:pt x="171" y="205"/>
                        <a:pt x="172" y="205"/>
                      </a:cubicBezTo>
                      <a:cubicBezTo>
                        <a:pt x="172" y="205"/>
                        <a:pt x="172" y="205"/>
                        <a:pt x="172" y="205"/>
                      </a:cubicBezTo>
                      <a:cubicBezTo>
                        <a:pt x="172" y="205"/>
                        <a:pt x="172" y="206"/>
                        <a:pt x="172" y="206"/>
                      </a:cubicBezTo>
                      <a:cubicBezTo>
                        <a:pt x="172" y="206"/>
                        <a:pt x="172" y="206"/>
                        <a:pt x="172" y="206"/>
                      </a:cubicBezTo>
                      <a:cubicBezTo>
                        <a:pt x="172" y="206"/>
                        <a:pt x="173" y="206"/>
                        <a:pt x="173" y="206"/>
                      </a:cubicBezTo>
                      <a:cubicBezTo>
                        <a:pt x="174" y="205"/>
                        <a:pt x="174" y="205"/>
                        <a:pt x="175" y="205"/>
                      </a:cubicBezTo>
                      <a:cubicBezTo>
                        <a:pt x="175" y="204"/>
                        <a:pt x="175" y="204"/>
                        <a:pt x="175" y="204"/>
                      </a:cubicBezTo>
                      <a:cubicBezTo>
                        <a:pt x="175" y="204"/>
                        <a:pt x="176" y="203"/>
                        <a:pt x="176" y="203"/>
                      </a:cubicBezTo>
                      <a:cubicBezTo>
                        <a:pt x="176" y="203"/>
                        <a:pt x="176" y="203"/>
                        <a:pt x="176" y="203"/>
                      </a:cubicBezTo>
                      <a:cubicBezTo>
                        <a:pt x="176" y="203"/>
                        <a:pt x="177" y="203"/>
                        <a:pt x="177" y="203"/>
                      </a:cubicBezTo>
                      <a:cubicBezTo>
                        <a:pt x="177" y="203"/>
                        <a:pt x="177" y="203"/>
                        <a:pt x="177" y="202"/>
                      </a:cubicBezTo>
                      <a:cubicBezTo>
                        <a:pt x="177" y="202"/>
                        <a:pt x="178" y="202"/>
                        <a:pt x="178" y="202"/>
                      </a:cubicBezTo>
                      <a:cubicBezTo>
                        <a:pt x="178" y="202"/>
                        <a:pt x="178" y="202"/>
                        <a:pt x="178" y="202"/>
                      </a:cubicBezTo>
                      <a:cubicBezTo>
                        <a:pt x="178" y="202"/>
                        <a:pt x="179" y="202"/>
                        <a:pt x="179" y="202"/>
                      </a:cubicBezTo>
                      <a:cubicBezTo>
                        <a:pt x="180" y="201"/>
                        <a:pt x="181" y="200"/>
                        <a:pt x="182" y="200"/>
                      </a:cubicBezTo>
                      <a:cubicBezTo>
                        <a:pt x="182" y="200"/>
                        <a:pt x="182" y="200"/>
                        <a:pt x="182" y="200"/>
                      </a:cubicBezTo>
                      <a:cubicBezTo>
                        <a:pt x="182" y="201"/>
                        <a:pt x="182" y="201"/>
                        <a:pt x="182" y="201"/>
                      </a:cubicBezTo>
                      <a:cubicBezTo>
                        <a:pt x="182" y="201"/>
                        <a:pt x="182" y="201"/>
                        <a:pt x="182" y="201"/>
                      </a:cubicBezTo>
                      <a:cubicBezTo>
                        <a:pt x="182" y="201"/>
                        <a:pt x="182" y="202"/>
                        <a:pt x="183" y="202"/>
                      </a:cubicBezTo>
                      <a:cubicBezTo>
                        <a:pt x="183" y="202"/>
                        <a:pt x="183" y="202"/>
                        <a:pt x="183" y="202"/>
                      </a:cubicBezTo>
                      <a:cubicBezTo>
                        <a:pt x="183" y="202"/>
                        <a:pt x="183" y="202"/>
                        <a:pt x="183" y="202"/>
                      </a:cubicBezTo>
                      <a:cubicBezTo>
                        <a:pt x="184" y="202"/>
                        <a:pt x="184" y="202"/>
                        <a:pt x="184" y="202"/>
                      </a:cubicBezTo>
                      <a:cubicBezTo>
                        <a:pt x="184" y="202"/>
                        <a:pt x="184" y="202"/>
                        <a:pt x="184" y="202"/>
                      </a:cubicBezTo>
                      <a:cubicBezTo>
                        <a:pt x="184" y="202"/>
                        <a:pt x="184" y="202"/>
                        <a:pt x="184" y="202"/>
                      </a:cubicBezTo>
                      <a:cubicBezTo>
                        <a:pt x="184" y="202"/>
                        <a:pt x="184" y="203"/>
                        <a:pt x="184" y="203"/>
                      </a:cubicBezTo>
                      <a:cubicBezTo>
                        <a:pt x="184" y="203"/>
                        <a:pt x="185" y="203"/>
                        <a:pt x="185" y="203"/>
                      </a:cubicBezTo>
                      <a:cubicBezTo>
                        <a:pt x="185" y="203"/>
                        <a:pt x="185" y="203"/>
                        <a:pt x="185" y="203"/>
                      </a:cubicBezTo>
                      <a:cubicBezTo>
                        <a:pt x="185" y="202"/>
                        <a:pt x="186" y="202"/>
                        <a:pt x="186" y="202"/>
                      </a:cubicBezTo>
                      <a:cubicBezTo>
                        <a:pt x="186" y="202"/>
                        <a:pt x="186" y="202"/>
                        <a:pt x="186" y="202"/>
                      </a:cubicBezTo>
                      <a:cubicBezTo>
                        <a:pt x="186" y="201"/>
                        <a:pt x="186" y="201"/>
                        <a:pt x="186" y="201"/>
                      </a:cubicBezTo>
                      <a:cubicBezTo>
                        <a:pt x="187" y="201"/>
                        <a:pt x="187" y="201"/>
                        <a:pt x="187" y="202"/>
                      </a:cubicBezTo>
                      <a:cubicBezTo>
                        <a:pt x="187" y="202"/>
                        <a:pt x="187" y="202"/>
                        <a:pt x="187" y="202"/>
                      </a:cubicBezTo>
                      <a:cubicBezTo>
                        <a:pt x="187" y="203"/>
                        <a:pt x="187" y="203"/>
                        <a:pt x="187" y="203"/>
                      </a:cubicBezTo>
                      <a:cubicBezTo>
                        <a:pt x="187" y="203"/>
                        <a:pt x="188" y="203"/>
                        <a:pt x="188" y="203"/>
                      </a:cubicBezTo>
                      <a:cubicBezTo>
                        <a:pt x="189" y="203"/>
                        <a:pt x="189" y="205"/>
                        <a:pt x="189" y="205"/>
                      </a:cubicBezTo>
                      <a:cubicBezTo>
                        <a:pt x="189" y="206"/>
                        <a:pt x="190" y="206"/>
                        <a:pt x="190" y="207"/>
                      </a:cubicBezTo>
                      <a:cubicBezTo>
                        <a:pt x="190" y="207"/>
                        <a:pt x="190" y="207"/>
                        <a:pt x="190" y="208"/>
                      </a:cubicBezTo>
                      <a:cubicBezTo>
                        <a:pt x="191" y="208"/>
                        <a:pt x="191" y="208"/>
                        <a:pt x="191" y="208"/>
                      </a:cubicBezTo>
                      <a:cubicBezTo>
                        <a:pt x="192" y="208"/>
                        <a:pt x="192" y="208"/>
                        <a:pt x="193" y="207"/>
                      </a:cubicBezTo>
                      <a:cubicBezTo>
                        <a:pt x="193" y="207"/>
                        <a:pt x="193" y="207"/>
                        <a:pt x="193" y="207"/>
                      </a:cubicBezTo>
                      <a:cubicBezTo>
                        <a:pt x="193" y="207"/>
                        <a:pt x="193" y="207"/>
                        <a:pt x="193" y="207"/>
                      </a:cubicBezTo>
                      <a:cubicBezTo>
                        <a:pt x="192" y="206"/>
                        <a:pt x="192" y="206"/>
                        <a:pt x="192" y="206"/>
                      </a:cubicBezTo>
                      <a:cubicBezTo>
                        <a:pt x="192" y="205"/>
                        <a:pt x="191" y="205"/>
                        <a:pt x="192" y="204"/>
                      </a:cubicBezTo>
                      <a:cubicBezTo>
                        <a:pt x="192" y="204"/>
                        <a:pt x="192" y="204"/>
                        <a:pt x="192" y="204"/>
                      </a:cubicBezTo>
                      <a:cubicBezTo>
                        <a:pt x="192" y="203"/>
                        <a:pt x="192" y="203"/>
                        <a:pt x="192" y="202"/>
                      </a:cubicBezTo>
                      <a:cubicBezTo>
                        <a:pt x="192" y="202"/>
                        <a:pt x="193" y="202"/>
                        <a:pt x="193" y="202"/>
                      </a:cubicBezTo>
                      <a:cubicBezTo>
                        <a:pt x="193" y="202"/>
                        <a:pt x="194" y="201"/>
                        <a:pt x="194" y="200"/>
                      </a:cubicBezTo>
                      <a:cubicBezTo>
                        <a:pt x="194" y="200"/>
                        <a:pt x="194" y="200"/>
                        <a:pt x="195" y="200"/>
                      </a:cubicBezTo>
                      <a:cubicBezTo>
                        <a:pt x="195" y="200"/>
                        <a:pt x="195" y="200"/>
                        <a:pt x="195" y="200"/>
                      </a:cubicBezTo>
                      <a:cubicBezTo>
                        <a:pt x="195" y="200"/>
                        <a:pt x="195" y="200"/>
                        <a:pt x="195" y="200"/>
                      </a:cubicBezTo>
                      <a:cubicBezTo>
                        <a:pt x="196" y="200"/>
                        <a:pt x="196" y="200"/>
                        <a:pt x="197" y="200"/>
                      </a:cubicBezTo>
                      <a:cubicBezTo>
                        <a:pt x="197" y="200"/>
                        <a:pt x="197" y="200"/>
                        <a:pt x="197" y="201"/>
                      </a:cubicBezTo>
                      <a:cubicBezTo>
                        <a:pt x="197" y="201"/>
                        <a:pt x="198" y="201"/>
                        <a:pt x="198" y="201"/>
                      </a:cubicBezTo>
                      <a:cubicBezTo>
                        <a:pt x="198" y="201"/>
                        <a:pt x="198" y="201"/>
                        <a:pt x="198" y="201"/>
                      </a:cubicBezTo>
                      <a:cubicBezTo>
                        <a:pt x="198" y="202"/>
                        <a:pt x="198" y="202"/>
                        <a:pt x="198" y="202"/>
                      </a:cubicBezTo>
                      <a:cubicBezTo>
                        <a:pt x="198" y="202"/>
                        <a:pt x="198" y="202"/>
                        <a:pt x="197" y="202"/>
                      </a:cubicBezTo>
                      <a:cubicBezTo>
                        <a:pt x="197" y="202"/>
                        <a:pt x="197" y="202"/>
                        <a:pt x="197" y="202"/>
                      </a:cubicBezTo>
                      <a:cubicBezTo>
                        <a:pt x="197" y="202"/>
                        <a:pt x="197" y="201"/>
                        <a:pt x="197" y="201"/>
                      </a:cubicBezTo>
                      <a:cubicBezTo>
                        <a:pt x="196" y="200"/>
                        <a:pt x="196" y="200"/>
                        <a:pt x="196" y="200"/>
                      </a:cubicBezTo>
                      <a:cubicBezTo>
                        <a:pt x="195" y="200"/>
                        <a:pt x="195" y="200"/>
                        <a:pt x="195" y="201"/>
                      </a:cubicBezTo>
                      <a:cubicBezTo>
                        <a:pt x="194" y="201"/>
                        <a:pt x="194" y="201"/>
                        <a:pt x="194" y="202"/>
                      </a:cubicBezTo>
                      <a:cubicBezTo>
                        <a:pt x="194" y="202"/>
                        <a:pt x="194" y="202"/>
                        <a:pt x="194" y="202"/>
                      </a:cubicBezTo>
                      <a:cubicBezTo>
                        <a:pt x="194" y="203"/>
                        <a:pt x="194" y="203"/>
                        <a:pt x="194" y="203"/>
                      </a:cubicBezTo>
                      <a:cubicBezTo>
                        <a:pt x="194" y="203"/>
                        <a:pt x="194" y="203"/>
                        <a:pt x="194" y="203"/>
                      </a:cubicBezTo>
                      <a:cubicBezTo>
                        <a:pt x="194" y="203"/>
                        <a:pt x="195" y="203"/>
                        <a:pt x="195" y="203"/>
                      </a:cubicBezTo>
                      <a:cubicBezTo>
                        <a:pt x="195" y="204"/>
                        <a:pt x="195" y="204"/>
                        <a:pt x="195" y="204"/>
                      </a:cubicBezTo>
                      <a:cubicBezTo>
                        <a:pt x="195" y="204"/>
                        <a:pt x="195" y="205"/>
                        <a:pt x="195" y="205"/>
                      </a:cubicBezTo>
                      <a:cubicBezTo>
                        <a:pt x="195" y="205"/>
                        <a:pt x="195" y="205"/>
                        <a:pt x="195" y="205"/>
                      </a:cubicBezTo>
                      <a:cubicBezTo>
                        <a:pt x="196" y="205"/>
                        <a:pt x="196" y="205"/>
                        <a:pt x="196" y="205"/>
                      </a:cubicBezTo>
                      <a:cubicBezTo>
                        <a:pt x="196" y="205"/>
                        <a:pt x="196" y="205"/>
                        <a:pt x="196" y="205"/>
                      </a:cubicBezTo>
                      <a:cubicBezTo>
                        <a:pt x="197" y="205"/>
                        <a:pt x="198" y="205"/>
                        <a:pt x="199" y="205"/>
                      </a:cubicBezTo>
                      <a:cubicBezTo>
                        <a:pt x="200" y="204"/>
                        <a:pt x="201" y="203"/>
                        <a:pt x="202" y="203"/>
                      </a:cubicBezTo>
                      <a:cubicBezTo>
                        <a:pt x="202" y="203"/>
                        <a:pt x="202" y="203"/>
                        <a:pt x="202" y="202"/>
                      </a:cubicBezTo>
                      <a:cubicBezTo>
                        <a:pt x="203" y="202"/>
                        <a:pt x="203" y="202"/>
                        <a:pt x="204" y="202"/>
                      </a:cubicBezTo>
                      <a:cubicBezTo>
                        <a:pt x="204" y="202"/>
                        <a:pt x="204" y="202"/>
                        <a:pt x="204" y="202"/>
                      </a:cubicBezTo>
                      <a:cubicBezTo>
                        <a:pt x="204" y="202"/>
                        <a:pt x="204" y="202"/>
                        <a:pt x="204" y="202"/>
                      </a:cubicBezTo>
                      <a:cubicBezTo>
                        <a:pt x="204" y="202"/>
                        <a:pt x="204" y="203"/>
                        <a:pt x="204" y="203"/>
                      </a:cubicBezTo>
                      <a:cubicBezTo>
                        <a:pt x="204" y="203"/>
                        <a:pt x="204" y="203"/>
                        <a:pt x="204" y="203"/>
                      </a:cubicBezTo>
                      <a:cubicBezTo>
                        <a:pt x="204" y="203"/>
                        <a:pt x="204" y="204"/>
                        <a:pt x="204" y="204"/>
                      </a:cubicBezTo>
                      <a:cubicBezTo>
                        <a:pt x="204" y="204"/>
                        <a:pt x="204" y="204"/>
                        <a:pt x="204" y="204"/>
                      </a:cubicBezTo>
                      <a:cubicBezTo>
                        <a:pt x="204" y="204"/>
                        <a:pt x="203" y="204"/>
                        <a:pt x="203" y="205"/>
                      </a:cubicBezTo>
                      <a:cubicBezTo>
                        <a:pt x="203" y="205"/>
                        <a:pt x="202" y="206"/>
                        <a:pt x="202" y="206"/>
                      </a:cubicBezTo>
                      <a:cubicBezTo>
                        <a:pt x="202" y="207"/>
                        <a:pt x="201" y="207"/>
                        <a:pt x="201" y="208"/>
                      </a:cubicBezTo>
                      <a:cubicBezTo>
                        <a:pt x="201" y="208"/>
                        <a:pt x="201" y="209"/>
                        <a:pt x="201" y="210"/>
                      </a:cubicBezTo>
                      <a:cubicBezTo>
                        <a:pt x="201" y="210"/>
                        <a:pt x="201" y="210"/>
                        <a:pt x="201" y="210"/>
                      </a:cubicBezTo>
                      <a:cubicBezTo>
                        <a:pt x="201" y="210"/>
                        <a:pt x="201" y="210"/>
                        <a:pt x="201" y="210"/>
                      </a:cubicBezTo>
                      <a:cubicBezTo>
                        <a:pt x="202" y="210"/>
                        <a:pt x="202" y="210"/>
                        <a:pt x="202" y="210"/>
                      </a:cubicBezTo>
                      <a:cubicBezTo>
                        <a:pt x="202" y="211"/>
                        <a:pt x="201" y="211"/>
                        <a:pt x="200" y="212"/>
                      </a:cubicBezTo>
                      <a:cubicBezTo>
                        <a:pt x="200" y="212"/>
                        <a:pt x="200" y="212"/>
                        <a:pt x="200" y="212"/>
                      </a:cubicBezTo>
                      <a:cubicBezTo>
                        <a:pt x="200" y="212"/>
                        <a:pt x="200" y="213"/>
                        <a:pt x="200" y="213"/>
                      </a:cubicBezTo>
                      <a:cubicBezTo>
                        <a:pt x="200" y="213"/>
                        <a:pt x="200" y="214"/>
                        <a:pt x="200" y="214"/>
                      </a:cubicBezTo>
                      <a:cubicBezTo>
                        <a:pt x="200" y="214"/>
                        <a:pt x="200" y="215"/>
                        <a:pt x="200" y="215"/>
                      </a:cubicBezTo>
                      <a:cubicBezTo>
                        <a:pt x="200" y="216"/>
                        <a:pt x="200" y="216"/>
                        <a:pt x="200" y="216"/>
                      </a:cubicBezTo>
                      <a:cubicBezTo>
                        <a:pt x="199" y="217"/>
                        <a:pt x="199" y="217"/>
                        <a:pt x="199" y="218"/>
                      </a:cubicBezTo>
                      <a:cubicBezTo>
                        <a:pt x="200" y="218"/>
                        <a:pt x="200" y="218"/>
                        <a:pt x="200" y="218"/>
                      </a:cubicBezTo>
                      <a:cubicBezTo>
                        <a:pt x="200" y="218"/>
                        <a:pt x="200" y="218"/>
                        <a:pt x="200" y="218"/>
                      </a:cubicBezTo>
                      <a:cubicBezTo>
                        <a:pt x="200" y="217"/>
                        <a:pt x="200" y="217"/>
                        <a:pt x="200" y="217"/>
                      </a:cubicBezTo>
                      <a:cubicBezTo>
                        <a:pt x="201" y="217"/>
                        <a:pt x="201" y="217"/>
                        <a:pt x="201" y="218"/>
                      </a:cubicBezTo>
                      <a:cubicBezTo>
                        <a:pt x="201" y="218"/>
                        <a:pt x="201" y="218"/>
                        <a:pt x="201" y="219"/>
                      </a:cubicBezTo>
                      <a:cubicBezTo>
                        <a:pt x="201" y="219"/>
                        <a:pt x="201" y="219"/>
                        <a:pt x="200" y="220"/>
                      </a:cubicBezTo>
                      <a:cubicBezTo>
                        <a:pt x="200" y="220"/>
                        <a:pt x="200" y="220"/>
                        <a:pt x="200" y="219"/>
                      </a:cubicBezTo>
                      <a:cubicBezTo>
                        <a:pt x="200" y="219"/>
                        <a:pt x="199" y="219"/>
                        <a:pt x="199" y="219"/>
                      </a:cubicBezTo>
                      <a:cubicBezTo>
                        <a:pt x="198" y="219"/>
                        <a:pt x="198" y="220"/>
                        <a:pt x="197" y="221"/>
                      </a:cubicBezTo>
                      <a:cubicBezTo>
                        <a:pt x="197" y="221"/>
                        <a:pt x="197" y="221"/>
                        <a:pt x="197" y="222"/>
                      </a:cubicBezTo>
                      <a:cubicBezTo>
                        <a:pt x="197" y="222"/>
                        <a:pt x="197" y="222"/>
                        <a:pt x="196" y="222"/>
                      </a:cubicBezTo>
                      <a:cubicBezTo>
                        <a:pt x="196" y="222"/>
                        <a:pt x="196" y="222"/>
                        <a:pt x="196" y="222"/>
                      </a:cubicBezTo>
                      <a:cubicBezTo>
                        <a:pt x="196" y="222"/>
                        <a:pt x="196" y="222"/>
                        <a:pt x="196" y="222"/>
                      </a:cubicBezTo>
                      <a:cubicBezTo>
                        <a:pt x="196" y="222"/>
                        <a:pt x="195" y="222"/>
                        <a:pt x="195" y="222"/>
                      </a:cubicBezTo>
                      <a:cubicBezTo>
                        <a:pt x="195" y="223"/>
                        <a:pt x="194" y="223"/>
                        <a:pt x="194" y="224"/>
                      </a:cubicBezTo>
                      <a:cubicBezTo>
                        <a:pt x="194" y="225"/>
                        <a:pt x="194" y="225"/>
                        <a:pt x="193" y="225"/>
                      </a:cubicBezTo>
                      <a:cubicBezTo>
                        <a:pt x="193" y="226"/>
                        <a:pt x="193" y="226"/>
                        <a:pt x="193" y="227"/>
                      </a:cubicBezTo>
                      <a:cubicBezTo>
                        <a:pt x="193" y="227"/>
                        <a:pt x="193" y="228"/>
                        <a:pt x="193" y="228"/>
                      </a:cubicBezTo>
                      <a:cubicBezTo>
                        <a:pt x="193" y="228"/>
                        <a:pt x="193" y="228"/>
                        <a:pt x="192" y="228"/>
                      </a:cubicBezTo>
                      <a:cubicBezTo>
                        <a:pt x="192" y="228"/>
                        <a:pt x="192" y="228"/>
                        <a:pt x="191" y="228"/>
                      </a:cubicBezTo>
                      <a:cubicBezTo>
                        <a:pt x="191" y="228"/>
                        <a:pt x="191" y="228"/>
                        <a:pt x="191" y="228"/>
                      </a:cubicBezTo>
                      <a:cubicBezTo>
                        <a:pt x="191" y="228"/>
                        <a:pt x="191" y="228"/>
                        <a:pt x="190" y="228"/>
                      </a:cubicBezTo>
                      <a:cubicBezTo>
                        <a:pt x="190" y="229"/>
                        <a:pt x="189" y="230"/>
                        <a:pt x="188" y="230"/>
                      </a:cubicBezTo>
                      <a:cubicBezTo>
                        <a:pt x="188" y="230"/>
                        <a:pt x="187" y="230"/>
                        <a:pt x="187" y="231"/>
                      </a:cubicBezTo>
                      <a:cubicBezTo>
                        <a:pt x="186" y="231"/>
                        <a:pt x="185" y="231"/>
                        <a:pt x="185" y="232"/>
                      </a:cubicBezTo>
                      <a:cubicBezTo>
                        <a:pt x="184" y="233"/>
                        <a:pt x="183" y="234"/>
                        <a:pt x="182" y="234"/>
                      </a:cubicBezTo>
                      <a:cubicBezTo>
                        <a:pt x="182" y="234"/>
                        <a:pt x="183" y="234"/>
                        <a:pt x="183" y="235"/>
                      </a:cubicBezTo>
                      <a:cubicBezTo>
                        <a:pt x="183" y="235"/>
                        <a:pt x="183" y="235"/>
                        <a:pt x="183" y="235"/>
                      </a:cubicBezTo>
                      <a:cubicBezTo>
                        <a:pt x="182" y="235"/>
                        <a:pt x="182" y="235"/>
                        <a:pt x="182" y="235"/>
                      </a:cubicBezTo>
                      <a:cubicBezTo>
                        <a:pt x="182" y="235"/>
                        <a:pt x="181" y="235"/>
                        <a:pt x="181" y="235"/>
                      </a:cubicBezTo>
                      <a:cubicBezTo>
                        <a:pt x="181" y="236"/>
                        <a:pt x="181" y="236"/>
                        <a:pt x="181" y="237"/>
                      </a:cubicBezTo>
                      <a:cubicBezTo>
                        <a:pt x="181" y="237"/>
                        <a:pt x="181" y="237"/>
                        <a:pt x="181" y="237"/>
                      </a:cubicBezTo>
                      <a:cubicBezTo>
                        <a:pt x="181" y="237"/>
                        <a:pt x="180" y="237"/>
                        <a:pt x="180" y="238"/>
                      </a:cubicBezTo>
                      <a:cubicBezTo>
                        <a:pt x="180" y="238"/>
                        <a:pt x="180" y="238"/>
                        <a:pt x="180" y="238"/>
                      </a:cubicBezTo>
                      <a:cubicBezTo>
                        <a:pt x="181" y="239"/>
                        <a:pt x="181" y="239"/>
                        <a:pt x="182" y="240"/>
                      </a:cubicBezTo>
                      <a:cubicBezTo>
                        <a:pt x="182" y="240"/>
                        <a:pt x="182" y="240"/>
                        <a:pt x="182" y="240"/>
                      </a:cubicBezTo>
                      <a:cubicBezTo>
                        <a:pt x="182" y="240"/>
                        <a:pt x="182" y="240"/>
                        <a:pt x="182" y="240"/>
                      </a:cubicBezTo>
                      <a:cubicBezTo>
                        <a:pt x="182" y="240"/>
                        <a:pt x="181" y="240"/>
                        <a:pt x="181" y="240"/>
                      </a:cubicBezTo>
                      <a:cubicBezTo>
                        <a:pt x="181" y="240"/>
                        <a:pt x="181" y="240"/>
                        <a:pt x="181" y="239"/>
                      </a:cubicBezTo>
                      <a:cubicBezTo>
                        <a:pt x="181" y="239"/>
                        <a:pt x="180" y="239"/>
                        <a:pt x="180" y="239"/>
                      </a:cubicBezTo>
                      <a:cubicBezTo>
                        <a:pt x="180" y="239"/>
                        <a:pt x="179" y="239"/>
                        <a:pt x="179" y="239"/>
                      </a:cubicBezTo>
                      <a:cubicBezTo>
                        <a:pt x="179" y="239"/>
                        <a:pt x="179" y="239"/>
                        <a:pt x="179" y="240"/>
                      </a:cubicBezTo>
                      <a:cubicBezTo>
                        <a:pt x="179" y="240"/>
                        <a:pt x="179" y="240"/>
                        <a:pt x="179" y="240"/>
                      </a:cubicBezTo>
                      <a:cubicBezTo>
                        <a:pt x="179" y="240"/>
                        <a:pt x="179" y="241"/>
                        <a:pt x="179" y="241"/>
                      </a:cubicBezTo>
                      <a:cubicBezTo>
                        <a:pt x="179" y="241"/>
                        <a:pt x="178" y="241"/>
                        <a:pt x="178" y="240"/>
                      </a:cubicBezTo>
                      <a:cubicBezTo>
                        <a:pt x="178" y="240"/>
                        <a:pt x="178" y="239"/>
                        <a:pt x="177" y="239"/>
                      </a:cubicBezTo>
                      <a:cubicBezTo>
                        <a:pt x="177" y="239"/>
                        <a:pt x="177" y="238"/>
                        <a:pt x="177" y="238"/>
                      </a:cubicBezTo>
                      <a:cubicBezTo>
                        <a:pt x="176" y="238"/>
                        <a:pt x="176" y="238"/>
                        <a:pt x="175" y="238"/>
                      </a:cubicBezTo>
                      <a:cubicBezTo>
                        <a:pt x="175" y="238"/>
                        <a:pt x="175" y="238"/>
                        <a:pt x="174" y="238"/>
                      </a:cubicBezTo>
                      <a:cubicBezTo>
                        <a:pt x="174" y="238"/>
                        <a:pt x="173" y="239"/>
                        <a:pt x="173" y="239"/>
                      </a:cubicBezTo>
                      <a:cubicBezTo>
                        <a:pt x="171" y="240"/>
                        <a:pt x="168" y="242"/>
                        <a:pt x="167" y="244"/>
                      </a:cubicBezTo>
                      <a:cubicBezTo>
                        <a:pt x="167" y="244"/>
                        <a:pt x="167" y="244"/>
                        <a:pt x="167" y="245"/>
                      </a:cubicBezTo>
                      <a:cubicBezTo>
                        <a:pt x="167" y="245"/>
                        <a:pt x="167" y="245"/>
                        <a:pt x="167" y="245"/>
                      </a:cubicBezTo>
                      <a:cubicBezTo>
                        <a:pt x="167" y="246"/>
                        <a:pt x="166" y="246"/>
                        <a:pt x="166" y="246"/>
                      </a:cubicBezTo>
                      <a:cubicBezTo>
                        <a:pt x="166" y="246"/>
                        <a:pt x="165" y="246"/>
                        <a:pt x="165" y="247"/>
                      </a:cubicBezTo>
                      <a:cubicBezTo>
                        <a:pt x="165" y="247"/>
                        <a:pt x="165" y="247"/>
                        <a:pt x="165" y="247"/>
                      </a:cubicBezTo>
                      <a:cubicBezTo>
                        <a:pt x="165" y="247"/>
                        <a:pt x="165" y="247"/>
                        <a:pt x="165" y="247"/>
                      </a:cubicBezTo>
                      <a:cubicBezTo>
                        <a:pt x="164" y="248"/>
                        <a:pt x="164" y="248"/>
                        <a:pt x="163" y="248"/>
                      </a:cubicBezTo>
                      <a:cubicBezTo>
                        <a:pt x="163" y="248"/>
                        <a:pt x="163" y="248"/>
                        <a:pt x="163" y="248"/>
                      </a:cubicBezTo>
                      <a:cubicBezTo>
                        <a:pt x="162" y="248"/>
                        <a:pt x="162" y="248"/>
                        <a:pt x="162" y="249"/>
                      </a:cubicBezTo>
                      <a:cubicBezTo>
                        <a:pt x="162" y="249"/>
                        <a:pt x="162" y="250"/>
                        <a:pt x="162" y="250"/>
                      </a:cubicBezTo>
                      <a:cubicBezTo>
                        <a:pt x="162" y="250"/>
                        <a:pt x="162" y="251"/>
                        <a:pt x="162" y="251"/>
                      </a:cubicBezTo>
                      <a:cubicBezTo>
                        <a:pt x="161" y="251"/>
                        <a:pt x="161" y="252"/>
                        <a:pt x="162" y="252"/>
                      </a:cubicBezTo>
                      <a:cubicBezTo>
                        <a:pt x="162" y="252"/>
                        <a:pt x="163" y="251"/>
                        <a:pt x="163" y="251"/>
                      </a:cubicBezTo>
                      <a:cubicBezTo>
                        <a:pt x="163" y="251"/>
                        <a:pt x="163" y="251"/>
                        <a:pt x="163" y="250"/>
                      </a:cubicBezTo>
                      <a:cubicBezTo>
                        <a:pt x="164" y="250"/>
                        <a:pt x="163" y="249"/>
                        <a:pt x="163" y="249"/>
                      </a:cubicBezTo>
                      <a:cubicBezTo>
                        <a:pt x="163" y="249"/>
                        <a:pt x="163" y="248"/>
                        <a:pt x="164" y="248"/>
                      </a:cubicBezTo>
                      <a:cubicBezTo>
                        <a:pt x="164" y="248"/>
                        <a:pt x="164" y="249"/>
                        <a:pt x="164" y="249"/>
                      </a:cubicBezTo>
                      <a:cubicBezTo>
                        <a:pt x="164" y="249"/>
                        <a:pt x="164" y="250"/>
                        <a:pt x="164" y="250"/>
                      </a:cubicBezTo>
                      <a:cubicBezTo>
                        <a:pt x="165" y="250"/>
                        <a:pt x="165" y="250"/>
                        <a:pt x="165" y="250"/>
                      </a:cubicBezTo>
                      <a:cubicBezTo>
                        <a:pt x="166" y="250"/>
                        <a:pt x="166" y="250"/>
                        <a:pt x="166" y="250"/>
                      </a:cubicBezTo>
                      <a:cubicBezTo>
                        <a:pt x="167" y="250"/>
                        <a:pt x="167" y="249"/>
                        <a:pt x="167" y="249"/>
                      </a:cubicBezTo>
                      <a:cubicBezTo>
                        <a:pt x="167" y="249"/>
                        <a:pt x="167" y="248"/>
                        <a:pt x="167" y="248"/>
                      </a:cubicBezTo>
                      <a:cubicBezTo>
                        <a:pt x="167" y="248"/>
                        <a:pt x="167" y="247"/>
                        <a:pt x="166" y="247"/>
                      </a:cubicBezTo>
                      <a:cubicBezTo>
                        <a:pt x="166" y="247"/>
                        <a:pt x="166" y="247"/>
                        <a:pt x="166" y="247"/>
                      </a:cubicBezTo>
                      <a:cubicBezTo>
                        <a:pt x="166" y="247"/>
                        <a:pt x="166" y="246"/>
                        <a:pt x="166" y="246"/>
                      </a:cubicBezTo>
                      <a:cubicBezTo>
                        <a:pt x="167" y="246"/>
                        <a:pt x="167" y="247"/>
                        <a:pt x="167" y="247"/>
                      </a:cubicBezTo>
                      <a:cubicBezTo>
                        <a:pt x="167" y="247"/>
                        <a:pt x="167" y="248"/>
                        <a:pt x="167" y="248"/>
                      </a:cubicBezTo>
                      <a:cubicBezTo>
                        <a:pt x="167" y="248"/>
                        <a:pt x="168" y="248"/>
                        <a:pt x="168" y="248"/>
                      </a:cubicBezTo>
                      <a:cubicBezTo>
                        <a:pt x="168" y="248"/>
                        <a:pt x="167" y="248"/>
                        <a:pt x="167" y="248"/>
                      </a:cubicBezTo>
                      <a:cubicBezTo>
                        <a:pt x="167" y="248"/>
                        <a:pt x="167" y="249"/>
                        <a:pt x="167" y="249"/>
                      </a:cubicBezTo>
                      <a:cubicBezTo>
                        <a:pt x="167" y="249"/>
                        <a:pt x="168" y="249"/>
                        <a:pt x="168" y="249"/>
                      </a:cubicBezTo>
                      <a:cubicBezTo>
                        <a:pt x="168" y="249"/>
                        <a:pt x="168" y="249"/>
                        <a:pt x="168" y="249"/>
                      </a:cubicBezTo>
                      <a:cubicBezTo>
                        <a:pt x="168" y="249"/>
                        <a:pt x="168" y="249"/>
                        <a:pt x="168" y="249"/>
                      </a:cubicBezTo>
                      <a:cubicBezTo>
                        <a:pt x="168" y="249"/>
                        <a:pt x="169" y="249"/>
                        <a:pt x="169" y="249"/>
                      </a:cubicBezTo>
                      <a:cubicBezTo>
                        <a:pt x="169" y="248"/>
                        <a:pt x="169" y="248"/>
                        <a:pt x="170" y="248"/>
                      </a:cubicBezTo>
                      <a:cubicBezTo>
                        <a:pt x="170" y="248"/>
                        <a:pt x="170" y="248"/>
                        <a:pt x="170" y="248"/>
                      </a:cubicBezTo>
                      <a:cubicBezTo>
                        <a:pt x="170" y="248"/>
                        <a:pt x="170" y="248"/>
                        <a:pt x="170" y="248"/>
                      </a:cubicBezTo>
                      <a:cubicBezTo>
                        <a:pt x="170" y="248"/>
                        <a:pt x="170" y="249"/>
                        <a:pt x="170" y="249"/>
                      </a:cubicBezTo>
                      <a:cubicBezTo>
                        <a:pt x="170" y="249"/>
                        <a:pt x="171" y="249"/>
                        <a:pt x="171" y="248"/>
                      </a:cubicBezTo>
                      <a:cubicBezTo>
                        <a:pt x="171" y="248"/>
                        <a:pt x="171" y="248"/>
                        <a:pt x="171" y="247"/>
                      </a:cubicBezTo>
                      <a:cubicBezTo>
                        <a:pt x="171" y="247"/>
                        <a:pt x="170" y="247"/>
                        <a:pt x="171" y="247"/>
                      </a:cubicBezTo>
                      <a:cubicBezTo>
                        <a:pt x="171" y="247"/>
                        <a:pt x="171" y="247"/>
                        <a:pt x="171" y="247"/>
                      </a:cubicBezTo>
                      <a:cubicBezTo>
                        <a:pt x="171" y="247"/>
                        <a:pt x="171" y="247"/>
                        <a:pt x="171" y="247"/>
                      </a:cubicBezTo>
                      <a:cubicBezTo>
                        <a:pt x="172" y="247"/>
                        <a:pt x="172" y="247"/>
                        <a:pt x="172" y="247"/>
                      </a:cubicBezTo>
                      <a:cubicBezTo>
                        <a:pt x="172" y="246"/>
                        <a:pt x="172" y="246"/>
                        <a:pt x="172" y="246"/>
                      </a:cubicBezTo>
                      <a:cubicBezTo>
                        <a:pt x="172" y="246"/>
                        <a:pt x="173" y="245"/>
                        <a:pt x="173" y="244"/>
                      </a:cubicBezTo>
                      <a:cubicBezTo>
                        <a:pt x="173" y="244"/>
                        <a:pt x="173" y="244"/>
                        <a:pt x="173" y="243"/>
                      </a:cubicBezTo>
                      <a:cubicBezTo>
                        <a:pt x="173" y="243"/>
                        <a:pt x="173" y="243"/>
                        <a:pt x="174" y="242"/>
                      </a:cubicBezTo>
                      <a:cubicBezTo>
                        <a:pt x="174" y="242"/>
                        <a:pt x="174" y="242"/>
                        <a:pt x="174" y="242"/>
                      </a:cubicBezTo>
                      <a:cubicBezTo>
                        <a:pt x="175" y="242"/>
                        <a:pt x="175" y="242"/>
                        <a:pt x="175" y="242"/>
                      </a:cubicBezTo>
                      <a:cubicBezTo>
                        <a:pt x="175" y="243"/>
                        <a:pt x="176" y="243"/>
                        <a:pt x="176" y="243"/>
                      </a:cubicBezTo>
                      <a:cubicBezTo>
                        <a:pt x="176" y="244"/>
                        <a:pt x="176" y="244"/>
                        <a:pt x="176" y="243"/>
                      </a:cubicBezTo>
                      <a:cubicBezTo>
                        <a:pt x="175" y="243"/>
                        <a:pt x="175" y="243"/>
                        <a:pt x="175" y="243"/>
                      </a:cubicBezTo>
                      <a:cubicBezTo>
                        <a:pt x="175" y="243"/>
                        <a:pt x="175" y="243"/>
                        <a:pt x="175" y="243"/>
                      </a:cubicBezTo>
                      <a:cubicBezTo>
                        <a:pt x="175" y="243"/>
                        <a:pt x="175" y="244"/>
                        <a:pt x="174" y="244"/>
                      </a:cubicBezTo>
                      <a:cubicBezTo>
                        <a:pt x="174" y="244"/>
                        <a:pt x="174" y="245"/>
                        <a:pt x="174" y="245"/>
                      </a:cubicBezTo>
                      <a:cubicBezTo>
                        <a:pt x="175" y="246"/>
                        <a:pt x="177" y="245"/>
                        <a:pt x="178" y="244"/>
                      </a:cubicBezTo>
                      <a:cubicBezTo>
                        <a:pt x="178" y="244"/>
                        <a:pt x="178" y="244"/>
                        <a:pt x="179" y="244"/>
                      </a:cubicBezTo>
                      <a:cubicBezTo>
                        <a:pt x="179" y="244"/>
                        <a:pt x="179" y="244"/>
                        <a:pt x="179" y="244"/>
                      </a:cubicBezTo>
                      <a:cubicBezTo>
                        <a:pt x="179" y="244"/>
                        <a:pt x="180" y="244"/>
                        <a:pt x="180" y="244"/>
                      </a:cubicBezTo>
                      <a:cubicBezTo>
                        <a:pt x="180" y="244"/>
                        <a:pt x="179" y="244"/>
                        <a:pt x="179" y="244"/>
                      </a:cubicBezTo>
                      <a:cubicBezTo>
                        <a:pt x="179" y="243"/>
                        <a:pt x="179" y="243"/>
                        <a:pt x="179" y="243"/>
                      </a:cubicBezTo>
                      <a:cubicBezTo>
                        <a:pt x="179" y="243"/>
                        <a:pt x="179" y="243"/>
                        <a:pt x="179" y="243"/>
                      </a:cubicBezTo>
                      <a:cubicBezTo>
                        <a:pt x="179" y="243"/>
                        <a:pt x="180" y="243"/>
                        <a:pt x="180" y="243"/>
                      </a:cubicBezTo>
                      <a:cubicBezTo>
                        <a:pt x="180" y="243"/>
                        <a:pt x="180" y="243"/>
                        <a:pt x="180" y="244"/>
                      </a:cubicBezTo>
                      <a:cubicBezTo>
                        <a:pt x="180" y="244"/>
                        <a:pt x="180" y="244"/>
                        <a:pt x="181" y="244"/>
                      </a:cubicBezTo>
                      <a:cubicBezTo>
                        <a:pt x="181" y="244"/>
                        <a:pt x="181" y="244"/>
                        <a:pt x="181" y="244"/>
                      </a:cubicBezTo>
                      <a:cubicBezTo>
                        <a:pt x="181" y="244"/>
                        <a:pt x="181" y="243"/>
                        <a:pt x="181" y="243"/>
                      </a:cubicBezTo>
                      <a:cubicBezTo>
                        <a:pt x="181" y="243"/>
                        <a:pt x="181" y="242"/>
                        <a:pt x="182" y="242"/>
                      </a:cubicBezTo>
                      <a:cubicBezTo>
                        <a:pt x="182" y="242"/>
                        <a:pt x="182" y="242"/>
                        <a:pt x="182" y="242"/>
                      </a:cubicBezTo>
                      <a:cubicBezTo>
                        <a:pt x="182" y="242"/>
                        <a:pt x="182" y="242"/>
                        <a:pt x="182" y="242"/>
                      </a:cubicBezTo>
                      <a:cubicBezTo>
                        <a:pt x="182" y="242"/>
                        <a:pt x="183" y="242"/>
                        <a:pt x="183" y="242"/>
                      </a:cubicBezTo>
                      <a:cubicBezTo>
                        <a:pt x="183" y="242"/>
                        <a:pt x="183" y="242"/>
                        <a:pt x="183" y="242"/>
                      </a:cubicBezTo>
                      <a:cubicBezTo>
                        <a:pt x="184" y="241"/>
                        <a:pt x="184" y="241"/>
                        <a:pt x="185" y="240"/>
                      </a:cubicBezTo>
                      <a:cubicBezTo>
                        <a:pt x="185" y="240"/>
                        <a:pt x="186" y="240"/>
                        <a:pt x="186" y="240"/>
                      </a:cubicBezTo>
                      <a:cubicBezTo>
                        <a:pt x="186" y="240"/>
                        <a:pt x="186" y="240"/>
                        <a:pt x="187" y="240"/>
                      </a:cubicBezTo>
                      <a:cubicBezTo>
                        <a:pt x="187" y="240"/>
                        <a:pt x="187" y="240"/>
                        <a:pt x="187" y="240"/>
                      </a:cubicBezTo>
                      <a:cubicBezTo>
                        <a:pt x="187" y="240"/>
                        <a:pt x="187" y="240"/>
                        <a:pt x="187" y="240"/>
                      </a:cubicBezTo>
                      <a:cubicBezTo>
                        <a:pt x="186" y="241"/>
                        <a:pt x="186" y="241"/>
                        <a:pt x="186" y="242"/>
                      </a:cubicBezTo>
                      <a:cubicBezTo>
                        <a:pt x="187" y="242"/>
                        <a:pt x="187" y="242"/>
                        <a:pt x="187" y="242"/>
                      </a:cubicBezTo>
                      <a:cubicBezTo>
                        <a:pt x="187" y="242"/>
                        <a:pt x="186" y="243"/>
                        <a:pt x="186" y="243"/>
                      </a:cubicBezTo>
                      <a:cubicBezTo>
                        <a:pt x="186" y="243"/>
                        <a:pt x="186" y="243"/>
                        <a:pt x="186" y="243"/>
                      </a:cubicBezTo>
                      <a:cubicBezTo>
                        <a:pt x="187" y="243"/>
                        <a:pt x="187" y="242"/>
                        <a:pt x="187" y="242"/>
                      </a:cubicBezTo>
                      <a:cubicBezTo>
                        <a:pt x="187" y="241"/>
                        <a:pt x="187" y="240"/>
                        <a:pt x="187" y="240"/>
                      </a:cubicBezTo>
                      <a:cubicBezTo>
                        <a:pt x="188" y="240"/>
                        <a:pt x="188" y="240"/>
                        <a:pt x="188" y="240"/>
                      </a:cubicBezTo>
                      <a:cubicBezTo>
                        <a:pt x="188" y="240"/>
                        <a:pt x="188" y="240"/>
                        <a:pt x="189" y="240"/>
                      </a:cubicBezTo>
                      <a:cubicBezTo>
                        <a:pt x="189" y="239"/>
                        <a:pt x="190" y="239"/>
                        <a:pt x="191" y="239"/>
                      </a:cubicBezTo>
                      <a:cubicBezTo>
                        <a:pt x="191" y="239"/>
                        <a:pt x="191" y="239"/>
                        <a:pt x="191" y="238"/>
                      </a:cubicBezTo>
                      <a:cubicBezTo>
                        <a:pt x="191" y="238"/>
                        <a:pt x="192" y="238"/>
                        <a:pt x="192" y="238"/>
                      </a:cubicBezTo>
                      <a:cubicBezTo>
                        <a:pt x="192" y="238"/>
                        <a:pt x="192" y="238"/>
                        <a:pt x="193" y="238"/>
                      </a:cubicBezTo>
                      <a:cubicBezTo>
                        <a:pt x="193" y="238"/>
                        <a:pt x="193" y="237"/>
                        <a:pt x="193" y="236"/>
                      </a:cubicBezTo>
                      <a:cubicBezTo>
                        <a:pt x="193" y="236"/>
                        <a:pt x="193" y="236"/>
                        <a:pt x="194" y="236"/>
                      </a:cubicBezTo>
                      <a:cubicBezTo>
                        <a:pt x="194" y="235"/>
                        <a:pt x="194" y="235"/>
                        <a:pt x="194" y="236"/>
                      </a:cubicBezTo>
                      <a:cubicBezTo>
                        <a:pt x="194" y="236"/>
                        <a:pt x="194" y="237"/>
                        <a:pt x="194" y="237"/>
                      </a:cubicBezTo>
                      <a:cubicBezTo>
                        <a:pt x="194" y="238"/>
                        <a:pt x="194" y="238"/>
                        <a:pt x="194" y="238"/>
                      </a:cubicBezTo>
                      <a:cubicBezTo>
                        <a:pt x="194" y="238"/>
                        <a:pt x="194" y="238"/>
                        <a:pt x="194" y="238"/>
                      </a:cubicBezTo>
                      <a:cubicBezTo>
                        <a:pt x="194" y="237"/>
                        <a:pt x="194" y="237"/>
                        <a:pt x="194" y="237"/>
                      </a:cubicBezTo>
                      <a:cubicBezTo>
                        <a:pt x="195" y="237"/>
                        <a:pt x="195" y="236"/>
                        <a:pt x="195" y="236"/>
                      </a:cubicBezTo>
                      <a:cubicBezTo>
                        <a:pt x="196" y="235"/>
                        <a:pt x="196" y="235"/>
                        <a:pt x="196" y="235"/>
                      </a:cubicBezTo>
                      <a:cubicBezTo>
                        <a:pt x="196" y="234"/>
                        <a:pt x="196" y="234"/>
                        <a:pt x="196" y="234"/>
                      </a:cubicBezTo>
                      <a:cubicBezTo>
                        <a:pt x="196" y="234"/>
                        <a:pt x="196" y="234"/>
                        <a:pt x="195" y="234"/>
                      </a:cubicBezTo>
                      <a:cubicBezTo>
                        <a:pt x="195" y="234"/>
                        <a:pt x="195" y="234"/>
                        <a:pt x="195" y="234"/>
                      </a:cubicBezTo>
                      <a:cubicBezTo>
                        <a:pt x="195" y="234"/>
                        <a:pt x="194" y="234"/>
                        <a:pt x="194" y="234"/>
                      </a:cubicBezTo>
                      <a:cubicBezTo>
                        <a:pt x="194" y="234"/>
                        <a:pt x="194" y="234"/>
                        <a:pt x="194" y="234"/>
                      </a:cubicBezTo>
                      <a:cubicBezTo>
                        <a:pt x="194" y="235"/>
                        <a:pt x="193" y="235"/>
                        <a:pt x="193" y="235"/>
                      </a:cubicBezTo>
                      <a:cubicBezTo>
                        <a:pt x="193" y="234"/>
                        <a:pt x="193" y="234"/>
                        <a:pt x="193" y="234"/>
                      </a:cubicBezTo>
                      <a:cubicBezTo>
                        <a:pt x="194" y="234"/>
                        <a:pt x="194" y="233"/>
                        <a:pt x="195" y="233"/>
                      </a:cubicBezTo>
                      <a:cubicBezTo>
                        <a:pt x="195" y="233"/>
                        <a:pt x="195" y="232"/>
                        <a:pt x="195" y="232"/>
                      </a:cubicBezTo>
                      <a:cubicBezTo>
                        <a:pt x="196" y="232"/>
                        <a:pt x="196" y="232"/>
                        <a:pt x="196" y="232"/>
                      </a:cubicBezTo>
                      <a:cubicBezTo>
                        <a:pt x="197" y="232"/>
                        <a:pt x="197" y="232"/>
                        <a:pt x="197" y="232"/>
                      </a:cubicBezTo>
                      <a:cubicBezTo>
                        <a:pt x="197" y="231"/>
                        <a:pt x="198" y="230"/>
                        <a:pt x="199" y="230"/>
                      </a:cubicBezTo>
                      <a:cubicBezTo>
                        <a:pt x="199" y="230"/>
                        <a:pt x="200" y="231"/>
                        <a:pt x="201" y="230"/>
                      </a:cubicBezTo>
                      <a:cubicBezTo>
                        <a:pt x="201" y="230"/>
                        <a:pt x="201" y="230"/>
                        <a:pt x="201" y="230"/>
                      </a:cubicBezTo>
                      <a:cubicBezTo>
                        <a:pt x="201" y="230"/>
                        <a:pt x="200" y="230"/>
                        <a:pt x="200" y="230"/>
                      </a:cubicBezTo>
                      <a:cubicBezTo>
                        <a:pt x="200" y="229"/>
                        <a:pt x="201" y="229"/>
                        <a:pt x="201" y="228"/>
                      </a:cubicBezTo>
                      <a:cubicBezTo>
                        <a:pt x="201" y="228"/>
                        <a:pt x="201" y="228"/>
                        <a:pt x="201" y="228"/>
                      </a:cubicBezTo>
                      <a:cubicBezTo>
                        <a:pt x="201" y="228"/>
                        <a:pt x="201" y="228"/>
                        <a:pt x="201" y="227"/>
                      </a:cubicBezTo>
                      <a:cubicBezTo>
                        <a:pt x="202" y="227"/>
                        <a:pt x="202" y="227"/>
                        <a:pt x="202" y="228"/>
                      </a:cubicBezTo>
                      <a:cubicBezTo>
                        <a:pt x="202" y="228"/>
                        <a:pt x="202" y="228"/>
                        <a:pt x="202" y="228"/>
                      </a:cubicBezTo>
                      <a:cubicBezTo>
                        <a:pt x="203" y="228"/>
                        <a:pt x="203" y="228"/>
                        <a:pt x="203" y="228"/>
                      </a:cubicBezTo>
                      <a:cubicBezTo>
                        <a:pt x="204" y="227"/>
                        <a:pt x="204" y="227"/>
                        <a:pt x="205" y="226"/>
                      </a:cubicBezTo>
                      <a:cubicBezTo>
                        <a:pt x="205" y="227"/>
                        <a:pt x="205" y="227"/>
                        <a:pt x="205" y="227"/>
                      </a:cubicBezTo>
                      <a:cubicBezTo>
                        <a:pt x="205" y="227"/>
                        <a:pt x="206" y="227"/>
                        <a:pt x="206" y="226"/>
                      </a:cubicBezTo>
                      <a:cubicBezTo>
                        <a:pt x="206" y="226"/>
                        <a:pt x="206" y="226"/>
                        <a:pt x="206" y="226"/>
                      </a:cubicBezTo>
                      <a:cubicBezTo>
                        <a:pt x="206" y="225"/>
                        <a:pt x="206" y="225"/>
                        <a:pt x="206" y="225"/>
                      </a:cubicBezTo>
                      <a:cubicBezTo>
                        <a:pt x="206" y="226"/>
                        <a:pt x="206" y="226"/>
                        <a:pt x="207" y="226"/>
                      </a:cubicBezTo>
                      <a:cubicBezTo>
                        <a:pt x="207" y="226"/>
                        <a:pt x="207" y="226"/>
                        <a:pt x="207" y="226"/>
                      </a:cubicBezTo>
                      <a:cubicBezTo>
                        <a:pt x="207" y="225"/>
                        <a:pt x="207" y="225"/>
                        <a:pt x="208" y="225"/>
                      </a:cubicBezTo>
                      <a:cubicBezTo>
                        <a:pt x="208" y="224"/>
                        <a:pt x="208" y="224"/>
                        <a:pt x="208" y="224"/>
                      </a:cubicBezTo>
                      <a:cubicBezTo>
                        <a:pt x="208" y="224"/>
                        <a:pt x="209" y="224"/>
                        <a:pt x="209" y="224"/>
                      </a:cubicBezTo>
                      <a:cubicBezTo>
                        <a:pt x="209" y="223"/>
                        <a:pt x="209" y="223"/>
                        <a:pt x="209" y="223"/>
                      </a:cubicBezTo>
                      <a:cubicBezTo>
                        <a:pt x="209" y="223"/>
                        <a:pt x="209" y="223"/>
                        <a:pt x="208" y="223"/>
                      </a:cubicBezTo>
                      <a:cubicBezTo>
                        <a:pt x="208" y="223"/>
                        <a:pt x="208" y="223"/>
                        <a:pt x="209" y="223"/>
                      </a:cubicBezTo>
                      <a:cubicBezTo>
                        <a:pt x="209" y="222"/>
                        <a:pt x="209" y="222"/>
                        <a:pt x="209" y="222"/>
                      </a:cubicBezTo>
                      <a:cubicBezTo>
                        <a:pt x="209" y="222"/>
                        <a:pt x="209" y="222"/>
                        <a:pt x="208" y="222"/>
                      </a:cubicBezTo>
                      <a:cubicBezTo>
                        <a:pt x="208" y="222"/>
                        <a:pt x="208" y="222"/>
                        <a:pt x="208" y="222"/>
                      </a:cubicBezTo>
                      <a:cubicBezTo>
                        <a:pt x="208" y="222"/>
                        <a:pt x="208" y="222"/>
                        <a:pt x="207" y="222"/>
                      </a:cubicBezTo>
                      <a:cubicBezTo>
                        <a:pt x="207" y="222"/>
                        <a:pt x="207" y="222"/>
                        <a:pt x="208" y="221"/>
                      </a:cubicBezTo>
                      <a:cubicBezTo>
                        <a:pt x="208" y="221"/>
                        <a:pt x="208" y="221"/>
                        <a:pt x="209" y="221"/>
                      </a:cubicBezTo>
                      <a:cubicBezTo>
                        <a:pt x="209" y="221"/>
                        <a:pt x="209" y="220"/>
                        <a:pt x="209" y="220"/>
                      </a:cubicBezTo>
                      <a:cubicBezTo>
                        <a:pt x="210" y="220"/>
                        <a:pt x="210" y="220"/>
                        <a:pt x="210" y="220"/>
                      </a:cubicBezTo>
                      <a:cubicBezTo>
                        <a:pt x="210" y="220"/>
                        <a:pt x="210" y="220"/>
                        <a:pt x="210" y="220"/>
                      </a:cubicBezTo>
                      <a:cubicBezTo>
                        <a:pt x="210" y="220"/>
                        <a:pt x="210" y="220"/>
                        <a:pt x="210" y="220"/>
                      </a:cubicBezTo>
                      <a:cubicBezTo>
                        <a:pt x="211" y="220"/>
                        <a:pt x="211" y="220"/>
                        <a:pt x="211" y="220"/>
                      </a:cubicBezTo>
                      <a:cubicBezTo>
                        <a:pt x="211" y="219"/>
                        <a:pt x="211" y="219"/>
                        <a:pt x="212" y="219"/>
                      </a:cubicBezTo>
                      <a:cubicBezTo>
                        <a:pt x="212" y="219"/>
                        <a:pt x="212" y="219"/>
                        <a:pt x="212" y="219"/>
                      </a:cubicBezTo>
                      <a:cubicBezTo>
                        <a:pt x="213" y="219"/>
                        <a:pt x="213" y="218"/>
                        <a:pt x="213" y="218"/>
                      </a:cubicBezTo>
                      <a:cubicBezTo>
                        <a:pt x="213" y="218"/>
                        <a:pt x="213" y="218"/>
                        <a:pt x="213" y="218"/>
                      </a:cubicBezTo>
                      <a:cubicBezTo>
                        <a:pt x="214" y="218"/>
                        <a:pt x="214" y="217"/>
                        <a:pt x="214" y="217"/>
                      </a:cubicBezTo>
                      <a:cubicBezTo>
                        <a:pt x="213" y="217"/>
                        <a:pt x="213" y="217"/>
                        <a:pt x="213" y="217"/>
                      </a:cubicBezTo>
                      <a:cubicBezTo>
                        <a:pt x="213" y="217"/>
                        <a:pt x="213" y="217"/>
                        <a:pt x="213" y="217"/>
                      </a:cubicBezTo>
                      <a:cubicBezTo>
                        <a:pt x="213" y="217"/>
                        <a:pt x="213" y="216"/>
                        <a:pt x="213" y="216"/>
                      </a:cubicBezTo>
                      <a:cubicBezTo>
                        <a:pt x="214" y="216"/>
                        <a:pt x="214" y="216"/>
                        <a:pt x="214" y="216"/>
                      </a:cubicBezTo>
                      <a:cubicBezTo>
                        <a:pt x="214" y="216"/>
                        <a:pt x="214" y="216"/>
                        <a:pt x="214" y="216"/>
                      </a:cubicBezTo>
                      <a:cubicBezTo>
                        <a:pt x="214" y="216"/>
                        <a:pt x="215" y="217"/>
                        <a:pt x="215" y="217"/>
                      </a:cubicBezTo>
                      <a:cubicBezTo>
                        <a:pt x="215" y="217"/>
                        <a:pt x="215" y="217"/>
                        <a:pt x="215" y="217"/>
                      </a:cubicBezTo>
                      <a:cubicBezTo>
                        <a:pt x="215" y="217"/>
                        <a:pt x="215" y="217"/>
                        <a:pt x="215" y="217"/>
                      </a:cubicBezTo>
                      <a:cubicBezTo>
                        <a:pt x="216" y="216"/>
                        <a:pt x="216" y="216"/>
                        <a:pt x="216" y="215"/>
                      </a:cubicBezTo>
                      <a:cubicBezTo>
                        <a:pt x="216" y="215"/>
                        <a:pt x="216" y="215"/>
                        <a:pt x="217" y="215"/>
                      </a:cubicBezTo>
                      <a:cubicBezTo>
                        <a:pt x="217" y="215"/>
                        <a:pt x="217" y="215"/>
                        <a:pt x="217" y="214"/>
                      </a:cubicBezTo>
                      <a:cubicBezTo>
                        <a:pt x="217" y="214"/>
                        <a:pt x="217" y="214"/>
                        <a:pt x="217" y="214"/>
                      </a:cubicBezTo>
                      <a:cubicBezTo>
                        <a:pt x="217" y="214"/>
                        <a:pt x="217" y="214"/>
                        <a:pt x="217" y="214"/>
                      </a:cubicBezTo>
                      <a:cubicBezTo>
                        <a:pt x="217" y="214"/>
                        <a:pt x="217" y="213"/>
                        <a:pt x="218" y="213"/>
                      </a:cubicBezTo>
                      <a:cubicBezTo>
                        <a:pt x="217" y="213"/>
                        <a:pt x="217" y="213"/>
                        <a:pt x="217" y="213"/>
                      </a:cubicBezTo>
                      <a:cubicBezTo>
                        <a:pt x="217" y="213"/>
                        <a:pt x="217" y="213"/>
                        <a:pt x="217" y="213"/>
                      </a:cubicBezTo>
                      <a:cubicBezTo>
                        <a:pt x="217" y="212"/>
                        <a:pt x="217" y="212"/>
                        <a:pt x="217" y="211"/>
                      </a:cubicBezTo>
                      <a:cubicBezTo>
                        <a:pt x="217" y="211"/>
                        <a:pt x="217" y="211"/>
                        <a:pt x="217" y="211"/>
                      </a:cubicBezTo>
                      <a:cubicBezTo>
                        <a:pt x="217" y="211"/>
                        <a:pt x="217" y="211"/>
                        <a:pt x="217" y="211"/>
                      </a:cubicBezTo>
                      <a:cubicBezTo>
                        <a:pt x="218" y="211"/>
                        <a:pt x="218" y="211"/>
                        <a:pt x="218" y="211"/>
                      </a:cubicBezTo>
                      <a:cubicBezTo>
                        <a:pt x="218" y="211"/>
                        <a:pt x="218" y="212"/>
                        <a:pt x="218" y="212"/>
                      </a:cubicBezTo>
                      <a:cubicBezTo>
                        <a:pt x="218" y="212"/>
                        <a:pt x="218" y="212"/>
                        <a:pt x="218" y="212"/>
                      </a:cubicBezTo>
                      <a:cubicBezTo>
                        <a:pt x="218" y="212"/>
                        <a:pt x="218" y="213"/>
                        <a:pt x="218" y="213"/>
                      </a:cubicBezTo>
                      <a:cubicBezTo>
                        <a:pt x="218" y="213"/>
                        <a:pt x="218" y="213"/>
                        <a:pt x="218" y="213"/>
                      </a:cubicBezTo>
                      <a:cubicBezTo>
                        <a:pt x="219" y="213"/>
                        <a:pt x="219" y="213"/>
                        <a:pt x="219" y="213"/>
                      </a:cubicBezTo>
                      <a:cubicBezTo>
                        <a:pt x="219" y="213"/>
                        <a:pt x="219" y="213"/>
                        <a:pt x="219" y="213"/>
                      </a:cubicBezTo>
                      <a:cubicBezTo>
                        <a:pt x="219" y="213"/>
                        <a:pt x="220" y="212"/>
                        <a:pt x="220" y="212"/>
                      </a:cubicBezTo>
                      <a:cubicBezTo>
                        <a:pt x="220" y="212"/>
                        <a:pt x="220" y="213"/>
                        <a:pt x="220" y="213"/>
                      </a:cubicBezTo>
                      <a:cubicBezTo>
                        <a:pt x="220" y="213"/>
                        <a:pt x="220" y="213"/>
                        <a:pt x="221" y="212"/>
                      </a:cubicBezTo>
                      <a:cubicBezTo>
                        <a:pt x="221" y="212"/>
                        <a:pt x="221" y="212"/>
                        <a:pt x="221" y="212"/>
                      </a:cubicBezTo>
                      <a:cubicBezTo>
                        <a:pt x="222" y="212"/>
                        <a:pt x="222" y="212"/>
                        <a:pt x="222" y="212"/>
                      </a:cubicBezTo>
                      <a:cubicBezTo>
                        <a:pt x="222" y="212"/>
                        <a:pt x="222" y="212"/>
                        <a:pt x="222" y="212"/>
                      </a:cubicBezTo>
                      <a:cubicBezTo>
                        <a:pt x="223" y="211"/>
                        <a:pt x="223" y="211"/>
                        <a:pt x="223" y="211"/>
                      </a:cubicBezTo>
                      <a:cubicBezTo>
                        <a:pt x="223" y="211"/>
                        <a:pt x="223" y="211"/>
                        <a:pt x="223" y="211"/>
                      </a:cubicBezTo>
                      <a:cubicBezTo>
                        <a:pt x="223" y="211"/>
                        <a:pt x="223" y="211"/>
                        <a:pt x="223" y="210"/>
                      </a:cubicBezTo>
                      <a:cubicBezTo>
                        <a:pt x="223" y="210"/>
                        <a:pt x="223" y="210"/>
                        <a:pt x="223" y="210"/>
                      </a:cubicBezTo>
                      <a:cubicBezTo>
                        <a:pt x="223" y="210"/>
                        <a:pt x="223" y="210"/>
                        <a:pt x="223" y="209"/>
                      </a:cubicBezTo>
                      <a:cubicBezTo>
                        <a:pt x="223" y="209"/>
                        <a:pt x="222" y="210"/>
                        <a:pt x="222" y="210"/>
                      </a:cubicBezTo>
                      <a:cubicBezTo>
                        <a:pt x="222" y="210"/>
                        <a:pt x="222" y="209"/>
                        <a:pt x="222" y="209"/>
                      </a:cubicBezTo>
                      <a:cubicBezTo>
                        <a:pt x="223" y="209"/>
                        <a:pt x="223" y="209"/>
                        <a:pt x="223" y="209"/>
                      </a:cubicBezTo>
                      <a:cubicBezTo>
                        <a:pt x="224" y="209"/>
                        <a:pt x="224" y="209"/>
                        <a:pt x="224" y="209"/>
                      </a:cubicBezTo>
                      <a:cubicBezTo>
                        <a:pt x="224" y="208"/>
                        <a:pt x="224" y="208"/>
                        <a:pt x="224" y="208"/>
                      </a:cubicBezTo>
                      <a:cubicBezTo>
                        <a:pt x="224" y="208"/>
                        <a:pt x="224" y="208"/>
                        <a:pt x="224" y="208"/>
                      </a:cubicBezTo>
                      <a:cubicBezTo>
                        <a:pt x="224" y="208"/>
                        <a:pt x="224" y="207"/>
                        <a:pt x="224" y="207"/>
                      </a:cubicBezTo>
                      <a:cubicBezTo>
                        <a:pt x="224" y="207"/>
                        <a:pt x="224" y="207"/>
                        <a:pt x="225" y="206"/>
                      </a:cubicBezTo>
                      <a:cubicBezTo>
                        <a:pt x="225" y="206"/>
                        <a:pt x="225" y="206"/>
                        <a:pt x="225" y="206"/>
                      </a:cubicBezTo>
                      <a:cubicBezTo>
                        <a:pt x="225" y="205"/>
                        <a:pt x="226" y="205"/>
                        <a:pt x="226" y="205"/>
                      </a:cubicBezTo>
                      <a:cubicBezTo>
                        <a:pt x="227" y="205"/>
                        <a:pt x="227" y="205"/>
                        <a:pt x="228" y="204"/>
                      </a:cubicBezTo>
                      <a:cubicBezTo>
                        <a:pt x="228" y="204"/>
                        <a:pt x="228" y="203"/>
                        <a:pt x="229" y="203"/>
                      </a:cubicBezTo>
                      <a:cubicBezTo>
                        <a:pt x="229" y="202"/>
                        <a:pt x="229" y="201"/>
                        <a:pt x="228" y="201"/>
                      </a:cubicBezTo>
                      <a:cubicBezTo>
                        <a:pt x="228" y="201"/>
                        <a:pt x="228" y="201"/>
                        <a:pt x="228" y="201"/>
                      </a:cubicBezTo>
                      <a:cubicBezTo>
                        <a:pt x="228" y="201"/>
                        <a:pt x="228" y="200"/>
                        <a:pt x="228" y="200"/>
                      </a:cubicBezTo>
                      <a:cubicBezTo>
                        <a:pt x="227" y="200"/>
                        <a:pt x="227" y="200"/>
                        <a:pt x="227" y="200"/>
                      </a:cubicBezTo>
                      <a:cubicBezTo>
                        <a:pt x="227" y="200"/>
                        <a:pt x="227" y="200"/>
                        <a:pt x="227" y="200"/>
                      </a:cubicBezTo>
                      <a:cubicBezTo>
                        <a:pt x="226" y="200"/>
                        <a:pt x="226" y="200"/>
                        <a:pt x="226" y="200"/>
                      </a:cubicBezTo>
                      <a:cubicBezTo>
                        <a:pt x="226" y="199"/>
                        <a:pt x="226" y="199"/>
                        <a:pt x="226" y="199"/>
                      </a:cubicBezTo>
                      <a:cubicBezTo>
                        <a:pt x="225" y="199"/>
                        <a:pt x="225" y="199"/>
                        <a:pt x="225" y="199"/>
                      </a:cubicBezTo>
                      <a:cubicBezTo>
                        <a:pt x="225" y="199"/>
                        <a:pt x="225" y="200"/>
                        <a:pt x="225" y="200"/>
                      </a:cubicBezTo>
                      <a:cubicBezTo>
                        <a:pt x="225" y="200"/>
                        <a:pt x="224" y="199"/>
                        <a:pt x="224" y="199"/>
                      </a:cubicBezTo>
                      <a:cubicBezTo>
                        <a:pt x="224" y="199"/>
                        <a:pt x="224" y="200"/>
                        <a:pt x="223" y="200"/>
                      </a:cubicBezTo>
                      <a:cubicBezTo>
                        <a:pt x="223" y="200"/>
                        <a:pt x="223" y="200"/>
                        <a:pt x="223" y="200"/>
                      </a:cubicBezTo>
                      <a:cubicBezTo>
                        <a:pt x="223" y="200"/>
                        <a:pt x="223" y="200"/>
                        <a:pt x="223" y="200"/>
                      </a:cubicBezTo>
                      <a:cubicBezTo>
                        <a:pt x="223" y="199"/>
                        <a:pt x="223" y="199"/>
                        <a:pt x="223" y="199"/>
                      </a:cubicBezTo>
                      <a:cubicBezTo>
                        <a:pt x="223" y="199"/>
                        <a:pt x="223" y="199"/>
                        <a:pt x="223" y="199"/>
                      </a:cubicBezTo>
                      <a:cubicBezTo>
                        <a:pt x="223" y="199"/>
                        <a:pt x="223" y="199"/>
                        <a:pt x="223" y="199"/>
                      </a:cubicBezTo>
                      <a:cubicBezTo>
                        <a:pt x="223" y="199"/>
                        <a:pt x="223" y="199"/>
                        <a:pt x="223" y="199"/>
                      </a:cubicBezTo>
                      <a:cubicBezTo>
                        <a:pt x="223" y="199"/>
                        <a:pt x="223" y="199"/>
                        <a:pt x="223" y="198"/>
                      </a:cubicBezTo>
                      <a:cubicBezTo>
                        <a:pt x="223" y="198"/>
                        <a:pt x="223" y="198"/>
                        <a:pt x="223" y="198"/>
                      </a:cubicBezTo>
                      <a:cubicBezTo>
                        <a:pt x="223" y="197"/>
                        <a:pt x="223" y="197"/>
                        <a:pt x="223" y="197"/>
                      </a:cubicBezTo>
                      <a:cubicBezTo>
                        <a:pt x="224" y="196"/>
                        <a:pt x="224" y="196"/>
                        <a:pt x="224" y="196"/>
                      </a:cubicBezTo>
                      <a:cubicBezTo>
                        <a:pt x="224" y="196"/>
                        <a:pt x="224" y="196"/>
                        <a:pt x="224" y="196"/>
                      </a:cubicBezTo>
                      <a:cubicBezTo>
                        <a:pt x="224" y="196"/>
                        <a:pt x="224" y="196"/>
                        <a:pt x="224" y="196"/>
                      </a:cubicBezTo>
                      <a:cubicBezTo>
                        <a:pt x="224" y="196"/>
                        <a:pt x="224" y="196"/>
                        <a:pt x="224" y="195"/>
                      </a:cubicBezTo>
                      <a:cubicBezTo>
                        <a:pt x="224" y="195"/>
                        <a:pt x="224" y="195"/>
                        <a:pt x="225" y="195"/>
                      </a:cubicBezTo>
                      <a:cubicBezTo>
                        <a:pt x="225" y="195"/>
                        <a:pt x="225" y="195"/>
                        <a:pt x="226" y="195"/>
                      </a:cubicBezTo>
                      <a:cubicBezTo>
                        <a:pt x="226" y="195"/>
                        <a:pt x="226" y="194"/>
                        <a:pt x="226" y="194"/>
                      </a:cubicBezTo>
                      <a:cubicBezTo>
                        <a:pt x="226" y="194"/>
                        <a:pt x="226" y="194"/>
                        <a:pt x="226" y="194"/>
                      </a:cubicBezTo>
                      <a:cubicBezTo>
                        <a:pt x="226" y="194"/>
                        <a:pt x="226" y="194"/>
                        <a:pt x="226" y="194"/>
                      </a:cubicBezTo>
                      <a:cubicBezTo>
                        <a:pt x="226" y="194"/>
                        <a:pt x="226" y="194"/>
                        <a:pt x="226" y="193"/>
                      </a:cubicBezTo>
                      <a:cubicBezTo>
                        <a:pt x="226" y="193"/>
                        <a:pt x="226" y="193"/>
                        <a:pt x="226" y="193"/>
                      </a:cubicBezTo>
                      <a:cubicBezTo>
                        <a:pt x="226" y="193"/>
                        <a:pt x="227" y="193"/>
                        <a:pt x="227" y="193"/>
                      </a:cubicBezTo>
                      <a:cubicBezTo>
                        <a:pt x="227" y="193"/>
                        <a:pt x="227" y="193"/>
                        <a:pt x="227" y="193"/>
                      </a:cubicBezTo>
                      <a:cubicBezTo>
                        <a:pt x="227" y="193"/>
                        <a:pt x="227" y="193"/>
                        <a:pt x="227" y="192"/>
                      </a:cubicBezTo>
                      <a:cubicBezTo>
                        <a:pt x="227" y="192"/>
                        <a:pt x="227" y="192"/>
                        <a:pt x="227" y="192"/>
                      </a:cubicBezTo>
                      <a:cubicBezTo>
                        <a:pt x="226" y="192"/>
                        <a:pt x="226" y="192"/>
                        <a:pt x="226" y="192"/>
                      </a:cubicBezTo>
                      <a:cubicBezTo>
                        <a:pt x="226" y="192"/>
                        <a:pt x="226" y="192"/>
                        <a:pt x="226" y="192"/>
                      </a:cubicBezTo>
                      <a:cubicBezTo>
                        <a:pt x="226" y="192"/>
                        <a:pt x="226" y="192"/>
                        <a:pt x="227" y="192"/>
                      </a:cubicBezTo>
                      <a:cubicBezTo>
                        <a:pt x="227" y="192"/>
                        <a:pt x="227" y="192"/>
                        <a:pt x="227" y="192"/>
                      </a:cubicBezTo>
                      <a:cubicBezTo>
                        <a:pt x="227" y="192"/>
                        <a:pt x="227" y="192"/>
                        <a:pt x="227" y="192"/>
                      </a:cubicBezTo>
                      <a:cubicBezTo>
                        <a:pt x="227" y="192"/>
                        <a:pt x="228" y="192"/>
                        <a:pt x="228" y="192"/>
                      </a:cubicBezTo>
                      <a:cubicBezTo>
                        <a:pt x="228" y="192"/>
                        <a:pt x="228" y="192"/>
                        <a:pt x="228" y="192"/>
                      </a:cubicBezTo>
                      <a:cubicBezTo>
                        <a:pt x="228" y="191"/>
                        <a:pt x="228" y="191"/>
                        <a:pt x="228" y="191"/>
                      </a:cubicBezTo>
                      <a:cubicBezTo>
                        <a:pt x="228" y="190"/>
                        <a:pt x="228" y="190"/>
                        <a:pt x="228" y="190"/>
                      </a:cubicBezTo>
                      <a:cubicBezTo>
                        <a:pt x="228" y="190"/>
                        <a:pt x="228" y="190"/>
                        <a:pt x="228" y="190"/>
                      </a:cubicBezTo>
                      <a:cubicBezTo>
                        <a:pt x="228" y="190"/>
                        <a:pt x="228" y="190"/>
                        <a:pt x="228" y="190"/>
                      </a:cubicBezTo>
                      <a:cubicBezTo>
                        <a:pt x="228" y="190"/>
                        <a:pt x="229" y="190"/>
                        <a:pt x="229" y="191"/>
                      </a:cubicBezTo>
                      <a:cubicBezTo>
                        <a:pt x="229" y="191"/>
                        <a:pt x="228" y="191"/>
                        <a:pt x="228" y="191"/>
                      </a:cubicBezTo>
                      <a:cubicBezTo>
                        <a:pt x="228" y="192"/>
                        <a:pt x="228" y="192"/>
                        <a:pt x="228" y="192"/>
                      </a:cubicBezTo>
                      <a:cubicBezTo>
                        <a:pt x="228" y="192"/>
                        <a:pt x="228" y="192"/>
                        <a:pt x="228" y="192"/>
                      </a:cubicBezTo>
                      <a:cubicBezTo>
                        <a:pt x="228" y="192"/>
                        <a:pt x="229" y="192"/>
                        <a:pt x="229" y="192"/>
                      </a:cubicBezTo>
                      <a:cubicBezTo>
                        <a:pt x="229" y="192"/>
                        <a:pt x="229" y="192"/>
                        <a:pt x="229" y="192"/>
                      </a:cubicBezTo>
                      <a:cubicBezTo>
                        <a:pt x="230" y="192"/>
                        <a:pt x="230" y="192"/>
                        <a:pt x="230" y="192"/>
                      </a:cubicBezTo>
                      <a:cubicBezTo>
                        <a:pt x="230" y="192"/>
                        <a:pt x="230" y="191"/>
                        <a:pt x="230" y="191"/>
                      </a:cubicBezTo>
                      <a:cubicBezTo>
                        <a:pt x="230" y="191"/>
                        <a:pt x="231" y="190"/>
                        <a:pt x="231" y="189"/>
                      </a:cubicBezTo>
                      <a:cubicBezTo>
                        <a:pt x="231" y="189"/>
                        <a:pt x="231" y="189"/>
                        <a:pt x="231" y="189"/>
                      </a:cubicBezTo>
                      <a:cubicBezTo>
                        <a:pt x="230" y="189"/>
                        <a:pt x="230" y="189"/>
                        <a:pt x="230" y="189"/>
                      </a:cubicBezTo>
                      <a:cubicBezTo>
                        <a:pt x="230" y="189"/>
                        <a:pt x="230" y="189"/>
                        <a:pt x="230" y="189"/>
                      </a:cubicBezTo>
                      <a:cubicBezTo>
                        <a:pt x="230" y="189"/>
                        <a:pt x="229" y="189"/>
                        <a:pt x="230" y="189"/>
                      </a:cubicBezTo>
                      <a:cubicBezTo>
                        <a:pt x="230" y="189"/>
                        <a:pt x="231" y="189"/>
                        <a:pt x="232" y="189"/>
                      </a:cubicBezTo>
                      <a:cubicBezTo>
                        <a:pt x="232" y="189"/>
                        <a:pt x="232" y="189"/>
                        <a:pt x="233" y="189"/>
                      </a:cubicBezTo>
                      <a:cubicBezTo>
                        <a:pt x="233" y="188"/>
                        <a:pt x="233" y="188"/>
                        <a:pt x="233" y="188"/>
                      </a:cubicBezTo>
                      <a:cubicBezTo>
                        <a:pt x="233" y="188"/>
                        <a:pt x="233" y="187"/>
                        <a:pt x="233" y="187"/>
                      </a:cubicBezTo>
                      <a:cubicBezTo>
                        <a:pt x="233" y="187"/>
                        <a:pt x="234" y="187"/>
                        <a:pt x="234" y="187"/>
                      </a:cubicBezTo>
                      <a:cubicBezTo>
                        <a:pt x="234" y="186"/>
                        <a:pt x="233" y="186"/>
                        <a:pt x="233" y="186"/>
                      </a:cubicBezTo>
                      <a:cubicBezTo>
                        <a:pt x="233" y="185"/>
                        <a:pt x="233" y="185"/>
                        <a:pt x="232" y="185"/>
                      </a:cubicBezTo>
                      <a:cubicBezTo>
                        <a:pt x="232" y="184"/>
                        <a:pt x="232" y="184"/>
                        <a:pt x="232" y="184"/>
                      </a:cubicBezTo>
                      <a:cubicBezTo>
                        <a:pt x="232" y="184"/>
                        <a:pt x="231" y="184"/>
                        <a:pt x="232" y="184"/>
                      </a:cubicBezTo>
                      <a:cubicBezTo>
                        <a:pt x="232" y="184"/>
                        <a:pt x="232" y="184"/>
                        <a:pt x="232" y="184"/>
                      </a:cubicBezTo>
                      <a:cubicBezTo>
                        <a:pt x="232" y="184"/>
                        <a:pt x="232" y="184"/>
                        <a:pt x="232" y="184"/>
                      </a:cubicBezTo>
                      <a:cubicBezTo>
                        <a:pt x="232" y="184"/>
                        <a:pt x="232" y="184"/>
                        <a:pt x="233" y="184"/>
                      </a:cubicBezTo>
                      <a:cubicBezTo>
                        <a:pt x="233" y="184"/>
                        <a:pt x="233" y="184"/>
                        <a:pt x="233" y="184"/>
                      </a:cubicBezTo>
                      <a:cubicBezTo>
                        <a:pt x="233" y="184"/>
                        <a:pt x="233" y="184"/>
                        <a:pt x="234" y="184"/>
                      </a:cubicBezTo>
                      <a:cubicBezTo>
                        <a:pt x="234" y="184"/>
                        <a:pt x="234" y="184"/>
                        <a:pt x="234" y="184"/>
                      </a:cubicBezTo>
                      <a:cubicBezTo>
                        <a:pt x="235" y="184"/>
                        <a:pt x="235" y="183"/>
                        <a:pt x="235" y="183"/>
                      </a:cubicBezTo>
                      <a:cubicBezTo>
                        <a:pt x="235" y="183"/>
                        <a:pt x="235" y="183"/>
                        <a:pt x="235" y="183"/>
                      </a:cubicBezTo>
                      <a:cubicBezTo>
                        <a:pt x="235" y="182"/>
                        <a:pt x="236" y="182"/>
                        <a:pt x="236" y="182"/>
                      </a:cubicBezTo>
                      <a:cubicBezTo>
                        <a:pt x="236" y="182"/>
                        <a:pt x="236" y="182"/>
                        <a:pt x="236" y="182"/>
                      </a:cubicBezTo>
                      <a:cubicBezTo>
                        <a:pt x="236" y="182"/>
                        <a:pt x="236" y="181"/>
                        <a:pt x="236" y="181"/>
                      </a:cubicBezTo>
                      <a:cubicBezTo>
                        <a:pt x="235" y="181"/>
                        <a:pt x="235" y="181"/>
                        <a:pt x="235" y="181"/>
                      </a:cubicBezTo>
                      <a:cubicBezTo>
                        <a:pt x="235" y="181"/>
                        <a:pt x="236" y="180"/>
                        <a:pt x="236" y="180"/>
                      </a:cubicBezTo>
                      <a:cubicBezTo>
                        <a:pt x="236" y="180"/>
                        <a:pt x="237" y="179"/>
                        <a:pt x="238" y="178"/>
                      </a:cubicBezTo>
                      <a:cubicBezTo>
                        <a:pt x="238" y="178"/>
                        <a:pt x="238" y="177"/>
                        <a:pt x="238" y="177"/>
                      </a:cubicBezTo>
                      <a:cubicBezTo>
                        <a:pt x="239" y="177"/>
                        <a:pt x="239" y="177"/>
                        <a:pt x="239" y="178"/>
                      </a:cubicBezTo>
                      <a:cubicBezTo>
                        <a:pt x="240" y="177"/>
                        <a:pt x="240" y="177"/>
                        <a:pt x="239" y="177"/>
                      </a:cubicBezTo>
                      <a:cubicBezTo>
                        <a:pt x="239" y="176"/>
                        <a:pt x="239" y="176"/>
                        <a:pt x="239" y="176"/>
                      </a:cubicBezTo>
                      <a:cubicBezTo>
                        <a:pt x="239" y="175"/>
                        <a:pt x="240" y="174"/>
                        <a:pt x="240" y="174"/>
                      </a:cubicBezTo>
                      <a:cubicBezTo>
                        <a:pt x="241" y="174"/>
                        <a:pt x="242" y="174"/>
                        <a:pt x="242" y="173"/>
                      </a:cubicBezTo>
                      <a:cubicBezTo>
                        <a:pt x="243" y="173"/>
                        <a:pt x="243" y="172"/>
                        <a:pt x="244" y="172"/>
                      </a:cubicBezTo>
                      <a:cubicBezTo>
                        <a:pt x="245" y="171"/>
                        <a:pt x="246" y="171"/>
                        <a:pt x="246" y="170"/>
                      </a:cubicBezTo>
                      <a:cubicBezTo>
                        <a:pt x="247" y="169"/>
                        <a:pt x="247" y="168"/>
                        <a:pt x="247" y="167"/>
                      </a:cubicBezTo>
                      <a:cubicBezTo>
                        <a:pt x="247" y="167"/>
                        <a:pt x="247" y="167"/>
                        <a:pt x="247" y="166"/>
                      </a:cubicBezTo>
                      <a:cubicBezTo>
                        <a:pt x="248" y="167"/>
                        <a:pt x="248" y="167"/>
                        <a:pt x="248" y="168"/>
                      </a:cubicBezTo>
                      <a:cubicBezTo>
                        <a:pt x="248" y="168"/>
                        <a:pt x="248" y="169"/>
                        <a:pt x="248" y="169"/>
                      </a:cubicBezTo>
                      <a:cubicBezTo>
                        <a:pt x="248" y="169"/>
                        <a:pt x="248" y="169"/>
                        <a:pt x="248" y="170"/>
                      </a:cubicBezTo>
                      <a:cubicBezTo>
                        <a:pt x="248" y="170"/>
                        <a:pt x="248" y="170"/>
                        <a:pt x="248" y="170"/>
                      </a:cubicBezTo>
                      <a:cubicBezTo>
                        <a:pt x="249" y="170"/>
                        <a:pt x="249" y="170"/>
                        <a:pt x="249" y="170"/>
                      </a:cubicBezTo>
                      <a:cubicBezTo>
                        <a:pt x="250" y="170"/>
                        <a:pt x="251" y="171"/>
                        <a:pt x="251" y="170"/>
                      </a:cubicBezTo>
                      <a:cubicBezTo>
                        <a:pt x="251" y="170"/>
                        <a:pt x="252" y="170"/>
                        <a:pt x="252" y="169"/>
                      </a:cubicBezTo>
                      <a:cubicBezTo>
                        <a:pt x="252" y="169"/>
                        <a:pt x="252" y="168"/>
                        <a:pt x="253" y="167"/>
                      </a:cubicBezTo>
                      <a:cubicBezTo>
                        <a:pt x="253" y="167"/>
                        <a:pt x="254" y="167"/>
                        <a:pt x="254" y="167"/>
                      </a:cubicBezTo>
                      <a:cubicBezTo>
                        <a:pt x="255" y="167"/>
                        <a:pt x="255" y="167"/>
                        <a:pt x="256" y="167"/>
                      </a:cubicBezTo>
                      <a:cubicBezTo>
                        <a:pt x="256" y="166"/>
                        <a:pt x="257" y="166"/>
                        <a:pt x="257" y="166"/>
                      </a:cubicBezTo>
                      <a:cubicBezTo>
                        <a:pt x="256" y="167"/>
                        <a:pt x="254" y="168"/>
                        <a:pt x="253" y="169"/>
                      </a:cubicBezTo>
                      <a:cubicBezTo>
                        <a:pt x="252" y="170"/>
                        <a:pt x="252" y="170"/>
                        <a:pt x="251" y="171"/>
                      </a:cubicBezTo>
                      <a:cubicBezTo>
                        <a:pt x="251" y="171"/>
                        <a:pt x="251" y="171"/>
                        <a:pt x="251" y="171"/>
                      </a:cubicBezTo>
                      <a:cubicBezTo>
                        <a:pt x="251" y="172"/>
                        <a:pt x="252" y="172"/>
                        <a:pt x="252" y="172"/>
                      </a:cubicBezTo>
                      <a:cubicBezTo>
                        <a:pt x="252" y="173"/>
                        <a:pt x="252" y="173"/>
                        <a:pt x="253" y="173"/>
                      </a:cubicBezTo>
                      <a:cubicBezTo>
                        <a:pt x="253" y="173"/>
                        <a:pt x="253" y="173"/>
                        <a:pt x="254" y="173"/>
                      </a:cubicBezTo>
                      <a:cubicBezTo>
                        <a:pt x="254" y="174"/>
                        <a:pt x="255" y="174"/>
                        <a:pt x="256" y="175"/>
                      </a:cubicBezTo>
                      <a:cubicBezTo>
                        <a:pt x="256" y="174"/>
                        <a:pt x="257" y="175"/>
                        <a:pt x="258" y="176"/>
                      </a:cubicBezTo>
                      <a:cubicBezTo>
                        <a:pt x="256" y="175"/>
                        <a:pt x="254" y="174"/>
                        <a:pt x="253" y="174"/>
                      </a:cubicBezTo>
                      <a:cubicBezTo>
                        <a:pt x="252" y="174"/>
                        <a:pt x="251" y="175"/>
                        <a:pt x="251" y="175"/>
                      </a:cubicBezTo>
                      <a:cubicBezTo>
                        <a:pt x="250" y="175"/>
                        <a:pt x="249" y="174"/>
                        <a:pt x="249" y="174"/>
                      </a:cubicBezTo>
                      <a:cubicBezTo>
                        <a:pt x="249" y="174"/>
                        <a:pt x="249" y="173"/>
                        <a:pt x="249" y="173"/>
                      </a:cubicBezTo>
                      <a:cubicBezTo>
                        <a:pt x="248" y="173"/>
                        <a:pt x="248" y="173"/>
                        <a:pt x="248" y="173"/>
                      </a:cubicBezTo>
                      <a:cubicBezTo>
                        <a:pt x="247" y="174"/>
                        <a:pt x="246" y="174"/>
                        <a:pt x="246" y="175"/>
                      </a:cubicBezTo>
                      <a:cubicBezTo>
                        <a:pt x="245" y="175"/>
                        <a:pt x="245" y="176"/>
                        <a:pt x="245" y="176"/>
                      </a:cubicBezTo>
                      <a:cubicBezTo>
                        <a:pt x="244" y="177"/>
                        <a:pt x="243" y="177"/>
                        <a:pt x="242" y="178"/>
                      </a:cubicBezTo>
                      <a:cubicBezTo>
                        <a:pt x="242" y="178"/>
                        <a:pt x="242" y="178"/>
                        <a:pt x="242" y="178"/>
                      </a:cubicBezTo>
                      <a:cubicBezTo>
                        <a:pt x="242" y="178"/>
                        <a:pt x="242" y="179"/>
                        <a:pt x="242" y="179"/>
                      </a:cubicBezTo>
                      <a:cubicBezTo>
                        <a:pt x="242" y="179"/>
                        <a:pt x="242" y="180"/>
                        <a:pt x="243" y="181"/>
                      </a:cubicBezTo>
                      <a:cubicBezTo>
                        <a:pt x="243" y="181"/>
                        <a:pt x="243" y="181"/>
                        <a:pt x="242" y="182"/>
                      </a:cubicBezTo>
                      <a:cubicBezTo>
                        <a:pt x="242" y="182"/>
                        <a:pt x="242" y="182"/>
                        <a:pt x="242" y="182"/>
                      </a:cubicBezTo>
                      <a:cubicBezTo>
                        <a:pt x="242" y="183"/>
                        <a:pt x="242" y="183"/>
                        <a:pt x="242" y="184"/>
                      </a:cubicBezTo>
                      <a:cubicBezTo>
                        <a:pt x="242" y="184"/>
                        <a:pt x="241" y="185"/>
                        <a:pt x="241" y="185"/>
                      </a:cubicBezTo>
                      <a:cubicBezTo>
                        <a:pt x="240" y="186"/>
                        <a:pt x="240" y="187"/>
                        <a:pt x="240" y="188"/>
                      </a:cubicBezTo>
                      <a:cubicBezTo>
                        <a:pt x="239" y="188"/>
                        <a:pt x="239" y="188"/>
                        <a:pt x="239" y="189"/>
                      </a:cubicBezTo>
                      <a:cubicBezTo>
                        <a:pt x="239" y="189"/>
                        <a:pt x="239" y="190"/>
                        <a:pt x="239" y="190"/>
                      </a:cubicBezTo>
                      <a:cubicBezTo>
                        <a:pt x="239" y="190"/>
                        <a:pt x="239" y="191"/>
                        <a:pt x="239" y="191"/>
                      </a:cubicBezTo>
                      <a:cubicBezTo>
                        <a:pt x="239" y="191"/>
                        <a:pt x="240" y="192"/>
                        <a:pt x="240" y="192"/>
                      </a:cubicBezTo>
                      <a:cubicBezTo>
                        <a:pt x="241" y="192"/>
                        <a:pt x="241" y="192"/>
                        <a:pt x="241" y="192"/>
                      </a:cubicBezTo>
                      <a:cubicBezTo>
                        <a:pt x="241" y="192"/>
                        <a:pt x="242" y="192"/>
                        <a:pt x="242" y="192"/>
                      </a:cubicBezTo>
                      <a:cubicBezTo>
                        <a:pt x="242" y="191"/>
                        <a:pt x="243" y="191"/>
                        <a:pt x="243" y="191"/>
                      </a:cubicBezTo>
                      <a:cubicBezTo>
                        <a:pt x="243" y="190"/>
                        <a:pt x="244" y="190"/>
                        <a:pt x="244" y="190"/>
                      </a:cubicBezTo>
                      <a:cubicBezTo>
                        <a:pt x="244" y="190"/>
                        <a:pt x="244" y="190"/>
                        <a:pt x="244" y="190"/>
                      </a:cubicBezTo>
                      <a:cubicBezTo>
                        <a:pt x="244" y="191"/>
                        <a:pt x="244" y="191"/>
                        <a:pt x="243" y="192"/>
                      </a:cubicBezTo>
                      <a:cubicBezTo>
                        <a:pt x="243" y="192"/>
                        <a:pt x="243" y="192"/>
                        <a:pt x="243" y="192"/>
                      </a:cubicBezTo>
                      <a:cubicBezTo>
                        <a:pt x="243" y="192"/>
                        <a:pt x="243" y="192"/>
                        <a:pt x="243" y="192"/>
                      </a:cubicBezTo>
                      <a:cubicBezTo>
                        <a:pt x="243" y="192"/>
                        <a:pt x="243" y="192"/>
                        <a:pt x="243" y="192"/>
                      </a:cubicBezTo>
                      <a:cubicBezTo>
                        <a:pt x="243" y="192"/>
                        <a:pt x="243" y="192"/>
                        <a:pt x="244" y="193"/>
                      </a:cubicBezTo>
                      <a:cubicBezTo>
                        <a:pt x="243" y="193"/>
                        <a:pt x="243" y="193"/>
                        <a:pt x="243" y="193"/>
                      </a:cubicBezTo>
                      <a:cubicBezTo>
                        <a:pt x="243" y="193"/>
                        <a:pt x="242" y="193"/>
                        <a:pt x="242" y="193"/>
                      </a:cubicBezTo>
                      <a:cubicBezTo>
                        <a:pt x="242" y="193"/>
                        <a:pt x="242" y="193"/>
                        <a:pt x="242" y="193"/>
                      </a:cubicBezTo>
                      <a:cubicBezTo>
                        <a:pt x="242" y="193"/>
                        <a:pt x="241" y="193"/>
                        <a:pt x="241" y="193"/>
                      </a:cubicBezTo>
                      <a:cubicBezTo>
                        <a:pt x="241" y="194"/>
                        <a:pt x="241" y="194"/>
                        <a:pt x="242" y="194"/>
                      </a:cubicBezTo>
                      <a:cubicBezTo>
                        <a:pt x="242" y="194"/>
                        <a:pt x="241" y="194"/>
                        <a:pt x="241" y="194"/>
                      </a:cubicBezTo>
                      <a:cubicBezTo>
                        <a:pt x="241" y="195"/>
                        <a:pt x="241" y="194"/>
                        <a:pt x="240" y="194"/>
                      </a:cubicBezTo>
                      <a:cubicBezTo>
                        <a:pt x="240" y="194"/>
                        <a:pt x="240" y="194"/>
                        <a:pt x="240" y="195"/>
                      </a:cubicBezTo>
                      <a:cubicBezTo>
                        <a:pt x="239" y="195"/>
                        <a:pt x="239" y="195"/>
                        <a:pt x="239" y="194"/>
                      </a:cubicBezTo>
                      <a:cubicBezTo>
                        <a:pt x="239" y="195"/>
                        <a:pt x="239" y="195"/>
                        <a:pt x="239" y="195"/>
                      </a:cubicBezTo>
                      <a:cubicBezTo>
                        <a:pt x="239" y="195"/>
                        <a:pt x="238" y="195"/>
                        <a:pt x="238" y="195"/>
                      </a:cubicBezTo>
                      <a:cubicBezTo>
                        <a:pt x="238" y="195"/>
                        <a:pt x="238" y="195"/>
                        <a:pt x="238" y="195"/>
                      </a:cubicBezTo>
                      <a:cubicBezTo>
                        <a:pt x="238" y="195"/>
                        <a:pt x="239" y="195"/>
                        <a:pt x="239" y="195"/>
                      </a:cubicBezTo>
                      <a:cubicBezTo>
                        <a:pt x="239" y="195"/>
                        <a:pt x="239" y="196"/>
                        <a:pt x="238" y="196"/>
                      </a:cubicBezTo>
                      <a:cubicBezTo>
                        <a:pt x="238" y="196"/>
                        <a:pt x="238" y="196"/>
                        <a:pt x="238" y="196"/>
                      </a:cubicBezTo>
                      <a:cubicBezTo>
                        <a:pt x="238" y="196"/>
                        <a:pt x="238" y="196"/>
                        <a:pt x="238" y="196"/>
                      </a:cubicBezTo>
                      <a:cubicBezTo>
                        <a:pt x="238" y="196"/>
                        <a:pt x="238" y="196"/>
                        <a:pt x="238" y="197"/>
                      </a:cubicBezTo>
                      <a:cubicBezTo>
                        <a:pt x="238" y="197"/>
                        <a:pt x="238" y="197"/>
                        <a:pt x="238" y="197"/>
                      </a:cubicBezTo>
                      <a:cubicBezTo>
                        <a:pt x="238" y="197"/>
                        <a:pt x="238" y="197"/>
                        <a:pt x="238" y="197"/>
                      </a:cubicBezTo>
                      <a:cubicBezTo>
                        <a:pt x="238" y="198"/>
                        <a:pt x="239" y="198"/>
                        <a:pt x="239" y="198"/>
                      </a:cubicBezTo>
                      <a:cubicBezTo>
                        <a:pt x="239" y="198"/>
                        <a:pt x="239" y="198"/>
                        <a:pt x="239" y="198"/>
                      </a:cubicBezTo>
                      <a:cubicBezTo>
                        <a:pt x="239" y="198"/>
                        <a:pt x="239" y="198"/>
                        <a:pt x="239" y="198"/>
                      </a:cubicBezTo>
                      <a:cubicBezTo>
                        <a:pt x="239" y="198"/>
                        <a:pt x="240" y="198"/>
                        <a:pt x="240" y="198"/>
                      </a:cubicBezTo>
                      <a:cubicBezTo>
                        <a:pt x="240" y="198"/>
                        <a:pt x="240" y="198"/>
                        <a:pt x="240" y="198"/>
                      </a:cubicBezTo>
                      <a:cubicBezTo>
                        <a:pt x="240" y="198"/>
                        <a:pt x="240" y="198"/>
                        <a:pt x="241" y="198"/>
                      </a:cubicBezTo>
                      <a:cubicBezTo>
                        <a:pt x="241" y="198"/>
                        <a:pt x="241" y="198"/>
                        <a:pt x="241" y="198"/>
                      </a:cubicBezTo>
                      <a:cubicBezTo>
                        <a:pt x="241" y="198"/>
                        <a:pt x="241" y="197"/>
                        <a:pt x="242" y="197"/>
                      </a:cubicBezTo>
                      <a:cubicBezTo>
                        <a:pt x="242" y="197"/>
                        <a:pt x="242" y="197"/>
                        <a:pt x="242" y="198"/>
                      </a:cubicBezTo>
                      <a:cubicBezTo>
                        <a:pt x="242" y="198"/>
                        <a:pt x="242" y="198"/>
                        <a:pt x="243" y="198"/>
                      </a:cubicBezTo>
                      <a:cubicBezTo>
                        <a:pt x="243" y="198"/>
                        <a:pt x="243" y="198"/>
                        <a:pt x="243" y="198"/>
                      </a:cubicBezTo>
                      <a:cubicBezTo>
                        <a:pt x="244" y="198"/>
                        <a:pt x="244" y="197"/>
                        <a:pt x="244" y="197"/>
                      </a:cubicBezTo>
                      <a:cubicBezTo>
                        <a:pt x="244" y="197"/>
                        <a:pt x="244" y="197"/>
                        <a:pt x="244" y="197"/>
                      </a:cubicBezTo>
                      <a:cubicBezTo>
                        <a:pt x="244" y="197"/>
                        <a:pt x="244" y="197"/>
                        <a:pt x="244" y="197"/>
                      </a:cubicBezTo>
                      <a:cubicBezTo>
                        <a:pt x="243" y="197"/>
                        <a:pt x="243" y="197"/>
                        <a:pt x="243" y="197"/>
                      </a:cubicBezTo>
                      <a:cubicBezTo>
                        <a:pt x="243" y="197"/>
                        <a:pt x="243" y="197"/>
                        <a:pt x="242" y="197"/>
                      </a:cubicBezTo>
                      <a:cubicBezTo>
                        <a:pt x="242" y="197"/>
                        <a:pt x="242" y="196"/>
                        <a:pt x="242" y="196"/>
                      </a:cubicBezTo>
                      <a:cubicBezTo>
                        <a:pt x="243" y="196"/>
                        <a:pt x="244" y="197"/>
                        <a:pt x="244" y="197"/>
                      </a:cubicBezTo>
                      <a:cubicBezTo>
                        <a:pt x="244" y="197"/>
                        <a:pt x="244" y="197"/>
                        <a:pt x="244" y="197"/>
                      </a:cubicBezTo>
                      <a:cubicBezTo>
                        <a:pt x="244" y="197"/>
                        <a:pt x="244" y="197"/>
                        <a:pt x="244" y="197"/>
                      </a:cubicBezTo>
                      <a:cubicBezTo>
                        <a:pt x="244" y="197"/>
                        <a:pt x="244" y="197"/>
                        <a:pt x="244" y="197"/>
                      </a:cubicBezTo>
                      <a:cubicBezTo>
                        <a:pt x="245" y="197"/>
                        <a:pt x="245" y="197"/>
                        <a:pt x="245" y="197"/>
                      </a:cubicBezTo>
                      <a:cubicBezTo>
                        <a:pt x="245" y="197"/>
                        <a:pt x="245" y="197"/>
                        <a:pt x="245" y="197"/>
                      </a:cubicBezTo>
                      <a:cubicBezTo>
                        <a:pt x="245" y="197"/>
                        <a:pt x="245" y="197"/>
                        <a:pt x="245" y="197"/>
                      </a:cubicBezTo>
                      <a:cubicBezTo>
                        <a:pt x="245" y="196"/>
                        <a:pt x="245" y="196"/>
                        <a:pt x="245" y="196"/>
                      </a:cubicBezTo>
                      <a:cubicBezTo>
                        <a:pt x="245" y="196"/>
                        <a:pt x="245" y="196"/>
                        <a:pt x="245" y="196"/>
                      </a:cubicBezTo>
                      <a:cubicBezTo>
                        <a:pt x="246" y="196"/>
                        <a:pt x="246" y="196"/>
                        <a:pt x="246" y="195"/>
                      </a:cubicBezTo>
                      <a:cubicBezTo>
                        <a:pt x="246" y="195"/>
                        <a:pt x="246" y="195"/>
                        <a:pt x="246" y="195"/>
                      </a:cubicBezTo>
                      <a:cubicBezTo>
                        <a:pt x="246" y="195"/>
                        <a:pt x="247" y="195"/>
                        <a:pt x="247" y="195"/>
                      </a:cubicBezTo>
                      <a:cubicBezTo>
                        <a:pt x="247" y="194"/>
                        <a:pt x="247" y="194"/>
                        <a:pt x="247" y="194"/>
                      </a:cubicBezTo>
                      <a:cubicBezTo>
                        <a:pt x="247" y="194"/>
                        <a:pt x="247" y="193"/>
                        <a:pt x="247" y="193"/>
                      </a:cubicBezTo>
                      <a:cubicBezTo>
                        <a:pt x="247" y="193"/>
                        <a:pt x="247" y="193"/>
                        <a:pt x="248" y="193"/>
                      </a:cubicBezTo>
                      <a:cubicBezTo>
                        <a:pt x="248" y="193"/>
                        <a:pt x="248" y="193"/>
                        <a:pt x="248" y="194"/>
                      </a:cubicBezTo>
                      <a:cubicBezTo>
                        <a:pt x="248" y="194"/>
                        <a:pt x="248" y="194"/>
                        <a:pt x="248" y="194"/>
                      </a:cubicBezTo>
                      <a:cubicBezTo>
                        <a:pt x="248" y="194"/>
                        <a:pt x="248" y="194"/>
                        <a:pt x="248" y="193"/>
                      </a:cubicBezTo>
                      <a:cubicBezTo>
                        <a:pt x="248" y="193"/>
                        <a:pt x="248" y="193"/>
                        <a:pt x="249" y="193"/>
                      </a:cubicBezTo>
                      <a:cubicBezTo>
                        <a:pt x="249" y="192"/>
                        <a:pt x="249" y="192"/>
                        <a:pt x="249" y="192"/>
                      </a:cubicBezTo>
                      <a:cubicBezTo>
                        <a:pt x="249" y="191"/>
                        <a:pt x="249" y="191"/>
                        <a:pt x="250" y="191"/>
                      </a:cubicBezTo>
                      <a:cubicBezTo>
                        <a:pt x="249" y="192"/>
                        <a:pt x="249" y="193"/>
                        <a:pt x="249" y="194"/>
                      </a:cubicBezTo>
                      <a:cubicBezTo>
                        <a:pt x="248" y="194"/>
                        <a:pt x="248" y="194"/>
                        <a:pt x="248" y="195"/>
                      </a:cubicBezTo>
                      <a:cubicBezTo>
                        <a:pt x="248" y="195"/>
                        <a:pt x="249" y="195"/>
                        <a:pt x="249" y="195"/>
                      </a:cubicBezTo>
                      <a:cubicBezTo>
                        <a:pt x="249" y="195"/>
                        <a:pt x="249" y="194"/>
                        <a:pt x="249" y="194"/>
                      </a:cubicBezTo>
                      <a:cubicBezTo>
                        <a:pt x="249" y="194"/>
                        <a:pt x="249" y="194"/>
                        <a:pt x="249" y="194"/>
                      </a:cubicBezTo>
                      <a:cubicBezTo>
                        <a:pt x="249" y="194"/>
                        <a:pt x="250" y="193"/>
                        <a:pt x="250" y="193"/>
                      </a:cubicBezTo>
                      <a:cubicBezTo>
                        <a:pt x="250" y="193"/>
                        <a:pt x="250" y="193"/>
                        <a:pt x="250" y="193"/>
                      </a:cubicBezTo>
                      <a:cubicBezTo>
                        <a:pt x="250" y="193"/>
                        <a:pt x="250" y="193"/>
                        <a:pt x="250" y="193"/>
                      </a:cubicBezTo>
                      <a:cubicBezTo>
                        <a:pt x="250" y="193"/>
                        <a:pt x="250" y="192"/>
                        <a:pt x="251" y="192"/>
                      </a:cubicBezTo>
                      <a:cubicBezTo>
                        <a:pt x="251" y="192"/>
                        <a:pt x="251" y="192"/>
                        <a:pt x="251" y="192"/>
                      </a:cubicBezTo>
                      <a:cubicBezTo>
                        <a:pt x="251" y="192"/>
                        <a:pt x="251" y="192"/>
                        <a:pt x="252" y="192"/>
                      </a:cubicBezTo>
                      <a:cubicBezTo>
                        <a:pt x="252" y="191"/>
                        <a:pt x="251" y="191"/>
                        <a:pt x="251" y="191"/>
                      </a:cubicBezTo>
                      <a:cubicBezTo>
                        <a:pt x="251" y="191"/>
                        <a:pt x="251" y="191"/>
                        <a:pt x="251" y="191"/>
                      </a:cubicBezTo>
                      <a:cubicBezTo>
                        <a:pt x="251" y="191"/>
                        <a:pt x="251" y="191"/>
                        <a:pt x="251" y="190"/>
                      </a:cubicBezTo>
                      <a:cubicBezTo>
                        <a:pt x="251" y="190"/>
                        <a:pt x="251" y="190"/>
                        <a:pt x="251" y="190"/>
                      </a:cubicBezTo>
                      <a:cubicBezTo>
                        <a:pt x="251" y="190"/>
                        <a:pt x="252" y="190"/>
                        <a:pt x="252" y="190"/>
                      </a:cubicBezTo>
                      <a:cubicBezTo>
                        <a:pt x="252" y="191"/>
                        <a:pt x="252" y="191"/>
                        <a:pt x="252" y="191"/>
                      </a:cubicBezTo>
                      <a:cubicBezTo>
                        <a:pt x="252" y="191"/>
                        <a:pt x="252" y="191"/>
                        <a:pt x="252" y="191"/>
                      </a:cubicBezTo>
                      <a:cubicBezTo>
                        <a:pt x="252" y="191"/>
                        <a:pt x="253" y="191"/>
                        <a:pt x="253" y="191"/>
                      </a:cubicBezTo>
                      <a:cubicBezTo>
                        <a:pt x="253" y="191"/>
                        <a:pt x="253" y="190"/>
                        <a:pt x="253" y="190"/>
                      </a:cubicBezTo>
                      <a:cubicBezTo>
                        <a:pt x="253" y="190"/>
                        <a:pt x="252" y="190"/>
                        <a:pt x="252" y="190"/>
                      </a:cubicBezTo>
                      <a:cubicBezTo>
                        <a:pt x="252" y="190"/>
                        <a:pt x="252" y="190"/>
                        <a:pt x="253" y="190"/>
                      </a:cubicBezTo>
                      <a:cubicBezTo>
                        <a:pt x="253" y="189"/>
                        <a:pt x="253" y="189"/>
                        <a:pt x="253" y="189"/>
                      </a:cubicBezTo>
                      <a:cubicBezTo>
                        <a:pt x="252" y="188"/>
                        <a:pt x="252" y="188"/>
                        <a:pt x="253" y="188"/>
                      </a:cubicBezTo>
                      <a:cubicBezTo>
                        <a:pt x="253" y="188"/>
                        <a:pt x="253" y="188"/>
                        <a:pt x="253" y="188"/>
                      </a:cubicBezTo>
                      <a:cubicBezTo>
                        <a:pt x="253" y="189"/>
                        <a:pt x="253" y="189"/>
                        <a:pt x="253" y="189"/>
                      </a:cubicBezTo>
                      <a:cubicBezTo>
                        <a:pt x="253" y="189"/>
                        <a:pt x="253" y="190"/>
                        <a:pt x="253" y="190"/>
                      </a:cubicBezTo>
                      <a:cubicBezTo>
                        <a:pt x="253" y="190"/>
                        <a:pt x="254" y="190"/>
                        <a:pt x="254" y="190"/>
                      </a:cubicBezTo>
                      <a:cubicBezTo>
                        <a:pt x="254" y="190"/>
                        <a:pt x="254" y="190"/>
                        <a:pt x="254" y="189"/>
                      </a:cubicBezTo>
                      <a:cubicBezTo>
                        <a:pt x="254" y="189"/>
                        <a:pt x="254" y="189"/>
                        <a:pt x="254" y="189"/>
                      </a:cubicBezTo>
                      <a:cubicBezTo>
                        <a:pt x="254" y="189"/>
                        <a:pt x="254" y="188"/>
                        <a:pt x="254" y="188"/>
                      </a:cubicBezTo>
                      <a:cubicBezTo>
                        <a:pt x="254" y="188"/>
                        <a:pt x="254" y="188"/>
                        <a:pt x="254" y="188"/>
                      </a:cubicBezTo>
                      <a:cubicBezTo>
                        <a:pt x="254" y="188"/>
                        <a:pt x="254" y="188"/>
                        <a:pt x="254" y="188"/>
                      </a:cubicBezTo>
                      <a:cubicBezTo>
                        <a:pt x="255" y="188"/>
                        <a:pt x="255" y="188"/>
                        <a:pt x="255" y="188"/>
                      </a:cubicBezTo>
                      <a:cubicBezTo>
                        <a:pt x="255" y="188"/>
                        <a:pt x="255" y="187"/>
                        <a:pt x="255" y="187"/>
                      </a:cubicBezTo>
                      <a:cubicBezTo>
                        <a:pt x="255" y="187"/>
                        <a:pt x="255" y="187"/>
                        <a:pt x="255" y="186"/>
                      </a:cubicBezTo>
                      <a:cubicBezTo>
                        <a:pt x="255" y="186"/>
                        <a:pt x="255" y="186"/>
                        <a:pt x="255" y="186"/>
                      </a:cubicBezTo>
                      <a:cubicBezTo>
                        <a:pt x="255" y="186"/>
                        <a:pt x="255" y="186"/>
                        <a:pt x="255" y="186"/>
                      </a:cubicBezTo>
                      <a:cubicBezTo>
                        <a:pt x="255" y="186"/>
                        <a:pt x="255" y="186"/>
                        <a:pt x="255" y="186"/>
                      </a:cubicBezTo>
                      <a:cubicBezTo>
                        <a:pt x="255" y="187"/>
                        <a:pt x="255" y="187"/>
                        <a:pt x="255" y="188"/>
                      </a:cubicBezTo>
                      <a:cubicBezTo>
                        <a:pt x="255" y="188"/>
                        <a:pt x="255" y="188"/>
                        <a:pt x="256" y="188"/>
                      </a:cubicBezTo>
                      <a:cubicBezTo>
                        <a:pt x="256" y="189"/>
                        <a:pt x="256" y="189"/>
                        <a:pt x="256" y="189"/>
                      </a:cubicBezTo>
                      <a:cubicBezTo>
                        <a:pt x="256" y="188"/>
                        <a:pt x="256" y="188"/>
                        <a:pt x="256" y="187"/>
                      </a:cubicBezTo>
                      <a:cubicBezTo>
                        <a:pt x="256" y="187"/>
                        <a:pt x="256" y="187"/>
                        <a:pt x="256" y="187"/>
                      </a:cubicBezTo>
                      <a:cubicBezTo>
                        <a:pt x="257" y="187"/>
                        <a:pt x="257" y="187"/>
                        <a:pt x="257" y="187"/>
                      </a:cubicBezTo>
                      <a:cubicBezTo>
                        <a:pt x="257" y="187"/>
                        <a:pt x="257" y="187"/>
                        <a:pt x="257" y="187"/>
                      </a:cubicBezTo>
                      <a:cubicBezTo>
                        <a:pt x="257" y="188"/>
                        <a:pt x="258" y="188"/>
                        <a:pt x="258" y="188"/>
                      </a:cubicBezTo>
                      <a:cubicBezTo>
                        <a:pt x="258" y="188"/>
                        <a:pt x="258" y="188"/>
                        <a:pt x="259" y="188"/>
                      </a:cubicBezTo>
                      <a:cubicBezTo>
                        <a:pt x="259" y="188"/>
                        <a:pt x="259" y="188"/>
                        <a:pt x="259" y="188"/>
                      </a:cubicBezTo>
                      <a:cubicBezTo>
                        <a:pt x="259" y="188"/>
                        <a:pt x="259" y="188"/>
                        <a:pt x="260" y="188"/>
                      </a:cubicBezTo>
                      <a:cubicBezTo>
                        <a:pt x="260" y="188"/>
                        <a:pt x="260" y="188"/>
                        <a:pt x="260" y="188"/>
                      </a:cubicBezTo>
                      <a:cubicBezTo>
                        <a:pt x="260" y="188"/>
                        <a:pt x="260" y="188"/>
                        <a:pt x="260" y="188"/>
                      </a:cubicBezTo>
                      <a:cubicBezTo>
                        <a:pt x="260" y="188"/>
                        <a:pt x="260" y="188"/>
                        <a:pt x="260" y="187"/>
                      </a:cubicBezTo>
                      <a:cubicBezTo>
                        <a:pt x="260" y="187"/>
                        <a:pt x="261" y="187"/>
                        <a:pt x="261" y="187"/>
                      </a:cubicBezTo>
                      <a:cubicBezTo>
                        <a:pt x="261" y="187"/>
                        <a:pt x="261" y="187"/>
                        <a:pt x="261" y="188"/>
                      </a:cubicBezTo>
                      <a:cubicBezTo>
                        <a:pt x="261" y="188"/>
                        <a:pt x="261" y="188"/>
                        <a:pt x="261" y="188"/>
                      </a:cubicBezTo>
                      <a:cubicBezTo>
                        <a:pt x="261" y="188"/>
                        <a:pt x="262" y="188"/>
                        <a:pt x="262" y="188"/>
                      </a:cubicBezTo>
                      <a:cubicBezTo>
                        <a:pt x="262" y="187"/>
                        <a:pt x="262" y="187"/>
                        <a:pt x="262" y="187"/>
                      </a:cubicBezTo>
                      <a:cubicBezTo>
                        <a:pt x="262" y="186"/>
                        <a:pt x="262" y="186"/>
                        <a:pt x="262" y="186"/>
                      </a:cubicBezTo>
                      <a:cubicBezTo>
                        <a:pt x="262" y="185"/>
                        <a:pt x="262" y="185"/>
                        <a:pt x="262" y="185"/>
                      </a:cubicBezTo>
                      <a:cubicBezTo>
                        <a:pt x="262" y="185"/>
                        <a:pt x="262" y="186"/>
                        <a:pt x="263" y="186"/>
                      </a:cubicBezTo>
                      <a:cubicBezTo>
                        <a:pt x="263" y="186"/>
                        <a:pt x="263" y="186"/>
                        <a:pt x="263" y="186"/>
                      </a:cubicBezTo>
                      <a:cubicBezTo>
                        <a:pt x="263" y="186"/>
                        <a:pt x="263" y="187"/>
                        <a:pt x="263" y="187"/>
                      </a:cubicBezTo>
                      <a:cubicBezTo>
                        <a:pt x="263" y="187"/>
                        <a:pt x="263" y="187"/>
                        <a:pt x="264" y="187"/>
                      </a:cubicBezTo>
                      <a:cubicBezTo>
                        <a:pt x="264" y="187"/>
                        <a:pt x="264" y="187"/>
                        <a:pt x="264" y="187"/>
                      </a:cubicBezTo>
                      <a:cubicBezTo>
                        <a:pt x="264" y="187"/>
                        <a:pt x="264" y="187"/>
                        <a:pt x="264" y="187"/>
                      </a:cubicBezTo>
                      <a:cubicBezTo>
                        <a:pt x="264" y="187"/>
                        <a:pt x="264" y="186"/>
                        <a:pt x="264" y="186"/>
                      </a:cubicBezTo>
                      <a:cubicBezTo>
                        <a:pt x="264" y="186"/>
                        <a:pt x="265" y="186"/>
                        <a:pt x="265" y="186"/>
                      </a:cubicBezTo>
                      <a:cubicBezTo>
                        <a:pt x="265" y="186"/>
                        <a:pt x="265" y="185"/>
                        <a:pt x="265" y="185"/>
                      </a:cubicBezTo>
                      <a:cubicBezTo>
                        <a:pt x="265" y="186"/>
                        <a:pt x="265" y="186"/>
                        <a:pt x="264" y="186"/>
                      </a:cubicBezTo>
                      <a:cubicBezTo>
                        <a:pt x="264" y="186"/>
                        <a:pt x="264" y="186"/>
                        <a:pt x="264" y="186"/>
                      </a:cubicBezTo>
                      <a:cubicBezTo>
                        <a:pt x="264" y="186"/>
                        <a:pt x="264" y="186"/>
                        <a:pt x="264" y="186"/>
                      </a:cubicBezTo>
                      <a:cubicBezTo>
                        <a:pt x="264" y="186"/>
                        <a:pt x="264" y="186"/>
                        <a:pt x="264" y="186"/>
                      </a:cubicBezTo>
                      <a:cubicBezTo>
                        <a:pt x="264" y="185"/>
                        <a:pt x="264" y="185"/>
                        <a:pt x="264" y="185"/>
                      </a:cubicBezTo>
                      <a:cubicBezTo>
                        <a:pt x="264" y="185"/>
                        <a:pt x="264" y="185"/>
                        <a:pt x="264" y="185"/>
                      </a:cubicBezTo>
                      <a:cubicBezTo>
                        <a:pt x="264" y="185"/>
                        <a:pt x="264" y="185"/>
                        <a:pt x="264" y="185"/>
                      </a:cubicBezTo>
                      <a:cubicBezTo>
                        <a:pt x="264" y="185"/>
                        <a:pt x="264" y="184"/>
                        <a:pt x="264" y="185"/>
                      </a:cubicBezTo>
                      <a:cubicBezTo>
                        <a:pt x="263" y="185"/>
                        <a:pt x="263" y="185"/>
                        <a:pt x="263" y="185"/>
                      </a:cubicBezTo>
                      <a:cubicBezTo>
                        <a:pt x="263" y="185"/>
                        <a:pt x="263" y="184"/>
                        <a:pt x="263" y="184"/>
                      </a:cubicBezTo>
                      <a:cubicBezTo>
                        <a:pt x="263" y="184"/>
                        <a:pt x="263" y="184"/>
                        <a:pt x="262" y="184"/>
                      </a:cubicBezTo>
                      <a:cubicBezTo>
                        <a:pt x="262" y="184"/>
                        <a:pt x="262" y="185"/>
                        <a:pt x="262" y="184"/>
                      </a:cubicBezTo>
                      <a:cubicBezTo>
                        <a:pt x="262" y="184"/>
                        <a:pt x="262" y="184"/>
                        <a:pt x="262" y="184"/>
                      </a:cubicBezTo>
                      <a:cubicBezTo>
                        <a:pt x="262" y="184"/>
                        <a:pt x="262" y="184"/>
                        <a:pt x="262" y="184"/>
                      </a:cubicBezTo>
                      <a:cubicBezTo>
                        <a:pt x="262" y="184"/>
                        <a:pt x="262" y="184"/>
                        <a:pt x="262" y="184"/>
                      </a:cubicBezTo>
                      <a:cubicBezTo>
                        <a:pt x="262" y="183"/>
                        <a:pt x="262" y="183"/>
                        <a:pt x="262" y="183"/>
                      </a:cubicBezTo>
                      <a:cubicBezTo>
                        <a:pt x="262" y="184"/>
                        <a:pt x="263" y="183"/>
                        <a:pt x="263" y="183"/>
                      </a:cubicBezTo>
                      <a:cubicBezTo>
                        <a:pt x="263" y="183"/>
                        <a:pt x="264" y="183"/>
                        <a:pt x="264" y="183"/>
                      </a:cubicBezTo>
                      <a:cubicBezTo>
                        <a:pt x="264" y="183"/>
                        <a:pt x="264" y="182"/>
                        <a:pt x="264" y="182"/>
                      </a:cubicBezTo>
                      <a:cubicBezTo>
                        <a:pt x="264" y="182"/>
                        <a:pt x="264" y="182"/>
                        <a:pt x="265" y="182"/>
                      </a:cubicBezTo>
                      <a:cubicBezTo>
                        <a:pt x="265" y="182"/>
                        <a:pt x="265" y="181"/>
                        <a:pt x="265" y="181"/>
                      </a:cubicBezTo>
                      <a:cubicBezTo>
                        <a:pt x="265" y="181"/>
                        <a:pt x="265" y="181"/>
                        <a:pt x="265" y="181"/>
                      </a:cubicBezTo>
                      <a:cubicBezTo>
                        <a:pt x="264" y="181"/>
                        <a:pt x="264" y="181"/>
                        <a:pt x="264" y="180"/>
                      </a:cubicBezTo>
                      <a:cubicBezTo>
                        <a:pt x="265" y="180"/>
                        <a:pt x="265" y="180"/>
                        <a:pt x="264" y="180"/>
                      </a:cubicBezTo>
                      <a:cubicBezTo>
                        <a:pt x="264" y="180"/>
                        <a:pt x="264" y="180"/>
                        <a:pt x="264" y="180"/>
                      </a:cubicBezTo>
                      <a:cubicBezTo>
                        <a:pt x="264" y="180"/>
                        <a:pt x="264" y="180"/>
                        <a:pt x="264" y="180"/>
                      </a:cubicBezTo>
                      <a:cubicBezTo>
                        <a:pt x="264" y="179"/>
                        <a:pt x="264" y="179"/>
                        <a:pt x="264" y="179"/>
                      </a:cubicBezTo>
                      <a:cubicBezTo>
                        <a:pt x="264" y="179"/>
                        <a:pt x="264" y="179"/>
                        <a:pt x="263" y="180"/>
                      </a:cubicBezTo>
                      <a:cubicBezTo>
                        <a:pt x="263" y="180"/>
                        <a:pt x="263" y="180"/>
                        <a:pt x="263" y="180"/>
                      </a:cubicBezTo>
                      <a:cubicBezTo>
                        <a:pt x="263" y="180"/>
                        <a:pt x="263" y="181"/>
                        <a:pt x="262" y="181"/>
                      </a:cubicBezTo>
                      <a:cubicBezTo>
                        <a:pt x="262" y="181"/>
                        <a:pt x="262" y="180"/>
                        <a:pt x="262" y="180"/>
                      </a:cubicBezTo>
                      <a:cubicBezTo>
                        <a:pt x="261" y="180"/>
                        <a:pt x="261" y="180"/>
                        <a:pt x="261" y="180"/>
                      </a:cubicBezTo>
                      <a:cubicBezTo>
                        <a:pt x="261" y="180"/>
                        <a:pt x="261" y="181"/>
                        <a:pt x="260" y="181"/>
                      </a:cubicBezTo>
                      <a:cubicBezTo>
                        <a:pt x="260" y="181"/>
                        <a:pt x="260" y="181"/>
                        <a:pt x="259" y="181"/>
                      </a:cubicBezTo>
                      <a:cubicBezTo>
                        <a:pt x="259" y="181"/>
                        <a:pt x="260" y="181"/>
                        <a:pt x="260" y="181"/>
                      </a:cubicBezTo>
                      <a:cubicBezTo>
                        <a:pt x="260" y="180"/>
                        <a:pt x="261" y="180"/>
                        <a:pt x="261" y="180"/>
                      </a:cubicBezTo>
                      <a:cubicBezTo>
                        <a:pt x="261" y="179"/>
                        <a:pt x="261" y="179"/>
                        <a:pt x="261" y="180"/>
                      </a:cubicBezTo>
                      <a:cubicBezTo>
                        <a:pt x="262" y="180"/>
                        <a:pt x="262" y="180"/>
                        <a:pt x="262" y="180"/>
                      </a:cubicBezTo>
                      <a:cubicBezTo>
                        <a:pt x="262" y="180"/>
                        <a:pt x="262" y="180"/>
                        <a:pt x="262" y="180"/>
                      </a:cubicBezTo>
                      <a:cubicBezTo>
                        <a:pt x="262" y="180"/>
                        <a:pt x="262" y="180"/>
                        <a:pt x="262" y="180"/>
                      </a:cubicBezTo>
                      <a:cubicBezTo>
                        <a:pt x="263" y="179"/>
                        <a:pt x="263" y="179"/>
                        <a:pt x="263" y="179"/>
                      </a:cubicBezTo>
                      <a:cubicBezTo>
                        <a:pt x="263" y="179"/>
                        <a:pt x="263" y="179"/>
                        <a:pt x="263" y="179"/>
                      </a:cubicBezTo>
                      <a:cubicBezTo>
                        <a:pt x="263" y="179"/>
                        <a:pt x="263" y="179"/>
                        <a:pt x="263" y="178"/>
                      </a:cubicBezTo>
                      <a:cubicBezTo>
                        <a:pt x="263" y="178"/>
                        <a:pt x="263" y="178"/>
                        <a:pt x="263" y="178"/>
                      </a:cubicBezTo>
                      <a:cubicBezTo>
                        <a:pt x="263" y="178"/>
                        <a:pt x="263" y="178"/>
                        <a:pt x="263" y="178"/>
                      </a:cubicBezTo>
                      <a:cubicBezTo>
                        <a:pt x="263" y="178"/>
                        <a:pt x="263" y="178"/>
                        <a:pt x="263" y="178"/>
                      </a:cubicBezTo>
                      <a:cubicBezTo>
                        <a:pt x="263" y="178"/>
                        <a:pt x="263" y="178"/>
                        <a:pt x="264" y="178"/>
                      </a:cubicBezTo>
                      <a:cubicBezTo>
                        <a:pt x="264" y="178"/>
                        <a:pt x="264" y="178"/>
                        <a:pt x="264" y="178"/>
                      </a:cubicBezTo>
                      <a:cubicBezTo>
                        <a:pt x="264" y="178"/>
                        <a:pt x="264" y="178"/>
                        <a:pt x="264" y="178"/>
                      </a:cubicBezTo>
                      <a:cubicBezTo>
                        <a:pt x="264" y="178"/>
                        <a:pt x="264" y="177"/>
                        <a:pt x="264" y="177"/>
                      </a:cubicBezTo>
                      <a:cubicBezTo>
                        <a:pt x="263" y="177"/>
                        <a:pt x="263" y="177"/>
                        <a:pt x="262" y="178"/>
                      </a:cubicBezTo>
                      <a:cubicBezTo>
                        <a:pt x="262" y="178"/>
                        <a:pt x="262" y="178"/>
                        <a:pt x="262" y="178"/>
                      </a:cubicBezTo>
                      <a:cubicBezTo>
                        <a:pt x="262" y="178"/>
                        <a:pt x="262" y="179"/>
                        <a:pt x="262" y="179"/>
                      </a:cubicBezTo>
                      <a:cubicBezTo>
                        <a:pt x="262" y="179"/>
                        <a:pt x="262" y="179"/>
                        <a:pt x="262" y="179"/>
                      </a:cubicBezTo>
                      <a:cubicBezTo>
                        <a:pt x="262" y="178"/>
                        <a:pt x="262" y="178"/>
                        <a:pt x="262" y="178"/>
                      </a:cubicBezTo>
                      <a:cubicBezTo>
                        <a:pt x="262" y="178"/>
                        <a:pt x="262" y="178"/>
                        <a:pt x="262" y="178"/>
                      </a:cubicBezTo>
                      <a:cubicBezTo>
                        <a:pt x="262" y="177"/>
                        <a:pt x="262" y="177"/>
                        <a:pt x="262" y="177"/>
                      </a:cubicBezTo>
                      <a:cubicBezTo>
                        <a:pt x="261" y="177"/>
                        <a:pt x="261" y="177"/>
                        <a:pt x="261" y="177"/>
                      </a:cubicBezTo>
                      <a:cubicBezTo>
                        <a:pt x="261" y="177"/>
                        <a:pt x="261" y="178"/>
                        <a:pt x="260" y="178"/>
                      </a:cubicBezTo>
                      <a:cubicBezTo>
                        <a:pt x="260" y="178"/>
                        <a:pt x="260" y="178"/>
                        <a:pt x="260" y="178"/>
                      </a:cubicBezTo>
                      <a:cubicBezTo>
                        <a:pt x="260" y="178"/>
                        <a:pt x="260" y="178"/>
                        <a:pt x="260" y="178"/>
                      </a:cubicBezTo>
                      <a:cubicBezTo>
                        <a:pt x="260" y="177"/>
                        <a:pt x="260" y="177"/>
                        <a:pt x="260" y="177"/>
                      </a:cubicBezTo>
                      <a:cubicBezTo>
                        <a:pt x="260" y="177"/>
                        <a:pt x="260" y="177"/>
                        <a:pt x="261" y="177"/>
                      </a:cubicBezTo>
                      <a:cubicBezTo>
                        <a:pt x="261" y="177"/>
                        <a:pt x="261" y="177"/>
                        <a:pt x="261" y="176"/>
                      </a:cubicBezTo>
                      <a:cubicBezTo>
                        <a:pt x="261" y="176"/>
                        <a:pt x="261" y="176"/>
                        <a:pt x="261" y="176"/>
                      </a:cubicBezTo>
                      <a:cubicBezTo>
                        <a:pt x="261" y="176"/>
                        <a:pt x="261" y="176"/>
                        <a:pt x="261" y="176"/>
                      </a:cubicBezTo>
                      <a:cubicBezTo>
                        <a:pt x="261" y="176"/>
                        <a:pt x="262" y="176"/>
                        <a:pt x="262" y="176"/>
                      </a:cubicBezTo>
                      <a:cubicBezTo>
                        <a:pt x="262" y="176"/>
                        <a:pt x="262" y="176"/>
                        <a:pt x="262" y="176"/>
                      </a:cubicBezTo>
                      <a:cubicBezTo>
                        <a:pt x="262" y="176"/>
                        <a:pt x="262" y="175"/>
                        <a:pt x="262" y="175"/>
                      </a:cubicBezTo>
                      <a:cubicBezTo>
                        <a:pt x="262" y="175"/>
                        <a:pt x="263" y="175"/>
                        <a:pt x="263" y="174"/>
                      </a:cubicBezTo>
                      <a:cubicBezTo>
                        <a:pt x="263" y="174"/>
                        <a:pt x="263" y="174"/>
                        <a:pt x="263" y="174"/>
                      </a:cubicBezTo>
                      <a:cubicBezTo>
                        <a:pt x="263" y="173"/>
                        <a:pt x="263" y="173"/>
                        <a:pt x="263" y="173"/>
                      </a:cubicBezTo>
                      <a:cubicBezTo>
                        <a:pt x="263" y="173"/>
                        <a:pt x="262" y="173"/>
                        <a:pt x="262" y="173"/>
                      </a:cubicBezTo>
                      <a:cubicBezTo>
                        <a:pt x="262" y="173"/>
                        <a:pt x="262" y="174"/>
                        <a:pt x="262" y="173"/>
                      </a:cubicBezTo>
                      <a:cubicBezTo>
                        <a:pt x="262" y="173"/>
                        <a:pt x="263" y="173"/>
                        <a:pt x="263" y="172"/>
                      </a:cubicBezTo>
                      <a:cubicBezTo>
                        <a:pt x="263" y="172"/>
                        <a:pt x="264" y="172"/>
                        <a:pt x="264" y="172"/>
                      </a:cubicBezTo>
                      <a:cubicBezTo>
                        <a:pt x="264" y="173"/>
                        <a:pt x="264" y="173"/>
                        <a:pt x="264" y="173"/>
                      </a:cubicBezTo>
                      <a:cubicBezTo>
                        <a:pt x="264" y="173"/>
                        <a:pt x="264" y="173"/>
                        <a:pt x="264" y="173"/>
                      </a:cubicBezTo>
                      <a:cubicBezTo>
                        <a:pt x="265" y="172"/>
                        <a:pt x="265" y="171"/>
                        <a:pt x="266" y="170"/>
                      </a:cubicBezTo>
                      <a:cubicBezTo>
                        <a:pt x="266" y="170"/>
                        <a:pt x="266" y="170"/>
                        <a:pt x="267" y="170"/>
                      </a:cubicBezTo>
                      <a:cubicBezTo>
                        <a:pt x="266" y="170"/>
                        <a:pt x="267" y="171"/>
                        <a:pt x="267" y="171"/>
                      </a:cubicBezTo>
                      <a:cubicBezTo>
                        <a:pt x="266" y="171"/>
                        <a:pt x="265" y="172"/>
                        <a:pt x="265" y="174"/>
                      </a:cubicBezTo>
                      <a:cubicBezTo>
                        <a:pt x="265" y="174"/>
                        <a:pt x="265" y="174"/>
                        <a:pt x="264" y="175"/>
                      </a:cubicBezTo>
                      <a:cubicBezTo>
                        <a:pt x="264" y="175"/>
                        <a:pt x="264" y="175"/>
                        <a:pt x="264" y="175"/>
                      </a:cubicBezTo>
                      <a:cubicBezTo>
                        <a:pt x="264" y="176"/>
                        <a:pt x="264" y="176"/>
                        <a:pt x="264" y="176"/>
                      </a:cubicBezTo>
                      <a:cubicBezTo>
                        <a:pt x="264" y="176"/>
                        <a:pt x="264" y="176"/>
                        <a:pt x="264" y="176"/>
                      </a:cubicBezTo>
                      <a:cubicBezTo>
                        <a:pt x="264" y="176"/>
                        <a:pt x="265" y="176"/>
                        <a:pt x="265" y="176"/>
                      </a:cubicBezTo>
                      <a:cubicBezTo>
                        <a:pt x="266" y="176"/>
                        <a:pt x="266" y="176"/>
                        <a:pt x="266" y="176"/>
                      </a:cubicBezTo>
                      <a:cubicBezTo>
                        <a:pt x="266" y="176"/>
                        <a:pt x="266" y="176"/>
                        <a:pt x="266" y="176"/>
                      </a:cubicBezTo>
                      <a:cubicBezTo>
                        <a:pt x="266" y="176"/>
                        <a:pt x="266" y="175"/>
                        <a:pt x="266" y="175"/>
                      </a:cubicBezTo>
                      <a:cubicBezTo>
                        <a:pt x="266" y="175"/>
                        <a:pt x="266" y="175"/>
                        <a:pt x="267" y="175"/>
                      </a:cubicBezTo>
                      <a:cubicBezTo>
                        <a:pt x="267" y="175"/>
                        <a:pt x="266" y="176"/>
                        <a:pt x="267" y="176"/>
                      </a:cubicBezTo>
                      <a:cubicBezTo>
                        <a:pt x="267" y="176"/>
                        <a:pt x="267" y="176"/>
                        <a:pt x="267" y="176"/>
                      </a:cubicBezTo>
                      <a:cubicBezTo>
                        <a:pt x="267" y="176"/>
                        <a:pt x="267" y="175"/>
                        <a:pt x="267" y="175"/>
                      </a:cubicBezTo>
                      <a:cubicBezTo>
                        <a:pt x="267" y="175"/>
                        <a:pt x="268" y="174"/>
                        <a:pt x="268" y="174"/>
                      </a:cubicBezTo>
                      <a:cubicBezTo>
                        <a:pt x="268" y="174"/>
                        <a:pt x="268" y="175"/>
                        <a:pt x="268" y="175"/>
                      </a:cubicBezTo>
                      <a:cubicBezTo>
                        <a:pt x="268" y="175"/>
                        <a:pt x="269" y="175"/>
                        <a:pt x="269" y="175"/>
                      </a:cubicBezTo>
                      <a:cubicBezTo>
                        <a:pt x="269" y="175"/>
                        <a:pt x="269" y="175"/>
                        <a:pt x="269" y="174"/>
                      </a:cubicBezTo>
                      <a:cubicBezTo>
                        <a:pt x="270" y="174"/>
                        <a:pt x="270" y="174"/>
                        <a:pt x="270" y="174"/>
                      </a:cubicBezTo>
                      <a:cubicBezTo>
                        <a:pt x="270" y="174"/>
                        <a:pt x="270" y="174"/>
                        <a:pt x="270" y="173"/>
                      </a:cubicBezTo>
                      <a:cubicBezTo>
                        <a:pt x="270" y="173"/>
                        <a:pt x="271" y="173"/>
                        <a:pt x="271" y="173"/>
                      </a:cubicBezTo>
                      <a:cubicBezTo>
                        <a:pt x="271" y="173"/>
                        <a:pt x="271" y="173"/>
                        <a:pt x="271" y="173"/>
                      </a:cubicBezTo>
                      <a:cubicBezTo>
                        <a:pt x="271" y="174"/>
                        <a:pt x="271" y="174"/>
                        <a:pt x="271" y="174"/>
                      </a:cubicBezTo>
                      <a:cubicBezTo>
                        <a:pt x="271" y="174"/>
                        <a:pt x="271" y="174"/>
                        <a:pt x="272" y="174"/>
                      </a:cubicBezTo>
                      <a:cubicBezTo>
                        <a:pt x="272" y="174"/>
                        <a:pt x="272" y="174"/>
                        <a:pt x="272" y="174"/>
                      </a:cubicBezTo>
                      <a:cubicBezTo>
                        <a:pt x="273" y="173"/>
                        <a:pt x="273" y="173"/>
                        <a:pt x="273" y="172"/>
                      </a:cubicBezTo>
                      <a:cubicBezTo>
                        <a:pt x="274" y="172"/>
                        <a:pt x="274" y="172"/>
                        <a:pt x="274" y="172"/>
                      </a:cubicBezTo>
                      <a:cubicBezTo>
                        <a:pt x="274" y="172"/>
                        <a:pt x="275" y="172"/>
                        <a:pt x="275" y="172"/>
                      </a:cubicBezTo>
                      <a:cubicBezTo>
                        <a:pt x="276" y="172"/>
                        <a:pt x="277" y="172"/>
                        <a:pt x="278" y="173"/>
                      </a:cubicBezTo>
                      <a:cubicBezTo>
                        <a:pt x="278" y="173"/>
                        <a:pt x="277" y="173"/>
                        <a:pt x="277" y="173"/>
                      </a:cubicBezTo>
                      <a:cubicBezTo>
                        <a:pt x="276" y="172"/>
                        <a:pt x="275" y="172"/>
                        <a:pt x="274" y="172"/>
                      </a:cubicBezTo>
                      <a:cubicBezTo>
                        <a:pt x="274" y="172"/>
                        <a:pt x="274" y="172"/>
                        <a:pt x="274" y="173"/>
                      </a:cubicBezTo>
                      <a:cubicBezTo>
                        <a:pt x="274" y="173"/>
                        <a:pt x="274" y="173"/>
                        <a:pt x="274" y="173"/>
                      </a:cubicBezTo>
                      <a:cubicBezTo>
                        <a:pt x="274" y="173"/>
                        <a:pt x="273" y="174"/>
                        <a:pt x="273" y="174"/>
                      </a:cubicBezTo>
                      <a:cubicBezTo>
                        <a:pt x="273" y="174"/>
                        <a:pt x="274" y="174"/>
                        <a:pt x="274" y="174"/>
                      </a:cubicBezTo>
                      <a:cubicBezTo>
                        <a:pt x="274" y="174"/>
                        <a:pt x="273" y="174"/>
                        <a:pt x="273" y="174"/>
                      </a:cubicBezTo>
                      <a:cubicBezTo>
                        <a:pt x="273" y="175"/>
                        <a:pt x="273" y="175"/>
                        <a:pt x="273" y="175"/>
                      </a:cubicBezTo>
                      <a:cubicBezTo>
                        <a:pt x="274" y="175"/>
                        <a:pt x="274" y="175"/>
                        <a:pt x="274" y="175"/>
                      </a:cubicBezTo>
                      <a:cubicBezTo>
                        <a:pt x="274" y="176"/>
                        <a:pt x="274" y="176"/>
                        <a:pt x="274" y="176"/>
                      </a:cubicBezTo>
                      <a:cubicBezTo>
                        <a:pt x="274" y="176"/>
                        <a:pt x="274" y="176"/>
                        <a:pt x="275" y="176"/>
                      </a:cubicBezTo>
                      <a:cubicBezTo>
                        <a:pt x="275" y="176"/>
                        <a:pt x="275" y="176"/>
                        <a:pt x="276" y="176"/>
                      </a:cubicBezTo>
                      <a:cubicBezTo>
                        <a:pt x="276" y="176"/>
                        <a:pt x="276" y="175"/>
                        <a:pt x="276" y="175"/>
                      </a:cubicBezTo>
                      <a:cubicBezTo>
                        <a:pt x="276" y="176"/>
                        <a:pt x="275" y="177"/>
                        <a:pt x="274" y="177"/>
                      </a:cubicBezTo>
                      <a:cubicBezTo>
                        <a:pt x="274" y="177"/>
                        <a:pt x="274" y="177"/>
                        <a:pt x="274" y="177"/>
                      </a:cubicBezTo>
                      <a:cubicBezTo>
                        <a:pt x="273" y="177"/>
                        <a:pt x="273" y="178"/>
                        <a:pt x="274" y="178"/>
                      </a:cubicBezTo>
                      <a:cubicBezTo>
                        <a:pt x="274" y="178"/>
                        <a:pt x="274" y="178"/>
                        <a:pt x="275" y="178"/>
                      </a:cubicBezTo>
                      <a:cubicBezTo>
                        <a:pt x="275" y="178"/>
                        <a:pt x="275" y="178"/>
                        <a:pt x="275" y="177"/>
                      </a:cubicBezTo>
                      <a:cubicBezTo>
                        <a:pt x="276" y="177"/>
                        <a:pt x="276" y="177"/>
                        <a:pt x="276" y="177"/>
                      </a:cubicBezTo>
                      <a:cubicBezTo>
                        <a:pt x="277" y="177"/>
                        <a:pt x="277" y="177"/>
                        <a:pt x="278" y="177"/>
                      </a:cubicBezTo>
                      <a:cubicBezTo>
                        <a:pt x="277" y="177"/>
                        <a:pt x="277" y="178"/>
                        <a:pt x="277" y="178"/>
                      </a:cubicBezTo>
                      <a:cubicBezTo>
                        <a:pt x="276" y="178"/>
                        <a:pt x="276" y="178"/>
                        <a:pt x="276" y="178"/>
                      </a:cubicBezTo>
                      <a:cubicBezTo>
                        <a:pt x="276" y="179"/>
                        <a:pt x="276" y="179"/>
                        <a:pt x="277" y="179"/>
                      </a:cubicBezTo>
                      <a:cubicBezTo>
                        <a:pt x="277" y="179"/>
                        <a:pt x="277" y="179"/>
                        <a:pt x="277" y="178"/>
                      </a:cubicBezTo>
                      <a:cubicBezTo>
                        <a:pt x="277" y="178"/>
                        <a:pt x="277" y="178"/>
                        <a:pt x="278" y="178"/>
                      </a:cubicBezTo>
                      <a:cubicBezTo>
                        <a:pt x="278" y="178"/>
                        <a:pt x="278" y="178"/>
                        <a:pt x="278" y="179"/>
                      </a:cubicBezTo>
                      <a:cubicBezTo>
                        <a:pt x="278" y="178"/>
                        <a:pt x="278" y="178"/>
                        <a:pt x="279" y="179"/>
                      </a:cubicBezTo>
                      <a:cubicBezTo>
                        <a:pt x="279" y="179"/>
                        <a:pt x="279" y="179"/>
                        <a:pt x="279" y="179"/>
                      </a:cubicBezTo>
                      <a:cubicBezTo>
                        <a:pt x="279" y="179"/>
                        <a:pt x="279" y="179"/>
                        <a:pt x="280" y="178"/>
                      </a:cubicBezTo>
                      <a:cubicBezTo>
                        <a:pt x="280" y="178"/>
                        <a:pt x="280" y="177"/>
                        <a:pt x="281" y="177"/>
                      </a:cubicBezTo>
                      <a:cubicBezTo>
                        <a:pt x="281" y="177"/>
                        <a:pt x="281" y="177"/>
                        <a:pt x="281" y="177"/>
                      </a:cubicBezTo>
                      <a:cubicBezTo>
                        <a:pt x="282" y="177"/>
                        <a:pt x="282" y="177"/>
                        <a:pt x="282" y="177"/>
                      </a:cubicBezTo>
                      <a:cubicBezTo>
                        <a:pt x="282" y="177"/>
                        <a:pt x="282" y="177"/>
                        <a:pt x="282" y="177"/>
                      </a:cubicBezTo>
                      <a:cubicBezTo>
                        <a:pt x="281" y="177"/>
                        <a:pt x="281" y="178"/>
                        <a:pt x="281" y="178"/>
                      </a:cubicBezTo>
                      <a:cubicBezTo>
                        <a:pt x="280" y="179"/>
                        <a:pt x="280" y="180"/>
                        <a:pt x="279" y="180"/>
                      </a:cubicBezTo>
                      <a:cubicBezTo>
                        <a:pt x="279" y="180"/>
                        <a:pt x="279" y="181"/>
                        <a:pt x="279" y="181"/>
                      </a:cubicBezTo>
                      <a:cubicBezTo>
                        <a:pt x="279" y="181"/>
                        <a:pt x="278" y="181"/>
                        <a:pt x="279" y="181"/>
                      </a:cubicBezTo>
                      <a:cubicBezTo>
                        <a:pt x="279" y="181"/>
                        <a:pt x="279" y="181"/>
                        <a:pt x="279" y="181"/>
                      </a:cubicBezTo>
                      <a:cubicBezTo>
                        <a:pt x="280" y="181"/>
                        <a:pt x="281" y="182"/>
                        <a:pt x="282" y="182"/>
                      </a:cubicBezTo>
                      <a:cubicBezTo>
                        <a:pt x="282" y="182"/>
                        <a:pt x="282" y="182"/>
                        <a:pt x="282" y="182"/>
                      </a:cubicBezTo>
                      <a:cubicBezTo>
                        <a:pt x="282" y="182"/>
                        <a:pt x="281" y="182"/>
                        <a:pt x="281" y="182"/>
                      </a:cubicBezTo>
                      <a:cubicBezTo>
                        <a:pt x="282" y="182"/>
                        <a:pt x="282" y="182"/>
                        <a:pt x="282" y="182"/>
                      </a:cubicBezTo>
                      <a:cubicBezTo>
                        <a:pt x="282" y="183"/>
                        <a:pt x="283" y="183"/>
                        <a:pt x="283" y="183"/>
                      </a:cubicBezTo>
                      <a:cubicBezTo>
                        <a:pt x="283" y="183"/>
                        <a:pt x="283" y="183"/>
                        <a:pt x="283" y="182"/>
                      </a:cubicBezTo>
                      <a:cubicBezTo>
                        <a:pt x="283" y="182"/>
                        <a:pt x="283" y="182"/>
                        <a:pt x="283" y="182"/>
                      </a:cubicBezTo>
                      <a:cubicBezTo>
                        <a:pt x="283" y="182"/>
                        <a:pt x="283" y="182"/>
                        <a:pt x="283" y="182"/>
                      </a:cubicBezTo>
                      <a:cubicBezTo>
                        <a:pt x="284" y="182"/>
                        <a:pt x="284" y="181"/>
                        <a:pt x="284" y="181"/>
                      </a:cubicBezTo>
                      <a:cubicBezTo>
                        <a:pt x="284" y="181"/>
                        <a:pt x="285" y="180"/>
                        <a:pt x="285" y="180"/>
                      </a:cubicBezTo>
                      <a:cubicBezTo>
                        <a:pt x="285" y="179"/>
                        <a:pt x="285" y="179"/>
                        <a:pt x="285" y="179"/>
                      </a:cubicBezTo>
                      <a:cubicBezTo>
                        <a:pt x="286" y="179"/>
                        <a:pt x="286" y="179"/>
                        <a:pt x="286" y="179"/>
                      </a:cubicBezTo>
                      <a:cubicBezTo>
                        <a:pt x="286" y="179"/>
                        <a:pt x="286" y="180"/>
                        <a:pt x="286" y="180"/>
                      </a:cubicBezTo>
                      <a:cubicBezTo>
                        <a:pt x="286" y="180"/>
                        <a:pt x="286" y="181"/>
                        <a:pt x="286" y="181"/>
                      </a:cubicBezTo>
                      <a:cubicBezTo>
                        <a:pt x="286" y="182"/>
                        <a:pt x="286" y="182"/>
                        <a:pt x="285" y="182"/>
                      </a:cubicBezTo>
                      <a:cubicBezTo>
                        <a:pt x="285" y="182"/>
                        <a:pt x="285" y="183"/>
                        <a:pt x="285" y="183"/>
                      </a:cubicBezTo>
                      <a:cubicBezTo>
                        <a:pt x="286" y="183"/>
                        <a:pt x="286" y="183"/>
                        <a:pt x="286" y="183"/>
                      </a:cubicBezTo>
                      <a:cubicBezTo>
                        <a:pt x="286" y="184"/>
                        <a:pt x="286" y="184"/>
                        <a:pt x="287" y="184"/>
                      </a:cubicBezTo>
                      <a:cubicBezTo>
                        <a:pt x="287" y="184"/>
                        <a:pt x="287" y="184"/>
                        <a:pt x="287" y="184"/>
                      </a:cubicBezTo>
                      <a:cubicBezTo>
                        <a:pt x="287" y="185"/>
                        <a:pt x="288" y="185"/>
                        <a:pt x="288" y="185"/>
                      </a:cubicBezTo>
                      <a:cubicBezTo>
                        <a:pt x="289" y="185"/>
                        <a:pt x="289" y="184"/>
                        <a:pt x="290" y="185"/>
                      </a:cubicBezTo>
                      <a:cubicBezTo>
                        <a:pt x="290" y="185"/>
                        <a:pt x="290" y="185"/>
                        <a:pt x="289" y="185"/>
                      </a:cubicBezTo>
                      <a:cubicBezTo>
                        <a:pt x="289" y="185"/>
                        <a:pt x="290" y="186"/>
                        <a:pt x="290" y="186"/>
                      </a:cubicBezTo>
                      <a:cubicBezTo>
                        <a:pt x="290" y="186"/>
                        <a:pt x="290" y="186"/>
                        <a:pt x="290" y="186"/>
                      </a:cubicBezTo>
                      <a:cubicBezTo>
                        <a:pt x="291" y="186"/>
                        <a:pt x="291" y="186"/>
                        <a:pt x="291" y="187"/>
                      </a:cubicBezTo>
                      <a:cubicBezTo>
                        <a:pt x="291" y="187"/>
                        <a:pt x="292" y="187"/>
                        <a:pt x="292" y="187"/>
                      </a:cubicBezTo>
                      <a:cubicBezTo>
                        <a:pt x="292" y="187"/>
                        <a:pt x="292" y="187"/>
                        <a:pt x="293" y="187"/>
                      </a:cubicBezTo>
                      <a:cubicBezTo>
                        <a:pt x="294" y="187"/>
                        <a:pt x="295" y="186"/>
                        <a:pt x="297" y="186"/>
                      </a:cubicBezTo>
                      <a:cubicBezTo>
                        <a:pt x="299" y="186"/>
                        <a:pt x="301" y="186"/>
                        <a:pt x="303" y="187"/>
                      </a:cubicBezTo>
                      <a:cubicBezTo>
                        <a:pt x="303" y="187"/>
                        <a:pt x="303" y="187"/>
                        <a:pt x="304" y="187"/>
                      </a:cubicBezTo>
                      <a:cubicBezTo>
                        <a:pt x="304" y="187"/>
                        <a:pt x="304" y="187"/>
                        <a:pt x="305" y="187"/>
                      </a:cubicBezTo>
                      <a:cubicBezTo>
                        <a:pt x="305" y="187"/>
                        <a:pt x="306" y="187"/>
                        <a:pt x="306" y="188"/>
                      </a:cubicBezTo>
                      <a:cubicBezTo>
                        <a:pt x="307" y="188"/>
                        <a:pt x="308" y="188"/>
                        <a:pt x="308" y="187"/>
                      </a:cubicBezTo>
                      <a:cubicBezTo>
                        <a:pt x="309" y="187"/>
                        <a:pt x="309" y="187"/>
                        <a:pt x="309" y="187"/>
                      </a:cubicBezTo>
                      <a:cubicBezTo>
                        <a:pt x="308" y="186"/>
                        <a:pt x="308" y="186"/>
                        <a:pt x="308" y="186"/>
                      </a:cubicBezTo>
                      <a:cubicBezTo>
                        <a:pt x="308" y="186"/>
                        <a:pt x="308" y="186"/>
                        <a:pt x="308" y="185"/>
                      </a:cubicBezTo>
                      <a:cubicBezTo>
                        <a:pt x="308" y="185"/>
                        <a:pt x="308" y="185"/>
                        <a:pt x="308" y="185"/>
                      </a:cubicBezTo>
                      <a:cubicBezTo>
                        <a:pt x="309" y="185"/>
                        <a:pt x="309" y="185"/>
                        <a:pt x="309" y="185"/>
                      </a:cubicBezTo>
                      <a:cubicBezTo>
                        <a:pt x="309" y="185"/>
                        <a:pt x="309" y="186"/>
                        <a:pt x="309" y="186"/>
                      </a:cubicBezTo>
                      <a:cubicBezTo>
                        <a:pt x="310" y="186"/>
                        <a:pt x="310" y="185"/>
                        <a:pt x="311" y="185"/>
                      </a:cubicBezTo>
                      <a:cubicBezTo>
                        <a:pt x="310" y="186"/>
                        <a:pt x="310" y="186"/>
                        <a:pt x="310" y="186"/>
                      </a:cubicBezTo>
                      <a:cubicBezTo>
                        <a:pt x="309" y="186"/>
                        <a:pt x="309" y="186"/>
                        <a:pt x="309" y="187"/>
                      </a:cubicBezTo>
                      <a:cubicBezTo>
                        <a:pt x="309" y="187"/>
                        <a:pt x="309" y="187"/>
                        <a:pt x="310" y="187"/>
                      </a:cubicBezTo>
                      <a:cubicBezTo>
                        <a:pt x="310" y="187"/>
                        <a:pt x="310" y="187"/>
                        <a:pt x="310" y="187"/>
                      </a:cubicBezTo>
                      <a:cubicBezTo>
                        <a:pt x="310" y="187"/>
                        <a:pt x="310" y="187"/>
                        <a:pt x="310" y="188"/>
                      </a:cubicBezTo>
                      <a:cubicBezTo>
                        <a:pt x="310" y="188"/>
                        <a:pt x="309" y="188"/>
                        <a:pt x="309" y="188"/>
                      </a:cubicBezTo>
                      <a:cubicBezTo>
                        <a:pt x="309" y="188"/>
                        <a:pt x="309" y="188"/>
                        <a:pt x="309" y="188"/>
                      </a:cubicBezTo>
                      <a:cubicBezTo>
                        <a:pt x="309" y="188"/>
                        <a:pt x="309" y="189"/>
                        <a:pt x="309" y="189"/>
                      </a:cubicBezTo>
                      <a:cubicBezTo>
                        <a:pt x="309" y="189"/>
                        <a:pt x="309" y="189"/>
                        <a:pt x="309" y="189"/>
                      </a:cubicBezTo>
                      <a:cubicBezTo>
                        <a:pt x="310" y="189"/>
                        <a:pt x="310" y="189"/>
                        <a:pt x="311" y="190"/>
                      </a:cubicBezTo>
                      <a:cubicBezTo>
                        <a:pt x="311" y="190"/>
                        <a:pt x="311" y="190"/>
                        <a:pt x="311" y="190"/>
                      </a:cubicBezTo>
                      <a:cubicBezTo>
                        <a:pt x="312" y="191"/>
                        <a:pt x="312" y="191"/>
                        <a:pt x="313" y="191"/>
                      </a:cubicBezTo>
                      <a:cubicBezTo>
                        <a:pt x="314" y="191"/>
                        <a:pt x="315" y="191"/>
                        <a:pt x="316" y="191"/>
                      </a:cubicBezTo>
                      <a:cubicBezTo>
                        <a:pt x="316" y="191"/>
                        <a:pt x="316" y="191"/>
                        <a:pt x="317" y="191"/>
                      </a:cubicBezTo>
                      <a:cubicBezTo>
                        <a:pt x="317" y="191"/>
                        <a:pt x="318" y="190"/>
                        <a:pt x="318" y="190"/>
                      </a:cubicBezTo>
                      <a:cubicBezTo>
                        <a:pt x="318" y="190"/>
                        <a:pt x="318" y="190"/>
                        <a:pt x="318" y="190"/>
                      </a:cubicBezTo>
                      <a:cubicBezTo>
                        <a:pt x="319" y="190"/>
                        <a:pt x="319" y="190"/>
                        <a:pt x="319" y="190"/>
                      </a:cubicBezTo>
                      <a:cubicBezTo>
                        <a:pt x="319" y="190"/>
                        <a:pt x="318" y="189"/>
                        <a:pt x="318" y="189"/>
                      </a:cubicBezTo>
                      <a:cubicBezTo>
                        <a:pt x="318" y="189"/>
                        <a:pt x="318" y="189"/>
                        <a:pt x="318" y="189"/>
                      </a:cubicBezTo>
                      <a:cubicBezTo>
                        <a:pt x="319" y="189"/>
                        <a:pt x="319" y="189"/>
                        <a:pt x="319" y="189"/>
                      </a:cubicBezTo>
                      <a:cubicBezTo>
                        <a:pt x="320" y="189"/>
                        <a:pt x="320" y="188"/>
                        <a:pt x="320" y="188"/>
                      </a:cubicBezTo>
                      <a:cubicBezTo>
                        <a:pt x="321" y="187"/>
                        <a:pt x="321" y="187"/>
                        <a:pt x="321" y="187"/>
                      </a:cubicBezTo>
                      <a:cubicBezTo>
                        <a:pt x="321" y="187"/>
                        <a:pt x="322" y="187"/>
                        <a:pt x="322" y="187"/>
                      </a:cubicBezTo>
                      <a:cubicBezTo>
                        <a:pt x="322" y="188"/>
                        <a:pt x="322" y="188"/>
                        <a:pt x="323" y="188"/>
                      </a:cubicBezTo>
                      <a:cubicBezTo>
                        <a:pt x="323" y="188"/>
                        <a:pt x="323" y="189"/>
                        <a:pt x="323" y="189"/>
                      </a:cubicBezTo>
                      <a:cubicBezTo>
                        <a:pt x="323" y="189"/>
                        <a:pt x="324" y="189"/>
                        <a:pt x="324" y="189"/>
                      </a:cubicBezTo>
                      <a:cubicBezTo>
                        <a:pt x="324" y="189"/>
                        <a:pt x="324" y="189"/>
                        <a:pt x="324" y="189"/>
                      </a:cubicBezTo>
                      <a:cubicBezTo>
                        <a:pt x="324" y="189"/>
                        <a:pt x="324" y="189"/>
                        <a:pt x="324" y="189"/>
                      </a:cubicBezTo>
                      <a:cubicBezTo>
                        <a:pt x="323" y="189"/>
                        <a:pt x="323" y="189"/>
                        <a:pt x="323" y="189"/>
                      </a:cubicBezTo>
                      <a:cubicBezTo>
                        <a:pt x="323" y="190"/>
                        <a:pt x="323" y="191"/>
                        <a:pt x="323" y="191"/>
                      </a:cubicBezTo>
                      <a:cubicBezTo>
                        <a:pt x="323" y="192"/>
                        <a:pt x="323" y="192"/>
                        <a:pt x="323" y="192"/>
                      </a:cubicBezTo>
                      <a:cubicBezTo>
                        <a:pt x="323" y="192"/>
                        <a:pt x="323" y="192"/>
                        <a:pt x="323" y="193"/>
                      </a:cubicBezTo>
                      <a:cubicBezTo>
                        <a:pt x="323" y="193"/>
                        <a:pt x="323" y="193"/>
                        <a:pt x="322" y="193"/>
                      </a:cubicBezTo>
                      <a:cubicBezTo>
                        <a:pt x="323" y="192"/>
                        <a:pt x="323" y="192"/>
                        <a:pt x="323" y="192"/>
                      </a:cubicBezTo>
                      <a:cubicBezTo>
                        <a:pt x="322" y="191"/>
                        <a:pt x="322" y="191"/>
                        <a:pt x="322" y="191"/>
                      </a:cubicBezTo>
                      <a:cubicBezTo>
                        <a:pt x="322" y="191"/>
                        <a:pt x="322" y="191"/>
                        <a:pt x="322" y="191"/>
                      </a:cubicBezTo>
                      <a:cubicBezTo>
                        <a:pt x="322" y="190"/>
                        <a:pt x="322" y="190"/>
                        <a:pt x="322" y="190"/>
                      </a:cubicBezTo>
                      <a:cubicBezTo>
                        <a:pt x="322" y="189"/>
                        <a:pt x="322" y="189"/>
                        <a:pt x="322" y="189"/>
                      </a:cubicBezTo>
                      <a:cubicBezTo>
                        <a:pt x="322" y="188"/>
                        <a:pt x="322" y="188"/>
                        <a:pt x="321" y="188"/>
                      </a:cubicBezTo>
                      <a:cubicBezTo>
                        <a:pt x="321" y="188"/>
                        <a:pt x="321" y="188"/>
                        <a:pt x="321" y="189"/>
                      </a:cubicBezTo>
                      <a:cubicBezTo>
                        <a:pt x="320" y="189"/>
                        <a:pt x="320" y="189"/>
                        <a:pt x="320" y="189"/>
                      </a:cubicBezTo>
                      <a:cubicBezTo>
                        <a:pt x="320" y="189"/>
                        <a:pt x="321" y="189"/>
                        <a:pt x="321" y="190"/>
                      </a:cubicBezTo>
                      <a:cubicBezTo>
                        <a:pt x="321" y="190"/>
                        <a:pt x="321" y="190"/>
                        <a:pt x="321" y="191"/>
                      </a:cubicBezTo>
                      <a:cubicBezTo>
                        <a:pt x="321" y="191"/>
                        <a:pt x="321" y="191"/>
                        <a:pt x="321" y="191"/>
                      </a:cubicBezTo>
                      <a:cubicBezTo>
                        <a:pt x="321" y="191"/>
                        <a:pt x="321" y="191"/>
                        <a:pt x="321" y="191"/>
                      </a:cubicBezTo>
                      <a:cubicBezTo>
                        <a:pt x="321" y="192"/>
                        <a:pt x="321" y="192"/>
                        <a:pt x="321" y="192"/>
                      </a:cubicBezTo>
                      <a:cubicBezTo>
                        <a:pt x="321" y="192"/>
                        <a:pt x="321" y="192"/>
                        <a:pt x="321" y="193"/>
                      </a:cubicBezTo>
                      <a:cubicBezTo>
                        <a:pt x="320" y="193"/>
                        <a:pt x="320" y="193"/>
                        <a:pt x="320" y="193"/>
                      </a:cubicBezTo>
                      <a:cubicBezTo>
                        <a:pt x="320" y="193"/>
                        <a:pt x="320" y="193"/>
                        <a:pt x="320" y="193"/>
                      </a:cubicBezTo>
                      <a:cubicBezTo>
                        <a:pt x="320" y="193"/>
                        <a:pt x="319" y="193"/>
                        <a:pt x="319" y="193"/>
                      </a:cubicBezTo>
                      <a:cubicBezTo>
                        <a:pt x="320" y="194"/>
                        <a:pt x="321" y="194"/>
                        <a:pt x="321" y="195"/>
                      </a:cubicBezTo>
                      <a:cubicBezTo>
                        <a:pt x="322" y="195"/>
                        <a:pt x="322" y="195"/>
                        <a:pt x="322" y="195"/>
                      </a:cubicBezTo>
                      <a:cubicBezTo>
                        <a:pt x="322" y="195"/>
                        <a:pt x="322" y="195"/>
                        <a:pt x="322" y="195"/>
                      </a:cubicBezTo>
                      <a:cubicBezTo>
                        <a:pt x="322" y="195"/>
                        <a:pt x="322" y="195"/>
                        <a:pt x="322" y="195"/>
                      </a:cubicBezTo>
                      <a:cubicBezTo>
                        <a:pt x="323" y="195"/>
                        <a:pt x="324" y="195"/>
                        <a:pt x="325" y="194"/>
                      </a:cubicBezTo>
                      <a:cubicBezTo>
                        <a:pt x="325" y="194"/>
                        <a:pt x="325" y="194"/>
                        <a:pt x="325" y="194"/>
                      </a:cubicBezTo>
                      <a:cubicBezTo>
                        <a:pt x="325" y="195"/>
                        <a:pt x="325" y="195"/>
                        <a:pt x="325" y="195"/>
                      </a:cubicBezTo>
                      <a:cubicBezTo>
                        <a:pt x="325" y="195"/>
                        <a:pt x="324" y="195"/>
                        <a:pt x="324" y="195"/>
                      </a:cubicBezTo>
                      <a:cubicBezTo>
                        <a:pt x="324" y="195"/>
                        <a:pt x="324" y="196"/>
                        <a:pt x="323" y="196"/>
                      </a:cubicBezTo>
                      <a:cubicBezTo>
                        <a:pt x="323" y="196"/>
                        <a:pt x="323" y="196"/>
                        <a:pt x="323" y="196"/>
                      </a:cubicBezTo>
                      <a:cubicBezTo>
                        <a:pt x="323" y="196"/>
                        <a:pt x="323" y="196"/>
                        <a:pt x="323" y="196"/>
                      </a:cubicBezTo>
                      <a:cubicBezTo>
                        <a:pt x="324" y="196"/>
                        <a:pt x="325" y="197"/>
                        <a:pt x="326" y="198"/>
                      </a:cubicBezTo>
                      <a:cubicBezTo>
                        <a:pt x="326" y="198"/>
                        <a:pt x="326" y="198"/>
                        <a:pt x="326" y="198"/>
                      </a:cubicBezTo>
                      <a:cubicBezTo>
                        <a:pt x="327" y="198"/>
                        <a:pt x="327" y="198"/>
                        <a:pt x="327" y="198"/>
                      </a:cubicBezTo>
                      <a:cubicBezTo>
                        <a:pt x="327" y="198"/>
                        <a:pt x="328" y="198"/>
                        <a:pt x="328" y="198"/>
                      </a:cubicBezTo>
                      <a:cubicBezTo>
                        <a:pt x="328" y="198"/>
                        <a:pt x="328" y="198"/>
                        <a:pt x="329" y="198"/>
                      </a:cubicBezTo>
                      <a:cubicBezTo>
                        <a:pt x="328" y="198"/>
                        <a:pt x="328" y="198"/>
                        <a:pt x="328" y="199"/>
                      </a:cubicBezTo>
                      <a:cubicBezTo>
                        <a:pt x="328" y="199"/>
                        <a:pt x="328" y="199"/>
                        <a:pt x="328" y="199"/>
                      </a:cubicBezTo>
                      <a:cubicBezTo>
                        <a:pt x="328" y="199"/>
                        <a:pt x="328" y="199"/>
                        <a:pt x="328" y="199"/>
                      </a:cubicBezTo>
                      <a:cubicBezTo>
                        <a:pt x="328" y="200"/>
                        <a:pt x="329" y="199"/>
                        <a:pt x="330" y="200"/>
                      </a:cubicBezTo>
                      <a:cubicBezTo>
                        <a:pt x="330" y="200"/>
                        <a:pt x="331" y="201"/>
                        <a:pt x="331" y="201"/>
                      </a:cubicBezTo>
                      <a:cubicBezTo>
                        <a:pt x="331" y="202"/>
                        <a:pt x="332" y="202"/>
                        <a:pt x="332" y="202"/>
                      </a:cubicBezTo>
                      <a:cubicBezTo>
                        <a:pt x="332" y="202"/>
                        <a:pt x="332" y="203"/>
                        <a:pt x="332" y="203"/>
                      </a:cubicBezTo>
                      <a:cubicBezTo>
                        <a:pt x="332" y="204"/>
                        <a:pt x="332" y="204"/>
                        <a:pt x="333" y="204"/>
                      </a:cubicBezTo>
                      <a:cubicBezTo>
                        <a:pt x="333" y="204"/>
                        <a:pt x="333" y="204"/>
                        <a:pt x="333" y="205"/>
                      </a:cubicBezTo>
                      <a:cubicBezTo>
                        <a:pt x="333" y="205"/>
                        <a:pt x="334" y="205"/>
                        <a:pt x="334" y="205"/>
                      </a:cubicBezTo>
                      <a:cubicBezTo>
                        <a:pt x="334" y="205"/>
                        <a:pt x="334" y="205"/>
                        <a:pt x="334" y="205"/>
                      </a:cubicBezTo>
                      <a:cubicBezTo>
                        <a:pt x="334" y="205"/>
                        <a:pt x="335" y="206"/>
                        <a:pt x="335" y="206"/>
                      </a:cubicBezTo>
                      <a:cubicBezTo>
                        <a:pt x="336" y="207"/>
                        <a:pt x="337" y="208"/>
                        <a:pt x="338" y="208"/>
                      </a:cubicBezTo>
                      <a:cubicBezTo>
                        <a:pt x="338" y="208"/>
                        <a:pt x="339" y="208"/>
                        <a:pt x="339" y="209"/>
                      </a:cubicBezTo>
                      <a:cubicBezTo>
                        <a:pt x="339" y="209"/>
                        <a:pt x="339" y="209"/>
                        <a:pt x="339" y="209"/>
                      </a:cubicBezTo>
                      <a:cubicBezTo>
                        <a:pt x="339" y="209"/>
                        <a:pt x="339" y="209"/>
                        <a:pt x="339" y="209"/>
                      </a:cubicBezTo>
                      <a:cubicBezTo>
                        <a:pt x="340" y="209"/>
                        <a:pt x="339" y="209"/>
                        <a:pt x="339" y="210"/>
                      </a:cubicBezTo>
                      <a:cubicBezTo>
                        <a:pt x="340" y="210"/>
                        <a:pt x="340" y="210"/>
                        <a:pt x="340" y="210"/>
                      </a:cubicBezTo>
                      <a:cubicBezTo>
                        <a:pt x="340" y="210"/>
                        <a:pt x="340" y="210"/>
                        <a:pt x="341" y="211"/>
                      </a:cubicBezTo>
                      <a:cubicBezTo>
                        <a:pt x="341" y="211"/>
                        <a:pt x="341" y="210"/>
                        <a:pt x="341" y="210"/>
                      </a:cubicBezTo>
                      <a:cubicBezTo>
                        <a:pt x="341" y="210"/>
                        <a:pt x="341" y="210"/>
                        <a:pt x="341" y="210"/>
                      </a:cubicBezTo>
                      <a:cubicBezTo>
                        <a:pt x="341" y="209"/>
                        <a:pt x="341" y="209"/>
                        <a:pt x="341" y="209"/>
                      </a:cubicBezTo>
                      <a:cubicBezTo>
                        <a:pt x="341" y="209"/>
                        <a:pt x="342" y="209"/>
                        <a:pt x="342" y="209"/>
                      </a:cubicBezTo>
                      <a:cubicBezTo>
                        <a:pt x="342" y="209"/>
                        <a:pt x="342" y="209"/>
                        <a:pt x="342" y="209"/>
                      </a:cubicBezTo>
                      <a:cubicBezTo>
                        <a:pt x="342" y="209"/>
                        <a:pt x="341" y="209"/>
                        <a:pt x="341" y="209"/>
                      </a:cubicBezTo>
                      <a:cubicBezTo>
                        <a:pt x="341" y="208"/>
                        <a:pt x="341" y="208"/>
                        <a:pt x="342" y="208"/>
                      </a:cubicBezTo>
                      <a:cubicBezTo>
                        <a:pt x="342" y="209"/>
                        <a:pt x="342" y="209"/>
                        <a:pt x="343" y="208"/>
                      </a:cubicBezTo>
                      <a:cubicBezTo>
                        <a:pt x="343" y="209"/>
                        <a:pt x="343" y="209"/>
                        <a:pt x="343" y="209"/>
                      </a:cubicBezTo>
                      <a:cubicBezTo>
                        <a:pt x="343" y="209"/>
                        <a:pt x="344" y="209"/>
                        <a:pt x="344" y="209"/>
                      </a:cubicBezTo>
                      <a:cubicBezTo>
                        <a:pt x="344" y="209"/>
                        <a:pt x="344" y="209"/>
                        <a:pt x="344" y="209"/>
                      </a:cubicBezTo>
                      <a:cubicBezTo>
                        <a:pt x="344" y="209"/>
                        <a:pt x="344" y="209"/>
                        <a:pt x="344" y="208"/>
                      </a:cubicBezTo>
                      <a:cubicBezTo>
                        <a:pt x="344" y="208"/>
                        <a:pt x="344" y="208"/>
                        <a:pt x="344" y="207"/>
                      </a:cubicBezTo>
                      <a:cubicBezTo>
                        <a:pt x="344" y="207"/>
                        <a:pt x="344" y="207"/>
                        <a:pt x="344" y="207"/>
                      </a:cubicBezTo>
                      <a:cubicBezTo>
                        <a:pt x="344" y="207"/>
                        <a:pt x="344" y="207"/>
                        <a:pt x="344" y="207"/>
                      </a:cubicBezTo>
                      <a:cubicBezTo>
                        <a:pt x="344" y="206"/>
                        <a:pt x="344" y="206"/>
                        <a:pt x="344" y="206"/>
                      </a:cubicBezTo>
                      <a:cubicBezTo>
                        <a:pt x="344" y="206"/>
                        <a:pt x="343" y="205"/>
                        <a:pt x="343" y="205"/>
                      </a:cubicBezTo>
                      <a:cubicBezTo>
                        <a:pt x="342" y="205"/>
                        <a:pt x="342" y="205"/>
                        <a:pt x="341" y="206"/>
                      </a:cubicBezTo>
                      <a:cubicBezTo>
                        <a:pt x="341" y="205"/>
                        <a:pt x="341" y="205"/>
                        <a:pt x="342" y="205"/>
                      </a:cubicBezTo>
                      <a:cubicBezTo>
                        <a:pt x="342" y="205"/>
                        <a:pt x="342" y="205"/>
                        <a:pt x="342" y="204"/>
                      </a:cubicBezTo>
                      <a:cubicBezTo>
                        <a:pt x="342" y="204"/>
                        <a:pt x="342" y="204"/>
                        <a:pt x="342" y="204"/>
                      </a:cubicBezTo>
                      <a:cubicBezTo>
                        <a:pt x="342" y="204"/>
                        <a:pt x="341" y="203"/>
                        <a:pt x="341" y="203"/>
                      </a:cubicBezTo>
                      <a:cubicBezTo>
                        <a:pt x="341" y="203"/>
                        <a:pt x="341" y="203"/>
                        <a:pt x="341" y="203"/>
                      </a:cubicBezTo>
                      <a:cubicBezTo>
                        <a:pt x="341" y="203"/>
                        <a:pt x="341" y="203"/>
                        <a:pt x="341" y="203"/>
                      </a:cubicBezTo>
                      <a:cubicBezTo>
                        <a:pt x="340" y="202"/>
                        <a:pt x="339" y="202"/>
                        <a:pt x="338" y="202"/>
                      </a:cubicBezTo>
                      <a:cubicBezTo>
                        <a:pt x="338" y="202"/>
                        <a:pt x="337" y="202"/>
                        <a:pt x="337" y="202"/>
                      </a:cubicBezTo>
                      <a:cubicBezTo>
                        <a:pt x="337" y="202"/>
                        <a:pt x="338" y="202"/>
                        <a:pt x="338" y="201"/>
                      </a:cubicBezTo>
                      <a:cubicBezTo>
                        <a:pt x="338" y="201"/>
                        <a:pt x="338" y="201"/>
                        <a:pt x="338" y="201"/>
                      </a:cubicBezTo>
                      <a:cubicBezTo>
                        <a:pt x="338" y="201"/>
                        <a:pt x="338" y="200"/>
                        <a:pt x="338" y="200"/>
                      </a:cubicBezTo>
                      <a:cubicBezTo>
                        <a:pt x="338" y="200"/>
                        <a:pt x="339" y="200"/>
                        <a:pt x="339" y="201"/>
                      </a:cubicBezTo>
                      <a:cubicBezTo>
                        <a:pt x="340" y="201"/>
                        <a:pt x="340" y="201"/>
                        <a:pt x="341" y="201"/>
                      </a:cubicBezTo>
                      <a:cubicBezTo>
                        <a:pt x="341" y="201"/>
                        <a:pt x="341" y="201"/>
                        <a:pt x="341" y="201"/>
                      </a:cubicBezTo>
                      <a:cubicBezTo>
                        <a:pt x="342" y="201"/>
                        <a:pt x="341" y="201"/>
                        <a:pt x="341" y="202"/>
                      </a:cubicBezTo>
                      <a:cubicBezTo>
                        <a:pt x="341" y="202"/>
                        <a:pt x="342" y="203"/>
                        <a:pt x="343" y="203"/>
                      </a:cubicBezTo>
                      <a:cubicBezTo>
                        <a:pt x="343" y="203"/>
                        <a:pt x="343" y="204"/>
                        <a:pt x="343" y="203"/>
                      </a:cubicBezTo>
                      <a:cubicBezTo>
                        <a:pt x="344" y="203"/>
                        <a:pt x="344" y="203"/>
                        <a:pt x="344" y="203"/>
                      </a:cubicBezTo>
                      <a:cubicBezTo>
                        <a:pt x="344" y="202"/>
                        <a:pt x="343" y="201"/>
                        <a:pt x="344" y="200"/>
                      </a:cubicBezTo>
                      <a:cubicBezTo>
                        <a:pt x="344" y="201"/>
                        <a:pt x="344" y="201"/>
                        <a:pt x="344" y="202"/>
                      </a:cubicBezTo>
                      <a:cubicBezTo>
                        <a:pt x="344" y="203"/>
                        <a:pt x="344" y="204"/>
                        <a:pt x="345" y="204"/>
                      </a:cubicBezTo>
                      <a:cubicBezTo>
                        <a:pt x="345" y="205"/>
                        <a:pt x="346" y="205"/>
                        <a:pt x="346" y="206"/>
                      </a:cubicBezTo>
                      <a:cubicBezTo>
                        <a:pt x="346" y="206"/>
                        <a:pt x="345" y="207"/>
                        <a:pt x="345" y="207"/>
                      </a:cubicBezTo>
                      <a:cubicBezTo>
                        <a:pt x="345" y="207"/>
                        <a:pt x="345" y="207"/>
                        <a:pt x="345" y="207"/>
                      </a:cubicBezTo>
                      <a:cubicBezTo>
                        <a:pt x="345" y="208"/>
                        <a:pt x="345" y="208"/>
                        <a:pt x="346" y="208"/>
                      </a:cubicBezTo>
                      <a:cubicBezTo>
                        <a:pt x="346" y="208"/>
                        <a:pt x="346" y="208"/>
                        <a:pt x="346" y="208"/>
                      </a:cubicBezTo>
                      <a:cubicBezTo>
                        <a:pt x="347" y="208"/>
                        <a:pt x="347" y="208"/>
                        <a:pt x="347" y="209"/>
                      </a:cubicBezTo>
                      <a:cubicBezTo>
                        <a:pt x="347" y="208"/>
                        <a:pt x="347" y="208"/>
                        <a:pt x="347" y="208"/>
                      </a:cubicBezTo>
                      <a:cubicBezTo>
                        <a:pt x="347" y="208"/>
                        <a:pt x="348" y="208"/>
                        <a:pt x="348" y="208"/>
                      </a:cubicBezTo>
                      <a:cubicBezTo>
                        <a:pt x="348" y="208"/>
                        <a:pt x="348" y="208"/>
                        <a:pt x="348" y="207"/>
                      </a:cubicBezTo>
                      <a:cubicBezTo>
                        <a:pt x="348" y="207"/>
                        <a:pt x="348" y="207"/>
                        <a:pt x="348" y="207"/>
                      </a:cubicBezTo>
                      <a:cubicBezTo>
                        <a:pt x="348" y="208"/>
                        <a:pt x="348" y="208"/>
                        <a:pt x="348" y="208"/>
                      </a:cubicBezTo>
                      <a:cubicBezTo>
                        <a:pt x="348" y="208"/>
                        <a:pt x="349" y="209"/>
                        <a:pt x="349" y="209"/>
                      </a:cubicBezTo>
                      <a:cubicBezTo>
                        <a:pt x="349" y="209"/>
                        <a:pt x="350" y="210"/>
                        <a:pt x="350" y="210"/>
                      </a:cubicBezTo>
                      <a:cubicBezTo>
                        <a:pt x="350" y="210"/>
                        <a:pt x="350" y="211"/>
                        <a:pt x="350" y="211"/>
                      </a:cubicBezTo>
                      <a:cubicBezTo>
                        <a:pt x="351" y="211"/>
                        <a:pt x="351" y="210"/>
                        <a:pt x="351" y="210"/>
                      </a:cubicBezTo>
                      <a:cubicBezTo>
                        <a:pt x="351" y="210"/>
                        <a:pt x="351" y="209"/>
                        <a:pt x="351" y="208"/>
                      </a:cubicBezTo>
                      <a:cubicBezTo>
                        <a:pt x="351" y="208"/>
                        <a:pt x="351" y="207"/>
                        <a:pt x="350" y="207"/>
                      </a:cubicBezTo>
                      <a:cubicBezTo>
                        <a:pt x="350" y="206"/>
                        <a:pt x="350" y="206"/>
                        <a:pt x="350" y="205"/>
                      </a:cubicBezTo>
                      <a:cubicBezTo>
                        <a:pt x="350" y="205"/>
                        <a:pt x="350" y="205"/>
                        <a:pt x="351" y="205"/>
                      </a:cubicBezTo>
                      <a:cubicBezTo>
                        <a:pt x="350" y="204"/>
                        <a:pt x="349" y="203"/>
                        <a:pt x="350" y="202"/>
                      </a:cubicBezTo>
                      <a:cubicBezTo>
                        <a:pt x="350" y="201"/>
                        <a:pt x="350" y="201"/>
                        <a:pt x="349" y="201"/>
                      </a:cubicBezTo>
                      <a:cubicBezTo>
                        <a:pt x="349" y="201"/>
                        <a:pt x="349" y="201"/>
                        <a:pt x="349" y="201"/>
                      </a:cubicBezTo>
                      <a:cubicBezTo>
                        <a:pt x="348" y="201"/>
                        <a:pt x="349" y="200"/>
                        <a:pt x="349" y="200"/>
                      </a:cubicBezTo>
                      <a:cubicBezTo>
                        <a:pt x="349" y="200"/>
                        <a:pt x="349" y="199"/>
                        <a:pt x="349" y="199"/>
                      </a:cubicBezTo>
                      <a:cubicBezTo>
                        <a:pt x="349" y="199"/>
                        <a:pt x="349" y="199"/>
                        <a:pt x="349" y="199"/>
                      </a:cubicBezTo>
                      <a:cubicBezTo>
                        <a:pt x="348" y="199"/>
                        <a:pt x="348" y="199"/>
                        <a:pt x="348" y="199"/>
                      </a:cubicBezTo>
                      <a:cubicBezTo>
                        <a:pt x="348" y="198"/>
                        <a:pt x="348" y="197"/>
                        <a:pt x="347" y="197"/>
                      </a:cubicBezTo>
                      <a:cubicBezTo>
                        <a:pt x="347" y="197"/>
                        <a:pt x="347" y="196"/>
                        <a:pt x="347" y="196"/>
                      </a:cubicBezTo>
                      <a:cubicBezTo>
                        <a:pt x="348" y="197"/>
                        <a:pt x="349" y="198"/>
                        <a:pt x="349" y="198"/>
                      </a:cubicBezTo>
                      <a:cubicBezTo>
                        <a:pt x="349" y="198"/>
                        <a:pt x="349" y="197"/>
                        <a:pt x="348" y="197"/>
                      </a:cubicBezTo>
                      <a:cubicBezTo>
                        <a:pt x="348" y="196"/>
                        <a:pt x="349" y="196"/>
                        <a:pt x="349" y="196"/>
                      </a:cubicBezTo>
                      <a:cubicBezTo>
                        <a:pt x="349" y="196"/>
                        <a:pt x="349" y="196"/>
                        <a:pt x="349" y="197"/>
                      </a:cubicBezTo>
                      <a:cubicBezTo>
                        <a:pt x="349" y="197"/>
                        <a:pt x="349" y="197"/>
                        <a:pt x="350" y="198"/>
                      </a:cubicBezTo>
                      <a:cubicBezTo>
                        <a:pt x="350" y="198"/>
                        <a:pt x="350" y="198"/>
                        <a:pt x="350" y="199"/>
                      </a:cubicBezTo>
                      <a:cubicBezTo>
                        <a:pt x="350" y="199"/>
                        <a:pt x="350" y="199"/>
                        <a:pt x="350" y="199"/>
                      </a:cubicBezTo>
                      <a:cubicBezTo>
                        <a:pt x="350" y="199"/>
                        <a:pt x="350" y="200"/>
                        <a:pt x="350" y="200"/>
                      </a:cubicBezTo>
                      <a:cubicBezTo>
                        <a:pt x="350" y="200"/>
                        <a:pt x="350" y="201"/>
                        <a:pt x="350" y="201"/>
                      </a:cubicBezTo>
                      <a:cubicBezTo>
                        <a:pt x="350" y="201"/>
                        <a:pt x="350" y="201"/>
                        <a:pt x="350" y="201"/>
                      </a:cubicBezTo>
                      <a:cubicBezTo>
                        <a:pt x="350" y="202"/>
                        <a:pt x="350" y="202"/>
                        <a:pt x="350" y="202"/>
                      </a:cubicBezTo>
                      <a:cubicBezTo>
                        <a:pt x="350" y="203"/>
                        <a:pt x="351" y="203"/>
                        <a:pt x="351" y="203"/>
                      </a:cubicBezTo>
                      <a:cubicBezTo>
                        <a:pt x="351" y="203"/>
                        <a:pt x="351" y="203"/>
                        <a:pt x="351" y="203"/>
                      </a:cubicBezTo>
                      <a:cubicBezTo>
                        <a:pt x="351" y="203"/>
                        <a:pt x="351" y="203"/>
                        <a:pt x="351" y="203"/>
                      </a:cubicBezTo>
                      <a:cubicBezTo>
                        <a:pt x="352" y="203"/>
                        <a:pt x="352" y="203"/>
                        <a:pt x="352" y="203"/>
                      </a:cubicBezTo>
                      <a:cubicBezTo>
                        <a:pt x="352" y="203"/>
                        <a:pt x="352" y="204"/>
                        <a:pt x="352" y="205"/>
                      </a:cubicBezTo>
                      <a:cubicBezTo>
                        <a:pt x="352" y="205"/>
                        <a:pt x="352" y="206"/>
                        <a:pt x="353" y="206"/>
                      </a:cubicBezTo>
                      <a:cubicBezTo>
                        <a:pt x="353" y="206"/>
                        <a:pt x="353" y="207"/>
                        <a:pt x="353" y="207"/>
                      </a:cubicBezTo>
                      <a:cubicBezTo>
                        <a:pt x="353" y="208"/>
                        <a:pt x="353" y="208"/>
                        <a:pt x="353" y="208"/>
                      </a:cubicBezTo>
                      <a:cubicBezTo>
                        <a:pt x="353" y="208"/>
                        <a:pt x="354" y="208"/>
                        <a:pt x="354" y="208"/>
                      </a:cubicBezTo>
                      <a:cubicBezTo>
                        <a:pt x="354" y="209"/>
                        <a:pt x="354" y="209"/>
                        <a:pt x="354" y="209"/>
                      </a:cubicBezTo>
                      <a:cubicBezTo>
                        <a:pt x="354" y="209"/>
                        <a:pt x="354" y="209"/>
                        <a:pt x="354" y="209"/>
                      </a:cubicBezTo>
                      <a:cubicBezTo>
                        <a:pt x="354" y="210"/>
                        <a:pt x="354" y="210"/>
                        <a:pt x="354" y="210"/>
                      </a:cubicBezTo>
                      <a:cubicBezTo>
                        <a:pt x="354" y="210"/>
                        <a:pt x="355" y="210"/>
                        <a:pt x="355" y="210"/>
                      </a:cubicBezTo>
                      <a:cubicBezTo>
                        <a:pt x="355" y="210"/>
                        <a:pt x="356" y="210"/>
                        <a:pt x="356" y="210"/>
                      </a:cubicBezTo>
                      <a:cubicBezTo>
                        <a:pt x="356" y="210"/>
                        <a:pt x="356" y="211"/>
                        <a:pt x="356" y="211"/>
                      </a:cubicBezTo>
                      <a:cubicBezTo>
                        <a:pt x="356" y="211"/>
                        <a:pt x="357" y="210"/>
                        <a:pt x="356" y="210"/>
                      </a:cubicBezTo>
                      <a:cubicBezTo>
                        <a:pt x="356" y="210"/>
                        <a:pt x="356" y="210"/>
                        <a:pt x="356" y="210"/>
                      </a:cubicBezTo>
                      <a:cubicBezTo>
                        <a:pt x="356" y="210"/>
                        <a:pt x="356" y="210"/>
                        <a:pt x="356" y="209"/>
                      </a:cubicBezTo>
                      <a:cubicBezTo>
                        <a:pt x="356" y="209"/>
                        <a:pt x="356" y="210"/>
                        <a:pt x="356" y="210"/>
                      </a:cubicBezTo>
                      <a:cubicBezTo>
                        <a:pt x="357" y="210"/>
                        <a:pt x="357" y="210"/>
                        <a:pt x="357" y="211"/>
                      </a:cubicBezTo>
                      <a:cubicBezTo>
                        <a:pt x="357" y="211"/>
                        <a:pt x="357" y="211"/>
                        <a:pt x="357" y="211"/>
                      </a:cubicBezTo>
                      <a:cubicBezTo>
                        <a:pt x="357" y="211"/>
                        <a:pt x="357" y="210"/>
                        <a:pt x="357" y="210"/>
                      </a:cubicBezTo>
                      <a:cubicBezTo>
                        <a:pt x="358" y="210"/>
                        <a:pt x="358" y="210"/>
                        <a:pt x="358" y="209"/>
                      </a:cubicBezTo>
                      <a:cubicBezTo>
                        <a:pt x="358" y="209"/>
                        <a:pt x="358" y="209"/>
                        <a:pt x="358" y="208"/>
                      </a:cubicBezTo>
                      <a:cubicBezTo>
                        <a:pt x="358" y="208"/>
                        <a:pt x="358" y="208"/>
                        <a:pt x="358" y="208"/>
                      </a:cubicBezTo>
                      <a:cubicBezTo>
                        <a:pt x="358" y="208"/>
                        <a:pt x="358" y="208"/>
                        <a:pt x="359" y="207"/>
                      </a:cubicBezTo>
                      <a:cubicBezTo>
                        <a:pt x="359" y="207"/>
                        <a:pt x="359" y="207"/>
                        <a:pt x="359" y="207"/>
                      </a:cubicBezTo>
                      <a:cubicBezTo>
                        <a:pt x="359" y="207"/>
                        <a:pt x="359" y="207"/>
                        <a:pt x="359" y="207"/>
                      </a:cubicBezTo>
                      <a:cubicBezTo>
                        <a:pt x="359" y="208"/>
                        <a:pt x="359" y="208"/>
                        <a:pt x="359" y="208"/>
                      </a:cubicBezTo>
                      <a:cubicBezTo>
                        <a:pt x="358" y="208"/>
                        <a:pt x="358" y="209"/>
                        <a:pt x="358" y="209"/>
                      </a:cubicBezTo>
                      <a:cubicBezTo>
                        <a:pt x="358" y="209"/>
                        <a:pt x="358" y="209"/>
                        <a:pt x="358" y="209"/>
                      </a:cubicBezTo>
                      <a:cubicBezTo>
                        <a:pt x="358" y="210"/>
                        <a:pt x="358" y="210"/>
                        <a:pt x="358" y="210"/>
                      </a:cubicBezTo>
                      <a:cubicBezTo>
                        <a:pt x="358" y="211"/>
                        <a:pt x="358" y="211"/>
                        <a:pt x="358" y="211"/>
                      </a:cubicBezTo>
                      <a:cubicBezTo>
                        <a:pt x="358" y="211"/>
                        <a:pt x="358" y="211"/>
                        <a:pt x="358" y="211"/>
                      </a:cubicBezTo>
                      <a:cubicBezTo>
                        <a:pt x="358" y="211"/>
                        <a:pt x="358" y="211"/>
                        <a:pt x="358" y="211"/>
                      </a:cubicBezTo>
                      <a:cubicBezTo>
                        <a:pt x="358" y="211"/>
                        <a:pt x="358" y="212"/>
                        <a:pt x="358" y="212"/>
                      </a:cubicBezTo>
                      <a:cubicBezTo>
                        <a:pt x="358" y="212"/>
                        <a:pt x="358" y="212"/>
                        <a:pt x="358" y="212"/>
                      </a:cubicBezTo>
                      <a:cubicBezTo>
                        <a:pt x="358" y="213"/>
                        <a:pt x="358" y="213"/>
                        <a:pt x="359" y="213"/>
                      </a:cubicBezTo>
                      <a:cubicBezTo>
                        <a:pt x="359" y="213"/>
                        <a:pt x="359" y="213"/>
                        <a:pt x="359" y="213"/>
                      </a:cubicBezTo>
                      <a:cubicBezTo>
                        <a:pt x="359" y="214"/>
                        <a:pt x="359" y="213"/>
                        <a:pt x="359" y="213"/>
                      </a:cubicBezTo>
                      <a:cubicBezTo>
                        <a:pt x="359" y="213"/>
                        <a:pt x="360" y="213"/>
                        <a:pt x="360" y="213"/>
                      </a:cubicBezTo>
                      <a:cubicBezTo>
                        <a:pt x="360" y="213"/>
                        <a:pt x="360" y="213"/>
                        <a:pt x="360" y="213"/>
                      </a:cubicBezTo>
                      <a:cubicBezTo>
                        <a:pt x="360" y="212"/>
                        <a:pt x="360" y="212"/>
                        <a:pt x="360" y="212"/>
                      </a:cubicBezTo>
                      <a:cubicBezTo>
                        <a:pt x="360" y="212"/>
                        <a:pt x="360" y="212"/>
                        <a:pt x="360" y="212"/>
                      </a:cubicBezTo>
                      <a:cubicBezTo>
                        <a:pt x="360" y="212"/>
                        <a:pt x="360" y="212"/>
                        <a:pt x="360" y="212"/>
                      </a:cubicBezTo>
                      <a:cubicBezTo>
                        <a:pt x="360" y="213"/>
                        <a:pt x="360" y="213"/>
                        <a:pt x="361" y="213"/>
                      </a:cubicBezTo>
                      <a:cubicBezTo>
                        <a:pt x="360" y="213"/>
                        <a:pt x="360" y="214"/>
                        <a:pt x="360" y="214"/>
                      </a:cubicBezTo>
                      <a:cubicBezTo>
                        <a:pt x="360" y="214"/>
                        <a:pt x="360" y="214"/>
                        <a:pt x="360" y="214"/>
                      </a:cubicBezTo>
                      <a:cubicBezTo>
                        <a:pt x="359" y="214"/>
                        <a:pt x="359" y="214"/>
                        <a:pt x="359" y="214"/>
                      </a:cubicBezTo>
                      <a:cubicBezTo>
                        <a:pt x="359" y="215"/>
                        <a:pt x="360" y="215"/>
                        <a:pt x="360" y="215"/>
                      </a:cubicBezTo>
                      <a:cubicBezTo>
                        <a:pt x="360" y="215"/>
                        <a:pt x="360" y="215"/>
                        <a:pt x="360" y="215"/>
                      </a:cubicBezTo>
                      <a:cubicBezTo>
                        <a:pt x="360" y="215"/>
                        <a:pt x="360" y="215"/>
                        <a:pt x="360" y="216"/>
                      </a:cubicBezTo>
                      <a:cubicBezTo>
                        <a:pt x="360" y="216"/>
                        <a:pt x="360" y="216"/>
                        <a:pt x="361" y="216"/>
                      </a:cubicBezTo>
                      <a:cubicBezTo>
                        <a:pt x="361" y="216"/>
                        <a:pt x="361" y="215"/>
                        <a:pt x="361" y="215"/>
                      </a:cubicBezTo>
                      <a:cubicBezTo>
                        <a:pt x="361" y="215"/>
                        <a:pt x="361" y="214"/>
                        <a:pt x="361" y="214"/>
                      </a:cubicBezTo>
                      <a:cubicBezTo>
                        <a:pt x="361" y="214"/>
                        <a:pt x="361" y="214"/>
                        <a:pt x="361" y="214"/>
                      </a:cubicBezTo>
                      <a:cubicBezTo>
                        <a:pt x="361" y="214"/>
                        <a:pt x="361" y="214"/>
                        <a:pt x="361" y="214"/>
                      </a:cubicBezTo>
                      <a:cubicBezTo>
                        <a:pt x="362" y="214"/>
                        <a:pt x="363" y="214"/>
                        <a:pt x="364" y="215"/>
                      </a:cubicBezTo>
                      <a:cubicBezTo>
                        <a:pt x="364" y="215"/>
                        <a:pt x="364" y="215"/>
                        <a:pt x="364" y="215"/>
                      </a:cubicBezTo>
                      <a:cubicBezTo>
                        <a:pt x="364" y="215"/>
                        <a:pt x="364" y="215"/>
                        <a:pt x="364" y="215"/>
                      </a:cubicBezTo>
                      <a:cubicBezTo>
                        <a:pt x="363" y="215"/>
                        <a:pt x="363" y="215"/>
                        <a:pt x="363" y="215"/>
                      </a:cubicBezTo>
                      <a:cubicBezTo>
                        <a:pt x="362" y="214"/>
                        <a:pt x="362" y="214"/>
                        <a:pt x="362" y="214"/>
                      </a:cubicBezTo>
                      <a:cubicBezTo>
                        <a:pt x="361" y="214"/>
                        <a:pt x="361" y="215"/>
                        <a:pt x="361" y="215"/>
                      </a:cubicBezTo>
                      <a:cubicBezTo>
                        <a:pt x="361" y="216"/>
                        <a:pt x="361" y="216"/>
                        <a:pt x="361" y="216"/>
                      </a:cubicBezTo>
                      <a:cubicBezTo>
                        <a:pt x="362" y="217"/>
                        <a:pt x="363" y="217"/>
                        <a:pt x="364" y="218"/>
                      </a:cubicBezTo>
                      <a:cubicBezTo>
                        <a:pt x="364" y="218"/>
                        <a:pt x="364" y="218"/>
                        <a:pt x="364" y="218"/>
                      </a:cubicBezTo>
                      <a:cubicBezTo>
                        <a:pt x="364" y="219"/>
                        <a:pt x="364" y="219"/>
                        <a:pt x="364" y="219"/>
                      </a:cubicBezTo>
                      <a:cubicBezTo>
                        <a:pt x="365" y="219"/>
                        <a:pt x="365" y="219"/>
                        <a:pt x="365" y="219"/>
                      </a:cubicBezTo>
                      <a:cubicBezTo>
                        <a:pt x="365" y="219"/>
                        <a:pt x="365" y="219"/>
                        <a:pt x="365" y="220"/>
                      </a:cubicBezTo>
                      <a:cubicBezTo>
                        <a:pt x="365" y="220"/>
                        <a:pt x="365" y="220"/>
                        <a:pt x="365" y="219"/>
                      </a:cubicBezTo>
                      <a:cubicBezTo>
                        <a:pt x="364" y="219"/>
                        <a:pt x="364" y="219"/>
                        <a:pt x="364" y="219"/>
                      </a:cubicBezTo>
                      <a:cubicBezTo>
                        <a:pt x="364" y="219"/>
                        <a:pt x="364" y="219"/>
                        <a:pt x="364" y="219"/>
                      </a:cubicBezTo>
                      <a:cubicBezTo>
                        <a:pt x="363" y="218"/>
                        <a:pt x="363" y="218"/>
                        <a:pt x="362" y="217"/>
                      </a:cubicBezTo>
                      <a:cubicBezTo>
                        <a:pt x="362" y="217"/>
                        <a:pt x="362" y="217"/>
                        <a:pt x="361" y="217"/>
                      </a:cubicBezTo>
                      <a:cubicBezTo>
                        <a:pt x="361" y="217"/>
                        <a:pt x="361" y="217"/>
                        <a:pt x="361" y="217"/>
                      </a:cubicBezTo>
                      <a:cubicBezTo>
                        <a:pt x="361" y="217"/>
                        <a:pt x="361" y="217"/>
                        <a:pt x="361" y="217"/>
                      </a:cubicBezTo>
                      <a:cubicBezTo>
                        <a:pt x="361" y="217"/>
                        <a:pt x="361" y="217"/>
                        <a:pt x="361" y="218"/>
                      </a:cubicBezTo>
                      <a:cubicBezTo>
                        <a:pt x="361" y="218"/>
                        <a:pt x="361" y="218"/>
                        <a:pt x="361" y="218"/>
                      </a:cubicBezTo>
                      <a:cubicBezTo>
                        <a:pt x="361" y="218"/>
                        <a:pt x="361" y="218"/>
                        <a:pt x="361" y="218"/>
                      </a:cubicBezTo>
                      <a:cubicBezTo>
                        <a:pt x="361" y="218"/>
                        <a:pt x="361" y="218"/>
                        <a:pt x="361" y="219"/>
                      </a:cubicBezTo>
                      <a:cubicBezTo>
                        <a:pt x="361" y="219"/>
                        <a:pt x="361" y="219"/>
                        <a:pt x="361" y="219"/>
                      </a:cubicBezTo>
                      <a:cubicBezTo>
                        <a:pt x="362" y="219"/>
                        <a:pt x="361" y="219"/>
                        <a:pt x="361" y="219"/>
                      </a:cubicBezTo>
                      <a:cubicBezTo>
                        <a:pt x="361" y="219"/>
                        <a:pt x="361" y="219"/>
                        <a:pt x="361" y="220"/>
                      </a:cubicBezTo>
                      <a:cubicBezTo>
                        <a:pt x="361" y="220"/>
                        <a:pt x="361" y="220"/>
                        <a:pt x="361" y="220"/>
                      </a:cubicBezTo>
                      <a:cubicBezTo>
                        <a:pt x="361" y="220"/>
                        <a:pt x="362" y="220"/>
                        <a:pt x="362" y="220"/>
                      </a:cubicBezTo>
                      <a:cubicBezTo>
                        <a:pt x="362" y="220"/>
                        <a:pt x="362" y="220"/>
                        <a:pt x="363" y="220"/>
                      </a:cubicBezTo>
                      <a:cubicBezTo>
                        <a:pt x="362" y="221"/>
                        <a:pt x="362" y="221"/>
                        <a:pt x="362" y="221"/>
                      </a:cubicBezTo>
                      <a:cubicBezTo>
                        <a:pt x="362" y="221"/>
                        <a:pt x="362" y="221"/>
                        <a:pt x="362" y="221"/>
                      </a:cubicBezTo>
                      <a:cubicBezTo>
                        <a:pt x="363" y="222"/>
                        <a:pt x="363" y="222"/>
                        <a:pt x="363" y="222"/>
                      </a:cubicBezTo>
                      <a:cubicBezTo>
                        <a:pt x="364" y="222"/>
                        <a:pt x="364" y="222"/>
                        <a:pt x="364" y="222"/>
                      </a:cubicBezTo>
                      <a:cubicBezTo>
                        <a:pt x="364" y="222"/>
                        <a:pt x="364" y="222"/>
                        <a:pt x="364" y="222"/>
                      </a:cubicBezTo>
                      <a:cubicBezTo>
                        <a:pt x="364" y="222"/>
                        <a:pt x="364" y="222"/>
                        <a:pt x="364" y="222"/>
                      </a:cubicBezTo>
                      <a:cubicBezTo>
                        <a:pt x="364" y="222"/>
                        <a:pt x="363" y="222"/>
                        <a:pt x="363" y="222"/>
                      </a:cubicBezTo>
                      <a:cubicBezTo>
                        <a:pt x="363" y="222"/>
                        <a:pt x="362" y="222"/>
                        <a:pt x="362" y="222"/>
                      </a:cubicBezTo>
                      <a:cubicBezTo>
                        <a:pt x="362" y="222"/>
                        <a:pt x="362" y="222"/>
                        <a:pt x="362" y="222"/>
                      </a:cubicBezTo>
                      <a:cubicBezTo>
                        <a:pt x="362" y="222"/>
                        <a:pt x="362" y="222"/>
                        <a:pt x="362" y="223"/>
                      </a:cubicBezTo>
                      <a:cubicBezTo>
                        <a:pt x="362" y="223"/>
                        <a:pt x="361" y="223"/>
                        <a:pt x="361" y="223"/>
                      </a:cubicBezTo>
                      <a:cubicBezTo>
                        <a:pt x="361" y="223"/>
                        <a:pt x="361" y="223"/>
                        <a:pt x="361" y="223"/>
                      </a:cubicBezTo>
                      <a:cubicBezTo>
                        <a:pt x="361" y="223"/>
                        <a:pt x="361" y="223"/>
                        <a:pt x="361" y="223"/>
                      </a:cubicBezTo>
                      <a:cubicBezTo>
                        <a:pt x="362" y="224"/>
                        <a:pt x="362" y="224"/>
                        <a:pt x="363" y="224"/>
                      </a:cubicBezTo>
                      <a:cubicBezTo>
                        <a:pt x="363" y="224"/>
                        <a:pt x="363" y="224"/>
                        <a:pt x="363" y="224"/>
                      </a:cubicBezTo>
                      <a:cubicBezTo>
                        <a:pt x="363" y="224"/>
                        <a:pt x="363" y="224"/>
                        <a:pt x="363" y="224"/>
                      </a:cubicBezTo>
                      <a:cubicBezTo>
                        <a:pt x="363" y="224"/>
                        <a:pt x="364" y="224"/>
                        <a:pt x="364" y="224"/>
                      </a:cubicBezTo>
                      <a:cubicBezTo>
                        <a:pt x="364" y="224"/>
                        <a:pt x="364" y="224"/>
                        <a:pt x="364" y="224"/>
                      </a:cubicBezTo>
                      <a:cubicBezTo>
                        <a:pt x="364" y="224"/>
                        <a:pt x="364" y="224"/>
                        <a:pt x="364" y="224"/>
                      </a:cubicBezTo>
                      <a:cubicBezTo>
                        <a:pt x="364" y="224"/>
                        <a:pt x="364" y="224"/>
                        <a:pt x="364" y="224"/>
                      </a:cubicBezTo>
                      <a:cubicBezTo>
                        <a:pt x="364" y="224"/>
                        <a:pt x="364" y="224"/>
                        <a:pt x="364" y="225"/>
                      </a:cubicBezTo>
                      <a:cubicBezTo>
                        <a:pt x="364" y="225"/>
                        <a:pt x="364" y="225"/>
                        <a:pt x="365" y="225"/>
                      </a:cubicBezTo>
                      <a:cubicBezTo>
                        <a:pt x="365" y="225"/>
                        <a:pt x="365" y="225"/>
                        <a:pt x="365" y="225"/>
                      </a:cubicBezTo>
                      <a:cubicBezTo>
                        <a:pt x="365" y="225"/>
                        <a:pt x="366" y="225"/>
                        <a:pt x="366" y="225"/>
                      </a:cubicBezTo>
                      <a:cubicBezTo>
                        <a:pt x="366" y="225"/>
                        <a:pt x="366" y="225"/>
                        <a:pt x="366" y="225"/>
                      </a:cubicBezTo>
                      <a:cubicBezTo>
                        <a:pt x="366" y="224"/>
                        <a:pt x="366" y="224"/>
                        <a:pt x="366" y="224"/>
                      </a:cubicBezTo>
                      <a:cubicBezTo>
                        <a:pt x="366" y="224"/>
                        <a:pt x="366" y="224"/>
                        <a:pt x="366" y="224"/>
                      </a:cubicBezTo>
                      <a:cubicBezTo>
                        <a:pt x="366" y="224"/>
                        <a:pt x="366" y="224"/>
                        <a:pt x="366" y="225"/>
                      </a:cubicBezTo>
                      <a:cubicBezTo>
                        <a:pt x="366" y="225"/>
                        <a:pt x="366" y="225"/>
                        <a:pt x="366" y="225"/>
                      </a:cubicBezTo>
                      <a:cubicBezTo>
                        <a:pt x="366" y="225"/>
                        <a:pt x="366" y="226"/>
                        <a:pt x="366" y="226"/>
                      </a:cubicBezTo>
                      <a:cubicBezTo>
                        <a:pt x="366" y="226"/>
                        <a:pt x="366" y="226"/>
                        <a:pt x="365" y="226"/>
                      </a:cubicBezTo>
                      <a:cubicBezTo>
                        <a:pt x="365" y="226"/>
                        <a:pt x="365" y="226"/>
                        <a:pt x="365" y="226"/>
                      </a:cubicBezTo>
                      <a:cubicBezTo>
                        <a:pt x="366" y="227"/>
                        <a:pt x="366" y="227"/>
                        <a:pt x="366" y="227"/>
                      </a:cubicBezTo>
                      <a:cubicBezTo>
                        <a:pt x="366" y="227"/>
                        <a:pt x="366" y="227"/>
                        <a:pt x="366" y="228"/>
                      </a:cubicBezTo>
                      <a:cubicBezTo>
                        <a:pt x="367" y="228"/>
                        <a:pt x="367" y="228"/>
                        <a:pt x="367" y="228"/>
                      </a:cubicBezTo>
                      <a:cubicBezTo>
                        <a:pt x="367" y="228"/>
                        <a:pt x="367" y="229"/>
                        <a:pt x="367" y="229"/>
                      </a:cubicBezTo>
                      <a:cubicBezTo>
                        <a:pt x="368" y="229"/>
                        <a:pt x="368" y="229"/>
                        <a:pt x="368" y="229"/>
                      </a:cubicBezTo>
                      <a:cubicBezTo>
                        <a:pt x="368" y="229"/>
                        <a:pt x="368" y="229"/>
                        <a:pt x="368" y="229"/>
                      </a:cubicBezTo>
                      <a:cubicBezTo>
                        <a:pt x="368" y="229"/>
                        <a:pt x="368" y="229"/>
                        <a:pt x="368" y="229"/>
                      </a:cubicBezTo>
                      <a:cubicBezTo>
                        <a:pt x="368" y="229"/>
                        <a:pt x="368" y="229"/>
                        <a:pt x="368" y="229"/>
                      </a:cubicBezTo>
                      <a:cubicBezTo>
                        <a:pt x="368" y="229"/>
                        <a:pt x="368" y="229"/>
                        <a:pt x="368" y="230"/>
                      </a:cubicBezTo>
                      <a:cubicBezTo>
                        <a:pt x="368" y="230"/>
                        <a:pt x="368" y="230"/>
                        <a:pt x="368" y="230"/>
                      </a:cubicBezTo>
                      <a:cubicBezTo>
                        <a:pt x="368" y="230"/>
                        <a:pt x="368" y="230"/>
                        <a:pt x="368" y="230"/>
                      </a:cubicBezTo>
                      <a:cubicBezTo>
                        <a:pt x="368" y="230"/>
                        <a:pt x="369" y="230"/>
                        <a:pt x="369" y="230"/>
                      </a:cubicBezTo>
                      <a:cubicBezTo>
                        <a:pt x="369" y="230"/>
                        <a:pt x="369" y="230"/>
                        <a:pt x="369" y="230"/>
                      </a:cubicBezTo>
                      <a:cubicBezTo>
                        <a:pt x="369" y="230"/>
                        <a:pt x="369" y="230"/>
                        <a:pt x="369" y="230"/>
                      </a:cubicBezTo>
                      <a:cubicBezTo>
                        <a:pt x="369" y="231"/>
                        <a:pt x="369" y="231"/>
                        <a:pt x="369" y="231"/>
                      </a:cubicBezTo>
                      <a:cubicBezTo>
                        <a:pt x="369" y="232"/>
                        <a:pt x="369" y="232"/>
                        <a:pt x="370" y="232"/>
                      </a:cubicBezTo>
                      <a:cubicBezTo>
                        <a:pt x="370" y="232"/>
                        <a:pt x="370" y="232"/>
                        <a:pt x="370" y="232"/>
                      </a:cubicBezTo>
                      <a:cubicBezTo>
                        <a:pt x="370" y="232"/>
                        <a:pt x="370" y="233"/>
                        <a:pt x="370" y="233"/>
                      </a:cubicBezTo>
                      <a:cubicBezTo>
                        <a:pt x="370" y="233"/>
                        <a:pt x="371" y="233"/>
                        <a:pt x="371" y="234"/>
                      </a:cubicBezTo>
                      <a:cubicBezTo>
                        <a:pt x="371" y="234"/>
                        <a:pt x="371" y="234"/>
                        <a:pt x="371" y="234"/>
                      </a:cubicBezTo>
                      <a:cubicBezTo>
                        <a:pt x="371" y="234"/>
                        <a:pt x="371" y="234"/>
                        <a:pt x="371" y="234"/>
                      </a:cubicBezTo>
                      <a:cubicBezTo>
                        <a:pt x="371" y="234"/>
                        <a:pt x="371" y="234"/>
                        <a:pt x="370" y="234"/>
                      </a:cubicBezTo>
                      <a:cubicBezTo>
                        <a:pt x="370" y="233"/>
                        <a:pt x="370" y="233"/>
                        <a:pt x="370" y="233"/>
                      </a:cubicBezTo>
                      <a:cubicBezTo>
                        <a:pt x="369" y="232"/>
                        <a:pt x="369" y="232"/>
                        <a:pt x="369" y="232"/>
                      </a:cubicBezTo>
                      <a:cubicBezTo>
                        <a:pt x="369" y="232"/>
                        <a:pt x="369" y="232"/>
                        <a:pt x="369" y="232"/>
                      </a:cubicBezTo>
                      <a:cubicBezTo>
                        <a:pt x="369" y="233"/>
                        <a:pt x="369" y="233"/>
                        <a:pt x="369" y="233"/>
                      </a:cubicBezTo>
                      <a:cubicBezTo>
                        <a:pt x="369" y="233"/>
                        <a:pt x="369" y="233"/>
                        <a:pt x="369" y="234"/>
                      </a:cubicBezTo>
                      <a:cubicBezTo>
                        <a:pt x="369" y="234"/>
                        <a:pt x="370" y="234"/>
                        <a:pt x="369" y="234"/>
                      </a:cubicBezTo>
                      <a:cubicBezTo>
                        <a:pt x="369" y="234"/>
                        <a:pt x="369" y="234"/>
                        <a:pt x="369" y="234"/>
                      </a:cubicBezTo>
                      <a:cubicBezTo>
                        <a:pt x="369" y="235"/>
                        <a:pt x="369" y="235"/>
                        <a:pt x="369" y="235"/>
                      </a:cubicBezTo>
                      <a:cubicBezTo>
                        <a:pt x="370" y="235"/>
                        <a:pt x="370" y="235"/>
                        <a:pt x="370" y="235"/>
                      </a:cubicBezTo>
                      <a:cubicBezTo>
                        <a:pt x="370" y="235"/>
                        <a:pt x="369" y="235"/>
                        <a:pt x="369" y="235"/>
                      </a:cubicBezTo>
                      <a:cubicBezTo>
                        <a:pt x="369" y="235"/>
                        <a:pt x="369" y="235"/>
                        <a:pt x="369" y="236"/>
                      </a:cubicBezTo>
                      <a:cubicBezTo>
                        <a:pt x="369" y="236"/>
                        <a:pt x="368" y="236"/>
                        <a:pt x="368" y="236"/>
                      </a:cubicBezTo>
                      <a:cubicBezTo>
                        <a:pt x="368" y="235"/>
                        <a:pt x="368" y="235"/>
                        <a:pt x="368" y="235"/>
                      </a:cubicBezTo>
                      <a:cubicBezTo>
                        <a:pt x="368" y="235"/>
                        <a:pt x="369" y="235"/>
                        <a:pt x="369" y="235"/>
                      </a:cubicBezTo>
                      <a:cubicBezTo>
                        <a:pt x="369" y="235"/>
                        <a:pt x="369" y="235"/>
                        <a:pt x="369" y="234"/>
                      </a:cubicBezTo>
                      <a:cubicBezTo>
                        <a:pt x="369" y="234"/>
                        <a:pt x="369" y="234"/>
                        <a:pt x="369" y="234"/>
                      </a:cubicBezTo>
                      <a:cubicBezTo>
                        <a:pt x="369" y="234"/>
                        <a:pt x="369" y="234"/>
                        <a:pt x="369" y="234"/>
                      </a:cubicBezTo>
                      <a:cubicBezTo>
                        <a:pt x="369" y="234"/>
                        <a:pt x="369" y="234"/>
                        <a:pt x="369" y="234"/>
                      </a:cubicBezTo>
                      <a:cubicBezTo>
                        <a:pt x="369" y="234"/>
                        <a:pt x="368" y="234"/>
                        <a:pt x="368" y="233"/>
                      </a:cubicBezTo>
                      <a:cubicBezTo>
                        <a:pt x="368" y="233"/>
                        <a:pt x="369" y="233"/>
                        <a:pt x="369" y="233"/>
                      </a:cubicBezTo>
                      <a:cubicBezTo>
                        <a:pt x="369" y="233"/>
                        <a:pt x="369" y="233"/>
                        <a:pt x="368" y="233"/>
                      </a:cubicBezTo>
                      <a:cubicBezTo>
                        <a:pt x="368" y="232"/>
                        <a:pt x="368" y="233"/>
                        <a:pt x="368" y="233"/>
                      </a:cubicBezTo>
                      <a:cubicBezTo>
                        <a:pt x="368" y="233"/>
                        <a:pt x="368" y="234"/>
                        <a:pt x="368" y="234"/>
                      </a:cubicBezTo>
                      <a:cubicBezTo>
                        <a:pt x="368" y="234"/>
                        <a:pt x="368" y="234"/>
                        <a:pt x="368" y="234"/>
                      </a:cubicBezTo>
                      <a:cubicBezTo>
                        <a:pt x="367" y="235"/>
                        <a:pt x="368" y="235"/>
                        <a:pt x="367" y="235"/>
                      </a:cubicBezTo>
                      <a:cubicBezTo>
                        <a:pt x="367" y="235"/>
                        <a:pt x="367" y="235"/>
                        <a:pt x="367" y="235"/>
                      </a:cubicBezTo>
                      <a:cubicBezTo>
                        <a:pt x="367" y="235"/>
                        <a:pt x="367" y="236"/>
                        <a:pt x="367" y="236"/>
                      </a:cubicBezTo>
                      <a:cubicBezTo>
                        <a:pt x="367" y="236"/>
                        <a:pt x="367" y="237"/>
                        <a:pt x="367" y="237"/>
                      </a:cubicBezTo>
                      <a:cubicBezTo>
                        <a:pt x="367" y="237"/>
                        <a:pt x="367" y="237"/>
                        <a:pt x="367" y="237"/>
                      </a:cubicBezTo>
                      <a:cubicBezTo>
                        <a:pt x="367" y="237"/>
                        <a:pt x="367" y="237"/>
                        <a:pt x="367" y="237"/>
                      </a:cubicBezTo>
                      <a:cubicBezTo>
                        <a:pt x="368" y="237"/>
                        <a:pt x="368" y="237"/>
                        <a:pt x="368" y="237"/>
                      </a:cubicBezTo>
                      <a:cubicBezTo>
                        <a:pt x="368" y="237"/>
                        <a:pt x="368" y="237"/>
                        <a:pt x="368" y="237"/>
                      </a:cubicBezTo>
                      <a:cubicBezTo>
                        <a:pt x="368" y="237"/>
                        <a:pt x="368" y="238"/>
                        <a:pt x="369" y="238"/>
                      </a:cubicBezTo>
                      <a:cubicBezTo>
                        <a:pt x="369" y="238"/>
                        <a:pt x="369" y="238"/>
                        <a:pt x="369" y="238"/>
                      </a:cubicBezTo>
                      <a:cubicBezTo>
                        <a:pt x="369" y="239"/>
                        <a:pt x="369" y="239"/>
                        <a:pt x="369" y="239"/>
                      </a:cubicBezTo>
                      <a:cubicBezTo>
                        <a:pt x="369" y="239"/>
                        <a:pt x="369" y="239"/>
                        <a:pt x="369" y="239"/>
                      </a:cubicBezTo>
                      <a:cubicBezTo>
                        <a:pt x="369" y="239"/>
                        <a:pt x="369" y="239"/>
                        <a:pt x="369" y="239"/>
                      </a:cubicBezTo>
                      <a:cubicBezTo>
                        <a:pt x="369" y="239"/>
                        <a:pt x="370" y="239"/>
                        <a:pt x="370" y="238"/>
                      </a:cubicBezTo>
                      <a:cubicBezTo>
                        <a:pt x="370" y="238"/>
                        <a:pt x="370" y="238"/>
                        <a:pt x="370" y="238"/>
                      </a:cubicBezTo>
                      <a:cubicBezTo>
                        <a:pt x="370" y="238"/>
                        <a:pt x="370" y="238"/>
                        <a:pt x="370" y="238"/>
                      </a:cubicBezTo>
                      <a:cubicBezTo>
                        <a:pt x="371" y="238"/>
                        <a:pt x="371" y="237"/>
                        <a:pt x="370" y="237"/>
                      </a:cubicBezTo>
                      <a:cubicBezTo>
                        <a:pt x="370" y="237"/>
                        <a:pt x="370" y="237"/>
                        <a:pt x="370" y="237"/>
                      </a:cubicBezTo>
                      <a:cubicBezTo>
                        <a:pt x="370" y="237"/>
                        <a:pt x="370" y="237"/>
                        <a:pt x="370" y="237"/>
                      </a:cubicBezTo>
                      <a:cubicBezTo>
                        <a:pt x="371" y="237"/>
                        <a:pt x="371" y="236"/>
                        <a:pt x="371" y="236"/>
                      </a:cubicBezTo>
                      <a:cubicBezTo>
                        <a:pt x="370" y="236"/>
                        <a:pt x="370" y="236"/>
                        <a:pt x="370" y="236"/>
                      </a:cubicBezTo>
                      <a:cubicBezTo>
                        <a:pt x="370" y="236"/>
                        <a:pt x="370" y="236"/>
                        <a:pt x="370" y="236"/>
                      </a:cubicBezTo>
                      <a:cubicBezTo>
                        <a:pt x="370" y="236"/>
                        <a:pt x="370" y="236"/>
                        <a:pt x="371" y="236"/>
                      </a:cubicBezTo>
                      <a:cubicBezTo>
                        <a:pt x="371" y="236"/>
                        <a:pt x="371" y="236"/>
                        <a:pt x="371" y="236"/>
                      </a:cubicBezTo>
                      <a:cubicBezTo>
                        <a:pt x="371" y="236"/>
                        <a:pt x="371" y="235"/>
                        <a:pt x="372" y="235"/>
                      </a:cubicBezTo>
                      <a:cubicBezTo>
                        <a:pt x="372" y="235"/>
                        <a:pt x="373" y="235"/>
                        <a:pt x="373" y="235"/>
                      </a:cubicBezTo>
                      <a:cubicBezTo>
                        <a:pt x="373" y="235"/>
                        <a:pt x="374" y="235"/>
                        <a:pt x="374" y="235"/>
                      </a:cubicBezTo>
                      <a:cubicBezTo>
                        <a:pt x="374" y="235"/>
                        <a:pt x="374" y="235"/>
                        <a:pt x="374" y="235"/>
                      </a:cubicBezTo>
                      <a:cubicBezTo>
                        <a:pt x="374" y="235"/>
                        <a:pt x="375" y="235"/>
                        <a:pt x="375" y="235"/>
                      </a:cubicBezTo>
                      <a:cubicBezTo>
                        <a:pt x="375" y="236"/>
                        <a:pt x="375" y="236"/>
                        <a:pt x="374" y="236"/>
                      </a:cubicBezTo>
                      <a:cubicBezTo>
                        <a:pt x="374" y="236"/>
                        <a:pt x="374" y="236"/>
                        <a:pt x="374" y="236"/>
                      </a:cubicBezTo>
                      <a:cubicBezTo>
                        <a:pt x="374" y="236"/>
                        <a:pt x="373" y="236"/>
                        <a:pt x="372" y="236"/>
                      </a:cubicBezTo>
                      <a:cubicBezTo>
                        <a:pt x="372" y="236"/>
                        <a:pt x="372" y="236"/>
                        <a:pt x="372" y="236"/>
                      </a:cubicBezTo>
                      <a:cubicBezTo>
                        <a:pt x="372" y="236"/>
                        <a:pt x="372" y="236"/>
                        <a:pt x="372" y="236"/>
                      </a:cubicBezTo>
                      <a:cubicBezTo>
                        <a:pt x="372" y="236"/>
                        <a:pt x="372" y="236"/>
                        <a:pt x="372" y="236"/>
                      </a:cubicBezTo>
                      <a:cubicBezTo>
                        <a:pt x="372" y="237"/>
                        <a:pt x="371" y="237"/>
                        <a:pt x="371" y="237"/>
                      </a:cubicBezTo>
                      <a:cubicBezTo>
                        <a:pt x="371" y="237"/>
                        <a:pt x="371" y="237"/>
                        <a:pt x="371" y="237"/>
                      </a:cubicBezTo>
                      <a:cubicBezTo>
                        <a:pt x="371" y="238"/>
                        <a:pt x="372" y="238"/>
                        <a:pt x="372" y="238"/>
                      </a:cubicBezTo>
                      <a:cubicBezTo>
                        <a:pt x="372" y="238"/>
                        <a:pt x="372" y="238"/>
                        <a:pt x="372" y="238"/>
                      </a:cubicBezTo>
                      <a:cubicBezTo>
                        <a:pt x="372" y="238"/>
                        <a:pt x="372" y="238"/>
                        <a:pt x="372" y="238"/>
                      </a:cubicBezTo>
                      <a:cubicBezTo>
                        <a:pt x="371" y="238"/>
                        <a:pt x="371" y="239"/>
                        <a:pt x="371" y="239"/>
                      </a:cubicBezTo>
                      <a:cubicBezTo>
                        <a:pt x="371" y="240"/>
                        <a:pt x="371" y="240"/>
                        <a:pt x="370" y="241"/>
                      </a:cubicBezTo>
                      <a:cubicBezTo>
                        <a:pt x="370" y="241"/>
                        <a:pt x="370" y="241"/>
                        <a:pt x="370" y="241"/>
                      </a:cubicBezTo>
                      <a:cubicBezTo>
                        <a:pt x="370" y="241"/>
                        <a:pt x="370" y="241"/>
                        <a:pt x="370" y="242"/>
                      </a:cubicBezTo>
                      <a:cubicBezTo>
                        <a:pt x="370" y="242"/>
                        <a:pt x="370" y="242"/>
                        <a:pt x="370" y="242"/>
                      </a:cubicBezTo>
                      <a:cubicBezTo>
                        <a:pt x="370" y="243"/>
                        <a:pt x="371" y="243"/>
                        <a:pt x="371" y="243"/>
                      </a:cubicBezTo>
                      <a:cubicBezTo>
                        <a:pt x="371" y="244"/>
                        <a:pt x="372" y="244"/>
                        <a:pt x="372" y="244"/>
                      </a:cubicBezTo>
                      <a:cubicBezTo>
                        <a:pt x="372" y="243"/>
                        <a:pt x="372" y="243"/>
                        <a:pt x="372" y="243"/>
                      </a:cubicBezTo>
                      <a:cubicBezTo>
                        <a:pt x="372" y="242"/>
                        <a:pt x="372" y="242"/>
                        <a:pt x="373" y="241"/>
                      </a:cubicBezTo>
                      <a:cubicBezTo>
                        <a:pt x="373" y="241"/>
                        <a:pt x="373" y="240"/>
                        <a:pt x="373" y="240"/>
                      </a:cubicBezTo>
                      <a:cubicBezTo>
                        <a:pt x="373" y="240"/>
                        <a:pt x="372" y="240"/>
                        <a:pt x="372" y="240"/>
                      </a:cubicBezTo>
                      <a:cubicBezTo>
                        <a:pt x="372" y="240"/>
                        <a:pt x="373" y="240"/>
                        <a:pt x="373" y="240"/>
                      </a:cubicBezTo>
                      <a:cubicBezTo>
                        <a:pt x="373" y="239"/>
                        <a:pt x="374" y="239"/>
                        <a:pt x="374" y="238"/>
                      </a:cubicBezTo>
                      <a:cubicBezTo>
                        <a:pt x="374" y="238"/>
                        <a:pt x="374" y="238"/>
                        <a:pt x="374" y="238"/>
                      </a:cubicBezTo>
                      <a:cubicBezTo>
                        <a:pt x="374" y="239"/>
                        <a:pt x="374" y="239"/>
                        <a:pt x="374" y="239"/>
                      </a:cubicBezTo>
                      <a:cubicBezTo>
                        <a:pt x="374" y="239"/>
                        <a:pt x="374" y="239"/>
                        <a:pt x="374" y="239"/>
                      </a:cubicBezTo>
                      <a:cubicBezTo>
                        <a:pt x="374" y="239"/>
                        <a:pt x="374" y="239"/>
                        <a:pt x="374" y="240"/>
                      </a:cubicBezTo>
                      <a:cubicBezTo>
                        <a:pt x="374" y="240"/>
                        <a:pt x="374" y="240"/>
                        <a:pt x="373" y="240"/>
                      </a:cubicBezTo>
                      <a:cubicBezTo>
                        <a:pt x="374" y="240"/>
                        <a:pt x="374" y="240"/>
                        <a:pt x="374" y="240"/>
                      </a:cubicBezTo>
                      <a:cubicBezTo>
                        <a:pt x="374" y="240"/>
                        <a:pt x="374" y="241"/>
                        <a:pt x="374" y="241"/>
                      </a:cubicBezTo>
                      <a:cubicBezTo>
                        <a:pt x="374" y="241"/>
                        <a:pt x="373" y="241"/>
                        <a:pt x="373" y="241"/>
                      </a:cubicBezTo>
                      <a:cubicBezTo>
                        <a:pt x="373" y="241"/>
                        <a:pt x="374" y="241"/>
                        <a:pt x="373" y="241"/>
                      </a:cubicBezTo>
                      <a:cubicBezTo>
                        <a:pt x="373" y="242"/>
                        <a:pt x="373" y="242"/>
                        <a:pt x="373" y="242"/>
                      </a:cubicBezTo>
                      <a:cubicBezTo>
                        <a:pt x="373" y="242"/>
                        <a:pt x="373" y="242"/>
                        <a:pt x="373" y="242"/>
                      </a:cubicBezTo>
                      <a:cubicBezTo>
                        <a:pt x="374" y="242"/>
                        <a:pt x="374" y="243"/>
                        <a:pt x="374" y="243"/>
                      </a:cubicBezTo>
                      <a:cubicBezTo>
                        <a:pt x="374" y="243"/>
                        <a:pt x="374" y="243"/>
                        <a:pt x="374" y="243"/>
                      </a:cubicBezTo>
                      <a:cubicBezTo>
                        <a:pt x="374" y="243"/>
                        <a:pt x="374" y="243"/>
                        <a:pt x="373" y="244"/>
                      </a:cubicBezTo>
                      <a:cubicBezTo>
                        <a:pt x="373" y="244"/>
                        <a:pt x="373" y="244"/>
                        <a:pt x="373" y="244"/>
                      </a:cubicBezTo>
                      <a:cubicBezTo>
                        <a:pt x="373" y="244"/>
                        <a:pt x="373" y="244"/>
                        <a:pt x="373" y="244"/>
                      </a:cubicBezTo>
                      <a:cubicBezTo>
                        <a:pt x="373" y="245"/>
                        <a:pt x="373" y="245"/>
                        <a:pt x="373" y="245"/>
                      </a:cubicBezTo>
                      <a:cubicBezTo>
                        <a:pt x="373" y="245"/>
                        <a:pt x="373" y="245"/>
                        <a:pt x="372" y="245"/>
                      </a:cubicBezTo>
                      <a:cubicBezTo>
                        <a:pt x="372" y="246"/>
                        <a:pt x="372" y="246"/>
                        <a:pt x="373" y="247"/>
                      </a:cubicBezTo>
                      <a:cubicBezTo>
                        <a:pt x="373" y="247"/>
                        <a:pt x="373" y="247"/>
                        <a:pt x="373" y="247"/>
                      </a:cubicBezTo>
                      <a:cubicBezTo>
                        <a:pt x="373" y="247"/>
                        <a:pt x="373" y="247"/>
                        <a:pt x="373" y="248"/>
                      </a:cubicBezTo>
                      <a:cubicBezTo>
                        <a:pt x="373" y="248"/>
                        <a:pt x="373" y="248"/>
                        <a:pt x="373" y="247"/>
                      </a:cubicBezTo>
                      <a:cubicBezTo>
                        <a:pt x="373" y="247"/>
                        <a:pt x="373" y="247"/>
                        <a:pt x="373" y="247"/>
                      </a:cubicBezTo>
                      <a:cubicBezTo>
                        <a:pt x="373" y="247"/>
                        <a:pt x="373" y="247"/>
                        <a:pt x="374" y="247"/>
                      </a:cubicBezTo>
                      <a:cubicBezTo>
                        <a:pt x="374" y="246"/>
                        <a:pt x="374" y="246"/>
                        <a:pt x="374" y="246"/>
                      </a:cubicBezTo>
                      <a:cubicBezTo>
                        <a:pt x="374" y="246"/>
                        <a:pt x="374" y="246"/>
                        <a:pt x="374" y="246"/>
                      </a:cubicBezTo>
                      <a:cubicBezTo>
                        <a:pt x="374" y="246"/>
                        <a:pt x="374" y="245"/>
                        <a:pt x="374" y="245"/>
                      </a:cubicBezTo>
                      <a:cubicBezTo>
                        <a:pt x="374" y="245"/>
                        <a:pt x="374" y="245"/>
                        <a:pt x="375" y="244"/>
                      </a:cubicBezTo>
                      <a:cubicBezTo>
                        <a:pt x="375" y="244"/>
                        <a:pt x="375" y="244"/>
                        <a:pt x="375" y="244"/>
                      </a:cubicBezTo>
                      <a:cubicBezTo>
                        <a:pt x="375" y="244"/>
                        <a:pt x="375" y="244"/>
                        <a:pt x="375" y="245"/>
                      </a:cubicBezTo>
                      <a:cubicBezTo>
                        <a:pt x="375" y="245"/>
                        <a:pt x="375" y="245"/>
                        <a:pt x="375" y="245"/>
                      </a:cubicBezTo>
                      <a:cubicBezTo>
                        <a:pt x="375" y="246"/>
                        <a:pt x="376" y="246"/>
                        <a:pt x="376" y="246"/>
                      </a:cubicBezTo>
                      <a:cubicBezTo>
                        <a:pt x="376" y="246"/>
                        <a:pt x="376" y="246"/>
                        <a:pt x="376" y="246"/>
                      </a:cubicBezTo>
                      <a:cubicBezTo>
                        <a:pt x="376" y="246"/>
                        <a:pt x="376" y="246"/>
                        <a:pt x="376" y="246"/>
                      </a:cubicBezTo>
                      <a:cubicBezTo>
                        <a:pt x="376" y="246"/>
                        <a:pt x="376" y="246"/>
                        <a:pt x="376" y="246"/>
                      </a:cubicBezTo>
                      <a:cubicBezTo>
                        <a:pt x="376" y="245"/>
                        <a:pt x="377" y="245"/>
                        <a:pt x="377" y="245"/>
                      </a:cubicBezTo>
                      <a:cubicBezTo>
                        <a:pt x="377" y="245"/>
                        <a:pt x="377" y="246"/>
                        <a:pt x="377" y="246"/>
                      </a:cubicBezTo>
                      <a:cubicBezTo>
                        <a:pt x="377" y="246"/>
                        <a:pt x="376" y="247"/>
                        <a:pt x="377" y="247"/>
                      </a:cubicBezTo>
                      <a:cubicBezTo>
                        <a:pt x="377" y="247"/>
                        <a:pt x="377" y="247"/>
                        <a:pt x="377" y="247"/>
                      </a:cubicBezTo>
                      <a:cubicBezTo>
                        <a:pt x="377" y="247"/>
                        <a:pt x="378" y="247"/>
                        <a:pt x="378" y="246"/>
                      </a:cubicBezTo>
                      <a:cubicBezTo>
                        <a:pt x="378" y="246"/>
                        <a:pt x="378" y="245"/>
                        <a:pt x="378" y="244"/>
                      </a:cubicBezTo>
                      <a:cubicBezTo>
                        <a:pt x="378" y="242"/>
                        <a:pt x="378" y="240"/>
                        <a:pt x="377" y="239"/>
                      </a:cubicBezTo>
                      <a:cubicBezTo>
                        <a:pt x="377" y="239"/>
                        <a:pt x="376" y="238"/>
                        <a:pt x="376" y="238"/>
                      </a:cubicBezTo>
                      <a:cubicBezTo>
                        <a:pt x="376" y="238"/>
                        <a:pt x="375" y="239"/>
                        <a:pt x="375" y="239"/>
                      </a:cubicBezTo>
                      <a:cubicBezTo>
                        <a:pt x="375" y="238"/>
                        <a:pt x="375" y="238"/>
                        <a:pt x="376" y="238"/>
                      </a:cubicBezTo>
                      <a:cubicBezTo>
                        <a:pt x="376" y="238"/>
                        <a:pt x="377" y="237"/>
                        <a:pt x="377" y="237"/>
                      </a:cubicBezTo>
                      <a:cubicBezTo>
                        <a:pt x="377" y="237"/>
                        <a:pt x="378" y="237"/>
                        <a:pt x="378" y="237"/>
                      </a:cubicBezTo>
                      <a:cubicBezTo>
                        <a:pt x="378" y="237"/>
                        <a:pt x="378" y="237"/>
                        <a:pt x="378" y="237"/>
                      </a:cubicBezTo>
                      <a:cubicBezTo>
                        <a:pt x="377" y="237"/>
                        <a:pt x="377" y="238"/>
                        <a:pt x="377" y="238"/>
                      </a:cubicBezTo>
                      <a:cubicBezTo>
                        <a:pt x="377" y="238"/>
                        <a:pt x="377" y="238"/>
                        <a:pt x="377" y="239"/>
                      </a:cubicBezTo>
                      <a:cubicBezTo>
                        <a:pt x="378" y="240"/>
                        <a:pt x="379" y="241"/>
                        <a:pt x="379" y="243"/>
                      </a:cubicBezTo>
                      <a:cubicBezTo>
                        <a:pt x="379" y="243"/>
                        <a:pt x="379" y="243"/>
                        <a:pt x="379" y="243"/>
                      </a:cubicBezTo>
                      <a:cubicBezTo>
                        <a:pt x="379" y="244"/>
                        <a:pt x="379" y="244"/>
                        <a:pt x="379" y="244"/>
                      </a:cubicBezTo>
                      <a:cubicBezTo>
                        <a:pt x="379" y="245"/>
                        <a:pt x="379" y="245"/>
                        <a:pt x="379" y="245"/>
                      </a:cubicBezTo>
                      <a:cubicBezTo>
                        <a:pt x="380" y="246"/>
                        <a:pt x="380" y="246"/>
                        <a:pt x="380" y="246"/>
                      </a:cubicBezTo>
                      <a:cubicBezTo>
                        <a:pt x="381" y="246"/>
                        <a:pt x="380" y="246"/>
                        <a:pt x="380" y="246"/>
                      </a:cubicBezTo>
                      <a:cubicBezTo>
                        <a:pt x="380" y="246"/>
                        <a:pt x="379" y="246"/>
                        <a:pt x="379" y="246"/>
                      </a:cubicBezTo>
                      <a:cubicBezTo>
                        <a:pt x="379" y="247"/>
                        <a:pt x="379" y="247"/>
                        <a:pt x="378" y="247"/>
                      </a:cubicBezTo>
                      <a:cubicBezTo>
                        <a:pt x="378" y="247"/>
                        <a:pt x="378" y="247"/>
                        <a:pt x="378" y="247"/>
                      </a:cubicBezTo>
                      <a:cubicBezTo>
                        <a:pt x="378" y="248"/>
                        <a:pt x="378" y="248"/>
                        <a:pt x="378" y="248"/>
                      </a:cubicBezTo>
                      <a:cubicBezTo>
                        <a:pt x="379" y="249"/>
                        <a:pt x="379" y="251"/>
                        <a:pt x="379" y="252"/>
                      </a:cubicBezTo>
                      <a:cubicBezTo>
                        <a:pt x="379" y="252"/>
                        <a:pt x="379" y="252"/>
                        <a:pt x="379" y="252"/>
                      </a:cubicBezTo>
                      <a:cubicBezTo>
                        <a:pt x="379" y="252"/>
                        <a:pt x="379" y="252"/>
                        <a:pt x="379" y="252"/>
                      </a:cubicBezTo>
                      <a:cubicBezTo>
                        <a:pt x="380" y="252"/>
                        <a:pt x="382" y="251"/>
                        <a:pt x="382" y="250"/>
                      </a:cubicBezTo>
                      <a:cubicBezTo>
                        <a:pt x="383" y="250"/>
                        <a:pt x="384" y="248"/>
                        <a:pt x="384" y="247"/>
                      </a:cubicBezTo>
                      <a:cubicBezTo>
                        <a:pt x="384" y="246"/>
                        <a:pt x="385" y="246"/>
                        <a:pt x="384" y="245"/>
                      </a:cubicBezTo>
                      <a:cubicBezTo>
                        <a:pt x="384" y="244"/>
                        <a:pt x="384" y="243"/>
                        <a:pt x="384" y="242"/>
                      </a:cubicBezTo>
                      <a:cubicBezTo>
                        <a:pt x="384" y="241"/>
                        <a:pt x="384" y="241"/>
                        <a:pt x="384" y="240"/>
                      </a:cubicBezTo>
                      <a:cubicBezTo>
                        <a:pt x="384" y="240"/>
                        <a:pt x="384" y="240"/>
                        <a:pt x="384" y="240"/>
                      </a:cubicBezTo>
                      <a:cubicBezTo>
                        <a:pt x="384" y="240"/>
                        <a:pt x="384" y="240"/>
                        <a:pt x="384" y="240"/>
                      </a:cubicBezTo>
                      <a:cubicBezTo>
                        <a:pt x="385" y="239"/>
                        <a:pt x="385" y="239"/>
                        <a:pt x="385" y="239"/>
                      </a:cubicBezTo>
                      <a:cubicBezTo>
                        <a:pt x="385" y="239"/>
                        <a:pt x="385" y="238"/>
                        <a:pt x="385" y="238"/>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0" name="Freeform 765">
                  <a:extLst>
                    <a:ext uri="{FF2B5EF4-FFF2-40B4-BE49-F238E27FC236}">
                      <a16:creationId xmlns:a16="http://schemas.microsoft.com/office/drawing/2014/main" id="{CB26E49E-2919-F575-1E3E-C0D06B560738}"/>
                    </a:ext>
                  </a:extLst>
                </p:cNvPr>
                <p:cNvSpPr>
                  <a:spLocks noEditPoints="1"/>
                </p:cNvSpPr>
                <p:nvPr/>
              </p:nvSpPr>
              <p:spPr bwMode="auto">
                <a:xfrm>
                  <a:off x="839788" y="4262438"/>
                  <a:ext cx="190500" cy="96838"/>
                </a:xfrm>
                <a:custGeom>
                  <a:avLst/>
                  <a:gdLst>
                    <a:gd name="T0" fmla="*/ 41 w 46"/>
                    <a:gd name="T1" fmla="*/ 20 h 23"/>
                    <a:gd name="T2" fmla="*/ 40 w 46"/>
                    <a:gd name="T3" fmla="*/ 18 h 23"/>
                    <a:gd name="T4" fmla="*/ 41 w 46"/>
                    <a:gd name="T5" fmla="*/ 17 h 23"/>
                    <a:gd name="T6" fmla="*/ 12 w 46"/>
                    <a:gd name="T7" fmla="*/ 1 h 23"/>
                    <a:gd name="T8" fmla="*/ 11 w 46"/>
                    <a:gd name="T9" fmla="*/ 3 h 23"/>
                    <a:gd name="T10" fmla="*/ 11 w 46"/>
                    <a:gd name="T11" fmla="*/ 4 h 23"/>
                    <a:gd name="T12" fmla="*/ 9 w 46"/>
                    <a:gd name="T13" fmla="*/ 4 h 23"/>
                    <a:gd name="T14" fmla="*/ 7 w 46"/>
                    <a:gd name="T15" fmla="*/ 3 h 23"/>
                    <a:gd name="T16" fmla="*/ 6 w 46"/>
                    <a:gd name="T17" fmla="*/ 1 h 23"/>
                    <a:gd name="T18" fmla="*/ 7 w 46"/>
                    <a:gd name="T19" fmla="*/ 1 h 23"/>
                    <a:gd name="T20" fmla="*/ 8 w 46"/>
                    <a:gd name="T21" fmla="*/ 0 h 23"/>
                    <a:gd name="T22" fmla="*/ 9 w 46"/>
                    <a:gd name="T23" fmla="*/ 0 h 23"/>
                    <a:gd name="T24" fmla="*/ 10 w 46"/>
                    <a:gd name="T25" fmla="*/ 0 h 23"/>
                    <a:gd name="T26" fmla="*/ 11 w 46"/>
                    <a:gd name="T27" fmla="*/ 0 h 23"/>
                    <a:gd name="T28" fmla="*/ 44 w 46"/>
                    <a:gd name="T29" fmla="*/ 14 h 23"/>
                    <a:gd name="T30" fmla="*/ 42 w 46"/>
                    <a:gd name="T31" fmla="*/ 15 h 23"/>
                    <a:gd name="T32" fmla="*/ 39 w 46"/>
                    <a:gd name="T33" fmla="*/ 15 h 23"/>
                    <a:gd name="T34" fmla="*/ 37 w 46"/>
                    <a:gd name="T35" fmla="*/ 14 h 23"/>
                    <a:gd name="T36" fmla="*/ 38 w 46"/>
                    <a:gd name="T37" fmla="*/ 13 h 23"/>
                    <a:gd name="T38" fmla="*/ 40 w 46"/>
                    <a:gd name="T39" fmla="*/ 14 h 23"/>
                    <a:gd name="T40" fmla="*/ 41 w 46"/>
                    <a:gd name="T41" fmla="*/ 14 h 23"/>
                    <a:gd name="T42" fmla="*/ 42 w 46"/>
                    <a:gd name="T43" fmla="*/ 14 h 23"/>
                    <a:gd name="T44" fmla="*/ 44 w 46"/>
                    <a:gd name="T45" fmla="*/ 14 h 23"/>
                    <a:gd name="T46" fmla="*/ 1 w 46"/>
                    <a:gd name="T47" fmla="*/ 3 h 23"/>
                    <a:gd name="T48" fmla="*/ 0 w 46"/>
                    <a:gd name="T49" fmla="*/ 6 h 23"/>
                    <a:gd name="T50" fmla="*/ 2 w 46"/>
                    <a:gd name="T51" fmla="*/ 4 h 23"/>
                    <a:gd name="T52" fmla="*/ 46 w 46"/>
                    <a:gd name="T53" fmla="*/ 22 h 23"/>
                    <a:gd name="T54" fmla="*/ 45 w 46"/>
                    <a:gd name="T55" fmla="*/ 23 h 23"/>
                    <a:gd name="T56" fmla="*/ 46 w 46"/>
                    <a:gd name="T57" fmla="*/ 23 h 23"/>
                    <a:gd name="T58" fmla="*/ 32 w 46"/>
                    <a:gd name="T59" fmla="*/ 12 h 23"/>
                    <a:gd name="T60" fmla="*/ 31 w 46"/>
                    <a:gd name="T61" fmla="*/ 12 h 23"/>
                    <a:gd name="T62" fmla="*/ 30 w 46"/>
                    <a:gd name="T63" fmla="*/ 13 h 23"/>
                    <a:gd name="T64" fmla="*/ 30 w 46"/>
                    <a:gd name="T65" fmla="*/ 12 h 23"/>
                    <a:gd name="T66" fmla="*/ 30 w 46"/>
                    <a:gd name="T67" fmla="*/ 12 h 23"/>
                    <a:gd name="T68" fmla="*/ 29 w 46"/>
                    <a:gd name="T69" fmla="*/ 12 h 23"/>
                    <a:gd name="T70" fmla="*/ 29 w 46"/>
                    <a:gd name="T71" fmla="*/ 12 h 23"/>
                    <a:gd name="T72" fmla="*/ 29 w 46"/>
                    <a:gd name="T73" fmla="*/ 11 h 23"/>
                    <a:gd name="T74" fmla="*/ 29 w 46"/>
                    <a:gd name="T75" fmla="*/ 11 h 23"/>
                    <a:gd name="T76" fmla="*/ 28 w 46"/>
                    <a:gd name="T77" fmla="*/ 11 h 23"/>
                    <a:gd name="T78" fmla="*/ 28 w 46"/>
                    <a:gd name="T79" fmla="*/ 11 h 23"/>
                    <a:gd name="T80" fmla="*/ 28 w 46"/>
                    <a:gd name="T81" fmla="*/ 12 h 23"/>
                    <a:gd name="T82" fmla="*/ 27 w 46"/>
                    <a:gd name="T83" fmla="*/ 12 h 23"/>
                    <a:gd name="T84" fmla="*/ 26 w 46"/>
                    <a:gd name="T85" fmla="*/ 11 h 23"/>
                    <a:gd name="T86" fmla="*/ 25 w 46"/>
                    <a:gd name="T87" fmla="*/ 10 h 23"/>
                    <a:gd name="T88" fmla="*/ 25 w 46"/>
                    <a:gd name="T89" fmla="*/ 8 h 23"/>
                    <a:gd name="T90" fmla="*/ 26 w 46"/>
                    <a:gd name="T91" fmla="*/ 8 h 23"/>
                    <a:gd name="T92" fmla="*/ 26 w 46"/>
                    <a:gd name="T93" fmla="*/ 8 h 23"/>
                    <a:gd name="T94" fmla="*/ 28 w 46"/>
                    <a:gd name="T95" fmla="*/ 7 h 23"/>
                    <a:gd name="T96" fmla="*/ 30 w 46"/>
                    <a:gd name="T97" fmla="*/ 9 h 23"/>
                    <a:gd name="T98" fmla="*/ 30 w 46"/>
                    <a:gd name="T99" fmla="*/ 10 h 23"/>
                    <a:gd name="T100" fmla="*/ 31 w 46"/>
                    <a:gd name="T101" fmla="*/ 10 h 23"/>
                    <a:gd name="T102" fmla="*/ 31 w 46"/>
                    <a:gd name="T103" fmla="*/ 11 h 23"/>
                    <a:gd name="T104" fmla="*/ 32 w 46"/>
                    <a:gd name="T105" fmla="*/ 11 h 23"/>
                    <a:gd name="T106" fmla="*/ 2 w 46"/>
                    <a:gd name="T107" fmla="*/ 2 h 23"/>
                    <a:gd name="T108" fmla="*/ 29 w 46"/>
                    <a:gd name="T109"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 h="23">
                      <a:moveTo>
                        <a:pt x="43" y="18"/>
                      </a:moveTo>
                      <a:cubicBezTo>
                        <a:pt x="43" y="19"/>
                        <a:pt x="43" y="19"/>
                        <a:pt x="43" y="19"/>
                      </a:cubicBezTo>
                      <a:cubicBezTo>
                        <a:pt x="43" y="19"/>
                        <a:pt x="43" y="19"/>
                        <a:pt x="43" y="19"/>
                      </a:cubicBezTo>
                      <a:cubicBezTo>
                        <a:pt x="43" y="19"/>
                        <a:pt x="43" y="19"/>
                        <a:pt x="43" y="19"/>
                      </a:cubicBezTo>
                      <a:cubicBezTo>
                        <a:pt x="42" y="19"/>
                        <a:pt x="42" y="20"/>
                        <a:pt x="42" y="20"/>
                      </a:cubicBezTo>
                      <a:cubicBezTo>
                        <a:pt x="42" y="20"/>
                        <a:pt x="42" y="20"/>
                        <a:pt x="41" y="20"/>
                      </a:cubicBezTo>
                      <a:cubicBezTo>
                        <a:pt x="41" y="20"/>
                        <a:pt x="41" y="20"/>
                        <a:pt x="41" y="20"/>
                      </a:cubicBezTo>
                      <a:cubicBezTo>
                        <a:pt x="41" y="20"/>
                        <a:pt x="41" y="20"/>
                        <a:pt x="41" y="20"/>
                      </a:cubicBezTo>
                      <a:cubicBezTo>
                        <a:pt x="41" y="20"/>
                        <a:pt x="41" y="19"/>
                        <a:pt x="41" y="19"/>
                      </a:cubicBezTo>
                      <a:cubicBezTo>
                        <a:pt x="41" y="19"/>
                        <a:pt x="41" y="19"/>
                        <a:pt x="41" y="19"/>
                      </a:cubicBezTo>
                      <a:cubicBezTo>
                        <a:pt x="41" y="19"/>
                        <a:pt x="41" y="18"/>
                        <a:pt x="40" y="18"/>
                      </a:cubicBezTo>
                      <a:cubicBezTo>
                        <a:pt x="40" y="18"/>
                        <a:pt x="40" y="18"/>
                        <a:pt x="40" y="18"/>
                      </a:cubicBezTo>
                      <a:cubicBezTo>
                        <a:pt x="40" y="18"/>
                        <a:pt x="40" y="18"/>
                        <a:pt x="40" y="17"/>
                      </a:cubicBezTo>
                      <a:cubicBezTo>
                        <a:pt x="40" y="17"/>
                        <a:pt x="40" y="17"/>
                        <a:pt x="40" y="17"/>
                      </a:cubicBezTo>
                      <a:cubicBezTo>
                        <a:pt x="40" y="17"/>
                        <a:pt x="40" y="17"/>
                        <a:pt x="40" y="17"/>
                      </a:cubicBezTo>
                      <a:cubicBezTo>
                        <a:pt x="40" y="17"/>
                        <a:pt x="40" y="17"/>
                        <a:pt x="40" y="17"/>
                      </a:cubicBezTo>
                      <a:cubicBezTo>
                        <a:pt x="40" y="17"/>
                        <a:pt x="40" y="17"/>
                        <a:pt x="41" y="17"/>
                      </a:cubicBezTo>
                      <a:cubicBezTo>
                        <a:pt x="41" y="17"/>
                        <a:pt x="41" y="17"/>
                        <a:pt x="41" y="17"/>
                      </a:cubicBezTo>
                      <a:cubicBezTo>
                        <a:pt x="41" y="17"/>
                        <a:pt x="41" y="17"/>
                        <a:pt x="41" y="17"/>
                      </a:cubicBezTo>
                      <a:cubicBezTo>
                        <a:pt x="41" y="17"/>
                        <a:pt x="41" y="17"/>
                        <a:pt x="41" y="17"/>
                      </a:cubicBezTo>
                      <a:cubicBezTo>
                        <a:pt x="41" y="17"/>
                        <a:pt x="41" y="17"/>
                        <a:pt x="42" y="17"/>
                      </a:cubicBezTo>
                      <a:cubicBezTo>
                        <a:pt x="42" y="17"/>
                        <a:pt x="42" y="17"/>
                        <a:pt x="42" y="18"/>
                      </a:cubicBezTo>
                      <a:cubicBezTo>
                        <a:pt x="42" y="18"/>
                        <a:pt x="43" y="18"/>
                        <a:pt x="43" y="18"/>
                      </a:cubicBezTo>
                      <a:close/>
                      <a:moveTo>
                        <a:pt x="12" y="1"/>
                      </a:moveTo>
                      <a:cubicBezTo>
                        <a:pt x="12" y="1"/>
                        <a:pt x="12" y="1"/>
                        <a:pt x="12" y="1"/>
                      </a:cubicBezTo>
                      <a:cubicBezTo>
                        <a:pt x="12" y="1"/>
                        <a:pt x="12" y="1"/>
                        <a:pt x="12" y="1"/>
                      </a:cubicBezTo>
                      <a:cubicBezTo>
                        <a:pt x="12" y="2"/>
                        <a:pt x="11" y="2"/>
                        <a:pt x="11" y="2"/>
                      </a:cubicBezTo>
                      <a:cubicBezTo>
                        <a:pt x="11" y="2"/>
                        <a:pt x="11" y="2"/>
                        <a:pt x="11" y="2"/>
                      </a:cubicBezTo>
                      <a:cubicBezTo>
                        <a:pt x="11" y="2"/>
                        <a:pt x="11" y="3"/>
                        <a:pt x="11" y="3"/>
                      </a:cubicBezTo>
                      <a:cubicBezTo>
                        <a:pt x="11" y="3"/>
                        <a:pt x="11" y="3"/>
                        <a:pt x="11" y="3"/>
                      </a:cubicBezTo>
                      <a:cubicBezTo>
                        <a:pt x="11" y="3"/>
                        <a:pt x="11" y="3"/>
                        <a:pt x="11" y="3"/>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9" y="4"/>
                      </a:cubicBezTo>
                      <a:cubicBezTo>
                        <a:pt x="9" y="4"/>
                        <a:pt x="9" y="4"/>
                        <a:pt x="9" y="4"/>
                      </a:cubicBezTo>
                      <a:cubicBezTo>
                        <a:pt x="9" y="4"/>
                        <a:pt x="9" y="4"/>
                        <a:pt x="9" y="4"/>
                      </a:cubicBezTo>
                      <a:cubicBezTo>
                        <a:pt x="9" y="4"/>
                        <a:pt x="8" y="4"/>
                        <a:pt x="8" y="4"/>
                      </a:cubicBezTo>
                      <a:cubicBezTo>
                        <a:pt x="8" y="4"/>
                        <a:pt x="8" y="4"/>
                        <a:pt x="8" y="4"/>
                      </a:cubicBezTo>
                      <a:cubicBezTo>
                        <a:pt x="8" y="4"/>
                        <a:pt x="8" y="4"/>
                        <a:pt x="7" y="4"/>
                      </a:cubicBezTo>
                      <a:cubicBezTo>
                        <a:pt x="7" y="4"/>
                        <a:pt x="7" y="4"/>
                        <a:pt x="7" y="4"/>
                      </a:cubicBezTo>
                      <a:cubicBezTo>
                        <a:pt x="7" y="3"/>
                        <a:pt x="7" y="3"/>
                        <a:pt x="7" y="3"/>
                      </a:cubicBezTo>
                      <a:cubicBezTo>
                        <a:pt x="6" y="3"/>
                        <a:pt x="6" y="3"/>
                        <a:pt x="6" y="3"/>
                      </a:cubicBezTo>
                      <a:cubicBezTo>
                        <a:pt x="6" y="3"/>
                        <a:pt x="6" y="3"/>
                        <a:pt x="6" y="3"/>
                      </a:cubicBezTo>
                      <a:cubicBezTo>
                        <a:pt x="6" y="3"/>
                        <a:pt x="6" y="2"/>
                        <a:pt x="6" y="2"/>
                      </a:cubicBezTo>
                      <a:cubicBezTo>
                        <a:pt x="6" y="2"/>
                        <a:pt x="6" y="2"/>
                        <a:pt x="6" y="2"/>
                      </a:cubicBezTo>
                      <a:cubicBezTo>
                        <a:pt x="6" y="2"/>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7" y="1"/>
                      </a:cubicBezTo>
                      <a:cubicBezTo>
                        <a:pt x="7" y="1"/>
                        <a:pt x="7" y="1"/>
                        <a:pt x="7" y="1"/>
                      </a:cubicBezTo>
                      <a:cubicBezTo>
                        <a:pt x="7" y="1"/>
                        <a:pt x="7" y="1"/>
                        <a:pt x="7" y="1"/>
                      </a:cubicBezTo>
                      <a:cubicBezTo>
                        <a:pt x="7" y="1"/>
                        <a:pt x="7"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1" y="0"/>
                        <a:pt x="11" y="0"/>
                        <a:pt x="11" y="0"/>
                      </a:cubicBezTo>
                      <a:cubicBezTo>
                        <a:pt x="11" y="0"/>
                        <a:pt x="11" y="0"/>
                        <a:pt x="11" y="0"/>
                      </a:cubicBezTo>
                      <a:cubicBezTo>
                        <a:pt x="11" y="0"/>
                        <a:pt x="11" y="0"/>
                        <a:pt x="11" y="0"/>
                      </a:cubicBezTo>
                      <a:cubicBezTo>
                        <a:pt x="11" y="0"/>
                        <a:pt x="11" y="0"/>
                        <a:pt x="11" y="0"/>
                      </a:cubicBezTo>
                      <a:cubicBezTo>
                        <a:pt x="12" y="0"/>
                        <a:pt x="12" y="0"/>
                        <a:pt x="12" y="1"/>
                      </a:cubicBezTo>
                      <a:cubicBezTo>
                        <a:pt x="12" y="1"/>
                        <a:pt x="12" y="1"/>
                        <a:pt x="12" y="1"/>
                      </a:cubicBezTo>
                      <a:cubicBezTo>
                        <a:pt x="12" y="1"/>
                        <a:pt x="12" y="1"/>
                        <a:pt x="12" y="1"/>
                      </a:cubicBezTo>
                      <a:close/>
                      <a:moveTo>
                        <a:pt x="44" y="14"/>
                      </a:moveTo>
                      <a:cubicBezTo>
                        <a:pt x="44" y="14"/>
                        <a:pt x="44" y="14"/>
                        <a:pt x="44" y="14"/>
                      </a:cubicBezTo>
                      <a:cubicBezTo>
                        <a:pt x="44" y="14"/>
                        <a:pt x="44" y="15"/>
                        <a:pt x="44" y="15"/>
                      </a:cubicBezTo>
                      <a:cubicBezTo>
                        <a:pt x="44" y="15"/>
                        <a:pt x="44" y="15"/>
                        <a:pt x="44" y="15"/>
                      </a:cubicBezTo>
                      <a:cubicBezTo>
                        <a:pt x="44" y="15"/>
                        <a:pt x="44" y="15"/>
                        <a:pt x="44" y="15"/>
                      </a:cubicBezTo>
                      <a:cubicBezTo>
                        <a:pt x="44" y="15"/>
                        <a:pt x="43" y="15"/>
                        <a:pt x="43" y="15"/>
                      </a:cubicBezTo>
                      <a:cubicBezTo>
                        <a:pt x="43" y="15"/>
                        <a:pt x="43" y="16"/>
                        <a:pt x="42" y="15"/>
                      </a:cubicBezTo>
                      <a:cubicBezTo>
                        <a:pt x="42" y="15"/>
                        <a:pt x="42" y="15"/>
                        <a:pt x="42" y="15"/>
                      </a:cubicBezTo>
                      <a:cubicBezTo>
                        <a:pt x="42" y="16"/>
                        <a:pt x="42" y="15"/>
                        <a:pt x="42" y="15"/>
                      </a:cubicBezTo>
                      <a:cubicBezTo>
                        <a:pt x="41" y="15"/>
                        <a:pt x="41" y="15"/>
                        <a:pt x="41" y="15"/>
                      </a:cubicBezTo>
                      <a:cubicBezTo>
                        <a:pt x="41" y="15"/>
                        <a:pt x="40" y="15"/>
                        <a:pt x="40" y="15"/>
                      </a:cubicBezTo>
                      <a:cubicBezTo>
                        <a:pt x="40" y="15"/>
                        <a:pt x="40" y="15"/>
                        <a:pt x="40" y="15"/>
                      </a:cubicBezTo>
                      <a:cubicBezTo>
                        <a:pt x="40" y="15"/>
                        <a:pt x="40" y="15"/>
                        <a:pt x="39" y="15"/>
                      </a:cubicBezTo>
                      <a:cubicBezTo>
                        <a:pt x="39" y="15"/>
                        <a:pt x="39" y="15"/>
                        <a:pt x="39" y="15"/>
                      </a:cubicBezTo>
                      <a:cubicBezTo>
                        <a:pt x="39" y="15"/>
                        <a:pt x="38" y="15"/>
                        <a:pt x="38" y="15"/>
                      </a:cubicBezTo>
                      <a:cubicBezTo>
                        <a:pt x="38" y="15"/>
                        <a:pt x="38" y="15"/>
                        <a:pt x="38" y="15"/>
                      </a:cubicBezTo>
                      <a:cubicBezTo>
                        <a:pt x="37" y="15"/>
                        <a:pt x="37" y="15"/>
                        <a:pt x="37" y="15"/>
                      </a:cubicBezTo>
                      <a:cubicBezTo>
                        <a:pt x="37" y="15"/>
                        <a:pt x="37" y="15"/>
                        <a:pt x="37" y="15"/>
                      </a:cubicBezTo>
                      <a:cubicBezTo>
                        <a:pt x="37" y="15"/>
                        <a:pt x="37" y="15"/>
                        <a:pt x="37"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8" y="13"/>
                        <a:pt x="38" y="13"/>
                        <a:pt x="38" y="13"/>
                      </a:cubicBezTo>
                      <a:cubicBezTo>
                        <a:pt x="38" y="13"/>
                        <a:pt x="38" y="13"/>
                        <a:pt x="38" y="13"/>
                      </a:cubicBezTo>
                      <a:cubicBezTo>
                        <a:pt x="39" y="14"/>
                        <a:pt x="39" y="14"/>
                        <a:pt x="39" y="14"/>
                      </a:cubicBezTo>
                      <a:cubicBezTo>
                        <a:pt x="39" y="14"/>
                        <a:pt x="39" y="14"/>
                        <a:pt x="39" y="14"/>
                      </a:cubicBezTo>
                      <a:cubicBezTo>
                        <a:pt x="39" y="14"/>
                        <a:pt x="39" y="14"/>
                        <a:pt x="39" y="14"/>
                      </a:cubicBezTo>
                      <a:cubicBezTo>
                        <a:pt x="40" y="14"/>
                        <a:pt x="40" y="14"/>
                        <a:pt x="40" y="14"/>
                      </a:cubicBezTo>
                      <a:cubicBezTo>
                        <a:pt x="40" y="14"/>
                        <a:pt x="40" y="14"/>
                        <a:pt x="40" y="14"/>
                      </a:cubicBezTo>
                      <a:cubicBezTo>
                        <a:pt x="40" y="14"/>
                        <a:pt x="40" y="14"/>
                        <a:pt x="40" y="14"/>
                      </a:cubicBezTo>
                      <a:cubicBezTo>
                        <a:pt x="40" y="14"/>
                        <a:pt x="40" y="14"/>
                        <a:pt x="41" y="14"/>
                      </a:cubicBezTo>
                      <a:cubicBezTo>
                        <a:pt x="41" y="14"/>
                        <a:pt x="41" y="14"/>
                        <a:pt x="41" y="14"/>
                      </a:cubicBezTo>
                      <a:cubicBezTo>
                        <a:pt x="41" y="14"/>
                        <a:pt x="41" y="14"/>
                        <a:pt x="41" y="14"/>
                      </a:cubicBezTo>
                      <a:cubicBezTo>
                        <a:pt x="41" y="13"/>
                        <a:pt x="41" y="13"/>
                        <a:pt x="41" y="13"/>
                      </a:cubicBezTo>
                      <a:cubicBezTo>
                        <a:pt x="41" y="13"/>
                        <a:pt x="41" y="13"/>
                        <a:pt x="41" y="13"/>
                      </a:cubicBezTo>
                      <a:cubicBezTo>
                        <a:pt x="41" y="14"/>
                        <a:pt x="41" y="14"/>
                        <a:pt x="41" y="14"/>
                      </a:cubicBezTo>
                      <a:cubicBezTo>
                        <a:pt x="41" y="14"/>
                        <a:pt x="41" y="14"/>
                        <a:pt x="41" y="14"/>
                      </a:cubicBezTo>
                      <a:cubicBezTo>
                        <a:pt x="41" y="14"/>
                        <a:pt x="41"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3" y="14"/>
                        <a:pt x="43" y="14"/>
                      </a:cubicBezTo>
                      <a:cubicBezTo>
                        <a:pt x="43" y="14"/>
                        <a:pt x="43" y="14"/>
                        <a:pt x="43" y="14"/>
                      </a:cubicBezTo>
                      <a:cubicBezTo>
                        <a:pt x="43" y="14"/>
                        <a:pt x="44" y="14"/>
                        <a:pt x="44" y="14"/>
                      </a:cubicBezTo>
                      <a:cubicBezTo>
                        <a:pt x="44" y="14"/>
                        <a:pt x="44" y="14"/>
                        <a:pt x="44" y="14"/>
                      </a:cubicBezTo>
                      <a:cubicBezTo>
                        <a:pt x="44" y="14"/>
                        <a:pt x="44" y="14"/>
                        <a:pt x="44" y="14"/>
                      </a:cubicBezTo>
                      <a:cubicBezTo>
                        <a:pt x="44" y="14"/>
                        <a:pt x="44" y="14"/>
                        <a:pt x="44" y="14"/>
                      </a:cubicBezTo>
                      <a:close/>
                      <a:moveTo>
                        <a:pt x="2" y="3"/>
                      </a:moveTo>
                      <a:cubicBezTo>
                        <a:pt x="2" y="3"/>
                        <a:pt x="2" y="3"/>
                        <a:pt x="2" y="3"/>
                      </a:cubicBezTo>
                      <a:cubicBezTo>
                        <a:pt x="2" y="3"/>
                        <a:pt x="2" y="3"/>
                        <a:pt x="2" y="3"/>
                      </a:cubicBezTo>
                      <a:cubicBezTo>
                        <a:pt x="1" y="3"/>
                        <a:pt x="1" y="3"/>
                        <a:pt x="1" y="3"/>
                      </a:cubicBezTo>
                      <a:cubicBezTo>
                        <a:pt x="1" y="4"/>
                        <a:pt x="1" y="4"/>
                        <a:pt x="1" y="4"/>
                      </a:cubicBezTo>
                      <a:cubicBezTo>
                        <a:pt x="0" y="4"/>
                        <a:pt x="0" y="4"/>
                        <a:pt x="0" y="5"/>
                      </a:cubicBezTo>
                      <a:cubicBezTo>
                        <a:pt x="0" y="5"/>
                        <a:pt x="0" y="5"/>
                        <a:pt x="0" y="5"/>
                      </a:cubicBezTo>
                      <a:cubicBezTo>
                        <a:pt x="0" y="5"/>
                        <a:pt x="0" y="5"/>
                        <a:pt x="0" y="5"/>
                      </a:cubicBezTo>
                      <a:cubicBezTo>
                        <a:pt x="0" y="5"/>
                        <a:pt x="0" y="5"/>
                        <a:pt x="0" y="5"/>
                      </a:cubicBezTo>
                      <a:cubicBezTo>
                        <a:pt x="0" y="5"/>
                        <a:pt x="0" y="6"/>
                        <a:pt x="0" y="6"/>
                      </a:cubicBezTo>
                      <a:cubicBezTo>
                        <a:pt x="0" y="6"/>
                        <a:pt x="0" y="6"/>
                        <a:pt x="0" y="6"/>
                      </a:cubicBezTo>
                      <a:cubicBezTo>
                        <a:pt x="0" y="5"/>
                        <a:pt x="1" y="5"/>
                        <a:pt x="1" y="5"/>
                      </a:cubicBezTo>
                      <a:cubicBezTo>
                        <a:pt x="1" y="5"/>
                        <a:pt x="1" y="5"/>
                        <a:pt x="1" y="5"/>
                      </a:cubicBezTo>
                      <a:cubicBezTo>
                        <a:pt x="1" y="4"/>
                        <a:pt x="1" y="4"/>
                        <a:pt x="1" y="4"/>
                      </a:cubicBezTo>
                      <a:cubicBezTo>
                        <a:pt x="1" y="4"/>
                        <a:pt x="2" y="4"/>
                        <a:pt x="2" y="4"/>
                      </a:cubicBezTo>
                      <a:cubicBezTo>
                        <a:pt x="2" y="4"/>
                        <a:pt x="2" y="4"/>
                        <a:pt x="2" y="4"/>
                      </a:cubicBezTo>
                      <a:cubicBezTo>
                        <a:pt x="2" y="4"/>
                        <a:pt x="2" y="3"/>
                        <a:pt x="2" y="3"/>
                      </a:cubicBezTo>
                      <a:cubicBezTo>
                        <a:pt x="2" y="3"/>
                        <a:pt x="2" y="3"/>
                        <a:pt x="2" y="3"/>
                      </a:cubicBezTo>
                      <a:close/>
                      <a:moveTo>
                        <a:pt x="46" y="22"/>
                      </a:moveTo>
                      <a:cubicBezTo>
                        <a:pt x="46" y="22"/>
                        <a:pt x="46" y="22"/>
                        <a:pt x="46" y="22"/>
                      </a:cubicBezTo>
                      <a:cubicBezTo>
                        <a:pt x="46" y="22"/>
                        <a:pt x="46" y="22"/>
                        <a:pt x="46" y="22"/>
                      </a:cubicBezTo>
                      <a:cubicBezTo>
                        <a:pt x="46" y="22"/>
                        <a:pt x="46" y="22"/>
                        <a:pt x="46" y="22"/>
                      </a:cubicBezTo>
                      <a:cubicBezTo>
                        <a:pt x="46" y="22"/>
                        <a:pt x="46" y="21"/>
                        <a:pt x="46" y="22"/>
                      </a:cubicBezTo>
                      <a:cubicBezTo>
                        <a:pt x="46" y="22"/>
                        <a:pt x="45" y="22"/>
                        <a:pt x="45" y="22"/>
                      </a:cubicBezTo>
                      <a:cubicBezTo>
                        <a:pt x="45" y="22"/>
                        <a:pt x="45" y="22"/>
                        <a:pt x="45" y="22"/>
                      </a:cubicBezTo>
                      <a:cubicBezTo>
                        <a:pt x="44" y="22"/>
                        <a:pt x="44" y="22"/>
                        <a:pt x="44" y="22"/>
                      </a:cubicBezTo>
                      <a:cubicBezTo>
                        <a:pt x="44" y="23"/>
                        <a:pt x="44" y="23"/>
                        <a:pt x="44" y="23"/>
                      </a:cubicBezTo>
                      <a:cubicBezTo>
                        <a:pt x="45" y="23"/>
                        <a:pt x="45" y="23"/>
                        <a:pt x="45" y="23"/>
                      </a:cubicBezTo>
                      <a:cubicBezTo>
                        <a:pt x="45" y="23"/>
                        <a:pt x="45" y="23"/>
                        <a:pt x="45" y="23"/>
                      </a:cubicBezTo>
                      <a:cubicBezTo>
                        <a:pt x="45" y="23"/>
                        <a:pt x="45" y="23"/>
                        <a:pt x="45" y="23"/>
                      </a:cubicBezTo>
                      <a:cubicBezTo>
                        <a:pt x="45" y="23"/>
                        <a:pt x="45" y="23"/>
                        <a:pt x="45" y="23"/>
                      </a:cubicBezTo>
                      <a:cubicBezTo>
                        <a:pt x="46" y="23"/>
                        <a:pt x="46" y="23"/>
                        <a:pt x="46" y="23"/>
                      </a:cubicBezTo>
                      <a:cubicBezTo>
                        <a:pt x="46" y="23"/>
                        <a:pt x="46" y="23"/>
                        <a:pt x="46" y="23"/>
                      </a:cubicBezTo>
                      <a:cubicBezTo>
                        <a:pt x="46" y="23"/>
                        <a:pt x="46" y="23"/>
                        <a:pt x="46" y="23"/>
                      </a:cubicBezTo>
                      <a:cubicBezTo>
                        <a:pt x="46" y="23"/>
                        <a:pt x="46" y="23"/>
                        <a:pt x="46" y="23"/>
                      </a:cubicBezTo>
                      <a:cubicBezTo>
                        <a:pt x="46" y="22"/>
                        <a:pt x="46" y="22"/>
                        <a:pt x="46" y="22"/>
                      </a:cubicBezTo>
                      <a:close/>
                      <a:moveTo>
                        <a:pt x="29" y="11"/>
                      </a:moveTo>
                      <a:cubicBezTo>
                        <a:pt x="29" y="11"/>
                        <a:pt x="29" y="11"/>
                        <a:pt x="29" y="11"/>
                      </a:cubicBezTo>
                      <a:cubicBezTo>
                        <a:pt x="29" y="11"/>
                        <a:pt x="29" y="11"/>
                        <a:pt x="29" y="11"/>
                      </a:cubicBezTo>
                      <a:close/>
                      <a:moveTo>
                        <a:pt x="32" y="12"/>
                      </a:moveTo>
                      <a:cubicBezTo>
                        <a:pt x="32" y="12"/>
                        <a:pt x="32" y="12"/>
                        <a:pt x="32" y="13"/>
                      </a:cubicBezTo>
                      <a:cubicBezTo>
                        <a:pt x="32" y="13"/>
                        <a:pt x="32" y="13"/>
                        <a:pt x="32" y="13"/>
                      </a:cubicBezTo>
                      <a:cubicBezTo>
                        <a:pt x="32" y="13"/>
                        <a:pt x="32" y="13"/>
                        <a:pt x="32" y="13"/>
                      </a:cubicBezTo>
                      <a:cubicBezTo>
                        <a:pt x="32" y="13"/>
                        <a:pt x="32" y="13"/>
                        <a:pt x="32" y="12"/>
                      </a:cubicBezTo>
                      <a:cubicBezTo>
                        <a:pt x="32"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3"/>
                        <a:pt x="31" y="13"/>
                        <a:pt x="31" y="13"/>
                      </a:cubicBezTo>
                      <a:cubicBezTo>
                        <a:pt x="31" y="13"/>
                        <a:pt x="31" y="13"/>
                        <a:pt x="30" y="13"/>
                      </a:cubicBezTo>
                      <a:cubicBezTo>
                        <a:pt x="30" y="13"/>
                        <a:pt x="30" y="13"/>
                        <a:pt x="30" y="13"/>
                      </a:cubicBezTo>
                      <a:cubicBezTo>
                        <a:pt x="30" y="13"/>
                        <a:pt x="30" y="13"/>
                        <a:pt x="30" y="13"/>
                      </a:cubicBezTo>
                      <a:cubicBezTo>
                        <a:pt x="30" y="13"/>
                        <a:pt x="30" y="13"/>
                        <a:pt x="30" y="13"/>
                      </a:cubicBezTo>
                      <a:cubicBezTo>
                        <a:pt x="30" y="13"/>
                        <a:pt x="30" y="13"/>
                        <a:pt x="30" y="13"/>
                      </a:cubicBezTo>
                      <a:cubicBezTo>
                        <a:pt x="30" y="13"/>
                        <a:pt x="30" y="13"/>
                        <a:pt x="30" y="13"/>
                      </a:cubicBezTo>
                      <a:cubicBezTo>
                        <a:pt x="30" y="13"/>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29" y="12"/>
                        <a:pt x="30" y="12"/>
                        <a:pt x="30" y="12"/>
                      </a:cubicBezTo>
                      <a:cubicBezTo>
                        <a:pt x="30" y="12"/>
                        <a:pt x="30" y="12"/>
                        <a:pt x="30" y="12"/>
                      </a:cubicBezTo>
                      <a:cubicBezTo>
                        <a:pt x="30" y="12"/>
                        <a:pt x="30" y="12"/>
                        <a:pt x="30" y="12"/>
                      </a:cubicBezTo>
                      <a:cubicBezTo>
                        <a:pt x="30"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8" y="12"/>
                        <a:pt x="28"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7" y="12"/>
                        <a:pt x="27" y="12"/>
                        <a:pt x="27" y="12"/>
                      </a:cubicBezTo>
                      <a:cubicBezTo>
                        <a:pt x="27" y="12"/>
                        <a:pt x="27" y="12"/>
                        <a:pt x="27" y="12"/>
                      </a:cubicBezTo>
                      <a:cubicBezTo>
                        <a:pt x="27" y="12"/>
                        <a:pt x="27" y="12"/>
                        <a:pt x="27" y="12"/>
                      </a:cubicBezTo>
                      <a:cubicBezTo>
                        <a:pt x="27" y="12"/>
                        <a:pt x="27" y="12"/>
                        <a:pt x="27" y="12"/>
                      </a:cubicBezTo>
                      <a:cubicBezTo>
                        <a:pt x="26" y="12"/>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0"/>
                        <a:pt x="26" y="10"/>
                      </a:cubicBezTo>
                      <a:cubicBezTo>
                        <a:pt x="26" y="10"/>
                        <a:pt x="26" y="10"/>
                        <a:pt x="25" y="10"/>
                      </a:cubicBezTo>
                      <a:cubicBezTo>
                        <a:pt x="25" y="10"/>
                        <a:pt x="25" y="10"/>
                        <a:pt x="25" y="10"/>
                      </a:cubicBezTo>
                      <a:cubicBezTo>
                        <a:pt x="25" y="10"/>
                        <a:pt x="25" y="10"/>
                        <a:pt x="25" y="10"/>
                      </a:cubicBezTo>
                      <a:cubicBezTo>
                        <a:pt x="25" y="9"/>
                        <a:pt x="25" y="9"/>
                        <a:pt x="25" y="9"/>
                      </a:cubicBezTo>
                      <a:cubicBezTo>
                        <a:pt x="25" y="9"/>
                        <a:pt x="25" y="9"/>
                        <a:pt x="25" y="9"/>
                      </a:cubicBezTo>
                      <a:cubicBezTo>
                        <a:pt x="25" y="9"/>
                        <a:pt x="25" y="9"/>
                        <a:pt x="25" y="9"/>
                      </a:cubicBezTo>
                      <a:cubicBezTo>
                        <a:pt x="25" y="9"/>
                        <a:pt x="25" y="9"/>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7" y="8"/>
                        <a:pt x="27" y="8"/>
                      </a:cubicBezTo>
                      <a:cubicBezTo>
                        <a:pt x="27" y="8"/>
                        <a:pt x="27" y="8"/>
                        <a:pt x="27" y="8"/>
                      </a:cubicBezTo>
                      <a:cubicBezTo>
                        <a:pt x="27" y="8"/>
                        <a:pt x="27" y="8"/>
                        <a:pt x="27" y="7"/>
                      </a:cubicBezTo>
                      <a:cubicBezTo>
                        <a:pt x="27" y="7"/>
                        <a:pt x="28" y="7"/>
                        <a:pt x="28" y="7"/>
                      </a:cubicBezTo>
                      <a:cubicBezTo>
                        <a:pt x="28" y="7"/>
                        <a:pt x="28" y="7"/>
                        <a:pt x="28" y="7"/>
                      </a:cubicBezTo>
                      <a:cubicBezTo>
                        <a:pt x="28" y="7"/>
                        <a:pt x="28" y="7"/>
                        <a:pt x="28" y="7"/>
                      </a:cubicBezTo>
                      <a:cubicBezTo>
                        <a:pt x="28" y="7"/>
                        <a:pt x="28" y="7"/>
                        <a:pt x="29" y="7"/>
                      </a:cubicBezTo>
                      <a:cubicBezTo>
                        <a:pt x="29" y="7"/>
                        <a:pt x="29" y="7"/>
                        <a:pt x="29" y="7"/>
                      </a:cubicBezTo>
                      <a:cubicBezTo>
                        <a:pt x="29" y="8"/>
                        <a:pt x="29" y="8"/>
                        <a:pt x="29" y="8"/>
                      </a:cubicBezTo>
                      <a:cubicBezTo>
                        <a:pt x="29" y="8"/>
                        <a:pt x="29" y="8"/>
                        <a:pt x="29" y="8"/>
                      </a:cubicBezTo>
                      <a:cubicBezTo>
                        <a:pt x="29" y="8"/>
                        <a:pt x="29" y="8"/>
                        <a:pt x="29" y="8"/>
                      </a:cubicBezTo>
                      <a:cubicBezTo>
                        <a:pt x="29" y="8"/>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10"/>
                        <a:pt x="30" y="10"/>
                        <a:pt x="30" y="10"/>
                      </a:cubicBezTo>
                      <a:cubicBezTo>
                        <a:pt x="30" y="10"/>
                        <a:pt x="30" y="10"/>
                        <a:pt x="30" y="10"/>
                      </a:cubicBezTo>
                      <a:cubicBezTo>
                        <a:pt x="30" y="10"/>
                        <a:pt x="30" y="10"/>
                        <a:pt x="30" y="10"/>
                      </a:cubicBezTo>
                      <a:cubicBezTo>
                        <a:pt x="30" y="10"/>
                        <a:pt x="30" y="10"/>
                        <a:pt x="30" y="10"/>
                      </a:cubicBezTo>
                      <a:cubicBezTo>
                        <a:pt x="31" y="10"/>
                        <a:pt x="31" y="10"/>
                        <a:pt x="31" y="11"/>
                      </a:cubicBezTo>
                      <a:cubicBezTo>
                        <a:pt x="31" y="11"/>
                        <a:pt x="31" y="11"/>
                        <a:pt x="31" y="11"/>
                      </a:cubicBezTo>
                      <a:cubicBezTo>
                        <a:pt x="31" y="11"/>
                        <a:pt x="31" y="11"/>
                        <a:pt x="31" y="11"/>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2" y="11"/>
                        <a:pt x="32" y="11"/>
                        <a:pt x="32" y="11"/>
                      </a:cubicBezTo>
                      <a:cubicBezTo>
                        <a:pt x="32" y="11"/>
                        <a:pt x="32" y="11"/>
                        <a:pt x="32" y="11"/>
                      </a:cubicBezTo>
                      <a:cubicBezTo>
                        <a:pt x="32" y="11"/>
                        <a:pt x="32" y="11"/>
                        <a:pt x="32" y="12"/>
                      </a:cubicBezTo>
                      <a:cubicBezTo>
                        <a:pt x="32" y="12"/>
                        <a:pt x="32" y="12"/>
                        <a:pt x="32" y="12"/>
                      </a:cubicBezTo>
                      <a:cubicBezTo>
                        <a:pt x="32" y="12"/>
                        <a:pt x="32" y="12"/>
                        <a:pt x="32" y="12"/>
                      </a:cubicBezTo>
                      <a:cubicBezTo>
                        <a:pt x="32" y="12"/>
                        <a:pt x="32" y="12"/>
                        <a:pt x="32" y="12"/>
                      </a:cubicBezTo>
                      <a:close/>
                      <a:moveTo>
                        <a:pt x="2" y="2"/>
                      </a:moveTo>
                      <a:cubicBezTo>
                        <a:pt x="2" y="2"/>
                        <a:pt x="2" y="2"/>
                        <a:pt x="2" y="2"/>
                      </a:cubicBezTo>
                      <a:cubicBezTo>
                        <a:pt x="2" y="2"/>
                        <a:pt x="2" y="2"/>
                        <a:pt x="2" y="2"/>
                      </a:cubicBezTo>
                      <a:cubicBezTo>
                        <a:pt x="2" y="2"/>
                        <a:pt x="2" y="2"/>
                        <a:pt x="2" y="2"/>
                      </a:cubicBezTo>
                      <a:cubicBezTo>
                        <a:pt x="2" y="2"/>
                        <a:pt x="2" y="2"/>
                        <a:pt x="2" y="2"/>
                      </a:cubicBezTo>
                      <a:close/>
                      <a:moveTo>
                        <a:pt x="29" y="11"/>
                      </a:moveTo>
                      <a:cubicBezTo>
                        <a:pt x="28" y="11"/>
                        <a:pt x="28" y="11"/>
                        <a:pt x="28" y="11"/>
                      </a:cubicBezTo>
                      <a:cubicBezTo>
                        <a:pt x="29" y="11"/>
                        <a:pt x="29" y="11"/>
                        <a:pt x="29" y="11"/>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1" name="Freeform 766">
                  <a:extLst>
                    <a:ext uri="{FF2B5EF4-FFF2-40B4-BE49-F238E27FC236}">
                      <a16:creationId xmlns:a16="http://schemas.microsoft.com/office/drawing/2014/main" id="{926912E2-8CF2-B2C8-821F-708A6F2263C9}"/>
                    </a:ext>
                  </a:extLst>
                </p:cNvPr>
                <p:cNvSpPr>
                  <a:spLocks noEditPoints="1"/>
                </p:cNvSpPr>
                <p:nvPr/>
              </p:nvSpPr>
              <p:spPr bwMode="auto">
                <a:xfrm>
                  <a:off x="2062163" y="3887788"/>
                  <a:ext cx="846137" cy="558800"/>
                </a:xfrm>
                <a:custGeom>
                  <a:avLst/>
                  <a:gdLst>
                    <a:gd name="T0" fmla="*/ 26 w 203"/>
                    <a:gd name="T1" fmla="*/ 29 h 134"/>
                    <a:gd name="T2" fmla="*/ 33 w 203"/>
                    <a:gd name="T3" fmla="*/ 29 h 134"/>
                    <a:gd name="T4" fmla="*/ 132 w 203"/>
                    <a:gd name="T5" fmla="*/ 53 h 134"/>
                    <a:gd name="T6" fmla="*/ 120 w 203"/>
                    <a:gd name="T7" fmla="*/ 48 h 134"/>
                    <a:gd name="T8" fmla="*/ 113 w 203"/>
                    <a:gd name="T9" fmla="*/ 35 h 134"/>
                    <a:gd name="T10" fmla="*/ 99 w 203"/>
                    <a:gd name="T11" fmla="*/ 22 h 134"/>
                    <a:gd name="T12" fmla="*/ 88 w 203"/>
                    <a:gd name="T13" fmla="*/ 27 h 134"/>
                    <a:gd name="T14" fmla="*/ 60 w 203"/>
                    <a:gd name="T15" fmla="*/ 8 h 134"/>
                    <a:gd name="T16" fmla="*/ 1 w 203"/>
                    <a:gd name="T17" fmla="*/ 5 h 134"/>
                    <a:gd name="T18" fmla="*/ 5 w 203"/>
                    <a:gd name="T19" fmla="*/ 14 h 134"/>
                    <a:gd name="T20" fmla="*/ 10 w 203"/>
                    <a:gd name="T21" fmla="*/ 23 h 134"/>
                    <a:gd name="T22" fmla="*/ 19 w 203"/>
                    <a:gd name="T23" fmla="*/ 32 h 134"/>
                    <a:gd name="T24" fmla="*/ 20 w 203"/>
                    <a:gd name="T25" fmla="*/ 38 h 134"/>
                    <a:gd name="T26" fmla="*/ 17 w 203"/>
                    <a:gd name="T27" fmla="*/ 39 h 134"/>
                    <a:gd name="T28" fmla="*/ 19 w 203"/>
                    <a:gd name="T29" fmla="*/ 44 h 134"/>
                    <a:gd name="T30" fmla="*/ 25 w 203"/>
                    <a:gd name="T31" fmla="*/ 46 h 134"/>
                    <a:gd name="T32" fmla="*/ 27 w 203"/>
                    <a:gd name="T33" fmla="*/ 47 h 134"/>
                    <a:gd name="T34" fmla="*/ 33 w 203"/>
                    <a:gd name="T35" fmla="*/ 60 h 134"/>
                    <a:gd name="T36" fmla="*/ 42 w 203"/>
                    <a:gd name="T37" fmla="*/ 67 h 134"/>
                    <a:gd name="T38" fmla="*/ 52 w 203"/>
                    <a:gd name="T39" fmla="*/ 71 h 134"/>
                    <a:gd name="T40" fmla="*/ 46 w 203"/>
                    <a:gd name="T41" fmla="*/ 65 h 134"/>
                    <a:gd name="T42" fmla="*/ 42 w 203"/>
                    <a:gd name="T43" fmla="*/ 59 h 134"/>
                    <a:gd name="T44" fmla="*/ 36 w 203"/>
                    <a:gd name="T45" fmla="*/ 45 h 134"/>
                    <a:gd name="T46" fmla="*/ 34 w 203"/>
                    <a:gd name="T47" fmla="*/ 43 h 134"/>
                    <a:gd name="T48" fmla="*/ 28 w 203"/>
                    <a:gd name="T49" fmla="*/ 33 h 134"/>
                    <a:gd name="T50" fmla="*/ 24 w 203"/>
                    <a:gd name="T51" fmla="*/ 28 h 134"/>
                    <a:gd name="T52" fmla="*/ 17 w 203"/>
                    <a:gd name="T53" fmla="*/ 17 h 134"/>
                    <a:gd name="T54" fmla="*/ 20 w 203"/>
                    <a:gd name="T55" fmla="*/ 10 h 134"/>
                    <a:gd name="T56" fmla="*/ 27 w 203"/>
                    <a:gd name="T57" fmla="*/ 16 h 134"/>
                    <a:gd name="T58" fmla="*/ 33 w 203"/>
                    <a:gd name="T59" fmla="*/ 27 h 134"/>
                    <a:gd name="T60" fmla="*/ 38 w 203"/>
                    <a:gd name="T61" fmla="*/ 36 h 134"/>
                    <a:gd name="T62" fmla="*/ 49 w 203"/>
                    <a:gd name="T63" fmla="*/ 46 h 134"/>
                    <a:gd name="T64" fmla="*/ 52 w 203"/>
                    <a:gd name="T65" fmla="*/ 52 h 134"/>
                    <a:gd name="T66" fmla="*/ 54 w 203"/>
                    <a:gd name="T67" fmla="*/ 55 h 134"/>
                    <a:gd name="T68" fmla="*/ 61 w 203"/>
                    <a:gd name="T69" fmla="*/ 59 h 134"/>
                    <a:gd name="T70" fmla="*/ 64 w 203"/>
                    <a:gd name="T71" fmla="*/ 63 h 134"/>
                    <a:gd name="T72" fmla="*/ 74 w 203"/>
                    <a:gd name="T73" fmla="*/ 74 h 134"/>
                    <a:gd name="T74" fmla="*/ 80 w 203"/>
                    <a:gd name="T75" fmla="*/ 88 h 134"/>
                    <a:gd name="T76" fmla="*/ 80 w 203"/>
                    <a:gd name="T77" fmla="*/ 98 h 134"/>
                    <a:gd name="T78" fmla="*/ 94 w 203"/>
                    <a:gd name="T79" fmla="*/ 109 h 134"/>
                    <a:gd name="T80" fmla="*/ 116 w 203"/>
                    <a:gd name="T81" fmla="*/ 118 h 134"/>
                    <a:gd name="T82" fmla="*/ 130 w 203"/>
                    <a:gd name="T83" fmla="*/ 124 h 134"/>
                    <a:gd name="T84" fmla="*/ 148 w 203"/>
                    <a:gd name="T85" fmla="*/ 123 h 134"/>
                    <a:gd name="T86" fmla="*/ 154 w 203"/>
                    <a:gd name="T87" fmla="*/ 123 h 134"/>
                    <a:gd name="T88" fmla="*/ 165 w 203"/>
                    <a:gd name="T89" fmla="*/ 132 h 134"/>
                    <a:gd name="T90" fmla="*/ 179 w 203"/>
                    <a:gd name="T91" fmla="*/ 121 h 134"/>
                    <a:gd name="T92" fmla="*/ 175 w 203"/>
                    <a:gd name="T93" fmla="*/ 115 h 134"/>
                    <a:gd name="T94" fmla="*/ 195 w 203"/>
                    <a:gd name="T95" fmla="*/ 104 h 134"/>
                    <a:gd name="T96" fmla="*/ 196 w 203"/>
                    <a:gd name="T97" fmla="*/ 109 h 134"/>
                    <a:gd name="T98" fmla="*/ 199 w 203"/>
                    <a:gd name="T99" fmla="*/ 101 h 134"/>
                    <a:gd name="T100" fmla="*/ 198 w 203"/>
                    <a:gd name="T101" fmla="*/ 100 h 134"/>
                    <a:gd name="T102" fmla="*/ 199 w 203"/>
                    <a:gd name="T103" fmla="*/ 94 h 134"/>
                    <a:gd name="T104" fmla="*/ 199 w 203"/>
                    <a:gd name="T105" fmla="*/ 85 h 134"/>
                    <a:gd name="T106" fmla="*/ 178 w 203"/>
                    <a:gd name="T107" fmla="*/ 97 h 134"/>
                    <a:gd name="T108" fmla="*/ 167 w 203"/>
                    <a:gd name="T109" fmla="*/ 105 h 134"/>
                    <a:gd name="T110" fmla="*/ 144 w 203"/>
                    <a:gd name="T111" fmla="*/ 105 h 134"/>
                    <a:gd name="T112" fmla="*/ 132 w 203"/>
                    <a:gd name="T113" fmla="*/ 84 h 134"/>
                    <a:gd name="T114" fmla="*/ 130 w 203"/>
                    <a:gd name="T115" fmla="*/ 80 h 134"/>
                    <a:gd name="T116" fmla="*/ 129 w 203"/>
                    <a:gd name="T117" fmla="*/ 63 h 134"/>
                    <a:gd name="T118" fmla="*/ 131 w 203"/>
                    <a:gd name="T119" fmla="*/ 5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3" h="134">
                      <a:moveTo>
                        <a:pt x="25" y="27"/>
                      </a:moveTo>
                      <a:cubicBezTo>
                        <a:pt x="25" y="27"/>
                        <a:pt x="26" y="27"/>
                        <a:pt x="26" y="27"/>
                      </a:cubicBezTo>
                      <a:cubicBezTo>
                        <a:pt x="26" y="27"/>
                        <a:pt x="26" y="27"/>
                        <a:pt x="26" y="27"/>
                      </a:cubicBezTo>
                      <a:cubicBezTo>
                        <a:pt x="27" y="28"/>
                        <a:pt x="27" y="28"/>
                        <a:pt x="27" y="28"/>
                      </a:cubicBezTo>
                      <a:cubicBezTo>
                        <a:pt x="27" y="28"/>
                        <a:pt x="27" y="28"/>
                        <a:pt x="27" y="29"/>
                      </a:cubicBezTo>
                      <a:cubicBezTo>
                        <a:pt x="27" y="29"/>
                        <a:pt x="27" y="29"/>
                        <a:pt x="27" y="29"/>
                      </a:cubicBezTo>
                      <a:cubicBezTo>
                        <a:pt x="27" y="29"/>
                        <a:pt x="27" y="29"/>
                        <a:pt x="27" y="29"/>
                      </a:cubicBezTo>
                      <a:cubicBezTo>
                        <a:pt x="27" y="29"/>
                        <a:pt x="27" y="29"/>
                        <a:pt x="27" y="29"/>
                      </a:cubicBezTo>
                      <a:cubicBezTo>
                        <a:pt x="27" y="29"/>
                        <a:pt x="26" y="29"/>
                        <a:pt x="26" y="29"/>
                      </a:cubicBezTo>
                      <a:cubicBezTo>
                        <a:pt x="26" y="29"/>
                        <a:pt x="26" y="29"/>
                        <a:pt x="26" y="29"/>
                      </a:cubicBezTo>
                      <a:cubicBezTo>
                        <a:pt x="26" y="28"/>
                        <a:pt x="25" y="28"/>
                        <a:pt x="25" y="28"/>
                      </a:cubicBezTo>
                      <a:cubicBezTo>
                        <a:pt x="25" y="28"/>
                        <a:pt x="24" y="27"/>
                        <a:pt x="24" y="27"/>
                      </a:cubicBezTo>
                      <a:cubicBezTo>
                        <a:pt x="24" y="27"/>
                        <a:pt x="24" y="26"/>
                        <a:pt x="24" y="26"/>
                      </a:cubicBezTo>
                      <a:cubicBezTo>
                        <a:pt x="24" y="26"/>
                        <a:pt x="24" y="25"/>
                        <a:pt x="25" y="25"/>
                      </a:cubicBezTo>
                      <a:cubicBezTo>
                        <a:pt x="25" y="25"/>
                        <a:pt x="25" y="26"/>
                        <a:pt x="25" y="26"/>
                      </a:cubicBezTo>
                      <a:cubicBezTo>
                        <a:pt x="25" y="26"/>
                        <a:pt x="25" y="26"/>
                        <a:pt x="25" y="27"/>
                      </a:cubicBezTo>
                      <a:close/>
                      <a:moveTo>
                        <a:pt x="32" y="31"/>
                      </a:moveTo>
                      <a:cubicBezTo>
                        <a:pt x="32" y="31"/>
                        <a:pt x="32" y="31"/>
                        <a:pt x="32" y="31"/>
                      </a:cubicBezTo>
                      <a:cubicBezTo>
                        <a:pt x="33" y="31"/>
                        <a:pt x="33" y="31"/>
                        <a:pt x="33" y="31"/>
                      </a:cubicBezTo>
                      <a:cubicBezTo>
                        <a:pt x="33" y="30"/>
                        <a:pt x="33" y="30"/>
                        <a:pt x="33" y="29"/>
                      </a:cubicBezTo>
                      <a:cubicBezTo>
                        <a:pt x="33" y="29"/>
                        <a:pt x="32" y="29"/>
                        <a:pt x="32" y="28"/>
                      </a:cubicBezTo>
                      <a:cubicBezTo>
                        <a:pt x="32" y="28"/>
                        <a:pt x="32" y="28"/>
                        <a:pt x="32" y="28"/>
                      </a:cubicBezTo>
                      <a:cubicBezTo>
                        <a:pt x="31" y="28"/>
                        <a:pt x="31" y="28"/>
                        <a:pt x="31" y="29"/>
                      </a:cubicBezTo>
                      <a:cubicBezTo>
                        <a:pt x="31" y="29"/>
                        <a:pt x="31" y="29"/>
                        <a:pt x="31" y="30"/>
                      </a:cubicBezTo>
                      <a:cubicBezTo>
                        <a:pt x="30" y="30"/>
                        <a:pt x="31" y="30"/>
                        <a:pt x="31" y="30"/>
                      </a:cubicBezTo>
                      <a:cubicBezTo>
                        <a:pt x="31" y="30"/>
                        <a:pt x="31" y="30"/>
                        <a:pt x="31" y="31"/>
                      </a:cubicBezTo>
                      <a:cubicBezTo>
                        <a:pt x="31" y="31"/>
                        <a:pt x="31" y="31"/>
                        <a:pt x="31" y="31"/>
                      </a:cubicBezTo>
                      <a:cubicBezTo>
                        <a:pt x="31" y="31"/>
                        <a:pt x="31" y="31"/>
                        <a:pt x="31" y="31"/>
                      </a:cubicBezTo>
                      <a:cubicBezTo>
                        <a:pt x="32" y="31"/>
                        <a:pt x="32" y="31"/>
                        <a:pt x="32" y="31"/>
                      </a:cubicBezTo>
                      <a:close/>
                      <a:moveTo>
                        <a:pt x="132" y="53"/>
                      </a:moveTo>
                      <a:cubicBezTo>
                        <a:pt x="132" y="53"/>
                        <a:pt x="131" y="53"/>
                        <a:pt x="131" y="52"/>
                      </a:cubicBezTo>
                      <a:cubicBezTo>
                        <a:pt x="131" y="52"/>
                        <a:pt x="130" y="52"/>
                        <a:pt x="130" y="52"/>
                      </a:cubicBezTo>
                      <a:cubicBezTo>
                        <a:pt x="128" y="52"/>
                        <a:pt x="128" y="52"/>
                        <a:pt x="128" y="52"/>
                      </a:cubicBezTo>
                      <a:cubicBezTo>
                        <a:pt x="127" y="52"/>
                        <a:pt x="127" y="52"/>
                        <a:pt x="127" y="52"/>
                      </a:cubicBezTo>
                      <a:cubicBezTo>
                        <a:pt x="126" y="51"/>
                        <a:pt x="126" y="51"/>
                        <a:pt x="126" y="51"/>
                      </a:cubicBezTo>
                      <a:cubicBezTo>
                        <a:pt x="125" y="50"/>
                        <a:pt x="125" y="50"/>
                        <a:pt x="125" y="50"/>
                      </a:cubicBezTo>
                      <a:cubicBezTo>
                        <a:pt x="124" y="50"/>
                        <a:pt x="124" y="50"/>
                        <a:pt x="124" y="50"/>
                      </a:cubicBezTo>
                      <a:cubicBezTo>
                        <a:pt x="122" y="49"/>
                        <a:pt x="122" y="49"/>
                        <a:pt x="122" y="49"/>
                      </a:cubicBezTo>
                      <a:cubicBezTo>
                        <a:pt x="121" y="49"/>
                        <a:pt x="121" y="49"/>
                        <a:pt x="121" y="49"/>
                      </a:cubicBezTo>
                      <a:cubicBezTo>
                        <a:pt x="120" y="48"/>
                        <a:pt x="120" y="48"/>
                        <a:pt x="120" y="48"/>
                      </a:cubicBezTo>
                      <a:cubicBezTo>
                        <a:pt x="120" y="46"/>
                        <a:pt x="120" y="46"/>
                        <a:pt x="120" y="46"/>
                      </a:cubicBezTo>
                      <a:cubicBezTo>
                        <a:pt x="119" y="44"/>
                        <a:pt x="119" y="44"/>
                        <a:pt x="119" y="44"/>
                      </a:cubicBezTo>
                      <a:cubicBezTo>
                        <a:pt x="119" y="43"/>
                        <a:pt x="119" y="43"/>
                        <a:pt x="119" y="43"/>
                      </a:cubicBezTo>
                      <a:cubicBezTo>
                        <a:pt x="119" y="43"/>
                        <a:pt x="118" y="43"/>
                        <a:pt x="118" y="42"/>
                      </a:cubicBezTo>
                      <a:cubicBezTo>
                        <a:pt x="118" y="42"/>
                        <a:pt x="118" y="42"/>
                        <a:pt x="118" y="42"/>
                      </a:cubicBezTo>
                      <a:cubicBezTo>
                        <a:pt x="118" y="42"/>
                        <a:pt x="118" y="41"/>
                        <a:pt x="118" y="41"/>
                      </a:cubicBezTo>
                      <a:cubicBezTo>
                        <a:pt x="118" y="40"/>
                        <a:pt x="118" y="40"/>
                        <a:pt x="118" y="40"/>
                      </a:cubicBezTo>
                      <a:cubicBezTo>
                        <a:pt x="116" y="39"/>
                        <a:pt x="116" y="39"/>
                        <a:pt x="116" y="39"/>
                      </a:cubicBezTo>
                      <a:cubicBezTo>
                        <a:pt x="116" y="39"/>
                        <a:pt x="115" y="37"/>
                        <a:pt x="115" y="37"/>
                      </a:cubicBezTo>
                      <a:cubicBezTo>
                        <a:pt x="115" y="37"/>
                        <a:pt x="113" y="35"/>
                        <a:pt x="113" y="35"/>
                      </a:cubicBezTo>
                      <a:cubicBezTo>
                        <a:pt x="113" y="35"/>
                        <a:pt x="113" y="33"/>
                        <a:pt x="113" y="33"/>
                      </a:cubicBezTo>
                      <a:cubicBezTo>
                        <a:pt x="113" y="33"/>
                        <a:pt x="110" y="30"/>
                        <a:pt x="110" y="30"/>
                      </a:cubicBezTo>
                      <a:cubicBezTo>
                        <a:pt x="110" y="28"/>
                        <a:pt x="110" y="28"/>
                        <a:pt x="110" y="28"/>
                      </a:cubicBezTo>
                      <a:cubicBezTo>
                        <a:pt x="108" y="26"/>
                        <a:pt x="108" y="26"/>
                        <a:pt x="108" y="26"/>
                      </a:cubicBezTo>
                      <a:cubicBezTo>
                        <a:pt x="106" y="25"/>
                        <a:pt x="106" y="25"/>
                        <a:pt x="106" y="25"/>
                      </a:cubicBezTo>
                      <a:cubicBezTo>
                        <a:pt x="106" y="25"/>
                        <a:pt x="106" y="25"/>
                        <a:pt x="106" y="25"/>
                      </a:cubicBezTo>
                      <a:cubicBezTo>
                        <a:pt x="106" y="24"/>
                        <a:pt x="106" y="24"/>
                        <a:pt x="106" y="24"/>
                      </a:cubicBezTo>
                      <a:cubicBezTo>
                        <a:pt x="105" y="23"/>
                        <a:pt x="105" y="23"/>
                        <a:pt x="105" y="23"/>
                      </a:cubicBezTo>
                      <a:cubicBezTo>
                        <a:pt x="101" y="23"/>
                        <a:pt x="101" y="23"/>
                        <a:pt x="101" y="23"/>
                      </a:cubicBezTo>
                      <a:cubicBezTo>
                        <a:pt x="99" y="22"/>
                        <a:pt x="99" y="22"/>
                        <a:pt x="99" y="22"/>
                      </a:cubicBezTo>
                      <a:cubicBezTo>
                        <a:pt x="99" y="24"/>
                        <a:pt x="99" y="24"/>
                        <a:pt x="99" y="24"/>
                      </a:cubicBezTo>
                      <a:cubicBezTo>
                        <a:pt x="97" y="24"/>
                        <a:pt x="97" y="24"/>
                        <a:pt x="97" y="24"/>
                      </a:cubicBezTo>
                      <a:cubicBezTo>
                        <a:pt x="97" y="24"/>
                        <a:pt x="96" y="25"/>
                        <a:pt x="96" y="25"/>
                      </a:cubicBezTo>
                      <a:cubicBezTo>
                        <a:pt x="96" y="25"/>
                        <a:pt x="96" y="26"/>
                        <a:pt x="96" y="26"/>
                      </a:cubicBezTo>
                      <a:cubicBezTo>
                        <a:pt x="95" y="27"/>
                        <a:pt x="95" y="27"/>
                        <a:pt x="95" y="27"/>
                      </a:cubicBezTo>
                      <a:cubicBezTo>
                        <a:pt x="95" y="28"/>
                        <a:pt x="95" y="28"/>
                        <a:pt x="95" y="28"/>
                      </a:cubicBezTo>
                      <a:cubicBezTo>
                        <a:pt x="94" y="29"/>
                        <a:pt x="94" y="29"/>
                        <a:pt x="94" y="29"/>
                      </a:cubicBezTo>
                      <a:cubicBezTo>
                        <a:pt x="93" y="29"/>
                        <a:pt x="93" y="29"/>
                        <a:pt x="93" y="29"/>
                      </a:cubicBezTo>
                      <a:cubicBezTo>
                        <a:pt x="90" y="27"/>
                        <a:pt x="90" y="27"/>
                        <a:pt x="90" y="27"/>
                      </a:cubicBezTo>
                      <a:cubicBezTo>
                        <a:pt x="88" y="27"/>
                        <a:pt x="88" y="27"/>
                        <a:pt x="88" y="27"/>
                      </a:cubicBezTo>
                      <a:cubicBezTo>
                        <a:pt x="86" y="26"/>
                        <a:pt x="86" y="26"/>
                        <a:pt x="86" y="26"/>
                      </a:cubicBezTo>
                      <a:cubicBezTo>
                        <a:pt x="86" y="25"/>
                        <a:pt x="86" y="25"/>
                        <a:pt x="86" y="25"/>
                      </a:cubicBezTo>
                      <a:cubicBezTo>
                        <a:pt x="84" y="23"/>
                        <a:pt x="84" y="23"/>
                        <a:pt x="84" y="23"/>
                      </a:cubicBezTo>
                      <a:cubicBezTo>
                        <a:pt x="83" y="20"/>
                        <a:pt x="83" y="20"/>
                        <a:pt x="83" y="20"/>
                      </a:cubicBezTo>
                      <a:cubicBezTo>
                        <a:pt x="81" y="16"/>
                        <a:pt x="81" y="16"/>
                        <a:pt x="81" y="16"/>
                      </a:cubicBezTo>
                      <a:cubicBezTo>
                        <a:pt x="79" y="15"/>
                        <a:pt x="79" y="15"/>
                        <a:pt x="79" y="15"/>
                      </a:cubicBezTo>
                      <a:cubicBezTo>
                        <a:pt x="75" y="11"/>
                        <a:pt x="75" y="11"/>
                        <a:pt x="75" y="11"/>
                      </a:cubicBezTo>
                      <a:cubicBezTo>
                        <a:pt x="74" y="10"/>
                        <a:pt x="74" y="10"/>
                        <a:pt x="74" y="10"/>
                      </a:cubicBezTo>
                      <a:cubicBezTo>
                        <a:pt x="72" y="8"/>
                        <a:pt x="72" y="8"/>
                        <a:pt x="72" y="8"/>
                      </a:cubicBezTo>
                      <a:cubicBezTo>
                        <a:pt x="60" y="8"/>
                        <a:pt x="60" y="8"/>
                        <a:pt x="60" y="8"/>
                      </a:cubicBezTo>
                      <a:cubicBezTo>
                        <a:pt x="60" y="11"/>
                        <a:pt x="60" y="11"/>
                        <a:pt x="60" y="11"/>
                      </a:cubicBezTo>
                      <a:cubicBezTo>
                        <a:pt x="40" y="11"/>
                        <a:pt x="40" y="11"/>
                        <a:pt x="40" y="11"/>
                      </a:cubicBezTo>
                      <a:cubicBezTo>
                        <a:pt x="15" y="2"/>
                        <a:pt x="15" y="2"/>
                        <a:pt x="15" y="2"/>
                      </a:cubicBezTo>
                      <a:cubicBezTo>
                        <a:pt x="16" y="0"/>
                        <a:pt x="16" y="0"/>
                        <a:pt x="16" y="0"/>
                      </a:cubicBezTo>
                      <a:cubicBezTo>
                        <a:pt x="0" y="2"/>
                        <a:pt x="0" y="2"/>
                        <a:pt x="0" y="2"/>
                      </a:cubicBezTo>
                      <a:cubicBezTo>
                        <a:pt x="0" y="2"/>
                        <a:pt x="0" y="2"/>
                        <a:pt x="0" y="2"/>
                      </a:cubicBezTo>
                      <a:cubicBezTo>
                        <a:pt x="0" y="3"/>
                        <a:pt x="0" y="3"/>
                        <a:pt x="0" y="3"/>
                      </a:cubicBezTo>
                      <a:cubicBezTo>
                        <a:pt x="0" y="3"/>
                        <a:pt x="1" y="4"/>
                        <a:pt x="1" y="4"/>
                      </a:cubicBezTo>
                      <a:cubicBezTo>
                        <a:pt x="1" y="4"/>
                        <a:pt x="1" y="5"/>
                        <a:pt x="1" y="5"/>
                      </a:cubicBezTo>
                      <a:cubicBezTo>
                        <a:pt x="1" y="5"/>
                        <a:pt x="1" y="5"/>
                        <a:pt x="1" y="5"/>
                      </a:cubicBezTo>
                      <a:cubicBezTo>
                        <a:pt x="1" y="6"/>
                        <a:pt x="2" y="6"/>
                        <a:pt x="2" y="6"/>
                      </a:cubicBezTo>
                      <a:cubicBezTo>
                        <a:pt x="2" y="6"/>
                        <a:pt x="3" y="7"/>
                        <a:pt x="3" y="7"/>
                      </a:cubicBezTo>
                      <a:cubicBezTo>
                        <a:pt x="3" y="8"/>
                        <a:pt x="3" y="8"/>
                        <a:pt x="3" y="8"/>
                      </a:cubicBezTo>
                      <a:cubicBezTo>
                        <a:pt x="3" y="9"/>
                        <a:pt x="3" y="9"/>
                        <a:pt x="3" y="9"/>
                      </a:cubicBezTo>
                      <a:cubicBezTo>
                        <a:pt x="3" y="10"/>
                        <a:pt x="3" y="10"/>
                        <a:pt x="3" y="10"/>
                      </a:cubicBezTo>
                      <a:cubicBezTo>
                        <a:pt x="3" y="10"/>
                        <a:pt x="4" y="10"/>
                        <a:pt x="4" y="10"/>
                      </a:cubicBezTo>
                      <a:cubicBezTo>
                        <a:pt x="4" y="11"/>
                        <a:pt x="5" y="11"/>
                        <a:pt x="5" y="12"/>
                      </a:cubicBezTo>
                      <a:cubicBezTo>
                        <a:pt x="5" y="12"/>
                        <a:pt x="6" y="13"/>
                        <a:pt x="6" y="13"/>
                      </a:cubicBezTo>
                      <a:cubicBezTo>
                        <a:pt x="6" y="13"/>
                        <a:pt x="6" y="13"/>
                        <a:pt x="6" y="13"/>
                      </a:cubicBezTo>
                      <a:cubicBezTo>
                        <a:pt x="5" y="13"/>
                        <a:pt x="5" y="14"/>
                        <a:pt x="5" y="14"/>
                      </a:cubicBezTo>
                      <a:cubicBezTo>
                        <a:pt x="5" y="14"/>
                        <a:pt x="5" y="14"/>
                        <a:pt x="6" y="15"/>
                      </a:cubicBezTo>
                      <a:cubicBezTo>
                        <a:pt x="6" y="15"/>
                        <a:pt x="6" y="15"/>
                        <a:pt x="7" y="15"/>
                      </a:cubicBezTo>
                      <a:cubicBezTo>
                        <a:pt x="7" y="16"/>
                        <a:pt x="7" y="16"/>
                        <a:pt x="7" y="17"/>
                      </a:cubicBezTo>
                      <a:cubicBezTo>
                        <a:pt x="7" y="17"/>
                        <a:pt x="7" y="18"/>
                        <a:pt x="7" y="18"/>
                      </a:cubicBezTo>
                      <a:cubicBezTo>
                        <a:pt x="7" y="18"/>
                        <a:pt x="8" y="18"/>
                        <a:pt x="8" y="19"/>
                      </a:cubicBezTo>
                      <a:cubicBezTo>
                        <a:pt x="8" y="19"/>
                        <a:pt x="9" y="20"/>
                        <a:pt x="9" y="20"/>
                      </a:cubicBezTo>
                      <a:cubicBezTo>
                        <a:pt x="9" y="20"/>
                        <a:pt x="9" y="21"/>
                        <a:pt x="9" y="21"/>
                      </a:cubicBezTo>
                      <a:cubicBezTo>
                        <a:pt x="9" y="21"/>
                        <a:pt x="9" y="22"/>
                        <a:pt x="9" y="22"/>
                      </a:cubicBezTo>
                      <a:cubicBezTo>
                        <a:pt x="9" y="22"/>
                        <a:pt x="9" y="22"/>
                        <a:pt x="9" y="22"/>
                      </a:cubicBezTo>
                      <a:cubicBezTo>
                        <a:pt x="10" y="22"/>
                        <a:pt x="10" y="23"/>
                        <a:pt x="10" y="23"/>
                      </a:cubicBezTo>
                      <a:cubicBezTo>
                        <a:pt x="10" y="24"/>
                        <a:pt x="10" y="24"/>
                        <a:pt x="11" y="24"/>
                      </a:cubicBezTo>
                      <a:cubicBezTo>
                        <a:pt x="11" y="25"/>
                        <a:pt x="11" y="25"/>
                        <a:pt x="12" y="25"/>
                      </a:cubicBezTo>
                      <a:cubicBezTo>
                        <a:pt x="12" y="25"/>
                        <a:pt x="13" y="26"/>
                        <a:pt x="13" y="26"/>
                      </a:cubicBezTo>
                      <a:cubicBezTo>
                        <a:pt x="13" y="26"/>
                        <a:pt x="14" y="26"/>
                        <a:pt x="14" y="27"/>
                      </a:cubicBezTo>
                      <a:cubicBezTo>
                        <a:pt x="15" y="27"/>
                        <a:pt x="16" y="28"/>
                        <a:pt x="16" y="28"/>
                      </a:cubicBezTo>
                      <a:cubicBezTo>
                        <a:pt x="16" y="28"/>
                        <a:pt x="16" y="29"/>
                        <a:pt x="16" y="29"/>
                      </a:cubicBezTo>
                      <a:cubicBezTo>
                        <a:pt x="17" y="29"/>
                        <a:pt x="17" y="29"/>
                        <a:pt x="17" y="30"/>
                      </a:cubicBezTo>
                      <a:cubicBezTo>
                        <a:pt x="17" y="30"/>
                        <a:pt x="17" y="30"/>
                        <a:pt x="18" y="30"/>
                      </a:cubicBezTo>
                      <a:cubicBezTo>
                        <a:pt x="19" y="30"/>
                        <a:pt x="18" y="31"/>
                        <a:pt x="19" y="31"/>
                      </a:cubicBezTo>
                      <a:cubicBezTo>
                        <a:pt x="19" y="32"/>
                        <a:pt x="19" y="32"/>
                        <a:pt x="19" y="32"/>
                      </a:cubicBezTo>
                      <a:cubicBezTo>
                        <a:pt x="20" y="32"/>
                        <a:pt x="20" y="33"/>
                        <a:pt x="20" y="33"/>
                      </a:cubicBezTo>
                      <a:cubicBezTo>
                        <a:pt x="21" y="33"/>
                        <a:pt x="21" y="34"/>
                        <a:pt x="21" y="34"/>
                      </a:cubicBezTo>
                      <a:cubicBezTo>
                        <a:pt x="21" y="34"/>
                        <a:pt x="20" y="35"/>
                        <a:pt x="20" y="35"/>
                      </a:cubicBezTo>
                      <a:cubicBezTo>
                        <a:pt x="20" y="35"/>
                        <a:pt x="21" y="35"/>
                        <a:pt x="21" y="36"/>
                      </a:cubicBezTo>
                      <a:cubicBezTo>
                        <a:pt x="21" y="36"/>
                        <a:pt x="20" y="36"/>
                        <a:pt x="20" y="36"/>
                      </a:cubicBezTo>
                      <a:cubicBezTo>
                        <a:pt x="20" y="36"/>
                        <a:pt x="20" y="37"/>
                        <a:pt x="20" y="37"/>
                      </a:cubicBezTo>
                      <a:cubicBezTo>
                        <a:pt x="20" y="37"/>
                        <a:pt x="20" y="37"/>
                        <a:pt x="19" y="37"/>
                      </a:cubicBezTo>
                      <a:cubicBezTo>
                        <a:pt x="19" y="37"/>
                        <a:pt x="19" y="38"/>
                        <a:pt x="19" y="38"/>
                      </a:cubicBezTo>
                      <a:cubicBezTo>
                        <a:pt x="19" y="38"/>
                        <a:pt x="20" y="38"/>
                        <a:pt x="20" y="38"/>
                      </a:cubicBezTo>
                      <a:cubicBezTo>
                        <a:pt x="20" y="38"/>
                        <a:pt x="20" y="38"/>
                        <a:pt x="20" y="38"/>
                      </a:cubicBezTo>
                      <a:cubicBezTo>
                        <a:pt x="20" y="38"/>
                        <a:pt x="20" y="38"/>
                        <a:pt x="20" y="39"/>
                      </a:cubicBezTo>
                      <a:cubicBezTo>
                        <a:pt x="20" y="39"/>
                        <a:pt x="20" y="39"/>
                        <a:pt x="21" y="39"/>
                      </a:cubicBezTo>
                      <a:cubicBezTo>
                        <a:pt x="21" y="39"/>
                        <a:pt x="22" y="39"/>
                        <a:pt x="22" y="39"/>
                      </a:cubicBezTo>
                      <a:cubicBezTo>
                        <a:pt x="22" y="39"/>
                        <a:pt x="21" y="39"/>
                        <a:pt x="21" y="39"/>
                      </a:cubicBezTo>
                      <a:cubicBezTo>
                        <a:pt x="21" y="40"/>
                        <a:pt x="21" y="40"/>
                        <a:pt x="21" y="40"/>
                      </a:cubicBezTo>
                      <a:cubicBezTo>
                        <a:pt x="21" y="40"/>
                        <a:pt x="20" y="40"/>
                        <a:pt x="20" y="40"/>
                      </a:cubicBezTo>
                      <a:cubicBezTo>
                        <a:pt x="20" y="40"/>
                        <a:pt x="20" y="39"/>
                        <a:pt x="20" y="39"/>
                      </a:cubicBezTo>
                      <a:cubicBezTo>
                        <a:pt x="19" y="39"/>
                        <a:pt x="19" y="39"/>
                        <a:pt x="19" y="39"/>
                      </a:cubicBezTo>
                      <a:cubicBezTo>
                        <a:pt x="19" y="38"/>
                        <a:pt x="19" y="39"/>
                        <a:pt x="18" y="39"/>
                      </a:cubicBezTo>
                      <a:cubicBezTo>
                        <a:pt x="18" y="39"/>
                        <a:pt x="17" y="39"/>
                        <a:pt x="17" y="39"/>
                      </a:cubicBezTo>
                      <a:cubicBezTo>
                        <a:pt x="16" y="39"/>
                        <a:pt x="16" y="39"/>
                        <a:pt x="16" y="39"/>
                      </a:cubicBezTo>
                      <a:cubicBezTo>
                        <a:pt x="15" y="38"/>
                        <a:pt x="14" y="38"/>
                        <a:pt x="14" y="39"/>
                      </a:cubicBezTo>
                      <a:cubicBezTo>
                        <a:pt x="14" y="39"/>
                        <a:pt x="14" y="39"/>
                        <a:pt x="14" y="39"/>
                      </a:cubicBezTo>
                      <a:cubicBezTo>
                        <a:pt x="14" y="39"/>
                        <a:pt x="15" y="39"/>
                        <a:pt x="15" y="40"/>
                      </a:cubicBezTo>
                      <a:cubicBezTo>
                        <a:pt x="15" y="40"/>
                        <a:pt x="16" y="40"/>
                        <a:pt x="16" y="40"/>
                      </a:cubicBezTo>
                      <a:cubicBezTo>
                        <a:pt x="16" y="40"/>
                        <a:pt x="16" y="41"/>
                        <a:pt x="17" y="41"/>
                      </a:cubicBezTo>
                      <a:cubicBezTo>
                        <a:pt x="17" y="41"/>
                        <a:pt x="17" y="41"/>
                        <a:pt x="18" y="41"/>
                      </a:cubicBezTo>
                      <a:cubicBezTo>
                        <a:pt x="18" y="42"/>
                        <a:pt x="18" y="42"/>
                        <a:pt x="18" y="43"/>
                      </a:cubicBezTo>
                      <a:cubicBezTo>
                        <a:pt x="18" y="43"/>
                        <a:pt x="18" y="43"/>
                        <a:pt x="18" y="43"/>
                      </a:cubicBezTo>
                      <a:cubicBezTo>
                        <a:pt x="19" y="44"/>
                        <a:pt x="19" y="44"/>
                        <a:pt x="19" y="44"/>
                      </a:cubicBezTo>
                      <a:cubicBezTo>
                        <a:pt x="20" y="44"/>
                        <a:pt x="20" y="44"/>
                        <a:pt x="20" y="44"/>
                      </a:cubicBezTo>
                      <a:cubicBezTo>
                        <a:pt x="20" y="44"/>
                        <a:pt x="21" y="44"/>
                        <a:pt x="21" y="45"/>
                      </a:cubicBezTo>
                      <a:cubicBezTo>
                        <a:pt x="21" y="45"/>
                        <a:pt x="21" y="45"/>
                        <a:pt x="22" y="45"/>
                      </a:cubicBezTo>
                      <a:cubicBezTo>
                        <a:pt x="22" y="45"/>
                        <a:pt x="22" y="45"/>
                        <a:pt x="23" y="45"/>
                      </a:cubicBezTo>
                      <a:cubicBezTo>
                        <a:pt x="23" y="45"/>
                        <a:pt x="23" y="46"/>
                        <a:pt x="23" y="46"/>
                      </a:cubicBezTo>
                      <a:cubicBezTo>
                        <a:pt x="23" y="46"/>
                        <a:pt x="23" y="46"/>
                        <a:pt x="23" y="47"/>
                      </a:cubicBezTo>
                      <a:cubicBezTo>
                        <a:pt x="23" y="47"/>
                        <a:pt x="24" y="47"/>
                        <a:pt x="24" y="47"/>
                      </a:cubicBezTo>
                      <a:cubicBezTo>
                        <a:pt x="24" y="47"/>
                        <a:pt x="24" y="46"/>
                        <a:pt x="24" y="46"/>
                      </a:cubicBezTo>
                      <a:cubicBezTo>
                        <a:pt x="25" y="46"/>
                        <a:pt x="25" y="46"/>
                        <a:pt x="25" y="46"/>
                      </a:cubicBezTo>
                      <a:cubicBezTo>
                        <a:pt x="25" y="46"/>
                        <a:pt x="25" y="46"/>
                        <a:pt x="25" y="46"/>
                      </a:cubicBezTo>
                      <a:cubicBezTo>
                        <a:pt x="25" y="46"/>
                        <a:pt x="26" y="46"/>
                        <a:pt x="26" y="46"/>
                      </a:cubicBezTo>
                      <a:cubicBezTo>
                        <a:pt x="26" y="46"/>
                        <a:pt x="26" y="46"/>
                        <a:pt x="26" y="46"/>
                      </a:cubicBezTo>
                      <a:cubicBezTo>
                        <a:pt x="26" y="46"/>
                        <a:pt x="26" y="45"/>
                        <a:pt x="27" y="45"/>
                      </a:cubicBezTo>
                      <a:cubicBezTo>
                        <a:pt x="27" y="45"/>
                        <a:pt x="26" y="45"/>
                        <a:pt x="26" y="45"/>
                      </a:cubicBezTo>
                      <a:cubicBezTo>
                        <a:pt x="26" y="45"/>
                        <a:pt x="26" y="44"/>
                        <a:pt x="26" y="44"/>
                      </a:cubicBezTo>
                      <a:cubicBezTo>
                        <a:pt x="27" y="44"/>
                        <a:pt x="27" y="44"/>
                        <a:pt x="27" y="44"/>
                      </a:cubicBezTo>
                      <a:cubicBezTo>
                        <a:pt x="27" y="44"/>
                        <a:pt x="27" y="45"/>
                        <a:pt x="27" y="45"/>
                      </a:cubicBezTo>
                      <a:cubicBezTo>
                        <a:pt x="27" y="45"/>
                        <a:pt x="27" y="45"/>
                        <a:pt x="27" y="45"/>
                      </a:cubicBezTo>
                      <a:cubicBezTo>
                        <a:pt x="27" y="45"/>
                        <a:pt x="27" y="46"/>
                        <a:pt x="27" y="46"/>
                      </a:cubicBezTo>
                      <a:cubicBezTo>
                        <a:pt x="27" y="46"/>
                        <a:pt x="27" y="47"/>
                        <a:pt x="27" y="47"/>
                      </a:cubicBezTo>
                      <a:cubicBezTo>
                        <a:pt x="27" y="47"/>
                        <a:pt x="27" y="48"/>
                        <a:pt x="28" y="48"/>
                      </a:cubicBezTo>
                      <a:cubicBezTo>
                        <a:pt x="28" y="49"/>
                        <a:pt x="29" y="49"/>
                        <a:pt x="30" y="49"/>
                      </a:cubicBezTo>
                      <a:cubicBezTo>
                        <a:pt x="30" y="50"/>
                        <a:pt x="31" y="50"/>
                        <a:pt x="31" y="50"/>
                      </a:cubicBezTo>
                      <a:cubicBezTo>
                        <a:pt x="32" y="50"/>
                        <a:pt x="32" y="51"/>
                        <a:pt x="33" y="51"/>
                      </a:cubicBezTo>
                      <a:cubicBezTo>
                        <a:pt x="33" y="51"/>
                        <a:pt x="34" y="54"/>
                        <a:pt x="34" y="54"/>
                      </a:cubicBezTo>
                      <a:cubicBezTo>
                        <a:pt x="34" y="55"/>
                        <a:pt x="34" y="56"/>
                        <a:pt x="34" y="56"/>
                      </a:cubicBezTo>
                      <a:cubicBezTo>
                        <a:pt x="34" y="56"/>
                        <a:pt x="34" y="57"/>
                        <a:pt x="34" y="57"/>
                      </a:cubicBezTo>
                      <a:cubicBezTo>
                        <a:pt x="33" y="58"/>
                        <a:pt x="34" y="59"/>
                        <a:pt x="34" y="59"/>
                      </a:cubicBezTo>
                      <a:cubicBezTo>
                        <a:pt x="34" y="59"/>
                        <a:pt x="34" y="59"/>
                        <a:pt x="34" y="59"/>
                      </a:cubicBezTo>
                      <a:cubicBezTo>
                        <a:pt x="34" y="59"/>
                        <a:pt x="33" y="60"/>
                        <a:pt x="33" y="60"/>
                      </a:cubicBezTo>
                      <a:cubicBezTo>
                        <a:pt x="32" y="60"/>
                        <a:pt x="33" y="60"/>
                        <a:pt x="33" y="61"/>
                      </a:cubicBezTo>
                      <a:cubicBezTo>
                        <a:pt x="32" y="61"/>
                        <a:pt x="33" y="61"/>
                        <a:pt x="33" y="61"/>
                      </a:cubicBezTo>
                      <a:cubicBezTo>
                        <a:pt x="33" y="61"/>
                        <a:pt x="33" y="60"/>
                        <a:pt x="33" y="61"/>
                      </a:cubicBezTo>
                      <a:cubicBezTo>
                        <a:pt x="34" y="61"/>
                        <a:pt x="33" y="61"/>
                        <a:pt x="34" y="61"/>
                      </a:cubicBezTo>
                      <a:cubicBezTo>
                        <a:pt x="34" y="61"/>
                        <a:pt x="34" y="61"/>
                        <a:pt x="35" y="62"/>
                      </a:cubicBezTo>
                      <a:cubicBezTo>
                        <a:pt x="35" y="62"/>
                        <a:pt x="35" y="62"/>
                        <a:pt x="36" y="62"/>
                      </a:cubicBezTo>
                      <a:cubicBezTo>
                        <a:pt x="36" y="63"/>
                        <a:pt x="36" y="63"/>
                        <a:pt x="37" y="63"/>
                      </a:cubicBezTo>
                      <a:cubicBezTo>
                        <a:pt x="37" y="64"/>
                        <a:pt x="38" y="64"/>
                        <a:pt x="38" y="64"/>
                      </a:cubicBezTo>
                      <a:cubicBezTo>
                        <a:pt x="39" y="65"/>
                        <a:pt x="39" y="65"/>
                        <a:pt x="40" y="65"/>
                      </a:cubicBezTo>
                      <a:cubicBezTo>
                        <a:pt x="40" y="66"/>
                        <a:pt x="41" y="67"/>
                        <a:pt x="42" y="67"/>
                      </a:cubicBezTo>
                      <a:cubicBezTo>
                        <a:pt x="42" y="68"/>
                        <a:pt x="43" y="69"/>
                        <a:pt x="43" y="69"/>
                      </a:cubicBezTo>
                      <a:cubicBezTo>
                        <a:pt x="44" y="69"/>
                        <a:pt x="45" y="70"/>
                        <a:pt x="45" y="70"/>
                      </a:cubicBezTo>
                      <a:cubicBezTo>
                        <a:pt x="46" y="70"/>
                        <a:pt x="46" y="71"/>
                        <a:pt x="46" y="71"/>
                      </a:cubicBezTo>
                      <a:cubicBezTo>
                        <a:pt x="47" y="72"/>
                        <a:pt x="47" y="73"/>
                        <a:pt x="47" y="74"/>
                      </a:cubicBezTo>
                      <a:cubicBezTo>
                        <a:pt x="47" y="74"/>
                        <a:pt x="48" y="75"/>
                        <a:pt x="48" y="75"/>
                      </a:cubicBezTo>
                      <a:cubicBezTo>
                        <a:pt x="48" y="75"/>
                        <a:pt x="49" y="75"/>
                        <a:pt x="49" y="75"/>
                      </a:cubicBezTo>
                      <a:cubicBezTo>
                        <a:pt x="49" y="75"/>
                        <a:pt x="50" y="74"/>
                        <a:pt x="50" y="74"/>
                      </a:cubicBezTo>
                      <a:cubicBezTo>
                        <a:pt x="50" y="74"/>
                        <a:pt x="50" y="74"/>
                        <a:pt x="51" y="74"/>
                      </a:cubicBezTo>
                      <a:cubicBezTo>
                        <a:pt x="51" y="73"/>
                        <a:pt x="52" y="73"/>
                        <a:pt x="52" y="73"/>
                      </a:cubicBezTo>
                      <a:cubicBezTo>
                        <a:pt x="52" y="73"/>
                        <a:pt x="52" y="71"/>
                        <a:pt x="52" y="71"/>
                      </a:cubicBezTo>
                      <a:cubicBezTo>
                        <a:pt x="52" y="71"/>
                        <a:pt x="51" y="70"/>
                        <a:pt x="51" y="70"/>
                      </a:cubicBezTo>
                      <a:cubicBezTo>
                        <a:pt x="51" y="70"/>
                        <a:pt x="50" y="70"/>
                        <a:pt x="50" y="69"/>
                      </a:cubicBezTo>
                      <a:cubicBezTo>
                        <a:pt x="50" y="69"/>
                        <a:pt x="50" y="69"/>
                        <a:pt x="50" y="69"/>
                      </a:cubicBezTo>
                      <a:cubicBezTo>
                        <a:pt x="50" y="68"/>
                        <a:pt x="50" y="68"/>
                        <a:pt x="50" y="68"/>
                      </a:cubicBezTo>
                      <a:cubicBezTo>
                        <a:pt x="49" y="68"/>
                        <a:pt x="49" y="68"/>
                        <a:pt x="49" y="67"/>
                      </a:cubicBezTo>
                      <a:cubicBezTo>
                        <a:pt x="49" y="67"/>
                        <a:pt x="49" y="67"/>
                        <a:pt x="49" y="67"/>
                      </a:cubicBezTo>
                      <a:cubicBezTo>
                        <a:pt x="49" y="67"/>
                        <a:pt x="48" y="67"/>
                        <a:pt x="48" y="66"/>
                      </a:cubicBezTo>
                      <a:cubicBezTo>
                        <a:pt x="48" y="66"/>
                        <a:pt x="48" y="66"/>
                        <a:pt x="48" y="66"/>
                      </a:cubicBezTo>
                      <a:cubicBezTo>
                        <a:pt x="47" y="65"/>
                        <a:pt x="47" y="65"/>
                        <a:pt x="47" y="65"/>
                      </a:cubicBezTo>
                      <a:cubicBezTo>
                        <a:pt x="46" y="64"/>
                        <a:pt x="46" y="65"/>
                        <a:pt x="46" y="65"/>
                      </a:cubicBezTo>
                      <a:cubicBezTo>
                        <a:pt x="46" y="65"/>
                        <a:pt x="46" y="66"/>
                        <a:pt x="46" y="66"/>
                      </a:cubicBezTo>
                      <a:cubicBezTo>
                        <a:pt x="45" y="66"/>
                        <a:pt x="45" y="66"/>
                        <a:pt x="45" y="66"/>
                      </a:cubicBezTo>
                      <a:cubicBezTo>
                        <a:pt x="45" y="66"/>
                        <a:pt x="44" y="66"/>
                        <a:pt x="44" y="65"/>
                      </a:cubicBezTo>
                      <a:cubicBezTo>
                        <a:pt x="44" y="65"/>
                        <a:pt x="44" y="65"/>
                        <a:pt x="44" y="65"/>
                      </a:cubicBezTo>
                      <a:cubicBezTo>
                        <a:pt x="43" y="64"/>
                        <a:pt x="43" y="64"/>
                        <a:pt x="43" y="64"/>
                      </a:cubicBezTo>
                      <a:cubicBezTo>
                        <a:pt x="43" y="63"/>
                        <a:pt x="43" y="63"/>
                        <a:pt x="43" y="63"/>
                      </a:cubicBezTo>
                      <a:cubicBezTo>
                        <a:pt x="43" y="63"/>
                        <a:pt x="43" y="62"/>
                        <a:pt x="43" y="62"/>
                      </a:cubicBezTo>
                      <a:cubicBezTo>
                        <a:pt x="43" y="62"/>
                        <a:pt x="43" y="61"/>
                        <a:pt x="43" y="60"/>
                      </a:cubicBezTo>
                      <a:cubicBezTo>
                        <a:pt x="43" y="60"/>
                        <a:pt x="43" y="60"/>
                        <a:pt x="43" y="60"/>
                      </a:cubicBezTo>
                      <a:cubicBezTo>
                        <a:pt x="42" y="59"/>
                        <a:pt x="42" y="59"/>
                        <a:pt x="42" y="59"/>
                      </a:cubicBezTo>
                      <a:cubicBezTo>
                        <a:pt x="42" y="58"/>
                        <a:pt x="42" y="57"/>
                        <a:pt x="42" y="57"/>
                      </a:cubicBezTo>
                      <a:cubicBezTo>
                        <a:pt x="42" y="57"/>
                        <a:pt x="41" y="56"/>
                        <a:pt x="41" y="56"/>
                      </a:cubicBezTo>
                      <a:cubicBezTo>
                        <a:pt x="40" y="56"/>
                        <a:pt x="40" y="55"/>
                        <a:pt x="40" y="55"/>
                      </a:cubicBezTo>
                      <a:cubicBezTo>
                        <a:pt x="40" y="55"/>
                        <a:pt x="40" y="54"/>
                        <a:pt x="40" y="54"/>
                      </a:cubicBezTo>
                      <a:cubicBezTo>
                        <a:pt x="39" y="54"/>
                        <a:pt x="39" y="54"/>
                        <a:pt x="39" y="53"/>
                      </a:cubicBezTo>
                      <a:cubicBezTo>
                        <a:pt x="39" y="53"/>
                        <a:pt x="39" y="51"/>
                        <a:pt x="39" y="51"/>
                      </a:cubicBezTo>
                      <a:cubicBezTo>
                        <a:pt x="39" y="50"/>
                        <a:pt x="39" y="50"/>
                        <a:pt x="38" y="49"/>
                      </a:cubicBezTo>
                      <a:cubicBezTo>
                        <a:pt x="38" y="49"/>
                        <a:pt x="38" y="49"/>
                        <a:pt x="38" y="48"/>
                      </a:cubicBezTo>
                      <a:cubicBezTo>
                        <a:pt x="38" y="48"/>
                        <a:pt x="37" y="47"/>
                        <a:pt x="37" y="47"/>
                      </a:cubicBezTo>
                      <a:cubicBezTo>
                        <a:pt x="37" y="46"/>
                        <a:pt x="36" y="46"/>
                        <a:pt x="36" y="45"/>
                      </a:cubicBezTo>
                      <a:cubicBezTo>
                        <a:pt x="36" y="45"/>
                        <a:pt x="36" y="46"/>
                        <a:pt x="36" y="46"/>
                      </a:cubicBezTo>
                      <a:cubicBezTo>
                        <a:pt x="36" y="46"/>
                        <a:pt x="36" y="46"/>
                        <a:pt x="36" y="47"/>
                      </a:cubicBezTo>
                      <a:cubicBezTo>
                        <a:pt x="36" y="47"/>
                        <a:pt x="36" y="47"/>
                        <a:pt x="36" y="47"/>
                      </a:cubicBezTo>
                      <a:cubicBezTo>
                        <a:pt x="36" y="48"/>
                        <a:pt x="36" y="48"/>
                        <a:pt x="36" y="48"/>
                      </a:cubicBezTo>
                      <a:cubicBezTo>
                        <a:pt x="36" y="47"/>
                        <a:pt x="35" y="47"/>
                        <a:pt x="35" y="47"/>
                      </a:cubicBezTo>
                      <a:cubicBezTo>
                        <a:pt x="35" y="46"/>
                        <a:pt x="35" y="46"/>
                        <a:pt x="35" y="46"/>
                      </a:cubicBezTo>
                      <a:cubicBezTo>
                        <a:pt x="35" y="46"/>
                        <a:pt x="35" y="45"/>
                        <a:pt x="35" y="45"/>
                      </a:cubicBezTo>
                      <a:cubicBezTo>
                        <a:pt x="35" y="45"/>
                        <a:pt x="35" y="44"/>
                        <a:pt x="35" y="44"/>
                      </a:cubicBezTo>
                      <a:cubicBezTo>
                        <a:pt x="35" y="44"/>
                        <a:pt x="35" y="44"/>
                        <a:pt x="35" y="44"/>
                      </a:cubicBezTo>
                      <a:cubicBezTo>
                        <a:pt x="34" y="44"/>
                        <a:pt x="34" y="44"/>
                        <a:pt x="34" y="43"/>
                      </a:cubicBezTo>
                      <a:cubicBezTo>
                        <a:pt x="33" y="43"/>
                        <a:pt x="33" y="43"/>
                        <a:pt x="33" y="42"/>
                      </a:cubicBezTo>
                      <a:cubicBezTo>
                        <a:pt x="33" y="42"/>
                        <a:pt x="32" y="41"/>
                        <a:pt x="32" y="40"/>
                      </a:cubicBezTo>
                      <a:cubicBezTo>
                        <a:pt x="31" y="40"/>
                        <a:pt x="31" y="40"/>
                        <a:pt x="31" y="40"/>
                      </a:cubicBezTo>
                      <a:cubicBezTo>
                        <a:pt x="30" y="40"/>
                        <a:pt x="30" y="39"/>
                        <a:pt x="30" y="38"/>
                      </a:cubicBezTo>
                      <a:cubicBezTo>
                        <a:pt x="29" y="38"/>
                        <a:pt x="29" y="38"/>
                        <a:pt x="29" y="37"/>
                      </a:cubicBezTo>
                      <a:cubicBezTo>
                        <a:pt x="29" y="37"/>
                        <a:pt x="29" y="36"/>
                        <a:pt x="29" y="36"/>
                      </a:cubicBezTo>
                      <a:cubicBezTo>
                        <a:pt x="29" y="36"/>
                        <a:pt x="29" y="35"/>
                        <a:pt x="29" y="35"/>
                      </a:cubicBezTo>
                      <a:cubicBezTo>
                        <a:pt x="29" y="35"/>
                        <a:pt x="29" y="34"/>
                        <a:pt x="29" y="34"/>
                      </a:cubicBezTo>
                      <a:cubicBezTo>
                        <a:pt x="29" y="34"/>
                        <a:pt x="29" y="34"/>
                        <a:pt x="29" y="33"/>
                      </a:cubicBezTo>
                      <a:cubicBezTo>
                        <a:pt x="28" y="33"/>
                        <a:pt x="28" y="33"/>
                        <a:pt x="28" y="33"/>
                      </a:cubicBezTo>
                      <a:cubicBezTo>
                        <a:pt x="28" y="34"/>
                        <a:pt x="28" y="34"/>
                        <a:pt x="27" y="34"/>
                      </a:cubicBezTo>
                      <a:cubicBezTo>
                        <a:pt x="27" y="33"/>
                        <a:pt x="27" y="33"/>
                        <a:pt x="27" y="33"/>
                      </a:cubicBezTo>
                      <a:cubicBezTo>
                        <a:pt x="27" y="33"/>
                        <a:pt x="27" y="32"/>
                        <a:pt x="27" y="31"/>
                      </a:cubicBezTo>
                      <a:cubicBezTo>
                        <a:pt x="26" y="31"/>
                        <a:pt x="26" y="31"/>
                        <a:pt x="26" y="31"/>
                      </a:cubicBezTo>
                      <a:cubicBezTo>
                        <a:pt x="25" y="31"/>
                        <a:pt x="26" y="31"/>
                        <a:pt x="26" y="31"/>
                      </a:cubicBezTo>
                      <a:cubicBezTo>
                        <a:pt x="25" y="30"/>
                        <a:pt x="25" y="30"/>
                        <a:pt x="25" y="30"/>
                      </a:cubicBezTo>
                      <a:cubicBezTo>
                        <a:pt x="25" y="30"/>
                        <a:pt x="25" y="30"/>
                        <a:pt x="25" y="30"/>
                      </a:cubicBezTo>
                      <a:cubicBezTo>
                        <a:pt x="24" y="30"/>
                        <a:pt x="24" y="30"/>
                        <a:pt x="24" y="30"/>
                      </a:cubicBezTo>
                      <a:cubicBezTo>
                        <a:pt x="24" y="30"/>
                        <a:pt x="24" y="29"/>
                        <a:pt x="24" y="29"/>
                      </a:cubicBezTo>
                      <a:cubicBezTo>
                        <a:pt x="24" y="28"/>
                        <a:pt x="24" y="28"/>
                        <a:pt x="24" y="28"/>
                      </a:cubicBezTo>
                      <a:cubicBezTo>
                        <a:pt x="23" y="28"/>
                        <a:pt x="24" y="28"/>
                        <a:pt x="24" y="27"/>
                      </a:cubicBezTo>
                      <a:cubicBezTo>
                        <a:pt x="24" y="27"/>
                        <a:pt x="23" y="27"/>
                        <a:pt x="23" y="26"/>
                      </a:cubicBezTo>
                      <a:cubicBezTo>
                        <a:pt x="22" y="26"/>
                        <a:pt x="21" y="25"/>
                        <a:pt x="21" y="24"/>
                      </a:cubicBezTo>
                      <a:cubicBezTo>
                        <a:pt x="20" y="24"/>
                        <a:pt x="19" y="24"/>
                        <a:pt x="19" y="24"/>
                      </a:cubicBezTo>
                      <a:cubicBezTo>
                        <a:pt x="19" y="24"/>
                        <a:pt x="19" y="23"/>
                        <a:pt x="19" y="23"/>
                      </a:cubicBezTo>
                      <a:cubicBezTo>
                        <a:pt x="19" y="23"/>
                        <a:pt x="17" y="21"/>
                        <a:pt x="17" y="21"/>
                      </a:cubicBezTo>
                      <a:cubicBezTo>
                        <a:pt x="17" y="21"/>
                        <a:pt x="17" y="20"/>
                        <a:pt x="17" y="20"/>
                      </a:cubicBezTo>
                      <a:cubicBezTo>
                        <a:pt x="17" y="20"/>
                        <a:pt x="17" y="19"/>
                        <a:pt x="17" y="18"/>
                      </a:cubicBezTo>
                      <a:cubicBezTo>
                        <a:pt x="17" y="18"/>
                        <a:pt x="17" y="18"/>
                        <a:pt x="17" y="17"/>
                      </a:cubicBezTo>
                      <a:cubicBezTo>
                        <a:pt x="17" y="17"/>
                        <a:pt x="17" y="17"/>
                        <a:pt x="17" y="17"/>
                      </a:cubicBezTo>
                      <a:cubicBezTo>
                        <a:pt x="16" y="16"/>
                        <a:pt x="16" y="15"/>
                        <a:pt x="16" y="15"/>
                      </a:cubicBezTo>
                      <a:cubicBezTo>
                        <a:pt x="16" y="15"/>
                        <a:pt x="16" y="14"/>
                        <a:pt x="15" y="14"/>
                      </a:cubicBezTo>
                      <a:cubicBezTo>
                        <a:pt x="15" y="13"/>
                        <a:pt x="15" y="12"/>
                        <a:pt x="15" y="12"/>
                      </a:cubicBezTo>
                      <a:cubicBezTo>
                        <a:pt x="15" y="11"/>
                        <a:pt x="15" y="10"/>
                        <a:pt x="15" y="10"/>
                      </a:cubicBezTo>
                      <a:cubicBezTo>
                        <a:pt x="15" y="10"/>
                        <a:pt x="16" y="9"/>
                        <a:pt x="16" y="8"/>
                      </a:cubicBezTo>
                      <a:cubicBezTo>
                        <a:pt x="16" y="8"/>
                        <a:pt x="16" y="8"/>
                        <a:pt x="16" y="8"/>
                      </a:cubicBezTo>
                      <a:cubicBezTo>
                        <a:pt x="17" y="9"/>
                        <a:pt x="17" y="8"/>
                        <a:pt x="17" y="8"/>
                      </a:cubicBezTo>
                      <a:cubicBezTo>
                        <a:pt x="17" y="8"/>
                        <a:pt x="17" y="8"/>
                        <a:pt x="17" y="8"/>
                      </a:cubicBezTo>
                      <a:cubicBezTo>
                        <a:pt x="18" y="9"/>
                        <a:pt x="20" y="10"/>
                        <a:pt x="20" y="10"/>
                      </a:cubicBezTo>
                      <a:cubicBezTo>
                        <a:pt x="20" y="10"/>
                        <a:pt x="20" y="10"/>
                        <a:pt x="20" y="10"/>
                      </a:cubicBezTo>
                      <a:cubicBezTo>
                        <a:pt x="20" y="10"/>
                        <a:pt x="21" y="10"/>
                        <a:pt x="22" y="10"/>
                      </a:cubicBezTo>
                      <a:cubicBezTo>
                        <a:pt x="22" y="9"/>
                        <a:pt x="22" y="9"/>
                        <a:pt x="22" y="9"/>
                      </a:cubicBezTo>
                      <a:cubicBezTo>
                        <a:pt x="22" y="9"/>
                        <a:pt x="23" y="10"/>
                        <a:pt x="23" y="10"/>
                      </a:cubicBezTo>
                      <a:cubicBezTo>
                        <a:pt x="24" y="11"/>
                        <a:pt x="24" y="11"/>
                        <a:pt x="24" y="11"/>
                      </a:cubicBezTo>
                      <a:cubicBezTo>
                        <a:pt x="24" y="12"/>
                        <a:pt x="24" y="12"/>
                        <a:pt x="24" y="12"/>
                      </a:cubicBezTo>
                      <a:cubicBezTo>
                        <a:pt x="25" y="12"/>
                        <a:pt x="25" y="12"/>
                        <a:pt x="26" y="12"/>
                      </a:cubicBezTo>
                      <a:cubicBezTo>
                        <a:pt x="26" y="12"/>
                        <a:pt x="27" y="12"/>
                        <a:pt x="27" y="12"/>
                      </a:cubicBezTo>
                      <a:cubicBezTo>
                        <a:pt x="28" y="13"/>
                        <a:pt x="28" y="13"/>
                        <a:pt x="28" y="14"/>
                      </a:cubicBezTo>
                      <a:cubicBezTo>
                        <a:pt x="28" y="14"/>
                        <a:pt x="27" y="14"/>
                        <a:pt x="27" y="14"/>
                      </a:cubicBezTo>
                      <a:cubicBezTo>
                        <a:pt x="27" y="15"/>
                        <a:pt x="27" y="15"/>
                        <a:pt x="27" y="16"/>
                      </a:cubicBezTo>
                      <a:cubicBezTo>
                        <a:pt x="27" y="16"/>
                        <a:pt x="27" y="17"/>
                        <a:pt x="27" y="17"/>
                      </a:cubicBezTo>
                      <a:cubicBezTo>
                        <a:pt x="27" y="17"/>
                        <a:pt x="28" y="18"/>
                        <a:pt x="29" y="18"/>
                      </a:cubicBezTo>
                      <a:cubicBezTo>
                        <a:pt x="29" y="19"/>
                        <a:pt x="29" y="19"/>
                        <a:pt x="29" y="20"/>
                      </a:cubicBezTo>
                      <a:cubicBezTo>
                        <a:pt x="29" y="20"/>
                        <a:pt x="29" y="20"/>
                        <a:pt x="29" y="21"/>
                      </a:cubicBezTo>
                      <a:cubicBezTo>
                        <a:pt x="29" y="21"/>
                        <a:pt x="29" y="22"/>
                        <a:pt x="29" y="22"/>
                      </a:cubicBezTo>
                      <a:cubicBezTo>
                        <a:pt x="29" y="23"/>
                        <a:pt x="30" y="23"/>
                        <a:pt x="30" y="23"/>
                      </a:cubicBezTo>
                      <a:cubicBezTo>
                        <a:pt x="31" y="23"/>
                        <a:pt x="31" y="24"/>
                        <a:pt x="31" y="25"/>
                      </a:cubicBezTo>
                      <a:cubicBezTo>
                        <a:pt x="32" y="25"/>
                        <a:pt x="32" y="26"/>
                        <a:pt x="32" y="26"/>
                      </a:cubicBezTo>
                      <a:cubicBezTo>
                        <a:pt x="32" y="26"/>
                        <a:pt x="32" y="27"/>
                        <a:pt x="32" y="27"/>
                      </a:cubicBezTo>
                      <a:cubicBezTo>
                        <a:pt x="32" y="27"/>
                        <a:pt x="33" y="27"/>
                        <a:pt x="33" y="27"/>
                      </a:cubicBezTo>
                      <a:cubicBezTo>
                        <a:pt x="33" y="27"/>
                        <a:pt x="33" y="27"/>
                        <a:pt x="33" y="27"/>
                      </a:cubicBezTo>
                      <a:cubicBezTo>
                        <a:pt x="33" y="27"/>
                        <a:pt x="33" y="28"/>
                        <a:pt x="33" y="28"/>
                      </a:cubicBezTo>
                      <a:cubicBezTo>
                        <a:pt x="33" y="28"/>
                        <a:pt x="34" y="29"/>
                        <a:pt x="34" y="30"/>
                      </a:cubicBezTo>
                      <a:cubicBezTo>
                        <a:pt x="34" y="30"/>
                        <a:pt x="34" y="30"/>
                        <a:pt x="34" y="30"/>
                      </a:cubicBezTo>
                      <a:cubicBezTo>
                        <a:pt x="34" y="31"/>
                        <a:pt x="35" y="31"/>
                        <a:pt x="35" y="31"/>
                      </a:cubicBezTo>
                      <a:cubicBezTo>
                        <a:pt x="36" y="31"/>
                        <a:pt x="35" y="31"/>
                        <a:pt x="35" y="31"/>
                      </a:cubicBezTo>
                      <a:cubicBezTo>
                        <a:pt x="35" y="31"/>
                        <a:pt x="35" y="32"/>
                        <a:pt x="35" y="32"/>
                      </a:cubicBezTo>
                      <a:cubicBezTo>
                        <a:pt x="36" y="32"/>
                        <a:pt x="36" y="33"/>
                        <a:pt x="36" y="33"/>
                      </a:cubicBezTo>
                      <a:cubicBezTo>
                        <a:pt x="36" y="33"/>
                        <a:pt x="37" y="34"/>
                        <a:pt x="37" y="34"/>
                      </a:cubicBezTo>
                      <a:cubicBezTo>
                        <a:pt x="38" y="35"/>
                        <a:pt x="38" y="35"/>
                        <a:pt x="38" y="36"/>
                      </a:cubicBezTo>
                      <a:cubicBezTo>
                        <a:pt x="39" y="36"/>
                        <a:pt x="40" y="37"/>
                        <a:pt x="40" y="37"/>
                      </a:cubicBezTo>
                      <a:cubicBezTo>
                        <a:pt x="40" y="38"/>
                        <a:pt x="43" y="38"/>
                        <a:pt x="44" y="38"/>
                      </a:cubicBezTo>
                      <a:cubicBezTo>
                        <a:pt x="45" y="38"/>
                        <a:pt x="44" y="39"/>
                        <a:pt x="44" y="40"/>
                      </a:cubicBezTo>
                      <a:cubicBezTo>
                        <a:pt x="44" y="40"/>
                        <a:pt x="44" y="41"/>
                        <a:pt x="44" y="41"/>
                      </a:cubicBezTo>
                      <a:cubicBezTo>
                        <a:pt x="44" y="41"/>
                        <a:pt x="44" y="42"/>
                        <a:pt x="45" y="42"/>
                      </a:cubicBezTo>
                      <a:cubicBezTo>
                        <a:pt x="45" y="42"/>
                        <a:pt x="45" y="43"/>
                        <a:pt x="45" y="43"/>
                      </a:cubicBezTo>
                      <a:cubicBezTo>
                        <a:pt x="45" y="43"/>
                        <a:pt x="46" y="44"/>
                        <a:pt x="46" y="44"/>
                      </a:cubicBezTo>
                      <a:cubicBezTo>
                        <a:pt x="47" y="44"/>
                        <a:pt x="47" y="44"/>
                        <a:pt x="48" y="44"/>
                      </a:cubicBezTo>
                      <a:cubicBezTo>
                        <a:pt x="48" y="44"/>
                        <a:pt x="49" y="44"/>
                        <a:pt x="49" y="45"/>
                      </a:cubicBezTo>
                      <a:cubicBezTo>
                        <a:pt x="49" y="45"/>
                        <a:pt x="49" y="46"/>
                        <a:pt x="49" y="46"/>
                      </a:cubicBezTo>
                      <a:cubicBezTo>
                        <a:pt x="49" y="47"/>
                        <a:pt x="49" y="47"/>
                        <a:pt x="49" y="47"/>
                      </a:cubicBezTo>
                      <a:cubicBezTo>
                        <a:pt x="50" y="47"/>
                        <a:pt x="50" y="47"/>
                        <a:pt x="50" y="47"/>
                      </a:cubicBezTo>
                      <a:cubicBezTo>
                        <a:pt x="51" y="47"/>
                        <a:pt x="51" y="47"/>
                        <a:pt x="51" y="47"/>
                      </a:cubicBezTo>
                      <a:cubicBezTo>
                        <a:pt x="51" y="46"/>
                        <a:pt x="52" y="47"/>
                        <a:pt x="52" y="47"/>
                      </a:cubicBezTo>
                      <a:cubicBezTo>
                        <a:pt x="52" y="48"/>
                        <a:pt x="53" y="48"/>
                        <a:pt x="53" y="49"/>
                      </a:cubicBezTo>
                      <a:cubicBezTo>
                        <a:pt x="53" y="49"/>
                        <a:pt x="54" y="50"/>
                        <a:pt x="54" y="50"/>
                      </a:cubicBezTo>
                      <a:cubicBezTo>
                        <a:pt x="54" y="51"/>
                        <a:pt x="53" y="50"/>
                        <a:pt x="53" y="50"/>
                      </a:cubicBezTo>
                      <a:cubicBezTo>
                        <a:pt x="53" y="50"/>
                        <a:pt x="53" y="50"/>
                        <a:pt x="53" y="50"/>
                      </a:cubicBezTo>
                      <a:cubicBezTo>
                        <a:pt x="53" y="51"/>
                        <a:pt x="52" y="51"/>
                        <a:pt x="52" y="51"/>
                      </a:cubicBezTo>
                      <a:cubicBezTo>
                        <a:pt x="52" y="52"/>
                        <a:pt x="52" y="52"/>
                        <a:pt x="52" y="52"/>
                      </a:cubicBezTo>
                      <a:cubicBezTo>
                        <a:pt x="52" y="52"/>
                        <a:pt x="52" y="53"/>
                        <a:pt x="52" y="53"/>
                      </a:cubicBezTo>
                      <a:cubicBezTo>
                        <a:pt x="52" y="53"/>
                        <a:pt x="52" y="54"/>
                        <a:pt x="53" y="54"/>
                      </a:cubicBezTo>
                      <a:cubicBezTo>
                        <a:pt x="53" y="54"/>
                        <a:pt x="53" y="54"/>
                        <a:pt x="52" y="54"/>
                      </a:cubicBezTo>
                      <a:cubicBezTo>
                        <a:pt x="52" y="55"/>
                        <a:pt x="52" y="55"/>
                        <a:pt x="53" y="55"/>
                      </a:cubicBezTo>
                      <a:cubicBezTo>
                        <a:pt x="53" y="55"/>
                        <a:pt x="53" y="55"/>
                        <a:pt x="53" y="54"/>
                      </a:cubicBezTo>
                      <a:cubicBezTo>
                        <a:pt x="54" y="54"/>
                        <a:pt x="53" y="55"/>
                        <a:pt x="54" y="55"/>
                      </a:cubicBezTo>
                      <a:cubicBezTo>
                        <a:pt x="54" y="55"/>
                        <a:pt x="54" y="55"/>
                        <a:pt x="54" y="55"/>
                      </a:cubicBezTo>
                      <a:cubicBezTo>
                        <a:pt x="54" y="55"/>
                        <a:pt x="55" y="54"/>
                        <a:pt x="55" y="54"/>
                      </a:cubicBezTo>
                      <a:cubicBezTo>
                        <a:pt x="55" y="54"/>
                        <a:pt x="55" y="55"/>
                        <a:pt x="55" y="55"/>
                      </a:cubicBezTo>
                      <a:cubicBezTo>
                        <a:pt x="55" y="55"/>
                        <a:pt x="55" y="55"/>
                        <a:pt x="54" y="55"/>
                      </a:cubicBezTo>
                      <a:cubicBezTo>
                        <a:pt x="54" y="55"/>
                        <a:pt x="54" y="56"/>
                        <a:pt x="54" y="56"/>
                      </a:cubicBezTo>
                      <a:cubicBezTo>
                        <a:pt x="54" y="56"/>
                        <a:pt x="55" y="56"/>
                        <a:pt x="55" y="56"/>
                      </a:cubicBezTo>
                      <a:cubicBezTo>
                        <a:pt x="55" y="56"/>
                        <a:pt x="55" y="55"/>
                        <a:pt x="56" y="55"/>
                      </a:cubicBezTo>
                      <a:cubicBezTo>
                        <a:pt x="56" y="55"/>
                        <a:pt x="56" y="56"/>
                        <a:pt x="56" y="56"/>
                      </a:cubicBezTo>
                      <a:cubicBezTo>
                        <a:pt x="56" y="56"/>
                        <a:pt x="57" y="57"/>
                        <a:pt x="57" y="57"/>
                      </a:cubicBezTo>
                      <a:cubicBezTo>
                        <a:pt x="57" y="57"/>
                        <a:pt x="57" y="57"/>
                        <a:pt x="58" y="57"/>
                      </a:cubicBezTo>
                      <a:cubicBezTo>
                        <a:pt x="58" y="57"/>
                        <a:pt x="58" y="58"/>
                        <a:pt x="59" y="58"/>
                      </a:cubicBezTo>
                      <a:cubicBezTo>
                        <a:pt x="59" y="57"/>
                        <a:pt x="59" y="57"/>
                        <a:pt x="59" y="57"/>
                      </a:cubicBezTo>
                      <a:cubicBezTo>
                        <a:pt x="59" y="57"/>
                        <a:pt x="59" y="58"/>
                        <a:pt x="60" y="58"/>
                      </a:cubicBezTo>
                      <a:cubicBezTo>
                        <a:pt x="60" y="58"/>
                        <a:pt x="61" y="59"/>
                        <a:pt x="61" y="59"/>
                      </a:cubicBezTo>
                      <a:cubicBezTo>
                        <a:pt x="61" y="59"/>
                        <a:pt x="60" y="60"/>
                        <a:pt x="60" y="60"/>
                      </a:cubicBezTo>
                      <a:cubicBezTo>
                        <a:pt x="60" y="60"/>
                        <a:pt x="60" y="60"/>
                        <a:pt x="60" y="60"/>
                      </a:cubicBezTo>
                      <a:cubicBezTo>
                        <a:pt x="60" y="61"/>
                        <a:pt x="60" y="61"/>
                        <a:pt x="60" y="61"/>
                      </a:cubicBezTo>
                      <a:cubicBezTo>
                        <a:pt x="61" y="61"/>
                        <a:pt x="61" y="60"/>
                        <a:pt x="61" y="60"/>
                      </a:cubicBezTo>
                      <a:cubicBezTo>
                        <a:pt x="62" y="60"/>
                        <a:pt x="62" y="60"/>
                        <a:pt x="62" y="60"/>
                      </a:cubicBezTo>
                      <a:cubicBezTo>
                        <a:pt x="62" y="61"/>
                        <a:pt x="62" y="61"/>
                        <a:pt x="62" y="61"/>
                      </a:cubicBezTo>
                      <a:cubicBezTo>
                        <a:pt x="62" y="62"/>
                        <a:pt x="61" y="62"/>
                        <a:pt x="61" y="62"/>
                      </a:cubicBezTo>
                      <a:cubicBezTo>
                        <a:pt x="61" y="62"/>
                        <a:pt x="62" y="62"/>
                        <a:pt x="62" y="63"/>
                      </a:cubicBezTo>
                      <a:cubicBezTo>
                        <a:pt x="63" y="63"/>
                        <a:pt x="63" y="63"/>
                        <a:pt x="63" y="63"/>
                      </a:cubicBezTo>
                      <a:cubicBezTo>
                        <a:pt x="64" y="63"/>
                        <a:pt x="64" y="63"/>
                        <a:pt x="64" y="63"/>
                      </a:cubicBezTo>
                      <a:cubicBezTo>
                        <a:pt x="64" y="63"/>
                        <a:pt x="64" y="64"/>
                        <a:pt x="64" y="64"/>
                      </a:cubicBezTo>
                      <a:cubicBezTo>
                        <a:pt x="64" y="64"/>
                        <a:pt x="64" y="64"/>
                        <a:pt x="64" y="64"/>
                      </a:cubicBezTo>
                      <a:cubicBezTo>
                        <a:pt x="64" y="64"/>
                        <a:pt x="64" y="64"/>
                        <a:pt x="64" y="65"/>
                      </a:cubicBezTo>
                      <a:cubicBezTo>
                        <a:pt x="65" y="65"/>
                        <a:pt x="66" y="65"/>
                        <a:pt x="66" y="66"/>
                      </a:cubicBezTo>
                      <a:cubicBezTo>
                        <a:pt x="67" y="66"/>
                        <a:pt x="67" y="67"/>
                        <a:pt x="68" y="67"/>
                      </a:cubicBezTo>
                      <a:cubicBezTo>
                        <a:pt x="68" y="67"/>
                        <a:pt x="69" y="69"/>
                        <a:pt x="69" y="69"/>
                      </a:cubicBezTo>
                      <a:cubicBezTo>
                        <a:pt x="69" y="70"/>
                        <a:pt x="69" y="70"/>
                        <a:pt x="70" y="70"/>
                      </a:cubicBezTo>
                      <a:cubicBezTo>
                        <a:pt x="70" y="70"/>
                        <a:pt x="71" y="71"/>
                        <a:pt x="71" y="72"/>
                      </a:cubicBezTo>
                      <a:cubicBezTo>
                        <a:pt x="71" y="72"/>
                        <a:pt x="73" y="74"/>
                        <a:pt x="73" y="74"/>
                      </a:cubicBezTo>
                      <a:cubicBezTo>
                        <a:pt x="73" y="74"/>
                        <a:pt x="74" y="75"/>
                        <a:pt x="74" y="74"/>
                      </a:cubicBezTo>
                      <a:cubicBezTo>
                        <a:pt x="74" y="74"/>
                        <a:pt x="74" y="74"/>
                        <a:pt x="74" y="75"/>
                      </a:cubicBezTo>
                      <a:cubicBezTo>
                        <a:pt x="74" y="75"/>
                        <a:pt x="74" y="75"/>
                        <a:pt x="75" y="76"/>
                      </a:cubicBezTo>
                      <a:cubicBezTo>
                        <a:pt x="75" y="76"/>
                        <a:pt x="75" y="76"/>
                        <a:pt x="76" y="77"/>
                      </a:cubicBezTo>
                      <a:cubicBezTo>
                        <a:pt x="76" y="77"/>
                        <a:pt x="77" y="78"/>
                        <a:pt x="77" y="79"/>
                      </a:cubicBezTo>
                      <a:cubicBezTo>
                        <a:pt x="77" y="79"/>
                        <a:pt x="77" y="80"/>
                        <a:pt x="77" y="80"/>
                      </a:cubicBezTo>
                      <a:cubicBezTo>
                        <a:pt x="77" y="81"/>
                        <a:pt x="77" y="81"/>
                        <a:pt x="77" y="82"/>
                      </a:cubicBezTo>
                      <a:cubicBezTo>
                        <a:pt x="77" y="82"/>
                        <a:pt x="78" y="83"/>
                        <a:pt x="78" y="83"/>
                      </a:cubicBezTo>
                      <a:cubicBezTo>
                        <a:pt x="78" y="84"/>
                        <a:pt x="79" y="84"/>
                        <a:pt x="79" y="85"/>
                      </a:cubicBezTo>
                      <a:cubicBezTo>
                        <a:pt x="79" y="85"/>
                        <a:pt x="80" y="86"/>
                        <a:pt x="80" y="86"/>
                      </a:cubicBezTo>
                      <a:cubicBezTo>
                        <a:pt x="80" y="87"/>
                        <a:pt x="80" y="88"/>
                        <a:pt x="80" y="88"/>
                      </a:cubicBezTo>
                      <a:cubicBezTo>
                        <a:pt x="79" y="89"/>
                        <a:pt x="79" y="89"/>
                        <a:pt x="78" y="89"/>
                      </a:cubicBezTo>
                      <a:cubicBezTo>
                        <a:pt x="78" y="90"/>
                        <a:pt x="78" y="90"/>
                        <a:pt x="78" y="90"/>
                      </a:cubicBezTo>
                      <a:cubicBezTo>
                        <a:pt x="78" y="91"/>
                        <a:pt x="78" y="91"/>
                        <a:pt x="79" y="91"/>
                      </a:cubicBezTo>
                      <a:cubicBezTo>
                        <a:pt x="80" y="91"/>
                        <a:pt x="80" y="92"/>
                        <a:pt x="79" y="92"/>
                      </a:cubicBezTo>
                      <a:cubicBezTo>
                        <a:pt x="79" y="92"/>
                        <a:pt x="79" y="92"/>
                        <a:pt x="78" y="92"/>
                      </a:cubicBezTo>
                      <a:cubicBezTo>
                        <a:pt x="78" y="92"/>
                        <a:pt x="77" y="92"/>
                        <a:pt x="77" y="93"/>
                      </a:cubicBezTo>
                      <a:cubicBezTo>
                        <a:pt x="77" y="93"/>
                        <a:pt x="77" y="94"/>
                        <a:pt x="77" y="94"/>
                      </a:cubicBezTo>
                      <a:cubicBezTo>
                        <a:pt x="78" y="94"/>
                        <a:pt x="78" y="95"/>
                        <a:pt x="78" y="95"/>
                      </a:cubicBezTo>
                      <a:cubicBezTo>
                        <a:pt x="78" y="95"/>
                        <a:pt x="78" y="96"/>
                        <a:pt x="78" y="96"/>
                      </a:cubicBezTo>
                      <a:cubicBezTo>
                        <a:pt x="78" y="97"/>
                        <a:pt x="80" y="98"/>
                        <a:pt x="80" y="98"/>
                      </a:cubicBezTo>
                      <a:cubicBezTo>
                        <a:pt x="80" y="98"/>
                        <a:pt x="81" y="99"/>
                        <a:pt x="81" y="100"/>
                      </a:cubicBezTo>
                      <a:cubicBezTo>
                        <a:pt x="81" y="100"/>
                        <a:pt x="82" y="101"/>
                        <a:pt x="83" y="101"/>
                      </a:cubicBezTo>
                      <a:cubicBezTo>
                        <a:pt x="83" y="102"/>
                        <a:pt x="84" y="102"/>
                        <a:pt x="85" y="102"/>
                      </a:cubicBezTo>
                      <a:cubicBezTo>
                        <a:pt x="86" y="102"/>
                        <a:pt x="86" y="103"/>
                        <a:pt x="86" y="103"/>
                      </a:cubicBezTo>
                      <a:cubicBezTo>
                        <a:pt x="86" y="103"/>
                        <a:pt x="87" y="103"/>
                        <a:pt x="87" y="103"/>
                      </a:cubicBezTo>
                      <a:cubicBezTo>
                        <a:pt x="88" y="104"/>
                        <a:pt x="89" y="104"/>
                        <a:pt x="89" y="104"/>
                      </a:cubicBezTo>
                      <a:cubicBezTo>
                        <a:pt x="89" y="104"/>
                        <a:pt x="90" y="105"/>
                        <a:pt x="90" y="105"/>
                      </a:cubicBezTo>
                      <a:cubicBezTo>
                        <a:pt x="90" y="106"/>
                        <a:pt x="91" y="107"/>
                        <a:pt x="91" y="107"/>
                      </a:cubicBezTo>
                      <a:cubicBezTo>
                        <a:pt x="91" y="107"/>
                        <a:pt x="92" y="108"/>
                        <a:pt x="92" y="108"/>
                      </a:cubicBezTo>
                      <a:cubicBezTo>
                        <a:pt x="93" y="108"/>
                        <a:pt x="94" y="109"/>
                        <a:pt x="94" y="109"/>
                      </a:cubicBezTo>
                      <a:cubicBezTo>
                        <a:pt x="95" y="109"/>
                        <a:pt x="98" y="110"/>
                        <a:pt x="99" y="110"/>
                      </a:cubicBezTo>
                      <a:cubicBezTo>
                        <a:pt x="99" y="110"/>
                        <a:pt x="100" y="110"/>
                        <a:pt x="100" y="110"/>
                      </a:cubicBezTo>
                      <a:cubicBezTo>
                        <a:pt x="101" y="110"/>
                        <a:pt x="101" y="110"/>
                        <a:pt x="102" y="110"/>
                      </a:cubicBezTo>
                      <a:cubicBezTo>
                        <a:pt x="102" y="111"/>
                        <a:pt x="103" y="111"/>
                        <a:pt x="103" y="111"/>
                      </a:cubicBezTo>
                      <a:cubicBezTo>
                        <a:pt x="103" y="112"/>
                        <a:pt x="106" y="114"/>
                        <a:pt x="106" y="114"/>
                      </a:cubicBezTo>
                      <a:cubicBezTo>
                        <a:pt x="106" y="114"/>
                        <a:pt x="107" y="115"/>
                        <a:pt x="108" y="115"/>
                      </a:cubicBezTo>
                      <a:cubicBezTo>
                        <a:pt x="109" y="116"/>
                        <a:pt x="110" y="116"/>
                        <a:pt x="111" y="116"/>
                      </a:cubicBezTo>
                      <a:cubicBezTo>
                        <a:pt x="111" y="116"/>
                        <a:pt x="112" y="117"/>
                        <a:pt x="113" y="117"/>
                      </a:cubicBezTo>
                      <a:cubicBezTo>
                        <a:pt x="113" y="117"/>
                        <a:pt x="114" y="117"/>
                        <a:pt x="114" y="117"/>
                      </a:cubicBezTo>
                      <a:cubicBezTo>
                        <a:pt x="114" y="118"/>
                        <a:pt x="115" y="118"/>
                        <a:pt x="116" y="118"/>
                      </a:cubicBezTo>
                      <a:cubicBezTo>
                        <a:pt x="116" y="119"/>
                        <a:pt x="117" y="119"/>
                        <a:pt x="117" y="119"/>
                      </a:cubicBezTo>
                      <a:cubicBezTo>
                        <a:pt x="118" y="119"/>
                        <a:pt x="119" y="119"/>
                        <a:pt x="120" y="119"/>
                      </a:cubicBezTo>
                      <a:cubicBezTo>
                        <a:pt x="120" y="120"/>
                        <a:pt x="121" y="120"/>
                        <a:pt x="121" y="120"/>
                      </a:cubicBezTo>
                      <a:cubicBezTo>
                        <a:pt x="122" y="120"/>
                        <a:pt x="123" y="120"/>
                        <a:pt x="123" y="120"/>
                      </a:cubicBezTo>
                      <a:cubicBezTo>
                        <a:pt x="123" y="120"/>
                        <a:pt x="123" y="121"/>
                        <a:pt x="123" y="121"/>
                      </a:cubicBezTo>
                      <a:cubicBezTo>
                        <a:pt x="124" y="121"/>
                        <a:pt x="124" y="122"/>
                        <a:pt x="125" y="122"/>
                      </a:cubicBezTo>
                      <a:cubicBezTo>
                        <a:pt x="125" y="122"/>
                        <a:pt x="125" y="122"/>
                        <a:pt x="126" y="122"/>
                      </a:cubicBezTo>
                      <a:cubicBezTo>
                        <a:pt x="126" y="122"/>
                        <a:pt x="127" y="123"/>
                        <a:pt x="127" y="123"/>
                      </a:cubicBezTo>
                      <a:cubicBezTo>
                        <a:pt x="128" y="123"/>
                        <a:pt x="128" y="123"/>
                        <a:pt x="128" y="123"/>
                      </a:cubicBezTo>
                      <a:cubicBezTo>
                        <a:pt x="129" y="124"/>
                        <a:pt x="130" y="124"/>
                        <a:pt x="130" y="124"/>
                      </a:cubicBezTo>
                      <a:cubicBezTo>
                        <a:pt x="131" y="124"/>
                        <a:pt x="132" y="124"/>
                        <a:pt x="132" y="124"/>
                      </a:cubicBezTo>
                      <a:cubicBezTo>
                        <a:pt x="133" y="125"/>
                        <a:pt x="134" y="125"/>
                        <a:pt x="135" y="125"/>
                      </a:cubicBezTo>
                      <a:cubicBezTo>
                        <a:pt x="135" y="126"/>
                        <a:pt x="136" y="126"/>
                        <a:pt x="136" y="126"/>
                      </a:cubicBezTo>
                      <a:cubicBezTo>
                        <a:pt x="137" y="126"/>
                        <a:pt x="138" y="126"/>
                        <a:pt x="139" y="126"/>
                      </a:cubicBezTo>
                      <a:cubicBezTo>
                        <a:pt x="139" y="126"/>
                        <a:pt x="140" y="126"/>
                        <a:pt x="140" y="126"/>
                      </a:cubicBezTo>
                      <a:cubicBezTo>
                        <a:pt x="141" y="126"/>
                        <a:pt x="141" y="125"/>
                        <a:pt x="141" y="125"/>
                      </a:cubicBezTo>
                      <a:cubicBezTo>
                        <a:pt x="142" y="125"/>
                        <a:pt x="143" y="125"/>
                        <a:pt x="143" y="125"/>
                      </a:cubicBezTo>
                      <a:cubicBezTo>
                        <a:pt x="143" y="125"/>
                        <a:pt x="145" y="124"/>
                        <a:pt x="145" y="124"/>
                      </a:cubicBezTo>
                      <a:cubicBezTo>
                        <a:pt x="145" y="124"/>
                        <a:pt x="146" y="123"/>
                        <a:pt x="146" y="123"/>
                      </a:cubicBezTo>
                      <a:cubicBezTo>
                        <a:pt x="146" y="123"/>
                        <a:pt x="147" y="123"/>
                        <a:pt x="148" y="123"/>
                      </a:cubicBezTo>
                      <a:cubicBezTo>
                        <a:pt x="148" y="123"/>
                        <a:pt x="149" y="123"/>
                        <a:pt x="150" y="123"/>
                      </a:cubicBezTo>
                      <a:cubicBezTo>
                        <a:pt x="150" y="122"/>
                        <a:pt x="149" y="122"/>
                        <a:pt x="149" y="122"/>
                      </a:cubicBezTo>
                      <a:cubicBezTo>
                        <a:pt x="149" y="122"/>
                        <a:pt x="148" y="122"/>
                        <a:pt x="148" y="122"/>
                      </a:cubicBezTo>
                      <a:cubicBezTo>
                        <a:pt x="148" y="122"/>
                        <a:pt x="149" y="121"/>
                        <a:pt x="149" y="121"/>
                      </a:cubicBezTo>
                      <a:cubicBezTo>
                        <a:pt x="149" y="121"/>
                        <a:pt x="149" y="121"/>
                        <a:pt x="150" y="121"/>
                      </a:cubicBezTo>
                      <a:cubicBezTo>
                        <a:pt x="150" y="122"/>
                        <a:pt x="150" y="121"/>
                        <a:pt x="150" y="122"/>
                      </a:cubicBezTo>
                      <a:cubicBezTo>
                        <a:pt x="151" y="122"/>
                        <a:pt x="151" y="122"/>
                        <a:pt x="151" y="122"/>
                      </a:cubicBezTo>
                      <a:cubicBezTo>
                        <a:pt x="151" y="122"/>
                        <a:pt x="152" y="123"/>
                        <a:pt x="152" y="123"/>
                      </a:cubicBezTo>
                      <a:cubicBezTo>
                        <a:pt x="152" y="122"/>
                        <a:pt x="152" y="122"/>
                        <a:pt x="153" y="122"/>
                      </a:cubicBezTo>
                      <a:cubicBezTo>
                        <a:pt x="153" y="122"/>
                        <a:pt x="154" y="123"/>
                        <a:pt x="154" y="123"/>
                      </a:cubicBezTo>
                      <a:cubicBezTo>
                        <a:pt x="154" y="123"/>
                        <a:pt x="154" y="123"/>
                        <a:pt x="154" y="123"/>
                      </a:cubicBezTo>
                      <a:cubicBezTo>
                        <a:pt x="154" y="123"/>
                        <a:pt x="155" y="123"/>
                        <a:pt x="155" y="123"/>
                      </a:cubicBezTo>
                      <a:cubicBezTo>
                        <a:pt x="155" y="123"/>
                        <a:pt x="155" y="123"/>
                        <a:pt x="155" y="123"/>
                      </a:cubicBezTo>
                      <a:cubicBezTo>
                        <a:pt x="156" y="123"/>
                        <a:pt x="156" y="124"/>
                        <a:pt x="156" y="124"/>
                      </a:cubicBezTo>
                      <a:cubicBezTo>
                        <a:pt x="156" y="124"/>
                        <a:pt x="157" y="125"/>
                        <a:pt x="157" y="125"/>
                      </a:cubicBezTo>
                      <a:cubicBezTo>
                        <a:pt x="157" y="125"/>
                        <a:pt x="157" y="125"/>
                        <a:pt x="157" y="125"/>
                      </a:cubicBezTo>
                      <a:cubicBezTo>
                        <a:pt x="157" y="125"/>
                        <a:pt x="158" y="126"/>
                        <a:pt x="158" y="126"/>
                      </a:cubicBezTo>
                      <a:cubicBezTo>
                        <a:pt x="159" y="126"/>
                        <a:pt x="161" y="128"/>
                        <a:pt x="162" y="129"/>
                      </a:cubicBezTo>
                      <a:cubicBezTo>
                        <a:pt x="162" y="129"/>
                        <a:pt x="163" y="130"/>
                        <a:pt x="163" y="130"/>
                      </a:cubicBezTo>
                      <a:cubicBezTo>
                        <a:pt x="163" y="131"/>
                        <a:pt x="164" y="132"/>
                        <a:pt x="165" y="132"/>
                      </a:cubicBezTo>
                      <a:cubicBezTo>
                        <a:pt x="165" y="133"/>
                        <a:pt x="166" y="133"/>
                        <a:pt x="167" y="134"/>
                      </a:cubicBezTo>
                      <a:cubicBezTo>
                        <a:pt x="167" y="133"/>
                        <a:pt x="167" y="133"/>
                        <a:pt x="167" y="133"/>
                      </a:cubicBezTo>
                      <a:cubicBezTo>
                        <a:pt x="167" y="131"/>
                        <a:pt x="167" y="131"/>
                        <a:pt x="167" y="131"/>
                      </a:cubicBezTo>
                      <a:cubicBezTo>
                        <a:pt x="168" y="130"/>
                        <a:pt x="168" y="130"/>
                        <a:pt x="168" y="130"/>
                      </a:cubicBezTo>
                      <a:cubicBezTo>
                        <a:pt x="167" y="129"/>
                        <a:pt x="167" y="129"/>
                        <a:pt x="167" y="129"/>
                      </a:cubicBezTo>
                      <a:cubicBezTo>
                        <a:pt x="167" y="129"/>
                        <a:pt x="167" y="129"/>
                        <a:pt x="167" y="129"/>
                      </a:cubicBezTo>
                      <a:cubicBezTo>
                        <a:pt x="170" y="123"/>
                        <a:pt x="170" y="123"/>
                        <a:pt x="170" y="123"/>
                      </a:cubicBezTo>
                      <a:cubicBezTo>
                        <a:pt x="179" y="123"/>
                        <a:pt x="179" y="123"/>
                        <a:pt x="179" y="123"/>
                      </a:cubicBezTo>
                      <a:cubicBezTo>
                        <a:pt x="179" y="122"/>
                        <a:pt x="179" y="122"/>
                        <a:pt x="179" y="122"/>
                      </a:cubicBezTo>
                      <a:cubicBezTo>
                        <a:pt x="179" y="121"/>
                        <a:pt x="179" y="121"/>
                        <a:pt x="179" y="121"/>
                      </a:cubicBezTo>
                      <a:cubicBezTo>
                        <a:pt x="179" y="121"/>
                        <a:pt x="179" y="121"/>
                        <a:pt x="179" y="121"/>
                      </a:cubicBezTo>
                      <a:cubicBezTo>
                        <a:pt x="178" y="121"/>
                        <a:pt x="178" y="121"/>
                        <a:pt x="178" y="121"/>
                      </a:cubicBezTo>
                      <a:cubicBezTo>
                        <a:pt x="177" y="120"/>
                        <a:pt x="177" y="120"/>
                        <a:pt x="177" y="120"/>
                      </a:cubicBezTo>
                      <a:cubicBezTo>
                        <a:pt x="177" y="119"/>
                        <a:pt x="177" y="119"/>
                        <a:pt x="177" y="119"/>
                      </a:cubicBezTo>
                      <a:cubicBezTo>
                        <a:pt x="175" y="118"/>
                        <a:pt x="175" y="118"/>
                        <a:pt x="175" y="118"/>
                      </a:cubicBezTo>
                      <a:cubicBezTo>
                        <a:pt x="175" y="118"/>
                        <a:pt x="175" y="117"/>
                        <a:pt x="174" y="117"/>
                      </a:cubicBezTo>
                      <a:cubicBezTo>
                        <a:pt x="174" y="117"/>
                        <a:pt x="173" y="116"/>
                        <a:pt x="173" y="116"/>
                      </a:cubicBezTo>
                      <a:cubicBezTo>
                        <a:pt x="172" y="116"/>
                        <a:pt x="172" y="116"/>
                        <a:pt x="172" y="116"/>
                      </a:cubicBezTo>
                      <a:cubicBezTo>
                        <a:pt x="172" y="115"/>
                        <a:pt x="172" y="115"/>
                        <a:pt x="172" y="115"/>
                      </a:cubicBezTo>
                      <a:cubicBezTo>
                        <a:pt x="175" y="115"/>
                        <a:pt x="175" y="115"/>
                        <a:pt x="175" y="115"/>
                      </a:cubicBezTo>
                      <a:cubicBezTo>
                        <a:pt x="175" y="111"/>
                        <a:pt x="175" y="111"/>
                        <a:pt x="175" y="111"/>
                      </a:cubicBezTo>
                      <a:cubicBezTo>
                        <a:pt x="187" y="111"/>
                        <a:pt x="187" y="111"/>
                        <a:pt x="187" y="111"/>
                      </a:cubicBezTo>
                      <a:cubicBezTo>
                        <a:pt x="187" y="110"/>
                        <a:pt x="187" y="110"/>
                        <a:pt x="187" y="110"/>
                      </a:cubicBezTo>
                      <a:cubicBezTo>
                        <a:pt x="187" y="110"/>
                        <a:pt x="188" y="110"/>
                        <a:pt x="188" y="110"/>
                      </a:cubicBezTo>
                      <a:cubicBezTo>
                        <a:pt x="188" y="110"/>
                        <a:pt x="189" y="111"/>
                        <a:pt x="189" y="111"/>
                      </a:cubicBezTo>
                      <a:cubicBezTo>
                        <a:pt x="192" y="108"/>
                        <a:pt x="192" y="108"/>
                        <a:pt x="192" y="108"/>
                      </a:cubicBezTo>
                      <a:cubicBezTo>
                        <a:pt x="192" y="106"/>
                        <a:pt x="192" y="106"/>
                        <a:pt x="192" y="106"/>
                      </a:cubicBezTo>
                      <a:cubicBezTo>
                        <a:pt x="193" y="106"/>
                        <a:pt x="193" y="106"/>
                        <a:pt x="193" y="106"/>
                      </a:cubicBezTo>
                      <a:cubicBezTo>
                        <a:pt x="194" y="106"/>
                        <a:pt x="194" y="105"/>
                        <a:pt x="194" y="105"/>
                      </a:cubicBezTo>
                      <a:cubicBezTo>
                        <a:pt x="194" y="105"/>
                        <a:pt x="194" y="104"/>
                        <a:pt x="195" y="104"/>
                      </a:cubicBezTo>
                      <a:cubicBezTo>
                        <a:pt x="195" y="104"/>
                        <a:pt x="195" y="105"/>
                        <a:pt x="195" y="105"/>
                      </a:cubicBezTo>
                      <a:cubicBezTo>
                        <a:pt x="195" y="105"/>
                        <a:pt x="195" y="105"/>
                        <a:pt x="195" y="105"/>
                      </a:cubicBezTo>
                      <a:cubicBezTo>
                        <a:pt x="195" y="106"/>
                        <a:pt x="195" y="106"/>
                        <a:pt x="195" y="106"/>
                      </a:cubicBezTo>
                      <a:cubicBezTo>
                        <a:pt x="195" y="106"/>
                        <a:pt x="195" y="107"/>
                        <a:pt x="195" y="107"/>
                      </a:cubicBezTo>
                      <a:cubicBezTo>
                        <a:pt x="196" y="107"/>
                        <a:pt x="196" y="107"/>
                        <a:pt x="196" y="107"/>
                      </a:cubicBezTo>
                      <a:cubicBezTo>
                        <a:pt x="196" y="107"/>
                        <a:pt x="196" y="107"/>
                        <a:pt x="196" y="107"/>
                      </a:cubicBezTo>
                      <a:cubicBezTo>
                        <a:pt x="196" y="108"/>
                        <a:pt x="196" y="108"/>
                        <a:pt x="196" y="109"/>
                      </a:cubicBezTo>
                      <a:cubicBezTo>
                        <a:pt x="196" y="109"/>
                        <a:pt x="196" y="109"/>
                        <a:pt x="196" y="109"/>
                      </a:cubicBezTo>
                      <a:cubicBezTo>
                        <a:pt x="196" y="109"/>
                        <a:pt x="196" y="109"/>
                        <a:pt x="196" y="109"/>
                      </a:cubicBezTo>
                      <a:cubicBezTo>
                        <a:pt x="196" y="109"/>
                        <a:pt x="196" y="109"/>
                        <a:pt x="196" y="109"/>
                      </a:cubicBezTo>
                      <a:cubicBezTo>
                        <a:pt x="196" y="108"/>
                        <a:pt x="197" y="107"/>
                        <a:pt x="197" y="106"/>
                      </a:cubicBezTo>
                      <a:cubicBezTo>
                        <a:pt x="197" y="105"/>
                        <a:pt x="197" y="105"/>
                        <a:pt x="197" y="105"/>
                      </a:cubicBezTo>
                      <a:cubicBezTo>
                        <a:pt x="197" y="105"/>
                        <a:pt x="197" y="105"/>
                        <a:pt x="197" y="105"/>
                      </a:cubicBezTo>
                      <a:cubicBezTo>
                        <a:pt x="198" y="104"/>
                        <a:pt x="198" y="104"/>
                        <a:pt x="198" y="104"/>
                      </a:cubicBezTo>
                      <a:cubicBezTo>
                        <a:pt x="198" y="104"/>
                        <a:pt x="198" y="103"/>
                        <a:pt x="198" y="103"/>
                      </a:cubicBezTo>
                      <a:cubicBezTo>
                        <a:pt x="198" y="103"/>
                        <a:pt x="198" y="103"/>
                        <a:pt x="198" y="103"/>
                      </a:cubicBezTo>
                      <a:cubicBezTo>
                        <a:pt x="198" y="103"/>
                        <a:pt x="198" y="102"/>
                        <a:pt x="198" y="102"/>
                      </a:cubicBezTo>
                      <a:cubicBezTo>
                        <a:pt x="198" y="102"/>
                        <a:pt x="198" y="102"/>
                        <a:pt x="198" y="102"/>
                      </a:cubicBezTo>
                      <a:cubicBezTo>
                        <a:pt x="198" y="101"/>
                        <a:pt x="198" y="101"/>
                        <a:pt x="199" y="101"/>
                      </a:cubicBezTo>
                      <a:cubicBezTo>
                        <a:pt x="199" y="101"/>
                        <a:pt x="199" y="101"/>
                        <a:pt x="199" y="101"/>
                      </a:cubicBezTo>
                      <a:cubicBezTo>
                        <a:pt x="199" y="101"/>
                        <a:pt x="199" y="101"/>
                        <a:pt x="199" y="101"/>
                      </a:cubicBezTo>
                      <a:cubicBezTo>
                        <a:pt x="199" y="101"/>
                        <a:pt x="198" y="101"/>
                        <a:pt x="198" y="101"/>
                      </a:cubicBezTo>
                      <a:cubicBezTo>
                        <a:pt x="198" y="101"/>
                        <a:pt x="198" y="101"/>
                        <a:pt x="198" y="101"/>
                      </a:cubicBezTo>
                      <a:cubicBezTo>
                        <a:pt x="198" y="101"/>
                        <a:pt x="198" y="101"/>
                        <a:pt x="198" y="101"/>
                      </a:cubicBezTo>
                      <a:cubicBezTo>
                        <a:pt x="198" y="101"/>
                        <a:pt x="198" y="101"/>
                        <a:pt x="198" y="102"/>
                      </a:cubicBezTo>
                      <a:cubicBezTo>
                        <a:pt x="198" y="102"/>
                        <a:pt x="197" y="102"/>
                        <a:pt x="197" y="101"/>
                      </a:cubicBezTo>
                      <a:cubicBezTo>
                        <a:pt x="197" y="101"/>
                        <a:pt x="197" y="101"/>
                        <a:pt x="197" y="101"/>
                      </a:cubicBezTo>
                      <a:cubicBezTo>
                        <a:pt x="197" y="101"/>
                        <a:pt x="197" y="101"/>
                        <a:pt x="197" y="101"/>
                      </a:cubicBezTo>
                      <a:cubicBezTo>
                        <a:pt x="197" y="101"/>
                        <a:pt x="198" y="101"/>
                        <a:pt x="198" y="101"/>
                      </a:cubicBezTo>
                      <a:cubicBezTo>
                        <a:pt x="198" y="100"/>
                        <a:pt x="198" y="100"/>
                        <a:pt x="198" y="100"/>
                      </a:cubicBezTo>
                      <a:cubicBezTo>
                        <a:pt x="198" y="100"/>
                        <a:pt x="198" y="100"/>
                        <a:pt x="199" y="100"/>
                      </a:cubicBezTo>
                      <a:cubicBezTo>
                        <a:pt x="199" y="100"/>
                        <a:pt x="199" y="100"/>
                        <a:pt x="199" y="99"/>
                      </a:cubicBezTo>
                      <a:cubicBezTo>
                        <a:pt x="199" y="99"/>
                        <a:pt x="199" y="99"/>
                        <a:pt x="199" y="99"/>
                      </a:cubicBezTo>
                      <a:cubicBezTo>
                        <a:pt x="199" y="99"/>
                        <a:pt x="199" y="99"/>
                        <a:pt x="199" y="99"/>
                      </a:cubicBezTo>
                      <a:cubicBezTo>
                        <a:pt x="199" y="99"/>
                        <a:pt x="199" y="99"/>
                        <a:pt x="198" y="99"/>
                      </a:cubicBezTo>
                      <a:cubicBezTo>
                        <a:pt x="198" y="99"/>
                        <a:pt x="198" y="99"/>
                        <a:pt x="198" y="99"/>
                      </a:cubicBezTo>
                      <a:cubicBezTo>
                        <a:pt x="197" y="99"/>
                        <a:pt x="197" y="99"/>
                        <a:pt x="197" y="99"/>
                      </a:cubicBezTo>
                      <a:cubicBezTo>
                        <a:pt x="197" y="99"/>
                        <a:pt x="197" y="99"/>
                        <a:pt x="198" y="99"/>
                      </a:cubicBezTo>
                      <a:cubicBezTo>
                        <a:pt x="198" y="98"/>
                        <a:pt x="198" y="98"/>
                        <a:pt x="199" y="97"/>
                      </a:cubicBezTo>
                      <a:cubicBezTo>
                        <a:pt x="199" y="96"/>
                        <a:pt x="199" y="95"/>
                        <a:pt x="199" y="94"/>
                      </a:cubicBezTo>
                      <a:cubicBezTo>
                        <a:pt x="199" y="94"/>
                        <a:pt x="199" y="94"/>
                        <a:pt x="199" y="93"/>
                      </a:cubicBezTo>
                      <a:cubicBezTo>
                        <a:pt x="200" y="93"/>
                        <a:pt x="200" y="93"/>
                        <a:pt x="200" y="92"/>
                      </a:cubicBezTo>
                      <a:cubicBezTo>
                        <a:pt x="201" y="92"/>
                        <a:pt x="201" y="92"/>
                        <a:pt x="202" y="91"/>
                      </a:cubicBezTo>
                      <a:cubicBezTo>
                        <a:pt x="202" y="90"/>
                        <a:pt x="203" y="89"/>
                        <a:pt x="203" y="88"/>
                      </a:cubicBezTo>
                      <a:cubicBezTo>
                        <a:pt x="203" y="88"/>
                        <a:pt x="203" y="88"/>
                        <a:pt x="203" y="88"/>
                      </a:cubicBezTo>
                      <a:cubicBezTo>
                        <a:pt x="203" y="88"/>
                        <a:pt x="203" y="87"/>
                        <a:pt x="203" y="87"/>
                      </a:cubicBezTo>
                      <a:cubicBezTo>
                        <a:pt x="203" y="87"/>
                        <a:pt x="203" y="86"/>
                        <a:pt x="202" y="85"/>
                      </a:cubicBezTo>
                      <a:cubicBezTo>
                        <a:pt x="202" y="85"/>
                        <a:pt x="202" y="85"/>
                        <a:pt x="202" y="85"/>
                      </a:cubicBezTo>
                      <a:cubicBezTo>
                        <a:pt x="201" y="85"/>
                        <a:pt x="201" y="85"/>
                        <a:pt x="201" y="85"/>
                      </a:cubicBezTo>
                      <a:cubicBezTo>
                        <a:pt x="200" y="86"/>
                        <a:pt x="199" y="85"/>
                        <a:pt x="199" y="85"/>
                      </a:cubicBezTo>
                      <a:cubicBezTo>
                        <a:pt x="198" y="85"/>
                        <a:pt x="197" y="85"/>
                        <a:pt x="196" y="85"/>
                      </a:cubicBezTo>
                      <a:cubicBezTo>
                        <a:pt x="195" y="84"/>
                        <a:pt x="194" y="84"/>
                        <a:pt x="193" y="85"/>
                      </a:cubicBezTo>
                      <a:cubicBezTo>
                        <a:pt x="192" y="85"/>
                        <a:pt x="191" y="85"/>
                        <a:pt x="189" y="86"/>
                      </a:cubicBezTo>
                      <a:cubicBezTo>
                        <a:pt x="188" y="86"/>
                        <a:pt x="187" y="86"/>
                        <a:pt x="186" y="86"/>
                      </a:cubicBezTo>
                      <a:cubicBezTo>
                        <a:pt x="185" y="87"/>
                        <a:pt x="184" y="87"/>
                        <a:pt x="182" y="87"/>
                      </a:cubicBezTo>
                      <a:cubicBezTo>
                        <a:pt x="181" y="87"/>
                        <a:pt x="180" y="88"/>
                        <a:pt x="180" y="88"/>
                      </a:cubicBezTo>
                      <a:cubicBezTo>
                        <a:pt x="179" y="89"/>
                        <a:pt x="179" y="90"/>
                        <a:pt x="179" y="90"/>
                      </a:cubicBezTo>
                      <a:cubicBezTo>
                        <a:pt x="179" y="92"/>
                        <a:pt x="178" y="94"/>
                        <a:pt x="179" y="95"/>
                      </a:cubicBezTo>
                      <a:cubicBezTo>
                        <a:pt x="179" y="96"/>
                        <a:pt x="179" y="96"/>
                        <a:pt x="179" y="96"/>
                      </a:cubicBezTo>
                      <a:cubicBezTo>
                        <a:pt x="179" y="96"/>
                        <a:pt x="178" y="97"/>
                        <a:pt x="178" y="97"/>
                      </a:cubicBezTo>
                      <a:cubicBezTo>
                        <a:pt x="177" y="98"/>
                        <a:pt x="177" y="99"/>
                        <a:pt x="177" y="100"/>
                      </a:cubicBezTo>
                      <a:cubicBezTo>
                        <a:pt x="176" y="101"/>
                        <a:pt x="175" y="102"/>
                        <a:pt x="174" y="103"/>
                      </a:cubicBezTo>
                      <a:cubicBezTo>
                        <a:pt x="174" y="103"/>
                        <a:pt x="173" y="103"/>
                        <a:pt x="173" y="103"/>
                      </a:cubicBezTo>
                      <a:cubicBezTo>
                        <a:pt x="173" y="104"/>
                        <a:pt x="173" y="104"/>
                        <a:pt x="173" y="105"/>
                      </a:cubicBezTo>
                      <a:cubicBezTo>
                        <a:pt x="173" y="105"/>
                        <a:pt x="173" y="105"/>
                        <a:pt x="173" y="105"/>
                      </a:cubicBezTo>
                      <a:cubicBezTo>
                        <a:pt x="174" y="105"/>
                        <a:pt x="173" y="106"/>
                        <a:pt x="173" y="106"/>
                      </a:cubicBezTo>
                      <a:cubicBezTo>
                        <a:pt x="172" y="107"/>
                        <a:pt x="170" y="107"/>
                        <a:pt x="169" y="106"/>
                      </a:cubicBezTo>
                      <a:cubicBezTo>
                        <a:pt x="169" y="106"/>
                        <a:pt x="169" y="105"/>
                        <a:pt x="169" y="105"/>
                      </a:cubicBezTo>
                      <a:cubicBezTo>
                        <a:pt x="169" y="105"/>
                        <a:pt x="169" y="105"/>
                        <a:pt x="169" y="105"/>
                      </a:cubicBezTo>
                      <a:cubicBezTo>
                        <a:pt x="168" y="105"/>
                        <a:pt x="167" y="106"/>
                        <a:pt x="167" y="105"/>
                      </a:cubicBezTo>
                      <a:cubicBezTo>
                        <a:pt x="165" y="105"/>
                        <a:pt x="163" y="107"/>
                        <a:pt x="162" y="107"/>
                      </a:cubicBezTo>
                      <a:cubicBezTo>
                        <a:pt x="160" y="107"/>
                        <a:pt x="159" y="107"/>
                        <a:pt x="158" y="107"/>
                      </a:cubicBezTo>
                      <a:cubicBezTo>
                        <a:pt x="158" y="108"/>
                        <a:pt x="157" y="108"/>
                        <a:pt x="157" y="108"/>
                      </a:cubicBezTo>
                      <a:cubicBezTo>
                        <a:pt x="156" y="108"/>
                        <a:pt x="156" y="108"/>
                        <a:pt x="155" y="108"/>
                      </a:cubicBezTo>
                      <a:cubicBezTo>
                        <a:pt x="155" y="108"/>
                        <a:pt x="154" y="109"/>
                        <a:pt x="153" y="109"/>
                      </a:cubicBezTo>
                      <a:cubicBezTo>
                        <a:pt x="152" y="109"/>
                        <a:pt x="151" y="109"/>
                        <a:pt x="151" y="108"/>
                      </a:cubicBezTo>
                      <a:cubicBezTo>
                        <a:pt x="151" y="108"/>
                        <a:pt x="151" y="108"/>
                        <a:pt x="150" y="107"/>
                      </a:cubicBezTo>
                      <a:cubicBezTo>
                        <a:pt x="150" y="107"/>
                        <a:pt x="149" y="106"/>
                        <a:pt x="148" y="106"/>
                      </a:cubicBezTo>
                      <a:cubicBezTo>
                        <a:pt x="148" y="106"/>
                        <a:pt x="147" y="105"/>
                        <a:pt x="147" y="105"/>
                      </a:cubicBezTo>
                      <a:cubicBezTo>
                        <a:pt x="146" y="105"/>
                        <a:pt x="145" y="105"/>
                        <a:pt x="144" y="105"/>
                      </a:cubicBezTo>
                      <a:cubicBezTo>
                        <a:pt x="143" y="105"/>
                        <a:pt x="143" y="104"/>
                        <a:pt x="143" y="104"/>
                      </a:cubicBezTo>
                      <a:cubicBezTo>
                        <a:pt x="141" y="102"/>
                        <a:pt x="140" y="101"/>
                        <a:pt x="139" y="99"/>
                      </a:cubicBezTo>
                      <a:cubicBezTo>
                        <a:pt x="139" y="98"/>
                        <a:pt x="139" y="97"/>
                        <a:pt x="138" y="96"/>
                      </a:cubicBezTo>
                      <a:cubicBezTo>
                        <a:pt x="137" y="95"/>
                        <a:pt x="136" y="94"/>
                        <a:pt x="136" y="93"/>
                      </a:cubicBezTo>
                      <a:cubicBezTo>
                        <a:pt x="135" y="93"/>
                        <a:pt x="135" y="92"/>
                        <a:pt x="134" y="92"/>
                      </a:cubicBezTo>
                      <a:cubicBezTo>
                        <a:pt x="134" y="92"/>
                        <a:pt x="134" y="91"/>
                        <a:pt x="134" y="91"/>
                      </a:cubicBezTo>
                      <a:cubicBezTo>
                        <a:pt x="133" y="90"/>
                        <a:pt x="133" y="90"/>
                        <a:pt x="133" y="89"/>
                      </a:cubicBezTo>
                      <a:cubicBezTo>
                        <a:pt x="133" y="88"/>
                        <a:pt x="132" y="87"/>
                        <a:pt x="132" y="87"/>
                      </a:cubicBezTo>
                      <a:cubicBezTo>
                        <a:pt x="132" y="86"/>
                        <a:pt x="133" y="85"/>
                        <a:pt x="133" y="85"/>
                      </a:cubicBezTo>
                      <a:cubicBezTo>
                        <a:pt x="132" y="84"/>
                        <a:pt x="132" y="84"/>
                        <a:pt x="132" y="84"/>
                      </a:cubicBezTo>
                      <a:cubicBezTo>
                        <a:pt x="132" y="84"/>
                        <a:pt x="131" y="83"/>
                        <a:pt x="131" y="83"/>
                      </a:cubicBezTo>
                      <a:cubicBezTo>
                        <a:pt x="131" y="83"/>
                        <a:pt x="131" y="84"/>
                        <a:pt x="131" y="84"/>
                      </a:cubicBezTo>
                      <a:cubicBezTo>
                        <a:pt x="131" y="84"/>
                        <a:pt x="131" y="84"/>
                        <a:pt x="132" y="84"/>
                      </a:cubicBezTo>
                      <a:cubicBezTo>
                        <a:pt x="132" y="84"/>
                        <a:pt x="132" y="85"/>
                        <a:pt x="132" y="85"/>
                      </a:cubicBezTo>
                      <a:cubicBezTo>
                        <a:pt x="132" y="85"/>
                        <a:pt x="132" y="85"/>
                        <a:pt x="132" y="86"/>
                      </a:cubicBezTo>
                      <a:cubicBezTo>
                        <a:pt x="132" y="86"/>
                        <a:pt x="131" y="85"/>
                        <a:pt x="131" y="85"/>
                      </a:cubicBezTo>
                      <a:cubicBezTo>
                        <a:pt x="131" y="85"/>
                        <a:pt x="131" y="84"/>
                        <a:pt x="131" y="84"/>
                      </a:cubicBezTo>
                      <a:cubicBezTo>
                        <a:pt x="131" y="84"/>
                        <a:pt x="130" y="84"/>
                        <a:pt x="130" y="84"/>
                      </a:cubicBezTo>
                      <a:cubicBezTo>
                        <a:pt x="130" y="83"/>
                        <a:pt x="130" y="83"/>
                        <a:pt x="130" y="83"/>
                      </a:cubicBezTo>
                      <a:cubicBezTo>
                        <a:pt x="130" y="82"/>
                        <a:pt x="130" y="81"/>
                        <a:pt x="130" y="80"/>
                      </a:cubicBezTo>
                      <a:cubicBezTo>
                        <a:pt x="130" y="80"/>
                        <a:pt x="130" y="79"/>
                        <a:pt x="130" y="79"/>
                      </a:cubicBezTo>
                      <a:cubicBezTo>
                        <a:pt x="129" y="79"/>
                        <a:pt x="129" y="79"/>
                        <a:pt x="129" y="79"/>
                      </a:cubicBezTo>
                      <a:cubicBezTo>
                        <a:pt x="129" y="78"/>
                        <a:pt x="129" y="78"/>
                        <a:pt x="129" y="77"/>
                      </a:cubicBezTo>
                      <a:cubicBezTo>
                        <a:pt x="129" y="77"/>
                        <a:pt x="129" y="77"/>
                        <a:pt x="129" y="77"/>
                      </a:cubicBezTo>
                      <a:cubicBezTo>
                        <a:pt x="129" y="77"/>
                        <a:pt x="129" y="77"/>
                        <a:pt x="129" y="77"/>
                      </a:cubicBezTo>
                      <a:cubicBezTo>
                        <a:pt x="130" y="76"/>
                        <a:pt x="130" y="75"/>
                        <a:pt x="130" y="75"/>
                      </a:cubicBezTo>
                      <a:cubicBezTo>
                        <a:pt x="130" y="74"/>
                        <a:pt x="130" y="73"/>
                        <a:pt x="130" y="72"/>
                      </a:cubicBezTo>
                      <a:cubicBezTo>
                        <a:pt x="130" y="71"/>
                        <a:pt x="130" y="69"/>
                        <a:pt x="130" y="68"/>
                      </a:cubicBezTo>
                      <a:cubicBezTo>
                        <a:pt x="130" y="67"/>
                        <a:pt x="130" y="65"/>
                        <a:pt x="130" y="64"/>
                      </a:cubicBezTo>
                      <a:cubicBezTo>
                        <a:pt x="130" y="64"/>
                        <a:pt x="129" y="64"/>
                        <a:pt x="129" y="63"/>
                      </a:cubicBezTo>
                      <a:cubicBezTo>
                        <a:pt x="129" y="63"/>
                        <a:pt x="130" y="63"/>
                        <a:pt x="130" y="63"/>
                      </a:cubicBezTo>
                      <a:cubicBezTo>
                        <a:pt x="130" y="63"/>
                        <a:pt x="130" y="62"/>
                        <a:pt x="130" y="62"/>
                      </a:cubicBezTo>
                      <a:cubicBezTo>
                        <a:pt x="130" y="62"/>
                        <a:pt x="130" y="61"/>
                        <a:pt x="131" y="61"/>
                      </a:cubicBezTo>
                      <a:cubicBezTo>
                        <a:pt x="131" y="61"/>
                        <a:pt x="131" y="60"/>
                        <a:pt x="131" y="60"/>
                      </a:cubicBezTo>
                      <a:cubicBezTo>
                        <a:pt x="131" y="60"/>
                        <a:pt x="130" y="60"/>
                        <a:pt x="130" y="60"/>
                      </a:cubicBezTo>
                      <a:cubicBezTo>
                        <a:pt x="130" y="59"/>
                        <a:pt x="130" y="59"/>
                        <a:pt x="130" y="58"/>
                      </a:cubicBezTo>
                      <a:cubicBezTo>
                        <a:pt x="130" y="58"/>
                        <a:pt x="130" y="57"/>
                        <a:pt x="130" y="57"/>
                      </a:cubicBezTo>
                      <a:cubicBezTo>
                        <a:pt x="131" y="57"/>
                        <a:pt x="131" y="57"/>
                        <a:pt x="131" y="57"/>
                      </a:cubicBezTo>
                      <a:cubicBezTo>
                        <a:pt x="131" y="57"/>
                        <a:pt x="131" y="57"/>
                        <a:pt x="132" y="57"/>
                      </a:cubicBezTo>
                      <a:cubicBezTo>
                        <a:pt x="131" y="57"/>
                        <a:pt x="131" y="57"/>
                        <a:pt x="131" y="57"/>
                      </a:cubicBezTo>
                      <a:cubicBezTo>
                        <a:pt x="132" y="56"/>
                        <a:pt x="132" y="56"/>
                        <a:pt x="132" y="57"/>
                      </a:cubicBezTo>
                      <a:cubicBezTo>
                        <a:pt x="132" y="57"/>
                        <a:pt x="132" y="57"/>
                        <a:pt x="132" y="57"/>
                      </a:cubicBezTo>
                      <a:cubicBezTo>
                        <a:pt x="133" y="57"/>
                        <a:pt x="133" y="56"/>
                        <a:pt x="133" y="56"/>
                      </a:cubicBezTo>
                      <a:cubicBezTo>
                        <a:pt x="133" y="56"/>
                        <a:pt x="134" y="56"/>
                        <a:pt x="134" y="55"/>
                      </a:cubicBezTo>
                      <a:cubicBezTo>
                        <a:pt x="134" y="55"/>
                        <a:pt x="133" y="55"/>
                        <a:pt x="133" y="54"/>
                      </a:cubicBezTo>
                      <a:cubicBezTo>
                        <a:pt x="133" y="54"/>
                        <a:pt x="134" y="54"/>
                        <a:pt x="134" y="53"/>
                      </a:cubicBezTo>
                      <a:cubicBezTo>
                        <a:pt x="134" y="53"/>
                        <a:pt x="134" y="52"/>
                        <a:pt x="134" y="52"/>
                      </a:cubicBezTo>
                      <a:cubicBezTo>
                        <a:pt x="133" y="52"/>
                        <a:pt x="133" y="53"/>
                        <a:pt x="132" y="53"/>
                      </a:cubicBezTo>
                      <a:cubicBezTo>
                        <a:pt x="132" y="53"/>
                        <a:pt x="132" y="53"/>
                        <a:pt x="132" y="53"/>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 name="Freeform 767">
                  <a:extLst>
                    <a:ext uri="{FF2B5EF4-FFF2-40B4-BE49-F238E27FC236}">
                      <a16:creationId xmlns:a16="http://schemas.microsoft.com/office/drawing/2014/main" id="{691B2E73-00D4-438C-EDFF-9182F75CF47B}"/>
                    </a:ext>
                  </a:extLst>
                </p:cNvPr>
                <p:cNvSpPr>
                  <a:spLocks/>
                </p:cNvSpPr>
                <p:nvPr/>
              </p:nvSpPr>
              <p:spPr bwMode="auto">
                <a:xfrm>
                  <a:off x="3144838" y="4329113"/>
                  <a:ext cx="58737" cy="25400"/>
                </a:xfrm>
                <a:custGeom>
                  <a:avLst/>
                  <a:gdLst>
                    <a:gd name="T0" fmla="*/ 14 w 14"/>
                    <a:gd name="T1" fmla="*/ 4 h 6"/>
                    <a:gd name="T2" fmla="*/ 13 w 14"/>
                    <a:gd name="T3" fmla="*/ 3 h 6"/>
                    <a:gd name="T4" fmla="*/ 12 w 14"/>
                    <a:gd name="T5" fmla="*/ 3 h 6"/>
                    <a:gd name="T6" fmla="*/ 11 w 14"/>
                    <a:gd name="T7" fmla="*/ 2 h 6"/>
                    <a:gd name="T8" fmla="*/ 11 w 14"/>
                    <a:gd name="T9" fmla="*/ 2 h 6"/>
                    <a:gd name="T10" fmla="*/ 11 w 14"/>
                    <a:gd name="T11" fmla="*/ 2 h 6"/>
                    <a:gd name="T12" fmla="*/ 11 w 14"/>
                    <a:gd name="T13" fmla="*/ 2 h 6"/>
                    <a:gd name="T14" fmla="*/ 9 w 14"/>
                    <a:gd name="T15" fmla="*/ 1 h 6"/>
                    <a:gd name="T16" fmla="*/ 8 w 14"/>
                    <a:gd name="T17" fmla="*/ 1 h 6"/>
                    <a:gd name="T18" fmla="*/ 7 w 14"/>
                    <a:gd name="T19" fmla="*/ 1 h 6"/>
                    <a:gd name="T20" fmla="*/ 6 w 14"/>
                    <a:gd name="T21" fmla="*/ 1 h 6"/>
                    <a:gd name="T22" fmla="*/ 4 w 14"/>
                    <a:gd name="T23" fmla="*/ 0 h 6"/>
                    <a:gd name="T24" fmla="*/ 4 w 14"/>
                    <a:gd name="T25" fmla="*/ 0 h 6"/>
                    <a:gd name="T26" fmla="*/ 3 w 14"/>
                    <a:gd name="T27" fmla="*/ 0 h 6"/>
                    <a:gd name="T28" fmla="*/ 3 w 14"/>
                    <a:gd name="T29" fmla="*/ 0 h 6"/>
                    <a:gd name="T30" fmla="*/ 3 w 14"/>
                    <a:gd name="T31" fmla="*/ 1 h 6"/>
                    <a:gd name="T32" fmla="*/ 3 w 14"/>
                    <a:gd name="T33" fmla="*/ 1 h 6"/>
                    <a:gd name="T34" fmla="*/ 2 w 14"/>
                    <a:gd name="T35" fmla="*/ 1 h 6"/>
                    <a:gd name="T36" fmla="*/ 0 w 14"/>
                    <a:gd name="T37" fmla="*/ 2 h 6"/>
                    <a:gd name="T38" fmla="*/ 0 w 14"/>
                    <a:gd name="T39" fmla="*/ 3 h 6"/>
                    <a:gd name="T40" fmla="*/ 1 w 14"/>
                    <a:gd name="T41" fmla="*/ 3 h 6"/>
                    <a:gd name="T42" fmla="*/ 2 w 14"/>
                    <a:gd name="T43" fmla="*/ 3 h 6"/>
                    <a:gd name="T44" fmla="*/ 3 w 14"/>
                    <a:gd name="T45" fmla="*/ 4 h 6"/>
                    <a:gd name="T46" fmla="*/ 3 w 14"/>
                    <a:gd name="T47" fmla="*/ 4 h 6"/>
                    <a:gd name="T48" fmla="*/ 4 w 14"/>
                    <a:gd name="T49" fmla="*/ 4 h 6"/>
                    <a:gd name="T50" fmla="*/ 5 w 14"/>
                    <a:gd name="T51" fmla="*/ 5 h 6"/>
                    <a:gd name="T52" fmla="*/ 5 w 14"/>
                    <a:gd name="T53" fmla="*/ 5 h 6"/>
                    <a:gd name="T54" fmla="*/ 8 w 14"/>
                    <a:gd name="T55" fmla="*/ 6 h 6"/>
                    <a:gd name="T56" fmla="*/ 8 w 14"/>
                    <a:gd name="T57" fmla="*/ 6 h 6"/>
                    <a:gd name="T58" fmla="*/ 8 w 14"/>
                    <a:gd name="T59" fmla="*/ 6 h 6"/>
                    <a:gd name="T60" fmla="*/ 8 w 14"/>
                    <a:gd name="T61" fmla="*/ 5 h 6"/>
                    <a:gd name="T62" fmla="*/ 9 w 14"/>
                    <a:gd name="T63" fmla="*/ 5 h 6"/>
                    <a:gd name="T64" fmla="*/ 9 w 14"/>
                    <a:gd name="T65" fmla="*/ 5 h 6"/>
                    <a:gd name="T66" fmla="*/ 10 w 14"/>
                    <a:gd name="T67" fmla="*/ 5 h 6"/>
                    <a:gd name="T68" fmla="*/ 11 w 14"/>
                    <a:gd name="T69" fmla="*/ 4 h 6"/>
                    <a:gd name="T70" fmla="*/ 11 w 14"/>
                    <a:gd name="T71" fmla="*/ 4 h 6"/>
                    <a:gd name="T72" fmla="*/ 13 w 14"/>
                    <a:gd name="T73" fmla="*/ 5 h 6"/>
                    <a:gd name="T74" fmla="*/ 13 w 14"/>
                    <a:gd name="T75" fmla="*/ 5 h 6"/>
                    <a:gd name="T76" fmla="*/ 14 w 14"/>
                    <a:gd name="T77" fmla="*/ 5 h 6"/>
                    <a:gd name="T78" fmla="*/ 14 w 14"/>
                    <a:gd name="T79" fmla="*/ 5 h 6"/>
                    <a:gd name="T80" fmla="*/ 14 w 14"/>
                    <a:gd name="T81" fmla="*/ 5 h 6"/>
                    <a:gd name="T82" fmla="*/ 14 w 14"/>
                    <a:gd name="T83" fmla="*/ 4 h 6"/>
                    <a:gd name="T84" fmla="*/ 14 w 14"/>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 h="6">
                      <a:moveTo>
                        <a:pt x="14" y="4"/>
                      </a:moveTo>
                      <a:cubicBezTo>
                        <a:pt x="14" y="4"/>
                        <a:pt x="14" y="3"/>
                        <a:pt x="13" y="3"/>
                      </a:cubicBezTo>
                      <a:cubicBezTo>
                        <a:pt x="13" y="3"/>
                        <a:pt x="13" y="3"/>
                        <a:pt x="12" y="3"/>
                      </a:cubicBezTo>
                      <a:cubicBezTo>
                        <a:pt x="12" y="3"/>
                        <a:pt x="12" y="2"/>
                        <a:pt x="11" y="2"/>
                      </a:cubicBezTo>
                      <a:cubicBezTo>
                        <a:pt x="11" y="2"/>
                        <a:pt x="11" y="2"/>
                        <a:pt x="11" y="2"/>
                      </a:cubicBezTo>
                      <a:cubicBezTo>
                        <a:pt x="11" y="2"/>
                        <a:pt x="11" y="2"/>
                        <a:pt x="11" y="2"/>
                      </a:cubicBezTo>
                      <a:cubicBezTo>
                        <a:pt x="11" y="2"/>
                        <a:pt x="11" y="2"/>
                        <a:pt x="11" y="2"/>
                      </a:cubicBezTo>
                      <a:cubicBezTo>
                        <a:pt x="10" y="2"/>
                        <a:pt x="10" y="1"/>
                        <a:pt x="9" y="1"/>
                      </a:cubicBezTo>
                      <a:cubicBezTo>
                        <a:pt x="9" y="1"/>
                        <a:pt x="9" y="1"/>
                        <a:pt x="8" y="1"/>
                      </a:cubicBezTo>
                      <a:cubicBezTo>
                        <a:pt x="8" y="1"/>
                        <a:pt x="8" y="1"/>
                        <a:pt x="7" y="1"/>
                      </a:cubicBezTo>
                      <a:cubicBezTo>
                        <a:pt x="7" y="1"/>
                        <a:pt x="7" y="1"/>
                        <a:pt x="6" y="1"/>
                      </a:cubicBezTo>
                      <a:cubicBezTo>
                        <a:pt x="6" y="1"/>
                        <a:pt x="5" y="1"/>
                        <a:pt x="4" y="0"/>
                      </a:cubicBezTo>
                      <a:cubicBezTo>
                        <a:pt x="4" y="0"/>
                        <a:pt x="4" y="0"/>
                        <a:pt x="4" y="0"/>
                      </a:cubicBezTo>
                      <a:cubicBezTo>
                        <a:pt x="4" y="0"/>
                        <a:pt x="4" y="0"/>
                        <a:pt x="3" y="0"/>
                      </a:cubicBezTo>
                      <a:cubicBezTo>
                        <a:pt x="3" y="0"/>
                        <a:pt x="3" y="0"/>
                        <a:pt x="3" y="0"/>
                      </a:cubicBezTo>
                      <a:cubicBezTo>
                        <a:pt x="3" y="0"/>
                        <a:pt x="3" y="0"/>
                        <a:pt x="3" y="1"/>
                      </a:cubicBezTo>
                      <a:cubicBezTo>
                        <a:pt x="3" y="1"/>
                        <a:pt x="3" y="1"/>
                        <a:pt x="3" y="1"/>
                      </a:cubicBezTo>
                      <a:cubicBezTo>
                        <a:pt x="3" y="1"/>
                        <a:pt x="2" y="1"/>
                        <a:pt x="2" y="1"/>
                      </a:cubicBezTo>
                      <a:cubicBezTo>
                        <a:pt x="1" y="1"/>
                        <a:pt x="1" y="1"/>
                        <a:pt x="0" y="2"/>
                      </a:cubicBezTo>
                      <a:cubicBezTo>
                        <a:pt x="0" y="2"/>
                        <a:pt x="0" y="2"/>
                        <a:pt x="0" y="3"/>
                      </a:cubicBezTo>
                      <a:cubicBezTo>
                        <a:pt x="1" y="3"/>
                        <a:pt x="1" y="3"/>
                        <a:pt x="1" y="3"/>
                      </a:cubicBezTo>
                      <a:cubicBezTo>
                        <a:pt x="1" y="3"/>
                        <a:pt x="2" y="3"/>
                        <a:pt x="2" y="3"/>
                      </a:cubicBezTo>
                      <a:cubicBezTo>
                        <a:pt x="2" y="3"/>
                        <a:pt x="3" y="3"/>
                        <a:pt x="3" y="4"/>
                      </a:cubicBezTo>
                      <a:cubicBezTo>
                        <a:pt x="3" y="4"/>
                        <a:pt x="3" y="4"/>
                        <a:pt x="3" y="4"/>
                      </a:cubicBezTo>
                      <a:cubicBezTo>
                        <a:pt x="3" y="4"/>
                        <a:pt x="4" y="4"/>
                        <a:pt x="4" y="4"/>
                      </a:cubicBezTo>
                      <a:cubicBezTo>
                        <a:pt x="4" y="5"/>
                        <a:pt x="4" y="5"/>
                        <a:pt x="5" y="5"/>
                      </a:cubicBezTo>
                      <a:cubicBezTo>
                        <a:pt x="5" y="5"/>
                        <a:pt x="5" y="5"/>
                        <a:pt x="5" y="5"/>
                      </a:cubicBezTo>
                      <a:cubicBezTo>
                        <a:pt x="6" y="5"/>
                        <a:pt x="7" y="5"/>
                        <a:pt x="8" y="6"/>
                      </a:cubicBezTo>
                      <a:cubicBezTo>
                        <a:pt x="8" y="6"/>
                        <a:pt x="8" y="6"/>
                        <a:pt x="8" y="6"/>
                      </a:cubicBezTo>
                      <a:cubicBezTo>
                        <a:pt x="8" y="6"/>
                        <a:pt x="8" y="6"/>
                        <a:pt x="8" y="6"/>
                      </a:cubicBezTo>
                      <a:cubicBezTo>
                        <a:pt x="8" y="5"/>
                        <a:pt x="8" y="5"/>
                        <a:pt x="8" y="5"/>
                      </a:cubicBezTo>
                      <a:cubicBezTo>
                        <a:pt x="8" y="5"/>
                        <a:pt x="9" y="5"/>
                        <a:pt x="9" y="5"/>
                      </a:cubicBezTo>
                      <a:cubicBezTo>
                        <a:pt x="9" y="5"/>
                        <a:pt x="9" y="5"/>
                        <a:pt x="9" y="5"/>
                      </a:cubicBezTo>
                      <a:cubicBezTo>
                        <a:pt x="9" y="5"/>
                        <a:pt x="10" y="5"/>
                        <a:pt x="10" y="5"/>
                      </a:cubicBezTo>
                      <a:cubicBezTo>
                        <a:pt x="10" y="4"/>
                        <a:pt x="10" y="4"/>
                        <a:pt x="11" y="4"/>
                      </a:cubicBezTo>
                      <a:cubicBezTo>
                        <a:pt x="11" y="4"/>
                        <a:pt x="11" y="4"/>
                        <a:pt x="11" y="4"/>
                      </a:cubicBezTo>
                      <a:cubicBezTo>
                        <a:pt x="12" y="5"/>
                        <a:pt x="12" y="5"/>
                        <a:pt x="13" y="5"/>
                      </a:cubicBezTo>
                      <a:cubicBezTo>
                        <a:pt x="13" y="5"/>
                        <a:pt x="13" y="5"/>
                        <a:pt x="13" y="5"/>
                      </a:cubicBezTo>
                      <a:cubicBezTo>
                        <a:pt x="13" y="5"/>
                        <a:pt x="13" y="5"/>
                        <a:pt x="14" y="5"/>
                      </a:cubicBezTo>
                      <a:cubicBezTo>
                        <a:pt x="14" y="5"/>
                        <a:pt x="14" y="5"/>
                        <a:pt x="14" y="5"/>
                      </a:cubicBezTo>
                      <a:cubicBezTo>
                        <a:pt x="14" y="5"/>
                        <a:pt x="14" y="5"/>
                        <a:pt x="14" y="5"/>
                      </a:cubicBezTo>
                      <a:cubicBezTo>
                        <a:pt x="14" y="5"/>
                        <a:pt x="14" y="4"/>
                        <a:pt x="14" y="4"/>
                      </a:cubicBezTo>
                      <a:cubicBezTo>
                        <a:pt x="14" y="4"/>
                        <a:pt x="14" y="4"/>
                        <a:pt x="14" y="4"/>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3" name="Freeform 768">
                  <a:extLst>
                    <a:ext uri="{FF2B5EF4-FFF2-40B4-BE49-F238E27FC236}">
                      <a16:creationId xmlns:a16="http://schemas.microsoft.com/office/drawing/2014/main" id="{FA2EE130-813F-5ADF-AC07-0A7120FDCB9D}"/>
                    </a:ext>
                  </a:extLst>
                </p:cNvPr>
                <p:cNvSpPr>
                  <a:spLocks/>
                </p:cNvSpPr>
                <p:nvPr/>
              </p:nvSpPr>
              <p:spPr bwMode="auto">
                <a:xfrm>
                  <a:off x="2836863" y="4405313"/>
                  <a:ext cx="171450" cy="87313"/>
                </a:xfrm>
                <a:custGeom>
                  <a:avLst/>
                  <a:gdLst>
                    <a:gd name="T0" fmla="*/ 1 w 41"/>
                    <a:gd name="T1" fmla="*/ 7 h 21"/>
                    <a:gd name="T2" fmla="*/ 1 w 41"/>
                    <a:gd name="T3" fmla="*/ 8 h 21"/>
                    <a:gd name="T4" fmla="*/ 1 w 41"/>
                    <a:gd name="T5" fmla="*/ 10 h 21"/>
                    <a:gd name="T6" fmla="*/ 1 w 41"/>
                    <a:gd name="T7" fmla="*/ 11 h 21"/>
                    <a:gd name="T8" fmla="*/ 3 w 41"/>
                    <a:gd name="T9" fmla="*/ 13 h 21"/>
                    <a:gd name="T10" fmla="*/ 5 w 41"/>
                    <a:gd name="T11" fmla="*/ 14 h 21"/>
                    <a:gd name="T12" fmla="*/ 6 w 41"/>
                    <a:gd name="T13" fmla="*/ 15 h 21"/>
                    <a:gd name="T14" fmla="*/ 7 w 41"/>
                    <a:gd name="T15" fmla="*/ 14 h 21"/>
                    <a:gd name="T16" fmla="*/ 9 w 41"/>
                    <a:gd name="T17" fmla="*/ 14 h 21"/>
                    <a:gd name="T18" fmla="*/ 10 w 41"/>
                    <a:gd name="T19" fmla="*/ 14 h 21"/>
                    <a:gd name="T20" fmla="*/ 11 w 41"/>
                    <a:gd name="T21" fmla="*/ 15 h 21"/>
                    <a:gd name="T22" fmla="*/ 11 w 41"/>
                    <a:gd name="T23" fmla="*/ 16 h 21"/>
                    <a:gd name="T24" fmla="*/ 11 w 41"/>
                    <a:gd name="T25" fmla="*/ 17 h 21"/>
                    <a:gd name="T26" fmla="*/ 11 w 41"/>
                    <a:gd name="T27" fmla="*/ 17 h 21"/>
                    <a:gd name="T28" fmla="*/ 11 w 41"/>
                    <a:gd name="T29" fmla="*/ 18 h 21"/>
                    <a:gd name="T30" fmla="*/ 11 w 41"/>
                    <a:gd name="T31" fmla="*/ 18 h 21"/>
                    <a:gd name="T32" fmla="*/ 13 w 41"/>
                    <a:gd name="T33" fmla="*/ 19 h 21"/>
                    <a:gd name="T34" fmla="*/ 14 w 41"/>
                    <a:gd name="T35" fmla="*/ 20 h 21"/>
                    <a:gd name="T36" fmla="*/ 16 w 41"/>
                    <a:gd name="T37" fmla="*/ 20 h 21"/>
                    <a:gd name="T38" fmla="*/ 18 w 41"/>
                    <a:gd name="T39" fmla="*/ 19 h 21"/>
                    <a:gd name="T40" fmla="*/ 17 w 41"/>
                    <a:gd name="T41" fmla="*/ 16 h 21"/>
                    <a:gd name="T42" fmla="*/ 20 w 41"/>
                    <a:gd name="T43" fmla="*/ 15 h 21"/>
                    <a:gd name="T44" fmla="*/ 22 w 41"/>
                    <a:gd name="T45" fmla="*/ 13 h 21"/>
                    <a:gd name="T46" fmla="*/ 24 w 41"/>
                    <a:gd name="T47" fmla="*/ 15 h 21"/>
                    <a:gd name="T48" fmla="*/ 26 w 41"/>
                    <a:gd name="T49" fmla="*/ 13 h 21"/>
                    <a:gd name="T50" fmla="*/ 28 w 41"/>
                    <a:gd name="T51" fmla="*/ 12 h 21"/>
                    <a:gd name="T52" fmla="*/ 28 w 41"/>
                    <a:gd name="T53" fmla="*/ 11 h 21"/>
                    <a:gd name="T54" fmla="*/ 29 w 41"/>
                    <a:gd name="T55" fmla="*/ 10 h 21"/>
                    <a:gd name="T56" fmla="*/ 30 w 41"/>
                    <a:gd name="T57" fmla="*/ 8 h 21"/>
                    <a:gd name="T58" fmla="*/ 31 w 41"/>
                    <a:gd name="T59" fmla="*/ 9 h 21"/>
                    <a:gd name="T60" fmla="*/ 33 w 41"/>
                    <a:gd name="T61" fmla="*/ 10 h 21"/>
                    <a:gd name="T62" fmla="*/ 34 w 41"/>
                    <a:gd name="T63" fmla="*/ 9 h 21"/>
                    <a:gd name="T64" fmla="*/ 35 w 41"/>
                    <a:gd name="T65" fmla="*/ 9 h 21"/>
                    <a:gd name="T66" fmla="*/ 36 w 41"/>
                    <a:gd name="T67" fmla="*/ 9 h 21"/>
                    <a:gd name="T68" fmla="*/ 38 w 41"/>
                    <a:gd name="T69" fmla="*/ 8 h 21"/>
                    <a:gd name="T70" fmla="*/ 39 w 41"/>
                    <a:gd name="T71" fmla="*/ 7 h 21"/>
                    <a:gd name="T72" fmla="*/ 41 w 41"/>
                    <a:gd name="T73" fmla="*/ 7 h 21"/>
                    <a:gd name="T74" fmla="*/ 40 w 41"/>
                    <a:gd name="T75" fmla="*/ 6 h 21"/>
                    <a:gd name="T76" fmla="*/ 38 w 41"/>
                    <a:gd name="T77" fmla="*/ 4 h 21"/>
                    <a:gd name="T78" fmla="*/ 38 w 41"/>
                    <a:gd name="T79" fmla="*/ 5 h 21"/>
                    <a:gd name="T80" fmla="*/ 38 w 41"/>
                    <a:gd name="T81" fmla="*/ 5 h 21"/>
                    <a:gd name="T82" fmla="*/ 37 w 41"/>
                    <a:gd name="T83" fmla="*/ 4 h 21"/>
                    <a:gd name="T84" fmla="*/ 36 w 41"/>
                    <a:gd name="T85" fmla="*/ 5 h 21"/>
                    <a:gd name="T86" fmla="*/ 35 w 41"/>
                    <a:gd name="T87" fmla="*/ 4 h 21"/>
                    <a:gd name="T88" fmla="*/ 36 w 41"/>
                    <a:gd name="T89" fmla="*/ 3 h 21"/>
                    <a:gd name="T90" fmla="*/ 34 w 41"/>
                    <a:gd name="T91" fmla="*/ 1 h 21"/>
                    <a:gd name="T92" fmla="*/ 29 w 41"/>
                    <a:gd name="T93" fmla="*/ 0 h 21"/>
                    <a:gd name="T94" fmla="*/ 26 w 41"/>
                    <a:gd name="T95" fmla="*/ 1 h 21"/>
                    <a:gd name="T96" fmla="*/ 23 w 41"/>
                    <a:gd name="T97" fmla="*/ 0 h 21"/>
                    <a:gd name="T98" fmla="*/ 23 w 41"/>
                    <a:gd name="T99" fmla="*/ 0 h 21"/>
                    <a:gd name="T100" fmla="*/ 22 w 41"/>
                    <a:gd name="T101" fmla="*/ 1 h 21"/>
                    <a:gd name="T102" fmla="*/ 19 w 41"/>
                    <a:gd name="T103" fmla="*/ 1 h 21"/>
                    <a:gd name="T104" fmla="*/ 15 w 41"/>
                    <a:gd name="T105" fmla="*/ 1 h 21"/>
                    <a:gd name="T106" fmla="*/ 12 w 41"/>
                    <a:gd name="T107" fmla="*/ 2 h 21"/>
                    <a:gd name="T108" fmla="*/ 12 w 41"/>
                    <a:gd name="T109" fmla="*/ 1 h 21"/>
                    <a:gd name="T110" fmla="*/ 8 w 41"/>
                    <a:gd name="T111" fmla="*/ 2 h 21"/>
                    <a:gd name="T112" fmla="*/ 7 w 41"/>
                    <a:gd name="T113" fmla="*/ 2 h 21"/>
                    <a:gd name="T114" fmla="*/ 1 w 41"/>
                    <a:gd name="T115"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 h="21">
                      <a:moveTo>
                        <a:pt x="1" y="6"/>
                      </a:moveTo>
                      <a:cubicBezTo>
                        <a:pt x="1" y="7"/>
                        <a:pt x="1" y="7"/>
                        <a:pt x="1" y="7"/>
                      </a:cubicBezTo>
                      <a:cubicBezTo>
                        <a:pt x="1" y="7"/>
                        <a:pt x="1" y="7"/>
                        <a:pt x="1" y="7"/>
                      </a:cubicBezTo>
                      <a:cubicBezTo>
                        <a:pt x="1" y="8"/>
                        <a:pt x="1" y="8"/>
                        <a:pt x="1" y="8"/>
                      </a:cubicBezTo>
                      <a:cubicBezTo>
                        <a:pt x="1" y="8"/>
                        <a:pt x="1" y="8"/>
                        <a:pt x="1" y="9"/>
                      </a:cubicBezTo>
                      <a:cubicBezTo>
                        <a:pt x="1" y="9"/>
                        <a:pt x="1" y="10"/>
                        <a:pt x="1" y="10"/>
                      </a:cubicBezTo>
                      <a:cubicBezTo>
                        <a:pt x="0" y="11"/>
                        <a:pt x="0" y="11"/>
                        <a:pt x="0" y="11"/>
                      </a:cubicBezTo>
                      <a:cubicBezTo>
                        <a:pt x="0" y="11"/>
                        <a:pt x="1" y="11"/>
                        <a:pt x="1" y="11"/>
                      </a:cubicBezTo>
                      <a:cubicBezTo>
                        <a:pt x="1" y="11"/>
                        <a:pt x="2" y="11"/>
                        <a:pt x="2" y="11"/>
                      </a:cubicBezTo>
                      <a:cubicBezTo>
                        <a:pt x="3" y="13"/>
                        <a:pt x="3" y="13"/>
                        <a:pt x="3" y="13"/>
                      </a:cubicBezTo>
                      <a:cubicBezTo>
                        <a:pt x="4" y="13"/>
                        <a:pt x="4" y="13"/>
                        <a:pt x="4" y="13"/>
                      </a:cubicBezTo>
                      <a:cubicBezTo>
                        <a:pt x="5" y="14"/>
                        <a:pt x="5" y="14"/>
                        <a:pt x="5" y="14"/>
                      </a:cubicBezTo>
                      <a:cubicBezTo>
                        <a:pt x="5" y="14"/>
                        <a:pt x="6" y="14"/>
                        <a:pt x="6" y="14"/>
                      </a:cubicBezTo>
                      <a:cubicBezTo>
                        <a:pt x="6" y="14"/>
                        <a:pt x="6" y="15"/>
                        <a:pt x="6" y="15"/>
                      </a:cubicBezTo>
                      <a:cubicBezTo>
                        <a:pt x="7" y="14"/>
                        <a:pt x="7" y="14"/>
                        <a:pt x="7" y="14"/>
                      </a:cubicBezTo>
                      <a:cubicBezTo>
                        <a:pt x="7" y="14"/>
                        <a:pt x="7" y="14"/>
                        <a:pt x="7" y="14"/>
                      </a:cubicBezTo>
                      <a:cubicBezTo>
                        <a:pt x="8" y="14"/>
                        <a:pt x="8" y="14"/>
                        <a:pt x="8" y="14"/>
                      </a:cubicBezTo>
                      <a:cubicBezTo>
                        <a:pt x="9" y="14"/>
                        <a:pt x="9" y="14"/>
                        <a:pt x="9" y="14"/>
                      </a:cubicBezTo>
                      <a:cubicBezTo>
                        <a:pt x="9" y="14"/>
                        <a:pt x="9" y="14"/>
                        <a:pt x="9" y="14"/>
                      </a:cubicBezTo>
                      <a:cubicBezTo>
                        <a:pt x="9" y="14"/>
                        <a:pt x="10" y="14"/>
                        <a:pt x="10" y="14"/>
                      </a:cubicBezTo>
                      <a:cubicBezTo>
                        <a:pt x="11" y="14"/>
                        <a:pt x="11" y="14"/>
                        <a:pt x="11" y="14"/>
                      </a:cubicBezTo>
                      <a:cubicBezTo>
                        <a:pt x="11" y="15"/>
                        <a:pt x="11" y="15"/>
                        <a:pt x="11" y="15"/>
                      </a:cubicBezTo>
                      <a:cubicBezTo>
                        <a:pt x="11" y="15"/>
                        <a:pt x="11" y="15"/>
                        <a:pt x="11" y="15"/>
                      </a:cubicBezTo>
                      <a:cubicBezTo>
                        <a:pt x="11" y="16"/>
                        <a:pt x="11" y="16"/>
                        <a:pt x="11" y="16"/>
                      </a:cubicBezTo>
                      <a:cubicBezTo>
                        <a:pt x="11" y="16"/>
                        <a:pt x="11" y="16"/>
                        <a:pt x="11" y="16"/>
                      </a:cubicBezTo>
                      <a:cubicBezTo>
                        <a:pt x="11" y="16"/>
                        <a:pt x="11" y="17"/>
                        <a:pt x="11" y="17"/>
                      </a:cubicBezTo>
                      <a:cubicBezTo>
                        <a:pt x="11" y="17"/>
                        <a:pt x="10" y="17"/>
                        <a:pt x="10" y="17"/>
                      </a:cubicBezTo>
                      <a:cubicBezTo>
                        <a:pt x="10" y="17"/>
                        <a:pt x="11" y="17"/>
                        <a:pt x="11" y="17"/>
                      </a:cubicBezTo>
                      <a:cubicBezTo>
                        <a:pt x="10" y="18"/>
                        <a:pt x="10" y="18"/>
                        <a:pt x="10" y="18"/>
                      </a:cubicBezTo>
                      <a:cubicBezTo>
                        <a:pt x="11" y="18"/>
                        <a:pt x="11" y="18"/>
                        <a:pt x="11" y="18"/>
                      </a:cubicBezTo>
                      <a:cubicBezTo>
                        <a:pt x="11" y="18"/>
                        <a:pt x="11" y="18"/>
                        <a:pt x="11" y="18"/>
                      </a:cubicBezTo>
                      <a:cubicBezTo>
                        <a:pt x="11" y="18"/>
                        <a:pt x="11" y="18"/>
                        <a:pt x="11" y="18"/>
                      </a:cubicBezTo>
                      <a:cubicBezTo>
                        <a:pt x="11" y="18"/>
                        <a:pt x="12" y="18"/>
                        <a:pt x="12" y="18"/>
                      </a:cubicBezTo>
                      <a:cubicBezTo>
                        <a:pt x="12" y="18"/>
                        <a:pt x="13" y="19"/>
                        <a:pt x="13" y="19"/>
                      </a:cubicBezTo>
                      <a:cubicBezTo>
                        <a:pt x="13" y="19"/>
                        <a:pt x="13" y="19"/>
                        <a:pt x="13" y="20"/>
                      </a:cubicBezTo>
                      <a:cubicBezTo>
                        <a:pt x="13" y="20"/>
                        <a:pt x="13" y="20"/>
                        <a:pt x="14" y="20"/>
                      </a:cubicBezTo>
                      <a:cubicBezTo>
                        <a:pt x="14" y="20"/>
                        <a:pt x="14" y="20"/>
                        <a:pt x="14" y="21"/>
                      </a:cubicBezTo>
                      <a:cubicBezTo>
                        <a:pt x="16" y="20"/>
                        <a:pt x="16" y="20"/>
                        <a:pt x="16" y="20"/>
                      </a:cubicBezTo>
                      <a:cubicBezTo>
                        <a:pt x="16" y="20"/>
                        <a:pt x="16" y="19"/>
                        <a:pt x="16" y="19"/>
                      </a:cubicBezTo>
                      <a:cubicBezTo>
                        <a:pt x="17" y="19"/>
                        <a:pt x="18" y="19"/>
                        <a:pt x="18" y="19"/>
                      </a:cubicBezTo>
                      <a:cubicBezTo>
                        <a:pt x="18" y="19"/>
                        <a:pt x="18" y="18"/>
                        <a:pt x="18" y="17"/>
                      </a:cubicBezTo>
                      <a:cubicBezTo>
                        <a:pt x="18" y="17"/>
                        <a:pt x="17" y="16"/>
                        <a:pt x="17" y="16"/>
                      </a:cubicBezTo>
                      <a:cubicBezTo>
                        <a:pt x="18" y="15"/>
                        <a:pt x="18" y="15"/>
                        <a:pt x="18" y="15"/>
                      </a:cubicBezTo>
                      <a:cubicBezTo>
                        <a:pt x="20" y="15"/>
                        <a:pt x="20" y="15"/>
                        <a:pt x="20" y="15"/>
                      </a:cubicBezTo>
                      <a:cubicBezTo>
                        <a:pt x="22" y="13"/>
                        <a:pt x="22" y="13"/>
                        <a:pt x="22" y="13"/>
                      </a:cubicBezTo>
                      <a:cubicBezTo>
                        <a:pt x="22" y="13"/>
                        <a:pt x="22" y="13"/>
                        <a:pt x="22" y="13"/>
                      </a:cubicBezTo>
                      <a:cubicBezTo>
                        <a:pt x="22" y="14"/>
                        <a:pt x="22" y="14"/>
                        <a:pt x="22" y="14"/>
                      </a:cubicBezTo>
                      <a:cubicBezTo>
                        <a:pt x="24" y="15"/>
                        <a:pt x="24" y="15"/>
                        <a:pt x="24" y="15"/>
                      </a:cubicBezTo>
                      <a:cubicBezTo>
                        <a:pt x="24" y="15"/>
                        <a:pt x="24" y="14"/>
                        <a:pt x="24" y="14"/>
                      </a:cubicBezTo>
                      <a:cubicBezTo>
                        <a:pt x="25" y="14"/>
                        <a:pt x="26" y="13"/>
                        <a:pt x="26" y="13"/>
                      </a:cubicBezTo>
                      <a:cubicBezTo>
                        <a:pt x="27" y="12"/>
                        <a:pt x="27" y="12"/>
                        <a:pt x="27" y="12"/>
                      </a:cubicBezTo>
                      <a:cubicBezTo>
                        <a:pt x="28" y="12"/>
                        <a:pt x="28" y="12"/>
                        <a:pt x="28" y="12"/>
                      </a:cubicBezTo>
                      <a:cubicBezTo>
                        <a:pt x="28" y="12"/>
                        <a:pt x="28" y="11"/>
                        <a:pt x="28" y="11"/>
                      </a:cubicBezTo>
                      <a:cubicBezTo>
                        <a:pt x="28" y="11"/>
                        <a:pt x="28" y="11"/>
                        <a:pt x="28" y="11"/>
                      </a:cubicBezTo>
                      <a:cubicBezTo>
                        <a:pt x="28" y="10"/>
                        <a:pt x="28" y="10"/>
                        <a:pt x="28" y="10"/>
                      </a:cubicBezTo>
                      <a:cubicBezTo>
                        <a:pt x="29" y="10"/>
                        <a:pt x="29" y="10"/>
                        <a:pt x="29" y="10"/>
                      </a:cubicBezTo>
                      <a:cubicBezTo>
                        <a:pt x="29" y="9"/>
                        <a:pt x="29" y="9"/>
                        <a:pt x="29" y="9"/>
                      </a:cubicBezTo>
                      <a:cubicBezTo>
                        <a:pt x="30" y="8"/>
                        <a:pt x="30" y="8"/>
                        <a:pt x="30" y="8"/>
                      </a:cubicBezTo>
                      <a:cubicBezTo>
                        <a:pt x="31" y="8"/>
                        <a:pt x="31" y="8"/>
                        <a:pt x="31" y="8"/>
                      </a:cubicBezTo>
                      <a:cubicBezTo>
                        <a:pt x="31" y="9"/>
                        <a:pt x="31" y="9"/>
                        <a:pt x="31" y="9"/>
                      </a:cubicBezTo>
                      <a:cubicBezTo>
                        <a:pt x="32" y="9"/>
                        <a:pt x="32" y="9"/>
                        <a:pt x="32" y="9"/>
                      </a:cubicBezTo>
                      <a:cubicBezTo>
                        <a:pt x="33" y="10"/>
                        <a:pt x="33" y="10"/>
                        <a:pt x="33" y="10"/>
                      </a:cubicBezTo>
                      <a:cubicBezTo>
                        <a:pt x="34" y="9"/>
                        <a:pt x="34" y="9"/>
                        <a:pt x="34" y="9"/>
                      </a:cubicBezTo>
                      <a:cubicBezTo>
                        <a:pt x="34" y="9"/>
                        <a:pt x="34" y="9"/>
                        <a:pt x="34" y="9"/>
                      </a:cubicBezTo>
                      <a:cubicBezTo>
                        <a:pt x="34" y="9"/>
                        <a:pt x="34" y="9"/>
                        <a:pt x="34" y="9"/>
                      </a:cubicBezTo>
                      <a:cubicBezTo>
                        <a:pt x="35" y="9"/>
                        <a:pt x="35" y="9"/>
                        <a:pt x="35" y="9"/>
                      </a:cubicBezTo>
                      <a:cubicBezTo>
                        <a:pt x="35" y="8"/>
                        <a:pt x="35" y="8"/>
                        <a:pt x="35" y="8"/>
                      </a:cubicBezTo>
                      <a:cubicBezTo>
                        <a:pt x="36" y="9"/>
                        <a:pt x="36" y="9"/>
                        <a:pt x="36" y="9"/>
                      </a:cubicBezTo>
                      <a:cubicBezTo>
                        <a:pt x="36" y="9"/>
                        <a:pt x="37" y="8"/>
                        <a:pt x="37" y="8"/>
                      </a:cubicBezTo>
                      <a:cubicBezTo>
                        <a:pt x="37" y="8"/>
                        <a:pt x="38" y="8"/>
                        <a:pt x="38" y="8"/>
                      </a:cubicBezTo>
                      <a:cubicBezTo>
                        <a:pt x="39" y="8"/>
                        <a:pt x="39" y="8"/>
                        <a:pt x="39" y="8"/>
                      </a:cubicBezTo>
                      <a:cubicBezTo>
                        <a:pt x="39" y="7"/>
                        <a:pt x="39" y="7"/>
                        <a:pt x="39" y="7"/>
                      </a:cubicBezTo>
                      <a:cubicBezTo>
                        <a:pt x="41" y="7"/>
                        <a:pt x="41" y="7"/>
                        <a:pt x="41" y="7"/>
                      </a:cubicBezTo>
                      <a:cubicBezTo>
                        <a:pt x="41" y="7"/>
                        <a:pt x="41" y="7"/>
                        <a:pt x="41" y="7"/>
                      </a:cubicBezTo>
                      <a:cubicBezTo>
                        <a:pt x="41" y="7"/>
                        <a:pt x="41" y="6"/>
                        <a:pt x="41" y="6"/>
                      </a:cubicBezTo>
                      <a:cubicBezTo>
                        <a:pt x="40" y="6"/>
                        <a:pt x="40" y="6"/>
                        <a:pt x="40" y="6"/>
                      </a:cubicBezTo>
                      <a:cubicBezTo>
                        <a:pt x="40" y="5"/>
                        <a:pt x="39" y="5"/>
                        <a:pt x="39" y="4"/>
                      </a:cubicBezTo>
                      <a:cubicBezTo>
                        <a:pt x="38" y="4"/>
                        <a:pt x="38" y="4"/>
                        <a:pt x="38" y="4"/>
                      </a:cubicBezTo>
                      <a:cubicBezTo>
                        <a:pt x="38" y="4"/>
                        <a:pt x="38" y="4"/>
                        <a:pt x="38" y="4"/>
                      </a:cubicBezTo>
                      <a:cubicBezTo>
                        <a:pt x="38" y="4"/>
                        <a:pt x="38" y="4"/>
                        <a:pt x="38" y="5"/>
                      </a:cubicBezTo>
                      <a:cubicBezTo>
                        <a:pt x="38" y="5"/>
                        <a:pt x="38" y="5"/>
                        <a:pt x="38" y="5"/>
                      </a:cubicBezTo>
                      <a:cubicBezTo>
                        <a:pt x="38" y="5"/>
                        <a:pt x="38" y="6"/>
                        <a:pt x="38" y="5"/>
                      </a:cubicBezTo>
                      <a:cubicBezTo>
                        <a:pt x="38" y="5"/>
                        <a:pt x="37" y="5"/>
                        <a:pt x="37" y="5"/>
                      </a:cubicBezTo>
                      <a:cubicBezTo>
                        <a:pt x="37" y="5"/>
                        <a:pt x="37" y="5"/>
                        <a:pt x="37" y="4"/>
                      </a:cubicBezTo>
                      <a:cubicBezTo>
                        <a:pt x="36" y="4"/>
                        <a:pt x="36" y="4"/>
                        <a:pt x="36" y="4"/>
                      </a:cubicBezTo>
                      <a:cubicBezTo>
                        <a:pt x="36" y="4"/>
                        <a:pt x="36" y="4"/>
                        <a:pt x="36" y="5"/>
                      </a:cubicBezTo>
                      <a:cubicBezTo>
                        <a:pt x="35" y="5"/>
                        <a:pt x="35" y="5"/>
                        <a:pt x="35" y="5"/>
                      </a:cubicBezTo>
                      <a:cubicBezTo>
                        <a:pt x="35" y="4"/>
                        <a:pt x="35" y="4"/>
                        <a:pt x="35" y="4"/>
                      </a:cubicBezTo>
                      <a:cubicBezTo>
                        <a:pt x="35" y="4"/>
                        <a:pt x="35" y="4"/>
                        <a:pt x="35" y="4"/>
                      </a:cubicBezTo>
                      <a:cubicBezTo>
                        <a:pt x="35" y="4"/>
                        <a:pt x="36" y="4"/>
                        <a:pt x="36" y="3"/>
                      </a:cubicBezTo>
                      <a:cubicBezTo>
                        <a:pt x="36" y="3"/>
                        <a:pt x="36" y="3"/>
                        <a:pt x="36" y="3"/>
                      </a:cubicBezTo>
                      <a:cubicBezTo>
                        <a:pt x="35" y="2"/>
                        <a:pt x="35" y="1"/>
                        <a:pt x="34" y="1"/>
                      </a:cubicBezTo>
                      <a:cubicBezTo>
                        <a:pt x="33" y="1"/>
                        <a:pt x="32" y="1"/>
                        <a:pt x="31" y="1"/>
                      </a:cubicBezTo>
                      <a:cubicBezTo>
                        <a:pt x="30" y="0"/>
                        <a:pt x="30" y="0"/>
                        <a:pt x="29" y="0"/>
                      </a:cubicBezTo>
                      <a:cubicBezTo>
                        <a:pt x="29" y="0"/>
                        <a:pt x="29" y="0"/>
                        <a:pt x="29" y="0"/>
                      </a:cubicBezTo>
                      <a:cubicBezTo>
                        <a:pt x="28" y="1"/>
                        <a:pt x="27" y="1"/>
                        <a:pt x="26" y="1"/>
                      </a:cubicBezTo>
                      <a:cubicBezTo>
                        <a:pt x="26" y="1"/>
                        <a:pt x="25" y="1"/>
                        <a:pt x="25" y="1"/>
                      </a:cubicBezTo>
                      <a:cubicBezTo>
                        <a:pt x="24" y="0"/>
                        <a:pt x="24" y="0"/>
                        <a:pt x="23" y="0"/>
                      </a:cubicBezTo>
                      <a:cubicBezTo>
                        <a:pt x="23" y="0"/>
                        <a:pt x="23" y="0"/>
                        <a:pt x="23" y="0"/>
                      </a:cubicBezTo>
                      <a:cubicBezTo>
                        <a:pt x="23" y="0"/>
                        <a:pt x="23" y="0"/>
                        <a:pt x="23" y="0"/>
                      </a:cubicBezTo>
                      <a:cubicBezTo>
                        <a:pt x="23" y="0"/>
                        <a:pt x="23" y="1"/>
                        <a:pt x="23" y="1"/>
                      </a:cubicBezTo>
                      <a:cubicBezTo>
                        <a:pt x="22" y="1"/>
                        <a:pt x="22" y="1"/>
                        <a:pt x="22" y="1"/>
                      </a:cubicBezTo>
                      <a:cubicBezTo>
                        <a:pt x="21" y="1"/>
                        <a:pt x="21" y="2"/>
                        <a:pt x="20" y="2"/>
                      </a:cubicBezTo>
                      <a:cubicBezTo>
                        <a:pt x="20" y="2"/>
                        <a:pt x="19" y="1"/>
                        <a:pt x="19" y="1"/>
                      </a:cubicBezTo>
                      <a:cubicBezTo>
                        <a:pt x="18" y="1"/>
                        <a:pt x="18" y="1"/>
                        <a:pt x="18" y="1"/>
                      </a:cubicBezTo>
                      <a:cubicBezTo>
                        <a:pt x="17" y="2"/>
                        <a:pt x="16" y="2"/>
                        <a:pt x="15" y="1"/>
                      </a:cubicBezTo>
                      <a:cubicBezTo>
                        <a:pt x="14" y="1"/>
                        <a:pt x="13" y="1"/>
                        <a:pt x="12" y="2"/>
                      </a:cubicBezTo>
                      <a:cubicBezTo>
                        <a:pt x="12" y="2"/>
                        <a:pt x="12" y="2"/>
                        <a:pt x="12" y="2"/>
                      </a:cubicBezTo>
                      <a:cubicBezTo>
                        <a:pt x="12" y="1"/>
                        <a:pt x="12" y="1"/>
                        <a:pt x="12" y="1"/>
                      </a:cubicBezTo>
                      <a:cubicBezTo>
                        <a:pt x="12" y="1"/>
                        <a:pt x="12" y="1"/>
                        <a:pt x="12" y="1"/>
                      </a:cubicBezTo>
                      <a:cubicBezTo>
                        <a:pt x="10" y="1"/>
                        <a:pt x="9" y="1"/>
                        <a:pt x="9" y="2"/>
                      </a:cubicBezTo>
                      <a:cubicBezTo>
                        <a:pt x="9" y="2"/>
                        <a:pt x="8" y="2"/>
                        <a:pt x="8" y="2"/>
                      </a:cubicBezTo>
                      <a:cubicBezTo>
                        <a:pt x="8" y="2"/>
                        <a:pt x="8" y="2"/>
                        <a:pt x="8" y="2"/>
                      </a:cubicBezTo>
                      <a:cubicBezTo>
                        <a:pt x="8" y="2"/>
                        <a:pt x="8" y="2"/>
                        <a:pt x="7" y="2"/>
                      </a:cubicBezTo>
                      <a:cubicBezTo>
                        <a:pt x="5" y="4"/>
                        <a:pt x="5" y="4"/>
                        <a:pt x="5" y="4"/>
                      </a:cubicBezTo>
                      <a:lnTo>
                        <a:pt x="1" y="6"/>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4" name="Freeform 769">
                  <a:extLst>
                    <a:ext uri="{FF2B5EF4-FFF2-40B4-BE49-F238E27FC236}">
                      <a16:creationId xmlns:a16="http://schemas.microsoft.com/office/drawing/2014/main" id="{924CA00A-2707-2D5C-B374-E894C73352FC}"/>
                    </a:ext>
                  </a:extLst>
                </p:cNvPr>
                <p:cNvSpPr>
                  <a:spLocks noEditPoints="1"/>
                </p:cNvSpPr>
                <p:nvPr/>
              </p:nvSpPr>
              <p:spPr bwMode="auto">
                <a:xfrm>
                  <a:off x="3252788" y="4283075"/>
                  <a:ext cx="79375" cy="63500"/>
                </a:xfrm>
                <a:custGeom>
                  <a:avLst/>
                  <a:gdLst>
                    <a:gd name="T0" fmla="*/ 10 w 19"/>
                    <a:gd name="T1" fmla="*/ 9 h 15"/>
                    <a:gd name="T2" fmla="*/ 9 w 19"/>
                    <a:gd name="T3" fmla="*/ 9 h 15"/>
                    <a:gd name="T4" fmla="*/ 12 w 19"/>
                    <a:gd name="T5" fmla="*/ 1 h 15"/>
                    <a:gd name="T6" fmla="*/ 19 w 19"/>
                    <a:gd name="T7" fmla="*/ 14 h 15"/>
                    <a:gd name="T8" fmla="*/ 18 w 19"/>
                    <a:gd name="T9" fmla="*/ 14 h 15"/>
                    <a:gd name="T10" fmla="*/ 18 w 19"/>
                    <a:gd name="T11" fmla="*/ 14 h 15"/>
                    <a:gd name="T12" fmla="*/ 18 w 19"/>
                    <a:gd name="T13" fmla="*/ 12 h 15"/>
                    <a:gd name="T14" fmla="*/ 18 w 19"/>
                    <a:gd name="T15" fmla="*/ 12 h 15"/>
                    <a:gd name="T16" fmla="*/ 17 w 19"/>
                    <a:gd name="T17" fmla="*/ 11 h 15"/>
                    <a:gd name="T18" fmla="*/ 18 w 19"/>
                    <a:gd name="T19" fmla="*/ 11 h 15"/>
                    <a:gd name="T20" fmla="*/ 18 w 19"/>
                    <a:gd name="T21" fmla="*/ 10 h 15"/>
                    <a:gd name="T22" fmla="*/ 19 w 19"/>
                    <a:gd name="T23" fmla="*/ 10 h 15"/>
                    <a:gd name="T24" fmla="*/ 19 w 19"/>
                    <a:gd name="T25" fmla="*/ 9 h 15"/>
                    <a:gd name="T26" fmla="*/ 18 w 19"/>
                    <a:gd name="T27" fmla="*/ 8 h 15"/>
                    <a:gd name="T28" fmla="*/ 18 w 19"/>
                    <a:gd name="T29" fmla="*/ 8 h 15"/>
                    <a:gd name="T30" fmla="*/ 18 w 19"/>
                    <a:gd name="T31" fmla="*/ 8 h 15"/>
                    <a:gd name="T32" fmla="*/ 18 w 19"/>
                    <a:gd name="T33" fmla="*/ 8 h 15"/>
                    <a:gd name="T34" fmla="*/ 18 w 19"/>
                    <a:gd name="T35" fmla="*/ 8 h 15"/>
                    <a:gd name="T36" fmla="*/ 18 w 19"/>
                    <a:gd name="T37" fmla="*/ 8 h 15"/>
                    <a:gd name="T38" fmla="*/ 19 w 19"/>
                    <a:gd name="T39" fmla="*/ 8 h 15"/>
                    <a:gd name="T40" fmla="*/ 19 w 19"/>
                    <a:gd name="T41" fmla="*/ 7 h 15"/>
                    <a:gd name="T42" fmla="*/ 19 w 19"/>
                    <a:gd name="T43" fmla="*/ 7 h 15"/>
                    <a:gd name="T44" fmla="*/ 19 w 19"/>
                    <a:gd name="T45" fmla="*/ 7 h 15"/>
                    <a:gd name="T46" fmla="*/ 19 w 19"/>
                    <a:gd name="T47" fmla="*/ 7 h 15"/>
                    <a:gd name="T48" fmla="*/ 19 w 19"/>
                    <a:gd name="T49" fmla="*/ 6 h 15"/>
                    <a:gd name="T50" fmla="*/ 19 w 19"/>
                    <a:gd name="T51" fmla="*/ 6 h 15"/>
                    <a:gd name="T52" fmla="*/ 18 w 19"/>
                    <a:gd name="T53" fmla="*/ 6 h 15"/>
                    <a:gd name="T54" fmla="*/ 19 w 19"/>
                    <a:gd name="T55" fmla="*/ 5 h 15"/>
                    <a:gd name="T56" fmla="*/ 19 w 19"/>
                    <a:gd name="T57" fmla="*/ 5 h 15"/>
                    <a:gd name="T58" fmla="*/ 19 w 19"/>
                    <a:gd name="T59" fmla="*/ 4 h 15"/>
                    <a:gd name="T60" fmla="*/ 19 w 19"/>
                    <a:gd name="T61" fmla="*/ 4 h 15"/>
                    <a:gd name="T62" fmla="*/ 19 w 19"/>
                    <a:gd name="T63" fmla="*/ 3 h 15"/>
                    <a:gd name="T64" fmla="*/ 18 w 19"/>
                    <a:gd name="T65" fmla="*/ 3 h 15"/>
                    <a:gd name="T66" fmla="*/ 15 w 19"/>
                    <a:gd name="T67" fmla="*/ 3 h 15"/>
                    <a:gd name="T68" fmla="*/ 13 w 19"/>
                    <a:gd name="T69" fmla="*/ 2 h 15"/>
                    <a:gd name="T70" fmla="*/ 10 w 19"/>
                    <a:gd name="T71" fmla="*/ 1 h 15"/>
                    <a:gd name="T72" fmla="*/ 8 w 19"/>
                    <a:gd name="T73" fmla="*/ 2 h 15"/>
                    <a:gd name="T74" fmla="*/ 9 w 19"/>
                    <a:gd name="T75" fmla="*/ 3 h 15"/>
                    <a:gd name="T76" fmla="*/ 11 w 19"/>
                    <a:gd name="T77" fmla="*/ 4 h 15"/>
                    <a:gd name="T78" fmla="*/ 12 w 19"/>
                    <a:gd name="T79" fmla="*/ 6 h 15"/>
                    <a:gd name="T80" fmla="*/ 12 w 19"/>
                    <a:gd name="T81" fmla="*/ 7 h 15"/>
                    <a:gd name="T82" fmla="*/ 12 w 19"/>
                    <a:gd name="T83" fmla="*/ 8 h 15"/>
                    <a:gd name="T84" fmla="*/ 13 w 19"/>
                    <a:gd name="T85" fmla="*/ 9 h 15"/>
                    <a:gd name="T86" fmla="*/ 15 w 19"/>
                    <a:gd name="T87" fmla="*/ 11 h 15"/>
                    <a:gd name="T88" fmla="*/ 12 w 19"/>
                    <a:gd name="T89" fmla="*/ 12 h 15"/>
                    <a:gd name="T90" fmla="*/ 10 w 19"/>
                    <a:gd name="T91" fmla="*/ 12 h 15"/>
                    <a:gd name="T92" fmla="*/ 7 w 19"/>
                    <a:gd name="T93" fmla="*/ 11 h 15"/>
                    <a:gd name="T94" fmla="*/ 6 w 19"/>
                    <a:gd name="T95" fmla="*/ 11 h 15"/>
                    <a:gd name="T96" fmla="*/ 4 w 19"/>
                    <a:gd name="T97" fmla="*/ 11 h 15"/>
                    <a:gd name="T98" fmla="*/ 4 w 19"/>
                    <a:gd name="T99" fmla="*/ 11 h 15"/>
                    <a:gd name="T100" fmla="*/ 1 w 19"/>
                    <a:gd name="T101" fmla="*/ 11 h 15"/>
                    <a:gd name="T102" fmla="*/ 1 w 19"/>
                    <a:gd name="T103" fmla="*/ 13 h 15"/>
                    <a:gd name="T104" fmla="*/ 5 w 19"/>
                    <a:gd name="T105" fmla="*/ 15 h 15"/>
                    <a:gd name="T106" fmla="*/ 8 w 19"/>
                    <a:gd name="T107" fmla="*/ 13 h 15"/>
                    <a:gd name="T108" fmla="*/ 13 w 19"/>
                    <a:gd name="T109" fmla="*/ 14 h 15"/>
                    <a:gd name="T110" fmla="*/ 15 w 19"/>
                    <a:gd name="T111" fmla="*/ 14 h 15"/>
                    <a:gd name="T112" fmla="*/ 17 w 19"/>
                    <a:gd name="T113" fmla="*/ 14 h 15"/>
                    <a:gd name="T114" fmla="*/ 19 w 19"/>
                    <a:gd name="T11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 h="15">
                      <a:moveTo>
                        <a:pt x="9" y="9"/>
                      </a:moveTo>
                      <a:cubicBezTo>
                        <a:pt x="8" y="9"/>
                        <a:pt x="8" y="9"/>
                        <a:pt x="8" y="9"/>
                      </a:cubicBezTo>
                      <a:cubicBezTo>
                        <a:pt x="8" y="8"/>
                        <a:pt x="8" y="8"/>
                        <a:pt x="9" y="8"/>
                      </a:cubicBezTo>
                      <a:cubicBezTo>
                        <a:pt x="9" y="9"/>
                        <a:pt x="10" y="9"/>
                        <a:pt x="10" y="9"/>
                      </a:cubicBezTo>
                      <a:cubicBezTo>
                        <a:pt x="11" y="9"/>
                        <a:pt x="11" y="9"/>
                        <a:pt x="11" y="9"/>
                      </a:cubicBezTo>
                      <a:cubicBezTo>
                        <a:pt x="11" y="10"/>
                        <a:pt x="12" y="10"/>
                        <a:pt x="11" y="10"/>
                      </a:cubicBezTo>
                      <a:cubicBezTo>
                        <a:pt x="11" y="10"/>
                        <a:pt x="11" y="10"/>
                        <a:pt x="11" y="10"/>
                      </a:cubicBezTo>
                      <a:cubicBezTo>
                        <a:pt x="10" y="10"/>
                        <a:pt x="10" y="9"/>
                        <a:pt x="9" y="9"/>
                      </a:cubicBezTo>
                      <a:close/>
                      <a:moveTo>
                        <a:pt x="11" y="0"/>
                      </a:moveTo>
                      <a:cubicBezTo>
                        <a:pt x="11" y="0"/>
                        <a:pt x="11" y="0"/>
                        <a:pt x="11" y="0"/>
                      </a:cubicBezTo>
                      <a:cubicBezTo>
                        <a:pt x="11" y="1"/>
                        <a:pt x="11" y="1"/>
                        <a:pt x="11" y="1"/>
                      </a:cubicBezTo>
                      <a:cubicBezTo>
                        <a:pt x="11" y="1"/>
                        <a:pt x="12" y="1"/>
                        <a:pt x="12" y="1"/>
                      </a:cubicBezTo>
                      <a:cubicBezTo>
                        <a:pt x="12" y="0"/>
                        <a:pt x="11" y="0"/>
                        <a:pt x="11" y="0"/>
                      </a:cubicBezTo>
                      <a:close/>
                      <a:moveTo>
                        <a:pt x="19" y="14"/>
                      </a:move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9" y="13"/>
                        <a:pt x="19" y="13"/>
                        <a:pt x="19" y="13"/>
                      </a:cubicBezTo>
                      <a:cubicBezTo>
                        <a:pt x="18" y="12"/>
                        <a:pt x="18" y="12"/>
                        <a:pt x="18" y="12"/>
                      </a:cubicBezTo>
                      <a:cubicBezTo>
                        <a:pt x="18" y="12"/>
                        <a:pt x="18" y="12"/>
                        <a:pt x="18" y="12"/>
                      </a:cubicBezTo>
                      <a:cubicBezTo>
                        <a:pt x="18" y="12"/>
                        <a:pt x="18" y="12"/>
                        <a:pt x="18" y="12"/>
                      </a:cubicBezTo>
                      <a:cubicBezTo>
                        <a:pt x="18" y="12"/>
                        <a:pt x="18" y="12"/>
                        <a:pt x="18" y="12"/>
                      </a:cubicBezTo>
                      <a:cubicBezTo>
                        <a:pt x="17" y="12"/>
                        <a:pt x="17" y="12"/>
                        <a:pt x="17" y="12"/>
                      </a:cubicBezTo>
                      <a:cubicBezTo>
                        <a:pt x="17" y="12"/>
                        <a:pt x="17" y="12"/>
                        <a:pt x="17" y="12"/>
                      </a:cubicBezTo>
                      <a:cubicBezTo>
                        <a:pt x="18" y="12"/>
                        <a:pt x="18" y="12"/>
                        <a:pt x="18" y="12"/>
                      </a:cubicBezTo>
                      <a:cubicBezTo>
                        <a:pt x="18" y="11"/>
                        <a:pt x="18" y="11"/>
                        <a:pt x="18" y="11"/>
                      </a:cubicBezTo>
                      <a:cubicBezTo>
                        <a:pt x="17" y="11"/>
                        <a:pt x="17" y="11"/>
                        <a:pt x="17" y="11"/>
                      </a:cubicBezTo>
                      <a:cubicBezTo>
                        <a:pt x="17" y="11"/>
                        <a:pt x="17" y="11"/>
                        <a:pt x="17" y="11"/>
                      </a:cubicBezTo>
                      <a:cubicBezTo>
                        <a:pt x="17" y="11"/>
                        <a:pt x="17" y="11"/>
                        <a:pt x="17" y="11"/>
                      </a:cubicBezTo>
                      <a:cubicBezTo>
                        <a:pt x="17" y="10"/>
                        <a:pt x="17" y="10"/>
                        <a:pt x="17" y="10"/>
                      </a:cubicBezTo>
                      <a:cubicBezTo>
                        <a:pt x="17" y="11"/>
                        <a:pt x="17" y="11"/>
                        <a:pt x="17" y="11"/>
                      </a:cubicBezTo>
                      <a:cubicBezTo>
                        <a:pt x="17" y="10"/>
                        <a:pt x="17" y="10"/>
                        <a:pt x="17" y="10"/>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10"/>
                        <a:pt x="18" y="10"/>
                        <a:pt x="18" y="10"/>
                      </a:cubicBezTo>
                      <a:cubicBezTo>
                        <a:pt x="18" y="10"/>
                        <a:pt x="18" y="10"/>
                        <a:pt x="18" y="10"/>
                      </a:cubicBezTo>
                      <a:cubicBezTo>
                        <a:pt x="19" y="10"/>
                        <a:pt x="19" y="10"/>
                        <a:pt x="19" y="10"/>
                      </a:cubicBezTo>
                      <a:cubicBezTo>
                        <a:pt x="19" y="9"/>
                        <a:pt x="19" y="9"/>
                        <a:pt x="19" y="9"/>
                      </a:cubicBezTo>
                      <a:cubicBezTo>
                        <a:pt x="19" y="9"/>
                        <a:pt x="19" y="9"/>
                        <a:pt x="19" y="9"/>
                      </a:cubicBezTo>
                      <a:cubicBezTo>
                        <a:pt x="19" y="9"/>
                        <a:pt x="19" y="9"/>
                        <a:pt x="19" y="9"/>
                      </a:cubicBezTo>
                      <a:cubicBezTo>
                        <a:pt x="19" y="9"/>
                        <a:pt x="19" y="9"/>
                        <a:pt x="19" y="9"/>
                      </a:cubicBezTo>
                      <a:cubicBezTo>
                        <a:pt x="19" y="9"/>
                        <a:pt x="18" y="9"/>
                        <a:pt x="18" y="9"/>
                      </a:cubicBezTo>
                      <a:cubicBezTo>
                        <a:pt x="18" y="9"/>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9" y="8"/>
                        <a:pt x="19" y="8"/>
                        <a:pt x="19" y="8"/>
                      </a:cubicBezTo>
                      <a:cubicBezTo>
                        <a:pt x="19" y="8"/>
                        <a:pt x="19" y="8"/>
                        <a:pt x="19" y="8"/>
                      </a:cubicBezTo>
                      <a:cubicBezTo>
                        <a:pt x="19" y="8"/>
                        <a:pt x="19" y="8"/>
                        <a:pt x="19" y="8"/>
                      </a:cubicBezTo>
                      <a:cubicBezTo>
                        <a:pt x="19" y="8"/>
                        <a:pt x="19" y="8"/>
                        <a:pt x="19" y="8"/>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8" y="6"/>
                        <a:pt x="18" y="6"/>
                        <a:pt x="18" y="6"/>
                      </a:cubicBezTo>
                      <a:cubicBezTo>
                        <a:pt x="18" y="6"/>
                        <a:pt x="18" y="6"/>
                        <a:pt x="18" y="6"/>
                      </a:cubicBezTo>
                      <a:cubicBezTo>
                        <a:pt x="18" y="6"/>
                        <a:pt x="18" y="6"/>
                        <a:pt x="18" y="6"/>
                      </a:cubicBezTo>
                      <a:cubicBezTo>
                        <a:pt x="18" y="6"/>
                        <a:pt x="18" y="6"/>
                        <a:pt x="18"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7" y="3"/>
                        <a:pt x="17" y="3"/>
                      </a:cubicBezTo>
                      <a:cubicBezTo>
                        <a:pt x="17" y="3"/>
                        <a:pt x="17" y="3"/>
                        <a:pt x="17" y="3"/>
                      </a:cubicBezTo>
                      <a:cubicBezTo>
                        <a:pt x="16" y="3"/>
                        <a:pt x="16" y="3"/>
                        <a:pt x="16" y="3"/>
                      </a:cubicBezTo>
                      <a:cubicBezTo>
                        <a:pt x="15" y="3"/>
                        <a:pt x="15" y="3"/>
                        <a:pt x="15" y="3"/>
                      </a:cubicBezTo>
                      <a:cubicBezTo>
                        <a:pt x="15" y="2"/>
                        <a:pt x="15" y="3"/>
                        <a:pt x="15" y="3"/>
                      </a:cubicBezTo>
                      <a:cubicBezTo>
                        <a:pt x="15" y="2"/>
                        <a:pt x="14" y="2"/>
                        <a:pt x="14" y="2"/>
                      </a:cubicBezTo>
                      <a:cubicBezTo>
                        <a:pt x="14" y="2"/>
                        <a:pt x="14" y="2"/>
                        <a:pt x="13" y="2"/>
                      </a:cubicBezTo>
                      <a:cubicBezTo>
                        <a:pt x="13" y="2"/>
                        <a:pt x="13" y="2"/>
                        <a:pt x="13" y="2"/>
                      </a:cubicBezTo>
                      <a:cubicBezTo>
                        <a:pt x="13" y="2"/>
                        <a:pt x="13" y="2"/>
                        <a:pt x="13" y="2"/>
                      </a:cubicBezTo>
                      <a:cubicBezTo>
                        <a:pt x="13" y="1"/>
                        <a:pt x="12" y="1"/>
                        <a:pt x="12" y="1"/>
                      </a:cubicBezTo>
                      <a:cubicBezTo>
                        <a:pt x="12" y="1"/>
                        <a:pt x="12" y="1"/>
                        <a:pt x="11" y="1"/>
                      </a:cubicBezTo>
                      <a:cubicBezTo>
                        <a:pt x="11" y="1"/>
                        <a:pt x="10" y="1"/>
                        <a:pt x="10" y="1"/>
                      </a:cubicBezTo>
                      <a:cubicBezTo>
                        <a:pt x="10" y="1"/>
                        <a:pt x="9" y="1"/>
                        <a:pt x="9" y="1"/>
                      </a:cubicBezTo>
                      <a:cubicBezTo>
                        <a:pt x="9" y="1"/>
                        <a:pt x="9" y="1"/>
                        <a:pt x="9" y="2"/>
                      </a:cubicBezTo>
                      <a:cubicBezTo>
                        <a:pt x="8" y="2"/>
                        <a:pt x="8" y="2"/>
                        <a:pt x="8" y="2"/>
                      </a:cubicBezTo>
                      <a:cubicBezTo>
                        <a:pt x="8" y="2"/>
                        <a:pt x="8" y="2"/>
                        <a:pt x="8" y="2"/>
                      </a:cubicBezTo>
                      <a:cubicBezTo>
                        <a:pt x="7" y="2"/>
                        <a:pt x="7" y="3"/>
                        <a:pt x="7" y="3"/>
                      </a:cubicBezTo>
                      <a:cubicBezTo>
                        <a:pt x="7" y="3"/>
                        <a:pt x="8" y="4"/>
                        <a:pt x="8" y="4"/>
                      </a:cubicBezTo>
                      <a:cubicBezTo>
                        <a:pt x="8" y="4"/>
                        <a:pt x="9" y="4"/>
                        <a:pt x="9" y="3"/>
                      </a:cubicBezTo>
                      <a:cubicBezTo>
                        <a:pt x="9" y="3"/>
                        <a:pt x="9" y="3"/>
                        <a:pt x="9" y="3"/>
                      </a:cubicBezTo>
                      <a:cubicBezTo>
                        <a:pt x="9" y="4"/>
                        <a:pt x="9" y="4"/>
                        <a:pt x="9" y="4"/>
                      </a:cubicBezTo>
                      <a:cubicBezTo>
                        <a:pt x="9" y="4"/>
                        <a:pt x="9" y="4"/>
                        <a:pt x="9" y="4"/>
                      </a:cubicBezTo>
                      <a:cubicBezTo>
                        <a:pt x="10" y="4"/>
                        <a:pt x="10" y="4"/>
                        <a:pt x="10" y="4"/>
                      </a:cubicBezTo>
                      <a:cubicBezTo>
                        <a:pt x="11" y="4"/>
                        <a:pt x="11" y="4"/>
                        <a:pt x="11" y="4"/>
                      </a:cubicBezTo>
                      <a:cubicBezTo>
                        <a:pt x="11" y="4"/>
                        <a:pt x="11" y="4"/>
                        <a:pt x="11" y="4"/>
                      </a:cubicBezTo>
                      <a:cubicBezTo>
                        <a:pt x="11" y="4"/>
                        <a:pt x="11" y="5"/>
                        <a:pt x="12" y="5"/>
                      </a:cubicBezTo>
                      <a:cubicBezTo>
                        <a:pt x="12" y="5"/>
                        <a:pt x="12" y="5"/>
                        <a:pt x="12" y="5"/>
                      </a:cubicBezTo>
                      <a:cubicBezTo>
                        <a:pt x="12" y="5"/>
                        <a:pt x="12" y="5"/>
                        <a:pt x="12" y="6"/>
                      </a:cubicBezTo>
                      <a:cubicBezTo>
                        <a:pt x="12" y="6"/>
                        <a:pt x="12" y="6"/>
                        <a:pt x="12" y="6"/>
                      </a:cubicBezTo>
                      <a:cubicBezTo>
                        <a:pt x="12" y="6"/>
                        <a:pt x="12" y="7"/>
                        <a:pt x="12" y="7"/>
                      </a:cubicBezTo>
                      <a:cubicBezTo>
                        <a:pt x="12" y="7"/>
                        <a:pt x="12" y="7"/>
                        <a:pt x="12" y="7"/>
                      </a:cubicBezTo>
                      <a:cubicBezTo>
                        <a:pt x="12" y="7"/>
                        <a:pt x="12" y="7"/>
                        <a:pt x="12" y="7"/>
                      </a:cubicBezTo>
                      <a:cubicBezTo>
                        <a:pt x="12" y="7"/>
                        <a:pt x="12" y="7"/>
                        <a:pt x="12" y="7"/>
                      </a:cubicBezTo>
                      <a:cubicBezTo>
                        <a:pt x="12" y="8"/>
                        <a:pt x="11" y="8"/>
                        <a:pt x="11" y="8"/>
                      </a:cubicBezTo>
                      <a:cubicBezTo>
                        <a:pt x="11" y="8"/>
                        <a:pt x="12" y="8"/>
                        <a:pt x="12" y="8"/>
                      </a:cubicBezTo>
                      <a:cubicBezTo>
                        <a:pt x="12" y="8"/>
                        <a:pt x="12" y="8"/>
                        <a:pt x="12" y="8"/>
                      </a:cubicBezTo>
                      <a:cubicBezTo>
                        <a:pt x="12" y="8"/>
                        <a:pt x="12" y="9"/>
                        <a:pt x="12" y="9"/>
                      </a:cubicBezTo>
                      <a:cubicBezTo>
                        <a:pt x="12" y="9"/>
                        <a:pt x="12" y="9"/>
                        <a:pt x="12" y="9"/>
                      </a:cubicBezTo>
                      <a:cubicBezTo>
                        <a:pt x="12" y="9"/>
                        <a:pt x="12" y="9"/>
                        <a:pt x="12" y="9"/>
                      </a:cubicBezTo>
                      <a:cubicBezTo>
                        <a:pt x="13" y="9"/>
                        <a:pt x="13" y="9"/>
                        <a:pt x="13" y="9"/>
                      </a:cubicBezTo>
                      <a:cubicBezTo>
                        <a:pt x="13" y="9"/>
                        <a:pt x="13" y="9"/>
                        <a:pt x="13" y="9"/>
                      </a:cubicBezTo>
                      <a:cubicBezTo>
                        <a:pt x="13" y="9"/>
                        <a:pt x="14" y="10"/>
                        <a:pt x="14" y="10"/>
                      </a:cubicBezTo>
                      <a:cubicBezTo>
                        <a:pt x="14" y="10"/>
                        <a:pt x="15" y="10"/>
                        <a:pt x="15" y="11"/>
                      </a:cubicBezTo>
                      <a:cubicBezTo>
                        <a:pt x="15" y="11"/>
                        <a:pt x="15" y="11"/>
                        <a:pt x="15" y="11"/>
                      </a:cubicBezTo>
                      <a:cubicBezTo>
                        <a:pt x="14" y="11"/>
                        <a:pt x="14" y="11"/>
                        <a:pt x="14" y="11"/>
                      </a:cubicBezTo>
                      <a:cubicBezTo>
                        <a:pt x="14" y="11"/>
                        <a:pt x="13" y="11"/>
                        <a:pt x="13" y="11"/>
                      </a:cubicBezTo>
                      <a:cubicBezTo>
                        <a:pt x="13" y="11"/>
                        <a:pt x="13" y="11"/>
                        <a:pt x="13" y="12"/>
                      </a:cubicBezTo>
                      <a:cubicBezTo>
                        <a:pt x="12" y="12"/>
                        <a:pt x="12" y="12"/>
                        <a:pt x="12" y="12"/>
                      </a:cubicBezTo>
                      <a:cubicBezTo>
                        <a:pt x="12" y="12"/>
                        <a:pt x="12" y="12"/>
                        <a:pt x="12" y="12"/>
                      </a:cubicBezTo>
                      <a:cubicBezTo>
                        <a:pt x="12" y="12"/>
                        <a:pt x="12" y="12"/>
                        <a:pt x="12" y="12"/>
                      </a:cubicBezTo>
                      <a:cubicBezTo>
                        <a:pt x="11" y="12"/>
                        <a:pt x="11" y="12"/>
                        <a:pt x="11" y="12"/>
                      </a:cubicBezTo>
                      <a:cubicBezTo>
                        <a:pt x="10" y="12"/>
                        <a:pt x="10" y="12"/>
                        <a:pt x="10" y="12"/>
                      </a:cubicBezTo>
                      <a:cubicBezTo>
                        <a:pt x="9" y="12"/>
                        <a:pt x="9" y="12"/>
                        <a:pt x="9" y="12"/>
                      </a:cubicBezTo>
                      <a:cubicBezTo>
                        <a:pt x="9" y="11"/>
                        <a:pt x="9" y="12"/>
                        <a:pt x="9" y="12"/>
                      </a:cubicBezTo>
                      <a:cubicBezTo>
                        <a:pt x="9" y="12"/>
                        <a:pt x="8" y="12"/>
                        <a:pt x="8" y="12"/>
                      </a:cubicBezTo>
                      <a:cubicBezTo>
                        <a:pt x="8" y="12"/>
                        <a:pt x="8" y="11"/>
                        <a:pt x="7" y="11"/>
                      </a:cubicBezTo>
                      <a:cubicBezTo>
                        <a:pt x="7" y="11"/>
                        <a:pt x="7" y="11"/>
                        <a:pt x="7" y="11"/>
                      </a:cubicBezTo>
                      <a:cubicBezTo>
                        <a:pt x="7" y="11"/>
                        <a:pt x="7" y="11"/>
                        <a:pt x="7" y="11"/>
                      </a:cubicBezTo>
                      <a:cubicBezTo>
                        <a:pt x="7" y="11"/>
                        <a:pt x="7" y="11"/>
                        <a:pt x="7" y="11"/>
                      </a:cubicBezTo>
                      <a:cubicBezTo>
                        <a:pt x="6" y="12"/>
                        <a:pt x="6" y="11"/>
                        <a:pt x="6" y="11"/>
                      </a:cubicBezTo>
                      <a:cubicBezTo>
                        <a:pt x="6" y="11"/>
                        <a:pt x="6" y="11"/>
                        <a:pt x="6" y="11"/>
                      </a:cubicBezTo>
                      <a:cubicBezTo>
                        <a:pt x="6" y="11"/>
                        <a:pt x="5" y="11"/>
                        <a:pt x="5" y="11"/>
                      </a:cubicBezTo>
                      <a:cubicBezTo>
                        <a:pt x="5"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3" y="11"/>
                        <a:pt x="3" y="11"/>
                        <a:pt x="3" y="11"/>
                      </a:cubicBezTo>
                      <a:cubicBezTo>
                        <a:pt x="3" y="11"/>
                        <a:pt x="3" y="11"/>
                        <a:pt x="3" y="11"/>
                      </a:cubicBezTo>
                      <a:cubicBezTo>
                        <a:pt x="2" y="10"/>
                        <a:pt x="2" y="10"/>
                        <a:pt x="1" y="11"/>
                      </a:cubicBezTo>
                      <a:cubicBezTo>
                        <a:pt x="1" y="11"/>
                        <a:pt x="1" y="11"/>
                        <a:pt x="1" y="11"/>
                      </a:cubicBezTo>
                      <a:cubicBezTo>
                        <a:pt x="0" y="11"/>
                        <a:pt x="0" y="11"/>
                        <a:pt x="0" y="11"/>
                      </a:cubicBezTo>
                      <a:cubicBezTo>
                        <a:pt x="0" y="11"/>
                        <a:pt x="0" y="12"/>
                        <a:pt x="0" y="12"/>
                      </a:cubicBezTo>
                      <a:cubicBezTo>
                        <a:pt x="0" y="12"/>
                        <a:pt x="0" y="12"/>
                        <a:pt x="0" y="12"/>
                      </a:cubicBezTo>
                      <a:cubicBezTo>
                        <a:pt x="0" y="13"/>
                        <a:pt x="1" y="13"/>
                        <a:pt x="1" y="13"/>
                      </a:cubicBezTo>
                      <a:cubicBezTo>
                        <a:pt x="1" y="13"/>
                        <a:pt x="1" y="13"/>
                        <a:pt x="1" y="13"/>
                      </a:cubicBezTo>
                      <a:cubicBezTo>
                        <a:pt x="2" y="13"/>
                        <a:pt x="2" y="13"/>
                        <a:pt x="3" y="13"/>
                      </a:cubicBezTo>
                      <a:cubicBezTo>
                        <a:pt x="3" y="14"/>
                        <a:pt x="4" y="14"/>
                        <a:pt x="4" y="15"/>
                      </a:cubicBezTo>
                      <a:cubicBezTo>
                        <a:pt x="4" y="15"/>
                        <a:pt x="5" y="15"/>
                        <a:pt x="5" y="15"/>
                      </a:cubicBezTo>
                      <a:cubicBezTo>
                        <a:pt x="5" y="15"/>
                        <a:pt x="5" y="15"/>
                        <a:pt x="5" y="14"/>
                      </a:cubicBezTo>
                      <a:cubicBezTo>
                        <a:pt x="5" y="14"/>
                        <a:pt x="5" y="14"/>
                        <a:pt x="5" y="14"/>
                      </a:cubicBezTo>
                      <a:cubicBezTo>
                        <a:pt x="6" y="14"/>
                        <a:pt x="6" y="14"/>
                        <a:pt x="7" y="13"/>
                      </a:cubicBezTo>
                      <a:cubicBezTo>
                        <a:pt x="7" y="13"/>
                        <a:pt x="7" y="13"/>
                        <a:pt x="8" y="13"/>
                      </a:cubicBezTo>
                      <a:cubicBezTo>
                        <a:pt x="8" y="14"/>
                        <a:pt x="9" y="14"/>
                        <a:pt x="9" y="14"/>
                      </a:cubicBezTo>
                      <a:cubicBezTo>
                        <a:pt x="10" y="14"/>
                        <a:pt x="10" y="14"/>
                        <a:pt x="10" y="14"/>
                      </a:cubicBezTo>
                      <a:cubicBezTo>
                        <a:pt x="11" y="14"/>
                        <a:pt x="11" y="14"/>
                        <a:pt x="12" y="14"/>
                      </a:cubicBezTo>
                      <a:cubicBezTo>
                        <a:pt x="12" y="14"/>
                        <a:pt x="13" y="14"/>
                        <a:pt x="13" y="14"/>
                      </a:cubicBezTo>
                      <a:cubicBezTo>
                        <a:pt x="13" y="14"/>
                        <a:pt x="13" y="14"/>
                        <a:pt x="13" y="13"/>
                      </a:cubicBezTo>
                      <a:cubicBezTo>
                        <a:pt x="13" y="13"/>
                        <a:pt x="13" y="13"/>
                        <a:pt x="13" y="13"/>
                      </a:cubicBezTo>
                      <a:cubicBezTo>
                        <a:pt x="14" y="13"/>
                        <a:pt x="14" y="13"/>
                        <a:pt x="14" y="13"/>
                      </a:cubicBezTo>
                      <a:cubicBezTo>
                        <a:pt x="14" y="14"/>
                        <a:pt x="14" y="14"/>
                        <a:pt x="15" y="14"/>
                      </a:cubicBezTo>
                      <a:cubicBezTo>
                        <a:pt x="15" y="14"/>
                        <a:pt x="15" y="14"/>
                        <a:pt x="16" y="14"/>
                      </a:cubicBezTo>
                      <a:cubicBezTo>
                        <a:pt x="16" y="14"/>
                        <a:pt x="16" y="14"/>
                        <a:pt x="16" y="13"/>
                      </a:cubicBezTo>
                      <a:cubicBezTo>
                        <a:pt x="16" y="13"/>
                        <a:pt x="16" y="13"/>
                        <a:pt x="16" y="13"/>
                      </a:cubicBezTo>
                      <a:cubicBezTo>
                        <a:pt x="16" y="14"/>
                        <a:pt x="17" y="13"/>
                        <a:pt x="17" y="14"/>
                      </a:cubicBezTo>
                      <a:cubicBezTo>
                        <a:pt x="17" y="14"/>
                        <a:pt x="18" y="14"/>
                        <a:pt x="18" y="15"/>
                      </a:cubicBezTo>
                      <a:cubicBezTo>
                        <a:pt x="18" y="15"/>
                        <a:pt x="18" y="15"/>
                        <a:pt x="18" y="15"/>
                      </a:cubicBezTo>
                      <a:cubicBezTo>
                        <a:pt x="18" y="15"/>
                        <a:pt x="18" y="15"/>
                        <a:pt x="18" y="15"/>
                      </a:cubicBezTo>
                      <a:lnTo>
                        <a:pt x="19" y="14"/>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5" name="Freeform 770">
                  <a:extLst>
                    <a:ext uri="{FF2B5EF4-FFF2-40B4-BE49-F238E27FC236}">
                      <a16:creationId xmlns:a16="http://schemas.microsoft.com/office/drawing/2014/main" id="{BC183113-0E24-34B4-5748-A32CAD300468}"/>
                    </a:ext>
                  </a:extLst>
                </p:cNvPr>
                <p:cNvSpPr>
                  <a:spLocks/>
                </p:cNvSpPr>
                <p:nvPr/>
              </p:nvSpPr>
              <p:spPr bwMode="auto">
                <a:xfrm>
                  <a:off x="2757488" y="4329113"/>
                  <a:ext cx="117475" cy="142875"/>
                </a:xfrm>
                <a:custGeom>
                  <a:avLst/>
                  <a:gdLst>
                    <a:gd name="T0" fmla="*/ 22 w 28"/>
                    <a:gd name="T1" fmla="*/ 5 h 34"/>
                    <a:gd name="T2" fmla="*/ 20 w 28"/>
                    <a:gd name="T3" fmla="*/ 4 h 34"/>
                    <a:gd name="T4" fmla="*/ 8 w 28"/>
                    <a:gd name="T5" fmla="*/ 5 h 34"/>
                    <a:gd name="T6" fmla="*/ 5 w 28"/>
                    <a:gd name="T7" fmla="*/ 9 h 34"/>
                    <a:gd name="T8" fmla="*/ 6 w 28"/>
                    <a:gd name="T9" fmla="*/ 10 h 34"/>
                    <a:gd name="T10" fmla="*/ 8 w 28"/>
                    <a:gd name="T11" fmla="*/ 12 h 34"/>
                    <a:gd name="T12" fmla="*/ 10 w 28"/>
                    <a:gd name="T13" fmla="*/ 14 h 34"/>
                    <a:gd name="T14" fmla="*/ 12 w 28"/>
                    <a:gd name="T15" fmla="*/ 15 h 34"/>
                    <a:gd name="T16" fmla="*/ 12 w 28"/>
                    <a:gd name="T17" fmla="*/ 16 h 34"/>
                    <a:gd name="T18" fmla="*/ 3 w 28"/>
                    <a:gd name="T19" fmla="*/ 17 h 34"/>
                    <a:gd name="T20" fmla="*/ 0 w 28"/>
                    <a:gd name="T21" fmla="*/ 23 h 34"/>
                    <a:gd name="T22" fmla="*/ 0 w 28"/>
                    <a:gd name="T23" fmla="*/ 25 h 34"/>
                    <a:gd name="T24" fmla="*/ 0 w 28"/>
                    <a:gd name="T25" fmla="*/ 28 h 34"/>
                    <a:gd name="T26" fmla="*/ 3 w 28"/>
                    <a:gd name="T27" fmla="*/ 30 h 34"/>
                    <a:gd name="T28" fmla="*/ 8 w 28"/>
                    <a:gd name="T29" fmla="*/ 33 h 34"/>
                    <a:gd name="T30" fmla="*/ 11 w 28"/>
                    <a:gd name="T31" fmla="*/ 33 h 34"/>
                    <a:gd name="T32" fmla="*/ 13 w 28"/>
                    <a:gd name="T33" fmla="*/ 33 h 34"/>
                    <a:gd name="T34" fmla="*/ 14 w 28"/>
                    <a:gd name="T35" fmla="*/ 33 h 34"/>
                    <a:gd name="T36" fmla="*/ 16 w 28"/>
                    <a:gd name="T37" fmla="*/ 32 h 34"/>
                    <a:gd name="T38" fmla="*/ 18 w 28"/>
                    <a:gd name="T39" fmla="*/ 30 h 34"/>
                    <a:gd name="T40" fmla="*/ 18 w 28"/>
                    <a:gd name="T41" fmla="*/ 29 h 34"/>
                    <a:gd name="T42" fmla="*/ 20 w 28"/>
                    <a:gd name="T43" fmla="*/ 28 h 34"/>
                    <a:gd name="T44" fmla="*/ 20 w 28"/>
                    <a:gd name="T45" fmla="*/ 26 h 34"/>
                    <a:gd name="T46" fmla="*/ 20 w 28"/>
                    <a:gd name="T47" fmla="*/ 25 h 34"/>
                    <a:gd name="T48" fmla="*/ 24 w 28"/>
                    <a:gd name="T49" fmla="*/ 22 h 34"/>
                    <a:gd name="T50" fmla="*/ 26 w 28"/>
                    <a:gd name="T51" fmla="*/ 19 h 34"/>
                    <a:gd name="T52" fmla="*/ 24 w 28"/>
                    <a:gd name="T53" fmla="*/ 19 h 34"/>
                    <a:gd name="T54" fmla="*/ 23 w 28"/>
                    <a:gd name="T55" fmla="*/ 19 h 34"/>
                    <a:gd name="T56" fmla="*/ 22 w 28"/>
                    <a:gd name="T57" fmla="*/ 18 h 34"/>
                    <a:gd name="T58" fmla="*/ 23 w 28"/>
                    <a:gd name="T59" fmla="*/ 17 h 34"/>
                    <a:gd name="T60" fmla="*/ 23 w 28"/>
                    <a:gd name="T61" fmla="*/ 17 h 34"/>
                    <a:gd name="T62" fmla="*/ 24 w 28"/>
                    <a:gd name="T63" fmla="*/ 16 h 34"/>
                    <a:gd name="T64" fmla="*/ 26 w 28"/>
                    <a:gd name="T65" fmla="*/ 13 h 34"/>
                    <a:gd name="T66" fmla="*/ 27 w 28"/>
                    <a:gd name="T67" fmla="*/ 11 h 34"/>
                    <a:gd name="T68" fmla="*/ 26 w 28"/>
                    <a:gd name="T69" fmla="*/ 10 h 34"/>
                    <a:gd name="T70" fmla="*/ 26 w 28"/>
                    <a:gd name="T71" fmla="*/ 8 h 34"/>
                    <a:gd name="T72" fmla="*/ 26 w 28"/>
                    <a:gd name="T73" fmla="*/ 8 h 34"/>
                    <a:gd name="T74" fmla="*/ 26 w 28"/>
                    <a:gd name="T75" fmla="*/ 8 h 34"/>
                    <a:gd name="T76" fmla="*/ 27 w 28"/>
                    <a:gd name="T77" fmla="*/ 7 h 34"/>
                    <a:gd name="T78" fmla="*/ 26 w 28"/>
                    <a:gd name="T79" fmla="*/ 7 h 34"/>
                    <a:gd name="T80" fmla="*/ 26 w 28"/>
                    <a:gd name="T81" fmla="*/ 6 h 34"/>
                    <a:gd name="T82" fmla="*/ 27 w 28"/>
                    <a:gd name="T83" fmla="*/ 4 h 34"/>
                    <a:gd name="T84" fmla="*/ 27 w 28"/>
                    <a:gd name="T85" fmla="*/ 2 h 34"/>
                    <a:gd name="T86" fmla="*/ 26 w 28"/>
                    <a:gd name="T87" fmla="*/ 2 h 34"/>
                    <a:gd name="T88" fmla="*/ 26 w 28"/>
                    <a:gd name="T89" fmla="*/ 1 h 34"/>
                    <a:gd name="T90" fmla="*/ 25 w 28"/>
                    <a:gd name="T9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 h="34">
                      <a:moveTo>
                        <a:pt x="25" y="2"/>
                      </a:moveTo>
                      <a:cubicBezTo>
                        <a:pt x="22" y="5"/>
                        <a:pt x="22" y="5"/>
                        <a:pt x="22" y="5"/>
                      </a:cubicBezTo>
                      <a:cubicBezTo>
                        <a:pt x="22" y="5"/>
                        <a:pt x="21" y="4"/>
                        <a:pt x="21" y="4"/>
                      </a:cubicBezTo>
                      <a:cubicBezTo>
                        <a:pt x="21" y="4"/>
                        <a:pt x="20" y="4"/>
                        <a:pt x="20" y="4"/>
                      </a:cubicBezTo>
                      <a:cubicBezTo>
                        <a:pt x="20" y="5"/>
                        <a:pt x="20" y="5"/>
                        <a:pt x="20" y="5"/>
                      </a:cubicBezTo>
                      <a:cubicBezTo>
                        <a:pt x="8" y="5"/>
                        <a:pt x="8" y="5"/>
                        <a:pt x="8" y="5"/>
                      </a:cubicBezTo>
                      <a:cubicBezTo>
                        <a:pt x="8" y="9"/>
                        <a:pt x="8" y="9"/>
                        <a:pt x="8" y="9"/>
                      </a:cubicBezTo>
                      <a:cubicBezTo>
                        <a:pt x="5" y="9"/>
                        <a:pt x="5" y="9"/>
                        <a:pt x="5" y="9"/>
                      </a:cubicBezTo>
                      <a:cubicBezTo>
                        <a:pt x="5" y="10"/>
                        <a:pt x="5" y="10"/>
                        <a:pt x="5" y="10"/>
                      </a:cubicBezTo>
                      <a:cubicBezTo>
                        <a:pt x="6" y="10"/>
                        <a:pt x="6" y="10"/>
                        <a:pt x="6" y="10"/>
                      </a:cubicBezTo>
                      <a:cubicBezTo>
                        <a:pt x="6" y="10"/>
                        <a:pt x="7" y="11"/>
                        <a:pt x="7" y="11"/>
                      </a:cubicBezTo>
                      <a:cubicBezTo>
                        <a:pt x="8" y="11"/>
                        <a:pt x="8" y="12"/>
                        <a:pt x="8" y="12"/>
                      </a:cubicBezTo>
                      <a:cubicBezTo>
                        <a:pt x="10" y="13"/>
                        <a:pt x="10" y="13"/>
                        <a:pt x="10" y="13"/>
                      </a:cubicBezTo>
                      <a:cubicBezTo>
                        <a:pt x="10" y="14"/>
                        <a:pt x="10" y="14"/>
                        <a:pt x="10" y="14"/>
                      </a:cubicBezTo>
                      <a:cubicBezTo>
                        <a:pt x="11" y="15"/>
                        <a:pt x="11" y="15"/>
                        <a:pt x="11" y="15"/>
                      </a:cubicBezTo>
                      <a:cubicBezTo>
                        <a:pt x="12" y="15"/>
                        <a:pt x="12" y="15"/>
                        <a:pt x="12" y="15"/>
                      </a:cubicBezTo>
                      <a:cubicBezTo>
                        <a:pt x="12" y="15"/>
                        <a:pt x="12" y="15"/>
                        <a:pt x="12" y="15"/>
                      </a:cubicBezTo>
                      <a:cubicBezTo>
                        <a:pt x="12" y="16"/>
                        <a:pt x="12" y="16"/>
                        <a:pt x="12" y="16"/>
                      </a:cubicBezTo>
                      <a:cubicBezTo>
                        <a:pt x="12" y="17"/>
                        <a:pt x="12" y="17"/>
                        <a:pt x="12" y="17"/>
                      </a:cubicBezTo>
                      <a:cubicBezTo>
                        <a:pt x="3" y="17"/>
                        <a:pt x="3" y="17"/>
                        <a:pt x="3" y="17"/>
                      </a:cubicBezTo>
                      <a:cubicBezTo>
                        <a:pt x="0" y="23"/>
                        <a:pt x="0" y="23"/>
                        <a:pt x="0" y="23"/>
                      </a:cubicBezTo>
                      <a:cubicBezTo>
                        <a:pt x="0" y="23"/>
                        <a:pt x="0" y="23"/>
                        <a:pt x="0" y="23"/>
                      </a:cubicBezTo>
                      <a:cubicBezTo>
                        <a:pt x="1" y="24"/>
                        <a:pt x="1" y="24"/>
                        <a:pt x="1" y="24"/>
                      </a:cubicBezTo>
                      <a:cubicBezTo>
                        <a:pt x="0" y="25"/>
                        <a:pt x="0" y="25"/>
                        <a:pt x="0" y="25"/>
                      </a:cubicBezTo>
                      <a:cubicBezTo>
                        <a:pt x="0" y="27"/>
                        <a:pt x="0" y="27"/>
                        <a:pt x="0" y="27"/>
                      </a:cubicBezTo>
                      <a:cubicBezTo>
                        <a:pt x="0" y="28"/>
                        <a:pt x="0" y="28"/>
                        <a:pt x="0" y="28"/>
                      </a:cubicBezTo>
                      <a:cubicBezTo>
                        <a:pt x="0" y="28"/>
                        <a:pt x="1" y="29"/>
                        <a:pt x="1" y="29"/>
                      </a:cubicBezTo>
                      <a:cubicBezTo>
                        <a:pt x="1" y="29"/>
                        <a:pt x="2" y="30"/>
                        <a:pt x="3" y="30"/>
                      </a:cubicBezTo>
                      <a:cubicBezTo>
                        <a:pt x="3" y="31"/>
                        <a:pt x="5" y="32"/>
                        <a:pt x="5" y="32"/>
                      </a:cubicBezTo>
                      <a:cubicBezTo>
                        <a:pt x="6" y="32"/>
                        <a:pt x="7" y="33"/>
                        <a:pt x="8" y="33"/>
                      </a:cubicBezTo>
                      <a:cubicBezTo>
                        <a:pt x="9" y="33"/>
                        <a:pt x="9" y="33"/>
                        <a:pt x="10" y="33"/>
                      </a:cubicBezTo>
                      <a:cubicBezTo>
                        <a:pt x="10" y="33"/>
                        <a:pt x="10" y="32"/>
                        <a:pt x="11" y="33"/>
                      </a:cubicBezTo>
                      <a:cubicBezTo>
                        <a:pt x="11" y="33"/>
                        <a:pt x="12" y="33"/>
                        <a:pt x="12" y="33"/>
                      </a:cubicBezTo>
                      <a:cubicBezTo>
                        <a:pt x="12" y="33"/>
                        <a:pt x="13" y="33"/>
                        <a:pt x="13" y="33"/>
                      </a:cubicBezTo>
                      <a:cubicBezTo>
                        <a:pt x="13" y="33"/>
                        <a:pt x="13" y="33"/>
                        <a:pt x="14" y="34"/>
                      </a:cubicBezTo>
                      <a:cubicBezTo>
                        <a:pt x="14" y="33"/>
                        <a:pt x="14" y="33"/>
                        <a:pt x="14" y="33"/>
                      </a:cubicBezTo>
                      <a:cubicBezTo>
                        <a:pt x="14" y="33"/>
                        <a:pt x="15" y="32"/>
                        <a:pt x="15" y="32"/>
                      </a:cubicBezTo>
                      <a:cubicBezTo>
                        <a:pt x="16" y="32"/>
                        <a:pt x="16" y="32"/>
                        <a:pt x="16" y="32"/>
                      </a:cubicBezTo>
                      <a:cubicBezTo>
                        <a:pt x="17" y="31"/>
                        <a:pt x="17" y="31"/>
                        <a:pt x="17" y="31"/>
                      </a:cubicBezTo>
                      <a:cubicBezTo>
                        <a:pt x="18" y="30"/>
                        <a:pt x="18" y="30"/>
                        <a:pt x="18" y="30"/>
                      </a:cubicBezTo>
                      <a:cubicBezTo>
                        <a:pt x="17" y="30"/>
                        <a:pt x="17" y="30"/>
                        <a:pt x="17" y="30"/>
                      </a:cubicBezTo>
                      <a:cubicBezTo>
                        <a:pt x="18" y="29"/>
                        <a:pt x="18" y="29"/>
                        <a:pt x="18" y="29"/>
                      </a:cubicBezTo>
                      <a:cubicBezTo>
                        <a:pt x="19" y="29"/>
                        <a:pt x="19" y="29"/>
                        <a:pt x="19" y="29"/>
                      </a:cubicBezTo>
                      <a:cubicBezTo>
                        <a:pt x="20" y="28"/>
                        <a:pt x="20" y="28"/>
                        <a:pt x="20" y="28"/>
                      </a:cubicBezTo>
                      <a:cubicBezTo>
                        <a:pt x="20" y="28"/>
                        <a:pt x="20" y="27"/>
                        <a:pt x="20" y="27"/>
                      </a:cubicBezTo>
                      <a:cubicBezTo>
                        <a:pt x="20" y="26"/>
                        <a:pt x="20" y="26"/>
                        <a:pt x="20" y="26"/>
                      </a:cubicBezTo>
                      <a:cubicBezTo>
                        <a:pt x="20" y="25"/>
                        <a:pt x="20" y="25"/>
                        <a:pt x="20" y="25"/>
                      </a:cubicBezTo>
                      <a:cubicBezTo>
                        <a:pt x="20" y="25"/>
                        <a:pt x="20" y="25"/>
                        <a:pt x="20" y="25"/>
                      </a:cubicBezTo>
                      <a:cubicBezTo>
                        <a:pt x="20" y="24"/>
                        <a:pt x="20" y="24"/>
                        <a:pt x="20" y="24"/>
                      </a:cubicBezTo>
                      <a:cubicBezTo>
                        <a:pt x="24" y="22"/>
                        <a:pt x="24" y="22"/>
                        <a:pt x="24" y="22"/>
                      </a:cubicBezTo>
                      <a:cubicBezTo>
                        <a:pt x="26" y="20"/>
                        <a:pt x="26" y="20"/>
                        <a:pt x="26" y="20"/>
                      </a:cubicBezTo>
                      <a:cubicBezTo>
                        <a:pt x="26" y="20"/>
                        <a:pt x="26" y="19"/>
                        <a:pt x="26" y="19"/>
                      </a:cubicBezTo>
                      <a:cubicBezTo>
                        <a:pt x="25" y="19"/>
                        <a:pt x="25" y="19"/>
                        <a:pt x="25" y="19"/>
                      </a:cubicBezTo>
                      <a:cubicBezTo>
                        <a:pt x="25" y="19"/>
                        <a:pt x="25" y="19"/>
                        <a:pt x="24" y="19"/>
                      </a:cubicBezTo>
                      <a:cubicBezTo>
                        <a:pt x="24" y="19"/>
                        <a:pt x="24" y="20"/>
                        <a:pt x="24" y="20"/>
                      </a:cubicBezTo>
                      <a:cubicBezTo>
                        <a:pt x="24" y="19"/>
                        <a:pt x="24" y="19"/>
                        <a:pt x="23" y="19"/>
                      </a:cubicBezTo>
                      <a:cubicBezTo>
                        <a:pt x="23" y="19"/>
                        <a:pt x="23" y="19"/>
                        <a:pt x="23" y="19"/>
                      </a:cubicBezTo>
                      <a:cubicBezTo>
                        <a:pt x="22" y="19"/>
                        <a:pt x="22" y="19"/>
                        <a:pt x="22" y="18"/>
                      </a:cubicBezTo>
                      <a:cubicBezTo>
                        <a:pt x="22" y="18"/>
                        <a:pt x="22" y="18"/>
                        <a:pt x="22" y="18"/>
                      </a:cubicBezTo>
                      <a:cubicBezTo>
                        <a:pt x="22" y="18"/>
                        <a:pt x="23" y="17"/>
                        <a:pt x="23" y="17"/>
                      </a:cubicBezTo>
                      <a:cubicBezTo>
                        <a:pt x="23" y="17"/>
                        <a:pt x="23" y="17"/>
                        <a:pt x="23" y="17"/>
                      </a:cubicBezTo>
                      <a:cubicBezTo>
                        <a:pt x="23" y="17"/>
                        <a:pt x="23" y="17"/>
                        <a:pt x="23" y="17"/>
                      </a:cubicBezTo>
                      <a:cubicBezTo>
                        <a:pt x="23" y="16"/>
                        <a:pt x="24" y="16"/>
                        <a:pt x="24" y="16"/>
                      </a:cubicBezTo>
                      <a:cubicBezTo>
                        <a:pt x="24" y="16"/>
                        <a:pt x="24" y="16"/>
                        <a:pt x="24" y="16"/>
                      </a:cubicBezTo>
                      <a:cubicBezTo>
                        <a:pt x="25" y="16"/>
                        <a:pt x="25" y="16"/>
                        <a:pt x="25" y="15"/>
                      </a:cubicBezTo>
                      <a:cubicBezTo>
                        <a:pt x="26" y="15"/>
                        <a:pt x="26" y="14"/>
                        <a:pt x="26" y="13"/>
                      </a:cubicBezTo>
                      <a:cubicBezTo>
                        <a:pt x="27" y="12"/>
                        <a:pt x="27" y="12"/>
                        <a:pt x="27" y="11"/>
                      </a:cubicBezTo>
                      <a:cubicBezTo>
                        <a:pt x="27" y="11"/>
                        <a:pt x="27" y="11"/>
                        <a:pt x="27" y="11"/>
                      </a:cubicBezTo>
                      <a:cubicBezTo>
                        <a:pt x="27" y="11"/>
                        <a:pt x="26" y="10"/>
                        <a:pt x="26" y="10"/>
                      </a:cubicBezTo>
                      <a:cubicBezTo>
                        <a:pt x="26" y="10"/>
                        <a:pt x="26" y="10"/>
                        <a:pt x="26" y="10"/>
                      </a:cubicBezTo>
                      <a:cubicBezTo>
                        <a:pt x="26" y="9"/>
                        <a:pt x="26" y="9"/>
                        <a:pt x="26" y="9"/>
                      </a:cubicBezTo>
                      <a:cubicBezTo>
                        <a:pt x="26" y="9"/>
                        <a:pt x="26" y="8"/>
                        <a:pt x="26" y="8"/>
                      </a:cubicBezTo>
                      <a:cubicBezTo>
                        <a:pt x="25" y="8"/>
                        <a:pt x="26" y="8"/>
                        <a:pt x="26" y="8"/>
                      </a:cubicBezTo>
                      <a:cubicBezTo>
                        <a:pt x="26" y="8"/>
                        <a:pt x="26" y="8"/>
                        <a:pt x="26" y="8"/>
                      </a:cubicBezTo>
                      <a:cubicBezTo>
                        <a:pt x="26" y="8"/>
                        <a:pt x="26" y="8"/>
                        <a:pt x="26" y="8"/>
                      </a:cubicBezTo>
                      <a:cubicBezTo>
                        <a:pt x="26" y="8"/>
                        <a:pt x="26" y="8"/>
                        <a:pt x="26" y="8"/>
                      </a:cubicBezTo>
                      <a:cubicBezTo>
                        <a:pt x="26" y="8"/>
                        <a:pt x="26" y="8"/>
                        <a:pt x="26" y="9"/>
                      </a:cubicBezTo>
                      <a:cubicBezTo>
                        <a:pt x="27" y="8"/>
                        <a:pt x="27" y="8"/>
                        <a:pt x="27" y="7"/>
                      </a:cubicBezTo>
                      <a:cubicBezTo>
                        <a:pt x="27" y="7"/>
                        <a:pt x="27" y="7"/>
                        <a:pt x="27" y="7"/>
                      </a:cubicBezTo>
                      <a:cubicBezTo>
                        <a:pt x="26" y="7"/>
                        <a:pt x="26" y="7"/>
                        <a:pt x="26" y="7"/>
                      </a:cubicBezTo>
                      <a:cubicBezTo>
                        <a:pt x="26" y="7"/>
                        <a:pt x="26" y="7"/>
                        <a:pt x="26" y="7"/>
                      </a:cubicBezTo>
                      <a:cubicBezTo>
                        <a:pt x="26" y="6"/>
                        <a:pt x="26" y="6"/>
                        <a:pt x="26" y="6"/>
                      </a:cubicBezTo>
                      <a:cubicBezTo>
                        <a:pt x="27" y="6"/>
                        <a:pt x="27" y="5"/>
                        <a:pt x="27" y="5"/>
                      </a:cubicBezTo>
                      <a:cubicBezTo>
                        <a:pt x="27" y="5"/>
                        <a:pt x="27" y="4"/>
                        <a:pt x="27" y="4"/>
                      </a:cubicBezTo>
                      <a:cubicBezTo>
                        <a:pt x="28" y="3"/>
                        <a:pt x="28" y="3"/>
                        <a:pt x="28" y="2"/>
                      </a:cubicBezTo>
                      <a:cubicBezTo>
                        <a:pt x="28" y="2"/>
                        <a:pt x="28" y="2"/>
                        <a:pt x="27" y="2"/>
                      </a:cubicBezTo>
                      <a:cubicBezTo>
                        <a:pt x="27" y="2"/>
                        <a:pt x="27" y="2"/>
                        <a:pt x="27" y="2"/>
                      </a:cubicBezTo>
                      <a:cubicBezTo>
                        <a:pt x="27" y="2"/>
                        <a:pt x="26" y="2"/>
                        <a:pt x="26" y="2"/>
                      </a:cubicBezTo>
                      <a:cubicBezTo>
                        <a:pt x="26" y="2"/>
                        <a:pt x="26" y="2"/>
                        <a:pt x="26" y="1"/>
                      </a:cubicBezTo>
                      <a:cubicBezTo>
                        <a:pt x="26" y="1"/>
                        <a:pt x="26" y="1"/>
                        <a:pt x="26" y="1"/>
                      </a:cubicBezTo>
                      <a:cubicBezTo>
                        <a:pt x="26" y="1"/>
                        <a:pt x="26" y="1"/>
                        <a:pt x="26" y="0"/>
                      </a:cubicBezTo>
                      <a:cubicBezTo>
                        <a:pt x="25" y="0"/>
                        <a:pt x="25" y="0"/>
                        <a:pt x="25" y="0"/>
                      </a:cubicBezTo>
                      <a:lnTo>
                        <a:pt x="25" y="2"/>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6" name="Freeform 771">
                  <a:extLst>
                    <a:ext uri="{FF2B5EF4-FFF2-40B4-BE49-F238E27FC236}">
                      <a16:creationId xmlns:a16="http://schemas.microsoft.com/office/drawing/2014/main" id="{62DE56C9-619A-0128-46F4-EB1EF20D4D90}"/>
                    </a:ext>
                  </a:extLst>
                </p:cNvPr>
                <p:cNvSpPr>
                  <a:spLocks/>
                </p:cNvSpPr>
                <p:nvPr/>
              </p:nvSpPr>
              <p:spPr bwMode="auto">
                <a:xfrm>
                  <a:off x="2816226" y="4449763"/>
                  <a:ext cx="66675" cy="38100"/>
                </a:xfrm>
                <a:custGeom>
                  <a:avLst/>
                  <a:gdLst>
                    <a:gd name="T0" fmla="*/ 16 w 16"/>
                    <a:gd name="T1" fmla="*/ 6 h 9"/>
                    <a:gd name="T2" fmla="*/ 15 w 16"/>
                    <a:gd name="T3" fmla="*/ 6 h 9"/>
                    <a:gd name="T4" fmla="*/ 16 w 16"/>
                    <a:gd name="T5" fmla="*/ 6 h 9"/>
                    <a:gd name="T6" fmla="*/ 16 w 16"/>
                    <a:gd name="T7" fmla="*/ 5 h 9"/>
                    <a:gd name="T8" fmla="*/ 16 w 16"/>
                    <a:gd name="T9" fmla="*/ 5 h 9"/>
                    <a:gd name="T10" fmla="*/ 16 w 16"/>
                    <a:gd name="T11" fmla="*/ 4 h 9"/>
                    <a:gd name="T12" fmla="*/ 16 w 16"/>
                    <a:gd name="T13" fmla="*/ 4 h 9"/>
                    <a:gd name="T14" fmla="*/ 16 w 16"/>
                    <a:gd name="T15" fmla="*/ 3 h 9"/>
                    <a:gd name="T16" fmla="*/ 15 w 16"/>
                    <a:gd name="T17" fmla="*/ 3 h 9"/>
                    <a:gd name="T18" fmla="*/ 14 w 16"/>
                    <a:gd name="T19" fmla="*/ 3 h 9"/>
                    <a:gd name="T20" fmla="*/ 14 w 16"/>
                    <a:gd name="T21" fmla="*/ 3 h 9"/>
                    <a:gd name="T22" fmla="*/ 13 w 16"/>
                    <a:gd name="T23" fmla="*/ 3 h 9"/>
                    <a:gd name="T24" fmla="*/ 12 w 16"/>
                    <a:gd name="T25" fmla="*/ 3 h 9"/>
                    <a:gd name="T26" fmla="*/ 12 w 16"/>
                    <a:gd name="T27" fmla="*/ 3 h 9"/>
                    <a:gd name="T28" fmla="*/ 11 w 16"/>
                    <a:gd name="T29" fmla="*/ 4 h 9"/>
                    <a:gd name="T30" fmla="*/ 11 w 16"/>
                    <a:gd name="T31" fmla="*/ 3 h 9"/>
                    <a:gd name="T32" fmla="*/ 10 w 16"/>
                    <a:gd name="T33" fmla="*/ 3 h 9"/>
                    <a:gd name="T34" fmla="*/ 9 w 16"/>
                    <a:gd name="T35" fmla="*/ 2 h 9"/>
                    <a:gd name="T36" fmla="*/ 8 w 16"/>
                    <a:gd name="T37" fmla="*/ 2 h 9"/>
                    <a:gd name="T38" fmla="*/ 7 w 16"/>
                    <a:gd name="T39" fmla="*/ 0 h 9"/>
                    <a:gd name="T40" fmla="*/ 6 w 16"/>
                    <a:gd name="T41" fmla="*/ 0 h 9"/>
                    <a:gd name="T42" fmla="*/ 5 w 16"/>
                    <a:gd name="T43" fmla="*/ 0 h 9"/>
                    <a:gd name="T44" fmla="*/ 4 w 16"/>
                    <a:gd name="T45" fmla="*/ 0 h 9"/>
                    <a:gd name="T46" fmla="*/ 3 w 16"/>
                    <a:gd name="T47" fmla="*/ 1 h 9"/>
                    <a:gd name="T48" fmla="*/ 4 w 16"/>
                    <a:gd name="T49" fmla="*/ 1 h 9"/>
                    <a:gd name="T50" fmla="*/ 3 w 16"/>
                    <a:gd name="T51" fmla="*/ 2 h 9"/>
                    <a:gd name="T52" fmla="*/ 2 w 16"/>
                    <a:gd name="T53" fmla="*/ 3 h 9"/>
                    <a:gd name="T54" fmla="*/ 1 w 16"/>
                    <a:gd name="T55" fmla="*/ 3 h 9"/>
                    <a:gd name="T56" fmla="*/ 0 w 16"/>
                    <a:gd name="T57" fmla="*/ 4 h 9"/>
                    <a:gd name="T58" fmla="*/ 0 w 16"/>
                    <a:gd name="T59" fmla="*/ 5 h 9"/>
                    <a:gd name="T60" fmla="*/ 1 w 16"/>
                    <a:gd name="T61" fmla="*/ 5 h 9"/>
                    <a:gd name="T62" fmla="*/ 2 w 16"/>
                    <a:gd name="T63" fmla="*/ 6 h 9"/>
                    <a:gd name="T64" fmla="*/ 2 w 16"/>
                    <a:gd name="T65" fmla="*/ 6 h 9"/>
                    <a:gd name="T66" fmla="*/ 3 w 16"/>
                    <a:gd name="T67" fmla="*/ 6 h 9"/>
                    <a:gd name="T68" fmla="*/ 4 w 16"/>
                    <a:gd name="T69" fmla="*/ 6 h 9"/>
                    <a:gd name="T70" fmla="*/ 6 w 16"/>
                    <a:gd name="T71" fmla="*/ 7 h 9"/>
                    <a:gd name="T72" fmla="*/ 7 w 16"/>
                    <a:gd name="T73" fmla="*/ 7 h 9"/>
                    <a:gd name="T74" fmla="*/ 9 w 16"/>
                    <a:gd name="T75" fmla="*/ 8 h 9"/>
                    <a:gd name="T76" fmla="*/ 10 w 16"/>
                    <a:gd name="T77" fmla="*/ 8 h 9"/>
                    <a:gd name="T78" fmla="*/ 10 w 16"/>
                    <a:gd name="T79" fmla="*/ 8 h 9"/>
                    <a:gd name="T80" fmla="*/ 11 w 16"/>
                    <a:gd name="T81" fmla="*/ 8 h 9"/>
                    <a:gd name="T82" fmla="*/ 12 w 16"/>
                    <a:gd name="T83" fmla="*/ 9 h 9"/>
                    <a:gd name="T84" fmla="*/ 15 w 16"/>
                    <a:gd name="T85" fmla="*/ 9 h 9"/>
                    <a:gd name="T86" fmla="*/ 15 w 16"/>
                    <a:gd name="T87" fmla="*/ 8 h 9"/>
                    <a:gd name="T88" fmla="*/ 15 w 16"/>
                    <a:gd name="T89" fmla="*/ 7 h 9"/>
                    <a:gd name="T90" fmla="*/ 16 w 16"/>
                    <a:gd name="T91" fmla="*/ 7 h 9"/>
                    <a:gd name="T92" fmla="*/ 15 w 16"/>
                    <a:gd name="T93" fmla="*/ 7 h 9"/>
                    <a:gd name="T94" fmla="*/ 16 w 16"/>
                    <a:gd name="T9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 h="9">
                      <a:moveTo>
                        <a:pt x="16" y="6"/>
                      </a:moveTo>
                      <a:cubicBezTo>
                        <a:pt x="16" y="6"/>
                        <a:pt x="15" y="6"/>
                        <a:pt x="15" y="6"/>
                      </a:cubicBezTo>
                      <a:cubicBezTo>
                        <a:pt x="15" y="6"/>
                        <a:pt x="16" y="6"/>
                        <a:pt x="16" y="6"/>
                      </a:cubicBezTo>
                      <a:cubicBezTo>
                        <a:pt x="16" y="6"/>
                        <a:pt x="16" y="5"/>
                        <a:pt x="16" y="5"/>
                      </a:cubicBezTo>
                      <a:cubicBezTo>
                        <a:pt x="16" y="5"/>
                        <a:pt x="16" y="5"/>
                        <a:pt x="16" y="5"/>
                      </a:cubicBezTo>
                      <a:cubicBezTo>
                        <a:pt x="16" y="4"/>
                        <a:pt x="16" y="4"/>
                        <a:pt x="16" y="4"/>
                      </a:cubicBezTo>
                      <a:cubicBezTo>
                        <a:pt x="16" y="4"/>
                        <a:pt x="16" y="4"/>
                        <a:pt x="16" y="4"/>
                      </a:cubicBezTo>
                      <a:cubicBezTo>
                        <a:pt x="16" y="3"/>
                        <a:pt x="16" y="3"/>
                        <a:pt x="16" y="3"/>
                      </a:cubicBezTo>
                      <a:cubicBezTo>
                        <a:pt x="15" y="3"/>
                        <a:pt x="15" y="3"/>
                        <a:pt x="15" y="3"/>
                      </a:cubicBezTo>
                      <a:cubicBezTo>
                        <a:pt x="15" y="3"/>
                        <a:pt x="14" y="3"/>
                        <a:pt x="14" y="3"/>
                      </a:cubicBezTo>
                      <a:cubicBezTo>
                        <a:pt x="14" y="3"/>
                        <a:pt x="14" y="3"/>
                        <a:pt x="14" y="3"/>
                      </a:cubicBezTo>
                      <a:cubicBezTo>
                        <a:pt x="13" y="3"/>
                        <a:pt x="13" y="3"/>
                        <a:pt x="13" y="3"/>
                      </a:cubicBezTo>
                      <a:cubicBezTo>
                        <a:pt x="12" y="3"/>
                        <a:pt x="12" y="3"/>
                        <a:pt x="12" y="3"/>
                      </a:cubicBezTo>
                      <a:cubicBezTo>
                        <a:pt x="12" y="3"/>
                        <a:pt x="12" y="3"/>
                        <a:pt x="12" y="3"/>
                      </a:cubicBezTo>
                      <a:cubicBezTo>
                        <a:pt x="11" y="4"/>
                        <a:pt x="11" y="4"/>
                        <a:pt x="11" y="4"/>
                      </a:cubicBezTo>
                      <a:cubicBezTo>
                        <a:pt x="11" y="4"/>
                        <a:pt x="11" y="3"/>
                        <a:pt x="11" y="3"/>
                      </a:cubicBezTo>
                      <a:cubicBezTo>
                        <a:pt x="11" y="3"/>
                        <a:pt x="10" y="3"/>
                        <a:pt x="10" y="3"/>
                      </a:cubicBezTo>
                      <a:cubicBezTo>
                        <a:pt x="9" y="2"/>
                        <a:pt x="9" y="2"/>
                        <a:pt x="9" y="2"/>
                      </a:cubicBezTo>
                      <a:cubicBezTo>
                        <a:pt x="8" y="2"/>
                        <a:pt x="8" y="2"/>
                        <a:pt x="8" y="2"/>
                      </a:cubicBezTo>
                      <a:cubicBezTo>
                        <a:pt x="7" y="0"/>
                        <a:pt x="7" y="0"/>
                        <a:pt x="7" y="0"/>
                      </a:cubicBezTo>
                      <a:cubicBezTo>
                        <a:pt x="7" y="0"/>
                        <a:pt x="6" y="0"/>
                        <a:pt x="6" y="0"/>
                      </a:cubicBezTo>
                      <a:cubicBezTo>
                        <a:pt x="6" y="0"/>
                        <a:pt x="5" y="0"/>
                        <a:pt x="5" y="0"/>
                      </a:cubicBezTo>
                      <a:cubicBezTo>
                        <a:pt x="4" y="0"/>
                        <a:pt x="4" y="0"/>
                        <a:pt x="4" y="0"/>
                      </a:cubicBezTo>
                      <a:cubicBezTo>
                        <a:pt x="3" y="1"/>
                        <a:pt x="3" y="1"/>
                        <a:pt x="3" y="1"/>
                      </a:cubicBezTo>
                      <a:cubicBezTo>
                        <a:pt x="4" y="1"/>
                        <a:pt x="4" y="1"/>
                        <a:pt x="4" y="1"/>
                      </a:cubicBezTo>
                      <a:cubicBezTo>
                        <a:pt x="3" y="2"/>
                        <a:pt x="3" y="2"/>
                        <a:pt x="3" y="2"/>
                      </a:cubicBezTo>
                      <a:cubicBezTo>
                        <a:pt x="2" y="3"/>
                        <a:pt x="2" y="3"/>
                        <a:pt x="2" y="3"/>
                      </a:cubicBezTo>
                      <a:cubicBezTo>
                        <a:pt x="1" y="3"/>
                        <a:pt x="1" y="3"/>
                        <a:pt x="1" y="3"/>
                      </a:cubicBezTo>
                      <a:cubicBezTo>
                        <a:pt x="1" y="3"/>
                        <a:pt x="0" y="4"/>
                        <a:pt x="0" y="4"/>
                      </a:cubicBezTo>
                      <a:cubicBezTo>
                        <a:pt x="0" y="4"/>
                        <a:pt x="0" y="4"/>
                        <a:pt x="0" y="5"/>
                      </a:cubicBezTo>
                      <a:cubicBezTo>
                        <a:pt x="0" y="5"/>
                        <a:pt x="0" y="5"/>
                        <a:pt x="1" y="5"/>
                      </a:cubicBezTo>
                      <a:cubicBezTo>
                        <a:pt x="1" y="5"/>
                        <a:pt x="1" y="6"/>
                        <a:pt x="2" y="6"/>
                      </a:cubicBezTo>
                      <a:cubicBezTo>
                        <a:pt x="2" y="6"/>
                        <a:pt x="2" y="6"/>
                        <a:pt x="2" y="6"/>
                      </a:cubicBezTo>
                      <a:cubicBezTo>
                        <a:pt x="2" y="6"/>
                        <a:pt x="3" y="6"/>
                        <a:pt x="3" y="6"/>
                      </a:cubicBezTo>
                      <a:cubicBezTo>
                        <a:pt x="3" y="6"/>
                        <a:pt x="4" y="6"/>
                        <a:pt x="4" y="6"/>
                      </a:cubicBezTo>
                      <a:cubicBezTo>
                        <a:pt x="5" y="6"/>
                        <a:pt x="6" y="7"/>
                        <a:pt x="6" y="7"/>
                      </a:cubicBezTo>
                      <a:cubicBezTo>
                        <a:pt x="7" y="7"/>
                        <a:pt x="7" y="7"/>
                        <a:pt x="7" y="7"/>
                      </a:cubicBezTo>
                      <a:cubicBezTo>
                        <a:pt x="8" y="8"/>
                        <a:pt x="8" y="8"/>
                        <a:pt x="9" y="8"/>
                      </a:cubicBezTo>
                      <a:cubicBezTo>
                        <a:pt x="9" y="8"/>
                        <a:pt x="9" y="8"/>
                        <a:pt x="10" y="8"/>
                      </a:cubicBezTo>
                      <a:cubicBezTo>
                        <a:pt x="10" y="8"/>
                        <a:pt x="10" y="8"/>
                        <a:pt x="10" y="8"/>
                      </a:cubicBezTo>
                      <a:cubicBezTo>
                        <a:pt x="10" y="8"/>
                        <a:pt x="11" y="8"/>
                        <a:pt x="11" y="8"/>
                      </a:cubicBezTo>
                      <a:cubicBezTo>
                        <a:pt x="11" y="8"/>
                        <a:pt x="11" y="8"/>
                        <a:pt x="12" y="9"/>
                      </a:cubicBezTo>
                      <a:cubicBezTo>
                        <a:pt x="12" y="9"/>
                        <a:pt x="14" y="9"/>
                        <a:pt x="15" y="9"/>
                      </a:cubicBezTo>
                      <a:cubicBezTo>
                        <a:pt x="15" y="9"/>
                        <a:pt x="15" y="8"/>
                        <a:pt x="15" y="8"/>
                      </a:cubicBezTo>
                      <a:cubicBezTo>
                        <a:pt x="15" y="8"/>
                        <a:pt x="15" y="8"/>
                        <a:pt x="15" y="7"/>
                      </a:cubicBezTo>
                      <a:cubicBezTo>
                        <a:pt x="15" y="7"/>
                        <a:pt x="15" y="7"/>
                        <a:pt x="16" y="7"/>
                      </a:cubicBezTo>
                      <a:cubicBezTo>
                        <a:pt x="15" y="7"/>
                        <a:pt x="15" y="7"/>
                        <a:pt x="15" y="7"/>
                      </a:cubicBezTo>
                      <a:lnTo>
                        <a:pt x="16" y="6"/>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7" name="Freeform 772">
                  <a:extLst>
                    <a:ext uri="{FF2B5EF4-FFF2-40B4-BE49-F238E27FC236}">
                      <a16:creationId xmlns:a16="http://schemas.microsoft.com/office/drawing/2014/main" id="{68CB495A-AEDB-EA16-E2BE-6D9D2535C1CB}"/>
                    </a:ext>
                  </a:extLst>
                </p:cNvPr>
                <p:cNvSpPr>
                  <a:spLocks noEditPoints="1"/>
                </p:cNvSpPr>
                <p:nvPr/>
              </p:nvSpPr>
              <p:spPr bwMode="auto">
                <a:xfrm>
                  <a:off x="3324226" y="4287838"/>
                  <a:ext cx="112712" cy="71438"/>
                </a:xfrm>
                <a:custGeom>
                  <a:avLst/>
                  <a:gdLst>
                    <a:gd name="T0" fmla="*/ 26 w 27"/>
                    <a:gd name="T1" fmla="*/ 10 h 17"/>
                    <a:gd name="T2" fmla="*/ 26 w 27"/>
                    <a:gd name="T3" fmla="*/ 10 h 17"/>
                    <a:gd name="T4" fmla="*/ 23 w 27"/>
                    <a:gd name="T5" fmla="*/ 11 h 17"/>
                    <a:gd name="T6" fmla="*/ 22 w 27"/>
                    <a:gd name="T7" fmla="*/ 12 h 17"/>
                    <a:gd name="T8" fmla="*/ 18 w 27"/>
                    <a:gd name="T9" fmla="*/ 11 h 17"/>
                    <a:gd name="T10" fmla="*/ 15 w 27"/>
                    <a:gd name="T11" fmla="*/ 11 h 17"/>
                    <a:gd name="T12" fmla="*/ 12 w 27"/>
                    <a:gd name="T13" fmla="*/ 12 h 17"/>
                    <a:gd name="T14" fmla="*/ 9 w 27"/>
                    <a:gd name="T15" fmla="*/ 12 h 17"/>
                    <a:gd name="T16" fmla="*/ 7 w 27"/>
                    <a:gd name="T17" fmla="*/ 12 h 17"/>
                    <a:gd name="T18" fmla="*/ 6 w 27"/>
                    <a:gd name="T19" fmla="*/ 14 h 17"/>
                    <a:gd name="T20" fmla="*/ 3 w 27"/>
                    <a:gd name="T21" fmla="*/ 16 h 17"/>
                    <a:gd name="T22" fmla="*/ 2 w 27"/>
                    <a:gd name="T23" fmla="*/ 15 h 17"/>
                    <a:gd name="T24" fmla="*/ 1 w 27"/>
                    <a:gd name="T25" fmla="*/ 14 h 17"/>
                    <a:gd name="T26" fmla="*/ 2 w 27"/>
                    <a:gd name="T27" fmla="*/ 13 h 17"/>
                    <a:gd name="T28" fmla="*/ 1 w 27"/>
                    <a:gd name="T29" fmla="*/ 13 h 17"/>
                    <a:gd name="T30" fmla="*/ 1 w 27"/>
                    <a:gd name="T31" fmla="*/ 13 h 17"/>
                    <a:gd name="T32" fmla="*/ 1 w 27"/>
                    <a:gd name="T33" fmla="*/ 11 h 17"/>
                    <a:gd name="T34" fmla="*/ 1 w 27"/>
                    <a:gd name="T35" fmla="*/ 11 h 17"/>
                    <a:gd name="T36" fmla="*/ 0 w 27"/>
                    <a:gd name="T37" fmla="*/ 10 h 17"/>
                    <a:gd name="T38" fmla="*/ 1 w 27"/>
                    <a:gd name="T39" fmla="*/ 10 h 17"/>
                    <a:gd name="T40" fmla="*/ 1 w 27"/>
                    <a:gd name="T41" fmla="*/ 9 h 17"/>
                    <a:gd name="T42" fmla="*/ 2 w 27"/>
                    <a:gd name="T43" fmla="*/ 9 h 17"/>
                    <a:gd name="T44" fmla="*/ 2 w 27"/>
                    <a:gd name="T45" fmla="*/ 8 h 17"/>
                    <a:gd name="T46" fmla="*/ 1 w 27"/>
                    <a:gd name="T47" fmla="*/ 7 h 17"/>
                    <a:gd name="T48" fmla="*/ 1 w 27"/>
                    <a:gd name="T49" fmla="*/ 7 h 17"/>
                    <a:gd name="T50" fmla="*/ 1 w 27"/>
                    <a:gd name="T51" fmla="*/ 7 h 17"/>
                    <a:gd name="T52" fmla="*/ 1 w 27"/>
                    <a:gd name="T53" fmla="*/ 7 h 17"/>
                    <a:gd name="T54" fmla="*/ 1 w 27"/>
                    <a:gd name="T55" fmla="*/ 7 h 17"/>
                    <a:gd name="T56" fmla="*/ 1 w 27"/>
                    <a:gd name="T57" fmla="*/ 7 h 17"/>
                    <a:gd name="T58" fmla="*/ 2 w 27"/>
                    <a:gd name="T59" fmla="*/ 7 h 17"/>
                    <a:gd name="T60" fmla="*/ 2 w 27"/>
                    <a:gd name="T61" fmla="*/ 6 h 17"/>
                    <a:gd name="T62" fmla="*/ 2 w 27"/>
                    <a:gd name="T63" fmla="*/ 6 h 17"/>
                    <a:gd name="T64" fmla="*/ 2 w 27"/>
                    <a:gd name="T65" fmla="*/ 6 h 17"/>
                    <a:gd name="T66" fmla="*/ 2 w 27"/>
                    <a:gd name="T67" fmla="*/ 6 h 17"/>
                    <a:gd name="T68" fmla="*/ 2 w 27"/>
                    <a:gd name="T69" fmla="*/ 5 h 17"/>
                    <a:gd name="T70" fmla="*/ 2 w 27"/>
                    <a:gd name="T71" fmla="*/ 5 h 17"/>
                    <a:gd name="T72" fmla="*/ 1 w 27"/>
                    <a:gd name="T73" fmla="*/ 5 h 17"/>
                    <a:gd name="T74" fmla="*/ 2 w 27"/>
                    <a:gd name="T75" fmla="*/ 4 h 17"/>
                    <a:gd name="T76" fmla="*/ 2 w 27"/>
                    <a:gd name="T77" fmla="*/ 4 h 17"/>
                    <a:gd name="T78" fmla="*/ 2 w 27"/>
                    <a:gd name="T79" fmla="*/ 3 h 17"/>
                    <a:gd name="T80" fmla="*/ 2 w 27"/>
                    <a:gd name="T81" fmla="*/ 3 h 17"/>
                    <a:gd name="T82" fmla="*/ 2 w 27"/>
                    <a:gd name="T83" fmla="*/ 2 h 17"/>
                    <a:gd name="T84" fmla="*/ 2 w 27"/>
                    <a:gd name="T85" fmla="*/ 2 h 17"/>
                    <a:gd name="T86" fmla="*/ 4 w 27"/>
                    <a:gd name="T87" fmla="*/ 1 h 17"/>
                    <a:gd name="T88" fmla="*/ 7 w 27"/>
                    <a:gd name="T89" fmla="*/ 0 h 17"/>
                    <a:gd name="T90" fmla="*/ 10 w 27"/>
                    <a:gd name="T91" fmla="*/ 1 h 17"/>
                    <a:gd name="T92" fmla="*/ 13 w 27"/>
                    <a:gd name="T93" fmla="*/ 2 h 17"/>
                    <a:gd name="T94" fmla="*/ 15 w 27"/>
                    <a:gd name="T95" fmla="*/ 5 h 17"/>
                    <a:gd name="T96" fmla="*/ 18 w 27"/>
                    <a:gd name="T97" fmla="*/ 5 h 17"/>
                    <a:gd name="T98" fmla="*/ 16 w 27"/>
                    <a:gd name="T99" fmla="*/ 5 h 17"/>
                    <a:gd name="T100" fmla="*/ 18 w 27"/>
                    <a:gd name="T101" fmla="*/ 7 h 17"/>
                    <a:gd name="T102" fmla="*/ 22 w 27"/>
                    <a:gd name="T103" fmla="*/ 7 h 17"/>
                    <a:gd name="T104" fmla="*/ 25 w 27"/>
                    <a:gd name="T105" fmla="*/ 10 h 17"/>
                    <a:gd name="T106" fmla="*/ 10 w 27"/>
                    <a:gd name="T107"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 h="17">
                      <a:moveTo>
                        <a:pt x="23" y="13"/>
                      </a:moveTo>
                      <a:cubicBezTo>
                        <a:pt x="22" y="13"/>
                        <a:pt x="22" y="13"/>
                        <a:pt x="22" y="13"/>
                      </a:cubicBezTo>
                      <a:cubicBezTo>
                        <a:pt x="22" y="13"/>
                        <a:pt x="22" y="13"/>
                        <a:pt x="23" y="13"/>
                      </a:cubicBezTo>
                      <a:close/>
                      <a:moveTo>
                        <a:pt x="26" y="10"/>
                      </a:moveTo>
                      <a:cubicBezTo>
                        <a:pt x="26" y="10"/>
                        <a:pt x="26" y="10"/>
                        <a:pt x="26" y="10"/>
                      </a:cubicBezTo>
                      <a:cubicBezTo>
                        <a:pt x="26" y="10"/>
                        <a:pt x="26" y="10"/>
                        <a:pt x="26" y="10"/>
                      </a:cubicBezTo>
                      <a:cubicBezTo>
                        <a:pt x="27" y="10"/>
                        <a:pt x="27" y="10"/>
                        <a:pt x="27" y="10"/>
                      </a:cubicBezTo>
                      <a:cubicBezTo>
                        <a:pt x="27" y="10"/>
                        <a:pt x="26" y="10"/>
                        <a:pt x="26" y="10"/>
                      </a:cubicBezTo>
                      <a:close/>
                      <a:moveTo>
                        <a:pt x="24" y="11"/>
                      </a:moveTo>
                      <a:cubicBezTo>
                        <a:pt x="24" y="11"/>
                        <a:pt x="24" y="11"/>
                        <a:pt x="24" y="11"/>
                      </a:cubicBezTo>
                      <a:cubicBezTo>
                        <a:pt x="24" y="12"/>
                        <a:pt x="24" y="12"/>
                        <a:pt x="23" y="11"/>
                      </a:cubicBezTo>
                      <a:cubicBezTo>
                        <a:pt x="23" y="11"/>
                        <a:pt x="23" y="11"/>
                        <a:pt x="23" y="11"/>
                      </a:cubicBezTo>
                      <a:cubicBezTo>
                        <a:pt x="23" y="12"/>
                        <a:pt x="23" y="12"/>
                        <a:pt x="23" y="12"/>
                      </a:cubicBezTo>
                      <a:cubicBezTo>
                        <a:pt x="23" y="12"/>
                        <a:pt x="23" y="12"/>
                        <a:pt x="23" y="12"/>
                      </a:cubicBezTo>
                      <a:cubicBezTo>
                        <a:pt x="23" y="12"/>
                        <a:pt x="23" y="13"/>
                        <a:pt x="22" y="13"/>
                      </a:cubicBezTo>
                      <a:cubicBezTo>
                        <a:pt x="22" y="13"/>
                        <a:pt x="22" y="13"/>
                        <a:pt x="22" y="12"/>
                      </a:cubicBezTo>
                      <a:cubicBezTo>
                        <a:pt x="22" y="12"/>
                        <a:pt x="22" y="12"/>
                        <a:pt x="21" y="12"/>
                      </a:cubicBezTo>
                      <a:cubicBezTo>
                        <a:pt x="21" y="11"/>
                        <a:pt x="21" y="11"/>
                        <a:pt x="20" y="11"/>
                      </a:cubicBezTo>
                      <a:cubicBezTo>
                        <a:pt x="20" y="12"/>
                        <a:pt x="19" y="11"/>
                        <a:pt x="19" y="11"/>
                      </a:cubicBezTo>
                      <a:cubicBezTo>
                        <a:pt x="19" y="11"/>
                        <a:pt x="19" y="11"/>
                        <a:pt x="18" y="11"/>
                      </a:cubicBezTo>
                      <a:cubicBezTo>
                        <a:pt x="18" y="11"/>
                        <a:pt x="18" y="11"/>
                        <a:pt x="18" y="11"/>
                      </a:cubicBezTo>
                      <a:cubicBezTo>
                        <a:pt x="17" y="11"/>
                        <a:pt x="17" y="11"/>
                        <a:pt x="17" y="11"/>
                      </a:cubicBezTo>
                      <a:cubicBezTo>
                        <a:pt x="17" y="11"/>
                        <a:pt x="17" y="11"/>
                        <a:pt x="16" y="11"/>
                      </a:cubicBezTo>
                      <a:cubicBezTo>
                        <a:pt x="16" y="11"/>
                        <a:pt x="16" y="11"/>
                        <a:pt x="15" y="11"/>
                      </a:cubicBezTo>
                      <a:cubicBezTo>
                        <a:pt x="15" y="11"/>
                        <a:pt x="15" y="11"/>
                        <a:pt x="14" y="11"/>
                      </a:cubicBezTo>
                      <a:cubicBezTo>
                        <a:pt x="14" y="11"/>
                        <a:pt x="14" y="11"/>
                        <a:pt x="14" y="11"/>
                      </a:cubicBezTo>
                      <a:cubicBezTo>
                        <a:pt x="13" y="11"/>
                        <a:pt x="13" y="12"/>
                        <a:pt x="13" y="12"/>
                      </a:cubicBezTo>
                      <a:cubicBezTo>
                        <a:pt x="13" y="12"/>
                        <a:pt x="12" y="12"/>
                        <a:pt x="12" y="12"/>
                      </a:cubicBezTo>
                      <a:cubicBezTo>
                        <a:pt x="12" y="12"/>
                        <a:pt x="12" y="12"/>
                        <a:pt x="12" y="12"/>
                      </a:cubicBezTo>
                      <a:cubicBezTo>
                        <a:pt x="12" y="13"/>
                        <a:pt x="11" y="13"/>
                        <a:pt x="11" y="13"/>
                      </a:cubicBezTo>
                      <a:cubicBezTo>
                        <a:pt x="11" y="13"/>
                        <a:pt x="10" y="13"/>
                        <a:pt x="10" y="13"/>
                      </a:cubicBezTo>
                      <a:cubicBezTo>
                        <a:pt x="10" y="13"/>
                        <a:pt x="9" y="12"/>
                        <a:pt x="9" y="12"/>
                      </a:cubicBezTo>
                      <a:cubicBezTo>
                        <a:pt x="9" y="12"/>
                        <a:pt x="9" y="12"/>
                        <a:pt x="9" y="11"/>
                      </a:cubicBezTo>
                      <a:cubicBezTo>
                        <a:pt x="9" y="11"/>
                        <a:pt x="9" y="11"/>
                        <a:pt x="9" y="11"/>
                      </a:cubicBezTo>
                      <a:cubicBezTo>
                        <a:pt x="9" y="11"/>
                        <a:pt x="9" y="11"/>
                        <a:pt x="9" y="11"/>
                      </a:cubicBezTo>
                      <a:cubicBezTo>
                        <a:pt x="8" y="12"/>
                        <a:pt x="8" y="12"/>
                        <a:pt x="7" y="12"/>
                      </a:cubicBezTo>
                      <a:cubicBezTo>
                        <a:pt x="7" y="12"/>
                        <a:pt x="7" y="12"/>
                        <a:pt x="7" y="12"/>
                      </a:cubicBezTo>
                      <a:cubicBezTo>
                        <a:pt x="7" y="12"/>
                        <a:pt x="7" y="12"/>
                        <a:pt x="6" y="12"/>
                      </a:cubicBezTo>
                      <a:cubicBezTo>
                        <a:pt x="6" y="12"/>
                        <a:pt x="6" y="12"/>
                        <a:pt x="6" y="13"/>
                      </a:cubicBezTo>
                      <a:cubicBezTo>
                        <a:pt x="6" y="13"/>
                        <a:pt x="6" y="14"/>
                        <a:pt x="6" y="14"/>
                      </a:cubicBezTo>
                      <a:cubicBezTo>
                        <a:pt x="5" y="14"/>
                        <a:pt x="5" y="15"/>
                        <a:pt x="5" y="15"/>
                      </a:cubicBezTo>
                      <a:cubicBezTo>
                        <a:pt x="5" y="16"/>
                        <a:pt x="5" y="16"/>
                        <a:pt x="4" y="16"/>
                      </a:cubicBezTo>
                      <a:cubicBezTo>
                        <a:pt x="4" y="17"/>
                        <a:pt x="4" y="17"/>
                        <a:pt x="3" y="16"/>
                      </a:cubicBezTo>
                      <a:cubicBezTo>
                        <a:pt x="3" y="16"/>
                        <a:pt x="3" y="16"/>
                        <a:pt x="3" y="16"/>
                      </a:cubicBezTo>
                      <a:cubicBezTo>
                        <a:pt x="3" y="16"/>
                        <a:pt x="3" y="16"/>
                        <a:pt x="2" y="16"/>
                      </a:cubicBezTo>
                      <a:cubicBezTo>
                        <a:pt x="2" y="16"/>
                        <a:pt x="2" y="16"/>
                        <a:pt x="2" y="16"/>
                      </a:cubicBezTo>
                      <a:cubicBezTo>
                        <a:pt x="2" y="16"/>
                        <a:pt x="2" y="15"/>
                        <a:pt x="2" y="15"/>
                      </a:cubicBezTo>
                      <a:cubicBezTo>
                        <a:pt x="2" y="15"/>
                        <a:pt x="2" y="15"/>
                        <a:pt x="2" y="15"/>
                      </a:cubicBezTo>
                      <a:cubicBezTo>
                        <a:pt x="2" y="15"/>
                        <a:pt x="2" y="15"/>
                        <a:pt x="2" y="14"/>
                      </a:cubicBezTo>
                      <a:cubicBezTo>
                        <a:pt x="2" y="14"/>
                        <a:pt x="2" y="14"/>
                        <a:pt x="2" y="14"/>
                      </a:cubicBezTo>
                      <a:cubicBezTo>
                        <a:pt x="2" y="14"/>
                        <a:pt x="2" y="14"/>
                        <a:pt x="2" y="14"/>
                      </a:cubicBezTo>
                      <a:cubicBezTo>
                        <a:pt x="2" y="14"/>
                        <a:pt x="1" y="14"/>
                        <a:pt x="1" y="14"/>
                      </a:cubicBezTo>
                      <a:cubicBezTo>
                        <a:pt x="1" y="14"/>
                        <a:pt x="1" y="14"/>
                        <a:pt x="1" y="14"/>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2" y="12"/>
                        <a:pt x="2" y="12"/>
                        <a:pt x="2" y="12"/>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1" y="11"/>
                        <a:pt x="1" y="11"/>
                        <a:pt x="1" y="11"/>
                      </a:cubicBezTo>
                      <a:cubicBezTo>
                        <a:pt x="1" y="10"/>
                        <a:pt x="1" y="10"/>
                        <a:pt x="1" y="10"/>
                      </a:cubicBezTo>
                      <a:cubicBezTo>
                        <a:pt x="0" y="10"/>
                        <a:pt x="0" y="10"/>
                        <a:pt x="0" y="10"/>
                      </a:cubicBezTo>
                      <a:cubicBezTo>
                        <a:pt x="0" y="10"/>
                        <a:pt x="0" y="10"/>
                        <a:pt x="0" y="10"/>
                      </a:cubicBezTo>
                      <a:cubicBezTo>
                        <a:pt x="0" y="10"/>
                        <a:pt x="0" y="10"/>
                        <a:pt x="0" y="10"/>
                      </a:cubicBezTo>
                      <a:cubicBezTo>
                        <a:pt x="0" y="9"/>
                        <a:pt x="0" y="9"/>
                        <a:pt x="0" y="9"/>
                      </a:cubicBezTo>
                      <a:cubicBezTo>
                        <a:pt x="0" y="10"/>
                        <a:pt x="0" y="10"/>
                        <a:pt x="0" y="10"/>
                      </a:cubicBezTo>
                      <a:cubicBezTo>
                        <a:pt x="0" y="9"/>
                        <a:pt x="0" y="9"/>
                        <a:pt x="0" y="9"/>
                      </a:cubicBezTo>
                      <a:cubicBezTo>
                        <a:pt x="1" y="10"/>
                        <a:pt x="1" y="10"/>
                        <a:pt x="1" y="10"/>
                      </a:cubicBezTo>
                      <a:cubicBezTo>
                        <a:pt x="1" y="10"/>
                        <a:pt x="1" y="10"/>
                        <a:pt x="1" y="10"/>
                      </a:cubicBezTo>
                      <a:cubicBezTo>
                        <a:pt x="1" y="10"/>
                        <a:pt x="1" y="10"/>
                        <a:pt x="1" y="10"/>
                      </a:cubicBezTo>
                      <a:cubicBezTo>
                        <a:pt x="1" y="10"/>
                        <a:pt x="1" y="10"/>
                        <a:pt x="1" y="10"/>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8"/>
                        <a:pt x="2" y="8"/>
                        <a:pt x="2" y="8"/>
                      </a:cubicBezTo>
                      <a:cubicBezTo>
                        <a:pt x="2" y="8"/>
                        <a:pt x="2" y="8"/>
                        <a:pt x="2" y="8"/>
                      </a:cubicBezTo>
                      <a:cubicBezTo>
                        <a:pt x="2" y="8"/>
                        <a:pt x="2" y="8"/>
                        <a:pt x="2" y="8"/>
                      </a:cubicBezTo>
                      <a:cubicBezTo>
                        <a:pt x="2" y="8"/>
                        <a:pt x="2" y="8"/>
                        <a:pt x="2" y="8"/>
                      </a:cubicBezTo>
                      <a:cubicBezTo>
                        <a:pt x="2" y="8"/>
                        <a:pt x="1" y="8"/>
                        <a:pt x="1" y="8"/>
                      </a:cubicBezTo>
                      <a:cubicBezTo>
                        <a:pt x="1" y="8"/>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2" y="2"/>
                        <a:pt x="2" y="2"/>
                        <a:pt x="2" y="2"/>
                      </a:cubicBezTo>
                      <a:cubicBezTo>
                        <a:pt x="1" y="1"/>
                        <a:pt x="2" y="1"/>
                        <a:pt x="2" y="1"/>
                      </a:cubicBezTo>
                      <a:cubicBezTo>
                        <a:pt x="2" y="1"/>
                        <a:pt x="2" y="1"/>
                        <a:pt x="2" y="1"/>
                      </a:cubicBezTo>
                      <a:cubicBezTo>
                        <a:pt x="2" y="1"/>
                        <a:pt x="2" y="1"/>
                        <a:pt x="2" y="1"/>
                      </a:cubicBezTo>
                      <a:cubicBezTo>
                        <a:pt x="3" y="0"/>
                        <a:pt x="3" y="1"/>
                        <a:pt x="4" y="1"/>
                      </a:cubicBezTo>
                      <a:cubicBezTo>
                        <a:pt x="4" y="1"/>
                        <a:pt x="4" y="1"/>
                        <a:pt x="4" y="1"/>
                      </a:cubicBezTo>
                      <a:cubicBezTo>
                        <a:pt x="5" y="1"/>
                        <a:pt x="5" y="1"/>
                        <a:pt x="6" y="1"/>
                      </a:cubicBezTo>
                      <a:cubicBezTo>
                        <a:pt x="6" y="1"/>
                        <a:pt x="6" y="1"/>
                        <a:pt x="6" y="1"/>
                      </a:cubicBezTo>
                      <a:cubicBezTo>
                        <a:pt x="6" y="0"/>
                        <a:pt x="7" y="0"/>
                        <a:pt x="7" y="0"/>
                      </a:cubicBezTo>
                      <a:cubicBezTo>
                        <a:pt x="7" y="1"/>
                        <a:pt x="7" y="1"/>
                        <a:pt x="8" y="1"/>
                      </a:cubicBezTo>
                      <a:cubicBezTo>
                        <a:pt x="8" y="1"/>
                        <a:pt x="8" y="1"/>
                        <a:pt x="8" y="1"/>
                      </a:cubicBezTo>
                      <a:cubicBezTo>
                        <a:pt x="9" y="1"/>
                        <a:pt x="9" y="1"/>
                        <a:pt x="9" y="2"/>
                      </a:cubicBezTo>
                      <a:cubicBezTo>
                        <a:pt x="9" y="2"/>
                        <a:pt x="10" y="2"/>
                        <a:pt x="10" y="1"/>
                      </a:cubicBezTo>
                      <a:cubicBezTo>
                        <a:pt x="10" y="1"/>
                        <a:pt x="11" y="1"/>
                        <a:pt x="11" y="2"/>
                      </a:cubicBezTo>
                      <a:cubicBezTo>
                        <a:pt x="11" y="2"/>
                        <a:pt x="11" y="2"/>
                        <a:pt x="11" y="2"/>
                      </a:cubicBezTo>
                      <a:cubicBezTo>
                        <a:pt x="12" y="2"/>
                        <a:pt x="12" y="2"/>
                        <a:pt x="12" y="3"/>
                      </a:cubicBezTo>
                      <a:cubicBezTo>
                        <a:pt x="12" y="3"/>
                        <a:pt x="13" y="3"/>
                        <a:pt x="13" y="2"/>
                      </a:cubicBezTo>
                      <a:cubicBezTo>
                        <a:pt x="13" y="2"/>
                        <a:pt x="13" y="2"/>
                        <a:pt x="14" y="2"/>
                      </a:cubicBezTo>
                      <a:cubicBezTo>
                        <a:pt x="14" y="2"/>
                        <a:pt x="14" y="3"/>
                        <a:pt x="14" y="3"/>
                      </a:cubicBezTo>
                      <a:cubicBezTo>
                        <a:pt x="14" y="3"/>
                        <a:pt x="14" y="3"/>
                        <a:pt x="14" y="4"/>
                      </a:cubicBezTo>
                      <a:cubicBezTo>
                        <a:pt x="14" y="4"/>
                        <a:pt x="14" y="5"/>
                        <a:pt x="15" y="5"/>
                      </a:cubicBezTo>
                      <a:cubicBezTo>
                        <a:pt x="15" y="5"/>
                        <a:pt x="15" y="5"/>
                        <a:pt x="15" y="5"/>
                      </a:cubicBezTo>
                      <a:cubicBezTo>
                        <a:pt x="16" y="5"/>
                        <a:pt x="16" y="5"/>
                        <a:pt x="17" y="5"/>
                      </a:cubicBezTo>
                      <a:cubicBezTo>
                        <a:pt x="17" y="5"/>
                        <a:pt x="17" y="5"/>
                        <a:pt x="17" y="5"/>
                      </a:cubicBezTo>
                      <a:cubicBezTo>
                        <a:pt x="17" y="5"/>
                        <a:pt x="18" y="5"/>
                        <a:pt x="18" y="5"/>
                      </a:cubicBezTo>
                      <a:cubicBezTo>
                        <a:pt x="19" y="5"/>
                        <a:pt x="19" y="5"/>
                        <a:pt x="19" y="5"/>
                      </a:cubicBezTo>
                      <a:cubicBezTo>
                        <a:pt x="19" y="5"/>
                        <a:pt x="19" y="5"/>
                        <a:pt x="19" y="6"/>
                      </a:cubicBezTo>
                      <a:cubicBezTo>
                        <a:pt x="19" y="6"/>
                        <a:pt x="18" y="6"/>
                        <a:pt x="18" y="6"/>
                      </a:cubicBezTo>
                      <a:cubicBezTo>
                        <a:pt x="18" y="6"/>
                        <a:pt x="17" y="6"/>
                        <a:pt x="16" y="5"/>
                      </a:cubicBezTo>
                      <a:cubicBezTo>
                        <a:pt x="16" y="5"/>
                        <a:pt x="16" y="6"/>
                        <a:pt x="16" y="6"/>
                      </a:cubicBezTo>
                      <a:cubicBezTo>
                        <a:pt x="16" y="6"/>
                        <a:pt x="16" y="6"/>
                        <a:pt x="16" y="6"/>
                      </a:cubicBezTo>
                      <a:cubicBezTo>
                        <a:pt x="16" y="6"/>
                        <a:pt x="17" y="6"/>
                        <a:pt x="17" y="6"/>
                      </a:cubicBezTo>
                      <a:cubicBezTo>
                        <a:pt x="18" y="7"/>
                        <a:pt x="18" y="7"/>
                        <a:pt x="18" y="7"/>
                      </a:cubicBezTo>
                      <a:cubicBezTo>
                        <a:pt x="18" y="7"/>
                        <a:pt x="18" y="7"/>
                        <a:pt x="18" y="7"/>
                      </a:cubicBezTo>
                      <a:cubicBezTo>
                        <a:pt x="19" y="7"/>
                        <a:pt x="19" y="7"/>
                        <a:pt x="20" y="7"/>
                      </a:cubicBezTo>
                      <a:cubicBezTo>
                        <a:pt x="20" y="7"/>
                        <a:pt x="21" y="7"/>
                        <a:pt x="22" y="7"/>
                      </a:cubicBezTo>
                      <a:cubicBezTo>
                        <a:pt x="22" y="7"/>
                        <a:pt x="22" y="7"/>
                        <a:pt x="22" y="7"/>
                      </a:cubicBezTo>
                      <a:cubicBezTo>
                        <a:pt x="22" y="8"/>
                        <a:pt x="23" y="8"/>
                        <a:pt x="23" y="9"/>
                      </a:cubicBezTo>
                      <a:cubicBezTo>
                        <a:pt x="23" y="9"/>
                        <a:pt x="23" y="9"/>
                        <a:pt x="23" y="9"/>
                      </a:cubicBezTo>
                      <a:cubicBezTo>
                        <a:pt x="24" y="9"/>
                        <a:pt x="24" y="9"/>
                        <a:pt x="24" y="9"/>
                      </a:cubicBezTo>
                      <a:cubicBezTo>
                        <a:pt x="24" y="9"/>
                        <a:pt x="24" y="9"/>
                        <a:pt x="25" y="10"/>
                      </a:cubicBezTo>
                      <a:cubicBezTo>
                        <a:pt x="25" y="10"/>
                        <a:pt x="24" y="10"/>
                        <a:pt x="24" y="11"/>
                      </a:cubicBezTo>
                      <a:close/>
                      <a:moveTo>
                        <a:pt x="10" y="11"/>
                      </a:moveTo>
                      <a:cubicBezTo>
                        <a:pt x="10" y="11"/>
                        <a:pt x="10" y="11"/>
                        <a:pt x="10" y="11"/>
                      </a:cubicBezTo>
                      <a:cubicBezTo>
                        <a:pt x="10" y="11"/>
                        <a:pt x="10" y="11"/>
                        <a:pt x="10" y="11"/>
                      </a:cubicBezTo>
                      <a:cubicBezTo>
                        <a:pt x="10" y="11"/>
                        <a:pt x="10" y="11"/>
                        <a:pt x="10" y="11"/>
                      </a:cubicBezTo>
                      <a:close/>
                      <a:moveTo>
                        <a:pt x="24" y="9"/>
                      </a:moveTo>
                      <a:cubicBezTo>
                        <a:pt x="24" y="9"/>
                        <a:pt x="24" y="9"/>
                        <a:pt x="24" y="9"/>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8" name="Freeform 773">
                  <a:extLst>
                    <a:ext uri="{FF2B5EF4-FFF2-40B4-BE49-F238E27FC236}">
                      <a16:creationId xmlns:a16="http://schemas.microsoft.com/office/drawing/2014/main" id="{93227D38-04BD-B4CE-DC3A-6D5763A4695E}"/>
                    </a:ext>
                  </a:extLst>
                </p:cNvPr>
                <p:cNvSpPr>
                  <a:spLocks noEditPoints="1"/>
                </p:cNvSpPr>
                <p:nvPr/>
              </p:nvSpPr>
              <p:spPr bwMode="auto">
                <a:xfrm>
                  <a:off x="2962276" y="4187825"/>
                  <a:ext cx="303212" cy="104775"/>
                </a:xfrm>
                <a:custGeom>
                  <a:avLst/>
                  <a:gdLst>
                    <a:gd name="T0" fmla="*/ 13 w 73"/>
                    <a:gd name="T1" fmla="*/ 13 h 25"/>
                    <a:gd name="T2" fmla="*/ 13 w 73"/>
                    <a:gd name="T3" fmla="*/ 12 h 25"/>
                    <a:gd name="T4" fmla="*/ 15 w 73"/>
                    <a:gd name="T5" fmla="*/ 10 h 25"/>
                    <a:gd name="T6" fmla="*/ 30 w 73"/>
                    <a:gd name="T7" fmla="*/ 1 h 25"/>
                    <a:gd name="T8" fmla="*/ 36 w 73"/>
                    <a:gd name="T9" fmla="*/ 4 h 25"/>
                    <a:gd name="T10" fmla="*/ 44 w 73"/>
                    <a:gd name="T11" fmla="*/ 20 h 25"/>
                    <a:gd name="T12" fmla="*/ 70 w 73"/>
                    <a:gd name="T13" fmla="*/ 24 h 25"/>
                    <a:gd name="T14" fmla="*/ 66 w 73"/>
                    <a:gd name="T15" fmla="*/ 24 h 25"/>
                    <a:gd name="T16" fmla="*/ 64 w 73"/>
                    <a:gd name="T17" fmla="*/ 25 h 25"/>
                    <a:gd name="T18" fmla="*/ 62 w 73"/>
                    <a:gd name="T19" fmla="*/ 24 h 25"/>
                    <a:gd name="T20" fmla="*/ 56 w 73"/>
                    <a:gd name="T21" fmla="*/ 24 h 25"/>
                    <a:gd name="T22" fmla="*/ 52 w 73"/>
                    <a:gd name="T23" fmla="*/ 25 h 25"/>
                    <a:gd name="T24" fmla="*/ 49 w 73"/>
                    <a:gd name="T25" fmla="*/ 25 h 25"/>
                    <a:gd name="T26" fmla="*/ 49 w 73"/>
                    <a:gd name="T27" fmla="*/ 24 h 25"/>
                    <a:gd name="T28" fmla="*/ 51 w 73"/>
                    <a:gd name="T29" fmla="*/ 22 h 25"/>
                    <a:gd name="T30" fmla="*/ 51 w 73"/>
                    <a:gd name="T31" fmla="*/ 19 h 25"/>
                    <a:gd name="T32" fmla="*/ 44 w 73"/>
                    <a:gd name="T33" fmla="*/ 17 h 25"/>
                    <a:gd name="T34" fmla="*/ 42 w 73"/>
                    <a:gd name="T35" fmla="*/ 12 h 25"/>
                    <a:gd name="T36" fmla="*/ 36 w 73"/>
                    <a:gd name="T37" fmla="*/ 12 h 25"/>
                    <a:gd name="T38" fmla="*/ 32 w 73"/>
                    <a:gd name="T39" fmla="*/ 11 h 25"/>
                    <a:gd name="T40" fmla="*/ 30 w 73"/>
                    <a:gd name="T41" fmla="*/ 9 h 25"/>
                    <a:gd name="T42" fmla="*/ 25 w 73"/>
                    <a:gd name="T43" fmla="*/ 8 h 25"/>
                    <a:gd name="T44" fmla="*/ 23 w 73"/>
                    <a:gd name="T45" fmla="*/ 8 h 25"/>
                    <a:gd name="T46" fmla="*/ 19 w 73"/>
                    <a:gd name="T47" fmla="*/ 7 h 25"/>
                    <a:gd name="T48" fmla="*/ 22 w 73"/>
                    <a:gd name="T49" fmla="*/ 6 h 25"/>
                    <a:gd name="T50" fmla="*/ 18 w 73"/>
                    <a:gd name="T51" fmla="*/ 5 h 25"/>
                    <a:gd name="T52" fmla="*/ 13 w 73"/>
                    <a:gd name="T53" fmla="*/ 6 h 25"/>
                    <a:gd name="T54" fmla="*/ 10 w 73"/>
                    <a:gd name="T55" fmla="*/ 8 h 25"/>
                    <a:gd name="T56" fmla="*/ 5 w 73"/>
                    <a:gd name="T57" fmla="*/ 10 h 25"/>
                    <a:gd name="T58" fmla="*/ 3 w 73"/>
                    <a:gd name="T59" fmla="*/ 10 h 25"/>
                    <a:gd name="T60" fmla="*/ 0 w 73"/>
                    <a:gd name="T61" fmla="*/ 10 h 25"/>
                    <a:gd name="T62" fmla="*/ 4 w 73"/>
                    <a:gd name="T63" fmla="*/ 9 h 25"/>
                    <a:gd name="T64" fmla="*/ 5 w 73"/>
                    <a:gd name="T65" fmla="*/ 6 h 25"/>
                    <a:gd name="T66" fmla="*/ 10 w 73"/>
                    <a:gd name="T67" fmla="*/ 3 h 25"/>
                    <a:gd name="T68" fmla="*/ 16 w 73"/>
                    <a:gd name="T69" fmla="*/ 2 h 25"/>
                    <a:gd name="T70" fmla="*/ 23 w 73"/>
                    <a:gd name="T71" fmla="*/ 1 h 25"/>
                    <a:gd name="T72" fmla="*/ 26 w 73"/>
                    <a:gd name="T73" fmla="*/ 2 h 25"/>
                    <a:gd name="T74" fmla="*/ 30 w 73"/>
                    <a:gd name="T75" fmla="*/ 2 h 25"/>
                    <a:gd name="T76" fmla="*/ 31 w 73"/>
                    <a:gd name="T77" fmla="*/ 3 h 25"/>
                    <a:gd name="T78" fmla="*/ 35 w 73"/>
                    <a:gd name="T79" fmla="*/ 4 h 25"/>
                    <a:gd name="T80" fmla="*/ 39 w 73"/>
                    <a:gd name="T81" fmla="*/ 5 h 25"/>
                    <a:gd name="T82" fmla="*/ 41 w 73"/>
                    <a:gd name="T83" fmla="*/ 7 h 25"/>
                    <a:gd name="T84" fmla="*/ 43 w 73"/>
                    <a:gd name="T85" fmla="*/ 7 h 25"/>
                    <a:gd name="T86" fmla="*/ 43 w 73"/>
                    <a:gd name="T87" fmla="*/ 6 h 25"/>
                    <a:gd name="T88" fmla="*/ 44 w 73"/>
                    <a:gd name="T89" fmla="*/ 6 h 25"/>
                    <a:gd name="T90" fmla="*/ 48 w 73"/>
                    <a:gd name="T91" fmla="*/ 9 h 25"/>
                    <a:gd name="T92" fmla="*/ 50 w 73"/>
                    <a:gd name="T93" fmla="*/ 11 h 25"/>
                    <a:gd name="T94" fmla="*/ 48 w 73"/>
                    <a:gd name="T95" fmla="*/ 11 h 25"/>
                    <a:gd name="T96" fmla="*/ 52 w 73"/>
                    <a:gd name="T97" fmla="*/ 13 h 25"/>
                    <a:gd name="T98" fmla="*/ 51 w 73"/>
                    <a:gd name="T99" fmla="*/ 11 h 25"/>
                    <a:gd name="T100" fmla="*/ 54 w 73"/>
                    <a:gd name="T101" fmla="*/ 14 h 25"/>
                    <a:gd name="T102" fmla="*/ 59 w 73"/>
                    <a:gd name="T103" fmla="*/ 16 h 25"/>
                    <a:gd name="T104" fmla="*/ 61 w 73"/>
                    <a:gd name="T105" fmla="*/ 16 h 25"/>
                    <a:gd name="T106" fmla="*/ 63 w 73"/>
                    <a:gd name="T107" fmla="*/ 18 h 25"/>
                    <a:gd name="T108" fmla="*/ 62 w 73"/>
                    <a:gd name="T109" fmla="*/ 18 h 25"/>
                    <a:gd name="T110" fmla="*/ 63 w 73"/>
                    <a:gd name="T111" fmla="*/ 18 h 25"/>
                    <a:gd name="T112" fmla="*/ 68 w 73"/>
                    <a:gd name="T113" fmla="*/ 19 h 25"/>
                    <a:gd name="T114" fmla="*/ 70 w 73"/>
                    <a:gd name="T115" fmla="*/ 21 h 25"/>
                    <a:gd name="T116" fmla="*/ 72 w 73"/>
                    <a:gd name="T117" fmla="*/ 23 h 25"/>
                    <a:gd name="T118" fmla="*/ 60 w 73"/>
                    <a:gd name="T119" fmla="*/ 16 h 25"/>
                    <a:gd name="T120" fmla="*/ 63 w 73"/>
                    <a:gd name="T121" fmla="*/ 18 h 25"/>
                    <a:gd name="T122" fmla="*/ 48 w 73"/>
                    <a:gd name="T123" fmla="*/ 8 h 25"/>
                    <a:gd name="T124" fmla="*/ 20 w 73"/>
                    <a:gd name="T125"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 h="25">
                      <a:moveTo>
                        <a:pt x="16" y="12"/>
                      </a:moveTo>
                      <a:cubicBezTo>
                        <a:pt x="16" y="12"/>
                        <a:pt x="16" y="12"/>
                        <a:pt x="16" y="13"/>
                      </a:cubicBezTo>
                      <a:cubicBezTo>
                        <a:pt x="16" y="13"/>
                        <a:pt x="15" y="13"/>
                        <a:pt x="15" y="13"/>
                      </a:cubicBezTo>
                      <a:cubicBezTo>
                        <a:pt x="15" y="13"/>
                        <a:pt x="14" y="13"/>
                        <a:pt x="14" y="13"/>
                      </a:cubicBezTo>
                      <a:cubicBezTo>
                        <a:pt x="14" y="14"/>
                        <a:pt x="13" y="14"/>
                        <a:pt x="13" y="13"/>
                      </a:cubicBezTo>
                      <a:cubicBezTo>
                        <a:pt x="13" y="13"/>
                        <a:pt x="13" y="13"/>
                        <a:pt x="13" y="13"/>
                      </a:cubicBezTo>
                      <a:cubicBezTo>
                        <a:pt x="13" y="13"/>
                        <a:pt x="13" y="13"/>
                        <a:pt x="12" y="13"/>
                      </a:cubicBezTo>
                      <a:cubicBezTo>
                        <a:pt x="12" y="13"/>
                        <a:pt x="12" y="13"/>
                        <a:pt x="12" y="12"/>
                      </a:cubicBezTo>
                      <a:cubicBezTo>
                        <a:pt x="12" y="13"/>
                        <a:pt x="13" y="13"/>
                        <a:pt x="13" y="13"/>
                      </a:cubicBezTo>
                      <a:cubicBezTo>
                        <a:pt x="13" y="13"/>
                        <a:pt x="13" y="12"/>
                        <a:pt x="13" y="12"/>
                      </a:cubicBezTo>
                      <a:cubicBezTo>
                        <a:pt x="13" y="12"/>
                        <a:pt x="13" y="12"/>
                        <a:pt x="13" y="12"/>
                      </a:cubicBezTo>
                      <a:cubicBezTo>
                        <a:pt x="13" y="12"/>
                        <a:pt x="13" y="12"/>
                        <a:pt x="13" y="12"/>
                      </a:cubicBezTo>
                      <a:cubicBezTo>
                        <a:pt x="13" y="12"/>
                        <a:pt x="13" y="12"/>
                        <a:pt x="13" y="12"/>
                      </a:cubicBezTo>
                      <a:cubicBezTo>
                        <a:pt x="12" y="11"/>
                        <a:pt x="13" y="10"/>
                        <a:pt x="13" y="10"/>
                      </a:cubicBezTo>
                      <a:cubicBezTo>
                        <a:pt x="14" y="10"/>
                        <a:pt x="14" y="10"/>
                        <a:pt x="15" y="10"/>
                      </a:cubicBezTo>
                      <a:cubicBezTo>
                        <a:pt x="15" y="10"/>
                        <a:pt x="15" y="10"/>
                        <a:pt x="15" y="11"/>
                      </a:cubicBezTo>
                      <a:cubicBezTo>
                        <a:pt x="15" y="11"/>
                        <a:pt x="15" y="11"/>
                        <a:pt x="15" y="11"/>
                      </a:cubicBezTo>
                      <a:cubicBezTo>
                        <a:pt x="16" y="11"/>
                        <a:pt x="16" y="12"/>
                        <a:pt x="16" y="12"/>
                      </a:cubicBezTo>
                      <a:cubicBezTo>
                        <a:pt x="15" y="12"/>
                        <a:pt x="16" y="12"/>
                        <a:pt x="16" y="12"/>
                      </a:cubicBezTo>
                      <a:close/>
                      <a:moveTo>
                        <a:pt x="30" y="1"/>
                      </a:moveTo>
                      <a:cubicBezTo>
                        <a:pt x="29" y="1"/>
                        <a:pt x="29" y="0"/>
                        <a:pt x="28" y="1"/>
                      </a:cubicBezTo>
                      <a:cubicBezTo>
                        <a:pt x="29" y="1"/>
                        <a:pt x="29" y="1"/>
                        <a:pt x="30" y="1"/>
                      </a:cubicBezTo>
                      <a:close/>
                      <a:moveTo>
                        <a:pt x="37" y="4"/>
                      </a:moveTo>
                      <a:cubicBezTo>
                        <a:pt x="37" y="4"/>
                        <a:pt x="37" y="4"/>
                        <a:pt x="37" y="4"/>
                      </a:cubicBezTo>
                      <a:cubicBezTo>
                        <a:pt x="37" y="4"/>
                        <a:pt x="37" y="4"/>
                        <a:pt x="36" y="4"/>
                      </a:cubicBezTo>
                      <a:cubicBezTo>
                        <a:pt x="36" y="4"/>
                        <a:pt x="36" y="4"/>
                        <a:pt x="36" y="4"/>
                      </a:cubicBezTo>
                      <a:cubicBezTo>
                        <a:pt x="36" y="4"/>
                        <a:pt x="37" y="4"/>
                        <a:pt x="37" y="4"/>
                      </a:cubicBezTo>
                      <a:close/>
                      <a:moveTo>
                        <a:pt x="44" y="19"/>
                      </a:moveTo>
                      <a:cubicBezTo>
                        <a:pt x="44" y="19"/>
                        <a:pt x="44" y="20"/>
                        <a:pt x="44" y="20"/>
                      </a:cubicBezTo>
                      <a:cubicBezTo>
                        <a:pt x="44" y="20"/>
                        <a:pt x="44" y="20"/>
                        <a:pt x="44" y="20"/>
                      </a:cubicBezTo>
                      <a:cubicBezTo>
                        <a:pt x="44" y="20"/>
                        <a:pt x="44" y="20"/>
                        <a:pt x="44" y="20"/>
                      </a:cubicBezTo>
                      <a:cubicBezTo>
                        <a:pt x="44" y="19"/>
                        <a:pt x="44" y="19"/>
                        <a:pt x="44" y="19"/>
                      </a:cubicBezTo>
                      <a:close/>
                      <a:moveTo>
                        <a:pt x="71" y="23"/>
                      </a:moveTo>
                      <a:cubicBezTo>
                        <a:pt x="71" y="23"/>
                        <a:pt x="70" y="23"/>
                        <a:pt x="70" y="23"/>
                      </a:cubicBezTo>
                      <a:cubicBezTo>
                        <a:pt x="70" y="23"/>
                        <a:pt x="70" y="23"/>
                        <a:pt x="70" y="24"/>
                      </a:cubicBezTo>
                      <a:cubicBezTo>
                        <a:pt x="70" y="24"/>
                        <a:pt x="69" y="24"/>
                        <a:pt x="69" y="24"/>
                      </a:cubicBezTo>
                      <a:cubicBezTo>
                        <a:pt x="68" y="24"/>
                        <a:pt x="68" y="24"/>
                        <a:pt x="68" y="24"/>
                      </a:cubicBezTo>
                      <a:cubicBezTo>
                        <a:pt x="67" y="24"/>
                        <a:pt x="67" y="24"/>
                        <a:pt x="67" y="24"/>
                      </a:cubicBezTo>
                      <a:cubicBezTo>
                        <a:pt x="67" y="24"/>
                        <a:pt x="66" y="25"/>
                        <a:pt x="66" y="25"/>
                      </a:cubicBezTo>
                      <a:cubicBezTo>
                        <a:pt x="66" y="25"/>
                        <a:pt x="66" y="24"/>
                        <a:pt x="66" y="24"/>
                      </a:cubicBezTo>
                      <a:cubicBezTo>
                        <a:pt x="66" y="24"/>
                        <a:pt x="66" y="24"/>
                        <a:pt x="66" y="24"/>
                      </a:cubicBezTo>
                      <a:cubicBezTo>
                        <a:pt x="66" y="24"/>
                        <a:pt x="66" y="24"/>
                        <a:pt x="66" y="24"/>
                      </a:cubicBezTo>
                      <a:cubicBezTo>
                        <a:pt x="66" y="24"/>
                        <a:pt x="66" y="24"/>
                        <a:pt x="66" y="24"/>
                      </a:cubicBezTo>
                      <a:cubicBezTo>
                        <a:pt x="66" y="24"/>
                        <a:pt x="65" y="25"/>
                        <a:pt x="65" y="25"/>
                      </a:cubicBezTo>
                      <a:cubicBezTo>
                        <a:pt x="64" y="25"/>
                        <a:pt x="64" y="25"/>
                        <a:pt x="64" y="25"/>
                      </a:cubicBezTo>
                      <a:cubicBezTo>
                        <a:pt x="64" y="25"/>
                        <a:pt x="64" y="25"/>
                        <a:pt x="63" y="25"/>
                      </a:cubicBezTo>
                      <a:cubicBezTo>
                        <a:pt x="63" y="25"/>
                        <a:pt x="63" y="25"/>
                        <a:pt x="63" y="25"/>
                      </a:cubicBezTo>
                      <a:cubicBezTo>
                        <a:pt x="63" y="25"/>
                        <a:pt x="63" y="25"/>
                        <a:pt x="63" y="25"/>
                      </a:cubicBezTo>
                      <a:cubicBezTo>
                        <a:pt x="63" y="25"/>
                        <a:pt x="62" y="25"/>
                        <a:pt x="62" y="24"/>
                      </a:cubicBezTo>
                      <a:cubicBezTo>
                        <a:pt x="62" y="24"/>
                        <a:pt x="62" y="24"/>
                        <a:pt x="62" y="24"/>
                      </a:cubicBezTo>
                      <a:cubicBezTo>
                        <a:pt x="61" y="24"/>
                        <a:pt x="61" y="24"/>
                        <a:pt x="60" y="24"/>
                      </a:cubicBezTo>
                      <a:cubicBezTo>
                        <a:pt x="60" y="24"/>
                        <a:pt x="60" y="24"/>
                        <a:pt x="59" y="24"/>
                      </a:cubicBezTo>
                      <a:cubicBezTo>
                        <a:pt x="58" y="24"/>
                        <a:pt x="58" y="24"/>
                        <a:pt x="57" y="24"/>
                      </a:cubicBezTo>
                      <a:cubicBezTo>
                        <a:pt x="57" y="24"/>
                        <a:pt x="57" y="24"/>
                        <a:pt x="57" y="24"/>
                      </a:cubicBezTo>
                      <a:cubicBezTo>
                        <a:pt x="56" y="24"/>
                        <a:pt x="56" y="24"/>
                        <a:pt x="56" y="24"/>
                      </a:cubicBezTo>
                      <a:cubicBezTo>
                        <a:pt x="56" y="24"/>
                        <a:pt x="56" y="24"/>
                        <a:pt x="56" y="24"/>
                      </a:cubicBezTo>
                      <a:cubicBezTo>
                        <a:pt x="55" y="24"/>
                        <a:pt x="55" y="24"/>
                        <a:pt x="55" y="24"/>
                      </a:cubicBezTo>
                      <a:cubicBezTo>
                        <a:pt x="55" y="24"/>
                        <a:pt x="55" y="24"/>
                        <a:pt x="54" y="24"/>
                      </a:cubicBezTo>
                      <a:cubicBezTo>
                        <a:pt x="54" y="24"/>
                        <a:pt x="54" y="24"/>
                        <a:pt x="54" y="24"/>
                      </a:cubicBezTo>
                      <a:cubicBezTo>
                        <a:pt x="54" y="25"/>
                        <a:pt x="53" y="25"/>
                        <a:pt x="52" y="25"/>
                      </a:cubicBezTo>
                      <a:cubicBezTo>
                        <a:pt x="52" y="25"/>
                        <a:pt x="51" y="25"/>
                        <a:pt x="51" y="25"/>
                      </a:cubicBezTo>
                      <a:cubicBezTo>
                        <a:pt x="51" y="25"/>
                        <a:pt x="51" y="25"/>
                        <a:pt x="51" y="25"/>
                      </a:cubicBezTo>
                      <a:cubicBezTo>
                        <a:pt x="51" y="25"/>
                        <a:pt x="51" y="25"/>
                        <a:pt x="50" y="25"/>
                      </a:cubicBezTo>
                      <a:cubicBezTo>
                        <a:pt x="50" y="25"/>
                        <a:pt x="50" y="25"/>
                        <a:pt x="49" y="25"/>
                      </a:cubicBezTo>
                      <a:cubicBezTo>
                        <a:pt x="49" y="25"/>
                        <a:pt x="49" y="25"/>
                        <a:pt x="49" y="25"/>
                      </a:cubicBezTo>
                      <a:cubicBezTo>
                        <a:pt x="49" y="25"/>
                        <a:pt x="48" y="25"/>
                        <a:pt x="48" y="25"/>
                      </a:cubicBezTo>
                      <a:cubicBezTo>
                        <a:pt x="48" y="25"/>
                        <a:pt x="48" y="24"/>
                        <a:pt x="49" y="24"/>
                      </a:cubicBezTo>
                      <a:cubicBezTo>
                        <a:pt x="49" y="24"/>
                        <a:pt x="49" y="24"/>
                        <a:pt x="49" y="24"/>
                      </a:cubicBezTo>
                      <a:cubicBezTo>
                        <a:pt x="49" y="24"/>
                        <a:pt x="49" y="24"/>
                        <a:pt x="49" y="24"/>
                      </a:cubicBezTo>
                      <a:cubicBezTo>
                        <a:pt x="49" y="24"/>
                        <a:pt x="49" y="24"/>
                        <a:pt x="49" y="24"/>
                      </a:cubicBezTo>
                      <a:cubicBezTo>
                        <a:pt x="50" y="23"/>
                        <a:pt x="50" y="23"/>
                        <a:pt x="50" y="23"/>
                      </a:cubicBezTo>
                      <a:cubicBezTo>
                        <a:pt x="50" y="23"/>
                        <a:pt x="50" y="23"/>
                        <a:pt x="51" y="22"/>
                      </a:cubicBezTo>
                      <a:cubicBezTo>
                        <a:pt x="51" y="22"/>
                        <a:pt x="51" y="22"/>
                        <a:pt x="51" y="22"/>
                      </a:cubicBezTo>
                      <a:cubicBezTo>
                        <a:pt x="51" y="22"/>
                        <a:pt x="51" y="22"/>
                        <a:pt x="51" y="22"/>
                      </a:cubicBezTo>
                      <a:cubicBezTo>
                        <a:pt x="51" y="22"/>
                        <a:pt x="52" y="22"/>
                        <a:pt x="51" y="22"/>
                      </a:cubicBezTo>
                      <a:cubicBezTo>
                        <a:pt x="52" y="22"/>
                        <a:pt x="52" y="22"/>
                        <a:pt x="53" y="21"/>
                      </a:cubicBezTo>
                      <a:cubicBezTo>
                        <a:pt x="53" y="21"/>
                        <a:pt x="53" y="21"/>
                        <a:pt x="53" y="21"/>
                      </a:cubicBezTo>
                      <a:cubicBezTo>
                        <a:pt x="53" y="20"/>
                        <a:pt x="53" y="20"/>
                        <a:pt x="52" y="20"/>
                      </a:cubicBezTo>
                      <a:cubicBezTo>
                        <a:pt x="52" y="20"/>
                        <a:pt x="52" y="20"/>
                        <a:pt x="52" y="20"/>
                      </a:cubicBezTo>
                      <a:cubicBezTo>
                        <a:pt x="52" y="19"/>
                        <a:pt x="51" y="19"/>
                        <a:pt x="51" y="19"/>
                      </a:cubicBezTo>
                      <a:cubicBezTo>
                        <a:pt x="50" y="19"/>
                        <a:pt x="50" y="19"/>
                        <a:pt x="50" y="19"/>
                      </a:cubicBezTo>
                      <a:cubicBezTo>
                        <a:pt x="49" y="19"/>
                        <a:pt x="49" y="19"/>
                        <a:pt x="49" y="19"/>
                      </a:cubicBezTo>
                      <a:cubicBezTo>
                        <a:pt x="48" y="19"/>
                        <a:pt x="47" y="19"/>
                        <a:pt x="47" y="19"/>
                      </a:cubicBezTo>
                      <a:cubicBezTo>
                        <a:pt x="46" y="19"/>
                        <a:pt x="46" y="19"/>
                        <a:pt x="46" y="19"/>
                      </a:cubicBezTo>
                      <a:cubicBezTo>
                        <a:pt x="46" y="18"/>
                        <a:pt x="45" y="18"/>
                        <a:pt x="44" y="17"/>
                      </a:cubicBezTo>
                      <a:cubicBezTo>
                        <a:pt x="44" y="17"/>
                        <a:pt x="44" y="17"/>
                        <a:pt x="44" y="17"/>
                      </a:cubicBezTo>
                      <a:cubicBezTo>
                        <a:pt x="43" y="17"/>
                        <a:pt x="43" y="16"/>
                        <a:pt x="43" y="16"/>
                      </a:cubicBezTo>
                      <a:cubicBezTo>
                        <a:pt x="43" y="15"/>
                        <a:pt x="43" y="15"/>
                        <a:pt x="43" y="14"/>
                      </a:cubicBezTo>
                      <a:cubicBezTo>
                        <a:pt x="43" y="13"/>
                        <a:pt x="42" y="13"/>
                        <a:pt x="42" y="13"/>
                      </a:cubicBezTo>
                      <a:cubicBezTo>
                        <a:pt x="41" y="12"/>
                        <a:pt x="42" y="13"/>
                        <a:pt x="42" y="12"/>
                      </a:cubicBezTo>
                      <a:cubicBezTo>
                        <a:pt x="42" y="12"/>
                        <a:pt x="41" y="12"/>
                        <a:pt x="41" y="12"/>
                      </a:cubicBezTo>
                      <a:cubicBezTo>
                        <a:pt x="41" y="13"/>
                        <a:pt x="40" y="12"/>
                        <a:pt x="40" y="13"/>
                      </a:cubicBezTo>
                      <a:cubicBezTo>
                        <a:pt x="39" y="13"/>
                        <a:pt x="39" y="13"/>
                        <a:pt x="38" y="13"/>
                      </a:cubicBezTo>
                      <a:cubicBezTo>
                        <a:pt x="38" y="13"/>
                        <a:pt x="37" y="13"/>
                        <a:pt x="37" y="12"/>
                      </a:cubicBezTo>
                      <a:cubicBezTo>
                        <a:pt x="37" y="12"/>
                        <a:pt x="36" y="12"/>
                        <a:pt x="36" y="12"/>
                      </a:cubicBezTo>
                      <a:cubicBezTo>
                        <a:pt x="36" y="12"/>
                        <a:pt x="36" y="12"/>
                        <a:pt x="36" y="12"/>
                      </a:cubicBezTo>
                      <a:cubicBezTo>
                        <a:pt x="35" y="12"/>
                        <a:pt x="35" y="12"/>
                        <a:pt x="34" y="12"/>
                      </a:cubicBezTo>
                      <a:cubicBezTo>
                        <a:pt x="34" y="12"/>
                        <a:pt x="33" y="11"/>
                        <a:pt x="33" y="11"/>
                      </a:cubicBezTo>
                      <a:cubicBezTo>
                        <a:pt x="33" y="11"/>
                        <a:pt x="33" y="11"/>
                        <a:pt x="33" y="11"/>
                      </a:cubicBezTo>
                      <a:cubicBezTo>
                        <a:pt x="33" y="11"/>
                        <a:pt x="33" y="11"/>
                        <a:pt x="32" y="11"/>
                      </a:cubicBezTo>
                      <a:cubicBezTo>
                        <a:pt x="32" y="11"/>
                        <a:pt x="32" y="11"/>
                        <a:pt x="32" y="11"/>
                      </a:cubicBezTo>
                      <a:cubicBezTo>
                        <a:pt x="32" y="10"/>
                        <a:pt x="31" y="10"/>
                        <a:pt x="31" y="10"/>
                      </a:cubicBezTo>
                      <a:cubicBezTo>
                        <a:pt x="31" y="10"/>
                        <a:pt x="31" y="10"/>
                        <a:pt x="31" y="10"/>
                      </a:cubicBezTo>
                      <a:cubicBezTo>
                        <a:pt x="31" y="10"/>
                        <a:pt x="31" y="10"/>
                        <a:pt x="30" y="9"/>
                      </a:cubicBezTo>
                      <a:cubicBezTo>
                        <a:pt x="30" y="9"/>
                        <a:pt x="30" y="9"/>
                        <a:pt x="30" y="9"/>
                      </a:cubicBezTo>
                      <a:cubicBezTo>
                        <a:pt x="29" y="9"/>
                        <a:pt x="28" y="9"/>
                        <a:pt x="27" y="9"/>
                      </a:cubicBezTo>
                      <a:cubicBezTo>
                        <a:pt x="26" y="9"/>
                        <a:pt x="26" y="9"/>
                        <a:pt x="26" y="9"/>
                      </a:cubicBezTo>
                      <a:cubicBezTo>
                        <a:pt x="26" y="9"/>
                        <a:pt x="26" y="9"/>
                        <a:pt x="26" y="9"/>
                      </a:cubicBezTo>
                      <a:cubicBezTo>
                        <a:pt x="25" y="9"/>
                        <a:pt x="25" y="8"/>
                        <a:pt x="25" y="8"/>
                      </a:cubicBezTo>
                      <a:cubicBezTo>
                        <a:pt x="25" y="8"/>
                        <a:pt x="25" y="8"/>
                        <a:pt x="25" y="8"/>
                      </a:cubicBezTo>
                      <a:cubicBezTo>
                        <a:pt x="25" y="8"/>
                        <a:pt x="25" y="8"/>
                        <a:pt x="25" y="8"/>
                      </a:cubicBezTo>
                      <a:cubicBezTo>
                        <a:pt x="25" y="8"/>
                        <a:pt x="25" y="8"/>
                        <a:pt x="25" y="9"/>
                      </a:cubicBezTo>
                      <a:cubicBezTo>
                        <a:pt x="25" y="9"/>
                        <a:pt x="24" y="9"/>
                        <a:pt x="24" y="9"/>
                      </a:cubicBezTo>
                      <a:cubicBezTo>
                        <a:pt x="24" y="9"/>
                        <a:pt x="24" y="9"/>
                        <a:pt x="24" y="9"/>
                      </a:cubicBezTo>
                      <a:cubicBezTo>
                        <a:pt x="24" y="8"/>
                        <a:pt x="23" y="8"/>
                        <a:pt x="23" y="8"/>
                      </a:cubicBezTo>
                      <a:cubicBezTo>
                        <a:pt x="22" y="8"/>
                        <a:pt x="22" y="8"/>
                        <a:pt x="22" y="8"/>
                      </a:cubicBezTo>
                      <a:cubicBezTo>
                        <a:pt x="22" y="8"/>
                        <a:pt x="21" y="8"/>
                        <a:pt x="21" y="8"/>
                      </a:cubicBezTo>
                      <a:cubicBezTo>
                        <a:pt x="21" y="8"/>
                        <a:pt x="21" y="8"/>
                        <a:pt x="20" y="8"/>
                      </a:cubicBezTo>
                      <a:cubicBezTo>
                        <a:pt x="20" y="7"/>
                        <a:pt x="20" y="8"/>
                        <a:pt x="20" y="7"/>
                      </a:cubicBezTo>
                      <a:cubicBezTo>
                        <a:pt x="20" y="7"/>
                        <a:pt x="19" y="7"/>
                        <a:pt x="19" y="7"/>
                      </a:cubicBezTo>
                      <a:cubicBezTo>
                        <a:pt x="19" y="7"/>
                        <a:pt x="19" y="7"/>
                        <a:pt x="19" y="7"/>
                      </a:cubicBezTo>
                      <a:cubicBezTo>
                        <a:pt x="19" y="7"/>
                        <a:pt x="19" y="6"/>
                        <a:pt x="19" y="6"/>
                      </a:cubicBezTo>
                      <a:cubicBezTo>
                        <a:pt x="19" y="6"/>
                        <a:pt x="19" y="6"/>
                        <a:pt x="20" y="6"/>
                      </a:cubicBezTo>
                      <a:cubicBezTo>
                        <a:pt x="20" y="7"/>
                        <a:pt x="21" y="6"/>
                        <a:pt x="22" y="6"/>
                      </a:cubicBezTo>
                      <a:cubicBezTo>
                        <a:pt x="22" y="6"/>
                        <a:pt x="22" y="6"/>
                        <a:pt x="22" y="6"/>
                      </a:cubicBezTo>
                      <a:cubicBezTo>
                        <a:pt x="22" y="6"/>
                        <a:pt x="22" y="5"/>
                        <a:pt x="22" y="5"/>
                      </a:cubicBezTo>
                      <a:cubicBezTo>
                        <a:pt x="22" y="5"/>
                        <a:pt x="21" y="5"/>
                        <a:pt x="21" y="5"/>
                      </a:cubicBezTo>
                      <a:cubicBezTo>
                        <a:pt x="20" y="5"/>
                        <a:pt x="20" y="5"/>
                        <a:pt x="19" y="5"/>
                      </a:cubicBezTo>
                      <a:cubicBezTo>
                        <a:pt x="19" y="5"/>
                        <a:pt x="18" y="4"/>
                        <a:pt x="18" y="5"/>
                      </a:cubicBezTo>
                      <a:cubicBezTo>
                        <a:pt x="18" y="5"/>
                        <a:pt x="18" y="5"/>
                        <a:pt x="18" y="5"/>
                      </a:cubicBezTo>
                      <a:cubicBezTo>
                        <a:pt x="18" y="5"/>
                        <a:pt x="18" y="5"/>
                        <a:pt x="18" y="5"/>
                      </a:cubicBezTo>
                      <a:cubicBezTo>
                        <a:pt x="17" y="5"/>
                        <a:pt x="16" y="5"/>
                        <a:pt x="15" y="5"/>
                      </a:cubicBezTo>
                      <a:cubicBezTo>
                        <a:pt x="15" y="5"/>
                        <a:pt x="15" y="5"/>
                        <a:pt x="15" y="4"/>
                      </a:cubicBezTo>
                      <a:cubicBezTo>
                        <a:pt x="15" y="4"/>
                        <a:pt x="14" y="4"/>
                        <a:pt x="14" y="5"/>
                      </a:cubicBezTo>
                      <a:cubicBezTo>
                        <a:pt x="14" y="5"/>
                        <a:pt x="14" y="5"/>
                        <a:pt x="13" y="6"/>
                      </a:cubicBezTo>
                      <a:cubicBezTo>
                        <a:pt x="13" y="6"/>
                        <a:pt x="12" y="6"/>
                        <a:pt x="12" y="7"/>
                      </a:cubicBezTo>
                      <a:cubicBezTo>
                        <a:pt x="12" y="7"/>
                        <a:pt x="12" y="7"/>
                        <a:pt x="12" y="7"/>
                      </a:cubicBezTo>
                      <a:cubicBezTo>
                        <a:pt x="12" y="7"/>
                        <a:pt x="11" y="7"/>
                        <a:pt x="11" y="7"/>
                      </a:cubicBezTo>
                      <a:cubicBezTo>
                        <a:pt x="11" y="8"/>
                        <a:pt x="10" y="8"/>
                        <a:pt x="10" y="8"/>
                      </a:cubicBezTo>
                      <a:cubicBezTo>
                        <a:pt x="10" y="8"/>
                        <a:pt x="10" y="8"/>
                        <a:pt x="10" y="8"/>
                      </a:cubicBezTo>
                      <a:cubicBezTo>
                        <a:pt x="9" y="8"/>
                        <a:pt x="8" y="8"/>
                        <a:pt x="7" y="8"/>
                      </a:cubicBezTo>
                      <a:cubicBezTo>
                        <a:pt x="7" y="8"/>
                        <a:pt x="6" y="9"/>
                        <a:pt x="6" y="9"/>
                      </a:cubicBezTo>
                      <a:cubicBezTo>
                        <a:pt x="6" y="9"/>
                        <a:pt x="6" y="10"/>
                        <a:pt x="6" y="10"/>
                      </a:cubicBezTo>
                      <a:cubicBezTo>
                        <a:pt x="6" y="10"/>
                        <a:pt x="6" y="10"/>
                        <a:pt x="6" y="10"/>
                      </a:cubicBezTo>
                      <a:cubicBezTo>
                        <a:pt x="6" y="10"/>
                        <a:pt x="5" y="10"/>
                        <a:pt x="5" y="10"/>
                      </a:cubicBezTo>
                      <a:cubicBezTo>
                        <a:pt x="5" y="10"/>
                        <a:pt x="4" y="10"/>
                        <a:pt x="4" y="10"/>
                      </a:cubicBezTo>
                      <a:cubicBezTo>
                        <a:pt x="4" y="10"/>
                        <a:pt x="4" y="11"/>
                        <a:pt x="4" y="11"/>
                      </a:cubicBezTo>
                      <a:cubicBezTo>
                        <a:pt x="4" y="11"/>
                        <a:pt x="3" y="11"/>
                        <a:pt x="3" y="11"/>
                      </a:cubicBezTo>
                      <a:cubicBezTo>
                        <a:pt x="3" y="11"/>
                        <a:pt x="3" y="10"/>
                        <a:pt x="3" y="10"/>
                      </a:cubicBezTo>
                      <a:cubicBezTo>
                        <a:pt x="3" y="10"/>
                        <a:pt x="3" y="10"/>
                        <a:pt x="3" y="10"/>
                      </a:cubicBezTo>
                      <a:cubicBezTo>
                        <a:pt x="2" y="10"/>
                        <a:pt x="2" y="10"/>
                        <a:pt x="2" y="10"/>
                      </a:cubicBezTo>
                      <a:cubicBezTo>
                        <a:pt x="2" y="10"/>
                        <a:pt x="2" y="10"/>
                        <a:pt x="2" y="10"/>
                      </a:cubicBezTo>
                      <a:cubicBezTo>
                        <a:pt x="2" y="10"/>
                        <a:pt x="1" y="10"/>
                        <a:pt x="1" y="11"/>
                      </a:cubicBezTo>
                      <a:cubicBezTo>
                        <a:pt x="1" y="11"/>
                        <a:pt x="1" y="11"/>
                        <a:pt x="1" y="11"/>
                      </a:cubicBezTo>
                      <a:cubicBezTo>
                        <a:pt x="0" y="11"/>
                        <a:pt x="0" y="11"/>
                        <a:pt x="0" y="10"/>
                      </a:cubicBezTo>
                      <a:cubicBezTo>
                        <a:pt x="0" y="10"/>
                        <a:pt x="0" y="10"/>
                        <a:pt x="0" y="10"/>
                      </a:cubicBezTo>
                      <a:cubicBezTo>
                        <a:pt x="1" y="10"/>
                        <a:pt x="1" y="10"/>
                        <a:pt x="2" y="10"/>
                      </a:cubicBezTo>
                      <a:cubicBezTo>
                        <a:pt x="2" y="10"/>
                        <a:pt x="3" y="9"/>
                        <a:pt x="3" y="9"/>
                      </a:cubicBezTo>
                      <a:cubicBezTo>
                        <a:pt x="3" y="9"/>
                        <a:pt x="3" y="9"/>
                        <a:pt x="4" y="9"/>
                      </a:cubicBezTo>
                      <a:cubicBezTo>
                        <a:pt x="4" y="9"/>
                        <a:pt x="4" y="9"/>
                        <a:pt x="4" y="9"/>
                      </a:cubicBezTo>
                      <a:cubicBezTo>
                        <a:pt x="4" y="9"/>
                        <a:pt x="4" y="9"/>
                        <a:pt x="4" y="9"/>
                      </a:cubicBezTo>
                      <a:cubicBezTo>
                        <a:pt x="4" y="9"/>
                        <a:pt x="4" y="9"/>
                        <a:pt x="4" y="9"/>
                      </a:cubicBezTo>
                      <a:cubicBezTo>
                        <a:pt x="3" y="8"/>
                        <a:pt x="3" y="8"/>
                        <a:pt x="4" y="7"/>
                      </a:cubicBezTo>
                      <a:cubicBezTo>
                        <a:pt x="4" y="7"/>
                        <a:pt x="4" y="7"/>
                        <a:pt x="4" y="7"/>
                      </a:cubicBezTo>
                      <a:cubicBezTo>
                        <a:pt x="4" y="6"/>
                        <a:pt x="5" y="6"/>
                        <a:pt x="5" y="6"/>
                      </a:cubicBezTo>
                      <a:cubicBezTo>
                        <a:pt x="5" y="5"/>
                        <a:pt x="5" y="5"/>
                        <a:pt x="6" y="5"/>
                      </a:cubicBezTo>
                      <a:cubicBezTo>
                        <a:pt x="6" y="5"/>
                        <a:pt x="6" y="5"/>
                        <a:pt x="7" y="4"/>
                      </a:cubicBezTo>
                      <a:cubicBezTo>
                        <a:pt x="7" y="4"/>
                        <a:pt x="8" y="4"/>
                        <a:pt x="9" y="4"/>
                      </a:cubicBezTo>
                      <a:cubicBezTo>
                        <a:pt x="9" y="4"/>
                        <a:pt x="9" y="3"/>
                        <a:pt x="9" y="3"/>
                      </a:cubicBezTo>
                      <a:cubicBezTo>
                        <a:pt x="10" y="3"/>
                        <a:pt x="10" y="3"/>
                        <a:pt x="10" y="3"/>
                      </a:cubicBezTo>
                      <a:cubicBezTo>
                        <a:pt x="11" y="3"/>
                        <a:pt x="11" y="2"/>
                        <a:pt x="12" y="2"/>
                      </a:cubicBezTo>
                      <a:cubicBezTo>
                        <a:pt x="12" y="2"/>
                        <a:pt x="13" y="2"/>
                        <a:pt x="13" y="2"/>
                      </a:cubicBezTo>
                      <a:cubicBezTo>
                        <a:pt x="14" y="2"/>
                        <a:pt x="14" y="2"/>
                        <a:pt x="14" y="2"/>
                      </a:cubicBezTo>
                      <a:cubicBezTo>
                        <a:pt x="15" y="2"/>
                        <a:pt x="15" y="2"/>
                        <a:pt x="16" y="2"/>
                      </a:cubicBezTo>
                      <a:cubicBezTo>
                        <a:pt x="16" y="2"/>
                        <a:pt x="16" y="2"/>
                        <a:pt x="16" y="2"/>
                      </a:cubicBezTo>
                      <a:cubicBezTo>
                        <a:pt x="16" y="1"/>
                        <a:pt x="17" y="1"/>
                        <a:pt x="17" y="1"/>
                      </a:cubicBezTo>
                      <a:cubicBezTo>
                        <a:pt x="18" y="1"/>
                        <a:pt x="19" y="1"/>
                        <a:pt x="19" y="1"/>
                      </a:cubicBezTo>
                      <a:cubicBezTo>
                        <a:pt x="20" y="1"/>
                        <a:pt x="20" y="1"/>
                        <a:pt x="20" y="1"/>
                      </a:cubicBezTo>
                      <a:cubicBezTo>
                        <a:pt x="21" y="1"/>
                        <a:pt x="21" y="1"/>
                        <a:pt x="22" y="1"/>
                      </a:cubicBezTo>
                      <a:cubicBezTo>
                        <a:pt x="22" y="1"/>
                        <a:pt x="22" y="1"/>
                        <a:pt x="23" y="1"/>
                      </a:cubicBezTo>
                      <a:cubicBezTo>
                        <a:pt x="23" y="1"/>
                        <a:pt x="23" y="2"/>
                        <a:pt x="23" y="2"/>
                      </a:cubicBezTo>
                      <a:cubicBezTo>
                        <a:pt x="23" y="1"/>
                        <a:pt x="24" y="1"/>
                        <a:pt x="24" y="1"/>
                      </a:cubicBezTo>
                      <a:cubicBezTo>
                        <a:pt x="24" y="1"/>
                        <a:pt x="24" y="1"/>
                        <a:pt x="24" y="1"/>
                      </a:cubicBezTo>
                      <a:cubicBezTo>
                        <a:pt x="25" y="2"/>
                        <a:pt x="25" y="2"/>
                        <a:pt x="25" y="2"/>
                      </a:cubicBezTo>
                      <a:cubicBezTo>
                        <a:pt x="25" y="2"/>
                        <a:pt x="26" y="2"/>
                        <a:pt x="26" y="2"/>
                      </a:cubicBezTo>
                      <a:cubicBezTo>
                        <a:pt x="26" y="2"/>
                        <a:pt x="26" y="2"/>
                        <a:pt x="26" y="2"/>
                      </a:cubicBezTo>
                      <a:cubicBezTo>
                        <a:pt x="27" y="2"/>
                        <a:pt x="27" y="2"/>
                        <a:pt x="28" y="2"/>
                      </a:cubicBezTo>
                      <a:cubicBezTo>
                        <a:pt x="28" y="2"/>
                        <a:pt x="28" y="2"/>
                        <a:pt x="29" y="1"/>
                      </a:cubicBezTo>
                      <a:cubicBezTo>
                        <a:pt x="29" y="1"/>
                        <a:pt x="29" y="1"/>
                        <a:pt x="29" y="2"/>
                      </a:cubicBezTo>
                      <a:cubicBezTo>
                        <a:pt x="29" y="2"/>
                        <a:pt x="29" y="2"/>
                        <a:pt x="30" y="2"/>
                      </a:cubicBezTo>
                      <a:cubicBezTo>
                        <a:pt x="30" y="2"/>
                        <a:pt x="30" y="2"/>
                        <a:pt x="30" y="2"/>
                      </a:cubicBezTo>
                      <a:cubicBezTo>
                        <a:pt x="30" y="2"/>
                        <a:pt x="30" y="3"/>
                        <a:pt x="30" y="3"/>
                      </a:cubicBezTo>
                      <a:cubicBezTo>
                        <a:pt x="30" y="3"/>
                        <a:pt x="31" y="3"/>
                        <a:pt x="31" y="2"/>
                      </a:cubicBezTo>
                      <a:cubicBezTo>
                        <a:pt x="31" y="2"/>
                        <a:pt x="31" y="2"/>
                        <a:pt x="31" y="2"/>
                      </a:cubicBezTo>
                      <a:cubicBezTo>
                        <a:pt x="31" y="3"/>
                        <a:pt x="31" y="3"/>
                        <a:pt x="31" y="3"/>
                      </a:cubicBezTo>
                      <a:cubicBezTo>
                        <a:pt x="32" y="3"/>
                        <a:pt x="32" y="3"/>
                        <a:pt x="33" y="3"/>
                      </a:cubicBezTo>
                      <a:cubicBezTo>
                        <a:pt x="33" y="3"/>
                        <a:pt x="33" y="3"/>
                        <a:pt x="33" y="3"/>
                      </a:cubicBezTo>
                      <a:cubicBezTo>
                        <a:pt x="33" y="3"/>
                        <a:pt x="34" y="3"/>
                        <a:pt x="34" y="3"/>
                      </a:cubicBezTo>
                      <a:cubicBezTo>
                        <a:pt x="34" y="3"/>
                        <a:pt x="34" y="3"/>
                        <a:pt x="34" y="3"/>
                      </a:cubicBezTo>
                      <a:cubicBezTo>
                        <a:pt x="34" y="4"/>
                        <a:pt x="35" y="4"/>
                        <a:pt x="35" y="4"/>
                      </a:cubicBezTo>
                      <a:cubicBezTo>
                        <a:pt x="35" y="4"/>
                        <a:pt x="35" y="4"/>
                        <a:pt x="36" y="4"/>
                      </a:cubicBezTo>
                      <a:cubicBezTo>
                        <a:pt x="36" y="5"/>
                        <a:pt x="36" y="5"/>
                        <a:pt x="36" y="6"/>
                      </a:cubicBezTo>
                      <a:cubicBezTo>
                        <a:pt x="37" y="6"/>
                        <a:pt x="37" y="6"/>
                        <a:pt x="37" y="6"/>
                      </a:cubicBezTo>
                      <a:cubicBezTo>
                        <a:pt x="37" y="6"/>
                        <a:pt x="38" y="5"/>
                        <a:pt x="38" y="5"/>
                      </a:cubicBezTo>
                      <a:cubicBezTo>
                        <a:pt x="38" y="5"/>
                        <a:pt x="38" y="5"/>
                        <a:pt x="39" y="5"/>
                      </a:cubicBezTo>
                      <a:cubicBezTo>
                        <a:pt x="38" y="5"/>
                        <a:pt x="38" y="6"/>
                        <a:pt x="38" y="6"/>
                      </a:cubicBezTo>
                      <a:cubicBezTo>
                        <a:pt x="37" y="5"/>
                        <a:pt x="37" y="6"/>
                        <a:pt x="37" y="6"/>
                      </a:cubicBezTo>
                      <a:cubicBezTo>
                        <a:pt x="37" y="6"/>
                        <a:pt x="37" y="6"/>
                        <a:pt x="37" y="6"/>
                      </a:cubicBezTo>
                      <a:cubicBezTo>
                        <a:pt x="37" y="6"/>
                        <a:pt x="38" y="7"/>
                        <a:pt x="38" y="7"/>
                      </a:cubicBezTo>
                      <a:cubicBezTo>
                        <a:pt x="39" y="7"/>
                        <a:pt x="40" y="7"/>
                        <a:pt x="41" y="7"/>
                      </a:cubicBezTo>
                      <a:cubicBezTo>
                        <a:pt x="41" y="7"/>
                        <a:pt x="41" y="7"/>
                        <a:pt x="41" y="7"/>
                      </a:cubicBezTo>
                      <a:cubicBezTo>
                        <a:pt x="42" y="7"/>
                        <a:pt x="42" y="7"/>
                        <a:pt x="42" y="7"/>
                      </a:cubicBezTo>
                      <a:cubicBezTo>
                        <a:pt x="42" y="7"/>
                        <a:pt x="42" y="7"/>
                        <a:pt x="42" y="7"/>
                      </a:cubicBezTo>
                      <a:cubicBezTo>
                        <a:pt x="42"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3" y="7"/>
                        <a:pt x="44" y="6"/>
                        <a:pt x="44" y="6"/>
                      </a:cubicBezTo>
                      <a:cubicBezTo>
                        <a:pt x="44" y="6"/>
                        <a:pt x="43" y="6"/>
                        <a:pt x="43" y="6"/>
                      </a:cubicBezTo>
                      <a:cubicBezTo>
                        <a:pt x="43" y="7"/>
                        <a:pt x="43" y="7"/>
                        <a:pt x="43" y="6"/>
                      </a:cubicBezTo>
                      <a:cubicBezTo>
                        <a:pt x="42" y="6"/>
                        <a:pt x="42" y="6"/>
                        <a:pt x="42" y="6"/>
                      </a:cubicBezTo>
                      <a:cubicBezTo>
                        <a:pt x="42" y="6"/>
                        <a:pt x="42" y="5"/>
                        <a:pt x="42" y="6"/>
                      </a:cubicBezTo>
                      <a:cubicBezTo>
                        <a:pt x="43" y="6"/>
                        <a:pt x="43" y="6"/>
                        <a:pt x="43" y="6"/>
                      </a:cubicBezTo>
                      <a:cubicBezTo>
                        <a:pt x="44" y="6"/>
                        <a:pt x="44" y="6"/>
                        <a:pt x="44" y="6"/>
                      </a:cubicBezTo>
                      <a:cubicBezTo>
                        <a:pt x="45" y="6"/>
                        <a:pt x="45" y="6"/>
                        <a:pt x="45" y="6"/>
                      </a:cubicBezTo>
                      <a:cubicBezTo>
                        <a:pt x="45" y="6"/>
                        <a:pt x="45" y="6"/>
                        <a:pt x="45" y="6"/>
                      </a:cubicBezTo>
                      <a:cubicBezTo>
                        <a:pt x="46" y="6"/>
                        <a:pt x="46" y="7"/>
                        <a:pt x="46" y="7"/>
                      </a:cubicBezTo>
                      <a:cubicBezTo>
                        <a:pt x="46" y="7"/>
                        <a:pt x="46" y="7"/>
                        <a:pt x="47" y="7"/>
                      </a:cubicBezTo>
                      <a:cubicBezTo>
                        <a:pt x="47" y="8"/>
                        <a:pt x="48" y="8"/>
                        <a:pt x="48" y="9"/>
                      </a:cubicBezTo>
                      <a:cubicBezTo>
                        <a:pt x="48" y="9"/>
                        <a:pt x="48" y="9"/>
                        <a:pt x="49" y="9"/>
                      </a:cubicBezTo>
                      <a:cubicBezTo>
                        <a:pt x="49" y="9"/>
                        <a:pt x="49" y="9"/>
                        <a:pt x="49" y="9"/>
                      </a:cubicBezTo>
                      <a:cubicBezTo>
                        <a:pt x="49" y="10"/>
                        <a:pt x="50" y="10"/>
                        <a:pt x="50" y="11"/>
                      </a:cubicBezTo>
                      <a:cubicBezTo>
                        <a:pt x="50" y="11"/>
                        <a:pt x="50" y="11"/>
                        <a:pt x="50" y="11"/>
                      </a:cubicBezTo>
                      <a:cubicBezTo>
                        <a:pt x="50" y="11"/>
                        <a:pt x="50" y="11"/>
                        <a:pt x="50" y="11"/>
                      </a:cubicBezTo>
                      <a:cubicBezTo>
                        <a:pt x="49" y="10"/>
                        <a:pt x="49" y="10"/>
                        <a:pt x="48" y="10"/>
                      </a:cubicBezTo>
                      <a:cubicBezTo>
                        <a:pt x="48" y="10"/>
                        <a:pt x="48" y="10"/>
                        <a:pt x="48" y="10"/>
                      </a:cubicBezTo>
                      <a:cubicBezTo>
                        <a:pt x="48" y="10"/>
                        <a:pt x="47" y="9"/>
                        <a:pt x="47" y="9"/>
                      </a:cubicBezTo>
                      <a:cubicBezTo>
                        <a:pt x="47" y="10"/>
                        <a:pt x="47" y="10"/>
                        <a:pt x="47" y="10"/>
                      </a:cubicBezTo>
                      <a:cubicBezTo>
                        <a:pt x="48" y="10"/>
                        <a:pt x="48" y="10"/>
                        <a:pt x="48" y="11"/>
                      </a:cubicBezTo>
                      <a:cubicBezTo>
                        <a:pt x="48" y="11"/>
                        <a:pt x="48" y="11"/>
                        <a:pt x="49" y="11"/>
                      </a:cubicBezTo>
                      <a:cubicBezTo>
                        <a:pt x="49" y="11"/>
                        <a:pt x="49" y="11"/>
                        <a:pt x="50" y="11"/>
                      </a:cubicBezTo>
                      <a:cubicBezTo>
                        <a:pt x="50" y="12"/>
                        <a:pt x="50" y="12"/>
                        <a:pt x="51" y="12"/>
                      </a:cubicBezTo>
                      <a:cubicBezTo>
                        <a:pt x="51" y="12"/>
                        <a:pt x="51" y="12"/>
                        <a:pt x="51" y="13"/>
                      </a:cubicBezTo>
                      <a:cubicBezTo>
                        <a:pt x="51" y="13"/>
                        <a:pt x="52" y="13"/>
                        <a:pt x="52" y="13"/>
                      </a:cubicBezTo>
                      <a:cubicBezTo>
                        <a:pt x="52" y="13"/>
                        <a:pt x="52" y="13"/>
                        <a:pt x="52" y="14"/>
                      </a:cubicBezTo>
                      <a:cubicBezTo>
                        <a:pt x="52" y="14"/>
                        <a:pt x="52" y="14"/>
                        <a:pt x="52" y="14"/>
                      </a:cubicBezTo>
                      <a:cubicBezTo>
                        <a:pt x="52" y="14"/>
                        <a:pt x="52" y="13"/>
                        <a:pt x="53" y="13"/>
                      </a:cubicBezTo>
                      <a:cubicBezTo>
                        <a:pt x="52" y="13"/>
                        <a:pt x="52" y="13"/>
                        <a:pt x="51" y="12"/>
                      </a:cubicBezTo>
                      <a:cubicBezTo>
                        <a:pt x="51" y="12"/>
                        <a:pt x="51" y="12"/>
                        <a:pt x="51" y="11"/>
                      </a:cubicBezTo>
                      <a:cubicBezTo>
                        <a:pt x="52" y="12"/>
                        <a:pt x="52" y="12"/>
                        <a:pt x="53" y="13"/>
                      </a:cubicBezTo>
                      <a:cubicBezTo>
                        <a:pt x="53" y="12"/>
                        <a:pt x="53" y="13"/>
                        <a:pt x="53" y="13"/>
                      </a:cubicBezTo>
                      <a:cubicBezTo>
                        <a:pt x="53" y="13"/>
                        <a:pt x="53" y="13"/>
                        <a:pt x="53" y="13"/>
                      </a:cubicBezTo>
                      <a:cubicBezTo>
                        <a:pt x="53" y="13"/>
                        <a:pt x="53" y="13"/>
                        <a:pt x="53" y="13"/>
                      </a:cubicBezTo>
                      <a:cubicBezTo>
                        <a:pt x="54" y="13"/>
                        <a:pt x="54" y="14"/>
                        <a:pt x="54" y="14"/>
                      </a:cubicBezTo>
                      <a:cubicBezTo>
                        <a:pt x="55" y="14"/>
                        <a:pt x="55" y="14"/>
                        <a:pt x="55" y="14"/>
                      </a:cubicBezTo>
                      <a:cubicBezTo>
                        <a:pt x="55" y="14"/>
                        <a:pt x="55" y="14"/>
                        <a:pt x="55" y="14"/>
                      </a:cubicBezTo>
                      <a:cubicBezTo>
                        <a:pt x="56" y="14"/>
                        <a:pt x="56" y="14"/>
                        <a:pt x="56" y="14"/>
                      </a:cubicBezTo>
                      <a:cubicBezTo>
                        <a:pt x="56" y="15"/>
                        <a:pt x="56" y="15"/>
                        <a:pt x="57" y="15"/>
                      </a:cubicBezTo>
                      <a:cubicBezTo>
                        <a:pt x="58" y="15"/>
                        <a:pt x="58" y="15"/>
                        <a:pt x="59" y="16"/>
                      </a:cubicBezTo>
                      <a:cubicBezTo>
                        <a:pt x="59" y="16"/>
                        <a:pt x="60" y="16"/>
                        <a:pt x="60" y="16"/>
                      </a:cubicBezTo>
                      <a:cubicBezTo>
                        <a:pt x="60" y="16"/>
                        <a:pt x="60" y="16"/>
                        <a:pt x="60" y="16"/>
                      </a:cubicBezTo>
                      <a:cubicBezTo>
                        <a:pt x="60" y="16"/>
                        <a:pt x="61" y="16"/>
                        <a:pt x="61" y="16"/>
                      </a:cubicBezTo>
                      <a:cubicBezTo>
                        <a:pt x="61" y="16"/>
                        <a:pt x="61" y="16"/>
                        <a:pt x="61" y="16"/>
                      </a:cubicBezTo>
                      <a:cubicBezTo>
                        <a:pt x="61" y="16"/>
                        <a:pt x="61" y="16"/>
                        <a:pt x="61" y="16"/>
                      </a:cubicBezTo>
                      <a:cubicBezTo>
                        <a:pt x="61" y="16"/>
                        <a:pt x="61" y="16"/>
                        <a:pt x="61" y="16"/>
                      </a:cubicBezTo>
                      <a:cubicBezTo>
                        <a:pt x="61" y="16"/>
                        <a:pt x="61" y="16"/>
                        <a:pt x="62" y="16"/>
                      </a:cubicBezTo>
                      <a:cubicBezTo>
                        <a:pt x="62" y="16"/>
                        <a:pt x="63" y="16"/>
                        <a:pt x="63" y="17"/>
                      </a:cubicBezTo>
                      <a:cubicBezTo>
                        <a:pt x="63" y="17"/>
                        <a:pt x="63" y="17"/>
                        <a:pt x="63" y="17"/>
                      </a:cubicBezTo>
                      <a:cubicBezTo>
                        <a:pt x="63" y="17"/>
                        <a:pt x="62" y="18"/>
                        <a:pt x="63" y="18"/>
                      </a:cubicBezTo>
                      <a:cubicBezTo>
                        <a:pt x="63" y="18"/>
                        <a:pt x="63" y="18"/>
                        <a:pt x="63" y="18"/>
                      </a:cubicBezTo>
                      <a:cubicBezTo>
                        <a:pt x="63" y="18"/>
                        <a:pt x="62" y="18"/>
                        <a:pt x="62" y="18"/>
                      </a:cubicBezTo>
                      <a:cubicBezTo>
                        <a:pt x="62" y="18"/>
                        <a:pt x="62" y="18"/>
                        <a:pt x="62" y="18"/>
                      </a:cubicBezTo>
                      <a:cubicBezTo>
                        <a:pt x="62" y="18"/>
                        <a:pt x="61" y="19"/>
                        <a:pt x="62" y="19"/>
                      </a:cubicBezTo>
                      <a:cubicBezTo>
                        <a:pt x="62" y="19"/>
                        <a:pt x="62" y="19"/>
                        <a:pt x="62" y="18"/>
                      </a:cubicBezTo>
                      <a:cubicBezTo>
                        <a:pt x="63" y="19"/>
                        <a:pt x="63" y="19"/>
                        <a:pt x="63" y="19"/>
                      </a:cubicBezTo>
                      <a:cubicBezTo>
                        <a:pt x="63" y="19"/>
                        <a:pt x="63" y="19"/>
                        <a:pt x="63" y="19"/>
                      </a:cubicBezTo>
                      <a:cubicBezTo>
                        <a:pt x="63" y="19"/>
                        <a:pt x="63" y="19"/>
                        <a:pt x="63" y="19"/>
                      </a:cubicBezTo>
                      <a:cubicBezTo>
                        <a:pt x="63" y="19"/>
                        <a:pt x="63" y="19"/>
                        <a:pt x="63" y="18"/>
                      </a:cubicBezTo>
                      <a:cubicBezTo>
                        <a:pt x="63" y="18"/>
                        <a:pt x="63" y="18"/>
                        <a:pt x="63" y="18"/>
                      </a:cubicBezTo>
                      <a:cubicBezTo>
                        <a:pt x="64" y="19"/>
                        <a:pt x="65" y="19"/>
                        <a:pt x="65" y="19"/>
                      </a:cubicBezTo>
                      <a:cubicBezTo>
                        <a:pt x="66" y="19"/>
                        <a:pt x="66" y="19"/>
                        <a:pt x="67" y="19"/>
                      </a:cubicBezTo>
                      <a:cubicBezTo>
                        <a:pt x="67" y="19"/>
                        <a:pt x="67" y="19"/>
                        <a:pt x="67" y="19"/>
                      </a:cubicBezTo>
                      <a:cubicBezTo>
                        <a:pt x="67" y="19"/>
                        <a:pt x="67" y="19"/>
                        <a:pt x="67" y="19"/>
                      </a:cubicBezTo>
                      <a:cubicBezTo>
                        <a:pt x="67" y="19"/>
                        <a:pt x="68" y="19"/>
                        <a:pt x="68" y="19"/>
                      </a:cubicBezTo>
                      <a:cubicBezTo>
                        <a:pt x="68" y="19"/>
                        <a:pt x="68" y="19"/>
                        <a:pt x="68" y="19"/>
                      </a:cubicBezTo>
                      <a:cubicBezTo>
                        <a:pt x="68" y="20"/>
                        <a:pt x="68" y="19"/>
                        <a:pt x="68" y="20"/>
                      </a:cubicBezTo>
                      <a:cubicBezTo>
                        <a:pt x="69" y="20"/>
                        <a:pt x="69" y="20"/>
                        <a:pt x="69" y="20"/>
                      </a:cubicBezTo>
                      <a:cubicBezTo>
                        <a:pt x="69" y="20"/>
                        <a:pt x="70" y="21"/>
                        <a:pt x="70" y="21"/>
                      </a:cubicBezTo>
                      <a:cubicBezTo>
                        <a:pt x="70" y="21"/>
                        <a:pt x="70" y="21"/>
                        <a:pt x="70" y="21"/>
                      </a:cubicBezTo>
                      <a:cubicBezTo>
                        <a:pt x="70" y="21"/>
                        <a:pt x="70" y="21"/>
                        <a:pt x="70" y="21"/>
                      </a:cubicBezTo>
                      <a:cubicBezTo>
                        <a:pt x="70" y="22"/>
                        <a:pt x="71" y="22"/>
                        <a:pt x="71" y="22"/>
                      </a:cubicBezTo>
                      <a:cubicBezTo>
                        <a:pt x="71" y="22"/>
                        <a:pt x="71" y="22"/>
                        <a:pt x="71" y="22"/>
                      </a:cubicBezTo>
                      <a:cubicBezTo>
                        <a:pt x="72" y="22"/>
                        <a:pt x="72" y="22"/>
                        <a:pt x="72" y="22"/>
                      </a:cubicBezTo>
                      <a:cubicBezTo>
                        <a:pt x="73" y="22"/>
                        <a:pt x="73" y="23"/>
                        <a:pt x="72" y="23"/>
                      </a:cubicBezTo>
                      <a:cubicBezTo>
                        <a:pt x="72" y="23"/>
                        <a:pt x="72" y="23"/>
                        <a:pt x="72" y="23"/>
                      </a:cubicBezTo>
                      <a:cubicBezTo>
                        <a:pt x="72" y="23"/>
                        <a:pt x="72" y="23"/>
                        <a:pt x="72" y="23"/>
                      </a:cubicBezTo>
                      <a:cubicBezTo>
                        <a:pt x="71" y="23"/>
                        <a:pt x="71" y="23"/>
                        <a:pt x="71" y="23"/>
                      </a:cubicBezTo>
                      <a:close/>
                      <a:moveTo>
                        <a:pt x="60" y="16"/>
                      </a:moveTo>
                      <a:cubicBezTo>
                        <a:pt x="60" y="16"/>
                        <a:pt x="60" y="16"/>
                        <a:pt x="60" y="16"/>
                      </a:cubicBezTo>
                      <a:cubicBezTo>
                        <a:pt x="60" y="16"/>
                        <a:pt x="60" y="16"/>
                        <a:pt x="60" y="16"/>
                      </a:cubicBezTo>
                      <a:close/>
                      <a:moveTo>
                        <a:pt x="39" y="5"/>
                      </a:moveTo>
                      <a:cubicBezTo>
                        <a:pt x="39" y="5"/>
                        <a:pt x="39" y="5"/>
                        <a:pt x="40" y="5"/>
                      </a:cubicBezTo>
                      <a:cubicBezTo>
                        <a:pt x="39" y="5"/>
                        <a:pt x="39" y="5"/>
                        <a:pt x="39" y="5"/>
                      </a:cubicBezTo>
                      <a:close/>
                      <a:moveTo>
                        <a:pt x="63" y="18"/>
                      </a:moveTo>
                      <a:cubicBezTo>
                        <a:pt x="63" y="18"/>
                        <a:pt x="63" y="18"/>
                        <a:pt x="63" y="18"/>
                      </a:cubicBezTo>
                      <a:cubicBezTo>
                        <a:pt x="63" y="18"/>
                        <a:pt x="63" y="18"/>
                        <a:pt x="63" y="18"/>
                      </a:cubicBezTo>
                      <a:close/>
                      <a:moveTo>
                        <a:pt x="48" y="8"/>
                      </a:moveTo>
                      <a:cubicBezTo>
                        <a:pt x="48" y="7"/>
                        <a:pt x="48" y="7"/>
                        <a:pt x="47" y="7"/>
                      </a:cubicBezTo>
                      <a:cubicBezTo>
                        <a:pt x="47" y="7"/>
                        <a:pt x="47" y="7"/>
                        <a:pt x="48" y="8"/>
                      </a:cubicBezTo>
                      <a:close/>
                      <a:moveTo>
                        <a:pt x="19" y="12"/>
                      </a:moveTo>
                      <a:cubicBezTo>
                        <a:pt x="19" y="12"/>
                        <a:pt x="19" y="12"/>
                        <a:pt x="19" y="12"/>
                      </a:cubicBezTo>
                      <a:cubicBezTo>
                        <a:pt x="20" y="13"/>
                        <a:pt x="20" y="12"/>
                        <a:pt x="20" y="12"/>
                      </a:cubicBezTo>
                      <a:cubicBezTo>
                        <a:pt x="19" y="12"/>
                        <a:pt x="19" y="12"/>
                        <a:pt x="19" y="12"/>
                      </a:cubicBezTo>
                      <a:close/>
                      <a:moveTo>
                        <a:pt x="20" y="12"/>
                      </a:moveTo>
                      <a:cubicBezTo>
                        <a:pt x="20" y="12"/>
                        <a:pt x="20" y="12"/>
                        <a:pt x="20" y="12"/>
                      </a:cubicBezTo>
                      <a:cubicBezTo>
                        <a:pt x="20" y="12"/>
                        <a:pt x="20" y="12"/>
                        <a:pt x="20" y="12"/>
                      </a:cubicBezTo>
                      <a:cubicBezTo>
                        <a:pt x="20" y="12"/>
                        <a:pt x="20" y="12"/>
                        <a:pt x="20" y="12"/>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9" name="Freeform 774">
                  <a:extLst>
                    <a:ext uri="{FF2B5EF4-FFF2-40B4-BE49-F238E27FC236}">
                      <a16:creationId xmlns:a16="http://schemas.microsoft.com/office/drawing/2014/main" id="{01707E44-D790-5D1C-2C6D-AB7E9D0411A9}"/>
                    </a:ext>
                  </a:extLst>
                </p:cNvPr>
                <p:cNvSpPr>
                  <a:spLocks/>
                </p:cNvSpPr>
                <p:nvPr/>
              </p:nvSpPr>
              <p:spPr bwMode="auto">
                <a:xfrm>
                  <a:off x="2932113" y="4541838"/>
                  <a:ext cx="96837" cy="84138"/>
                </a:xfrm>
                <a:custGeom>
                  <a:avLst/>
                  <a:gdLst>
                    <a:gd name="T0" fmla="*/ 22 w 23"/>
                    <a:gd name="T1" fmla="*/ 11 h 20"/>
                    <a:gd name="T2" fmla="*/ 18 w 23"/>
                    <a:gd name="T3" fmla="*/ 7 h 20"/>
                    <a:gd name="T4" fmla="*/ 17 w 23"/>
                    <a:gd name="T5" fmla="*/ 6 h 20"/>
                    <a:gd name="T6" fmla="*/ 16 w 23"/>
                    <a:gd name="T7" fmla="*/ 2 h 20"/>
                    <a:gd name="T8" fmla="*/ 15 w 23"/>
                    <a:gd name="T9" fmla="*/ 2 h 20"/>
                    <a:gd name="T10" fmla="*/ 14 w 23"/>
                    <a:gd name="T11" fmla="*/ 3 h 20"/>
                    <a:gd name="T12" fmla="*/ 11 w 23"/>
                    <a:gd name="T13" fmla="*/ 2 h 20"/>
                    <a:gd name="T14" fmla="*/ 10 w 23"/>
                    <a:gd name="T15" fmla="*/ 2 h 20"/>
                    <a:gd name="T16" fmla="*/ 7 w 23"/>
                    <a:gd name="T17" fmla="*/ 2 h 20"/>
                    <a:gd name="T18" fmla="*/ 2 w 23"/>
                    <a:gd name="T19" fmla="*/ 0 h 20"/>
                    <a:gd name="T20" fmla="*/ 1 w 23"/>
                    <a:gd name="T21" fmla="*/ 1 h 20"/>
                    <a:gd name="T22" fmla="*/ 1 w 23"/>
                    <a:gd name="T23" fmla="*/ 2 h 20"/>
                    <a:gd name="T24" fmla="*/ 1 w 23"/>
                    <a:gd name="T25" fmla="*/ 3 h 20"/>
                    <a:gd name="T26" fmla="*/ 2 w 23"/>
                    <a:gd name="T27" fmla="*/ 4 h 20"/>
                    <a:gd name="T28" fmla="*/ 1 w 23"/>
                    <a:gd name="T29" fmla="*/ 6 h 20"/>
                    <a:gd name="T30" fmla="*/ 3 w 23"/>
                    <a:gd name="T31" fmla="*/ 9 h 20"/>
                    <a:gd name="T32" fmla="*/ 5 w 23"/>
                    <a:gd name="T33" fmla="*/ 10 h 20"/>
                    <a:gd name="T34" fmla="*/ 6 w 23"/>
                    <a:gd name="T35" fmla="*/ 10 h 20"/>
                    <a:gd name="T36" fmla="*/ 7 w 23"/>
                    <a:gd name="T37" fmla="*/ 9 h 20"/>
                    <a:gd name="T38" fmla="*/ 5 w 23"/>
                    <a:gd name="T39" fmla="*/ 7 h 20"/>
                    <a:gd name="T40" fmla="*/ 7 w 23"/>
                    <a:gd name="T41" fmla="*/ 8 h 20"/>
                    <a:gd name="T42" fmla="*/ 8 w 23"/>
                    <a:gd name="T43" fmla="*/ 11 h 20"/>
                    <a:gd name="T44" fmla="*/ 11 w 23"/>
                    <a:gd name="T45" fmla="*/ 12 h 20"/>
                    <a:gd name="T46" fmla="*/ 15 w 23"/>
                    <a:gd name="T47" fmla="*/ 14 h 20"/>
                    <a:gd name="T48" fmla="*/ 15 w 23"/>
                    <a:gd name="T49" fmla="*/ 17 h 20"/>
                    <a:gd name="T50" fmla="*/ 15 w 23"/>
                    <a:gd name="T51" fmla="*/ 18 h 20"/>
                    <a:gd name="T52" fmla="*/ 17 w 23"/>
                    <a:gd name="T53" fmla="*/ 19 h 20"/>
                    <a:gd name="T54" fmla="*/ 18 w 23"/>
                    <a:gd name="T55" fmla="*/ 18 h 20"/>
                    <a:gd name="T56" fmla="*/ 16 w 23"/>
                    <a:gd name="T57" fmla="*/ 17 h 20"/>
                    <a:gd name="T58" fmla="*/ 19 w 23"/>
                    <a:gd name="T59" fmla="*/ 18 h 20"/>
                    <a:gd name="T60" fmla="*/ 19 w 23"/>
                    <a:gd name="T61" fmla="*/ 20 h 20"/>
                    <a:gd name="T62" fmla="*/ 21 w 23"/>
                    <a:gd name="T63" fmla="*/ 17 h 20"/>
                    <a:gd name="T64" fmla="*/ 21 w 23"/>
                    <a:gd name="T65" fmla="*/ 16 h 20"/>
                    <a:gd name="T66" fmla="*/ 20 w 23"/>
                    <a:gd name="T67" fmla="*/ 14 h 20"/>
                    <a:gd name="T68" fmla="*/ 21 w 23"/>
                    <a:gd name="T69" fmla="*/ 12 h 20"/>
                    <a:gd name="T70" fmla="*/ 22 w 23"/>
                    <a:gd name="T71" fmla="*/ 12 h 20"/>
                    <a:gd name="T72" fmla="*/ 23 w 23"/>
                    <a:gd name="T7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0">
                      <a:moveTo>
                        <a:pt x="23" y="11"/>
                      </a:moveTo>
                      <a:cubicBezTo>
                        <a:pt x="22" y="11"/>
                        <a:pt x="22" y="11"/>
                        <a:pt x="22" y="11"/>
                      </a:cubicBezTo>
                      <a:cubicBezTo>
                        <a:pt x="21" y="10"/>
                        <a:pt x="21" y="10"/>
                        <a:pt x="20" y="9"/>
                      </a:cubicBezTo>
                      <a:cubicBezTo>
                        <a:pt x="20" y="9"/>
                        <a:pt x="19" y="8"/>
                        <a:pt x="18" y="7"/>
                      </a:cubicBezTo>
                      <a:cubicBezTo>
                        <a:pt x="18" y="7"/>
                        <a:pt x="18" y="7"/>
                        <a:pt x="18" y="7"/>
                      </a:cubicBezTo>
                      <a:cubicBezTo>
                        <a:pt x="18" y="7"/>
                        <a:pt x="17" y="6"/>
                        <a:pt x="17" y="6"/>
                      </a:cubicBezTo>
                      <a:cubicBezTo>
                        <a:pt x="17" y="6"/>
                        <a:pt x="17" y="5"/>
                        <a:pt x="16" y="5"/>
                      </a:cubicBezTo>
                      <a:cubicBezTo>
                        <a:pt x="16" y="4"/>
                        <a:pt x="16" y="3"/>
                        <a:pt x="16" y="2"/>
                      </a:cubicBezTo>
                      <a:cubicBezTo>
                        <a:pt x="16" y="2"/>
                        <a:pt x="16" y="2"/>
                        <a:pt x="15" y="2"/>
                      </a:cubicBezTo>
                      <a:cubicBezTo>
                        <a:pt x="15" y="2"/>
                        <a:pt x="15" y="2"/>
                        <a:pt x="15" y="2"/>
                      </a:cubicBezTo>
                      <a:cubicBezTo>
                        <a:pt x="15" y="3"/>
                        <a:pt x="15" y="3"/>
                        <a:pt x="15" y="3"/>
                      </a:cubicBezTo>
                      <a:cubicBezTo>
                        <a:pt x="14" y="3"/>
                        <a:pt x="14" y="3"/>
                        <a:pt x="14" y="3"/>
                      </a:cubicBezTo>
                      <a:cubicBezTo>
                        <a:pt x="13" y="3"/>
                        <a:pt x="13" y="3"/>
                        <a:pt x="13" y="3"/>
                      </a:cubicBezTo>
                      <a:cubicBezTo>
                        <a:pt x="13" y="3"/>
                        <a:pt x="11" y="2"/>
                        <a:pt x="11" y="2"/>
                      </a:cubicBezTo>
                      <a:cubicBezTo>
                        <a:pt x="11" y="2"/>
                        <a:pt x="11" y="2"/>
                        <a:pt x="11" y="2"/>
                      </a:cubicBezTo>
                      <a:cubicBezTo>
                        <a:pt x="11" y="2"/>
                        <a:pt x="10" y="2"/>
                        <a:pt x="10" y="2"/>
                      </a:cubicBezTo>
                      <a:cubicBezTo>
                        <a:pt x="10" y="2"/>
                        <a:pt x="8" y="1"/>
                        <a:pt x="8" y="1"/>
                      </a:cubicBezTo>
                      <a:cubicBezTo>
                        <a:pt x="8" y="1"/>
                        <a:pt x="7" y="2"/>
                        <a:pt x="7" y="2"/>
                      </a:cubicBezTo>
                      <a:cubicBezTo>
                        <a:pt x="7" y="2"/>
                        <a:pt x="4" y="1"/>
                        <a:pt x="4" y="1"/>
                      </a:cubicBezTo>
                      <a:cubicBezTo>
                        <a:pt x="4" y="1"/>
                        <a:pt x="3" y="0"/>
                        <a:pt x="2" y="0"/>
                      </a:cubicBezTo>
                      <a:cubicBezTo>
                        <a:pt x="2" y="0"/>
                        <a:pt x="2" y="0"/>
                        <a:pt x="2" y="0"/>
                      </a:cubicBezTo>
                      <a:cubicBezTo>
                        <a:pt x="1" y="1"/>
                        <a:pt x="1" y="1"/>
                        <a:pt x="1" y="1"/>
                      </a:cubicBezTo>
                      <a:cubicBezTo>
                        <a:pt x="1" y="1"/>
                        <a:pt x="1" y="1"/>
                        <a:pt x="2" y="1"/>
                      </a:cubicBezTo>
                      <a:cubicBezTo>
                        <a:pt x="2" y="1"/>
                        <a:pt x="1" y="2"/>
                        <a:pt x="1" y="2"/>
                      </a:cubicBezTo>
                      <a:cubicBezTo>
                        <a:pt x="1" y="2"/>
                        <a:pt x="1" y="2"/>
                        <a:pt x="1" y="2"/>
                      </a:cubicBezTo>
                      <a:cubicBezTo>
                        <a:pt x="0" y="2"/>
                        <a:pt x="0" y="2"/>
                        <a:pt x="1" y="3"/>
                      </a:cubicBezTo>
                      <a:cubicBezTo>
                        <a:pt x="1" y="3"/>
                        <a:pt x="2" y="3"/>
                        <a:pt x="2" y="3"/>
                      </a:cubicBezTo>
                      <a:cubicBezTo>
                        <a:pt x="2" y="3"/>
                        <a:pt x="2" y="4"/>
                        <a:pt x="2" y="4"/>
                      </a:cubicBezTo>
                      <a:cubicBezTo>
                        <a:pt x="2" y="4"/>
                        <a:pt x="1" y="5"/>
                        <a:pt x="1" y="5"/>
                      </a:cubicBezTo>
                      <a:cubicBezTo>
                        <a:pt x="1" y="5"/>
                        <a:pt x="1" y="6"/>
                        <a:pt x="1" y="6"/>
                      </a:cubicBezTo>
                      <a:cubicBezTo>
                        <a:pt x="1" y="6"/>
                        <a:pt x="1" y="7"/>
                        <a:pt x="1" y="8"/>
                      </a:cubicBezTo>
                      <a:cubicBezTo>
                        <a:pt x="1" y="8"/>
                        <a:pt x="2" y="9"/>
                        <a:pt x="3" y="9"/>
                      </a:cubicBezTo>
                      <a:cubicBezTo>
                        <a:pt x="3" y="9"/>
                        <a:pt x="4" y="9"/>
                        <a:pt x="4" y="10"/>
                      </a:cubicBezTo>
                      <a:cubicBezTo>
                        <a:pt x="5" y="10"/>
                        <a:pt x="5" y="10"/>
                        <a:pt x="5" y="10"/>
                      </a:cubicBezTo>
                      <a:cubicBezTo>
                        <a:pt x="5" y="11"/>
                        <a:pt x="5" y="11"/>
                        <a:pt x="6" y="11"/>
                      </a:cubicBezTo>
                      <a:cubicBezTo>
                        <a:pt x="6" y="11"/>
                        <a:pt x="6" y="10"/>
                        <a:pt x="6" y="10"/>
                      </a:cubicBezTo>
                      <a:cubicBezTo>
                        <a:pt x="7" y="10"/>
                        <a:pt x="7" y="10"/>
                        <a:pt x="7" y="9"/>
                      </a:cubicBezTo>
                      <a:cubicBezTo>
                        <a:pt x="7" y="9"/>
                        <a:pt x="7" y="9"/>
                        <a:pt x="7" y="9"/>
                      </a:cubicBezTo>
                      <a:cubicBezTo>
                        <a:pt x="6" y="9"/>
                        <a:pt x="6" y="8"/>
                        <a:pt x="5" y="8"/>
                      </a:cubicBezTo>
                      <a:cubicBezTo>
                        <a:pt x="5" y="8"/>
                        <a:pt x="5" y="7"/>
                        <a:pt x="5" y="7"/>
                      </a:cubicBezTo>
                      <a:cubicBezTo>
                        <a:pt x="5" y="7"/>
                        <a:pt x="5" y="7"/>
                        <a:pt x="6" y="7"/>
                      </a:cubicBezTo>
                      <a:cubicBezTo>
                        <a:pt x="6" y="7"/>
                        <a:pt x="7" y="8"/>
                        <a:pt x="7" y="8"/>
                      </a:cubicBezTo>
                      <a:cubicBezTo>
                        <a:pt x="8" y="8"/>
                        <a:pt x="9" y="10"/>
                        <a:pt x="9" y="10"/>
                      </a:cubicBezTo>
                      <a:cubicBezTo>
                        <a:pt x="9" y="10"/>
                        <a:pt x="8" y="10"/>
                        <a:pt x="8" y="11"/>
                      </a:cubicBezTo>
                      <a:cubicBezTo>
                        <a:pt x="9" y="11"/>
                        <a:pt x="9" y="11"/>
                        <a:pt x="9" y="11"/>
                      </a:cubicBezTo>
                      <a:cubicBezTo>
                        <a:pt x="10" y="12"/>
                        <a:pt x="10" y="12"/>
                        <a:pt x="11" y="12"/>
                      </a:cubicBezTo>
                      <a:cubicBezTo>
                        <a:pt x="12" y="12"/>
                        <a:pt x="12" y="12"/>
                        <a:pt x="12" y="13"/>
                      </a:cubicBezTo>
                      <a:cubicBezTo>
                        <a:pt x="13" y="13"/>
                        <a:pt x="15" y="14"/>
                        <a:pt x="15" y="14"/>
                      </a:cubicBezTo>
                      <a:cubicBezTo>
                        <a:pt x="15" y="15"/>
                        <a:pt x="16" y="15"/>
                        <a:pt x="16" y="16"/>
                      </a:cubicBezTo>
                      <a:cubicBezTo>
                        <a:pt x="16" y="16"/>
                        <a:pt x="15" y="16"/>
                        <a:pt x="15" y="17"/>
                      </a:cubicBezTo>
                      <a:cubicBezTo>
                        <a:pt x="15" y="17"/>
                        <a:pt x="15" y="17"/>
                        <a:pt x="15" y="17"/>
                      </a:cubicBezTo>
                      <a:cubicBezTo>
                        <a:pt x="15" y="17"/>
                        <a:pt x="15" y="18"/>
                        <a:pt x="15" y="18"/>
                      </a:cubicBezTo>
                      <a:cubicBezTo>
                        <a:pt x="15" y="18"/>
                        <a:pt x="15" y="19"/>
                        <a:pt x="16" y="19"/>
                      </a:cubicBezTo>
                      <a:cubicBezTo>
                        <a:pt x="16" y="19"/>
                        <a:pt x="16" y="19"/>
                        <a:pt x="17" y="19"/>
                      </a:cubicBezTo>
                      <a:cubicBezTo>
                        <a:pt x="17" y="19"/>
                        <a:pt x="17" y="19"/>
                        <a:pt x="17" y="19"/>
                      </a:cubicBezTo>
                      <a:cubicBezTo>
                        <a:pt x="18" y="19"/>
                        <a:pt x="18" y="19"/>
                        <a:pt x="18" y="18"/>
                      </a:cubicBezTo>
                      <a:cubicBezTo>
                        <a:pt x="18" y="18"/>
                        <a:pt x="17" y="18"/>
                        <a:pt x="17" y="18"/>
                      </a:cubicBezTo>
                      <a:cubicBezTo>
                        <a:pt x="17" y="18"/>
                        <a:pt x="17" y="17"/>
                        <a:pt x="16" y="17"/>
                      </a:cubicBezTo>
                      <a:cubicBezTo>
                        <a:pt x="16" y="17"/>
                        <a:pt x="17" y="17"/>
                        <a:pt x="17" y="17"/>
                      </a:cubicBezTo>
                      <a:cubicBezTo>
                        <a:pt x="18" y="17"/>
                        <a:pt x="18" y="18"/>
                        <a:pt x="19" y="18"/>
                      </a:cubicBezTo>
                      <a:cubicBezTo>
                        <a:pt x="19" y="18"/>
                        <a:pt x="19" y="18"/>
                        <a:pt x="19" y="19"/>
                      </a:cubicBezTo>
                      <a:cubicBezTo>
                        <a:pt x="19" y="19"/>
                        <a:pt x="19" y="19"/>
                        <a:pt x="19" y="20"/>
                      </a:cubicBezTo>
                      <a:cubicBezTo>
                        <a:pt x="21" y="19"/>
                        <a:pt x="21" y="19"/>
                        <a:pt x="21" y="19"/>
                      </a:cubicBezTo>
                      <a:cubicBezTo>
                        <a:pt x="21" y="19"/>
                        <a:pt x="21" y="18"/>
                        <a:pt x="21" y="17"/>
                      </a:cubicBezTo>
                      <a:cubicBezTo>
                        <a:pt x="21" y="17"/>
                        <a:pt x="20" y="17"/>
                        <a:pt x="20" y="17"/>
                      </a:cubicBezTo>
                      <a:cubicBezTo>
                        <a:pt x="20" y="16"/>
                        <a:pt x="21" y="16"/>
                        <a:pt x="21" y="16"/>
                      </a:cubicBezTo>
                      <a:cubicBezTo>
                        <a:pt x="21" y="16"/>
                        <a:pt x="21" y="15"/>
                        <a:pt x="21" y="15"/>
                      </a:cubicBezTo>
                      <a:cubicBezTo>
                        <a:pt x="21" y="15"/>
                        <a:pt x="20" y="14"/>
                        <a:pt x="20" y="14"/>
                      </a:cubicBezTo>
                      <a:cubicBezTo>
                        <a:pt x="20" y="14"/>
                        <a:pt x="20" y="12"/>
                        <a:pt x="20" y="12"/>
                      </a:cubicBezTo>
                      <a:cubicBezTo>
                        <a:pt x="20" y="12"/>
                        <a:pt x="21" y="12"/>
                        <a:pt x="21" y="12"/>
                      </a:cubicBezTo>
                      <a:cubicBezTo>
                        <a:pt x="21" y="12"/>
                        <a:pt x="21" y="11"/>
                        <a:pt x="21" y="11"/>
                      </a:cubicBezTo>
                      <a:cubicBezTo>
                        <a:pt x="21" y="11"/>
                        <a:pt x="22" y="12"/>
                        <a:pt x="22" y="12"/>
                      </a:cubicBezTo>
                      <a:cubicBezTo>
                        <a:pt x="22" y="12"/>
                        <a:pt x="22" y="11"/>
                        <a:pt x="23" y="11"/>
                      </a:cubicBezTo>
                      <a:cubicBezTo>
                        <a:pt x="23" y="11"/>
                        <a:pt x="23" y="11"/>
                        <a:pt x="23" y="11"/>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0" name="Freeform 775">
                  <a:extLst>
                    <a:ext uri="{FF2B5EF4-FFF2-40B4-BE49-F238E27FC236}">
                      <a16:creationId xmlns:a16="http://schemas.microsoft.com/office/drawing/2014/main" id="{4AD8C4EF-C60D-2EAF-8483-7F3117DBF2BE}"/>
                    </a:ext>
                  </a:extLst>
                </p:cNvPr>
                <p:cNvSpPr>
                  <a:spLocks noEditPoints="1"/>
                </p:cNvSpPr>
                <p:nvPr/>
              </p:nvSpPr>
              <p:spPr bwMode="auto">
                <a:xfrm>
                  <a:off x="1397001" y="373063"/>
                  <a:ext cx="2463800" cy="3201988"/>
                </a:xfrm>
                <a:custGeom>
                  <a:avLst/>
                  <a:gdLst>
                    <a:gd name="T0" fmla="*/ 509 w 592"/>
                    <a:gd name="T1" fmla="*/ 454 h 769"/>
                    <a:gd name="T2" fmla="*/ 468 w 592"/>
                    <a:gd name="T3" fmla="*/ 404 h 769"/>
                    <a:gd name="T4" fmla="*/ 402 w 592"/>
                    <a:gd name="T5" fmla="*/ 368 h 769"/>
                    <a:gd name="T6" fmla="*/ 370 w 592"/>
                    <a:gd name="T7" fmla="*/ 409 h 769"/>
                    <a:gd name="T8" fmla="*/ 452 w 592"/>
                    <a:gd name="T9" fmla="*/ 509 h 769"/>
                    <a:gd name="T10" fmla="*/ 495 w 592"/>
                    <a:gd name="T11" fmla="*/ 475 h 769"/>
                    <a:gd name="T12" fmla="*/ 379 w 592"/>
                    <a:gd name="T13" fmla="*/ 481 h 769"/>
                    <a:gd name="T14" fmla="*/ 524 w 592"/>
                    <a:gd name="T15" fmla="*/ 466 h 769"/>
                    <a:gd name="T16" fmla="*/ 273 w 592"/>
                    <a:gd name="T17" fmla="*/ 348 h 769"/>
                    <a:gd name="T18" fmla="*/ 244 w 592"/>
                    <a:gd name="T19" fmla="*/ 374 h 769"/>
                    <a:gd name="T20" fmla="*/ 187 w 592"/>
                    <a:gd name="T21" fmla="*/ 439 h 769"/>
                    <a:gd name="T22" fmla="*/ 252 w 592"/>
                    <a:gd name="T23" fmla="*/ 397 h 769"/>
                    <a:gd name="T24" fmla="*/ 311 w 592"/>
                    <a:gd name="T25" fmla="*/ 167 h 769"/>
                    <a:gd name="T26" fmla="*/ 360 w 592"/>
                    <a:gd name="T27" fmla="*/ 140 h 769"/>
                    <a:gd name="T28" fmla="*/ 143 w 592"/>
                    <a:gd name="T29" fmla="*/ 241 h 769"/>
                    <a:gd name="T30" fmla="*/ 499 w 592"/>
                    <a:gd name="T31" fmla="*/ 14 h 769"/>
                    <a:gd name="T32" fmla="*/ 391 w 592"/>
                    <a:gd name="T33" fmla="*/ 37 h 769"/>
                    <a:gd name="T34" fmla="*/ 340 w 592"/>
                    <a:gd name="T35" fmla="*/ 96 h 769"/>
                    <a:gd name="T36" fmla="*/ 399 w 592"/>
                    <a:gd name="T37" fmla="*/ 156 h 769"/>
                    <a:gd name="T38" fmla="*/ 378 w 592"/>
                    <a:gd name="T39" fmla="*/ 235 h 769"/>
                    <a:gd name="T40" fmla="*/ 404 w 592"/>
                    <a:gd name="T41" fmla="*/ 237 h 769"/>
                    <a:gd name="T42" fmla="*/ 453 w 592"/>
                    <a:gd name="T43" fmla="*/ 153 h 769"/>
                    <a:gd name="T44" fmla="*/ 501 w 592"/>
                    <a:gd name="T45" fmla="*/ 89 h 769"/>
                    <a:gd name="T46" fmla="*/ 343 w 592"/>
                    <a:gd name="T47" fmla="*/ 236 h 769"/>
                    <a:gd name="T48" fmla="*/ 218 w 592"/>
                    <a:gd name="T49" fmla="*/ 254 h 769"/>
                    <a:gd name="T50" fmla="*/ 210 w 592"/>
                    <a:gd name="T51" fmla="*/ 302 h 769"/>
                    <a:gd name="T52" fmla="*/ 340 w 592"/>
                    <a:gd name="T53" fmla="*/ 274 h 769"/>
                    <a:gd name="T54" fmla="*/ 376 w 592"/>
                    <a:gd name="T55" fmla="*/ 311 h 769"/>
                    <a:gd name="T56" fmla="*/ 306 w 592"/>
                    <a:gd name="T57" fmla="*/ 239 h 769"/>
                    <a:gd name="T58" fmla="*/ 295 w 592"/>
                    <a:gd name="T59" fmla="*/ 249 h 769"/>
                    <a:gd name="T60" fmla="*/ 584 w 592"/>
                    <a:gd name="T61" fmla="*/ 707 h 769"/>
                    <a:gd name="T62" fmla="*/ 563 w 592"/>
                    <a:gd name="T63" fmla="*/ 679 h 769"/>
                    <a:gd name="T64" fmla="*/ 582 w 592"/>
                    <a:gd name="T65" fmla="*/ 713 h 769"/>
                    <a:gd name="T66" fmla="*/ 411 w 592"/>
                    <a:gd name="T67" fmla="*/ 667 h 769"/>
                    <a:gd name="T68" fmla="*/ 365 w 592"/>
                    <a:gd name="T69" fmla="*/ 443 h 769"/>
                    <a:gd name="T70" fmla="*/ 410 w 592"/>
                    <a:gd name="T71" fmla="*/ 624 h 769"/>
                    <a:gd name="T72" fmla="*/ 65 w 592"/>
                    <a:gd name="T73" fmla="*/ 663 h 769"/>
                    <a:gd name="T74" fmla="*/ 63 w 592"/>
                    <a:gd name="T75" fmla="*/ 660 h 769"/>
                    <a:gd name="T76" fmla="*/ 77 w 592"/>
                    <a:gd name="T77" fmla="*/ 655 h 769"/>
                    <a:gd name="T78" fmla="*/ 111 w 592"/>
                    <a:gd name="T79" fmla="*/ 691 h 769"/>
                    <a:gd name="T80" fmla="*/ 511 w 592"/>
                    <a:gd name="T81" fmla="*/ 722 h 769"/>
                    <a:gd name="T82" fmla="*/ 504 w 592"/>
                    <a:gd name="T83" fmla="*/ 752 h 769"/>
                    <a:gd name="T84" fmla="*/ 330 w 592"/>
                    <a:gd name="T85" fmla="*/ 708 h 769"/>
                    <a:gd name="T86" fmla="*/ 90 w 592"/>
                    <a:gd name="T87" fmla="*/ 675 h 769"/>
                    <a:gd name="T88" fmla="*/ 78 w 592"/>
                    <a:gd name="T89" fmla="*/ 653 h 769"/>
                    <a:gd name="T90" fmla="*/ 21 w 592"/>
                    <a:gd name="T91" fmla="*/ 428 h 769"/>
                    <a:gd name="T92" fmla="*/ 68 w 592"/>
                    <a:gd name="T93" fmla="*/ 421 h 769"/>
                    <a:gd name="T94" fmla="*/ 173 w 592"/>
                    <a:gd name="T95" fmla="*/ 432 h 769"/>
                    <a:gd name="T96" fmla="*/ 225 w 592"/>
                    <a:gd name="T97" fmla="*/ 447 h 769"/>
                    <a:gd name="T98" fmla="*/ 242 w 592"/>
                    <a:gd name="T99" fmla="*/ 443 h 769"/>
                    <a:gd name="T100" fmla="*/ 295 w 592"/>
                    <a:gd name="T101" fmla="*/ 441 h 769"/>
                    <a:gd name="T102" fmla="*/ 299 w 592"/>
                    <a:gd name="T103" fmla="*/ 408 h 769"/>
                    <a:gd name="T104" fmla="*/ 318 w 592"/>
                    <a:gd name="T105" fmla="*/ 362 h 769"/>
                    <a:gd name="T106" fmla="*/ 338 w 592"/>
                    <a:gd name="T107" fmla="*/ 436 h 769"/>
                    <a:gd name="T108" fmla="*/ 385 w 592"/>
                    <a:gd name="T109" fmla="*/ 417 h 769"/>
                    <a:gd name="T110" fmla="*/ 383 w 592"/>
                    <a:gd name="T111" fmla="*/ 468 h 769"/>
                    <a:gd name="T112" fmla="*/ 360 w 592"/>
                    <a:gd name="T113" fmla="*/ 503 h 769"/>
                    <a:gd name="T114" fmla="*/ 319 w 592"/>
                    <a:gd name="T115" fmla="*/ 547 h 769"/>
                    <a:gd name="T116" fmla="*/ 416 w 592"/>
                    <a:gd name="T117" fmla="*/ 650 h 769"/>
                    <a:gd name="T118" fmla="*/ 449 w 592"/>
                    <a:gd name="T119" fmla="*/ 538 h 769"/>
                    <a:gd name="T120" fmla="*/ 487 w 592"/>
                    <a:gd name="T121" fmla="*/ 587 h 769"/>
                    <a:gd name="T122" fmla="*/ 520 w 592"/>
                    <a:gd name="T123" fmla="*/ 582 h 769"/>
                    <a:gd name="T124" fmla="*/ 534 w 592"/>
                    <a:gd name="T125" fmla="*/ 621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2" h="769">
                      <a:moveTo>
                        <a:pt x="408" y="518"/>
                      </a:moveTo>
                      <a:cubicBezTo>
                        <a:pt x="408" y="518"/>
                        <a:pt x="408" y="518"/>
                        <a:pt x="407" y="517"/>
                      </a:cubicBezTo>
                      <a:cubicBezTo>
                        <a:pt x="406" y="517"/>
                        <a:pt x="406" y="517"/>
                        <a:pt x="405" y="516"/>
                      </a:cubicBezTo>
                      <a:cubicBezTo>
                        <a:pt x="406" y="516"/>
                        <a:pt x="406" y="515"/>
                        <a:pt x="405" y="515"/>
                      </a:cubicBezTo>
                      <a:cubicBezTo>
                        <a:pt x="404" y="514"/>
                        <a:pt x="404" y="514"/>
                        <a:pt x="404" y="514"/>
                      </a:cubicBezTo>
                      <a:cubicBezTo>
                        <a:pt x="404" y="513"/>
                        <a:pt x="403" y="513"/>
                        <a:pt x="403" y="513"/>
                      </a:cubicBezTo>
                      <a:cubicBezTo>
                        <a:pt x="402" y="513"/>
                        <a:pt x="402" y="514"/>
                        <a:pt x="403" y="515"/>
                      </a:cubicBezTo>
                      <a:cubicBezTo>
                        <a:pt x="403" y="515"/>
                        <a:pt x="403" y="515"/>
                        <a:pt x="403" y="515"/>
                      </a:cubicBezTo>
                      <a:cubicBezTo>
                        <a:pt x="400" y="513"/>
                        <a:pt x="399" y="513"/>
                        <a:pt x="397" y="515"/>
                      </a:cubicBezTo>
                      <a:cubicBezTo>
                        <a:pt x="397" y="514"/>
                        <a:pt x="396" y="515"/>
                        <a:pt x="396" y="515"/>
                      </a:cubicBezTo>
                      <a:cubicBezTo>
                        <a:pt x="396" y="514"/>
                        <a:pt x="396" y="513"/>
                        <a:pt x="397" y="513"/>
                      </a:cubicBezTo>
                      <a:cubicBezTo>
                        <a:pt x="398" y="513"/>
                        <a:pt x="398" y="513"/>
                        <a:pt x="398" y="512"/>
                      </a:cubicBezTo>
                      <a:cubicBezTo>
                        <a:pt x="398" y="512"/>
                        <a:pt x="398" y="512"/>
                        <a:pt x="398" y="512"/>
                      </a:cubicBezTo>
                      <a:cubicBezTo>
                        <a:pt x="398" y="512"/>
                        <a:pt x="398" y="512"/>
                        <a:pt x="398" y="512"/>
                      </a:cubicBezTo>
                      <a:cubicBezTo>
                        <a:pt x="398" y="511"/>
                        <a:pt x="397" y="510"/>
                        <a:pt x="397" y="509"/>
                      </a:cubicBezTo>
                      <a:cubicBezTo>
                        <a:pt x="398" y="506"/>
                        <a:pt x="396" y="505"/>
                        <a:pt x="394" y="503"/>
                      </a:cubicBezTo>
                      <a:cubicBezTo>
                        <a:pt x="394" y="503"/>
                        <a:pt x="393" y="503"/>
                        <a:pt x="393" y="503"/>
                      </a:cubicBezTo>
                      <a:cubicBezTo>
                        <a:pt x="392" y="503"/>
                        <a:pt x="391" y="502"/>
                        <a:pt x="390" y="502"/>
                      </a:cubicBezTo>
                      <a:cubicBezTo>
                        <a:pt x="390" y="501"/>
                        <a:pt x="389" y="501"/>
                        <a:pt x="389" y="501"/>
                      </a:cubicBezTo>
                      <a:cubicBezTo>
                        <a:pt x="388" y="500"/>
                        <a:pt x="387" y="499"/>
                        <a:pt x="387" y="498"/>
                      </a:cubicBezTo>
                      <a:cubicBezTo>
                        <a:pt x="386" y="497"/>
                        <a:pt x="386" y="496"/>
                        <a:pt x="385" y="496"/>
                      </a:cubicBezTo>
                      <a:cubicBezTo>
                        <a:pt x="384" y="496"/>
                        <a:pt x="383" y="496"/>
                        <a:pt x="382" y="496"/>
                      </a:cubicBezTo>
                      <a:cubicBezTo>
                        <a:pt x="381" y="495"/>
                        <a:pt x="381" y="495"/>
                        <a:pt x="381" y="494"/>
                      </a:cubicBezTo>
                      <a:cubicBezTo>
                        <a:pt x="381" y="493"/>
                        <a:pt x="381" y="493"/>
                        <a:pt x="380" y="493"/>
                      </a:cubicBezTo>
                      <a:cubicBezTo>
                        <a:pt x="380" y="493"/>
                        <a:pt x="380" y="493"/>
                        <a:pt x="380" y="492"/>
                      </a:cubicBezTo>
                      <a:cubicBezTo>
                        <a:pt x="379" y="490"/>
                        <a:pt x="378" y="492"/>
                        <a:pt x="378" y="493"/>
                      </a:cubicBezTo>
                      <a:cubicBezTo>
                        <a:pt x="377" y="493"/>
                        <a:pt x="377" y="494"/>
                        <a:pt x="377" y="494"/>
                      </a:cubicBezTo>
                      <a:cubicBezTo>
                        <a:pt x="377" y="495"/>
                        <a:pt x="377" y="495"/>
                        <a:pt x="377" y="495"/>
                      </a:cubicBezTo>
                      <a:cubicBezTo>
                        <a:pt x="376" y="495"/>
                        <a:pt x="376" y="495"/>
                        <a:pt x="376" y="494"/>
                      </a:cubicBezTo>
                      <a:cubicBezTo>
                        <a:pt x="375" y="493"/>
                        <a:pt x="376" y="492"/>
                        <a:pt x="375" y="491"/>
                      </a:cubicBezTo>
                      <a:cubicBezTo>
                        <a:pt x="374" y="491"/>
                        <a:pt x="373" y="490"/>
                        <a:pt x="375" y="490"/>
                      </a:cubicBezTo>
                      <a:cubicBezTo>
                        <a:pt x="375" y="489"/>
                        <a:pt x="375" y="489"/>
                        <a:pt x="375" y="489"/>
                      </a:cubicBezTo>
                      <a:cubicBezTo>
                        <a:pt x="375" y="488"/>
                        <a:pt x="374" y="487"/>
                        <a:pt x="374" y="487"/>
                      </a:cubicBezTo>
                      <a:cubicBezTo>
                        <a:pt x="374" y="486"/>
                        <a:pt x="374" y="485"/>
                        <a:pt x="373" y="486"/>
                      </a:cubicBezTo>
                      <a:cubicBezTo>
                        <a:pt x="372" y="486"/>
                        <a:pt x="372" y="485"/>
                        <a:pt x="372" y="485"/>
                      </a:cubicBezTo>
                      <a:cubicBezTo>
                        <a:pt x="372" y="484"/>
                        <a:pt x="372" y="484"/>
                        <a:pt x="371" y="484"/>
                      </a:cubicBezTo>
                      <a:cubicBezTo>
                        <a:pt x="370" y="485"/>
                        <a:pt x="369" y="486"/>
                        <a:pt x="369" y="488"/>
                      </a:cubicBezTo>
                      <a:cubicBezTo>
                        <a:pt x="368" y="492"/>
                        <a:pt x="368" y="495"/>
                        <a:pt x="367" y="499"/>
                      </a:cubicBezTo>
                      <a:cubicBezTo>
                        <a:pt x="367" y="499"/>
                        <a:pt x="367" y="499"/>
                        <a:pt x="367" y="499"/>
                      </a:cubicBezTo>
                      <a:cubicBezTo>
                        <a:pt x="368" y="501"/>
                        <a:pt x="367" y="502"/>
                        <a:pt x="367" y="503"/>
                      </a:cubicBezTo>
                      <a:cubicBezTo>
                        <a:pt x="366" y="506"/>
                        <a:pt x="366" y="509"/>
                        <a:pt x="367" y="511"/>
                      </a:cubicBezTo>
                      <a:cubicBezTo>
                        <a:pt x="368" y="513"/>
                        <a:pt x="368" y="513"/>
                        <a:pt x="366" y="514"/>
                      </a:cubicBezTo>
                      <a:cubicBezTo>
                        <a:pt x="364" y="515"/>
                        <a:pt x="362" y="516"/>
                        <a:pt x="361" y="518"/>
                      </a:cubicBezTo>
                      <a:cubicBezTo>
                        <a:pt x="360" y="519"/>
                        <a:pt x="360" y="520"/>
                        <a:pt x="361" y="521"/>
                      </a:cubicBezTo>
                      <a:cubicBezTo>
                        <a:pt x="362" y="522"/>
                        <a:pt x="363" y="521"/>
                        <a:pt x="364" y="520"/>
                      </a:cubicBezTo>
                      <a:cubicBezTo>
                        <a:pt x="364" y="520"/>
                        <a:pt x="365" y="519"/>
                        <a:pt x="365" y="520"/>
                      </a:cubicBezTo>
                      <a:cubicBezTo>
                        <a:pt x="367" y="520"/>
                        <a:pt x="368" y="520"/>
                        <a:pt x="369" y="519"/>
                      </a:cubicBezTo>
                      <a:cubicBezTo>
                        <a:pt x="370" y="519"/>
                        <a:pt x="370" y="518"/>
                        <a:pt x="371" y="517"/>
                      </a:cubicBezTo>
                      <a:cubicBezTo>
                        <a:pt x="371" y="518"/>
                        <a:pt x="370" y="519"/>
                        <a:pt x="371" y="519"/>
                      </a:cubicBezTo>
                      <a:cubicBezTo>
                        <a:pt x="371" y="520"/>
                        <a:pt x="371" y="521"/>
                        <a:pt x="371" y="521"/>
                      </a:cubicBezTo>
                      <a:cubicBezTo>
                        <a:pt x="371" y="521"/>
                        <a:pt x="371" y="521"/>
                        <a:pt x="371" y="521"/>
                      </a:cubicBezTo>
                      <a:cubicBezTo>
                        <a:pt x="371" y="521"/>
                        <a:pt x="371" y="521"/>
                        <a:pt x="371" y="521"/>
                      </a:cubicBezTo>
                      <a:cubicBezTo>
                        <a:pt x="371" y="523"/>
                        <a:pt x="371" y="525"/>
                        <a:pt x="371" y="526"/>
                      </a:cubicBezTo>
                      <a:cubicBezTo>
                        <a:pt x="372" y="528"/>
                        <a:pt x="372" y="528"/>
                        <a:pt x="374" y="528"/>
                      </a:cubicBezTo>
                      <a:cubicBezTo>
                        <a:pt x="376" y="527"/>
                        <a:pt x="379" y="526"/>
                        <a:pt x="379" y="522"/>
                      </a:cubicBezTo>
                      <a:cubicBezTo>
                        <a:pt x="379" y="521"/>
                        <a:pt x="380" y="520"/>
                        <a:pt x="381" y="521"/>
                      </a:cubicBezTo>
                      <a:cubicBezTo>
                        <a:pt x="382" y="521"/>
                        <a:pt x="382" y="520"/>
                        <a:pt x="382" y="520"/>
                      </a:cubicBezTo>
                      <a:cubicBezTo>
                        <a:pt x="382" y="520"/>
                        <a:pt x="383" y="519"/>
                        <a:pt x="383" y="519"/>
                      </a:cubicBezTo>
                      <a:cubicBezTo>
                        <a:pt x="385" y="518"/>
                        <a:pt x="385" y="517"/>
                        <a:pt x="385" y="515"/>
                      </a:cubicBezTo>
                      <a:cubicBezTo>
                        <a:pt x="385" y="514"/>
                        <a:pt x="385" y="513"/>
                        <a:pt x="387" y="513"/>
                      </a:cubicBezTo>
                      <a:cubicBezTo>
                        <a:pt x="387" y="513"/>
                        <a:pt x="388" y="513"/>
                        <a:pt x="388" y="512"/>
                      </a:cubicBezTo>
                      <a:cubicBezTo>
                        <a:pt x="388" y="512"/>
                        <a:pt x="389" y="512"/>
                        <a:pt x="389" y="512"/>
                      </a:cubicBezTo>
                      <a:cubicBezTo>
                        <a:pt x="389" y="512"/>
                        <a:pt x="389" y="513"/>
                        <a:pt x="389" y="513"/>
                      </a:cubicBezTo>
                      <a:cubicBezTo>
                        <a:pt x="389" y="513"/>
                        <a:pt x="388" y="514"/>
                        <a:pt x="388" y="514"/>
                      </a:cubicBezTo>
                      <a:cubicBezTo>
                        <a:pt x="388" y="515"/>
                        <a:pt x="388" y="515"/>
                        <a:pt x="388" y="515"/>
                      </a:cubicBezTo>
                      <a:cubicBezTo>
                        <a:pt x="388" y="515"/>
                        <a:pt x="389" y="515"/>
                        <a:pt x="389" y="515"/>
                      </a:cubicBezTo>
                      <a:cubicBezTo>
                        <a:pt x="390" y="515"/>
                        <a:pt x="391" y="515"/>
                        <a:pt x="392" y="515"/>
                      </a:cubicBezTo>
                      <a:cubicBezTo>
                        <a:pt x="393" y="516"/>
                        <a:pt x="393" y="517"/>
                        <a:pt x="392" y="518"/>
                      </a:cubicBezTo>
                      <a:cubicBezTo>
                        <a:pt x="392" y="518"/>
                        <a:pt x="392" y="519"/>
                        <a:pt x="392" y="519"/>
                      </a:cubicBezTo>
                      <a:cubicBezTo>
                        <a:pt x="393" y="520"/>
                        <a:pt x="393" y="520"/>
                        <a:pt x="394" y="520"/>
                      </a:cubicBezTo>
                      <a:cubicBezTo>
                        <a:pt x="394" y="519"/>
                        <a:pt x="395" y="520"/>
                        <a:pt x="396" y="520"/>
                      </a:cubicBezTo>
                      <a:cubicBezTo>
                        <a:pt x="397" y="521"/>
                        <a:pt x="399" y="522"/>
                        <a:pt x="401" y="523"/>
                      </a:cubicBezTo>
                      <a:cubicBezTo>
                        <a:pt x="401" y="523"/>
                        <a:pt x="402" y="523"/>
                        <a:pt x="402" y="523"/>
                      </a:cubicBezTo>
                      <a:cubicBezTo>
                        <a:pt x="403" y="521"/>
                        <a:pt x="405" y="521"/>
                        <a:pt x="406" y="520"/>
                      </a:cubicBezTo>
                      <a:cubicBezTo>
                        <a:pt x="406" y="519"/>
                        <a:pt x="406" y="518"/>
                        <a:pt x="407" y="518"/>
                      </a:cubicBezTo>
                      <a:cubicBezTo>
                        <a:pt x="407" y="518"/>
                        <a:pt x="408" y="518"/>
                        <a:pt x="408" y="518"/>
                      </a:cubicBezTo>
                      <a:close/>
                      <a:moveTo>
                        <a:pt x="371" y="516"/>
                      </a:moveTo>
                      <a:cubicBezTo>
                        <a:pt x="371" y="516"/>
                        <a:pt x="371" y="516"/>
                        <a:pt x="371" y="516"/>
                      </a:cubicBezTo>
                      <a:cubicBezTo>
                        <a:pt x="371" y="516"/>
                        <a:pt x="371" y="516"/>
                        <a:pt x="371" y="516"/>
                      </a:cubicBezTo>
                      <a:cubicBezTo>
                        <a:pt x="371" y="516"/>
                        <a:pt x="371" y="516"/>
                        <a:pt x="371" y="516"/>
                      </a:cubicBezTo>
                      <a:close/>
                      <a:moveTo>
                        <a:pt x="371" y="516"/>
                      </a:moveTo>
                      <a:cubicBezTo>
                        <a:pt x="371" y="516"/>
                        <a:pt x="371" y="516"/>
                        <a:pt x="371" y="516"/>
                      </a:cubicBezTo>
                      <a:cubicBezTo>
                        <a:pt x="371" y="516"/>
                        <a:pt x="371" y="516"/>
                        <a:pt x="371" y="516"/>
                      </a:cubicBezTo>
                      <a:cubicBezTo>
                        <a:pt x="371" y="516"/>
                        <a:pt x="371" y="516"/>
                        <a:pt x="371" y="516"/>
                      </a:cubicBezTo>
                      <a:close/>
                      <a:moveTo>
                        <a:pt x="396" y="532"/>
                      </a:moveTo>
                      <a:cubicBezTo>
                        <a:pt x="396" y="534"/>
                        <a:pt x="395" y="535"/>
                        <a:pt x="394" y="536"/>
                      </a:cubicBezTo>
                      <a:cubicBezTo>
                        <a:pt x="392" y="537"/>
                        <a:pt x="392" y="538"/>
                        <a:pt x="391" y="540"/>
                      </a:cubicBezTo>
                      <a:cubicBezTo>
                        <a:pt x="390" y="541"/>
                        <a:pt x="389" y="541"/>
                        <a:pt x="388" y="542"/>
                      </a:cubicBezTo>
                      <a:cubicBezTo>
                        <a:pt x="388" y="542"/>
                        <a:pt x="388" y="542"/>
                        <a:pt x="388" y="542"/>
                      </a:cubicBezTo>
                      <a:cubicBezTo>
                        <a:pt x="387" y="540"/>
                        <a:pt x="386" y="541"/>
                        <a:pt x="385" y="542"/>
                      </a:cubicBezTo>
                      <a:cubicBezTo>
                        <a:pt x="384" y="542"/>
                        <a:pt x="384" y="542"/>
                        <a:pt x="384" y="541"/>
                      </a:cubicBezTo>
                      <a:cubicBezTo>
                        <a:pt x="384" y="541"/>
                        <a:pt x="384" y="540"/>
                        <a:pt x="383" y="539"/>
                      </a:cubicBezTo>
                      <a:cubicBezTo>
                        <a:pt x="382" y="538"/>
                        <a:pt x="382" y="537"/>
                        <a:pt x="383" y="536"/>
                      </a:cubicBezTo>
                      <a:cubicBezTo>
                        <a:pt x="384" y="536"/>
                        <a:pt x="385" y="534"/>
                        <a:pt x="385" y="533"/>
                      </a:cubicBezTo>
                      <a:cubicBezTo>
                        <a:pt x="385" y="532"/>
                        <a:pt x="386" y="531"/>
                        <a:pt x="386" y="531"/>
                      </a:cubicBezTo>
                      <a:cubicBezTo>
                        <a:pt x="387" y="530"/>
                        <a:pt x="387" y="531"/>
                        <a:pt x="388" y="532"/>
                      </a:cubicBezTo>
                      <a:cubicBezTo>
                        <a:pt x="388" y="532"/>
                        <a:pt x="389" y="532"/>
                        <a:pt x="389" y="531"/>
                      </a:cubicBezTo>
                      <a:cubicBezTo>
                        <a:pt x="390" y="531"/>
                        <a:pt x="391" y="530"/>
                        <a:pt x="392" y="531"/>
                      </a:cubicBezTo>
                      <a:cubicBezTo>
                        <a:pt x="392" y="531"/>
                        <a:pt x="393" y="531"/>
                        <a:pt x="393" y="530"/>
                      </a:cubicBezTo>
                      <a:cubicBezTo>
                        <a:pt x="394" y="529"/>
                        <a:pt x="395" y="530"/>
                        <a:pt x="396" y="531"/>
                      </a:cubicBezTo>
                      <a:cubicBezTo>
                        <a:pt x="396" y="531"/>
                        <a:pt x="396" y="532"/>
                        <a:pt x="396" y="532"/>
                      </a:cubicBezTo>
                      <a:close/>
                      <a:moveTo>
                        <a:pt x="438" y="442"/>
                      </a:moveTo>
                      <a:cubicBezTo>
                        <a:pt x="439" y="443"/>
                        <a:pt x="440" y="443"/>
                        <a:pt x="441" y="443"/>
                      </a:cubicBezTo>
                      <a:cubicBezTo>
                        <a:pt x="442" y="444"/>
                        <a:pt x="443" y="445"/>
                        <a:pt x="443" y="447"/>
                      </a:cubicBezTo>
                      <a:cubicBezTo>
                        <a:pt x="442" y="448"/>
                        <a:pt x="442" y="449"/>
                        <a:pt x="442" y="450"/>
                      </a:cubicBezTo>
                      <a:cubicBezTo>
                        <a:pt x="443" y="452"/>
                        <a:pt x="443" y="454"/>
                        <a:pt x="442" y="456"/>
                      </a:cubicBezTo>
                      <a:cubicBezTo>
                        <a:pt x="442" y="456"/>
                        <a:pt x="442" y="456"/>
                        <a:pt x="442" y="456"/>
                      </a:cubicBezTo>
                      <a:cubicBezTo>
                        <a:pt x="442" y="457"/>
                        <a:pt x="441" y="458"/>
                        <a:pt x="441" y="459"/>
                      </a:cubicBezTo>
                      <a:cubicBezTo>
                        <a:pt x="439" y="460"/>
                        <a:pt x="437" y="462"/>
                        <a:pt x="435" y="461"/>
                      </a:cubicBezTo>
                      <a:cubicBezTo>
                        <a:pt x="434" y="461"/>
                        <a:pt x="434" y="461"/>
                        <a:pt x="433" y="461"/>
                      </a:cubicBezTo>
                      <a:cubicBezTo>
                        <a:pt x="429" y="463"/>
                        <a:pt x="428" y="461"/>
                        <a:pt x="428" y="458"/>
                      </a:cubicBezTo>
                      <a:cubicBezTo>
                        <a:pt x="428" y="457"/>
                        <a:pt x="428" y="457"/>
                        <a:pt x="428" y="456"/>
                      </a:cubicBezTo>
                      <a:cubicBezTo>
                        <a:pt x="428" y="456"/>
                        <a:pt x="428" y="456"/>
                        <a:pt x="428" y="456"/>
                      </a:cubicBezTo>
                      <a:cubicBezTo>
                        <a:pt x="427" y="454"/>
                        <a:pt x="428" y="451"/>
                        <a:pt x="429" y="449"/>
                      </a:cubicBezTo>
                      <a:cubicBezTo>
                        <a:pt x="429" y="449"/>
                        <a:pt x="429" y="448"/>
                        <a:pt x="429" y="448"/>
                      </a:cubicBezTo>
                      <a:cubicBezTo>
                        <a:pt x="429" y="448"/>
                        <a:pt x="429" y="448"/>
                        <a:pt x="429" y="448"/>
                      </a:cubicBezTo>
                      <a:cubicBezTo>
                        <a:pt x="430" y="447"/>
                        <a:pt x="430" y="446"/>
                        <a:pt x="431" y="444"/>
                      </a:cubicBezTo>
                      <a:cubicBezTo>
                        <a:pt x="432" y="443"/>
                        <a:pt x="433" y="442"/>
                        <a:pt x="435" y="443"/>
                      </a:cubicBezTo>
                      <a:cubicBezTo>
                        <a:pt x="435" y="443"/>
                        <a:pt x="436" y="443"/>
                        <a:pt x="436" y="442"/>
                      </a:cubicBezTo>
                      <a:cubicBezTo>
                        <a:pt x="437" y="442"/>
                        <a:pt x="437" y="442"/>
                        <a:pt x="438" y="442"/>
                      </a:cubicBezTo>
                      <a:close/>
                      <a:moveTo>
                        <a:pt x="413" y="539"/>
                      </a:moveTo>
                      <a:cubicBezTo>
                        <a:pt x="414" y="541"/>
                        <a:pt x="414" y="542"/>
                        <a:pt x="413" y="544"/>
                      </a:cubicBezTo>
                      <a:cubicBezTo>
                        <a:pt x="412" y="546"/>
                        <a:pt x="412" y="548"/>
                        <a:pt x="411" y="549"/>
                      </a:cubicBezTo>
                      <a:cubicBezTo>
                        <a:pt x="411" y="550"/>
                        <a:pt x="411" y="550"/>
                        <a:pt x="410" y="550"/>
                      </a:cubicBezTo>
                      <a:cubicBezTo>
                        <a:pt x="410" y="550"/>
                        <a:pt x="410" y="550"/>
                        <a:pt x="410" y="549"/>
                      </a:cubicBezTo>
                      <a:cubicBezTo>
                        <a:pt x="409" y="549"/>
                        <a:pt x="409" y="548"/>
                        <a:pt x="408" y="547"/>
                      </a:cubicBezTo>
                      <a:cubicBezTo>
                        <a:pt x="407" y="547"/>
                        <a:pt x="407" y="546"/>
                        <a:pt x="407" y="545"/>
                      </a:cubicBezTo>
                      <a:cubicBezTo>
                        <a:pt x="407" y="543"/>
                        <a:pt x="408" y="541"/>
                        <a:pt x="409" y="539"/>
                      </a:cubicBezTo>
                      <a:cubicBezTo>
                        <a:pt x="410" y="538"/>
                        <a:pt x="412" y="538"/>
                        <a:pt x="413" y="539"/>
                      </a:cubicBezTo>
                      <a:close/>
                      <a:moveTo>
                        <a:pt x="447" y="445"/>
                      </a:moveTo>
                      <a:cubicBezTo>
                        <a:pt x="447" y="445"/>
                        <a:pt x="448" y="446"/>
                        <a:pt x="448" y="446"/>
                      </a:cubicBezTo>
                      <a:cubicBezTo>
                        <a:pt x="447" y="448"/>
                        <a:pt x="449" y="447"/>
                        <a:pt x="450" y="448"/>
                      </a:cubicBezTo>
                      <a:cubicBezTo>
                        <a:pt x="450" y="448"/>
                        <a:pt x="451" y="448"/>
                        <a:pt x="451" y="448"/>
                      </a:cubicBezTo>
                      <a:cubicBezTo>
                        <a:pt x="452" y="448"/>
                        <a:pt x="453" y="448"/>
                        <a:pt x="453" y="449"/>
                      </a:cubicBezTo>
                      <a:cubicBezTo>
                        <a:pt x="454" y="450"/>
                        <a:pt x="454" y="450"/>
                        <a:pt x="454" y="451"/>
                      </a:cubicBezTo>
                      <a:cubicBezTo>
                        <a:pt x="454" y="452"/>
                        <a:pt x="453" y="453"/>
                        <a:pt x="452" y="452"/>
                      </a:cubicBezTo>
                      <a:cubicBezTo>
                        <a:pt x="451" y="452"/>
                        <a:pt x="450" y="452"/>
                        <a:pt x="448" y="452"/>
                      </a:cubicBezTo>
                      <a:cubicBezTo>
                        <a:pt x="446" y="453"/>
                        <a:pt x="444" y="450"/>
                        <a:pt x="444" y="448"/>
                      </a:cubicBezTo>
                      <a:cubicBezTo>
                        <a:pt x="444" y="447"/>
                        <a:pt x="445" y="447"/>
                        <a:pt x="445" y="447"/>
                      </a:cubicBezTo>
                      <a:cubicBezTo>
                        <a:pt x="446" y="447"/>
                        <a:pt x="447" y="446"/>
                        <a:pt x="447" y="445"/>
                      </a:cubicBezTo>
                      <a:close/>
                      <a:moveTo>
                        <a:pt x="535" y="472"/>
                      </a:moveTo>
                      <a:cubicBezTo>
                        <a:pt x="534" y="471"/>
                        <a:pt x="534" y="470"/>
                        <a:pt x="533" y="469"/>
                      </a:cubicBezTo>
                      <a:cubicBezTo>
                        <a:pt x="533" y="469"/>
                        <a:pt x="533" y="469"/>
                        <a:pt x="533" y="469"/>
                      </a:cubicBezTo>
                      <a:cubicBezTo>
                        <a:pt x="533" y="469"/>
                        <a:pt x="532" y="469"/>
                        <a:pt x="532" y="469"/>
                      </a:cubicBezTo>
                      <a:cubicBezTo>
                        <a:pt x="532" y="469"/>
                        <a:pt x="532" y="469"/>
                        <a:pt x="532" y="469"/>
                      </a:cubicBezTo>
                      <a:cubicBezTo>
                        <a:pt x="532" y="469"/>
                        <a:pt x="532" y="469"/>
                        <a:pt x="532" y="469"/>
                      </a:cubicBezTo>
                      <a:cubicBezTo>
                        <a:pt x="532" y="469"/>
                        <a:pt x="532" y="468"/>
                        <a:pt x="532" y="468"/>
                      </a:cubicBezTo>
                      <a:cubicBezTo>
                        <a:pt x="532" y="468"/>
                        <a:pt x="532" y="467"/>
                        <a:pt x="532" y="467"/>
                      </a:cubicBezTo>
                      <a:cubicBezTo>
                        <a:pt x="531" y="467"/>
                        <a:pt x="531" y="466"/>
                        <a:pt x="530" y="466"/>
                      </a:cubicBezTo>
                      <a:cubicBezTo>
                        <a:pt x="530" y="466"/>
                        <a:pt x="530" y="466"/>
                        <a:pt x="530" y="466"/>
                      </a:cubicBezTo>
                      <a:cubicBezTo>
                        <a:pt x="530" y="466"/>
                        <a:pt x="530" y="465"/>
                        <a:pt x="529" y="465"/>
                      </a:cubicBezTo>
                      <a:cubicBezTo>
                        <a:pt x="529" y="465"/>
                        <a:pt x="529" y="465"/>
                        <a:pt x="529" y="466"/>
                      </a:cubicBezTo>
                      <a:cubicBezTo>
                        <a:pt x="529" y="466"/>
                        <a:pt x="529" y="467"/>
                        <a:pt x="528" y="467"/>
                      </a:cubicBezTo>
                      <a:cubicBezTo>
                        <a:pt x="527" y="466"/>
                        <a:pt x="527" y="467"/>
                        <a:pt x="527" y="467"/>
                      </a:cubicBezTo>
                      <a:cubicBezTo>
                        <a:pt x="527" y="468"/>
                        <a:pt x="527" y="468"/>
                        <a:pt x="527" y="468"/>
                      </a:cubicBezTo>
                      <a:cubicBezTo>
                        <a:pt x="527" y="468"/>
                        <a:pt x="527" y="468"/>
                        <a:pt x="527" y="468"/>
                      </a:cubicBezTo>
                      <a:cubicBezTo>
                        <a:pt x="526" y="468"/>
                        <a:pt x="527" y="467"/>
                        <a:pt x="526" y="467"/>
                      </a:cubicBezTo>
                      <a:cubicBezTo>
                        <a:pt x="526" y="467"/>
                        <a:pt x="526" y="467"/>
                        <a:pt x="526" y="467"/>
                      </a:cubicBezTo>
                      <a:cubicBezTo>
                        <a:pt x="525" y="467"/>
                        <a:pt x="525" y="467"/>
                        <a:pt x="525" y="468"/>
                      </a:cubicBezTo>
                      <a:cubicBezTo>
                        <a:pt x="526" y="469"/>
                        <a:pt x="525" y="470"/>
                        <a:pt x="524" y="471"/>
                      </a:cubicBezTo>
                      <a:cubicBezTo>
                        <a:pt x="524" y="471"/>
                        <a:pt x="524" y="471"/>
                        <a:pt x="524" y="471"/>
                      </a:cubicBezTo>
                      <a:cubicBezTo>
                        <a:pt x="524" y="471"/>
                        <a:pt x="525" y="470"/>
                        <a:pt x="525" y="469"/>
                      </a:cubicBezTo>
                      <a:cubicBezTo>
                        <a:pt x="525" y="468"/>
                        <a:pt x="525" y="467"/>
                        <a:pt x="524" y="466"/>
                      </a:cubicBezTo>
                      <a:cubicBezTo>
                        <a:pt x="524" y="466"/>
                        <a:pt x="524" y="467"/>
                        <a:pt x="523" y="467"/>
                      </a:cubicBezTo>
                      <a:cubicBezTo>
                        <a:pt x="523" y="467"/>
                        <a:pt x="523" y="467"/>
                        <a:pt x="523" y="467"/>
                      </a:cubicBezTo>
                      <a:cubicBezTo>
                        <a:pt x="522" y="467"/>
                        <a:pt x="521" y="467"/>
                        <a:pt x="521" y="468"/>
                      </a:cubicBezTo>
                      <a:cubicBezTo>
                        <a:pt x="521" y="469"/>
                        <a:pt x="521" y="470"/>
                        <a:pt x="521" y="471"/>
                      </a:cubicBezTo>
                      <a:cubicBezTo>
                        <a:pt x="520" y="470"/>
                        <a:pt x="521" y="469"/>
                        <a:pt x="521" y="468"/>
                      </a:cubicBezTo>
                      <a:cubicBezTo>
                        <a:pt x="520" y="468"/>
                        <a:pt x="520" y="469"/>
                        <a:pt x="520" y="469"/>
                      </a:cubicBezTo>
                      <a:cubicBezTo>
                        <a:pt x="520" y="468"/>
                        <a:pt x="520" y="467"/>
                        <a:pt x="521" y="467"/>
                      </a:cubicBezTo>
                      <a:cubicBezTo>
                        <a:pt x="522" y="466"/>
                        <a:pt x="522" y="466"/>
                        <a:pt x="522" y="465"/>
                      </a:cubicBezTo>
                      <a:cubicBezTo>
                        <a:pt x="522" y="464"/>
                        <a:pt x="522" y="463"/>
                        <a:pt x="523" y="463"/>
                      </a:cubicBezTo>
                      <a:cubicBezTo>
                        <a:pt x="524" y="463"/>
                        <a:pt x="523" y="462"/>
                        <a:pt x="524" y="461"/>
                      </a:cubicBezTo>
                      <a:cubicBezTo>
                        <a:pt x="524" y="461"/>
                        <a:pt x="523" y="460"/>
                        <a:pt x="523" y="460"/>
                      </a:cubicBezTo>
                      <a:cubicBezTo>
                        <a:pt x="522" y="460"/>
                        <a:pt x="522" y="461"/>
                        <a:pt x="521" y="461"/>
                      </a:cubicBezTo>
                      <a:cubicBezTo>
                        <a:pt x="521" y="461"/>
                        <a:pt x="521" y="462"/>
                        <a:pt x="521" y="462"/>
                      </a:cubicBezTo>
                      <a:cubicBezTo>
                        <a:pt x="521" y="463"/>
                        <a:pt x="521" y="464"/>
                        <a:pt x="520" y="464"/>
                      </a:cubicBezTo>
                      <a:cubicBezTo>
                        <a:pt x="520" y="462"/>
                        <a:pt x="520" y="462"/>
                        <a:pt x="518" y="462"/>
                      </a:cubicBezTo>
                      <a:cubicBezTo>
                        <a:pt x="518" y="462"/>
                        <a:pt x="517" y="462"/>
                        <a:pt x="517" y="462"/>
                      </a:cubicBezTo>
                      <a:cubicBezTo>
                        <a:pt x="517" y="462"/>
                        <a:pt x="517" y="462"/>
                        <a:pt x="517" y="462"/>
                      </a:cubicBezTo>
                      <a:cubicBezTo>
                        <a:pt x="517" y="462"/>
                        <a:pt x="517" y="460"/>
                        <a:pt x="516" y="461"/>
                      </a:cubicBezTo>
                      <a:cubicBezTo>
                        <a:pt x="516" y="461"/>
                        <a:pt x="516" y="461"/>
                        <a:pt x="516" y="461"/>
                      </a:cubicBezTo>
                      <a:cubicBezTo>
                        <a:pt x="516" y="461"/>
                        <a:pt x="515" y="461"/>
                        <a:pt x="515" y="461"/>
                      </a:cubicBezTo>
                      <a:cubicBezTo>
                        <a:pt x="515" y="460"/>
                        <a:pt x="515" y="461"/>
                        <a:pt x="516" y="461"/>
                      </a:cubicBezTo>
                      <a:cubicBezTo>
                        <a:pt x="516" y="460"/>
                        <a:pt x="516" y="460"/>
                        <a:pt x="516" y="460"/>
                      </a:cubicBezTo>
                      <a:cubicBezTo>
                        <a:pt x="516" y="460"/>
                        <a:pt x="516" y="460"/>
                        <a:pt x="516" y="460"/>
                      </a:cubicBezTo>
                      <a:cubicBezTo>
                        <a:pt x="516" y="460"/>
                        <a:pt x="516" y="460"/>
                        <a:pt x="516" y="460"/>
                      </a:cubicBezTo>
                      <a:cubicBezTo>
                        <a:pt x="517" y="459"/>
                        <a:pt x="517" y="458"/>
                        <a:pt x="516" y="458"/>
                      </a:cubicBezTo>
                      <a:cubicBezTo>
                        <a:pt x="516" y="457"/>
                        <a:pt x="516" y="457"/>
                        <a:pt x="516" y="457"/>
                      </a:cubicBezTo>
                      <a:cubicBezTo>
                        <a:pt x="516" y="456"/>
                        <a:pt x="516" y="455"/>
                        <a:pt x="515" y="455"/>
                      </a:cubicBezTo>
                      <a:cubicBezTo>
                        <a:pt x="516" y="454"/>
                        <a:pt x="515" y="453"/>
                        <a:pt x="514" y="453"/>
                      </a:cubicBezTo>
                      <a:cubicBezTo>
                        <a:pt x="514" y="453"/>
                        <a:pt x="514" y="453"/>
                        <a:pt x="513" y="452"/>
                      </a:cubicBezTo>
                      <a:cubicBezTo>
                        <a:pt x="512" y="451"/>
                        <a:pt x="512" y="451"/>
                        <a:pt x="511" y="452"/>
                      </a:cubicBezTo>
                      <a:cubicBezTo>
                        <a:pt x="511" y="452"/>
                        <a:pt x="511" y="452"/>
                        <a:pt x="511" y="452"/>
                      </a:cubicBezTo>
                      <a:cubicBezTo>
                        <a:pt x="510" y="452"/>
                        <a:pt x="510" y="453"/>
                        <a:pt x="510" y="453"/>
                      </a:cubicBezTo>
                      <a:cubicBezTo>
                        <a:pt x="510" y="453"/>
                        <a:pt x="510" y="453"/>
                        <a:pt x="510" y="453"/>
                      </a:cubicBezTo>
                      <a:cubicBezTo>
                        <a:pt x="510" y="453"/>
                        <a:pt x="510" y="453"/>
                        <a:pt x="509" y="453"/>
                      </a:cubicBezTo>
                      <a:cubicBezTo>
                        <a:pt x="509" y="453"/>
                        <a:pt x="509" y="453"/>
                        <a:pt x="509" y="453"/>
                      </a:cubicBezTo>
                      <a:cubicBezTo>
                        <a:pt x="509" y="453"/>
                        <a:pt x="509" y="453"/>
                        <a:pt x="509" y="453"/>
                      </a:cubicBezTo>
                      <a:cubicBezTo>
                        <a:pt x="509" y="453"/>
                        <a:pt x="509" y="454"/>
                        <a:pt x="509" y="454"/>
                      </a:cubicBezTo>
                      <a:cubicBezTo>
                        <a:pt x="508" y="453"/>
                        <a:pt x="509" y="453"/>
                        <a:pt x="509" y="453"/>
                      </a:cubicBezTo>
                      <a:cubicBezTo>
                        <a:pt x="510" y="452"/>
                        <a:pt x="510" y="452"/>
                        <a:pt x="509" y="451"/>
                      </a:cubicBezTo>
                      <a:cubicBezTo>
                        <a:pt x="510" y="451"/>
                        <a:pt x="510" y="450"/>
                        <a:pt x="511" y="449"/>
                      </a:cubicBezTo>
                      <a:cubicBezTo>
                        <a:pt x="512" y="449"/>
                        <a:pt x="512" y="449"/>
                        <a:pt x="511" y="448"/>
                      </a:cubicBezTo>
                      <a:cubicBezTo>
                        <a:pt x="510" y="447"/>
                        <a:pt x="509" y="447"/>
                        <a:pt x="509" y="448"/>
                      </a:cubicBezTo>
                      <a:cubicBezTo>
                        <a:pt x="509" y="449"/>
                        <a:pt x="509" y="449"/>
                        <a:pt x="508" y="449"/>
                      </a:cubicBezTo>
                      <a:cubicBezTo>
                        <a:pt x="508" y="449"/>
                        <a:pt x="508" y="449"/>
                        <a:pt x="508" y="449"/>
                      </a:cubicBezTo>
                      <a:cubicBezTo>
                        <a:pt x="508" y="449"/>
                        <a:pt x="508" y="449"/>
                        <a:pt x="508" y="449"/>
                      </a:cubicBezTo>
                      <a:cubicBezTo>
                        <a:pt x="508" y="450"/>
                        <a:pt x="507" y="450"/>
                        <a:pt x="507" y="450"/>
                      </a:cubicBezTo>
                      <a:cubicBezTo>
                        <a:pt x="507" y="450"/>
                        <a:pt x="507" y="450"/>
                        <a:pt x="507" y="450"/>
                      </a:cubicBezTo>
                      <a:cubicBezTo>
                        <a:pt x="507" y="450"/>
                        <a:pt x="507" y="450"/>
                        <a:pt x="507" y="450"/>
                      </a:cubicBezTo>
                      <a:cubicBezTo>
                        <a:pt x="507" y="449"/>
                        <a:pt x="507" y="448"/>
                        <a:pt x="506" y="448"/>
                      </a:cubicBezTo>
                      <a:cubicBezTo>
                        <a:pt x="505" y="448"/>
                        <a:pt x="505" y="449"/>
                        <a:pt x="505" y="449"/>
                      </a:cubicBezTo>
                      <a:cubicBezTo>
                        <a:pt x="505" y="450"/>
                        <a:pt x="505" y="450"/>
                        <a:pt x="505" y="450"/>
                      </a:cubicBezTo>
                      <a:cubicBezTo>
                        <a:pt x="505" y="450"/>
                        <a:pt x="505" y="450"/>
                        <a:pt x="505" y="450"/>
                      </a:cubicBezTo>
                      <a:cubicBezTo>
                        <a:pt x="504" y="451"/>
                        <a:pt x="504" y="451"/>
                        <a:pt x="504" y="452"/>
                      </a:cubicBezTo>
                      <a:cubicBezTo>
                        <a:pt x="504" y="452"/>
                        <a:pt x="503" y="452"/>
                        <a:pt x="503" y="452"/>
                      </a:cubicBezTo>
                      <a:cubicBezTo>
                        <a:pt x="503" y="452"/>
                        <a:pt x="503" y="452"/>
                        <a:pt x="503" y="452"/>
                      </a:cubicBezTo>
                      <a:cubicBezTo>
                        <a:pt x="504" y="451"/>
                        <a:pt x="504" y="449"/>
                        <a:pt x="503" y="448"/>
                      </a:cubicBezTo>
                      <a:cubicBezTo>
                        <a:pt x="502" y="449"/>
                        <a:pt x="501" y="449"/>
                        <a:pt x="501" y="450"/>
                      </a:cubicBezTo>
                      <a:cubicBezTo>
                        <a:pt x="501" y="450"/>
                        <a:pt x="501" y="449"/>
                        <a:pt x="501" y="449"/>
                      </a:cubicBezTo>
                      <a:cubicBezTo>
                        <a:pt x="501" y="449"/>
                        <a:pt x="501" y="449"/>
                        <a:pt x="501" y="449"/>
                      </a:cubicBezTo>
                      <a:cubicBezTo>
                        <a:pt x="501" y="449"/>
                        <a:pt x="501" y="449"/>
                        <a:pt x="501" y="449"/>
                      </a:cubicBezTo>
                      <a:cubicBezTo>
                        <a:pt x="501" y="448"/>
                        <a:pt x="502" y="448"/>
                        <a:pt x="501" y="447"/>
                      </a:cubicBezTo>
                      <a:cubicBezTo>
                        <a:pt x="501" y="446"/>
                        <a:pt x="501" y="446"/>
                        <a:pt x="500" y="445"/>
                      </a:cubicBezTo>
                      <a:cubicBezTo>
                        <a:pt x="499" y="445"/>
                        <a:pt x="499" y="446"/>
                        <a:pt x="498" y="446"/>
                      </a:cubicBezTo>
                      <a:cubicBezTo>
                        <a:pt x="498" y="446"/>
                        <a:pt x="498" y="446"/>
                        <a:pt x="498" y="446"/>
                      </a:cubicBezTo>
                      <a:cubicBezTo>
                        <a:pt x="498" y="446"/>
                        <a:pt x="498" y="446"/>
                        <a:pt x="497" y="446"/>
                      </a:cubicBezTo>
                      <a:cubicBezTo>
                        <a:pt x="497" y="446"/>
                        <a:pt x="497" y="446"/>
                        <a:pt x="497" y="446"/>
                      </a:cubicBezTo>
                      <a:cubicBezTo>
                        <a:pt x="497" y="446"/>
                        <a:pt x="497" y="446"/>
                        <a:pt x="497" y="446"/>
                      </a:cubicBezTo>
                      <a:cubicBezTo>
                        <a:pt x="497" y="446"/>
                        <a:pt x="497" y="446"/>
                        <a:pt x="497" y="445"/>
                      </a:cubicBezTo>
                      <a:cubicBezTo>
                        <a:pt x="498" y="445"/>
                        <a:pt x="498" y="444"/>
                        <a:pt x="497" y="444"/>
                      </a:cubicBezTo>
                      <a:cubicBezTo>
                        <a:pt x="496" y="443"/>
                        <a:pt x="495" y="443"/>
                        <a:pt x="495" y="445"/>
                      </a:cubicBezTo>
                      <a:cubicBezTo>
                        <a:pt x="495" y="445"/>
                        <a:pt x="495" y="445"/>
                        <a:pt x="495" y="445"/>
                      </a:cubicBezTo>
                      <a:cubicBezTo>
                        <a:pt x="494" y="444"/>
                        <a:pt x="494" y="444"/>
                        <a:pt x="494" y="444"/>
                      </a:cubicBezTo>
                      <a:cubicBezTo>
                        <a:pt x="494" y="444"/>
                        <a:pt x="494" y="444"/>
                        <a:pt x="494" y="444"/>
                      </a:cubicBezTo>
                      <a:cubicBezTo>
                        <a:pt x="495" y="443"/>
                        <a:pt x="495" y="443"/>
                        <a:pt x="495" y="442"/>
                      </a:cubicBezTo>
                      <a:cubicBezTo>
                        <a:pt x="496" y="442"/>
                        <a:pt x="495" y="442"/>
                        <a:pt x="495" y="442"/>
                      </a:cubicBezTo>
                      <a:cubicBezTo>
                        <a:pt x="495" y="442"/>
                        <a:pt x="495" y="442"/>
                        <a:pt x="495" y="442"/>
                      </a:cubicBezTo>
                      <a:cubicBezTo>
                        <a:pt x="495" y="442"/>
                        <a:pt x="495" y="442"/>
                        <a:pt x="495" y="442"/>
                      </a:cubicBezTo>
                      <a:cubicBezTo>
                        <a:pt x="494" y="441"/>
                        <a:pt x="494" y="442"/>
                        <a:pt x="493" y="442"/>
                      </a:cubicBezTo>
                      <a:cubicBezTo>
                        <a:pt x="493" y="442"/>
                        <a:pt x="493" y="442"/>
                        <a:pt x="493" y="442"/>
                      </a:cubicBezTo>
                      <a:cubicBezTo>
                        <a:pt x="493" y="443"/>
                        <a:pt x="493" y="443"/>
                        <a:pt x="493" y="443"/>
                      </a:cubicBezTo>
                      <a:cubicBezTo>
                        <a:pt x="492" y="442"/>
                        <a:pt x="492" y="442"/>
                        <a:pt x="491" y="443"/>
                      </a:cubicBezTo>
                      <a:cubicBezTo>
                        <a:pt x="491" y="443"/>
                        <a:pt x="491" y="443"/>
                        <a:pt x="491" y="443"/>
                      </a:cubicBezTo>
                      <a:cubicBezTo>
                        <a:pt x="491" y="443"/>
                        <a:pt x="491" y="443"/>
                        <a:pt x="491" y="443"/>
                      </a:cubicBezTo>
                      <a:cubicBezTo>
                        <a:pt x="491" y="443"/>
                        <a:pt x="491" y="443"/>
                        <a:pt x="491" y="443"/>
                      </a:cubicBezTo>
                      <a:cubicBezTo>
                        <a:pt x="491" y="443"/>
                        <a:pt x="491" y="443"/>
                        <a:pt x="491" y="443"/>
                      </a:cubicBezTo>
                      <a:cubicBezTo>
                        <a:pt x="491" y="442"/>
                        <a:pt x="492" y="442"/>
                        <a:pt x="493" y="442"/>
                      </a:cubicBezTo>
                      <a:cubicBezTo>
                        <a:pt x="493" y="441"/>
                        <a:pt x="494" y="441"/>
                        <a:pt x="494" y="441"/>
                      </a:cubicBezTo>
                      <a:cubicBezTo>
                        <a:pt x="495" y="441"/>
                        <a:pt x="496" y="441"/>
                        <a:pt x="497" y="441"/>
                      </a:cubicBezTo>
                      <a:cubicBezTo>
                        <a:pt x="497" y="441"/>
                        <a:pt x="498" y="441"/>
                        <a:pt x="498" y="440"/>
                      </a:cubicBezTo>
                      <a:cubicBezTo>
                        <a:pt x="497" y="440"/>
                        <a:pt x="496" y="439"/>
                        <a:pt x="496" y="440"/>
                      </a:cubicBezTo>
                      <a:cubicBezTo>
                        <a:pt x="494" y="442"/>
                        <a:pt x="495" y="439"/>
                        <a:pt x="494" y="439"/>
                      </a:cubicBezTo>
                      <a:cubicBezTo>
                        <a:pt x="494" y="439"/>
                        <a:pt x="493" y="439"/>
                        <a:pt x="493" y="439"/>
                      </a:cubicBezTo>
                      <a:cubicBezTo>
                        <a:pt x="493" y="440"/>
                        <a:pt x="492" y="440"/>
                        <a:pt x="492" y="440"/>
                      </a:cubicBezTo>
                      <a:cubicBezTo>
                        <a:pt x="492" y="440"/>
                        <a:pt x="492" y="440"/>
                        <a:pt x="492" y="440"/>
                      </a:cubicBezTo>
                      <a:cubicBezTo>
                        <a:pt x="492" y="440"/>
                        <a:pt x="492" y="440"/>
                        <a:pt x="492" y="440"/>
                      </a:cubicBezTo>
                      <a:cubicBezTo>
                        <a:pt x="492" y="439"/>
                        <a:pt x="492" y="439"/>
                        <a:pt x="492" y="439"/>
                      </a:cubicBezTo>
                      <a:cubicBezTo>
                        <a:pt x="493" y="439"/>
                        <a:pt x="493" y="439"/>
                        <a:pt x="493" y="438"/>
                      </a:cubicBezTo>
                      <a:cubicBezTo>
                        <a:pt x="493" y="438"/>
                        <a:pt x="492" y="438"/>
                        <a:pt x="492" y="438"/>
                      </a:cubicBezTo>
                      <a:cubicBezTo>
                        <a:pt x="491" y="438"/>
                        <a:pt x="491" y="439"/>
                        <a:pt x="490" y="438"/>
                      </a:cubicBezTo>
                      <a:cubicBezTo>
                        <a:pt x="490" y="438"/>
                        <a:pt x="489" y="438"/>
                        <a:pt x="489" y="438"/>
                      </a:cubicBezTo>
                      <a:cubicBezTo>
                        <a:pt x="489" y="438"/>
                        <a:pt x="489" y="438"/>
                        <a:pt x="489" y="438"/>
                      </a:cubicBezTo>
                      <a:cubicBezTo>
                        <a:pt x="489" y="438"/>
                        <a:pt x="489" y="438"/>
                        <a:pt x="489" y="438"/>
                      </a:cubicBezTo>
                      <a:cubicBezTo>
                        <a:pt x="489" y="438"/>
                        <a:pt x="488" y="438"/>
                        <a:pt x="488" y="438"/>
                      </a:cubicBezTo>
                      <a:cubicBezTo>
                        <a:pt x="487" y="437"/>
                        <a:pt x="486" y="438"/>
                        <a:pt x="485" y="438"/>
                      </a:cubicBezTo>
                      <a:cubicBezTo>
                        <a:pt x="486" y="437"/>
                        <a:pt x="486" y="438"/>
                        <a:pt x="486" y="437"/>
                      </a:cubicBezTo>
                      <a:cubicBezTo>
                        <a:pt x="486" y="436"/>
                        <a:pt x="485" y="436"/>
                        <a:pt x="485" y="437"/>
                      </a:cubicBezTo>
                      <a:cubicBezTo>
                        <a:pt x="485" y="437"/>
                        <a:pt x="485" y="437"/>
                        <a:pt x="484" y="437"/>
                      </a:cubicBezTo>
                      <a:cubicBezTo>
                        <a:pt x="484" y="437"/>
                        <a:pt x="485" y="436"/>
                        <a:pt x="485" y="436"/>
                      </a:cubicBezTo>
                      <a:cubicBezTo>
                        <a:pt x="485" y="436"/>
                        <a:pt x="486" y="436"/>
                        <a:pt x="486" y="436"/>
                      </a:cubicBezTo>
                      <a:cubicBezTo>
                        <a:pt x="487" y="437"/>
                        <a:pt x="488" y="436"/>
                        <a:pt x="489" y="436"/>
                      </a:cubicBezTo>
                      <a:cubicBezTo>
                        <a:pt x="488" y="434"/>
                        <a:pt x="486" y="435"/>
                        <a:pt x="485" y="435"/>
                      </a:cubicBezTo>
                      <a:cubicBezTo>
                        <a:pt x="485" y="435"/>
                        <a:pt x="485" y="435"/>
                        <a:pt x="485" y="435"/>
                      </a:cubicBezTo>
                      <a:cubicBezTo>
                        <a:pt x="485" y="434"/>
                        <a:pt x="485" y="434"/>
                        <a:pt x="485" y="434"/>
                      </a:cubicBezTo>
                      <a:cubicBezTo>
                        <a:pt x="485" y="434"/>
                        <a:pt x="485" y="434"/>
                        <a:pt x="485" y="434"/>
                      </a:cubicBezTo>
                      <a:cubicBezTo>
                        <a:pt x="485" y="434"/>
                        <a:pt x="484" y="434"/>
                        <a:pt x="484" y="434"/>
                      </a:cubicBezTo>
                      <a:cubicBezTo>
                        <a:pt x="484" y="433"/>
                        <a:pt x="485" y="434"/>
                        <a:pt x="485" y="434"/>
                      </a:cubicBezTo>
                      <a:cubicBezTo>
                        <a:pt x="485" y="434"/>
                        <a:pt x="485" y="434"/>
                        <a:pt x="485" y="434"/>
                      </a:cubicBezTo>
                      <a:cubicBezTo>
                        <a:pt x="485" y="434"/>
                        <a:pt x="485" y="434"/>
                        <a:pt x="485" y="434"/>
                      </a:cubicBezTo>
                      <a:cubicBezTo>
                        <a:pt x="486" y="434"/>
                        <a:pt x="486" y="433"/>
                        <a:pt x="486" y="433"/>
                      </a:cubicBezTo>
                      <a:cubicBezTo>
                        <a:pt x="488" y="433"/>
                        <a:pt x="489" y="433"/>
                        <a:pt x="490" y="434"/>
                      </a:cubicBezTo>
                      <a:cubicBezTo>
                        <a:pt x="490" y="434"/>
                        <a:pt x="491" y="434"/>
                        <a:pt x="491" y="434"/>
                      </a:cubicBezTo>
                      <a:cubicBezTo>
                        <a:pt x="489" y="433"/>
                        <a:pt x="488" y="432"/>
                        <a:pt x="487" y="432"/>
                      </a:cubicBezTo>
                      <a:cubicBezTo>
                        <a:pt x="487" y="431"/>
                        <a:pt x="488" y="432"/>
                        <a:pt x="488" y="432"/>
                      </a:cubicBezTo>
                      <a:cubicBezTo>
                        <a:pt x="489" y="432"/>
                        <a:pt x="489" y="432"/>
                        <a:pt x="490" y="432"/>
                      </a:cubicBezTo>
                      <a:cubicBezTo>
                        <a:pt x="490" y="431"/>
                        <a:pt x="489" y="431"/>
                        <a:pt x="489" y="431"/>
                      </a:cubicBezTo>
                      <a:cubicBezTo>
                        <a:pt x="489" y="430"/>
                        <a:pt x="490" y="430"/>
                        <a:pt x="490" y="430"/>
                      </a:cubicBezTo>
                      <a:cubicBezTo>
                        <a:pt x="490" y="430"/>
                        <a:pt x="490" y="430"/>
                        <a:pt x="490" y="430"/>
                      </a:cubicBezTo>
                      <a:cubicBezTo>
                        <a:pt x="490" y="430"/>
                        <a:pt x="490" y="430"/>
                        <a:pt x="490" y="430"/>
                      </a:cubicBezTo>
                      <a:cubicBezTo>
                        <a:pt x="490" y="430"/>
                        <a:pt x="491" y="430"/>
                        <a:pt x="491" y="429"/>
                      </a:cubicBezTo>
                      <a:cubicBezTo>
                        <a:pt x="490" y="428"/>
                        <a:pt x="489" y="427"/>
                        <a:pt x="488" y="427"/>
                      </a:cubicBezTo>
                      <a:cubicBezTo>
                        <a:pt x="487" y="427"/>
                        <a:pt x="487" y="427"/>
                        <a:pt x="487" y="426"/>
                      </a:cubicBezTo>
                      <a:cubicBezTo>
                        <a:pt x="486" y="426"/>
                        <a:pt x="486" y="426"/>
                        <a:pt x="486" y="426"/>
                      </a:cubicBezTo>
                      <a:cubicBezTo>
                        <a:pt x="486" y="426"/>
                        <a:pt x="486" y="426"/>
                        <a:pt x="486" y="426"/>
                      </a:cubicBezTo>
                      <a:cubicBezTo>
                        <a:pt x="486" y="426"/>
                        <a:pt x="486" y="426"/>
                        <a:pt x="486" y="426"/>
                      </a:cubicBezTo>
                      <a:cubicBezTo>
                        <a:pt x="486" y="426"/>
                        <a:pt x="486" y="426"/>
                        <a:pt x="486" y="426"/>
                      </a:cubicBezTo>
                      <a:cubicBezTo>
                        <a:pt x="486" y="426"/>
                        <a:pt x="487" y="426"/>
                        <a:pt x="487" y="426"/>
                      </a:cubicBezTo>
                      <a:cubicBezTo>
                        <a:pt x="487" y="426"/>
                        <a:pt x="487" y="426"/>
                        <a:pt x="487" y="426"/>
                      </a:cubicBezTo>
                      <a:cubicBezTo>
                        <a:pt x="487" y="426"/>
                        <a:pt x="487" y="426"/>
                        <a:pt x="487" y="426"/>
                      </a:cubicBezTo>
                      <a:cubicBezTo>
                        <a:pt x="488" y="425"/>
                        <a:pt x="489" y="426"/>
                        <a:pt x="489" y="425"/>
                      </a:cubicBezTo>
                      <a:cubicBezTo>
                        <a:pt x="489" y="425"/>
                        <a:pt x="489" y="425"/>
                        <a:pt x="490" y="425"/>
                      </a:cubicBezTo>
                      <a:cubicBezTo>
                        <a:pt x="490" y="425"/>
                        <a:pt x="490" y="425"/>
                        <a:pt x="490" y="425"/>
                      </a:cubicBezTo>
                      <a:cubicBezTo>
                        <a:pt x="490" y="425"/>
                        <a:pt x="490" y="425"/>
                        <a:pt x="490" y="425"/>
                      </a:cubicBezTo>
                      <a:cubicBezTo>
                        <a:pt x="490" y="425"/>
                        <a:pt x="490" y="425"/>
                        <a:pt x="491" y="426"/>
                      </a:cubicBezTo>
                      <a:cubicBezTo>
                        <a:pt x="492" y="426"/>
                        <a:pt x="493" y="427"/>
                        <a:pt x="494" y="426"/>
                      </a:cubicBezTo>
                      <a:cubicBezTo>
                        <a:pt x="495" y="426"/>
                        <a:pt x="496" y="426"/>
                        <a:pt x="497" y="427"/>
                      </a:cubicBezTo>
                      <a:cubicBezTo>
                        <a:pt x="498" y="427"/>
                        <a:pt x="498" y="427"/>
                        <a:pt x="499" y="426"/>
                      </a:cubicBezTo>
                      <a:cubicBezTo>
                        <a:pt x="499" y="425"/>
                        <a:pt x="499" y="425"/>
                        <a:pt x="498" y="424"/>
                      </a:cubicBezTo>
                      <a:cubicBezTo>
                        <a:pt x="497" y="422"/>
                        <a:pt x="495" y="420"/>
                        <a:pt x="492" y="421"/>
                      </a:cubicBezTo>
                      <a:cubicBezTo>
                        <a:pt x="490" y="421"/>
                        <a:pt x="489" y="420"/>
                        <a:pt x="487" y="419"/>
                      </a:cubicBezTo>
                      <a:cubicBezTo>
                        <a:pt x="486" y="418"/>
                        <a:pt x="485" y="418"/>
                        <a:pt x="484" y="419"/>
                      </a:cubicBezTo>
                      <a:cubicBezTo>
                        <a:pt x="482" y="420"/>
                        <a:pt x="481" y="421"/>
                        <a:pt x="479" y="420"/>
                      </a:cubicBezTo>
                      <a:cubicBezTo>
                        <a:pt x="479" y="420"/>
                        <a:pt x="479" y="420"/>
                        <a:pt x="479" y="420"/>
                      </a:cubicBezTo>
                      <a:cubicBezTo>
                        <a:pt x="480" y="419"/>
                        <a:pt x="480" y="419"/>
                        <a:pt x="480" y="419"/>
                      </a:cubicBezTo>
                      <a:cubicBezTo>
                        <a:pt x="480" y="419"/>
                        <a:pt x="480" y="419"/>
                        <a:pt x="480" y="419"/>
                      </a:cubicBezTo>
                      <a:cubicBezTo>
                        <a:pt x="480" y="419"/>
                        <a:pt x="480" y="419"/>
                        <a:pt x="480" y="419"/>
                      </a:cubicBezTo>
                      <a:cubicBezTo>
                        <a:pt x="482" y="420"/>
                        <a:pt x="483" y="419"/>
                        <a:pt x="484" y="418"/>
                      </a:cubicBezTo>
                      <a:cubicBezTo>
                        <a:pt x="484" y="418"/>
                        <a:pt x="485" y="417"/>
                        <a:pt x="486" y="417"/>
                      </a:cubicBezTo>
                      <a:cubicBezTo>
                        <a:pt x="487" y="418"/>
                        <a:pt x="488" y="417"/>
                        <a:pt x="489" y="416"/>
                      </a:cubicBezTo>
                      <a:cubicBezTo>
                        <a:pt x="490" y="415"/>
                        <a:pt x="491" y="414"/>
                        <a:pt x="492" y="415"/>
                      </a:cubicBezTo>
                      <a:cubicBezTo>
                        <a:pt x="493" y="416"/>
                        <a:pt x="494" y="416"/>
                        <a:pt x="495" y="416"/>
                      </a:cubicBezTo>
                      <a:cubicBezTo>
                        <a:pt x="495" y="416"/>
                        <a:pt x="496" y="416"/>
                        <a:pt x="495" y="415"/>
                      </a:cubicBezTo>
                      <a:cubicBezTo>
                        <a:pt x="495" y="414"/>
                        <a:pt x="495" y="412"/>
                        <a:pt x="495" y="411"/>
                      </a:cubicBezTo>
                      <a:cubicBezTo>
                        <a:pt x="494" y="409"/>
                        <a:pt x="492" y="407"/>
                        <a:pt x="491" y="406"/>
                      </a:cubicBezTo>
                      <a:cubicBezTo>
                        <a:pt x="490" y="404"/>
                        <a:pt x="489" y="404"/>
                        <a:pt x="488" y="406"/>
                      </a:cubicBezTo>
                      <a:cubicBezTo>
                        <a:pt x="488" y="406"/>
                        <a:pt x="487" y="407"/>
                        <a:pt x="488" y="408"/>
                      </a:cubicBezTo>
                      <a:cubicBezTo>
                        <a:pt x="489" y="408"/>
                        <a:pt x="488" y="409"/>
                        <a:pt x="488" y="409"/>
                      </a:cubicBezTo>
                      <a:cubicBezTo>
                        <a:pt x="487" y="409"/>
                        <a:pt x="487" y="409"/>
                        <a:pt x="486" y="410"/>
                      </a:cubicBezTo>
                      <a:cubicBezTo>
                        <a:pt x="486" y="411"/>
                        <a:pt x="485" y="412"/>
                        <a:pt x="483" y="412"/>
                      </a:cubicBezTo>
                      <a:cubicBezTo>
                        <a:pt x="483" y="412"/>
                        <a:pt x="483" y="412"/>
                        <a:pt x="483" y="412"/>
                      </a:cubicBezTo>
                      <a:cubicBezTo>
                        <a:pt x="482" y="412"/>
                        <a:pt x="482" y="413"/>
                        <a:pt x="481" y="414"/>
                      </a:cubicBezTo>
                      <a:cubicBezTo>
                        <a:pt x="481" y="415"/>
                        <a:pt x="480" y="415"/>
                        <a:pt x="479" y="414"/>
                      </a:cubicBezTo>
                      <a:cubicBezTo>
                        <a:pt x="479" y="414"/>
                        <a:pt x="478" y="414"/>
                        <a:pt x="478" y="415"/>
                      </a:cubicBezTo>
                      <a:cubicBezTo>
                        <a:pt x="478" y="415"/>
                        <a:pt x="478" y="415"/>
                        <a:pt x="478" y="415"/>
                      </a:cubicBezTo>
                      <a:cubicBezTo>
                        <a:pt x="477" y="416"/>
                        <a:pt x="477" y="417"/>
                        <a:pt x="476" y="418"/>
                      </a:cubicBezTo>
                      <a:cubicBezTo>
                        <a:pt x="476" y="418"/>
                        <a:pt x="476" y="418"/>
                        <a:pt x="476" y="418"/>
                      </a:cubicBezTo>
                      <a:cubicBezTo>
                        <a:pt x="477" y="416"/>
                        <a:pt x="477" y="415"/>
                        <a:pt x="478" y="413"/>
                      </a:cubicBezTo>
                      <a:cubicBezTo>
                        <a:pt x="478" y="413"/>
                        <a:pt x="478" y="413"/>
                        <a:pt x="478" y="413"/>
                      </a:cubicBezTo>
                      <a:cubicBezTo>
                        <a:pt x="479" y="413"/>
                        <a:pt x="479" y="413"/>
                        <a:pt x="479" y="413"/>
                      </a:cubicBezTo>
                      <a:cubicBezTo>
                        <a:pt x="479" y="413"/>
                        <a:pt x="479" y="413"/>
                        <a:pt x="479" y="413"/>
                      </a:cubicBezTo>
                      <a:cubicBezTo>
                        <a:pt x="480" y="414"/>
                        <a:pt x="480" y="414"/>
                        <a:pt x="480" y="413"/>
                      </a:cubicBezTo>
                      <a:cubicBezTo>
                        <a:pt x="481" y="412"/>
                        <a:pt x="482" y="411"/>
                        <a:pt x="484" y="410"/>
                      </a:cubicBezTo>
                      <a:cubicBezTo>
                        <a:pt x="484" y="410"/>
                        <a:pt x="485" y="409"/>
                        <a:pt x="484" y="409"/>
                      </a:cubicBezTo>
                      <a:cubicBezTo>
                        <a:pt x="484" y="409"/>
                        <a:pt x="484" y="409"/>
                        <a:pt x="484" y="409"/>
                      </a:cubicBezTo>
                      <a:cubicBezTo>
                        <a:pt x="484" y="409"/>
                        <a:pt x="484" y="409"/>
                        <a:pt x="484" y="409"/>
                      </a:cubicBezTo>
                      <a:cubicBezTo>
                        <a:pt x="485" y="409"/>
                        <a:pt x="485" y="408"/>
                        <a:pt x="485" y="408"/>
                      </a:cubicBezTo>
                      <a:cubicBezTo>
                        <a:pt x="485" y="408"/>
                        <a:pt x="486" y="407"/>
                        <a:pt x="485" y="407"/>
                      </a:cubicBezTo>
                      <a:cubicBezTo>
                        <a:pt x="485" y="406"/>
                        <a:pt x="484" y="406"/>
                        <a:pt x="484" y="406"/>
                      </a:cubicBezTo>
                      <a:cubicBezTo>
                        <a:pt x="483" y="407"/>
                        <a:pt x="482" y="407"/>
                        <a:pt x="481" y="407"/>
                      </a:cubicBezTo>
                      <a:cubicBezTo>
                        <a:pt x="480" y="407"/>
                        <a:pt x="479" y="407"/>
                        <a:pt x="478" y="408"/>
                      </a:cubicBezTo>
                      <a:cubicBezTo>
                        <a:pt x="478" y="408"/>
                        <a:pt x="478" y="408"/>
                        <a:pt x="478" y="408"/>
                      </a:cubicBezTo>
                      <a:cubicBezTo>
                        <a:pt x="478" y="409"/>
                        <a:pt x="478" y="409"/>
                        <a:pt x="478" y="410"/>
                      </a:cubicBezTo>
                      <a:cubicBezTo>
                        <a:pt x="478" y="411"/>
                        <a:pt x="478" y="411"/>
                        <a:pt x="477" y="411"/>
                      </a:cubicBezTo>
                      <a:cubicBezTo>
                        <a:pt x="476" y="411"/>
                        <a:pt x="476" y="412"/>
                        <a:pt x="475" y="413"/>
                      </a:cubicBezTo>
                      <a:cubicBezTo>
                        <a:pt x="475" y="413"/>
                        <a:pt x="475" y="413"/>
                        <a:pt x="475" y="413"/>
                      </a:cubicBezTo>
                      <a:cubicBezTo>
                        <a:pt x="475" y="413"/>
                        <a:pt x="474" y="413"/>
                        <a:pt x="474" y="414"/>
                      </a:cubicBezTo>
                      <a:cubicBezTo>
                        <a:pt x="474" y="414"/>
                        <a:pt x="474" y="414"/>
                        <a:pt x="474" y="414"/>
                      </a:cubicBezTo>
                      <a:cubicBezTo>
                        <a:pt x="474" y="414"/>
                        <a:pt x="474" y="414"/>
                        <a:pt x="474" y="414"/>
                      </a:cubicBezTo>
                      <a:cubicBezTo>
                        <a:pt x="474" y="413"/>
                        <a:pt x="474" y="413"/>
                        <a:pt x="474" y="413"/>
                      </a:cubicBezTo>
                      <a:cubicBezTo>
                        <a:pt x="475" y="412"/>
                        <a:pt x="475" y="410"/>
                        <a:pt x="477" y="411"/>
                      </a:cubicBezTo>
                      <a:cubicBezTo>
                        <a:pt x="477" y="411"/>
                        <a:pt x="477" y="410"/>
                        <a:pt x="477" y="410"/>
                      </a:cubicBezTo>
                      <a:cubicBezTo>
                        <a:pt x="477" y="410"/>
                        <a:pt x="477" y="409"/>
                        <a:pt x="476" y="409"/>
                      </a:cubicBezTo>
                      <a:cubicBezTo>
                        <a:pt x="476" y="409"/>
                        <a:pt x="478" y="409"/>
                        <a:pt x="477" y="407"/>
                      </a:cubicBezTo>
                      <a:cubicBezTo>
                        <a:pt x="478" y="407"/>
                        <a:pt x="479" y="406"/>
                        <a:pt x="480" y="406"/>
                      </a:cubicBezTo>
                      <a:cubicBezTo>
                        <a:pt x="480" y="406"/>
                        <a:pt x="480" y="406"/>
                        <a:pt x="480" y="406"/>
                      </a:cubicBezTo>
                      <a:cubicBezTo>
                        <a:pt x="481" y="405"/>
                        <a:pt x="482" y="405"/>
                        <a:pt x="482" y="405"/>
                      </a:cubicBezTo>
                      <a:cubicBezTo>
                        <a:pt x="484" y="405"/>
                        <a:pt x="486" y="404"/>
                        <a:pt x="486" y="402"/>
                      </a:cubicBezTo>
                      <a:cubicBezTo>
                        <a:pt x="486" y="402"/>
                        <a:pt x="486" y="402"/>
                        <a:pt x="486" y="402"/>
                      </a:cubicBezTo>
                      <a:cubicBezTo>
                        <a:pt x="486" y="402"/>
                        <a:pt x="486" y="402"/>
                        <a:pt x="486" y="402"/>
                      </a:cubicBezTo>
                      <a:cubicBezTo>
                        <a:pt x="486" y="403"/>
                        <a:pt x="486" y="403"/>
                        <a:pt x="487" y="403"/>
                      </a:cubicBezTo>
                      <a:cubicBezTo>
                        <a:pt x="488" y="401"/>
                        <a:pt x="488" y="399"/>
                        <a:pt x="486" y="398"/>
                      </a:cubicBezTo>
                      <a:cubicBezTo>
                        <a:pt x="484" y="397"/>
                        <a:pt x="483" y="397"/>
                        <a:pt x="482" y="395"/>
                      </a:cubicBezTo>
                      <a:cubicBezTo>
                        <a:pt x="481" y="395"/>
                        <a:pt x="480" y="395"/>
                        <a:pt x="479" y="395"/>
                      </a:cubicBezTo>
                      <a:cubicBezTo>
                        <a:pt x="479" y="397"/>
                        <a:pt x="477" y="397"/>
                        <a:pt x="476" y="398"/>
                      </a:cubicBezTo>
                      <a:cubicBezTo>
                        <a:pt x="476" y="398"/>
                        <a:pt x="476" y="398"/>
                        <a:pt x="476" y="398"/>
                      </a:cubicBezTo>
                      <a:cubicBezTo>
                        <a:pt x="476" y="398"/>
                        <a:pt x="476" y="398"/>
                        <a:pt x="476" y="398"/>
                      </a:cubicBezTo>
                      <a:cubicBezTo>
                        <a:pt x="476" y="398"/>
                        <a:pt x="476" y="398"/>
                        <a:pt x="476" y="398"/>
                      </a:cubicBezTo>
                      <a:cubicBezTo>
                        <a:pt x="476" y="398"/>
                        <a:pt x="476" y="398"/>
                        <a:pt x="476" y="398"/>
                      </a:cubicBezTo>
                      <a:cubicBezTo>
                        <a:pt x="475" y="398"/>
                        <a:pt x="475" y="398"/>
                        <a:pt x="474" y="398"/>
                      </a:cubicBezTo>
                      <a:cubicBezTo>
                        <a:pt x="474" y="398"/>
                        <a:pt x="474" y="398"/>
                        <a:pt x="474" y="398"/>
                      </a:cubicBezTo>
                      <a:cubicBezTo>
                        <a:pt x="474" y="398"/>
                        <a:pt x="474" y="398"/>
                        <a:pt x="474" y="398"/>
                      </a:cubicBezTo>
                      <a:cubicBezTo>
                        <a:pt x="473" y="399"/>
                        <a:pt x="474" y="399"/>
                        <a:pt x="474" y="400"/>
                      </a:cubicBezTo>
                      <a:cubicBezTo>
                        <a:pt x="474" y="400"/>
                        <a:pt x="474" y="400"/>
                        <a:pt x="474" y="400"/>
                      </a:cubicBezTo>
                      <a:cubicBezTo>
                        <a:pt x="474" y="400"/>
                        <a:pt x="474" y="400"/>
                        <a:pt x="474" y="400"/>
                      </a:cubicBezTo>
                      <a:cubicBezTo>
                        <a:pt x="474" y="400"/>
                        <a:pt x="474" y="400"/>
                        <a:pt x="474" y="400"/>
                      </a:cubicBezTo>
                      <a:cubicBezTo>
                        <a:pt x="474" y="401"/>
                        <a:pt x="474" y="401"/>
                        <a:pt x="473" y="401"/>
                      </a:cubicBezTo>
                      <a:cubicBezTo>
                        <a:pt x="473" y="401"/>
                        <a:pt x="473" y="401"/>
                        <a:pt x="473" y="401"/>
                      </a:cubicBezTo>
                      <a:cubicBezTo>
                        <a:pt x="474" y="400"/>
                        <a:pt x="473" y="400"/>
                        <a:pt x="473" y="399"/>
                      </a:cubicBezTo>
                      <a:cubicBezTo>
                        <a:pt x="473" y="399"/>
                        <a:pt x="473" y="398"/>
                        <a:pt x="474" y="398"/>
                      </a:cubicBezTo>
                      <a:cubicBezTo>
                        <a:pt x="476" y="397"/>
                        <a:pt x="477" y="396"/>
                        <a:pt x="477" y="394"/>
                      </a:cubicBezTo>
                      <a:cubicBezTo>
                        <a:pt x="478" y="394"/>
                        <a:pt x="478" y="394"/>
                        <a:pt x="478" y="393"/>
                      </a:cubicBezTo>
                      <a:cubicBezTo>
                        <a:pt x="477" y="393"/>
                        <a:pt x="476" y="393"/>
                        <a:pt x="476" y="394"/>
                      </a:cubicBezTo>
                      <a:cubicBezTo>
                        <a:pt x="476" y="394"/>
                        <a:pt x="476" y="394"/>
                        <a:pt x="476" y="394"/>
                      </a:cubicBezTo>
                      <a:cubicBezTo>
                        <a:pt x="476" y="394"/>
                        <a:pt x="475" y="394"/>
                        <a:pt x="474" y="395"/>
                      </a:cubicBezTo>
                      <a:cubicBezTo>
                        <a:pt x="473" y="395"/>
                        <a:pt x="471" y="397"/>
                        <a:pt x="470" y="398"/>
                      </a:cubicBezTo>
                      <a:cubicBezTo>
                        <a:pt x="469" y="400"/>
                        <a:pt x="468" y="402"/>
                        <a:pt x="469" y="404"/>
                      </a:cubicBezTo>
                      <a:cubicBezTo>
                        <a:pt x="468" y="404"/>
                        <a:pt x="468" y="404"/>
                        <a:pt x="468" y="404"/>
                      </a:cubicBezTo>
                      <a:cubicBezTo>
                        <a:pt x="468" y="404"/>
                        <a:pt x="468" y="404"/>
                        <a:pt x="468" y="404"/>
                      </a:cubicBezTo>
                      <a:cubicBezTo>
                        <a:pt x="468" y="404"/>
                        <a:pt x="468" y="404"/>
                        <a:pt x="468" y="404"/>
                      </a:cubicBezTo>
                      <a:cubicBezTo>
                        <a:pt x="468" y="405"/>
                        <a:pt x="468" y="405"/>
                        <a:pt x="468" y="405"/>
                      </a:cubicBezTo>
                      <a:cubicBezTo>
                        <a:pt x="468" y="405"/>
                        <a:pt x="468" y="405"/>
                        <a:pt x="468" y="405"/>
                      </a:cubicBezTo>
                      <a:cubicBezTo>
                        <a:pt x="468" y="405"/>
                        <a:pt x="468" y="405"/>
                        <a:pt x="468" y="405"/>
                      </a:cubicBezTo>
                      <a:cubicBezTo>
                        <a:pt x="467" y="405"/>
                        <a:pt x="467" y="405"/>
                        <a:pt x="467" y="404"/>
                      </a:cubicBezTo>
                      <a:cubicBezTo>
                        <a:pt x="467" y="404"/>
                        <a:pt x="467" y="404"/>
                        <a:pt x="467" y="404"/>
                      </a:cubicBezTo>
                      <a:cubicBezTo>
                        <a:pt x="468" y="403"/>
                        <a:pt x="468" y="402"/>
                        <a:pt x="468" y="401"/>
                      </a:cubicBezTo>
                      <a:cubicBezTo>
                        <a:pt x="469" y="400"/>
                        <a:pt x="468" y="399"/>
                        <a:pt x="467" y="399"/>
                      </a:cubicBezTo>
                      <a:cubicBezTo>
                        <a:pt x="467" y="399"/>
                        <a:pt x="467" y="399"/>
                        <a:pt x="467" y="399"/>
                      </a:cubicBezTo>
                      <a:cubicBezTo>
                        <a:pt x="466" y="399"/>
                        <a:pt x="466" y="400"/>
                        <a:pt x="466" y="400"/>
                      </a:cubicBezTo>
                      <a:cubicBezTo>
                        <a:pt x="466" y="400"/>
                        <a:pt x="466" y="400"/>
                        <a:pt x="466" y="400"/>
                      </a:cubicBezTo>
                      <a:cubicBezTo>
                        <a:pt x="466" y="400"/>
                        <a:pt x="466" y="400"/>
                        <a:pt x="466" y="400"/>
                      </a:cubicBezTo>
                      <a:cubicBezTo>
                        <a:pt x="466" y="400"/>
                        <a:pt x="466" y="400"/>
                        <a:pt x="466" y="400"/>
                      </a:cubicBezTo>
                      <a:cubicBezTo>
                        <a:pt x="466" y="400"/>
                        <a:pt x="466" y="400"/>
                        <a:pt x="466" y="400"/>
                      </a:cubicBezTo>
                      <a:cubicBezTo>
                        <a:pt x="466" y="400"/>
                        <a:pt x="466" y="400"/>
                        <a:pt x="466" y="400"/>
                      </a:cubicBezTo>
                      <a:cubicBezTo>
                        <a:pt x="466" y="399"/>
                        <a:pt x="466" y="399"/>
                        <a:pt x="466" y="398"/>
                      </a:cubicBezTo>
                      <a:cubicBezTo>
                        <a:pt x="466" y="398"/>
                        <a:pt x="466" y="398"/>
                        <a:pt x="466" y="398"/>
                      </a:cubicBezTo>
                      <a:cubicBezTo>
                        <a:pt x="466" y="398"/>
                        <a:pt x="467" y="399"/>
                        <a:pt x="467" y="399"/>
                      </a:cubicBezTo>
                      <a:cubicBezTo>
                        <a:pt x="467" y="399"/>
                        <a:pt x="467" y="399"/>
                        <a:pt x="467" y="399"/>
                      </a:cubicBezTo>
                      <a:cubicBezTo>
                        <a:pt x="467" y="399"/>
                        <a:pt x="467" y="399"/>
                        <a:pt x="467" y="399"/>
                      </a:cubicBezTo>
                      <a:cubicBezTo>
                        <a:pt x="468" y="399"/>
                        <a:pt x="468" y="399"/>
                        <a:pt x="469" y="398"/>
                      </a:cubicBezTo>
                      <a:cubicBezTo>
                        <a:pt x="470" y="396"/>
                        <a:pt x="471" y="395"/>
                        <a:pt x="472" y="393"/>
                      </a:cubicBezTo>
                      <a:cubicBezTo>
                        <a:pt x="473" y="392"/>
                        <a:pt x="473" y="390"/>
                        <a:pt x="472" y="389"/>
                      </a:cubicBezTo>
                      <a:cubicBezTo>
                        <a:pt x="471" y="388"/>
                        <a:pt x="471" y="388"/>
                        <a:pt x="470" y="389"/>
                      </a:cubicBezTo>
                      <a:cubicBezTo>
                        <a:pt x="470" y="389"/>
                        <a:pt x="469" y="389"/>
                        <a:pt x="469" y="390"/>
                      </a:cubicBezTo>
                      <a:cubicBezTo>
                        <a:pt x="468" y="390"/>
                        <a:pt x="468" y="392"/>
                        <a:pt x="469" y="393"/>
                      </a:cubicBezTo>
                      <a:cubicBezTo>
                        <a:pt x="468" y="393"/>
                        <a:pt x="468" y="393"/>
                        <a:pt x="468" y="393"/>
                      </a:cubicBezTo>
                      <a:cubicBezTo>
                        <a:pt x="468" y="393"/>
                        <a:pt x="468" y="393"/>
                        <a:pt x="468" y="393"/>
                      </a:cubicBezTo>
                      <a:cubicBezTo>
                        <a:pt x="468" y="393"/>
                        <a:pt x="468" y="393"/>
                        <a:pt x="468" y="393"/>
                      </a:cubicBezTo>
                      <a:cubicBezTo>
                        <a:pt x="467" y="392"/>
                        <a:pt x="466" y="393"/>
                        <a:pt x="466" y="393"/>
                      </a:cubicBezTo>
                      <a:cubicBezTo>
                        <a:pt x="465" y="393"/>
                        <a:pt x="464" y="394"/>
                        <a:pt x="464" y="394"/>
                      </a:cubicBezTo>
                      <a:cubicBezTo>
                        <a:pt x="464" y="394"/>
                        <a:pt x="464" y="394"/>
                        <a:pt x="464" y="394"/>
                      </a:cubicBezTo>
                      <a:cubicBezTo>
                        <a:pt x="464" y="394"/>
                        <a:pt x="464" y="394"/>
                        <a:pt x="464" y="394"/>
                      </a:cubicBezTo>
                      <a:cubicBezTo>
                        <a:pt x="464" y="394"/>
                        <a:pt x="464" y="394"/>
                        <a:pt x="464" y="394"/>
                      </a:cubicBezTo>
                      <a:cubicBezTo>
                        <a:pt x="464" y="394"/>
                        <a:pt x="464" y="394"/>
                        <a:pt x="464" y="394"/>
                      </a:cubicBezTo>
                      <a:cubicBezTo>
                        <a:pt x="464" y="394"/>
                        <a:pt x="464" y="394"/>
                        <a:pt x="464" y="394"/>
                      </a:cubicBezTo>
                      <a:cubicBezTo>
                        <a:pt x="464" y="393"/>
                        <a:pt x="465" y="392"/>
                        <a:pt x="466" y="392"/>
                      </a:cubicBezTo>
                      <a:cubicBezTo>
                        <a:pt x="467" y="392"/>
                        <a:pt x="467" y="391"/>
                        <a:pt x="467" y="391"/>
                      </a:cubicBezTo>
                      <a:cubicBezTo>
                        <a:pt x="467" y="390"/>
                        <a:pt x="467" y="390"/>
                        <a:pt x="466" y="390"/>
                      </a:cubicBezTo>
                      <a:cubicBezTo>
                        <a:pt x="466" y="390"/>
                        <a:pt x="465" y="390"/>
                        <a:pt x="465" y="390"/>
                      </a:cubicBezTo>
                      <a:cubicBezTo>
                        <a:pt x="465" y="390"/>
                        <a:pt x="465" y="390"/>
                        <a:pt x="465" y="390"/>
                      </a:cubicBezTo>
                      <a:cubicBezTo>
                        <a:pt x="463" y="389"/>
                        <a:pt x="462" y="389"/>
                        <a:pt x="463" y="391"/>
                      </a:cubicBezTo>
                      <a:cubicBezTo>
                        <a:pt x="463" y="391"/>
                        <a:pt x="462" y="391"/>
                        <a:pt x="462" y="392"/>
                      </a:cubicBezTo>
                      <a:cubicBezTo>
                        <a:pt x="462" y="392"/>
                        <a:pt x="462" y="392"/>
                        <a:pt x="462" y="392"/>
                      </a:cubicBezTo>
                      <a:cubicBezTo>
                        <a:pt x="462" y="392"/>
                        <a:pt x="462" y="392"/>
                        <a:pt x="462" y="392"/>
                      </a:cubicBezTo>
                      <a:cubicBezTo>
                        <a:pt x="461" y="392"/>
                        <a:pt x="461" y="392"/>
                        <a:pt x="461" y="392"/>
                      </a:cubicBezTo>
                      <a:cubicBezTo>
                        <a:pt x="461" y="393"/>
                        <a:pt x="461" y="393"/>
                        <a:pt x="461" y="393"/>
                      </a:cubicBezTo>
                      <a:cubicBezTo>
                        <a:pt x="461" y="393"/>
                        <a:pt x="461" y="393"/>
                        <a:pt x="461" y="393"/>
                      </a:cubicBezTo>
                      <a:cubicBezTo>
                        <a:pt x="461" y="393"/>
                        <a:pt x="461" y="393"/>
                        <a:pt x="461" y="393"/>
                      </a:cubicBezTo>
                      <a:cubicBezTo>
                        <a:pt x="461" y="392"/>
                        <a:pt x="462" y="391"/>
                        <a:pt x="462" y="390"/>
                      </a:cubicBezTo>
                      <a:cubicBezTo>
                        <a:pt x="463" y="388"/>
                        <a:pt x="463" y="388"/>
                        <a:pt x="465" y="388"/>
                      </a:cubicBezTo>
                      <a:cubicBezTo>
                        <a:pt x="465" y="388"/>
                        <a:pt x="465" y="388"/>
                        <a:pt x="465" y="388"/>
                      </a:cubicBezTo>
                      <a:cubicBezTo>
                        <a:pt x="465" y="388"/>
                        <a:pt x="465" y="388"/>
                        <a:pt x="465" y="388"/>
                      </a:cubicBezTo>
                      <a:cubicBezTo>
                        <a:pt x="466" y="389"/>
                        <a:pt x="466" y="389"/>
                        <a:pt x="467" y="387"/>
                      </a:cubicBezTo>
                      <a:cubicBezTo>
                        <a:pt x="467" y="387"/>
                        <a:pt x="467" y="387"/>
                        <a:pt x="467" y="387"/>
                      </a:cubicBezTo>
                      <a:cubicBezTo>
                        <a:pt x="468" y="386"/>
                        <a:pt x="469" y="386"/>
                        <a:pt x="468" y="385"/>
                      </a:cubicBezTo>
                      <a:cubicBezTo>
                        <a:pt x="468" y="383"/>
                        <a:pt x="467" y="380"/>
                        <a:pt x="464" y="379"/>
                      </a:cubicBezTo>
                      <a:cubicBezTo>
                        <a:pt x="463" y="379"/>
                        <a:pt x="461" y="378"/>
                        <a:pt x="460" y="377"/>
                      </a:cubicBezTo>
                      <a:cubicBezTo>
                        <a:pt x="459" y="376"/>
                        <a:pt x="459" y="377"/>
                        <a:pt x="459" y="378"/>
                      </a:cubicBezTo>
                      <a:cubicBezTo>
                        <a:pt x="459" y="379"/>
                        <a:pt x="458" y="380"/>
                        <a:pt x="457" y="380"/>
                      </a:cubicBezTo>
                      <a:cubicBezTo>
                        <a:pt x="457" y="380"/>
                        <a:pt x="457" y="380"/>
                        <a:pt x="457" y="380"/>
                      </a:cubicBezTo>
                      <a:cubicBezTo>
                        <a:pt x="457" y="380"/>
                        <a:pt x="457" y="380"/>
                        <a:pt x="457" y="380"/>
                      </a:cubicBezTo>
                      <a:cubicBezTo>
                        <a:pt x="457" y="380"/>
                        <a:pt x="457" y="380"/>
                        <a:pt x="457" y="380"/>
                      </a:cubicBezTo>
                      <a:cubicBezTo>
                        <a:pt x="457" y="380"/>
                        <a:pt x="456" y="379"/>
                        <a:pt x="456" y="380"/>
                      </a:cubicBezTo>
                      <a:cubicBezTo>
                        <a:pt x="456" y="380"/>
                        <a:pt x="456" y="381"/>
                        <a:pt x="455" y="381"/>
                      </a:cubicBezTo>
                      <a:cubicBezTo>
                        <a:pt x="455" y="381"/>
                        <a:pt x="455" y="380"/>
                        <a:pt x="455" y="380"/>
                      </a:cubicBezTo>
                      <a:cubicBezTo>
                        <a:pt x="456" y="380"/>
                        <a:pt x="456" y="379"/>
                        <a:pt x="455" y="379"/>
                      </a:cubicBezTo>
                      <a:cubicBezTo>
                        <a:pt x="454" y="379"/>
                        <a:pt x="454" y="379"/>
                        <a:pt x="454" y="380"/>
                      </a:cubicBezTo>
                      <a:cubicBezTo>
                        <a:pt x="454" y="380"/>
                        <a:pt x="454" y="381"/>
                        <a:pt x="454" y="381"/>
                      </a:cubicBezTo>
                      <a:cubicBezTo>
                        <a:pt x="454" y="382"/>
                        <a:pt x="454" y="382"/>
                        <a:pt x="454" y="382"/>
                      </a:cubicBezTo>
                      <a:cubicBezTo>
                        <a:pt x="454" y="383"/>
                        <a:pt x="453" y="383"/>
                        <a:pt x="453" y="384"/>
                      </a:cubicBezTo>
                      <a:cubicBezTo>
                        <a:pt x="452" y="385"/>
                        <a:pt x="452" y="386"/>
                        <a:pt x="452" y="387"/>
                      </a:cubicBezTo>
                      <a:cubicBezTo>
                        <a:pt x="452" y="387"/>
                        <a:pt x="452" y="387"/>
                        <a:pt x="452" y="387"/>
                      </a:cubicBezTo>
                      <a:cubicBezTo>
                        <a:pt x="452" y="388"/>
                        <a:pt x="452" y="388"/>
                        <a:pt x="452" y="389"/>
                      </a:cubicBezTo>
                      <a:cubicBezTo>
                        <a:pt x="452" y="389"/>
                        <a:pt x="452" y="389"/>
                        <a:pt x="452" y="389"/>
                      </a:cubicBezTo>
                      <a:cubicBezTo>
                        <a:pt x="452" y="389"/>
                        <a:pt x="452" y="389"/>
                        <a:pt x="452" y="389"/>
                      </a:cubicBezTo>
                      <a:cubicBezTo>
                        <a:pt x="451" y="389"/>
                        <a:pt x="451" y="389"/>
                        <a:pt x="451" y="389"/>
                      </a:cubicBezTo>
                      <a:cubicBezTo>
                        <a:pt x="451" y="388"/>
                        <a:pt x="451" y="388"/>
                        <a:pt x="451" y="387"/>
                      </a:cubicBezTo>
                      <a:cubicBezTo>
                        <a:pt x="452" y="386"/>
                        <a:pt x="451" y="385"/>
                        <a:pt x="452" y="384"/>
                      </a:cubicBezTo>
                      <a:cubicBezTo>
                        <a:pt x="453" y="383"/>
                        <a:pt x="453" y="383"/>
                        <a:pt x="452" y="382"/>
                      </a:cubicBezTo>
                      <a:cubicBezTo>
                        <a:pt x="452" y="381"/>
                        <a:pt x="452" y="380"/>
                        <a:pt x="452" y="379"/>
                      </a:cubicBezTo>
                      <a:cubicBezTo>
                        <a:pt x="452" y="379"/>
                        <a:pt x="452" y="378"/>
                        <a:pt x="452" y="378"/>
                      </a:cubicBezTo>
                      <a:cubicBezTo>
                        <a:pt x="451" y="378"/>
                        <a:pt x="451" y="378"/>
                        <a:pt x="451" y="379"/>
                      </a:cubicBezTo>
                      <a:cubicBezTo>
                        <a:pt x="450" y="379"/>
                        <a:pt x="450" y="380"/>
                        <a:pt x="450" y="381"/>
                      </a:cubicBezTo>
                      <a:cubicBezTo>
                        <a:pt x="449" y="380"/>
                        <a:pt x="450" y="380"/>
                        <a:pt x="450" y="379"/>
                      </a:cubicBezTo>
                      <a:cubicBezTo>
                        <a:pt x="450" y="379"/>
                        <a:pt x="450" y="379"/>
                        <a:pt x="450" y="379"/>
                      </a:cubicBezTo>
                      <a:cubicBezTo>
                        <a:pt x="450" y="379"/>
                        <a:pt x="450" y="379"/>
                        <a:pt x="450" y="379"/>
                      </a:cubicBezTo>
                      <a:cubicBezTo>
                        <a:pt x="450" y="377"/>
                        <a:pt x="451" y="376"/>
                        <a:pt x="452" y="375"/>
                      </a:cubicBezTo>
                      <a:cubicBezTo>
                        <a:pt x="451" y="374"/>
                        <a:pt x="449" y="374"/>
                        <a:pt x="449" y="376"/>
                      </a:cubicBezTo>
                      <a:cubicBezTo>
                        <a:pt x="448" y="374"/>
                        <a:pt x="448" y="375"/>
                        <a:pt x="447" y="376"/>
                      </a:cubicBezTo>
                      <a:cubicBezTo>
                        <a:pt x="447" y="376"/>
                        <a:pt x="447" y="376"/>
                        <a:pt x="446" y="377"/>
                      </a:cubicBezTo>
                      <a:cubicBezTo>
                        <a:pt x="445" y="377"/>
                        <a:pt x="446" y="378"/>
                        <a:pt x="445" y="379"/>
                      </a:cubicBezTo>
                      <a:cubicBezTo>
                        <a:pt x="444" y="379"/>
                        <a:pt x="444" y="381"/>
                        <a:pt x="445" y="382"/>
                      </a:cubicBezTo>
                      <a:cubicBezTo>
                        <a:pt x="445" y="382"/>
                        <a:pt x="445" y="382"/>
                        <a:pt x="445" y="382"/>
                      </a:cubicBezTo>
                      <a:cubicBezTo>
                        <a:pt x="445" y="382"/>
                        <a:pt x="445" y="382"/>
                        <a:pt x="445" y="383"/>
                      </a:cubicBezTo>
                      <a:cubicBezTo>
                        <a:pt x="445" y="383"/>
                        <a:pt x="445" y="383"/>
                        <a:pt x="445" y="383"/>
                      </a:cubicBezTo>
                      <a:cubicBezTo>
                        <a:pt x="445" y="383"/>
                        <a:pt x="445" y="383"/>
                        <a:pt x="445" y="383"/>
                      </a:cubicBezTo>
                      <a:cubicBezTo>
                        <a:pt x="444" y="384"/>
                        <a:pt x="444" y="385"/>
                        <a:pt x="443" y="386"/>
                      </a:cubicBezTo>
                      <a:cubicBezTo>
                        <a:pt x="443" y="386"/>
                        <a:pt x="442" y="386"/>
                        <a:pt x="443" y="386"/>
                      </a:cubicBezTo>
                      <a:cubicBezTo>
                        <a:pt x="443" y="385"/>
                        <a:pt x="444" y="384"/>
                        <a:pt x="444" y="383"/>
                      </a:cubicBezTo>
                      <a:cubicBezTo>
                        <a:pt x="445" y="382"/>
                        <a:pt x="445" y="382"/>
                        <a:pt x="444" y="381"/>
                      </a:cubicBezTo>
                      <a:cubicBezTo>
                        <a:pt x="444" y="381"/>
                        <a:pt x="444" y="381"/>
                        <a:pt x="444" y="381"/>
                      </a:cubicBezTo>
                      <a:cubicBezTo>
                        <a:pt x="444" y="381"/>
                        <a:pt x="443" y="381"/>
                        <a:pt x="443" y="381"/>
                      </a:cubicBezTo>
                      <a:cubicBezTo>
                        <a:pt x="444" y="380"/>
                        <a:pt x="445" y="379"/>
                        <a:pt x="443" y="379"/>
                      </a:cubicBezTo>
                      <a:cubicBezTo>
                        <a:pt x="443" y="379"/>
                        <a:pt x="443" y="379"/>
                        <a:pt x="444" y="379"/>
                      </a:cubicBezTo>
                      <a:cubicBezTo>
                        <a:pt x="444" y="378"/>
                        <a:pt x="445" y="378"/>
                        <a:pt x="445" y="377"/>
                      </a:cubicBezTo>
                      <a:cubicBezTo>
                        <a:pt x="445" y="377"/>
                        <a:pt x="445" y="376"/>
                        <a:pt x="445" y="376"/>
                      </a:cubicBezTo>
                      <a:cubicBezTo>
                        <a:pt x="444" y="376"/>
                        <a:pt x="444" y="376"/>
                        <a:pt x="444" y="376"/>
                      </a:cubicBezTo>
                      <a:cubicBezTo>
                        <a:pt x="443" y="378"/>
                        <a:pt x="442" y="378"/>
                        <a:pt x="441" y="379"/>
                      </a:cubicBezTo>
                      <a:cubicBezTo>
                        <a:pt x="441" y="379"/>
                        <a:pt x="441" y="379"/>
                        <a:pt x="441" y="379"/>
                      </a:cubicBezTo>
                      <a:cubicBezTo>
                        <a:pt x="441" y="379"/>
                        <a:pt x="441" y="379"/>
                        <a:pt x="440" y="379"/>
                      </a:cubicBezTo>
                      <a:cubicBezTo>
                        <a:pt x="440" y="379"/>
                        <a:pt x="440" y="379"/>
                        <a:pt x="440" y="379"/>
                      </a:cubicBezTo>
                      <a:cubicBezTo>
                        <a:pt x="440" y="379"/>
                        <a:pt x="441" y="379"/>
                        <a:pt x="441" y="378"/>
                      </a:cubicBezTo>
                      <a:cubicBezTo>
                        <a:pt x="441" y="378"/>
                        <a:pt x="441" y="378"/>
                        <a:pt x="441" y="378"/>
                      </a:cubicBezTo>
                      <a:cubicBezTo>
                        <a:pt x="442" y="378"/>
                        <a:pt x="442" y="377"/>
                        <a:pt x="443" y="377"/>
                      </a:cubicBezTo>
                      <a:cubicBezTo>
                        <a:pt x="444" y="376"/>
                        <a:pt x="443" y="376"/>
                        <a:pt x="443" y="376"/>
                      </a:cubicBezTo>
                      <a:cubicBezTo>
                        <a:pt x="442" y="375"/>
                        <a:pt x="441" y="376"/>
                        <a:pt x="441" y="376"/>
                      </a:cubicBezTo>
                      <a:cubicBezTo>
                        <a:pt x="441" y="376"/>
                        <a:pt x="442" y="375"/>
                        <a:pt x="442" y="375"/>
                      </a:cubicBezTo>
                      <a:cubicBezTo>
                        <a:pt x="443" y="375"/>
                        <a:pt x="443" y="376"/>
                        <a:pt x="443" y="375"/>
                      </a:cubicBezTo>
                      <a:cubicBezTo>
                        <a:pt x="445" y="374"/>
                        <a:pt x="446" y="373"/>
                        <a:pt x="448" y="373"/>
                      </a:cubicBezTo>
                      <a:cubicBezTo>
                        <a:pt x="448" y="373"/>
                        <a:pt x="448" y="372"/>
                        <a:pt x="448" y="372"/>
                      </a:cubicBezTo>
                      <a:cubicBezTo>
                        <a:pt x="448" y="371"/>
                        <a:pt x="449" y="370"/>
                        <a:pt x="448" y="369"/>
                      </a:cubicBezTo>
                      <a:cubicBezTo>
                        <a:pt x="448" y="369"/>
                        <a:pt x="448" y="369"/>
                        <a:pt x="448" y="369"/>
                      </a:cubicBezTo>
                      <a:cubicBezTo>
                        <a:pt x="448" y="368"/>
                        <a:pt x="448" y="367"/>
                        <a:pt x="447" y="367"/>
                      </a:cubicBezTo>
                      <a:cubicBezTo>
                        <a:pt x="446" y="367"/>
                        <a:pt x="445" y="367"/>
                        <a:pt x="444" y="367"/>
                      </a:cubicBezTo>
                      <a:cubicBezTo>
                        <a:pt x="443" y="366"/>
                        <a:pt x="442" y="367"/>
                        <a:pt x="442" y="368"/>
                      </a:cubicBezTo>
                      <a:cubicBezTo>
                        <a:pt x="442" y="368"/>
                        <a:pt x="442" y="368"/>
                        <a:pt x="442" y="368"/>
                      </a:cubicBezTo>
                      <a:cubicBezTo>
                        <a:pt x="442" y="368"/>
                        <a:pt x="442" y="368"/>
                        <a:pt x="442" y="368"/>
                      </a:cubicBezTo>
                      <a:cubicBezTo>
                        <a:pt x="441" y="368"/>
                        <a:pt x="441" y="367"/>
                        <a:pt x="441" y="367"/>
                      </a:cubicBezTo>
                      <a:cubicBezTo>
                        <a:pt x="441" y="367"/>
                        <a:pt x="441" y="367"/>
                        <a:pt x="441" y="367"/>
                      </a:cubicBezTo>
                      <a:cubicBezTo>
                        <a:pt x="441" y="367"/>
                        <a:pt x="441" y="367"/>
                        <a:pt x="441" y="367"/>
                      </a:cubicBezTo>
                      <a:cubicBezTo>
                        <a:pt x="441" y="367"/>
                        <a:pt x="441" y="367"/>
                        <a:pt x="440" y="367"/>
                      </a:cubicBezTo>
                      <a:cubicBezTo>
                        <a:pt x="441" y="367"/>
                        <a:pt x="441" y="367"/>
                        <a:pt x="441" y="366"/>
                      </a:cubicBezTo>
                      <a:cubicBezTo>
                        <a:pt x="441" y="366"/>
                        <a:pt x="441" y="366"/>
                        <a:pt x="441" y="366"/>
                      </a:cubicBezTo>
                      <a:cubicBezTo>
                        <a:pt x="441" y="366"/>
                        <a:pt x="441" y="366"/>
                        <a:pt x="441" y="366"/>
                      </a:cubicBezTo>
                      <a:cubicBezTo>
                        <a:pt x="441" y="366"/>
                        <a:pt x="441" y="366"/>
                        <a:pt x="441" y="366"/>
                      </a:cubicBezTo>
                      <a:cubicBezTo>
                        <a:pt x="441" y="366"/>
                        <a:pt x="441" y="366"/>
                        <a:pt x="441" y="366"/>
                      </a:cubicBezTo>
                      <a:cubicBezTo>
                        <a:pt x="442" y="366"/>
                        <a:pt x="442" y="366"/>
                        <a:pt x="442" y="365"/>
                      </a:cubicBezTo>
                      <a:cubicBezTo>
                        <a:pt x="443" y="364"/>
                        <a:pt x="444" y="364"/>
                        <a:pt x="443" y="363"/>
                      </a:cubicBezTo>
                      <a:cubicBezTo>
                        <a:pt x="443" y="363"/>
                        <a:pt x="443" y="363"/>
                        <a:pt x="443" y="363"/>
                      </a:cubicBezTo>
                      <a:cubicBezTo>
                        <a:pt x="442" y="362"/>
                        <a:pt x="442" y="362"/>
                        <a:pt x="442" y="362"/>
                      </a:cubicBezTo>
                      <a:cubicBezTo>
                        <a:pt x="442" y="359"/>
                        <a:pt x="441" y="358"/>
                        <a:pt x="438" y="357"/>
                      </a:cubicBezTo>
                      <a:cubicBezTo>
                        <a:pt x="436" y="356"/>
                        <a:pt x="436" y="356"/>
                        <a:pt x="436" y="358"/>
                      </a:cubicBezTo>
                      <a:cubicBezTo>
                        <a:pt x="436" y="359"/>
                        <a:pt x="436" y="359"/>
                        <a:pt x="436" y="360"/>
                      </a:cubicBezTo>
                      <a:cubicBezTo>
                        <a:pt x="436" y="360"/>
                        <a:pt x="436" y="360"/>
                        <a:pt x="436" y="360"/>
                      </a:cubicBezTo>
                      <a:cubicBezTo>
                        <a:pt x="436" y="360"/>
                        <a:pt x="436" y="360"/>
                        <a:pt x="435" y="360"/>
                      </a:cubicBezTo>
                      <a:cubicBezTo>
                        <a:pt x="435" y="358"/>
                        <a:pt x="434" y="360"/>
                        <a:pt x="433" y="360"/>
                      </a:cubicBezTo>
                      <a:cubicBezTo>
                        <a:pt x="434" y="360"/>
                        <a:pt x="434" y="359"/>
                        <a:pt x="434" y="359"/>
                      </a:cubicBezTo>
                      <a:cubicBezTo>
                        <a:pt x="435" y="359"/>
                        <a:pt x="436" y="359"/>
                        <a:pt x="435" y="358"/>
                      </a:cubicBezTo>
                      <a:cubicBezTo>
                        <a:pt x="435" y="357"/>
                        <a:pt x="435" y="356"/>
                        <a:pt x="434" y="356"/>
                      </a:cubicBezTo>
                      <a:cubicBezTo>
                        <a:pt x="433" y="355"/>
                        <a:pt x="432" y="355"/>
                        <a:pt x="431" y="353"/>
                      </a:cubicBezTo>
                      <a:cubicBezTo>
                        <a:pt x="430" y="353"/>
                        <a:pt x="429" y="352"/>
                        <a:pt x="428" y="352"/>
                      </a:cubicBezTo>
                      <a:cubicBezTo>
                        <a:pt x="428" y="352"/>
                        <a:pt x="427" y="352"/>
                        <a:pt x="427" y="352"/>
                      </a:cubicBezTo>
                      <a:cubicBezTo>
                        <a:pt x="427" y="352"/>
                        <a:pt x="427" y="352"/>
                        <a:pt x="427" y="352"/>
                      </a:cubicBezTo>
                      <a:cubicBezTo>
                        <a:pt x="426" y="352"/>
                        <a:pt x="425" y="353"/>
                        <a:pt x="424" y="353"/>
                      </a:cubicBezTo>
                      <a:cubicBezTo>
                        <a:pt x="422" y="354"/>
                        <a:pt x="421" y="355"/>
                        <a:pt x="420" y="356"/>
                      </a:cubicBezTo>
                      <a:cubicBezTo>
                        <a:pt x="418" y="358"/>
                        <a:pt x="418" y="360"/>
                        <a:pt x="420" y="361"/>
                      </a:cubicBezTo>
                      <a:cubicBezTo>
                        <a:pt x="420" y="361"/>
                        <a:pt x="420" y="361"/>
                        <a:pt x="420" y="361"/>
                      </a:cubicBezTo>
                      <a:cubicBezTo>
                        <a:pt x="422" y="362"/>
                        <a:pt x="424" y="364"/>
                        <a:pt x="427" y="365"/>
                      </a:cubicBezTo>
                      <a:cubicBezTo>
                        <a:pt x="426" y="365"/>
                        <a:pt x="425" y="365"/>
                        <a:pt x="425" y="365"/>
                      </a:cubicBezTo>
                      <a:cubicBezTo>
                        <a:pt x="424" y="364"/>
                        <a:pt x="423" y="363"/>
                        <a:pt x="422" y="363"/>
                      </a:cubicBezTo>
                      <a:cubicBezTo>
                        <a:pt x="421" y="363"/>
                        <a:pt x="421" y="363"/>
                        <a:pt x="420" y="362"/>
                      </a:cubicBezTo>
                      <a:cubicBezTo>
                        <a:pt x="420" y="362"/>
                        <a:pt x="419" y="362"/>
                        <a:pt x="419" y="361"/>
                      </a:cubicBezTo>
                      <a:cubicBezTo>
                        <a:pt x="419" y="361"/>
                        <a:pt x="419" y="361"/>
                        <a:pt x="419" y="361"/>
                      </a:cubicBezTo>
                      <a:cubicBezTo>
                        <a:pt x="419" y="361"/>
                        <a:pt x="419" y="361"/>
                        <a:pt x="419" y="361"/>
                      </a:cubicBezTo>
                      <a:cubicBezTo>
                        <a:pt x="418" y="362"/>
                        <a:pt x="417" y="363"/>
                        <a:pt x="417" y="365"/>
                      </a:cubicBezTo>
                      <a:cubicBezTo>
                        <a:pt x="416" y="366"/>
                        <a:pt x="417" y="367"/>
                        <a:pt x="416" y="368"/>
                      </a:cubicBezTo>
                      <a:cubicBezTo>
                        <a:pt x="416" y="368"/>
                        <a:pt x="416" y="368"/>
                        <a:pt x="416" y="368"/>
                      </a:cubicBezTo>
                      <a:cubicBezTo>
                        <a:pt x="416" y="368"/>
                        <a:pt x="416" y="368"/>
                        <a:pt x="416" y="368"/>
                      </a:cubicBezTo>
                      <a:cubicBezTo>
                        <a:pt x="416" y="369"/>
                        <a:pt x="417" y="370"/>
                        <a:pt x="418" y="370"/>
                      </a:cubicBezTo>
                      <a:cubicBezTo>
                        <a:pt x="419" y="371"/>
                        <a:pt x="419" y="371"/>
                        <a:pt x="418" y="372"/>
                      </a:cubicBezTo>
                      <a:cubicBezTo>
                        <a:pt x="418" y="371"/>
                        <a:pt x="417" y="370"/>
                        <a:pt x="416" y="370"/>
                      </a:cubicBezTo>
                      <a:cubicBezTo>
                        <a:pt x="415" y="370"/>
                        <a:pt x="415" y="369"/>
                        <a:pt x="415" y="368"/>
                      </a:cubicBezTo>
                      <a:cubicBezTo>
                        <a:pt x="416" y="367"/>
                        <a:pt x="416" y="365"/>
                        <a:pt x="416" y="363"/>
                      </a:cubicBezTo>
                      <a:cubicBezTo>
                        <a:pt x="416" y="362"/>
                        <a:pt x="415" y="361"/>
                        <a:pt x="414" y="361"/>
                      </a:cubicBezTo>
                      <a:cubicBezTo>
                        <a:pt x="414" y="361"/>
                        <a:pt x="413" y="362"/>
                        <a:pt x="413" y="362"/>
                      </a:cubicBezTo>
                      <a:cubicBezTo>
                        <a:pt x="413" y="363"/>
                        <a:pt x="412" y="363"/>
                        <a:pt x="411" y="364"/>
                      </a:cubicBezTo>
                      <a:cubicBezTo>
                        <a:pt x="411" y="364"/>
                        <a:pt x="411" y="363"/>
                        <a:pt x="411" y="363"/>
                      </a:cubicBezTo>
                      <a:cubicBezTo>
                        <a:pt x="411" y="363"/>
                        <a:pt x="411" y="363"/>
                        <a:pt x="411" y="363"/>
                      </a:cubicBezTo>
                      <a:cubicBezTo>
                        <a:pt x="412" y="363"/>
                        <a:pt x="412" y="362"/>
                        <a:pt x="411" y="361"/>
                      </a:cubicBezTo>
                      <a:cubicBezTo>
                        <a:pt x="411" y="361"/>
                        <a:pt x="411" y="361"/>
                        <a:pt x="411" y="361"/>
                      </a:cubicBezTo>
                      <a:cubicBezTo>
                        <a:pt x="411" y="361"/>
                        <a:pt x="411" y="361"/>
                        <a:pt x="411" y="361"/>
                      </a:cubicBezTo>
                      <a:cubicBezTo>
                        <a:pt x="411" y="361"/>
                        <a:pt x="411" y="361"/>
                        <a:pt x="411" y="361"/>
                      </a:cubicBezTo>
                      <a:cubicBezTo>
                        <a:pt x="411" y="360"/>
                        <a:pt x="411" y="359"/>
                        <a:pt x="411" y="358"/>
                      </a:cubicBezTo>
                      <a:cubicBezTo>
                        <a:pt x="411" y="358"/>
                        <a:pt x="411" y="358"/>
                        <a:pt x="411" y="358"/>
                      </a:cubicBezTo>
                      <a:cubicBezTo>
                        <a:pt x="411" y="358"/>
                        <a:pt x="411" y="358"/>
                        <a:pt x="411" y="358"/>
                      </a:cubicBezTo>
                      <a:cubicBezTo>
                        <a:pt x="410" y="359"/>
                        <a:pt x="410" y="359"/>
                        <a:pt x="410" y="360"/>
                      </a:cubicBezTo>
                      <a:cubicBezTo>
                        <a:pt x="409" y="360"/>
                        <a:pt x="410" y="359"/>
                        <a:pt x="409" y="359"/>
                      </a:cubicBezTo>
                      <a:cubicBezTo>
                        <a:pt x="409" y="359"/>
                        <a:pt x="409" y="360"/>
                        <a:pt x="409" y="361"/>
                      </a:cubicBezTo>
                      <a:cubicBezTo>
                        <a:pt x="409" y="361"/>
                        <a:pt x="409" y="361"/>
                        <a:pt x="409" y="361"/>
                      </a:cubicBezTo>
                      <a:cubicBezTo>
                        <a:pt x="408" y="361"/>
                        <a:pt x="408" y="362"/>
                        <a:pt x="408" y="362"/>
                      </a:cubicBezTo>
                      <a:cubicBezTo>
                        <a:pt x="409" y="364"/>
                        <a:pt x="409" y="365"/>
                        <a:pt x="411" y="366"/>
                      </a:cubicBezTo>
                      <a:cubicBezTo>
                        <a:pt x="409" y="366"/>
                        <a:pt x="409" y="364"/>
                        <a:pt x="408" y="363"/>
                      </a:cubicBezTo>
                      <a:cubicBezTo>
                        <a:pt x="407" y="363"/>
                        <a:pt x="407" y="364"/>
                        <a:pt x="407" y="364"/>
                      </a:cubicBezTo>
                      <a:cubicBezTo>
                        <a:pt x="407" y="365"/>
                        <a:pt x="407" y="365"/>
                        <a:pt x="407" y="365"/>
                      </a:cubicBezTo>
                      <a:cubicBezTo>
                        <a:pt x="405" y="365"/>
                        <a:pt x="406" y="366"/>
                        <a:pt x="406" y="366"/>
                      </a:cubicBezTo>
                      <a:cubicBezTo>
                        <a:pt x="407" y="367"/>
                        <a:pt x="407" y="368"/>
                        <a:pt x="407" y="368"/>
                      </a:cubicBezTo>
                      <a:cubicBezTo>
                        <a:pt x="406" y="368"/>
                        <a:pt x="405" y="369"/>
                        <a:pt x="405" y="369"/>
                      </a:cubicBezTo>
                      <a:cubicBezTo>
                        <a:pt x="404" y="370"/>
                        <a:pt x="404" y="371"/>
                        <a:pt x="403" y="371"/>
                      </a:cubicBezTo>
                      <a:cubicBezTo>
                        <a:pt x="404" y="368"/>
                        <a:pt x="404" y="368"/>
                        <a:pt x="402" y="368"/>
                      </a:cubicBezTo>
                      <a:cubicBezTo>
                        <a:pt x="403" y="366"/>
                        <a:pt x="404" y="367"/>
                        <a:pt x="405" y="368"/>
                      </a:cubicBezTo>
                      <a:cubicBezTo>
                        <a:pt x="405" y="367"/>
                        <a:pt x="404" y="366"/>
                        <a:pt x="404" y="366"/>
                      </a:cubicBezTo>
                      <a:cubicBezTo>
                        <a:pt x="403" y="366"/>
                        <a:pt x="403" y="365"/>
                        <a:pt x="403" y="365"/>
                      </a:cubicBezTo>
                      <a:cubicBezTo>
                        <a:pt x="404" y="364"/>
                        <a:pt x="404" y="362"/>
                        <a:pt x="405" y="361"/>
                      </a:cubicBezTo>
                      <a:cubicBezTo>
                        <a:pt x="406" y="360"/>
                        <a:pt x="406" y="359"/>
                        <a:pt x="406" y="358"/>
                      </a:cubicBezTo>
                      <a:cubicBezTo>
                        <a:pt x="406" y="358"/>
                        <a:pt x="405" y="358"/>
                        <a:pt x="405" y="358"/>
                      </a:cubicBezTo>
                      <a:cubicBezTo>
                        <a:pt x="404" y="359"/>
                        <a:pt x="403" y="360"/>
                        <a:pt x="403" y="361"/>
                      </a:cubicBezTo>
                      <a:cubicBezTo>
                        <a:pt x="402" y="361"/>
                        <a:pt x="402" y="362"/>
                        <a:pt x="401" y="363"/>
                      </a:cubicBezTo>
                      <a:cubicBezTo>
                        <a:pt x="401" y="364"/>
                        <a:pt x="401" y="364"/>
                        <a:pt x="400" y="363"/>
                      </a:cubicBezTo>
                      <a:cubicBezTo>
                        <a:pt x="401" y="363"/>
                        <a:pt x="401" y="362"/>
                        <a:pt x="401" y="362"/>
                      </a:cubicBezTo>
                      <a:cubicBezTo>
                        <a:pt x="402" y="361"/>
                        <a:pt x="403" y="359"/>
                        <a:pt x="403" y="358"/>
                      </a:cubicBezTo>
                      <a:cubicBezTo>
                        <a:pt x="404" y="358"/>
                        <a:pt x="405" y="357"/>
                        <a:pt x="405" y="356"/>
                      </a:cubicBezTo>
                      <a:cubicBezTo>
                        <a:pt x="406" y="355"/>
                        <a:pt x="406" y="354"/>
                        <a:pt x="407" y="353"/>
                      </a:cubicBezTo>
                      <a:cubicBezTo>
                        <a:pt x="407" y="352"/>
                        <a:pt x="407" y="352"/>
                        <a:pt x="407" y="351"/>
                      </a:cubicBezTo>
                      <a:cubicBezTo>
                        <a:pt x="406" y="351"/>
                        <a:pt x="406" y="350"/>
                        <a:pt x="405" y="349"/>
                      </a:cubicBezTo>
                      <a:cubicBezTo>
                        <a:pt x="405" y="349"/>
                        <a:pt x="405" y="349"/>
                        <a:pt x="405" y="349"/>
                      </a:cubicBezTo>
                      <a:cubicBezTo>
                        <a:pt x="405" y="349"/>
                        <a:pt x="405" y="348"/>
                        <a:pt x="404" y="348"/>
                      </a:cubicBezTo>
                      <a:cubicBezTo>
                        <a:pt x="404" y="347"/>
                        <a:pt x="405" y="347"/>
                        <a:pt x="405" y="347"/>
                      </a:cubicBezTo>
                      <a:cubicBezTo>
                        <a:pt x="406" y="345"/>
                        <a:pt x="406" y="344"/>
                        <a:pt x="404" y="343"/>
                      </a:cubicBezTo>
                      <a:cubicBezTo>
                        <a:pt x="404" y="343"/>
                        <a:pt x="404" y="343"/>
                        <a:pt x="404" y="343"/>
                      </a:cubicBezTo>
                      <a:cubicBezTo>
                        <a:pt x="404" y="343"/>
                        <a:pt x="404" y="343"/>
                        <a:pt x="404" y="343"/>
                      </a:cubicBezTo>
                      <a:cubicBezTo>
                        <a:pt x="403" y="342"/>
                        <a:pt x="401" y="341"/>
                        <a:pt x="400" y="340"/>
                      </a:cubicBezTo>
                      <a:cubicBezTo>
                        <a:pt x="400" y="340"/>
                        <a:pt x="400" y="340"/>
                        <a:pt x="400" y="340"/>
                      </a:cubicBezTo>
                      <a:cubicBezTo>
                        <a:pt x="401" y="340"/>
                        <a:pt x="401" y="340"/>
                        <a:pt x="401" y="339"/>
                      </a:cubicBezTo>
                      <a:cubicBezTo>
                        <a:pt x="401" y="338"/>
                        <a:pt x="401" y="336"/>
                        <a:pt x="401" y="335"/>
                      </a:cubicBezTo>
                      <a:cubicBezTo>
                        <a:pt x="401" y="335"/>
                        <a:pt x="401" y="335"/>
                        <a:pt x="401" y="335"/>
                      </a:cubicBezTo>
                      <a:cubicBezTo>
                        <a:pt x="401" y="334"/>
                        <a:pt x="401" y="334"/>
                        <a:pt x="401" y="334"/>
                      </a:cubicBezTo>
                      <a:cubicBezTo>
                        <a:pt x="400" y="332"/>
                        <a:pt x="400" y="331"/>
                        <a:pt x="398" y="330"/>
                      </a:cubicBezTo>
                      <a:cubicBezTo>
                        <a:pt x="398" y="330"/>
                        <a:pt x="398" y="330"/>
                        <a:pt x="398" y="330"/>
                      </a:cubicBezTo>
                      <a:cubicBezTo>
                        <a:pt x="398" y="330"/>
                        <a:pt x="398" y="330"/>
                        <a:pt x="398" y="330"/>
                      </a:cubicBezTo>
                      <a:cubicBezTo>
                        <a:pt x="396" y="329"/>
                        <a:pt x="394" y="330"/>
                        <a:pt x="392" y="330"/>
                      </a:cubicBezTo>
                      <a:cubicBezTo>
                        <a:pt x="391" y="329"/>
                        <a:pt x="390" y="330"/>
                        <a:pt x="389" y="331"/>
                      </a:cubicBezTo>
                      <a:cubicBezTo>
                        <a:pt x="388" y="331"/>
                        <a:pt x="388" y="331"/>
                        <a:pt x="387" y="332"/>
                      </a:cubicBezTo>
                      <a:cubicBezTo>
                        <a:pt x="387" y="332"/>
                        <a:pt x="387" y="332"/>
                        <a:pt x="387" y="332"/>
                      </a:cubicBezTo>
                      <a:cubicBezTo>
                        <a:pt x="386" y="332"/>
                        <a:pt x="384" y="333"/>
                        <a:pt x="383" y="334"/>
                      </a:cubicBezTo>
                      <a:cubicBezTo>
                        <a:pt x="382" y="335"/>
                        <a:pt x="382" y="335"/>
                        <a:pt x="383" y="335"/>
                      </a:cubicBezTo>
                      <a:cubicBezTo>
                        <a:pt x="384" y="336"/>
                        <a:pt x="385" y="337"/>
                        <a:pt x="385" y="339"/>
                      </a:cubicBezTo>
                      <a:cubicBezTo>
                        <a:pt x="385" y="339"/>
                        <a:pt x="385" y="339"/>
                        <a:pt x="384" y="340"/>
                      </a:cubicBezTo>
                      <a:cubicBezTo>
                        <a:pt x="384" y="339"/>
                        <a:pt x="384" y="339"/>
                        <a:pt x="384" y="338"/>
                      </a:cubicBezTo>
                      <a:cubicBezTo>
                        <a:pt x="384" y="337"/>
                        <a:pt x="382" y="335"/>
                        <a:pt x="380" y="336"/>
                      </a:cubicBezTo>
                      <a:cubicBezTo>
                        <a:pt x="380" y="336"/>
                        <a:pt x="380" y="336"/>
                        <a:pt x="380" y="336"/>
                      </a:cubicBezTo>
                      <a:cubicBezTo>
                        <a:pt x="380" y="337"/>
                        <a:pt x="379" y="337"/>
                        <a:pt x="378" y="337"/>
                      </a:cubicBezTo>
                      <a:cubicBezTo>
                        <a:pt x="378" y="337"/>
                        <a:pt x="378" y="337"/>
                        <a:pt x="378" y="337"/>
                      </a:cubicBezTo>
                      <a:cubicBezTo>
                        <a:pt x="378" y="337"/>
                        <a:pt x="378" y="337"/>
                        <a:pt x="378" y="337"/>
                      </a:cubicBezTo>
                      <a:cubicBezTo>
                        <a:pt x="378" y="339"/>
                        <a:pt x="379" y="340"/>
                        <a:pt x="380" y="341"/>
                      </a:cubicBezTo>
                      <a:cubicBezTo>
                        <a:pt x="380" y="341"/>
                        <a:pt x="380" y="341"/>
                        <a:pt x="380" y="341"/>
                      </a:cubicBezTo>
                      <a:cubicBezTo>
                        <a:pt x="380" y="341"/>
                        <a:pt x="380" y="341"/>
                        <a:pt x="380" y="341"/>
                      </a:cubicBezTo>
                      <a:cubicBezTo>
                        <a:pt x="379" y="341"/>
                        <a:pt x="379" y="341"/>
                        <a:pt x="379" y="341"/>
                      </a:cubicBezTo>
                      <a:cubicBezTo>
                        <a:pt x="379" y="341"/>
                        <a:pt x="379" y="341"/>
                        <a:pt x="379" y="341"/>
                      </a:cubicBezTo>
                      <a:cubicBezTo>
                        <a:pt x="378" y="340"/>
                        <a:pt x="377" y="340"/>
                        <a:pt x="377" y="339"/>
                      </a:cubicBezTo>
                      <a:cubicBezTo>
                        <a:pt x="377" y="338"/>
                        <a:pt x="377" y="338"/>
                        <a:pt x="377" y="338"/>
                      </a:cubicBezTo>
                      <a:cubicBezTo>
                        <a:pt x="376" y="338"/>
                        <a:pt x="375" y="339"/>
                        <a:pt x="375" y="340"/>
                      </a:cubicBezTo>
                      <a:cubicBezTo>
                        <a:pt x="374" y="341"/>
                        <a:pt x="374" y="342"/>
                        <a:pt x="375" y="342"/>
                      </a:cubicBezTo>
                      <a:cubicBezTo>
                        <a:pt x="376" y="343"/>
                        <a:pt x="378" y="344"/>
                        <a:pt x="379" y="344"/>
                      </a:cubicBezTo>
                      <a:cubicBezTo>
                        <a:pt x="380" y="344"/>
                        <a:pt x="381" y="345"/>
                        <a:pt x="381" y="345"/>
                      </a:cubicBezTo>
                      <a:cubicBezTo>
                        <a:pt x="381" y="346"/>
                        <a:pt x="381" y="346"/>
                        <a:pt x="381" y="346"/>
                      </a:cubicBezTo>
                      <a:cubicBezTo>
                        <a:pt x="381" y="346"/>
                        <a:pt x="381" y="346"/>
                        <a:pt x="381" y="346"/>
                      </a:cubicBezTo>
                      <a:cubicBezTo>
                        <a:pt x="381" y="346"/>
                        <a:pt x="381" y="346"/>
                        <a:pt x="381" y="346"/>
                      </a:cubicBezTo>
                      <a:cubicBezTo>
                        <a:pt x="379" y="345"/>
                        <a:pt x="377" y="345"/>
                        <a:pt x="375" y="344"/>
                      </a:cubicBezTo>
                      <a:cubicBezTo>
                        <a:pt x="375" y="344"/>
                        <a:pt x="375" y="343"/>
                        <a:pt x="374" y="344"/>
                      </a:cubicBezTo>
                      <a:cubicBezTo>
                        <a:pt x="374" y="344"/>
                        <a:pt x="374" y="344"/>
                        <a:pt x="374" y="344"/>
                      </a:cubicBezTo>
                      <a:cubicBezTo>
                        <a:pt x="374" y="345"/>
                        <a:pt x="374" y="345"/>
                        <a:pt x="374" y="345"/>
                      </a:cubicBezTo>
                      <a:cubicBezTo>
                        <a:pt x="374" y="346"/>
                        <a:pt x="373" y="345"/>
                        <a:pt x="373" y="344"/>
                      </a:cubicBezTo>
                      <a:cubicBezTo>
                        <a:pt x="373" y="344"/>
                        <a:pt x="373" y="344"/>
                        <a:pt x="373" y="344"/>
                      </a:cubicBezTo>
                      <a:cubicBezTo>
                        <a:pt x="372" y="344"/>
                        <a:pt x="372" y="344"/>
                        <a:pt x="372" y="345"/>
                      </a:cubicBezTo>
                      <a:cubicBezTo>
                        <a:pt x="372" y="345"/>
                        <a:pt x="372" y="346"/>
                        <a:pt x="372" y="346"/>
                      </a:cubicBezTo>
                      <a:cubicBezTo>
                        <a:pt x="373" y="346"/>
                        <a:pt x="374" y="347"/>
                        <a:pt x="375" y="346"/>
                      </a:cubicBezTo>
                      <a:cubicBezTo>
                        <a:pt x="375" y="346"/>
                        <a:pt x="375" y="346"/>
                        <a:pt x="375" y="346"/>
                      </a:cubicBezTo>
                      <a:cubicBezTo>
                        <a:pt x="375" y="348"/>
                        <a:pt x="377" y="348"/>
                        <a:pt x="378" y="349"/>
                      </a:cubicBezTo>
                      <a:cubicBezTo>
                        <a:pt x="378" y="350"/>
                        <a:pt x="378" y="350"/>
                        <a:pt x="377" y="350"/>
                      </a:cubicBezTo>
                      <a:cubicBezTo>
                        <a:pt x="377" y="350"/>
                        <a:pt x="377" y="350"/>
                        <a:pt x="377" y="350"/>
                      </a:cubicBezTo>
                      <a:cubicBezTo>
                        <a:pt x="377" y="350"/>
                        <a:pt x="377" y="350"/>
                        <a:pt x="377" y="350"/>
                      </a:cubicBezTo>
                      <a:cubicBezTo>
                        <a:pt x="376" y="349"/>
                        <a:pt x="375" y="348"/>
                        <a:pt x="374" y="348"/>
                      </a:cubicBezTo>
                      <a:cubicBezTo>
                        <a:pt x="372" y="347"/>
                        <a:pt x="371" y="347"/>
                        <a:pt x="371" y="350"/>
                      </a:cubicBezTo>
                      <a:cubicBezTo>
                        <a:pt x="371" y="351"/>
                        <a:pt x="371" y="352"/>
                        <a:pt x="371" y="353"/>
                      </a:cubicBezTo>
                      <a:cubicBezTo>
                        <a:pt x="371" y="353"/>
                        <a:pt x="371" y="354"/>
                        <a:pt x="371" y="354"/>
                      </a:cubicBezTo>
                      <a:cubicBezTo>
                        <a:pt x="371" y="354"/>
                        <a:pt x="371" y="354"/>
                        <a:pt x="371" y="354"/>
                      </a:cubicBezTo>
                      <a:cubicBezTo>
                        <a:pt x="371" y="355"/>
                        <a:pt x="370" y="356"/>
                        <a:pt x="372" y="356"/>
                      </a:cubicBezTo>
                      <a:cubicBezTo>
                        <a:pt x="372" y="356"/>
                        <a:pt x="372" y="356"/>
                        <a:pt x="372" y="356"/>
                      </a:cubicBezTo>
                      <a:cubicBezTo>
                        <a:pt x="372" y="356"/>
                        <a:pt x="372" y="356"/>
                        <a:pt x="372" y="357"/>
                      </a:cubicBezTo>
                      <a:cubicBezTo>
                        <a:pt x="372" y="357"/>
                        <a:pt x="371" y="357"/>
                        <a:pt x="371" y="358"/>
                      </a:cubicBezTo>
                      <a:cubicBezTo>
                        <a:pt x="372" y="360"/>
                        <a:pt x="373" y="360"/>
                        <a:pt x="375" y="361"/>
                      </a:cubicBezTo>
                      <a:cubicBezTo>
                        <a:pt x="375" y="361"/>
                        <a:pt x="375" y="361"/>
                        <a:pt x="375" y="361"/>
                      </a:cubicBezTo>
                      <a:cubicBezTo>
                        <a:pt x="375" y="361"/>
                        <a:pt x="375" y="361"/>
                        <a:pt x="375" y="361"/>
                      </a:cubicBezTo>
                      <a:cubicBezTo>
                        <a:pt x="375" y="362"/>
                        <a:pt x="376" y="362"/>
                        <a:pt x="376" y="362"/>
                      </a:cubicBezTo>
                      <a:cubicBezTo>
                        <a:pt x="376" y="362"/>
                        <a:pt x="376" y="362"/>
                        <a:pt x="376" y="362"/>
                      </a:cubicBezTo>
                      <a:cubicBezTo>
                        <a:pt x="376" y="362"/>
                        <a:pt x="376" y="362"/>
                        <a:pt x="376" y="362"/>
                      </a:cubicBezTo>
                      <a:cubicBezTo>
                        <a:pt x="377" y="364"/>
                        <a:pt x="378" y="365"/>
                        <a:pt x="379" y="366"/>
                      </a:cubicBezTo>
                      <a:cubicBezTo>
                        <a:pt x="379" y="366"/>
                        <a:pt x="379" y="366"/>
                        <a:pt x="378" y="366"/>
                      </a:cubicBezTo>
                      <a:cubicBezTo>
                        <a:pt x="378" y="366"/>
                        <a:pt x="378" y="366"/>
                        <a:pt x="378" y="366"/>
                      </a:cubicBezTo>
                      <a:cubicBezTo>
                        <a:pt x="378" y="366"/>
                        <a:pt x="377" y="366"/>
                        <a:pt x="377" y="365"/>
                      </a:cubicBezTo>
                      <a:cubicBezTo>
                        <a:pt x="376" y="364"/>
                        <a:pt x="375" y="363"/>
                        <a:pt x="374" y="364"/>
                      </a:cubicBezTo>
                      <a:cubicBezTo>
                        <a:pt x="372" y="364"/>
                        <a:pt x="372" y="364"/>
                        <a:pt x="372" y="365"/>
                      </a:cubicBezTo>
                      <a:cubicBezTo>
                        <a:pt x="372" y="366"/>
                        <a:pt x="372" y="367"/>
                        <a:pt x="371" y="368"/>
                      </a:cubicBezTo>
                      <a:cubicBezTo>
                        <a:pt x="369" y="369"/>
                        <a:pt x="369" y="369"/>
                        <a:pt x="371" y="371"/>
                      </a:cubicBezTo>
                      <a:cubicBezTo>
                        <a:pt x="372" y="372"/>
                        <a:pt x="373" y="372"/>
                        <a:pt x="372" y="374"/>
                      </a:cubicBezTo>
                      <a:cubicBezTo>
                        <a:pt x="372" y="374"/>
                        <a:pt x="372" y="374"/>
                        <a:pt x="372" y="374"/>
                      </a:cubicBezTo>
                      <a:cubicBezTo>
                        <a:pt x="372" y="375"/>
                        <a:pt x="373" y="375"/>
                        <a:pt x="373" y="376"/>
                      </a:cubicBezTo>
                      <a:cubicBezTo>
                        <a:pt x="374" y="376"/>
                        <a:pt x="375" y="376"/>
                        <a:pt x="376" y="377"/>
                      </a:cubicBezTo>
                      <a:cubicBezTo>
                        <a:pt x="376" y="377"/>
                        <a:pt x="376" y="376"/>
                        <a:pt x="377" y="376"/>
                      </a:cubicBezTo>
                      <a:cubicBezTo>
                        <a:pt x="377" y="376"/>
                        <a:pt x="379" y="376"/>
                        <a:pt x="378" y="377"/>
                      </a:cubicBezTo>
                      <a:cubicBezTo>
                        <a:pt x="378" y="378"/>
                        <a:pt x="379" y="379"/>
                        <a:pt x="379" y="380"/>
                      </a:cubicBezTo>
                      <a:cubicBezTo>
                        <a:pt x="379" y="380"/>
                        <a:pt x="379" y="381"/>
                        <a:pt x="378" y="381"/>
                      </a:cubicBezTo>
                      <a:cubicBezTo>
                        <a:pt x="377" y="381"/>
                        <a:pt x="377" y="382"/>
                        <a:pt x="377" y="383"/>
                      </a:cubicBezTo>
                      <a:cubicBezTo>
                        <a:pt x="377" y="383"/>
                        <a:pt x="377" y="383"/>
                        <a:pt x="377" y="383"/>
                      </a:cubicBezTo>
                      <a:cubicBezTo>
                        <a:pt x="377" y="383"/>
                        <a:pt x="377" y="383"/>
                        <a:pt x="377" y="383"/>
                      </a:cubicBezTo>
                      <a:cubicBezTo>
                        <a:pt x="377" y="383"/>
                        <a:pt x="377" y="383"/>
                        <a:pt x="377" y="383"/>
                      </a:cubicBezTo>
                      <a:cubicBezTo>
                        <a:pt x="377" y="383"/>
                        <a:pt x="377" y="383"/>
                        <a:pt x="377" y="383"/>
                      </a:cubicBezTo>
                      <a:cubicBezTo>
                        <a:pt x="376" y="383"/>
                        <a:pt x="376" y="381"/>
                        <a:pt x="375" y="381"/>
                      </a:cubicBezTo>
                      <a:cubicBezTo>
                        <a:pt x="374" y="381"/>
                        <a:pt x="373" y="380"/>
                        <a:pt x="372" y="379"/>
                      </a:cubicBezTo>
                      <a:cubicBezTo>
                        <a:pt x="370" y="376"/>
                        <a:pt x="367" y="373"/>
                        <a:pt x="366" y="370"/>
                      </a:cubicBezTo>
                      <a:cubicBezTo>
                        <a:pt x="366" y="367"/>
                        <a:pt x="365" y="364"/>
                        <a:pt x="367" y="361"/>
                      </a:cubicBezTo>
                      <a:cubicBezTo>
                        <a:pt x="367" y="361"/>
                        <a:pt x="367" y="360"/>
                        <a:pt x="367" y="359"/>
                      </a:cubicBezTo>
                      <a:cubicBezTo>
                        <a:pt x="366" y="358"/>
                        <a:pt x="366" y="357"/>
                        <a:pt x="365" y="356"/>
                      </a:cubicBezTo>
                      <a:cubicBezTo>
                        <a:pt x="364" y="355"/>
                        <a:pt x="364" y="354"/>
                        <a:pt x="364" y="352"/>
                      </a:cubicBezTo>
                      <a:cubicBezTo>
                        <a:pt x="364" y="351"/>
                        <a:pt x="364" y="350"/>
                        <a:pt x="364" y="350"/>
                      </a:cubicBezTo>
                      <a:cubicBezTo>
                        <a:pt x="365" y="348"/>
                        <a:pt x="366" y="347"/>
                        <a:pt x="367" y="345"/>
                      </a:cubicBezTo>
                      <a:cubicBezTo>
                        <a:pt x="367" y="343"/>
                        <a:pt x="368" y="340"/>
                        <a:pt x="369" y="338"/>
                      </a:cubicBezTo>
                      <a:cubicBezTo>
                        <a:pt x="369" y="338"/>
                        <a:pt x="369" y="338"/>
                        <a:pt x="369" y="338"/>
                      </a:cubicBezTo>
                      <a:cubicBezTo>
                        <a:pt x="369" y="338"/>
                        <a:pt x="369" y="338"/>
                        <a:pt x="370" y="337"/>
                      </a:cubicBezTo>
                      <a:cubicBezTo>
                        <a:pt x="371" y="336"/>
                        <a:pt x="373" y="334"/>
                        <a:pt x="375" y="332"/>
                      </a:cubicBezTo>
                      <a:cubicBezTo>
                        <a:pt x="375" y="332"/>
                        <a:pt x="375" y="332"/>
                        <a:pt x="375" y="332"/>
                      </a:cubicBezTo>
                      <a:cubicBezTo>
                        <a:pt x="375" y="332"/>
                        <a:pt x="376" y="331"/>
                        <a:pt x="376" y="331"/>
                      </a:cubicBezTo>
                      <a:cubicBezTo>
                        <a:pt x="377" y="330"/>
                        <a:pt x="377" y="329"/>
                        <a:pt x="376" y="329"/>
                      </a:cubicBezTo>
                      <a:cubicBezTo>
                        <a:pt x="376" y="329"/>
                        <a:pt x="376" y="329"/>
                        <a:pt x="376" y="329"/>
                      </a:cubicBezTo>
                      <a:cubicBezTo>
                        <a:pt x="375" y="327"/>
                        <a:pt x="373" y="327"/>
                        <a:pt x="372" y="327"/>
                      </a:cubicBezTo>
                      <a:cubicBezTo>
                        <a:pt x="371" y="327"/>
                        <a:pt x="370" y="327"/>
                        <a:pt x="369" y="327"/>
                      </a:cubicBezTo>
                      <a:cubicBezTo>
                        <a:pt x="369" y="327"/>
                        <a:pt x="369" y="327"/>
                        <a:pt x="369" y="327"/>
                      </a:cubicBezTo>
                      <a:cubicBezTo>
                        <a:pt x="369" y="327"/>
                        <a:pt x="369" y="327"/>
                        <a:pt x="369" y="327"/>
                      </a:cubicBezTo>
                      <a:cubicBezTo>
                        <a:pt x="366" y="326"/>
                        <a:pt x="364" y="326"/>
                        <a:pt x="362" y="328"/>
                      </a:cubicBezTo>
                      <a:cubicBezTo>
                        <a:pt x="362" y="328"/>
                        <a:pt x="362" y="328"/>
                        <a:pt x="362" y="328"/>
                      </a:cubicBezTo>
                      <a:cubicBezTo>
                        <a:pt x="361" y="328"/>
                        <a:pt x="360" y="328"/>
                        <a:pt x="359" y="329"/>
                      </a:cubicBezTo>
                      <a:cubicBezTo>
                        <a:pt x="357" y="330"/>
                        <a:pt x="355" y="331"/>
                        <a:pt x="354" y="333"/>
                      </a:cubicBezTo>
                      <a:cubicBezTo>
                        <a:pt x="353" y="334"/>
                        <a:pt x="352" y="335"/>
                        <a:pt x="352" y="336"/>
                      </a:cubicBezTo>
                      <a:cubicBezTo>
                        <a:pt x="350" y="338"/>
                        <a:pt x="349" y="339"/>
                        <a:pt x="349" y="342"/>
                      </a:cubicBezTo>
                      <a:cubicBezTo>
                        <a:pt x="349" y="342"/>
                        <a:pt x="349" y="342"/>
                        <a:pt x="348" y="342"/>
                      </a:cubicBezTo>
                      <a:cubicBezTo>
                        <a:pt x="348" y="342"/>
                        <a:pt x="347" y="343"/>
                        <a:pt x="347" y="344"/>
                      </a:cubicBezTo>
                      <a:cubicBezTo>
                        <a:pt x="347" y="345"/>
                        <a:pt x="346" y="347"/>
                        <a:pt x="346" y="349"/>
                      </a:cubicBezTo>
                      <a:cubicBezTo>
                        <a:pt x="347" y="349"/>
                        <a:pt x="346" y="350"/>
                        <a:pt x="346" y="350"/>
                      </a:cubicBezTo>
                      <a:cubicBezTo>
                        <a:pt x="346" y="351"/>
                        <a:pt x="347" y="351"/>
                        <a:pt x="347" y="352"/>
                      </a:cubicBezTo>
                      <a:cubicBezTo>
                        <a:pt x="345" y="352"/>
                        <a:pt x="345" y="352"/>
                        <a:pt x="345" y="354"/>
                      </a:cubicBezTo>
                      <a:cubicBezTo>
                        <a:pt x="345" y="354"/>
                        <a:pt x="345" y="355"/>
                        <a:pt x="344" y="355"/>
                      </a:cubicBezTo>
                      <a:cubicBezTo>
                        <a:pt x="344" y="355"/>
                        <a:pt x="343" y="356"/>
                        <a:pt x="343" y="356"/>
                      </a:cubicBezTo>
                      <a:cubicBezTo>
                        <a:pt x="344" y="358"/>
                        <a:pt x="342" y="360"/>
                        <a:pt x="342" y="362"/>
                      </a:cubicBezTo>
                      <a:cubicBezTo>
                        <a:pt x="342" y="363"/>
                        <a:pt x="342" y="364"/>
                        <a:pt x="343" y="365"/>
                      </a:cubicBezTo>
                      <a:cubicBezTo>
                        <a:pt x="343" y="365"/>
                        <a:pt x="343" y="365"/>
                        <a:pt x="344" y="365"/>
                      </a:cubicBezTo>
                      <a:cubicBezTo>
                        <a:pt x="344" y="365"/>
                        <a:pt x="345" y="365"/>
                        <a:pt x="345" y="366"/>
                      </a:cubicBezTo>
                      <a:cubicBezTo>
                        <a:pt x="345" y="366"/>
                        <a:pt x="344" y="366"/>
                        <a:pt x="344" y="366"/>
                      </a:cubicBezTo>
                      <a:cubicBezTo>
                        <a:pt x="344" y="367"/>
                        <a:pt x="343" y="366"/>
                        <a:pt x="343" y="367"/>
                      </a:cubicBezTo>
                      <a:cubicBezTo>
                        <a:pt x="342" y="367"/>
                        <a:pt x="342" y="368"/>
                        <a:pt x="342" y="369"/>
                      </a:cubicBezTo>
                      <a:cubicBezTo>
                        <a:pt x="342" y="369"/>
                        <a:pt x="342" y="369"/>
                        <a:pt x="342" y="369"/>
                      </a:cubicBezTo>
                      <a:cubicBezTo>
                        <a:pt x="342" y="370"/>
                        <a:pt x="341" y="371"/>
                        <a:pt x="341" y="371"/>
                      </a:cubicBezTo>
                      <a:cubicBezTo>
                        <a:pt x="342" y="372"/>
                        <a:pt x="342" y="373"/>
                        <a:pt x="343" y="373"/>
                      </a:cubicBezTo>
                      <a:cubicBezTo>
                        <a:pt x="344" y="375"/>
                        <a:pt x="343" y="375"/>
                        <a:pt x="342" y="376"/>
                      </a:cubicBezTo>
                      <a:cubicBezTo>
                        <a:pt x="342" y="377"/>
                        <a:pt x="342" y="377"/>
                        <a:pt x="342" y="378"/>
                      </a:cubicBezTo>
                      <a:cubicBezTo>
                        <a:pt x="342" y="379"/>
                        <a:pt x="342" y="380"/>
                        <a:pt x="342" y="381"/>
                      </a:cubicBezTo>
                      <a:cubicBezTo>
                        <a:pt x="342" y="383"/>
                        <a:pt x="343" y="384"/>
                        <a:pt x="345" y="384"/>
                      </a:cubicBezTo>
                      <a:cubicBezTo>
                        <a:pt x="347" y="384"/>
                        <a:pt x="350" y="385"/>
                        <a:pt x="352" y="385"/>
                      </a:cubicBezTo>
                      <a:cubicBezTo>
                        <a:pt x="353" y="385"/>
                        <a:pt x="354" y="386"/>
                        <a:pt x="355" y="385"/>
                      </a:cubicBezTo>
                      <a:cubicBezTo>
                        <a:pt x="356" y="384"/>
                        <a:pt x="356" y="385"/>
                        <a:pt x="356" y="386"/>
                      </a:cubicBezTo>
                      <a:cubicBezTo>
                        <a:pt x="356" y="386"/>
                        <a:pt x="356" y="386"/>
                        <a:pt x="356" y="386"/>
                      </a:cubicBezTo>
                      <a:cubicBezTo>
                        <a:pt x="356" y="387"/>
                        <a:pt x="357" y="388"/>
                        <a:pt x="358" y="388"/>
                      </a:cubicBezTo>
                      <a:cubicBezTo>
                        <a:pt x="359" y="389"/>
                        <a:pt x="360" y="389"/>
                        <a:pt x="360" y="390"/>
                      </a:cubicBezTo>
                      <a:cubicBezTo>
                        <a:pt x="360" y="390"/>
                        <a:pt x="360" y="390"/>
                        <a:pt x="360" y="390"/>
                      </a:cubicBezTo>
                      <a:cubicBezTo>
                        <a:pt x="360" y="391"/>
                        <a:pt x="360" y="391"/>
                        <a:pt x="359" y="391"/>
                      </a:cubicBezTo>
                      <a:cubicBezTo>
                        <a:pt x="357" y="391"/>
                        <a:pt x="355" y="392"/>
                        <a:pt x="353" y="391"/>
                      </a:cubicBezTo>
                      <a:cubicBezTo>
                        <a:pt x="353" y="390"/>
                        <a:pt x="352" y="390"/>
                        <a:pt x="351" y="390"/>
                      </a:cubicBezTo>
                      <a:cubicBezTo>
                        <a:pt x="349" y="390"/>
                        <a:pt x="348" y="390"/>
                        <a:pt x="347" y="389"/>
                      </a:cubicBezTo>
                      <a:cubicBezTo>
                        <a:pt x="346" y="389"/>
                        <a:pt x="346" y="388"/>
                        <a:pt x="346" y="389"/>
                      </a:cubicBezTo>
                      <a:cubicBezTo>
                        <a:pt x="345" y="389"/>
                        <a:pt x="346" y="390"/>
                        <a:pt x="346" y="390"/>
                      </a:cubicBezTo>
                      <a:cubicBezTo>
                        <a:pt x="346" y="391"/>
                        <a:pt x="347" y="391"/>
                        <a:pt x="347" y="392"/>
                      </a:cubicBezTo>
                      <a:cubicBezTo>
                        <a:pt x="347" y="392"/>
                        <a:pt x="346" y="392"/>
                        <a:pt x="346" y="392"/>
                      </a:cubicBezTo>
                      <a:cubicBezTo>
                        <a:pt x="346" y="392"/>
                        <a:pt x="346" y="392"/>
                        <a:pt x="346" y="392"/>
                      </a:cubicBezTo>
                      <a:cubicBezTo>
                        <a:pt x="346" y="392"/>
                        <a:pt x="346" y="392"/>
                        <a:pt x="346" y="392"/>
                      </a:cubicBezTo>
                      <a:cubicBezTo>
                        <a:pt x="346" y="394"/>
                        <a:pt x="346" y="395"/>
                        <a:pt x="347" y="396"/>
                      </a:cubicBezTo>
                      <a:cubicBezTo>
                        <a:pt x="348" y="397"/>
                        <a:pt x="349" y="397"/>
                        <a:pt x="349" y="398"/>
                      </a:cubicBezTo>
                      <a:cubicBezTo>
                        <a:pt x="349" y="400"/>
                        <a:pt x="350" y="401"/>
                        <a:pt x="351" y="401"/>
                      </a:cubicBezTo>
                      <a:cubicBezTo>
                        <a:pt x="353" y="402"/>
                        <a:pt x="354" y="403"/>
                        <a:pt x="356" y="404"/>
                      </a:cubicBezTo>
                      <a:cubicBezTo>
                        <a:pt x="356" y="404"/>
                        <a:pt x="356" y="404"/>
                        <a:pt x="356" y="404"/>
                      </a:cubicBezTo>
                      <a:cubicBezTo>
                        <a:pt x="355" y="405"/>
                        <a:pt x="355" y="404"/>
                        <a:pt x="354" y="404"/>
                      </a:cubicBezTo>
                      <a:cubicBezTo>
                        <a:pt x="354" y="405"/>
                        <a:pt x="355" y="405"/>
                        <a:pt x="355" y="405"/>
                      </a:cubicBezTo>
                      <a:cubicBezTo>
                        <a:pt x="355" y="405"/>
                        <a:pt x="355" y="405"/>
                        <a:pt x="355" y="405"/>
                      </a:cubicBezTo>
                      <a:cubicBezTo>
                        <a:pt x="356" y="406"/>
                        <a:pt x="356" y="406"/>
                        <a:pt x="357" y="405"/>
                      </a:cubicBezTo>
                      <a:cubicBezTo>
                        <a:pt x="357" y="405"/>
                        <a:pt x="358" y="405"/>
                        <a:pt x="357" y="405"/>
                      </a:cubicBezTo>
                      <a:cubicBezTo>
                        <a:pt x="357" y="405"/>
                        <a:pt x="357" y="405"/>
                        <a:pt x="357" y="405"/>
                      </a:cubicBezTo>
                      <a:cubicBezTo>
                        <a:pt x="357" y="405"/>
                        <a:pt x="357" y="405"/>
                        <a:pt x="357" y="405"/>
                      </a:cubicBezTo>
                      <a:cubicBezTo>
                        <a:pt x="357" y="404"/>
                        <a:pt x="358" y="404"/>
                        <a:pt x="358" y="404"/>
                      </a:cubicBezTo>
                      <a:cubicBezTo>
                        <a:pt x="358" y="404"/>
                        <a:pt x="359" y="404"/>
                        <a:pt x="359" y="403"/>
                      </a:cubicBezTo>
                      <a:cubicBezTo>
                        <a:pt x="359" y="403"/>
                        <a:pt x="360" y="403"/>
                        <a:pt x="360" y="403"/>
                      </a:cubicBezTo>
                      <a:cubicBezTo>
                        <a:pt x="360" y="403"/>
                        <a:pt x="360" y="403"/>
                        <a:pt x="360" y="403"/>
                      </a:cubicBezTo>
                      <a:cubicBezTo>
                        <a:pt x="361" y="403"/>
                        <a:pt x="361" y="402"/>
                        <a:pt x="361" y="402"/>
                      </a:cubicBezTo>
                      <a:cubicBezTo>
                        <a:pt x="361" y="402"/>
                        <a:pt x="361" y="401"/>
                        <a:pt x="362" y="402"/>
                      </a:cubicBezTo>
                      <a:cubicBezTo>
                        <a:pt x="363" y="402"/>
                        <a:pt x="363" y="403"/>
                        <a:pt x="363" y="403"/>
                      </a:cubicBezTo>
                      <a:cubicBezTo>
                        <a:pt x="363" y="403"/>
                        <a:pt x="362" y="404"/>
                        <a:pt x="363" y="404"/>
                      </a:cubicBezTo>
                      <a:cubicBezTo>
                        <a:pt x="364" y="404"/>
                        <a:pt x="364" y="404"/>
                        <a:pt x="364" y="403"/>
                      </a:cubicBezTo>
                      <a:cubicBezTo>
                        <a:pt x="364" y="402"/>
                        <a:pt x="365" y="402"/>
                        <a:pt x="366" y="401"/>
                      </a:cubicBezTo>
                      <a:cubicBezTo>
                        <a:pt x="364" y="404"/>
                        <a:pt x="364" y="406"/>
                        <a:pt x="366" y="408"/>
                      </a:cubicBezTo>
                      <a:cubicBezTo>
                        <a:pt x="367" y="409"/>
                        <a:pt x="369" y="409"/>
                        <a:pt x="370" y="410"/>
                      </a:cubicBezTo>
                      <a:cubicBezTo>
                        <a:pt x="371" y="411"/>
                        <a:pt x="372" y="410"/>
                        <a:pt x="373" y="411"/>
                      </a:cubicBezTo>
                      <a:cubicBezTo>
                        <a:pt x="372" y="409"/>
                        <a:pt x="371" y="409"/>
                        <a:pt x="370" y="409"/>
                      </a:cubicBezTo>
                      <a:cubicBezTo>
                        <a:pt x="372" y="408"/>
                        <a:pt x="374" y="410"/>
                        <a:pt x="377" y="409"/>
                      </a:cubicBezTo>
                      <a:cubicBezTo>
                        <a:pt x="376" y="410"/>
                        <a:pt x="377" y="410"/>
                        <a:pt x="378" y="410"/>
                      </a:cubicBezTo>
                      <a:cubicBezTo>
                        <a:pt x="379" y="410"/>
                        <a:pt x="379" y="410"/>
                        <a:pt x="380" y="411"/>
                      </a:cubicBezTo>
                      <a:cubicBezTo>
                        <a:pt x="382" y="411"/>
                        <a:pt x="384" y="412"/>
                        <a:pt x="386" y="411"/>
                      </a:cubicBezTo>
                      <a:cubicBezTo>
                        <a:pt x="388" y="410"/>
                        <a:pt x="390" y="411"/>
                        <a:pt x="391" y="413"/>
                      </a:cubicBezTo>
                      <a:cubicBezTo>
                        <a:pt x="391" y="414"/>
                        <a:pt x="392" y="415"/>
                        <a:pt x="393" y="414"/>
                      </a:cubicBezTo>
                      <a:cubicBezTo>
                        <a:pt x="393" y="413"/>
                        <a:pt x="393" y="413"/>
                        <a:pt x="394" y="414"/>
                      </a:cubicBezTo>
                      <a:cubicBezTo>
                        <a:pt x="394" y="414"/>
                        <a:pt x="394" y="414"/>
                        <a:pt x="394" y="414"/>
                      </a:cubicBezTo>
                      <a:cubicBezTo>
                        <a:pt x="394" y="415"/>
                        <a:pt x="395" y="415"/>
                        <a:pt x="395" y="414"/>
                      </a:cubicBezTo>
                      <a:cubicBezTo>
                        <a:pt x="395" y="413"/>
                        <a:pt x="395" y="413"/>
                        <a:pt x="396" y="413"/>
                      </a:cubicBezTo>
                      <a:cubicBezTo>
                        <a:pt x="397" y="413"/>
                        <a:pt x="397" y="412"/>
                        <a:pt x="397" y="411"/>
                      </a:cubicBezTo>
                      <a:cubicBezTo>
                        <a:pt x="397" y="411"/>
                        <a:pt x="397" y="411"/>
                        <a:pt x="397" y="411"/>
                      </a:cubicBezTo>
                      <a:cubicBezTo>
                        <a:pt x="397" y="411"/>
                        <a:pt x="397" y="411"/>
                        <a:pt x="397" y="411"/>
                      </a:cubicBezTo>
                      <a:cubicBezTo>
                        <a:pt x="397" y="411"/>
                        <a:pt x="398" y="411"/>
                        <a:pt x="398" y="411"/>
                      </a:cubicBezTo>
                      <a:cubicBezTo>
                        <a:pt x="399" y="411"/>
                        <a:pt x="399" y="412"/>
                        <a:pt x="399" y="412"/>
                      </a:cubicBezTo>
                      <a:cubicBezTo>
                        <a:pt x="400" y="413"/>
                        <a:pt x="401" y="413"/>
                        <a:pt x="402" y="415"/>
                      </a:cubicBezTo>
                      <a:cubicBezTo>
                        <a:pt x="402" y="416"/>
                        <a:pt x="403" y="416"/>
                        <a:pt x="404" y="416"/>
                      </a:cubicBezTo>
                      <a:cubicBezTo>
                        <a:pt x="404" y="416"/>
                        <a:pt x="404" y="417"/>
                        <a:pt x="404" y="417"/>
                      </a:cubicBezTo>
                      <a:cubicBezTo>
                        <a:pt x="406" y="417"/>
                        <a:pt x="406" y="417"/>
                        <a:pt x="406" y="418"/>
                      </a:cubicBezTo>
                      <a:cubicBezTo>
                        <a:pt x="407" y="419"/>
                        <a:pt x="408" y="418"/>
                        <a:pt x="408" y="419"/>
                      </a:cubicBezTo>
                      <a:cubicBezTo>
                        <a:pt x="408" y="420"/>
                        <a:pt x="408" y="420"/>
                        <a:pt x="409" y="420"/>
                      </a:cubicBezTo>
                      <a:cubicBezTo>
                        <a:pt x="410" y="420"/>
                        <a:pt x="409" y="419"/>
                        <a:pt x="409" y="419"/>
                      </a:cubicBezTo>
                      <a:cubicBezTo>
                        <a:pt x="409" y="419"/>
                        <a:pt x="409" y="418"/>
                        <a:pt x="409" y="418"/>
                      </a:cubicBezTo>
                      <a:cubicBezTo>
                        <a:pt x="410" y="418"/>
                        <a:pt x="411" y="418"/>
                        <a:pt x="412" y="418"/>
                      </a:cubicBezTo>
                      <a:cubicBezTo>
                        <a:pt x="413" y="417"/>
                        <a:pt x="414" y="416"/>
                        <a:pt x="413" y="415"/>
                      </a:cubicBezTo>
                      <a:cubicBezTo>
                        <a:pt x="412" y="414"/>
                        <a:pt x="412" y="414"/>
                        <a:pt x="411" y="415"/>
                      </a:cubicBezTo>
                      <a:cubicBezTo>
                        <a:pt x="410" y="415"/>
                        <a:pt x="409" y="416"/>
                        <a:pt x="408" y="415"/>
                      </a:cubicBezTo>
                      <a:cubicBezTo>
                        <a:pt x="408" y="414"/>
                        <a:pt x="407" y="414"/>
                        <a:pt x="406" y="415"/>
                      </a:cubicBezTo>
                      <a:cubicBezTo>
                        <a:pt x="405" y="415"/>
                        <a:pt x="406" y="416"/>
                        <a:pt x="406" y="416"/>
                      </a:cubicBezTo>
                      <a:cubicBezTo>
                        <a:pt x="405" y="416"/>
                        <a:pt x="405" y="415"/>
                        <a:pt x="404" y="415"/>
                      </a:cubicBezTo>
                      <a:cubicBezTo>
                        <a:pt x="404" y="415"/>
                        <a:pt x="404" y="415"/>
                        <a:pt x="404" y="415"/>
                      </a:cubicBezTo>
                      <a:cubicBezTo>
                        <a:pt x="404" y="415"/>
                        <a:pt x="404" y="415"/>
                        <a:pt x="404" y="415"/>
                      </a:cubicBezTo>
                      <a:cubicBezTo>
                        <a:pt x="403" y="413"/>
                        <a:pt x="401" y="412"/>
                        <a:pt x="401" y="410"/>
                      </a:cubicBezTo>
                      <a:cubicBezTo>
                        <a:pt x="401" y="410"/>
                        <a:pt x="400" y="410"/>
                        <a:pt x="400" y="410"/>
                      </a:cubicBezTo>
                      <a:cubicBezTo>
                        <a:pt x="399" y="410"/>
                        <a:pt x="399" y="409"/>
                        <a:pt x="398" y="409"/>
                      </a:cubicBezTo>
                      <a:cubicBezTo>
                        <a:pt x="397" y="409"/>
                        <a:pt x="397" y="409"/>
                        <a:pt x="397" y="408"/>
                      </a:cubicBezTo>
                      <a:cubicBezTo>
                        <a:pt x="397" y="408"/>
                        <a:pt x="398" y="408"/>
                        <a:pt x="398" y="408"/>
                      </a:cubicBezTo>
                      <a:cubicBezTo>
                        <a:pt x="399" y="409"/>
                        <a:pt x="401" y="408"/>
                        <a:pt x="402" y="409"/>
                      </a:cubicBezTo>
                      <a:cubicBezTo>
                        <a:pt x="404" y="409"/>
                        <a:pt x="405" y="410"/>
                        <a:pt x="407" y="410"/>
                      </a:cubicBezTo>
                      <a:cubicBezTo>
                        <a:pt x="408" y="411"/>
                        <a:pt x="410" y="411"/>
                        <a:pt x="411" y="413"/>
                      </a:cubicBezTo>
                      <a:cubicBezTo>
                        <a:pt x="411" y="413"/>
                        <a:pt x="411" y="413"/>
                        <a:pt x="412" y="413"/>
                      </a:cubicBezTo>
                      <a:cubicBezTo>
                        <a:pt x="413" y="412"/>
                        <a:pt x="415" y="413"/>
                        <a:pt x="416" y="413"/>
                      </a:cubicBezTo>
                      <a:cubicBezTo>
                        <a:pt x="417" y="413"/>
                        <a:pt x="417" y="412"/>
                        <a:pt x="418" y="412"/>
                      </a:cubicBezTo>
                      <a:cubicBezTo>
                        <a:pt x="418" y="411"/>
                        <a:pt x="418" y="410"/>
                        <a:pt x="418" y="409"/>
                      </a:cubicBezTo>
                      <a:cubicBezTo>
                        <a:pt x="418" y="407"/>
                        <a:pt x="417" y="406"/>
                        <a:pt x="416" y="404"/>
                      </a:cubicBezTo>
                      <a:cubicBezTo>
                        <a:pt x="416" y="403"/>
                        <a:pt x="415" y="404"/>
                        <a:pt x="414" y="404"/>
                      </a:cubicBezTo>
                      <a:cubicBezTo>
                        <a:pt x="414" y="404"/>
                        <a:pt x="414" y="404"/>
                        <a:pt x="414" y="404"/>
                      </a:cubicBezTo>
                      <a:cubicBezTo>
                        <a:pt x="414" y="403"/>
                        <a:pt x="414" y="403"/>
                        <a:pt x="413" y="403"/>
                      </a:cubicBezTo>
                      <a:cubicBezTo>
                        <a:pt x="412" y="403"/>
                        <a:pt x="412" y="403"/>
                        <a:pt x="412" y="402"/>
                      </a:cubicBezTo>
                      <a:cubicBezTo>
                        <a:pt x="412" y="402"/>
                        <a:pt x="412" y="402"/>
                        <a:pt x="413" y="402"/>
                      </a:cubicBezTo>
                      <a:cubicBezTo>
                        <a:pt x="413" y="402"/>
                        <a:pt x="413" y="402"/>
                        <a:pt x="413" y="402"/>
                      </a:cubicBezTo>
                      <a:cubicBezTo>
                        <a:pt x="413" y="402"/>
                        <a:pt x="413" y="402"/>
                        <a:pt x="413" y="402"/>
                      </a:cubicBezTo>
                      <a:cubicBezTo>
                        <a:pt x="413" y="402"/>
                        <a:pt x="413" y="401"/>
                        <a:pt x="414" y="401"/>
                      </a:cubicBezTo>
                      <a:cubicBezTo>
                        <a:pt x="414" y="401"/>
                        <a:pt x="414" y="401"/>
                        <a:pt x="414" y="401"/>
                      </a:cubicBezTo>
                      <a:cubicBezTo>
                        <a:pt x="414" y="401"/>
                        <a:pt x="414" y="401"/>
                        <a:pt x="414" y="401"/>
                      </a:cubicBezTo>
                      <a:cubicBezTo>
                        <a:pt x="414" y="402"/>
                        <a:pt x="414" y="402"/>
                        <a:pt x="414" y="402"/>
                      </a:cubicBezTo>
                      <a:cubicBezTo>
                        <a:pt x="415" y="402"/>
                        <a:pt x="415" y="402"/>
                        <a:pt x="415" y="401"/>
                      </a:cubicBezTo>
                      <a:cubicBezTo>
                        <a:pt x="415" y="401"/>
                        <a:pt x="415" y="400"/>
                        <a:pt x="415" y="400"/>
                      </a:cubicBezTo>
                      <a:cubicBezTo>
                        <a:pt x="416" y="399"/>
                        <a:pt x="416" y="398"/>
                        <a:pt x="415" y="398"/>
                      </a:cubicBezTo>
                      <a:cubicBezTo>
                        <a:pt x="415" y="398"/>
                        <a:pt x="415" y="398"/>
                        <a:pt x="415" y="398"/>
                      </a:cubicBezTo>
                      <a:cubicBezTo>
                        <a:pt x="415" y="398"/>
                        <a:pt x="415" y="397"/>
                        <a:pt x="415" y="397"/>
                      </a:cubicBezTo>
                      <a:cubicBezTo>
                        <a:pt x="415" y="397"/>
                        <a:pt x="415" y="397"/>
                        <a:pt x="415" y="397"/>
                      </a:cubicBezTo>
                      <a:cubicBezTo>
                        <a:pt x="416" y="397"/>
                        <a:pt x="416" y="398"/>
                        <a:pt x="416" y="398"/>
                      </a:cubicBezTo>
                      <a:cubicBezTo>
                        <a:pt x="416" y="398"/>
                        <a:pt x="416" y="398"/>
                        <a:pt x="417" y="398"/>
                      </a:cubicBezTo>
                      <a:cubicBezTo>
                        <a:pt x="417" y="398"/>
                        <a:pt x="417" y="398"/>
                        <a:pt x="417" y="398"/>
                      </a:cubicBezTo>
                      <a:cubicBezTo>
                        <a:pt x="417" y="399"/>
                        <a:pt x="416" y="399"/>
                        <a:pt x="416" y="400"/>
                      </a:cubicBezTo>
                      <a:cubicBezTo>
                        <a:pt x="415" y="401"/>
                        <a:pt x="415" y="402"/>
                        <a:pt x="417" y="402"/>
                      </a:cubicBezTo>
                      <a:cubicBezTo>
                        <a:pt x="417" y="402"/>
                        <a:pt x="418" y="402"/>
                        <a:pt x="418" y="403"/>
                      </a:cubicBezTo>
                      <a:cubicBezTo>
                        <a:pt x="418" y="403"/>
                        <a:pt x="418" y="403"/>
                        <a:pt x="418" y="403"/>
                      </a:cubicBezTo>
                      <a:cubicBezTo>
                        <a:pt x="420" y="403"/>
                        <a:pt x="419" y="404"/>
                        <a:pt x="419" y="405"/>
                      </a:cubicBezTo>
                      <a:cubicBezTo>
                        <a:pt x="419" y="406"/>
                        <a:pt x="420" y="406"/>
                        <a:pt x="422" y="406"/>
                      </a:cubicBezTo>
                      <a:cubicBezTo>
                        <a:pt x="422" y="406"/>
                        <a:pt x="423" y="405"/>
                        <a:pt x="424" y="406"/>
                      </a:cubicBezTo>
                      <a:cubicBezTo>
                        <a:pt x="425" y="407"/>
                        <a:pt x="425" y="408"/>
                        <a:pt x="425" y="409"/>
                      </a:cubicBezTo>
                      <a:cubicBezTo>
                        <a:pt x="425" y="410"/>
                        <a:pt x="425" y="412"/>
                        <a:pt x="425" y="414"/>
                      </a:cubicBezTo>
                      <a:cubicBezTo>
                        <a:pt x="425" y="414"/>
                        <a:pt x="425" y="415"/>
                        <a:pt x="425" y="415"/>
                      </a:cubicBezTo>
                      <a:cubicBezTo>
                        <a:pt x="425" y="415"/>
                        <a:pt x="425" y="415"/>
                        <a:pt x="426" y="415"/>
                      </a:cubicBezTo>
                      <a:cubicBezTo>
                        <a:pt x="426" y="415"/>
                        <a:pt x="426" y="415"/>
                        <a:pt x="426" y="415"/>
                      </a:cubicBezTo>
                      <a:cubicBezTo>
                        <a:pt x="425" y="413"/>
                        <a:pt x="427" y="414"/>
                        <a:pt x="427" y="413"/>
                      </a:cubicBezTo>
                      <a:cubicBezTo>
                        <a:pt x="428" y="413"/>
                        <a:pt x="427" y="414"/>
                        <a:pt x="428" y="414"/>
                      </a:cubicBezTo>
                      <a:cubicBezTo>
                        <a:pt x="429" y="413"/>
                        <a:pt x="430" y="414"/>
                        <a:pt x="431" y="414"/>
                      </a:cubicBezTo>
                      <a:cubicBezTo>
                        <a:pt x="430" y="415"/>
                        <a:pt x="429" y="415"/>
                        <a:pt x="430" y="415"/>
                      </a:cubicBezTo>
                      <a:cubicBezTo>
                        <a:pt x="431" y="416"/>
                        <a:pt x="431" y="416"/>
                        <a:pt x="430" y="416"/>
                      </a:cubicBezTo>
                      <a:cubicBezTo>
                        <a:pt x="430" y="417"/>
                        <a:pt x="430" y="416"/>
                        <a:pt x="430" y="416"/>
                      </a:cubicBezTo>
                      <a:cubicBezTo>
                        <a:pt x="429" y="416"/>
                        <a:pt x="428" y="417"/>
                        <a:pt x="428" y="417"/>
                      </a:cubicBezTo>
                      <a:cubicBezTo>
                        <a:pt x="428" y="418"/>
                        <a:pt x="429" y="418"/>
                        <a:pt x="429" y="418"/>
                      </a:cubicBezTo>
                      <a:cubicBezTo>
                        <a:pt x="430" y="418"/>
                        <a:pt x="430" y="419"/>
                        <a:pt x="431" y="419"/>
                      </a:cubicBezTo>
                      <a:cubicBezTo>
                        <a:pt x="431" y="419"/>
                        <a:pt x="431" y="419"/>
                        <a:pt x="431" y="419"/>
                      </a:cubicBezTo>
                      <a:cubicBezTo>
                        <a:pt x="431" y="419"/>
                        <a:pt x="431" y="419"/>
                        <a:pt x="431" y="419"/>
                      </a:cubicBezTo>
                      <a:cubicBezTo>
                        <a:pt x="431" y="419"/>
                        <a:pt x="431" y="420"/>
                        <a:pt x="432" y="420"/>
                      </a:cubicBezTo>
                      <a:cubicBezTo>
                        <a:pt x="432" y="420"/>
                        <a:pt x="432" y="420"/>
                        <a:pt x="432" y="420"/>
                      </a:cubicBezTo>
                      <a:cubicBezTo>
                        <a:pt x="432" y="420"/>
                        <a:pt x="432" y="420"/>
                        <a:pt x="432" y="420"/>
                      </a:cubicBezTo>
                      <a:cubicBezTo>
                        <a:pt x="432" y="420"/>
                        <a:pt x="433" y="421"/>
                        <a:pt x="434" y="422"/>
                      </a:cubicBezTo>
                      <a:cubicBezTo>
                        <a:pt x="435" y="422"/>
                        <a:pt x="436" y="423"/>
                        <a:pt x="438" y="424"/>
                      </a:cubicBezTo>
                      <a:cubicBezTo>
                        <a:pt x="439" y="425"/>
                        <a:pt x="439" y="427"/>
                        <a:pt x="439" y="428"/>
                      </a:cubicBezTo>
                      <a:cubicBezTo>
                        <a:pt x="438" y="428"/>
                        <a:pt x="437" y="428"/>
                        <a:pt x="437" y="429"/>
                      </a:cubicBezTo>
                      <a:cubicBezTo>
                        <a:pt x="436" y="430"/>
                        <a:pt x="435" y="430"/>
                        <a:pt x="435" y="429"/>
                      </a:cubicBezTo>
                      <a:cubicBezTo>
                        <a:pt x="434" y="428"/>
                        <a:pt x="433" y="429"/>
                        <a:pt x="432" y="429"/>
                      </a:cubicBezTo>
                      <a:cubicBezTo>
                        <a:pt x="432" y="430"/>
                        <a:pt x="431" y="431"/>
                        <a:pt x="432" y="432"/>
                      </a:cubicBezTo>
                      <a:cubicBezTo>
                        <a:pt x="433" y="432"/>
                        <a:pt x="432" y="433"/>
                        <a:pt x="432" y="433"/>
                      </a:cubicBezTo>
                      <a:cubicBezTo>
                        <a:pt x="432" y="433"/>
                        <a:pt x="432" y="433"/>
                        <a:pt x="432" y="433"/>
                      </a:cubicBezTo>
                      <a:cubicBezTo>
                        <a:pt x="432" y="433"/>
                        <a:pt x="432" y="433"/>
                        <a:pt x="432" y="434"/>
                      </a:cubicBezTo>
                      <a:cubicBezTo>
                        <a:pt x="431" y="434"/>
                        <a:pt x="431" y="435"/>
                        <a:pt x="432" y="435"/>
                      </a:cubicBezTo>
                      <a:cubicBezTo>
                        <a:pt x="432" y="436"/>
                        <a:pt x="433" y="436"/>
                        <a:pt x="434" y="435"/>
                      </a:cubicBezTo>
                      <a:cubicBezTo>
                        <a:pt x="434" y="435"/>
                        <a:pt x="434" y="435"/>
                        <a:pt x="434" y="435"/>
                      </a:cubicBezTo>
                      <a:cubicBezTo>
                        <a:pt x="435" y="434"/>
                        <a:pt x="437" y="433"/>
                        <a:pt x="438" y="432"/>
                      </a:cubicBezTo>
                      <a:cubicBezTo>
                        <a:pt x="439" y="432"/>
                        <a:pt x="439" y="431"/>
                        <a:pt x="439" y="431"/>
                      </a:cubicBezTo>
                      <a:cubicBezTo>
                        <a:pt x="439" y="430"/>
                        <a:pt x="438" y="430"/>
                        <a:pt x="439" y="430"/>
                      </a:cubicBezTo>
                      <a:cubicBezTo>
                        <a:pt x="440" y="429"/>
                        <a:pt x="440" y="430"/>
                        <a:pt x="440" y="430"/>
                      </a:cubicBezTo>
                      <a:cubicBezTo>
                        <a:pt x="441" y="431"/>
                        <a:pt x="441" y="432"/>
                        <a:pt x="442" y="432"/>
                      </a:cubicBezTo>
                      <a:cubicBezTo>
                        <a:pt x="442" y="430"/>
                        <a:pt x="444" y="432"/>
                        <a:pt x="444" y="431"/>
                      </a:cubicBezTo>
                      <a:cubicBezTo>
                        <a:pt x="444" y="431"/>
                        <a:pt x="445" y="431"/>
                        <a:pt x="445" y="432"/>
                      </a:cubicBezTo>
                      <a:cubicBezTo>
                        <a:pt x="445" y="433"/>
                        <a:pt x="444" y="433"/>
                        <a:pt x="443" y="433"/>
                      </a:cubicBezTo>
                      <a:cubicBezTo>
                        <a:pt x="444" y="434"/>
                        <a:pt x="444" y="434"/>
                        <a:pt x="445" y="435"/>
                      </a:cubicBezTo>
                      <a:cubicBezTo>
                        <a:pt x="446" y="436"/>
                        <a:pt x="446" y="439"/>
                        <a:pt x="449" y="439"/>
                      </a:cubicBezTo>
                      <a:cubicBezTo>
                        <a:pt x="450" y="439"/>
                        <a:pt x="450" y="439"/>
                        <a:pt x="450" y="439"/>
                      </a:cubicBezTo>
                      <a:cubicBezTo>
                        <a:pt x="450" y="438"/>
                        <a:pt x="450" y="438"/>
                        <a:pt x="450" y="438"/>
                      </a:cubicBezTo>
                      <a:cubicBezTo>
                        <a:pt x="449" y="437"/>
                        <a:pt x="449" y="436"/>
                        <a:pt x="448" y="436"/>
                      </a:cubicBezTo>
                      <a:cubicBezTo>
                        <a:pt x="448" y="435"/>
                        <a:pt x="448" y="435"/>
                        <a:pt x="449" y="435"/>
                      </a:cubicBezTo>
                      <a:cubicBezTo>
                        <a:pt x="450" y="434"/>
                        <a:pt x="451" y="436"/>
                        <a:pt x="451" y="437"/>
                      </a:cubicBezTo>
                      <a:cubicBezTo>
                        <a:pt x="451" y="438"/>
                        <a:pt x="451" y="439"/>
                        <a:pt x="450" y="439"/>
                      </a:cubicBezTo>
                      <a:cubicBezTo>
                        <a:pt x="450" y="440"/>
                        <a:pt x="450" y="440"/>
                        <a:pt x="450" y="441"/>
                      </a:cubicBezTo>
                      <a:cubicBezTo>
                        <a:pt x="451" y="442"/>
                        <a:pt x="452" y="443"/>
                        <a:pt x="454" y="443"/>
                      </a:cubicBezTo>
                      <a:cubicBezTo>
                        <a:pt x="455" y="443"/>
                        <a:pt x="456" y="444"/>
                        <a:pt x="456" y="445"/>
                      </a:cubicBezTo>
                      <a:cubicBezTo>
                        <a:pt x="457" y="446"/>
                        <a:pt x="457" y="447"/>
                        <a:pt x="457" y="448"/>
                      </a:cubicBezTo>
                      <a:cubicBezTo>
                        <a:pt x="457" y="448"/>
                        <a:pt x="457" y="448"/>
                        <a:pt x="457" y="448"/>
                      </a:cubicBezTo>
                      <a:cubicBezTo>
                        <a:pt x="457" y="449"/>
                        <a:pt x="457" y="450"/>
                        <a:pt x="457" y="451"/>
                      </a:cubicBezTo>
                      <a:cubicBezTo>
                        <a:pt x="458" y="451"/>
                        <a:pt x="459" y="452"/>
                        <a:pt x="459" y="454"/>
                      </a:cubicBezTo>
                      <a:cubicBezTo>
                        <a:pt x="458" y="454"/>
                        <a:pt x="459" y="454"/>
                        <a:pt x="459" y="454"/>
                      </a:cubicBezTo>
                      <a:cubicBezTo>
                        <a:pt x="460" y="455"/>
                        <a:pt x="460" y="457"/>
                        <a:pt x="460" y="458"/>
                      </a:cubicBezTo>
                      <a:cubicBezTo>
                        <a:pt x="460" y="459"/>
                        <a:pt x="461" y="460"/>
                        <a:pt x="461" y="461"/>
                      </a:cubicBezTo>
                      <a:cubicBezTo>
                        <a:pt x="462" y="462"/>
                        <a:pt x="461" y="464"/>
                        <a:pt x="459" y="464"/>
                      </a:cubicBezTo>
                      <a:cubicBezTo>
                        <a:pt x="458" y="464"/>
                        <a:pt x="458" y="465"/>
                        <a:pt x="457" y="465"/>
                      </a:cubicBezTo>
                      <a:cubicBezTo>
                        <a:pt x="457" y="467"/>
                        <a:pt x="457" y="468"/>
                        <a:pt x="456" y="469"/>
                      </a:cubicBezTo>
                      <a:cubicBezTo>
                        <a:pt x="456" y="469"/>
                        <a:pt x="456" y="470"/>
                        <a:pt x="456" y="470"/>
                      </a:cubicBezTo>
                      <a:cubicBezTo>
                        <a:pt x="456" y="470"/>
                        <a:pt x="456" y="470"/>
                        <a:pt x="456" y="470"/>
                      </a:cubicBezTo>
                      <a:cubicBezTo>
                        <a:pt x="456" y="470"/>
                        <a:pt x="456" y="470"/>
                        <a:pt x="456" y="471"/>
                      </a:cubicBezTo>
                      <a:cubicBezTo>
                        <a:pt x="456" y="471"/>
                        <a:pt x="456" y="471"/>
                        <a:pt x="456" y="471"/>
                      </a:cubicBezTo>
                      <a:cubicBezTo>
                        <a:pt x="456" y="471"/>
                        <a:pt x="456" y="471"/>
                        <a:pt x="456" y="471"/>
                      </a:cubicBezTo>
                      <a:cubicBezTo>
                        <a:pt x="456" y="471"/>
                        <a:pt x="456" y="471"/>
                        <a:pt x="456" y="471"/>
                      </a:cubicBezTo>
                      <a:cubicBezTo>
                        <a:pt x="456" y="471"/>
                        <a:pt x="456" y="471"/>
                        <a:pt x="456" y="471"/>
                      </a:cubicBezTo>
                      <a:cubicBezTo>
                        <a:pt x="455" y="471"/>
                        <a:pt x="454" y="472"/>
                        <a:pt x="454" y="473"/>
                      </a:cubicBezTo>
                      <a:cubicBezTo>
                        <a:pt x="453" y="473"/>
                        <a:pt x="453" y="473"/>
                        <a:pt x="453" y="474"/>
                      </a:cubicBezTo>
                      <a:cubicBezTo>
                        <a:pt x="451" y="475"/>
                        <a:pt x="450" y="477"/>
                        <a:pt x="447" y="479"/>
                      </a:cubicBezTo>
                      <a:cubicBezTo>
                        <a:pt x="447" y="479"/>
                        <a:pt x="446" y="480"/>
                        <a:pt x="446" y="481"/>
                      </a:cubicBezTo>
                      <a:cubicBezTo>
                        <a:pt x="447" y="483"/>
                        <a:pt x="448" y="484"/>
                        <a:pt x="450" y="485"/>
                      </a:cubicBezTo>
                      <a:cubicBezTo>
                        <a:pt x="452" y="487"/>
                        <a:pt x="452" y="489"/>
                        <a:pt x="453" y="492"/>
                      </a:cubicBezTo>
                      <a:cubicBezTo>
                        <a:pt x="453" y="492"/>
                        <a:pt x="453" y="492"/>
                        <a:pt x="453" y="492"/>
                      </a:cubicBezTo>
                      <a:cubicBezTo>
                        <a:pt x="453" y="492"/>
                        <a:pt x="453" y="492"/>
                        <a:pt x="453" y="492"/>
                      </a:cubicBezTo>
                      <a:cubicBezTo>
                        <a:pt x="452" y="492"/>
                        <a:pt x="451" y="492"/>
                        <a:pt x="451" y="491"/>
                      </a:cubicBezTo>
                      <a:cubicBezTo>
                        <a:pt x="451" y="490"/>
                        <a:pt x="449" y="490"/>
                        <a:pt x="448" y="491"/>
                      </a:cubicBezTo>
                      <a:cubicBezTo>
                        <a:pt x="447" y="491"/>
                        <a:pt x="447" y="492"/>
                        <a:pt x="447" y="493"/>
                      </a:cubicBezTo>
                      <a:cubicBezTo>
                        <a:pt x="446" y="493"/>
                        <a:pt x="445" y="494"/>
                        <a:pt x="445" y="493"/>
                      </a:cubicBezTo>
                      <a:cubicBezTo>
                        <a:pt x="444" y="492"/>
                        <a:pt x="444" y="493"/>
                        <a:pt x="443" y="493"/>
                      </a:cubicBezTo>
                      <a:cubicBezTo>
                        <a:pt x="442" y="493"/>
                        <a:pt x="442" y="493"/>
                        <a:pt x="442" y="493"/>
                      </a:cubicBezTo>
                      <a:cubicBezTo>
                        <a:pt x="442" y="494"/>
                        <a:pt x="442" y="495"/>
                        <a:pt x="441" y="495"/>
                      </a:cubicBezTo>
                      <a:cubicBezTo>
                        <a:pt x="440" y="495"/>
                        <a:pt x="439" y="495"/>
                        <a:pt x="439" y="494"/>
                      </a:cubicBezTo>
                      <a:cubicBezTo>
                        <a:pt x="438" y="494"/>
                        <a:pt x="437" y="494"/>
                        <a:pt x="437" y="494"/>
                      </a:cubicBezTo>
                      <a:cubicBezTo>
                        <a:pt x="436" y="495"/>
                        <a:pt x="436" y="495"/>
                        <a:pt x="436" y="495"/>
                      </a:cubicBezTo>
                      <a:cubicBezTo>
                        <a:pt x="433" y="493"/>
                        <a:pt x="431" y="492"/>
                        <a:pt x="428" y="492"/>
                      </a:cubicBezTo>
                      <a:cubicBezTo>
                        <a:pt x="427" y="492"/>
                        <a:pt x="427" y="491"/>
                        <a:pt x="427" y="492"/>
                      </a:cubicBezTo>
                      <a:cubicBezTo>
                        <a:pt x="427" y="492"/>
                        <a:pt x="427" y="493"/>
                        <a:pt x="426" y="493"/>
                      </a:cubicBezTo>
                      <a:cubicBezTo>
                        <a:pt x="426" y="494"/>
                        <a:pt x="426" y="495"/>
                        <a:pt x="427" y="495"/>
                      </a:cubicBezTo>
                      <a:cubicBezTo>
                        <a:pt x="427" y="496"/>
                        <a:pt x="427" y="496"/>
                        <a:pt x="426" y="496"/>
                      </a:cubicBezTo>
                      <a:cubicBezTo>
                        <a:pt x="425" y="497"/>
                        <a:pt x="424" y="497"/>
                        <a:pt x="423" y="498"/>
                      </a:cubicBezTo>
                      <a:cubicBezTo>
                        <a:pt x="422" y="499"/>
                        <a:pt x="421" y="500"/>
                        <a:pt x="422" y="501"/>
                      </a:cubicBezTo>
                      <a:cubicBezTo>
                        <a:pt x="422" y="502"/>
                        <a:pt x="422" y="502"/>
                        <a:pt x="422" y="502"/>
                      </a:cubicBezTo>
                      <a:cubicBezTo>
                        <a:pt x="421" y="504"/>
                        <a:pt x="421" y="506"/>
                        <a:pt x="423" y="507"/>
                      </a:cubicBezTo>
                      <a:cubicBezTo>
                        <a:pt x="423" y="508"/>
                        <a:pt x="423" y="510"/>
                        <a:pt x="425" y="509"/>
                      </a:cubicBezTo>
                      <a:cubicBezTo>
                        <a:pt x="426" y="509"/>
                        <a:pt x="426" y="509"/>
                        <a:pt x="427" y="510"/>
                      </a:cubicBezTo>
                      <a:cubicBezTo>
                        <a:pt x="427" y="510"/>
                        <a:pt x="427" y="511"/>
                        <a:pt x="428" y="510"/>
                      </a:cubicBezTo>
                      <a:cubicBezTo>
                        <a:pt x="428" y="510"/>
                        <a:pt x="430" y="510"/>
                        <a:pt x="430" y="511"/>
                      </a:cubicBezTo>
                      <a:cubicBezTo>
                        <a:pt x="431" y="512"/>
                        <a:pt x="432" y="511"/>
                        <a:pt x="432" y="511"/>
                      </a:cubicBezTo>
                      <a:cubicBezTo>
                        <a:pt x="432" y="510"/>
                        <a:pt x="431" y="511"/>
                        <a:pt x="431" y="510"/>
                      </a:cubicBezTo>
                      <a:cubicBezTo>
                        <a:pt x="431" y="510"/>
                        <a:pt x="432" y="510"/>
                        <a:pt x="432" y="510"/>
                      </a:cubicBezTo>
                      <a:cubicBezTo>
                        <a:pt x="433" y="510"/>
                        <a:pt x="433" y="510"/>
                        <a:pt x="434" y="510"/>
                      </a:cubicBezTo>
                      <a:cubicBezTo>
                        <a:pt x="434" y="510"/>
                        <a:pt x="434" y="510"/>
                        <a:pt x="434" y="510"/>
                      </a:cubicBezTo>
                      <a:cubicBezTo>
                        <a:pt x="433" y="509"/>
                        <a:pt x="434" y="509"/>
                        <a:pt x="435" y="509"/>
                      </a:cubicBezTo>
                      <a:cubicBezTo>
                        <a:pt x="436" y="508"/>
                        <a:pt x="437" y="508"/>
                        <a:pt x="438" y="509"/>
                      </a:cubicBezTo>
                      <a:cubicBezTo>
                        <a:pt x="437" y="508"/>
                        <a:pt x="437" y="507"/>
                        <a:pt x="438" y="507"/>
                      </a:cubicBezTo>
                      <a:cubicBezTo>
                        <a:pt x="438" y="507"/>
                        <a:pt x="438" y="507"/>
                        <a:pt x="438" y="507"/>
                      </a:cubicBezTo>
                      <a:cubicBezTo>
                        <a:pt x="437" y="506"/>
                        <a:pt x="437" y="506"/>
                        <a:pt x="438" y="506"/>
                      </a:cubicBezTo>
                      <a:cubicBezTo>
                        <a:pt x="438" y="505"/>
                        <a:pt x="438" y="506"/>
                        <a:pt x="438" y="506"/>
                      </a:cubicBezTo>
                      <a:cubicBezTo>
                        <a:pt x="439" y="506"/>
                        <a:pt x="440" y="507"/>
                        <a:pt x="441" y="507"/>
                      </a:cubicBezTo>
                      <a:cubicBezTo>
                        <a:pt x="442" y="508"/>
                        <a:pt x="443" y="508"/>
                        <a:pt x="444" y="508"/>
                      </a:cubicBezTo>
                      <a:cubicBezTo>
                        <a:pt x="445" y="509"/>
                        <a:pt x="445" y="509"/>
                        <a:pt x="446" y="508"/>
                      </a:cubicBezTo>
                      <a:cubicBezTo>
                        <a:pt x="446" y="508"/>
                        <a:pt x="446" y="507"/>
                        <a:pt x="446" y="507"/>
                      </a:cubicBezTo>
                      <a:cubicBezTo>
                        <a:pt x="445" y="506"/>
                        <a:pt x="446" y="506"/>
                        <a:pt x="446" y="506"/>
                      </a:cubicBezTo>
                      <a:cubicBezTo>
                        <a:pt x="448" y="506"/>
                        <a:pt x="447" y="507"/>
                        <a:pt x="447" y="507"/>
                      </a:cubicBezTo>
                      <a:cubicBezTo>
                        <a:pt x="446" y="508"/>
                        <a:pt x="447" y="508"/>
                        <a:pt x="447" y="508"/>
                      </a:cubicBezTo>
                      <a:cubicBezTo>
                        <a:pt x="448" y="508"/>
                        <a:pt x="448" y="508"/>
                        <a:pt x="449" y="508"/>
                      </a:cubicBezTo>
                      <a:cubicBezTo>
                        <a:pt x="449" y="508"/>
                        <a:pt x="449" y="508"/>
                        <a:pt x="449" y="508"/>
                      </a:cubicBezTo>
                      <a:cubicBezTo>
                        <a:pt x="449" y="508"/>
                        <a:pt x="448" y="509"/>
                        <a:pt x="449" y="509"/>
                      </a:cubicBezTo>
                      <a:cubicBezTo>
                        <a:pt x="450" y="509"/>
                        <a:pt x="450" y="508"/>
                        <a:pt x="450" y="508"/>
                      </a:cubicBezTo>
                      <a:cubicBezTo>
                        <a:pt x="450" y="507"/>
                        <a:pt x="450" y="507"/>
                        <a:pt x="450" y="507"/>
                      </a:cubicBezTo>
                      <a:cubicBezTo>
                        <a:pt x="450" y="507"/>
                        <a:pt x="450" y="507"/>
                        <a:pt x="450" y="507"/>
                      </a:cubicBezTo>
                      <a:cubicBezTo>
                        <a:pt x="451" y="507"/>
                        <a:pt x="451" y="508"/>
                        <a:pt x="452" y="509"/>
                      </a:cubicBezTo>
                      <a:cubicBezTo>
                        <a:pt x="451" y="509"/>
                        <a:pt x="451" y="508"/>
                        <a:pt x="451" y="509"/>
                      </a:cubicBezTo>
                      <a:cubicBezTo>
                        <a:pt x="450" y="510"/>
                        <a:pt x="451" y="510"/>
                        <a:pt x="451" y="510"/>
                      </a:cubicBezTo>
                      <a:cubicBezTo>
                        <a:pt x="451" y="510"/>
                        <a:pt x="451" y="510"/>
                        <a:pt x="451" y="510"/>
                      </a:cubicBezTo>
                      <a:cubicBezTo>
                        <a:pt x="452" y="510"/>
                        <a:pt x="452" y="510"/>
                        <a:pt x="452" y="509"/>
                      </a:cubicBezTo>
                      <a:cubicBezTo>
                        <a:pt x="452" y="509"/>
                        <a:pt x="452" y="509"/>
                        <a:pt x="452" y="509"/>
                      </a:cubicBezTo>
                      <a:cubicBezTo>
                        <a:pt x="453" y="509"/>
                        <a:pt x="452" y="507"/>
                        <a:pt x="454" y="506"/>
                      </a:cubicBezTo>
                      <a:cubicBezTo>
                        <a:pt x="453" y="507"/>
                        <a:pt x="453" y="508"/>
                        <a:pt x="453" y="508"/>
                      </a:cubicBezTo>
                      <a:cubicBezTo>
                        <a:pt x="453" y="508"/>
                        <a:pt x="454" y="510"/>
                        <a:pt x="454" y="510"/>
                      </a:cubicBezTo>
                      <a:cubicBezTo>
                        <a:pt x="455" y="509"/>
                        <a:pt x="455" y="510"/>
                        <a:pt x="456" y="511"/>
                      </a:cubicBezTo>
                      <a:cubicBezTo>
                        <a:pt x="456" y="511"/>
                        <a:pt x="457" y="512"/>
                        <a:pt x="457" y="513"/>
                      </a:cubicBezTo>
                      <a:cubicBezTo>
                        <a:pt x="456" y="514"/>
                        <a:pt x="457" y="514"/>
                        <a:pt x="458" y="515"/>
                      </a:cubicBezTo>
                      <a:cubicBezTo>
                        <a:pt x="459" y="515"/>
                        <a:pt x="459" y="515"/>
                        <a:pt x="459" y="516"/>
                      </a:cubicBezTo>
                      <a:cubicBezTo>
                        <a:pt x="459" y="517"/>
                        <a:pt x="459" y="517"/>
                        <a:pt x="460" y="518"/>
                      </a:cubicBezTo>
                      <a:cubicBezTo>
                        <a:pt x="460" y="518"/>
                        <a:pt x="460" y="517"/>
                        <a:pt x="461" y="517"/>
                      </a:cubicBezTo>
                      <a:cubicBezTo>
                        <a:pt x="461" y="517"/>
                        <a:pt x="461" y="516"/>
                        <a:pt x="461" y="517"/>
                      </a:cubicBezTo>
                      <a:cubicBezTo>
                        <a:pt x="462" y="517"/>
                        <a:pt x="462" y="517"/>
                        <a:pt x="461" y="517"/>
                      </a:cubicBezTo>
                      <a:cubicBezTo>
                        <a:pt x="461" y="518"/>
                        <a:pt x="461" y="518"/>
                        <a:pt x="461" y="518"/>
                      </a:cubicBezTo>
                      <a:cubicBezTo>
                        <a:pt x="461" y="520"/>
                        <a:pt x="462" y="519"/>
                        <a:pt x="463" y="519"/>
                      </a:cubicBezTo>
                      <a:cubicBezTo>
                        <a:pt x="464" y="520"/>
                        <a:pt x="464" y="518"/>
                        <a:pt x="464" y="518"/>
                      </a:cubicBezTo>
                      <a:cubicBezTo>
                        <a:pt x="464" y="518"/>
                        <a:pt x="464" y="518"/>
                        <a:pt x="464" y="518"/>
                      </a:cubicBezTo>
                      <a:cubicBezTo>
                        <a:pt x="464" y="518"/>
                        <a:pt x="464" y="518"/>
                        <a:pt x="464" y="518"/>
                      </a:cubicBezTo>
                      <a:cubicBezTo>
                        <a:pt x="465" y="519"/>
                        <a:pt x="465" y="519"/>
                        <a:pt x="466" y="519"/>
                      </a:cubicBezTo>
                      <a:cubicBezTo>
                        <a:pt x="466" y="520"/>
                        <a:pt x="466" y="521"/>
                        <a:pt x="467" y="521"/>
                      </a:cubicBezTo>
                      <a:cubicBezTo>
                        <a:pt x="468" y="521"/>
                        <a:pt x="468" y="521"/>
                        <a:pt x="468" y="522"/>
                      </a:cubicBezTo>
                      <a:cubicBezTo>
                        <a:pt x="466" y="522"/>
                        <a:pt x="466" y="524"/>
                        <a:pt x="464" y="523"/>
                      </a:cubicBezTo>
                      <a:cubicBezTo>
                        <a:pt x="463" y="523"/>
                        <a:pt x="463" y="523"/>
                        <a:pt x="462" y="523"/>
                      </a:cubicBezTo>
                      <a:cubicBezTo>
                        <a:pt x="465" y="523"/>
                        <a:pt x="465" y="525"/>
                        <a:pt x="465" y="527"/>
                      </a:cubicBezTo>
                      <a:cubicBezTo>
                        <a:pt x="465" y="527"/>
                        <a:pt x="465" y="527"/>
                        <a:pt x="466" y="528"/>
                      </a:cubicBezTo>
                      <a:cubicBezTo>
                        <a:pt x="467" y="528"/>
                        <a:pt x="467" y="529"/>
                        <a:pt x="468" y="529"/>
                      </a:cubicBezTo>
                      <a:cubicBezTo>
                        <a:pt x="468" y="530"/>
                        <a:pt x="469" y="530"/>
                        <a:pt x="469" y="530"/>
                      </a:cubicBezTo>
                      <a:cubicBezTo>
                        <a:pt x="469" y="530"/>
                        <a:pt x="469" y="530"/>
                        <a:pt x="469" y="530"/>
                      </a:cubicBezTo>
                      <a:cubicBezTo>
                        <a:pt x="469" y="530"/>
                        <a:pt x="469" y="530"/>
                        <a:pt x="469" y="530"/>
                      </a:cubicBezTo>
                      <a:cubicBezTo>
                        <a:pt x="470" y="530"/>
                        <a:pt x="470" y="530"/>
                        <a:pt x="471" y="531"/>
                      </a:cubicBezTo>
                      <a:cubicBezTo>
                        <a:pt x="471" y="531"/>
                        <a:pt x="471" y="531"/>
                        <a:pt x="472" y="531"/>
                      </a:cubicBezTo>
                      <a:cubicBezTo>
                        <a:pt x="473" y="531"/>
                        <a:pt x="473" y="531"/>
                        <a:pt x="474" y="532"/>
                      </a:cubicBezTo>
                      <a:cubicBezTo>
                        <a:pt x="474" y="533"/>
                        <a:pt x="475" y="534"/>
                        <a:pt x="476" y="532"/>
                      </a:cubicBezTo>
                      <a:cubicBezTo>
                        <a:pt x="477" y="532"/>
                        <a:pt x="477" y="532"/>
                        <a:pt x="477" y="532"/>
                      </a:cubicBezTo>
                      <a:cubicBezTo>
                        <a:pt x="478" y="533"/>
                        <a:pt x="479" y="533"/>
                        <a:pt x="480" y="533"/>
                      </a:cubicBezTo>
                      <a:cubicBezTo>
                        <a:pt x="479" y="535"/>
                        <a:pt x="481" y="536"/>
                        <a:pt x="482" y="538"/>
                      </a:cubicBezTo>
                      <a:cubicBezTo>
                        <a:pt x="482" y="538"/>
                        <a:pt x="483" y="539"/>
                        <a:pt x="483" y="539"/>
                      </a:cubicBezTo>
                      <a:cubicBezTo>
                        <a:pt x="484" y="539"/>
                        <a:pt x="484" y="539"/>
                        <a:pt x="485" y="540"/>
                      </a:cubicBezTo>
                      <a:cubicBezTo>
                        <a:pt x="485" y="540"/>
                        <a:pt x="486" y="540"/>
                        <a:pt x="487" y="541"/>
                      </a:cubicBezTo>
                      <a:cubicBezTo>
                        <a:pt x="489" y="541"/>
                        <a:pt x="492" y="541"/>
                        <a:pt x="494" y="542"/>
                      </a:cubicBezTo>
                      <a:cubicBezTo>
                        <a:pt x="495" y="543"/>
                        <a:pt x="496" y="543"/>
                        <a:pt x="497" y="544"/>
                      </a:cubicBezTo>
                      <a:cubicBezTo>
                        <a:pt x="498" y="544"/>
                        <a:pt x="499" y="544"/>
                        <a:pt x="499" y="545"/>
                      </a:cubicBezTo>
                      <a:cubicBezTo>
                        <a:pt x="500" y="546"/>
                        <a:pt x="501" y="546"/>
                        <a:pt x="503" y="546"/>
                      </a:cubicBezTo>
                      <a:cubicBezTo>
                        <a:pt x="503" y="546"/>
                        <a:pt x="504" y="545"/>
                        <a:pt x="503" y="545"/>
                      </a:cubicBezTo>
                      <a:cubicBezTo>
                        <a:pt x="503" y="544"/>
                        <a:pt x="503" y="543"/>
                        <a:pt x="503" y="542"/>
                      </a:cubicBezTo>
                      <a:cubicBezTo>
                        <a:pt x="503" y="541"/>
                        <a:pt x="504" y="541"/>
                        <a:pt x="503" y="541"/>
                      </a:cubicBezTo>
                      <a:cubicBezTo>
                        <a:pt x="502" y="541"/>
                        <a:pt x="502" y="539"/>
                        <a:pt x="501" y="540"/>
                      </a:cubicBezTo>
                      <a:cubicBezTo>
                        <a:pt x="501" y="540"/>
                        <a:pt x="501" y="539"/>
                        <a:pt x="501" y="539"/>
                      </a:cubicBezTo>
                      <a:cubicBezTo>
                        <a:pt x="501" y="538"/>
                        <a:pt x="500" y="537"/>
                        <a:pt x="500" y="536"/>
                      </a:cubicBezTo>
                      <a:cubicBezTo>
                        <a:pt x="499" y="536"/>
                        <a:pt x="499" y="535"/>
                        <a:pt x="498" y="535"/>
                      </a:cubicBezTo>
                      <a:cubicBezTo>
                        <a:pt x="497" y="535"/>
                        <a:pt x="497" y="534"/>
                        <a:pt x="496" y="533"/>
                      </a:cubicBezTo>
                      <a:cubicBezTo>
                        <a:pt x="496" y="533"/>
                        <a:pt x="495" y="532"/>
                        <a:pt x="494" y="531"/>
                      </a:cubicBezTo>
                      <a:cubicBezTo>
                        <a:pt x="494" y="530"/>
                        <a:pt x="493" y="530"/>
                        <a:pt x="492" y="530"/>
                      </a:cubicBezTo>
                      <a:cubicBezTo>
                        <a:pt x="492" y="530"/>
                        <a:pt x="493" y="530"/>
                        <a:pt x="493" y="529"/>
                      </a:cubicBezTo>
                      <a:cubicBezTo>
                        <a:pt x="492" y="529"/>
                        <a:pt x="492" y="530"/>
                        <a:pt x="491" y="530"/>
                      </a:cubicBezTo>
                      <a:cubicBezTo>
                        <a:pt x="491" y="529"/>
                        <a:pt x="492" y="529"/>
                        <a:pt x="492" y="529"/>
                      </a:cubicBezTo>
                      <a:cubicBezTo>
                        <a:pt x="491" y="527"/>
                        <a:pt x="489" y="528"/>
                        <a:pt x="489" y="526"/>
                      </a:cubicBezTo>
                      <a:cubicBezTo>
                        <a:pt x="488" y="524"/>
                        <a:pt x="486" y="523"/>
                        <a:pt x="485" y="521"/>
                      </a:cubicBezTo>
                      <a:cubicBezTo>
                        <a:pt x="485" y="521"/>
                        <a:pt x="485" y="521"/>
                        <a:pt x="485" y="521"/>
                      </a:cubicBezTo>
                      <a:cubicBezTo>
                        <a:pt x="485" y="521"/>
                        <a:pt x="485" y="521"/>
                        <a:pt x="485" y="521"/>
                      </a:cubicBezTo>
                      <a:cubicBezTo>
                        <a:pt x="485" y="521"/>
                        <a:pt x="485" y="521"/>
                        <a:pt x="485" y="521"/>
                      </a:cubicBezTo>
                      <a:cubicBezTo>
                        <a:pt x="484" y="520"/>
                        <a:pt x="484" y="519"/>
                        <a:pt x="483" y="518"/>
                      </a:cubicBezTo>
                      <a:cubicBezTo>
                        <a:pt x="485" y="519"/>
                        <a:pt x="486" y="518"/>
                        <a:pt x="487" y="519"/>
                      </a:cubicBezTo>
                      <a:cubicBezTo>
                        <a:pt x="487" y="520"/>
                        <a:pt x="488" y="520"/>
                        <a:pt x="489" y="521"/>
                      </a:cubicBezTo>
                      <a:cubicBezTo>
                        <a:pt x="490" y="522"/>
                        <a:pt x="491" y="523"/>
                        <a:pt x="492" y="524"/>
                      </a:cubicBezTo>
                      <a:cubicBezTo>
                        <a:pt x="492" y="523"/>
                        <a:pt x="491" y="522"/>
                        <a:pt x="491" y="522"/>
                      </a:cubicBezTo>
                      <a:cubicBezTo>
                        <a:pt x="492" y="521"/>
                        <a:pt x="491" y="520"/>
                        <a:pt x="491" y="519"/>
                      </a:cubicBezTo>
                      <a:cubicBezTo>
                        <a:pt x="491" y="519"/>
                        <a:pt x="491" y="519"/>
                        <a:pt x="491" y="519"/>
                      </a:cubicBezTo>
                      <a:cubicBezTo>
                        <a:pt x="491" y="519"/>
                        <a:pt x="491" y="519"/>
                        <a:pt x="492" y="520"/>
                      </a:cubicBezTo>
                      <a:cubicBezTo>
                        <a:pt x="493" y="521"/>
                        <a:pt x="494" y="523"/>
                        <a:pt x="495" y="524"/>
                      </a:cubicBezTo>
                      <a:cubicBezTo>
                        <a:pt x="495" y="525"/>
                        <a:pt x="497" y="525"/>
                        <a:pt x="497" y="527"/>
                      </a:cubicBezTo>
                      <a:cubicBezTo>
                        <a:pt x="497" y="527"/>
                        <a:pt x="498" y="527"/>
                        <a:pt x="498" y="527"/>
                      </a:cubicBezTo>
                      <a:cubicBezTo>
                        <a:pt x="498" y="526"/>
                        <a:pt x="498" y="527"/>
                        <a:pt x="498" y="527"/>
                      </a:cubicBezTo>
                      <a:cubicBezTo>
                        <a:pt x="498" y="528"/>
                        <a:pt x="498" y="528"/>
                        <a:pt x="498" y="529"/>
                      </a:cubicBezTo>
                      <a:cubicBezTo>
                        <a:pt x="499" y="529"/>
                        <a:pt x="499" y="529"/>
                        <a:pt x="499" y="529"/>
                      </a:cubicBezTo>
                      <a:cubicBezTo>
                        <a:pt x="499" y="529"/>
                        <a:pt x="499" y="528"/>
                        <a:pt x="499" y="528"/>
                      </a:cubicBezTo>
                      <a:cubicBezTo>
                        <a:pt x="499" y="528"/>
                        <a:pt x="500" y="528"/>
                        <a:pt x="500" y="527"/>
                      </a:cubicBezTo>
                      <a:cubicBezTo>
                        <a:pt x="500" y="527"/>
                        <a:pt x="500" y="527"/>
                        <a:pt x="500" y="527"/>
                      </a:cubicBezTo>
                      <a:cubicBezTo>
                        <a:pt x="500" y="529"/>
                        <a:pt x="501" y="529"/>
                        <a:pt x="502" y="530"/>
                      </a:cubicBezTo>
                      <a:cubicBezTo>
                        <a:pt x="502" y="530"/>
                        <a:pt x="502" y="530"/>
                        <a:pt x="503" y="530"/>
                      </a:cubicBezTo>
                      <a:cubicBezTo>
                        <a:pt x="503" y="530"/>
                        <a:pt x="503" y="530"/>
                        <a:pt x="503" y="530"/>
                      </a:cubicBezTo>
                      <a:cubicBezTo>
                        <a:pt x="502" y="529"/>
                        <a:pt x="502" y="529"/>
                        <a:pt x="502" y="529"/>
                      </a:cubicBezTo>
                      <a:cubicBezTo>
                        <a:pt x="503" y="530"/>
                        <a:pt x="504" y="529"/>
                        <a:pt x="504" y="530"/>
                      </a:cubicBezTo>
                      <a:cubicBezTo>
                        <a:pt x="504" y="531"/>
                        <a:pt x="505" y="531"/>
                        <a:pt x="505" y="530"/>
                      </a:cubicBezTo>
                      <a:cubicBezTo>
                        <a:pt x="505" y="530"/>
                        <a:pt x="505" y="530"/>
                        <a:pt x="505" y="530"/>
                      </a:cubicBezTo>
                      <a:cubicBezTo>
                        <a:pt x="505" y="531"/>
                        <a:pt x="506" y="532"/>
                        <a:pt x="506" y="532"/>
                      </a:cubicBezTo>
                      <a:cubicBezTo>
                        <a:pt x="508" y="532"/>
                        <a:pt x="508" y="533"/>
                        <a:pt x="508" y="534"/>
                      </a:cubicBezTo>
                      <a:cubicBezTo>
                        <a:pt x="508" y="535"/>
                        <a:pt x="508" y="536"/>
                        <a:pt x="510" y="536"/>
                      </a:cubicBezTo>
                      <a:cubicBezTo>
                        <a:pt x="510" y="537"/>
                        <a:pt x="511" y="536"/>
                        <a:pt x="511" y="536"/>
                      </a:cubicBezTo>
                      <a:cubicBezTo>
                        <a:pt x="510" y="535"/>
                        <a:pt x="510" y="533"/>
                        <a:pt x="509" y="532"/>
                      </a:cubicBezTo>
                      <a:cubicBezTo>
                        <a:pt x="508" y="531"/>
                        <a:pt x="509" y="531"/>
                        <a:pt x="509" y="530"/>
                      </a:cubicBezTo>
                      <a:cubicBezTo>
                        <a:pt x="510" y="530"/>
                        <a:pt x="510" y="531"/>
                        <a:pt x="511" y="531"/>
                      </a:cubicBezTo>
                      <a:cubicBezTo>
                        <a:pt x="512" y="531"/>
                        <a:pt x="512" y="531"/>
                        <a:pt x="512" y="531"/>
                      </a:cubicBezTo>
                      <a:cubicBezTo>
                        <a:pt x="513" y="530"/>
                        <a:pt x="512" y="530"/>
                        <a:pt x="512" y="530"/>
                      </a:cubicBezTo>
                      <a:cubicBezTo>
                        <a:pt x="511" y="530"/>
                        <a:pt x="512" y="530"/>
                        <a:pt x="512" y="529"/>
                      </a:cubicBezTo>
                      <a:cubicBezTo>
                        <a:pt x="512" y="529"/>
                        <a:pt x="511" y="528"/>
                        <a:pt x="511" y="527"/>
                      </a:cubicBezTo>
                      <a:cubicBezTo>
                        <a:pt x="510" y="526"/>
                        <a:pt x="510" y="527"/>
                        <a:pt x="511" y="526"/>
                      </a:cubicBezTo>
                      <a:cubicBezTo>
                        <a:pt x="511" y="525"/>
                        <a:pt x="511" y="525"/>
                        <a:pt x="511" y="525"/>
                      </a:cubicBezTo>
                      <a:cubicBezTo>
                        <a:pt x="511" y="525"/>
                        <a:pt x="511" y="525"/>
                        <a:pt x="511" y="525"/>
                      </a:cubicBezTo>
                      <a:cubicBezTo>
                        <a:pt x="511" y="525"/>
                        <a:pt x="511" y="525"/>
                        <a:pt x="511" y="525"/>
                      </a:cubicBezTo>
                      <a:cubicBezTo>
                        <a:pt x="510" y="524"/>
                        <a:pt x="511" y="524"/>
                        <a:pt x="511" y="524"/>
                      </a:cubicBezTo>
                      <a:cubicBezTo>
                        <a:pt x="511" y="524"/>
                        <a:pt x="511" y="524"/>
                        <a:pt x="511" y="524"/>
                      </a:cubicBezTo>
                      <a:cubicBezTo>
                        <a:pt x="511" y="524"/>
                        <a:pt x="511" y="524"/>
                        <a:pt x="511" y="524"/>
                      </a:cubicBezTo>
                      <a:cubicBezTo>
                        <a:pt x="512" y="524"/>
                        <a:pt x="512" y="525"/>
                        <a:pt x="512" y="525"/>
                      </a:cubicBezTo>
                      <a:cubicBezTo>
                        <a:pt x="512" y="526"/>
                        <a:pt x="513" y="526"/>
                        <a:pt x="513" y="526"/>
                      </a:cubicBezTo>
                      <a:cubicBezTo>
                        <a:pt x="513" y="526"/>
                        <a:pt x="513" y="525"/>
                        <a:pt x="513" y="525"/>
                      </a:cubicBezTo>
                      <a:cubicBezTo>
                        <a:pt x="514" y="525"/>
                        <a:pt x="513" y="524"/>
                        <a:pt x="513" y="523"/>
                      </a:cubicBezTo>
                      <a:cubicBezTo>
                        <a:pt x="514" y="523"/>
                        <a:pt x="513" y="522"/>
                        <a:pt x="514" y="521"/>
                      </a:cubicBezTo>
                      <a:cubicBezTo>
                        <a:pt x="514" y="522"/>
                        <a:pt x="514" y="522"/>
                        <a:pt x="514" y="523"/>
                      </a:cubicBezTo>
                      <a:cubicBezTo>
                        <a:pt x="515" y="524"/>
                        <a:pt x="515" y="525"/>
                        <a:pt x="516" y="525"/>
                      </a:cubicBezTo>
                      <a:cubicBezTo>
                        <a:pt x="515" y="524"/>
                        <a:pt x="515" y="522"/>
                        <a:pt x="515" y="521"/>
                      </a:cubicBezTo>
                      <a:cubicBezTo>
                        <a:pt x="515" y="521"/>
                        <a:pt x="515" y="521"/>
                        <a:pt x="515" y="521"/>
                      </a:cubicBezTo>
                      <a:cubicBezTo>
                        <a:pt x="515" y="520"/>
                        <a:pt x="515" y="520"/>
                        <a:pt x="514" y="519"/>
                      </a:cubicBezTo>
                      <a:cubicBezTo>
                        <a:pt x="514" y="519"/>
                        <a:pt x="515" y="519"/>
                        <a:pt x="515" y="518"/>
                      </a:cubicBezTo>
                      <a:cubicBezTo>
                        <a:pt x="515" y="518"/>
                        <a:pt x="516" y="518"/>
                        <a:pt x="515" y="517"/>
                      </a:cubicBezTo>
                      <a:cubicBezTo>
                        <a:pt x="515" y="517"/>
                        <a:pt x="515" y="517"/>
                        <a:pt x="515" y="518"/>
                      </a:cubicBezTo>
                      <a:cubicBezTo>
                        <a:pt x="514" y="518"/>
                        <a:pt x="514" y="518"/>
                        <a:pt x="513" y="518"/>
                      </a:cubicBezTo>
                      <a:cubicBezTo>
                        <a:pt x="513" y="518"/>
                        <a:pt x="513" y="518"/>
                        <a:pt x="513" y="517"/>
                      </a:cubicBezTo>
                      <a:cubicBezTo>
                        <a:pt x="513" y="517"/>
                        <a:pt x="513" y="516"/>
                        <a:pt x="512" y="516"/>
                      </a:cubicBezTo>
                      <a:cubicBezTo>
                        <a:pt x="511" y="516"/>
                        <a:pt x="511" y="516"/>
                        <a:pt x="511" y="516"/>
                      </a:cubicBezTo>
                      <a:cubicBezTo>
                        <a:pt x="511" y="515"/>
                        <a:pt x="512" y="515"/>
                        <a:pt x="512" y="515"/>
                      </a:cubicBezTo>
                      <a:cubicBezTo>
                        <a:pt x="512" y="514"/>
                        <a:pt x="511" y="515"/>
                        <a:pt x="511" y="515"/>
                      </a:cubicBezTo>
                      <a:cubicBezTo>
                        <a:pt x="510" y="514"/>
                        <a:pt x="509" y="515"/>
                        <a:pt x="509" y="514"/>
                      </a:cubicBezTo>
                      <a:cubicBezTo>
                        <a:pt x="509" y="513"/>
                        <a:pt x="508" y="512"/>
                        <a:pt x="508" y="511"/>
                      </a:cubicBezTo>
                      <a:cubicBezTo>
                        <a:pt x="507" y="511"/>
                        <a:pt x="507" y="511"/>
                        <a:pt x="507" y="511"/>
                      </a:cubicBezTo>
                      <a:cubicBezTo>
                        <a:pt x="507" y="511"/>
                        <a:pt x="507" y="510"/>
                        <a:pt x="506" y="510"/>
                      </a:cubicBezTo>
                      <a:cubicBezTo>
                        <a:pt x="506" y="510"/>
                        <a:pt x="507" y="510"/>
                        <a:pt x="507" y="510"/>
                      </a:cubicBezTo>
                      <a:cubicBezTo>
                        <a:pt x="507" y="509"/>
                        <a:pt x="509" y="511"/>
                        <a:pt x="509" y="509"/>
                      </a:cubicBezTo>
                      <a:cubicBezTo>
                        <a:pt x="509" y="508"/>
                        <a:pt x="509" y="508"/>
                        <a:pt x="509" y="508"/>
                      </a:cubicBezTo>
                      <a:cubicBezTo>
                        <a:pt x="509" y="508"/>
                        <a:pt x="510" y="508"/>
                        <a:pt x="509" y="507"/>
                      </a:cubicBezTo>
                      <a:cubicBezTo>
                        <a:pt x="509" y="507"/>
                        <a:pt x="509" y="507"/>
                        <a:pt x="508" y="507"/>
                      </a:cubicBezTo>
                      <a:cubicBezTo>
                        <a:pt x="508" y="507"/>
                        <a:pt x="508" y="507"/>
                        <a:pt x="507" y="507"/>
                      </a:cubicBezTo>
                      <a:cubicBezTo>
                        <a:pt x="507" y="507"/>
                        <a:pt x="506" y="507"/>
                        <a:pt x="506" y="506"/>
                      </a:cubicBezTo>
                      <a:cubicBezTo>
                        <a:pt x="505" y="506"/>
                        <a:pt x="506" y="505"/>
                        <a:pt x="506" y="505"/>
                      </a:cubicBezTo>
                      <a:cubicBezTo>
                        <a:pt x="506" y="504"/>
                        <a:pt x="506" y="504"/>
                        <a:pt x="506" y="504"/>
                      </a:cubicBezTo>
                      <a:cubicBezTo>
                        <a:pt x="506" y="503"/>
                        <a:pt x="506" y="503"/>
                        <a:pt x="506" y="503"/>
                      </a:cubicBezTo>
                      <a:cubicBezTo>
                        <a:pt x="505" y="502"/>
                        <a:pt x="506" y="503"/>
                        <a:pt x="505" y="503"/>
                      </a:cubicBezTo>
                      <a:cubicBezTo>
                        <a:pt x="505" y="502"/>
                        <a:pt x="505" y="502"/>
                        <a:pt x="504" y="501"/>
                      </a:cubicBezTo>
                      <a:cubicBezTo>
                        <a:pt x="504" y="502"/>
                        <a:pt x="505" y="503"/>
                        <a:pt x="504" y="503"/>
                      </a:cubicBezTo>
                      <a:cubicBezTo>
                        <a:pt x="503" y="503"/>
                        <a:pt x="504" y="502"/>
                        <a:pt x="503" y="501"/>
                      </a:cubicBezTo>
                      <a:cubicBezTo>
                        <a:pt x="503" y="502"/>
                        <a:pt x="503" y="503"/>
                        <a:pt x="503" y="503"/>
                      </a:cubicBezTo>
                      <a:cubicBezTo>
                        <a:pt x="502" y="503"/>
                        <a:pt x="502" y="503"/>
                        <a:pt x="502" y="503"/>
                      </a:cubicBezTo>
                      <a:cubicBezTo>
                        <a:pt x="502" y="503"/>
                        <a:pt x="502" y="503"/>
                        <a:pt x="502" y="503"/>
                      </a:cubicBezTo>
                      <a:cubicBezTo>
                        <a:pt x="502" y="503"/>
                        <a:pt x="502" y="503"/>
                        <a:pt x="502" y="503"/>
                      </a:cubicBezTo>
                      <a:cubicBezTo>
                        <a:pt x="502" y="503"/>
                        <a:pt x="502" y="503"/>
                        <a:pt x="502" y="503"/>
                      </a:cubicBezTo>
                      <a:cubicBezTo>
                        <a:pt x="502" y="503"/>
                        <a:pt x="501" y="502"/>
                        <a:pt x="502" y="502"/>
                      </a:cubicBezTo>
                      <a:cubicBezTo>
                        <a:pt x="503" y="502"/>
                        <a:pt x="502" y="501"/>
                        <a:pt x="502" y="501"/>
                      </a:cubicBezTo>
                      <a:cubicBezTo>
                        <a:pt x="501" y="500"/>
                        <a:pt x="501" y="500"/>
                        <a:pt x="500" y="500"/>
                      </a:cubicBezTo>
                      <a:cubicBezTo>
                        <a:pt x="500" y="500"/>
                        <a:pt x="500" y="500"/>
                        <a:pt x="500" y="500"/>
                      </a:cubicBezTo>
                      <a:cubicBezTo>
                        <a:pt x="500" y="500"/>
                        <a:pt x="500" y="499"/>
                        <a:pt x="499" y="499"/>
                      </a:cubicBezTo>
                      <a:cubicBezTo>
                        <a:pt x="499" y="500"/>
                        <a:pt x="499" y="501"/>
                        <a:pt x="499" y="501"/>
                      </a:cubicBezTo>
                      <a:cubicBezTo>
                        <a:pt x="498" y="500"/>
                        <a:pt x="498" y="500"/>
                        <a:pt x="497" y="498"/>
                      </a:cubicBezTo>
                      <a:cubicBezTo>
                        <a:pt x="497" y="498"/>
                        <a:pt x="497" y="497"/>
                        <a:pt x="497" y="497"/>
                      </a:cubicBezTo>
                      <a:cubicBezTo>
                        <a:pt x="497" y="496"/>
                        <a:pt x="497" y="496"/>
                        <a:pt x="497" y="496"/>
                      </a:cubicBezTo>
                      <a:cubicBezTo>
                        <a:pt x="495" y="495"/>
                        <a:pt x="496" y="494"/>
                        <a:pt x="496" y="493"/>
                      </a:cubicBezTo>
                      <a:cubicBezTo>
                        <a:pt x="496" y="493"/>
                        <a:pt x="496" y="493"/>
                        <a:pt x="496" y="493"/>
                      </a:cubicBezTo>
                      <a:cubicBezTo>
                        <a:pt x="496" y="492"/>
                        <a:pt x="496" y="492"/>
                        <a:pt x="497" y="492"/>
                      </a:cubicBezTo>
                      <a:cubicBezTo>
                        <a:pt x="496" y="491"/>
                        <a:pt x="495" y="491"/>
                        <a:pt x="494" y="491"/>
                      </a:cubicBezTo>
                      <a:cubicBezTo>
                        <a:pt x="494" y="491"/>
                        <a:pt x="494" y="491"/>
                        <a:pt x="494" y="491"/>
                      </a:cubicBezTo>
                      <a:cubicBezTo>
                        <a:pt x="494" y="491"/>
                        <a:pt x="494" y="491"/>
                        <a:pt x="494" y="491"/>
                      </a:cubicBezTo>
                      <a:cubicBezTo>
                        <a:pt x="494" y="491"/>
                        <a:pt x="494" y="491"/>
                        <a:pt x="494" y="491"/>
                      </a:cubicBezTo>
                      <a:cubicBezTo>
                        <a:pt x="494" y="491"/>
                        <a:pt x="494" y="490"/>
                        <a:pt x="494" y="490"/>
                      </a:cubicBezTo>
                      <a:cubicBezTo>
                        <a:pt x="494" y="490"/>
                        <a:pt x="494" y="490"/>
                        <a:pt x="494" y="490"/>
                      </a:cubicBezTo>
                      <a:cubicBezTo>
                        <a:pt x="494" y="490"/>
                        <a:pt x="494" y="490"/>
                        <a:pt x="494" y="490"/>
                      </a:cubicBezTo>
                      <a:cubicBezTo>
                        <a:pt x="496" y="490"/>
                        <a:pt x="495" y="489"/>
                        <a:pt x="495" y="489"/>
                      </a:cubicBezTo>
                      <a:cubicBezTo>
                        <a:pt x="495" y="489"/>
                        <a:pt x="495" y="489"/>
                        <a:pt x="495" y="489"/>
                      </a:cubicBezTo>
                      <a:cubicBezTo>
                        <a:pt x="494" y="489"/>
                        <a:pt x="494" y="488"/>
                        <a:pt x="494" y="488"/>
                      </a:cubicBezTo>
                      <a:cubicBezTo>
                        <a:pt x="493" y="488"/>
                        <a:pt x="492" y="488"/>
                        <a:pt x="492" y="489"/>
                      </a:cubicBezTo>
                      <a:cubicBezTo>
                        <a:pt x="492" y="489"/>
                        <a:pt x="492" y="489"/>
                        <a:pt x="492" y="489"/>
                      </a:cubicBezTo>
                      <a:cubicBezTo>
                        <a:pt x="491" y="489"/>
                        <a:pt x="491" y="490"/>
                        <a:pt x="490" y="490"/>
                      </a:cubicBezTo>
                      <a:cubicBezTo>
                        <a:pt x="490" y="490"/>
                        <a:pt x="490" y="490"/>
                        <a:pt x="490" y="489"/>
                      </a:cubicBezTo>
                      <a:cubicBezTo>
                        <a:pt x="490" y="489"/>
                        <a:pt x="490" y="489"/>
                        <a:pt x="490" y="489"/>
                      </a:cubicBezTo>
                      <a:cubicBezTo>
                        <a:pt x="490" y="489"/>
                        <a:pt x="490" y="489"/>
                        <a:pt x="490" y="489"/>
                      </a:cubicBezTo>
                      <a:cubicBezTo>
                        <a:pt x="490" y="489"/>
                        <a:pt x="491" y="488"/>
                        <a:pt x="490" y="488"/>
                      </a:cubicBezTo>
                      <a:cubicBezTo>
                        <a:pt x="490" y="487"/>
                        <a:pt x="490" y="487"/>
                        <a:pt x="490" y="487"/>
                      </a:cubicBezTo>
                      <a:cubicBezTo>
                        <a:pt x="490" y="487"/>
                        <a:pt x="490" y="487"/>
                        <a:pt x="490" y="487"/>
                      </a:cubicBezTo>
                      <a:cubicBezTo>
                        <a:pt x="492" y="486"/>
                        <a:pt x="490" y="485"/>
                        <a:pt x="490" y="485"/>
                      </a:cubicBezTo>
                      <a:cubicBezTo>
                        <a:pt x="490" y="485"/>
                        <a:pt x="490" y="485"/>
                        <a:pt x="490" y="485"/>
                      </a:cubicBezTo>
                      <a:cubicBezTo>
                        <a:pt x="490" y="484"/>
                        <a:pt x="491" y="485"/>
                        <a:pt x="491" y="484"/>
                      </a:cubicBezTo>
                      <a:cubicBezTo>
                        <a:pt x="491" y="484"/>
                        <a:pt x="491" y="484"/>
                        <a:pt x="491" y="484"/>
                      </a:cubicBezTo>
                      <a:cubicBezTo>
                        <a:pt x="491" y="484"/>
                        <a:pt x="491" y="484"/>
                        <a:pt x="491" y="484"/>
                      </a:cubicBezTo>
                      <a:cubicBezTo>
                        <a:pt x="492" y="484"/>
                        <a:pt x="492" y="484"/>
                        <a:pt x="492" y="484"/>
                      </a:cubicBezTo>
                      <a:cubicBezTo>
                        <a:pt x="492" y="484"/>
                        <a:pt x="492" y="484"/>
                        <a:pt x="492" y="484"/>
                      </a:cubicBezTo>
                      <a:cubicBezTo>
                        <a:pt x="493" y="485"/>
                        <a:pt x="494" y="484"/>
                        <a:pt x="495" y="484"/>
                      </a:cubicBezTo>
                      <a:cubicBezTo>
                        <a:pt x="496" y="484"/>
                        <a:pt x="495" y="483"/>
                        <a:pt x="495" y="483"/>
                      </a:cubicBezTo>
                      <a:cubicBezTo>
                        <a:pt x="495" y="483"/>
                        <a:pt x="495" y="482"/>
                        <a:pt x="495" y="482"/>
                      </a:cubicBezTo>
                      <a:cubicBezTo>
                        <a:pt x="495" y="482"/>
                        <a:pt x="495" y="481"/>
                        <a:pt x="495" y="481"/>
                      </a:cubicBezTo>
                      <a:cubicBezTo>
                        <a:pt x="495" y="481"/>
                        <a:pt x="495" y="481"/>
                        <a:pt x="495" y="481"/>
                      </a:cubicBezTo>
                      <a:cubicBezTo>
                        <a:pt x="495" y="481"/>
                        <a:pt x="495" y="481"/>
                        <a:pt x="495" y="481"/>
                      </a:cubicBezTo>
                      <a:cubicBezTo>
                        <a:pt x="495" y="481"/>
                        <a:pt x="495" y="481"/>
                        <a:pt x="495" y="481"/>
                      </a:cubicBezTo>
                      <a:cubicBezTo>
                        <a:pt x="494" y="481"/>
                        <a:pt x="493" y="480"/>
                        <a:pt x="493" y="480"/>
                      </a:cubicBezTo>
                      <a:cubicBezTo>
                        <a:pt x="493" y="480"/>
                        <a:pt x="493" y="480"/>
                        <a:pt x="493" y="480"/>
                      </a:cubicBezTo>
                      <a:cubicBezTo>
                        <a:pt x="493" y="479"/>
                        <a:pt x="491" y="479"/>
                        <a:pt x="492" y="478"/>
                      </a:cubicBezTo>
                      <a:cubicBezTo>
                        <a:pt x="492" y="477"/>
                        <a:pt x="491" y="476"/>
                        <a:pt x="490" y="475"/>
                      </a:cubicBezTo>
                      <a:cubicBezTo>
                        <a:pt x="490" y="475"/>
                        <a:pt x="490" y="475"/>
                        <a:pt x="490" y="475"/>
                      </a:cubicBezTo>
                      <a:cubicBezTo>
                        <a:pt x="490" y="475"/>
                        <a:pt x="490" y="474"/>
                        <a:pt x="490" y="474"/>
                      </a:cubicBezTo>
                      <a:cubicBezTo>
                        <a:pt x="491" y="475"/>
                        <a:pt x="493" y="476"/>
                        <a:pt x="493" y="477"/>
                      </a:cubicBezTo>
                      <a:cubicBezTo>
                        <a:pt x="494" y="478"/>
                        <a:pt x="495" y="478"/>
                        <a:pt x="495" y="478"/>
                      </a:cubicBezTo>
                      <a:cubicBezTo>
                        <a:pt x="496" y="477"/>
                        <a:pt x="495" y="477"/>
                        <a:pt x="495" y="477"/>
                      </a:cubicBezTo>
                      <a:cubicBezTo>
                        <a:pt x="495" y="476"/>
                        <a:pt x="495" y="476"/>
                        <a:pt x="495" y="476"/>
                      </a:cubicBezTo>
                      <a:cubicBezTo>
                        <a:pt x="496" y="477"/>
                        <a:pt x="496" y="476"/>
                        <a:pt x="495" y="475"/>
                      </a:cubicBezTo>
                      <a:cubicBezTo>
                        <a:pt x="496" y="475"/>
                        <a:pt x="497" y="475"/>
                        <a:pt x="498" y="475"/>
                      </a:cubicBezTo>
                      <a:cubicBezTo>
                        <a:pt x="498" y="475"/>
                        <a:pt x="498" y="475"/>
                        <a:pt x="498" y="475"/>
                      </a:cubicBezTo>
                      <a:cubicBezTo>
                        <a:pt x="498" y="475"/>
                        <a:pt x="498" y="475"/>
                        <a:pt x="498" y="475"/>
                      </a:cubicBezTo>
                      <a:cubicBezTo>
                        <a:pt x="498" y="475"/>
                        <a:pt x="498" y="475"/>
                        <a:pt x="498" y="475"/>
                      </a:cubicBezTo>
                      <a:cubicBezTo>
                        <a:pt x="499" y="477"/>
                        <a:pt x="497" y="475"/>
                        <a:pt x="497" y="476"/>
                      </a:cubicBezTo>
                      <a:cubicBezTo>
                        <a:pt x="497" y="476"/>
                        <a:pt x="498" y="476"/>
                        <a:pt x="497" y="477"/>
                      </a:cubicBezTo>
                      <a:cubicBezTo>
                        <a:pt x="497" y="477"/>
                        <a:pt x="497" y="476"/>
                        <a:pt x="496" y="476"/>
                      </a:cubicBezTo>
                      <a:cubicBezTo>
                        <a:pt x="496" y="477"/>
                        <a:pt x="497" y="477"/>
                        <a:pt x="498" y="477"/>
                      </a:cubicBezTo>
                      <a:cubicBezTo>
                        <a:pt x="499" y="478"/>
                        <a:pt x="499" y="477"/>
                        <a:pt x="499" y="476"/>
                      </a:cubicBezTo>
                      <a:cubicBezTo>
                        <a:pt x="499" y="476"/>
                        <a:pt x="500" y="475"/>
                        <a:pt x="500" y="477"/>
                      </a:cubicBezTo>
                      <a:cubicBezTo>
                        <a:pt x="500" y="477"/>
                        <a:pt x="500" y="478"/>
                        <a:pt x="500" y="478"/>
                      </a:cubicBezTo>
                      <a:cubicBezTo>
                        <a:pt x="500" y="479"/>
                        <a:pt x="500" y="479"/>
                        <a:pt x="500" y="479"/>
                      </a:cubicBezTo>
                      <a:cubicBezTo>
                        <a:pt x="501" y="479"/>
                        <a:pt x="501" y="479"/>
                        <a:pt x="502" y="480"/>
                      </a:cubicBezTo>
                      <a:cubicBezTo>
                        <a:pt x="502" y="480"/>
                        <a:pt x="503" y="481"/>
                        <a:pt x="503" y="481"/>
                      </a:cubicBezTo>
                      <a:cubicBezTo>
                        <a:pt x="503" y="481"/>
                        <a:pt x="503" y="481"/>
                        <a:pt x="503" y="481"/>
                      </a:cubicBezTo>
                      <a:cubicBezTo>
                        <a:pt x="503" y="481"/>
                        <a:pt x="503" y="481"/>
                        <a:pt x="503" y="481"/>
                      </a:cubicBezTo>
                      <a:cubicBezTo>
                        <a:pt x="504" y="481"/>
                        <a:pt x="504" y="481"/>
                        <a:pt x="504" y="481"/>
                      </a:cubicBezTo>
                      <a:cubicBezTo>
                        <a:pt x="504" y="481"/>
                        <a:pt x="504" y="481"/>
                        <a:pt x="504" y="481"/>
                      </a:cubicBezTo>
                      <a:cubicBezTo>
                        <a:pt x="504" y="481"/>
                        <a:pt x="504" y="481"/>
                        <a:pt x="504" y="481"/>
                      </a:cubicBezTo>
                      <a:cubicBezTo>
                        <a:pt x="504" y="481"/>
                        <a:pt x="504" y="481"/>
                        <a:pt x="504" y="481"/>
                      </a:cubicBezTo>
                      <a:cubicBezTo>
                        <a:pt x="504" y="481"/>
                        <a:pt x="504" y="481"/>
                        <a:pt x="504" y="481"/>
                      </a:cubicBezTo>
                      <a:cubicBezTo>
                        <a:pt x="503" y="483"/>
                        <a:pt x="504" y="483"/>
                        <a:pt x="505" y="483"/>
                      </a:cubicBezTo>
                      <a:cubicBezTo>
                        <a:pt x="505" y="483"/>
                        <a:pt x="505" y="483"/>
                        <a:pt x="505" y="483"/>
                      </a:cubicBezTo>
                      <a:cubicBezTo>
                        <a:pt x="505" y="483"/>
                        <a:pt x="505" y="483"/>
                        <a:pt x="505" y="483"/>
                      </a:cubicBezTo>
                      <a:cubicBezTo>
                        <a:pt x="507" y="483"/>
                        <a:pt x="508" y="483"/>
                        <a:pt x="510" y="482"/>
                      </a:cubicBezTo>
                      <a:cubicBezTo>
                        <a:pt x="510" y="481"/>
                        <a:pt x="510" y="482"/>
                        <a:pt x="511" y="481"/>
                      </a:cubicBezTo>
                      <a:cubicBezTo>
                        <a:pt x="511" y="481"/>
                        <a:pt x="511" y="481"/>
                        <a:pt x="511" y="481"/>
                      </a:cubicBezTo>
                      <a:cubicBezTo>
                        <a:pt x="511" y="481"/>
                        <a:pt x="511" y="481"/>
                        <a:pt x="511" y="481"/>
                      </a:cubicBezTo>
                      <a:cubicBezTo>
                        <a:pt x="511" y="482"/>
                        <a:pt x="511" y="482"/>
                        <a:pt x="511" y="483"/>
                      </a:cubicBezTo>
                      <a:cubicBezTo>
                        <a:pt x="511" y="483"/>
                        <a:pt x="510" y="483"/>
                        <a:pt x="510" y="483"/>
                      </a:cubicBezTo>
                      <a:cubicBezTo>
                        <a:pt x="510" y="483"/>
                        <a:pt x="510" y="483"/>
                        <a:pt x="510" y="483"/>
                      </a:cubicBezTo>
                      <a:cubicBezTo>
                        <a:pt x="510" y="483"/>
                        <a:pt x="510" y="483"/>
                        <a:pt x="510" y="483"/>
                      </a:cubicBezTo>
                      <a:cubicBezTo>
                        <a:pt x="507" y="484"/>
                        <a:pt x="507" y="485"/>
                        <a:pt x="507" y="487"/>
                      </a:cubicBezTo>
                      <a:cubicBezTo>
                        <a:pt x="507" y="488"/>
                        <a:pt x="507" y="488"/>
                        <a:pt x="507" y="488"/>
                      </a:cubicBezTo>
                      <a:cubicBezTo>
                        <a:pt x="508" y="488"/>
                        <a:pt x="509" y="488"/>
                        <a:pt x="510" y="488"/>
                      </a:cubicBezTo>
                      <a:cubicBezTo>
                        <a:pt x="509" y="488"/>
                        <a:pt x="509" y="489"/>
                        <a:pt x="508" y="489"/>
                      </a:cubicBezTo>
                      <a:cubicBezTo>
                        <a:pt x="508" y="489"/>
                        <a:pt x="508" y="489"/>
                        <a:pt x="508" y="490"/>
                      </a:cubicBezTo>
                      <a:cubicBezTo>
                        <a:pt x="508" y="490"/>
                        <a:pt x="508" y="490"/>
                        <a:pt x="509" y="490"/>
                      </a:cubicBezTo>
                      <a:cubicBezTo>
                        <a:pt x="510" y="490"/>
                        <a:pt x="510" y="489"/>
                        <a:pt x="511" y="489"/>
                      </a:cubicBezTo>
                      <a:cubicBezTo>
                        <a:pt x="511" y="490"/>
                        <a:pt x="510" y="490"/>
                        <a:pt x="510" y="490"/>
                      </a:cubicBezTo>
                      <a:cubicBezTo>
                        <a:pt x="509" y="491"/>
                        <a:pt x="509" y="492"/>
                        <a:pt x="510" y="493"/>
                      </a:cubicBezTo>
                      <a:cubicBezTo>
                        <a:pt x="511" y="493"/>
                        <a:pt x="511" y="494"/>
                        <a:pt x="511" y="494"/>
                      </a:cubicBezTo>
                      <a:cubicBezTo>
                        <a:pt x="511" y="494"/>
                        <a:pt x="511" y="494"/>
                        <a:pt x="511" y="494"/>
                      </a:cubicBezTo>
                      <a:cubicBezTo>
                        <a:pt x="511" y="494"/>
                        <a:pt x="511" y="494"/>
                        <a:pt x="511" y="494"/>
                      </a:cubicBezTo>
                      <a:cubicBezTo>
                        <a:pt x="512" y="495"/>
                        <a:pt x="512" y="496"/>
                        <a:pt x="513" y="497"/>
                      </a:cubicBezTo>
                      <a:cubicBezTo>
                        <a:pt x="513" y="497"/>
                        <a:pt x="514" y="496"/>
                        <a:pt x="514" y="495"/>
                      </a:cubicBezTo>
                      <a:cubicBezTo>
                        <a:pt x="514" y="495"/>
                        <a:pt x="513" y="494"/>
                        <a:pt x="514" y="494"/>
                      </a:cubicBezTo>
                      <a:cubicBezTo>
                        <a:pt x="514" y="494"/>
                        <a:pt x="514" y="494"/>
                        <a:pt x="514" y="495"/>
                      </a:cubicBezTo>
                      <a:cubicBezTo>
                        <a:pt x="514" y="494"/>
                        <a:pt x="514" y="494"/>
                        <a:pt x="514" y="494"/>
                      </a:cubicBezTo>
                      <a:cubicBezTo>
                        <a:pt x="514" y="494"/>
                        <a:pt x="514" y="494"/>
                        <a:pt x="514" y="495"/>
                      </a:cubicBezTo>
                      <a:cubicBezTo>
                        <a:pt x="514" y="495"/>
                        <a:pt x="514" y="496"/>
                        <a:pt x="515" y="496"/>
                      </a:cubicBezTo>
                      <a:cubicBezTo>
                        <a:pt x="515" y="496"/>
                        <a:pt x="515" y="496"/>
                        <a:pt x="515" y="497"/>
                      </a:cubicBezTo>
                      <a:cubicBezTo>
                        <a:pt x="515" y="497"/>
                        <a:pt x="516" y="498"/>
                        <a:pt x="516" y="498"/>
                      </a:cubicBezTo>
                      <a:cubicBezTo>
                        <a:pt x="516" y="497"/>
                        <a:pt x="517" y="497"/>
                        <a:pt x="518" y="497"/>
                      </a:cubicBezTo>
                      <a:cubicBezTo>
                        <a:pt x="517" y="498"/>
                        <a:pt x="518" y="498"/>
                        <a:pt x="518" y="499"/>
                      </a:cubicBezTo>
                      <a:cubicBezTo>
                        <a:pt x="519" y="499"/>
                        <a:pt x="519" y="500"/>
                        <a:pt x="520" y="500"/>
                      </a:cubicBezTo>
                      <a:cubicBezTo>
                        <a:pt x="519" y="499"/>
                        <a:pt x="521" y="499"/>
                        <a:pt x="520" y="498"/>
                      </a:cubicBezTo>
                      <a:cubicBezTo>
                        <a:pt x="520" y="497"/>
                        <a:pt x="521" y="495"/>
                        <a:pt x="521" y="494"/>
                      </a:cubicBezTo>
                      <a:cubicBezTo>
                        <a:pt x="521" y="494"/>
                        <a:pt x="521" y="496"/>
                        <a:pt x="522" y="495"/>
                      </a:cubicBezTo>
                      <a:cubicBezTo>
                        <a:pt x="522" y="494"/>
                        <a:pt x="521" y="494"/>
                        <a:pt x="521" y="493"/>
                      </a:cubicBezTo>
                      <a:cubicBezTo>
                        <a:pt x="521" y="493"/>
                        <a:pt x="521" y="493"/>
                        <a:pt x="521" y="493"/>
                      </a:cubicBezTo>
                      <a:cubicBezTo>
                        <a:pt x="521" y="493"/>
                        <a:pt x="521" y="493"/>
                        <a:pt x="521" y="493"/>
                      </a:cubicBezTo>
                      <a:cubicBezTo>
                        <a:pt x="520" y="493"/>
                        <a:pt x="520" y="492"/>
                        <a:pt x="519" y="492"/>
                      </a:cubicBezTo>
                      <a:cubicBezTo>
                        <a:pt x="520" y="491"/>
                        <a:pt x="520" y="492"/>
                        <a:pt x="521" y="492"/>
                      </a:cubicBezTo>
                      <a:cubicBezTo>
                        <a:pt x="521" y="491"/>
                        <a:pt x="519" y="491"/>
                        <a:pt x="520" y="490"/>
                      </a:cubicBezTo>
                      <a:cubicBezTo>
                        <a:pt x="520" y="490"/>
                        <a:pt x="520" y="491"/>
                        <a:pt x="521" y="490"/>
                      </a:cubicBezTo>
                      <a:cubicBezTo>
                        <a:pt x="521" y="490"/>
                        <a:pt x="521" y="490"/>
                        <a:pt x="521" y="489"/>
                      </a:cubicBezTo>
                      <a:cubicBezTo>
                        <a:pt x="521" y="489"/>
                        <a:pt x="521" y="489"/>
                        <a:pt x="521" y="489"/>
                      </a:cubicBezTo>
                      <a:cubicBezTo>
                        <a:pt x="520" y="489"/>
                        <a:pt x="520" y="489"/>
                        <a:pt x="520" y="489"/>
                      </a:cubicBezTo>
                      <a:cubicBezTo>
                        <a:pt x="520" y="489"/>
                        <a:pt x="520" y="489"/>
                        <a:pt x="520" y="489"/>
                      </a:cubicBezTo>
                      <a:cubicBezTo>
                        <a:pt x="520" y="488"/>
                        <a:pt x="520" y="488"/>
                        <a:pt x="520" y="488"/>
                      </a:cubicBezTo>
                      <a:cubicBezTo>
                        <a:pt x="521" y="488"/>
                        <a:pt x="521" y="488"/>
                        <a:pt x="521" y="488"/>
                      </a:cubicBezTo>
                      <a:cubicBezTo>
                        <a:pt x="521" y="488"/>
                        <a:pt x="521" y="488"/>
                        <a:pt x="521" y="488"/>
                      </a:cubicBezTo>
                      <a:cubicBezTo>
                        <a:pt x="521" y="488"/>
                        <a:pt x="521" y="487"/>
                        <a:pt x="521" y="487"/>
                      </a:cubicBezTo>
                      <a:cubicBezTo>
                        <a:pt x="521" y="487"/>
                        <a:pt x="521" y="487"/>
                        <a:pt x="521" y="487"/>
                      </a:cubicBezTo>
                      <a:cubicBezTo>
                        <a:pt x="521" y="487"/>
                        <a:pt x="521" y="487"/>
                        <a:pt x="521" y="487"/>
                      </a:cubicBezTo>
                      <a:cubicBezTo>
                        <a:pt x="522" y="488"/>
                        <a:pt x="522" y="489"/>
                        <a:pt x="523" y="489"/>
                      </a:cubicBezTo>
                      <a:cubicBezTo>
                        <a:pt x="524" y="489"/>
                        <a:pt x="525" y="490"/>
                        <a:pt x="526" y="489"/>
                      </a:cubicBezTo>
                      <a:cubicBezTo>
                        <a:pt x="526" y="488"/>
                        <a:pt x="527" y="486"/>
                        <a:pt x="525" y="486"/>
                      </a:cubicBezTo>
                      <a:cubicBezTo>
                        <a:pt x="525" y="486"/>
                        <a:pt x="525" y="486"/>
                        <a:pt x="525" y="485"/>
                      </a:cubicBezTo>
                      <a:cubicBezTo>
                        <a:pt x="525" y="485"/>
                        <a:pt x="525" y="485"/>
                        <a:pt x="525" y="485"/>
                      </a:cubicBezTo>
                      <a:cubicBezTo>
                        <a:pt x="526" y="485"/>
                        <a:pt x="527" y="487"/>
                        <a:pt x="528" y="486"/>
                      </a:cubicBezTo>
                      <a:cubicBezTo>
                        <a:pt x="528" y="485"/>
                        <a:pt x="527" y="484"/>
                        <a:pt x="527" y="483"/>
                      </a:cubicBezTo>
                      <a:cubicBezTo>
                        <a:pt x="528" y="483"/>
                        <a:pt x="528" y="483"/>
                        <a:pt x="528" y="483"/>
                      </a:cubicBezTo>
                      <a:cubicBezTo>
                        <a:pt x="528" y="483"/>
                        <a:pt x="528" y="483"/>
                        <a:pt x="528" y="483"/>
                      </a:cubicBezTo>
                      <a:cubicBezTo>
                        <a:pt x="528" y="483"/>
                        <a:pt x="528" y="483"/>
                        <a:pt x="528" y="483"/>
                      </a:cubicBezTo>
                      <a:cubicBezTo>
                        <a:pt x="530" y="482"/>
                        <a:pt x="530" y="482"/>
                        <a:pt x="529" y="481"/>
                      </a:cubicBezTo>
                      <a:cubicBezTo>
                        <a:pt x="528" y="480"/>
                        <a:pt x="527" y="479"/>
                        <a:pt x="526" y="479"/>
                      </a:cubicBezTo>
                      <a:cubicBezTo>
                        <a:pt x="525" y="479"/>
                        <a:pt x="525" y="479"/>
                        <a:pt x="525" y="478"/>
                      </a:cubicBezTo>
                      <a:cubicBezTo>
                        <a:pt x="525" y="480"/>
                        <a:pt x="526" y="479"/>
                        <a:pt x="527" y="478"/>
                      </a:cubicBezTo>
                      <a:cubicBezTo>
                        <a:pt x="528" y="478"/>
                        <a:pt x="528" y="477"/>
                        <a:pt x="527" y="477"/>
                      </a:cubicBezTo>
                      <a:cubicBezTo>
                        <a:pt x="527" y="476"/>
                        <a:pt x="526" y="476"/>
                        <a:pt x="527" y="476"/>
                      </a:cubicBezTo>
                      <a:cubicBezTo>
                        <a:pt x="527" y="475"/>
                        <a:pt x="528" y="476"/>
                        <a:pt x="528" y="476"/>
                      </a:cubicBezTo>
                      <a:cubicBezTo>
                        <a:pt x="529" y="476"/>
                        <a:pt x="529" y="477"/>
                        <a:pt x="529" y="477"/>
                      </a:cubicBezTo>
                      <a:cubicBezTo>
                        <a:pt x="531" y="478"/>
                        <a:pt x="532" y="477"/>
                        <a:pt x="533" y="477"/>
                      </a:cubicBezTo>
                      <a:cubicBezTo>
                        <a:pt x="533" y="477"/>
                        <a:pt x="534" y="477"/>
                        <a:pt x="534" y="477"/>
                      </a:cubicBezTo>
                      <a:cubicBezTo>
                        <a:pt x="534" y="476"/>
                        <a:pt x="533" y="476"/>
                        <a:pt x="533" y="476"/>
                      </a:cubicBezTo>
                      <a:cubicBezTo>
                        <a:pt x="533" y="476"/>
                        <a:pt x="532" y="476"/>
                        <a:pt x="532" y="476"/>
                      </a:cubicBezTo>
                      <a:cubicBezTo>
                        <a:pt x="532" y="475"/>
                        <a:pt x="533" y="475"/>
                        <a:pt x="533" y="474"/>
                      </a:cubicBezTo>
                      <a:cubicBezTo>
                        <a:pt x="533" y="474"/>
                        <a:pt x="534" y="474"/>
                        <a:pt x="534" y="473"/>
                      </a:cubicBezTo>
                      <a:cubicBezTo>
                        <a:pt x="534" y="473"/>
                        <a:pt x="534" y="473"/>
                        <a:pt x="534" y="473"/>
                      </a:cubicBezTo>
                      <a:cubicBezTo>
                        <a:pt x="534" y="473"/>
                        <a:pt x="534" y="473"/>
                        <a:pt x="534" y="473"/>
                      </a:cubicBezTo>
                      <a:cubicBezTo>
                        <a:pt x="534" y="473"/>
                        <a:pt x="535" y="473"/>
                        <a:pt x="535" y="472"/>
                      </a:cubicBezTo>
                      <a:close/>
                      <a:moveTo>
                        <a:pt x="401" y="335"/>
                      </a:moveTo>
                      <a:cubicBezTo>
                        <a:pt x="401" y="335"/>
                        <a:pt x="401" y="335"/>
                        <a:pt x="401" y="335"/>
                      </a:cubicBezTo>
                      <a:cubicBezTo>
                        <a:pt x="401" y="335"/>
                        <a:pt x="401" y="335"/>
                        <a:pt x="401" y="335"/>
                      </a:cubicBezTo>
                      <a:cubicBezTo>
                        <a:pt x="401" y="335"/>
                        <a:pt x="401" y="335"/>
                        <a:pt x="401" y="335"/>
                      </a:cubicBezTo>
                      <a:close/>
                      <a:moveTo>
                        <a:pt x="458" y="471"/>
                      </a:moveTo>
                      <a:cubicBezTo>
                        <a:pt x="458" y="471"/>
                        <a:pt x="458" y="471"/>
                        <a:pt x="458" y="471"/>
                      </a:cubicBezTo>
                      <a:cubicBezTo>
                        <a:pt x="458" y="471"/>
                        <a:pt x="458" y="471"/>
                        <a:pt x="459" y="471"/>
                      </a:cubicBezTo>
                      <a:cubicBezTo>
                        <a:pt x="458" y="471"/>
                        <a:pt x="458" y="471"/>
                        <a:pt x="458" y="471"/>
                      </a:cubicBezTo>
                      <a:close/>
                      <a:moveTo>
                        <a:pt x="466" y="398"/>
                      </a:moveTo>
                      <a:cubicBezTo>
                        <a:pt x="466" y="398"/>
                        <a:pt x="466" y="398"/>
                        <a:pt x="466" y="398"/>
                      </a:cubicBezTo>
                      <a:cubicBezTo>
                        <a:pt x="466" y="398"/>
                        <a:pt x="466" y="398"/>
                        <a:pt x="466" y="398"/>
                      </a:cubicBezTo>
                      <a:close/>
                      <a:moveTo>
                        <a:pt x="477" y="419"/>
                      </a:moveTo>
                      <a:cubicBezTo>
                        <a:pt x="477" y="419"/>
                        <a:pt x="477" y="419"/>
                        <a:pt x="477" y="419"/>
                      </a:cubicBezTo>
                      <a:cubicBezTo>
                        <a:pt x="477" y="419"/>
                        <a:pt x="477" y="419"/>
                        <a:pt x="477" y="419"/>
                      </a:cubicBezTo>
                      <a:close/>
                      <a:moveTo>
                        <a:pt x="515" y="455"/>
                      </a:moveTo>
                      <a:cubicBezTo>
                        <a:pt x="515" y="455"/>
                        <a:pt x="515" y="455"/>
                        <a:pt x="515" y="455"/>
                      </a:cubicBezTo>
                      <a:cubicBezTo>
                        <a:pt x="515" y="455"/>
                        <a:pt x="515" y="455"/>
                        <a:pt x="515" y="455"/>
                      </a:cubicBezTo>
                      <a:close/>
                      <a:moveTo>
                        <a:pt x="414" y="433"/>
                      </a:moveTo>
                      <a:cubicBezTo>
                        <a:pt x="413" y="433"/>
                        <a:pt x="413" y="432"/>
                        <a:pt x="413" y="431"/>
                      </a:cubicBezTo>
                      <a:cubicBezTo>
                        <a:pt x="414" y="430"/>
                        <a:pt x="414" y="428"/>
                        <a:pt x="416" y="427"/>
                      </a:cubicBezTo>
                      <a:cubicBezTo>
                        <a:pt x="416" y="427"/>
                        <a:pt x="417" y="427"/>
                        <a:pt x="417" y="427"/>
                      </a:cubicBezTo>
                      <a:cubicBezTo>
                        <a:pt x="417" y="425"/>
                        <a:pt x="418" y="425"/>
                        <a:pt x="418" y="423"/>
                      </a:cubicBezTo>
                      <a:cubicBezTo>
                        <a:pt x="418" y="423"/>
                        <a:pt x="419" y="422"/>
                        <a:pt x="420" y="422"/>
                      </a:cubicBezTo>
                      <a:cubicBezTo>
                        <a:pt x="421" y="423"/>
                        <a:pt x="421" y="423"/>
                        <a:pt x="421" y="424"/>
                      </a:cubicBezTo>
                      <a:cubicBezTo>
                        <a:pt x="421" y="425"/>
                        <a:pt x="420" y="426"/>
                        <a:pt x="419" y="426"/>
                      </a:cubicBezTo>
                      <a:cubicBezTo>
                        <a:pt x="419" y="427"/>
                        <a:pt x="418" y="428"/>
                        <a:pt x="418" y="430"/>
                      </a:cubicBezTo>
                      <a:cubicBezTo>
                        <a:pt x="417" y="432"/>
                        <a:pt x="415" y="432"/>
                        <a:pt x="414" y="433"/>
                      </a:cubicBezTo>
                      <a:close/>
                      <a:moveTo>
                        <a:pt x="405" y="340"/>
                      </a:moveTo>
                      <a:cubicBezTo>
                        <a:pt x="405" y="341"/>
                        <a:pt x="406" y="341"/>
                        <a:pt x="407" y="341"/>
                      </a:cubicBezTo>
                      <a:cubicBezTo>
                        <a:pt x="408" y="341"/>
                        <a:pt x="408" y="341"/>
                        <a:pt x="408" y="342"/>
                      </a:cubicBezTo>
                      <a:cubicBezTo>
                        <a:pt x="408" y="342"/>
                        <a:pt x="408" y="342"/>
                        <a:pt x="408" y="342"/>
                      </a:cubicBezTo>
                      <a:cubicBezTo>
                        <a:pt x="408" y="342"/>
                        <a:pt x="408" y="342"/>
                        <a:pt x="408" y="342"/>
                      </a:cubicBezTo>
                      <a:cubicBezTo>
                        <a:pt x="408" y="343"/>
                        <a:pt x="409" y="343"/>
                        <a:pt x="408" y="343"/>
                      </a:cubicBezTo>
                      <a:cubicBezTo>
                        <a:pt x="408" y="346"/>
                        <a:pt x="408" y="349"/>
                        <a:pt x="411" y="351"/>
                      </a:cubicBezTo>
                      <a:cubicBezTo>
                        <a:pt x="412" y="353"/>
                        <a:pt x="414" y="353"/>
                        <a:pt x="416" y="352"/>
                      </a:cubicBezTo>
                      <a:cubicBezTo>
                        <a:pt x="418" y="351"/>
                        <a:pt x="419" y="349"/>
                        <a:pt x="421" y="349"/>
                      </a:cubicBezTo>
                      <a:cubicBezTo>
                        <a:pt x="421" y="349"/>
                        <a:pt x="421" y="349"/>
                        <a:pt x="421" y="349"/>
                      </a:cubicBezTo>
                      <a:cubicBezTo>
                        <a:pt x="421" y="349"/>
                        <a:pt x="421" y="349"/>
                        <a:pt x="421" y="349"/>
                      </a:cubicBezTo>
                      <a:cubicBezTo>
                        <a:pt x="421" y="349"/>
                        <a:pt x="422" y="349"/>
                        <a:pt x="422" y="349"/>
                      </a:cubicBezTo>
                      <a:cubicBezTo>
                        <a:pt x="422" y="349"/>
                        <a:pt x="422" y="349"/>
                        <a:pt x="422" y="349"/>
                      </a:cubicBezTo>
                      <a:cubicBezTo>
                        <a:pt x="425" y="349"/>
                        <a:pt x="427" y="350"/>
                        <a:pt x="429" y="350"/>
                      </a:cubicBezTo>
                      <a:cubicBezTo>
                        <a:pt x="429" y="350"/>
                        <a:pt x="429" y="350"/>
                        <a:pt x="429" y="350"/>
                      </a:cubicBezTo>
                      <a:cubicBezTo>
                        <a:pt x="429" y="350"/>
                        <a:pt x="429" y="350"/>
                        <a:pt x="429" y="350"/>
                      </a:cubicBezTo>
                      <a:cubicBezTo>
                        <a:pt x="430" y="350"/>
                        <a:pt x="430" y="350"/>
                        <a:pt x="431" y="350"/>
                      </a:cubicBezTo>
                      <a:cubicBezTo>
                        <a:pt x="431" y="350"/>
                        <a:pt x="431" y="350"/>
                        <a:pt x="431" y="350"/>
                      </a:cubicBezTo>
                      <a:cubicBezTo>
                        <a:pt x="432" y="351"/>
                        <a:pt x="433" y="351"/>
                        <a:pt x="434" y="351"/>
                      </a:cubicBezTo>
                      <a:cubicBezTo>
                        <a:pt x="435" y="351"/>
                        <a:pt x="435" y="350"/>
                        <a:pt x="435" y="349"/>
                      </a:cubicBezTo>
                      <a:cubicBezTo>
                        <a:pt x="436" y="348"/>
                        <a:pt x="435" y="348"/>
                        <a:pt x="435" y="348"/>
                      </a:cubicBezTo>
                      <a:cubicBezTo>
                        <a:pt x="434" y="348"/>
                        <a:pt x="434" y="347"/>
                        <a:pt x="434" y="347"/>
                      </a:cubicBezTo>
                      <a:cubicBezTo>
                        <a:pt x="434" y="344"/>
                        <a:pt x="434" y="344"/>
                        <a:pt x="432" y="344"/>
                      </a:cubicBezTo>
                      <a:cubicBezTo>
                        <a:pt x="432" y="344"/>
                        <a:pt x="432" y="344"/>
                        <a:pt x="432" y="344"/>
                      </a:cubicBezTo>
                      <a:cubicBezTo>
                        <a:pt x="432" y="344"/>
                        <a:pt x="432" y="344"/>
                        <a:pt x="432" y="344"/>
                      </a:cubicBezTo>
                      <a:cubicBezTo>
                        <a:pt x="432" y="344"/>
                        <a:pt x="432" y="344"/>
                        <a:pt x="432" y="344"/>
                      </a:cubicBezTo>
                      <a:cubicBezTo>
                        <a:pt x="431" y="343"/>
                        <a:pt x="432" y="342"/>
                        <a:pt x="432" y="341"/>
                      </a:cubicBezTo>
                      <a:cubicBezTo>
                        <a:pt x="431" y="341"/>
                        <a:pt x="431" y="341"/>
                        <a:pt x="431" y="340"/>
                      </a:cubicBezTo>
                      <a:cubicBezTo>
                        <a:pt x="431" y="340"/>
                        <a:pt x="431" y="340"/>
                        <a:pt x="431" y="340"/>
                      </a:cubicBezTo>
                      <a:cubicBezTo>
                        <a:pt x="431" y="339"/>
                        <a:pt x="431" y="339"/>
                        <a:pt x="430" y="339"/>
                      </a:cubicBezTo>
                      <a:cubicBezTo>
                        <a:pt x="429" y="339"/>
                        <a:pt x="429" y="339"/>
                        <a:pt x="428" y="339"/>
                      </a:cubicBezTo>
                      <a:cubicBezTo>
                        <a:pt x="429" y="338"/>
                        <a:pt x="429" y="337"/>
                        <a:pt x="428" y="335"/>
                      </a:cubicBezTo>
                      <a:cubicBezTo>
                        <a:pt x="428" y="335"/>
                        <a:pt x="428" y="335"/>
                        <a:pt x="427" y="335"/>
                      </a:cubicBezTo>
                      <a:cubicBezTo>
                        <a:pt x="427" y="335"/>
                        <a:pt x="427" y="335"/>
                        <a:pt x="427" y="335"/>
                      </a:cubicBezTo>
                      <a:cubicBezTo>
                        <a:pt x="427" y="334"/>
                        <a:pt x="427" y="335"/>
                        <a:pt x="427" y="335"/>
                      </a:cubicBezTo>
                      <a:cubicBezTo>
                        <a:pt x="426" y="334"/>
                        <a:pt x="426" y="334"/>
                        <a:pt x="425" y="334"/>
                      </a:cubicBezTo>
                      <a:cubicBezTo>
                        <a:pt x="424" y="333"/>
                        <a:pt x="423" y="332"/>
                        <a:pt x="422" y="332"/>
                      </a:cubicBezTo>
                      <a:cubicBezTo>
                        <a:pt x="422" y="331"/>
                        <a:pt x="421" y="331"/>
                        <a:pt x="421" y="331"/>
                      </a:cubicBezTo>
                      <a:cubicBezTo>
                        <a:pt x="419" y="331"/>
                        <a:pt x="418" y="331"/>
                        <a:pt x="417" y="331"/>
                      </a:cubicBezTo>
                      <a:cubicBezTo>
                        <a:pt x="417" y="331"/>
                        <a:pt x="416" y="331"/>
                        <a:pt x="416" y="332"/>
                      </a:cubicBezTo>
                      <a:cubicBezTo>
                        <a:pt x="414" y="332"/>
                        <a:pt x="412" y="331"/>
                        <a:pt x="410" y="330"/>
                      </a:cubicBezTo>
                      <a:cubicBezTo>
                        <a:pt x="409" y="330"/>
                        <a:pt x="407" y="330"/>
                        <a:pt x="406" y="329"/>
                      </a:cubicBezTo>
                      <a:cubicBezTo>
                        <a:pt x="406" y="328"/>
                        <a:pt x="405" y="329"/>
                        <a:pt x="404" y="329"/>
                      </a:cubicBezTo>
                      <a:cubicBezTo>
                        <a:pt x="403" y="329"/>
                        <a:pt x="404" y="330"/>
                        <a:pt x="404" y="330"/>
                      </a:cubicBezTo>
                      <a:cubicBezTo>
                        <a:pt x="404" y="331"/>
                        <a:pt x="404" y="332"/>
                        <a:pt x="403" y="332"/>
                      </a:cubicBezTo>
                      <a:cubicBezTo>
                        <a:pt x="403" y="333"/>
                        <a:pt x="403" y="333"/>
                        <a:pt x="403" y="334"/>
                      </a:cubicBezTo>
                      <a:cubicBezTo>
                        <a:pt x="403" y="334"/>
                        <a:pt x="403" y="334"/>
                        <a:pt x="404" y="335"/>
                      </a:cubicBezTo>
                      <a:cubicBezTo>
                        <a:pt x="404" y="335"/>
                        <a:pt x="404" y="335"/>
                        <a:pt x="404" y="335"/>
                      </a:cubicBezTo>
                      <a:cubicBezTo>
                        <a:pt x="404" y="335"/>
                        <a:pt x="404" y="335"/>
                        <a:pt x="404" y="335"/>
                      </a:cubicBezTo>
                      <a:cubicBezTo>
                        <a:pt x="404" y="335"/>
                        <a:pt x="404" y="335"/>
                        <a:pt x="404" y="335"/>
                      </a:cubicBezTo>
                      <a:cubicBezTo>
                        <a:pt x="404" y="335"/>
                        <a:pt x="404" y="335"/>
                        <a:pt x="404" y="335"/>
                      </a:cubicBezTo>
                      <a:cubicBezTo>
                        <a:pt x="402" y="335"/>
                        <a:pt x="403" y="337"/>
                        <a:pt x="403" y="337"/>
                      </a:cubicBezTo>
                      <a:cubicBezTo>
                        <a:pt x="403" y="339"/>
                        <a:pt x="403" y="340"/>
                        <a:pt x="405" y="340"/>
                      </a:cubicBezTo>
                      <a:close/>
                      <a:moveTo>
                        <a:pt x="425" y="525"/>
                      </a:moveTo>
                      <a:cubicBezTo>
                        <a:pt x="426" y="526"/>
                        <a:pt x="426" y="527"/>
                        <a:pt x="424" y="527"/>
                      </a:cubicBezTo>
                      <a:cubicBezTo>
                        <a:pt x="422" y="528"/>
                        <a:pt x="422" y="528"/>
                        <a:pt x="421" y="527"/>
                      </a:cubicBezTo>
                      <a:cubicBezTo>
                        <a:pt x="421" y="526"/>
                        <a:pt x="420" y="525"/>
                        <a:pt x="420" y="525"/>
                      </a:cubicBezTo>
                      <a:cubicBezTo>
                        <a:pt x="419" y="524"/>
                        <a:pt x="419" y="524"/>
                        <a:pt x="419" y="523"/>
                      </a:cubicBezTo>
                      <a:cubicBezTo>
                        <a:pt x="419" y="522"/>
                        <a:pt x="420" y="523"/>
                        <a:pt x="421" y="522"/>
                      </a:cubicBezTo>
                      <a:cubicBezTo>
                        <a:pt x="423" y="522"/>
                        <a:pt x="425" y="523"/>
                        <a:pt x="425" y="525"/>
                      </a:cubicBezTo>
                      <a:close/>
                      <a:moveTo>
                        <a:pt x="384" y="485"/>
                      </a:moveTo>
                      <a:cubicBezTo>
                        <a:pt x="384" y="486"/>
                        <a:pt x="385" y="487"/>
                        <a:pt x="386" y="487"/>
                      </a:cubicBezTo>
                      <a:cubicBezTo>
                        <a:pt x="387" y="487"/>
                        <a:pt x="387" y="487"/>
                        <a:pt x="387" y="488"/>
                      </a:cubicBezTo>
                      <a:cubicBezTo>
                        <a:pt x="387" y="488"/>
                        <a:pt x="387" y="489"/>
                        <a:pt x="386" y="488"/>
                      </a:cubicBezTo>
                      <a:cubicBezTo>
                        <a:pt x="385" y="488"/>
                        <a:pt x="385" y="488"/>
                        <a:pt x="385" y="488"/>
                      </a:cubicBezTo>
                      <a:cubicBezTo>
                        <a:pt x="384" y="488"/>
                        <a:pt x="383" y="488"/>
                        <a:pt x="384" y="487"/>
                      </a:cubicBezTo>
                      <a:cubicBezTo>
                        <a:pt x="384" y="486"/>
                        <a:pt x="384" y="486"/>
                        <a:pt x="383" y="487"/>
                      </a:cubicBezTo>
                      <a:cubicBezTo>
                        <a:pt x="382" y="487"/>
                        <a:pt x="381" y="487"/>
                        <a:pt x="382" y="486"/>
                      </a:cubicBezTo>
                      <a:cubicBezTo>
                        <a:pt x="382" y="484"/>
                        <a:pt x="381" y="483"/>
                        <a:pt x="380" y="483"/>
                      </a:cubicBezTo>
                      <a:cubicBezTo>
                        <a:pt x="379" y="482"/>
                        <a:pt x="379" y="481"/>
                        <a:pt x="379" y="481"/>
                      </a:cubicBezTo>
                      <a:cubicBezTo>
                        <a:pt x="381" y="481"/>
                        <a:pt x="383" y="482"/>
                        <a:pt x="384" y="484"/>
                      </a:cubicBezTo>
                      <a:cubicBezTo>
                        <a:pt x="384" y="484"/>
                        <a:pt x="385" y="484"/>
                        <a:pt x="384" y="485"/>
                      </a:cubicBezTo>
                      <a:close/>
                      <a:moveTo>
                        <a:pt x="427" y="424"/>
                      </a:moveTo>
                      <a:cubicBezTo>
                        <a:pt x="427" y="424"/>
                        <a:pt x="427" y="423"/>
                        <a:pt x="427" y="423"/>
                      </a:cubicBezTo>
                      <a:cubicBezTo>
                        <a:pt x="427" y="422"/>
                        <a:pt x="427" y="422"/>
                        <a:pt x="427" y="422"/>
                      </a:cubicBezTo>
                      <a:cubicBezTo>
                        <a:pt x="428" y="421"/>
                        <a:pt x="428" y="421"/>
                        <a:pt x="429" y="422"/>
                      </a:cubicBezTo>
                      <a:cubicBezTo>
                        <a:pt x="429" y="422"/>
                        <a:pt x="430" y="422"/>
                        <a:pt x="430" y="422"/>
                      </a:cubicBezTo>
                      <a:cubicBezTo>
                        <a:pt x="431" y="422"/>
                        <a:pt x="431" y="422"/>
                        <a:pt x="431" y="422"/>
                      </a:cubicBezTo>
                      <a:cubicBezTo>
                        <a:pt x="432" y="423"/>
                        <a:pt x="432" y="423"/>
                        <a:pt x="431" y="424"/>
                      </a:cubicBezTo>
                      <a:cubicBezTo>
                        <a:pt x="431" y="425"/>
                        <a:pt x="430" y="425"/>
                        <a:pt x="430" y="427"/>
                      </a:cubicBezTo>
                      <a:cubicBezTo>
                        <a:pt x="430" y="427"/>
                        <a:pt x="429" y="427"/>
                        <a:pt x="429" y="427"/>
                      </a:cubicBezTo>
                      <a:cubicBezTo>
                        <a:pt x="427" y="427"/>
                        <a:pt x="427" y="426"/>
                        <a:pt x="427" y="424"/>
                      </a:cubicBezTo>
                      <a:close/>
                      <a:moveTo>
                        <a:pt x="512" y="551"/>
                      </a:moveTo>
                      <a:cubicBezTo>
                        <a:pt x="513" y="552"/>
                        <a:pt x="511" y="552"/>
                        <a:pt x="511" y="553"/>
                      </a:cubicBezTo>
                      <a:cubicBezTo>
                        <a:pt x="511" y="554"/>
                        <a:pt x="511" y="554"/>
                        <a:pt x="510" y="553"/>
                      </a:cubicBezTo>
                      <a:cubicBezTo>
                        <a:pt x="509" y="552"/>
                        <a:pt x="509" y="551"/>
                        <a:pt x="507" y="550"/>
                      </a:cubicBezTo>
                      <a:cubicBezTo>
                        <a:pt x="507" y="550"/>
                        <a:pt x="507" y="549"/>
                        <a:pt x="507" y="549"/>
                      </a:cubicBezTo>
                      <a:cubicBezTo>
                        <a:pt x="508" y="548"/>
                        <a:pt x="511" y="549"/>
                        <a:pt x="512" y="549"/>
                      </a:cubicBezTo>
                      <a:cubicBezTo>
                        <a:pt x="512" y="550"/>
                        <a:pt x="512" y="550"/>
                        <a:pt x="512" y="551"/>
                      </a:cubicBezTo>
                      <a:close/>
                      <a:moveTo>
                        <a:pt x="443" y="437"/>
                      </a:moveTo>
                      <a:cubicBezTo>
                        <a:pt x="443" y="438"/>
                        <a:pt x="444" y="438"/>
                        <a:pt x="444" y="439"/>
                      </a:cubicBezTo>
                      <a:cubicBezTo>
                        <a:pt x="444" y="440"/>
                        <a:pt x="444" y="441"/>
                        <a:pt x="444" y="442"/>
                      </a:cubicBezTo>
                      <a:cubicBezTo>
                        <a:pt x="444" y="442"/>
                        <a:pt x="443" y="442"/>
                        <a:pt x="443" y="442"/>
                      </a:cubicBezTo>
                      <a:cubicBezTo>
                        <a:pt x="442" y="441"/>
                        <a:pt x="442" y="441"/>
                        <a:pt x="441" y="440"/>
                      </a:cubicBezTo>
                      <a:cubicBezTo>
                        <a:pt x="440" y="439"/>
                        <a:pt x="440" y="436"/>
                        <a:pt x="441" y="435"/>
                      </a:cubicBezTo>
                      <a:cubicBezTo>
                        <a:pt x="441" y="435"/>
                        <a:pt x="441" y="435"/>
                        <a:pt x="441" y="435"/>
                      </a:cubicBezTo>
                      <a:cubicBezTo>
                        <a:pt x="442" y="436"/>
                        <a:pt x="443" y="436"/>
                        <a:pt x="443" y="437"/>
                      </a:cubicBezTo>
                      <a:close/>
                      <a:moveTo>
                        <a:pt x="376" y="483"/>
                      </a:moveTo>
                      <a:cubicBezTo>
                        <a:pt x="377" y="485"/>
                        <a:pt x="378" y="486"/>
                        <a:pt x="378" y="488"/>
                      </a:cubicBezTo>
                      <a:cubicBezTo>
                        <a:pt x="378" y="488"/>
                        <a:pt x="378" y="489"/>
                        <a:pt x="378" y="489"/>
                      </a:cubicBezTo>
                      <a:cubicBezTo>
                        <a:pt x="378" y="490"/>
                        <a:pt x="377" y="490"/>
                        <a:pt x="377" y="490"/>
                      </a:cubicBezTo>
                      <a:cubicBezTo>
                        <a:pt x="377" y="490"/>
                        <a:pt x="377" y="489"/>
                        <a:pt x="377" y="489"/>
                      </a:cubicBezTo>
                      <a:cubicBezTo>
                        <a:pt x="377" y="489"/>
                        <a:pt x="377" y="488"/>
                        <a:pt x="376" y="488"/>
                      </a:cubicBezTo>
                      <a:cubicBezTo>
                        <a:pt x="374" y="487"/>
                        <a:pt x="375" y="485"/>
                        <a:pt x="375" y="483"/>
                      </a:cubicBezTo>
                      <a:cubicBezTo>
                        <a:pt x="374" y="483"/>
                        <a:pt x="374" y="482"/>
                        <a:pt x="375" y="482"/>
                      </a:cubicBezTo>
                      <a:cubicBezTo>
                        <a:pt x="375" y="483"/>
                        <a:pt x="376" y="483"/>
                        <a:pt x="376" y="483"/>
                      </a:cubicBezTo>
                      <a:close/>
                      <a:moveTo>
                        <a:pt x="432" y="523"/>
                      </a:moveTo>
                      <a:cubicBezTo>
                        <a:pt x="432" y="523"/>
                        <a:pt x="432" y="524"/>
                        <a:pt x="431" y="524"/>
                      </a:cubicBezTo>
                      <a:cubicBezTo>
                        <a:pt x="430" y="524"/>
                        <a:pt x="429" y="524"/>
                        <a:pt x="429" y="523"/>
                      </a:cubicBezTo>
                      <a:cubicBezTo>
                        <a:pt x="428" y="522"/>
                        <a:pt x="428" y="522"/>
                        <a:pt x="427" y="521"/>
                      </a:cubicBezTo>
                      <a:cubicBezTo>
                        <a:pt x="426" y="521"/>
                        <a:pt x="426" y="520"/>
                        <a:pt x="427" y="520"/>
                      </a:cubicBezTo>
                      <a:cubicBezTo>
                        <a:pt x="427" y="519"/>
                        <a:pt x="427" y="519"/>
                        <a:pt x="428" y="519"/>
                      </a:cubicBezTo>
                      <a:cubicBezTo>
                        <a:pt x="430" y="519"/>
                        <a:pt x="432" y="521"/>
                        <a:pt x="432" y="523"/>
                      </a:cubicBezTo>
                      <a:close/>
                      <a:moveTo>
                        <a:pt x="475" y="535"/>
                      </a:moveTo>
                      <a:cubicBezTo>
                        <a:pt x="475" y="536"/>
                        <a:pt x="475" y="536"/>
                        <a:pt x="474" y="536"/>
                      </a:cubicBezTo>
                      <a:cubicBezTo>
                        <a:pt x="472" y="537"/>
                        <a:pt x="471" y="536"/>
                        <a:pt x="471" y="534"/>
                      </a:cubicBezTo>
                      <a:cubicBezTo>
                        <a:pt x="471" y="533"/>
                        <a:pt x="470" y="533"/>
                        <a:pt x="470" y="532"/>
                      </a:cubicBezTo>
                      <a:cubicBezTo>
                        <a:pt x="469" y="532"/>
                        <a:pt x="469" y="532"/>
                        <a:pt x="468" y="531"/>
                      </a:cubicBezTo>
                      <a:cubicBezTo>
                        <a:pt x="469" y="531"/>
                        <a:pt x="470" y="531"/>
                        <a:pt x="470" y="532"/>
                      </a:cubicBezTo>
                      <a:cubicBezTo>
                        <a:pt x="471" y="532"/>
                        <a:pt x="471" y="532"/>
                        <a:pt x="472" y="532"/>
                      </a:cubicBezTo>
                      <a:cubicBezTo>
                        <a:pt x="473" y="533"/>
                        <a:pt x="474" y="534"/>
                        <a:pt x="475" y="535"/>
                      </a:cubicBezTo>
                      <a:close/>
                      <a:moveTo>
                        <a:pt x="422" y="416"/>
                      </a:moveTo>
                      <a:cubicBezTo>
                        <a:pt x="422" y="416"/>
                        <a:pt x="423" y="417"/>
                        <a:pt x="423" y="417"/>
                      </a:cubicBezTo>
                      <a:cubicBezTo>
                        <a:pt x="423" y="418"/>
                        <a:pt x="423" y="418"/>
                        <a:pt x="422" y="418"/>
                      </a:cubicBezTo>
                      <a:cubicBezTo>
                        <a:pt x="421" y="419"/>
                        <a:pt x="419" y="420"/>
                        <a:pt x="417" y="421"/>
                      </a:cubicBezTo>
                      <a:cubicBezTo>
                        <a:pt x="417" y="421"/>
                        <a:pt x="417" y="420"/>
                        <a:pt x="417" y="420"/>
                      </a:cubicBezTo>
                      <a:cubicBezTo>
                        <a:pt x="418" y="419"/>
                        <a:pt x="419" y="417"/>
                        <a:pt x="421" y="417"/>
                      </a:cubicBezTo>
                      <a:cubicBezTo>
                        <a:pt x="421" y="417"/>
                        <a:pt x="421" y="417"/>
                        <a:pt x="421" y="417"/>
                      </a:cubicBezTo>
                      <a:cubicBezTo>
                        <a:pt x="421" y="416"/>
                        <a:pt x="421" y="415"/>
                        <a:pt x="422" y="416"/>
                      </a:cubicBezTo>
                      <a:close/>
                      <a:moveTo>
                        <a:pt x="360" y="409"/>
                      </a:moveTo>
                      <a:cubicBezTo>
                        <a:pt x="360" y="409"/>
                        <a:pt x="360" y="408"/>
                        <a:pt x="360" y="408"/>
                      </a:cubicBezTo>
                      <a:cubicBezTo>
                        <a:pt x="361" y="408"/>
                        <a:pt x="361" y="407"/>
                        <a:pt x="362" y="408"/>
                      </a:cubicBezTo>
                      <a:cubicBezTo>
                        <a:pt x="362" y="409"/>
                        <a:pt x="363" y="409"/>
                        <a:pt x="364" y="409"/>
                      </a:cubicBezTo>
                      <a:cubicBezTo>
                        <a:pt x="364" y="408"/>
                        <a:pt x="365" y="408"/>
                        <a:pt x="365" y="409"/>
                      </a:cubicBezTo>
                      <a:cubicBezTo>
                        <a:pt x="366" y="410"/>
                        <a:pt x="366" y="411"/>
                        <a:pt x="363" y="411"/>
                      </a:cubicBezTo>
                      <a:cubicBezTo>
                        <a:pt x="363" y="411"/>
                        <a:pt x="362" y="411"/>
                        <a:pt x="361" y="410"/>
                      </a:cubicBezTo>
                      <a:cubicBezTo>
                        <a:pt x="360" y="410"/>
                        <a:pt x="360" y="409"/>
                        <a:pt x="360" y="409"/>
                      </a:cubicBezTo>
                      <a:close/>
                      <a:moveTo>
                        <a:pt x="500" y="445"/>
                      </a:moveTo>
                      <a:cubicBezTo>
                        <a:pt x="500" y="445"/>
                        <a:pt x="500" y="445"/>
                        <a:pt x="500" y="445"/>
                      </a:cubicBezTo>
                      <a:cubicBezTo>
                        <a:pt x="500" y="445"/>
                        <a:pt x="500" y="445"/>
                        <a:pt x="500" y="445"/>
                      </a:cubicBezTo>
                      <a:close/>
                      <a:moveTo>
                        <a:pt x="514" y="537"/>
                      </a:moveTo>
                      <a:cubicBezTo>
                        <a:pt x="514" y="538"/>
                        <a:pt x="514" y="539"/>
                        <a:pt x="512" y="539"/>
                      </a:cubicBezTo>
                      <a:cubicBezTo>
                        <a:pt x="512" y="539"/>
                        <a:pt x="511" y="539"/>
                        <a:pt x="511" y="538"/>
                      </a:cubicBezTo>
                      <a:cubicBezTo>
                        <a:pt x="511" y="537"/>
                        <a:pt x="512" y="536"/>
                        <a:pt x="513" y="536"/>
                      </a:cubicBezTo>
                      <a:cubicBezTo>
                        <a:pt x="513" y="536"/>
                        <a:pt x="514" y="536"/>
                        <a:pt x="514" y="537"/>
                      </a:cubicBezTo>
                      <a:close/>
                      <a:moveTo>
                        <a:pt x="490" y="416"/>
                      </a:moveTo>
                      <a:cubicBezTo>
                        <a:pt x="491" y="417"/>
                        <a:pt x="491" y="417"/>
                        <a:pt x="491" y="418"/>
                      </a:cubicBezTo>
                      <a:cubicBezTo>
                        <a:pt x="490" y="418"/>
                        <a:pt x="491" y="420"/>
                        <a:pt x="490" y="420"/>
                      </a:cubicBezTo>
                      <a:cubicBezTo>
                        <a:pt x="489" y="420"/>
                        <a:pt x="488" y="419"/>
                        <a:pt x="488" y="418"/>
                      </a:cubicBezTo>
                      <a:cubicBezTo>
                        <a:pt x="488" y="418"/>
                        <a:pt x="490" y="416"/>
                        <a:pt x="490" y="416"/>
                      </a:cubicBezTo>
                      <a:close/>
                      <a:moveTo>
                        <a:pt x="417" y="443"/>
                      </a:moveTo>
                      <a:cubicBezTo>
                        <a:pt x="417" y="444"/>
                        <a:pt x="416" y="445"/>
                        <a:pt x="415" y="445"/>
                      </a:cubicBezTo>
                      <a:cubicBezTo>
                        <a:pt x="414" y="445"/>
                        <a:pt x="415" y="444"/>
                        <a:pt x="415" y="443"/>
                      </a:cubicBezTo>
                      <a:cubicBezTo>
                        <a:pt x="415" y="443"/>
                        <a:pt x="414" y="442"/>
                        <a:pt x="416" y="442"/>
                      </a:cubicBezTo>
                      <a:cubicBezTo>
                        <a:pt x="417" y="442"/>
                        <a:pt x="417" y="443"/>
                        <a:pt x="417" y="443"/>
                      </a:cubicBezTo>
                      <a:close/>
                      <a:moveTo>
                        <a:pt x="456" y="378"/>
                      </a:moveTo>
                      <a:cubicBezTo>
                        <a:pt x="456" y="377"/>
                        <a:pt x="456" y="377"/>
                        <a:pt x="457" y="377"/>
                      </a:cubicBezTo>
                      <a:cubicBezTo>
                        <a:pt x="458" y="376"/>
                        <a:pt x="458" y="377"/>
                        <a:pt x="458" y="378"/>
                      </a:cubicBezTo>
                      <a:cubicBezTo>
                        <a:pt x="458" y="378"/>
                        <a:pt x="458" y="379"/>
                        <a:pt x="457" y="379"/>
                      </a:cubicBezTo>
                      <a:cubicBezTo>
                        <a:pt x="457" y="379"/>
                        <a:pt x="456" y="379"/>
                        <a:pt x="456" y="378"/>
                      </a:cubicBezTo>
                      <a:close/>
                      <a:moveTo>
                        <a:pt x="525" y="465"/>
                      </a:moveTo>
                      <a:cubicBezTo>
                        <a:pt x="525" y="464"/>
                        <a:pt x="526" y="463"/>
                        <a:pt x="526" y="462"/>
                      </a:cubicBezTo>
                      <a:cubicBezTo>
                        <a:pt x="526" y="462"/>
                        <a:pt x="526" y="462"/>
                        <a:pt x="527" y="462"/>
                      </a:cubicBezTo>
                      <a:cubicBezTo>
                        <a:pt x="527" y="462"/>
                        <a:pt x="528" y="463"/>
                        <a:pt x="527" y="463"/>
                      </a:cubicBezTo>
                      <a:cubicBezTo>
                        <a:pt x="527" y="464"/>
                        <a:pt x="526" y="465"/>
                        <a:pt x="525" y="465"/>
                      </a:cubicBezTo>
                      <a:cubicBezTo>
                        <a:pt x="525" y="465"/>
                        <a:pt x="525" y="465"/>
                        <a:pt x="525" y="465"/>
                      </a:cubicBezTo>
                      <a:close/>
                      <a:moveTo>
                        <a:pt x="448" y="443"/>
                      </a:moveTo>
                      <a:cubicBezTo>
                        <a:pt x="447" y="442"/>
                        <a:pt x="447" y="441"/>
                        <a:pt x="447" y="439"/>
                      </a:cubicBezTo>
                      <a:cubicBezTo>
                        <a:pt x="448" y="441"/>
                        <a:pt x="449" y="441"/>
                        <a:pt x="449" y="443"/>
                      </a:cubicBezTo>
                      <a:cubicBezTo>
                        <a:pt x="448" y="443"/>
                        <a:pt x="448" y="443"/>
                        <a:pt x="448" y="443"/>
                      </a:cubicBezTo>
                      <a:close/>
                      <a:moveTo>
                        <a:pt x="509" y="545"/>
                      </a:moveTo>
                      <a:cubicBezTo>
                        <a:pt x="510" y="546"/>
                        <a:pt x="510" y="547"/>
                        <a:pt x="511" y="547"/>
                      </a:cubicBezTo>
                      <a:cubicBezTo>
                        <a:pt x="511" y="547"/>
                        <a:pt x="511" y="547"/>
                        <a:pt x="511" y="548"/>
                      </a:cubicBezTo>
                      <a:cubicBezTo>
                        <a:pt x="511" y="548"/>
                        <a:pt x="510" y="548"/>
                        <a:pt x="510" y="548"/>
                      </a:cubicBezTo>
                      <a:cubicBezTo>
                        <a:pt x="509" y="547"/>
                        <a:pt x="508" y="547"/>
                        <a:pt x="509" y="545"/>
                      </a:cubicBezTo>
                      <a:close/>
                      <a:moveTo>
                        <a:pt x="426" y="515"/>
                      </a:moveTo>
                      <a:cubicBezTo>
                        <a:pt x="426" y="515"/>
                        <a:pt x="425" y="515"/>
                        <a:pt x="424" y="515"/>
                      </a:cubicBezTo>
                      <a:cubicBezTo>
                        <a:pt x="424" y="516"/>
                        <a:pt x="423" y="515"/>
                        <a:pt x="423" y="515"/>
                      </a:cubicBezTo>
                      <a:cubicBezTo>
                        <a:pt x="423" y="514"/>
                        <a:pt x="424" y="514"/>
                        <a:pt x="424" y="514"/>
                      </a:cubicBezTo>
                      <a:cubicBezTo>
                        <a:pt x="425" y="514"/>
                        <a:pt x="426" y="515"/>
                        <a:pt x="426" y="515"/>
                      </a:cubicBezTo>
                      <a:close/>
                      <a:moveTo>
                        <a:pt x="418" y="438"/>
                      </a:moveTo>
                      <a:cubicBezTo>
                        <a:pt x="418" y="438"/>
                        <a:pt x="418" y="438"/>
                        <a:pt x="418" y="438"/>
                      </a:cubicBezTo>
                      <a:cubicBezTo>
                        <a:pt x="418" y="438"/>
                        <a:pt x="418" y="438"/>
                        <a:pt x="418" y="438"/>
                      </a:cubicBezTo>
                      <a:cubicBezTo>
                        <a:pt x="418" y="438"/>
                        <a:pt x="418" y="438"/>
                        <a:pt x="418" y="438"/>
                      </a:cubicBezTo>
                      <a:cubicBezTo>
                        <a:pt x="418" y="438"/>
                        <a:pt x="418" y="438"/>
                        <a:pt x="418" y="438"/>
                      </a:cubicBezTo>
                      <a:close/>
                      <a:moveTo>
                        <a:pt x="418" y="438"/>
                      </a:moveTo>
                      <a:cubicBezTo>
                        <a:pt x="418" y="437"/>
                        <a:pt x="417" y="437"/>
                        <a:pt x="417" y="437"/>
                      </a:cubicBezTo>
                      <a:cubicBezTo>
                        <a:pt x="417" y="436"/>
                        <a:pt x="417" y="436"/>
                        <a:pt x="417" y="436"/>
                      </a:cubicBezTo>
                      <a:cubicBezTo>
                        <a:pt x="417" y="436"/>
                        <a:pt x="417" y="436"/>
                        <a:pt x="418" y="436"/>
                      </a:cubicBezTo>
                      <a:cubicBezTo>
                        <a:pt x="418" y="436"/>
                        <a:pt x="418" y="436"/>
                        <a:pt x="418" y="436"/>
                      </a:cubicBezTo>
                      <a:cubicBezTo>
                        <a:pt x="419" y="436"/>
                        <a:pt x="419" y="437"/>
                        <a:pt x="419" y="437"/>
                      </a:cubicBezTo>
                      <a:cubicBezTo>
                        <a:pt x="419" y="438"/>
                        <a:pt x="418" y="438"/>
                        <a:pt x="418" y="438"/>
                      </a:cubicBezTo>
                      <a:close/>
                      <a:moveTo>
                        <a:pt x="492" y="486"/>
                      </a:moveTo>
                      <a:cubicBezTo>
                        <a:pt x="493" y="487"/>
                        <a:pt x="493" y="488"/>
                        <a:pt x="494" y="486"/>
                      </a:cubicBezTo>
                      <a:cubicBezTo>
                        <a:pt x="494" y="486"/>
                        <a:pt x="494" y="486"/>
                        <a:pt x="494" y="486"/>
                      </a:cubicBezTo>
                      <a:cubicBezTo>
                        <a:pt x="494" y="486"/>
                        <a:pt x="494" y="486"/>
                        <a:pt x="494" y="486"/>
                      </a:cubicBezTo>
                      <a:cubicBezTo>
                        <a:pt x="494" y="487"/>
                        <a:pt x="493" y="488"/>
                        <a:pt x="492" y="488"/>
                      </a:cubicBezTo>
                      <a:cubicBezTo>
                        <a:pt x="491" y="487"/>
                        <a:pt x="492" y="487"/>
                        <a:pt x="492" y="486"/>
                      </a:cubicBezTo>
                      <a:close/>
                      <a:moveTo>
                        <a:pt x="500" y="445"/>
                      </a:moveTo>
                      <a:cubicBezTo>
                        <a:pt x="500" y="445"/>
                        <a:pt x="500" y="445"/>
                        <a:pt x="500" y="445"/>
                      </a:cubicBezTo>
                      <a:cubicBezTo>
                        <a:pt x="500" y="445"/>
                        <a:pt x="500" y="445"/>
                        <a:pt x="500" y="445"/>
                      </a:cubicBezTo>
                      <a:close/>
                      <a:moveTo>
                        <a:pt x="500" y="445"/>
                      </a:moveTo>
                      <a:cubicBezTo>
                        <a:pt x="500" y="445"/>
                        <a:pt x="499" y="445"/>
                        <a:pt x="499" y="445"/>
                      </a:cubicBezTo>
                      <a:cubicBezTo>
                        <a:pt x="500" y="444"/>
                        <a:pt x="500" y="444"/>
                        <a:pt x="502" y="444"/>
                      </a:cubicBezTo>
                      <a:cubicBezTo>
                        <a:pt x="501" y="444"/>
                        <a:pt x="502" y="446"/>
                        <a:pt x="500" y="445"/>
                      </a:cubicBezTo>
                      <a:close/>
                      <a:moveTo>
                        <a:pt x="417" y="440"/>
                      </a:moveTo>
                      <a:cubicBezTo>
                        <a:pt x="417" y="440"/>
                        <a:pt x="417" y="440"/>
                        <a:pt x="416" y="439"/>
                      </a:cubicBezTo>
                      <a:cubicBezTo>
                        <a:pt x="416" y="439"/>
                        <a:pt x="417" y="439"/>
                        <a:pt x="417" y="438"/>
                      </a:cubicBezTo>
                      <a:cubicBezTo>
                        <a:pt x="417" y="438"/>
                        <a:pt x="418" y="438"/>
                        <a:pt x="418" y="438"/>
                      </a:cubicBezTo>
                      <a:cubicBezTo>
                        <a:pt x="418" y="438"/>
                        <a:pt x="418" y="438"/>
                        <a:pt x="418" y="439"/>
                      </a:cubicBezTo>
                      <a:cubicBezTo>
                        <a:pt x="418" y="439"/>
                        <a:pt x="418" y="440"/>
                        <a:pt x="417" y="440"/>
                      </a:cubicBezTo>
                      <a:close/>
                      <a:moveTo>
                        <a:pt x="416" y="360"/>
                      </a:moveTo>
                      <a:cubicBezTo>
                        <a:pt x="416" y="360"/>
                        <a:pt x="417" y="360"/>
                        <a:pt x="417" y="361"/>
                      </a:cubicBezTo>
                      <a:cubicBezTo>
                        <a:pt x="417" y="361"/>
                        <a:pt x="416" y="361"/>
                        <a:pt x="416" y="361"/>
                      </a:cubicBezTo>
                      <a:cubicBezTo>
                        <a:pt x="415" y="362"/>
                        <a:pt x="415" y="361"/>
                        <a:pt x="415" y="360"/>
                      </a:cubicBezTo>
                      <a:cubicBezTo>
                        <a:pt x="415" y="360"/>
                        <a:pt x="415" y="359"/>
                        <a:pt x="416" y="360"/>
                      </a:cubicBezTo>
                      <a:close/>
                      <a:moveTo>
                        <a:pt x="360" y="403"/>
                      </a:moveTo>
                      <a:cubicBezTo>
                        <a:pt x="361" y="403"/>
                        <a:pt x="362" y="403"/>
                        <a:pt x="362" y="404"/>
                      </a:cubicBezTo>
                      <a:cubicBezTo>
                        <a:pt x="362" y="404"/>
                        <a:pt x="362" y="405"/>
                        <a:pt x="362" y="405"/>
                      </a:cubicBezTo>
                      <a:cubicBezTo>
                        <a:pt x="360" y="405"/>
                        <a:pt x="360" y="404"/>
                        <a:pt x="360" y="403"/>
                      </a:cubicBezTo>
                      <a:close/>
                      <a:moveTo>
                        <a:pt x="360" y="403"/>
                      </a:moveTo>
                      <a:cubicBezTo>
                        <a:pt x="360" y="403"/>
                        <a:pt x="360" y="403"/>
                        <a:pt x="360" y="403"/>
                      </a:cubicBezTo>
                      <a:cubicBezTo>
                        <a:pt x="360" y="403"/>
                        <a:pt x="360" y="403"/>
                        <a:pt x="360" y="403"/>
                      </a:cubicBezTo>
                      <a:cubicBezTo>
                        <a:pt x="360" y="403"/>
                        <a:pt x="360" y="403"/>
                        <a:pt x="360" y="403"/>
                      </a:cubicBezTo>
                      <a:cubicBezTo>
                        <a:pt x="360" y="403"/>
                        <a:pt x="360" y="403"/>
                        <a:pt x="360" y="403"/>
                      </a:cubicBezTo>
                      <a:close/>
                      <a:moveTo>
                        <a:pt x="446" y="438"/>
                      </a:moveTo>
                      <a:cubicBezTo>
                        <a:pt x="445" y="438"/>
                        <a:pt x="444" y="438"/>
                        <a:pt x="444" y="437"/>
                      </a:cubicBezTo>
                      <a:cubicBezTo>
                        <a:pt x="443" y="437"/>
                        <a:pt x="444" y="436"/>
                        <a:pt x="444" y="436"/>
                      </a:cubicBezTo>
                      <a:cubicBezTo>
                        <a:pt x="445" y="436"/>
                        <a:pt x="445" y="437"/>
                        <a:pt x="446" y="438"/>
                      </a:cubicBezTo>
                      <a:close/>
                      <a:moveTo>
                        <a:pt x="529" y="488"/>
                      </a:moveTo>
                      <a:cubicBezTo>
                        <a:pt x="529" y="489"/>
                        <a:pt x="529" y="489"/>
                        <a:pt x="528" y="489"/>
                      </a:cubicBezTo>
                      <a:cubicBezTo>
                        <a:pt x="528" y="489"/>
                        <a:pt x="527" y="488"/>
                        <a:pt x="527" y="488"/>
                      </a:cubicBezTo>
                      <a:cubicBezTo>
                        <a:pt x="527" y="487"/>
                        <a:pt x="527" y="487"/>
                        <a:pt x="528" y="487"/>
                      </a:cubicBezTo>
                      <a:cubicBezTo>
                        <a:pt x="528" y="487"/>
                        <a:pt x="529" y="487"/>
                        <a:pt x="529" y="488"/>
                      </a:cubicBezTo>
                      <a:close/>
                      <a:moveTo>
                        <a:pt x="390" y="415"/>
                      </a:moveTo>
                      <a:cubicBezTo>
                        <a:pt x="390" y="415"/>
                        <a:pt x="390" y="414"/>
                        <a:pt x="390" y="414"/>
                      </a:cubicBezTo>
                      <a:cubicBezTo>
                        <a:pt x="391" y="414"/>
                        <a:pt x="392" y="415"/>
                        <a:pt x="392" y="415"/>
                      </a:cubicBezTo>
                      <a:cubicBezTo>
                        <a:pt x="392" y="416"/>
                        <a:pt x="392" y="416"/>
                        <a:pt x="392" y="416"/>
                      </a:cubicBezTo>
                      <a:cubicBezTo>
                        <a:pt x="391" y="416"/>
                        <a:pt x="391" y="415"/>
                        <a:pt x="390" y="415"/>
                      </a:cubicBezTo>
                      <a:close/>
                      <a:moveTo>
                        <a:pt x="519" y="460"/>
                      </a:moveTo>
                      <a:cubicBezTo>
                        <a:pt x="520" y="460"/>
                        <a:pt x="521" y="460"/>
                        <a:pt x="521" y="461"/>
                      </a:cubicBezTo>
                      <a:cubicBezTo>
                        <a:pt x="521" y="461"/>
                        <a:pt x="520" y="461"/>
                        <a:pt x="520" y="461"/>
                      </a:cubicBezTo>
                      <a:cubicBezTo>
                        <a:pt x="519" y="461"/>
                        <a:pt x="519" y="461"/>
                        <a:pt x="518" y="460"/>
                      </a:cubicBezTo>
                      <a:cubicBezTo>
                        <a:pt x="518" y="460"/>
                        <a:pt x="519" y="459"/>
                        <a:pt x="519" y="460"/>
                      </a:cubicBezTo>
                      <a:close/>
                      <a:moveTo>
                        <a:pt x="453" y="378"/>
                      </a:moveTo>
                      <a:cubicBezTo>
                        <a:pt x="453" y="378"/>
                        <a:pt x="453" y="378"/>
                        <a:pt x="453" y="377"/>
                      </a:cubicBezTo>
                      <a:cubicBezTo>
                        <a:pt x="454" y="377"/>
                        <a:pt x="454" y="376"/>
                        <a:pt x="455" y="376"/>
                      </a:cubicBezTo>
                      <a:cubicBezTo>
                        <a:pt x="455" y="376"/>
                        <a:pt x="455" y="376"/>
                        <a:pt x="455" y="376"/>
                      </a:cubicBezTo>
                      <a:cubicBezTo>
                        <a:pt x="454" y="377"/>
                        <a:pt x="455" y="378"/>
                        <a:pt x="454" y="378"/>
                      </a:cubicBezTo>
                      <a:cubicBezTo>
                        <a:pt x="454" y="378"/>
                        <a:pt x="454" y="378"/>
                        <a:pt x="454" y="378"/>
                      </a:cubicBezTo>
                      <a:cubicBezTo>
                        <a:pt x="453" y="378"/>
                        <a:pt x="453" y="378"/>
                        <a:pt x="453" y="378"/>
                      </a:cubicBezTo>
                      <a:close/>
                      <a:moveTo>
                        <a:pt x="487" y="434"/>
                      </a:moveTo>
                      <a:cubicBezTo>
                        <a:pt x="489" y="433"/>
                        <a:pt x="490" y="435"/>
                        <a:pt x="491" y="435"/>
                      </a:cubicBezTo>
                      <a:cubicBezTo>
                        <a:pt x="490" y="435"/>
                        <a:pt x="489" y="434"/>
                        <a:pt x="487" y="434"/>
                      </a:cubicBezTo>
                      <a:close/>
                      <a:moveTo>
                        <a:pt x="413" y="360"/>
                      </a:moveTo>
                      <a:cubicBezTo>
                        <a:pt x="413" y="361"/>
                        <a:pt x="413" y="361"/>
                        <a:pt x="412" y="361"/>
                      </a:cubicBezTo>
                      <a:cubicBezTo>
                        <a:pt x="412" y="361"/>
                        <a:pt x="412" y="361"/>
                        <a:pt x="411" y="360"/>
                      </a:cubicBezTo>
                      <a:cubicBezTo>
                        <a:pt x="411" y="360"/>
                        <a:pt x="411" y="359"/>
                        <a:pt x="412" y="359"/>
                      </a:cubicBezTo>
                      <a:cubicBezTo>
                        <a:pt x="412" y="360"/>
                        <a:pt x="413" y="360"/>
                        <a:pt x="413" y="360"/>
                      </a:cubicBezTo>
                      <a:close/>
                      <a:moveTo>
                        <a:pt x="370" y="364"/>
                      </a:moveTo>
                      <a:cubicBezTo>
                        <a:pt x="370" y="364"/>
                        <a:pt x="370" y="364"/>
                        <a:pt x="369" y="364"/>
                      </a:cubicBezTo>
                      <a:cubicBezTo>
                        <a:pt x="369" y="364"/>
                        <a:pt x="368" y="364"/>
                        <a:pt x="368" y="363"/>
                      </a:cubicBezTo>
                      <a:cubicBezTo>
                        <a:pt x="368" y="363"/>
                        <a:pt x="369" y="363"/>
                        <a:pt x="369" y="363"/>
                      </a:cubicBezTo>
                      <a:cubicBezTo>
                        <a:pt x="369" y="363"/>
                        <a:pt x="370" y="363"/>
                        <a:pt x="370" y="364"/>
                      </a:cubicBezTo>
                      <a:close/>
                      <a:moveTo>
                        <a:pt x="493" y="419"/>
                      </a:moveTo>
                      <a:cubicBezTo>
                        <a:pt x="494" y="419"/>
                        <a:pt x="494" y="419"/>
                        <a:pt x="494" y="419"/>
                      </a:cubicBezTo>
                      <a:cubicBezTo>
                        <a:pt x="493" y="419"/>
                        <a:pt x="493" y="420"/>
                        <a:pt x="492" y="420"/>
                      </a:cubicBezTo>
                      <a:cubicBezTo>
                        <a:pt x="492" y="420"/>
                        <a:pt x="492" y="420"/>
                        <a:pt x="492" y="420"/>
                      </a:cubicBezTo>
                      <a:cubicBezTo>
                        <a:pt x="492" y="419"/>
                        <a:pt x="493" y="419"/>
                        <a:pt x="493" y="419"/>
                      </a:cubicBezTo>
                      <a:close/>
                      <a:moveTo>
                        <a:pt x="524" y="466"/>
                      </a:moveTo>
                      <a:cubicBezTo>
                        <a:pt x="524" y="466"/>
                        <a:pt x="524" y="466"/>
                        <a:pt x="524" y="466"/>
                      </a:cubicBezTo>
                      <a:cubicBezTo>
                        <a:pt x="524" y="466"/>
                        <a:pt x="524" y="466"/>
                        <a:pt x="524" y="466"/>
                      </a:cubicBezTo>
                      <a:cubicBezTo>
                        <a:pt x="524" y="466"/>
                        <a:pt x="524" y="466"/>
                        <a:pt x="524" y="466"/>
                      </a:cubicBezTo>
                      <a:cubicBezTo>
                        <a:pt x="524" y="466"/>
                        <a:pt x="524" y="466"/>
                        <a:pt x="524" y="466"/>
                      </a:cubicBezTo>
                      <a:cubicBezTo>
                        <a:pt x="524" y="466"/>
                        <a:pt x="524" y="466"/>
                        <a:pt x="524" y="466"/>
                      </a:cubicBezTo>
                      <a:cubicBezTo>
                        <a:pt x="524" y="466"/>
                        <a:pt x="524" y="466"/>
                        <a:pt x="524" y="466"/>
                      </a:cubicBezTo>
                      <a:close/>
                      <a:moveTo>
                        <a:pt x="524" y="466"/>
                      </a:moveTo>
                      <a:cubicBezTo>
                        <a:pt x="524" y="466"/>
                        <a:pt x="524" y="466"/>
                        <a:pt x="524" y="466"/>
                      </a:cubicBezTo>
                      <a:cubicBezTo>
                        <a:pt x="523" y="466"/>
                        <a:pt x="523" y="467"/>
                        <a:pt x="523" y="466"/>
                      </a:cubicBezTo>
                      <a:cubicBezTo>
                        <a:pt x="523" y="465"/>
                        <a:pt x="522" y="465"/>
                        <a:pt x="523" y="465"/>
                      </a:cubicBezTo>
                      <a:cubicBezTo>
                        <a:pt x="524" y="465"/>
                        <a:pt x="524" y="465"/>
                        <a:pt x="524" y="466"/>
                      </a:cubicBezTo>
                      <a:close/>
                      <a:moveTo>
                        <a:pt x="386" y="486"/>
                      </a:moveTo>
                      <a:cubicBezTo>
                        <a:pt x="385" y="486"/>
                        <a:pt x="385" y="486"/>
                        <a:pt x="385" y="485"/>
                      </a:cubicBezTo>
                      <a:cubicBezTo>
                        <a:pt x="385" y="485"/>
                        <a:pt x="386" y="485"/>
                        <a:pt x="386" y="485"/>
                      </a:cubicBezTo>
                      <a:cubicBezTo>
                        <a:pt x="387" y="485"/>
                        <a:pt x="387" y="485"/>
                        <a:pt x="387" y="485"/>
                      </a:cubicBezTo>
                      <a:cubicBezTo>
                        <a:pt x="387" y="486"/>
                        <a:pt x="386" y="486"/>
                        <a:pt x="386" y="486"/>
                      </a:cubicBezTo>
                      <a:close/>
                      <a:moveTo>
                        <a:pt x="443" y="365"/>
                      </a:moveTo>
                      <a:cubicBezTo>
                        <a:pt x="443" y="365"/>
                        <a:pt x="444" y="364"/>
                        <a:pt x="444" y="364"/>
                      </a:cubicBezTo>
                      <a:cubicBezTo>
                        <a:pt x="444" y="364"/>
                        <a:pt x="445" y="364"/>
                        <a:pt x="445" y="365"/>
                      </a:cubicBezTo>
                      <a:cubicBezTo>
                        <a:pt x="444" y="365"/>
                        <a:pt x="444" y="365"/>
                        <a:pt x="444" y="366"/>
                      </a:cubicBezTo>
                      <a:cubicBezTo>
                        <a:pt x="443" y="366"/>
                        <a:pt x="443" y="365"/>
                        <a:pt x="443" y="365"/>
                      </a:cubicBezTo>
                      <a:close/>
                      <a:moveTo>
                        <a:pt x="490" y="437"/>
                      </a:moveTo>
                      <a:cubicBezTo>
                        <a:pt x="490" y="437"/>
                        <a:pt x="491" y="436"/>
                        <a:pt x="492" y="437"/>
                      </a:cubicBezTo>
                      <a:cubicBezTo>
                        <a:pt x="492" y="437"/>
                        <a:pt x="491" y="437"/>
                        <a:pt x="491" y="437"/>
                      </a:cubicBezTo>
                      <a:cubicBezTo>
                        <a:pt x="491" y="438"/>
                        <a:pt x="490" y="437"/>
                        <a:pt x="490" y="437"/>
                      </a:cubicBezTo>
                      <a:close/>
                      <a:moveTo>
                        <a:pt x="459" y="519"/>
                      </a:moveTo>
                      <a:cubicBezTo>
                        <a:pt x="459" y="520"/>
                        <a:pt x="459" y="520"/>
                        <a:pt x="459" y="520"/>
                      </a:cubicBezTo>
                      <a:cubicBezTo>
                        <a:pt x="458" y="520"/>
                        <a:pt x="458" y="519"/>
                        <a:pt x="458" y="519"/>
                      </a:cubicBezTo>
                      <a:cubicBezTo>
                        <a:pt x="458" y="519"/>
                        <a:pt x="458" y="519"/>
                        <a:pt x="458" y="518"/>
                      </a:cubicBezTo>
                      <a:cubicBezTo>
                        <a:pt x="459" y="518"/>
                        <a:pt x="459" y="519"/>
                        <a:pt x="459" y="519"/>
                      </a:cubicBezTo>
                      <a:close/>
                      <a:moveTo>
                        <a:pt x="469" y="387"/>
                      </a:moveTo>
                      <a:cubicBezTo>
                        <a:pt x="469" y="388"/>
                        <a:pt x="469" y="389"/>
                        <a:pt x="468" y="389"/>
                      </a:cubicBezTo>
                      <a:cubicBezTo>
                        <a:pt x="468" y="388"/>
                        <a:pt x="468" y="388"/>
                        <a:pt x="469" y="387"/>
                      </a:cubicBezTo>
                      <a:close/>
                      <a:moveTo>
                        <a:pt x="498" y="496"/>
                      </a:moveTo>
                      <a:cubicBezTo>
                        <a:pt x="498" y="497"/>
                        <a:pt x="498" y="497"/>
                        <a:pt x="497" y="498"/>
                      </a:cubicBezTo>
                      <a:cubicBezTo>
                        <a:pt x="497" y="497"/>
                        <a:pt x="497" y="497"/>
                        <a:pt x="498" y="496"/>
                      </a:cubicBezTo>
                      <a:close/>
                      <a:moveTo>
                        <a:pt x="529" y="485"/>
                      </a:moveTo>
                      <a:cubicBezTo>
                        <a:pt x="529" y="485"/>
                        <a:pt x="529" y="485"/>
                        <a:pt x="529" y="485"/>
                      </a:cubicBezTo>
                      <a:cubicBezTo>
                        <a:pt x="529" y="485"/>
                        <a:pt x="528" y="485"/>
                        <a:pt x="528" y="484"/>
                      </a:cubicBezTo>
                      <a:cubicBezTo>
                        <a:pt x="528" y="484"/>
                        <a:pt x="529" y="484"/>
                        <a:pt x="529" y="484"/>
                      </a:cubicBezTo>
                      <a:cubicBezTo>
                        <a:pt x="529" y="484"/>
                        <a:pt x="529" y="484"/>
                        <a:pt x="529" y="485"/>
                      </a:cubicBezTo>
                      <a:close/>
                      <a:moveTo>
                        <a:pt x="529" y="479"/>
                      </a:moveTo>
                      <a:cubicBezTo>
                        <a:pt x="528" y="479"/>
                        <a:pt x="528" y="479"/>
                        <a:pt x="527" y="479"/>
                      </a:cubicBezTo>
                      <a:cubicBezTo>
                        <a:pt x="528" y="478"/>
                        <a:pt x="528" y="478"/>
                        <a:pt x="529" y="478"/>
                      </a:cubicBezTo>
                      <a:cubicBezTo>
                        <a:pt x="529" y="479"/>
                        <a:pt x="529" y="479"/>
                        <a:pt x="529" y="479"/>
                      </a:cubicBezTo>
                      <a:close/>
                      <a:moveTo>
                        <a:pt x="517" y="457"/>
                      </a:moveTo>
                      <a:cubicBezTo>
                        <a:pt x="517" y="456"/>
                        <a:pt x="517" y="456"/>
                        <a:pt x="517" y="455"/>
                      </a:cubicBezTo>
                      <a:cubicBezTo>
                        <a:pt x="518" y="455"/>
                        <a:pt x="518" y="456"/>
                        <a:pt x="518" y="456"/>
                      </a:cubicBezTo>
                      <a:cubicBezTo>
                        <a:pt x="518" y="456"/>
                        <a:pt x="518" y="456"/>
                        <a:pt x="518" y="456"/>
                      </a:cubicBezTo>
                      <a:cubicBezTo>
                        <a:pt x="519" y="457"/>
                        <a:pt x="518" y="457"/>
                        <a:pt x="518" y="457"/>
                      </a:cubicBezTo>
                      <a:cubicBezTo>
                        <a:pt x="517" y="457"/>
                        <a:pt x="517" y="457"/>
                        <a:pt x="517" y="457"/>
                      </a:cubicBezTo>
                      <a:close/>
                      <a:moveTo>
                        <a:pt x="455" y="512"/>
                      </a:moveTo>
                      <a:cubicBezTo>
                        <a:pt x="454" y="512"/>
                        <a:pt x="454" y="512"/>
                        <a:pt x="454" y="512"/>
                      </a:cubicBezTo>
                      <a:cubicBezTo>
                        <a:pt x="454" y="512"/>
                        <a:pt x="453" y="512"/>
                        <a:pt x="454" y="512"/>
                      </a:cubicBezTo>
                      <a:cubicBezTo>
                        <a:pt x="454" y="512"/>
                        <a:pt x="454" y="511"/>
                        <a:pt x="454" y="511"/>
                      </a:cubicBezTo>
                      <a:cubicBezTo>
                        <a:pt x="454" y="511"/>
                        <a:pt x="455" y="511"/>
                        <a:pt x="455" y="512"/>
                      </a:cubicBezTo>
                      <a:close/>
                      <a:moveTo>
                        <a:pt x="504" y="446"/>
                      </a:moveTo>
                      <a:cubicBezTo>
                        <a:pt x="504" y="447"/>
                        <a:pt x="504" y="447"/>
                        <a:pt x="504" y="447"/>
                      </a:cubicBezTo>
                      <a:cubicBezTo>
                        <a:pt x="503" y="447"/>
                        <a:pt x="503" y="447"/>
                        <a:pt x="504" y="446"/>
                      </a:cubicBezTo>
                      <a:close/>
                      <a:moveTo>
                        <a:pt x="419" y="444"/>
                      </a:moveTo>
                      <a:cubicBezTo>
                        <a:pt x="419" y="444"/>
                        <a:pt x="419" y="444"/>
                        <a:pt x="419" y="444"/>
                      </a:cubicBezTo>
                      <a:cubicBezTo>
                        <a:pt x="418" y="444"/>
                        <a:pt x="418" y="444"/>
                        <a:pt x="418" y="444"/>
                      </a:cubicBezTo>
                      <a:cubicBezTo>
                        <a:pt x="418" y="443"/>
                        <a:pt x="418" y="443"/>
                        <a:pt x="418" y="443"/>
                      </a:cubicBezTo>
                      <a:cubicBezTo>
                        <a:pt x="419" y="443"/>
                        <a:pt x="419" y="444"/>
                        <a:pt x="419" y="444"/>
                      </a:cubicBezTo>
                      <a:close/>
                      <a:moveTo>
                        <a:pt x="505" y="446"/>
                      </a:moveTo>
                      <a:cubicBezTo>
                        <a:pt x="505" y="446"/>
                        <a:pt x="505" y="445"/>
                        <a:pt x="506" y="445"/>
                      </a:cubicBezTo>
                      <a:cubicBezTo>
                        <a:pt x="506" y="445"/>
                        <a:pt x="506" y="446"/>
                        <a:pt x="506" y="446"/>
                      </a:cubicBezTo>
                      <a:cubicBezTo>
                        <a:pt x="506" y="446"/>
                        <a:pt x="506" y="446"/>
                        <a:pt x="506" y="446"/>
                      </a:cubicBezTo>
                      <a:cubicBezTo>
                        <a:pt x="506" y="446"/>
                        <a:pt x="505" y="446"/>
                        <a:pt x="505" y="446"/>
                      </a:cubicBezTo>
                      <a:close/>
                      <a:moveTo>
                        <a:pt x="422" y="414"/>
                      </a:moveTo>
                      <a:cubicBezTo>
                        <a:pt x="421" y="413"/>
                        <a:pt x="421" y="413"/>
                        <a:pt x="422" y="412"/>
                      </a:cubicBezTo>
                      <a:cubicBezTo>
                        <a:pt x="422" y="413"/>
                        <a:pt x="422" y="413"/>
                        <a:pt x="422" y="414"/>
                      </a:cubicBezTo>
                      <a:close/>
                      <a:moveTo>
                        <a:pt x="497" y="441"/>
                      </a:moveTo>
                      <a:cubicBezTo>
                        <a:pt x="497" y="441"/>
                        <a:pt x="498" y="441"/>
                        <a:pt x="498" y="442"/>
                      </a:cubicBezTo>
                      <a:cubicBezTo>
                        <a:pt x="498" y="442"/>
                        <a:pt x="498" y="442"/>
                        <a:pt x="498" y="442"/>
                      </a:cubicBezTo>
                      <a:cubicBezTo>
                        <a:pt x="497" y="442"/>
                        <a:pt x="497" y="442"/>
                        <a:pt x="497" y="441"/>
                      </a:cubicBezTo>
                      <a:close/>
                      <a:moveTo>
                        <a:pt x="497" y="441"/>
                      </a:moveTo>
                      <a:cubicBezTo>
                        <a:pt x="497" y="441"/>
                        <a:pt x="497" y="441"/>
                        <a:pt x="497" y="441"/>
                      </a:cubicBezTo>
                      <a:cubicBezTo>
                        <a:pt x="497" y="441"/>
                        <a:pt x="497" y="441"/>
                        <a:pt x="497" y="441"/>
                      </a:cubicBezTo>
                      <a:cubicBezTo>
                        <a:pt x="497" y="441"/>
                        <a:pt x="497" y="441"/>
                        <a:pt x="497" y="441"/>
                      </a:cubicBezTo>
                      <a:cubicBezTo>
                        <a:pt x="497" y="441"/>
                        <a:pt x="497" y="441"/>
                        <a:pt x="497" y="441"/>
                      </a:cubicBezTo>
                      <a:cubicBezTo>
                        <a:pt x="497" y="441"/>
                        <a:pt x="497" y="441"/>
                        <a:pt x="497" y="441"/>
                      </a:cubicBezTo>
                      <a:close/>
                      <a:moveTo>
                        <a:pt x="506" y="484"/>
                      </a:moveTo>
                      <a:cubicBezTo>
                        <a:pt x="506" y="484"/>
                        <a:pt x="507" y="485"/>
                        <a:pt x="506" y="485"/>
                      </a:cubicBezTo>
                      <a:cubicBezTo>
                        <a:pt x="506" y="485"/>
                        <a:pt x="506" y="485"/>
                        <a:pt x="506" y="485"/>
                      </a:cubicBezTo>
                      <a:cubicBezTo>
                        <a:pt x="506" y="485"/>
                        <a:pt x="506" y="485"/>
                        <a:pt x="506" y="485"/>
                      </a:cubicBezTo>
                      <a:cubicBezTo>
                        <a:pt x="506" y="485"/>
                        <a:pt x="506" y="485"/>
                        <a:pt x="506" y="484"/>
                      </a:cubicBezTo>
                      <a:close/>
                      <a:moveTo>
                        <a:pt x="497" y="493"/>
                      </a:moveTo>
                      <a:cubicBezTo>
                        <a:pt x="497" y="494"/>
                        <a:pt x="497" y="494"/>
                        <a:pt x="497" y="494"/>
                      </a:cubicBezTo>
                      <a:cubicBezTo>
                        <a:pt x="497" y="494"/>
                        <a:pt x="497" y="494"/>
                        <a:pt x="497" y="494"/>
                      </a:cubicBezTo>
                      <a:cubicBezTo>
                        <a:pt x="497" y="494"/>
                        <a:pt x="496" y="494"/>
                        <a:pt x="496" y="494"/>
                      </a:cubicBezTo>
                      <a:cubicBezTo>
                        <a:pt x="496" y="494"/>
                        <a:pt x="497" y="494"/>
                        <a:pt x="497" y="493"/>
                      </a:cubicBezTo>
                      <a:close/>
                      <a:moveTo>
                        <a:pt x="507" y="447"/>
                      </a:moveTo>
                      <a:cubicBezTo>
                        <a:pt x="506" y="447"/>
                        <a:pt x="507" y="447"/>
                        <a:pt x="507" y="447"/>
                      </a:cubicBezTo>
                      <a:cubicBezTo>
                        <a:pt x="507" y="447"/>
                        <a:pt x="507" y="447"/>
                        <a:pt x="507" y="447"/>
                      </a:cubicBezTo>
                      <a:cubicBezTo>
                        <a:pt x="507" y="447"/>
                        <a:pt x="507" y="448"/>
                        <a:pt x="507" y="448"/>
                      </a:cubicBezTo>
                      <a:cubicBezTo>
                        <a:pt x="507" y="448"/>
                        <a:pt x="507" y="447"/>
                        <a:pt x="507" y="447"/>
                      </a:cubicBezTo>
                      <a:close/>
                      <a:moveTo>
                        <a:pt x="370" y="365"/>
                      </a:moveTo>
                      <a:cubicBezTo>
                        <a:pt x="370" y="365"/>
                        <a:pt x="371" y="364"/>
                        <a:pt x="371" y="364"/>
                      </a:cubicBezTo>
                      <a:cubicBezTo>
                        <a:pt x="371" y="364"/>
                        <a:pt x="371" y="364"/>
                        <a:pt x="371" y="364"/>
                      </a:cubicBezTo>
                      <a:cubicBezTo>
                        <a:pt x="371" y="365"/>
                        <a:pt x="371" y="365"/>
                        <a:pt x="371" y="365"/>
                      </a:cubicBezTo>
                      <a:cubicBezTo>
                        <a:pt x="371" y="365"/>
                        <a:pt x="370" y="365"/>
                        <a:pt x="370" y="365"/>
                      </a:cubicBezTo>
                      <a:close/>
                      <a:moveTo>
                        <a:pt x="508" y="449"/>
                      </a:moveTo>
                      <a:cubicBezTo>
                        <a:pt x="508" y="449"/>
                        <a:pt x="508" y="449"/>
                        <a:pt x="508" y="449"/>
                      </a:cubicBezTo>
                      <a:cubicBezTo>
                        <a:pt x="508" y="449"/>
                        <a:pt x="508" y="449"/>
                        <a:pt x="508" y="449"/>
                      </a:cubicBezTo>
                      <a:cubicBezTo>
                        <a:pt x="508" y="449"/>
                        <a:pt x="508" y="449"/>
                        <a:pt x="508" y="449"/>
                      </a:cubicBezTo>
                      <a:cubicBezTo>
                        <a:pt x="508" y="449"/>
                        <a:pt x="508" y="449"/>
                        <a:pt x="508" y="449"/>
                      </a:cubicBezTo>
                      <a:cubicBezTo>
                        <a:pt x="508" y="449"/>
                        <a:pt x="508" y="449"/>
                        <a:pt x="508" y="449"/>
                      </a:cubicBezTo>
                      <a:close/>
                      <a:moveTo>
                        <a:pt x="508" y="449"/>
                      </a:moveTo>
                      <a:cubicBezTo>
                        <a:pt x="508" y="449"/>
                        <a:pt x="507" y="449"/>
                        <a:pt x="508" y="449"/>
                      </a:cubicBezTo>
                      <a:cubicBezTo>
                        <a:pt x="508" y="449"/>
                        <a:pt x="508" y="448"/>
                        <a:pt x="508" y="449"/>
                      </a:cubicBezTo>
                      <a:cubicBezTo>
                        <a:pt x="508" y="449"/>
                        <a:pt x="508" y="449"/>
                        <a:pt x="508" y="449"/>
                      </a:cubicBezTo>
                      <a:close/>
                      <a:moveTo>
                        <a:pt x="504" y="547"/>
                      </a:moveTo>
                      <a:cubicBezTo>
                        <a:pt x="504" y="547"/>
                        <a:pt x="504" y="548"/>
                        <a:pt x="504" y="548"/>
                      </a:cubicBezTo>
                      <a:cubicBezTo>
                        <a:pt x="504" y="547"/>
                        <a:pt x="504" y="547"/>
                        <a:pt x="504" y="547"/>
                      </a:cubicBezTo>
                      <a:cubicBezTo>
                        <a:pt x="504" y="547"/>
                        <a:pt x="504" y="547"/>
                        <a:pt x="504" y="547"/>
                      </a:cubicBezTo>
                      <a:cubicBezTo>
                        <a:pt x="504" y="547"/>
                        <a:pt x="505" y="547"/>
                        <a:pt x="504" y="547"/>
                      </a:cubicBezTo>
                      <a:close/>
                      <a:moveTo>
                        <a:pt x="504" y="543"/>
                      </a:moveTo>
                      <a:cubicBezTo>
                        <a:pt x="504" y="543"/>
                        <a:pt x="504" y="543"/>
                        <a:pt x="504" y="543"/>
                      </a:cubicBezTo>
                      <a:cubicBezTo>
                        <a:pt x="504" y="542"/>
                        <a:pt x="504" y="542"/>
                        <a:pt x="504" y="542"/>
                      </a:cubicBezTo>
                      <a:cubicBezTo>
                        <a:pt x="504" y="542"/>
                        <a:pt x="504" y="542"/>
                        <a:pt x="504" y="543"/>
                      </a:cubicBezTo>
                      <a:cubicBezTo>
                        <a:pt x="504" y="543"/>
                        <a:pt x="504" y="543"/>
                        <a:pt x="504" y="543"/>
                      </a:cubicBezTo>
                      <a:close/>
                      <a:moveTo>
                        <a:pt x="453" y="510"/>
                      </a:moveTo>
                      <a:cubicBezTo>
                        <a:pt x="453" y="510"/>
                        <a:pt x="453" y="510"/>
                        <a:pt x="453" y="510"/>
                      </a:cubicBezTo>
                      <a:cubicBezTo>
                        <a:pt x="453" y="510"/>
                        <a:pt x="453" y="511"/>
                        <a:pt x="453" y="511"/>
                      </a:cubicBezTo>
                      <a:cubicBezTo>
                        <a:pt x="453" y="511"/>
                        <a:pt x="453" y="510"/>
                        <a:pt x="452" y="510"/>
                      </a:cubicBezTo>
                      <a:cubicBezTo>
                        <a:pt x="453" y="510"/>
                        <a:pt x="453" y="510"/>
                        <a:pt x="453" y="510"/>
                      </a:cubicBezTo>
                      <a:close/>
                      <a:moveTo>
                        <a:pt x="517" y="520"/>
                      </a:moveTo>
                      <a:cubicBezTo>
                        <a:pt x="517" y="520"/>
                        <a:pt x="517" y="520"/>
                        <a:pt x="517" y="520"/>
                      </a:cubicBezTo>
                      <a:cubicBezTo>
                        <a:pt x="517" y="520"/>
                        <a:pt x="517" y="521"/>
                        <a:pt x="517" y="521"/>
                      </a:cubicBezTo>
                      <a:cubicBezTo>
                        <a:pt x="516" y="521"/>
                        <a:pt x="516" y="521"/>
                        <a:pt x="516" y="520"/>
                      </a:cubicBezTo>
                      <a:cubicBezTo>
                        <a:pt x="516" y="520"/>
                        <a:pt x="516" y="520"/>
                        <a:pt x="517" y="520"/>
                      </a:cubicBezTo>
                      <a:close/>
                      <a:moveTo>
                        <a:pt x="527" y="489"/>
                      </a:moveTo>
                      <a:cubicBezTo>
                        <a:pt x="527" y="490"/>
                        <a:pt x="527" y="490"/>
                        <a:pt x="527" y="490"/>
                      </a:cubicBezTo>
                      <a:cubicBezTo>
                        <a:pt x="527" y="490"/>
                        <a:pt x="527" y="489"/>
                        <a:pt x="527" y="489"/>
                      </a:cubicBezTo>
                      <a:cubicBezTo>
                        <a:pt x="527" y="489"/>
                        <a:pt x="527" y="489"/>
                        <a:pt x="527" y="489"/>
                      </a:cubicBezTo>
                      <a:cubicBezTo>
                        <a:pt x="527" y="489"/>
                        <a:pt x="527" y="489"/>
                        <a:pt x="527" y="489"/>
                      </a:cubicBezTo>
                      <a:close/>
                      <a:moveTo>
                        <a:pt x="518" y="458"/>
                      </a:moveTo>
                      <a:cubicBezTo>
                        <a:pt x="518" y="458"/>
                        <a:pt x="518" y="458"/>
                        <a:pt x="518" y="458"/>
                      </a:cubicBezTo>
                      <a:cubicBezTo>
                        <a:pt x="518" y="458"/>
                        <a:pt x="518" y="458"/>
                        <a:pt x="518" y="458"/>
                      </a:cubicBezTo>
                      <a:cubicBezTo>
                        <a:pt x="518" y="458"/>
                        <a:pt x="518" y="458"/>
                        <a:pt x="518" y="458"/>
                      </a:cubicBezTo>
                      <a:cubicBezTo>
                        <a:pt x="518" y="458"/>
                        <a:pt x="518" y="458"/>
                        <a:pt x="518" y="458"/>
                      </a:cubicBezTo>
                      <a:close/>
                      <a:moveTo>
                        <a:pt x="300" y="358"/>
                      </a:moveTo>
                      <a:cubicBezTo>
                        <a:pt x="299" y="357"/>
                        <a:pt x="299" y="355"/>
                        <a:pt x="298" y="353"/>
                      </a:cubicBezTo>
                      <a:cubicBezTo>
                        <a:pt x="297" y="354"/>
                        <a:pt x="295" y="354"/>
                        <a:pt x="295" y="355"/>
                      </a:cubicBezTo>
                      <a:cubicBezTo>
                        <a:pt x="295" y="356"/>
                        <a:pt x="294" y="356"/>
                        <a:pt x="294" y="355"/>
                      </a:cubicBezTo>
                      <a:cubicBezTo>
                        <a:pt x="294" y="355"/>
                        <a:pt x="294" y="354"/>
                        <a:pt x="295" y="354"/>
                      </a:cubicBezTo>
                      <a:cubicBezTo>
                        <a:pt x="295" y="354"/>
                        <a:pt x="295" y="353"/>
                        <a:pt x="295" y="353"/>
                      </a:cubicBezTo>
                      <a:cubicBezTo>
                        <a:pt x="294" y="352"/>
                        <a:pt x="294" y="350"/>
                        <a:pt x="292" y="350"/>
                      </a:cubicBezTo>
                      <a:cubicBezTo>
                        <a:pt x="293" y="350"/>
                        <a:pt x="294" y="349"/>
                        <a:pt x="294" y="348"/>
                      </a:cubicBezTo>
                      <a:cubicBezTo>
                        <a:pt x="293" y="347"/>
                        <a:pt x="290" y="346"/>
                        <a:pt x="289" y="346"/>
                      </a:cubicBezTo>
                      <a:cubicBezTo>
                        <a:pt x="287" y="347"/>
                        <a:pt x="287" y="348"/>
                        <a:pt x="286" y="350"/>
                      </a:cubicBezTo>
                      <a:cubicBezTo>
                        <a:pt x="286" y="348"/>
                        <a:pt x="285" y="346"/>
                        <a:pt x="287" y="345"/>
                      </a:cubicBezTo>
                      <a:cubicBezTo>
                        <a:pt x="287" y="345"/>
                        <a:pt x="287" y="344"/>
                        <a:pt x="288" y="344"/>
                      </a:cubicBezTo>
                      <a:cubicBezTo>
                        <a:pt x="289" y="342"/>
                        <a:pt x="290" y="339"/>
                        <a:pt x="294" y="338"/>
                      </a:cubicBezTo>
                      <a:cubicBezTo>
                        <a:pt x="294" y="338"/>
                        <a:pt x="294" y="338"/>
                        <a:pt x="294" y="338"/>
                      </a:cubicBezTo>
                      <a:cubicBezTo>
                        <a:pt x="295" y="336"/>
                        <a:pt x="293" y="335"/>
                        <a:pt x="292" y="336"/>
                      </a:cubicBezTo>
                      <a:cubicBezTo>
                        <a:pt x="291" y="336"/>
                        <a:pt x="291" y="336"/>
                        <a:pt x="291" y="335"/>
                      </a:cubicBezTo>
                      <a:cubicBezTo>
                        <a:pt x="291" y="335"/>
                        <a:pt x="291" y="334"/>
                        <a:pt x="291" y="334"/>
                      </a:cubicBezTo>
                      <a:cubicBezTo>
                        <a:pt x="292" y="334"/>
                        <a:pt x="292" y="335"/>
                        <a:pt x="292" y="335"/>
                      </a:cubicBezTo>
                      <a:cubicBezTo>
                        <a:pt x="292" y="334"/>
                        <a:pt x="292" y="333"/>
                        <a:pt x="293" y="334"/>
                      </a:cubicBezTo>
                      <a:cubicBezTo>
                        <a:pt x="294" y="334"/>
                        <a:pt x="295" y="333"/>
                        <a:pt x="295" y="332"/>
                      </a:cubicBezTo>
                      <a:cubicBezTo>
                        <a:pt x="296" y="331"/>
                        <a:pt x="296" y="330"/>
                        <a:pt x="296" y="330"/>
                      </a:cubicBezTo>
                      <a:cubicBezTo>
                        <a:pt x="294" y="329"/>
                        <a:pt x="294" y="326"/>
                        <a:pt x="292" y="326"/>
                      </a:cubicBezTo>
                      <a:cubicBezTo>
                        <a:pt x="291" y="326"/>
                        <a:pt x="289" y="325"/>
                        <a:pt x="289" y="327"/>
                      </a:cubicBezTo>
                      <a:cubicBezTo>
                        <a:pt x="288" y="327"/>
                        <a:pt x="288" y="327"/>
                        <a:pt x="288" y="328"/>
                      </a:cubicBezTo>
                      <a:cubicBezTo>
                        <a:pt x="286" y="328"/>
                        <a:pt x="284" y="328"/>
                        <a:pt x="283" y="329"/>
                      </a:cubicBezTo>
                      <a:cubicBezTo>
                        <a:pt x="282" y="329"/>
                        <a:pt x="281" y="329"/>
                        <a:pt x="281" y="331"/>
                      </a:cubicBezTo>
                      <a:cubicBezTo>
                        <a:pt x="280" y="329"/>
                        <a:pt x="279" y="328"/>
                        <a:pt x="277" y="327"/>
                      </a:cubicBezTo>
                      <a:cubicBezTo>
                        <a:pt x="277" y="326"/>
                        <a:pt x="276" y="326"/>
                        <a:pt x="276" y="325"/>
                      </a:cubicBezTo>
                      <a:cubicBezTo>
                        <a:pt x="277" y="325"/>
                        <a:pt x="277" y="325"/>
                        <a:pt x="276" y="325"/>
                      </a:cubicBezTo>
                      <a:cubicBezTo>
                        <a:pt x="275" y="324"/>
                        <a:pt x="274" y="325"/>
                        <a:pt x="273" y="326"/>
                      </a:cubicBezTo>
                      <a:cubicBezTo>
                        <a:pt x="273" y="327"/>
                        <a:pt x="273" y="327"/>
                        <a:pt x="274" y="327"/>
                      </a:cubicBezTo>
                      <a:cubicBezTo>
                        <a:pt x="275" y="327"/>
                        <a:pt x="275" y="327"/>
                        <a:pt x="276" y="326"/>
                      </a:cubicBezTo>
                      <a:cubicBezTo>
                        <a:pt x="276" y="327"/>
                        <a:pt x="275" y="328"/>
                        <a:pt x="275" y="328"/>
                      </a:cubicBezTo>
                      <a:cubicBezTo>
                        <a:pt x="274" y="329"/>
                        <a:pt x="274" y="328"/>
                        <a:pt x="274" y="328"/>
                      </a:cubicBezTo>
                      <a:cubicBezTo>
                        <a:pt x="272" y="327"/>
                        <a:pt x="271" y="326"/>
                        <a:pt x="270" y="328"/>
                      </a:cubicBezTo>
                      <a:cubicBezTo>
                        <a:pt x="270" y="328"/>
                        <a:pt x="269" y="328"/>
                        <a:pt x="269" y="328"/>
                      </a:cubicBezTo>
                      <a:cubicBezTo>
                        <a:pt x="268" y="328"/>
                        <a:pt x="269" y="329"/>
                        <a:pt x="268" y="330"/>
                      </a:cubicBezTo>
                      <a:cubicBezTo>
                        <a:pt x="268" y="330"/>
                        <a:pt x="268" y="331"/>
                        <a:pt x="269" y="331"/>
                      </a:cubicBezTo>
                      <a:cubicBezTo>
                        <a:pt x="269" y="332"/>
                        <a:pt x="270" y="333"/>
                        <a:pt x="271" y="333"/>
                      </a:cubicBezTo>
                      <a:cubicBezTo>
                        <a:pt x="272" y="333"/>
                        <a:pt x="271" y="334"/>
                        <a:pt x="271" y="334"/>
                      </a:cubicBezTo>
                      <a:cubicBezTo>
                        <a:pt x="271" y="335"/>
                        <a:pt x="271" y="335"/>
                        <a:pt x="271" y="336"/>
                      </a:cubicBezTo>
                      <a:cubicBezTo>
                        <a:pt x="270" y="337"/>
                        <a:pt x="271" y="336"/>
                        <a:pt x="270" y="335"/>
                      </a:cubicBezTo>
                      <a:cubicBezTo>
                        <a:pt x="270" y="334"/>
                        <a:pt x="270" y="334"/>
                        <a:pt x="269" y="333"/>
                      </a:cubicBezTo>
                      <a:cubicBezTo>
                        <a:pt x="267" y="333"/>
                        <a:pt x="266" y="333"/>
                        <a:pt x="265" y="335"/>
                      </a:cubicBezTo>
                      <a:cubicBezTo>
                        <a:pt x="265" y="336"/>
                        <a:pt x="264" y="337"/>
                        <a:pt x="266" y="337"/>
                      </a:cubicBezTo>
                      <a:cubicBezTo>
                        <a:pt x="266" y="337"/>
                        <a:pt x="266" y="338"/>
                        <a:pt x="267" y="338"/>
                      </a:cubicBezTo>
                      <a:cubicBezTo>
                        <a:pt x="268" y="341"/>
                        <a:pt x="271" y="341"/>
                        <a:pt x="273" y="339"/>
                      </a:cubicBezTo>
                      <a:cubicBezTo>
                        <a:pt x="273" y="338"/>
                        <a:pt x="273" y="338"/>
                        <a:pt x="273" y="338"/>
                      </a:cubicBezTo>
                      <a:cubicBezTo>
                        <a:pt x="273" y="338"/>
                        <a:pt x="273" y="338"/>
                        <a:pt x="273" y="338"/>
                      </a:cubicBezTo>
                      <a:cubicBezTo>
                        <a:pt x="274" y="340"/>
                        <a:pt x="274" y="342"/>
                        <a:pt x="276" y="342"/>
                      </a:cubicBezTo>
                      <a:cubicBezTo>
                        <a:pt x="275" y="343"/>
                        <a:pt x="274" y="341"/>
                        <a:pt x="274" y="341"/>
                      </a:cubicBezTo>
                      <a:cubicBezTo>
                        <a:pt x="273" y="341"/>
                        <a:pt x="273" y="340"/>
                        <a:pt x="272" y="341"/>
                      </a:cubicBezTo>
                      <a:cubicBezTo>
                        <a:pt x="272" y="342"/>
                        <a:pt x="271" y="343"/>
                        <a:pt x="272" y="344"/>
                      </a:cubicBezTo>
                      <a:cubicBezTo>
                        <a:pt x="272" y="344"/>
                        <a:pt x="272" y="345"/>
                        <a:pt x="272" y="345"/>
                      </a:cubicBezTo>
                      <a:cubicBezTo>
                        <a:pt x="273" y="344"/>
                        <a:pt x="273" y="345"/>
                        <a:pt x="274" y="345"/>
                      </a:cubicBezTo>
                      <a:cubicBezTo>
                        <a:pt x="274" y="346"/>
                        <a:pt x="274" y="347"/>
                        <a:pt x="274" y="347"/>
                      </a:cubicBezTo>
                      <a:cubicBezTo>
                        <a:pt x="275" y="349"/>
                        <a:pt x="275" y="349"/>
                        <a:pt x="273" y="350"/>
                      </a:cubicBezTo>
                      <a:cubicBezTo>
                        <a:pt x="273" y="349"/>
                        <a:pt x="274" y="348"/>
                        <a:pt x="273" y="348"/>
                      </a:cubicBezTo>
                      <a:cubicBezTo>
                        <a:pt x="273" y="347"/>
                        <a:pt x="273" y="347"/>
                        <a:pt x="273" y="347"/>
                      </a:cubicBezTo>
                      <a:cubicBezTo>
                        <a:pt x="273" y="347"/>
                        <a:pt x="273" y="346"/>
                        <a:pt x="273" y="346"/>
                      </a:cubicBezTo>
                      <a:cubicBezTo>
                        <a:pt x="272" y="346"/>
                        <a:pt x="272" y="346"/>
                        <a:pt x="272" y="347"/>
                      </a:cubicBezTo>
                      <a:cubicBezTo>
                        <a:pt x="272" y="348"/>
                        <a:pt x="272" y="349"/>
                        <a:pt x="273" y="351"/>
                      </a:cubicBezTo>
                      <a:cubicBezTo>
                        <a:pt x="273" y="351"/>
                        <a:pt x="273" y="352"/>
                        <a:pt x="272" y="352"/>
                      </a:cubicBezTo>
                      <a:cubicBezTo>
                        <a:pt x="272" y="353"/>
                        <a:pt x="271" y="353"/>
                        <a:pt x="271" y="353"/>
                      </a:cubicBezTo>
                      <a:cubicBezTo>
                        <a:pt x="270" y="352"/>
                        <a:pt x="270" y="352"/>
                        <a:pt x="270" y="353"/>
                      </a:cubicBezTo>
                      <a:cubicBezTo>
                        <a:pt x="270" y="354"/>
                        <a:pt x="270" y="354"/>
                        <a:pt x="269" y="354"/>
                      </a:cubicBezTo>
                      <a:cubicBezTo>
                        <a:pt x="268" y="354"/>
                        <a:pt x="267" y="354"/>
                        <a:pt x="266" y="353"/>
                      </a:cubicBezTo>
                      <a:cubicBezTo>
                        <a:pt x="266" y="353"/>
                        <a:pt x="267" y="352"/>
                        <a:pt x="267" y="352"/>
                      </a:cubicBezTo>
                      <a:cubicBezTo>
                        <a:pt x="267" y="352"/>
                        <a:pt x="266" y="352"/>
                        <a:pt x="266" y="351"/>
                      </a:cubicBezTo>
                      <a:cubicBezTo>
                        <a:pt x="266" y="351"/>
                        <a:pt x="265" y="352"/>
                        <a:pt x="265" y="351"/>
                      </a:cubicBezTo>
                      <a:cubicBezTo>
                        <a:pt x="266" y="350"/>
                        <a:pt x="265" y="350"/>
                        <a:pt x="264" y="349"/>
                      </a:cubicBezTo>
                      <a:cubicBezTo>
                        <a:pt x="264" y="349"/>
                        <a:pt x="263" y="348"/>
                        <a:pt x="263" y="347"/>
                      </a:cubicBezTo>
                      <a:cubicBezTo>
                        <a:pt x="263" y="346"/>
                        <a:pt x="262" y="346"/>
                        <a:pt x="261" y="345"/>
                      </a:cubicBezTo>
                      <a:cubicBezTo>
                        <a:pt x="261" y="345"/>
                        <a:pt x="260" y="345"/>
                        <a:pt x="259" y="346"/>
                      </a:cubicBezTo>
                      <a:cubicBezTo>
                        <a:pt x="259" y="346"/>
                        <a:pt x="259" y="347"/>
                        <a:pt x="258" y="347"/>
                      </a:cubicBezTo>
                      <a:cubicBezTo>
                        <a:pt x="258" y="348"/>
                        <a:pt x="258" y="349"/>
                        <a:pt x="258" y="350"/>
                      </a:cubicBezTo>
                      <a:cubicBezTo>
                        <a:pt x="257" y="352"/>
                        <a:pt x="257" y="354"/>
                        <a:pt x="259" y="355"/>
                      </a:cubicBezTo>
                      <a:cubicBezTo>
                        <a:pt x="259" y="356"/>
                        <a:pt x="260" y="357"/>
                        <a:pt x="260" y="357"/>
                      </a:cubicBezTo>
                      <a:cubicBezTo>
                        <a:pt x="260" y="357"/>
                        <a:pt x="260" y="357"/>
                        <a:pt x="260" y="357"/>
                      </a:cubicBezTo>
                      <a:cubicBezTo>
                        <a:pt x="260" y="357"/>
                        <a:pt x="260" y="357"/>
                        <a:pt x="260" y="357"/>
                      </a:cubicBezTo>
                      <a:cubicBezTo>
                        <a:pt x="261" y="357"/>
                        <a:pt x="261" y="358"/>
                        <a:pt x="261" y="358"/>
                      </a:cubicBezTo>
                      <a:cubicBezTo>
                        <a:pt x="262" y="359"/>
                        <a:pt x="263" y="360"/>
                        <a:pt x="263" y="360"/>
                      </a:cubicBezTo>
                      <a:cubicBezTo>
                        <a:pt x="263" y="362"/>
                        <a:pt x="263" y="362"/>
                        <a:pt x="264" y="363"/>
                      </a:cubicBezTo>
                      <a:cubicBezTo>
                        <a:pt x="265" y="363"/>
                        <a:pt x="265" y="363"/>
                        <a:pt x="266" y="363"/>
                      </a:cubicBezTo>
                      <a:cubicBezTo>
                        <a:pt x="266" y="363"/>
                        <a:pt x="266" y="362"/>
                        <a:pt x="267" y="362"/>
                      </a:cubicBezTo>
                      <a:cubicBezTo>
                        <a:pt x="267" y="362"/>
                        <a:pt x="268" y="363"/>
                        <a:pt x="268" y="363"/>
                      </a:cubicBezTo>
                      <a:cubicBezTo>
                        <a:pt x="268" y="365"/>
                        <a:pt x="269" y="365"/>
                        <a:pt x="271" y="365"/>
                      </a:cubicBezTo>
                      <a:cubicBezTo>
                        <a:pt x="271" y="365"/>
                        <a:pt x="271" y="365"/>
                        <a:pt x="271" y="365"/>
                      </a:cubicBezTo>
                      <a:cubicBezTo>
                        <a:pt x="271" y="365"/>
                        <a:pt x="271" y="365"/>
                        <a:pt x="271" y="365"/>
                      </a:cubicBezTo>
                      <a:cubicBezTo>
                        <a:pt x="271" y="366"/>
                        <a:pt x="272" y="367"/>
                        <a:pt x="272" y="368"/>
                      </a:cubicBezTo>
                      <a:cubicBezTo>
                        <a:pt x="273" y="369"/>
                        <a:pt x="274" y="371"/>
                        <a:pt x="275" y="372"/>
                      </a:cubicBezTo>
                      <a:cubicBezTo>
                        <a:pt x="276" y="373"/>
                        <a:pt x="277" y="374"/>
                        <a:pt x="277" y="374"/>
                      </a:cubicBezTo>
                      <a:cubicBezTo>
                        <a:pt x="278" y="377"/>
                        <a:pt x="280" y="379"/>
                        <a:pt x="280" y="381"/>
                      </a:cubicBezTo>
                      <a:cubicBezTo>
                        <a:pt x="280" y="382"/>
                        <a:pt x="280" y="382"/>
                        <a:pt x="280" y="382"/>
                      </a:cubicBezTo>
                      <a:cubicBezTo>
                        <a:pt x="280" y="383"/>
                        <a:pt x="281" y="383"/>
                        <a:pt x="281" y="382"/>
                      </a:cubicBezTo>
                      <a:cubicBezTo>
                        <a:pt x="282" y="382"/>
                        <a:pt x="282" y="382"/>
                        <a:pt x="282" y="382"/>
                      </a:cubicBezTo>
                      <a:cubicBezTo>
                        <a:pt x="282" y="383"/>
                        <a:pt x="282" y="383"/>
                        <a:pt x="282" y="383"/>
                      </a:cubicBezTo>
                      <a:cubicBezTo>
                        <a:pt x="282" y="383"/>
                        <a:pt x="282" y="383"/>
                        <a:pt x="282" y="384"/>
                      </a:cubicBezTo>
                      <a:cubicBezTo>
                        <a:pt x="282" y="384"/>
                        <a:pt x="282" y="384"/>
                        <a:pt x="282" y="384"/>
                      </a:cubicBezTo>
                      <a:cubicBezTo>
                        <a:pt x="283" y="383"/>
                        <a:pt x="283" y="384"/>
                        <a:pt x="283" y="384"/>
                      </a:cubicBezTo>
                      <a:cubicBezTo>
                        <a:pt x="284" y="384"/>
                        <a:pt x="285" y="384"/>
                        <a:pt x="285" y="384"/>
                      </a:cubicBezTo>
                      <a:cubicBezTo>
                        <a:pt x="286" y="382"/>
                        <a:pt x="287" y="381"/>
                        <a:pt x="288" y="380"/>
                      </a:cubicBezTo>
                      <a:cubicBezTo>
                        <a:pt x="288" y="380"/>
                        <a:pt x="288" y="379"/>
                        <a:pt x="288" y="379"/>
                      </a:cubicBezTo>
                      <a:cubicBezTo>
                        <a:pt x="287" y="378"/>
                        <a:pt x="286" y="377"/>
                        <a:pt x="286" y="375"/>
                      </a:cubicBezTo>
                      <a:cubicBezTo>
                        <a:pt x="285" y="374"/>
                        <a:pt x="285" y="373"/>
                        <a:pt x="287" y="372"/>
                      </a:cubicBezTo>
                      <a:cubicBezTo>
                        <a:pt x="287" y="373"/>
                        <a:pt x="286" y="373"/>
                        <a:pt x="286" y="374"/>
                      </a:cubicBezTo>
                      <a:cubicBezTo>
                        <a:pt x="286" y="375"/>
                        <a:pt x="287" y="377"/>
                        <a:pt x="288" y="377"/>
                      </a:cubicBezTo>
                      <a:cubicBezTo>
                        <a:pt x="289" y="376"/>
                        <a:pt x="290" y="376"/>
                        <a:pt x="290" y="377"/>
                      </a:cubicBezTo>
                      <a:cubicBezTo>
                        <a:pt x="291" y="377"/>
                        <a:pt x="292" y="377"/>
                        <a:pt x="293" y="377"/>
                      </a:cubicBezTo>
                      <a:cubicBezTo>
                        <a:pt x="294" y="376"/>
                        <a:pt x="294" y="375"/>
                        <a:pt x="295" y="375"/>
                      </a:cubicBezTo>
                      <a:cubicBezTo>
                        <a:pt x="296" y="375"/>
                        <a:pt x="296" y="375"/>
                        <a:pt x="295" y="374"/>
                      </a:cubicBezTo>
                      <a:cubicBezTo>
                        <a:pt x="295" y="374"/>
                        <a:pt x="295" y="373"/>
                        <a:pt x="296" y="373"/>
                      </a:cubicBezTo>
                      <a:cubicBezTo>
                        <a:pt x="296" y="373"/>
                        <a:pt x="297" y="373"/>
                        <a:pt x="297" y="372"/>
                      </a:cubicBezTo>
                      <a:cubicBezTo>
                        <a:pt x="298" y="373"/>
                        <a:pt x="297" y="373"/>
                        <a:pt x="297" y="373"/>
                      </a:cubicBezTo>
                      <a:cubicBezTo>
                        <a:pt x="298" y="373"/>
                        <a:pt x="298" y="373"/>
                        <a:pt x="298" y="373"/>
                      </a:cubicBezTo>
                      <a:cubicBezTo>
                        <a:pt x="298" y="372"/>
                        <a:pt x="299" y="372"/>
                        <a:pt x="299" y="371"/>
                      </a:cubicBezTo>
                      <a:cubicBezTo>
                        <a:pt x="298" y="370"/>
                        <a:pt x="298" y="371"/>
                        <a:pt x="297" y="371"/>
                      </a:cubicBezTo>
                      <a:cubicBezTo>
                        <a:pt x="297" y="370"/>
                        <a:pt x="298" y="370"/>
                        <a:pt x="298" y="370"/>
                      </a:cubicBezTo>
                      <a:cubicBezTo>
                        <a:pt x="299" y="370"/>
                        <a:pt x="299" y="369"/>
                        <a:pt x="299" y="369"/>
                      </a:cubicBezTo>
                      <a:cubicBezTo>
                        <a:pt x="299" y="368"/>
                        <a:pt x="298" y="368"/>
                        <a:pt x="298" y="369"/>
                      </a:cubicBezTo>
                      <a:cubicBezTo>
                        <a:pt x="297" y="369"/>
                        <a:pt x="297" y="369"/>
                        <a:pt x="296" y="368"/>
                      </a:cubicBezTo>
                      <a:cubicBezTo>
                        <a:pt x="297" y="368"/>
                        <a:pt x="299" y="368"/>
                        <a:pt x="299" y="366"/>
                      </a:cubicBezTo>
                      <a:cubicBezTo>
                        <a:pt x="298" y="364"/>
                        <a:pt x="298" y="363"/>
                        <a:pt x="297" y="362"/>
                      </a:cubicBezTo>
                      <a:cubicBezTo>
                        <a:pt x="299" y="362"/>
                        <a:pt x="300" y="360"/>
                        <a:pt x="300" y="358"/>
                      </a:cubicBezTo>
                      <a:close/>
                      <a:moveTo>
                        <a:pt x="147" y="355"/>
                      </a:moveTo>
                      <a:cubicBezTo>
                        <a:pt x="147" y="355"/>
                        <a:pt x="148" y="355"/>
                        <a:pt x="148" y="355"/>
                      </a:cubicBezTo>
                      <a:cubicBezTo>
                        <a:pt x="149" y="353"/>
                        <a:pt x="151" y="352"/>
                        <a:pt x="153" y="351"/>
                      </a:cubicBezTo>
                      <a:cubicBezTo>
                        <a:pt x="156" y="349"/>
                        <a:pt x="158" y="346"/>
                        <a:pt x="161" y="344"/>
                      </a:cubicBezTo>
                      <a:cubicBezTo>
                        <a:pt x="163" y="343"/>
                        <a:pt x="165" y="341"/>
                        <a:pt x="167" y="340"/>
                      </a:cubicBezTo>
                      <a:cubicBezTo>
                        <a:pt x="170" y="339"/>
                        <a:pt x="171" y="338"/>
                        <a:pt x="172" y="336"/>
                      </a:cubicBezTo>
                      <a:cubicBezTo>
                        <a:pt x="173" y="335"/>
                        <a:pt x="173" y="335"/>
                        <a:pt x="172" y="334"/>
                      </a:cubicBezTo>
                      <a:cubicBezTo>
                        <a:pt x="171" y="332"/>
                        <a:pt x="169" y="330"/>
                        <a:pt x="168" y="329"/>
                      </a:cubicBezTo>
                      <a:cubicBezTo>
                        <a:pt x="167" y="328"/>
                        <a:pt x="167" y="327"/>
                        <a:pt x="166" y="326"/>
                      </a:cubicBezTo>
                      <a:cubicBezTo>
                        <a:pt x="166" y="326"/>
                        <a:pt x="166" y="326"/>
                        <a:pt x="166" y="326"/>
                      </a:cubicBezTo>
                      <a:cubicBezTo>
                        <a:pt x="166" y="326"/>
                        <a:pt x="166" y="326"/>
                        <a:pt x="165" y="325"/>
                      </a:cubicBezTo>
                      <a:cubicBezTo>
                        <a:pt x="165" y="325"/>
                        <a:pt x="165" y="325"/>
                        <a:pt x="165" y="325"/>
                      </a:cubicBezTo>
                      <a:cubicBezTo>
                        <a:pt x="165" y="324"/>
                        <a:pt x="164" y="323"/>
                        <a:pt x="163" y="322"/>
                      </a:cubicBezTo>
                      <a:cubicBezTo>
                        <a:pt x="161" y="320"/>
                        <a:pt x="159" y="317"/>
                        <a:pt x="155" y="317"/>
                      </a:cubicBezTo>
                      <a:cubicBezTo>
                        <a:pt x="155" y="317"/>
                        <a:pt x="155" y="317"/>
                        <a:pt x="155" y="317"/>
                      </a:cubicBezTo>
                      <a:cubicBezTo>
                        <a:pt x="155" y="317"/>
                        <a:pt x="155" y="317"/>
                        <a:pt x="155" y="317"/>
                      </a:cubicBezTo>
                      <a:cubicBezTo>
                        <a:pt x="153" y="317"/>
                        <a:pt x="152" y="318"/>
                        <a:pt x="151" y="318"/>
                      </a:cubicBezTo>
                      <a:cubicBezTo>
                        <a:pt x="150" y="318"/>
                        <a:pt x="150" y="319"/>
                        <a:pt x="150" y="320"/>
                      </a:cubicBezTo>
                      <a:cubicBezTo>
                        <a:pt x="150" y="321"/>
                        <a:pt x="149" y="322"/>
                        <a:pt x="149" y="323"/>
                      </a:cubicBezTo>
                      <a:cubicBezTo>
                        <a:pt x="148" y="324"/>
                        <a:pt x="148" y="324"/>
                        <a:pt x="148" y="324"/>
                      </a:cubicBezTo>
                      <a:cubicBezTo>
                        <a:pt x="147" y="323"/>
                        <a:pt x="147" y="323"/>
                        <a:pt x="147" y="323"/>
                      </a:cubicBezTo>
                      <a:cubicBezTo>
                        <a:pt x="148" y="321"/>
                        <a:pt x="148" y="320"/>
                        <a:pt x="148" y="319"/>
                      </a:cubicBezTo>
                      <a:cubicBezTo>
                        <a:pt x="148" y="319"/>
                        <a:pt x="148" y="318"/>
                        <a:pt x="147" y="318"/>
                      </a:cubicBezTo>
                      <a:cubicBezTo>
                        <a:pt x="146" y="318"/>
                        <a:pt x="145" y="318"/>
                        <a:pt x="145" y="319"/>
                      </a:cubicBezTo>
                      <a:cubicBezTo>
                        <a:pt x="145" y="320"/>
                        <a:pt x="143" y="321"/>
                        <a:pt x="144" y="323"/>
                      </a:cubicBezTo>
                      <a:cubicBezTo>
                        <a:pt x="142" y="322"/>
                        <a:pt x="142" y="321"/>
                        <a:pt x="143" y="319"/>
                      </a:cubicBezTo>
                      <a:cubicBezTo>
                        <a:pt x="144" y="318"/>
                        <a:pt x="144" y="318"/>
                        <a:pt x="143" y="318"/>
                      </a:cubicBezTo>
                      <a:cubicBezTo>
                        <a:pt x="143" y="317"/>
                        <a:pt x="142" y="317"/>
                        <a:pt x="142" y="317"/>
                      </a:cubicBezTo>
                      <a:cubicBezTo>
                        <a:pt x="142" y="317"/>
                        <a:pt x="142" y="317"/>
                        <a:pt x="142" y="317"/>
                      </a:cubicBezTo>
                      <a:cubicBezTo>
                        <a:pt x="142" y="317"/>
                        <a:pt x="142" y="317"/>
                        <a:pt x="142" y="317"/>
                      </a:cubicBezTo>
                      <a:cubicBezTo>
                        <a:pt x="140" y="316"/>
                        <a:pt x="139" y="316"/>
                        <a:pt x="138" y="315"/>
                      </a:cubicBezTo>
                      <a:cubicBezTo>
                        <a:pt x="137" y="314"/>
                        <a:pt x="136" y="313"/>
                        <a:pt x="135" y="312"/>
                      </a:cubicBezTo>
                      <a:cubicBezTo>
                        <a:pt x="135" y="312"/>
                        <a:pt x="135" y="312"/>
                        <a:pt x="135" y="312"/>
                      </a:cubicBezTo>
                      <a:cubicBezTo>
                        <a:pt x="134" y="310"/>
                        <a:pt x="131" y="309"/>
                        <a:pt x="130" y="310"/>
                      </a:cubicBezTo>
                      <a:cubicBezTo>
                        <a:pt x="128" y="311"/>
                        <a:pt x="127" y="312"/>
                        <a:pt x="125" y="312"/>
                      </a:cubicBezTo>
                      <a:cubicBezTo>
                        <a:pt x="124" y="312"/>
                        <a:pt x="123" y="313"/>
                        <a:pt x="121" y="312"/>
                      </a:cubicBezTo>
                      <a:cubicBezTo>
                        <a:pt x="121" y="312"/>
                        <a:pt x="121" y="313"/>
                        <a:pt x="121" y="313"/>
                      </a:cubicBezTo>
                      <a:cubicBezTo>
                        <a:pt x="121" y="314"/>
                        <a:pt x="121" y="315"/>
                        <a:pt x="121" y="316"/>
                      </a:cubicBezTo>
                      <a:cubicBezTo>
                        <a:pt x="121" y="316"/>
                        <a:pt x="121" y="316"/>
                        <a:pt x="121" y="316"/>
                      </a:cubicBezTo>
                      <a:cubicBezTo>
                        <a:pt x="121" y="315"/>
                        <a:pt x="121" y="315"/>
                        <a:pt x="120" y="315"/>
                      </a:cubicBezTo>
                      <a:cubicBezTo>
                        <a:pt x="120" y="315"/>
                        <a:pt x="120" y="315"/>
                        <a:pt x="120" y="315"/>
                      </a:cubicBezTo>
                      <a:cubicBezTo>
                        <a:pt x="120" y="313"/>
                        <a:pt x="120" y="313"/>
                        <a:pt x="118" y="313"/>
                      </a:cubicBezTo>
                      <a:cubicBezTo>
                        <a:pt x="118" y="313"/>
                        <a:pt x="118" y="313"/>
                        <a:pt x="117" y="313"/>
                      </a:cubicBezTo>
                      <a:cubicBezTo>
                        <a:pt x="115" y="313"/>
                        <a:pt x="113" y="314"/>
                        <a:pt x="111" y="315"/>
                      </a:cubicBezTo>
                      <a:cubicBezTo>
                        <a:pt x="110" y="315"/>
                        <a:pt x="110" y="315"/>
                        <a:pt x="111" y="316"/>
                      </a:cubicBezTo>
                      <a:cubicBezTo>
                        <a:pt x="111" y="317"/>
                        <a:pt x="112" y="319"/>
                        <a:pt x="112" y="320"/>
                      </a:cubicBezTo>
                      <a:cubicBezTo>
                        <a:pt x="112" y="321"/>
                        <a:pt x="113" y="321"/>
                        <a:pt x="114" y="321"/>
                      </a:cubicBezTo>
                      <a:cubicBezTo>
                        <a:pt x="113" y="322"/>
                        <a:pt x="112" y="321"/>
                        <a:pt x="113" y="322"/>
                      </a:cubicBezTo>
                      <a:cubicBezTo>
                        <a:pt x="113" y="323"/>
                        <a:pt x="114" y="322"/>
                        <a:pt x="114" y="323"/>
                      </a:cubicBezTo>
                      <a:cubicBezTo>
                        <a:pt x="114" y="323"/>
                        <a:pt x="113" y="323"/>
                        <a:pt x="113" y="323"/>
                      </a:cubicBezTo>
                      <a:cubicBezTo>
                        <a:pt x="113" y="325"/>
                        <a:pt x="114" y="325"/>
                        <a:pt x="114" y="327"/>
                      </a:cubicBezTo>
                      <a:cubicBezTo>
                        <a:pt x="114" y="327"/>
                        <a:pt x="114" y="327"/>
                        <a:pt x="115" y="327"/>
                      </a:cubicBezTo>
                      <a:cubicBezTo>
                        <a:pt x="116" y="327"/>
                        <a:pt x="116" y="328"/>
                        <a:pt x="116" y="329"/>
                      </a:cubicBezTo>
                      <a:cubicBezTo>
                        <a:pt x="116" y="330"/>
                        <a:pt x="116" y="330"/>
                        <a:pt x="115" y="331"/>
                      </a:cubicBezTo>
                      <a:cubicBezTo>
                        <a:pt x="114" y="332"/>
                        <a:pt x="115" y="333"/>
                        <a:pt x="115" y="334"/>
                      </a:cubicBezTo>
                      <a:cubicBezTo>
                        <a:pt x="117" y="335"/>
                        <a:pt x="118" y="334"/>
                        <a:pt x="119" y="335"/>
                      </a:cubicBezTo>
                      <a:cubicBezTo>
                        <a:pt x="119" y="335"/>
                        <a:pt x="119" y="335"/>
                        <a:pt x="119" y="335"/>
                      </a:cubicBezTo>
                      <a:cubicBezTo>
                        <a:pt x="119" y="335"/>
                        <a:pt x="119" y="335"/>
                        <a:pt x="119" y="335"/>
                      </a:cubicBezTo>
                      <a:cubicBezTo>
                        <a:pt x="118" y="335"/>
                        <a:pt x="117" y="335"/>
                        <a:pt x="116" y="335"/>
                      </a:cubicBezTo>
                      <a:cubicBezTo>
                        <a:pt x="115" y="334"/>
                        <a:pt x="115" y="334"/>
                        <a:pt x="114" y="335"/>
                      </a:cubicBezTo>
                      <a:cubicBezTo>
                        <a:pt x="113" y="336"/>
                        <a:pt x="112" y="338"/>
                        <a:pt x="111" y="340"/>
                      </a:cubicBezTo>
                      <a:cubicBezTo>
                        <a:pt x="111" y="341"/>
                        <a:pt x="111" y="342"/>
                        <a:pt x="110" y="343"/>
                      </a:cubicBezTo>
                      <a:cubicBezTo>
                        <a:pt x="109" y="345"/>
                        <a:pt x="109" y="345"/>
                        <a:pt x="111" y="347"/>
                      </a:cubicBezTo>
                      <a:cubicBezTo>
                        <a:pt x="111" y="347"/>
                        <a:pt x="111" y="347"/>
                        <a:pt x="112" y="348"/>
                      </a:cubicBezTo>
                      <a:cubicBezTo>
                        <a:pt x="112" y="349"/>
                        <a:pt x="112" y="349"/>
                        <a:pt x="111" y="349"/>
                      </a:cubicBezTo>
                      <a:cubicBezTo>
                        <a:pt x="110" y="350"/>
                        <a:pt x="109" y="350"/>
                        <a:pt x="108" y="350"/>
                      </a:cubicBezTo>
                      <a:cubicBezTo>
                        <a:pt x="108" y="351"/>
                        <a:pt x="109" y="352"/>
                        <a:pt x="109" y="353"/>
                      </a:cubicBezTo>
                      <a:cubicBezTo>
                        <a:pt x="109" y="354"/>
                        <a:pt x="108" y="355"/>
                        <a:pt x="108" y="357"/>
                      </a:cubicBezTo>
                      <a:cubicBezTo>
                        <a:pt x="109" y="357"/>
                        <a:pt x="108" y="357"/>
                        <a:pt x="108" y="357"/>
                      </a:cubicBezTo>
                      <a:cubicBezTo>
                        <a:pt x="108" y="357"/>
                        <a:pt x="107" y="358"/>
                        <a:pt x="108" y="358"/>
                      </a:cubicBezTo>
                      <a:cubicBezTo>
                        <a:pt x="108" y="358"/>
                        <a:pt x="108" y="358"/>
                        <a:pt x="108" y="358"/>
                      </a:cubicBezTo>
                      <a:cubicBezTo>
                        <a:pt x="108" y="358"/>
                        <a:pt x="108" y="358"/>
                        <a:pt x="108" y="358"/>
                      </a:cubicBezTo>
                      <a:cubicBezTo>
                        <a:pt x="108" y="359"/>
                        <a:pt x="108" y="359"/>
                        <a:pt x="108" y="359"/>
                      </a:cubicBezTo>
                      <a:cubicBezTo>
                        <a:pt x="107" y="359"/>
                        <a:pt x="107" y="358"/>
                        <a:pt x="107" y="359"/>
                      </a:cubicBezTo>
                      <a:cubicBezTo>
                        <a:pt x="106" y="361"/>
                        <a:pt x="105" y="363"/>
                        <a:pt x="104" y="365"/>
                      </a:cubicBezTo>
                      <a:cubicBezTo>
                        <a:pt x="103" y="366"/>
                        <a:pt x="104" y="368"/>
                        <a:pt x="103" y="369"/>
                      </a:cubicBezTo>
                      <a:cubicBezTo>
                        <a:pt x="103" y="370"/>
                        <a:pt x="103" y="370"/>
                        <a:pt x="104" y="370"/>
                      </a:cubicBezTo>
                      <a:cubicBezTo>
                        <a:pt x="104" y="370"/>
                        <a:pt x="105" y="370"/>
                        <a:pt x="105" y="370"/>
                      </a:cubicBezTo>
                      <a:cubicBezTo>
                        <a:pt x="107" y="369"/>
                        <a:pt x="107" y="369"/>
                        <a:pt x="107" y="371"/>
                      </a:cubicBezTo>
                      <a:cubicBezTo>
                        <a:pt x="107" y="371"/>
                        <a:pt x="107" y="371"/>
                        <a:pt x="107" y="371"/>
                      </a:cubicBezTo>
                      <a:cubicBezTo>
                        <a:pt x="107" y="371"/>
                        <a:pt x="107" y="371"/>
                        <a:pt x="107" y="371"/>
                      </a:cubicBezTo>
                      <a:cubicBezTo>
                        <a:pt x="108" y="371"/>
                        <a:pt x="108" y="372"/>
                        <a:pt x="109" y="372"/>
                      </a:cubicBezTo>
                      <a:cubicBezTo>
                        <a:pt x="109" y="373"/>
                        <a:pt x="111" y="372"/>
                        <a:pt x="111" y="374"/>
                      </a:cubicBezTo>
                      <a:cubicBezTo>
                        <a:pt x="113" y="374"/>
                        <a:pt x="114" y="375"/>
                        <a:pt x="115" y="376"/>
                      </a:cubicBezTo>
                      <a:cubicBezTo>
                        <a:pt x="115" y="376"/>
                        <a:pt x="115" y="376"/>
                        <a:pt x="115" y="376"/>
                      </a:cubicBezTo>
                      <a:cubicBezTo>
                        <a:pt x="116" y="377"/>
                        <a:pt x="116" y="379"/>
                        <a:pt x="117" y="379"/>
                      </a:cubicBezTo>
                      <a:cubicBezTo>
                        <a:pt x="118" y="380"/>
                        <a:pt x="118" y="382"/>
                        <a:pt x="118" y="383"/>
                      </a:cubicBezTo>
                      <a:cubicBezTo>
                        <a:pt x="119" y="385"/>
                        <a:pt x="119" y="386"/>
                        <a:pt x="120" y="388"/>
                      </a:cubicBezTo>
                      <a:cubicBezTo>
                        <a:pt x="121" y="389"/>
                        <a:pt x="123" y="389"/>
                        <a:pt x="123" y="388"/>
                      </a:cubicBezTo>
                      <a:cubicBezTo>
                        <a:pt x="124" y="387"/>
                        <a:pt x="124" y="386"/>
                        <a:pt x="125" y="386"/>
                      </a:cubicBezTo>
                      <a:cubicBezTo>
                        <a:pt x="128" y="385"/>
                        <a:pt x="129" y="383"/>
                        <a:pt x="129" y="381"/>
                      </a:cubicBezTo>
                      <a:cubicBezTo>
                        <a:pt x="130" y="380"/>
                        <a:pt x="130" y="380"/>
                        <a:pt x="131" y="380"/>
                      </a:cubicBezTo>
                      <a:cubicBezTo>
                        <a:pt x="131" y="381"/>
                        <a:pt x="131" y="381"/>
                        <a:pt x="132" y="381"/>
                      </a:cubicBezTo>
                      <a:cubicBezTo>
                        <a:pt x="132" y="382"/>
                        <a:pt x="133" y="382"/>
                        <a:pt x="134" y="382"/>
                      </a:cubicBezTo>
                      <a:cubicBezTo>
                        <a:pt x="134" y="382"/>
                        <a:pt x="135" y="381"/>
                        <a:pt x="136" y="381"/>
                      </a:cubicBezTo>
                      <a:cubicBezTo>
                        <a:pt x="137" y="380"/>
                        <a:pt x="139" y="379"/>
                        <a:pt x="139" y="377"/>
                      </a:cubicBezTo>
                      <a:cubicBezTo>
                        <a:pt x="139" y="375"/>
                        <a:pt x="139" y="372"/>
                        <a:pt x="139" y="370"/>
                      </a:cubicBezTo>
                      <a:cubicBezTo>
                        <a:pt x="139" y="370"/>
                        <a:pt x="139" y="370"/>
                        <a:pt x="139" y="369"/>
                      </a:cubicBezTo>
                      <a:cubicBezTo>
                        <a:pt x="140" y="368"/>
                        <a:pt x="141" y="366"/>
                        <a:pt x="140" y="364"/>
                      </a:cubicBezTo>
                      <a:cubicBezTo>
                        <a:pt x="140" y="364"/>
                        <a:pt x="140" y="363"/>
                        <a:pt x="140" y="363"/>
                      </a:cubicBezTo>
                      <a:cubicBezTo>
                        <a:pt x="141" y="363"/>
                        <a:pt x="141" y="364"/>
                        <a:pt x="141" y="364"/>
                      </a:cubicBezTo>
                      <a:cubicBezTo>
                        <a:pt x="141" y="364"/>
                        <a:pt x="141" y="364"/>
                        <a:pt x="142" y="364"/>
                      </a:cubicBezTo>
                      <a:cubicBezTo>
                        <a:pt x="143" y="364"/>
                        <a:pt x="146" y="362"/>
                        <a:pt x="146" y="361"/>
                      </a:cubicBezTo>
                      <a:cubicBezTo>
                        <a:pt x="146" y="361"/>
                        <a:pt x="147" y="361"/>
                        <a:pt x="146" y="361"/>
                      </a:cubicBezTo>
                      <a:cubicBezTo>
                        <a:pt x="146" y="359"/>
                        <a:pt x="148" y="357"/>
                        <a:pt x="147" y="355"/>
                      </a:cubicBezTo>
                      <a:close/>
                      <a:moveTo>
                        <a:pt x="165" y="325"/>
                      </a:moveTo>
                      <a:cubicBezTo>
                        <a:pt x="165" y="326"/>
                        <a:pt x="165" y="326"/>
                        <a:pt x="165" y="326"/>
                      </a:cubicBezTo>
                      <a:cubicBezTo>
                        <a:pt x="165" y="326"/>
                        <a:pt x="165" y="326"/>
                        <a:pt x="165" y="325"/>
                      </a:cubicBezTo>
                      <a:close/>
                      <a:moveTo>
                        <a:pt x="269" y="407"/>
                      </a:moveTo>
                      <a:cubicBezTo>
                        <a:pt x="269" y="407"/>
                        <a:pt x="269" y="407"/>
                        <a:pt x="268" y="406"/>
                      </a:cubicBezTo>
                      <a:cubicBezTo>
                        <a:pt x="268" y="406"/>
                        <a:pt x="268" y="407"/>
                        <a:pt x="268" y="407"/>
                      </a:cubicBezTo>
                      <a:cubicBezTo>
                        <a:pt x="267" y="407"/>
                        <a:pt x="266" y="408"/>
                        <a:pt x="265" y="407"/>
                      </a:cubicBezTo>
                      <a:cubicBezTo>
                        <a:pt x="264" y="407"/>
                        <a:pt x="265" y="406"/>
                        <a:pt x="264" y="405"/>
                      </a:cubicBezTo>
                      <a:cubicBezTo>
                        <a:pt x="264" y="404"/>
                        <a:pt x="264" y="404"/>
                        <a:pt x="263" y="404"/>
                      </a:cubicBezTo>
                      <a:cubicBezTo>
                        <a:pt x="263" y="405"/>
                        <a:pt x="262" y="405"/>
                        <a:pt x="262" y="404"/>
                      </a:cubicBezTo>
                      <a:cubicBezTo>
                        <a:pt x="261" y="404"/>
                        <a:pt x="260" y="403"/>
                        <a:pt x="260" y="402"/>
                      </a:cubicBezTo>
                      <a:cubicBezTo>
                        <a:pt x="258" y="402"/>
                        <a:pt x="258" y="400"/>
                        <a:pt x="257" y="400"/>
                      </a:cubicBezTo>
                      <a:cubicBezTo>
                        <a:pt x="256" y="400"/>
                        <a:pt x="256" y="400"/>
                        <a:pt x="256" y="399"/>
                      </a:cubicBezTo>
                      <a:cubicBezTo>
                        <a:pt x="257" y="398"/>
                        <a:pt x="255" y="398"/>
                        <a:pt x="255" y="396"/>
                      </a:cubicBezTo>
                      <a:cubicBezTo>
                        <a:pt x="254" y="398"/>
                        <a:pt x="255" y="399"/>
                        <a:pt x="256" y="400"/>
                      </a:cubicBezTo>
                      <a:cubicBezTo>
                        <a:pt x="255" y="400"/>
                        <a:pt x="254" y="400"/>
                        <a:pt x="254" y="399"/>
                      </a:cubicBezTo>
                      <a:cubicBezTo>
                        <a:pt x="253" y="399"/>
                        <a:pt x="253" y="398"/>
                        <a:pt x="252" y="398"/>
                      </a:cubicBezTo>
                      <a:cubicBezTo>
                        <a:pt x="251" y="399"/>
                        <a:pt x="251" y="398"/>
                        <a:pt x="251" y="397"/>
                      </a:cubicBezTo>
                      <a:cubicBezTo>
                        <a:pt x="251" y="397"/>
                        <a:pt x="252" y="396"/>
                        <a:pt x="252" y="396"/>
                      </a:cubicBezTo>
                      <a:cubicBezTo>
                        <a:pt x="252" y="396"/>
                        <a:pt x="251" y="395"/>
                        <a:pt x="251" y="395"/>
                      </a:cubicBezTo>
                      <a:cubicBezTo>
                        <a:pt x="251" y="396"/>
                        <a:pt x="251" y="396"/>
                        <a:pt x="251" y="396"/>
                      </a:cubicBezTo>
                      <a:cubicBezTo>
                        <a:pt x="250" y="395"/>
                        <a:pt x="248" y="395"/>
                        <a:pt x="248" y="393"/>
                      </a:cubicBezTo>
                      <a:cubicBezTo>
                        <a:pt x="248" y="392"/>
                        <a:pt x="248" y="391"/>
                        <a:pt x="246" y="391"/>
                      </a:cubicBezTo>
                      <a:cubicBezTo>
                        <a:pt x="245" y="390"/>
                        <a:pt x="244" y="388"/>
                        <a:pt x="245" y="387"/>
                      </a:cubicBezTo>
                      <a:cubicBezTo>
                        <a:pt x="245" y="386"/>
                        <a:pt x="246" y="385"/>
                        <a:pt x="245" y="384"/>
                      </a:cubicBezTo>
                      <a:cubicBezTo>
                        <a:pt x="245" y="384"/>
                        <a:pt x="245" y="383"/>
                        <a:pt x="246" y="383"/>
                      </a:cubicBezTo>
                      <a:cubicBezTo>
                        <a:pt x="247" y="383"/>
                        <a:pt x="246" y="382"/>
                        <a:pt x="246" y="381"/>
                      </a:cubicBezTo>
                      <a:cubicBezTo>
                        <a:pt x="246" y="380"/>
                        <a:pt x="246" y="380"/>
                        <a:pt x="246" y="379"/>
                      </a:cubicBezTo>
                      <a:cubicBezTo>
                        <a:pt x="247" y="377"/>
                        <a:pt x="246" y="376"/>
                        <a:pt x="244" y="374"/>
                      </a:cubicBezTo>
                      <a:cubicBezTo>
                        <a:pt x="243" y="372"/>
                        <a:pt x="243" y="369"/>
                        <a:pt x="242" y="367"/>
                      </a:cubicBezTo>
                      <a:cubicBezTo>
                        <a:pt x="242" y="366"/>
                        <a:pt x="242" y="366"/>
                        <a:pt x="242" y="366"/>
                      </a:cubicBezTo>
                      <a:cubicBezTo>
                        <a:pt x="242" y="364"/>
                        <a:pt x="241" y="363"/>
                        <a:pt x="241" y="361"/>
                      </a:cubicBezTo>
                      <a:cubicBezTo>
                        <a:pt x="241" y="361"/>
                        <a:pt x="240" y="360"/>
                        <a:pt x="240" y="360"/>
                      </a:cubicBezTo>
                      <a:cubicBezTo>
                        <a:pt x="241" y="359"/>
                        <a:pt x="240" y="358"/>
                        <a:pt x="240" y="357"/>
                      </a:cubicBezTo>
                      <a:cubicBezTo>
                        <a:pt x="240" y="356"/>
                        <a:pt x="240" y="354"/>
                        <a:pt x="239" y="353"/>
                      </a:cubicBezTo>
                      <a:cubicBezTo>
                        <a:pt x="239" y="352"/>
                        <a:pt x="240" y="352"/>
                        <a:pt x="240" y="352"/>
                      </a:cubicBezTo>
                      <a:cubicBezTo>
                        <a:pt x="238" y="351"/>
                        <a:pt x="239" y="350"/>
                        <a:pt x="238" y="349"/>
                      </a:cubicBezTo>
                      <a:cubicBezTo>
                        <a:pt x="237" y="349"/>
                        <a:pt x="236" y="348"/>
                        <a:pt x="236" y="348"/>
                      </a:cubicBezTo>
                      <a:cubicBezTo>
                        <a:pt x="237" y="346"/>
                        <a:pt x="236" y="346"/>
                        <a:pt x="235" y="346"/>
                      </a:cubicBezTo>
                      <a:cubicBezTo>
                        <a:pt x="235" y="346"/>
                        <a:pt x="234" y="346"/>
                        <a:pt x="234" y="345"/>
                      </a:cubicBezTo>
                      <a:cubicBezTo>
                        <a:pt x="233" y="344"/>
                        <a:pt x="232" y="342"/>
                        <a:pt x="230" y="341"/>
                      </a:cubicBezTo>
                      <a:cubicBezTo>
                        <a:pt x="230" y="340"/>
                        <a:pt x="230" y="340"/>
                        <a:pt x="229" y="340"/>
                      </a:cubicBezTo>
                      <a:cubicBezTo>
                        <a:pt x="228" y="340"/>
                        <a:pt x="228" y="340"/>
                        <a:pt x="228" y="341"/>
                      </a:cubicBezTo>
                      <a:cubicBezTo>
                        <a:pt x="228" y="341"/>
                        <a:pt x="228" y="342"/>
                        <a:pt x="228" y="342"/>
                      </a:cubicBezTo>
                      <a:cubicBezTo>
                        <a:pt x="228" y="343"/>
                        <a:pt x="228" y="343"/>
                        <a:pt x="228" y="343"/>
                      </a:cubicBezTo>
                      <a:cubicBezTo>
                        <a:pt x="228" y="343"/>
                        <a:pt x="228" y="343"/>
                        <a:pt x="228" y="343"/>
                      </a:cubicBezTo>
                      <a:cubicBezTo>
                        <a:pt x="227" y="343"/>
                        <a:pt x="227" y="342"/>
                        <a:pt x="227" y="342"/>
                      </a:cubicBezTo>
                      <a:cubicBezTo>
                        <a:pt x="226" y="341"/>
                        <a:pt x="225" y="340"/>
                        <a:pt x="223" y="339"/>
                      </a:cubicBezTo>
                      <a:cubicBezTo>
                        <a:pt x="223" y="339"/>
                        <a:pt x="222" y="339"/>
                        <a:pt x="222" y="339"/>
                      </a:cubicBezTo>
                      <a:cubicBezTo>
                        <a:pt x="222" y="340"/>
                        <a:pt x="221" y="340"/>
                        <a:pt x="221" y="341"/>
                      </a:cubicBezTo>
                      <a:cubicBezTo>
                        <a:pt x="222" y="342"/>
                        <a:pt x="222" y="342"/>
                        <a:pt x="223" y="342"/>
                      </a:cubicBezTo>
                      <a:cubicBezTo>
                        <a:pt x="220" y="342"/>
                        <a:pt x="220" y="343"/>
                        <a:pt x="221" y="345"/>
                      </a:cubicBezTo>
                      <a:cubicBezTo>
                        <a:pt x="221" y="346"/>
                        <a:pt x="221" y="347"/>
                        <a:pt x="221" y="348"/>
                      </a:cubicBezTo>
                      <a:cubicBezTo>
                        <a:pt x="221" y="350"/>
                        <a:pt x="222" y="352"/>
                        <a:pt x="222" y="354"/>
                      </a:cubicBezTo>
                      <a:cubicBezTo>
                        <a:pt x="222" y="356"/>
                        <a:pt x="224" y="357"/>
                        <a:pt x="222" y="358"/>
                      </a:cubicBezTo>
                      <a:cubicBezTo>
                        <a:pt x="222" y="358"/>
                        <a:pt x="222" y="359"/>
                        <a:pt x="222" y="359"/>
                      </a:cubicBezTo>
                      <a:cubicBezTo>
                        <a:pt x="224" y="360"/>
                        <a:pt x="223" y="361"/>
                        <a:pt x="223" y="363"/>
                      </a:cubicBezTo>
                      <a:cubicBezTo>
                        <a:pt x="224" y="364"/>
                        <a:pt x="223" y="365"/>
                        <a:pt x="224" y="367"/>
                      </a:cubicBezTo>
                      <a:cubicBezTo>
                        <a:pt x="224" y="367"/>
                        <a:pt x="224" y="367"/>
                        <a:pt x="224" y="367"/>
                      </a:cubicBezTo>
                      <a:cubicBezTo>
                        <a:pt x="224" y="368"/>
                        <a:pt x="225" y="369"/>
                        <a:pt x="226" y="370"/>
                      </a:cubicBezTo>
                      <a:cubicBezTo>
                        <a:pt x="226" y="370"/>
                        <a:pt x="227" y="371"/>
                        <a:pt x="226" y="372"/>
                      </a:cubicBezTo>
                      <a:cubicBezTo>
                        <a:pt x="226" y="372"/>
                        <a:pt x="225" y="372"/>
                        <a:pt x="226" y="373"/>
                      </a:cubicBezTo>
                      <a:cubicBezTo>
                        <a:pt x="226" y="373"/>
                        <a:pt x="227" y="373"/>
                        <a:pt x="227" y="373"/>
                      </a:cubicBezTo>
                      <a:cubicBezTo>
                        <a:pt x="227" y="373"/>
                        <a:pt x="226" y="374"/>
                        <a:pt x="226" y="374"/>
                      </a:cubicBezTo>
                      <a:cubicBezTo>
                        <a:pt x="225" y="373"/>
                        <a:pt x="225" y="374"/>
                        <a:pt x="224" y="375"/>
                      </a:cubicBezTo>
                      <a:cubicBezTo>
                        <a:pt x="224" y="375"/>
                        <a:pt x="224" y="375"/>
                        <a:pt x="224" y="375"/>
                      </a:cubicBezTo>
                      <a:cubicBezTo>
                        <a:pt x="222" y="375"/>
                        <a:pt x="224" y="376"/>
                        <a:pt x="223" y="377"/>
                      </a:cubicBezTo>
                      <a:cubicBezTo>
                        <a:pt x="222" y="377"/>
                        <a:pt x="222" y="376"/>
                        <a:pt x="222" y="376"/>
                      </a:cubicBezTo>
                      <a:cubicBezTo>
                        <a:pt x="222" y="376"/>
                        <a:pt x="222" y="376"/>
                        <a:pt x="222" y="376"/>
                      </a:cubicBezTo>
                      <a:cubicBezTo>
                        <a:pt x="222" y="376"/>
                        <a:pt x="222" y="375"/>
                        <a:pt x="221" y="375"/>
                      </a:cubicBezTo>
                      <a:cubicBezTo>
                        <a:pt x="221" y="375"/>
                        <a:pt x="221" y="375"/>
                        <a:pt x="220" y="374"/>
                      </a:cubicBezTo>
                      <a:cubicBezTo>
                        <a:pt x="219" y="372"/>
                        <a:pt x="221" y="370"/>
                        <a:pt x="219" y="368"/>
                      </a:cubicBezTo>
                      <a:cubicBezTo>
                        <a:pt x="219" y="366"/>
                        <a:pt x="218" y="364"/>
                        <a:pt x="218" y="362"/>
                      </a:cubicBezTo>
                      <a:cubicBezTo>
                        <a:pt x="217" y="361"/>
                        <a:pt x="217" y="360"/>
                        <a:pt x="218" y="360"/>
                      </a:cubicBezTo>
                      <a:cubicBezTo>
                        <a:pt x="218" y="359"/>
                        <a:pt x="218" y="358"/>
                        <a:pt x="217" y="357"/>
                      </a:cubicBezTo>
                      <a:cubicBezTo>
                        <a:pt x="217" y="356"/>
                        <a:pt x="217" y="356"/>
                        <a:pt x="216" y="356"/>
                      </a:cubicBezTo>
                      <a:cubicBezTo>
                        <a:pt x="216" y="357"/>
                        <a:pt x="215" y="357"/>
                        <a:pt x="215" y="356"/>
                      </a:cubicBezTo>
                      <a:cubicBezTo>
                        <a:pt x="215" y="355"/>
                        <a:pt x="216" y="354"/>
                        <a:pt x="215" y="354"/>
                      </a:cubicBezTo>
                      <a:cubicBezTo>
                        <a:pt x="215" y="352"/>
                        <a:pt x="214" y="353"/>
                        <a:pt x="214" y="353"/>
                      </a:cubicBezTo>
                      <a:cubicBezTo>
                        <a:pt x="213" y="353"/>
                        <a:pt x="213" y="352"/>
                        <a:pt x="213" y="352"/>
                      </a:cubicBezTo>
                      <a:cubicBezTo>
                        <a:pt x="212" y="351"/>
                        <a:pt x="212" y="351"/>
                        <a:pt x="211" y="351"/>
                      </a:cubicBezTo>
                      <a:cubicBezTo>
                        <a:pt x="210" y="350"/>
                        <a:pt x="210" y="350"/>
                        <a:pt x="211" y="349"/>
                      </a:cubicBezTo>
                      <a:cubicBezTo>
                        <a:pt x="210" y="348"/>
                        <a:pt x="210" y="349"/>
                        <a:pt x="209" y="349"/>
                      </a:cubicBezTo>
                      <a:cubicBezTo>
                        <a:pt x="209" y="347"/>
                        <a:pt x="207" y="347"/>
                        <a:pt x="205" y="347"/>
                      </a:cubicBezTo>
                      <a:cubicBezTo>
                        <a:pt x="204" y="346"/>
                        <a:pt x="204" y="347"/>
                        <a:pt x="204" y="348"/>
                      </a:cubicBezTo>
                      <a:cubicBezTo>
                        <a:pt x="204" y="349"/>
                        <a:pt x="205" y="350"/>
                        <a:pt x="206" y="351"/>
                      </a:cubicBezTo>
                      <a:cubicBezTo>
                        <a:pt x="207" y="351"/>
                        <a:pt x="207" y="351"/>
                        <a:pt x="207" y="351"/>
                      </a:cubicBezTo>
                      <a:cubicBezTo>
                        <a:pt x="207" y="353"/>
                        <a:pt x="208" y="353"/>
                        <a:pt x="209" y="353"/>
                      </a:cubicBezTo>
                      <a:cubicBezTo>
                        <a:pt x="209" y="353"/>
                        <a:pt x="209" y="353"/>
                        <a:pt x="209" y="353"/>
                      </a:cubicBezTo>
                      <a:cubicBezTo>
                        <a:pt x="210" y="353"/>
                        <a:pt x="210" y="354"/>
                        <a:pt x="209" y="355"/>
                      </a:cubicBezTo>
                      <a:cubicBezTo>
                        <a:pt x="209" y="354"/>
                        <a:pt x="209" y="354"/>
                        <a:pt x="208" y="354"/>
                      </a:cubicBezTo>
                      <a:cubicBezTo>
                        <a:pt x="208" y="354"/>
                        <a:pt x="208" y="353"/>
                        <a:pt x="207" y="353"/>
                      </a:cubicBezTo>
                      <a:cubicBezTo>
                        <a:pt x="207" y="354"/>
                        <a:pt x="207" y="355"/>
                        <a:pt x="208" y="355"/>
                      </a:cubicBezTo>
                      <a:cubicBezTo>
                        <a:pt x="208" y="355"/>
                        <a:pt x="209" y="356"/>
                        <a:pt x="209" y="357"/>
                      </a:cubicBezTo>
                      <a:cubicBezTo>
                        <a:pt x="209" y="357"/>
                        <a:pt x="209" y="357"/>
                        <a:pt x="210" y="357"/>
                      </a:cubicBezTo>
                      <a:cubicBezTo>
                        <a:pt x="210" y="357"/>
                        <a:pt x="210" y="357"/>
                        <a:pt x="210" y="357"/>
                      </a:cubicBezTo>
                      <a:cubicBezTo>
                        <a:pt x="210" y="359"/>
                        <a:pt x="209" y="358"/>
                        <a:pt x="208" y="359"/>
                      </a:cubicBezTo>
                      <a:cubicBezTo>
                        <a:pt x="208" y="359"/>
                        <a:pt x="208" y="359"/>
                        <a:pt x="207" y="358"/>
                      </a:cubicBezTo>
                      <a:cubicBezTo>
                        <a:pt x="207" y="358"/>
                        <a:pt x="207" y="357"/>
                        <a:pt x="205" y="358"/>
                      </a:cubicBezTo>
                      <a:cubicBezTo>
                        <a:pt x="205" y="358"/>
                        <a:pt x="205" y="358"/>
                        <a:pt x="205" y="358"/>
                      </a:cubicBezTo>
                      <a:cubicBezTo>
                        <a:pt x="205" y="358"/>
                        <a:pt x="205" y="358"/>
                        <a:pt x="205" y="358"/>
                      </a:cubicBezTo>
                      <a:cubicBezTo>
                        <a:pt x="205" y="358"/>
                        <a:pt x="205" y="358"/>
                        <a:pt x="205" y="358"/>
                      </a:cubicBezTo>
                      <a:cubicBezTo>
                        <a:pt x="205" y="357"/>
                        <a:pt x="204" y="356"/>
                        <a:pt x="204" y="357"/>
                      </a:cubicBezTo>
                      <a:cubicBezTo>
                        <a:pt x="203" y="358"/>
                        <a:pt x="202" y="359"/>
                        <a:pt x="201" y="361"/>
                      </a:cubicBezTo>
                      <a:cubicBezTo>
                        <a:pt x="201" y="361"/>
                        <a:pt x="201" y="362"/>
                        <a:pt x="200" y="362"/>
                      </a:cubicBezTo>
                      <a:cubicBezTo>
                        <a:pt x="200" y="361"/>
                        <a:pt x="200" y="361"/>
                        <a:pt x="200" y="360"/>
                      </a:cubicBezTo>
                      <a:cubicBezTo>
                        <a:pt x="200" y="360"/>
                        <a:pt x="200" y="360"/>
                        <a:pt x="200" y="359"/>
                      </a:cubicBezTo>
                      <a:cubicBezTo>
                        <a:pt x="200" y="359"/>
                        <a:pt x="199" y="360"/>
                        <a:pt x="199" y="360"/>
                      </a:cubicBezTo>
                      <a:cubicBezTo>
                        <a:pt x="198" y="361"/>
                        <a:pt x="197" y="362"/>
                        <a:pt x="196" y="362"/>
                      </a:cubicBezTo>
                      <a:cubicBezTo>
                        <a:pt x="196" y="362"/>
                        <a:pt x="195" y="362"/>
                        <a:pt x="195" y="362"/>
                      </a:cubicBezTo>
                      <a:cubicBezTo>
                        <a:pt x="195" y="362"/>
                        <a:pt x="195" y="361"/>
                        <a:pt x="196" y="361"/>
                      </a:cubicBezTo>
                      <a:cubicBezTo>
                        <a:pt x="196" y="361"/>
                        <a:pt x="196" y="361"/>
                        <a:pt x="197" y="360"/>
                      </a:cubicBezTo>
                      <a:cubicBezTo>
                        <a:pt x="198" y="360"/>
                        <a:pt x="199" y="360"/>
                        <a:pt x="199" y="358"/>
                      </a:cubicBezTo>
                      <a:cubicBezTo>
                        <a:pt x="199" y="358"/>
                        <a:pt x="199" y="357"/>
                        <a:pt x="200" y="357"/>
                      </a:cubicBezTo>
                      <a:cubicBezTo>
                        <a:pt x="201" y="356"/>
                        <a:pt x="201" y="354"/>
                        <a:pt x="199" y="353"/>
                      </a:cubicBezTo>
                      <a:cubicBezTo>
                        <a:pt x="198" y="352"/>
                        <a:pt x="197" y="352"/>
                        <a:pt x="196" y="351"/>
                      </a:cubicBezTo>
                      <a:cubicBezTo>
                        <a:pt x="195" y="349"/>
                        <a:pt x="192" y="349"/>
                        <a:pt x="190" y="347"/>
                      </a:cubicBezTo>
                      <a:cubicBezTo>
                        <a:pt x="190" y="347"/>
                        <a:pt x="190" y="347"/>
                        <a:pt x="190" y="347"/>
                      </a:cubicBezTo>
                      <a:cubicBezTo>
                        <a:pt x="188" y="346"/>
                        <a:pt x="187" y="347"/>
                        <a:pt x="186" y="348"/>
                      </a:cubicBezTo>
                      <a:cubicBezTo>
                        <a:pt x="186" y="349"/>
                        <a:pt x="186" y="351"/>
                        <a:pt x="185" y="352"/>
                      </a:cubicBezTo>
                      <a:cubicBezTo>
                        <a:pt x="185" y="352"/>
                        <a:pt x="185" y="352"/>
                        <a:pt x="185" y="352"/>
                      </a:cubicBezTo>
                      <a:cubicBezTo>
                        <a:pt x="186" y="354"/>
                        <a:pt x="186" y="354"/>
                        <a:pt x="184" y="355"/>
                      </a:cubicBezTo>
                      <a:cubicBezTo>
                        <a:pt x="184" y="355"/>
                        <a:pt x="184" y="355"/>
                        <a:pt x="184" y="354"/>
                      </a:cubicBezTo>
                      <a:cubicBezTo>
                        <a:pt x="183" y="356"/>
                        <a:pt x="182" y="354"/>
                        <a:pt x="181" y="355"/>
                      </a:cubicBezTo>
                      <a:cubicBezTo>
                        <a:pt x="180" y="356"/>
                        <a:pt x="179" y="357"/>
                        <a:pt x="178" y="357"/>
                      </a:cubicBezTo>
                      <a:cubicBezTo>
                        <a:pt x="178" y="357"/>
                        <a:pt x="178" y="358"/>
                        <a:pt x="177" y="357"/>
                      </a:cubicBezTo>
                      <a:cubicBezTo>
                        <a:pt x="177" y="357"/>
                        <a:pt x="177" y="357"/>
                        <a:pt x="177" y="357"/>
                      </a:cubicBezTo>
                      <a:cubicBezTo>
                        <a:pt x="177" y="357"/>
                        <a:pt x="177" y="356"/>
                        <a:pt x="178" y="356"/>
                      </a:cubicBezTo>
                      <a:cubicBezTo>
                        <a:pt x="178" y="355"/>
                        <a:pt x="179" y="355"/>
                        <a:pt x="180" y="354"/>
                      </a:cubicBezTo>
                      <a:cubicBezTo>
                        <a:pt x="180" y="354"/>
                        <a:pt x="180" y="354"/>
                        <a:pt x="180" y="354"/>
                      </a:cubicBezTo>
                      <a:cubicBezTo>
                        <a:pt x="180" y="352"/>
                        <a:pt x="180" y="352"/>
                        <a:pt x="181" y="351"/>
                      </a:cubicBezTo>
                      <a:cubicBezTo>
                        <a:pt x="182" y="351"/>
                        <a:pt x="182" y="351"/>
                        <a:pt x="182" y="350"/>
                      </a:cubicBezTo>
                      <a:cubicBezTo>
                        <a:pt x="182" y="349"/>
                        <a:pt x="182" y="348"/>
                        <a:pt x="182" y="347"/>
                      </a:cubicBezTo>
                      <a:cubicBezTo>
                        <a:pt x="183" y="345"/>
                        <a:pt x="182" y="343"/>
                        <a:pt x="181" y="341"/>
                      </a:cubicBezTo>
                      <a:cubicBezTo>
                        <a:pt x="181" y="340"/>
                        <a:pt x="180" y="339"/>
                        <a:pt x="179" y="339"/>
                      </a:cubicBezTo>
                      <a:cubicBezTo>
                        <a:pt x="178" y="338"/>
                        <a:pt x="177" y="339"/>
                        <a:pt x="176" y="340"/>
                      </a:cubicBezTo>
                      <a:cubicBezTo>
                        <a:pt x="173" y="342"/>
                        <a:pt x="169" y="343"/>
                        <a:pt x="165" y="346"/>
                      </a:cubicBezTo>
                      <a:cubicBezTo>
                        <a:pt x="163" y="348"/>
                        <a:pt x="159" y="348"/>
                        <a:pt x="158" y="352"/>
                      </a:cubicBezTo>
                      <a:cubicBezTo>
                        <a:pt x="158" y="352"/>
                        <a:pt x="157" y="352"/>
                        <a:pt x="157" y="352"/>
                      </a:cubicBezTo>
                      <a:cubicBezTo>
                        <a:pt x="156" y="354"/>
                        <a:pt x="154" y="355"/>
                        <a:pt x="152" y="357"/>
                      </a:cubicBezTo>
                      <a:cubicBezTo>
                        <a:pt x="152" y="358"/>
                        <a:pt x="151" y="359"/>
                        <a:pt x="151" y="360"/>
                      </a:cubicBezTo>
                      <a:cubicBezTo>
                        <a:pt x="151" y="361"/>
                        <a:pt x="152" y="362"/>
                        <a:pt x="153" y="362"/>
                      </a:cubicBezTo>
                      <a:cubicBezTo>
                        <a:pt x="154" y="361"/>
                        <a:pt x="154" y="362"/>
                        <a:pt x="154" y="363"/>
                      </a:cubicBezTo>
                      <a:cubicBezTo>
                        <a:pt x="154" y="364"/>
                        <a:pt x="154" y="364"/>
                        <a:pt x="153" y="365"/>
                      </a:cubicBezTo>
                      <a:cubicBezTo>
                        <a:pt x="152" y="365"/>
                        <a:pt x="151" y="365"/>
                        <a:pt x="151" y="367"/>
                      </a:cubicBezTo>
                      <a:cubicBezTo>
                        <a:pt x="151" y="368"/>
                        <a:pt x="150" y="368"/>
                        <a:pt x="149" y="369"/>
                      </a:cubicBezTo>
                      <a:cubicBezTo>
                        <a:pt x="148" y="371"/>
                        <a:pt x="147" y="374"/>
                        <a:pt x="148" y="377"/>
                      </a:cubicBezTo>
                      <a:cubicBezTo>
                        <a:pt x="148" y="377"/>
                        <a:pt x="149" y="378"/>
                        <a:pt x="149" y="377"/>
                      </a:cubicBezTo>
                      <a:cubicBezTo>
                        <a:pt x="150" y="376"/>
                        <a:pt x="152" y="376"/>
                        <a:pt x="152" y="377"/>
                      </a:cubicBezTo>
                      <a:cubicBezTo>
                        <a:pt x="153" y="379"/>
                        <a:pt x="154" y="378"/>
                        <a:pt x="154" y="377"/>
                      </a:cubicBezTo>
                      <a:cubicBezTo>
                        <a:pt x="155" y="376"/>
                        <a:pt x="155" y="376"/>
                        <a:pt x="156" y="376"/>
                      </a:cubicBezTo>
                      <a:cubicBezTo>
                        <a:pt x="156" y="377"/>
                        <a:pt x="156" y="377"/>
                        <a:pt x="156" y="378"/>
                      </a:cubicBezTo>
                      <a:cubicBezTo>
                        <a:pt x="157" y="378"/>
                        <a:pt x="157" y="378"/>
                        <a:pt x="157" y="378"/>
                      </a:cubicBezTo>
                      <a:cubicBezTo>
                        <a:pt x="157" y="379"/>
                        <a:pt x="157" y="379"/>
                        <a:pt x="156" y="379"/>
                      </a:cubicBezTo>
                      <a:cubicBezTo>
                        <a:pt x="156" y="379"/>
                        <a:pt x="155" y="379"/>
                        <a:pt x="155" y="379"/>
                      </a:cubicBezTo>
                      <a:cubicBezTo>
                        <a:pt x="154" y="379"/>
                        <a:pt x="153" y="380"/>
                        <a:pt x="153" y="381"/>
                      </a:cubicBezTo>
                      <a:cubicBezTo>
                        <a:pt x="153" y="382"/>
                        <a:pt x="154" y="382"/>
                        <a:pt x="155" y="382"/>
                      </a:cubicBezTo>
                      <a:cubicBezTo>
                        <a:pt x="156" y="382"/>
                        <a:pt x="157" y="382"/>
                        <a:pt x="158" y="382"/>
                      </a:cubicBezTo>
                      <a:cubicBezTo>
                        <a:pt x="159" y="382"/>
                        <a:pt x="158" y="381"/>
                        <a:pt x="159" y="381"/>
                      </a:cubicBezTo>
                      <a:cubicBezTo>
                        <a:pt x="159" y="381"/>
                        <a:pt x="159" y="381"/>
                        <a:pt x="159" y="381"/>
                      </a:cubicBezTo>
                      <a:cubicBezTo>
                        <a:pt x="159" y="381"/>
                        <a:pt x="159" y="381"/>
                        <a:pt x="159" y="381"/>
                      </a:cubicBezTo>
                      <a:cubicBezTo>
                        <a:pt x="159" y="382"/>
                        <a:pt x="160" y="382"/>
                        <a:pt x="161" y="382"/>
                      </a:cubicBezTo>
                      <a:cubicBezTo>
                        <a:pt x="162" y="381"/>
                        <a:pt x="163" y="381"/>
                        <a:pt x="165" y="380"/>
                      </a:cubicBezTo>
                      <a:cubicBezTo>
                        <a:pt x="166" y="380"/>
                        <a:pt x="168" y="380"/>
                        <a:pt x="170" y="379"/>
                      </a:cubicBezTo>
                      <a:cubicBezTo>
                        <a:pt x="170" y="378"/>
                        <a:pt x="171" y="378"/>
                        <a:pt x="171" y="379"/>
                      </a:cubicBezTo>
                      <a:cubicBezTo>
                        <a:pt x="172" y="380"/>
                        <a:pt x="173" y="380"/>
                        <a:pt x="174" y="380"/>
                      </a:cubicBezTo>
                      <a:cubicBezTo>
                        <a:pt x="173" y="381"/>
                        <a:pt x="172" y="381"/>
                        <a:pt x="171" y="380"/>
                      </a:cubicBezTo>
                      <a:cubicBezTo>
                        <a:pt x="171" y="380"/>
                        <a:pt x="170" y="380"/>
                        <a:pt x="170" y="380"/>
                      </a:cubicBezTo>
                      <a:cubicBezTo>
                        <a:pt x="169" y="381"/>
                        <a:pt x="168" y="381"/>
                        <a:pt x="168" y="381"/>
                      </a:cubicBezTo>
                      <a:cubicBezTo>
                        <a:pt x="168" y="382"/>
                        <a:pt x="169" y="382"/>
                        <a:pt x="170" y="382"/>
                      </a:cubicBezTo>
                      <a:cubicBezTo>
                        <a:pt x="170" y="382"/>
                        <a:pt x="170" y="382"/>
                        <a:pt x="170" y="382"/>
                      </a:cubicBezTo>
                      <a:cubicBezTo>
                        <a:pt x="170" y="383"/>
                        <a:pt x="169" y="383"/>
                        <a:pt x="169" y="383"/>
                      </a:cubicBezTo>
                      <a:cubicBezTo>
                        <a:pt x="167" y="382"/>
                        <a:pt x="165" y="383"/>
                        <a:pt x="164" y="384"/>
                      </a:cubicBezTo>
                      <a:cubicBezTo>
                        <a:pt x="162" y="385"/>
                        <a:pt x="161" y="386"/>
                        <a:pt x="159" y="386"/>
                      </a:cubicBezTo>
                      <a:cubicBezTo>
                        <a:pt x="157" y="387"/>
                        <a:pt x="155" y="388"/>
                        <a:pt x="153" y="389"/>
                      </a:cubicBezTo>
                      <a:cubicBezTo>
                        <a:pt x="152" y="390"/>
                        <a:pt x="152" y="390"/>
                        <a:pt x="153" y="391"/>
                      </a:cubicBezTo>
                      <a:cubicBezTo>
                        <a:pt x="153" y="392"/>
                        <a:pt x="153" y="393"/>
                        <a:pt x="154" y="393"/>
                      </a:cubicBezTo>
                      <a:cubicBezTo>
                        <a:pt x="155" y="395"/>
                        <a:pt x="156" y="395"/>
                        <a:pt x="157" y="396"/>
                      </a:cubicBezTo>
                      <a:cubicBezTo>
                        <a:pt x="157" y="396"/>
                        <a:pt x="157" y="396"/>
                        <a:pt x="157" y="396"/>
                      </a:cubicBezTo>
                      <a:cubicBezTo>
                        <a:pt x="157" y="397"/>
                        <a:pt x="157" y="398"/>
                        <a:pt x="158" y="398"/>
                      </a:cubicBezTo>
                      <a:cubicBezTo>
                        <a:pt x="159" y="398"/>
                        <a:pt x="160" y="398"/>
                        <a:pt x="161" y="398"/>
                      </a:cubicBezTo>
                      <a:cubicBezTo>
                        <a:pt x="161" y="398"/>
                        <a:pt x="161" y="398"/>
                        <a:pt x="161" y="398"/>
                      </a:cubicBezTo>
                      <a:cubicBezTo>
                        <a:pt x="163" y="398"/>
                        <a:pt x="164" y="398"/>
                        <a:pt x="165" y="398"/>
                      </a:cubicBezTo>
                      <a:cubicBezTo>
                        <a:pt x="166" y="397"/>
                        <a:pt x="167" y="397"/>
                        <a:pt x="167" y="398"/>
                      </a:cubicBezTo>
                      <a:cubicBezTo>
                        <a:pt x="168" y="399"/>
                        <a:pt x="168" y="400"/>
                        <a:pt x="169" y="399"/>
                      </a:cubicBezTo>
                      <a:cubicBezTo>
                        <a:pt x="170" y="398"/>
                        <a:pt x="171" y="399"/>
                        <a:pt x="171" y="398"/>
                      </a:cubicBezTo>
                      <a:cubicBezTo>
                        <a:pt x="171" y="398"/>
                        <a:pt x="171" y="398"/>
                        <a:pt x="171" y="398"/>
                      </a:cubicBezTo>
                      <a:cubicBezTo>
                        <a:pt x="172" y="398"/>
                        <a:pt x="173" y="398"/>
                        <a:pt x="174" y="398"/>
                      </a:cubicBezTo>
                      <a:cubicBezTo>
                        <a:pt x="175" y="398"/>
                        <a:pt x="177" y="398"/>
                        <a:pt x="178" y="398"/>
                      </a:cubicBezTo>
                      <a:cubicBezTo>
                        <a:pt x="179" y="397"/>
                        <a:pt x="179" y="397"/>
                        <a:pt x="180" y="397"/>
                      </a:cubicBezTo>
                      <a:cubicBezTo>
                        <a:pt x="182" y="396"/>
                        <a:pt x="183" y="395"/>
                        <a:pt x="184" y="397"/>
                      </a:cubicBezTo>
                      <a:cubicBezTo>
                        <a:pt x="186" y="397"/>
                        <a:pt x="187" y="397"/>
                        <a:pt x="188" y="399"/>
                      </a:cubicBezTo>
                      <a:cubicBezTo>
                        <a:pt x="189" y="399"/>
                        <a:pt x="189" y="399"/>
                        <a:pt x="190" y="399"/>
                      </a:cubicBezTo>
                      <a:cubicBezTo>
                        <a:pt x="190" y="399"/>
                        <a:pt x="191" y="399"/>
                        <a:pt x="191" y="400"/>
                      </a:cubicBezTo>
                      <a:cubicBezTo>
                        <a:pt x="193" y="400"/>
                        <a:pt x="195" y="400"/>
                        <a:pt x="195" y="402"/>
                      </a:cubicBezTo>
                      <a:cubicBezTo>
                        <a:pt x="195" y="403"/>
                        <a:pt x="196" y="403"/>
                        <a:pt x="196" y="403"/>
                      </a:cubicBezTo>
                      <a:cubicBezTo>
                        <a:pt x="197" y="403"/>
                        <a:pt x="198" y="403"/>
                        <a:pt x="198" y="403"/>
                      </a:cubicBezTo>
                      <a:cubicBezTo>
                        <a:pt x="199" y="404"/>
                        <a:pt x="198" y="404"/>
                        <a:pt x="198" y="404"/>
                      </a:cubicBezTo>
                      <a:cubicBezTo>
                        <a:pt x="198" y="404"/>
                        <a:pt x="197" y="404"/>
                        <a:pt x="198" y="404"/>
                      </a:cubicBezTo>
                      <a:cubicBezTo>
                        <a:pt x="198" y="404"/>
                        <a:pt x="198" y="404"/>
                        <a:pt x="198" y="404"/>
                      </a:cubicBezTo>
                      <a:cubicBezTo>
                        <a:pt x="198" y="404"/>
                        <a:pt x="198" y="404"/>
                        <a:pt x="198" y="404"/>
                      </a:cubicBezTo>
                      <a:cubicBezTo>
                        <a:pt x="197" y="405"/>
                        <a:pt x="196" y="404"/>
                        <a:pt x="195" y="405"/>
                      </a:cubicBezTo>
                      <a:cubicBezTo>
                        <a:pt x="195" y="405"/>
                        <a:pt x="195" y="405"/>
                        <a:pt x="195" y="405"/>
                      </a:cubicBezTo>
                      <a:cubicBezTo>
                        <a:pt x="194" y="405"/>
                        <a:pt x="194" y="405"/>
                        <a:pt x="193" y="406"/>
                      </a:cubicBezTo>
                      <a:cubicBezTo>
                        <a:pt x="193" y="406"/>
                        <a:pt x="193" y="406"/>
                        <a:pt x="193" y="406"/>
                      </a:cubicBezTo>
                      <a:cubicBezTo>
                        <a:pt x="193" y="406"/>
                        <a:pt x="193" y="406"/>
                        <a:pt x="193" y="406"/>
                      </a:cubicBezTo>
                      <a:cubicBezTo>
                        <a:pt x="193" y="406"/>
                        <a:pt x="193" y="406"/>
                        <a:pt x="193" y="406"/>
                      </a:cubicBezTo>
                      <a:cubicBezTo>
                        <a:pt x="193" y="406"/>
                        <a:pt x="193" y="406"/>
                        <a:pt x="192" y="406"/>
                      </a:cubicBezTo>
                      <a:cubicBezTo>
                        <a:pt x="191" y="406"/>
                        <a:pt x="190" y="406"/>
                        <a:pt x="189" y="405"/>
                      </a:cubicBezTo>
                      <a:cubicBezTo>
                        <a:pt x="187" y="405"/>
                        <a:pt x="186" y="405"/>
                        <a:pt x="184" y="405"/>
                      </a:cubicBezTo>
                      <a:cubicBezTo>
                        <a:pt x="183" y="405"/>
                        <a:pt x="182" y="405"/>
                        <a:pt x="181" y="404"/>
                      </a:cubicBezTo>
                      <a:cubicBezTo>
                        <a:pt x="180" y="404"/>
                        <a:pt x="179" y="404"/>
                        <a:pt x="178" y="404"/>
                      </a:cubicBezTo>
                      <a:cubicBezTo>
                        <a:pt x="175" y="405"/>
                        <a:pt x="173" y="405"/>
                        <a:pt x="170" y="406"/>
                      </a:cubicBezTo>
                      <a:cubicBezTo>
                        <a:pt x="167" y="406"/>
                        <a:pt x="163" y="407"/>
                        <a:pt x="160" y="409"/>
                      </a:cubicBezTo>
                      <a:cubicBezTo>
                        <a:pt x="159" y="409"/>
                        <a:pt x="159" y="410"/>
                        <a:pt x="159" y="411"/>
                      </a:cubicBezTo>
                      <a:cubicBezTo>
                        <a:pt x="160" y="412"/>
                        <a:pt x="160" y="413"/>
                        <a:pt x="160" y="414"/>
                      </a:cubicBezTo>
                      <a:cubicBezTo>
                        <a:pt x="160" y="415"/>
                        <a:pt x="161" y="415"/>
                        <a:pt x="161" y="416"/>
                      </a:cubicBezTo>
                      <a:cubicBezTo>
                        <a:pt x="162" y="416"/>
                        <a:pt x="163" y="417"/>
                        <a:pt x="163" y="418"/>
                      </a:cubicBezTo>
                      <a:cubicBezTo>
                        <a:pt x="163" y="418"/>
                        <a:pt x="163" y="419"/>
                        <a:pt x="163" y="419"/>
                      </a:cubicBezTo>
                      <a:cubicBezTo>
                        <a:pt x="165" y="419"/>
                        <a:pt x="165" y="419"/>
                        <a:pt x="165" y="420"/>
                      </a:cubicBezTo>
                      <a:cubicBezTo>
                        <a:pt x="164" y="421"/>
                        <a:pt x="164" y="421"/>
                        <a:pt x="165" y="421"/>
                      </a:cubicBezTo>
                      <a:cubicBezTo>
                        <a:pt x="166" y="422"/>
                        <a:pt x="167" y="423"/>
                        <a:pt x="169" y="424"/>
                      </a:cubicBezTo>
                      <a:cubicBezTo>
                        <a:pt x="172" y="425"/>
                        <a:pt x="175" y="424"/>
                        <a:pt x="178" y="424"/>
                      </a:cubicBezTo>
                      <a:cubicBezTo>
                        <a:pt x="180" y="424"/>
                        <a:pt x="182" y="425"/>
                        <a:pt x="184" y="425"/>
                      </a:cubicBezTo>
                      <a:cubicBezTo>
                        <a:pt x="184" y="425"/>
                        <a:pt x="184" y="425"/>
                        <a:pt x="184" y="426"/>
                      </a:cubicBezTo>
                      <a:cubicBezTo>
                        <a:pt x="184" y="427"/>
                        <a:pt x="185" y="429"/>
                        <a:pt x="185" y="430"/>
                      </a:cubicBezTo>
                      <a:cubicBezTo>
                        <a:pt x="184" y="432"/>
                        <a:pt x="185" y="436"/>
                        <a:pt x="187" y="437"/>
                      </a:cubicBezTo>
                      <a:cubicBezTo>
                        <a:pt x="187" y="438"/>
                        <a:pt x="188" y="438"/>
                        <a:pt x="188" y="438"/>
                      </a:cubicBezTo>
                      <a:cubicBezTo>
                        <a:pt x="188" y="439"/>
                        <a:pt x="187" y="438"/>
                        <a:pt x="187" y="439"/>
                      </a:cubicBezTo>
                      <a:cubicBezTo>
                        <a:pt x="187" y="439"/>
                        <a:pt x="188" y="439"/>
                        <a:pt x="188" y="439"/>
                      </a:cubicBezTo>
                      <a:cubicBezTo>
                        <a:pt x="188" y="439"/>
                        <a:pt x="188" y="439"/>
                        <a:pt x="188" y="439"/>
                      </a:cubicBezTo>
                      <a:cubicBezTo>
                        <a:pt x="189" y="439"/>
                        <a:pt x="190" y="439"/>
                        <a:pt x="191" y="438"/>
                      </a:cubicBezTo>
                      <a:cubicBezTo>
                        <a:pt x="191" y="438"/>
                        <a:pt x="191" y="438"/>
                        <a:pt x="191" y="438"/>
                      </a:cubicBezTo>
                      <a:cubicBezTo>
                        <a:pt x="194" y="438"/>
                        <a:pt x="197" y="437"/>
                        <a:pt x="200" y="438"/>
                      </a:cubicBezTo>
                      <a:cubicBezTo>
                        <a:pt x="200" y="437"/>
                        <a:pt x="199" y="437"/>
                        <a:pt x="199" y="437"/>
                      </a:cubicBezTo>
                      <a:cubicBezTo>
                        <a:pt x="200" y="437"/>
                        <a:pt x="200" y="437"/>
                        <a:pt x="201" y="437"/>
                      </a:cubicBezTo>
                      <a:cubicBezTo>
                        <a:pt x="201" y="436"/>
                        <a:pt x="201" y="437"/>
                        <a:pt x="202" y="437"/>
                      </a:cubicBezTo>
                      <a:cubicBezTo>
                        <a:pt x="202" y="437"/>
                        <a:pt x="202" y="437"/>
                        <a:pt x="202" y="437"/>
                      </a:cubicBezTo>
                      <a:cubicBezTo>
                        <a:pt x="202" y="437"/>
                        <a:pt x="202" y="437"/>
                        <a:pt x="202" y="437"/>
                      </a:cubicBezTo>
                      <a:cubicBezTo>
                        <a:pt x="201" y="437"/>
                        <a:pt x="201" y="438"/>
                        <a:pt x="202" y="438"/>
                      </a:cubicBezTo>
                      <a:cubicBezTo>
                        <a:pt x="202" y="438"/>
                        <a:pt x="202" y="438"/>
                        <a:pt x="202" y="438"/>
                      </a:cubicBezTo>
                      <a:cubicBezTo>
                        <a:pt x="202" y="438"/>
                        <a:pt x="202" y="438"/>
                        <a:pt x="202" y="438"/>
                      </a:cubicBezTo>
                      <a:cubicBezTo>
                        <a:pt x="201" y="439"/>
                        <a:pt x="201" y="439"/>
                        <a:pt x="202" y="439"/>
                      </a:cubicBezTo>
                      <a:cubicBezTo>
                        <a:pt x="204" y="439"/>
                        <a:pt x="205" y="438"/>
                        <a:pt x="205" y="437"/>
                      </a:cubicBezTo>
                      <a:cubicBezTo>
                        <a:pt x="206" y="437"/>
                        <a:pt x="206" y="437"/>
                        <a:pt x="206" y="437"/>
                      </a:cubicBezTo>
                      <a:cubicBezTo>
                        <a:pt x="207" y="437"/>
                        <a:pt x="208" y="436"/>
                        <a:pt x="209" y="436"/>
                      </a:cubicBezTo>
                      <a:cubicBezTo>
                        <a:pt x="211" y="436"/>
                        <a:pt x="213" y="435"/>
                        <a:pt x="215" y="434"/>
                      </a:cubicBezTo>
                      <a:cubicBezTo>
                        <a:pt x="216" y="434"/>
                        <a:pt x="218" y="433"/>
                        <a:pt x="218" y="431"/>
                      </a:cubicBezTo>
                      <a:cubicBezTo>
                        <a:pt x="219" y="430"/>
                        <a:pt x="219" y="430"/>
                        <a:pt x="220" y="430"/>
                      </a:cubicBezTo>
                      <a:cubicBezTo>
                        <a:pt x="220" y="430"/>
                        <a:pt x="221" y="430"/>
                        <a:pt x="222" y="430"/>
                      </a:cubicBezTo>
                      <a:cubicBezTo>
                        <a:pt x="223" y="430"/>
                        <a:pt x="225" y="430"/>
                        <a:pt x="226" y="429"/>
                      </a:cubicBezTo>
                      <a:cubicBezTo>
                        <a:pt x="227" y="427"/>
                        <a:pt x="229" y="426"/>
                        <a:pt x="229" y="423"/>
                      </a:cubicBezTo>
                      <a:cubicBezTo>
                        <a:pt x="229" y="423"/>
                        <a:pt x="229" y="422"/>
                        <a:pt x="229" y="422"/>
                      </a:cubicBezTo>
                      <a:cubicBezTo>
                        <a:pt x="230" y="422"/>
                        <a:pt x="230" y="421"/>
                        <a:pt x="230" y="421"/>
                      </a:cubicBezTo>
                      <a:cubicBezTo>
                        <a:pt x="231" y="420"/>
                        <a:pt x="231" y="420"/>
                        <a:pt x="232" y="420"/>
                      </a:cubicBezTo>
                      <a:cubicBezTo>
                        <a:pt x="233" y="421"/>
                        <a:pt x="234" y="423"/>
                        <a:pt x="233" y="424"/>
                      </a:cubicBezTo>
                      <a:cubicBezTo>
                        <a:pt x="233" y="425"/>
                        <a:pt x="233" y="425"/>
                        <a:pt x="233" y="426"/>
                      </a:cubicBezTo>
                      <a:cubicBezTo>
                        <a:pt x="234" y="427"/>
                        <a:pt x="235" y="426"/>
                        <a:pt x="236" y="426"/>
                      </a:cubicBezTo>
                      <a:cubicBezTo>
                        <a:pt x="236" y="426"/>
                        <a:pt x="236" y="426"/>
                        <a:pt x="236" y="426"/>
                      </a:cubicBezTo>
                      <a:cubicBezTo>
                        <a:pt x="236" y="426"/>
                        <a:pt x="236" y="426"/>
                        <a:pt x="236" y="426"/>
                      </a:cubicBezTo>
                      <a:cubicBezTo>
                        <a:pt x="237" y="426"/>
                        <a:pt x="237" y="426"/>
                        <a:pt x="238" y="426"/>
                      </a:cubicBezTo>
                      <a:cubicBezTo>
                        <a:pt x="238" y="426"/>
                        <a:pt x="238" y="426"/>
                        <a:pt x="238" y="426"/>
                      </a:cubicBezTo>
                      <a:cubicBezTo>
                        <a:pt x="238" y="426"/>
                        <a:pt x="238" y="426"/>
                        <a:pt x="238" y="426"/>
                      </a:cubicBezTo>
                      <a:cubicBezTo>
                        <a:pt x="239" y="427"/>
                        <a:pt x="240" y="428"/>
                        <a:pt x="241" y="428"/>
                      </a:cubicBezTo>
                      <a:cubicBezTo>
                        <a:pt x="242" y="428"/>
                        <a:pt x="242" y="428"/>
                        <a:pt x="242" y="428"/>
                      </a:cubicBezTo>
                      <a:cubicBezTo>
                        <a:pt x="242" y="428"/>
                        <a:pt x="242" y="429"/>
                        <a:pt x="242" y="429"/>
                      </a:cubicBezTo>
                      <a:cubicBezTo>
                        <a:pt x="242" y="429"/>
                        <a:pt x="241" y="429"/>
                        <a:pt x="241" y="429"/>
                      </a:cubicBezTo>
                      <a:cubicBezTo>
                        <a:pt x="241" y="430"/>
                        <a:pt x="241" y="430"/>
                        <a:pt x="241" y="431"/>
                      </a:cubicBezTo>
                      <a:cubicBezTo>
                        <a:pt x="241" y="431"/>
                        <a:pt x="241" y="431"/>
                        <a:pt x="242" y="431"/>
                      </a:cubicBezTo>
                      <a:cubicBezTo>
                        <a:pt x="242" y="431"/>
                        <a:pt x="242" y="432"/>
                        <a:pt x="243" y="432"/>
                      </a:cubicBezTo>
                      <a:cubicBezTo>
                        <a:pt x="244" y="432"/>
                        <a:pt x="245" y="432"/>
                        <a:pt x="246" y="431"/>
                      </a:cubicBezTo>
                      <a:cubicBezTo>
                        <a:pt x="246" y="430"/>
                        <a:pt x="247" y="431"/>
                        <a:pt x="247" y="430"/>
                      </a:cubicBezTo>
                      <a:cubicBezTo>
                        <a:pt x="247" y="432"/>
                        <a:pt x="248" y="431"/>
                        <a:pt x="249" y="432"/>
                      </a:cubicBezTo>
                      <a:cubicBezTo>
                        <a:pt x="251" y="433"/>
                        <a:pt x="252" y="433"/>
                        <a:pt x="254" y="432"/>
                      </a:cubicBezTo>
                      <a:cubicBezTo>
                        <a:pt x="254" y="432"/>
                        <a:pt x="254" y="432"/>
                        <a:pt x="254" y="432"/>
                      </a:cubicBezTo>
                      <a:cubicBezTo>
                        <a:pt x="255" y="433"/>
                        <a:pt x="255" y="433"/>
                        <a:pt x="255" y="433"/>
                      </a:cubicBezTo>
                      <a:cubicBezTo>
                        <a:pt x="256" y="433"/>
                        <a:pt x="257" y="432"/>
                        <a:pt x="257" y="432"/>
                      </a:cubicBezTo>
                      <a:cubicBezTo>
                        <a:pt x="257" y="431"/>
                        <a:pt x="259" y="432"/>
                        <a:pt x="259" y="431"/>
                      </a:cubicBezTo>
                      <a:cubicBezTo>
                        <a:pt x="259" y="430"/>
                        <a:pt x="260" y="430"/>
                        <a:pt x="260" y="430"/>
                      </a:cubicBezTo>
                      <a:cubicBezTo>
                        <a:pt x="261" y="430"/>
                        <a:pt x="262" y="429"/>
                        <a:pt x="263" y="429"/>
                      </a:cubicBezTo>
                      <a:cubicBezTo>
                        <a:pt x="263" y="430"/>
                        <a:pt x="263" y="429"/>
                        <a:pt x="263" y="429"/>
                      </a:cubicBezTo>
                      <a:cubicBezTo>
                        <a:pt x="263" y="428"/>
                        <a:pt x="263" y="428"/>
                        <a:pt x="263" y="428"/>
                      </a:cubicBezTo>
                      <a:cubicBezTo>
                        <a:pt x="264" y="426"/>
                        <a:pt x="263" y="425"/>
                        <a:pt x="262" y="424"/>
                      </a:cubicBezTo>
                      <a:cubicBezTo>
                        <a:pt x="262" y="424"/>
                        <a:pt x="262" y="423"/>
                        <a:pt x="261" y="423"/>
                      </a:cubicBezTo>
                      <a:cubicBezTo>
                        <a:pt x="261" y="423"/>
                        <a:pt x="261" y="423"/>
                        <a:pt x="261" y="423"/>
                      </a:cubicBezTo>
                      <a:cubicBezTo>
                        <a:pt x="261" y="423"/>
                        <a:pt x="261" y="423"/>
                        <a:pt x="261" y="423"/>
                      </a:cubicBezTo>
                      <a:cubicBezTo>
                        <a:pt x="260" y="423"/>
                        <a:pt x="261" y="423"/>
                        <a:pt x="262" y="422"/>
                      </a:cubicBezTo>
                      <a:cubicBezTo>
                        <a:pt x="262" y="422"/>
                        <a:pt x="262" y="422"/>
                        <a:pt x="262" y="421"/>
                      </a:cubicBezTo>
                      <a:cubicBezTo>
                        <a:pt x="262" y="420"/>
                        <a:pt x="261" y="420"/>
                        <a:pt x="260" y="420"/>
                      </a:cubicBezTo>
                      <a:cubicBezTo>
                        <a:pt x="260" y="420"/>
                        <a:pt x="259" y="420"/>
                        <a:pt x="259" y="420"/>
                      </a:cubicBezTo>
                      <a:cubicBezTo>
                        <a:pt x="259" y="421"/>
                        <a:pt x="258" y="421"/>
                        <a:pt x="257" y="422"/>
                      </a:cubicBezTo>
                      <a:cubicBezTo>
                        <a:pt x="257" y="422"/>
                        <a:pt x="256" y="422"/>
                        <a:pt x="256" y="423"/>
                      </a:cubicBezTo>
                      <a:cubicBezTo>
                        <a:pt x="255" y="424"/>
                        <a:pt x="255" y="426"/>
                        <a:pt x="254" y="426"/>
                      </a:cubicBezTo>
                      <a:cubicBezTo>
                        <a:pt x="254" y="426"/>
                        <a:pt x="254" y="426"/>
                        <a:pt x="254" y="425"/>
                      </a:cubicBezTo>
                      <a:cubicBezTo>
                        <a:pt x="255" y="424"/>
                        <a:pt x="255" y="422"/>
                        <a:pt x="255" y="421"/>
                      </a:cubicBezTo>
                      <a:cubicBezTo>
                        <a:pt x="255" y="420"/>
                        <a:pt x="254" y="420"/>
                        <a:pt x="254" y="419"/>
                      </a:cubicBezTo>
                      <a:cubicBezTo>
                        <a:pt x="254" y="419"/>
                        <a:pt x="254" y="419"/>
                        <a:pt x="254" y="419"/>
                      </a:cubicBezTo>
                      <a:cubicBezTo>
                        <a:pt x="253" y="418"/>
                        <a:pt x="253" y="418"/>
                        <a:pt x="252" y="418"/>
                      </a:cubicBezTo>
                      <a:cubicBezTo>
                        <a:pt x="252" y="418"/>
                        <a:pt x="252" y="418"/>
                        <a:pt x="252" y="418"/>
                      </a:cubicBezTo>
                      <a:cubicBezTo>
                        <a:pt x="252" y="417"/>
                        <a:pt x="252" y="416"/>
                        <a:pt x="252" y="416"/>
                      </a:cubicBezTo>
                      <a:cubicBezTo>
                        <a:pt x="253" y="416"/>
                        <a:pt x="253" y="416"/>
                        <a:pt x="254" y="417"/>
                      </a:cubicBezTo>
                      <a:cubicBezTo>
                        <a:pt x="254" y="418"/>
                        <a:pt x="255" y="418"/>
                        <a:pt x="256" y="419"/>
                      </a:cubicBezTo>
                      <a:cubicBezTo>
                        <a:pt x="256" y="419"/>
                        <a:pt x="258" y="419"/>
                        <a:pt x="258" y="419"/>
                      </a:cubicBezTo>
                      <a:cubicBezTo>
                        <a:pt x="259" y="418"/>
                        <a:pt x="259" y="417"/>
                        <a:pt x="258" y="417"/>
                      </a:cubicBezTo>
                      <a:cubicBezTo>
                        <a:pt x="257" y="415"/>
                        <a:pt x="258" y="415"/>
                        <a:pt x="259" y="414"/>
                      </a:cubicBezTo>
                      <a:cubicBezTo>
                        <a:pt x="259" y="414"/>
                        <a:pt x="259" y="414"/>
                        <a:pt x="259" y="414"/>
                      </a:cubicBezTo>
                      <a:cubicBezTo>
                        <a:pt x="260" y="414"/>
                        <a:pt x="259" y="415"/>
                        <a:pt x="260" y="415"/>
                      </a:cubicBezTo>
                      <a:cubicBezTo>
                        <a:pt x="260" y="414"/>
                        <a:pt x="260" y="414"/>
                        <a:pt x="260" y="413"/>
                      </a:cubicBezTo>
                      <a:cubicBezTo>
                        <a:pt x="260" y="413"/>
                        <a:pt x="260" y="412"/>
                        <a:pt x="261" y="412"/>
                      </a:cubicBezTo>
                      <a:cubicBezTo>
                        <a:pt x="261" y="413"/>
                        <a:pt x="262" y="414"/>
                        <a:pt x="264" y="416"/>
                      </a:cubicBezTo>
                      <a:cubicBezTo>
                        <a:pt x="264" y="416"/>
                        <a:pt x="264" y="417"/>
                        <a:pt x="264" y="417"/>
                      </a:cubicBezTo>
                      <a:cubicBezTo>
                        <a:pt x="265" y="417"/>
                        <a:pt x="264" y="416"/>
                        <a:pt x="264" y="416"/>
                      </a:cubicBezTo>
                      <a:cubicBezTo>
                        <a:pt x="264" y="416"/>
                        <a:pt x="264" y="416"/>
                        <a:pt x="264" y="416"/>
                      </a:cubicBezTo>
                      <a:cubicBezTo>
                        <a:pt x="264" y="416"/>
                        <a:pt x="264" y="416"/>
                        <a:pt x="264" y="416"/>
                      </a:cubicBezTo>
                      <a:cubicBezTo>
                        <a:pt x="265" y="415"/>
                        <a:pt x="265" y="413"/>
                        <a:pt x="266" y="412"/>
                      </a:cubicBezTo>
                      <a:cubicBezTo>
                        <a:pt x="265" y="414"/>
                        <a:pt x="266" y="415"/>
                        <a:pt x="266" y="416"/>
                      </a:cubicBezTo>
                      <a:cubicBezTo>
                        <a:pt x="267" y="417"/>
                        <a:pt x="269" y="417"/>
                        <a:pt x="269" y="416"/>
                      </a:cubicBezTo>
                      <a:cubicBezTo>
                        <a:pt x="269" y="414"/>
                        <a:pt x="270" y="412"/>
                        <a:pt x="269" y="409"/>
                      </a:cubicBezTo>
                      <a:cubicBezTo>
                        <a:pt x="269" y="409"/>
                        <a:pt x="268" y="408"/>
                        <a:pt x="269" y="407"/>
                      </a:cubicBezTo>
                      <a:close/>
                      <a:moveTo>
                        <a:pt x="229" y="334"/>
                      </a:moveTo>
                      <a:cubicBezTo>
                        <a:pt x="230" y="334"/>
                        <a:pt x="230" y="333"/>
                        <a:pt x="231" y="332"/>
                      </a:cubicBezTo>
                      <a:cubicBezTo>
                        <a:pt x="231" y="330"/>
                        <a:pt x="232" y="330"/>
                        <a:pt x="234" y="330"/>
                      </a:cubicBezTo>
                      <a:cubicBezTo>
                        <a:pt x="235" y="330"/>
                        <a:pt x="237" y="330"/>
                        <a:pt x="238" y="329"/>
                      </a:cubicBezTo>
                      <a:cubicBezTo>
                        <a:pt x="239" y="329"/>
                        <a:pt x="240" y="329"/>
                        <a:pt x="241" y="330"/>
                      </a:cubicBezTo>
                      <a:cubicBezTo>
                        <a:pt x="242" y="331"/>
                        <a:pt x="243" y="332"/>
                        <a:pt x="244" y="333"/>
                      </a:cubicBezTo>
                      <a:cubicBezTo>
                        <a:pt x="245" y="333"/>
                        <a:pt x="245" y="334"/>
                        <a:pt x="245" y="335"/>
                      </a:cubicBezTo>
                      <a:cubicBezTo>
                        <a:pt x="245" y="338"/>
                        <a:pt x="245" y="341"/>
                        <a:pt x="243" y="344"/>
                      </a:cubicBezTo>
                      <a:cubicBezTo>
                        <a:pt x="242" y="346"/>
                        <a:pt x="242" y="347"/>
                        <a:pt x="240" y="348"/>
                      </a:cubicBezTo>
                      <a:cubicBezTo>
                        <a:pt x="240" y="348"/>
                        <a:pt x="240" y="349"/>
                        <a:pt x="240" y="349"/>
                      </a:cubicBezTo>
                      <a:cubicBezTo>
                        <a:pt x="240" y="349"/>
                        <a:pt x="241" y="349"/>
                        <a:pt x="240" y="350"/>
                      </a:cubicBezTo>
                      <a:cubicBezTo>
                        <a:pt x="239" y="350"/>
                        <a:pt x="239" y="349"/>
                        <a:pt x="239" y="349"/>
                      </a:cubicBezTo>
                      <a:cubicBezTo>
                        <a:pt x="237" y="347"/>
                        <a:pt x="236" y="345"/>
                        <a:pt x="235" y="343"/>
                      </a:cubicBezTo>
                      <a:cubicBezTo>
                        <a:pt x="234" y="341"/>
                        <a:pt x="234" y="340"/>
                        <a:pt x="232" y="339"/>
                      </a:cubicBezTo>
                      <a:cubicBezTo>
                        <a:pt x="232" y="338"/>
                        <a:pt x="231" y="337"/>
                        <a:pt x="230" y="336"/>
                      </a:cubicBezTo>
                      <a:cubicBezTo>
                        <a:pt x="228" y="336"/>
                        <a:pt x="228" y="335"/>
                        <a:pt x="229" y="334"/>
                      </a:cubicBezTo>
                      <a:close/>
                      <a:moveTo>
                        <a:pt x="279" y="326"/>
                      </a:moveTo>
                      <a:cubicBezTo>
                        <a:pt x="279" y="325"/>
                        <a:pt x="279" y="325"/>
                        <a:pt x="280" y="325"/>
                      </a:cubicBezTo>
                      <a:cubicBezTo>
                        <a:pt x="281" y="325"/>
                        <a:pt x="282" y="324"/>
                        <a:pt x="283" y="323"/>
                      </a:cubicBezTo>
                      <a:cubicBezTo>
                        <a:pt x="284" y="322"/>
                        <a:pt x="285" y="322"/>
                        <a:pt x="286" y="322"/>
                      </a:cubicBezTo>
                      <a:cubicBezTo>
                        <a:pt x="287" y="321"/>
                        <a:pt x="288" y="321"/>
                        <a:pt x="289" y="320"/>
                      </a:cubicBezTo>
                      <a:cubicBezTo>
                        <a:pt x="290" y="320"/>
                        <a:pt x="291" y="321"/>
                        <a:pt x="291" y="322"/>
                      </a:cubicBezTo>
                      <a:cubicBezTo>
                        <a:pt x="291" y="323"/>
                        <a:pt x="287" y="327"/>
                        <a:pt x="285" y="327"/>
                      </a:cubicBezTo>
                      <a:cubicBezTo>
                        <a:pt x="283" y="327"/>
                        <a:pt x="282" y="327"/>
                        <a:pt x="280" y="327"/>
                      </a:cubicBezTo>
                      <a:cubicBezTo>
                        <a:pt x="279" y="327"/>
                        <a:pt x="279" y="326"/>
                        <a:pt x="279" y="326"/>
                      </a:cubicBezTo>
                      <a:close/>
                      <a:moveTo>
                        <a:pt x="296" y="343"/>
                      </a:moveTo>
                      <a:cubicBezTo>
                        <a:pt x="297" y="342"/>
                        <a:pt x="297" y="343"/>
                        <a:pt x="298" y="344"/>
                      </a:cubicBezTo>
                      <a:cubicBezTo>
                        <a:pt x="299" y="346"/>
                        <a:pt x="298" y="348"/>
                        <a:pt x="296" y="348"/>
                      </a:cubicBezTo>
                      <a:cubicBezTo>
                        <a:pt x="296" y="349"/>
                        <a:pt x="295" y="348"/>
                        <a:pt x="295" y="348"/>
                      </a:cubicBezTo>
                      <a:cubicBezTo>
                        <a:pt x="295" y="347"/>
                        <a:pt x="295" y="346"/>
                        <a:pt x="295" y="346"/>
                      </a:cubicBezTo>
                      <a:cubicBezTo>
                        <a:pt x="295" y="345"/>
                        <a:pt x="295" y="345"/>
                        <a:pt x="295" y="345"/>
                      </a:cubicBezTo>
                      <a:cubicBezTo>
                        <a:pt x="295" y="344"/>
                        <a:pt x="295" y="343"/>
                        <a:pt x="296" y="343"/>
                      </a:cubicBezTo>
                      <a:close/>
                      <a:moveTo>
                        <a:pt x="274" y="399"/>
                      </a:moveTo>
                      <a:cubicBezTo>
                        <a:pt x="273" y="399"/>
                        <a:pt x="273" y="399"/>
                        <a:pt x="273" y="401"/>
                      </a:cubicBezTo>
                      <a:cubicBezTo>
                        <a:pt x="271" y="400"/>
                        <a:pt x="271" y="400"/>
                        <a:pt x="271" y="398"/>
                      </a:cubicBezTo>
                      <a:cubicBezTo>
                        <a:pt x="271" y="397"/>
                        <a:pt x="272" y="397"/>
                        <a:pt x="272" y="397"/>
                      </a:cubicBezTo>
                      <a:cubicBezTo>
                        <a:pt x="273" y="398"/>
                        <a:pt x="273" y="398"/>
                        <a:pt x="274" y="399"/>
                      </a:cubicBezTo>
                      <a:close/>
                      <a:moveTo>
                        <a:pt x="268" y="419"/>
                      </a:moveTo>
                      <a:cubicBezTo>
                        <a:pt x="268" y="420"/>
                        <a:pt x="269" y="420"/>
                        <a:pt x="269" y="421"/>
                      </a:cubicBezTo>
                      <a:cubicBezTo>
                        <a:pt x="268" y="421"/>
                        <a:pt x="268" y="421"/>
                        <a:pt x="268" y="421"/>
                      </a:cubicBezTo>
                      <a:cubicBezTo>
                        <a:pt x="268" y="422"/>
                        <a:pt x="267" y="422"/>
                        <a:pt x="267" y="422"/>
                      </a:cubicBezTo>
                      <a:cubicBezTo>
                        <a:pt x="266" y="422"/>
                        <a:pt x="267" y="422"/>
                        <a:pt x="267" y="421"/>
                      </a:cubicBezTo>
                      <a:cubicBezTo>
                        <a:pt x="266" y="421"/>
                        <a:pt x="266" y="420"/>
                        <a:pt x="266" y="420"/>
                      </a:cubicBezTo>
                      <a:cubicBezTo>
                        <a:pt x="266" y="419"/>
                        <a:pt x="266" y="418"/>
                        <a:pt x="267" y="418"/>
                      </a:cubicBezTo>
                      <a:cubicBezTo>
                        <a:pt x="267" y="418"/>
                        <a:pt x="268" y="419"/>
                        <a:pt x="268" y="419"/>
                      </a:cubicBezTo>
                      <a:close/>
                      <a:moveTo>
                        <a:pt x="297" y="350"/>
                      </a:moveTo>
                      <a:cubicBezTo>
                        <a:pt x="297" y="351"/>
                        <a:pt x="298" y="351"/>
                        <a:pt x="298" y="352"/>
                      </a:cubicBezTo>
                      <a:cubicBezTo>
                        <a:pt x="298" y="352"/>
                        <a:pt x="298" y="352"/>
                        <a:pt x="297" y="353"/>
                      </a:cubicBezTo>
                      <a:cubicBezTo>
                        <a:pt x="297" y="353"/>
                        <a:pt x="296" y="353"/>
                        <a:pt x="296" y="352"/>
                      </a:cubicBezTo>
                      <a:cubicBezTo>
                        <a:pt x="295" y="352"/>
                        <a:pt x="296" y="352"/>
                        <a:pt x="296" y="351"/>
                      </a:cubicBezTo>
                      <a:cubicBezTo>
                        <a:pt x="296" y="351"/>
                        <a:pt x="296" y="351"/>
                        <a:pt x="296" y="350"/>
                      </a:cubicBezTo>
                      <a:cubicBezTo>
                        <a:pt x="296" y="350"/>
                        <a:pt x="297" y="349"/>
                        <a:pt x="297" y="349"/>
                      </a:cubicBezTo>
                      <a:cubicBezTo>
                        <a:pt x="298" y="349"/>
                        <a:pt x="297" y="350"/>
                        <a:pt x="297" y="350"/>
                      </a:cubicBezTo>
                      <a:close/>
                      <a:moveTo>
                        <a:pt x="222" y="333"/>
                      </a:moveTo>
                      <a:cubicBezTo>
                        <a:pt x="222" y="333"/>
                        <a:pt x="222" y="332"/>
                        <a:pt x="223" y="333"/>
                      </a:cubicBezTo>
                      <a:cubicBezTo>
                        <a:pt x="224" y="333"/>
                        <a:pt x="225" y="333"/>
                        <a:pt x="225" y="333"/>
                      </a:cubicBezTo>
                      <a:cubicBezTo>
                        <a:pt x="225" y="334"/>
                        <a:pt x="223" y="334"/>
                        <a:pt x="223" y="334"/>
                      </a:cubicBezTo>
                      <a:cubicBezTo>
                        <a:pt x="222" y="334"/>
                        <a:pt x="222" y="334"/>
                        <a:pt x="222" y="333"/>
                      </a:cubicBezTo>
                      <a:close/>
                      <a:moveTo>
                        <a:pt x="163" y="400"/>
                      </a:moveTo>
                      <a:cubicBezTo>
                        <a:pt x="165" y="399"/>
                        <a:pt x="166" y="400"/>
                        <a:pt x="167" y="400"/>
                      </a:cubicBezTo>
                      <a:cubicBezTo>
                        <a:pt x="166" y="401"/>
                        <a:pt x="165" y="399"/>
                        <a:pt x="163" y="400"/>
                      </a:cubicBezTo>
                      <a:close/>
                      <a:moveTo>
                        <a:pt x="265" y="425"/>
                      </a:moveTo>
                      <a:cubicBezTo>
                        <a:pt x="265" y="426"/>
                        <a:pt x="265" y="427"/>
                        <a:pt x="265" y="427"/>
                      </a:cubicBezTo>
                      <a:cubicBezTo>
                        <a:pt x="265" y="427"/>
                        <a:pt x="265" y="427"/>
                        <a:pt x="264" y="428"/>
                      </a:cubicBezTo>
                      <a:cubicBezTo>
                        <a:pt x="264" y="427"/>
                        <a:pt x="264" y="427"/>
                        <a:pt x="264" y="427"/>
                      </a:cubicBezTo>
                      <a:cubicBezTo>
                        <a:pt x="264" y="426"/>
                        <a:pt x="264" y="426"/>
                        <a:pt x="264" y="425"/>
                      </a:cubicBezTo>
                      <a:cubicBezTo>
                        <a:pt x="265" y="425"/>
                        <a:pt x="265" y="425"/>
                        <a:pt x="265" y="425"/>
                      </a:cubicBezTo>
                      <a:close/>
                      <a:moveTo>
                        <a:pt x="198" y="442"/>
                      </a:moveTo>
                      <a:cubicBezTo>
                        <a:pt x="198" y="442"/>
                        <a:pt x="198" y="443"/>
                        <a:pt x="197" y="444"/>
                      </a:cubicBezTo>
                      <a:cubicBezTo>
                        <a:pt x="197" y="443"/>
                        <a:pt x="197" y="442"/>
                        <a:pt x="198" y="442"/>
                      </a:cubicBezTo>
                      <a:close/>
                      <a:moveTo>
                        <a:pt x="260" y="415"/>
                      </a:moveTo>
                      <a:cubicBezTo>
                        <a:pt x="261" y="415"/>
                        <a:pt x="261" y="416"/>
                        <a:pt x="261" y="416"/>
                      </a:cubicBezTo>
                      <a:cubicBezTo>
                        <a:pt x="261" y="416"/>
                        <a:pt x="261" y="417"/>
                        <a:pt x="261" y="417"/>
                      </a:cubicBezTo>
                      <a:cubicBezTo>
                        <a:pt x="260" y="417"/>
                        <a:pt x="260" y="416"/>
                        <a:pt x="260" y="416"/>
                      </a:cubicBezTo>
                      <a:cubicBezTo>
                        <a:pt x="260" y="416"/>
                        <a:pt x="260" y="415"/>
                        <a:pt x="260" y="415"/>
                      </a:cubicBezTo>
                      <a:close/>
                      <a:moveTo>
                        <a:pt x="113" y="333"/>
                      </a:moveTo>
                      <a:cubicBezTo>
                        <a:pt x="113" y="333"/>
                        <a:pt x="113" y="333"/>
                        <a:pt x="113" y="333"/>
                      </a:cubicBezTo>
                      <a:cubicBezTo>
                        <a:pt x="114" y="333"/>
                        <a:pt x="114" y="333"/>
                        <a:pt x="114" y="333"/>
                      </a:cubicBezTo>
                      <a:cubicBezTo>
                        <a:pt x="114" y="334"/>
                        <a:pt x="114" y="334"/>
                        <a:pt x="113" y="334"/>
                      </a:cubicBezTo>
                      <a:cubicBezTo>
                        <a:pt x="113" y="334"/>
                        <a:pt x="113" y="334"/>
                        <a:pt x="113" y="333"/>
                      </a:cubicBezTo>
                      <a:close/>
                      <a:moveTo>
                        <a:pt x="270" y="404"/>
                      </a:moveTo>
                      <a:cubicBezTo>
                        <a:pt x="270" y="405"/>
                        <a:pt x="270" y="405"/>
                        <a:pt x="270" y="405"/>
                      </a:cubicBezTo>
                      <a:cubicBezTo>
                        <a:pt x="269" y="405"/>
                        <a:pt x="269" y="405"/>
                        <a:pt x="269" y="404"/>
                      </a:cubicBezTo>
                      <a:cubicBezTo>
                        <a:pt x="269" y="404"/>
                        <a:pt x="269" y="404"/>
                        <a:pt x="270" y="404"/>
                      </a:cubicBezTo>
                      <a:cubicBezTo>
                        <a:pt x="270" y="404"/>
                        <a:pt x="270" y="404"/>
                        <a:pt x="270" y="404"/>
                      </a:cubicBezTo>
                      <a:close/>
                      <a:moveTo>
                        <a:pt x="218" y="355"/>
                      </a:moveTo>
                      <a:cubicBezTo>
                        <a:pt x="219" y="355"/>
                        <a:pt x="219" y="356"/>
                        <a:pt x="219" y="357"/>
                      </a:cubicBezTo>
                      <a:cubicBezTo>
                        <a:pt x="218" y="356"/>
                        <a:pt x="218" y="356"/>
                        <a:pt x="218" y="355"/>
                      </a:cubicBezTo>
                      <a:close/>
                      <a:moveTo>
                        <a:pt x="295" y="342"/>
                      </a:moveTo>
                      <a:cubicBezTo>
                        <a:pt x="295" y="342"/>
                        <a:pt x="295" y="341"/>
                        <a:pt x="295" y="341"/>
                      </a:cubicBezTo>
                      <a:cubicBezTo>
                        <a:pt x="295" y="341"/>
                        <a:pt x="295" y="341"/>
                        <a:pt x="295" y="341"/>
                      </a:cubicBezTo>
                      <a:cubicBezTo>
                        <a:pt x="296" y="341"/>
                        <a:pt x="296" y="341"/>
                        <a:pt x="296" y="341"/>
                      </a:cubicBezTo>
                      <a:cubicBezTo>
                        <a:pt x="296" y="342"/>
                        <a:pt x="295" y="342"/>
                        <a:pt x="295" y="342"/>
                      </a:cubicBezTo>
                      <a:close/>
                      <a:moveTo>
                        <a:pt x="207" y="357"/>
                      </a:moveTo>
                      <a:cubicBezTo>
                        <a:pt x="208" y="357"/>
                        <a:pt x="208" y="357"/>
                        <a:pt x="208" y="358"/>
                      </a:cubicBezTo>
                      <a:cubicBezTo>
                        <a:pt x="208" y="358"/>
                        <a:pt x="208" y="358"/>
                        <a:pt x="208" y="358"/>
                      </a:cubicBezTo>
                      <a:cubicBezTo>
                        <a:pt x="207" y="358"/>
                        <a:pt x="207" y="358"/>
                        <a:pt x="207" y="357"/>
                      </a:cubicBezTo>
                      <a:close/>
                      <a:moveTo>
                        <a:pt x="221" y="369"/>
                      </a:moveTo>
                      <a:cubicBezTo>
                        <a:pt x="221" y="369"/>
                        <a:pt x="221" y="368"/>
                        <a:pt x="221" y="368"/>
                      </a:cubicBezTo>
                      <a:cubicBezTo>
                        <a:pt x="221" y="368"/>
                        <a:pt x="222" y="368"/>
                        <a:pt x="221" y="369"/>
                      </a:cubicBezTo>
                      <a:cubicBezTo>
                        <a:pt x="221" y="369"/>
                        <a:pt x="221" y="369"/>
                        <a:pt x="221" y="369"/>
                      </a:cubicBezTo>
                      <a:close/>
                      <a:moveTo>
                        <a:pt x="187" y="404"/>
                      </a:moveTo>
                      <a:cubicBezTo>
                        <a:pt x="187" y="404"/>
                        <a:pt x="187" y="404"/>
                        <a:pt x="188" y="404"/>
                      </a:cubicBezTo>
                      <a:cubicBezTo>
                        <a:pt x="188" y="404"/>
                        <a:pt x="188" y="404"/>
                        <a:pt x="188" y="404"/>
                      </a:cubicBezTo>
                      <a:cubicBezTo>
                        <a:pt x="188" y="405"/>
                        <a:pt x="188" y="405"/>
                        <a:pt x="188" y="405"/>
                      </a:cubicBezTo>
                      <a:cubicBezTo>
                        <a:pt x="188" y="405"/>
                        <a:pt x="187" y="404"/>
                        <a:pt x="187" y="404"/>
                      </a:cubicBezTo>
                      <a:close/>
                      <a:moveTo>
                        <a:pt x="252" y="397"/>
                      </a:moveTo>
                      <a:cubicBezTo>
                        <a:pt x="252" y="397"/>
                        <a:pt x="252" y="397"/>
                        <a:pt x="252" y="397"/>
                      </a:cubicBezTo>
                      <a:cubicBezTo>
                        <a:pt x="252" y="398"/>
                        <a:pt x="252" y="398"/>
                        <a:pt x="252" y="398"/>
                      </a:cubicBezTo>
                      <a:cubicBezTo>
                        <a:pt x="252" y="398"/>
                        <a:pt x="252" y="397"/>
                        <a:pt x="252" y="397"/>
                      </a:cubicBezTo>
                      <a:cubicBezTo>
                        <a:pt x="252" y="397"/>
                        <a:pt x="252" y="397"/>
                        <a:pt x="252" y="397"/>
                      </a:cubicBezTo>
                      <a:close/>
                      <a:moveTo>
                        <a:pt x="183" y="437"/>
                      </a:moveTo>
                      <a:cubicBezTo>
                        <a:pt x="183" y="437"/>
                        <a:pt x="182" y="437"/>
                        <a:pt x="182" y="437"/>
                      </a:cubicBezTo>
                      <a:cubicBezTo>
                        <a:pt x="182" y="437"/>
                        <a:pt x="182" y="436"/>
                        <a:pt x="182" y="436"/>
                      </a:cubicBezTo>
                      <a:cubicBezTo>
                        <a:pt x="183" y="436"/>
                        <a:pt x="183" y="437"/>
                        <a:pt x="183" y="437"/>
                      </a:cubicBezTo>
                      <a:close/>
                      <a:moveTo>
                        <a:pt x="111" y="331"/>
                      </a:moveTo>
                      <a:cubicBezTo>
                        <a:pt x="111" y="331"/>
                        <a:pt x="111" y="331"/>
                        <a:pt x="111" y="331"/>
                      </a:cubicBezTo>
                      <a:cubicBezTo>
                        <a:pt x="111" y="331"/>
                        <a:pt x="111" y="331"/>
                        <a:pt x="111" y="331"/>
                      </a:cubicBezTo>
                      <a:cubicBezTo>
                        <a:pt x="111" y="331"/>
                        <a:pt x="111" y="331"/>
                        <a:pt x="111" y="331"/>
                      </a:cubicBezTo>
                      <a:cubicBezTo>
                        <a:pt x="111" y="331"/>
                        <a:pt x="111" y="331"/>
                        <a:pt x="111" y="331"/>
                      </a:cubicBezTo>
                      <a:close/>
                      <a:moveTo>
                        <a:pt x="213" y="351"/>
                      </a:moveTo>
                      <a:cubicBezTo>
                        <a:pt x="213" y="351"/>
                        <a:pt x="213" y="351"/>
                        <a:pt x="213" y="351"/>
                      </a:cubicBezTo>
                      <a:cubicBezTo>
                        <a:pt x="213" y="351"/>
                        <a:pt x="213" y="351"/>
                        <a:pt x="213" y="351"/>
                      </a:cubicBezTo>
                      <a:cubicBezTo>
                        <a:pt x="214" y="351"/>
                        <a:pt x="213" y="352"/>
                        <a:pt x="213" y="351"/>
                      </a:cubicBezTo>
                      <a:cubicBezTo>
                        <a:pt x="213" y="351"/>
                        <a:pt x="213" y="351"/>
                        <a:pt x="213" y="351"/>
                      </a:cubicBezTo>
                      <a:close/>
                      <a:moveTo>
                        <a:pt x="253" y="396"/>
                      </a:moveTo>
                      <a:cubicBezTo>
                        <a:pt x="252" y="396"/>
                        <a:pt x="252" y="396"/>
                        <a:pt x="252" y="396"/>
                      </a:cubicBezTo>
                      <a:cubicBezTo>
                        <a:pt x="252" y="396"/>
                        <a:pt x="253" y="396"/>
                        <a:pt x="253" y="396"/>
                      </a:cubicBezTo>
                      <a:cubicBezTo>
                        <a:pt x="253" y="396"/>
                        <a:pt x="253" y="396"/>
                        <a:pt x="253" y="396"/>
                      </a:cubicBezTo>
                      <a:cubicBezTo>
                        <a:pt x="253" y="396"/>
                        <a:pt x="253" y="396"/>
                        <a:pt x="253" y="396"/>
                      </a:cubicBezTo>
                      <a:close/>
                      <a:moveTo>
                        <a:pt x="307" y="433"/>
                      </a:moveTo>
                      <a:cubicBezTo>
                        <a:pt x="307" y="434"/>
                        <a:pt x="306" y="433"/>
                        <a:pt x="306" y="434"/>
                      </a:cubicBezTo>
                      <a:cubicBezTo>
                        <a:pt x="305" y="435"/>
                        <a:pt x="305" y="434"/>
                        <a:pt x="305" y="434"/>
                      </a:cubicBezTo>
                      <a:cubicBezTo>
                        <a:pt x="304" y="434"/>
                        <a:pt x="304" y="434"/>
                        <a:pt x="303" y="435"/>
                      </a:cubicBezTo>
                      <a:cubicBezTo>
                        <a:pt x="303" y="436"/>
                        <a:pt x="303" y="437"/>
                        <a:pt x="302" y="437"/>
                      </a:cubicBezTo>
                      <a:cubicBezTo>
                        <a:pt x="301" y="437"/>
                        <a:pt x="301" y="438"/>
                        <a:pt x="301" y="438"/>
                      </a:cubicBezTo>
                      <a:cubicBezTo>
                        <a:pt x="300" y="440"/>
                        <a:pt x="298" y="440"/>
                        <a:pt x="297" y="439"/>
                      </a:cubicBezTo>
                      <a:cubicBezTo>
                        <a:pt x="296" y="438"/>
                        <a:pt x="295" y="438"/>
                        <a:pt x="295" y="437"/>
                      </a:cubicBezTo>
                      <a:cubicBezTo>
                        <a:pt x="295" y="438"/>
                        <a:pt x="294" y="438"/>
                        <a:pt x="293" y="438"/>
                      </a:cubicBezTo>
                      <a:cubicBezTo>
                        <a:pt x="291" y="438"/>
                        <a:pt x="291" y="436"/>
                        <a:pt x="289" y="435"/>
                      </a:cubicBezTo>
                      <a:cubicBezTo>
                        <a:pt x="289" y="435"/>
                        <a:pt x="289" y="435"/>
                        <a:pt x="288" y="435"/>
                      </a:cubicBezTo>
                      <a:cubicBezTo>
                        <a:pt x="287" y="435"/>
                        <a:pt x="287" y="434"/>
                        <a:pt x="287" y="434"/>
                      </a:cubicBezTo>
                      <a:cubicBezTo>
                        <a:pt x="287" y="433"/>
                        <a:pt x="287" y="432"/>
                        <a:pt x="286" y="432"/>
                      </a:cubicBezTo>
                      <a:cubicBezTo>
                        <a:pt x="285" y="432"/>
                        <a:pt x="286" y="433"/>
                        <a:pt x="286" y="433"/>
                      </a:cubicBezTo>
                      <a:cubicBezTo>
                        <a:pt x="286" y="434"/>
                        <a:pt x="286" y="434"/>
                        <a:pt x="285" y="434"/>
                      </a:cubicBezTo>
                      <a:cubicBezTo>
                        <a:pt x="285" y="434"/>
                        <a:pt x="283" y="432"/>
                        <a:pt x="283" y="432"/>
                      </a:cubicBezTo>
                      <a:cubicBezTo>
                        <a:pt x="283" y="431"/>
                        <a:pt x="283" y="430"/>
                        <a:pt x="282" y="430"/>
                      </a:cubicBezTo>
                      <a:cubicBezTo>
                        <a:pt x="282" y="430"/>
                        <a:pt x="282" y="431"/>
                        <a:pt x="282" y="431"/>
                      </a:cubicBezTo>
                      <a:cubicBezTo>
                        <a:pt x="281" y="432"/>
                        <a:pt x="281" y="433"/>
                        <a:pt x="281" y="432"/>
                      </a:cubicBezTo>
                      <a:cubicBezTo>
                        <a:pt x="280" y="432"/>
                        <a:pt x="279" y="432"/>
                        <a:pt x="279" y="431"/>
                      </a:cubicBezTo>
                      <a:cubicBezTo>
                        <a:pt x="279" y="430"/>
                        <a:pt x="278" y="430"/>
                        <a:pt x="278" y="429"/>
                      </a:cubicBezTo>
                      <a:cubicBezTo>
                        <a:pt x="278" y="428"/>
                        <a:pt x="279" y="427"/>
                        <a:pt x="280" y="427"/>
                      </a:cubicBezTo>
                      <a:cubicBezTo>
                        <a:pt x="282" y="427"/>
                        <a:pt x="282" y="426"/>
                        <a:pt x="284" y="426"/>
                      </a:cubicBezTo>
                      <a:cubicBezTo>
                        <a:pt x="284" y="426"/>
                        <a:pt x="284" y="426"/>
                        <a:pt x="284" y="426"/>
                      </a:cubicBezTo>
                      <a:cubicBezTo>
                        <a:pt x="284" y="424"/>
                        <a:pt x="285" y="424"/>
                        <a:pt x="286" y="424"/>
                      </a:cubicBezTo>
                      <a:cubicBezTo>
                        <a:pt x="286" y="423"/>
                        <a:pt x="286" y="423"/>
                        <a:pt x="285" y="422"/>
                      </a:cubicBezTo>
                      <a:cubicBezTo>
                        <a:pt x="285" y="422"/>
                        <a:pt x="284" y="421"/>
                        <a:pt x="285" y="420"/>
                      </a:cubicBezTo>
                      <a:cubicBezTo>
                        <a:pt x="286" y="420"/>
                        <a:pt x="285" y="420"/>
                        <a:pt x="285" y="420"/>
                      </a:cubicBezTo>
                      <a:cubicBezTo>
                        <a:pt x="285" y="419"/>
                        <a:pt x="285" y="419"/>
                        <a:pt x="285" y="419"/>
                      </a:cubicBezTo>
                      <a:cubicBezTo>
                        <a:pt x="285" y="418"/>
                        <a:pt x="286" y="419"/>
                        <a:pt x="286" y="419"/>
                      </a:cubicBezTo>
                      <a:cubicBezTo>
                        <a:pt x="287" y="419"/>
                        <a:pt x="287" y="421"/>
                        <a:pt x="288" y="421"/>
                      </a:cubicBezTo>
                      <a:cubicBezTo>
                        <a:pt x="288" y="420"/>
                        <a:pt x="287" y="419"/>
                        <a:pt x="287" y="419"/>
                      </a:cubicBezTo>
                      <a:cubicBezTo>
                        <a:pt x="286" y="417"/>
                        <a:pt x="287" y="416"/>
                        <a:pt x="287" y="415"/>
                      </a:cubicBezTo>
                      <a:cubicBezTo>
                        <a:pt x="288" y="414"/>
                        <a:pt x="288" y="414"/>
                        <a:pt x="288" y="413"/>
                      </a:cubicBezTo>
                      <a:cubicBezTo>
                        <a:pt x="288" y="412"/>
                        <a:pt x="289" y="412"/>
                        <a:pt x="289" y="412"/>
                      </a:cubicBezTo>
                      <a:cubicBezTo>
                        <a:pt x="291" y="413"/>
                        <a:pt x="291" y="415"/>
                        <a:pt x="292" y="415"/>
                      </a:cubicBezTo>
                      <a:cubicBezTo>
                        <a:pt x="293" y="415"/>
                        <a:pt x="293" y="416"/>
                        <a:pt x="293" y="416"/>
                      </a:cubicBezTo>
                      <a:cubicBezTo>
                        <a:pt x="292" y="417"/>
                        <a:pt x="292" y="417"/>
                        <a:pt x="293" y="418"/>
                      </a:cubicBezTo>
                      <a:cubicBezTo>
                        <a:pt x="293" y="418"/>
                        <a:pt x="293" y="418"/>
                        <a:pt x="293" y="418"/>
                      </a:cubicBezTo>
                      <a:cubicBezTo>
                        <a:pt x="293" y="418"/>
                        <a:pt x="293" y="417"/>
                        <a:pt x="294" y="417"/>
                      </a:cubicBezTo>
                      <a:cubicBezTo>
                        <a:pt x="294" y="417"/>
                        <a:pt x="294" y="417"/>
                        <a:pt x="295" y="418"/>
                      </a:cubicBezTo>
                      <a:cubicBezTo>
                        <a:pt x="295" y="419"/>
                        <a:pt x="295" y="419"/>
                        <a:pt x="296" y="420"/>
                      </a:cubicBezTo>
                      <a:cubicBezTo>
                        <a:pt x="297" y="420"/>
                        <a:pt x="298" y="422"/>
                        <a:pt x="300" y="423"/>
                      </a:cubicBezTo>
                      <a:cubicBezTo>
                        <a:pt x="301" y="423"/>
                        <a:pt x="301" y="424"/>
                        <a:pt x="301" y="425"/>
                      </a:cubicBezTo>
                      <a:cubicBezTo>
                        <a:pt x="301" y="426"/>
                        <a:pt x="301" y="427"/>
                        <a:pt x="301" y="428"/>
                      </a:cubicBezTo>
                      <a:cubicBezTo>
                        <a:pt x="302" y="428"/>
                        <a:pt x="301" y="426"/>
                        <a:pt x="302" y="426"/>
                      </a:cubicBezTo>
                      <a:cubicBezTo>
                        <a:pt x="302" y="426"/>
                        <a:pt x="302" y="427"/>
                        <a:pt x="302" y="428"/>
                      </a:cubicBezTo>
                      <a:cubicBezTo>
                        <a:pt x="303" y="430"/>
                        <a:pt x="303" y="431"/>
                        <a:pt x="304" y="432"/>
                      </a:cubicBezTo>
                      <a:cubicBezTo>
                        <a:pt x="305" y="433"/>
                        <a:pt x="305" y="432"/>
                        <a:pt x="306" y="432"/>
                      </a:cubicBezTo>
                      <a:cubicBezTo>
                        <a:pt x="306" y="431"/>
                        <a:pt x="306" y="431"/>
                        <a:pt x="307" y="431"/>
                      </a:cubicBezTo>
                      <a:cubicBezTo>
                        <a:pt x="308" y="432"/>
                        <a:pt x="307" y="432"/>
                        <a:pt x="307" y="433"/>
                      </a:cubicBezTo>
                      <a:close/>
                      <a:moveTo>
                        <a:pt x="276" y="428"/>
                      </a:moveTo>
                      <a:cubicBezTo>
                        <a:pt x="276" y="429"/>
                        <a:pt x="275" y="430"/>
                        <a:pt x="276" y="430"/>
                      </a:cubicBezTo>
                      <a:cubicBezTo>
                        <a:pt x="276" y="431"/>
                        <a:pt x="275" y="431"/>
                        <a:pt x="275" y="431"/>
                      </a:cubicBezTo>
                      <a:cubicBezTo>
                        <a:pt x="275" y="432"/>
                        <a:pt x="274" y="432"/>
                        <a:pt x="274" y="433"/>
                      </a:cubicBezTo>
                      <a:cubicBezTo>
                        <a:pt x="274" y="434"/>
                        <a:pt x="273" y="436"/>
                        <a:pt x="272" y="436"/>
                      </a:cubicBezTo>
                      <a:cubicBezTo>
                        <a:pt x="272" y="436"/>
                        <a:pt x="271" y="436"/>
                        <a:pt x="271" y="435"/>
                      </a:cubicBezTo>
                      <a:cubicBezTo>
                        <a:pt x="271" y="435"/>
                        <a:pt x="270" y="434"/>
                        <a:pt x="270" y="434"/>
                      </a:cubicBezTo>
                      <a:cubicBezTo>
                        <a:pt x="270" y="433"/>
                        <a:pt x="270" y="432"/>
                        <a:pt x="270" y="432"/>
                      </a:cubicBezTo>
                      <a:cubicBezTo>
                        <a:pt x="271" y="432"/>
                        <a:pt x="271" y="431"/>
                        <a:pt x="271" y="431"/>
                      </a:cubicBezTo>
                      <a:cubicBezTo>
                        <a:pt x="271" y="429"/>
                        <a:pt x="272" y="428"/>
                        <a:pt x="273" y="427"/>
                      </a:cubicBezTo>
                      <a:cubicBezTo>
                        <a:pt x="274" y="427"/>
                        <a:pt x="275" y="426"/>
                        <a:pt x="276" y="427"/>
                      </a:cubicBezTo>
                      <a:cubicBezTo>
                        <a:pt x="277" y="427"/>
                        <a:pt x="277" y="428"/>
                        <a:pt x="276" y="428"/>
                      </a:cubicBezTo>
                      <a:close/>
                      <a:moveTo>
                        <a:pt x="302" y="421"/>
                      </a:moveTo>
                      <a:cubicBezTo>
                        <a:pt x="302" y="421"/>
                        <a:pt x="303" y="420"/>
                        <a:pt x="303" y="419"/>
                      </a:cubicBezTo>
                      <a:cubicBezTo>
                        <a:pt x="302" y="418"/>
                        <a:pt x="303" y="418"/>
                        <a:pt x="304" y="418"/>
                      </a:cubicBezTo>
                      <a:cubicBezTo>
                        <a:pt x="305" y="418"/>
                        <a:pt x="306" y="419"/>
                        <a:pt x="306" y="420"/>
                      </a:cubicBezTo>
                      <a:cubicBezTo>
                        <a:pt x="306" y="421"/>
                        <a:pt x="306" y="422"/>
                        <a:pt x="305" y="423"/>
                      </a:cubicBezTo>
                      <a:cubicBezTo>
                        <a:pt x="305" y="423"/>
                        <a:pt x="305" y="423"/>
                        <a:pt x="304" y="423"/>
                      </a:cubicBezTo>
                      <a:cubicBezTo>
                        <a:pt x="304" y="423"/>
                        <a:pt x="304" y="423"/>
                        <a:pt x="304" y="422"/>
                      </a:cubicBezTo>
                      <a:cubicBezTo>
                        <a:pt x="304" y="421"/>
                        <a:pt x="305" y="420"/>
                        <a:pt x="303" y="418"/>
                      </a:cubicBezTo>
                      <a:cubicBezTo>
                        <a:pt x="303" y="420"/>
                        <a:pt x="304" y="421"/>
                        <a:pt x="303" y="422"/>
                      </a:cubicBezTo>
                      <a:cubicBezTo>
                        <a:pt x="303" y="422"/>
                        <a:pt x="303" y="422"/>
                        <a:pt x="303" y="422"/>
                      </a:cubicBezTo>
                      <a:cubicBezTo>
                        <a:pt x="302" y="422"/>
                        <a:pt x="302" y="422"/>
                        <a:pt x="302" y="421"/>
                      </a:cubicBezTo>
                      <a:close/>
                      <a:moveTo>
                        <a:pt x="264" y="435"/>
                      </a:moveTo>
                      <a:cubicBezTo>
                        <a:pt x="264" y="436"/>
                        <a:pt x="263" y="437"/>
                        <a:pt x="262" y="437"/>
                      </a:cubicBezTo>
                      <a:cubicBezTo>
                        <a:pt x="261" y="437"/>
                        <a:pt x="261" y="436"/>
                        <a:pt x="261" y="436"/>
                      </a:cubicBezTo>
                      <a:cubicBezTo>
                        <a:pt x="259" y="435"/>
                        <a:pt x="259" y="435"/>
                        <a:pt x="261" y="434"/>
                      </a:cubicBezTo>
                      <a:cubicBezTo>
                        <a:pt x="261" y="434"/>
                        <a:pt x="261" y="434"/>
                        <a:pt x="261" y="434"/>
                      </a:cubicBezTo>
                      <a:cubicBezTo>
                        <a:pt x="262" y="433"/>
                        <a:pt x="262" y="432"/>
                        <a:pt x="263" y="433"/>
                      </a:cubicBezTo>
                      <a:cubicBezTo>
                        <a:pt x="264" y="433"/>
                        <a:pt x="264" y="434"/>
                        <a:pt x="264" y="435"/>
                      </a:cubicBezTo>
                      <a:close/>
                      <a:moveTo>
                        <a:pt x="297" y="419"/>
                      </a:moveTo>
                      <a:cubicBezTo>
                        <a:pt x="299" y="418"/>
                        <a:pt x="300" y="420"/>
                        <a:pt x="301" y="419"/>
                      </a:cubicBezTo>
                      <a:cubicBezTo>
                        <a:pt x="301" y="419"/>
                        <a:pt x="301" y="419"/>
                        <a:pt x="301" y="419"/>
                      </a:cubicBezTo>
                      <a:cubicBezTo>
                        <a:pt x="302" y="420"/>
                        <a:pt x="301" y="421"/>
                        <a:pt x="301" y="422"/>
                      </a:cubicBezTo>
                      <a:cubicBezTo>
                        <a:pt x="301" y="423"/>
                        <a:pt x="301" y="423"/>
                        <a:pt x="300" y="422"/>
                      </a:cubicBezTo>
                      <a:cubicBezTo>
                        <a:pt x="299" y="421"/>
                        <a:pt x="298" y="420"/>
                        <a:pt x="297" y="419"/>
                      </a:cubicBezTo>
                      <a:close/>
                      <a:moveTo>
                        <a:pt x="276" y="443"/>
                      </a:moveTo>
                      <a:cubicBezTo>
                        <a:pt x="276" y="443"/>
                        <a:pt x="275" y="443"/>
                        <a:pt x="275" y="443"/>
                      </a:cubicBezTo>
                      <a:cubicBezTo>
                        <a:pt x="274" y="443"/>
                        <a:pt x="273" y="443"/>
                        <a:pt x="273" y="442"/>
                      </a:cubicBezTo>
                      <a:cubicBezTo>
                        <a:pt x="274" y="441"/>
                        <a:pt x="274" y="441"/>
                        <a:pt x="275" y="441"/>
                      </a:cubicBezTo>
                      <a:cubicBezTo>
                        <a:pt x="276" y="441"/>
                        <a:pt x="276" y="442"/>
                        <a:pt x="276" y="443"/>
                      </a:cubicBezTo>
                      <a:close/>
                      <a:moveTo>
                        <a:pt x="271" y="440"/>
                      </a:moveTo>
                      <a:cubicBezTo>
                        <a:pt x="271" y="441"/>
                        <a:pt x="271" y="441"/>
                        <a:pt x="270" y="441"/>
                      </a:cubicBezTo>
                      <a:cubicBezTo>
                        <a:pt x="270" y="441"/>
                        <a:pt x="270" y="440"/>
                        <a:pt x="269" y="440"/>
                      </a:cubicBezTo>
                      <a:cubicBezTo>
                        <a:pt x="269" y="440"/>
                        <a:pt x="269" y="439"/>
                        <a:pt x="270" y="439"/>
                      </a:cubicBezTo>
                      <a:cubicBezTo>
                        <a:pt x="270" y="439"/>
                        <a:pt x="271" y="440"/>
                        <a:pt x="271" y="440"/>
                      </a:cubicBezTo>
                      <a:close/>
                      <a:moveTo>
                        <a:pt x="292" y="412"/>
                      </a:moveTo>
                      <a:cubicBezTo>
                        <a:pt x="292" y="412"/>
                        <a:pt x="292" y="411"/>
                        <a:pt x="293" y="411"/>
                      </a:cubicBezTo>
                      <a:cubicBezTo>
                        <a:pt x="293" y="411"/>
                        <a:pt x="293" y="412"/>
                        <a:pt x="293" y="412"/>
                      </a:cubicBezTo>
                      <a:cubicBezTo>
                        <a:pt x="293" y="412"/>
                        <a:pt x="293" y="412"/>
                        <a:pt x="293" y="412"/>
                      </a:cubicBezTo>
                      <a:cubicBezTo>
                        <a:pt x="292" y="412"/>
                        <a:pt x="292" y="412"/>
                        <a:pt x="292" y="412"/>
                      </a:cubicBezTo>
                      <a:close/>
                      <a:moveTo>
                        <a:pt x="269" y="436"/>
                      </a:moveTo>
                      <a:cubicBezTo>
                        <a:pt x="269" y="436"/>
                        <a:pt x="270" y="436"/>
                        <a:pt x="270" y="436"/>
                      </a:cubicBezTo>
                      <a:cubicBezTo>
                        <a:pt x="270" y="436"/>
                        <a:pt x="270" y="436"/>
                        <a:pt x="270" y="437"/>
                      </a:cubicBezTo>
                      <a:cubicBezTo>
                        <a:pt x="270" y="437"/>
                        <a:pt x="270" y="437"/>
                        <a:pt x="270" y="437"/>
                      </a:cubicBezTo>
                      <a:cubicBezTo>
                        <a:pt x="270" y="437"/>
                        <a:pt x="269" y="437"/>
                        <a:pt x="269" y="436"/>
                      </a:cubicBezTo>
                      <a:close/>
                      <a:moveTo>
                        <a:pt x="297" y="129"/>
                      </a:moveTo>
                      <a:cubicBezTo>
                        <a:pt x="298" y="129"/>
                        <a:pt x="298" y="130"/>
                        <a:pt x="298" y="130"/>
                      </a:cubicBezTo>
                      <a:cubicBezTo>
                        <a:pt x="297" y="131"/>
                        <a:pt x="297" y="131"/>
                        <a:pt x="298" y="131"/>
                      </a:cubicBezTo>
                      <a:cubicBezTo>
                        <a:pt x="299" y="132"/>
                        <a:pt x="299" y="133"/>
                        <a:pt x="300" y="133"/>
                      </a:cubicBezTo>
                      <a:cubicBezTo>
                        <a:pt x="300" y="133"/>
                        <a:pt x="301" y="134"/>
                        <a:pt x="301" y="134"/>
                      </a:cubicBezTo>
                      <a:cubicBezTo>
                        <a:pt x="302" y="135"/>
                        <a:pt x="302" y="134"/>
                        <a:pt x="303" y="134"/>
                      </a:cubicBezTo>
                      <a:cubicBezTo>
                        <a:pt x="303" y="133"/>
                        <a:pt x="303" y="133"/>
                        <a:pt x="304" y="133"/>
                      </a:cubicBezTo>
                      <a:cubicBezTo>
                        <a:pt x="304" y="134"/>
                        <a:pt x="305" y="133"/>
                        <a:pt x="306" y="133"/>
                      </a:cubicBezTo>
                      <a:cubicBezTo>
                        <a:pt x="306" y="134"/>
                        <a:pt x="305" y="134"/>
                        <a:pt x="304" y="135"/>
                      </a:cubicBezTo>
                      <a:cubicBezTo>
                        <a:pt x="304" y="135"/>
                        <a:pt x="303" y="135"/>
                        <a:pt x="303" y="135"/>
                      </a:cubicBezTo>
                      <a:cubicBezTo>
                        <a:pt x="303" y="136"/>
                        <a:pt x="304" y="136"/>
                        <a:pt x="304" y="136"/>
                      </a:cubicBezTo>
                      <a:cubicBezTo>
                        <a:pt x="304" y="137"/>
                        <a:pt x="304" y="137"/>
                        <a:pt x="305" y="137"/>
                      </a:cubicBezTo>
                      <a:cubicBezTo>
                        <a:pt x="305" y="138"/>
                        <a:pt x="306" y="138"/>
                        <a:pt x="307" y="137"/>
                      </a:cubicBezTo>
                      <a:cubicBezTo>
                        <a:pt x="309" y="137"/>
                        <a:pt x="309" y="136"/>
                        <a:pt x="310" y="135"/>
                      </a:cubicBezTo>
                      <a:cubicBezTo>
                        <a:pt x="310" y="134"/>
                        <a:pt x="310" y="134"/>
                        <a:pt x="311" y="133"/>
                      </a:cubicBezTo>
                      <a:cubicBezTo>
                        <a:pt x="311" y="133"/>
                        <a:pt x="311" y="133"/>
                        <a:pt x="311" y="134"/>
                      </a:cubicBezTo>
                      <a:cubicBezTo>
                        <a:pt x="311" y="134"/>
                        <a:pt x="311" y="135"/>
                        <a:pt x="312" y="135"/>
                      </a:cubicBezTo>
                      <a:cubicBezTo>
                        <a:pt x="313" y="135"/>
                        <a:pt x="313" y="135"/>
                        <a:pt x="314" y="136"/>
                      </a:cubicBezTo>
                      <a:cubicBezTo>
                        <a:pt x="313" y="136"/>
                        <a:pt x="313" y="136"/>
                        <a:pt x="312" y="136"/>
                      </a:cubicBezTo>
                      <a:cubicBezTo>
                        <a:pt x="311" y="136"/>
                        <a:pt x="310" y="137"/>
                        <a:pt x="309" y="138"/>
                      </a:cubicBezTo>
                      <a:cubicBezTo>
                        <a:pt x="309" y="138"/>
                        <a:pt x="309" y="139"/>
                        <a:pt x="309" y="139"/>
                      </a:cubicBezTo>
                      <a:cubicBezTo>
                        <a:pt x="310" y="140"/>
                        <a:pt x="310" y="141"/>
                        <a:pt x="311" y="141"/>
                      </a:cubicBezTo>
                      <a:cubicBezTo>
                        <a:pt x="311" y="142"/>
                        <a:pt x="312" y="142"/>
                        <a:pt x="312" y="142"/>
                      </a:cubicBezTo>
                      <a:cubicBezTo>
                        <a:pt x="312" y="143"/>
                        <a:pt x="312" y="143"/>
                        <a:pt x="312" y="143"/>
                      </a:cubicBezTo>
                      <a:cubicBezTo>
                        <a:pt x="311" y="143"/>
                        <a:pt x="311" y="142"/>
                        <a:pt x="310" y="142"/>
                      </a:cubicBezTo>
                      <a:cubicBezTo>
                        <a:pt x="310" y="142"/>
                        <a:pt x="310" y="142"/>
                        <a:pt x="310" y="142"/>
                      </a:cubicBezTo>
                      <a:cubicBezTo>
                        <a:pt x="309" y="141"/>
                        <a:pt x="309" y="141"/>
                        <a:pt x="308" y="141"/>
                      </a:cubicBezTo>
                      <a:cubicBezTo>
                        <a:pt x="308" y="142"/>
                        <a:pt x="307" y="142"/>
                        <a:pt x="307" y="142"/>
                      </a:cubicBezTo>
                      <a:cubicBezTo>
                        <a:pt x="306" y="141"/>
                        <a:pt x="306" y="141"/>
                        <a:pt x="305" y="141"/>
                      </a:cubicBezTo>
                      <a:cubicBezTo>
                        <a:pt x="305" y="141"/>
                        <a:pt x="305" y="141"/>
                        <a:pt x="305" y="141"/>
                      </a:cubicBezTo>
                      <a:cubicBezTo>
                        <a:pt x="303" y="141"/>
                        <a:pt x="301" y="140"/>
                        <a:pt x="300" y="138"/>
                      </a:cubicBezTo>
                      <a:cubicBezTo>
                        <a:pt x="300" y="138"/>
                        <a:pt x="298" y="137"/>
                        <a:pt x="297" y="137"/>
                      </a:cubicBezTo>
                      <a:cubicBezTo>
                        <a:pt x="296" y="137"/>
                        <a:pt x="297" y="138"/>
                        <a:pt x="297" y="139"/>
                      </a:cubicBezTo>
                      <a:cubicBezTo>
                        <a:pt x="297" y="139"/>
                        <a:pt x="297" y="139"/>
                        <a:pt x="297" y="139"/>
                      </a:cubicBezTo>
                      <a:cubicBezTo>
                        <a:pt x="297" y="141"/>
                        <a:pt x="297" y="141"/>
                        <a:pt x="299" y="140"/>
                      </a:cubicBezTo>
                      <a:cubicBezTo>
                        <a:pt x="299" y="140"/>
                        <a:pt x="299" y="140"/>
                        <a:pt x="299" y="140"/>
                      </a:cubicBezTo>
                      <a:cubicBezTo>
                        <a:pt x="299" y="141"/>
                        <a:pt x="299" y="141"/>
                        <a:pt x="299" y="141"/>
                      </a:cubicBezTo>
                      <a:cubicBezTo>
                        <a:pt x="299" y="141"/>
                        <a:pt x="299" y="141"/>
                        <a:pt x="299" y="141"/>
                      </a:cubicBezTo>
                      <a:cubicBezTo>
                        <a:pt x="297" y="141"/>
                        <a:pt x="297" y="143"/>
                        <a:pt x="298" y="144"/>
                      </a:cubicBezTo>
                      <a:cubicBezTo>
                        <a:pt x="298" y="145"/>
                        <a:pt x="299" y="145"/>
                        <a:pt x="300" y="145"/>
                      </a:cubicBezTo>
                      <a:cubicBezTo>
                        <a:pt x="300" y="145"/>
                        <a:pt x="301" y="146"/>
                        <a:pt x="300" y="146"/>
                      </a:cubicBezTo>
                      <a:cubicBezTo>
                        <a:pt x="300" y="146"/>
                        <a:pt x="300" y="146"/>
                        <a:pt x="299" y="146"/>
                      </a:cubicBezTo>
                      <a:cubicBezTo>
                        <a:pt x="299" y="146"/>
                        <a:pt x="299" y="146"/>
                        <a:pt x="299" y="146"/>
                      </a:cubicBezTo>
                      <a:cubicBezTo>
                        <a:pt x="298" y="146"/>
                        <a:pt x="298" y="147"/>
                        <a:pt x="297" y="147"/>
                      </a:cubicBezTo>
                      <a:cubicBezTo>
                        <a:pt x="297" y="147"/>
                        <a:pt x="297" y="147"/>
                        <a:pt x="297" y="147"/>
                      </a:cubicBezTo>
                      <a:cubicBezTo>
                        <a:pt x="298" y="148"/>
                        <a:pt x="299" y="148"/>
                        <a:pt x="299" y="149"/>
                      </a:cubicBezTo>
                      <a:cubicBezTo>
                        <a:pt x="299" y="149"/>
                        <a:pt x="300" y="150"/>
                        <a:pt x="300" y="150"/>
                      </a:cubicBezTo>
                      <a:cubicBezTo>
                        <a:pt x="300" y="152"/>
                        <a:pt x="301" y="153"/>
                        <a:pt x="302" y="155"/>
                      </a:cubicBezTo>
                      <a:cubicBezTo>
                        <a:pt x="302" y="155"/>
                        <a:pt x="302" y="156"/>
                        <a:pt x="303" y="156"/>
                      </a:cubicBezTo>
                      <a:cubicBezTo>
                        <a:pt x="303" y="156"/>
                        <a:pt x="303" y="156"/>
                        <a:pt x="303" y="156"/>
                      </a:cubicBezTo>
                      <a:cubicBezTo>
                        <a:pt x="303" y="156"/>
                        <a:pt x="303" y="156"/>
                        <a:pt x="303" y="156"/>
                      </a:cubicBezTo>
                      <a:cubicBezTo>
                        <a:pt x="304" y="156"/>
                        <a:pt x="304" y="157"/>
                        <a:pt x="305" y="156"/>
                      </a:cubicBezTo>
                      <a:cubicBezTo>
                        <a:pt x="305" y="156"/>
                        <a:pt x="305" y="156"/>
                        <a:pt x="305" y="156"/>
                      </a:cubicBezTo>
                      <a:cubicBezTo>
                        <a:pt x="306" y="156"/>
                        <a:pt x="307" y="156"/>
                        <a:pt x="308" y="155"/>
                      </a:cubicBezTo>
                      <a:cubicBezTo>
                        <a:pt x="308" y="155"/>
                        <a:pt x="308" y="155"/>
                        <a:pt x="308" y="155"/>
                      </a:cubicBezTo>
                      <a:cubicBezTo>
                        <a:pt x="309" y="155"/>
                        <a:pt x="309" y="155"/>
                        <a:pt x="309" y="155"/>
                      </a:cubicBezTo>
                      <a:cubicBezTo>
                        <a:pt x="310" y="154"/>
                        <a:pt x="311" y="154"/>
                        <a:pt x="311" y="153"/>
                      </a:cubicBezTo>
                      <a:cubicBezTo>
                        <a:pt x="311" y="152"/>
                        <a:pt x="312" y="152"/>
                        <a:pt x="313" y="152"/>
                      </a:cubicBezTo>
                      <a:cubicBezTo>
                        <a:pt x="313" y="152"/>
                        <a:pt x="312" y="153"/>
                        <a:pt x="313" y="154"/>
                      </a:cubicBezTo>
                      <a:cubicBezTo>
                        <a:pt x="313" y="154"/>
                        <a:pt x="312" y="155"/>
                        <a:pt x="312" y="155"/>
                      </a:cubicBezTo>
                      <a:cubicBezTo>
                        <a:pt x="311" y="156"/>
                        <a:pt x="310" y="158"/>
                        <a:pt x="308" y="158"/>
                      </a:cubicBezTo>
                      <a:cubicBezTo>
                        <a:pt x="307" y="158"/>
                        <a:pt x="306" y="159"/>
                        <a:pt x="305" y="159"/>
                      </a:cubicBezTo>
                      <a:cubicBezTo>
                        <a:pt x="304" y="160"/>
                        <a:pt x="303" y="160"/>
                        <a:pt x="303" y="161"/>
                      </a:cubicBezTo>
                      <a:cubicBezTo>
                        <a:pt x="303" y="162"/>
                        <a:pt x="304" y="163"/>
                        <a:pt x="303" y="164"/>
                      </a:cubicBezTo>
                      <a:cubicBezTo>
                        <a:pt x="303" y="164"/>
                        <a:pt x="303" y="164"/>
                        <a:pt x="303" y="164"/>
                      </a:cubicBezTo>
                      <a:cubicBezTo>
                        <a:pt x="304" y="165"/>
                        <a:pt x="305" y="166"/>
                        <a:pt x="306" y="165"/>
                      </a:cubicBezTo>
                      <a:cubicBezTo>
                        <a:pt x="306" y="165"/>
                        <a:pt x="306" y="165"/>
                        <a:pt x="306" y="165"/>
                      </a:cubicBezTo>
                      <a:cubicBezTo>
                        <a:pt x="306" y="166"/>
                        <a:pt x="308" y="167"/>
                        <a:pt x="307" y="168"/>
                      </a:cubicBezTo>
                      <a:cubicBezTo>
                        <a:pt x="306" y="168"/>
                        <a:pt x="307" y="169"/>
                        <a:pt x="307" y="169"/>
                      </a:cubicBezTo>
                      <a:cubicBezTo>
                        <a:pt x="308" y="170"/>
                        <a:pt x="308" y="169"/>
                        <a:pt x="308" y="169"/>
                      </a:cubicBezTo>
                      <a:cubicBezTo>
                        <a:pt x="308" y="169"/>
                        <a:pt x="309" y="168"/>
                        <a:pt x="309" y="169"/>
                      </a:cubicBezTo>
                      <a:cubicBezTo>
                        <a:pt x="309" y="169"/>
                        <a:pt x="310" y="168"/>
                        <a:pt x="310" y="168"/>
                      </a:cubicBezTo>
                      <a:cubicBezTo>
                        <a:pt x="310" y="167"/>
                        <a:pt x="310" y="167"/>
                        <a:pt x="311" y="167"/>
                      </a:cubicBezTo>
                      <a:cubicBezTo>
                        <a:pt x="311" y="167"/>
                        <a:pt x="312" y="166"/>
                        <a:pt x="312" y="166"/>
                      </a:cubicBezTo>
                      <a:cubicBezTo>
                        <a:pt x="312" y="165"/>
                        <a:pt x="312" y="166"/>
                        <a:pt x="311" y="165"/>
                      </a:cubicBezTo>
                      <a:cubicBezTo>
                        <a:pt x="311" y="165"/>
                        <a:pt x="311" y="165"/>
                        <a:pt x="311" y="165"/>
                      </a:cubicBezTo>
                      <a:cubicBezTo>
                        <a:pt x="311" y="164"/>
                        <a:pt x="312" y="164"/>
                        <a:pt x="312" y="164"/>
                      </a:cubicBezTo>
                      <a:cubicBezTo>
                        <a:pt x="313" y="164"/>
                        <a:pt x="313" y="164"/>
                        <a:pt x="314" y="165"/>
                      </a:cubicBezTo>
                      <a:cubicBezTo>
                        <a:pt x="314" y="165"/>
                        <a:pt x="315" y="165"/>
                        <a:pt x="316" y="165"/>
                      </a:cubicBezTo>
                      <a:cubicBezTo>
                        <a:pt x="315" y="166"/>
                        <a:pt x="315" y="166"/>
                        <a:pt x="314" y="167"/>
                      </a:cubicBezTo>
                      <a:cubicBezTo>
                        <a:pt x="314" y="167"/>
                        <a:pt x="314" y="169"/>
                        <a:pt x="314" y="169"/>
                      </a:cubicBezTo>
                      <a:cubicBezTo>
                        <a:pt x="314" y="170"/>
                        <a:pt x="315" y="170"/>
                        <a:pt x="316" y="170"/>
                      </a:cubicBezTo>
                      <a:cubicBezTo>
                        <a:pt x="316" y="169"/>
                        <a:pt x="318" y="169"/>
                        <a:pt x="317" y="167"/>
                      </a:cubicBezTo>
                      <a:cubicBezTo>
                        <a:pt x="317" y="167"/>
                        <a:pt x="317" y="166"/>
                        <a:pt x="317" y="166"/>
                      </a:cubicBezTo>
                      <a:cubicBezTo>
                        <a:pt x="319" y="166"/>
                        <a:pt x="319" y="165"/>
                        <a:pt x="319" y="165"/>
                      </a:cubicBezTo>
                      <a:cubicBezTo>
                        <a:pt x="319" y="164"/>
                        <a:pt x="319" y="164"/>
                        <a:pt x="319" y="163"/>
                      </a:cubicBezTo>
                      <a:cubicBezTo>
                        <a:pt x="320" y="163"/>
                        <a:pt x="320" y="163"/>
                        <a:pt x="320" y="164"/>
                      </a:cubicBezTo>
                      <a:cubicBezTo>
                        <a:pt x="320" y="165"/>
                        <a:pt x="320" y="166"/>
                        <a:pt x="319" y="167"/>
                      </a:cubicBezTo>
                      <a:cubicBezTo>
                        <a:pt x="320" y="167"/>
                        <a:pt x="320" y="166"/>
                        <a:pt x="320" y="166"/>
                      </a:cubicBezTo>
                      <a:cubicBezTo>
                        <a:pt x="322" y="166"/>
                        <a:pt x="322" y="165"/>
                        <a:pt x="321" y="164"/>
                      </a:cubicBezTo>
                      <a:cubicBezTo>
                        <a:pt x="321" y="164"/>
                        <a:pt x="321" y="163"/>
                        <a:pt x="321" y="163"/>
                      </a:cubicBezTo>
                      <a:cubicBezTo>
                        <a:pt x="321" y="162"/>
                        <a:pt x="321" y="162"/>
                        <a:pt x="321" y="162"/>
                      </a:cubicBezTo>
                      <a:cubicBezTo>
                        <a:pt x="322" y="162"/>
                        <a:pt x="321" y="162"/>
                        <a:pt x="322" y="163"/>
                      </a:cubicBezTo>
                      <a:cubicBezTo>
                        <a:pt x="322" y="163"/>
                        <a:pt x="322" y="163"/>
                        <a:pt x="322" y="164"/>
                      </a:cubicBezTo>
                      <a:cubicBezTo>
                        <a:pt x="322" y="164"/>
                        <a:pt x="323" y="164"/>
                        <a:pt x="323" y="164"/>
                      </a:cubicBezTo>
                      <a:cubicBezTo>
                        <a:pt x="323" y="163"/>
                        <a:pt x="324" y="163"/>
                        <a:pt x="324" y="163"/>
                      </a:cubicBezTo>
                      <a:cubicBezTo>
                        <a:pt x="325" y="163"/>
                        <a:pt x="325" y="163"/>
                        <a:pt x="326" y="163"/>
                      </a:cubicBezTo>
                      <a:cubicBezTo>
                        <a:pt x="326" y="163"/>
                        <a:pt x="327" y="162"/>
                        <a:pt x="327" y="163"/>
                      </a:cubicBezTo>
                      <a:cubicBezTo>
                        <a:pt x="327" y="163"/>
                        <a:pt x="327" y="163"/>
                        <a:pt x="327" y="163"/>
                      </a:cubicBezTo>
                      <a:cubicBezTo>
                        <a:pt x="326" y="164"/>
                        <a:pt x="325" y="165"/>
                        <a:pt x="324" y="166"/>
                      </a:cubicBezTo>
                      <a:cubicBezTo>
                        <a:pt x="326" y="166"/>
                        <a:pt x="327" y="167"/>
                        <a:pt x="329" y="167"/>
                      </a:cubicBezTo>
                      <a:cubicBezTo>
                        <a:pt x="330" y="167"/>
                        <a:pt x="331" y="166"/>
                        <a:pt x="333" y="166"/>
                      </a:cubicBezTo>
                      <a:cubicBezTo>
                        <a:pt x="333" y="166"/>
                        <a:pt x="333" y="165"/>
                        <a:pt x="333" y="165"/>
                      </a:cubicBezTo>
                      <a:cubicBezTo>
                        <a:pt x="333" y="165"/>
                        <a:pt x="334" y="165"/>
                        <a:pt x="334" y="165"/>
                      </a:cubicBezTo>
                      <a:cubicBezTo>
                        <a:pt x="334" y="165"/>
                        <a:pt x="334" y="166"/>
                        <a:pt x="334" y="166"/>
                      </a:cubicBezTo>
                      <a:cubicBezTo>
                        <a:pt x="334" y="166"/>
                        <a:pt x="333" y="167"/>
                        <a:pt x="333" y="167"/>
                      </a:cubicBezTo>
                      <a:cubicBezTo>
                        <a:pt x="332" y="167"/>
                        <a:pt x="331" y="167"/>
                        <a:pt x="330" y="168"/>
                      </a:cubicBezTo>
                      <a:cubicBezTo>
                        <a:pt x="329" y="169"/>
                        <a:pt x="327" y="168"/>
                        <a:pt x="326" y="168"/>
                      </a:cubicBezTo>
                      <a:cubicBezTo>
                        <a:pt x="325" y="168"/>
                        <a:pt x="324" y="169"/>
                        <a:pt x="324" y="170"/>
                      </a:cubicBezTo>
                      <a:cubicBezTo>
                        <a:pt x="323" y="171"/>
                        <a:pt x="325" y="170"/>
                        <a:pt x="325" y="171"/>
                      </a:cubicBezTo>
                      <a:cubicBezTo>
                        <a:pt x="325" y="171"/>
                        <a:pt x="326" y="171"/>
                        <a:pt x="326" y="171"/>
                      </a:cubicBezTo>
                      <a:cubicBezTo>
                        <a:pt x="328" y="172"/>
                        <a:pt x="329" y="172"/>
                        <a:pt x="331" y="171"/>
                      </a:cubicBezTo>
                      <a:cubicBezTo>
                        <a:pt x="332" y="171"/>
                        <a:pt x="333" y="171"/>
                        <a:pt x="334" y="170"/>
                      </a:cubicBezTo>
                      <a:cubicBezTo>
                        <a:pt x="335" y="170"/>
                        <a:pt x="336" y="170"/>
                        <a:pt x="337" y="171"/>
                      </a:cubicBezTo>
                      <a:cubicBezTo>
                        <a:pt x="337" y="171"/>
                        <a:pt x="338" y="171"/>
                        <a:pt x="338" y="170"/>
                      </a:cubicBezTo>
                      <a:cubicBezTo>
                        <a:pt x="339" y="170"/>
                        <a:pt x="339" y="170"/>
                        <a:pt x="339" y="170"/>
                      </a:cubicBezTo>
                      <a:cubicBezTo>
                        <a:pt x="339" y="171"/>
                        <a:pt x="339" y="171"/>
                        <a:pt x="339" y="171"/>
                      </a:cubicBezTo>
                      <a:cubicBezTo>
                        <a:pt x="339" y="172"/>
                        <a:pt x="338" y="172"/>
                        <a:pt x="338" y="172"/>
                      </a:cubicBezTo>
                      <a:cubicBezTo>
                        <a:pt x="338" y="172"/>
                        <a:pt x="338" y="172"/>
                        <a:pt x="338" y="172"/>
                      </a:cubicBezTo>
                      <a:cubicBezTo>
                        <a:pt x="337" y="172"/>
                        <a:pt x="336" y="172"/>
                        <a:pt x="335" y="172"/>
                      </a:cubicBezTo>
                      <a:cubicBezTo>
                        <a:pt x="335" y="172"/>
                        <a:pt x="335" y="172"/>
                        <a:pt x="335" y="172"/>
                      </a:cubicBezTo>
                      <a:cubicBezTo>
                        <a:pt x="333" y="173"/>
                        <a:pt x="332" y="173"/>
                        <a:pt x="330" y="173"/>
                      </a:cubicBezTo>
                      <a:cubicBezTo>
                        <a:pt x="330" y="173"/>
                        <a:pt x="330" y="173"/>
                        <a:pt x="330" y="173"/>
                      </a:cubicBezTo>
                      <a:cubicBezTo>
                        <a:pt x="328" y="174"/>
                        <a:pt x="326" y="174"/>
                        <a:pt x="325" y="174"/>
                      </a:cubicBezTo>
                      <a:cubicBezTo>
                        <a:pt x="324" y="174"/>
                        <a:pt x="323" y="173"/>
                        <a:pt x="323" y="174"/>
                      </a:cubicBezTo>
                      <a:cubicBezTo>
                        <a:pt x="322" y="175"/>
                        <a:pt x="322" y="174"/>
                        <a:pt x="321" y="174"/>
                      </a:cubicBezTo>
                      <a:cubicBezTo>
                        <a:pt x="320" y="173"/>
                        <a:pt x="319" y="173"/>
                        <a:pt x="319" y="174"/>
                      </a:cubicBezTo>
                      <a:cubicBezTo>
                        <a:pt x="319" y="175"/>
                        <a:pt x="318" y="176"/>
                        <a:pt x="317" y="177"/>
                      </a:cubicBezTo>
                      <a:cubicBezTo>
                        <a:pt x="317" y="177"/>
                        <a:pt x="317" y="178"/>
                        <a:pt x="317" y="178"/>
                      </a:cubicBezTo>
                      <a:cubicBezTo>
                        <a:pt x="316" y="177"/>
                        <a:pt x="316" y="178"/>
                        <a:pt x="315" y="178"/>
                      </a:cubicBezTo>
                      <a:cubicBezTo>
                        <a:pt x="314" y="178"/>
                        <a:pt x="314" y="179"/>
                        <a:pt x="313" y="180"/>
                      </a:cubicBezTo>
                      <a:cubicBezTo>
                        <a:pt x="313" y="180"/>
                        <a:pt x="314" y="180"/>
                        <a:pt x="314" y="181"/>
                      </a:cubicBezTo>
                      <a:cubicBezTo>
                        <a:pt x="314" y="183"/>
                        <a:pt x="315" y="183"/>
                        <a:pt x="316" y="185"/>
                      </a:cubicBezTo>
                      <a:cubicBezTo>
                        <a:pt x="316" y="185"/>
                        <a:pt x="316" y="185"/>
                        <a:pt x="316" y="185"/>
                      </a:cubicBezTo>
                      <a:cubicBezTo>
                        <a:pt x="318" y="185"/>
                        <a:pt x="319" y="185"/>
                        <a:pt x="320" y="186"/>
                      </a:cubicBezTo>
                      <a:cubicBezTo>
                        <a:pt x="320" y="187"/>
                        <a:pt x="321" y="187"/>
                        <a:pt x="321" y="187"/>
                      </a:cubicBezTo>
                      <a:cubicBezTo>
                        <a:pt x="321" y="187"/>
                        <a:pt x="321" y="187"/>
                        <a:pt x="321" y="187"/>
                      </a:cubicBezTo>
                      <a:cubicBezTo>
                        <a:pt x="321" y="188"/>
                        <a:pt x="322" y="188"/>
                        <a:pt x="321" y="188"/>
                      </a:cubicBezTo>
                      <a:cubicBezTo>
                        <a:pt x="321" y="188"/>
                        <a:pt x="320" y="188"/>
                        <a:pt x="319" y="188"/>
                      </a:cubicBezTo>
                      <a:cubicBezTo>
                        <a:pt x="319" y="187"/>
                        <a:pt x="318" y="187"/>
                        <a:pt x="318" y="187"/>
                      </a:cubicBezTo>
                      <a:cubicBezTo>
                        <a:pt x="317" y="187"/>
                        <a:pt x="317" y="187"/>
                        <a:pt x="316" y="187"/>
                      </a:cubicBezTo>
                      <a:cubicBezTo>
                        <a:pt x="316" y="187"/>
                        <a:pt x="316" y="188"/>
                        <a:pt x="317" y="188"/>
                      </a:cubicBezTo>
                      <a:cubicBezTo>
                        <a:pt x="317" y="189"/>
                        <a:pt x="317" y="191"/>
                        <a:pt x="318" y="191"/>
                      </a:cubicBezTo>
                      <a:cubicBezTo>
                        <a:pt x="319" y="191"/>
                        <a:pt x="319" y="191"/>
                        <a:pt x="319" y="191"/>
                      </a:cubicBezTo>
                      <a:cubicBezTo>
                        <a:pt x="319" y="193"/>
                        <a:pt x="319" y="194"/>
                        <a:pt x="322" y="193"/>
                      </a:cubicBezTo>
                      <a:cubicBezTo>
                        <a:pt x="322" y="193"/>
                        <a:pt x="324" y="193"/>
                        <a:pt x="325" y="193"/>
                      </a:cubicBezTo>
                      <a:cubicBezTo>
                        <a:pt x="325" y="193"/>
                        <a:pt x="325" y="193"/>
                        <a:pt x="325" y="193"/>
                      </a:cubicBezTo>
                      <a:cubicBezTo>
                        <a:pt x="325" y="193"/>
                        <a:pt x="325" y="193"/>
                        <a:pt x="325" y="193"/>
                      </a:cubicBezTo>
                      <a:cubicBezTo>
                        <a:pt x="326" y="194"/>
                        <a:pt x="327" y="194"/>
                        <a:pt x="328" y="194"/>
                      </a:cubicBezTo>
                      <a:cubicBezTo>
                        <a:pt x="329" y="194"/>
                        <a:pt x="330" y="194"/>
                        <a:pt x="330" y="194"/>
                      </a:cubicBezTo>
                      <a:cubicBezTo>
                        <a:pt x="330" y="195"/>
                        <a:pt x="331" y="195"/>
                        <a:pt x="331" y="195"/>
                      </a:cubicBezTo>
                      <a:cubicBezTo>
                        <a:pt x="331" y="195"/>
                        <a:pt x="330" y="195"/>
                        <a:pt x="330" y="195"/>
                      </a:cubicBezTo>
                      <a:cubicBezTo>
                        <a:pt x="329" y="195"/>
                        <a:pt x="329" y="195"/>
                        <a:pt x="328" y="195"/>
                      </a:cubicBezTo>
                      <a:cubicBezTo>
                        <a:pt x="328" y="196"/>
                        <a:pt x="327" y="196"/>
                        <a:pt x="326" y="196"/>
                      </a:cubicBezTo>
                      <a:cubicBezTo>
                        <a:pt x="326" y="196"/>
                        <a:pt x="324" y="195"/>
                        <a:pt x="325" y="197"/>
                      </a:cubicBezTo>
                      <a:cubicBezTo>
                        <a:pt x="325" y="197"/>
                        <a:pt x="325" y="197"/>
                        <a:pt x="324" y="197"/>
                      </a:cubicBezTo>
                      <a:cubicBezTo>
                        <a:pt x="324" y="197"/>
                        <a:pt x="324" y="197"/>
                        <a:pt x="324" y="197"/>
                      </a:cubicBezTo>
                      <a:cubicBezTo>
                        <a:pt x="324" y="197"/>
                        <a:pt x="324" y="197"/>
                        <a:pt x="324" y="197"/>
                      </a:cubicBezTo>
                      <a:cubicBezTo>
                        <a:pt x="324" y="197"/>
                        <a:pt x="324" y="197"/>
                        <a:pt x="323" y="197"/>
                      </a:cubicBezTo>
                      <a:cubicBezTo>
                        <a:pt x="322" y="196"/>
                        <a:pt x="322" y="197"/>
                        <a:pt x="322" y="198"/>
                      </a:cubicBezTo>
                      <a:cubicBezTo>
                        <a:pt x="322" y="199"/>
                        <a:pt x="322" y="200"/>
                        <a:pt x="323" y="201"/>
                      </a:cubicBezTo>
                      <a:cubicBezTo>
                        <a:pt x="324" y="202"/>
                        <a:pt x="324" y="204"/>
                        <a:pt x="327" y="203"/>
                      </a:cubicBezTo>
                      <a:cubicBezTo>
                        <a:pt x="326" y="203"/>
                        <a:pt x="326" y="204"/>
                        <a:pt x="326" y="204"/>
                      </a:cubicBezTo>
                      <a:cubicBezTo>
                        <a:pt x="327" y="204"/>
                        <a:pt x="327" y="205"/>
                        <a:pt x="327" y="205"/>
                      </a:cubicBezTo>
                      <a:cubicBezTo>
                        <a:pt x="328" y="206"/>
                        <a:pt x="328" y="206"/>
                        <a:pt x="328" y="206"/>
                      </a:cubicBezTo>
                      <a:cubicBezTo>
                        <a:pt x="329" y="205"/>
                        <a:pt x="329" y="205"/>
                        <a:pt x="330" y="206"/>
                      </a:cubicBezTo>
                      <a:cubicBezTo>
                        <a:pt x="330" y="206"/>
                        <a:pt x="331" y="207"/>
                        <a:pt x="332" y="207"/>
                      </a:cubicBezTo>
                      <a:cubicBezTo>
                        <a:pt x="334" y="207"/>
                        <a:pt x="336" y="209"/>
                        <a:pt x="338" y="209"/>
                      </a:cubicBezTo>
                      <a:cubicBezTo>
                        <a:pt x="338" y="209"/>
                        <a:pt x="339" y="209"/>
                        <a:pt x="340" y="208"/>
                      </a:cubicBezTo>
                      <a:cubicBezTo>
                        <a:pt x="340" y="207"/>
                        <a:pt x="340" y="207"/>
                        <a:pt x="340" y="206"/>
                      </a:cubicBezTo>
                      <a:cubicBezTo>
                        <a:pt x="339" y="205"/>
                        <a:pt x="339" y="205"/>
                        <a:pt x="339" y="204"/>
                      </a:cubicBezTo>
                      <a:cubicBezTo>
                        <a:pt x="338" y="204"/>
                        <a:pt x="338" y="203"/>
                        <a:pt x="337" y="202"/>
                      </a:cubicBezTo>
                      <a:cubicBezTo>
                        <a:pt x="337" y="202"/>
                        <a:pt x="338" y="202"/>
                        <a:pt x="338" y="202"/>
                      </a:cubicBezTo>
                      <a:cubicBezTo>
                        <a:pt x="339" y="202"/>
                        <a:pt x="339" y="202"/>
                        <a:pt x="340" y="202"/>
                      </a:cubicBezTo>
                      <a:cubicBezTo>
                        <a:pt x="341" y="202"/>
                        <a:pt x="342" y="203"/>
                        <a:pt x="342" y="204"/>
                      </a:cubicBezTo>
                      <a:cubicBezTo>
                        <a:pt x="342" y="205"/>
                        <a:pt x="342" y="206"/>
                        <a:pt x="344" y="206"/>
                      </a:cubicBezTo>
                      <a:cubicBezTo>
                        <a:pt x="344" y="206"/>
                        <a:pt x="344" y="206"/>
                        <a:pt x="344" y="206"/>
                      </a:cubicBezTo>
                      <a:cubicBezTo>
                        <a:pt x="344" y="207"/>
                        <a:pt x="344" y="207"/>
                        <a:pt x="344" y="207"/>
                      </a:cubicBezTo>
                      <a:cubicBezTo>
                        <a:pt x="345" y="208"/>
                        <a:pt x="345" y="208"/>
                        <a:pt x="345" y="208"/>
                      </a:cubicBezTo>
                      <a:cubicBezTo>
                        <a:pt x="345" y="208"/>
                        <a:pt x="345" y="207"/>
                        <a:pt x="345" y="207"/>
                      </a:cubicBezTo>
                      <a:cubicBezTo>
                        <a:pt x="345" y="206"/>
                        <a:pt x="344" y="204"/>
                        <a:pt x="344" y="203"/>
                      </a:cubicBezTo>
                      <a:cubicBezTo>
                        <a:pt x="344" y="203"/>
                        <a:pt x="344" y="203"/>
                        <a:pt x="344" y="202"/>
                      </a:cubicBezTo>
                      <a:cubicBezTo>
                        <a:pt x="344" y="201"/>
                        <a:pt x="344" y="200"/>
                        <a:pt x="342" y="199"/>
                      </a:cubicBezTo>
                      <a:cubicBezTo>
                        <a:pt x="342" y="199"/>
                        <a:pt x="342" y="198"/>
                        <a:pt x="342" y="198"/>
                      </a:cubicBezTo>
                      <a:cubicBezTo>
                        <a:pt x="341" y="197"/>
                        <a:pt x="342" y="196"/>
                        <a:pt x="341" y="195"/>
                      </a:cubicBezTo>
                      <a:cubicBezTo>
                        <a:pt x="341" y="195"/>
                        <a:pt x="341" y="195"/>
                        <a:pt x="341" y="194"/>
                      </a:cubicBezTo>
                      <a:cubicBezTo>
                        <a:pt x="341" y="194"/>
                        <a:pt x="341" y="194"/>
                        <a:pt x="341" y="194"/>
                      </a:cubicBezTo>
                      <a:cubicBezTo>
                        <a:pt x="341" y="193"/>
                        <a:pt x="341" y="193"/>
                        <a:pt x="342" y="193"/>
                      </a:cubicBezTo>
                      <a:cubicBezTo>
                        <a:pt x="342" y="193"/>
                        <a:pt x="342" y="193"/>
                        <a:pt x="342" y="194"/>
                      </a:cubicBezTo>
                      <a:cubicBezTo>
                        <a:pt x="342" y="194"/>
                        <a:pt x="342" y="194"/>
                        <a:pt x="342" y="195"/>
                      </a:cubicBezTo>
                      <a:cubicBezTo>
                        <a:pt x="343" y="196"/>
                        <a:pt x="343" y="197"/>
                        <a:pt x="344" y="199"/>
                      </a:cubicBezTo>
                      <a:cubicBezTo>
                        <a:pt x="345" y="200"/>
                        <a:pt x="346" y="202"/>
                        <a:pt x="347" y="204"/>
                      </a:cubicBezTo>
                      <a:cubicBezTo>
                        <a:pt x="347" y="205"/>
                        <a:pt x="348" y="207"/>
                        <a:pt x="349" y="208"/>
                      </a:cubicBezTo>
                      <a:cubicBezTo>
                        <a:pt x="349" y="208"/>
                        <a:pt x="350" y="208"/>
                        <a:pt x="350" y="207"/>
                      </a:cubicBezTo>
                      <a:cubicBezTo>
                        <a:pt x="350" y="206"/>
                        <a:pt x="351" y="204"/>
                        <a:pt x="351" y="202"/>
                      </a:cubicBezTo>
                      <a:cubicBezTo>
                        <a:pt x="351" y="201"/>
                        <a:pt x="352" y="199"/>
                        <a:pt x="351" y="197"/>
                      </a:cubicBezTo>
                      <a:cubicBezTo>
                        <a:pt x="350" y="196"/>
                        <a:pt x="350" y="195"/>
                        <a:pt x="350" y="194"/>
                      </a:cubicBezTo>
                      <a:cubicBezTo>
                        <a:pt x="350" y="193"/>
                        <a:pt x="350" y="193"/>
                        <a:pt x="350" y="193"/>
                      </a:cubicBezTo>
                      <a:cubicBezTo>
                        <a:pt x="351" y="193"/>
                        <a:pt x="351" y="193"/>
                        <a:pt x="351" y="193"/>
                      </a:cubicBezTo>
                      <a:cubicBezTo>
                        <a:pt x="351" y="195"/>
                        <a:pt x="352" y="196"/>
                        <a:pt x="353" y="197"/>
                      </a:cubicBezTo>
                      <a:cubicBezTo>
                        <a:pt x="353" y="198"/>
                        <a:pt x="353" y="198"/>
                        <a:pt x="355" y="197"/>
                      </a:cubicBezTo>
                      <a:cubicBezTo>
                        <a:pt x="355" y="197"/>
                        <a:pt x="356" y="196"/>
                        <a:pt x="356" y="195"/>
                      </a:cubicBezTo>
                      <a:cubicBezTo>
                        <a:pt x="356" y="193"/>
                        <a:pt x="356" y="192"/>
                        <a:pt x="355" y="191"/>
                      </a:cubicBezTo>
                      <a:cubicBezTo>
                        <a:pt x="355" y="190"/>
                        <a:pt x="354" y="190"/>
                        <a:pt x="354" y="190"/>
                      </a:cubicBezTo>
                      <a:cubicBezTo>
                        <a:pt x="354" y="189"/>
                        <a:pt x="354" y="187"/>
                        <a:pt x="353" y="186"/>
                      </a:cubicBezTo>
                      <a:cubicBezTo>
                        <a:pt x="353" y="186"/>
                        <a:pt x="353" y="186"/>
                        <a:pt x="353" y="186"/>
                      </a:cubicBezTo>
                      <a:cubicBezTo>
                        <a:pt x="353" y="184"/>
                        <a:pt x="354" y="183"/>
                        <a:pt x="353" y="181"/>
                      </a:cubicBezTo>
                      <a:cubicBezTo>
                        <a:pt x="353" y="181"/>
                        <a:pt x="354" y="181"/>
                        <a:pt x="354" y="180"/>
                      </a:cubicBezTo>
                      <a:cubicBezTo>
                        <a:pt x="354" y="180"/>
                        <a:pt x="354" y="180"/>
                        <a:pt x="354" y="179"/>
                      </a:cubicBezTo>
                      <a:cubicBezTo>
                        <a:pt x="354" y="179"/>
                        <a:pt x="354" y="179"/>
                        <a:pt x="354" y="179"/>
                      </a:cubicBezTo>
                      <a:cubicBezTo>
                        <a:pt x="356" y="179"/>
                        <a:pt x="356" y="179"/>
                        <a:pt x="356" y="177"/>
                      </a:cubicBezTo>
                      <a:cubicBezTo>
                        <a:pt x="356" y="176"/>
                        <a:pt x="356" y="176"/>
                        <a:pt x="357" y="176"/>
                      </a:cubicBezTo>
                      <a:cubicBezTo>
                        <a:pt x="357" y="176"/>
                        <a:pt x="357" y="177"/>
                        <a:pt x="357" y="177"/>
                      </a:cubicBezTo>
                      <a:cubicBezTo>
                        <a:pt x="357" y="177"/>
                        <a:pt x="357" y="177"/>
                        <a:pt x="357" y="178"/>
                      </a:cubicBezTo>
                      <a:cubicBezTo>
                        <a:pt x="356" y="178"/>
                        <a:pt x="356" y="178"/>
                        <a:pt x="356" y="179"/>
                      </a:cubicBezTo>
                      <a:cubicBezTo>
                        <a:pt x="356" y="180"/>
                        <a:pt x="354" y="180"/>
                        <a:pt x="355" y="181"/>
                      </a:cubicBezTo>
                      <a:cubicBezTo>
                        <a:pt x="355" y="182"/>
                        <a:pt x="355" y="183"/>
                        <a:pt x="355" y="183"/>
                      </a:cubicBezTo>
                      <a:cubicBezTo>
                        <a:pt x="354" y="185"/>
                        <a:pt x="355" y="187"/>
                        <a:pt x="356" y="189"/>
                      </a:cubicBezTo>
                      <a:cubicBezTo>
                        <a:pt x="356" y="190"/>
                        <a:pt x="357" y="190"/>
                        <a:pt x="357" y="191"/>
                      </a:cubicBezTo>
                      <a:cubicBezTo>
                        <a:pt x="357" y="191"/>
                        <a:pt x="357" y="192"/>
                        <a:pt x="357" y="192"/>
                      </a:cubicBezTo>
                      <a:cubicBezTo>
                        <a:pt x="358" y="191"/>
                        <a:pt x="358" y="191"/>
                        <a:pt x="358" y="191"/>
                      </a:cubicBezTo>
                      <a:cubicBezTo>
                        <a:pt x="358" y="190"/>
                        <a:pt x="359" y="189"/>
                        <a:pt x="359" y="188"/>
                      </a:cubicBezTo>
                      <a:cubicBezTo>
                        <a:pt x="359" y="187"/>
                        <a:pt x="360" y="186"/>
                        <a:pt x="360" y="185"/>
                      </a:cubicBezTo>
                      <a:cubicBezTo>
                        <a:pt x="360" y="184"/>
                        <a:pt x="362" y="184"/>
                        <a:pt x="362" y="182"/>
                      </a:cubicBezTo>
                      <a:cubicBezTo>
                        <a:pt x="362" y="181"/>
                        <a:pt x="362" y="179"/>
                        <a:pt x="362" y="178"/>
                      </a:cubicBezTo>
                      <a:cubicBezTo>
                        <a:pt x="362" y="178"/>
                        <a:pt x="362" y="177"/>
                        <a:pt x="362" y="178"/>
                      </a:cubicBezTo>
                      <a:cubicBezTo>
                        <a:pt x="362" y="178"/>
                        <a:pt x="362" y="179"/>
                        <a:pt x="363" y="179"/>
                      </a:cubicBezTo>
                      <a:cubicBezTo>
                        <a:pt x="363" y="180"/>
                        <a:pt x="363" y="181"/>
                        <a:pt x="364" y="181"/>
                      </a:cubicBezTo>
                      <a:cubicBezTo>
                        <a:pt x="364" y="181"/>
                        <a:pt x="364" y="180"/>
                        <a:pt x="364" y="180"/>
                      </a:cubicBezTo>
                      <a:cubicBezTo>
                        <a:pt x="364" y="179"/>
                        <a:pt x="364" y="179"/>
                        <a:pt x="364" y="179"/>
                      </a:cubicBezTo>
                      <a:cubicBezTo>
                        <a:pt x="364" y="179"/>
                        <a:pt x="365" y="179"/>
                        <a:pt x="365" y="178"/>
                      </a:cubicBezTo>
                      <a:cubicBezTo>
                        <a:pt x="365" y="177"/>
                        <a:pt x="366" y="176"/>
                        <a:pt x="367" y="176"/>
                      </a:cubicBezTo>
                      <a:cubicBezTo>
                        <a:pt x="369" y="175"/>
                        <a:pt x="370" y="174"/>
                        <a:pt x="372" y="173"/>
                      </a:cubicBezTo>
                      <a:cubicBezTo>
                        <a:pt x="372" y="172"/>
                        <a:pt x="372" y="172"/>
                        <a:pt x="372" y="172"/>
                      </a:cubicBezTo>
                      <a:cubicBezTo>
                        <a:pt x="374" y="171"/>
                        <a:pt x="374" y="170"/>
                        <a:pt x="376" y="169"/>
                      </a:cubicBezTo>
                      <a:cubicBezTo>
                        <a:pt x="376" y="169"/>
                        <a:pt x="376" y="169"/>
                        <a:pt x="376" y="169"/>
                      </a:cubicBezTo>
                      <a:cubicBezTo>
                        <a:pt x="375" y="168"/>
                        <a:pt x="375" y="166"/>
                        <a:pt x="374" y="166"/>
                      </a:cubicBezTo>
                      <a:cubicBezTo>
                        <a:pt x="373" y="165"/>
                        <a:pt x="373" y="164"/>
                        <a:pt x="372" y="163"/>
                      </a:cubicBezTo>
                      <a:cubicBezTo>
                        <a:pt x="372" y="162"/>
                        <a:pt x="372" y="161"/>
                        <a:pt x="372" y="160"/>
                      </a:cubicBezTo>
                      <a:cubicBezTo>
                        <a:pt x="371" y="159"/>
                        <a:pt x="372" y="158"/>
                        <a:pt x="371" y="157"/>
                      </a:cubicBezTo>
                      <a:cubicBezTo>
                        <a:pt x="370" y="157"/>
                        <a:pt x="370" y="157"/>
                        <a:pt x="370" y="157"/>
                      </a:cubicBezTo>
                      <a:cubicBezTo>
                        <a:pt x="369" y="157"/>
                        <a:pt x="369" y="157"/>
                        <a:pt x="369" y="158"/>
                      </a:cubicBezTo>
                      <a:cubicBezTo>
                        <a:pt x="369" y="158"/>
                        <a:pt x="369" y="159"/>
                        <a:pt x="369" y="159"/>
                      </a:cubicBezTo>
                      <a:cubicBezTo>
                        <a:pt x="369" y="160"/>
                        <a:pt x="370" y="161"/>
                        <a:pt x="368" y="162"/>
                      </a:cubicBezTo>
                      <a:cubicBezTo>
                        <a:pt x="368" y="161"/>
                        <a:pt x="367" y="161"/>
                        <a:pt x="368" y="160"/>
                      </a:cubicBezTo>
                      <a:cubicBezTo>
                        <a:pt x="368" y="159"/>
                        <a:pt x="368" y="159"/>
                        <a:pt x="368" y="158"/>
                      </a:cubicBezTo>
                      <a:cubicBezTo>
                        <a:pt x="367" y="157"/>
                        <a:pt x="366" y="156"/>
                        <a:pt x="364" y="155"/>
                      </a:cubicBezTo>
                      <a:cubicBezTo>
                        <a:pt x="364" y="155"/>
                        <a:pt x="364" y="155"/>
                        <a:pt x="364" y="155"/>
                      </a:cubicBezTo>
                      <a:cubicBezTo>
                        <a:pt x="363" y="156"/>
                        <a:pt x="363" y="157"/>
                        <a:pt x="363" y="158"/>
                      </a:cubicBezTo>
                      <a:cubicBezTo>
                        <a:pt x="364" y="158"/>
                        <a:pt x="364" y="158"/>
                        <a:pt x="364" y="159"/>
                      </a:cubicBezTo>
                      <a:cubicBezTo>
                        <a:pt x="363" y="159"/>
                        <a:pt x="363" y="159"/>
                        <a:pt x="363" y="158"/>
                      </a:cubicBezTo>
                      <a:cubicBezTo>
                        <a:pt x="362" y="157"/>
                        <a:pt x="362" y="157"/>
                        <a:pt x="361" y="158"/>
                      </a:cubicBezTo>
                      <a:cubicBezTo>
                        <a:pt x="360" y="159"/>
                        <a:pt x="360" y="159"/>
                        <a:pt x="360" y="160"/>
                      </a:cubicBezTo>
                      <a:cubicBezTo>
                        <a:pt x="360" y="161"/>
                        <a:pt x="360" y="161"/>
                        <a:pt x="359" y="160"/>
                      </a:cubicBezTo>
                      <a:cubicBezTo>
                        <a:pt x="359" y="160"/>
                        <a:pt x="358" y="160"/>
                        <a:pt x="359" y="159"/>
                      </a:cubicBezTo>
                      <a:cubicBezTo>
                        <a:pt x="359" y="159"/>
                        <a:pt x="359" y="159"/>
                        <a:pt x="359" y="159"/>
                      </a:cubicBezTo>
                      <a:cubicBezTo>
                        <a:pt x="359" y="158"/>
                        <a:pt x="360" y="157"/>
                        <a:pt x="360" y="156"/>
                      </a:cubicBezTo>
                      <a:cubicBezTo>
                        <a:pt x="361" y="155"/>
                        <a:pt x="361" y="155"/>
                        <a:pt x="361" y="155"/>
                      </a:cubicBezTo>
                      <a:cubicBezTo>
                        <a:pt x="361" y="154"/>
                        <a:pt x="361" y="154"/>
                        <a:pt x="361" y="154"/>
                      </a:cubicBezTo>
                      <a:cubicBezTo>
                        <a:pt x="361" y="154"/>
                        <a:pt x="361" y="153"/>
                        <a:pt x="361" y="153"/>
                      </a:cubicBezTo>
                      <a:cubicBezTo>
                        <a:pt x="361" y="153"/>
                        <a:pt x="361" y="153"/>
                        <a:pt x="361" y="153"/>
                      </a:cubicBezTo>
                      <a:cubicBezTo>
                        <a:pt x="362" y="152"/>
                        <a:pt x="362" y="152"/>
                        <a:pt x="361" y="152"/>
                      </a:cubicBezTo>
                      <a:cubicBezTo>
                        <a:pt x="361" y="151"/>
                        <a:pt x="361" y="151"/>
                        <a:pt x="361" y="150"/>
                      </a:cubicBezTo>
                      <a:cubicBezTo>
                        <a:pt x="361" y="149"/>
                        <a:pt x="362" y="148"/>
                        <a:pt x="362" y="146"/>
                      </a:cubicBezTo>
                      <a:cubicBezTo>
                        <a:pt x="362" y="145"/>
                        <a:pt x="362" y="146"/>
                        <a:pt x="361" y="146"/>
                      </a:cubicBezTo>
                      <a:cubicBezTo>
                        <a:pt x="360" y="147"/>
                        <a:pt x="360" y="148"/>
                        <a:pt x="360" y="148"/>
                      </a:cubicBezTo>
                      <a:cubicBezTo>
                        <a:pt x="359" y="148"/>
                        <a:pt x="359" y="148"/>
                        <a:pt x="359" y="149"/>
                      </a:cubicBezTo>
                      <a:cubicBezTo>
                        <a:pt x="359" y="149"/>
                        <a:pt x="359" y="149"/>
                        <a:pt x="359" y="149"/>
                      </a:cubicBezTo>
                      <a:cubicBezTo>
                        <a:pt x="358" y="148"/>
                        <a:pt x="358" y="148"/>
                        <a:pt x="359" y="148"/>
                      </a:cubicBezTo>
                      <a:cubicBezTo>
                        <a:pt x="359" y="148"/>
                        <a:pt x="360" y="147"/>
                        <a:pt x="360" y="147"/>
                      </a:cubicBezTo>
                      <a:cubicBezTo>
                        <a:pt x="360" y="146"/>
                        <a:pt x="360" y="146"/>
                        <a:pt x="360" y="146"/>
                      </a:cubicBezTo>
                      <a:cubicBezTo>
                        <a:pt x="362" y="145"/>
                        <a:pt x="361" y="144"/>
                        <a:pt x="361" y="143"/>
                      </a:cubicBezTo>
                      <a:cubicBezTo>
                        <a:pt x="360" y="142"/>
                        <a:pt x="361" y="140"/>
                        <a:pt x="360" y="140"/>
                      </a:cubicBezTo>
                      <a:cubicBezTo>
                        <a:pt x="359" y="140"/>
                        <a:pt x="358" y="140"/>
                        <a:pt x="358" y="139"/>
                      </a:cubicBezTo>
                      <a:cubicBezTo>
                        <a:pt x="357" y="139"/>
                        <a:pt x="357" y="139"/>
                        <a:pt x="357" y="140"/>
                      </a:cubicBezTo>
                      <a:cubicBezTo>
                        <a:pt x="357" y="140"/>
                        <a:pt x="356" y="140"/>
                        <a:pt x="356" y="140"/>
                      </a:cubicBezTo>
                      <a:cubicBezTo>
                        <a:pt x="355" y="140"/>
                        <a:pt x="355" y="140"/>
                        <a:pt x="355" y="139"/>
                      </a:cubicBezTo>
                      <a:cubicBezTo>
                        <a:pt x="355" y="139"/>
                        <a:pt x="355" y="138"/>
                        <a:pt x="355" y="138"/>
                      </a:cubicBezTo>
                      <a:cubicBezTo>
                        <a:pt x="354" y="138"/>
                        <a:pt x="354" y="137"/>
                        <a:pt x="355" y="137"/>
                      </a:cubicBezTo>
                      <a:cubicBezTo>
                        <a:pt x="355" y="137"/>
                        <a:pt x="355" y="137"/>
                        <a:pt x="356" y="137"/>
                      </a:cubicBezTo>
                      <a:cubicBezTo>
                        <a:pt x="356" y="137"/>
                        <a:pt x="357" y="137"/>
                        <a:pt x="357" y="136"/>
                      </a:cubicBezTo>
                      <a:cubicBezTo>
                        <a:pt x="358" y="135"/>
                        <a:pt x="358" y="134"/>
                        <a:pt x="358" y="133"/>
                      </a:cubicBezTo>
                      <a:cubicBezTo>
                        <a:pt x="358" y="131"/>
                        <a:pt x="358" y="129"/>
                        <a:pt x="358" y="128"/>
                      </a:cubicBezTo>
                      <a:cubicBezTo>
                        <a:pt x="357" y="127"/>
                        <a:pt x="357" y="127"/>
                        <a:pt x="357" y="127"/>
                      </a:cubicBezTo>
                      <a:cubicBezTo>
                        <a:pt x="356" y="127"/>
                        <a:pt x="356" y="127"/>
                        <a:pt x="356" y="127"/>
                      </a:cubicBezTo>
                      <a:cubicBezTo>
                        <a:pt x="354" y="125"/>
                        <a:pt x="352" y="125"/>
                        <a:pt x="351" y="127"/>
                      </a:cubicBezTo>
                      <a:cubicBezTo>
                        <a:pt x="351" y="128"/>
                        <a:pt x="351" y="128"/>
                        <a:pt x="350" y="128"/>
                      </a:cubicBezTo>
                      <a:cubicBezTo>
                        <a:pt x="350" y="128"/>
                        <a:pt x="350" y="129"/>
                        <a:pt x="350" y="129"/>
                      </a:cubicBezTo>
                      <a:cubicBezTo>
                        <a:pt x="351" y="130"/>
                        <a:pt x="351" y="131"/>
                        <a:pt x="350" y="131"/>
                      </a:cubicBezTo>
                      <a:cubicBezTo>
                        <a:pt x="350" y="132"/>
                        <a:pt x="350" y="133"/>
                        <a:pt x="350" y="133"/>
                      </a:cubicBezTo>
                      <a:cubicBezTo>
                        <a:pt x="351" y="134"/>
                        <a:pt x="351" y="135"/>
                        <a:pt x="352" y="135"/>
                      </a:cubicBezTo>
                      <a:cubicBezTo>
                        <a:pt x="352" y="135"/>
                        <a:pt x="353" y="135"/>
                        <a:pt x="353" y="136"/>
                      </a:cubicBezTo>
                      <a:cubicBezTo>
                        <a:pt x="353" y="136"/>
                        <a:pt x="353" y="136"/>
                        <a:pt x="352" y="136"/>
                      </a:cubicBezTo>
                      <a:cubicBezTo>
                        <a:pt x="352" y="136"/>
                        <a:pt x="352" y="136"/>
                        <a:pt x="352" y="137"/>
                      </a:cubicBezTo>
                      <a:cubicBezTo>
                        <a:pt x="353" y="137"/>
                        <a:pt x="352" y="138"/>
                        <a:pt x="353" y="139"/>
                      </a:cubicBezTo>
                      <a:cubicBezTo>
                        <a:pt x="353" y="139"/>
                        <a:pt x="353" y="139"/>
                        <a:pt x="353" y="139"/>
                      </a:cubicBezTo>
                      <a:cubicBezTo>
                        <a:pt x="353" y="139"/>
                        <a:pt x="353" y="139"/>
                        <a:pt x="353" y="139"/>
                      </a:cubicBezTo>
                      <a:cubicBezTo>
                        <a:pt x="352" y="139"/>
                        <a:pt x="352" y="138"/>
                        <a:pt x="351" y="138"/>
                      </a:cubicBezTo>
                      <a:cubicBezTo>
                        <a:pt x="351" y="138"/>
                        <a:pt x="352" y="139"/>
                        <a:pt x="352" y="139"/>
                      </a:cubicBezTo>
                      <a:cubicBezTo>
                        <a:pt x="350" y="139"/>
                        <a:pt x="349" y="137"/>
                        <a:pt x="348" y="136"/>
                      </a:cubicBezTo>
                      <a:cubicBezTo>
                        <a:pt x="347" y="134"/>
                        <a:pt x="346" y="132"/>
                        <a:pt x="347" y="130"/>
                      </a:cubicBezTo>
                      <a:cubicBezTo>
                        <a:pt x="347" y="130"/>
                        <a:pt x="347" y="129"/>
                        <a:pt x="348" y="129"/>
                      </a:cubicBezTo>
                      <a:cubicBezTo>
                        <a:pt x="348" y="128"/>
                        <a:pt x="348" y="128"/>
                        <a:pt x="347" y="128"/>
                      </a:cubicBezTo>
                      <a:cubicBezTo>
                        <a:pt x="346" y="127"/>
                        <a:pt x="347" y="127"/>
                        <a:pt x="347" y="127"/>
                      </a:cubicBezTo>
                      <a:cubicBezTo>
                        <a:pt x="348" y="126"/>
                        <a:pt x="348" y="125"/>
                        <a:pt x="348" y="124"/>
                      </a:cubicBezTo>
                      <a:cubicBezTo>
                        <a:pt x="347" y="124"/>
                        <a:pt x="347" y="123"/>
                        <a:pt x="347" y="123"/>
                      </a:cubicBezTo>
                      <a:cubicBezTo>
                        <a:pt x="346" y="122"/>
                        <a:pt x="345" y="121"/>
                        <a:pt x="344" y="122"/>
                      </a:cubicBezTo>
                      <a:cubicBezTo>
                        <a:pt x="343" y="122"/>
                        <a:pt x="342" y="122"/>
                        <a:pt x="343" y="124"/>
                      </a:cubicBezTo>
                      <a:cubicBezTo>
                        <a:pt x="343" y="124"/>
                        <a:pt x="343" y="124"/>
                        <a:pt x="343" y="124"/>
                      </a:cubicBezTo>
                      <a:cubicBezTo>
                        <a:pt x="343" y="124"/>
                        <a:pt x="343" y="124"/>
                        <a:pt x="343" y="123"/>
                      </a:cubicBezTo>
                      <a:cubicBezTo>
                        <a:pt x="342" y="123"/>
                        <a:pt x="341" y="123"/>
                        <a:pt x="341" y="122"/>
                      </a:cubicBezTo>
                      <a:cubicBezTo>
                        <a:pt x="341" y="122"/>
                        <a:pt x="341" y="122"/>
                        <a:pt x="341" y="121"/>
                      </a:cubicBezTo>
                      <a:cubicBezTo>
                        <a:pt x="340" y="121"/>
                        <a:pt x="338" y="120"/>
                        <a:pt x="337" y="120"/>
                      </a:cubicBezTo>
                      <a:cubicBezTo>
                        <a:pt x="336" y="121"/>
                        <a:pt x="336" y="120"/>
                        <a:pt x="337" y="120"/>
                      </a:cubicBezTo>
                      <a:cubicBezTo>
                        <a:pt x="338" y="117"/>
                        <a:pt x="338" y="116"/>
                        <a:pt x="336" y="114"/>
                      </a:cubicBezTo>
                      <a:cubicBezTo>
                        <a:pt x="335" y="113"/>
                        <a:pt x="334" y="113"/>
                        <a:pt x="334" y="112"/>
                      </a:cubicBezTo>
                      <a:cubicBezTo>
                        <a:pt x="334" y="111"/>
                        <a:pt x="334" y="110"/>
                        <a:pt x="333" y="109"/>
                      </a:cubicBezTo>
                      <a:cubicBezTo>
                        <a:pt x="332" y="107"/>
                        <a:pt x="332" y="105"/>
                        <a:pt x="331" y="103"/>
                      </a:cubicBezTo>
                      <a:cubicBezTo>
                        <a:pt x="331" y="102"/>
                        <a:pt x="331" y="102"/>
                        <a:pt x="330" y="101"/>
                      </a:cubicBezTo>
                      <a:cubicBezTo>
                        <a:pt x="330" y="100"/>
                        <a:pt x="328" y="100"/>
                        <a:pt x="330" y="99"/>
                      </a:cubicBezTo>
                      <a:cubicBezTo>
                        <a:pt x="330" y="99"/>
                        <a:pt x="330" y="99"/>
                        <a:pt x="330" y="98"/>
                      </a:cubicBezTo>
                      <a:cubicBezTo>
                        <a:pt x="330" y="97"/>
                        <a:pt x="329" y="95"/>
                        <a:pt x="328" y="94"/>
                      </a:cubicBezTo>
                      <a:cubicBezTo>
                        <a:pt x="327" y="92"/>
                        <a:pt x="326" y="91"/>
                        <a:pt x="325" y="91"/>
                      </a:cubicBezTo>
                      <a:cubicBezTo>
                        <a:pt x="325" y="90"/>
                        <a:pt x="324" y="90"/>
                        <a:pt x="324" y="90"/>
                      </a:cubicBezTo>
                      <a:cubicBezTo>
                        <a:pt x="323" y="89"/>
                        <a:pt x="322" y="88"/>
                        <a:pt x="320" y="87"/>
                      </a:cubicBezTo>
                      <a:cubicBezTo>
                        <a:pt x="320" y="86"/>
                        <a:pt x="319" y="86"/>
                        <a:pt x="319" y="86"/>
                      </a:cubicBezTo>
                      <a:cubicBezTo>
                        <a:pt x="318" y="86"/>
                        <a:pt x="319" y="87"/>
                        <a:pt x="319" y="88"/>
                      </a:cubicBezTo>
                      <a:cubicBezTo>
                        <a:pt x="319" y="88"/>
                        <a:pt x="319" y="88"/>
                        <a:pt x="319" y="88"/>
                      </a:cubicBezTo>
                      <a:cubicBezTo>
                        <a:pt x="318" y="88"/>
                        <a:pt x="318" y="88"/>
                        <a:pt x="318" y="88"/>
                      </a:cubicBezTo>
                      <a:cubicBezTo>
                        <a:pt x="317" y="88"/>
                        <a:pt x="317" y="87"/>
                        <a:pt x="316" y="87"/>
                      </a:cubicBezTo>
                      <a:cubicBezTo>
                        <a:pt x="315" y="86"/>
                        <a:pt x="315" y="87"/>
                        <a:pt x="314" y="87"/>
                      </a:cubicBezTo>
                      <a:cubicBezTo>
                        <a:pt x="314" y="88"/>
                        <a:pt x="313" y="89"/>
                        <a:pt x="313" y="90"/>
                      </a:cubicBezTo>
                      <a:cubicBezTo>
                        <a:pt x="312" y="91"/>
                        <a:pt x="313" y="92"/>
                        <a:pt x="314" y="93"/>
                      </a:cubicBezTo>
                      <a:cubicBezTo>
                        <a:pt x="315" y="93"/>
                        <a:pt x="316" y="94"/>
                        <a:pt x="318" y="93"/>
                      </a:cubicBezTo>
                      <a:cubicBezTo>
                        <a:pt x="318" y="93"/>
                        <a:pt x="319" y="93"/>
                        <a:pt x="319" y="93"/>
                      </a:cubicBezTo>
                      <a:cubicBezTo>
                        <a:pt x="320" y="93"/>
                        <a:pt x="320" y="94"/>
                        <a:pt x="321" y="95"/>
                      </a:cubicBezTo>
                      <a:cubicBezTo>
                        <a:pt x="321" y="95"/>
                        <a:pt x="322" y="95"/>
                        <a:pt x="321" y="95"/>
                      </a:cubicBezTo>
                      <a:cubicBezTo>
                        <a:pt x="321" y="96"/>
                        <a:pt x="321" y="96"/>
                        <a:pt x="321" y="96"/>
                      </a:cubicBezTo>
                      <a:cubicBezTo>
                        <a:pt x="321" y="98"/>
                        <a:pt x="321" y="99"/>
                        <a:pt x="319" y="99"/>
                      </a:cubicBezTo>
                      <a:cubicBezTo>
                        <a:pt x="318" y="99"/>
                        <a:pt x="318" y="99"/>
                        <a:pt x="317" y="98"/>
                      </a:cubicBezTo>
                      <a:cubicBezTo>
                        <a:pt x="316" y="98"/>
                        <a:pt x="316" y="98"/>
                        <a:pt x="316" y="98"/>
                      </a:cubicBezTo>
                      <a:cubicBezTo>
                        <a:pt x="315" y="98"/>
                        <a:pt x="314" y="98"/>
                        <a:pt x="314" y="98"/>
                      </a:cubicBezTo>
                      <a:cubicBezTo>
                        <a:pt x="314" y="98"/>
                        <a:pt x="313" y="97"/>
                        <a:pt x="313" y="98"/>
                      </a:cubicBezTo>
                      <a:cubicBezTo>
                        <a:pt x="313" y="98"/>
                        <a:pt x="313" y="98"/>
                        <a:pt x="313" y="99"/>
                      </a:cubicBezTo>
                      <a:cubicBezTo>
                        <a:pt x="314" y="99"/>
                        <a:pt x="314" y="100"/>
                        <a:pt x="315" y="100"/>
                      </a:cubicBezTo>
                      <a:cubicBezTo>
                        <a:pt x="315" y="100"/>
                        <a:pt x="315" y="101"/>
                        <a:pt x="315" y="101"/>
                      </a:cubicBezTo>
                      <a:cubicBezTo>
                        <a:pt x="315" y="101"/>
                        <a:pt x="314" y="102"/>
                        <a:pt x="314" y="102"/>
                      </a:cubicBezTo>
                      <a:cubicBezTo>
                        <a:pt x="313" y="102"/>
                        <a:pt x="313" y="102"/>
                        <a:pt x="313" y="102"/>
                      </a:cubicBezTo>
                      <a:cubicBezTo>
                        <a:pt x="313" y="103"/>
                        <a:pt x="313" y="103"/>
                        <a:pt x="312" y="103"/>
                      </a:cubicBezTo>
                      <a:cubicBezTo>
                        <a:pt x="312" y="103"/>
                        <a:pt x="312" y="103"/>
                        <a:pt x="312" y="102"/>
                      </a:cubicBezTo>
                      <a:cubicBezTo>
                        <a:pt x="312" y="101"/>
                        <a:pt x="311" y="101"/>
                        <a:pt x="311" y="100"/>
                      </a:cubicBezTo>
                      <a:cubicBezTo>
                        <a:pt x="310" y="100"/>
                        <a:pt x="310" y="99"/>
                        <a:pt x="309" y="100"/>
                      </a:cubicBezTo>
                      <a:cubicBezTo>
                        <a:pt x="307" y="101"/>
                        <a:pt x="306" y="102"/>
                        <a:pt x="306" y="104"/>
                      </a:cubicBezTo>
                      <a:cubicBezTo>
                        <a:pt x="306" y="104"/>
                        <a:pt x="306" y="105"/>
                        <a:pt x="306" y="105"/>
                      </a:cubicBezTo>
                      <a:cubicBezTo>
                        <a:pt x="305" y="106"/>
                        <a:pt x="305" y="106"/>
                        <a:pt x="306" y="107"/>
                      </a:cubicBezTo>
                      <a:cubicBezTo>
                        <a:pt x="307" y="107"/>
                        <a:pt x="307" y="107"/>
                        <a:pt x="307" y="107"/>
                      </a:cubicBezTo>
                      <a:cubicBezTo>
                        <a:pt x="307" y="108"/>
                        <a:pt x="307" y="108"/>
                        <a:pt x="306" y="108"/>
                      </a:cubicBezTo>
                      <a:cubicBezTo>
                        <a:pt x="306" y="108"/>
                        <a:pt x="305" y="108"/>
                        <a:pt x="305" y="109"/>
                      </a:cubicBezTo>
                      <a:cubicBezTo>
                        <a:pt x="305" y="109"/>
                        <a:pt x="305" y="110"/>
                        <a:pt x="305" y="110"/>
                      </a:cubicBezTo>
                      <a:cubicBezTo>
                        <a:pt x="306" y="111"/>
                        <a:pt x="307" y="111"/>
                        <a:pt x="307" y="110"/>
                      </a:cubicBezTo>
                      <a:cubicBezTo>
                        <a:pt x="308" y="111"/>
                        <a:pt x="309" y="110"/>
                        <a:pt x="309" y="110"/>
                      </a:cubicBezTo>
                      <a:cubicBezTo>
                        <a:pt x="309" y="110"/>
                        <a:pt x="309" y="110"/>
                        <a:pt x="309" y="110"/>
                      </a:cubicBezTo>
                      <a:cubicBezTo>
                        <a:pt x="308" y="111"/>
                        <a:pt x="308" y="111"/>
                        <a:pt x="309" y="113"/>
                      </a:cubicBezTo>
                      <a:cubicBezTo>
                        <a:pt x="310" y="113"/>
                        <a:pt x="310" y="113"/>
                        <a:pt x="310" y="113"/>
                      </a:cubicBezTo>
                      <a:cubicBezTo>
                        <a:pt x="311" y="113"/>
                        <a:pt x="312" y="114"/>
                        <a:pt x="312" y="113"/>
                      </a:cubicBezTo>
                      <a:cubicBezTo>
                        <a:pt x="313" y="113"/>
                        <a:pt x="313" y="113"/>
                        <a:pt x="313" y="113"/>
                      </a:cubicBezTo>
                      <a:cubicBezTo>
                        <a:pt x="313" y="114"/>
                        <a:pt x="314" y="114"/>
                        <a:pt x="314" y="114"/>
                      </a:cubicBezTo>
                      <a:cubicBezTo>
                        <a:pt x="314" y="115"/>
                        <a:pt x="314" y="115"/>
                        <a:pt x="313" y="115"/>
                      </a:cubicBezTo>
                      <a:cubicBezTo>
                        <a:pt x="312" y="114"/>
                        <a:pt x="311" y="114"/>
                        <a:pt x="311" y="115"/>
                      </a:cubicBezTo>
                      <a:cubicBezTo>
                        <a:pt x="310" y="116"/>
                        <a:pt x="311" y="117"/>
                        <a:pt x="311" y="118"/>
                      </a:cubicBezTo>
                      <a:cubicBezTo>
                        <a:pt x="311" y="118"/>
                        <a:pt x="311" y="118"/>
                        <a:pt x="311" y="118"/>
                      </a:cubicBezTo>
                      <a:cubicBezTo>
                        <a:pt x="312" y="118"/>
                        <a:pt x="313" y="119"/>
                        <a:pt x="314" y="119"/>
                      </a:cubicBezTo>
                      <a:cubicBezTo>
                        <a:pt x="314" y="119"/>
                        <a:pt x="315" y="119"/>
                        <a:pt x="315" y="119"/>
                      </a:cubicBezTo>
                      <a:cubicBezTo>
                        <a:pt x="315" y="119"/>
                        <a:pt x="315" y="120"/>
                        <a:pt x="316" y="120"/>
                      </a:cubicBezTo>
                      <a:cubicBezTo>
                        <a:pt x="316" y="120"/>
                        <a:pt x="316" y="121"/>
                        <a:pt x="316" y="121"/>
                      </a:cubicBezTo>
                      <a:cubicBezTo>
                        <a:pt x="316" y="121"/>
                        <a:pt x="316" y="122"/>
                        <a:pt x="315" y="122"/>
                      </a:cubicBezTo>
                      <a:cubicBezTo>
                        <a:pt x="315" y="121"/>
                        <a:pt x="315" y="121"/>
                        <a:pt x="315" y="121"/>
                      </a:cubicBezTo>
                      <a:cubicBezTo>
                        <a:pt x="314" y="120"/>
                        <a:pt x="313" y="121"/>
                        <a:pt x="313" y="120"/>
                      </a:cubicBezTo>
                      <a:cubicBezTo>
                        <a:pt x="311" y="120"/>
                        <a:pt x="310" y="121"/>
                        <a:pt x="309" y="120"/>
                      </a:cubicBezTo>
                      <a:cubicBezTo>
                        <a:pt x="308" y="119"/>
                        <a:pt x="307" y="119"/>
                        <a:pt x="306" y="119"/>
                      </a:cubicBezTo>
                      <a:cubicBezTo>
                        <a:pt x="305" y="119"/>
                        <a:pt x="303" y="119"/>
                        <a:pt x="301" y="119"/>
                      </a:cubicBezTo>
                      <a:cubicBezTo>
                        <a:pt x="301" y="120"/>
                        <a:pt x="301" y="120"/>
                        <a:pt x="302" y="120"/>
                      </a:cubicBezTo>
                      <a:cubicBezTo>
                        <a:pt x="303" y="121"/>
                        <a:pt x="302" y="122"/>
                        <a:pt x="301" y="122"/>
                      </a:cubicBezTo>
                      <a:cubicBezTo>
                        <a:pt x="301" y="122"/>
                        <a:pt x="301" y="122"/>
                        <a:pt x="301" y="123"/>
                      </a:cubicBezTo>
                      <a:cubicBezTo>
                        <a:pt x="301" y="123"/>
                        <a:pt x="301" y="123"/>
                        <a:pt x="302" y="124"/>
                      </a:cubicBezTo>
                      <a:cubicBezTo>
                        <a:pt x="302" y="124"/>
                        <a:pt x="303" y="124"/>
                        <a:pt x="303" y="125"/>
                      </a:cubicBezTo>
                      <a:cubicBezTo>
                        <a:pt x="303" y="126"/>
                        <a:pt x="303" y="127"/>
                        <a:pt x="304" y="127"/>
                      </a:cubicBezTo>
                      <a:cubicBezTo>
                        <a:pt x="305" y="127"/>
                        <a:pt x="305" y="127"/>
                        <a:pt x="306" y="127"/>
                      </a:cubicBezTo>
                      <a:cubicBezTo>
                        <a:pt x="305" y="128"/>
                        <a:pt x="305" y="128"/>
                        <a:pt x="305" y="128"/>
                      </a:cubicBezTo>
                      <a:cubicBezTo>
                        <a:pt x="305" y="129"/>
                        <a:pt x="304" y="129"/>
                        <a:pt x="304" y="128"/>
                      </a:cubicBezTo>
                      <a:cubicBezTo>
                        <a:pt x="303" y="128"/>
                        <a:pt x="303" y="127"/>
                        <a:pt x="302" y="127"/>
                      </a:cubicBezTo>
                      <a:cubicBezTo>
                        <a:pt x="301" y="127"/>
                        <a:pt x="300" y="127"/>
                        <a:pt x="300" y="128"/>
                      </a:cubicBezTo>
                      <a:cubicBezTo>
                        <a:pt x="299" y="129"/>
                        <a:pt x="298" y="128"/>
                        <a:pt x="298" y="128"/>
                      </a:cubicBezTo>
                      <a:cubicBezTo>
                        <a:pt x="297" y="128"/>
                        <a:pt x="297" y="128"/>
                        <a:pt x="297" y="128"/>
                      </a:cubicBezTo>
                      <a:cubicBezTo>
                        <a:pt x="297" y="128"/>
                        <a:pt x="296" y="129"/>
                        <a:pt x="297" y="129"/>
                      </a:cubicBezTo>
                      <a:close/>
                      <a:moveTo>
                        <a:pt x="146" y="269"/>
                      </a:moveTo>
                      <a:cubicBezTo>
                        <a:pt x="146" y="269"/>
                        <a:pt x="147" y="269"/>
                        <a:pt x="147" y="269"/>
                      </a:cubicBezTo>
                      <a:cubicBezTo>
                        <a:pt x="148" y="269"/>
                        <a:pt x="149" y="267"/>
                        <a:pt x="148" y="266"/>
                      </a:cubicBezTo>
                      <a:cubicBezTo>
                        <a:pt x="148" y="266"/>
                        <a:pt x="148" y="265"/>
                        <a:pt x="148" y="265"/>
                      </a:cubicBezTo>
                      <a:cubicBezTo>
                        <a:pt x="151" y="264"/>
                        <a:pt x="151" y="264"/>
                        <a:pt x="151" y="262"/>
                      </a:cubicBezTo>
                      <a:cubicBezTo>
                        <a:pt x="150" y="261"/>
                        <a:pt x="151" y="259"/>
                        <a:pt x="149" y="259"/>
                      </a:cubicBezTo>
                      <a:cubicBezTo>
                        <a:pt x="149" y="259"/>
                        <a:pt x="148" y="259"/>
                        <a:pt x="148" y="258"/>
                      </a:cubicBezTo>
                      <a:cubicBezTo>
                        <a:pt x="148" y="258"/>
                        <a:pt x="148" y="258"/>
                        <a:pt x="148" y="257"/>
                      </a:cubicBezTo>
                      <a:cubicBezTo>
                        <a:pt x="149" y="257"/>
                        <a:pt x="149" y="257"/>
                        <a:pt x="150" y="257"/>
                      </a:cubicBezTo>
                      <a:cubicBezTo>
                        <a:pt x="150" y="258"/>
                        <a:pt x="151" y="259"/>
                        <a:pt x="151" y="257"/>
                      </a:cubicBezTo>
                      <a:cubicBezTo>
                        <a:pt x="151" y="257"/>
                        <a:pt x="152" y="257"/>
                        <a:pt x="152" y="257"/>
                      </a:cubicBezTo>
                      <a:cubicBezTo>
                        <a:pt x="152" y="256"/>
                        <a:pt x="153" y="254"/>
                        <a:pt x="152" y="254"/>
                      </a:cubicBezTo>
                      <a:cubicBezTo>
                        <a:pt x="151" y="253"/>
                        <a:pt x="151" y="252"/>
                        <a:pt x="151" y="252"/>
                      </a:cubicBezTo>
                      <a:cubicBezTo>
                        <a:pt x="152" y="251"/>
                        <a:pt x="152" y="252"/>
                        <a:pt x="153" y="252"/>
                      </a:cubicBezTo>
                      <a:cubicBezTo>
                        <a:pt x="153" y="252"/>
                        <a:pt x="153" y="251"/>
                        <a:pt x="153" y="251"/>
                      </a:cubicBezTo>
                      <a:cubicBezTo>
                        <a:pt x="152" y="251"/>
                        <a:pt x="152" y="250"/>
                        <a:pt x="153" y="250"/>
                      </a:cubicBezTo>
                      <a:cubicBezTo>
                        <a:pt x="153" y="250"/>
                        <a:pt x="153" y="250"/>
                        <a:pt x="153" y="250"/>
                      </a:cubicBezTo>
                      <a:cubicBezTo>
                        <a:pt x="154" y="251"/>
                        <a:pt x="155" y="250"/>
                        <a:pt x="155" y="250"/>
                      </a:cubicBezTo>
                      <a:cubicBezTo>
                        <a:pt x="155" y="249"/>
                        <a:pt x="155" y="249"/>
                        <a:pt x="156" y="249"/>
                      </a:cubicBezTo>
                      <a:cubicBezTo>
                        <a:pt x="156" y="249"/>
                        <a:pt x="156" y="249"/>
                        <a:pt x="156" y="250"/>
                      </a:cubicBezTo>
                      <a:cubicBezTo>
                        <a:pt x="156" y="250"/>
                        <a:pt x="156" y="251"/>
                        <a:pt x="156" y="252"/>
                      </a:cubicBezTo>
                      <a:cubicBezTo>
                        <a:pt x="155" y="252"/>
                        <a:pt x="155" y="253"/>
                        <a:pt x="155" y="255"/>
                      </a:cubicBezTo>
                      <a:cubicBezTo>
                        <a:pt x="155" y="256"/>
                        <a:pt x="156" y="257"/>
                        <a:pt x="154" y="259"/>
                      </a:cubicBezTo>
                      <a:cubicBezTo>
                        <a:pt x="154" y="259"/>
                        <a:pt x="154" y="259"/>
                        <a:pt x="154" y="259"/>
                      </a:cubicBezTo>
                      <a:cubicBezTo>
                        <a:pt x="154" y="261"/>
                        <a:pt x="156" y="261"/>
                        <a:pt x="156" y="263"/>
                      </a:cubicBezTo>
                      <a:cubicBezTo>
                        <a:pt x="156" y="263"/>
                        <a:pt x="156" y="263"/>
                        <a:pt x="157" y="263"/>
                      </a:cubicBezTo>
                      <a:cubicBezTo>
                        <a:pt x="157" y="263"/>
                        <a:pt x="157" y="263"/>
                        <a:pt x="157" y="264"/>
                      </a:cubicBezTo>
                      <a:cubicBezTo>
                        <a:pt x="157" y="265"/>
                        <a:pt x="158" y="265"/>
                        <a:pt x="159" y="265"/>
                      </a:cubicBezTo>
                      <a:cubicBezTo>
                        <a:pt x="160" y="264"/>
                        <a:pt x="160" y="264"/>
                        <a:pt x="161" y="263"/>
                      </a:cubicBezTo>
                      <a:cubicBezTo>
                        <a:pt x="162" y="262"/>
                        <a:pt x="161" y="260"/>
                        <a:pt x="161" y="259"/>
                      </a:cubicBezTo>
                      <a:cubicBezTo>
                        <a:pt x="161" y="258"/>
                        <a:pt x="160" y="257"/>
                        <a:pt x="161" y="257"/>
                      </a:cubicBezTo>
                      <a:cubicBezTo>
                        <a:pt x="162" y="257"/>
                        <a:pt x="163" y="256"/>
                        <a:pt x="164" y="256"/>
                      </a:cubicBezTo>
                      <a:cubicBezTo>
                        <a:pt x="165" y="256"/>
                        <a:pt x="166" y="256"/>
                        <a:pt x="167" y="255"/>
                      </a:cubicBezTo>
                      <a:cubicBezTo>
                        <a:pt x="168" y="254"/>
                        <a:pt x="167" y="253"/>
                        <a:pt x="168" y="252"/>
                      </a:cubicBezTo>
                      <a:cubicBezTo>
                        <a:pt x="168" y="251"/>
                        <a:pt x="168" y="249"/>
                        <a:pt x="167" y="248"/>
                      </a:cubicBezTo>
                      <a:cubicBezTo>
                        <a:pt x="166" y="248"/>
                        <a:pt x="166" y="247"/>
                        <a:pt x="165" y="246"/>
                      </a:cubicBezTo>
                      <a:cubicBezTo>
                        <a:pt x="165" y="246"/>
                        <a:pt x="165" y="245"/>
                        <a:pt x="166" y="245"/>
                      </a:cubicBezTo>
                      <a:cubicBezTo>
                        <a:pt x="166" y="245"/>
                        <a:pt x="166" y="245"/>
                        <a:pt x="166" y="245"/>
                      </a:cubicBezTo>
                      <a:cubicBezTo>
                        <a:pt x="167" y="246"/>
                        <a:pt x="167" y="246"/>
                        <a:pt x="168" y="246"/>
                      </a:cubicBezTo>
                      <a:cubicBezTo>
                        <a:pt x="168" y="246"/>
                        <a:pt x="169" y="247"/>
                        <a:pt x="169" y="246"/>
                      </a:cubicBezTo>
                      <a:cubicBezTo>
                        <a:pt x="170" y="245"/>
                        <a:pt x="169" y="245"/>
                        <a:pt x="169" y="244"/>
                      </a:cubicBezTo>
                      <a:cubicBezTo>
                        <a:pt x="168" y="243"/>
                        <a:pt x="166" y="243"/>
                        <a:pt x="166" y="241"/>
                      </a:cubicBezTo>
                      <a:cubicBezTo>
                        <a:pt x="166" y="241"/>
                        <a:pt x="166" y="240"/>
                        <a:pt x="165" y="240"/>
                      </a:cubicBezTo>
                      <a:cubicBezTo>
                        <a:pt x="165" y="240"/>
                        <a:pt x="166" y="238"/>
                        <a:pt x="166" y="238"/>
                      </a:cubicBezTo>
                      <a:cubicBezTo>
                        <a:pt x="167" y="238"/>
                        <a:pt x="168" y="237"/>
                        <a:pt x="168" y="237"/>
                      </a:cubicBezTo>
                      <a:cubicBezTo>
                        <a:pt x="169" y="236"/>
                        <a:pt x="169" y="236"/>
                        <a:pt x="170" y="236"/>
                      </a:cubicBezTo>
                      <a:cubicBezTo>
                        <a:pt x="171" y="235"/>
                        <a:pt x="171" y="235"/>
                        <a:pt x="171" y="234"/>
                      </a:cubicBezTo>
                      <a:cubicBezTo>
                        <a:pt x="171" y="232"/>
                        <a:pt x="169" y="230"/>
                        <a:pt x="168" y="230"/>
                      </a:cubicBezTo>
                      <a:cubicBezTo>
                        <a:pt x="167" y="230"/>
                        <a:pt x="166" y="230"/>
                        <a:pt x="167" y="229"/>
                      </a:cubicBezTo>
                      <a:cubicBezTo>
                        <a:pt x="167" y="228"/>
                        <a:pt x="167" y="228"/>
                        <a:pt x="166" y="228"/>
                      </a:cubicBezTo>
                      <a:cubicBezTo>
                        <a:pt x="166" y="228"/>
                        <a:pt x="166" y="228"/>
                        <a:pt x="165" y="227"/>
                      </a:cubicBezTo>
                      <a:cubicBezTo>
                        <a:pt x="165" y="227"/>
                        <a:pt x="164" y="227"/>
                        <a:pt x="163" y="227"/>
                      </a:cubicBezTo>
                      <a:cubicBezTo>
                        <a:pt x="162" y="227"/>
                        <a:pt x="163" y="228"/>
                        <a:pt x="163" y="228"/>
                      </a:cubicBezTo>
                      <a:cubicBezTo>
                        <a:pt x="162" y="229"/>
                        <a:pt x="162" y="229"/>
                        <a:pt x="162" y="229"/>
                      </a:cubicBezTo>
                      <a:cubicBezTo>
                        <a:pt x="161" y="229"/>
                        <a:pt x="161" y="229"/>
                        <a:pt x="161" y="230"/>
                      </a:cubicBezTo>
                      <a:cubicBezTo>
                        <a:pt x="160" y="230"/>
                        <a:pt x="161" y="230"/>
                        <a:pt x="161" y="230"/>
                      </a:cubicBezTo>
                      <a:cubicBezTo>
                        <a:pt x="161" y="231"/>
                        <a:pt x="161" y="231"/>
                        <a:pt x="161" y="231"/>
                      </a:cubicBezTo>
                      <a:cubicBezTo>
                        <a:pt x="162" y="231"/>
                        <a:pt x="162" y="232"/>
                        <a:pt x="162" y="232"/>
                      </a:cubicBezTo>
                      <a:cubicBezTo>
                        <a:pt x="163" y="232"/>
                        <a:pt x="163" y="231"/>
                        <a:pt x="163" y="232"/>
                      </a:cubicBezTo>
                      <a:cubicBezTo>
                        <a:pt x="164" y="232"/>
                        <a:pt x="163" y="233"/>
                        <a:pt x="163" y="233"/>
                      </a:cubicBezTo>
                      <a:cubicBezTo>
                        <a:pt x="163" y="233"/>
                        <a:pt x="163" y="233"/>
                        <a:pt x="163" y="234"/>
                      </a:cubicBezTo>
                      <a:cubicBezTo>
                        <a:pt x="163" y="234"/>
                        <a:pt x="162" y="234"/>
                        <a:pt x="162" y="234"/>
                      </a:cubicBezTo>
                      <a:cubicBezTo>
                        <a:pt x="161" y="233"/>
                        <a:pt x="161" y="233"/>
                        <a:pt x="160" y="233"/>
                      </a:cubicBezTo>
                      <a:cubicBezTo>
                        <a:pt x="160" y="233"/>
                        <a:pt x="160" y="233"/>
                        <a:pt x="161" y="234"/>
                      </a:cubicBezTo>
                      <a:cubicBezTo>
                        <a:pt x="161" y="234"/>
                        <a:pt x="161" y="234"/>
                        <a:pt x="161" y="235"/>
                      </a:cubicBezTo>
                      <a:cubicBezTo>
                        <a:pt x="161" y="235"/>
                        <a:pt x="160" y="235"/>
                        <a:pt x="160" y="235"/>
                      </a:cubicBezTo>
                      <a:cubicBezTo>
                        <a:pt x="160" y="235"/>
                        <a:pt x="159" y="235"/>
                        <a:pt x="159" y="234"/>
                      </a:cubicBezTo>
                      <a:cubicBezTo>
                        <a:pt x="158" y="234"/>
                        <a:pt x="157" y="233"/>
                        <a:pt x="155" y="233"/>
                      </a:cubicBezTo>
                      <a:cubicBezTo>
                        <a:pt x="154" y="232"/>
                        <a:pt x="153" y="233"/>
                        <a:pt x="152" y="233"/>
                      </a:cubicBezTo>
                      <a:cubicBezTo>
                        <a:pt x="151" y="233"/>
                        <a:pt x="151" y="233"/>
                        <a:pt x="151" y="233"/>
                      </a:cubicBezTo>
                      <a:cubicBezTo>
                        <a:pt x="150" y="232"/>
                        <a:pt x="150" y="233"/>
                        <a:pt x="149" y="233"/>
                      </a:cubicBezTo>
                      <a:cubicBezTo>
                        <a:pt x="149" y="233"/>
                        <a:pt x="148" y="233"/>
                        <a:pt x="149" y="234"/>
                      </a:cubicBezTo>
                      <a:cubicBezTo>
                        <a:pt x="149" y="234"/>
                        <a:pt x="149" y="235"/>
                        <a:pt x="148" y="235"/>
                      </a:cubicBezTo>
                      <a:cubicBezTo>
                        <a:pt x="148" y="235"/>
                        <a:pt x="148" y="235"/>
                        <a:pt x="148" y="235"/>
                      </a:cubicBezTo>
                      <a:cubicBezTo>
                        <a:pt x="147" y="234"/>
                        <a:pt x="147" y="234"/>
                        <a:pt x="146" y="234"/>
                      </a:cubicBezTo>
                      <a:cubicBezTo>
                        <a:pt x="146" y="235"/>
                        <a:pt x="146" y="236"/>
                        <a:pt x="146" y="237"/>
                      </a:cubicBezTo>
                      <a:cubicBezTo>
                        <a:pt x="146" y="238"/>
                        <a:pt x="145" y="238"/>
                        <a:pt x="145" y="239"/>
                      </a:cubicBezTo>
                      <a:cubicBezTo>
                        <a:pt x="144" y="239"/>
                        <a:pt x="143" y="240"/>
                        <a:pt x="143" y="241"/>
                      </a:cubicBezTo>
                      <a:cubicBezTo>
                        <a:pt x="143" y="241"/>
                        <a:pt x="142" y="241"/>
                        <a:pt x="142" y="241"/>
                      </a:cubicBezTo>
                      <a:cubicBezTo>
                        <a:pt x="142" y="242"/>
                        <a:pt x="141" y="243"/>
                        <a:pt x="141" y="244"/>
                      </a:cubicBezTo>
                      <a:cubicBezTo>
                        <a:pt x="141" y="245"/>
                        <a:pt x="140" y="246"/>
                        <a:pt x="140" y="246"/>
                      </a:cubicBezTo>
                      <a:cubicBezTo>
                        <a:pt x="139" y="247"/>
                        <a:pt x="139" y="248"/>
                        <a:pt x="139" y="248"/>
                      </a:cubicBezTo>
                      <a:cubicBezTo>
                        <a:pt x="138" y="250"/>
                        <a:pt x="136" y="251"/>
                        <a:pt x="137" y="253"/>
                      </a:cubicBezTo>
                      <a:cubicBezTo>
                        <a:pt x="136" y="253"/>
                        <a:pt x="136" y="251"/>
                        <a:pt x="135" y="252"/>
                      </a:cubicBezTo>
                      <a:cubicBezTo>
                        <a:pt x="135" y="252"/>
                        <a:pt x="134" y="253"/>
                        <a:pt x="134" y="254"/>
                      </a:cubicBezTo>
                      <a:cubicBezTo>
                        <a:pt x="134" y="254"/>
                        <a:pt x="134" y="253"/>
                        <a:pt x="134" y="253"/>
                      </a:cubicBezTo>
                      <a:cubicBezTo>
                        <a:pt x="133" y="253"/>
                        <a:pt x="133" y="254"/>
                        <a:pt x="133" y="254"/>
                      </a:cubicBezTo>
                      <a:cubicBezTo>
                        <a:pt x="133" y="255"/>
                        <a:pt x="133" y="255"/>
                        <a:pt x="133" y="255"/>
                      </a:cubicBezTo>
                      <a:cubicBezTo>
                        <a:pt x="132" y="256"/>
                        <a:pt x="132" y="257"/>
                        <a:pt x="132" y="258"/>
                      </a:cubicBezTo>
                      <a:cubicBezTo>
                        <a:pt x="132" y="259"/>
                        <a:pt x="130" y="260"/>
                        <a:pt x="129" y="260"/>
                      </a:cubicBezTo>
                      <a:cubicBezTo>
                        <a:pt x="128" y="260"/>
                        <a:pt x="127" y="260"/>
                        <a:pt x="126" y="261"/>
                      </a:cubicBezTo>
                      <a:cubicBezTo>
                        <a:pt x="125" y="261"/>
                        <a:pt x="123" y="263"/>
                        <a:pt x="123" y="264"/>
                      </a:cubicBezTo>
                      <a:cubicBezTo>
                        <a:pt x="123" y="265"/>
                        <a:pt x="123" y="265"/>
                        <a:pt x="123" y="266"/>
                      </a:cubicBezTo>
                      <a:cubicBezTo>
                        <a:pt x="122" y="267"/>
                        <a:pt x="121" y="268"/>
                        <a:pt x="121" y="269"/>
                      </a:cubicBezTo>
                      <a:cubicBezTo>
                        <a:pt x="122" y="269"/>
                        <a:pt x="122" y="268"/>
                        <a:pt x="123" y="267"/>
                      </a:cubicBezTo>
                      <a:cubicBezTo>
                        <a:pt x="124" y="267"/>
                        <a:pt x="124" y="267"/>
                        <a:pt x="124" y="268"/>
                      </a:cubicBezTo>
                      <a:cubicBezTo>
                        <a:pt x="124" y="268"/>
                        <a:pt x="125" y="268"/>
                        <a:pt x="124" y="268"/>
                      </a:cubicBezTo>
                      <a:cubicBezTo>
                        <a:pt x="124" y="269"/>
                        <a:pt x="124" y="269"/>
                        <a:pt x="124" y="269"/>
                      </a:cubicBezTo>
                      <a:cubicBezTo>
                        <a:pt x="125" y="269"/>
                        <a:pt x="125" y="269"/>
                        <a:pt x="124" y="270"/>
                      </a:cubicBezTo>
                      <a:cubicBezTo>
                        <a:pt x="124" y="271"/>
                        <a:pt x="124" y="272"/>
                        <a:pt x="123" y="272"/>
                      </a:cubicBezTo>
                      <a:cubicBezTo>
                        <a:pt x="123" y="273"/>
                        <a:pt x="123" y="273"/>
                        <a:pt x="123" y="273"/>
                      </a:cubicBezTo>
                      <a:cubicBezTo>
                        <a:pt x="124" y="274"/>
                        <a:pt x="125" y="274"/>
                        <a:pt x="126" y="273"/>
                      </a:cubicBezTo>
                      <a:cubicBezTo>
                        <a:pt x="127" y="272"/>
                        <a:pt x="127" y="271"/>
                        <a:pt x="129" y="270"/>
                      </a:cubicBezTo>
                      <a:cubicBezTo>
                        <a:pt x="130" y="271"/>
                        <a:pt x="131" y="273"/>
                        <a:pt x="133" y="274"/>
                      </a:cubicBezTo>
                      <a:cubicBezTo>
                        <a:pt x="133" y="273"/>
                        <a:pt x="133" y="273"/>
                        <a:pt x="134" y="272"/>
                      </a:cubicBezTo>
                      <a:cubicBezTo>
                        <a:pt x="134" y="272"/>
                        <a:pt x="134" y="272"/>
                        <a:pt x="134" y="272"/>
                      </a:cubicBezTo>
                      <a:cubicBezTo>
                        <a:pt x="134" y="273"/>
                        <a:pt x="134" y="273"/>
                        <a:pt x="135" y="273"/>
                      </a:cubicBezTo>
                      <a:cubicBezTo>
                        <a:pt x="135" y="273"/>
                        <a:pt x="135" y="273"/>
                        <a:pt x="135" y="272"/>
                      </a:cubicBezTo>
                      <a:cubicBezTo>
                        <a:pt x="135" y="272"/>
                        <a:pt x="134" y="271"/>
                        <a:pt x="134" y="271"/>
                      </a:cubicBezTo>
                      <a:cubicBezTo>
                        <a:pt x="134" y="269"/>
                        <a:pt x="134" y="268"/>
                        <a:pt x="135" y="266"/>
                      </a:cubicBezTo>
                      <a:cubicBezTo>
                        <a:pt x="137" y="267"/>
                        <a:pt x="137" y="268"/>
                        <a:pt x="137" y="269"/>
                      </a:cubicBezTo>
                      <a:cubicBezTo>
                        <a:pt x="137" y="270"/>
                        <a:pt x="136" y="271"/>
                        <a:pt x="137" y="271"/>
                      </a:cubicBezTo>
                      <a:cubicBezTo>
                        <a:pt x="137" y="272"/>
                        <a:pt x="137" y="273"/>
                        <a:pt x="137" y="272"/>
                      </a:cubicBezTo>
                      <a:cubicBezTo>
                        <a:pt x="138" y="271"/>
                        <a:pt x="138" y="272"/>
                        <a:pt x="138" y="272"/>
                      </a:cubicBezTo>
                      <a:cubicBezTo>
                        <a:pt x="138" y="273"/>
                        <a:pt x="138" y="273"/>
                        <a:pt x="138" y="274"/>
                      </a:cubicBezTo>
                      <a:cubicBezTo>
                        <a:pt x="138" y="275"/>
                        <a:pt x="138" y="275"/>
                        <a:pt x="138" y="276"/>
                      </a:cubicBezTo>
                      <a:cubicBezTo>
                        <a:pt x="138" y="277"/>
                        <a:pt x="138" y="277"/>
                        <a:pt x="139" y="277"/>
                      </a:cubicBezTo>
                      <a:cubicBezTo>
                        <a:pt x="139" y="277"/>
                        <a:pt x="140" y="277"/>
                        <a:pt x="140" y="276"/>
                      </a:cubicBezTo>
                      <a:cubicBezTo>
                        <a:pt x="140" y="276"/>
                        <a:pt x="140" y="275"/>
                        <a:pt x="140" y="275"/>
                      </a:cubicBezTo>
                      <a:cubicBezTo>
                        <a:pt x="140" y="275"/>
                        <a:pt x="140" y="276"/>
                        <a:pt x="141" y="276"/>
                      </a:cubicBezTo>
                      <a:cubicBezTo>
                        <a:pt x="141" y="276"/>
                        <a:pt x="142" y="276"/>
                        <a:pt x="142" y="275"/>
                      </a:cubicBezTo>
                      <a:cubicBezTo>
                        <a:pt x="143" y="275"/>
                        <a:pt x="143" y="274"/>
                        <a:pt x="143" y="273"/>
                      </a:cubicBezTo>
                      <a:cubicBezTo>
                        <a:pt x="143" y="273"/>
                        <a:pt x="143" y="273"/>
                        <a:pt x="144" y="272"/>
                      </a:cubicBezTo>
                      <a:cubicBezTo>
                        <a:pt x="144" y="272"/>
                        <a:pt x="144" y="273"/>
                        <a:pt x="144" y="273"/>
                      </a:cubicBezTo>
                      <a:cubicBezTo>
                        <a:pt x="145" y="271"/>
                        <a:pt x="144" y="270"/>
                        <a:pt x="142" y="269"/>
                      </a:cubicBezTo>
                      <a:cubicBezTo>
                        <a:pt x="143" y="268"/>
                        <a:pt x="143" y="269"/>
                        <a:pt x="144" y="269"/>
                      </a:cubicBezTo>
                      <a:cubicBezTo>
                        <a:pt x="143" y="268"/>
                        <a:pt x="143" y="268"/>
                        <a:pt x="144" y="267"/>
                      </a:cubicBezTo>
                      <a:cubicBezTo>
                        <a:pt x="144" y="267"/>
                        <a:pt x="144" y="267"/>
                        <a:pt x="144" y="266"/>
                      </a:cubicBezTo>
                      <a:cubicBezTo>
                        <a:pt x="143" y="265"/>
                        <a:pt x="144" y="264"/>
                        <a:pt x="143" y="262"/>
                      </a:cubicBezTo>
                      <a:cubicBezTo>
                        <a:pt x="144" y="262"/>
                        <a:pt x="144" y="263"/>
                        <a:pt x="144" y="263"/>
                      </a:cubicBezTo>
                      <a:cubicBezTo>
                        <a:pt x="144" y="263"/>
                        <a:pt x="144" y="262"/>
                        <a:pt x="145" y="262"/>
                      </a:cubicBezTo>
                      <a:cubicBezTo>
                        <a:pt x="144" y="264"/>
                        <a:pt x="146" y="266"/>
                        <a:pt x="146" y="269"/>
                      </a:cubicBezTo>
                      <a:close/>
                      <a:moveTo>
                        <a:pt x="286" y="196"/>
                      </a:moveTo>
                      <a:cubicBezTo>
                        <a:pt x="286" y="196"/>
                        <a:pt x="286" y="195"/>
                        <a:pt x="287" y="195"/>
                      </a:cubicBezTo>
                      <a:cubicBezTo>
                        <a:pt x="287" y="195"/>
                        <a:pt x="288" y="196"/>
                        <a:pt x="288" y="195"/>
                      </a:cubicBezTo>
                      <a:cubicBezTo>
                        <a:pt x="288" y="194"/>
                        <a:pt x="288" y="194"/>
                        <a:pt x="287" y="194"/>
                      </a:cubicBezTo>
                      <a:cubicBezTo>
                        <a:pt x="286" y="193"/>
                        <a:pt x="286" y="192"/>
                        <a:pt x="286" y="190"/>
                      </a:cubicBezTo>
                      <a:cubicBezTo>
                        <a:pt x="286" y="190"/>
                        <a:pt x="286" y="190"/>
                        <a:pt x="286" y="189"/>
                      </a:cubicBezTo>
                      <a:cubicBezTo>
                        <a:pt x="285" y="187"/>
                        <a:pt x="287" y="185"/>
                        <a:pt x="289" y="186"/>
                      </a:cubicBezTo>
                      <a:cubicBezTo>
                        <a:pt x="292" y="186"/>
                        <a:pt x="294" y="187"/>
                        <a:pt x="296" y="190"/>
                      </a:cubicBezTo>
                      <a:cubicBezTo>
                        <a:pt x="298" y="190"/>
                        <a:pt x="299" y="191"/>
                        <a:pt x="299" y="192"/>
                      </a:cubicBezTo>
                      <a:cubicBezTo>
                        <a:pt x="300" y="192"/>
                        <a:pt x="300" y="192"/>
                        <a:pt x="300" y="193"/>
                      </a:cubicBezTo>
                      <a:cubicBezTo>
                        <a:pt x="300" y="193"/>
                        <a:pt x="300" y="193"/>
                        <a:pt x="300" y="194"/>
                      </a:cubicBezTo>
                      <a:cubicBezTo>
                        <a:pt x="300" y="195"/>
                        <a:pt x="300" y="195"/>
                        <a:pt x="301" y="196"/>
                      </a:cubicBezTo>
                      <a:cubicBezTo>
                        <a:pt x="301" y="197"/>
                        <a:pt x="302" y="197"/>
                        <a:pt x="303" y="196"/>
                      </a:cubicBezTo>
                      <a:cubicBezTo>
                        <a:pt x="304" y="195"/>
                        <a:pt x="305" y="196"/>
                        <a:pt x="305" y="196"/>
                      </a:cubicBezTo>
                      <a:cubicBezTo>
                        <a:pt x="306" y="197"/>
                        <a:pt x="306" y="198"/>
                        <a:pt x="307" y="198"/>
                      </a:cubicBezTo>
                      <a:cubicBezTo>
                        <a:pt x="309" y="199"/>
                        <a:pt x="310" y="202"/>
                        <a:pt x="309" y="202"/>
                      </a:cubicBezTo>
                      <a:cubicBezTo>
                        <a:pt x="307" y="203"/>
                        <a:pt x="307" y="204"/>
                        <a:pt x="306" y="205"/>
                      </a:cubicBezTo>
                      <a:cubicBezTo>
                        <a:pt x="306" y="205"/>
                        <a:pt x="305" y="205"/>
                        <a:pt x="305" y="206"/>
                      </a:cubicBezTo>
                      <a:cubicBezTo>
                        <a:pt x="305" y="206"/>
                        <a:pt x="306" y="206"/>
                        <a:pt x="306" y="206"/>
                      </a:cubicBezTo>
                      <a:cubicBezTo>
                        <a:pt x="307" y="206"/>
                        <a:pt x="307" y="206"/>
                        <a:pt x="307" y="207"/>
                      </a:cubicBezTo>
                      <a:cubicBezTo>
                        <a:pt x="308" y="208"/>
                        <a:pt x="308" y="209"/>
                        <a:pt x="309" y="210"/>
                      </a:cubicBezTo>
                      <a:cubicBezTo>
                        <a:pt x="309" y="210"/>
                        <a:pt x="309" y="211"/>
                        <a:pt x="309" y="211"/>
                      </a:cubicBezTo>
                      <a:cubicBezTo>
                        <a:pt x="308" y="212"/>
                        <a:pt x="308" y="213"/>
                        <a:pt x="308" y="213"/>
                      </a:cubicBezTo>
                      <a:cubicBezTo>
                        <a:pt x="308" y="214"/>
                        <a:pt x="307" y="214"/>
                        <a:pt x="307" y="214"/>
                      </a:cubicBezTo>
                      <a:cubicBezTo>
                        <a:pt x="306" y="213"/>
                        <a:pt x="305" y="214"/>
                        <a:pt x="304" y="215"/>
                      </a:cubicBezTo>
                      <a:cubicBezTo>
                        <a:pt x="304" y="215"/>
                        <a:pt x="304" y="215"/>
                        <a:pt x="304" y="215"/>
                      </a:cubicBezTo>
                      <a:cubicBezTo>
                        <a:pt x="303" y="215"/>
                        <a:pt x="303" y="216"/>
                        <a:pt x="302" y="216"/>
                      </a:cubicBezTo>
                      <a:cubicBezTo>
                        <a:pt x="302" y="216"/>
                        <a:pt x="301" y="217"/>
                        <a:pt x="300" y="217"/>
                      </a:cubicBezTo>
                      <a:cubicBezTo>
                        <a:pt x="300" y="217"/>
                        <a:pt x="299" y="217"/>
                        <a:pt x="299" y="216"/>
                      </a:cubicBezTo>
                      <a:cubicBezTo>
                        <a:pt x="298" y="216"/>
                        <a:pt x="298" y="216"/>
                        <a:pt x="298" y="216"/>
                      </a:cubicBezTo>
                      <a:cubicBezTo>
                        <a:pt x="297" y="216"/>
                        <a:pt x="297" y="217"/>
                        <a:pt x="297" y="217"/>
                      </a:cubicBezTo>
                      <a:cubicBezTo>
                        <a:pt x="298" y="218"/>
                        <a:pt x="298" y="218"/>
                        <a:pt x="297" y="218"/>
                      </a:cubicBezTo>
                      <a:cubicBezTo>
                        <a:pt x="297" y="218"/>
                        <a:pt x="297" y="218"/>
                        <a:pt x="296" y="218"/>
                      </a:cubicBezTo>
                      <a:cubicBezTo>
                        <a:pt x="296" y="219"/>
                        <a:pt x="296" y="220"/>
                        <a:pt x="295" y="219"/>
                      </a:cubicBezTo>
                      <a:cubicBezTo>
                        <a:pt x="294" y="219"/>
                        <a:pt x="294" y="219"/>
                        <a:pt x="294" y="218"/>
                      </a:cubicBezTo>
                      <a:cubicBezTo>
                        <a:pt x="294" y="218"/>
                        <a:pt x="294" y="217"/>
                        <a:pt x="294" y="217"/>
                      </a:cubicBezTo>
                      <a:cubicBezTo>
                        <a:pt x="295" y="216"/>
                        <a:pt x="294" y="215"/>
                        <a:pt x="293" y="214"/>
                      </a:cubicBezTo>
                      <a:cubicBezTo>
                        <a:pt x="292" y="214"/>
                        <a:pt x="291" y="213"/>
                        <a:pt x="290" y="212"/>
                      </a:cubicBezTo>
                      <a:cubicBezTo>
                        <a:pt x="290" y="212"/>
                        <a:pt x="290" y="211"/>
                        <a:pt x="291" y="210"/>
                      </a:cubicBezTo>
                      <a:cubicBezTo>
                        <a:pt x="292" y="210"/>
                        <a:pt x="294" y="211"/>
                        <a:pt x="295" y="211"/>
                      </a:cubicBezTo>
                      <a:cubicBezTo>
                        <a:pt x="296" y="210"/>
                        <a:pt x="296" y="209"/>
                        <a:pt x="295" y="208"/>
                      </a:cubicBezTo>
                      <a:cubicBezTo>
                        <a:pt x="294" y="208"/>
                        <a:pt x="293" y="207"/>
                        <a:pt x="293" y="206"/>
                      </a:cubicBezTo>
                      <a:cubicBezTo>
                        <a:pt x="292" y="206"/>
                        <a:pt x="292" y="206"/>
                        <a:pt x="292" y="206"/>
                      </a:cubicBezTo>
                      <a:cubicBezTo>
                        <a:pt x="291" y="207"/>
                        <a:pt x="290" y="206"/>
                        <a:pt x="289" y="206"/>
                      </a:cubicBezTo>
                      <a:cubicBezTo>
                        <a:pt x="289" y="206"/>
                        <a:pt x="289" y="206"/>
                        <a:pt x="289" y="206"/>
                      </a:cubicBezTo>
                      <a:cubicBezTo>
                        <a:pt x="289" y="205"/>
                        <a:pt x="289" y="205"/>
                        <a:pt x="289" y="205"/>
                      </a:cubicBezTo>
                      <a:cubicBezTo>
                        <a:pt x="290" y="205"/>
                        <a:pt x="289" y="204"/>
                        <a:pt x="289" y="204"/>
                      </a:cubicBezTo>
                      <a:cubicBezTo>
                        <a:pt x="287" y="203"/>
                        <a:pt x="288" y="202"/>
                        <a:pt x="287" y="201"/>
                      </a:cubicBezTo>
                      <a:cubicBezTo>
                        <a:pt x="287" y="200"/>
                        <a:pt x="287" y="199"/>
                        <a:pt x="287" y="199"/>
                      </a:cubicBezTo>
                      <a:cubicBezTo>
                        <a:pt x="286" y="198"/>
                        <a:pt x="285" y="198"/>
                        <a:pt x="286" y="196"/>
                      </a:cubicBezTo>
                      <a:close/>
                      <a:moveTo>
                        <a:pt x="318" y="305"/>
                      </a:moveTo>
                      <a:cubicBezTo>
                        <a:pt x="318" y="306"/>
                        <a:pt x="318" y="306"/>
                        <a:pt x="318" y="306"/>
                      </a:cubicBezTo>
                      <a:cubicBezTo>
                        <a:pt x="318" y="307"/>
                        <a:pt x="318" y="308"/>
                        <a:pt x="316" y="308"/>
                      </a:cubicBezTo>
                      <a:cubicBezTo>
                        <a:pt x="315" y="308"/>
                        <a:pt x="313" y="308"/>
                        <a:pt x="311" y="308"/>
                      </a:cubicBezTo>
                      <a:cubicBezTo>
                        <a:pt x="311" y="308"/>
                        <a:pt x="310" y="308"/>
                        <a:pt x="310" y="308"/>
                      </a:cubicBezTo>
                      <a:cubicBezTo>
                        <a:pt x="310" y="307"/>
                        <a:pt x="309" y="307"/>
                        <a:pt x="308" y="307"/>
                      </a:cubicBezTo>
                      <a:cubicBezTo>
                        <a:pt x="308" y="307"/>
                        <a:pt x="308" y="307"/>
                        <a:pt x="308" y="306"/>
                      </a:cubicBezTo>
                      <a:cubicBezTo>
                        <a:pt x="308" y="306"/>
                        <a:pt x="307" y="304"/>
                        <a:pt x="306" y="304"/>
                      </a:cubicBezTo>
                      <a:cubicBezTo>
                        <a:pt x="305" y="304"/>
                        <a:pt x="305" y="304"/>
                        <a:pt x="304" y="304"/>
                      </a:cubicBezTo>
                      <a:cubicBezTo>
                        <a:pt x="302" y="303"/>
                        <a:pt x="302" y="302"/>
                        <a:pt x="301" y="301"/>
                      </a:cubicBezTo>
                      <a:cubicBezTo>
                        <a:pt x="301" y="301"/>
                        <a:pt x="300" y="301"/>
                        <a:pt x="300" y="301"/>
                      </a:cubicBezTo>
                      <a:cubicBezTo>
                        <a:pt x="299" y="301"/>
                        <a:pt x="299" y="301"/>
                        <a:pt x="299" y="300"/>
                      </a:cubicBezTo>
                      <a:cubicBezTo>
                        <a:pt x="299" y="299"/>
                        <a:pt x="299" y="298"/>
                        <a:pt x="298" y="299"/>
                      </a:cubicBezTo>
                      <a:cubicBezTo>
                        <a:pt x="297" y="299"/>
                        <a:pt x="297" y="299"/>
                        <a:pt x="297" y="299"/>
                      </a:cubicBezTo>
                      <a:cubicBezTo>
                        <a:pt x="297" y="298"/>
                        <a:pt x="297" y="297"/>
                        <a:pt x="298" y="296"/>
                      </a:cubicBezTo>
                      <a:cubicBezTo>
                        <a:pt x="298" y="295"/>
                        <a:pt x="298" y="294"/>
                        <a:pt x="299" y="293"/>
                      </a:cubicBezTo>
                      <a:cubicBezTo>
                        <a:pt x="300" y="293"/>
                        <a:pt x="300" y="293"/>
                        <a:pt x="300" y="293"/>
                      </a:cubicBezTo>
                      <a:cubicBezTo>
                        <a:pt x="301" y="293"/>
                        <a:pt x="301" y="292"/>
                        <a:pt x="301" y="292"/>
                      </a:cubicBezTo>
                      <a:cubicBezTo>
                        <a:pt x="300" y="291"/>
                        <a:pt x="300" y="291"/>
                        <a:pt x="301" y="291"/>
                      </a:cubicBezTo>
                      <a:cubicBezTo>
                        <a:pt x="301" y="290"/>
                        <a:pt x="302" y="289"/>
                        <a:pt x="303" y="288"/>
                      </a:cubicBezTo>
                      <a:cubicBezTo>
                        <a:pt x="303" y="288"/>
                        <a:pt x="303" y="288"/>
                        <a:pt x="303" y="288"/>
                      </a:cubicBezTo>
                      <a:cubicBezTo>
                        <a:pt x="302" y="286"/>
                        <a:pt x="303" y="284"/>
                        <a:pt x="305" y="284"/>
                      </a:cubicBezTo>
                      <a:cubicBezTo>
                        <a:pt x="306" y="284"/>
                        <a:pt x="307" y="283"/>
                        <a:pt x="307" y="283"/>
                      </a:cubicBezTo>
                      <a:cubicBezTo>
                        <a:pt x="308" y="282"/>
                        <a:pt x="309" y="282"/>
                        <a:pt x="310" y="282"/>
                      </a:cubicBezTo>
                      <a:cubicBezTo>
                        <a:pt x="310" y="283"/>
                        <a:pt x="311" y="282"/>
                        <a:pt x="312" y="283"/>
                      </a:cubicBezTo>
                      <a:cubicBezTo>
                        <a:pt x="313" y="284"/>
                        <a:pt x="313" y="284"/>
                        <a:pt x="314" y="285"/>
                      </a:cubicBezTo>
                      <a:cubicBezTo>
                        <a:pt x="314" y="286"/>
                        <a:pt x="315" y="288"/>
                        <a:pt x="317" y="289"/>
                      </a:cubicBezTo>
                      <a:cubicBezTo>
                        <a:pt x="317" y="290"/>
                        <a:pt x="318" y="290"/>
                        <a:pt x="317" y="291"/>
                      </a:cubicBezTo>
                      <a:cubicBezTo>
                        <a:pt x="317" y="291"/>
                        <a:pt x="317" y="291"/>
                        <a:pt x="317" y="291"/>
                      </a:cubicBezTo>
                      <a:cubicBezTo>
                        <a:pt x="318" y="292"/>
                        <a:pt x="319" y="292"/>
                        <a:pt x="318" y="293"/>
                      </a:cubicBezTo>
                      <a:cubicBezTo>
                        <a:pt x="318" y="294"/>
                        <a:pt x="318" y="294"/>
                        <a:pt x="318" y="294"/>
                      </a:cubicBezTo>
                      <a:cubicBezTo>
                        <a:pt x="319" y="295"/>
                        <a:pt x="319" y="296"/>
                        <a:pt x="318" y="297"/>
                      </a:cubicBezTo>
                      <a:cubicBezTo>
                        <a:pt x="318" y="297"/>
                        <a:pt x="318" y="298"/>
                        <a:pt x="318" y="298"/>
                      </a:cubicBezTo>
                      <a:cubicBezTo>
                        <a:pt x="319" y="300"/>
                        <a:pt x="319" y="303"/>
                        <a:pt x="318" y="305"/>
                      </a:cubicBezTo>
                      <a:close/>
                      <a:moveTo>
                        <a:pt x="533" y="38"/>
                      </a:moveTo>
                      <a:cubicBezTo>
                        <a:pt x="533" y="37"/>
                        <a:pt x="533" y="36"/>
                        <a:pt x="532" y="35"/>
                      </a:cubicBezTo>
                      <a:cubicBezTo>
                        <a:pt x="532" y="35"/>
                        <a:pt x="531" y="35"/>
                        <a:pt x="531" y="34"/>
                      </a:cubicBezTo>
                      <a:cubicBezTo>
                        <a:pt x="532" y="34"/>
                        <a:pt x="532" y="33"/>
                        <a:pt x="531" y="33"/>
                      </a:cubicBezTo>
                      <a:cubicBezTo>
                        <a:pt x="530" y="33"/>
                        <a:pt x="530" y="32"/>
                        <a:pt x="529" y="32"/>
                      </a:cubicBezTo>
                      <a:cubicBezTo>
                        <a:pt x="528" y="32"/>
                        <a:pt x="527" y="32"/>
                        <a:pt x="527" y="31"/>
                      </a:cubicBezTo>
                      <a:cubicBezTo>
                        <a:pt x="527" y="31"/>
                        <a:pt x="527" y="31"/>
                        <a:pt x="527" y="30"/>
                      </a:cubicBezTo>
                      <a:cubicBezTo>
                        <a:pt x="526" y="30"/>
                        <a:pt x="524" y="31"/>
                        <a:pt x="523" y="32"/>
                      </a:cubicBezTo>
                      <a:cubicBezTo>
                        <a:pt x="523" y="32"/>
                        <a:pt x="523" y="31"/>
                        <a:pt x="522" y="32"/>
                      </a:cubicBezTo>
                      <a:cubicBezTo>
                        <a:pt x="522" y="33"/>
                        <a:pt x="522" y="34"/>
                        <a:pt x="522" y="35"/>
                      </a:cubicBezTo>
                      <a:cubicBezTo>
                        <a:pt x="522" y="35"/>
                        <a:pt x="521" y="35"/>
                        <a:pt x="520" y="36"/>
                      </a:cubicBezTo>
                      <a:cubicBezTo>
                        <a:pt x="520" y="36"/>
                        <a:pt x="520" y="36"/>
                        <a:pt x="519" y="36"/>
                      </a:cubicBezTo>
                      <a:cubicBezTo>
                        <a:pt x="519" y="36"/>
                        <a:pt x="520" y="35"/>
                        <a:pt x="520" y="35"/>
                      </a:cubicBezTo>
                      <a:cubicBezTo>
                        <a:pt x="520" y="35"/>
                        <a:pt x="520" y="35"/>
                        <a:pt x="520" y="35"/>
                      </a:cubicBezTo>
                      <a:cubicBezTo>
                        <a:pt x="521" y="34"/>
                        <a:pt x="521" y="33"/>
                        <a:pt x="521" y="32"/>
                      </a:cubicBezTo>
                      <a:cubicBezTo>
                        <a:pt x="521" y="32"/>
                        <a:pt x="521" y="31"/>
                        <a:pt x="521" y="31"/>
                      </a:cubicBezTo>
                      <a:cubicBezTo>
                        <a:pt x="522" y="31"/>
                        <a:pt x="521" y="30"/>
                        <a:pt x="521" y="30"/>
                      </a:cubicBezTo>
                      <a:cubicBezTo>
                        <a:pt x="522" y="29"/>
                        <a:pt x="522" y="29"/>
                        <a:pt x="521" y="29"/>
                      </a:cubicBezTo>
                      <a:cubicBezTo>
                        <a:pt x="521" y="28"/>
                        <a:pt x="520" y="28"/>
                        <a:pt x="520" y="28"/>
                      </a:cubicBezTo>
                      <a:cubicBezTo>
                        <a:pt x="519" y="27"/>
                        <a:pt x="519" y="27"/>
                        <a:pt x="519" y="27"/>
                      </a:cubicBezTo>
                      <a:cubicBezTo>
                        <a:pt x="520" y="26"/>
                        <a:pt x="520" y="25"/>
                        <a:pt x="519" y="25"/>
                      </a:cubicBezTo>
                      <a:cubicBezTo>
                        <a:pt x="519" y="25"/>
                        <a:pt x="518" y="24"/>
                        <a:pt x="518" y="24"/>
                      </a:cubicBezTo>
                      <a:cubicBezTo>
                        <a:pt x="517" y="24"/>
                        <a:pt x="518" y="24"/>
                        <a:pt x="518" y="24"/>
                      </a:cubicBezTo>
                      <a:cubicBezTo>
                        <a:pt x="518" y="23"/>
                        <a:pt x="517" y="22"/>
                        <a:pt x="516" y="22"/>
                      </a:cubicBezTo>
                      <a:cubicBezTo>
                        <a:pt x="516" y="22"/>
                        <a:pt x="515" y="23"/>
                        <a:pt x="515" y="22"/>
                      </a:cubicBezTo>
                      <a:cubicBezTo>
                        <a:pt x="515" y="22"/>
                        <a:pt x="516" y="22"/>
                        <a:pt x="516" y="21"/>
                      </a:cubicBezTo>
                      <a:cubicBezTo>
                        <a:pt x="517" y="21"/>
                        <a:pt x="517" y="21"/>
                        <a:pt x="517" y="21"/>
                      </a:cubicBezTo>
                      <a:cubicBezTo>
                        <a:pt x="519" y="22"/>
                        <a:pt x="518" y="20"/>
                        <a:pt x="519" y="20"/>
                      </a:cubicBezTo>
                      <a:cubicBezTo>
                        <a:pt x="519" y="19"/>
                        <a:pt x="519" y="19"/>
                        <a:pt x="519" y="18"/>
                      </a:cubicBezTo>
                      <a:cubicBezTo>
                        <a:pt x="519" y="17"/>
                        <a:pt x="518" y="16"/>
                        <a:pt x="517" y="16"/>
                      </a:cubicBezTo>
                      <a:cubicBezTo>
                        <a:pt x="516" y="16"/>
                        <a:pt x="515" y="15"/>
                        <a:pt x="514" y="17"/>
                      </a:cubicBezTo>
                      <a:cubicBezTo>
                        <a:pt x="513" y="17"/>
                        <a:pt x="513" y="18"/>
                        <a:pt x="512" y="19"/>
                      </a:cubicBezTo>
                      <a:cubicBezTo>
                        <a:pt x="512" y="19"/>
                        <a:pt x="511" y="20"/>
                        <a:pt x="511" y="19"/>
                      </a:cubicBezTo>
                      <a:cubicBezTo>
                        <a:pt x="511" y="18"/>
                        <a:pt x="510" y="17"/>
                        <a:pt x="510" y="15"/>
                      </a:cubicBezTo>
                      <a:cubicBezTo>
                        <a:pt x="510" y="15"/>
                        <a:pt x="510" y="14"/>
                        <a:pt x="509" y="15"/>
                      </a:cubicBezTo>
                      <a:cubicBezTo>
                        <a:pt x="509" y="15"/>
                        <a:pt x="509" y="15"/>
                        <a:pt x="509" y="15"/>
                      </a:cubicBezTo>
                      <a:cubicBezTo>
                        <a:pt x="509" y="14"/>
                        <a:pt x="509" y="14"/>
                        <a:pt x="510" y="14"/>
                      </a:cubicBezTo>
                      <a:cubicBezTo>
                        <a:pt x="510" y="14"/>
                        <a:pt x="510" y="13"/>
                        <a:pt x="510" y="13"/>
                      </a:cubicBezTo>
                      <a:cubicBezTo>
                        <a:pt x="510" y="12"/>
                        <a:pt x="509" y="12"/>
                        <a:pt x="509" y="12"/>
                      </a:cubicBezTo>
                      <a:cubicBezTo>
                        <a:pt x="508" y="12"/>
                        <a:pt x="507" y="13"/>
                        <a:pt x="507" y="14"/>
                      </a:cubicBezTo>
                      <a:cubicBezTo>
                        <a:pt x="506" y="14"/>
                        <a:pt x="507" y="15"/>
                        <a:pt x="508" y="15"/>
                      </a:cubicBezTo>
                      <a:cubicBezTo>
                        <a:pt x="508" y="15"/>
                        <a:pt x="508" y="15"/>
                        <a:pt x="508" y="15"/>
                      </a:cubicBezTo>
                      <a:cubicBezTo>
                        <a:pt x="507" y="15"/>
                        <a:pt x="506" y="16"/>
                        <a:pt x="506" y="17"/>
                      </a:cubicBezTo>
                      <a:cubicBezTo>
                        <a:pt x="506" y="17"/>
                        <a:pt x="505" y="18"/>
                        <a:pt x="506" y="18"/>
                      </a:cubicBezTo>
                      <a:cubicBezTo>
                        <a:pt x="506" y="19"/>
                        <a:pt x="506" y="19"/>
                        <a:pt x="507" y="19"/>
                      </a:cubicBezTo>
                      <a:cubicBezTo>
                        <a:pt x="507" y="19"/>
                        <a:pt x="507" y="20"/>
                        <a:pt x="506" y="19"/>
                      </a:cubicBezTo>
                      <a:cubicBezTo>
                        <a:pt x="506" y="19"/>
                        <a:pt x="504" y="18"/>
                        <a:pt x="505" y="17"/>
                      </a:cubicBezTo>
                      <a:cubicBezTo>
                        <a:pt x="505" y="16"/>
                        <a:pt x="505" y="15"/>
                        <a:pt x="503" y="15"/>
                      </a:cubicBezTo>
                      <a:cubicBezTo>
                        <a:pt x="503" y="15"/>
                        <a:pt x="503" y="15"/>
                        <a:pt x="502" y="16"/>
                      </a:cubicBezTo>
                      <a:cubicBezTo>
                        <a:pt x="501" y="17"/>
                        <a:pt x="499" y="19"/>
                        <a:pt x="497" y="20"/>
                      </a:cubicBezTo>
                      <a:cubicBezTo>
                        <a:pt x="497" y="20"/>
                        <a:pt x="497" y="21"/>
                        <a:pt x="497" y="22"/>
                      </a:cubicBezTo>
                      <a:cubicBezTo>
                        <a:pt x="495" y="22"/>
                        <a:pt x="494" y="23"/>
                        <a:pt x="493" y="24"/>
                      </a:cubicBezTo>
                      <a:cubicBezTo>
                        <a:pt x="493" y="24"/>
                        <a:pt x="493" y="24"/>
                        <a:pt x="493" y="24"/>
                      </a:cubicBezTo>
                      <a:cubicBezTo>
                        <a:pt x="492" y="25"/>
                        <a:pt x="492" y="25"/>
                        <a:pt x="492" y="26"/>
                      </a:cubicBezTo>
                      <a:cubicBezTo>
                        <a:pt x="491" y="26"/>
                        <a:pt x="490" y="25"/>
                        <a:pt x="489" y="25"/>
                      </a:cubicBezTo>
                      <a:cubicBezTo>
                        <a:pt x="489" y="25"/>
                        <a:pt x="489" y="25"/>
                        <a:pt x="489" y="25"/>
                      </a:cubicBezTo>
                      <a:cubicBezTo>
                        <a:pt x="489" y="25"/>
                        <a:pt x="488" y="25"/>
                        <a:pt x="488" y="26"/>
                      </a:cubicBezTo>
                      <a:cubicBezTo>
                        <a:pt x="487" y="26"/>
                        <a:pt x="486" y="25"/>
                        <a:pt x="485" y="26"/>
                      </a:cubicBezTo>
                      <a:cubicBezTo>
                        <a:pt x="484" y="26"/>
                        <a:pt x="484" y="26"/>
                        <a:pt x="484" y="26"/>
                      </a:cubicBezTo>
                      <a:cubicBezTo>
                        <a:pt x="485" y="25"/>
                        <a:pt x="485" y="24"/>
                        <a:pt x="486" y="24"/>
                      </a:cubicBezTo>
                      <a:cubicBezTo>
                        <a:pt x="487" y="24"/>
                        <a:pt x="488" y="23"/>
                        <a:pt x="488" y="22"/>
                      </a:cubicBezTo>
                      <a:cubicBezTo>
                        <a:pt x="493" y="21"/>
                        <a:pt x="496" y="17"/>
                        <a:pt x="499" y="14"/>
                      </a:cubicBezTo>
                      <a:cubicBezTo>
                        <a:pt x="499" y="13"/>
                        <a:pt x="499" y="13"/>
                        <a:pt x="499" y="12"/>
                      </a:cubicBezTo>
                      <a:cubicBezTo>
                        <a:pt x="499" y="12"/>
                        <a:pt x="499" y="12"/>
                        <a:pt x="499" y="11"/>
                      </a:cubicBezTo>
                      <a:cubicBezTo>
                        <a:pt x="498" y="11"/>
                        <a:pt x="497" y="10"/>
                        <a:pt x="496" y="11"/>
                      </a:cubicBezTo>
                      <a:cubicBezTo>
                        <a:pt x="496" y="11"/>
                        <a:pt x="496" y="12"/>
                        <a:pt x="495" y="11"/>
                      </a:cubicBezTo>
                      <a:cubicBezTo>
                        <a:pt x="495" y="11"/>
                        <a:pt x="495" y="11"/>
                        <a:pt x="495" y="11"/>
                      </a:cubicBezTo>
                      <a:cubicBezTo>
                        <a:pt x="495" y="10"/>
                        <a:pt x="495" y="10"/>
                        <a:pt x="495" y="10"/>
                      </a:cubicBezTo>
                      <a:cubicBezTo>
                        <a:pt x="494" y="10"/>
                        <a:pt x="494" y="10"/>
                        <a:pt x="494" y="10"/>
                      </a:cubicBezTo>
                      <a:cubicBezTo>
                        <a:pt x="494" y="11"/>
                        <a:pt x="494" y="11"/>
                        <a:pt x="493" y="11"/>
                      </a:cubicBezTo>
                      <a:cubicBezTo>
                        <a:pt x="493" y="10"/>
                        <a:pt x="492" y="10"/>
                        <a:pt x="492" y="10"/>
                      </a:cubicBezTo>
                      <a:cubicBezTo>
                        <a:pt x="492" y="10"/>
                        <a:pt x="491" y="10"/>
                        <a:pt x="491" y="10"/>
                      </a:cubicBezTo>
                      <a:cubicBezTo>
                        <a:pt x="491" y="10"/>
                        <a:pt x="491" y="10"/>
                        <a:pt x="490" y="10"/>
                      </a:cubicBezTo>
                      <a:cubicBezTo>
                        <a:pt x="490" y="9"/>
                        <a:pt x="489" y="9"/>
                        <a:pt x="488" y="9"/>
                      </a:cubicBezTo>
                      <a:cubicBezTo>
                        <a:pt x="488" y="9"/>
                        <a:pt x="487" y="10"/>
                        <a:pt x="487" y="10"/>
                      </a:cubicBezTo>
                      <a:cubicBezTo>
                        <a:pt x="487" y="10"/>
                        <a:pt x="487" y="10"/>
                        <a:pt x="487" y="10"/>
                      </a:cubicBezTo>
                      <a:cubicBezTo>
                        <a:pt x="487" y="10"/>
                        <a:pt x="487" y="10"/>
                        <a:pt x="487" y="10"/>
                      </a:cubicBezTo>
                      <a:cubicBezTo>
                        <a:pt x="487" y="9"/>
                        <a:pt x="487" y="7"/>
                        <a:pt x="486" y="7"/>
                      </a:cubicBezTo>
                      <a:cubicBezTo>
                        <a:pt x="485" y="7"/>
                        <a:pt x="485" y="7"/>
                        <a:pt x="484" y="7"/>
                      </a:cubicBezTo>
                      <a:cubicBezTo>
                        <a:pt x="484" y="8"/>
                        <a:pt x="483" y="8"/>
                        <a:pt x="483" y="8"/>
                      </a:cubicBezTo>
                      <a:cubicBezTo>
                        <a:pt x="483" y="9"/>
                        <a:pt x="483" y="10"/>
                        <a:pt x="483" y="10"/>
                      </a:cubicBezTo>
                      <a:cubicBezTo>
                        <a:pt x="483" y="10"/>
                        <a:pt x="483" y="10"/>
                        <a:pt x="483" y="11"/>
                      </a:cubicBezTo>
                      <a:cubicBezTo>
                        <a:pt x="483" y="11"/>
                        <a:pt x="482" y="11"/>
                        <a:pt x="482" y="11"/>
                      </a:cubicBezTo>
                      <a:cubicBezTo>
                        <a:pt x="482" y="9"/>
                        <a:pt x="481" y="8"/>
                        <a:pt x="482" y="6"/>
                      </a:cubicBezTo>
                      <a:cubicBezTo>
                        <a:pt x="481" y="6"/>
                        <a:pt x="481" y="6"/>
                        <a:pt x="480" y="7"/>
                      </a:cubicBezTo>
                      <a:cubicBezTo>
                        <a:pt x="480" y="7"/>
                        <a:pt x="480" y="7"/>
                        <a:pt x="479" y="7"/>
                      </a:cubicBezTo>
                      <a:cubicBezTo>
                        <a:pt x="479" y="7"/>
                        <a:pt x="478" y="7"/>
                        <a:pt x="478" y="8"/>
                      </a:cubicBezTo>
                      <a:cubicBezTo>
                        <a:pt x="478" y="8"/>
                        <a:pt x="477" y="8"/>
                        <a:pt x="477" y="8"/>
                      </a:cubicBezTo>
                      <a:cubicBezTo>
                        <a:pt x="477" y="8"/>
                        <a:pt x="478" y="7"/>
                        <a:pt x="478" y="7"/>
                      </a:cubicBezTo>
                      <a:cubicBezTo>
                        <a:pt x="478" y="7"/>
                        <a:pt x="478" y="7"/>
                        <a:pt x="478" y="7"/>
                      </a:cubicBezTo>
                      <a:cubicBezTo>
                        <a:pt x="479" y="6"/>
                        <a:pt x="479" y="5"/>
                        <a:pt x="478" y="5"/>
                      </a:cubicBezTo>
                      <a:cubicBezTo>
                        <a:pt x="477" y="5"/>
                        <a:pt x="477" y="5"/>
                        <a:pt x="477" y="5"/>
                      </a:cubicBezTo>
                      <a:cubicBezTo>
                        <a:pt x="477" y="4"/>
                        <a:pt x="478" y="3"/>
                        <a:pt x="477" y="2"/>
                      </a:cubicBezTo>
                      <a:cubicBezTo>
                        <a:pt x="477" y="2"/>
                        <a:pt x="477" y="2"/>
                        <a:pt x="478" y="2"/>
                      </a:cubicBezTo>
                      <a:cubicBezTo>
                        <a:pt x="478" y="2"/>
                        <a:pt x="478" y="2"/>
                        <a:pt x="478" y="2"/>
                      </a:cubicBezTo>
                      <a:cubicBezTo>
                        <a:pt x="478" y="2"/>
                        <a:pt x="478" y="1"/>
                        <a:pt x="478" y="1"/>
                      </a:cubicBezTo>
                      <a:cubicBezTo>
                        <a:pt x="476" y="2"/>
                        <a:pt x="474" y="1"/>
                        <a:pt x="473" y="1"/>
                      </a:cubicBezTo>
                      <a:cubicBezTo>
                        <a:pt x="471" y="2"/>
                        <a:pt x="470" y="2"/>
                        <a:pt x="469" y="3"/>
                      </a:cubicBezTo>
                      <a:cubicBezTo>
                        <a:pt x="469" y="3"/>
                        <a:pt x="469" y="3"/>
                        <a:pt x="469" y="3"/>
                      </a:cubicBezTo>
                      <a:cubicBezTo>
                        <a:pt x="469" y="2"/>
                        <a:pt x="468" y="2"/>
                        <a:pt x="468" y="2"/>
                      </a:cubicBezTo>
                      <a:cubicBezTo>
                        <a:pt x="468" y="2"/>
                        <a:pt x="467" y="2"/>
                        <a:pt x="467" y="3"/>
                      </a:cubicBezTo>
                      <a:cubicBezTo>
                        <a:pt x="468" y="3"/>
                        <a:pt x="467" y="4"/>
                        <a:pt x="467" y="4"/>
                      </a:cubicBezTo>
                      <a:cubicBezTo>
                        <a:pt x="466" y="4"/>
                        <a:pt x="466" y="4"/>
                        <a:pt x="466" y="5"/>
                      </a:cubicBezTo>
                      <a:cubicBezTo>
                        <a:pt x="465" y="6"/>
                        <a:pt x="466" y="7"/>
                        <a:pt x="466" y="9"/>
                      </a:cubicBezTo>
                      <a:cubicBezTo>
                        <a:pt x="467" y="10"/>
                        <a:pt x="468" y="11"/>
                        <a:pt x="469" y="12"/>
                      </a:cubicBezTo>
                      <a:cubicBezTo>
                        <a:pt x="469" y="12"/>
                        <a:pt x="469" y="13"/>
                        <a:pt x="469" y="13"/>
                      </a:cubicBezTo>
                      <a:cubicBezTo>
                        <a:pt x="469" y="13"/>
                        <a:pt x="469" y="13"/>
                        <a:pt x="468" y="13"/>
                      </a:cubicBezTo>
                      <a:cubicBezTo>
                        <a:pt x="468" y="13"/>
                        <a:pt x="467" y="12"/>
                        <a:pt x="467" y="12"/>
                      </a:cubicBezTo>
                      <a:cubicBezTo>
                        <a:pt x="467" y="12"/>
                        <a:pt x="466" y="12"/>
                        <a:pt x="466" y="12"/>
                      </a:cubicBezTo>
                      <a:cubicBezTo>
                        <a:pt x="466" y="11"/>
                        <a:pt x="465" y="11"/>
                        <a:pt x="465" y="10"/>
                      </a:cubicBezTo>
                      <a:cubicBezTo>
                        <a:pt x="465" y="9"/>
                        <a:pt x="464" y="9"/>
                        <a:pt x="464" y="8"/>
                      </a:cubicBezTo>
                      <a:cubicBezTo>
                        <a:pt x="464" y="8"/>
                        <a:pt x="463" y="7"/>
                        <a:pt x="463" y="7"/>
                      </a:cubicBezTo>
                      <a:cubicBezTo>
                        <a:pt x="463" y="7"/>
                        <a:pt x="463" y="6"/>
                        <a:pt x="463" y="6"/>
                      </a:cubicBezTo>
                      <a:cubicBezTo>
                        <a:pt x="463" y="6"/>
                        <a:pt x="463" y="5"/>
                        <a:pt x="463" y="5"/>
                      </a:cubicBezTo>
                      <a:cubicBezTo>
                        <a:pt x="464" y="4"/>
                        <a:pt x="464" y="4"/>
                        <a:pt x="464" y="3"/>
                      </a:cubicBezTo>
                      <a:cubicBezTo>
                        <a:pt x="464" y="2"/>
                        <a:pt x="464" y="2"/>
                        <a:pt x="464" y="2"/>
                      </a:cubicBezTo>
                      <a:cubicBezTo>
                        <a:pt x="462" y="2"/>
                        <a:pt x="461" y="2"/>
                        <a:pt x="459" y="2"/>
                      </a:cubicBezTo>
                      <a:cubicBezTo>
                        <a:pt x="459" y="2"/>
                        <a:pt x="458" y="2"/>
                        <a:pt x="457" y="3"/>
                      </a:cubicBezTo>
                      <a:cubicBezTo>
                        <a:pt x="457" y="3"/>
                        <a:pt x="456" y="3"/>
                        <a:pt x="456" y="4"/>
                      </a:cubicBezTo>
                      <a:cubicBezTo>
                        <a:pt x="455" y="4"/>
                        <a:pt x="455" y="5"/>
                        <a:pt x="455" y="5"/>
                      </a:cubicBezTo>
                      <a:cubicBezTo>
                        <a:pt x="454" y="6"/>
                        <a:pt x="453" y="7"/>
                        <a:pt x="453" y="8"/>
                      </a:cubicBezTo>
                      <a:cubicBezTo>
                        <a:pt x="453" y="8"/>
                        <a:pt x="452" y="9"/>
                        <a:pt x="452" y="9"/>
                      </a:cubicBezTo>
                      <a:cubicBezTo>
                        <a:pt x="452" y="10"/>
                        <a:pt x="452" y="10"/>
                        <a:pt x="451" y="10"/>
                      </a:cubicBezTo>
                      <a:cubicBezTo>
                        <a:pt x="450" y="11"/>
                        <a:pt x="451" y="12"/>
                        <a:pt x="451" y="12"/>
                      </a:cubicBezTo>
                      <a:cubicBezTo>
                        <a:pt x="452" y="13"/>
                        <a:pt x="452" y="13"/>
                        <a:pt x="452" y="14"/>
                      </a:cubicBezTo>
                      <a:cubicBezTo>
                        <a:pt x="452" y="16"/>
                        <a:pt x="454" y="17"/>
                        <a:pt x="455" y="18"/>
                      </a:cubicBezTo>
                      <a:cubicBezTo>
                        <a:pt x="456" y="19"/>
                        <a:pt x="457" y="20"/>
                        <a:pt x="458" y="21"/>
                      </a:cubicBezTo>
                      <a:cubicBezTo>
                        <a:pt x="458" y="21"/>
                        <a:pt x="459" y="22"/>
                        <a:pt x="458" y="22"/>
                      </a:cubicBezTo>
                      <a:cubicBezTo>
                        <a:pt x="457" y="22"/>
                        <a:pt x="458" y="23"/>
                        <a:pt x="458" y="24"/>
                      </a:cubicBezTo>
                      <a:cubicBezTo>
                        <a:pt x="457" y="23"/>
                        <a:pt x="457" y="23"/>
                        <a:pt x="457" y="23"/>
                      </a:cubicBezTo>
                      <a:cubicBezTo>
                        <a:pt x="456" y="22"/>
                        <a:pt x="455" y="21"/>
                        <a:pt x="454" y="20"/>
                      </a:cubicBezTo>
                      <a:cubicBezTo>
                        <a:pt x="454" y="20"/>
                        <a:pt x="454" y="20"/>
                        <a:pt x="453" y="19"/>
                      </a:cubicBezTo>
                      <a:cubicBezTo>
                        <a:pt x="453" y="19"/>
                        <a:pt x="452" y="17"/>
                        <a:pt x="451" y="17"/>
                      </a:cubicBezTo>
                      <a:cubicBezTo>
                        <a:pt x="450" y="16"/>
                        <a:pt x="450" y="15"/>
                        <a:pt x="449" y="14"/>
                      </a:cubicBezTo>
                      <a:cubicBezTo>
                        <a:pt x="449" y="12"/>
                        <a:pt x="449" y="11"/>
                        <a:pt x="448" y="9"/>
                      </a:cubicBezTo>
                      <a:cubicBezTo>
                        <a:pt x="448" y="9"/>
                        <a:pt x="448" y="8"/>
                        <a:pt x="447" y="7"/>
                      </a:cubicBezTo>
                      <a:cubicBezTo>
                        <a:pt x="446" y="6"/>
                        <a:pt x="445" y="6"/>
                        <a:pt x="444" y="5"/>
                      </a:cubicBezTo>
                      <a:cubicBezTo>
                        <a:pt x="443" y="5"/>
                        <a:pt x="442" y="5"/>
                        <a:pt x="441" y="5"/>
                      </a:cubicBezTo>
                      <a:cubicBezTo>
                        <a:pt x="441" y="6"/>
                        <a:pt x="440" y="6"/>
                        <a:pt x="440" y="6"/>
                      </a:cubicBezTo>
                      <a:cubicBezTo>
                        <a:pt x="439" y="5"/>
                        <a:pt x="437" y="5"/>
                        <a:pt x="436" y="3"/>
                      </a:cubicBezTo>
                      <a:cubicBezTo>
                        <a:pt x="436" y="3"/>
                        <a:pt x="436" y="3"/>
                        <a:pt x="435" y="3"/>
                      </a:cubicBezTo>
                      <a:cubicBezTo>
                        <a:pt x="435" y="3"/>
                        <a:pt x="434" y="3"/>
                        <a:pt x="434" y="3"/>
                      </a:cubicBezTo>
                      <a:cubicBezTo>
                        <a:pt x="433" y="3"/>
                        <a:pt x="433" y="3"/>
                        <a:pt x="433" y="3"/>
                      </a:cubicBezTo>
                      <a:cubicBezTo>
                        <a:pt x="431" y="3"/>
                        <a:pt x="430" y="3"/>
                        <a:pt x="428" y="3"/>
                      </a:cubicBezTo>
                      <a:cubicBezTo>
                        <a:pt x="428" y="3"/>
                        <a:pt x="428" y="3"/>
                        <a:pt x="428" y="3"/>
                      </a:cubicBezTo>
                      <a:cubicBezTo>
                        <a:pt x="427" y="3"/>
                        <a:pt x="427" y="4"/>
                        <a:pt x="426" y="4"/>
                      </a:cubicBezTo>
                      <a:cubicBezTo>
                        <a:pt x="425" y="5"/>
                        <a:pt x="425" y="5"/>
                        <a:pt x="426" y="6"/>
                      </a:cubicBezTo>
                      <a:cubicBezTo>
                        <a:pt x="427" y="6"/>
                        <a:pt x="426" y="6"/>
                        <a:pt x="426" y="7"/>
                      </a:cubicBezTo>
                      <a:cubicBezTo>
                        <a:pt x="425" y="8"/>
                        <a:pt x="426" y="8"/>
                        <a:pt x="426" y="9"/>
                      </a:cubicBezTo>
                      <a:cubicBezTo>
                        <a:pt x="426" y="10"/>
                        <a:pt x="427" y="11"/>
                        <a:pt x="428" y="12"/>
                      </a:cubicBezTo>
                      <a:cubicBezTo>
                        <a:pt x="429" y="13"/>
                        <a:pt x="431" y="14"/>
                        <a:pt x="431" y="16"/>
                      </a:cubicBezTo>
                      <a:cubicBezTo>
                        <a:pt x="431" y="16"/>
                        <a:pt x="432" y="17"/>
                        <a:pt x="432" y="18"/>
                      </a:cubicBezTo>
                      <a:cubicBezTo>
                        <a:pt x="432" y="19"/>
                        <a:pt x="432" y="19"/>
                        <a:pt x="433" y="19"/>
                      </a:cubicBezTo>
                      <a:cubicBezTo>
                        <a:pt x="433" y="19"/>
                        <a:pt x="434" y="19"/>
                        <a:pt x="434" y="19"/>
                      </a:cubicBezTo>
                      <a:cubicBezTo>
                        <a:pt x="434" y="19"/>
                        <a:pt x="435" y="19"/>
                        <a:pt x="435" y="19"/>
                      </a:cubicBezTo>
                      <a:cubicBezTo>
                        <a:pt x="435" y="19"/>
                        <a:pt x="434" y="19"/>
                        <a:pt x="434" y="20"/>
                      </a:cubicBezTo>
                      <a:cubicBezTo>
                        <a:pt x="433" y="20"/>
                        <a:pt x="433" y="20"/>
                        <a:pt x="433" y="21"/>
                      </a:cubicBezTo>
                      <a:cubicBezTo>
                        <a:pt x="433" y="21"/>
                        <a:pt x="433" y="21"/>
                        <a:pt x="433" y="21"/>
                      </a:cubicBezTo>
                      <a:cubicBezTo>
                        <a:pt x="433" y="22"/>
                        <a:pt x="433" y="24"/>
                        <a:pt x="434" y="24"/>
                      </a:cubicBezTo>
                      <a:cubicBezTo>
                        <a:pt x="435" y="25"/>
                        <a:pt x="436" y="26"/>
                        <a:pt x="438" y="27"/>
                      </a:cubicBezTo>
                      <a:cubicBezTo>
                        <a:pt x="438" y="27"/>
                        <a:pt x="439" y="28"/>
                        <a:pt x="439" y="28"/>
                      </a:cubicBezTo>
                      <a:cubicBezTo>
                        <a:pt x="439" y="28"/>
                        <a:pt x="439" y="28"/>
                        <a:pt x="439" y="28"/>
                      </a:cubicBezTo>
                      <a:cubicBezTo>
                        <a:pt x="439" y="28"/>
                        <a:pt x="439" y="28"/>
                        <a:pt x="439" y="28"/>
                      </a:cubicBezTo>
                      <a:cubicBezTo>
                        <a:pt x="439" y="28"/>
                        <a:pt x="439" y="28"/>
                        <a:pt x="439" y="28"/>
                      </a:cubicBezTo>
                      <a:cubicBezTo>
                        <a:pt x="438" y="29"/>
                        <a:pt x="438" y="29"/>
                        <a:pt x="437" y="29"/>
                      </a:cubicBezTo>
                      <a:cubicBezTo>
                        <a:pt x="437" y="29"/>
                        <a:pt x="437" y="30"/>
                        <a:pt x="437" y="30"/>
                      </a:cubicBezTo>
                      <a:cubicBezTo>
                        <a:pt x="437" y="30"/>
                        <a:pt x="437" y="30"/>
                        <a:pt x="437" y="30"/>
                      </a:cubicBezTo>
                      <a:cubicBezTo>
                        <a:pt x="436" y="30"/>
                        <a:pt x="436" y="31"/>
                        <a:pt x="435" y="31"/>
                      </a:cubicBezTo>
                      <a:cubicBezTo>
                        <a:pt x="435" y="31"/>
                        <a:pt x="435" y="32"/>
                        <a:pt x="435" y="31"/>
                      </a:cubicBezTo>
                      <a:cubicBezTo>
                        <a:pt x="435" y="31"/>
                        <a:pt x="435" y="31"/>
                        <a:pt x="435" y="31"/>
                      </a:cubicBezTo>
                      <a:cubicBezTo>
                        <a:pt x="435" y="31"/>
                        <a:pt x="435" y="30"/>
                        <a:pt x="435" y="30"/>
                      </a:cubicBezTo>
                      <a:cubicBezTo>
                        <a:pt x="435" y="29"/>
                        <a:pt x="436" y="28"/>
                        <a:pt x="434" y="27"/>
                      </a:cubicBezTo>
                      <a:cubicBezTo>
                        <a:pt x="434" y="27"/>
                        <a:pt x="434" y="27"/>
                        <a:pt x="434" y="27"/>
                      </a:cubicBezTo>
                      <a:cubicBezTo>
                        <a:pt x="433" y="27"/>
                        <a:pt x="433" y="27"/>
                        <a:pt x="433" y="26"/>
                      </a:cubicBezTo>
                      <a:cubicBezTo>
                        <a:pt x="432" y="26"/>
                        <a:pt x="432" y="25"/>
                        <a:pt x="431" y="25"/>
                      </a:cubicBezTo>
                      <a:cubicBezTo>
                        <a:pt x="431" y="25"/>
                        <a:pt x="431" y="24"/>
                        <a:pt x="431" y="24"/>
                      </a:cubicBezTo>
                      <a:cubicBezTo>
                        <a:pt x="431" y="24"/>
                        <a:pt x="431" y="23"/>
                        <a:pt x="430" y="23"/>
                      </a:cubicBezTo>
                      <a:cubicBezTo>
                        <a:pt x="430" y="22"/>
                        <a:pt x="430" y="21"/>
                        <a:pt x="430" y="20"/>
                      </a:cubicBezTo>
                      <a:cubicBezTo>
                        <a:pt x="429" y="20"/>
                        <a:pt x="429" y="19"/>
                        <a:pt x="429" y="18"/>
                      </a:cubicBezTo>
                      <a:cubicBezTo>
                        <a:pt x="429" y="18"/>
                        <a:pt x="429" y="17"/>
                        <a:pt x="428" y="17"/>
                      </a:cubicBezTo>
                      <a:cubicBezTo>
                        <a:pt x="428" y="17"/>
                        <a:pt x="428" y="17"/>
                        <a:pt x="428" y="16"/>
                      </a:cubicBezTo>
                      <a:cubicBezTo>
                        <a:pt x="428" y="16"/>
                        <a:pt x="428" y="15"/>
                        <a:pt x="427" y="15"/>
                      </a:cubicBezTo>
                      <a:cubicBezTo>
                        <a:pt x="426" y="14"/>
                        <a:pt x="425" y="13"/>
                        <a:pt x="424" y="13"/>
                      </a:cubicBezTo>
                      <a:cubicBezTo>
                        <a:pt x="423" y="12"/>
                        <a:pt x="423" y="12"/>
                        <a:pt x="422" y="13"/>
                      </a:cubicBezTo>
                      <a:cubicBezTo>
                        <a:pt x="421" y="13"/>
                        <a:pt x="422" y="14"/>
                        <a:pt x="422" y="15"/>
                      </a:cubicBezTo>
                      <a:cubicBezTo>
                        <a:pt x="421" y="15"/>
                        <a:pt x="421" y="14"/>
                        <a:pt x="421" y="15"/>
                      </a:cubicBezTo>
                      <a:cubicBezTo>
                        <a:pt x="420" y="15"/>
                        <a:pt x="420" y="15"/>
                        <a:pt x="420" y="15"/>
                      </a:cubicBezTo>
                      <a:cubicBezTo>
                        <a:pt x="421" y="16"/>
                        <a:pt x="421" y="16"/>
                        <a:pt x="421" y="16"/>
                      </a:cubicBezTo>
                      <a:cubicBezTo>
                        <a:pt x="422" y="17"/>
                        <a:pt x="422" y="17"/>
                        <a:pt x="421" y="17"/>
                      </a:cubicBezTo>
                      <a:cubicBezTo>
                        <a:pt x="421" y="17"/>
                        <a:pt x="421" y="16"/>
                        <a:pt x="420" y="16"/>
                      </a:cubicBezTo>
                      <a:cubicBezTo>
                        <a:pt x="420" y="16"/>
                        <a:pt x="420" y="15"/>
                        <a:pt x="419" y="14"/>
                      </a:cubicBezTo>
                      <a:cubicBezTo>
                        <a:pt x="419" y="14"/>
                        <a:pt x="419" y="14"/>
                        <a:pt x="419" y="15"/>
                      </a:cubicBezTo>
                      <a:cubicBezTo>
                        <a:pt x="419" y="15"/>
                        <a:pt x="419" y="16"/>
                        <a:pt x="419" y="16"/>
                      </a:cubicBezTo>
                      <a:cubicBezTo>
                        <a:pt x="418" y="16"/>
                        <a:pt x="418" y="15"/>
                        <a:pt x="418" y="15"/>
                      </a:cubicBezTo>
                      <a:cubicBezTo>
                        <a:pt x="418" y="13"/>
                        <a:pt x="419" y="12"/>
                        <a:pt x="418" y="11"/>
                      </a:cubicBezTo>
                      <a:cubicBezTo>
                        <a:pt x="417" y="10"/>
                        <a:pt x="417" y="11"/>
                        <a:pt x="417" y="11"/>
                      </a:cubicBezTo>
                      <a:cubicBezTo>
                        <a:pt x="416" y="13"/>
                        <a:pt x="416" y="14"/>
                        <a:pt x="415" y="15"/>
                      </a:cubicBezTo>
                      <a:cubicBezTo>
                        <a:pt x="415" y="13"/>
                        <a:pt x="415" y="12"/>
                        <a:pt x="415" y="10"/>
                      </a:cubicBezTo>
                      <a:cubicBezTo>
                        <a:pt x="414" y="10"/>
                        <a:pt x="414" y="10"/>
                        <a:pt x="414" y="10"/>
                      </a:cubicBezTo>
                      <a:cubicBezTo>
                        <a:pt x="414" y="10"/>
                        <a:pt x="414" y="10"/>
                        <a:pt x="413" y="9"/>
                      </a:cubicBezTo>
                      <a:cubicBezTo>
                        <a:pt x="413" y="9"/>
                        <a:pt x="413" y="9"/>
                        <a:pt x="413" y="9"/>
                      </a:cubicBezTo>
                      <a:cubicBezTo>
                        <a:pt x="411" y="10"/>
                        <a:pt x="410" y="10"/>
                        <a:pt x="408" y="11"/>
                      </a:cubicBezTo>
                      <a:cubicBezTo>
                        <a:pt x="405" y="12"/>
                        <a:pt x="405" y="14"/>
                        <a:pt x="407" y="16"/>
                      </a:cubicBezTo>
                      <a:cubicBezTo>
                        <a:pt x="408" y="16"/>
                        <a:pt x="408" y="16"/>
                        <a:pt x="408" y="16"/>
                      </a:cubicBezTo>
                      <a:cubicBezTo>
                        <a:pt x="409" y="16"/>
                        <a:pt x="409" y="16"/>
                        <a:pt x="409" y="16"/>
                      </a:cubicBezTo>
                      <a:cubicBezTo>
                        <a:pt x="410" y="16"/>
                        <a:pt x="410" y="16"/>
                        <a:pt x="410" y="16"/>
                      </a:cubicBezTo>
                      <a:cubicBezTo>
                        <a:pt x="410" y="16"/>
                        <a:pt x="410" y="16"/>
                        <a:pt x="410" y="17"/>
                      </a:cubicBezTo>
                      <a:cubicBezTo>
                        <a:pt x="410" y="17"/>
                        <a:pt x="410" y="17"/>
                        <a:pt x="410" y="17"/>
                      </a:cubicBezTo>
                      <a:cubicBezTo>
                        <a:pt x="410" y="17"/>
                        <a:pt x="409" y="17"/>
                        <a:pt x="409" y="18"/>
                      </a:cubicBezTo>
                      <a:cubicBezTo>
                        <a:pt x="409" y="18"/>
                        <a:pt x="408" y="18"/>
                        <a:pt x="408" y="18"/>
                      </a:cubicBezTo>
                      <a:cubicBezTo>
                        <a:pt x="409" y="19"/>
                        <a:pt x="409" y="20"/>
                        <a:pt x="410" y="21"/>
                      </a:cubicBezTo>
                      <a:cubicBezTo>
                        <a:pt x="412" y="22"/>
                        <a:pt x="414" y="23"/>
                        <a:pt x="416" y="24"/>
                      </a:cubicBezTo>
                      <a:cubicBezTo>
                        <a:pt x="416" y="24"/>
                        <a:pt x="417" y="25"/>
                        <a:pt x="417" y="24"/>
                      </a:cubicBezTo>
                      <a:cubicBezTo>
                        <a:pt x="418" y="24"/>
                        <a:pt x="418" y="24"/>
                        <a:pt x="418" y="24"/>
                      </a:cubicBezTo>
                      <a:cubicBezTo>
                        <a:pt x="418" y="24"/>
                        <a:pt x="418" y="24"/>
                        <a:pt x="418" y="24"/>
                      </a:cubicBezTo>
                      <a:cubicBezTo>
                        <a:pt x="418" y="24"/>
                        <a:pt x="418" y="24"/>
                        <a:pt x="418" y="24"/>
                      </a:cubicBezTo>
                      <a:cubicBezTo>
                        <a:pt x="418" y="24"/>
                        <a:pt x="419" y="24"/>
                        <a:pt x="419" y="24"/>
                      </a:cubicBezTo>
                      <a:cubicBezTo>
                        <a:pt x="418" y="25"/>
                        <a:pt x="418" y="24"/>
                        <a:pt x="418" y="25"/>
                      </a:cubicBezTo>
                      <a:cubicBezTo>
                        <a:pt x="417" y="25"/>
                        <a:pt x="417" y="25"/>
                        <a:pt x="417" y="25"/>
                      </a:cubicBezTo>
                      <a:cubicBezTo>
                        <a:pt x="417" y="25"/>
                        <a:pt x="417" y="25"/>
                        <a:pt x="416" y="25"/>
                      </a:cubicBezTo>
                      <a:cubicBezTo>
                        <a:pt x="417" y="25"/>
                        <a:pt x="417" y="25"/>
                        <a:pt x="417" y="25"/>
                      </a:cubicBezTo>
                      <a:cubicBezTo>
                        <a:pt x="416" y="25"/>
                        <a:pt x="415" y="25"/>
                        <a:pt x="415" y="25"/>
                      </a:cubicBezTo>
                      <a:cubicBezTo>
                        <a:pt x="415" y="25"/>
                        <a:pt x="415" y="25"/>
                        <a:pt x="415" y="25"/>
                      </a:cubicBezTo>
                      <a:cubicBezTo>
                        <a:pt x="414" y="25"/>
                        <a:pt x="413" y="25"/>
                        <a:pt x="413" y="24"/>
                      </a:cubicBezTo>
                      <a:cubicBezTo>
                        <a:pt x="412" y="24"/>
                        <a:pt x="411" y="23"/>
                        <a:pt x="410" y="23"/>
                      </a:cubicBezTo>
                      <a:cubicBezTo>
                        <a:pt x="410" y="23"/>
                        <a:pt x="409" y="22"/>
                        <a:pt x="409" y="23"/>
                      </a:cubicBezTo>
                      <a:cubicBezTo>
                        <a:pt x="409" y="23"/>
                        <a:pt x="408" y="24"/>
                        <a:pt x="409" y="24"/>
                      </a:cubicBezTo>
                      <a:cubicBezTo>
                        <a:pt x="409" y="25"/>
                        <a:pt x="409" y="25"/>
                        <a:pt x="409" y="26"/>
                      </a:cubicBezTo>
                      <a:cubicBezTo>
                        <a:pt x="408" y="26"/>
                        <a:pt x="409" y="25"/>
                        <a:pt x="408" y="24"/>
                      </a:cubicBezTo>
                      <a:cubicBezTo>
                        <a:pt x="407" y="24"/>
                        <a:pt x="407" y="23"/>
                        <a:pt x="407" y="23"/>
                      </a:cubicBezTo>
                      <a:cubicBezTo>
                        <a:pt x="407" y="22"/>
                        <a:pt x="408" y="22"/>
                        <a:pt x="407" y="21"/>
                      </a:cubicBezTo>
                      <a:cubicBezTo>
                        <a:pt x="407" y="20"/>
                        <a:pt x="407" y="19"/>
                        <a:pt x="406" y="19"/>
                      </a:cubicBezTo>
                      <a:cubicBezTo>
                        <a:pt x="406" y="19"/>
                        <a:pt x="406" y="19"/>
                        <a:pt x="406" y="18"/>
                      </a:cubicBezTo>
                      <a:cubicBezTo>
                        <a:pt x="406" y="18"/>
                        <a:pt x="406" y="18"/>
                        <a:pt x="406" y="18"/>
                      </a:cubicBezTo>
                      <a:cubicBezTo>
                        <a:pt x="405" y="18"/>
                        <a:pt x="405" y="18"/>
                        <a:pt x="404" y="17"/>
                      </a:cubicBezTo>
                      <a:cubicBezTo>
                        <a:pt x="404" y="17"/>
                        <a:pt x="404" y="17"/>
                        <a:pt x="403" y="17"/>
                      </a:cubicBezTo>
                      <a:cubicBezTo>
                        <a:pt x="402" y="17"/>
                        <a:pt x="401" y="17"/>
                        <a:pt x="399" y="17"/>
                      </a:cubicBezTo>
                      <a:cubicBezTo>
                        <a:pt x="398" y="17"/>
                        <a:pt x="398" y="18"/>
                        <a:pt x="398" y="19"/>
                      </a:cubicBezTo>
                      <a:cubicBezTo>
                        <a:pt x="399" y="20"/>
                        <a:pt x="399" y="21"/>
                        <a:pt x="400" y="21"/>
                      </a:cubicBezTo>
                      <a:cubicBezTo>
                        <a:pt x="401" y="22"/>
                        <a:pt x="401" y="22"/>
                        <a:pt x="401" y="23"/>
                      </a:cubicBezTo>
                      <a:cubicBezTo>
                        <a:pt x="401" y="24"/>
                        <a:pt x="402" y="25"/>
                        <a:pt x="402" y="26"/>
                      </a:cubicBezTo>
                      <a:cubicBezTo>
                        <a:pt x="403" y="26"/>
                        <a:pt x="403" y="26"/>
                        <a:pt x="403" y="27"/>
                      </a:cubicBezTo>
                      <a:cubicBezTo>
                        <a:pt x="403" y="27"/>
                        <a:pt x="403" y="27"/>
                        <a:pt x="403" y="27"/>
                      </a:cubicBezTo>
                      <a:cubicBezTo>
                        <a:pt x="404" y="28"/>
                        <a:pt x="404" y="28"/>
                        <a:pt x="404" y="28"/>
                      </a:cubicBezTo>
                      <a:cubicBezTo>
                        <a:pt x="404" y="29"/>
                        <a:pt x="405" y="30"/>
                        <a:pt x="405" y="31"/>
                      </a:cubicBezTo>
                      <a:cubicBezTo>
                        <a:pt x="404" y="31"/>
                        <a:pt x="403" y="31"/>
                        <a:pt x="403" y="32"/>
                      </a:cubicBezTo>
                      <a:cubicBezTo>
                        <a:pt x="402" y="31"/>
                        <a:pt x="402" y="30"/>
                        <a:pt x="401" y="29"/>
                      </a:cubicBezTo>
                      <a:cubicBezTo>
                        <a:pt x="401" y="29"/>
                        <a:pt x="401" y="28"/>
                        <a:pt x="401" y="28"/>
                      </a:cubicBezTo>
                      <a:cubicBezTo>
                        <a:pt x="401" y="28"/>
                        <a:pt x="400" y="28"/>
                        <a:pt x="400" y="28"/>
                      </a:cubicBezTo>
                      <a:cubicBezTo>
                        <a:pt x="400" y="27"/>
                        <a:pt x="400" y="27"/>
                        <a:pt x="400" y="27"/>
                      </a:cubicBezTo>
                      <a:cubicBezTo>
                        <a:pt x="399" y="27"/>
                        <a:pt x="399" y="27"/>
                        <a:pt x="399" y="27"/>
                      </a:cubicBezTo>
                      <a:cubicBezTo>
                        <a:pt x="398" y="25"/>
                        <a:pt x="396" y="25"/>
                        <a:pt x="395" y="24"/>
                      </a:cubicBezTo>
                      <a:cubicBezTo>
                        <a:pt x="394" y="24"/>
                        <a:pt x="394" y="25"/>
                        <a:pt x="393" y="25"/>
                      </a:cubicBezTo>
                      <a:cubicBezTo>
                        <a:pt x="393" y="27"/>
                        <a:pt x="393" y="29"/>
                        <a:pt x="394" y="30"/>
                      </a:cubicBezTo>
                      <a:cubicBezTo>
                        <a:pt x="395" y="32"/>
                        <a:pt x="397" y="32"/>
                        <a:pt x="398" y="33"/>
                      </a:cubicBezTo>
                      <a:cubicBezTo>
                        <a:pt x="398" y="33"/>
                        <a:pt x="398" y="33"/>
                        <a:pt x="398" y="34"/>
                      </a:cubicBezTo>
                      <a:cubicBezTo>
                        <a:pt x="398" y="34"/>
                        <a:pt x="397" y="34"/>
                        <a:pt x="397" y="34"/>
                      </a:cubicBezTo>
                      <a:cubicBezTo>
                        <a:pt x="397" y="34"/>
                        <a:pt x="397" y="34"/>
                        <a:pt x="396" y="34"/>
                      </a:cubicBezTo>
                      <a:cubicBezTo>
                        <a:pt x="396" y="33"/>
                        <a:pt x="395" y="33"/>
                        <a:pt x="395" y="33"/>
                      </a:cubicBezTo>
                      <a:cubicBezTo>
                        <a:pt x="395" y="33"/>
                        <a:pt x="395" y="33"/>
                        <a:pt x="395" y="33"/>
                      </a:cubicBezTo>
                      <a:cubicBezTo>
                        <a:pt x="393" y="32"/>
                        <a:pt x="392" y="33"/>
                        <a:pt x="392" y="34"/>
                      </a:cubicBezTo>
                      <a:cubicBezTo>
                        <a:pt x="391" y="35"/>
                        <a:pt x="391" y="36"/>
                        <a:pt x="391" y="37"/>
                      </a:cubicBezTo>
                      <a:cubicBezTo>
                        <a:pt x="390" y="38"/>
                        <a:pt x="390" y="38"/>
                        <a:pt x="391" y="39"/>
                      </a:cubicBezTo>
                      <a:cubicBezTo>
                        <a:pt x="391" y="39"/>
                        <a:pt x="391" y="39"/>
                        <a:pt x="391" y="39"/>
                      </a:cubicBezTo>
                      <a:cubicBezTo>
                        <a:pt x="391" y="41"/>
                        <a:pt x="393" y="42"/>
                        <a:pt x="394" y="43"/>
                      </a:cubicBezTo>
                      <a:cubicBezTo>
                        <a:pt x="395" y="44"/>
                        <a:pt x="395" y="44"/>
                        <a:pt x="395" y="44"/>
                      </a:cubicBezTo>
                      <a:cubicBezTo>
                        <a:pt x="395" y="44"/>
                        <a:pt x="395" y="44"/>
                        <a:pt x="395" y="44"/>
                      </a:cubicBezTo>
                      <a:cubicBezTo>
                        <a:pt x="395" y="45"/>
                        <a:pt x="395" y="47"/>
                        <a:pt x="397" y="47"/>
                      </a:cubicBezTo>
                      <a:cubicBezTo>
                        <a:pt x="397" y="47"/>
                        <a:pt x="397" y="47"/>
                        <a:pt x="398" y="47"/>
                      </a:cubicBezTo>
                      <a:cubicBezTo>
                        <a:pt x="399" y="48"/>
                        <a:pt x="400" y="50"/>
                        <a:pt x="403" y="50"/>
                      </a:cubicBezTo>
                      <a:cubicBezTo>
                        <a:pt x="402" y="51"/>
                        <a:pt x="402" y="53"/>
                        <a:pt x="403" y="54"/>
                      </a:cubicBezTo>
                      <a:cubicBezTo>
                        <a:pt x="404" y="54"/>
                        <a:pt x="404" y="54"/>
                        <a:pt x="404" y="55"/>
                      </a:cubicBezTo>
                      <a:cubicBezTo>
                        <a:pt x="404" y="56"/>
                        <a:pt x="404" y="55"/>
                        <a:pt x="403" y="56"/>
                      </a:cubicBezTo>
                      <a:cubicBezTo>
                        <a:pt x="403" y="56"/>
                        <a:pt x="402" y="55"/>
                        <a:pt x="401" y="55"/>
                      </a:cubicBezTo>
                      <a:cubicBezTo>
                        <a:pt x="401" y="55"/>
                        <a:pt x="401" y="55"/>
                        <a:pt x="401" y="55"/>
                      </a:cubicBezTo>
                      <a:cubicBezTo>
                        <a:pt x="401" y="54"/>
                        <a:pt x="401" y="54"/>
                        <a:pt x="400" y="54"/>
                      </a:cubicBezTo>
                      <a:cubicBezTo>
                        <a:pt x="400" y="53"/>
                        <a:pt x="399" y="52"/>
                        <a:pt x="398" y="52"/>
                      </a:cubicBezTo>
                      <a:cubicBezTo>
                        <a:pt x="398" y="52"/>
                        <a:pt x="398" y="52"/>
                        <a:pt x="397" y="52"/>
                      </a:cubicBezTo>
                      <a:cubicBezTo>
                        <a:pt x="397" y="51"/>
                        <a:pt x="396" y="50"/>
                        <a:pt x="395" y="49"/>
                      </a:cubicBezTo>
                      <a:cubicBezTo>
                        <a:pt x="395" y="49"/>
                        <a:pt x="395" y="49"/>
                        <a:pt x="395" y="49"/>
                      </a:cubicBezTo>
                      <a:cubicBezTo>
                        <a:pt x="395" y="49"/>
                        <a:pt x="395" y="49"/>
                        <a:pt x="395" y="49"/>
                      </a:cubicBezTo>
                      <a:cubicBezTo>
                        <a:pt x="395" y="49"/>
                        <a:pt x="395" y="49"/>
                        <a:pt x="395" y="49"/>
                      </a:cubicBezTo>
                      <a:cubicBezTo>
                        <a:pt x="394" y="48"/>
                        <a:pt x="394" y="48"/>
                        <a:pt x="393" y="47"/>
                      </a:cubicBezTo>
                      <a:cubicBezTo>
                        <a:pt x="393" y="47"/>
                        <a:pt x="393" y="47"/>
                        <a:pt x="393" y="47"/>
                      </a:cubicBezTo>
                      <a:cubicBezTo>
                        <a:pt x="393" y="46"/>
                        <a:pt x="393" y="45"/>
                        <a:pt x="392" y="45"/>
                      </a:cubicBezTo>
                      <a:cubicBezTo>
                        <a:pt x="392" y="45"/>
                        <a:pt x="392" y="45"/>
                        <a:pt x="392" y="44"/>
                      </a:cubicBezTo>
                      <a:cubicBezTo>
                        <a:pt x="391" y="44"/>
                        <a:pt x="391" y="44"/>
                        <a:pt x="390" y="44"/>
                      </a:cubicBezTo>
                      <a:cubicBezTo>
                        <a:pt x="389" y="44"/>
                        <a:pt x="389" y="44"/>
                        <a:pt x="389" y="45"/>
                      </a:cubicBezTo>
                      <a:cubicBezTo>
                        <a:pt x="388" y="46"/>
                        <a:pt x="388" y="47"/>
                        <a:pt x="389" y="47"/>
                      </a:cubicBezTo>
                      <a:cubicBezTo>
                        <a:pt x="390" y="48"/>
                        <a:pt x="390" y="49"/>
                        <a:pt x="390" y="51"/>
                      </a:cubicBezTo>
                      <a:cubicBezTo>
                        <a:pt x="390" y="51"/>
                        <a:pt x="390" y="51"/>
                        <a:pt x="390" y="51"/>
                      </a:cubicBezTo>
                      <a:cubicBezTo>
                        <a:pt x="390" y="51"/>
                        <a:pt x="390" y="51"/>
                        <a:pt x="390" y="51"/>
                      </a:cubicBezTo>
                      <a:cubicBezTo>
                        <a:pt x="391" y="51"/>
                        <a:pt x="390" y="52"/>
                        <a:pt x="391" y="52"/>
                      </a:cubicBezTo>
                      <a:cubicBezTo>
                        <a:pt x="392" y="53"/>
                        <a:pt x="393" y="53"/>
                        <a:pt x="394" y="53"/>
                      </a:cubicBezTo>
                      <a:cubicBezTo>
                        <a:pt x="395" y="53"/>
                        <a:pt x="396" y="54"/>
                        <a:pt x="396" y="55"/>
                      </a:cubicBezTo>
                      <a:cubicBezTo>
                        <a:pt x="396" y="55"/>
                        <a:pt x="396" y="55"/>
                        <a:pt x="395" y="55"/>
                      </a:cubicBezTo>
                      <a:cubicBezTo>
                        <a:pt x="395" y="55"/>
                        <a:pt x="394" y="54"/>
                        <a:pt x="394" y="54"/>
                      </a:cubicBezTo>
                      <a:cubicBezTo>
                        <a:pt x="392" y="54"/>
                        <a:pt x="391" y="53"/>
                        <a:pt x="389" y="54"/>
                      </a:cubicBezTo>
                      <a:cubicBezTo>
                        <a:pt x="389" y="54"/>
                        <a:pt x="388" y="55"/>
                        <a:pt x="388" y="54"/>
                      </a:cubicBezTo>
                      <a:cubicBezTo>
                        <a:pt x="388" y="54"/>
                        <a:pt x="388" y="54"/>
                        <a:pt x="388" y="54"/>
                      </a:cubicBezTo>
                      <a:cubicBezTo>
                        <a:pt x="389" y="53"/>
                        <a:pt x="390" y="52"/>
                        <a:pt x="389" y="51"/>
                      </a:cubicBezTo>
                      <a:cubicBezTo>
                        <a:pt x="389" y="50"/>
                        <a:pt x="389" y="49"/>
                        <a:pt x="388" y="49"/>
                      </a:cubicBezTo>
                      <a:cubicBezTo>
                        <a:pt x="387" y="48"/>
                        <a:pt x="387" y="46"/>
                        <a:pt x="386" y="45"/>
                      </a:cubicBezTo>
                      <a:cubicBezTo>
                        <a:pt x="386" y="44"/>
                        <a:pt x="387" y="44"/>
                        <a:pt x="386" y="43"/>
                      </a:cubicBezTo>
                      <a:cubicBezTo>
                        <a:pt x="386" y="43"/>
                        <a:pt x="385" y="43"/>
                        <a:pt x="385" y="42"/>
                      </a:cubicBezTo>
                      <a:cubicBezTo>
                        <a:pt x="385" y="42"/>
                        <a:pt x="385" y="41"/>
                        <a:pt x="384" y="41"/>
                      </a:cubicBezTo>
                      <a:cubicBezTo>
                        <a:pt x="384" y="40"/>
                        <a:pt x="383" y="40"/>
                        <a:pt x="383" y="40"/>
                      </a:cubicBezTo>
                      <a:cubicBezTo>
                        <a:pt x="383" y="40"/>
                        <a:pt x="383" y="40"/>
                        <a:pt x="382" y="40"/>
                      </a:cubicBezTo>
                      <a:cubicBezTo>
                        <a:pt x="382" y="39"/>
                        <a:pt x="381" y="39"/>
                        <a:pt x="380" y="40"/>
                      </a:cubicBezTo>
                      <a:cubicBezTo>
                        <a:pt x="380" y="40"/>
                        <a:pt x="379" y="40"/>
                        <a:pt x="379" y="39"/>
                      </a:cubicBezTo>
                      <a:cubicBezTo>
                        <a:pt x="379" y="39"/>
                        <a:pt x="378" y="38"/>
                        <a:pt x="378" y="38"/>
                      </a:cubicBezTo>
                      <a:cubicBezTo>
                        <a:pt x="377" y="38"/>
                        <a:pt x="376" y="37"/>
                        <a:pt x="375" y="36"/>
                      </a:cubicBezTo>
                      <a:cubicBezTo>
                        <a:pt x="376" y="37"/>
                        <a:pt x="377" y="36"/>
                        <a:pt x="377" y="35"/>
                      </a:cubicBezTo>
                      <a:cubicBezTo>
                        <a:pt x="378" y="35"/>
                        <a:pt x="378" y="35"/>
                        <a:pt x="378" y="35"/>
                      </a:cubicBezTo>
                      <a:cubicBezTo>
                        <a:pt x="378" y="35"/>
                        <a:pt x="378" y="35"/>
                        <a:pt x="377" y="35"/>
                      </a:cubicBezTo>
                      <a:cubicBezTo>
                        <a:pt x="375" y="34"/>
                        <a:pt x="373" y="34"/>
                        <a:pt x="371" y="34"/>
                      </a:cubicBezTo>
                      <a:cubicBezTo>
                        <a:pt x="370" y="35"/>
                        <a:pt x="370" y="35"/>
                        <a:pt x="370" y="36"/>
                      </a:cubicBezTo>
                      <a:cubicBezTo>
                        <a:pt x="370" y="37"/>
                        <a:pt x="370" y="37"/>
                        <a:pt x="371" y="37"/>
                      </a:cubicBezTo>
                      <a:cubicBezTo>
                        <a:pt x="371" y="37"/>
                        <a:pt x="371" y="37"/>
                        <a:pt x="371" y="38"/>
                      </a:cubicBezTo>
                      <a:cubicBezTo>
                        <a:pt x="372" y="39"/>
                        <a:pt x="371" y="40"/>
                        <a:pt x="372" y="40"/>
                      </a:cubicBezTo>
                      <a:cubicBezTo>
                        <a:pt x="372" y="40"/>
                        <a:pt x="372" y="41"/>
                        <a:pt x="372" y="41"/>
                      </a:cubicBezTo>
                      <a:cubicBezTo>
                        <a:pt x="372" y="41"/>
                        <a:pt x="372" y="42"/>
                        <a:pt x="372" y="42"/>
                      </a:cubicBezTo>
                      <a:cubicBezTo>
                        <a:pt x="373" y="43"/>
                        <a:pt x="373" y="44"/>
                        <a:pt x="372" y="44"/>
                      </a:cubicBezTo>
                      <a:cubicBezTo>
                        <a:pt x="371" y="44"/>
                        <a:pt x="371" y="45"/>
                        <a:pt x="371" y="45"/>
                      </a:cubicBezTo>
                      <a:cubicBezTo>
                        <a:pt x="370" y="46"/>
                        <a:pt x="369" y="46"/>
                        <a:pt x="369" y="46"/>
                      </a:cubicBezTo>
                      <a:cubicBezTo>
                        <a:pt x="367" y="46"/>
                        <a:pt x="366" y="46"/>
                        <a:pt x="365" y="46"/>
                      </a:cubicBezTo>
                      <a:cubicBezTo>
                        <a:pt x="362" y="47"/>
                        <a:pt x="362" y="48"/>
                        <a:pt x="363" y="50"/>
                      </a:cubicBezTo>
                      <a:cubicBezTo>
                        <a:pt x="363" y="50"/>
                        <a:pt x="364" y="51"/>
                        <a:pt x="364" y="51"/>
                      </a:cubicBezTo>
                      <a:cubicBezTo>
                        <a:pt x="365" y="52"/>
                        <a:pt x="365" y="52"/>
                        <a:pt x="366" y="52"/>
                      </a:cubicBezTo>
                      <a:cubicBezTo>
                        <a:pt x="367" y="52"/>
                        <a:pt x="368" y="52"/>
                        <a:pt x="369" y="53"/>
                      </a:cubicBezTo>
                      <a:cubicBezTo>
                        <a:pt x="369" y="54"/>
                        <a:pt x="369" y="54"/>
                        <a:pt x="369" y="54"/>
                      </a:cubicBezTo>
                      <a:cubicBezTo>
                        <a:pt x="370" y="54"/>
                        <a:pt x="370" y="54"/>
                        <a:pt x="370" y="54"/>
                      </a:cubicBezTo>
                      <a:cubicBezTo>
                        <a:pt x="370" y="54"/>
                        <a:pt x="370" y="54"/>
                        <a:pt x="371" y="55"/>
                      </a:cubicBezTo>
                      <a:cubicBezTo>
                        <a:pt x="372" y="56"/>
                        <a:pt x="374" y="56"/>
                        <a:pt x="376" y="56"/>
                      </a:cubicBezTo>
                      <a:cubicBezTo>
                        <a:pt x="376" y="57"/>
                        <a:pt x="376" y="56"/>
                        <a:pt x="377" y="57"/>
                      </a:cubicBezTo>
                      <a:cubicBezTo>
                        <a:pt x="377" y="57"/>
                        <a:pt x="377" y="57"/>
                        <a:pt x="377" y="57"/>
                      </a:cubicBezTo>
                      <a:cubicBezTo>
                        <a:pt x="378" y="58"/>
                        <a:pt x="377" y="60"/>
                        <a:pt x="377" y="61"/>
                      </a:cubicBezTo>
                      <a:cubicBezTo>
                        <a:pt x="377" y="61"/>
                        <a:pt x="377" y="61"/>
                        <a:pt x="378" y="61"/>
                      </a:cubicBezTo>
                      <a:cubicBezTo>
                        <a:pt x="377" y="62"/>
                        <a:pt x="378" y="62"/>
                        <a:pt x="377" y="62"/>
                      </a:cubicBezTo>
                      <a:cubicBezTo>
                        <a:pt x="377" y="61"/>
                        <a:pt x="376" y="60"/>
                        <a:pt x="376" y="58"/>
                      </a:cubicBezTo>
                      <a:cubicBezTo>
                        <a:pt x="376" y="57"/>
                        <a:pt x="376" y="57"/>
                        <a:pt x="375" y="57"/>
                      </a:cubicBezTo>
                      <a:cubicBezTo>
                        <a:pt x="374" y="58"/>
                        <a:pt x="375" y="58"/>
                        <a:pt x="375" y="58"/>
                      </a:cubicBezTo>
                      <a:cubicBezTo>
                        <a:pt x="375" y="59"/>
                        <a:pt x="376" y="60"/>
                        <a:pt x="376" y="61"/>
                      </a:cubicBezTo>
                      <a:cubicBezTo>
                        <a:pt x="376" y="61"/>
                        <a:pt x="377" y="62"/>
                        <a:pt x="376" y="62"/>
                      </a:cubicBezTo>
                      <a:cubicBezTo>
                        <a:pt x="375" y="62"/>
                        <a:pt x="375" y="61"/>
                        <a:pt x="375" y="59"/>
                      </a:cubicBezTo>
                      <a:cubicBezTo>
                        <a:pt x="375" y="59"/>
                        <a:pt x="374" y="59"/>
                        <a:pt x="374" y="59"/>
                      </a:cubicBezTo>
                      <a:cubicBezTo>
                        <a:pt x="374" y="57"/>
                        <a:pt x="374" y="57"/>
                        <a:pt x="372" y="57"/>
                      </a:cubicBezTo>
                      <a:cubicBezTo>
                        <a:pt x="372" y="57"/>
                        <a:pt x="371" y="57"/>
                        <a:pt x="371" y="57"/>
                      </a:cubicBezTo>
                      <a:cubicBezTo>
                        <a:pt x="371" y="57"/>
                        <a:pt x="371" y="57"/>
                        <a:pt x="370" y="57"/>
                      </a:cubicBezTo>
                      <a:cubicBezTo>
                        <a:pt x="370" y="57"/>
                        <a:pt x="370" y="58"/>
                        <a:pt x="370" y="58"/>
                      </a:cubicBezTo>
                      <a:cubicBezTo>
                        <a:pt x="371" y="58"/>
                        <a:pt x="371" y="59"/>
                        <a:pt x="371" y="59"/>
                      </a:cubicBezTo>
                      <a:cubicBezTo>
                        <a:pt x="371" y="60"/>
                        <a:pt x="371" y="60"/>
                        <a:pt x="372" y="61"/>
                      </a:cubicBezTo>
                      <a:cubicBezTo>
                        <a:pt x="372" y="61"/>
                        <a:pt x="372" y="61"/>
                        <a:pt x="372" y="61"/>
                      </a:cubicBezTo>
                      <a:cubicBezTo>
                        <a:pt x="372" y="62"/>
                        <a:pt x="373" y="62"/>
                        <a:pt x="373" y="63"/>
                      </a:cubicBezTo>
                      <a:cubicBezTo>
                        <a:pt x="372" y="62"/>
                        <a:pt x="371" y="62"/>
                        <a:pt x="371" y="61"/>
                      </a:cubicBezTo>
                      <a:cubicBezTo>
                        <a:pt x="371" y="59"/>
                        <a:pt x="370" y="58"/>
                        <a:pt x="369" y="57"/>
                      </a:cubicBezTo>
                      <a:cubicBezTo>
                        <a:pt x="368" y="57"/>
                        <a:pt x="368" y="56"/>
                        <a:pt x="367" y="55"/>
                      </a:cubicBezTo>
                      <a:cubicBezTo>
                        <a:pt x="367" y="55"/>
                        <a:pt x="366" y="55"/>
                        <a:pt x="365" y="55"/>
                      </a:cubicBezTo>
                      <a:cubicBezTo>
                        <a:pt x="365" y="55"/>
                        <a:pt x="365" y="55"/>
                        <a:pt x="365" y="55"/>
                      </a:cubicBezTo>
                      <a:cubicBezTo>
                        <a:pt x="365" y="55"/>
                        <a:pt x="365" y="55"/>
                        <a:pt x="365" y="55"/>
                      </a:cubicBezTo>
                      <a:cubicBezTo>
                        <a:pt x="365" y="55"/>
                        <a:pt x="365" y="55"/>
                        <a:pt x="364" y="55"/>
                      </a:cubicBezTo>
                      <a:cubicBezTo>
                        <a:pt x="364" y="54"/>
                        <a:pt x="364" y="54"/>
                        <a:pt x="364" y="54"/>
                      </a:cubicBezTo>
                      <a:cubicBezTo>
                        <a:pt x="363" y="54"/>
                        <a:pt x="362" y="55"/>
                        <a:pt x="362" y="56"/>
                      </a:cubicBezTo>
                      <a:cubicBezTo>
                        <a:pt x="362" y="56"/>
                        <a:pt x="362" y="56"/>
                        <a:pt x="362" y="57"/>
                      </a:cubicBezTo>
                      <a:cubicBezTo>
                        <a:pt x="362" y="57"/>
                        <a:pt x="362" y="57"/>
                        <a:pt x="362" y="57"/>
                      </a:cubicBezTo>
                      <a:cubicBezTo>
                        <a:pt x="361" y="58"/>
                        <a:pt x="361" y="59"/>
                        <a:pt x="362" y="59"/>
                      </a:cubicBezTo>
                      <a:cubicBezTo>
                        <a:pt x="362" y="60"/>
                        <a:pt x="363" y="60"/>
                        <a:pt x="363" y="61"/>
                      </a:cubicBezTo>
                      <a:cubicBezTo>
                        <a:pt x="363" y="61"/>
                        <a:pt x="364" y="62"/>
                        <a:pt x="363" y="62"/>
                      </a:cubicBezTo>
                      <a:cubicBezTo>
                        <a:pt x="363" y="62"/>
                        <a:pt x="363" y="62"/>
                        <a:pt x="363" y="61"/>
                      </a:cubicBezTo>
                      <a:cubicBezTo>
                        <a:pt x="363" y="61"/>
                        <a:pt x="363" y="61"/>
                        <a:pt x="363" y="61"/>
                      </a:cubicBezTo>
                      <a:cubicBezTo>
                        <a:pt x="363" y="60"/>
                        <a:pt x="362" y="60"/>
                        <a:pt x="361" y="60"/>
                      </a:cubicBezTo>
                      <a:cubicBezTo>
                        <a:pt x="360" y="59"/>
                        <a:pt x="360" y="58"/>
                        <a:pt x="360" y="57"/>
                      </a:cubicBezTo>
                      <a:cubicBezTo>
                        <a:pt x="361" y="57"/>
                        <a:pt x="361" y="56"/>
                        <a:pt x="360" y="55"/>
                      </a:cubicBezTo>
                      <a:cubicBezTo>
                        <a:pt x="360" y="55"/>
                        <a:pt x="360" y="54"/>
                        <a:pt x="359" y="54"/>
                      </a:cubicBezTo>
                      <a:cubicBezTo>
                        <a:pt x="359" y="53"/>
                        <a:pt x="358" y="52"/>
                        <a:pt x="357" y="53"/>
                      </a:cubicBezTo>
                      <a:cubicBezTo>
                        <a:pt x="357" y="53"/>
                        <a:pt x="357" y="54"/>
                        <a:pt x="357" y="53"/>
                      </a:cubicBezTo>
                      <a:cubicBezTo>
                        <a:pt x="357" y="53"/>
                        <a:pt x="356" y="54"/>
                        <a:pt x="356" y="53"/>
                      </a:cubicBezTo>
                      <a:cubicBezTo>
                        <a:pt x="356" y="52"/>
                        <a:pt x="355" y="52"/>
                        <a:pt x="355" y="52"/>
                      </a:cubicBezTo>
                      <a:cubicBezTo>
                        <a:pt x="353" y="53"/>
                        <a:pt x="352" y="54"/>
                        <a:pt x="350" y="54"/>
                      </a:cubicBezTo>
                      <a:cubicBezTo>
                        <a:pt x="348" y="55"/>
                        <a:pt x="348" y="57"/>
                        <a:pt x="348" y="59"/>
                      </a:cubicBezTo>
                      <a:cubicBezTo>
                        <a:pt x="348" y="59"/>
                        <a:pt x="348" y="59"/>
                        <a:pt x="348" y="60"/>
                      </a:cubicBezTo>
                      <a:cubicBezTo>
                        <a:pt x="348" y="61"/>
                        <a:pt x="348" y="62"/>
                        <a:pt x="349" y="63"/>
                      </a:cubicBezTo>
                      <a:cubicBezTo>
                        <a:pt x="349" y="63"/>
                        <a:pt x="349" y="64"/>
                        <a:pt x="349" y="65"/>
                      </a:cubicBezTo>
                      <a:cubicBezTo>
                        <a:pt x="349" y="65"/>
                        <a:pt x="349" y="66"/>
                        <a:pt x="348" y="65"/>
                      </a:cubicBezTo>
                      <a:cubicBezTo>
                        <a:pt x="349" y="63"/>
                        <a:pt x="348" y="62"/>
                        <a:pt x="347" y="61"/>
                      </a:cubicBezTo>
                      <a:cubicBezTo>
                        <a:pt x="347" y="60"/>
                        <a:pt x="347" y="60"/>
                        <a:pt x="346" y="60"/>
                      </a:cubicBezTo>
                      <a:cubicBezTo>
                        <a:pt x="346" y="60"/>
                        <a:pt x="346" y="60"/>
                        <a:pt x="346" y="61"/>
                      </a:cubicBezTo>
                      <a:cubicBezTo>
                        <a:pt x="346" y="61"/>
                        <a:pt x="346" y="61"/>
                        <a:pt x="346" y="62"/>
                      </a:cubicBezTo>
                      <a:cubicBezTo>
                        <a:pt x="347" y="62"/>
                        <a:pt x="347" y="63"/>
                        <a:pt x="347" y="64"/>
                      </a:cubicBezTo>
                      <a:cubicBezTo>
                        <a:pt x="346" y="64"/>
                        <a:pt x="346" y="65"/>
                        <a:pt x="346" y="66"/>
                      </a:cubicBezTo>
                      <a:cubicBezTo>
                        <a:pt x="345" y="66"/>
                        <a:pt x="346" y="65"/>
                        <a:pt x="345" y="65"/>
                      </a:cubicBezTo>
                      <a:cubicBezTo>
                        <a:pt x="344" y="64"/>
                        <a:pt x="344" y="63"/>
                        <a:pt x="343" y="62"/>
                      </a:cubicBezTo>
                      <a:cubicBezTo>
                        <a:pt x="343" y="62"/>
                        <a:pt x="343" y="61"/>
                        <a:pt x="343" y="61"/>
                      </a:cubicBezTo>
                      <a:cubicBezTo>
                        <a:pt x="342" y="61"/>
                        <a:pt x="342" y="61"/>
                        <a:pt x="341" y="61"/>
                      </a:cubicBezTo>
                      <a:cubicBezTo>
                        <a:pt x="340" y="62"/>
                        <a:pt x="337" y="62"/>
                        <a:pt x="337" y="64"/>
                      </a:cubicBezTo>
                      <a:cubicBezTo>
                        <a:pt x="337" y="64"/>
                        <a:pt x="336" y="64"/>
                        <a:pt x="336" y="65"/>
                      </a:cubicBezTo>
                      <a:cubicBezTo>
                        <a:pt x="335" y="65"/>
                        <a:pt x="334" y="66"/>
                        <a:pt x="334" y="67"/>
                      </a:cubicBezTo>
                      <a:cubicBezTo>
                        <a:pt x="334" y="68"/>
                        <a:pt x="334" y="68"/>
                        <a:pt x="333" y="68"/>
                      </a:cubicBezTo>
                      <a:cubicBezTo>
                        <a:pt x="332" y="67"/>
                        <a:pt x="332" y="68"/>
                        <a:pt x="331" y="69"/>
                      </a:cubicBezTo>
                      <a:cubicBezTo>
                        <a:pt x="330" y="70"/>
                        <a:pt x="330" y="71"/>
                        <a:pt x="330" y="72"/>
                      </a:cubicBezTo>
                      <a:cubicBezTo>
                        <a:pt x="330" y="73"/>
                        <a:pt x="329" y="73"/>
                        <a:pt x="329" y="74"/>
                      </a:cubicBezTo>
                      <a:cubicBezTo>
                        <a:pt x="329" y="75"/>
                        <a:pt x="330" y="74"/>
                        <a:pt x="330" y="75"/>
                      </a:cubicBezTo>
                      <a:cubicBezTo>
                        <a:pt x="330" y="75"/>
                        <a:pt x="330" y="75"/>
                        <a:pt x="330" y="75"/>
                      </a:cubicBezTo>
                      <a:cubicBezTo>
                        <a:pt x="330" y="75"/>
                        <a:pt x="330" y="75"/>
                        <a:pt x="330" y="75"/>
                      </a:cubicBezTo>
                      <a:cubicBezTo>
                        <a:pt x="331" y="75"/>
                        <a:pt x="331" y="76"/>
                        <a:pt x="332" y="76"/>
                      </a:cubicBezTo>
                      <a:cubicBezTo>
                        <a:pt x="332" y="76"/>
                        <a:pt x="332" y="76"/>
                        <a:pt x="332" y="76"/>
                      </a:cubicBezTo>
                      <a:cubicBezTo>
                        <a:pt x="332" y="76"/>
                        <a:pt x="332" y="76"/>
                        <a:pt x="332" y="76"/>
                      </a:cubicBezTo>
                      <a:cubicBezTo>
                        <a:pt x="332" y="76"/>
                        <a:pt x="332" y="77"/>
                        <a:pt x="332" y="77"/>
                      </a:cubicBezTo>
                      <a:cubicBezTo>
                        <a:pt x="332" y="77"/>
                        <a:pt x="332" y="77"/>
                        <a:pt x="332" y="77"/>
                      </a:cubicBezTo>
                      <a:cubicBezTo>
                        <a:pt x="333" y="78"/>
                        <a:pt x="332" y="78"/>
                        <a:pt x="333" y="79"/>
                      </a:cubicBezTo>
                      <a:cubicBezTo>
                        <a:pt x="333" y="79"/>
                        <a:pt x="333" y="77"/>
                        <a:pt x="334" y="78"/>
                      </a:cubicBezTo>
                      <a:cubicBezTo>
                        <a:pt x="334" y="78"/>
                        <a:pt x="335" y="78"/>
                        <a:pt x="335" y="78"/>
                      </a:cubicBezTo>
                      <a:cubicBezTo>
                        <a:pt x="335" y="77"/>
                        <a:pt x="335" y="77"/>
                        <a:pt x="335" y="76"/>
                      </a:cubicBezTo>
                      <a:cubicBezTo>
                        <a:pt x="335" y="75"/>
                        <a:pt x="335" y="74"/>
                        <a:pt x="336" y="73"/>
                      </a:cubicBezTo>
                      <a:cubicBezTo>
                        <a:pt x="337" y="73"/>
                        <a:pt x="337" y="73"/>
                        <a:pt x="337" y="73"/>
                      </a:cubicBezTo>
                      <a:cubicBezTo>
                        <a:pt x="337" y="73"/>
                        <a:pt x="337" y="72"/>
                        <a:pt x="337" y="72"/>
                      </a:cubicBezTo>
                      <a:cubicBezTo>
                        <a:pt x="338" y="72"/>
                        <a:pt x="338" y="72"/>
                        <a:pt x="338" y="73"/>
                      </a:cubicBezTo>
                      <a:cubicBezTo>
                        <a:pt x="338" y="73"/>
                        <a:pt x="338" y="73"/>
                        <a:pt x="339" y="73"/>
                      </a:cubicBezTo>
                      <a:cubicBezTo>
                        <a:pt x="339" y="73"/>
                        <a:pt x="339" y="73"/>
                        <a:pt x="339" y="73"/>
                      </a:cubicBezTo>
                      <a:cubicBezTo>
                        <a:pt x="339" y="72"/>
                        <a:pt x="339" y="71"/>
                        <a:pt x="340" y="71"/>
                      </a:cubicBezTo>
                      <a:cubicBezTo>
                        <a:pt x="341" y="71"/>
                        <a:pt x="341" y="72"/>
                        <a:pt x="340" y="72"/>
                      </a:cubicBezTo>
                      <a:cubicBezTo>
                        <a:pt x="340" y="73"/>
                        <a:pt x="341" y="73"/>
                        <a:pt x="342" y="74"/>
                      </a:cubicBezTo>
                      <a:cubicBezTo>
                        <a:pt x="342" y="73"/>
                        <a:pt x="343" y="74"/>
                        <a:pt x="344" y="74"/>
                      </a:cubicBezTo>
                      <a:cubicBezTo>
                        <a:pt x="344" y="74"/>
                        <a:pt x="344" y="75"/>
                        <a:pt x="344" y="75"/>
                      </a:cubicBezTo>
                      <a:cubicBezTo>
                        <a:pt x="342" y="75"/>
                        <a:pt x="342" y="77"/>
                        <a:pt x="340" y="78"/>
                      </a:cubicBezTo>
                      <a:cubicBezTo>
                        <a:pt x="340" y="78"/>
                        <a:pt x="340" y="78"/>
                        <a:pt x="340" y="78"/>
                      </a:cubicBezTo>
                      <a:cubicBezTo>
                        <a:pt x="339" y="79"/>
                        <a:pt x="338" y="80"/>
                        <a:pt x="337" y="81"/>
                      </a:cubicBezTo>
                      <a:cubicBezTo>
                        <a:pt x="336" y="81"/>
                        <a:pt x="336" y="83"/>
                        <a:pt x="337" y="84"/>
                      </a:cubicBezTo>
                      <a:cubicBezTo>
                        <a:pt x="338" y="84"/>
                        <a:pt x="338" y="84"/>
                        <a:pt x="339" y="84"/>
                      </a:cubicBezTo>
                      <a:cubicBezTo>
                        <a:pt x="338" y="85"/>
                        <a:pt x="338" y="84"/>
                        <a:pt x="338" y="85"/>
                      </a:cubicBezTo>
                      <a:cubicBezTo>
                        <a:pt x="338" y="85"/>
                        <a:pt x="339" y="86"/>
                        <a:pt x="339" y="85"/>
                      </a:cubicBezTo>
                      <a:cubicBezTo>
                        <a:pt x="340" y="84"/>
                        <a:pt x="341" y="84"/>
                        <a:pt x="342" y="83"/>
                      </a:cubicBezTo>
                      <a:cubicBezTo>
                        <a:pt x="342" y="83"/>
                        <a:pt x="343" y="83"/>
                        <a:pt x="343" y="83"/>
                      </a:cubicBezTo>
                      <a:cubicBezTo>
                        <a:pt x="343" y="82"/>
                        <a:pt x="344" y="82"/>
                        <a:pt x="345" y="81"/>
                      </a:cubicBezTo>
                      <a:cubicBezTo>
                        <a:pt x="345" y="81"/>
                        <a:pt x="346" y="81"/>
                        <a:pt x="346" y="80"/>
                      </a:cubicBezTo>
                      <a:cubicBezTo>
                        <a:pt x="347" y="79"/>
                        <a:pt x="349" y="77"/>
                        <a:pt x="351" y="77"/>
                      </a:cubicBezTo>
                      <a:cubicBezTo>
                        <a:pt x="352" y="77"/>
                        <a:pt x="353" y="77"/>
                        <a:pt x="353" y="76"/>
                      </a:cubicBezTo>
                      <a:cubicBezTo>
                        <a:pt x="354" y="76"/>
                        <a:pt x="353" y="77"/>
                        <a:pt x="353" y="77"/>
                      </a:cubicBezTo>
                      <a:cubicBezTo>
                        <a:pt x="353" y="77"/>
                        <a:pt x="354" y="78"/>
                        <a:pt x="354" y="78"/>
                      </a:cubicBezTo>
                      <a:cubicBezTo>
                        <a:pt x="355" y="77"/>
                        <a:pt x="356" y="78"/>
                        <a:pt x="358" y="78"/>
                      </a:cubicBezTo>
                      <a:cubicBezTo>
                        <a:pt x="358" y="79"/>
                        <a:pt x="359" y="79"/>
                        <a:pt x="359" y="79"/>
                      </a:cubicBezTo>
                      <a:cubicBezTo>
                        <a:pt x="359" y="79"/>
                        <a:pt x="360" y="80"/>
                        <a:pt x="360" y="80"/>
                      </a:cubicBezTo>
                      <a:cubicBezTo>
                        <a:pt x="359" y="81"/>
                        <a:pt x="359" y="80"/>
                        <a:pt x="358" y="80"/>
                      </a:cubicBezTo>
                      <a:cubicBezTo>
                        <a:pt x="357" y="79"/>
                        <a:pt x="357" y="79"/>
                        <a:pt x="356" y="79"/>
                      </a:cubicBezTo>
                      <a:cubicBezTo>
                        <a:pt x="356" y="79"/>
                        <a:pt x="355" y="79"/>
                        <a:pt x="355" y="79"/>
                      </a:cubicBezTo>
                      <a:cubicBezTo>
                        <a:pt x="355" y="78"/>
                        <a:pt x="355" y="78"/>
                        <a:pt x="354" y="79"/>
                      </a:cubicBezTo>
                      <a:cubicBezTo>
                        <a:pt x="352" y="79"/>
                        <a:pt x="351" y="79"/>
                        <a:pt x="349" y="80"/>
                      </a:cubicBezTo>
                      <a:cubicBezTo>
                        <a:pt x="348" y="81"/>
                        <a:pt x="348" y="81"/>
                        <a:pt x="349" y="81"/>
                      </a:cubicBezTo>
                      <a:cubicBezTo>
                        <a:pt x="349" y="81"/>
                        <a:pt x="350" y="81"/>
                        <a:pt x="349" y="82"/>
                      </a:cubicBezTo>
                      <a:cubicBezTo>
                        <a:pt x="349" y="82"/>
                        <a:pt x="348" y="81"/>
                        <a:pt x="348" y="82"/>
                      </a:cubicBezTo>
                      <a:cubicBezTo>
                        <a:pt x="347" y="83"/>
                        <a:pt x="346" y="83"/>
                        <a:pt x="346" y="84"/>
                      </a:cubicBezTo>
                      <a:cubicBezTo>
                        <a:pt x="345" y="85"/>
                        <a:pt x="344" y="86"/>
                        <a:pt x="343" y="87"/>
                      </a:cubicBezTo>
                      <a:cubicBezTo>
                        <a:pt x="342" y="87"/>
                        <a:pt x="342" y="87"/>
                        <a:pt x="342" y="88"/>
                      </a:cubicBezTo>
                      <a:cubicBezTo>
                        <a:pt x="342" y="88"/>
                        <a:pt x="342" y="89"/>
                        <a:pt x="343" y="89"/>
                      </a:cubicBezTo>
                      <a:cubicBezTo>
                        <a:pt x="343" y="89"/>
                        <a:pt x="344" y="89"/>
                        <a:pt x="345" y="90"/>
                      </a:cubicBezTo>
                      <a:cubicBezTo>
                        <a:pt x="345" y="91"/>
                        <a:pt x="346" y="91"/>
                        <a:pt x="347" y="91"/>
                      </a:cubicBezTo>
                      <a:cubicBezTo>
                        <a:pt x="348" y="91"/>
                        <a:pt x="348" y="91"/>
                        <a:pt x="348" y="91"/>
                      </a:cubicBezTo>
                      <a:cubicBezTo>
                        <a:pt x="348" y="91"/>
                        <a:pt x="349" y="91"/>
                        <a:pt x="348" y="91"/>
                      </a:cubicBezTo>
                      <a:cubicBezTo>
                        <a:pt x="347" y="91"/>
                        <a:pt x="347" y="92"/>
                        <a:pt x="346" y="92"/>
                      </a:cubicBezTo>
                      <a:cubicBezTo>
                        <a:pt x="345" y="93"/>
                        <a:pt x="344" y="93"/>
                        <a:pt x="343" y="91"/>
                      </a:cubicBezTo>
                      <a:cubicBezTo>
                        <a:pt x="343" y="91"/>
                        <a:pt x="342" y="91"/>
                        <a:pt x="342" y="91"/>
                      </a:cubicBezTo>
                      <a:cubicBezTo>
                        <a:pt x="340" y="92"/>
                        <a:pt x="339" y="94"/>
                        <a:pt x="340" y="96"/>
                      </a:cubicBezTo>
                      <a:cubicBezTo>
                        <a:pt x="340" y="96"/>
                        <a:pt x="339" y="97"/>
                        <a:pt x="340" y="97"/>
                      </a:cubicBezTo>
                      <a:cubicBezTo>
                        <a:pt x="340" y="99"/>
                        <a:pt x="341" y="101"/>
                        <a:pt x="342" y="101"/>
                      </a:cubicBezTo>
                      <a:cubicBezTo>
                        <a:pt x="343" y="101"/>
                        <a:pt x="344" y="101"/>
                        <a:pt x="344" y="101"/>
                      </a:cubicBezTo>
                      <a:cubicBezTo>
                        <a:pt x="345" y="101"/>
                        <a:pt x="346" y="101"/>
                        <a:pt x="347" y="101"/>
                      </a:cubicBezTo>
                      <a:cubicBezTo>
                        <a:pt x="348" y="100"/>
                        <a:pt x="349" y="100"/>
                        <a:pt x="350" y="99"/>
                      </a:cubicBezTo>
                      <a:cubicBezTo>
                        <a:pt x="350" y="99"/>
                        <a:pt x="351" y="100"/>
                        <a:pt x="351" y="99"/>
                      </a:cubicBezTo>
                      <a:cubicBezTo>
                        <a:pt x="352" y="99"/>
                        <a:pt x="353" y="99"/>
                        <a:pt x="354" y="98"/>
                      </a:cubicBezTo>
                      <a:cubicBezTo>
                        <a:pt x="354" y="99"/>
                        <a:pt x="355" y="99"/>
                        <a:pt x="355" y="99"/>
                      </a:cubicBezTo>
                      <a:cubicBezTo>
                        <a:pt x="355" y="99"/>
                        <a:pt x="355" y="99"/>
                        <a:pt x="356" y="99"/>
                      </a:cubicBezTo>
                      <a:cubicBezTo>
                        <a:pt x="356" y="99"/>
                        <a:pt x="356" y="99"/>
                        <a:pt x="356" y="99"/>
                      </a:cubicBezTo>
                      <a:cubicBezTo>
                        <a:pt x="356" y="99"/>
                        <a:pt x="356" y="99"/>
                        <a:pt x="356" y="99"/>
                      </a:cubicBezTo>
                      <a:cubicBezTo>
                        <a:pt x="356" y="99"/>
                        <a:pt x="357" y="99"/>
                        <a:pt x="357" y="99"/>
                      </a:cubicBezTo>
                      <a:cubicBezTo>
                        <a:pt x="357" y="99"/>
                        <a:pt x="357" y="99"/>
                        <a:pt x="357" y="99"/>
                      </a:cubicBezTo>
                      <a:cubicBezTo>
                        <a:pt x="357" y="99"/>
                        <a:pt x="357" y="99"/>
                        <a:pt x="357" y="99"/>
                      </a:cubicBezTo>
                      <a:cubicBezTo>
                        <a:pt x="358" y="99"/>
                        <a:pt x="358" y="99"/>
                        <a:pt x="359" y="99"/>
                      </a:cubicBezTo>
                      <a:cubicBezTo>
                        <a:pt x="360" y="98"/>
                        <a:pt x="361" y="98"/>
                        <a:pt x="362" y="97"/>
                      </a:cubicBezTo>
                      <a:cubicBezTo>
                        <a:pt x="363" y="97"/>
                        <a:pt x="364" y="97"/>
                        <a:pt x="364" y="96"/>
                      </a:cubicBezTo>
                      <a:cubicBezTo>
                        <a:pt x="366" y="96"/>
                        <a:pt x="366" y="95"/>
                        <a:pt x="367" y="95"/>
                      </a:cubicBezTo>
                      <a:cubicBezTo>
                        <a:pt x="367" y="94"/>
                        <a:pt x="368" y="93"/>
                        <a:pt x="368" y="92"/>
                      </a:cubicBezTo>
                      <a:cubicBezTo>
                        <a:pt x="369" y="91"/>
                        <a:pt x="371" y="91"/>
                        <a:pt x="372" y="90"/>
                      </a:cubicBezTo>
                      <a:cubicBezTo>
                        <a:pt x="373" y="89"/>
                        <a:pt x="374" y="89"/>
                        <a:pt x="376" y="88"/>
                      </a:cubicBezTo>
                      <a:cubicBezTo>
                        <a:pt x="375" y="89"/>
                        <a:pt x="376" y="89"/>
                        <a:pt x="377" y="89"/>
                      </a:cubicBezTo>
                      <a:cubicBezTo>
                        <a:pt x="375" y="91"/>
                        <a:pt x="374" y="91"/>
                        <a:pt x="372" y="93"/>
                      </a:cubicBezTo>
                      <a:cubicBezTo>
                        <a:pt x="371" y="94"/>
                        <a:pt x="370" y="94"/>
                        <a:pt x="369" y="96"/>
                      </a:cubicBezTo>
                      <a:cubicBezTo>
                        <a:pt x="369" y="96"/>
                        <a:pt x="369" y="96"/>
                        <a:pt x="369" y="97"/>
                      </a:cubicBezTo>
                      <a:cubicBezTo>
                        <a:pt x="369" y="97"/>
                        <a:pt x="369" y="98"/>
                        <a:pt x="369" y="98"/>
                      </a:cubicBezTo>
                      <a:cubicBezTo>
                        <a:pt x="367" y="98"/>
                        <a:pt x="365" y="100"/>
                        <a:pt x="364" y="101"/>
                      </a:cubicBezTo>
                      <a:cubicBezTo>
                        <a:pt x="364" y="101"/>
                        <a:pt x="363" y="101"/>
                        <a:pt x="363" y="101"/>
                      </a:cubicBezTo>
                      <a:cubicBezTo>
                        <a:pt x="362" y="101"/>
                        <a:pt x="361" y="101"/>
                        <a:pt x="361" y="102"/>
                      </a:cubicBezTo>
                      <a:cubicBezTo>
                        <a:pt x="359" y="102"/>
                        <a:pt x="357" y="102"/>
                        <a:pt x="356" y="101"/>
                      </a:cubicBezTo>
                      <a:cubicBezTo>
                        <a:pt x="355" y="101"/>
                        <a:pt x="354" y="101"/>
                        <a:pt x="353" y="101"/>
                      </a:cubicBezTo>
                      <a:cubicBezTo>
                        <a:pt x="353" y="101"/>
                        <a:pt x="353" y="101"/>
                        <a:pt x="353" y="101"/>
                      </a:cubicBezTo>
                      <a:cubicBezTo>
                        <a:pt x="352" y="101"/>
                        <a:pt x="352" y="102"/>
                        <a:pt x="351" y="102"/>
                      </a:cubicBezTo>
                      <a:cubicBezTo>
                        <a:pt x="349" y="102"/>
                        <a:pt x="348" y="103"/>
                        <a:pt x="346" y="104"/>
                      </a:cubicBezTo>
                      <a:cubicBezTo>
                        <a:pt x="345" y="105"/>
                        <a:pt x="345" y="106"/>
                        <a:pt x="346" y="107"/>
                      </a:cubicBezTo>
                      <a:cubicBezTo>
                        <a:pt x="346" y="108"/>
                        <a:pt x="347" y="109"/>
                        <a:pt x="348" y="109"/>
                      </a:cubicBezTo>
                      <a:cubicBezTo>
                        <a:pt x="349" y="110"/>
                        <a:pt x="350" y="111"/>
                        <a:pt x="351" y="112"/>
                      </a:cubicBezTo>
                      <a:cubicBezTo>
                        <a:pt x="352" y="113"/>
                        <a:pt x="352" y="115"/>
                        <a:pt x="354" y="115"/>
                      </a:cubicBezTo>
                      <a:cubicBezTo>
                        <a:pt x="355" y="115"/>
                        <a:pt x="355" y="115"/>
                        <a:pt x="355" y="115"/>
                      </a:cubicBezTo>
                      <a:cubicBezTo>
                        <a:pt x="355" y="115"/>
                        <a:pt x="356" y="116"/>
                        <a:pt x="356" y="116"/>
                      </a:cubicBezTo>
                      <a:cubicBezTo>
                        <a:pt x="356" y="116"/>
                        <a:pt x="356" y="116"/>
                        <a:pt x="357" y="116"/>
                      </a:cubicBezTo>
                      <a:cubicBezTo>
                        <a:pt x="357" y="117"/>
                        <a:pt x="359" y="117"/>
                        <a:pt x="360" y="117"/>
                      </a:cubicBezTo>
                      <a:cubicBezTo>
                        <a:pt x="361" y="116"/>
                        <a:pt x="361" y="114"/>
                        <a:pt x="361" y="113"/>
                      </a:cubicBezTo>
                      <a:cubicBezTo>
                        <a:pt x="361" y="112"/>
                        <a:pt x="362" y="112"/>
                        <a:pt x="362" y="111"/>
                      </a:cubicBezTo>
                      <a:cubicBezTo>
                        <a:pt x="363" y="111"/>
                        <a:pt x="363" y="110"/>
                        <a:pt x="363" y="109"/>
                      </a:cubicBezTo>
                      <a:cubicBezTo>
                        <a:pt x="364" y="109"/>
                        <a:pt x="364" y="109"/>
                        <a:pt x="364" y="108"/>
                      </a:cubicBezTo>
                      <a:cubicBezTo>
                        <a:pt x="365" y="107"/>
                        <a:pt x="365" y="107"/>
                        <a:pt x="365" y="106"/>
                      </a:cubicBezTo>
                      <a:cubicBezTo>
                        <a:pt x="365" y="106"/>
                        <a:pt x="365" y="106"/>
                        <a:pt x="365" y="106"/>
                      </a:cubicBezTo>
                      <a:cubicBezTo>
                        <a:pt x="367" y="104"/>
                        <a:pt x="368" y="101"/>
                        <a:pt x="370" y="100"/>
                      </a:cubicBezTo>
                      <a:cubicBezTo>
                        <a:pt x="370" y="100"/>
                        <a:pt x="371" y="99"/>
                        <a:pt x="371" y="99"/>
                      </a:cubicBezTo>
                      <a:cubicBezTo>
                        <a:pt x="372" y="99"/>
                        <a:pt x="372" y="99"/>
                        <a:pt x="372" y="99"/>
                      </a:cubicBezTo>
                      <a:cubicBezTo>
                        <a:pt x="373" y="100"/>
                        <a:pt x="374" y="99"/>
                        <a:pt x="376" y="99"/>
                      </a:cubicBezTo>
                      <a:cubicBezTo>
                        <a:pt x="376" y="99"/>
                        <a:pt x="376" y="98"/>
                        <a:pt x="377" y="98"/>
                      </a:cubicBezTo>
                      <a:cubicBezTo>
                        <a:pt x="378" y="98"/>
                        <a:pt x="379" y="97"/>
                        <a:pt x="380" y="98"/>
                      </a:cubicBezTo>
                      <a:cubicBezTo>
                        <a:pt x="380" y="98"/>
                        <a:pt x="380" y="98"/>
                        <a:pt x="381" y="98"/>
                      </a:cubicBezTo>
                      <a:cubicBezTo>
                        <a:pt x="381" y="97"/>
                        <a:pt x="381" y="97"/>
                        <a:pt x="382" y="97"/>
                      </a:cubicBezTo>
                      <a:cubicBezTo>
                        <a:pt x="383" y="97"/>
                        <a:pt x="384" y="97"/>
                        <a:pt x="385" y="96"/>
                      </a:cubicBezTo>
                      <a:cubicBezTo>
                        <a:pt x="386" y="96"/>
                        <a:pt x="387" y="96"/>
                        <a:pt x="387" y="96"/>
                      </a:cubicBezTo>
                      <a:cubicBezTo>
                        <a:pt x="388" y="95"/>
                        <a:pt x="389" y="94"/>
                        <a:pt x="391" y="94"/>
                      </a:cubicBezTo>
                      <a:cubicBezTo>
                        <a:pt x="392" y="94"/>
                        <a:pt x="392" y="94"/>
                        <a:pt x="392" y="94"/>
                      </a:cubicBezTo>
                      <a:cubicBezTo>
                        <a:pt x="393" y="94"/>
                        <a:pt x="392" y="95"/>
                        <a:pt x="392" y="95"/>
                      </a:cubicBezTo>
                      <a:cubicBezTo>
                        <a:pt x="392" y="95"/>
                        <a:pt x="392" y="95"/>
                        <a:pt x="392" y="96"/>
                      </a:cubicBezTo>
                      <a:cubicBezTo>
                        <a:pt x="391" y="95"/>
                        <a:pt x="390" y="95"/>
                        <a:pt x="390" y="96"/>
                      </a:cubicBezTo>
                      <a:cubicBezTo>
                        <a:pt x="390" y="96"/>
                        <a:pt x="389" y="96"/>
                        <a:pt x="389" y="96"/>
                      </a:cubicBezTo>
                      <a:cubicBezTo>
                        <a:pt x="387" y="96"/>
                        <a:pt x="386" y="97"/>
                        <a:pt x="385" y="98"/>
                      </a:cubicBezTo>
                      <a:cubicBezTo>
                        <a:pt x="383" y="99"/>
                        <a:pt x="380" y="99"/>
                        <a:pt x="378" y="100"/>
                      </a:cubicBezTo>
                      <a:cubicBezTo>
                        <a:pt x="377" y="100"/>
                        <a:pt x="376" y="101"/>
                        <a:pt x="375" y="100"/>
                      </a:cubicBezTo>
                      <a:cubicBezTo>
                        <a:pt x="375" y="100"/>
                        <a:pt x="375" y="100"/>
                        <a:pt x="375" y="100"/>
                      </a:cubicBezTo>
                      <a:cubicBezTo>
                        <a:pt x="374" y="101"/>
                        <a:pt x="374" y="101"/>
                        <a:pt x="373" y="101"/>
                      </a:cubicBezTo>
                      <a:cubicBezTo>
                        <a:pt x="371" y="102"/>
                        <a:pt x="370" y="103"/>
                        <a:pt x="369" y="104"/>
                      </a:cubicBezTo>
                      <a:cubicBezTo>
                        <a:pt x="368" y="106"/>
                        <a:pt x="367" y="109"/>
                        <a:pt x="366" y="111"/>
                      </a:cubicBezTo>
                      <a:cubicBezTo>
                        <a:pt x="365" y="112"/>
                        <a:pt x="364" y="114"/>
                        <a:pt x="364" y="116"/>
                      </a:cubicBezTo>
                      <a:cubicBezTo>
                        <a:pt x="364" y="116"/>
                        <a:pt x="363" y="117"/>
                        <a:pt x="363" y="118"/>
                      </a:cubicBezTo>
                      <a:cubicBezTo>
                        <a:pt x="363" y="118"/>
                        <a:pt x="363" y="118"/>
                        <a:pt x="364" y="119"/>
                      </a:cubicBezTo>
                      <a:cubicBezTo>
                        <a:pt x="365" y="119"/>
                        <a:pt x="366" y="120"/>
                        <a:pt x="367" y="120"/>
                      </a:cubicBezTo>
                      <a:cubicBezTo>
                        <a:pt x="368" y="121"/>
                        <a:pt x="369" y="121"/>
                        <a:pt x="369" y="119"/>
                      </a:cubicBezTo>
                      <a:cubicBezTo>
                        <a:pt x="369" y="118"/>
                        <a:pt x="370" y="118"/>
                        <a:pt x="371" y="117"/>
                      </a:cubicBezTo>
                      <a:cubicBezTo>
                        <a:pt x="370" y="118"/>
                        <a:pt x="370" y="119"/>
                        <a:pt x="370" y="119"/>
                      </a:cubicBezTo>
                      <a:cubicBezTo>
                        <a:pt x="369" y="120"/>
                        <a:pt x="369" y="120"/>
                        <a:pt x="369" y="121"/>
                      </a:cubicBezTo>
                      <a:cubicBezTo>
                        <a:pt x="369" y="121"/>
                        <a:pt x="370" y="121"/>
                        <a:pt x="370" y="121"/>
                      </a:cubicBezTo>
                      <a:cubicBezTo>
                        <a:pt x="371" y="121"/>
                        <a:pt x="372" y="121"/>
                        <a:pt x="372" y="121"/>
                      </a:cubicBezTo>
                      <a:cubicBezTo>
                        <a:pt x="374" y="122"/>
                        <a:pt x="375" y="121"/>
                        <a:pt x="377" y="121"/>
                      </a:cubicBezTo>
                      <a:cubicBezTo>
                        <a:pt x="378" y="122"/>
                        <a:pt x="380" y="122"/>
                        <a:pt x="381" y="121"/>
                      </a:cubicBezTo>
                      <a:cubicBezTo>
                        <a:pt x="381" y="121"/>
                        <a:pt x="381" y="121"/>
                        <a:pt x="381" y="121"/>
                      </a:cubicBezTo>
                      <a:cubicBezTo>
                        <a:pt x="383" y="121"/>
                        <a:pt x="382" y="120"/>
                        <a:pt x="383" y="119"/>
                      </a:cubicBezTo>
                      <a:cubicBezTo>
                        <a:pt x="383" y="118"/>
                        <a:pt x="384" y="117"/>
                        <a:pt x="383" y="116"/>
                      </a:cubicBezTo>
                      <a:cubicBezTo>
                        <a:pt x="383" y="115"/>
                        <a:pt x="383" y="115"/>
                        <a:pt x="383" y="114"/>
                      </a:cubicBezTo>
                      <a:cubicBezTo>
                        <a:pt x="383" y="113"/>
                        <a:pt x="383" y="112"/>
                        <a:pt x="384" y="112"/>
                      </a:cubicBezTo>
                      <a:cubicBezTo>
                        <a:pt x="385" y="111"/>
                        <a:pt x="386" y="110"/>
                        <a:pt x="386" y="108"/>
                      </a:cubicBezTo>
                      <a:cubicBezTo>
                        <a:pt x="388" y="109"/>
                        <a:pt x="387" y="110"/>
                        <a:pt x="387" y="111"/>
                      </a:cubicBezTo>
                      <a:cubicBezTo>
                        <a:pt x="386" y="111"/>
                        <a:pt x="386" y="112"/>
                        <a:pt x="385" y="112"/>
                      </a:cubicBezTo>
                      <a:cubicBezTo>
                        <a:pt x="385" y="112"/>
                        <a:pt x="384" y="113"/>
                        <a:pt x="385" y="114"/>
                      </a:cubicBezTo>
                      <a:cubicBezTo>
                        <a:pt x="385" y="114"/>
                        <a:pt x="385" y="115"/>
                        <a:pt x="386" y="114"/>
                      </a:cubicBezTo>
                      <a:cubicBezTo>
                        <a:pt x="388" y="114"/>
                        <a:pt x="389" y="113"/>
                        <a:pt x="390" y="113"/>
                      </a:cubicBezTo>
                      <a:cubicBezTo>
                        <a:pt x="391" y="112"/>
                        <a:pt x="391" y="112"/>
                        <a:pt x="391" y="111"/>
                      </a:cubicBezTo>
                      <a:cubicBezTo>
                        <a:pt x="391" y="111"/>
                        <a:pt x="392" y="111"/>
                        <a:pt x="392" y="111"/>
                      </a:cubicBezTo>
                      <a:cubicBezTo>
                        <a:pt x="393" y="111"/>
                        <a:pt x="394" y="109"/>
                        <a:pt x="395" y="109"/>
                      </a:cubicBezTo>
                      <a:cubicBezTo>
                        <a:pt x="396" y="109"/>
                        <a:pt x="396" y="110"/>
                        <a:pt x="396" y="111"/>
                      </a:cubicBezTo>
                      <a:cubicBezTo>
                        <a:pt x="395" y="111"/>
                        <a:pt x="395" y="111"/>
                        <a:pt x="395" y="112"/>
                      </a:cubicBezTo>
                      <a:cubicBezTo>
                        <a:pt x="395" y="112"/>
                        <a:pt x="395" y="112"/>
                        <a:pt x="395" y="112"/>
                      </a:cubicBezTo>
                      <a:cubicBezTo>
                        <a:pt x="393" y="113"/>
                        <a:pt x="392" y="114"/>
                        <a:pt x="390" y="114"/>
                      </a:cubicBezTo>
                      <a:cubicBezTo>
                        <a:pt x="389" y="115"/>
                        <a:pt x="388" y="116"/>
                        <a:pt x="387" y="117"/>
                      </a:cubicBezTo>
                      <a:cubicBezTo>
                        <a:pt x="386" y="121"/>
                        <a:pt x="387" y="121"/>
                        <a:pt x="390" y="120"/>
                      </a:cubicBezTo>
                      <a:cubicBezTo>
                        <a:pt x="390" y="120"/>
                        <a:pt x="390" y="120"/>
                        <a:pt x="391" y="120"/>
                      </a:cubicBezTo>
                      <a:cubicBezTo>
                        <a:pt x="391" y="120"/>
                        <a:pt x="391" y="120"/>
                        <a:pt x="391" y="120"/>
                      </a:cubicBezTo>
                      <a:cubicBezTo>
                        <a:pt x="391" y="120"/>
                        <a:pt x="392" y="120"/>
                        <a:pt x="393" y="120"/>
                      </a:cubicBezTo>
                      <a:cubicBezTo>
                        <a:pt x="396" y="119"/>
                        <a:pt x="399" y="118"/>
                        <a:pt x="402" y="116"/>
                      </a:cubicBezTo>
                      <a:cubicBezTo>
                        <a:pt x="403" y="115"/>
                        <a:pt x="404" y="115"/>
                        <a:pt x="404" y="114"/>
                      </a:cubicBezTo>
                      <a:cubicBezTo>
                        <a:pt x="407" y="113"/>
                        <a:pt x="409" y="111"/>
                        <a:pt x="410" y="109"/>
                      </a:cubicBezTo>
                      <a:cubicBezTo>
                        <a:pt x="411" y="108"/>
                        <a:pt x="412" y="107"/>
                        <a:pt x="412" y="106"/>
                      </a:cubicBezTo>
                      <a:cubicBezTo>
                        <a:pt x="412" y="106"/>
                        <a:pt x="412" y="105"/>
                        <a:pt x="412" y="105"/>
                      </a:cubicBezTo>
                      <a:cubicBezTo>
                        <a:pt x="413" y="105"/>
                        <a:pt x="414" y="103"/>
                        <a:pt x="414" y="103"/>
                      </a:cubicBezTo>
                      <a:cubicBezTo>
                        <a:pt x="413" y="102"/>
                        <a:pt x="413" y="102"/>
                        <a:pt x="413" y="102"/>
                      </a:cubicBezTo>
                      <a:cubicBezTo>
                        <a:pt x="413" y="102"/>
                        <a:pt x="412" y="102"/>
                        <a:pt x="412" y="102"/>
                      </a:cubicBezTo>
                      <a:cubicBezTo>
                        <a:pt x="412" y="102"/>
                        <a:pt x="412" y="101"/>
                        <a:pt x="413" y="101"/>
                      </a:cubicBezTo>
                      <a:cubicBezTo>
                        <a:pt x="413" y="100"/>
                        <a:pt x="414" y="99"/>
                        <a:pt x="414" y="98"/>
                      </a:cubicBezTo>
                      <a:cubicBezTo>
                        <a:pt x="414" y="98"/>
                        <a:pt x="414" y="97"/>
                        <a:pt x="413" y="96"/>
                      </a:cubicBezTo>
                      <a:cubicBezTo>
                        <a:pt x="413" y="96"/>
                        <a:pt x="412" y="95"/>
                        <a:pt x="412" y="94"/>
                      </a:cubicBezTo>
                      <a:cubicBezTo>
                        <a:pt x="412" y="93"/>
                        <a:pt x="412" y="94"/>
                        <a:pt x="413" y="94"/>
                      </a:cubicBezTo>
                      <a:cubicBezTo>
                        <a:pt x="413" y="94"/>
                        <a:pt x="413" y="94"/>
                        <a:pt x="413" y="94"/>
                      </a:cubicBezTo>
                      <a:cubicBezTo>
                        <a:pt x="413" y="95"/>
                        <a:pt x="413" y="95"/>
                        <a:pt x="414" y="96"/>
                      </a:cubicBezTo>
                      <a:cubicBezTo>
                        <a:pt x="414" y="96"/>
                        <a:pt x="414" y="97"/>
                        <a:pt x="415" y="97"/>
                      </a:cubicBezTo>
                      <a:cubicBezTo>
                        <a:pt x="416" y="98"/>
                        <a:pt x="417" y="97"/>
                        <a:pt x="417" y="97"/>
                      </a:cubicBezTo>
                      <a:cubicBezTo>
                        <a:pt x="418" y="96"/>
                        <a:pt x="417" y="96"/>
                        <a:pt x="417" y="96"/>
                      </a:cubicBezTo>
                      <a:cubicBezTo>
                        <a:pt x="417" y="96"/>
                        <a:pt x="417" y="96"/>
                        <a:pt x="417" y="95"/>
                      </a:cubicBezTo>
                      <a:cubicBezTo>
                        <a:pt x="417" y="95"/>
                        <a:pt x="417" y="94"/>
                        <a:pt x="418" y="93"/>
                      </a:cubicBezTo>
                      <a:cubicBezTo>
                        <a:pt x="418" y="93"/>
                        <a:pt x="418" y="93"/>
                        <a:pt x="418" y="93"/>
                      </a:cubicBezTo>
                      <a:cubicBezTo>
                        <a:pt x="419" y="92"/>
                        <a:pt x="420" y="91"/>
                        <a:pt x="420" y="89"/>
                      </a:cubicBezTo>
                      <a:cubicBezTo>
                        <a:pt x="420" y="89"/>
                        <a:pt x="421" y="89"/>
                        <a:pt x="421" y="88"/>
                      </a:cubicBezTo>
                      <a:cubicBezTo>
                        <a:pt x="423" y="87"/>
                        <a:pt x="425" y="86"/>
                        <a:pt x="426" y="85"/>
                      </a:cubicBezTo>
                      <a:cubicBezTo>
                        <a:pt x="427" y="84"/>
                        <a:pt x="427" y="83"/>
                        <a:pt x="428" y="83"/>
                      </a:cubicBezTo>
                      <a:cubicBezTo>
                        <a:pt x="429" y="83"/>
                        <a:pt x="429" y="82"/>
                        <a:pt x="429" y="83"/>
                      </a:cubicBezTo>
                      <a:cubicBezTo>
                        <a:pt x="430" y="83"/>
                        <a:pt x="429" y="83"/>
                        <a:pt x="429" y="84"/>
                      </a:cubicBezTo>
                      <a:cubicBezTo>
                        <a:pt x="429" y="84"/>
                        <a:pt x="429" y="84"/>
                        <a:pt x="429" y="85"/>
                      </a:cubicBezTo>
                      <a:cubicBezTo>
                        <a:pt x="428" y="86"/>
                        <a:pt x="426" y="87"/>
                        <a:pt x="425" y="88"/>
                      </a:cubicBezTo>
                      <a:cubicBezTo>
                        <a:pt x="424" y="88"/>
                        <a:pt x="424" y="88"/>
                        <a:pt x="424" y="88"/>
                      </a:cubicBezTo>
                      <a:cubicBezTo>
                        <a:pt x="424" y="89"/>
                        <a:pt x="424" y="89"/>
                        <a:pt x="423" y="89"/>
                      </a:cubicBezTo>
                      <a:cubicBezTo>
                        <a:pt x="422" y="90"/>
                        <a:pt x="421" y="92"/>
                        <a:pt x="421" y="93"/>
                      </a:cubicBezTo>
                      <a:cubicBezTo>
                        <a:pt x="421" y="93"/>
                        <a:pt x="421" y="93"/>
                        <a:pt x="421" y="93"/>
                      </a:cubicBezTo>
                      <a:cubicBezTo>
                        <a:pt x="420" y="94"/>
                        <a:pt x="420" y="94"/>
                        <a:pt x="420" y="94"/>
                      </a:cubicBezTo>
                      <a:cubicBezTo>
                        <a:pt x="419" y="95"/>
                        <a:pt x="419" y="95"/>
                        <a:pt x="419" y="96"/>
                      </a:cubicBezTo>
                      <a:cubicBezTo>
                        <a:pt x="419" y="96"/>
                        <a:pt x="419" y="97"/>
                        <a:pt x="419" y="97"/>
                      </a:cubicBezTo>
                      <a:cubicBezTo>
                        <a:pt x="418" y="99"/>
                        <a:pt x="417" y="101"/>
                        <a:pt x="415" y="102"/>
                      </a:cubicBezTo>
                      <a:cubicBezTo>
                        <a:pt x="415" y="103"/>
                        <a:pt x="415" y="103"/>
                        <a:pt x="415" y="103"/>
                      </a:cubicBezTo>
                      <a:cubicBezTo>
                        <a:pt x="416" y="105"/>
                        <a:pt x="416" y="106"/>
                        <a:pt x="415" y="107"/>
                      </a:cubicBezTo>
                      <a:cubicBezTo>
                        <a:pt x="415" y="107"/>
                        <a:pt x="415" y="107"/>
                        <a:pt x="415" y="108"/>
                      </a:cubicBezTo>
                      <a:cubicBezTo>
                        <a:pt x="415" y="108"/>
                        <a:pt x="416" y="108"/>
                        <a:pt x="416" y="108"/>
                      </a:cubicBezTo>
                      <a:cubicBezTo>
                        <a:pt x="417" y="107"/>
                        <a:pt x="419" y="107"/>
                        <a:pt x="420" y="106"/>
                      </a:cubicBezTo>
                      <a:cubicBezTo>
                        <a:pt x="421" y="106"/>
                        <a:pt x="422" y="106"/>
                        <a:pt x="423" y="106"/>
                      </a:cubicBezTo>
                      <a:cubicBezTo>
                        <a:pt x="424" y="106"/>
                        <a:pt x="425" y="106"/>
                        <a:pt x="426" y="106"/>
                      </a:cubicBezTo>
                      <a:cubicBezTo>
                        <a:pt x="426" y="106"/>
                        <a:pt x="426" y="106"/>
                        <a:pt x="427" y="106"/>
                      </a:cubicBezTo>
                      <a:cubicBezTo>
                        <a:pt x="428" y="107"/>
                        <a:pt x="430" y="107"/>
                        <a:pt x="431" y="106"/>
                      </a:cubicBezTo>
                      <a:cubicBezTo>
                        <a:pt x="431" y="107"/>
                        <a:pt x="432" y="108"/>
                        <a:pt x="431" y="108"/>
                      </a:cubicBezTo>
                      <a:cubicBezTo>
                        <a:pt x="430" y="109"/>
                        <a:pt x="429" y="108"/>
                        <a:pt x="428" y="109"/>
                      </a:cubicBezTo>
                      <a:cubicBezTo>
                        <a:pt x="428" y="109"/>
                        <a:pt x="428" y="109"/>
                        <a:pt x="428" y="109"/>
                      </a:cubicBezTo>
                      <a:cubicBezTo>
                        <a:pt x="427" y="109"/>
                        <a:pt x="426" y="109"/>
                        <a:pt x="425" y="109"/>
                      </a:cubicBezTo>
                      <a:cubicBezTo>
                        <a:pt x="425" y="109"/>
                        <a:pt x="425" y="109"/>
                        <a:pt x="425" y="109"/>
                      </a:cubicBezTo>
                      <a:cubicBezTo>
                        <a:pt x="424" y="109"/>
                        <a:pt x="423" y="109"/>
                        <a:pt x="422" y="109"/>
                      </a:cubicBezTo>
                      <a:cubicBezTo>
                        <a:pt x="420" y="110"/>
                        <a:pt x="418" y="111"/>
                        <a:pt x="417" y="112"/>
                      </a:cubicBezTo>
                      <a:cubicBezTo>
                        <a:pt x="416" y="112"/>
                        <a:pt x="416" y="112"/>
                        <a:pt x="416" y="112"/>
                      </a:cubicBezTo>
                      <a:cubicBezTo>
                        <a:pt x="413" y="114"/>
                        <a:pt x="411" y="116"/>
                        <a:pt x="408" y="118"/>
                      </a:cubicBezTo>
                      <a:cubicBezTo>
                        <a:pt x="408" y="118"/>
                        <a:pt x="409" y="118"/>
                        <a:pt x="409" y="118"/>
                      </a:cubicBezTo>
                      <a:cubicBezTo>
                        <a:pt x="410" y="118"/>
                        <a:pt x="410" y="119"/>
                        <a:pt x="411" y="118"/>
                      </a:cubicBezTo>
                      <a:cubicBezTo>
                        <a:pt x="413" y="118"/>
                        <a:pt x="415" y="118"/>
                        <a:pt x="417" y="118"/>
                      </a:cubicBezTo>
                      <a:cubicBezTo>
                        <a:pt x="418" y="118"/>
                        <a:pt x="419" y="119"/>
                        <a:pt x="419" y="118"/>
                      </a:cubicBezTo>
                      <a:cubicBezTo>
                        <a:pt x="420" y="119"/>
                        <a:pt x="421" y="119"/>
                        <a:pt x="421" y="119"/>
                      </a:cubicBezTo>
                      <a:cubicBezTo>
                        <a:pt x="421" y="119"/>
                        <a:pt x="421" y="120"/>
                        <a:pt x="420" y="120"/>
                      </a:cubicBezTo>
                      <a:cubicBezTo>
                        <a:pt x="419" y="119"/>
                        <a:pt x="418" y="120"/>
                        <a:pt x="416" y="120"/>
                      </a:cubicBezTo>
                      <a:cubicBezTo>
                        <a:pt x="413" y="120"/>
                        <a:pt x="410" y="121"/>
                        <a:pt x="407" y="121"/>
                      </a:cubicBezTo>
                      <a:cubicBezTo>
                        <a:pt x="407" y="121"/>
                        <a:pt x="405" y="121"/>
                        <a:pt x="406" y="123"/>
                      </a:cubicBezTo>
                      <a:cubicBezTo>
                        <a:pt x="406" y="123"/>
                        <a:pt x="406" y="124"/>
                        <a:pt x="405" y="124"/>
                      </a:cubicBezTo>
                      <a:cubicBezTo>
                        <a:pt x="403" y="124"/>
                        <a:pt x="401" y="124"/>
                        <a:pt x="399" y="125"/>
                      </a:cubicBezTo>
                      <a:cubicBezTo>
                        <a:pt x="398" y="125"/>
                        <a:pt x="397" y="126"/>
                        <a:pt x="396" y="126"/>
                      </a:cubicBezTo>
                      <a:cubicBezTo>
                        <a:pt x="396" y="127"/>
                        <a:pt x="395" y="127"/>
                        <a:pt x="395" y="127"/>
                      </a:cubicBezTo>
                      <a:cubicBezTo>
                        <a:pt x="394" y="126"/>
                        <a:pt x="394" y="126"/>
                        <a:pt x="393" y="127"/>
                      </a:cubicBezTo>
                      <a:cubicBezTo>
                        <a:pt x="393" y="127"/>
                        <a:pt x="392" y="128"/>
                        <a:pt x="391" y="128"/>
                      </a:cubicBezTo>
                      <a:cubicBezTo>
                        <a:pt x="390" y="128"/>
                        <a:pt x="389" y="128"/>
                        <a:pt x="388" y="128"/>
                      </a:cubicBezTo>
                      <a:cubicBezTo>
                        <a:pt x="387" y="129"/>
                        <a:pt x="387" y="129"/>
                        <a:pt x="387" y="129"/>
                      </a:cubicBezTo>
                      <a:cubicBezTo>
                        <a:pt x="387" y="130"/>
                        <a:pt x="387" y="130"/>
                        <a:pt x="387" y="131"/>
                      </a:cubicBezTo>
                      <a:cubicBezTo>
                        <a:pt x="388" y="131"/>
                        <a:pt x="388" y="131"/>
                        <a:pt x="388" y="132"/>
                      </a:cubicBezTo>
                      <a:cubicBezTo>
                        <a:pt x="389" y="135"/>
                        <a:pt x="391" y="137"/>
                        <a:pt x="393" y="140"/>
                      </a:cubicBezTo>
                      <a:cubicBezTo>
                        <a:pt x="394" y="141"/>
                        <a:pt x="394" y="143"/>
                        <a:pt x="396" y="143"/>
                      </a:cubicBezTo>
                      <a:cubicBezTo>
                        <a:pt x="397" y="144"/>
                        <a:pt x="398" y="144"/>
                        <a:pt x="399" y="144"/>
                      </a:cubicBezTo>
                      <a:cubicBezTo>
                        <a:pt x="399" y="145"/>
                        <a:pt x="398" y="145"/>
                        <a:pt x="398" y="145"/>
                      </a:cubicBezTo>
                      <a:cubicBezTo>
                        <a:pt x="397" y="145"/>
                        <a:pt x="397" y="146"/>
                        <a:pt x="397" y="146"/>
                      </a:cubicBezTo>
                      <a:cubicBezTo>
                        <a:pt x="397" y="147"/>
                        <a:pt x="397" y="148"/>
                        <a:pt x="398" y="149"/>
                      </a:cubicBezTo>
                      <a:cubicBezTo>
                        <a:pt x="398" y="149"/>
                        <a:pt x="398" y="150"/>
                        <a:pt x="397" y="150"/>
                      </a:cubicBezTo>
                      <a:cubicBezTo>
                        <a:pt x="397" y="151"/>
                        <a:pt x="398" y="152"/>
                        <a:pt x="398" y="153"/>
                      </a:cubicBezTo>
                      <a:cubicBezTo>
                        <a:pt x="398" y="153"/>
                        <a:pt x="398" y="153"/>
                        <a:pt x="399" y="153"/>
                      </a:cubicBezTo>
                      <a:cubicBezTo>
                        <a:pt x="400" y="153"/>
                        <a:pt x="400" y="154"/>
                        <a:pt x="401" y="154"/>
                      </a:cubicBezTo>
                      <a:cubicBezTo>
                        <a:pt x="401" y="154"/>
                        <a:pt x="401" y="154"/>
                        <a:pt x="401" y="154"/>
                      </a:cubicBezTo>
                      <a:cubicBezTo>
                        <a:pt x="401" y="154"/>
                        <a:pt x="401" y="154"/>
                        <a:pt x="401" y="154"/>
                      </a:cubicBezTo>
                      <a:cubicBezTo>
                        <a:pt x="401" y="154"/>
                        <a:pt x="401" y="154"/>
                        <a:pt x="401" y="154"/>
                      </a:cubicBezTo>
                      <a:cubicBezTo>
                        <a:pt x="401" y="155"/>
                        <a:pt x="402" y="155"/>
                        <a:pt x="402" y="156"/>
                      </a:cubicBezTo>
                      <a:cubicBezTo>
                        <a:pt x="403" y="156"/>
                        <a:pt x="403" y="156"/>
                        <a:pt x="404" y="156"/>
                      </a:cubicBezTo>
                      <a:cubicBezTo>
                        <a:pt x="405" y="155"/>
                        <a:pt x="407" y="154"/>
                        <a:pt x="409" y="154"/>
                      </a:cubicBezTo>
                      <a:cubicBezTo>
                        <a:pt x="409" y="153"/>
                        <a:pt x="410" y="153"/>
                        <a:pt x="410" y="154"/>
                      </a:cubicBezTo>
                      <a:cubicBezTo>
                        <a:pt x="409" y="155"/>
                        <a:pt x="408" y="156"/>
                        <a:pt x="407" y="156"/>
                      </a:cubicBezTo>
                      <a:cubicBezTo>
                        <a:pt x="405" y="156"/>
                        <a:pt x="404" y="157"/>
                        <a:pt x="404" y="159"/>
                      </a:cubicBezTo>
                      <a:cubicBezTo>
                        <a:pt x="402" y="158"/>
                        <a:pt x="401" y="156"/>
                        <a:pt x="399" y="156"/>
                      </a:cubicBezTo>
                      <a:cubicBezTo>
                        <a:pt x="398" y="156"/>
                        <a:pt x="398" y="156"/>
                        <a:pt x="398" y="157"/>
                      </a:cubicBezTo>
                      <a:cubicBezTo>
                        <a:pt x="398" y="157"/>
                        <a:pt x="398" y="158"/>
                        <a:pt x="397" y="158"/>
                      </a:cubicBezTo>
                      <a:cubicBezTo>
                        <a:pt x="397" y="158"/>
                        <a:pt x="397" y="158"/>
                        <a:pt x="397" y="158"/>
                      </a:cubicBezTo>
                      <a:cubicBezTo>
                        <a:pt x="396" y="158"/>
                        <a:pt x="396" y="157"/>
                        <a:pt x="396" y="157"/>
                      </a:cubicBezTo>
                      <a:cubicBezTo>
                        <a:pt x="396" y="156"/>
                        <a:pt x="397" y="157"/>
                        <a:pt x="397" y="157"/>
                      </a:cubicBezTo>
                      <a:cubicBezTo>
                        <a:pt x="397" y="157"/>
                        <a:pt x="397" y="157"/>
                        <a:pt x="397" y="157"/>
                      </a:cubicBezTo>
                      <a:cubicBezTo>
                        <a:pt x="397" y="156"/>
                        <a:pt x="397" y="155"/>
                        <a:pt x="397" y="155"/>
                      </a:cubicBezTo>
                      <a:cubicBezTo>
                        <a:pt x="397" y="155"/>
                        <a:pt x="397" y="154"/>
                        <a:pt x="397" y="154"/>
                      </a:cubicBezTo>
                      <a:cubicBezTo>
                        <a:pt x="395" y="154"/>
                        <a:pt x="395" y="153"/>
                        <a:pt x="395" y="151"/>
                      </a:cubicBezTo>
                      <a:cubicBezTo>
                        <a:pt x="395" y="151"/>
                        <a:pt x="394" y="150"/>
                        <a:pt x="394" y="149"/>
                      </a:cubicBezTo>
                      <a:cubicBezTo>
                        <a:pt x="394" y="148"/>
                        <a:pt x="393" y="146"/>
                        <a:pt x="392" y="146"/>
                      </a:cubicBezTo>
                      <a:cubicBezTo>
                        <a:pt x="391" y="145"/>
                        <a:pt x="390" y="144"/>
                        <a:pt x="390" y="143"/>
                      </a:cubicBezTo>
                      <a:cubicBezTo>
                        <a:pt x="390" y="141"/>
                        <a:pt x="388" y="140"/>
                        <a:pt x="387" y="138"/>
                      </a:cubicBezTo>
                      <a:cubicBezTo>
                        <a:pt x="386" y="138"/>
                        <a:pt x="386" y="136"/>
                        <a:pt x="385" y="135"/>
                      </a:cubicBezTo>
                      <a:cubicBezTo>
                        <a:pt x="384" y="134"/>
                        <a:pt x="383" y="132"/>
                        <a:pt x="381" y="132"/>
                      </a:cubicBezTo>
                      <a:cubicBezTo>
                        <a:pt x="379" y="131"/>
                        <a:pt x="377" y="131"/>
                        <a:pt x="375" y="132"/>
                      </a:cubicBezTo>
                      <a:cubicBezTo>
                        <a:pt x="373" y="132"/>
                        <a:pt x="372" y="132"/>
                        <a:pt x="371" y="131"/>
                      </a:cubicBezTo>
                      <a:cubicBezTo>
                        <a:pt x="370" y="129"/>
                        <a:pt x="368" y="129"/>
                        <a:pt x="366" y="130"/>
                      </a:cubicBezTo>
                      <a:cubicBezTo>
                        <a:pt x="366" y="130"/>
                        <a:pt x="365" y="130"/>
                        <a:pt x="365" y="130"/>
                      </a:cubicBezTo>
                      <a:cubicBezTo>
                        <a:pt x="365" y="132"/>
                        <a:pt x="365" y="134"/>
                        <a:pt x="364" y="136"/>
                      </a:cubicBezTo>
                      <a:cubicBezTo>
                        <a:pt x="364" y="138"/>
                        <a:pt x="364" y="140"/>
                        <a:pt x="365" y="141"/>
                      </a:cubicBezTo>
                      <a:cubicBezTo>
                        <a:pt x="365" y="142"/>
                        <a:pt x="365" y="142"/>
                        <a:pt x="366" y="142"/>
                      </a:cubicBezTo>
                      <a:cubicBezTo>
                        <a:pt x="367" y="142"/>
                        <a:pt x="368" y="143"/>
                        <a:pt x="369" y="143"/>
                      </a:cubicBezTo>
                      <a:cubicBezTo>
                        <a:pt x="370" y="143"/>
                        <a:pt x="371" y="144"/>
                        <a:pt x="372" y="144"/>
                      </a:cubicBezTo>
                      <a:cubicBezTo>
                        <a:pt x="372" y="144"/>
                        <a:pt x="372" y="144"/>
                        <a:pt x="372" y="144"/>
                      </a:cubicBezTo>
                      <a:cubicBezTo>
                        <a:pt x="372" y="145"/>
                        <a:pt x="372" y="145"/>
                        <a:pt x="373" y="145"/>
                      </a:cubicBezTo>
                      <a:cubicBezTo>
                        <a:pt x="373" y="145"/>
                        <a:pt x="373" y="146"/>
                        <a:pt x="373" y="146"/>
                      </a:cubicBezTo>
                      <a:cubicBezTo>
                        <a:pt x="372" y="147"/>
                        <a:pt x="372" y="146"/>
                        <a:pt x="372" y="146"/>
                      </a:cubicBezTo>
                      <a:cubicBezTo>
                        <a:pt x="372" y="145"/>
                        <a:pt x="371" y="145"/>
                        <a:pt x="371" y="145"/>
                      </a:cubicBezTo>
                      <a:cubicBezTo>
                        <a:pt x="369" y="145"/>
                        <a:pt x="368" y="144"/>
                        <a:pt x="367" y="144"/>
                      </a:cubicBezTo>
                      <a:cubicBezTo>
                        <a:pt x="366" y="143"/>
                        <a:pt x="365" y="144"/>
                        <a:pt x="365" y="144"/>
                      </a:cubicBezTo>
                      <a:cubicBezTo>
                        <a:pt x="365" y="146"/>
                        <a:pt x="366" y="147"/>
                        <a:pt x="365" y="148"/>
                      </a:cubicBezTo>
                      <a:cubicBezTo>
                        <a:pt x="365" y="151"/>
                        <a:pt x="366" y="152"/>
                        <a:pt x="368" y="153"/>
                      </a:cubicBezTo>
                      <a:cubicBezTo>
                        <a:pt x="369" y="153"/>
                        <a:pt x="369" y="154"/>
                        <a:pt x="370" y="154"/>
                      </a:cubicBezTo>
                      <a:cubicBezTo>
                        <a:pt x="372" y="153"/>
                        <a:pt x="373" y="155"/>
                        <a:pt x="374" y="156"/>
                      </a:cubicBezTo>
                      <a:cubicBezTo>
                        <a:pt x="374" y="156"/>
                        <a:pt x="375" y="157"/>
                        <a:pt x="375" y="157"/>
                      </a:cubicBezTo>
                      <a:cubicBezTo>
                        <a:pt x="375" y="158"/>
                        <a:pt x="375" y="159"/>
                        <a:pt x="375" y="160"/>
                      </a:cubicBezTo>
                      <a:cubicBezTo>
                        <a:pt x="375" y="161"/>
                        <a:pt x="376" y="162"/>
                        <a:pt x="377" y="162"/>
                      </a:cubicBezTo>
                      <a:cubicBezTo>
                        <a:pt x="378" y="162"/>
                        <a:pt x="378" y="163"/>
                        <a:pt x="379" y="163"/>
                      </a:cubicBezTo>
                      <a:cubicBezTo>
                        <a:pt x="379" y="164"/>
                        <a:pt x="379" y="164"/>
                        <a:pt x="379" y="165"/>
                      </a:cubicBezTo>
                      <a:cubicBezTo>
                        <a:pt x="379" y="167"/>
                        <a:pt x="379" y="169"/>
                        <a:pt x="379" y="172"/>
                      </a:cubicBezTo>
                      <a:cubicBezTo>
                        <a:pt x="379" y="172"/>
                        <a:pt x="379" y="172"/>
                        <a:pt x="380" y="172"/>
                      </a:cubicBezTo>
                      <a:cubicBezTo>
                        <a:pt x="380" y="173"/>
                        <a:pt x="381" y="173"/>
                        <a:pt x="381" y="172"/>
                      </a:cubicBezTo>
                      <a:cubicBezTo>
                        <a:pt x="381" y="172"/>
                        <a:pt x="382" y="172"/>
                        <a:pt x="382" y="171"/>
                      </a:cubicBezTo>
                      <a:cubicBezTo>
                        <a:pt x="382" y="172"/>
                        <a:pt x="382" y="172"/>
                        <a:pt x="382" y="173"/>
                      </a:cubicBezTo>
                      <a:cubicBezTo>
                        <a:pt x="382" y="173"/>
                        <a:pt x="382" y="174"/>
                        <a:pt x="382" y="174"/>
                      </a:cubicBezTo>
                      <a:cubicBezTo>
                        <a:pt x="383" y="175"/>
                        <a:pt x="384" y="176"/>
                        <a:pt x="384" y="177"/>
                      </a:cubicBezTo>
                      <a:cubicBezTo>
                        <a:pt x="385" y="178"/>
                        <a:pt x="385" y="177"/>
                        <a:pt x="386" y="177"/>
                      </a:cubicBezTo>
                      <a:cubicBezTo>
                        <a:pt x="385" y="179"/>
                        <a:pt x="383" y="178"/>
                        <a:pt x="382" y="177"/>
                      </a:cubicBezTo>
                      <a:cubicBezTo>
                        <a:pt x="381" y="176"/>
                        <a:pt x="381" y="175"/>
                        <a:pt x="380" y="175"/>
                      </a:cubicBezTo>
                      <a:cubicBezTo>
                        <a:pt x="380" y="175"/>
                        <a:pt x="379" y="175"/>
                        <a:pt x="379" y="175"/>
                      </a:cubicBezTo>
                      <a:cubicBezTo>
                        <a:pt x="379" y="174"/>
                        <a:pt x="379" y="174"/>
                        <a:pt x="379" y="174"/>
                      </a:cubicBezTo>
                      <a:cubicBezTo>
                        <a:pt x="379" y="174"/>
                        <a:pt x="378" y="174"/>
                        <a:pt x="378" y="174"/>
                      </a:cubicBezTo>
                      <a:cubicBezTo>
                        <a:pt x="377" y="175"/>
                        <a:pt x="376" y="177"/>
                        <a:pt x="377" y="178"/>
                      </a:cubicBezTo>
                      <a:cubicBezTo>
                        <a:pt x="377" y="179"/>
                        <a:pt x="377" y="179"/>
                        <a:pt x="378" y="179"/>
                      </a:cubicBezTo>
                      <a:cubicBezTo>
                        <a:pt x="378" y="179"/>
                        <a:pt x="379" y="179"/>
                        <a:pt x="379" y="180"/>
                      </a:cubicBezTo>
                      <a:cubicBezTo>
                        <a:pt x="379" y="180"/>
                        <a:pt x="380" y="180"/>
                        <a:pt x="380" y="180"/>
                      </a:cubicBezTo>
                      <a:cubicBezTo>
                        <a:pt x="381" y="181"/>
                        <a:pt x="382" y="180"/>
                        <a:pt x="383" y="181"/>
                      </a:cubicBezTo>
                      <a:cubicBezTo>
                        <a:pt x="384" y="182"/>
                        <a:pt x="385" y="182"/>
                        <a:pt x="386" y="181"/>
                      </a:cubicBezTo>
                      <a:cubicBezTo>
                        <a:pt x="387" y="181"/>
                        <a:pt x="388" y="181"/>
                        <a:pt x="388" y="181"/>
                      </a:cubicBezTo>
                      <a:cubicBezTo>
                        <a:pt x="389" y="182"/>
                        <a:pt x="390" y="182"/>
                        <a:pt x="391" y="182"/>
                      </a:cubicBezTo>
                      <a:cubicBezTo>
                        <a:pt x="391" y="183"/>
                        <a:pt x="392" y="183"/>
                        <a:pt x="392" y="183"/>
                      </a:cubicBezTo>
                      <a:cubicBezTo>
                        <a:pt x="393" y="183"/>
                        <a:pt x="393" y="182"/>
                        <a:pt x="394" y="182"/>
                      </a:cubicBezTo>
                      <a:cubicBezTo>
                        <a:pt x="395" y="182"/>
                        <a:pt x="395" y="182"/>
                        <a:pt x="395" y="182"/>
                      </a:cubicBezTo>
                      <a:cubicBezTo>
                        <a:pt x="395" y="180"/>
                        <a:pt x="396" y="178"/>
                        <a:pt x="398" y="177"/>
                      </a:cubicBezTo>
                      <a:cubicBezTo>
                        <a:pt x="398" y="178"/>
                        <a:pt x="397" y="179"/>
                        <a:pt x="397" y="180"/>
                      </a:cubicBezTo>
                      <a:cubicBezTo>
                        <a:pt x="397" y="181"/>
                        <a:pt x="396" y="182"/>
                        <a:pt x="397" y="182"/>
                      </a:cubicBezTo>
                      <a:cubicBezTo>
                        <a:pt x="397" y="183"/>
                        <a:pt x="397" y="183"/>
                        <a:pt x="397" y="184"/>
                      </a:cubicBezTo>
                      <a:cubicBezTo>
                        <a:pt x="397" y="184"/>
                        <a:pt x="397" y="184"/>
                        <a:pt x="397" y="184"/>
                      </a:cubicBezTo>
                      <a:cubicBezTo>
                        <a:pt x="395" y="184"/>
                        <a:pt x="394" y="184"/>
                        <a:pt x="392" y="185"/>
                      </a:cubicBezTo>
                      <a:cubicBezTo>
                        <a:pt x="392" y="185"/>
                        <a:pt x="392" y="185"/>
                        <a:pt x="391" y="185"/>
                      </a:cubicBezTo>
                      <a:cubicBezTo>
                        <a:pt x="391" y="184"/>
                        <a:pt x="390" y="184"/>
                        <a:pt x="389" y="184"/>
                      </a:cubicBezTo>
                      <a:cubicBezTo>
                        <a:pt x="388" y="184"/>
                        <a:pt x="387" y="184"/>
                        <a:pt x="387" y="185"/>
                      </a:cubicBezTo>
                      <a:cubicBezTo>
                        <a:pt x="386" y="186"/>
                        <a:pt x="387" y="186"/>
                        <a:pt x="388" y="186"/>
                      </a:cubicBezTo>
                      <a:cubicBezTo>
                        <a:pt x="388" y="186"/>
                        <a:pt x="388" y="186"/>
                        <a:pt x="388" y="186"/>
                      </a:cubicBezTo>
                      <a:cubicBezTo>
                        <a:pt x="389" y="188"/>
                        <a:pt x="390" y="190"/>
                        <a:pt x="392" y="188"/>
                      </a:cubicBezTo>
                      <a:cubicBezTo>
                        <a:pt x="393" y="188"/>
                        <a:pt x="393" y="188"/>
                        <a:pt x="393" y="188"/>
                      </a:cubicBezTo>
                      <a:cubicBezTo>
                        <a:pt x="393" y="188"/>
                        <a:pt x="394" y="188"/>
                        <a:pt x="393" y="189"/>
                      </a:cubicBezTo>
                      <a:cubicBezTo>
                        <a:pt x="393" y="189"/>
                        <a:pt x="393" y="189"/>
                        <a:pt x="393" y="189"/>
                      </a:cubicBezTo>
                      <a:cubicBezTo>
                        <a:pt x="392" y="188"/>
                        <a:pt x="391" y="189"/>
                        <a:pt x="391" y="190"/>
                      </a:cubicBezTo>
                      <a:cubicBezTo>
                        <a:pt x="391" y="191"/>
                        <a:pt x="392" y="191"/>
                        <a:pt x="392" y="192"/>
                      </a:cubicBezTo>
                      <a:cubicBezTo>
                        <a:pt x="393" y="192"/>
                        <a:pt x="393" y="193"/>
                        <a:pt x="393" y="193"/>
                      </a:cubicBezTo>
                      <a:cubicBezTo>
                        <a:pt x="394" y="193"/>
                        <a:pt x="393" y="193"/>
                        <a:pt x="393" y="194"/>
                      </a:cubicBezTo>
                      <a:cubicBezTo>
                        <a:pt x="393" y="194"/>
                        <a:pt x="393" y="194"/>
                        <a:pt x="393" y="194"/>
                      </a:cubicBezTo>
                      <a:cubicBezTo>
                        <a:pt x="392" y="193"/>
                        <a:pt x="391" y="193"/>
                        <a:pt x="391" y="192"/>
                      </a:cubicBezTo>
                      <a:cubicBezTo>
                        <a:pt x="391" y="191"/>
                        <a:pt x="390" y="190"/>
                        <a:pt x="389" y="190"/>
                      </a:cubicBezTo>
                      <a:cubicBezTo>
                        <a:pt x="388" y="190"/>
                        <a:pt x="388" y="189"/>
                        <a:pt x="387" y="188"/>
                      </a:cubicBezTo>
                      <a:cubicBezTo>
                        <a:pt x="386" y="188"/>
                        <a:pt x="386" y="187"/>
                        <a:pt x="385" y="187"/>
                      </a:cubicBezTo>
                      <a:cubicBezTo>
                        <a:pt x="385" y="187"/>
                        <a:pt x="385" y="187"/>
                        <a:pt x="385" y="186"/>
                      </a:cubicBezTo>
                      <a:cubicBezTo>
                        <a:pt x="384" y="184"/>
                        <a:pt x="382" y="184"/>
                        <a:pt x="380" y="184"/>
                      </a:cubicBezTo>
                      <a:cubicBezTo>
                        <a:pt x="378" y="184"/>
                        <a:pt x="376" y="184"/>
                        <a:pt x="375" y="183"/>
                      </a:cubicBezTo>
                      <a:cubicBezTo>
                        <a:pt x="375" y="182"/>
                        <a:pt x="374" y="182"/>
                        <a:pt x="373" y="183"/>
                      </a:cubicBezTo>
                      <a:cubicBezTo>
                        <a:pt x="371" y="185"/>
                        <a:pt x="368" y="185"/>
                        <a:pt x="366" y="186"/>
                      </a:cubicBezTo>
                      <a:cubicBezTo>
                        <a:pt x="365" y="186"/>
                        <a:pt x="364" y="186"/>
                        <a:pt x="364" y="187"/>
                      </a:cubicBezTo>
                      <a:cubicBezTo>
                        <a:pt x="363" y="188"/>
                        <a:pt x="362" y="188"/>
                        <a:pt x="362" y="189"/>
                      </a:cubicBezTo>
                      <a:cubicBezTo>
                        <a:pt x="362" y="190"/>
                        <a:pt x="362" y="191"/>
                        <a:pt x="361" y="193"/>
                      </a:cubicBezTo>
                      <a:cubicBezTo>
                        <a:pt x="361" y="193"/>
                        <a:pt x="361" y="193"/>
                        <a:pt x="361" y="194"/>
                      </a:cubicBezTo>
                      <a:cubicBezTo>
                        <a:pt x="361" y="194"/>
                        <a:pt x="362" y="194"/>
                        <a:pt x="362" y="194"/>
                      </a:cubicBezTo>
                      <a:cubicBezTo>
                        <a:pt x="362" y="194"/>
                        <a:pt x="363" y="194"/>
                        <a:pt x="363" y="194"/>
                      </a:cubicBezTo>
                      <a:cubicBezTo>
                        <a:pt x="363" y="195"/>
                        <a:pt x="362" y="195"/>
                        <a:pt x="362" y="195"/>
                      </a:cubicBezTo>
                      <a:cubicBezTo>
                        <a:pt x="361" y="195"/>
                        <a:pt x="361" y="195"/>
                        <a:pt x="360" y="195"/>
                      </a:cubicBezTo>
                      <a:cubicBezTo>
                        <a:pt x="359" y="197"/>
                        <a:pt x="357" y="198"/>
                        <a:pt x="358" y="201"/>
                      </a:cubicBezTo>
                      <a:cubicBezTo>
                        <a:pt x="359" y="201"/>
                        <a:pt x="359" y="201"/>
                        <a:pt x="359" y="202"/>
                      </a:cubicBezTo>
                      <a:cubicBezTo>
                        <a:pt x="359" y="203"/>
                        <a:pt x="359" y="204"/>
                        <a:pt x="359" y="205"/>
                      </a:cubicBezTo>
                      <a:cubicBezTo>
                        <a:pt x="358" y="206"/>
                        <a:pt x="359" y="206"/>
                        <a:pt x="359" y="206"/>
                      </a:cubicBezTo>
                      <a:cubicBezTo>
                        <a:pt x="360" y="206"/>
                        <a:pt x="360" y="205"/>
                        <a:pt x="361" y="206"/>
                      </a:cubicBezTo>
                      <a:cubicBezTo>
                        <a:pt x="361" y="207"/>
                        <a:pt x="360" y="206"/>
                        <a:pt x="360" y="206"/>
                      </a:cubicBezTo>
                      <a:cubicBezTo>
                        <a:pt x="359" y="207"/>
                        <a:pt x="358" y="208"/>
                        <a:pt x="359" y="209"/>
                      </a:cubicBezTo>
                      <a:cubicBezTo>
                        <a:pt x="360" y="209"/>
                        <a:pt x="363" y="209"/>
                        <a:pt x="364" y="209"/>
                      </a:cubicBezTo>
                      <a:cubicBezTo>
                        <a:pt x="364" y="208"/>
                        <a:pt x="365" y="207"/>
                        <a:pt x="365" y="206"/>
                      </a:cubicBezTo>
                      <a:cubicBezTo>
                        <a:pt x="365" y="206"/>
                        <a:pt x="366" y="206"/>
                        <a:pt x="366" y="206"/>
                      </a:cubicBezTo>
                      <a:cubicBezTo>
                        <a:pt x="368" y="205"/>
                        <a:pt x="367" y="203"/>
                        <a:pt x="369" y="201"/>
                      </a:cubicBezTo>
                      <a:cubicBezTo>
                        <a:pt x="369" y="201"/>
                        <a:pt x="369" y="201"/>
                        <a:pt x="369" y="200"/>
                      </a:cubicBezTo>
                      <a:cubicBezTo>
                        <a:pt x="369" y="200"/>
                        <a:pt x="369" y="200"/>
                        <a:pt x="369" y="201"/>
                      </a:cubicBezTo>
                      <a:cubicBezTo>
                        <a:pt x="369" y="201"/>
                        <a:pt x="369" y="201"/>
                        <a:pt x="369" y="202"/>
                      </a:cubicBezTo>
                      <a:cubicBezTo>
                        <a:pt x="369" y="203"/>
                        <a:pt x="369" y="204"/>
                        <a:pt x="368" y="205"/>
                      </a:cubicBezTo>
                      <a:cubicBezTo>
                        <a:pt x="368" y="206"/>
                        <a:pt x="368" y="207"/>
                        <a:pt x="367" y="207"/>
                      </a:cubicBezTo>
                      <a:cubicBezTo>
                        <a:pt x="366" y="208"/>
                        <a:pt x="367" y="209"/>
                        <a:pt x="366" y="209"/>
                      </a:cubicBezTo>
                      <a:cubicBezTo>
                        <a:pt x="366" y="209"/>
                        <a:pt x="366" y="210"/>
                        <a:pt x="367" y="210"/>
                      </a:cubicBezTo>
                      <a:cubicBezTo>
                        <a:pt x="367" y="210"/>
                        <a:pt x="367" y="211"/>
                        <a:pt x="367" y="211"/>
                      </a:cubicBezTo>
                      <a:cubicBezTo>
                        <a:pt x="369" y="211"/>
                        <a:pt x="370" y="210"/>
                        <a:pt x="370" y="210"/>
                      </a:cubicBezTo>
                      <a:cubicBezTo>
                        <a:pt x="371" y="209"/>
                        <a:pt x="371" y="209"/>
                        <a:pt x="371" y="209"/>
                      </a:cubicBezTo>
                      <a:cubicBezTo>
                        <a:pt x="372" y="210"/>
                        <a:pt x="372" y="209"/>
                        <a:pt x="372" y="209"/>
                      </a:cubicBezTo>
                      <a:cubicBezTo>
                        <a:pt x="372" y="208"/>
                        <a:pt x="373" y="207"/>
                        <a:pt x="373" y="206"/>
                      </a:cubicBezTo>
                      <a:cubicBezTo>
                        <a:pt x="374" y="204"/>
                        <a:pt x="375" y="202"/>
                        <a:pt x="375" y="200"/>
                      </a:cubicBezTo>
                      <a:cubicBezTo>
                        <a:pt x="375" y="200"/>
                        <a:pt x="375" y="199"/>
                        <a:pt x="375" y="199"/>
                      </a:cubicBezTo>
                      <a:cubicBezTo>
                        <a:pt x="376" y="198"/>
                        <a:pt x="376" y="198"/>
                        <a:pt x="376" y="197"/>
                      </a:cubicBezTo>
                      <a:cubicBezTo>
                        <a:pt x="376" y="196"/>
                        <a:pt x="376" y="196"/>
                        <a:pt x="376" y="195"/>
                      </a:cubicBezTo>
                      <a:cubicBezTo>
                        <a:pt x="377" y="195"/>
                        <a:pt x="377" y="194"/>
                        <a:pt x="377" y="194"/>
                      </a:cubicBezTo>
                      <a:cubicBezTo>
                        <a:pt x="378" y="194"/>
                        <a:pt x="377" y="195"/>
                        <a:pt x="377" y="196"/>
                      </a:cubicBezTo>
                      <a:cubicBezTo>
                        <a:pt x="377" y="196"/>
                        <a:pt x="376" y="196"/>
                        <a:pt x="376" y="196"/>
                      </a:cubicBezTo>
                      <a:cubicBezTo>
                        <a:pt x="376" y="198"/>
                        <a:pt x="376" y="199"/>
                        <a:pt x="376" y="200"/>
                      </a:cubicBezTo>
                      <a:cubicBezTo>
                        <a:pt x="376" y="201"/>
                        <a:pt x="376" y="202"/>
                        <a:pt x="377" y="202"/>
                      </a:cubicBezTo>
                      <a:cubicBezTo>
                        <a:pt x="377" y="202"/>
                        <a:pt x="376" y="202"/>
                        <a:pt x="376" y="203"/>
                      </a:cubicBezTo>
                      <a:cubicBezTo>
                        <a:pt x="376" y="203"/>
                        <a:pt x="376" y="204"/>
                        <a:pt x="375" y="205"/>
                      </a:cubicBezTo>
                      <a:cubicBezTo>
                        <a:pt x="375" y="205"/>
                        <a:pt x="375" y="206"/>
                        <a:pt x="376" y="206"/>
                      </a:cubicBezTo>
                      <a:cubicBezTo>
                        <a:pt x="376" y="206"/>
                        <a:pt x="377" y="206"/>
                        <a:pt x="377" y="206"/>
                      </a:cubicBezTo>
                      <a:cubicBezTo>
                        <a:pt x="378" y="206"/>
                        <a:pt x="379" y="206"/>
                        <a:pt x="379" y="206"/>
                      </a:cubicBezTo>
                      <a:cubicBezTo>
                        <a:pt x="379" y="206"/>
                        <a:pt x="379" y="206"/>
                        <a:pt x="380" y="206"/>
                      </a:cubicBezTo>
                      <a:cubicBezTo>
                        <a:pt x="380" y="206"/>
                        <a:pt x="380" y="206"/>
                        <a:pt x="380" y="206"/>
                      </a:cubicBezTo>
                      <a:cubicBezTo>
                        <a:pt x="380" y="207"/>
                        <a:pt x="381" y="207"/>
                        <a:pt x="381" y="207"/>
                      </a:cubicBezTo>
                      <a:cubicBezTo>
                        <a:pt x="381" y="207"/>
                        <a:pt x="381" y="207"/>
                        <a:pt x="381" y="208"/>
                      </a:cubicBezTo>
                      <a:cubicBezTo>
                        <a:pt x="381" y="208"/>
                        <a:pt x="380" y="208"/>
                        <a:pt x="380" y="208"/>
                      </a:cubicBezTo>
                      <a:cubicBezTo>
                        <a:pt x="379" y="207"/>
                        <a:pt x="378" y="205"/>
                        <a:pt x="376" y="207"/>
                      </a:cubicBezTo>
                      <a:cubicBezTo>
                        <a:pt x="376" y="207"/>
                        <a:pt x="376" y="207"/>
                        <a:pt x="376" y="207"/>
                      </a:cubicBezTo>
                      <a:cubicBezTo>
                        <a:pt x="375" y="207"/>
                        <a:pt x="375" y="207"/>
                        <a:pt x="375" y="208"/>
                      </a:cubicBezTo>
                      <a:cubicBezTo>
                        <a:pt x="375" y="209"/>
                        <a:pt x="374" y="210"/>
                        <a:pt x="375" y="210"/>
                      </a:cubicBezTo>
                      <a:cubicBezTo>
                        <a:pt x="376" y="210"/>
                        <a:pt x="376" y="211"/>
                        <a:pt x="376" y="211"/>
                      </a:cubicBezTo>
                      <a:cubicBezTo>
                        <a:pt x="377" y="211"/>
                        <a:pt x="378" y="210"/>
                        <a:pt x="379" y="210"/>
                      </a:cubicBezTo>
                      <a:cubicBezTo>
                        <a:pt x="379" y="210"/>
                        <a:pt x="379" y="210"/>
                        <a:pt x="379" y="210"/>
                      </a:cubicBezTo>
                      <a:cubicBezTo>
                        <a:pt x="378" y="210"/>
                        <a:pt x="378" y="211"/>
                        <a:pt x="377" y="211"/>
                      </a:cubicBezTo>
                      <a:cubicBezTo>
                        <a:pt x="377" y="212"/>
                        <a:pt x="376" y="212"/>
                        <a:pt x="375" y="211"/>
                      </a:cubicBezTo>
                      <a:cubicBezTo>
                        <a:pt x="375" y="211"/>
                        <a:pt x="374" y="211"/>
                        <a:pt x="373" y="212"/>
                      </a:cubicBezTo>
                      <a:cubicBezTo>
                        <a:pt x="373" y="212"/>
                        <a:pt x="372" y="213"/>
                        <a:pt x="371" y="214"/>
                      </a:cubicBezTo>
                      <a:cubicBezTo>
                        <a:pt x="371" y="214"/>
                        <a:pt x="370" y="215"/>
                        <a:pt x="371" y="215"/>
                      </a:cubicBezTo>
                      <a:cubicBezTo>
                        <a:pt x="372" y="215"/>
                        <a:pt x="371" y="216"/>
                        <a:pt x="371" y="216"/>
                      </a:cubicBezTo>
                      <a:cubicBezTo>
                        <a:pt x="371" y="217"/>
                        <a:pt x="372" y="217"/>
                        <a:pt x="372" y="217"/>
                      </a:cubicBezTo>
                      <a:cubicBezTo>
                        <a:pt x="373" y="216"/>
                        <a:pt x="374" y="215"/>
                        <a:pt x="375" y="216"/>
                      </a:cubicBezTo>
                      <a:cubicBezTo>
                        <a:pt x="376" y="216"/>
                        <a:pt x="376" y="215"/>
                        <a:pt x="376" y="215"/>
                      </a:cubicBezTo>
                      <a:cubicBezTo>
                        <a:pt x="376" y="215"/>
                        <a:pt x="377" y="215"/>
                        <a:pt x="377" y="215"/>
                      </a:cubicBezTo>
                      <a:cubicBezTo>
                        <a:pt x="377" y="215"/>
                        <a:pt x="377" y="215"/>
                        <a:pt x="378" y="215"/>
                      </a:cubicBezTo>
                      <a:cubicBezTo>
                        <a:pt x="378" y="215"/>
                        <a:pt x="379" y="215"/>
                        <a:pt x="379" y="216"/>
                      </a:cubicBezTo>
                      <a:cubicBezTo>
                        <a:pt x="379" y="217"/>
                        <a:pt x="379" y="216"/>
                        <a:pt x="379" y="216"/>
                      </a:cubicBezTo>
                      <a:cubicBezTo>
                        <a:pt x="378" y="216"/>
                        <a:pt x="377" y="216"/>
                        <a:pt x="377" y="217"/>
                      </a:cubicBezTo>
                      <a:cubicBezTo>
                        <a:pt x="376" y="217"/>
                        <a:pt x="375" y="216"/>
                        <a:pt x="374" y="217"/>
                      </a:cubicBezTo>
                      <a:cubicBezTo>
                        <a:pt x="373" y="217"/>
                        <a:pt x="372" y="217"/>
                        <a:pt x="373" y="219"/>
                      </a:cubicBezTo>
                      <a:cubicBezTo>
                        <a:pt x="373" y="219"/>
                        <a:pt x="373" y="219"/>
                        <a:pt x="374" y="219"/>
                      </a:cubicBezTo>
                      <a:cubicBezTo>
                        <a:pt x="374" y="218"/>
                        <a:pt x="375" y="218"/>
                        <a:pt x="375" y="218"/>
                      </a:cubicBezTo>
                      <a:cubicBezTo>
                        <a:pt x="376" y="219"/>
                        <a:pt x="375" y="219"/>
                        <a:pt x="374" y="220"/>
                      </a:cubicBezTo>
                      <a:cubicBezTo>
                        <a:pt x="373" y="221"/>
                        <a:pt x="373" y="223"/>
                        <a:pt x="374" y="224"/>
                      </a:cubicBezTo>
                      <a:cubicBezTo>
                        <a:pt x="374" y="224"/>
                        <a:pt x="375" y="225"/>
                        <a:pt x="375" y="225"/>
                      </a:cubicBezTo>
                      <a:cubicBezTo>
                        <a:pt x="375" y="225"/>
                        <a:pt x="375" y="225"/>
                        <a:pt x="376" y="225"/>
                      </a:cubicBezTo>
                      <a:cubicBezTo>
                        <a:pt x="377" y="224"/>
                        <a:pt x="378" y="223"/>
                        <a:pt x="378" y="221"/>
                      </a:cubicBezTo>
                      <a:cubicBezTo>
                        <a:pt x="378" y="221"/>
                        <a:pt x="378" y="221"/>
                        <a:pt x="379" y="221"/>
                      </a:cubicBezTo>
                      <a:cubicBezTo>
                        <a:pt x="379" y="221"/>
                        <a:pt x="379" y="222"/>
                        <a:pt x="378" y="223"/>
                      </a:cubicBezTo>
                      <a:cubicBezTo>
                        <a:pt x="378" y="224"/>
                        <a:pt x="377" y="225"/>
                        <a:pt x="376" y="226"/>
                      </a:cubicBezTo>
                      <a:cubicBezTo>
                        <a:pt x="376" y="226"/>
                        <a:pt x="376" y="227"/>
                        <a:pt x="376" y="227"/>
                      </a:cubicBezTo>
                      <a:cubicBezTo>
                        <a:pt x="377" y="228"/>
                        <a:pt x="377" y="228"/>
                        <a:pt x="378" y="228"/>
                      </a:cubicBezTo>
                      <a:cubicBezTo>
                        <a:pt x="379" y="228"/>
                        <a:pt x="380" y="228"/>
                        <a:pt x="381" y="228"/>
                      </a:cubicBezTo>
                      <a:cubicBezTo>
                        <a:pt x="381" y="228"/>
                        <a:pt x="381" y="228"/>
                        <a:pt x="381" y="228"/>
                      </a:cubicBezTo>
                      <a:cubicBezTo>
                        <a:pt x="382" y="229"/>
                        <a:pt x="382" y="229"/>
                        <a:pt x="383" y="228"/>
                      </a:cubicBezTo>
                      <a:cubicBezTo>
                        <a:pt x="385" y="227"/>
                        <a:pt x="387" y="224"/>
                        <a:pt x="387" y="221"/>
                      </a:cubicBezTo>
                      <a:cubicBezTo>
                        <a:pt x="388" y="219"/>
                        <a:pt x="388" y="217"/>
                        <a:pt x="389" y="216"/>
                      </a:cubicBezTo>
                      <a:cubicBezTo>
                        <a:pt x="390" y="215"/>
                        <a:pt x="390" y="215"/>
                        <a:pt x="390" y="214"/>
                      </a:cubicBezTo>
                      <a:cubicBezTo>
                        <a:pt x="389" y="212"/>
                        <a:pt x="390" y="211"/>
                        <a:pt x="392" y="210"/>
                      </a:cubicBezTo>
                      <a:cubicBezTo>
                        <a:pt x="393" y="211"/>
                        <a:pt x="393" y="211"/>
                        <a:pt x="392" y="212"/>
                      </a:cubicBezTo>
                      <a:cubicBezTo>
                        <a:pt x="391" y="212"/>
                        <a:pt x="391" y="212"/>
                        <a:pt x="391" y="213"/>
                      </a:cubicBezTo>
                      <a:cubicBezTo>
                        <a:pt x="391" y="213"/>
                        <a:pt x="391" y="214"/>
                        <a:pt x="391" y="214"/>
                      </a:cubicBezTo>
                      <a:cubicBezTo>
                        <a:pt x="391" y="215"/>
                        <a:pt x="391" y="215"/>
                        <a:pt x="391" y="215"/>
                      </a:cubicBezTo>
                      <a:cubicBezTo>
                        <a:pt x="390" y="218"/>
                        <a:pt x="389" y="221"/>
                        <a:pt x="388" y="225"/>
                      </a:cubicBezTo>
                      <a:cubicBezTo>
                        <a:pt x="387" y="226"/>
                        <a:pt x="386" y="227"/>
                        <a:pt x="385" y="228"/>
                      </a:cubicBezTo>
                      <a:cubicBezTo>
                        <a:pt x="385" y="229"/>
                        <a:pt x="385" y="229"/>
                        <a:pt x="384" y="229"/>
                      </a:cubicBezTo>
                      <a:cubicBezTo>
                        <a:pt x="382" y="230"/>
                        <a:pt x="382" y="230"/>
                        <a:pt x="383" y="232"/>
                      </a:cubicBezTo>
                      <a:cubicBezTo>
                        <a:pt x="384" y="232"/>
                        <a:pt x="384" y="232"/>
                        <a:pt x="385" y="232"/>
                      </a:cubicBezTo>
                      <a:cubicBezTo>
                        <a:pt x="385" y="232"/>
                        <a:pt x="385" y="232"/>
                        <a:pt x="385" y="233"/>
                      </a:cubicBezTo>
                      <a:cubicBezTo>
                        <a:pt x="385" y="233"/>
                        <a:pt x="385" y="233"/>
                        <a:pt x="384" y="233"/>
                      </a:cubicBezTo>
                      <a:cubicBezTo>
                        <a:pt x="383" y="233"/>
                        <a:pt x="381" y="231"/>
                        <a:pt x="379" y="232"/>
                      </a:cubicBezTo>
                      <a:cubicBezTo>
                        <a:pt x="379" y="232"/>
                        <a:pt x="378" y="231"/>
                        <a:pt x="378" y="232"/>
                      </a:cubicBezTo>
                      <a:cubicBezTo>
                        <a:pt x="377" y="232"/>
                        <a:pt x="378" y="233"/>
                        <a:pt x="378" y="234"/>
                      </a:cubicBezTo>
                      <a:cubicBezTo>
                        <a:pt x="378" y="234"/>
                        <a:pt x="378" y="234"/>
                        <a:pt x="378" y="235"/>
                      </a:cubicBezTo>
                      <a:cubicBezTo>
                        <a:pt x="378" y="234"/>
                        <a:pt x="377" y="234"/>
                        <a:pt x="376" y="234"/>
                      </a:cubicBezTo>
                      <a:cubicBezTo>
                        <a:pt x="376" y="233"/>
                        <a:pt x="376" y="233"/>
                        <a:pt x="375" y="232"/>
                      </a:cubicBezTo>
                      <a:cubicBezTo>
                        <a:pt x="375" y="232"/>
                        <a:pt x="374" y="232"/>
                        <a:pt x="374" y="232"/>
                      </a:cubicBezTo>
                      <a:cubicBezTo>
                        <a:pt x="372" y="232"/>
                        <a:pt x="372" y="232"/>
                        <a:pt x="371" y="230"/>
                      </a:cubicBezTo>
                      <a:cubicBezTo>
                        <a:pt x="371" y="230"/>
                        <a:pt x="371" y="230"/>
                        <a:pt x="370" y="230"/>
                      </a:cubicBezTo>
                      <a:cubicBezTo>
                        <a:pt x="370" y="230"/>
                        <a:pt x="370" y="231"/>
                        <a:pt x="370" y="231"/>
                      </a:cubicBezTo>
                      <a:cubicBezTo>
                        <a:pt x="370" y="228"/>
                        <a:pt x="369" y="226"/>
                        <a:pt x="369" y="224"/>
                      </a:cubicBezTo>
                      <a:cubicBezTo>
                        <a:pt x="368" y="222"/>
                        <a:pt x="367" y="221"/>
                        <a:pt x="366" y="219"/>
                      </a:cubicBezTo>
                      <a:cubicBezTo>
                        <a:pt x="365" y="217"/>
                        <a:pt x="362" y="217"/>
                        <a:pt x="360" y="216"/>
                      </a:cubicBezTo>
                      <a:cubicBezTo>
                        <a:pt x="359" y="216"/>
                        <a:pt x="359" y="216"/>
                        <a:pt x="359" y="216"/>
                      </a:cubicBezTo>
                      <a:cubicBezTo>
                        <a:pt x="358" y="217"/>
                        <a:pt x="357" y="217"/>
                        <a:pt x="356" y="218"/>
                      </a:cubicBezTo>
                      <a:cubicBezTo>
                        <a:pt x="356" y="218"/>
                        <a:pt x="355" y="219"/>
                        <a:pt x="354" y="218"/>
                      </a:cubicBezTo>
                      <a:cubicBezTo>
                        <a:pt x="354" y="219"/>
                        <a:pt x="355" y="219"/>
                        <a:pt x="354" y="220"/>
                      </a:cubicBezTo>
                      <a:cubicBezTo>
                        <a:pt x="354" y="220"/>
                        <a:pt x="354" y="220"/>
                        <a:pt x="354" y="220"/>
                      </a:cubicBezTo>
                      <a:cubicBezTo>
                        <a:pt x="355" y="221"/>
                        <a:pt x="354" y="222"/>
                        <a:pt x="354" y="223"/>
                      </a:cubicBezTo>
                      <a:cubicBezTo>
                        <a:pt x="354" y="224"/>
                        <a:pt x="354" y="224"/>
                        <a:pt x="354" y="225"/>
                      </a:cubicBezTo>
                      <a:cubicBezTo>
                        <a:pt x="356" y="226"/>
                        <a:pt x="356" y="227"/>
                        <a:pt x="357" y="228"/>
                      </a:cubicBezTo>
                      <a:cubicBezTo>
                        <a:pt x="357" y="229"/>
                        <a:pt x="357" y="229"/>
                        <a:pt x="357" y="229"/>
                      </a:cubicBezTo>
                      <a:cubicBezTo>
                        <a:pt x="356" y="231"/>
                        <a:pt x="357" y="233"/>
                        <a:pt x="359" y="234"/>
                      </a:cubicBezTo>
                      <a:cubicBezTo>
                        <a:pt x="359" y="234"/>
                        <a:pt x="359" y="234"/>
                        <a:pt x="359" y="233"/>
                      </a:cubicBezTo>
                      <a:cubicBezTo>
                        <a:pt x="360" y="232"/>
                        <a:pt x="361" y="232"/>
                        <a:pt x="362" y="232"/>
                      </a:cubicBezTo>
                      <a:cubicBezTo>
                        <a:pt x="362" y="232"/>
                        <a:pt x="362" y="232"/>
                        <a:pt x="362" y="233"/>
                      </a:cubicBezTo>
                      <a:cubicBezTo>
                        <a:pt x="362" y="233"/>
                        <a:pt x="362" y="233"/>
                        <a:pt x="362" y="233"/>
                      </a:cubicBezTo>
                      <a:cubicBezTo>
                        <a:pt x="361" y="233"/>
                        <a:pt x="360" y="234"/>
                        <a:pt x="360" y="235"/>
                      </a:cubicBezTo>
                      <a:cubicBezTo>
                        <a:pt x="361" y="236"/>
                        <a:pt x="361" y="235"/>
                        <a:pt x="362" y="236"/>
                      </a:cubicBezTo>
                      <a:cubicBezTo>
                        <a:pt x="361" y="236"/>
                        <a:pt x="360" y="237"/>
                        <a:pt x="360" y="238"/>
                      </a:cubicBezTo>
                      <a:cubicBezTo>
                        <a:pt x="361" y="238"/>
                        <a:pt x="361" y="238"/>
                        <a:pt x="361" y="238"/>
                      </a:cubicBezTo>
                      <a:cubicBezTo>
                        <a:pt x="362" y="238"/>
                        <a:pt x="363" y="238"/>
                        <a:pt x="363" y="238"/>
                      </a:cubicBezTo>
                      <a:cubicBezTo>
                        <a:pt x="363" y="239"/>
                        <a:pt x="363" y="238"/>
                        <a:pt x="362" y="239"/>
                      </a:cubicBezTo>
                      <a:cubicBezTo>
                        <a:pt x="362" y="239"/>
                        <a:pt x="363" y="239"/>
                        <a:pt x="363" y="239"/>
                      </a:cubicBezTo>
                      <a:cubicBezTo>
                        <a:pt x="363" y="239"/>
                        <a:pt x="363" y="240"/>
                        <a:pt x="363" y="240"/>
                      </a:cubicBezTo>
                      <a:cubicBezTo>
                        <a:pt x="362" y="240"/>
                        <a:pt x="361" y="239"/>
                        <a:pt x="360" y="239"/>
                      </a:cubicBezTo>
                      <a:cubicBezTo>
                        <a:pt x="359" y="239"/>
                        <a:pt x="359" y="239"/>
                        <a:pt x="359" y="239"/>
                      </a:cubicBezTo>
                      <a:cubicBezTo>
                        <a:pt x="358" y="240"/>
                        <a:pt x="359" y="240"/>
                        <a:pt x="359" y="240"/>
                      </a:cubicBezTo>
                      <a:cubicBezTo>
                        <a:pt x="358" y="241"/>
                        <a:pt x="357" y="239"/>
                        <a:pt x="355" y="240"/>
                      </a:cubicBezTo>
                      <a:cubicBezTo>
                        <a:pt x="354" y="240"/>
                        <a:pt x="353" y="240"/>
                        <a:pt x="352" y="241"/>
                      </a:cubicBezTo>
                      <a:cubicBezTo>
                        <a:pt x="352" y="241"/>
                        <a:pt x="352" y="241"/>
                        <a:pt x="352" y="242"/>
                      </a:cubicBezTo>
                      <a:cubicBezTo>
                        <a:pt x="352" y="242"/>
                        <a:pt x="351" y="242"/>
                        <a:pt x="351" y="242"/>
                      </a:cubicBezTo>
                      <a:cubicBezTo>
                        <a:pt x="350" y="243"/>
                        <a:pt x="350" y="244"/>
                        <a:pt x="348" y="244"/>
                      </a:cubicBezTo>
                      <a:cubicBezTo>
                        <a:pt x="348" y="244"/>
                        <a:pt x="348" y="244"/>
                        <a:pt x="348" y="244"/>
                      </a:cubicBezTo>
                      <a:cubicBezTo>
                        <a:pt x="348" y="245"/>
                        <a:pt x="347" y="246"/>
                        <a:pt x="346" y="246"/>
                      </a:cubicBezTo>
                      <a:cubicBezTo>
                        <a:pt x="345" y="248"/>
                        <a:pt x="344" y="249"/>
                        <a:pt x="345" y="251"/>
                      </a:cubicBezTo>
                      <a:cubicBezTo>
                        <a:pt x="345" y="252"/>
                        <a:pt x="345" y="252"/>
                        <a:pt x="345" y="252"/>
                      </a:cubicBezTo>
                      <a:cubicBezTo>
                        <a:pt x="345" y="253"/>
                        <a:pt x="345" y="254"/>
                        <a:pt x="344" y="255"/>
                      </a:cubicBezTo>
                      <a:cubicBezTo>
                        <a:pt x="344" y="256"/>
                        <a:pt x="344" y="256"/>
                        <a:pt x="344" y="257"/>
                      </a:cubicBezTo>
                      <a:cubicBezTo>
                        <a:pt x="344" y="257"/>
                        <a:pt x="345" y="257"/>
                        <a:pt x="345" y="257"/>
                      </a:cubicBezTo>
                      <a:cubicBezTo>
                        <a:pt x="345" y="256"/>
                        <a:pt x="345" y="257"/>
                        <a:pt x="345" y="257"/>
                      </a:cubicBezTo>
                      <a:cubicBezTo>
                        <a:pt x="346" y="259"/>
                        <a:pt x="346" y="260"/>
                        <a:pt x="348" y="260"/>
                      </a:cubicBezTo>
                      <a:cubicBezTo>
                        <a:pt x="349" y="261"/>
                        <a:pt x="350" y="260"/>
                        <a:pt x="350" y="259"/>
                      </a:cubicBezTo>
                      <a:cubicBezTo>
                        <a:pt x="350" y="258"/>
                        <a:pt x="350" y="257"/>
                        <a:pt x="350" y="256"/>
                      </a:cubicBezTo>
                      <a:cubicBezTo>
                        <a:pt x="350" y="256"/>
                        <a:pt x="350" y="256"/>
                        <a:pt x="351" y="256"/>
                      </a:cubicBezTo>
                      <a:cubicBezTo>
                        <a:pt x="351" y="256"/>
                        <a:pt x="351" y="256"/>
                        <a:pt x="351" y="256"/>
                      </a:cubicBezTo>
                      <a:cubicBezTo>
                        <a:pt x="351" y="257"/>
                        <a:pt x="351" y="258"/>
                        <a:pt x="351" y="259"/>
                      </a:cubicBezTo>
                      <a:cubicBezTo>
                        <a:pt x="351" y="259"/>
                        <a:pt x="350" y="260"/>
                        <a:pt x="350" y="260"/>
                      </a:cubicBezTo>
                      <a:cubicBezTo>
                        <a:pt x="350" y="261"/>
                        <a:pt x="350" y="261"/>
                        <a:pt x="351" y="261"/>
                      </a:cubicBezTo>
                      <a:cubicBezTo>
                        <a:pt x="351" y="261"/>
                        <a:pt x="351" y="261"/>
                        <a:pt x="351" y="261"/>
                      </a:cubicBezTo>
                      <a:cubicBezTo>
                        <a:pt x="351" y="261"/>
                        <a:pt x="351" y="261"/>
                        <a:pt x="351" y="260"/>
                      </a:cubicBezTo>
                      <a:cubicBezTo>
                        <a:pt x="351" y="260"/>
                        <a:pt x="351" y="259"/>
                        <a:pt x="351" y="259"/>
                      </a:cubicBezTo>
                      <a:cubicBezTo>
                        <a:pt x="352" y="258"/>
                        <a:pt x="352" y="258"/>
                        <a:pt x="352" y="257"/>
                      </a:cubicBezTo>
                      <a:cubicBezTo>
                        <a:pt x="351" y="256"/>
                        <a:pt x="351" y="255"/>
                        <a:pt x="351" y="254"/>
                      </a:cubicBezTo>
                      <a:cubicBezTo>
                        <a:pt x="350" y="252"/>
                        <a:pt x="351" y="251"/>
                        <a:pt x="352" y="249"/>
                      </a:cubicBezTo>
                      <a:cubicBezTo>
                        <a:pt x="352" y="250"/>
                        <a:pt x="352" y="250"/>
                        <a:pt x="352" y="251"/>
                      </a:cubicBezTo>
                      <a:cubicBezTo>
                        <a:pt x="351" y="252"/>
                        <a:pt x="352" y="254"/>
                        <a:pt x="352" y="255"/>
                      </a:cubicBezTo>
                      <a:cubicBezTo>
                        <a:pt x="353" y="257"/>
                        <a:pt x="353" y="258"/>
                        <a:pt x="352" y="260"/>
                      </a:cubicBezTo>
                      <a:cubicBezTo>
                        <a:pt x="352" y="261"/>
                        <a:pt x="352" y="262"/>
                        <a:pt x="353" y="262"/>
                      </a:cubicBezTo>
                      <a:cubicBezTo>
                        <a:pt x="354" y="262"/>
                        <a:pt x="355" y="263"/>
                        <a:pt x="356" y="261"/>
                      </a:cubicBezTo>
                      <a:cubicBezTo>
                        <a:pt x="356" y="262"/>
                        <a:pt x="356" y="263"/>
                        <a:pt x="357" y="263"/>
                      </a:cubicBezTo>
                      <a:cubicBezTo>
                        <a:pt x="357" y="263"/>
                        <a:pt x="357" y="263"/>
                        <a:pt x="358" y="263"/>
                      </a:cubicBezTo>
                      <a:cubicBezTo>
                        <a:pt x="359" y="262"/>
                        <a:pt x="359" y="261"/>
                        <a:pt x="358" y="260"/>
                      </a:cubicBezTo>
                      <a:cubicBezTo>
                        <a:pt x="358" y="260"/>
                        <a:pt x="358" y="260"/>
                        <a:pt x="358" y="259"/>
                      </a:cubicBezTo>
                      <a:cubicBezTo>
                        <a:pt x="358" y="259"/>
                        <a:pt x="358" y="258"/>
                        <a:pt x="358" y="258"/>
                      </a:cubicBezTo>
                      <a:cubicBezTo>
                        <a:pt x="357" y="257"/>
                        <a:pt x="358" y="256"/>
                        <a:pt x="358" y="255"/>
                      </a:cubicBezTo>
                      <a:cubicBezTo>
                        <a:pt x="358" y="256"/>
                        <a:pt x="358" y="256"/>
                        <a:pt x="358" y="256"/>
                      </a:cubicBezTo>
                      <a:cubicBezTo>
                        <a:pt x="358" y="257"/>
                        <a:pt x="359" y="258"/>
                        <a:pt x="359" y="259"/>
                      </a:cubicBezTo>
                      <a:cubicBezTo>
                        <a:pt x="359" y="260"/>
                        <a:pt x="359" y="260"/>
                        <a:pt x="360" y="260"/>
                      </a:cubicBezTo>
                      <a:cubicBezTo>
                        <a:pt x="360" y="260"/>
                        <a:pt x="361" y="260"/>
                        <a:pt x="361" y="261"/>
                      </a:cubicBezTo>
                      <a:cubicBezTo>
                        <a:pt x="360" y="262"/>
                        <a:pt x="361" y="262"/>
                        <a:pt x="361" y="262"/>
                      </a:cubicBezTo>
                      <a:cubicBezTo>
                        <a:pt x="362" y="262"/>
                        <a:pt x="362" y="262"/>
                        <a:pt x="363" y="263"/>
                      </a:cubicBezTo>
                      <a:cubicBezTo>
                        <a:pt x="363" y="263"/>
                        <a:pt x="364" y="263"/>
                        <a:pt x="364" y="263"/>
                      </a:cubicBezTo>
                      <a:cubicBezTo>
                        <a:pt x="364" y="261"/>
                        <a:pt x="365" y="260"/>
                        <a:pt x="364" y="259"/>
                      </a:cubicBezTo>
                      <a:cubicBezTo>
                        <a:pt x="365" y="259"/>
                        <a:pt x="366" y="258"/>
                        <a:pt x="366" y="257"/>
                      </a:cubicBezTo>
                      <a:cubicBezTo>
                        <a:pt x="366" y="257"/>
                        <a:pt x="367" y="257"/>
                        <a:pt x="367" y="258"/>
                      </a:cubicBezTo>
                      <a:cubicBezTo>
                        <a:pt x="367" y="258"/>
                        <a:pt x="367" y="258"/>
                        <a:pt x="367" y="258"/>
                      </a:cubicBezTo>
                      <a:cubicBezTo>
                        <a:pt x="367" y="258"/>
                        <a:pt x="366" y="259"/>
                        <a:pt x="366" y="259"/>
                      </a:cubicBezTo>
                      <a:cubicBezTo>
                        <a:pt x="365" y="260"/>
                        <a:pt x="365" y="260"/>
                        <a:pt x="366" y="261"/>
                      </a:cubicBezTo>
                      <a:cubicBezTo>
                        <a:pt x="366" y="262"/>
                        <a:pt x="367" y="262"/>
                        <a:pt x="368" y="262"/>
                      </a:cubicBezTo>
                      <a:cubicBezTo>
                        <a:pt x="368" y="262"/>
                        <a:pt x="368" y="262"/>
                        <a:pt x="368" y="262"/>
                      </a:cubicBezTo>
                      <a:cubicBezTo>
                        <a:pt x="369" y="263"/>
                        <a:pt x="371" y="263"/>
                        <a:pt x="372" y="264"/>
                      </a:cubicBezTo>
                      <a:cubicBezTo>
                        <a:pt x="373" y="264"/>
                        <a:pt x="374" y="265"/>
                        <a:pt x="375" y="265"/>
                      </a:cubicBezTo>
                      <a:cubicBezTo>
                        <a:pt x="376" y="264"/>
                        <a:pt x="377" y="264"/>
                        <a:pt x="378" y="264"/>
                      </a:cubicBezTo>
                      <a:cubicBezTo>
                        <a:pt x="378" y="265"/>
                        <a:pt x="379" y="264"/>
                        <a:pt x="379" y="264"/>
                      </a:cubicBezTo>
                      <a:cubicBezTo>
                        <a:pt x="379" y="263"/>
                        <a:pt x="379" y="263"/>
                        <a:pt x="378" y="263"/>
                      </a:cubicBezTo>
                      <a:cubicBezTo>
                        <a:pt x="377" y="262"/>
                        <a:pt x="376" y="262"/>
                        <a:pt x="375" y="261"/>
                      </a:cubicBezTo>
                      <a:cubicBezTo>
                        <a:pt x="375" y="260"/>
                        <a:pt x="375" y="260"/>
                        <a:pt x="375" y="260"/>
                      </a:cubicBezTo>
                      <a:cubicBezTo>
                        <a:pt x="375" y="259"/>
                        <a:pt x="374" y="258"/>
                        <a:pt x="375" y="256"/>
                      </a:cubicBezTo>
                      <a:cubicBezTo>
                        <a:pt x="375" y="256"/>
                        <a:pt x="375" y="256"/>
                        <a:pt x="375" y="256"/>
                      </a:cubicBezTo>
                      <a:cubicBezTo>
                        <a:pt x="375" y="257"/>
                        <a:pt x="376" y="257"/>
                        <a:pt x="376" y="258"/>
                      </a:cubicBezTo>
                      <a:cubicBezTo>
                        <a:pt x="376" y="259"/>
                        <a:pt x="377" y="260"/>
                        <a:pt x="377" y="260"/>
                      </a:cubicBezTo>
                      <a:cubicBezTo>
                        <a:pt x="378" y="261"/>
                        <a:pt x="379" y="260"/>
                        <a:pt x="379" y="260"/>
                      </a:cubicBezTo>
                      <a:cubicBezTo>
                        <a:pt x="381" y="259"/>
                        <a:pt x="380" y="258"/>
                        <a:pt x="380" y="257"/>
                      </a:cubicBezTo>
                      <a:cubicBezTo>
                        <a:pt x="380" y="257"/>
                        <a:pt x="381" y="256"/>
                        <a:pt x="380" y="255"/>
                      </a:cubicBezTo>
                      <a:cubicBezTo>
                        <a:pt x="380" y="255"/>
                        <a:pt x="380" y="255"/>
                        <a:pt x="380" y="255"/>
                      </a:cubicBezTo>
                      <a:cubicBezTo>
                        <a:pt x="379" y="254"/>
                        <a:pt x="379" y="254"/>
                        <a:pt x="379" y="254"/>
                      </a:cubicBezTo>
                      <a:cubicBezTo>
                        <a:pt x="380" y="254"/>
                        <a:pt x="380" y="254"/>
                        <a:pt x="380" y="254"/>
                      </a:cubicBezTo>
                      <a:cubicBezTo>
                        <a:pt x="381" y="254"/>
                        <a:pt x="381" y="255"/>
                        <a:pt x="381" y="256"/>
                      </a:cubicBezTo>
                      <a:cubicBezTo>
                        <a:pt x="381" y="256"/>
                        <a:pt x="381" y="257"/>
                        <a:pt x="382" y="258"/>
                      </a:cubicBezTo>
                      <a:cubicBezTo>
                        <a:pt x="382" y="258"/>
                        <a:pt x="383" y="259"/>
                        <a:pt x="383" y="260"/>
                      </a:cubicBezTo>
                      <a:cubicBezTo>
                        <a:pt x="384" y="261"/>
                        <a:pt x="386" y="261"/>
                        <a:pt x="386" y="261"/>
                      </a:cubicBezTo>
                      <a:cubicBezTo>
                        <a:pt x="387" y="260"/>
                        <a:pt x="386" y="260"/>
                        <a:pt x="387" y="260"/>
                      </a:cubicBezTo>
                      <a:cubicBezTo>
                        <a:pt x="387" y="259"/>
                        <a:pt x="387" y="259"/>
                        <a:pt x="387" y="259"/>
                      </a:cubicBezTo>
                      <a:cubicBezTo>
                        <a:pt x="387" y="258"/>
                        <a:pt x="387" y="257"/>
                        <a:pt x="387" y="257"/>
                      </a:cubicBezTo>
                      <a:cubicBezTo>
                        <a:pt x="386" y="256"/>
                        <a:pt x="386" y="255"/>
                        <a:pt x="385" y="254"/>
                      </a:cubicBezTo>
                      <a:cubicBezTo>
                        <a:pt x="385" y="252"/>
                        <a:pt x="385" y="252"/>
                        <a:pt x="386" y="251"/>
                      </a:cubicBezTo>
                      <a:cubicBezTo>
                        <a:pt x="385" y="252"/>
                        <a:pt x="386" y="253"/>
                        <a:pt x="387" y="254"/>
                      </a:cubicBezTo>
                      <a:cubicBezTo>
                        <a:pt x="387" y="255"/>
                        <a:pt x="387" y="255"/>
                        <a:pt x="387" y="255"/>
                      </a:cubicBezTo>
                      <a:cubicBezTo>
                        <a:pt x="387" y="256"/>
                        <a:pt x="387" y="256"/>
                        <a:pt x="388" y="256"/>
                      </a:cubicBezTo>
                      <a:cubicBezTo>
                        <a:pt x="388" y="257"/>
                        <a:pt x="388" y="258"/>
                        <a:pt x="388" y="258"/>
                      </a:cubicBezTo>
                      <a:cubicBezTo>
                        <a:pt x="388" y="259"/>
                        <a:pt x="388" y="259"/>
                        <a:pt x="388" y="259"/>
                      </a:cubicBezTo>
                      <a:cubicBezTo>
                        <a:pt x="387" y="259"/>
                        <a:pt x="388" y="260"/>
                        <a:pt x="388" y="260"/>
                      </a:cubicBezTo>
                      <a:cubicBezTo>
                        <a:pt x="389" y="260"/>
                        <a:pt x="389" y="261"/>
                        <a:pt x="390" y="262"/>
                      </a:cubicBezTo>
                      <a:cubicBezTo>
                        <a:pt x="390" y="262"/>
                        <a:pt x="390" y="262"/>
                        <a:pt x="390" y="262"/>
                      </a:cubicBezTo>
                      <a:cubicBezTo>
                        <a:pt x="391" y="261"/>
                        <a:pt x="392" y="262"/>
                        <a:pt x="393" y="261"/>
                      </a:cubicBezTo>
                      <a:cubicBezTo>
                        <a:pt x="394" y="261"/>
                        <a:pt x="395" y="260"/>
                        <a:pt x="394" y="259"/>
                      </a:cubicBezTo>
                      <a:cubicBezTo>
                        <a:pt x="394" y="258"/>
                        <a:pt x="394" y="258"/>
                        <a:pt x="394" y="257"/>
                      </a:cubicBezTo>
                      <a:cubicBezTo>
                        <a:pt x="395" y="256"/>
                        <a:pt x="394" y="256"/>
                        <a:pt x="394" y="256"/>
                      </a:cubicBezTo>
                      <a:cubicBezTo>
                        <a:pt x="393" y="255"/>
                        <a:pt x="392" y="255"/>
                        <a:pt x="392" y="254"/>
                      </a:cubicBezTo>
                      <a:cubicBezTo>
                        <a:pt x="391" y="253"/>
                        <a:pt x="391" y="252"/>
                        <a:pt x="390" y="251"/>
                      </a:cubicBezTo>
                      <a:cubicBezTo>
                        <a:pt x="390" y="250"/>
                        <a:pt x="390" y="250"/>
                        <a:pt x="390" y="249"/>
                      </a:cubicBezTo>
                      <a:cubicBezTo>
                        <a:pt x="391" y="250"/>
                        <a:pt x="391" y="250"/>
                        <a:pt x="392" y="251"/>
                      </a:cubicBezTo>
                      <a:cubicBezTo>
                        <a:pt x="392" y="252"/>
                        <a:pt x="392" y="253"/>
                        <a:pt x="392" y="253"/>
                      </a:cubicBezTo>
                      <a:cubicBezTo>
                        <a:pt x="393" y="253"/>
                        <a:pt x="393" y="253"/>
                        <a:pt x="393" y="254"/>
                      </a:cubicBezTo>
                      <a:cubicBezTo>
                        <a:pt x="393" y="254"/>
                        <a:pt x="393" y="254"/>
                        <a:pt x="393" y="255"/>
                      </a:cubicBezTo>
                      <a:cubicBezTo>
                        <a:pt x="394" y="255"/>
                        <a:pt x="394" y="255"/>
                        <a:pt x="394" y="255"/>
                      </a:cubicBezTo>
                      <a:cubicBezTo>
                        <a:pt x="394" y="255"/>
                        <a:pt x="395" y="256"/>
                        <a:pt x="395" y="256"/>
                      </a:cubicBezTo>
                      <a:cubicBezTo>
                        <a:pt x="395" y="256"/>
                        <a:pt x="395" y="256"/>
                        <a:pt x="395" y="257"/>
                      </a:cubicBezTo>
                      <a:cubicBezTo>
                        <a:pt x="394" y="258"/>
                        <a:pt x="394" y="258"/>
                        <a:pt x="396" y="259"/>
                      </a:cubicBezTo>
                      <a:cubicBezTo>
                        <a:pt x="397" y="260"/>
                        <a:pt x="398" y="259"/>
                        <a:pt x="399" y="258"/>
                      </a:cubicBezTo>
                      <a:cubicBezTo>
                        <a:pt x="399" y="258"/>
                        <a:pt x="400" y="258"/>
                        <a:pt x="400" y="257"/>
                      </a:cubicBezTo>
                      <a:cubicBezTo>
                        <a:pt x="400" y="257"/>
                        <a:pt x="400" y="257"/>
                        <a:pt x="400" y="257"/>
                      </a:cubicBezTo>
                      <a:cubicBezTo>
                        <a:pt x="401" y="257"/>
                        <a:pt x="400" y="258"/>
                        <a:pt x="400" y="258"/>
                      </a:cubicBezTo>
                      <a:cubicBezTo>
                        <a:pt x="400" y="258"/>
                        <a:pt x="400" y="258"/>
                        <a:pt x="401" y="258"/>
                      </a:cubicBezTo>
                      <a:cubicBezTo>
                        <a:pt x="402" y="259"/>
                        <a:pt x="402" y="260"/>
                        <a:pt x="403" y="261"/>
                      </a:cubicBezTo>
                      <a:cubicBezTo>
                        <a:pt x="403" y="261"/>
                        <a:pt x="403" y="261"/>
                        <a:pt x="403" y="261"/>
                      </a:cubicBezTo>
                      <a:cubicBezTo>
                        <a:pt x="403" y="261"/>
                        <a:pt x="403" y="262"/>
                        <a:pt x="403" y="262"/>
                      </a:cubicBezTo>
                      <a:cubicBezTo>
                        <a:pt x="402" y="263"/>
                        <a:pt x="403" y="264"/>
                        <a:pt x="402" y="265"/>
                      </a:cubicBezTo>
                      <a:cubicBezTo>
                        <a:pt x="401" y="266"/>
                        <a:pt x="401" y="267"/>
                        <a:pt x="402" y="267"/>
                      </a:cubicBezTo>
                      <a:cubicBezTo>
                        <a:pt x="402" y="267"/>
                        <a:pt x="402" y="267"/>
                        <a:pt x="402" y="268"/>
                      </a:cubicBezTo>
                      <a:cubicBezTo>
                        <a:pt x="401" y="268"/>
                        <a:pt x="401" y="268"/>
                        <a:pt x="401" y="268"/>
                      </a:cubicBezTo>
                      <a:cubicBezTo>
                        <a:pt x="402" y="269"/>
                        <a:pt x="402" y="268"/>
                        <a:pt x="402" y="268"/>
                      </a:cubicBezTo>
                      <a:cubicBezTo>
                        <a:pt x="402" y="268"/>
                        <a:pt x="402" y="268"/>
                        <a:pt x="402" y="268"/>
                      </a:cubicBezTo>
                      <a:cubicBezTo>
                        <a:pt x="403" y="268"/>
                        <a:pt x="404" y="268"/>
                        <a:pt x="404" y="267"/>
                      </a:cubicBezTo>
                      <a:cubicBezTo>
                        <a:pt x="405" y="267"/>
                        <a:pt x="406" y="266"/>
                        <a:pt x="407" y="266"/>
                      </a:cubicBezTo>
                      <a:cubicBezTo>
                        <a:pt x="409" y="267"/>
                        <a:pt x="409" y="265"/>
                        <a:pt x="410" y="264"/>
                      </a:cubicBezTo>
                      <a:cubicBezTo>
                        <a:pt x="411" y="264"/>
                        <a:pt x="411" y="264"/>
                        <a:pt x="411" y="264"/>
                      </a:cubicBezTo>
                      <a:cubicBezTo>
                        <a:pt x="414" y="264"/>
                        <a:pt x="414" y="264"/>
                        <a:pt x="413" y="262"/>
                      </a:cubicBezTo>
                      <a:cubicBezTo>
                        <a:pt x="414" y="262"/>
                        <a:pt x="414" y="261"/>
                        <a:pt x="414" y="261"/>
                      </a:cubicBezTo>
                      <a:cubicBezTo>
                        <a:pt x="415" y="261"/>
                        <a:pt x="415" y="260"/>
                        <a:pt x="416" y="260"/>
                      </a:cubicBezTo>
                      <a:cubicBezTo>
                        <a:pt x="416" y="259"/>
                        <a:pt x="416" y="259"/>
                        <a:pt x="416" y="259"/>
                      </a:cubicBezTo>
                      <a:cubicBezTo>
                        <a:pt x="416" y="259"/>
                        <a:pt x="416" y="258"/>
                        <a:pt x="416" y="258"/>
                      </a:cubicBezTo>
                      <a:cubicBezTo>
                        <a:pt x="416" y="257"/>
                        <a:pt x="416" y="257"/>
                        <a:pt x="417" y="256"/>
                      </a:cubicBezTo>
                      <a:cubicBezTo>
                        <a:pt x="417" y="256"/>
                        <a:pt x="418" y="256"/>
                        <a:pt x="418" y="257"/>
                      </a:cubicBezTo>
                      <a:cubicBezTo>
                        <a:pt x="418" y="258"/>
                        <a:pt x="418" y="258"/>
                        <a:pt x="418" y="259"/>
                      </a:cubicBezTo>
                      <a:cubicBezTo>
                        <a:pt x="418" y="259"/>
                        <a:pt x="418" y="260"/>
                        <a:pt x="419" y="260"/>
                      </a:cubicBezTo>
                      <a:cubicBezTo>
                        <a:pt x="419" y="260"/>
                        <a:pt x="419" y="259"/>
                        <a:pt x="419" y="258"/>
                      </a:cubicBezTo>
                      <a:cubicBezTo>
                        <a:pt x="419" y="258"/>
                        <a:pt x="419" y="258"/>
                        <a:pt x="420" y="258"/>
                      </a:cubicBezTo>
                      <a:cubicBezTo>
                        <a:pt x="420" y="258"/>
                        <a:pt x="421" y="257"/>
                        <a:pt x="421" y="256"/>
                      </a:cubicBezTo>
                      <a:cubicBezTo>
                        <a:pt x="421" y="255"/>
                        <a:pt x="421" y="254"/>
                        <a:pt x="422" y="254"/>
                      </a:cubicBezTo>
                      <a:cubicBezTo>
                        <a:pt x="423" y="254"/>
                        <a:pt x="423" y="254"/>
                        <a:pt x="423" y="253"/>
                      </a:cubicBezTo>
                      <a:cubicBezTo>
                        <a:pt x="423" y="252"/>
                        <a:pt x="423" y="250"/>
                        <a:pt x="424" y="249"/>
                      </a:cubicBezTo>
                      <a:cubicBezTo>
                        <a:pt x="424" y="249"/>
                        <a:pt x="424" y="249"/>
                        <a:pt x="423" y="248"/>
                      </a:cubicBezTo>
                      <a:cubicBezTo>
                        <a:pt x="422" y="248"/>
                        <a:pt x="423" y="247"/>
                        <a:pt x="422" y="246"/>
                      </a:cubicBezTo>
                      <a:cubicBezTo>
                        <a:pt x="422" y="245"/>
                        <a:pt x="422" y="244"/>
                        <a:pt x="421" y="245"/>
                      </a:cubicBezTo>
                      <a:cubicBezTo>
                        <a:pt x="421" y="245"/>
                        <a:pt x="421" y="245"/>
                        <a:pt x="421" y="244"/>
                      </a:cubicBezTo>
                      <a:cubicBezTo>
                        <a:pt x="421" y="244"/>
                        <a:pt x="421" y="244"/>
                        <a:pt x="421" y="244"/>
                      </a:cubicBezTo>
                      <a:cubicBezTo>
                        <a:pt x="420" y="244"/>
                        <a:pt x="419" y="243"/>
                        <a:pt x="419" y="244"/>
                      </a:cubicBezTo>
                      <a:cubicBezTo>
                        <a:pt x="418" y="245"/>
                        <a:pt x="418" y="246"/>
                        <a:pt x="417" y="247"/>
                      </a:cubicBezTo>
                      <a:cubicBezTo>
                        <a:pt x="417" y="248"/>
                        <a:pt x="417" y="248"/>
                        <a:pt x="417" y="249"/>
                      </a:cubicBezTo>
                      <a:cubicBezTo>
                        <a:pt x="417" y="249"/>
                        <a:pt x="416" y="249"/>
                        <a:pt x="416" y="249"/>
                      </a:cubicBezTo>
                      <a:cubicBezTo>
                        <a:pt x="416" y="248"/>
                        <a:pt x="416" y="248"/>
                        <a:pt x="415" y="248"/>
                      </a:cubicBezTo>
                      <a:cubicBezTo>
                        <a:pt x="415" y="248"/>
                        <a:pt x="415" y="247"/>
                        <a:pt x="416" y="247"/>
                      </a:cubicBezTo>
                      <a:cubicBezTo>
                        <a:pt x="416" y="246"/>
                        <a:pt x="416" y="246"/>
                        <a:pt x="416" y="246"/>
                      </a:cubicBezTo>
                      <a:cubicBezTo>
                        <a:pt x="415" y="245"/>
                        <a:pt x="415" y="245"/>
                        <a:pt x="415" y="245"/>
                      </a:cubicBezTo>
                      <a:cubicBezTo>
                        <a:pt x="415" y="246"/>
                        <a:pt x="414" y="245"/>
                        <a:pt x="413" y="246"/>
                      </a:cubicBezTo>
                      <a:cubicBezTo>
                        <a:pt x="413" y="246"/>
                        <a:pt x="413" y="246"/>
                        <a:pt x="412" y="246"/>
                      </a:cubicBezTo>
                      <a:cubicBezTo>
                        <a:pt x="412" y="245"/>
                        <a:pt x="413" y="245"/>
                        <a:pt x="413" y="245"/>
                      </a:cubicBezTo>
                      <a:cubicBezTo>
                        <a:pt x="413" y="244"/>
                        <a:pt x="413" y="244"/>
                        <a:pt x="413" y="243"/>
                      </a:cubicBezTo>
                      <a:cubicBezTo>
                        <a:pt x="414" y="242"/>
                        <a:pt x="415" y="241"/>
                        <a:pt x="415" y="239"/>
                      </a:cubicBezTo>
                      <a:cubicBezTo>
                        <a:pt x="414" y="238"/>
                        <a:pt x="414" y="237"/>
                        <a:pt x="413" y="237"/>
                      </a:cubicBezTo>
                      <a:cubicBezTo>
                        <a:pt x="412" y="237"/>
                        <a:pt x="412" y="237"/>
                        <a:pt x="411" y="237"/>
                      </a:cubicBezTo>
                      <a:cubicBezTo>
                        <a:pt x="411" y="236"/>
                        <a:pt x="411" y="236"/>
                        <a:pt x="411" y="236"/>
                      </a:cubicBezTo>
                      <a:cubicBezTo>
                        <a:pt x="410" y="237"/>
                        <a:pt x="410" y="237"/>
                        <a:pt x="410" y="237"/>
                      </a:cubicBezTo>
                      <a:cubicBezTo>
                        <a:pt x="409" y="237"/>
                        <a:pt x="409" y="237"/>
                        <a:pt x="409" y="237"/>
                      </a:cubicBezTo>
                      <a:cubicBezTo>
                        <a:pt x="409" y="237"/>
                        <a:pt x="408" y="237"/>
                        <a:pt x="408" y="238"/>
                      </a:cubicBezTo>
                      <a:cubicBezTo>
                        <a:pt x="408" y="239"/>
                        <a:pt x="407" y="240"/>
                        <a:pt x="407" y="241"/>
                      </a:cubicBezTo>
                      <a:cubicBezTo>
                        <a:pt x="407" y="241"/>
                        <a:pt x="406" y="241"/>
                        <a:pt x="406" y="241"/>
                      </a:cubicBezTo>
                      <a:cubicBezTo>
                        <a:pt x="406" y="241"/>
                        <a:pt x="406" y="240"/>
                        <a:pt x="406" y="240"/>
                      </a:cubicBezTo>
                      <a:cubicBezTo>
                        <a:pt x="407" y="240"/>
                        <a:pt x="407" y="238"/>
                        <a:pt x="408" y="238"/>
                      </a:cubicBezTo>
                      <a:cubicBezTo>
                        <a:pt x="407" y="237"/>
                        <a:pt x="406" y="237"/>
                        <a:pt x="406" y="237"/>
                      </a:cubicBezTo>
                      <a:cubicBezTo>
                        <a:pt x="405" y="237"/>
                        <a:pt x="405" y="237"/>
                        <a:pt x="405" y="237"/>
                      </a:cubicBezTo>
                      <a:cubicBezTo>
                        <a:pt x="405" y="237"/>
                        <a:pt x="405" y="237"/>
                        <a:pt x="404" y="237"/>
                      </a:cubicBezTo>
                      <a:cubicBezTo>
                        <a:pt x="404" y="236"/>
                        <a:pt x="404" y="236"/>
                        <a:pt x="404" y="236"/>
                      </a:cubicBezTo>
                      <a:cubicBezTo>
                        <a:pt x="403" y="236"/>
                        <a:pt x="403" y="236"/>
                        <a:pt x="402" y="236"/>
                      </a:cubicBezTo>
                      <a:cubicBezTo>
                        <a:pt x="402" y="235"/>
                        <a:pt x="401" y="235"/>
                        <a:pt x="401" y="235"/>
                      </a:cubicBezTo>
                      <a:cubicBezTo>
                        <a:pt x="400" y="235"/>
                        <a:pt x="400" y="236"/>
                        <a:pt x="400" y="236"/>
                      </a:cubicBezTo>
                      <a:cubicBezTo>
                        <a:pt x="398" y="237"/>
                        <a:pt x="398" y="238"/>
                        <a:pt x="396" y="239"/>
                      </a:cubicBezTo>
                      <a:cubicBezTo>
                        <a:pt x="396" y="239"/>
                        <a:pt x="396" y="238"/>
                        <a:pt x="396" y="238"/>
                      </a:cubicBezTo>
                      <a:cubicBezTo>
                        <a:pt x="396" y="237"/>
                        <a:pt x="395" y="236"/>
                        <a:pt x="394" y="235"/>
                      </a:cubicBezTo>
                      <a:cubicBezTo>
                        <a:pt x="393" y="234"/>
                        <a:pt x="394" y="234"/>
                        <a:pt x="395" y="234"/>
                      </a:cubicBezTo>
                      <a:cubicBezTo>
                        <a:pt x="395" y="234"/>
                        <a:pt x="396" y="234"/>
                        <a:pt x="396" y="235"/>
                      </a:cubicBezTo>
                      <a:cubicBezTo>
                        <a:pt x="396" y="235"/>
                        <a:pt x="396" y="235"/>
                        <a:pt x="397" y="235"/>
                      </a:cubicBezTo>
                      <a:cubicBezTo>
                        <a:pt x="397" y="234"/>
                        <a:pt x="399" y="235"/>
                        <a:pt x="400" y="234"/>
                      </a:cubicBezTo>
                      <a:cubicBezTo>
                        <a:pt x="401" y="234"/>
                        <a:pt x="400" y="233"/>
                        <a:pt x="400" y="232"/>
                      </a:cubicBezTo>
                      <a:cubicBezTo>
                        <a:pt x="397" y="232"/>
                        <a:pt x="396" y="231"/>
                        <a:pt x="397" y="229"/>
                      </a:cubicBezTo>
                      <a:cubicBezTo>
                        <a:pt x="397" y="228"/>
                        <a:pt x="397" y="227"/>
                        <a:pt x="396" y="226"/>
                      </a:cubicBezTo>
                      <a:cubicBezTo>
                        <a:pt x="396" y="226"/>
                        <a:pt x="396" y="225"/>
                        <a:pt x="396" y="225"/>
                      </a:cubicBezTo>
                      <a:cubicBezTo>
                        <a:pt x="396" y="225"/>
                        <a:pt x="396" y="225"/>
                        <a:pt x="396" y="225"/>
                      </a:cubicBezTo>
                      <a:cubicBezTo>
                        <a:pt x="396" y="225"/>
                        <a:pt x="396" y="225"/>
                        <a:pt x="396" y="224"/>
                      </a:cubicBezTo>
                      <a:cubicBezTo>
                        <a:pt x="396" y="225"/>
                        <a:pt x="396" y="225"/>
                        <a:pt x="396" y="225"/>
                      </a:cubicBezTo>
                      <a:cubicBezTo>
                        <a:pt x="397" y="225"/>
                        <a:pt x="397" y="226"/>
                        <a:pt x="398" y="227"/>
                      </a:cubicBezTo>
                      <a:cubicBezTo>
                        <a:pt x="398" y="227"/>
                        <a:pt x="397" y="228"/>
                        <a:pt x="398" y="228"/>
                      </a:cubicBezTo>
                      <a:cubicBezTo>
                        <a:pt x="399" y="229"/>
                        <a:pt x="399" y="230"/>
                        <a:pt x="400" y="231"/>
                      </a:cubicBezTo>
                      <a:cubicBezTo>
                        <a:pt x="400" y="231"/>
                        <a:pt x="400" y="232"/>
                        <a:pt x="401" y="231"/>
                      </a:cubicBezTo>
                      <a:cubicBezTo>
                        <a:pt x="401" y="231"/>
                        <a:pt x="401" y="231"/>
                        <a:pt x="401" y="231"/>
                      </a:cubicBezTo>
                      <a:cubicBezTo>
                        <a:pt x="401" y="232"/>
                        <a:pt x="402" y="232"/>
                        <a:pt x="402" y="233"/>
                      </a:cubicBezTo>
                      <a:cubicBezTo>
                        <a:pt x="403" y="234"/>
                        <a:pt x="403" y="234"/>
                        <a:pt x="403" y="234"/>
                      </a:cubicBezTo>
                      <a:cubicBezTo>
                        <a:pt x="404" y="234"/>
                        <a:pt x="404" y="234"/>
                        <a:pt x="404" y="234"/>
                      </a:cubicBezTo>
                      <a:cubicBezTo>
                        <a:pt x="405" y="235"/>
                        <a:pt x="406" y="235"/>
                        <a:pt x="407" y="235"/>
                      </a:cubicBezTo>
                      <a:cubicBezTo>
                        <a:pt x="408" y="235"/>
                        <a:pt x="408" y="235"/>
                        <a:pt x="409" y="235"/>
                      </a:cubicBezTo>
                      <a:cubicBezTo>
                        <a:pt x="410" y="235"/>
                        <a:pt x="410" y="234"/>
                        <a:pt x="412" y="234"/>
                      </a:cubicBezTo>
                      <a:cubicBezTo>
                        <a:pt x="412" y="234"/>
                        <a:pt x="412" y="234"/>
                        <a:pt x="412" y="234"/>
                      </a:cubicBezTo>
                      <a:cubicBezTo>
                        <a:pt x="413" y="235"/>
                        <a:pt x="414" y="235"/>
                        <a:pt x="415" y="234"/>
                      </a:cubicBezTo>
                      <a:cubicBezTo>
                        <a:pt x="416" y="233"/>
                        <a:pt x="416" y="232"/>
                        <a:pt x="417" y="232"/>
                      </a:cubicBezTo>
                      <a:cubicBezTo>
                        <a:pt x="417" y="233"/>
                        <a:pt x="416" y="233"/>
                        <a:pt x="416" y="234"/>
                      </a:cubicBezTo>
                      <a:cubicBezTo>
                        <a:pt x="416" y="234"/>
                        <a:pt x="416" y="235"/>
                        <a:pt x="417" y="234"/>
                      </a:cubicBezTo>
                      <a:cubicBezTo>
                        <a:pt x="418" y="233"/>
                        <a:pt x="419" y="233"/>
                        <a:pt x="420" y="232"/>
                      </a:cubicBezTo>
                      <a:cubicBezTo>
                        <a:pt x="420" y="232"/>
                        <a:pt x="420" y="231"/>
                        <a:pt x="420" y="231"/>
                      </a:cubicBezTo>
                      <a:cubicBezTo>
                        <a:pt x="420" y="230"/>
                        <a:pt x="420" y="230"/>
                        <a:pt x="421" y="230"/>
                      </a:cubicBezTo>
                      <a:cubicBezTo>
                        <a:pt x="421" y="229"/>
                        <a:pt x="422" y="229"/>
                        <a:pt x="422" y="227"/>
                      </a:cubicBezTo>
                      <a:cubicBezTo>
                        <a:pt x="422" y="227"/>
                        <a:pt x="422" y="227"/>
                        <a:pt x="423" y="226"/>
                      </a:cubicBezTo>
                      <a:cubicBezTo>
                        <a:pt x="423" y="226"/>
                        <a:pt x="424" y="225"/>
                        <a:pt x="423" y="225"/>
                      </a:cubicBezTo>
                      <a:cubicBezTo>
                        <a:pt x="423" y="224"/>
                        <a:pt x="423" y="223"/>
                        <a:pt x="422" y="223"/>
                      </a:cubicBezTo>
                      <a:cubicBezTo>
                        <a:pt x="421" y="223"/>
                        <a:pt x="421" y="223"/>
                        <a:pt x="421" y="223"/>
                      </a:cubicBezTo>
                      <a:cubicBezTo>
                        <a:pt x="422" y="222"/>
                        <a:pt x="421" y="221"/>
                        <a:pt x="422" y="220"/>
                      </a:cubicBezTo>
                      <a:cubicBezTo>
                        <a:pt x="422" y="220"/>
                        <a:pt x="422" y="220"/>
                        <a:pt x="422" y="219"/>
                      </a:cubicBezTo>
                      <a:cubicBezTo>
                        <a:pt x="421" y="219"/>
                        <a:pt x="421" y="218"/>
                        <a:pt x="420" y="217"/>
                      </a:cubicBezTo>
                      <a:cubicBezTo>
                        <a:pt x="419" y="217"/>
                        <a:pt x="419" y="215"/>
                        <a:pt x="419" y="215"/>
                      </a:cubicBezTo>
                      <a:cubicBezTo>
                        <a:pt x="420" y="214"/>
                        <a:pt x="421" y="213"/>
                        <a:pt x="422" y="214"/>
                      </a:cubicBezTo>
                      <a:cubicBezTo>
                        <a:pt x="422" y="214"/>
                        <a:pt x="422" y="214"/>
                        <a:pt x="423" y="214"/>
                      </a:cubicBezTo>
                      <a:cubicBezTo>
                        <a:pt x="423" y="215"/>
                        <a:pt x="424" y="214"/>
                        <a:pt x="425" y="215"/>
                      </a:cubicBezTo>
                      <a:cubicBezTo>
                        <a:pt x="426" y="215"/>
                        <a:pt x="427" y="215"/>
                        <a:pt x="427" y="215"/>
                      </a:cubicBezTo>
                      <a:cubicBezTo>
                        <a:pt x="429" y="216"/>
                        <a:pt x="429" y="216"/>
                        <a:pt x="430" y="215"/>
                      </a:cubicBezTo>
                      <a:cubicBezTo>
                        <a:pt x="430" y="215"/>
                        <a:pt x="430" y="215"/>
                        <a:pt x="431" y="215"/>
                      </a:cubicBezTo>
                      <a:cubicBezTo>
                        <a:pt x="431" y="215"/>
                        <a:pt x="432" y="214"/>
                        <a:pt x="432" y="214"/>
                      </a:cubicBezTo>
                      <a:cubicBezTo>
                        <a:pt x="432" y="213"/>
                        <a:pt x="433" y="212"/>
                        <a:pt x="434" y="213"/>
                      </a:cubicBezTo>
                      <a:cubicBezTo>
                        <a:pt x="435" y="213"/>
                        <a:pt x="435" y="213"/>
                        <a:pt x="435" y="214"/>
                      </a:cubicBezTo>
                      <a:cubicBezTo>
                        <a:pt x="436" y="214"/>
                        <a:pt x="436" y="214"/>
                        <a:pt x="436" y="213"/>
                      </a:cubicBezTo>
                      <a:cubicBezTo>
                        <a:pt x="436" y="213"/>
                        <a:pt x="437" y="212"/>
                        <a:pt x="437" y="211"/>
                      </a:cubicBezTo>
                      <a:cubicBezTo>
                        <a:pt x="438" y="210"/>
                        <a:pt x="438" y="209"/>
                        <a:pt x="437" y="209"/>
                      </a:cubicBezTo>
                      <a:cubicBezTo>
                        <a:pt x="436" y="209"/>
                        <a:pt x="435" y="207"/>
                        <a:pt x="434" y="208"/>
                      </a:cubicBezTo>
                      <a:cubicBezTo>
                        <a:pt x="434" y="209"/>
                        <a:pt x="434" y="209"/>
                        <a:pt x="434" y="208"/>
                      </a:cubicBezTo>
                      <a:cubicBezTo>
                        <a:pt x="433" y="207"/>
                        <a:pt x="432" y="208"/>
                        <a:pt x="431" y="207"/>
                      </a:cubicBezTo>
                      <a:cubicBezTo>
                        <a:pt x="430" y="207"/>
                        <a:pt x="429" y="207"/>
                        <a:pt x="429" y="206"/>
                      </a:cubicBezTo>
                      <a:cubicBezTo>
                        <a:pt x="429" y="205"/>
                        <a:pt x="430" y="205"/>
                        <a:pt x="431" y="205"/>
                      </a:cubicBezTo>
                      <a:cubicBezTo>
                        <a:pt x="431" y="205"/>
                        <a:pt x="431" y="205"/>
                        <a:pt x="431" y="205"/>
                      </a:cubicBezTo>
                      <a:cubicBezTo>
                        <a:pt x="432" y="205"/>
                        <a:pt x="432" y="205"/>
                        <a:pt x="432" y="205"/>
                      </a:cubicBezTo>
                      <a:cubicBezTo>
                        <a:pt x="432" y="205"/>
                        <a:pt x="433" y="205"/>
                        <a:pt x="434" y="205"/>
                      </a:cubicBezTo>
                      <a:cubicBezTo>
                        <a:pt x="434" y="205"/>
                        <a:pt x="435" y="205"/>
                        <a:pt x="436" y="205"/>
                      </a:cubicBezTo>
                      <a:cubicBezTo>
                        <a:pt x="436" y="205"/>
                        <a:pt x="436" y="205"/>
                        <a:pt x="436" y="205"/>
                      </a:cubicBezTo>
                      <a:cubicBezTo>
                        <a:pt x="436" y="205"/>
                        <a:pt x="436" y="206"/>
                        <a:pt x="437" y="206"/>
                      </a:cubicBezTo>
                      <a:cubicBezTo>
                        <a:pt x="437" y="206"/>
                        <a:pt x="438" y="206"/>
                        <a:pt x="439" y="205"/>
                      </a:cubicBezTo>
                      <a:cubicBezTo>
                        <a:pt x="439" y="205"/>
                        <a:pt x="439" y="204"/>
                        <a:pt x="439" y="203"/>
                      </a:cubicBezTo>
                      <a:cubicBezTo>
                        <a:pt x="440" y="203"/>
                        <a:pt x="440" y="203"/>
                        <a:pt x="440" y="203"/>
                      </a:cubicBezTo>
                      <a:cubicBezTo>
                        <a:pt x="441" y="202"/>
                        <a:pt x="441" y="202"/>
                        <a:pt x="441" y="202"/>
                      </a:cubicBezTo>
                      <a:cubicBezTo>
                        <a:pt x="441" y="201"/>
                        <a:pt x="441" y="201"/>
                        <a:pt x="441" y="200"/>
                      </a:cubicBezTo>
                      <a:cubicBezTo>
                        <a:pt x="440" y="200"/>
                        <a:pt x="440" y="200"/>
                        <a:pt x="440" y="199"/>
                      </a:cubicBezTo>
                      <a:cubicBezTo>
                        <a:pt x="439" y="199"/>
                        <a:pt x="438" y="198"/>
                        <a:pt x="437" y="198"/>
                      </a:cubicBezTo>
                      <a:cubicBezTo>
                        <a:pt x="437" y="198"/>
                        <a:pt x="436" y="198"/>
                        <a:pt x="436" y="198"/>
                      </a:cubicBezTo>
                      <a:cubicBezTo>
                        <a:pt x="435" y="197"/>
                        <a:pt x="435" y="197"/>
                        <a:pt x="435" y="197"/>
                      </a:cubicBezTo>
                      <a:cubicBezTo>
                        <a:pt x="434" y="197"/>
                        <a:pt x="434" y="196"/>
                        <a:pt x="434" y="196"/>
                      </a:cubicBezTo>
                      <a:cubicBezTo>
                        <a:pt x="433" y="196"/>
                        <a:pt x="433" y="196"/>
                        <a:pt x="432" y="196"/>
                      </a:cubicBezTo>
                      <a:cubicBezTo>
                        <a:pt x="431" y="196"/>
                        <a:pt x="431" y="196"/>
                        <a:pt x="431" y="195"/>
                      </a:cubicBezTo>
                      <a:cubicBezTo>
                        <a:pt x="431" y="195"/>
                        <a:pt x="431" y="195"/>
                        <a:pt x="432" y="195"/>
                      </a:cubicBezTo>
                      <a:cubicBezTo>
                        <a:pt x="433" y="195"/>
                        <a:pt x="434" y="195"/>
                        <a:pt x="435" y="196"/>
                      </a:cubicBezTo>
                      <a:cubicBezTo>
                        <a:pt x="437" y="197"/>
                        <a:pt x="438" y="197"/>
                        <a:pt x="439" y="196"/>
                      </a:cubicBezTo>
                      <a:cubicBezTo>
                        <a:pt x="440" y="195"/>
                        <a:pt x="440" y="195"/>
                        <a:pt x="441" y="195"/>
                      </a:cubicBezTo>
                      <a:cubicBezTo>
                        <a:pt x="441" y="195"/>
                        <a:pt x="442" y="195"/>
                        <a:pt x="442" y="195"/>
                      </a:cubicBezTo>
                      <a:cubicBezTo>
                        <a:pt x="442" y="194"/>
                        <a:pt x="443" y="193"/>
                        <a:pt x="444" y="193"/>
                      </a:cubicBezTo>
                      <a:cubicBezTo>
                        <a:pt x="444" y="193"/>
                        <a:pt x="444" y="192"/>
                        <a:pt x="444" y="192"/>
                      </a:cubicBezTo>
                      <a:cubicBezTo>
                        <a:pt x="443" y="192"/>
                        <a:pt x="443" y="191"/>
                        <a:pt x="443" y="191"/>
                      </a:cubicBezTo>
                      <a:cubicBezTo>
                        <a:pt x="443" y="190"/>
                        <a:pt x="444" y="190"/>
                        <a:pt x="444" y="189"/>
                      </a:cubicBezTo>
                      <a:cubicBezTo>
                        <a:pt x="443" y="188"/>
                        <a:pt x="443" y="187"/>
                        <a:pt x="443" y="186"/>
                      </a:cubicBezTo>
                      <a:cubicBezTo>
                        <a:pt x="443" y="185"/>
                        <a:pt x="443" y="184"/>
                        <a:pt x="442" y="184"/>
                      </a:cubicBezTo>
                      <a:cubicBezTo>
                        <a:pt x="440" y="183"/>
                        <a:pt x="439" y="182"/>
                        <a:pt x="437" y="183"/>
                      </a:cubicBezTo>
                      <a:cubicBezTo>
                        <a:pt x="436" y="183"/>
                        <a:pt x="435" y="183"/>
                        <a:pt x="434" y="183"/>
                      </a:cubicBezTo>
                      <a:cubicBezTo>
                        <a:pt x="433" y="183"/>
                        <a:pt x="433" y="183"/>
                        <a:pt x="433" y="183"/>
                      </a:cubicBezTo>
                      <a:cubicBezTo>
                        <a:pt x="433" y="184"/>
                        <a:pt x="433" y="184"/>
                        <a:pt x="433" y="184"/>
                      </a:cubicBezTo>
                      <a:cubicBezTo>
                        <a:pt x="433" y="184"/>
                        <a:pt x="432" y="185"/>
                        <a:pt x="432" y="184"/>
                      </a:cubicBezTo>
                      <a:cubicBezTo>
                        <a:pt x="432" y="184"/>
                        <a:pt x="432" y="184"/>
                        <a:pt x="432" y="184"/>
                      </a:cubicBezTo>
                      <a:cubicBezTo>
                        <a:pt x="433" y="182"/>
                        <a:pt x="434" y="182"/>
                        <a:pt x="435" y="182"/>
                      </a:cubicBezTo>
                      <a:cubicBezTo>
                        <a:pt x="436" y="182"/>
                        <a:pt x="437" y="181"/>
                        <a:pt x="437" y="180"/>
                      </a:cubicBezTo>
                      <a:cubicBezTo>
                        <a:pt x="436" y="180"/>
                        <a:pt x="436" y="180"/>
                        <a:pt x="435" y="179"/>
                      </a:cubicBezTo>
                      <a:cubicBezTo>
                        <a:pt x="433" y="178"/>
                        <a:pt x="431" y="178"/>
                        <a:pt x="429" y="179"/>
                      </a:cubicBezTo>
                      <a:cubicBezTo>
                        <a:pt x="428" y="179"/>
                        <a:pt x="428" y="179"/>
                        <a:pt x="427" y="179"/>
                      </a:cubicBezTo>
                      <a:cubicBezTo>
                        <a:pt x="427" y="179"/>
                        <a:pt x="426" y="179"/>
                        <a:pt x="426" y="180"/>
                      </a:cubicBezTo>
                      <a:cubicBezTo>
                        <a:pt x="425" y="180"/>
                        <a:pt x="425" y="180"/>
                        <a:pt x="425" y="180"/>
                      </a:cubicBezTo>
                      <a:cubicBezTo>
                        <a:pt x="425" y="179"/>
                        <a:pt x="424" y="180"/>
                        <a:pt x="424" y="180"/>
                      </a:cubicBezTo>
                      <a:cubicBezTo>
                        <a:pt x="423" y="181"/>
                        <a:pt x="422" y="183"/>
                        <a:pt x="421" y="185"/>
                      </a:cubicBezTo>
                      <a:cubicBezTo>
                        <a:pt x="421" y="185"/>
                        <a:pt x="421" y="186"/>
                        <a:pt x="421" y="186"/>
                      </a:cubicBezTo>
                      <a:cubicBezTo>
                        <a:pt x="421" y="186"/>
                        <a:pt x="421" y="187"/>
                        <a:pt x="420" y="187"/>
                      </a:cubicBezTo>
                      <a:cubicBezTo>
                        <a:pt x="420" y="187"/>
                        <a:pt x="420" y="187"/>
                        <a:pt x="420" y="187"/>
                      </a:cubicBezTo>
                      <a:cubicBezTo>
                        <a:pt x="420" y="185"/>
                        <a:pt x="421" y="184"/>
                        <a:pt x="422" y="182"/>
                      </a:cubicBezTo>
                      <a:cubicBezTo>
                        <a:pt x="422" y="181"/>
                        <a:pt x="422" y="181"/>
                        <a:pt x="423" y="180"/>
                      </a:cubicBezTo>
                      <a:cubicBezTo>
                        <a:pt x="424" y="179"/>
                        <a:pt x="424" y="178"/>
                        <a:pt x="423" y="177"/>
                      </a:cubicBezTo>
                      <a:cubicBezTo>
                        <a:pt x="423" y="177"/>
                        <a:pt x="423" y="177"/>
                        <a:pt x="423" y="177"/>
                      </a:cubicBezTo>
                      <a:cubicBezTo>
                        <a:pt x="423" y="177"/>
                        <a:pt x="423" y="177"/>
                        <a:pt x="423" y="177"/>
                      </a:cubicBezTo>
                      <a:cubicBezTo>
                        <a:pt x="423" y="177"/>
                        <a:pt x="423" y="177"/>
                        <a:pt x="423" y="177"/>
                      </a:cubicBezTo>
                      <a:cubicBezTo>
                        <a:pt x="423" y="177"/>
                        <a:pt x="424" y="177"/>
                        <a:pt x="424" y="177"/>
                      </a:cubicBezTo>
                      <a:cubicBezTo>
                        <a:pt x="424" y="178"/>
                        <a:pt x="424" y="178"/>
                        <a:pt x="425" y="178"/>
                      </a:cubicBezTo>
                      <a:cubicBezTo>
                        <a:pt x="426" y="178"/>
                        <a:pt x="427" y="177"/>
                        <a:pt x="428" y="177"/>
                      </a:cubicBezTo>
                      <a:cubicBezTo>
                        <a:pt x="429" y="176"/>
                        <a:pt x="431" y="176"/>
                        <a:pt x="433" y="176"/>
                      </a:cubicBezTo>
                      <a:cubicBezTo>
                        <a:pt x="433" y="177"/>
                        <a:pt x="434" y="177"/>
                        <a:pt x="434" y="176"/>
                      </a:cubicBezTo>
                      <a:cubicBezTo>
                        <a:pt x="434" y="176"/>
                        <a:pt x="434" y="175"/>
                        <a:pt x="434" y="175"/>
                      </a:cubicBezTo>
                      <a:cubicBezTo>
                        <a:pt x="434" y="174"/>
                        <a:pt x="433" y="175"/>
                        <a:pt x="433" y="175"/>
                      </a:cubicBezTo>
                      <a:cubicBezTo>
                        <a:pt x="432" y="175"/>
                        <a:pt x="432" y="174"/>
                        <a:pt x="431" y="174"/>
                      </a:cubicBezTo>
                      <a:cubicBezTo>
                        <a:pt x="430" y="174"/>
                        <a:pt x="429" y="174"/>
                        <a:pt x="428" y="174"/>
                      </a:cubicBezTo>
                      <a:cubicBezTo>
                        <a:pt x="428" y="174"/>
                        <a:pt x="428" y="174"/>
                        <a:pt x="428" y="174"/>
                      </a:cubicBezTo>
                      <a:cubicBezTo>
                        <a:pt x="427" y="174"/>
                        <a:pt x="426" y="173"/>
                        <a:pt x="425" y="173"/>
                      </a:cubicBezTo>
                      <a:cubicBezTo>
                        <a:pt x="423" y="173"/>
                        <a:pt x="422" y="173"/>
                        <a:pt x="420" y="174"/>
                      </a:cubicBezTo>
                      <a:cubicBezTo>
                        <a:pt x="420" y="173"/>
                        <a:pt x="421" y="173"/>
                        <a:pt x="421" y="172"/>
                      </a:cubicBezTo>
                      <a:cubicBezTo>
                        <a:pt x="421" y="172"/>
                        <a:pt x="422" y="172"/>
                        <a:pt x="422" y="172"/>
                      </a:cubicBezTo>
                      <a:cubicBezTo>
                        <a:pt x="423" y="172"/>
                        <a:pt x="423" y="172"/>
                        <a:pt x="424" y="172"/>
                      </a:cubicBezTo>
                      <a:cubicBezTo>
                        <a:pt x="424" y="172"/>
                        <a:pt x="424" y="172"/>
                        <a:pt x="424" y="172"/>
                      </a:cubicBezTo>
                      <a:cubicBezTo>
                        <a:pt x="425" y="172"/>
                        <a:pt x="426" y="172"/>
                        <a:pt x="427" y="173"/>
                      </a:cubicBezTo>
                      <a:cubicBezTo>
                        <a:pt x="428" y="173"/>
                        <a:pt x="428" y="173"/>
                        <a:pt x="429" y="173"/>
                      </a:cubicBezTo>
                      <a:cubicBezTo>
                        <a:pt x="431" y="172"/>
                        <a:pt x="433" y="172"/>
                        <a:pt x="434" y="172"/>
                      </a:cubicBezTo>
                      <a:cubicBezTo>
                        <a:pt x="435" y="173"/>
                        <a:pt x="437" y="173"/>
                        <a:pt x="436" y="175"/>
                      </a:cubicBezTo>
                      <a:cubicBezTo>
                        <a:pt x="436" y="176"/>
                        <a:pt x="437" y="176"/>
                        <a:pt x="437" y="177"/>
                      </a:cubicBezTo>
                      <a:cubicBezTo>
                        <a:pt x="439" y="178"/>
                        <a:pt x="441" y="178"/>
                        <a:pt x="443" y="178"/>
                      </a:cubicBezTo>
                      <a:cubicBezTo>
                        <a:pt x="444" y="179"/>
                        <a:pt x="445" y="179"/>
                        <a:pt x="446" y="178"/>
                      </a:cubicBezTo>
                      <a:cubicBezTo>
                        <a:pt x="446" y="177"/>
                        <a:pt x="445" y="177"/>
                        <a:pt x="445" y="176"/>
                      </a:cubicBezTo>
                      <a:cubicBezTo>
                        <a:pt x="445" y="176"/>
                        <a:pt x="445" y="175"/>
                        <a:pt x="444" y="175"/>
                      </a:cubicBezTo>
                      <a:cubicBezTo>
                        <a:pt x="444" y="175"/>
                        <a:pt x="445" y="174"/>
                        <a:pt x="444" y="174"/>
                      </a:cubicBezTo>
                      <a:cubicBezTo>
                        <a:pt x="444" y="173"/>
                        <a:pt x="443" y="173"/>
                        <a:pt x="443" y="173"/>
                      </a:cubicBezTo>
                      <a:cubicBezTo>
                        <a:pt x="444" y="173"/>
                        <a:pt x="444" y="172"/>
                        <a:pt x="445" y="172"/>
                      </a:cubicBezTo>
                      <a:cubicBezTo>
                        <a:pt x="445" y="172"/>
                        <a:pt x="445" y="171"/>
                        <a:pt x="445" y="171"/>
                      </a:cubicBezTo>
                      <a:cubicBezTo>
                        <a:pt x="444" y="171"/>
                        <a:pt x="443" y="171"/>
                        <a:pt x="442" y="171"/>
                      </a:cubicBezTo>
                      <a:cubicBezTo>
                        <a:pt x="442" y="171"/>
                        <a:pt x="442" y="171"/>
                        <a:pt x="442" y="170"/>
                      </a:cubicBezTo>
                      <a:cubicBezTo>
                        <a:pt x="440" y="170"/>
                        <a:pt x="439" y="170"/>
                        <a:pt x="437" y="170"/>
                      </a:cubicBezTo>
                      <a:cubicBezTo>
                        <a:pt x="437" y="170"/>
                        <a:pt x="436" y="171"/>
                        <a:pt x="435" y="170"/>
                      </a:cubicBezTo>
                      <a:cubicBezTo>
                        <a:pt x="435" y="170"/>
                        <a:pt x="435" y="169"/>
                        <a:pt x="434" y="169"/>
                      </a:cubicBezTo>
                      <a:cubicBezTo>
                        <a:pt x="431" y="169"/>
                        <a:pt x="428" y="168"/>
                        <a:pt x="425" y="170"/>
                      </a:cubicBezTo>
                      <a:cubicBezTo>
                        <a:pt x="425" y="170"/>
                        <a:pt x="425" y="170"/>
                        <a:pt x="425" y="170"/>
                      </a:cubicBezTo>
                      <a:cubicBezTo>
                        <a:pt x="425" y="170"/>
                        <a:pt x="425" y="170"/>
                        <a:pt x="426" y="170"/>
                      </a:cubicBezTo>
                      <a:cubicBezTo>
                        <a:pt x="426" y="169"/>
                        <a:pt x="426" y="169"/>
                        <a:pt x="426" y="169"/>
                      </a:cubicBezTo>
                      <a:cubicBezTo>
                        <a:pt x="426" y="169"/>
                        <a:pt x="426" y="169"/>
                        <a:pt x="425" y="169"/>
                      </a:cubicBezTo>
                      <a:cubicBezTo>
                        <a:pt x="425" y="168"/>
                        <a:pt x="424" y="168"/>
                        <a:pt x="424" y="168"/>
                      </a:cubicBezTo>
                      <a:cubicBezTo>
                        <a:pt x="423" y="168"/>
                        <a:pt x="422" y="167"/>
                        <a:pt x="422" y="167"/>
                      </a:cubicBezTo>
                      <a:cubicBezTo>
                        <a:pt x="422" y="166"/>
                        <a:pt x="422" y="166"/>
                        <a:pt x="422" y="166"/>
                      </a:cubicBezTo>
                      <a:cubicBezTo>
                        <a:pt x="424" y="167"/>
                        <a:pt x="425" y="167"/>
                        <a:pt x="427" y="167"/>
                      </a:cubicBezTo>
                      <a:cubicBezTo>
                        <a:pt x="427" y="167"/>
                        <a:pt x="427" y="167"/>
                        <a:pt x="427" y="166"/>
                      </a:cubicBezTo>
                      <a:cubicBezTo>
                        <a:pt x="427" y="165"/>
                        <a:pt x="426" y="164"/>
                        <a:pt x="426" y="163"/>
                      </a:cubicBezTo>
                      <a:cubicBezTo>
                        <a:pt x="426" y="163"/>
                        <a:pt x="426" y="163"/>
                        <a:pt x="426" y="163"/>
                      </a:cubicBezTo>
                      <a:cubicBezTo>
                        <a:pt x="427" y="163"/>
                        <a:pt x="427" y="163"/>
                        <a:pt x="427" y="162"/>
                      </a:cubicBezTo>
                      <a:cubicBezTo>
                        <a:pt x="428" y="164"/>
                        <a:pt x="428" y="165"/>
                        <a:pt x="429" y="166"/>
                      </a:cubicBezTo>
                      <a:cubicBezTo>
                        <a:pt x="429" y="166"/>
                        <a:pt x="430" y="167"/>
                        <a:pt x="431" y="167"/>
                      </a:cubicBezTo>
                      <a:cubicBezTo>
                        <a:pt x="431" y="167"/>
                        <a:pt x="432" y="167"/>
                        <a:pt x="432" y="167"/>
                      </a:cubicBezTo>
                      <a:cubicBezTo>
                        <a:pt x="433" y="167"/>
                        <a:pt x="435" y="167"/>
                        <a:pt x="436" y="166"/>
                      </a:cubicBezTo>
                      <a:cubicBezTo>
                        <a:pt x="435" y="166"/>
                        <a:pt x="434" y="165"/>
                        <a:pt x="434" y="164"/>
                      </a:cubicBezTo>
                      <a:cubicBezTo>
                        <a:pt x="434" y="164"/>
                        <a:pt x="434" y="163"/>
                        <a:pt x="434" y="163"/>
                      </a:cubicBezTo>
                      <a:cubicBezTo>
                        <a:pt x="433" y="162"/>
                        <a:pt x="431" y="162"/>
                        <a:pt x="430" y="162"/>
                      </a:cubicBezTo>
                      <a:cubicBezTo>
                        <a:pt x="429" y="161"/>
                        <a:pt x="428" y="161"/>
                        <a:pt x="427" y="161"/>
                      </a:cubicBezTo>
                      <a:cubicBezTo>
                        <a:pt x="427" y="161"/>
                        <a:pt x="427" y="160"/>
                        <a:pt x="427" y="160"/>
                      </a:cubicBezTo>
                      <a:cubicBezTo>
                        <a:pt x="427" y="160"/>
                        <a:pt x="428" y="159"/>
                        <a:pt x="428" y="159"/>
                      </a:cubicBezTo>
                      <a:cubicBezTo>
                        <a:pt x="428" y="160"/>
                        <a:pt x="428" y="160"/>
                        <a:pt x="429" y="160"/>
                      </a:cubicBezTo>
                      <a:cubicBezTo>
                        <a:pt x="429" y="161"/>
                        <a:pt x="429" y="161"/>
                        <a:pt x="429" y="161"/>
                      </a:cubicBezTo>
                      <a:cubicBezTo>
                        <a:pt x="429" y="161"/>
                        <a:pt x="430" y="160"/>
                        <a:pt x="431" y="160"/>
                      </a:cubicBezTo>
                      <a:cubicBezTo>
                        <a:pt x="431" y="161"/>
                        <a:pt x="432" y="161"/>
                        <a:pt x="433" y="161"/>
                      </a:cubicBezTo>
                      <a:cubicBezTo>
                        <a:pt x="433" y="161"/>
                        <a:pt x="433" y="161"/>
                        <a:pt x="433" y="161"/>
                      </a:cubicBezTo>
                      <a:cubicBezTo>
                        <a:pt x="434" y="161"/>
                        <a:pt x="434" y="161"/>
                        <a:pt x="434" y="161"/>
                      </a:cubicBezTo>
                      <a:cubicBezTo>
                        <a:pt x="434" y="161"/>
                        <a:pt x="434" y="162"/>
                        <a:pt x="435" y="162"/>
                      </a:cubicBezTo>
                      <a:cubicBezTo>
                        <a:pt x="435" y="162"/>
                        <a:pt x="435" y="163"/>
                        <a:pt x="435" y="163"/>
                      </a:cubicBezTo>
                      <a:cubicBezTo>
                        <a:pt x="435" y="164"/>
                        <a:pt x="436" y="163"/>
                        <a:pt x="437" y="163"/>
                      </a:cubicBezTo>
                      <a:cubicBezTo>
                        <a:pt x="437" y="163"/>
                        <a:pt x="436" y="164"/>
                        <a:pt x="437" y="164"/>
                      </a:cubicBezTo>
                      <a:cubicBezTo>
                        <a:pt x="438" y="164"/>
                        <a:pt x="438" y="164"/>
                        <a:pt x="438" y="164"/>
                      </a:cubicBezTo>
                      <a:cubicBezTo>
                        <a:pt x="439" y="165"/>
                        <a:pt x="439" y="166"/>
                        <a:pt x="440" y="165"/>
                      </a:cubicBezTo>
                      <a:cubicBezTo>
                        <a:pt x="440" y="166"/>
                        <a:pt x="441" y="166"/>
                        <a:pt x="442" y="166"/>
                      </a:cubicBezTo>
                      <a:cubicBezTo>
                        <a:pt x="442" y="166"/>
                        <a:pt x="443" y="165"/>
                        <a:pt x="443" y="165"/>
                      </a:cubicBezTo>
                      <a:cubicBezTo>
                        <a:pt x="443" y="164"/>
                        <a:pt x="443" y="163"/>
                        <a:pt x="442" y="163"/>
                      </a:cubicBezTo>
                      <a:cubicBezTo>
                        <a:pt x="442" y="162"/>
                        <a:pt x="442" y="162"/>
                        <a:pt x="442" y="161"/>
                      </a:cubicBezTo>
                      <a:cubicBezTo>
                        <a:pt x="442" y="160"/>
                        <a:pt x="443" y="162"/>
                        <a:pt x="443" y="162"/>
                      </a:cubicBezTo>
                      <a:cubicBezTo>
                        <a:pt x="444" y="162"/>
                        <a:pt x="444" y="163"/>
                        <a:pt x="445" y="163"/>
                      </a:cubicBezTo>
                      <a:cubicBezTo>
                        <a:pt x="445" y="163"/>
                        <a:pt x="446" y="163"/>
                        <a:pt x="447" y="163"/>
                      </a:cubicBezTo>
                      <a:cubicBezTo>
                        <a:pt x="448" y="164"/>
                        <a:pt x="449" y="163"/>
                        <a:pt x="449" y="161"/>
                      </a:cubicBezTo>
                      <a:cubicBezTo>
                        <a:pt x="449" y="160"/>
                        <a:pt x="449" y="160"/>
                        <a:pt x="449" y="159"/>
                      </a:cubicBezTo>
                      <a:cubicBezTo>
                        <a:pt x="449" y="159"/>
                        <a:pt x="449" y="159"/>
                        <a:pt x="449" y="159"/>
                      </a:cubicBezTo>
                      <a:cubicBezTo>
                        <a:pt x="450" y="160"/>
                        <a:pt x="449" y="161"/>
                        <a:pt x="450" y="161"/>
                      </a:cubicBezTo>
                      <a:cubicBezTo>
                        <a:pt x="450" y="161"/>
                        <a:pt x="451" y="161"/>
                        <a:pt x="451" y="161"/>
                      </a:cubicBezTo>
                      <a:cubicBezTo>
                        <a:pt x="451" y="161"/>
                        <a:pt x="451" y="161"/>
                        <a:pt x="452" y="161"/>
                      </a:cubicBezTo>
                      <a:cubicBezTo>
                        <a:pt x="452" y="161"/>
                        <a:pt x="454" y="161"/>
                        <a:pt x="454" y="160"/>
                      </a:cubicBezTo>
                      <a:cubicBezTo>
                        <a:pt x="454" y="157"/>
                        <a:pt x="454" y="155"/>
                        <a:pt x="453" y="153"/>
                      </a:cubicBezTo>
                      <a:cubicBezTo>
                        <a:pt x="453" y="153"/>
                        <a:pt x="453" y="152"/>
                        <a:pt x="453" y="152"/>
                      </a:cubicBezTo>
                      <a:cubicBezTo>
                        <a:pt x="453" y="151"/>
                        <a:pt x="453" y="151"/>
                        <a:pt x="452" y="151"/>
                      </a:cubicBezTo>
                      <a:cubicBezTo>
                        <a:pt x="452" y="151"/>
                        <a:pt x="451" y="152"/>
                        <a:pt x="450" y="151"/>
                      </a:cubicBezTo>
                      <a:cubicBezTo>
                        <a:pt x="449" y="150"/>
                        <a:pt x="448" y="150"/>
                        <a:pt x="446" y="150"/>
                      </a:cubicBezTo>
                      <a:cubicBezTo>
                        <a:pt x="444" y="150"/>
                        <a:pt x="444" y="150"/>
                        <a:pt x="443" y="148"/>
                      </a:cubicBezTo>
                      <a:cubicBezTo>
                        <a:pt x="444" y="148"/>
                        <a:pt x="445" y="148"/>
                        <a:pt x="446" y="147"/>
                      </a:cubicBezTo>
                      <a:cubicBezTo>
                        <a:pt x="447" y="146"/>
                        <a:pt x="448" y="147"/>
                        <a:pt x="449" y="147"/>
                      </a:cubicBezTo>
                      <a:cubicBezTo>
                        <a:pt x="449" y="148"/>
                        <a:pt x="450" y="148"/>
                        <a:pt x="450" y="148"/>
                      </a:cubicBezTo>
                      <a:cubicBezTo>
                        <a:pt x="450" y="148"/>
                        <a:pt x="449" y="148"/>
                        <a:pt x="449" y="149"/>
                      </a:cubicBezTo>
                      <a:cubicBezTo>
                        <a:pt x="450" y="150"/>
                        <a:pt x="450" y="149"/>
                        <a:pt x="451" y="149"/>
                      </a:cubicBezTo>
                      <a:cubicBezTo>
                        <a:pt x="452" y="149"/>
                        <a:pt x="454" y="149"/>
                        <a:pt x="455" y="150"/>
                      </a:cubicBezTo>
                      <a:cubicBezTo>
                        <a:pt x="455" y="150"/>
                        <a:pt x="455" y="150"/>
                        <a:pt x="455" y="151"/>
                      </a:cubicBezTo>
                      <a:cubicBezTo>
                        <a:pt x="455" y="151"/>
                        <a:pt x="455" y="152"/>
                        <a:pt x="455" y="152"/>
                      </a:cubicBezTo>
                      <a:cubicBezTo>
                        <a:pt x="455" y="153"/>
                        <a:pt x="456" y="154"/>
                        <a:pt x="457" y="154"/>
                      </a:cubicBezTo>
                      <a:cubicBezTo>
                        <a:pt x="457" y="154"/>
                        <a:pt x="457" y="154"/>
                        <a:pt x="457" y="154"/>
                      </a:cubicBezTo>
                      <a:cubicBezTo>
                        <a:pt x="457" y="155"/>
                        <a:pt x="457" y="155"/>
                        <a:pt x="458" y="155"/>
                      </a:cubicBezTo>
                      <a:cubicBezTo>
                        <a:pt x="459" y="154"/>
                        <a:pt x="459" y="155"/>
                        <a:pt x="460" y="155"/>
                      </a:cubicBezTo>
                      <a:cubicBezTo>
                        <a:pt x="461" y="154"/>
                        <a:pt x="463" y="154"/>
                        <a:pt x="464" y="153"/>
                      </a:cubicBezTo>
                      <a:cubicBezTo>
                        <a:pt x="466" y="152"/>
                        <a:pt x="467" y="151"/>
                        <a:pt x="468" y="150"/>
                      </a:cubicBezTo>
                      <a:cubicBezTo>
                        <a:pt x="468" y="149"/>
                        <a:pt x="468" y="148"/>
                        <a:pt x="469" y="148"/>
                      </a:cubicBezTo>
                      <a:cubicBezTo>
                        <a:pt x="469" y="148"/>
                        <a:pt x="469" y="147"/>
                        <a:pt x="469" y="147"/>
                      </a:cubicBezTo>
                      <a:cubicBezTo>
                        <a:pt x="469" y="146"/>
                        <a:pt x="468" y="146"/>
                        <a:pt x="468" y="146"/>
                      </a:cubicBezTo>
                      <a:cubicBezTo>
                        <a:pt x="467" y="146"/>
                        <a:pt x="467" y="146"/>
                        <a:pt x="466" y="146"/>
                      </a:cubicBezTo>
                      <a:cubicBezTo>
                        <a:pt x="466" y="146"/>
                        <a:pt x="466" y="147"/>
                        <a:pt x="466" y="146"/>
                      </a:cubicBezTo>
                      <a:cubicBezTo>
                        <a:pt x="466" y="145"/>
                        <a:pt x="466" y="144"/>
                        <a:pt x="468" y="144"/>
                      </a:cubicBezTo>
                      <a:cubicBezTo>
                        <a:pt x="469" y="144"/>
                        <a:pt x="470" y="143"/>
                        <a:pt x="470" y="142"/>
                      </a:cubicBezTo>
                      <a:cubicBezTo>
                        <a:pt x="470" y="142"/>
                        <a:pt x="470" y="141"/>
                        <a:pt x="471" y="141"/>
                      </a:cubicBezTo>
                      <a:cubicBezTo>
                        <a:pt x="472" y="140"/>
                        <a:pt x="471" y="138"/>
                        <a:pt x="470" y="138"/>
                      </a:cubicBezTo>
                      <a:cubicBezTo>
                        <a:pt x="469" y="138"/>
                        <a:pt x="467" y="139"/>
                        <a:pt x="466" y="139"/>
                      </a:cubicBezTo>
                      <a:cubicBezTo>
                        <a:pt x="465" y="139"/>
                        <a:pt x="465" y="140"/>
                        <a:pt x="464" y="140"/>
                      </a:cubicBezTo>
                      <a:cubicBezTo>
                        <a:pt x="463" y="140"/>
                        <a:pt x="461" y="140"/>
                        <a:pt x="460" y="140"/>
                      </a:cubicBezTo>
                      <a:cubicBezTo>
                        <a:pt x="459" y="140"/>
                        <a:pt x="459" y="140"/>
                        <a:pt x="460" y="139"/>
                      </a:cubicBezTo>
                      <a:cubicBezTo>
                        <a:pt x="460" y="139"/>
                        <a:pt x="460" y="139"/>
                        <a:pt x="460" y="139"/>
                      </a:cubicBezTo>
                      <a:cubicBezTo>
                        <a:pt x="461" y="139"/>
                        <a:pt x="462" y="139"/>
                        <a:pt x="462" y="138"/>
                      </a:cubicBezTo>
                      <a:cubicBezTo>
                        <a:pt x="462" y="138"/>
                        <a:pt x="462" y="137"/>
                        <a:pt x="461" y="137"/>
                      </a:cubicBezTo>
                      <a:cubicBezTo>
                        <a:pt x="460" y="136"/>
                        <a:pt x="460" y="135"/>
                        <a:pt x="459" y="135"/>
                      </a:cubicBezTo>
                      <a:cubicBezTo>
                        <a:pt x="459" y="134"/>
                        <a:pt x="459" y="134"/>
                        <a:pt x="460" y="134"/>
                      </a:cubicBezTo>
                      <a:cubicBezTo>
                        <a:pt x="460" y="135"/>
                        <a:pt x="461" y="135"/>
                        <a:pt x="462" y="136"/>
                      </a:cubicBezTo>
                      <a:cubicBezTo>
                        <a:pt x="462" y="136"/>
                        <a:pt x="462" y="136"/>
                        <a:pt x="462" y="136"/>
                      </a:cubicBezTo>
                      <a:cubicBezTo>
                        <a:pt x="462" y="137"/>
                        <a:pt x="463" y="138"/>
                        <a:pt x="463" y="138"/>
                      </a:cubicBezTo>
                      <a:cubicBezTo>
                        <a:pt x="465" y="139"/>
                        <a:pt x="465" y="137"/>
                        <a:pt x="465" y="137"/>
                      </a:cubicBezTo>
                      <a:cubicBezTo>
                        <a:pt x="466" y="137"/>
                        <a:pt x="466" y="137"/>
                        <a:pt x="466" y="137"/>
                      </a:cubicBezTo>
                      <a:cubicBezTo>
                        <a:pt x="467" y="136"/>
                        <a:pt x="467" y="136"/>
                        <a:pt x="467" y="136"/>
                      </a:cubicBezTo>
                      <a:cubicBezTo>
                        <a:pt x="467" y="136"/>
                        <a:pt x="468" y="136"/>
                        <a:pt x="468" y="136"/>
                      </a:cubicBezTo>
                      <a:cubicBezTo>
                        <a:pt x="469" y="136"/>
                        <a:pt x="469" y="135"/>
                        <a:pt x="470" y="135"/>
                      </a:cubicBezTo>
                      <a:cubicBezTo>
                        <a:pt x="470" y="135"/>
                        <a:pt x="470" y="135"/>
                        <a:pt x="471" y="135"/>
                      </a:cubicBezTo>
                      <a:cubicBezTo>
                        <a:pt x="471" y="135"/>
                        <a:pt x="472" y="135"/>
                        <a:pt x="472" y="135"/>
                      </a:cubicBezTo>
                      <a:cubicBezTo>
                        <a:pt x="473" y="136"/>
                        <a:pt x="474" y="136"/>
                        <a:pt x="474" y="134"/>
                      </a:cubicBezTo>
                      <a:cubicBezTo>
                        <a:pt x="474" y="134"/>
                        <a:pt x="474" y="134"/>
                        <a:pt x="475" y="134"/>
                      </a:cubicBezTo>
                      <a:cubicBezTo>
                        <a:pt x="475" y="133"/>
                        <a:pt x="475" y="133"/>
                        <a:pt x="475" y="132"/>
                      </a:cubicBezTo>
                      <a:cubicBezTo>
                        <a:pt x="474" y="131"/>
                        <a:pt x="474" y="131"/>
                        <a:pt x="473" y="131"/>
                      </a:cubicBezTo>
                      <a:cubicBezTo>
                        <a:pt x="473" y="130"/>
                        <a:pt x="472" y="130"/>
                        <a:pt x="472" y="130"/>
                      </a:cubicBezTo>
                      <a:cubicBezTo>
                        <a:pt x="472" y="130"/>
                        <a:pt x="471" y="129"/>
                        <a:pt x="471" y="129"/>
                      </a:cubicBezTo>
                      <a:cubicBezTo>
                        <a:pt x="472" y="127"/>
                        <a:pt x="472" y="126"/>
                        <a:pt x="471" y="124"/>
                      </a:cubicBezTo>
                      <a:cubicBezTo>
                        <a:pt x="471" y="123"/>
                        <a:pt x="471" y="122"/>
                        <a:pt x="469" y="121"/>
                      </a:cubicBezTo>
                      <a:cubicBezTo>
                        <a:pt x="469" y="121"/>
                        <a:pt x="470" y="120"/>
                        <a:pt x="470" y="121"/>
                      </a:cubicBezTo>
                      <a:cubicBezTo>
                        <a:pt x="471" y="122"/>
                        <a:pt x="472" y="123"/>
                        <a:pt x="472" y="125"/>
                      </a:cubicBezTo>
                      <a:cubicBezTo>
                        <a:pt x="473" y="125"/>
                        <a:pt x="474" y="126"/>
                        <a:pt x="473" y="127"/>
                      </a:cubicBezTo>
                      <a:cubicBezTo>
                        <a:pt x="473" y="127"/>
                        <a:pt x="473" y="128"/>
                        <a:pt x="473" y="128"/>
                      </a:cubicBezTo>
                      <a:cubicBezTo>
                        <a:pt x="472" y="129"/>
                        <a:pt x="473" y="129"/>
                        <a:pt x="473" y="129"/>
                      </a:cubicBezTo>
                      <a:cubicBezTo>
                        <a:pt x="475" y="130"/>
                        <a:pt x="477" y="129"/>
                        <a:pt x="478" y="128"/>
                      </a:cubicBezTo>
                      <a:cubicBezTo>
                        <a:pt x="479" y="127"/>
                        <a:pt x="480" y="126"/>
                        <a:pt x="480" y="124"/>
                      </a:cubicBezTo>
                      <a:cubicBezTo>
                        <a:pt x="480" y="123"/>
                        <a:pt x="481" y="121"/>
                        <a:pt x="482" y="119"/>
                      </a:cubicBezTo>
                      <a:cubicBezTo>
                        <a:pt x="482" y="119"/>
                        <a:pt x="482" y="119"/>
                        <a:pt x="482" y="118"/>
                      </a:cubicBezTo>
                      <a:cubicBezTo>
                        <a:pt x="482" y="118"/>
                        <a:pt x="482" y="118"/>
                        <a:pt x="483" y="118"/>
                      </a:cubicBezTo>
                      <a:cubicBezTo>
                        <a:pt x="485" y="116"/>
                        <a:pt x="486" y="112"/>
                        <a:pt x="489" y="111"/>
                      </a:cubicBezTo>
                      <a:cubicBezTo>
                        <a:pt x="489" y="110"/>
                        <a:pt x="489" y="110"/>
                        <a:pt x="489" y="109"/>
                      </a:cubicBezTo>
                      <a:cubicBezTo>
                        <a:pt x="489" y="109"/>
                        <a:pt x="489" y="108"/>
                        <a:pt x="490" y="108"/>
                      </a:cubicBezTo>
                      <a:cubicBezTo>
                        <a:pt x="491" y="108"/>
                        <a:pt x="491" y="107"/>
                        <a:pt x="491" y="106"/>
                      </a:cubicBezTo>
                      <a:cubicBezTo>
                        <a:pt x="491" y="105"/>
                        <a:pt x="492" y="105"/>
                        <a:pt x="492" y="105"/>
                      </a:cubicBezTo>
                      <a:cubicBezTo>
                        <a:pt x="493" y="105"/>
                        <a:pt x="493" y="105"/>
                        <a:pt x="493" y="104"/>
                      </a:cubicBezTo>
                      <a:cubicBezTo>
                        <a:pt x="494" y="104"/>
                        <a:pt x="495" y="103"/>
                        <a:pt x="496" y="102"/>
                      </a:cubicBezTo>
                      <a:cubicBezTo>
                        <a:pt x="497" y="101"/>
                        <a:pt x="498" y="99"/>
                        <a:pt x="499" y="97"/>
                      </a:cubicBezTo>
                      <a:cubicBezTo>
                        <a:pt x="499" y="97"/>
                        <a:pt x="500" y="96"/>
                        <a:pt x="500" y="96"/>
                      </a:cubicBezTo>
                      <a:cubicBezTo>
                        <a:pt x="500" y="94"/>
                        <a:pt x="501" y="93"/>
                        <a:pt x="502" y="92"/>
                      </a:cubicBezTo>
                      <a:cubicBezTo>
                        <a:pt x="503" y="93"/>
                        <a:pt x="504" y="92"/>
                        <a:pt x="504" y="92"/>
                      </a:cubicBezTo>
                      <a:cubicBezTo>
                        <a:pt x="506" y="91"/>
                        <a:pt x="507" y="89"/>
                        <a:pt x="508" y="88"/>
                      </a:cubicBezTo>
                      <a:cubicBezTo>
                        <a:pt x="509" y="87"/>
                        <a:pt x="509" y="87"/>
                        <a:pt x="509" y="87"/>
                      </a:cubicBezTo>
                      <a:cubicBezTo>
                        <a:pt x="510" y="86"/>
                        <a:pt x="510" y="86"/>
                        <a:pt x="510" y="86"/>
                      </a:cubicBezTo>
                      <a:cubicBezTo>
                        <a:pt x="511" y="85"/>
                        <a:pt x="511" y="84"/>
                        <a:pt x="511" y="83"/>
                      </a:cubicBezTo>
                      <a:cubicBezTo>
                        <a:pt x="512" y="82"/>
                        <a:pt x="512" y="81"/>
                        <a:pt x="512" y="80"/>
                      </a:cubicBezTo>
                      <a:cubicBezTo>
                        <a:pt x="512" y="80"/>
                        <a:pt x="512" y="80"/>
                        <a:pt x="512" y="80"/>
                      </a:cubicBezTo>
                      <a:cubicBezTo>
                        <a:pt x="511" y="80"/>
                        <a:pt x="512" y="79"/>
                        <a:pt x="511" y="79"/>
                      </a:cubicBezTo>
                      <a:cubicBezTo>
                        <a:pt x="510" y="79"/>
                        <a:pt x="509" y="79"/>
                        <a:pt x="508" y="79"/>
                      </a:cubicBezTo>
                      <a:cubicBezTo>
                        <a:pt x="508" y="79"/>
                        <a:pt x="507" y="80"/>
                        <a:pt x="506" y="80"/>
                      </a:cubicBezTo>
                      <a:cubicBezTo>
                        <a:pt x="505" y="80"/>
                        <a:pt x="504" y="81"/>
                        <a:pt x="503" y="81"/>
                      </a:cubicBezTo>
                      <a:cubicBezTo>
                        <a:pt x="503" y="81"/>
                        <a:pt x="503" y="81"/>
                        <a:pt x="503" y="82"/>
                      </a:cubicBezTo>
                      <a:cubicBezTo>
                        <a:pt x="502" y="82"/>
                        <a:pt x="502" y="82"/>
                        <a:pt x="501" y="83"/>
                      </a:cubicBezTo>
                      <a:cubicBezTo>
                        <a:pt x="499" y="84"/>
                        <a:pt x="498" y="85"/>
                        <a:pt x="496" y="85"/>
                      </a:cubicBezTo>
                      <a:cubicBezTo>
                        <a:pt x="496" y="86"/>
                        <a:pt x="495" y="86"/>
                        <a:pt x="495" y="86"/>
                      </a:cubicBezTo>
                      <a:cubicBezTo>
                        <a:pt x="494" y="86"/>
                        <a:pt x="494" y="87"/>
                        <a:pt x="494" y="87"/>
                      </a:cubicBezTo>
                      <a:cubicBezTo>
                        <a:pt x="494" y="87"/>
                        <a:pt x="493" y="87"/>
                        <a:pt x="493" y="87"/>
                      </a:cubicBezTo>
                      <a:cubicBezTo>
                        <a:pt x="492" y="87"/>
                        <a:pt x="491" y="87"/>
                        <a:pt x="491" y="88"/>
                      </a:cubicBezTo>
                      <a:cubicBezTo>
                        <a:pt x="490" y="88"/>
                        <a:pt x="490" y="88"/>
                        <a:pt x="489" y="89"/>
                      </a:cubicBezTo>
                      <a:cubicBezTo>
                        <a:pt x="488" y="89"/>
                        <a:pt x="487" y="90"/>
                        <a:pt x="486" y="91"/>
                      </a:cubicBezTo>
                      <a:cubicBezTo>
                        <a:pt x="486" y="91"/>
                        <a:pt x="486" y="91"/>
                        <a:pt x="485" y="91"/>
                      </a:cubicBezTo>
                      <a:cubicBezTo>
                        <a:pt x="484" y="91"/>
                        <a:pt x="482" y="92"/>
                        <a:pt x="481" y="93"/>
                      </a:cubicBezTo>
                      <a:cubicBezTo>
                        <a:pt x="480" y="93"/>
                        <a:pt x="479" y="94"/>
                        <a:pt x="478" y="95"/>
                      </a:cubicBezTo>
                      <a:cubicBezTo>
                        <a:pt x="478" y="95"/>
                        <a:pt x="477" y="96"/>
                        <a:pt x="477" y="97"/>
                      </a:cubicBezTo>
                      <a:cubicBezTo>
                        <a:pt x="476" y="97"/>
                        <a:pt x="476" y="98"/>
                        <a:pt x="475" y="98"/>
                      </a:cubicBezTo>
                      <a:cubicBezTo>
                        <a:pt x="475" y="98"/>
                        <a:pt x="475" y="98"/>
                        <a:pt x="475" y="98"/>
                      </a:cubicBezTo>
                      <a:cubicBezTo>
                        <a:pt x="475" y="97"/>
                        <a:pt x="475" y="97"/>
                        <a:pt x="476" y="96"/>
                      </a:cubicBezTo>
                      <a:cubicBezTo>
                        <a:pt x="476" y="96"/>
                        <a:pt x="477" y="95"/>
                        <a:pt x="477" y="95"/>
                      </a:cubicBezTo>
                      <a:cubicBezTo>
                        <a:pt x="476" y="95"/>
                        <a:pt x="476" y="95"/>
                        <a:pt x="476" y="95"/>
                      </a:cubicBezTo>
                      <a:cubicBezTo>
                        <a:pt x="475" y="95"/>
                        <a:pt x="474" y="95"/>
                        <a:pt x="473" y="95"/>
                      </a:cubicBezTo>
                      <a:cubicBezTo>
                        <a:pt x="474" y="94"/>
                        <a:pt x="474" y="94"/>
                        <a:pt x="474" y="94"/>
                      </a:cubicBezTo>
                      <a:cubicBezTo>
                        <a:pt x="474" y="95"/>
                        <a:pt x="475" y="95"/>
                        <a:pt x="475" y="94"/>
                      </a:cubicBezTo>
                      <a:cubicBezTo>
                        <a:pt x="476" y="94"/>
                        <a:pt x="477" y="94"/>
                        <a:pt x="477" y="93"/>
                      </a:cubicBezTo>
                      <a:cubicBezTo>
                        <a:pt x="478" y="93"/>
                        <a:pt x="479" y="92"/>
                        <a:pt x="479" y="91"/>
                      </a:cubicBezTo>
                      <a:cubicBezTo>
                        <a:pt x="479" y="91"/>
                        <a:pt x="479" y="91"/>
                        <a:pt x="479" y="91"/>
                      </a:cubicBezTo>
                      <a:cubicBezTo>
                        <a:pt x="480" y="91"/>
                        <a:pt x="481" y="91"/>
                        <a:pt x="482" y="91"/>
                      </a:cubicBezTo>
                      <a:cubicBezTo>
                        <a:pt x="482" y="90"/>
                        <a:pt x="482" y="90"/>
                        <a:pt x="482" y="90"/>
                      </a:cubicBezTo>
                      <a:cubicBezTo>
                        <a:pt x="483" y="90"/>
                        <a:pt x="483" y="90"/>
                        <a:pt x="484" y="90"/>
                      </a:cubicBezTo>
                      <a:cubicBezTo>
                        <a:pt x="484" y="89"/>
                        <a:pt x="485" y="89"/>
                        <a:pt x="486" y="88"/>
                      </a:cubicBezTo>
                      <a:cubicBezTo>
                        <a:pt x="487" y="87"/>
                        <a:pt x="488" y="86"/>
                        <a:pt x="490" y="85"/>
                      </a:cubicBezTo>
                      <a:cubicBezTo>
                        <a:pt x="491" y="85"/>
                        <a:pt x="492" y="84"/>
                        <a:pt x="492" y="83"/>
                      </a:cubicBezTo>
                      <a:cubicBezTo>
                        <a:pt x="493" y="83"/>
                        <a:pt x="493" y="83"/>
                        <a:pt x="493" y="83"/>
                      </a:cubicBezTo>
                      <a:cubicBezTo>
                        <a:pt x="495" y="83"/>
                        <a:pt x="496" y="82"/>
                        <a:pt x="497" y="80"/>
                      </a:cubicBezTo>
                      <a:cubicBezTo>
                        <a:pt x="497" y="80"/>
                        <a:pt x="497" y="80"/>
                        <a:pt x="497" y="80"/>
                      </a:cubicBezTo>
                      <a:cubicBezTo>
                        <a:pt x="497" y="80"/>
                        <a:pt x="496" y="79"/>
                        <a:pt x="496" y="79"/>
                      </a:cubicBezTo>
                      <a:cubicBezTo>
                        <a:pt x="496" y="79"/>
                        <a:pt x="496" y="78"/>
                        <a:pt x="496" y="79"/>
                      </a:cubicBezTo>
                      <a:cubicBezTo>
                        <a:pt x="495" y="78"/>
                        <a:pt x="495" y="78"/>
                        <a:pt x="495" y="78"/>
                      </a:cubicBezTo>
                      <a:cubicBezTo>
                        <a:pt x="494" y="78"/>
                        <a:pt x="493" y="78"/>
                        <a:pt x="493" y="78"/>
                      </a:cubicBezTo>
                      <a:cubicBezTo>
                        <a:pt x="492" y="78"/>
                        <a:pt x="492" y="78"/>
                        <a:pt x="491" y="78"/>
                      </a:cubicBezTo>
                      <a:cubicBezTo>
                        <a:pt x="491" y="78"/>
                        <a:pt x="490" y="78"/>
                        <a:pt x="490" y="78"/>
                      </a:cubicBezTo>
                      <a:cubicBezTo>
                        <a:pt x="489" y="79"/>
                        <a:pt x="488" y="79"/>
                        <a:pt x="487" y="79"/>
                      </a:cubicBezTo>
                      <a:cubicBezTo>
                        <a:pt x="486" y="79"/>
                        <a:pt x="486" y="80"/>
                        <a:pt x="485" y="80"/>
                      </a:cubicBezTo>
                      <a:cubicBezTo>
                        <a:pt x="485" y="80"/>
                        <a:pt x="485" y="80"/>
                        <a:pt x="485" y="80"/>
                      </a:cubicBezTo>
                      <a:cubicBezTo>
                        <a:pt x="485" y="80"/>
                        <a:pt x="484" y="80"/>
                        <a:pt x="484" y="80"/>
                      </a:cubicBezTo>
                      <a:cubicBezTo>
                        <a:pt x="484" y="80"/>
                        <a:pt x="484" y="80"/>
                        <a:pt x="484" y="79"/>
                      </a:cubicBezTo>
                      <a:cubicBezTo>
                        <a:pt x="484" y="79"/>
                        <a:pt x="484" y="79"/>
                        <a:pt x="484" y="79"/>
                      </a:cubicBezTo>
                      <a:cubicBezTo>
                        <a:pt x="484" y="79"/>
                        <a:pt x="485" y="79"/>
                        <a:pt x="485" y="79"/>
                      </a:cubicBezTo>
                      <a:cubicBezTo>
                        <a:pt x="485" y="78"/>
                        <a:pt x="485" y="78"/>
                        <a:pt x="485" y="78"/>
                      </a:cubicBezTo>
                      <a:cubicBezTo>
                        <a:pt x="484" y="77"/>
                        <a:pt x="484" y="75"/>
                        <a:pt x="482" y="75"/>
                      </a:cubicBezTo>
                      <a:cubicBezTo>
                        <a:pt x="482" y="74"/>
                        <a:pt x="482" y="74"/>
                        <a:pt x="482" y="74"/>
                      </a:cubicBezTo>
                      <a:cubicBezTo>
                        <a:pt x="482" y="73"/>
                        <a:pt x="481" y="72"/>
                        <a:pt x="480" y="71"/>
                      </a:cubicBezTo>
                      <a:cubicBezTo>
                        <a:pt x="481" y="72"/>
                        <a:pt x="482" y="73"/>
                        <a:pt x="483" y="74"/>
                      </a:cubicBezTo>
                      <a:cubicBezTo>
                        <a:pt x="484" y="75"/>
                        <a:pt x="485" y="76"/>
                        <a:pt x="486" y="77"/>
                      </a:cubicBezTo>
                      <a:cubicBezTo>
                        <a:pt x="486" y="77"/>
                        <a:pt x="487" y="78"/>
                        <a:pt x="487" y="77"/>
                      </a:cubicBezTo>
                      <a:cubicBezTo>
                        <a:pt x="488" y="77"/>
                        <a:pt x="489" y="77"/>
                        <a:pt x="489" y="76"/>
                      </a:cubicBezTo>
                      <a:cubicBezTo>
                        <a:pt x="491" y="77"/>
                        <a:pt x="492" y="76"/>
                        <a:pt x="493" y="76"/>
                      </a:cubicBezTo>
                      <a:cubicBezTo>
                        <a:pt x="495" y="76"/>
                        <a:pt x="498" y="75"/>
                        <a:pt x="500" y="75"/>
                      </a:cubicBezTo>
                      <a:cubicBezTo>
                        <a:pt x="500" y="75"/>
                        <a:pt x="500" y="75"/>
                        <a:pt x="500" y="75"/>
                      </a:cubicBezTo>
                      <a:cubicBezTo>
                        <a:pt x="501" y="74"/>
                        <a:pt x="501" y="74"/>
                        <a:pt x="501" y="74"/>
                      </a:cubicBezTo>
                      <a:cubicBezTo>
                        <a:pt x="502" y="74"/>
                        <a:pt x="502" y="75"/>
                        <a:pt x="503" y="74"/>
                      </a:cubicBezTo>
                      <a:cubicBezTo>
                        <a:pt x="503" y="74"/>
                        <a:pt x="504" y="74"/>
                        <a:pt x="505" y="74"/>
                      </a:cubicBezTo>
                      <a:cubicBezTo>
                        <a:pt x="505" y="73"/>
                        <a:pt x="505" y="73"/>
                        <a:pt x="506" y="72"/>
                      </a:cubicBezTo>
                      <a:cubicBezTo>
                        <a:pt x="506" y="72"/>
                        <a:pt x="506" y="72"/>
                        <a:pt x="505" y="72"/>
                      </a:cubicBezTo>
                      <a:cubicBezTo>
                        <a:pt x="505" y="72"/>
                        <a:pt x="505" y="72"/>
                        <a:pt x="505" y="72"/>
                      </a:cubicBezTo>
                      <a:cubicBezTo>
                        <a:pt x="504" y="73"/>
                        <a:pt x="503" y="72"/>
                        <a:pt x="501" y="72"/>
                      </a:cubicBezTo>
                      <a:cubicBezTo>
                        <a:pt x="502" y="71"/>
                        <a:pt x="503" y="71"/>
                        <a:pt x="504" y="71"/>
                      </a:cubicBezTo>
                      <a:cubicBezTo>
                        <a:pt x="505" y="71"/>
                        <a:pt x="505" y="71"/>
                        <a:pt x="505" y="70"/>
                      </a:cubicBezTo>
                      <a:cubicBezTo>
                        <a:pt x="506" y="70"/>
                        <a:pt x="506" y="69"/>
                        <a:pt x="506" y="69"/>
                      </a:cubicBezTo>
                      <a:cubicBezTo>
                        <a:pt x="507" y="70"/>
                        <a:pt x="507" y="69"/>
                        <a:pt x="508" y="69"/>
                      </a:cubicBezTo>
                      <a:cubicBezTo>
                        <a:pt x="508" y="69"/>
                        <a:pt x="509" y="69"/>
                        <a:pt x="510" y="70"/>
                      </a:cubicBezTo>
                      <a:cubicBezTo>
                        <a:pt x="510" y="71"/>
                        <a:pt x="510" y="71"/>
                        <a:pt x="511" y="71"/>
                      </a:cubicBezTo>
                      <a:cubicBezTo>
                        <a:pt x="512" y="71"/>
                        <a:pt x="512" y="71"/>
                        <a:pt x="512" y="70"/>
                      </a:cubicBezTo>
                      <a:cubicBezTo>
                        <a:pt x="514" y="69"/>
                        <a:pt x="514" y="68"/>
                        <a:pt x="513" y="67"/>
                      </a:cubicBezTo>
                      <a:cubicBezTo>
                        <a:pt x="513" y="67"/>
                        <a:pt x="513" y="66"/>
                        <a:pt x="513" y="66"/>
                      </a:cubicBezTo>
                      <a:cubicBezTo>
                        <a:pt x="513" y="66"/>
                        <a:pt x="513" y="67"/>
                        <a:pt x="514" y="67"/>
                      </a:cubicBezTo>
                      <a:cubicBezTo>
                        <a:pt x="515" y="68"/>
                        <a:pt x="515" y="68"/>
                        <a:pt x="516" y="67"/>
                      </a:cubicBezTo>
                      <a:cubicBezTo>
                        <a:pt x="517" y="66"/>
                        <a:pt x="517" y="65"/>
                        <a:pt x="518" y="64"/>
                      </a:cubicBezTo>
                      <a:cubicBezTo>
                        <a:pt x="518" y="64"/>
                        <a:pt x="518" y="64"/>
                        <a:pt x="519" y="64"/>
                      </a:cubicBezTo>
                      <a:cubicBezTo>
                        <a:pt x="520" y="63"/>
                        <a:pt x="521" y="62"/>
                        <a:pt x="522" y="61"/>
                      </a:cubicBezTo>
                      <a:cubicBezTo>
                        <a:pt x="523" y="60"/>
                        <a:pt x="525" y="59"/>
                        <a:pt x="525" y="57"/>
                      </a:cubicBezTo>
                      <a:cubicBezTo>
                        <a:pt x="526" y="57"/>
                        <a:pt x="527" y="57"/>
                        <a:pt x="527" y="56"/>
                      </a:cubicBezTo>
                      <a:cubicBezTo>
                        <a:pt x="527" y="55"/>
                        <a:pt x="527" y="55"/>
                        <a:pt x="527" y="55"/>
                      </a:cubicBezTo>
                      <a:cubicBezTo>
                        <a:pt x="528" y="54"/>
                        <a:pt x="530" y="53"/>
                        <a:pt x="528" y="51"/>
                      </a:cubicBezTo>
                      <a:cubicBezTo>
                        <a:pt x="529" y="51"/>
                        <a:pt x="530" y="50"/>
                        <a:pt x="530" y="50"/>
                      </a:cubicBezTo>
                      <a:cubicBezTo>
                        <a:pt x="531" y="49"/>
                        <a:pt x="532" y="49"/>
                        <a:pt x="532" y="48"/>
                      </a:cubicBezTo>
                      <a:cubicBezTo>
                        <a:pt x="533" y="47"/>
                        <a:pt x="534" y="46"/>
                        <a:pt x="534" y="45"/>
                      </a:cubicBezTo>
                      <a:cubicBezTo>
                        <a:pt x="534" y="43"/>
                        <a:pt x="534" y="40"/>
                        <a:pt x="533" y="38"/>
                      </a:cubicBezTo>
                      <a:close/>
                      <a:moveTo>
                        <a:pt x="393" y="95"/>
                      </a:moveTo>
                      <a:cubicBezTo>
                        <a:pt x="393" y="95"/>
                        <a:pt x="393" y="95"/>
                        <a:pt x="393" y="95"/>
                      </a:cubicBezTo>
                      <a:cubicBezTo>
                        <a:pt x="393" y="95"/>
                        <a:pt x="393" y="95"/>
                        <a:pt x="393" y="95"/>
                      </a:cubicBezTo>
                      <a:close/>
                      <a:moveTo>
                        <a:pt x="377" y="221"/>
                      </a:moveTo>
                      <a:cubicBezTo>
                        <a:pt x="377" y="221"/>
                        <a:pt x="377" y="221"/>
                        <a:pt x="377" y="221"/>
                      </a:cubicBezTo>
                      <a:cubicBezTo>
                        <a:pt x="377" y="221"/>
                        <a:pt x="377" y="221"/>
                        <a:pt x="377" y="221"/>
                      </a:cubicBezTo>
                      <a:close/>
                      <a:moveTo>
                        <a:pt x="361" y="248"/>
                      </a:moveTo>
                      <a:cubicBezTo>
                        <a:pt x="361" y="248"/>
                        <a:pt x="361" y="248"/>
                        <a:pt x="361" y="248"/>
                      </a:cubicBezTo>
                      <a:cubicBezTo>
                        <a:pt x="361" y="248"/>
                        <a:pt x="361" y="248"/>
                        <a:pt x="361" y="248"/>
                      </a:cubicBezTo>
                      <a:cubicBezTo>
                        <a:pt x="361" y="248"/>
                        <a:pt x="361" y="248"/>
                        <a:pt x="361" y="248"/>
                      </a:cubicBezTo>
                      <a:close/>
                      <a:moveTo>
                        <a:pt x="365" y="257"/>
                      </a:moveTo>
                      <a:cubicBezTo>
                        <a:pt x="365" y="256"/>
                        <a:pt x="365" y="256"/>
                        <a:pt x="365" y="256"/>
                      </a:cubicBezTo>
                      <a:cubicBezTo>
                        <a:pt x="365" y="256"/>
                        <a:pt x="365" y="256"/>
                        <a:pt x="365" y="256"/>
                      </a:cubicBezTo>
                      <a:cubicBezTo>
                        <a:pt x="366" y="256"/>
                        <a:pt x="366" y="257"/>
                        <a:pt x="366" y="257"/>
                      </a:cubicBezTo>
                      <a:cubicBezTo>
                        <a:pt x="366" y="257"/>
                        <a:pt x="366" y="257"/>
                        <a:pt x="365" y="257"/>
                      </a:cubicBezTo>
                      <a:close/>
                      <a:moveTo>
                        <a:pt x="413" y="243"/>
                      </a:moveTo>
                      <a:cubicBezTo>
                        <a:pt x="413" y="243"/>
                        <a:pt x="413" y="243"/>
                        <a:pt x="413" y="243"/>
                      </a:cubicBezTo>
                      <a:cubicBezTo>
                        <a:pt x="413" y="243"/>
                        <a:pt x="413" y="243"/>
                        <a:pt x="413" y="243"/>
                      </a:cubicBezTo>
                      <a:cubicBezTo>
                        <a:pt x="413" y="243"/>
                        <a:pt x="413" y="243"/>
                        <a:pt x="413" y="243"/>
                      </a:cubicBezTo>
                      <a:close/>
                      <a:moveTo>
                        <a:pt x="423" y="186"/>
                      </a:moveTo>
                      <a:cubicBezTo>
                        <a:pt x="423" y="186"/>
                        <a:pt x="423" y="186"/>
                        <a:pt x="423" y="186"/>
                      </a:cubicBezTo>
                      <a:cubicBezTo>
                        <a:pt x="423" y="186"/>
                        <a:pt x="423" y="186"/>
                        <a:pt x="423" y="186"/>
                      </a:cubicBezTo>
                      <a:cubicBezTo>
                        <a:pt x="423" y="186"/>
                        <a:pt x="423" y="186"/>
                        <a:pt x="423" y="186"/>
                      </a:cubicBezTo>
                      <a:close/>
                      <a:moveTo>
                        <a:pt x="460" y="142"/>
                      </a:moveTo>
                      <a:cubicBezTo>
                        <a:pt x="460" y="142"/>
                        <a:pt x="460" y="142"/>
                        <a:pt x="460" y="142"/>
                      </a:cubicBezTo>
                      <a:cubicBezTo>
                        <a:pt x="460" y="142"/>
                        <a:pt x="460" y="142"/>
                        <a:pt x="460" y="142"/>
                      </a:cubicBezTo>
                      <a:cubicBezTo>
                        <a:pt x="460" y="142"/>
                        <a:pt x="460" y="142"/>
                        <a:pt x="460" y="142"/>
                      </a:cubicBezTo>
                      <a:close/>
                      <a:moveTo>
                        <a:pt x="501" y="89"/>
                      </a:moveTo>
                      <a:cubicBezTo>
                        <a:pt x="501" y="89"/>
                        <a:pt x="501" y="89"/>
                        <a:pt x="501" y="89"/>
                      </a:cubicBezTo>
                      <a:cubicBezTo>
                        <a:pt x="501" y="89"/>
                        <a:pt x="501" y="89"/>
                        <a:pt x="501" y="89"/>
                      </a:cubicBezTo>
                      <a:cubicBezTo>
                        <a:pt x="501" y="89"/>
                        <a:pt x="501" y="89"/>
                        <a:pt x="501" y="89"/>
                      </a:cubicBezTo>
                      <a:close/>
                      <a:moveTo>
                        <a:pt x="480" y="95"/>
                      </a:moveTo>
                      <a:cubicBezTo>
                        <a:pt x="480" y="95"/>
                        <a:pt x="480" y="95"/>
                        <a:pt x="480" y="95"/>
                      </a:cubicBezTo>
                      <a:cubicBezTo>
                        <a:pt x="480" y="95"/>
                        <a:pt x="480" y="95"/>
                        <a:pt x="480" y="95"/>
                      </a:cubicBezTo>
                      <a:close/>
                      <a:moveTo>
                        <a:pt x="289" y="296"/>
                      </a:moveTo>
                      <a:cubicBezTo>
                        <a:pt x="289" y="295"/>
                        <a:pt x="288" y="294"/>
                        <a:pt x="288" y="293"/>
                      </a:cubicBezTo>
                      <a:cubicBezTo>
                        <a:pt x="287" y="294"/>
                        <a:pt x="287" y="295"/>
                        <a:pt x="288" y="296"/>
                      </a:cubicBezTo>
                      <a:cubicBezTo>
                        <a:pt x="289" y="296"/>
                        <a:pt x="289" y="297"/>
                        <a:pt x="289" y="297"/>
                      </a:cubicBezTo>
                      <a:cubicBezTo>
                        <a:pt x="288" y="298"/>
                        <a:pt x="288" y="299"/>
                        <a:pt x="287" y="298"/>
                      </a:cubicBezTo>
                      <a:cubicBezTo>
                        <a:pt x="286" y="298"/>
                        <a:pt x="285" y="299"/>
                        <a:pt x="285" y="299"/>
                      </a:cubicBezTo>
                      <a:cubicBezTo>
                        <a:pt x="283" y="299"/>
                        <a:pt x="282" y="299"/>
                        <a:pt x="282" y="298"/>
                      </a:cubicBezTo>
                      <a:cubicBezTo>
                        <a:pt x="281" y="298"/>
                        <a:pt x="282" y="299"/>
                        <a:pt x="281" y="299"/>
                      </a:cubicBezTo>
                      <a:cubicBezTo>
                        <a:pt x="280" y="299"/>
                        <a:pt x="280" y="299"/>
                        <a:pt x="279" y="299"/>
                      </a:cubicBezTo>
                      <a:cubicBezTo>
                        <a:pt x="278" y="298"/>
                        <a:pt x="279" y="298"/>
                        <a:pt x="279" y="297"/>
                      </a:cubicBezTo>
                      <a:cubicBezTo>
                        <a:pt x="279" y="297"/>
                        <a:pt x="280" y="296"/>
                        <a:pt x="279" y="296"/>
                      </a:cubicBezTo>
                      <a:cubicBezTo>
                        <a:pt x="279" y="297"/>
                        <a:pt x="278" y="297"/>
                        <a:pt x="278" y="299"/>
                      </a:cubicBezTo>
                      <a:cubicBezTo>
                        <a:pt x="278" y="299"/>
                        <a:pt x="278" y="299"/>
                        <a:pt x="277" y="299"/>
                      </a:cubicBezTo>
                      <a:cubicBezTo>
                        <a:pt x="276" y="300"/>
                        <a:pt x="275" y="299"/>
                        <a:pt x="273" y="299"/>
                      </a:cubicBezTo>
                      <a:cubicBezTo>
                        <a:pt x="272" y="298"/>
                        <a:pt x="272" y="297"/>
                        <a:pt x="272" y="296"/>
                      </a:cubicBezTo>
                      <a:cubicBezTo>
                        <a:pt x="272" y="295"/>
                        <a:pt x="272" y="294"/>
                        <a:pt x="272" y="294"/>
                      </a:cubicBezTo>
                      <a:cubicBezTo>
                        <a:pt x="271" y="293"/>
                        <a:pt x="272" y="293"/>
                        <a:pt x="272" y="293"/>
                      </a:cubicBezTo>
                      <a:cubicBezTo>
                        <a:pt x="273" y="293"/>
                        <a:pt x="274" y="293"/>
                        <a:pt x="275" y="293"/>
                      </a:cubicBezTo>
                      <a:cubicBezTo>
                        <a:pt x="274" y="292"/>
                        <a:pt x="273" y="292"/>
                        <a:pt x="273" y="292"/>
                      </a:cubicBezTo>
                      <a:cubicBezTo>
                        <a:pt x="273" y="292"/>
                        <a:pt x="273" y="292"/>
                        <a:pt x="273" y="292"/>
                      </a:cubicBezTo>
                      <a:cubicBezTo>
                        <a:pt x="273" y="292"/>
                        <a:pt x="273" y="291"/>
                        <a:pt x="273" y="291"/>
                      </a:cubicBezTo>
                      <a:cubicBezTo>
                        <a:pt x="273" y="291"/>
                        <a:pt x="273" y="291"/>
                        <a:pt x="272" y="291"/>
                      </a:cubicBezTo>
                      <a:cubicBezTo>
                        <a:pt x="272" y="291"/>
                        <a:pt x="271" y="292"/>
                        <a:pt x="271" y="291"/>
                      </a:cubicBezTo>
                      <a:cubicBezTo>
                        <a:pt x="271" y="290"/>
                        <a:pt x="271" y="290"/>
                        <a:pt x="270" y="290"/>
                      </a:cubicBezTo>
                      <a:cubicBezTo>
                        <a:pt x="271" y="290"/>
                        <a:pt x="271" y="289"/>
                        <a:pt x="271" y="289"/>
                      </a:cubicBezTo>
                      <a:cubicBezTo>
                        <a:pt x="272" y="288"/>
                        <a:pt x="271" y="288"/>
                        <a:pt x="270" y="288"/>
                      </a:cubicBezTo>
                      <a:cubicBezTo>
                        <a:pt x="272" y="287"/>
                        <a:pt x="273" y="287"/>
                        <a:pt x="275" y="287"/>
                      </a:cubicBezTo>
                      <a:cubicBezTo>
                        <a:pt x="274" y="286"/>
                        <a:pt x="273" y="287"/>
                        <a:pt x="273" y="286"/>
                      </a:cubicBezTo>
                      <a:cubicBezTo>
                        <a:pt x="274" y="286"/>
                        <a:pt x="275" y="286"/>
                        <a:pt x="276" y="286"/>
                      </a:cubicBezTo>
                      <a:cubicBezTo>
                        <a:pt x="276" y="286"/>
                        <a:pt x="277" y="286"/>
                        <a:pt x="277" y="285"/>
                      </a:cubicBezTo>
                      <a:cubicBezTo>
                        <a:pt x="277" y="285"/>
                        <a:pt x="276" y="285"/>
                        <a:pt x="276" y="285"/>
                      </a:cubicBezTo>
                      <a:cubicBezTo>
                        <a:pt x="275" y="285"/>
                        <a:pt x="274" y="286"/>
                        <a:pt x="273" y="285"/>
                      </a:cubicBezTo>
                      <a:cubicBezTo>
                        <a:pt x="274" y="285"/>
                        <a:pt x="275" y="285"/>
                        <a:pt x="275" y="285"/>
                      </a:cubicBezTo>
                      <a:cubicBezTo>
                        <a:pt x="275" y="285"/>
                        <a:pt x="275" y="285"/>
                        <a:pt x="275" y="285"/>
                      </a:cubicBezTo>
                      <a:cubicBezTo>
                        <a:pt x="274" y="284"/>
                        <a:pt x="275" y="284"/>
                        <a:pt x="275" y="284"/>
                      </a:cubicBezTo>
                      <a:cubicBezTo>
                        <a:pt x="276" y="284"/>
                        <a:pt x="276" y="284"/>
                        <a:pt x="277" y="283"/>
                      </a:cubicBezTo>
                      <a:cubicBezTo>
                        <a:pt x="277" y="282"/>
                        <a:pt x="275" y="283"/>
                        <a:pt x="276" y="282"/>
                      </a:cubicBezTo>
                      <a:cubicBezTo>
                        <a:pt x="277" y="281"/>
                        <a:pt x="277" y="281"/>
                        <a:pt x="277" y="281"/>
                      </a:cubicBezTo>
                      <a:cubicBezTo>
                        <a:pt x="274" y="281"/>
                        <a:pt x="270" y="283"/>
                        <a:pt x="267" y="283"/>
                      </a:cubicBezTo>
                      <a:cubicBezTo>
                        <a:pt x="267" y="283"/>
                        <a:pt x="266" y="284"/>
                        <a:pt x="266" y="283"/>
                      </a:cubicBezTo>
                      <a:cubicBezTo>
                        <a:pt x="265" y="283"/>
                        <a:pt x="264" y="283"/>
                        <a:pt x="263" y="284"/>
                      </a:cubicBezTo>
                      <a:cubicBezTo>
                        <a:pt x="262" y="284"/>
                        <a:pt x="262" y="285"/>
                        <a:pt x="260" y="284"/>
                      </a:cubicBezTo>
                      <a:cubicBezTo>
                        <a:pt x="260" y="284"/>
                        <a:pt x="259" y="284"/>
                        <a:pt x="258" y="285"/>
                      </a:cubicBezTo>
                      <a:cubicBezTo>
                        <a:pt x="258" y="285"/>
                        <a:pt x="257" y="286"/>
                        <a:pt x="257" y="286"/>
                      </a:cubicBezTo>
                      <a:cubicBezTo>
                        <a:pt x="257" y="285"/>
                        <a:pt x="256" y="285"/>
                        <a:pt x="256" y="284"/>
                      </a:cubicBezTo>
                      <a:cubicBezTo>
                        <a:pt x="256" y="284"/>
                        <a:pt x="256" y="284"/>
                        <a:pt x="256" y="283"/>
                      </a:cubicBezTo>
                      <a:cubicBezTo>
                        <a:pt x="256" y="283"/>
                        <a:pt x="256" y="283"/>
                        <a:pt x="256" y="282"/>
                      </a:cubicBezTo>
                      <a:cubicBezTo>
                        <a:pt x="256" y="282"/>
                        <a:pt x="257" y="283"/>
                        <a:pt x="257" y="282"/>
                      </a:cubicBezTo>
                      <a:cubicBezTo>
                        <a:pt x="256" y="281"/>
                        <a:pt x="258" y="281"/>
                        <a:pt x="258" y="280"/>
                      </a:cubicBezTo>
                      <a:cubicBezTo>
                        <a:pt x="259" y="279"/>
                        <a:pt x="260" y="280"/>
                        <a:pt x="261" y="281"/>
                      </a:cubicBezTo>
                      <a:cubicBezTo>
                        <a:pt x="261" y="280"/>
                        <a:pt x="261" y="280"/>
                        <a:pt x="261" y="280"/>
                      </a:cubicBezTo>
                      <a:cubicBezTo>
                        <a:pt x="260" y="279"/>
                        <a:pt x="260" y="279"/>
                        <a:pt x="261" y="278"/>
                      </a:cubicBezTo>
                      <a:cubicBezTo>
                        <a:pt x="261" y="278"/>
                        <a:pt x="261" y="278"/>
                        <a:pt x="260" y="278"/>
                      </a:cubicBezTo>
                      <a:cubicBezTo>
                        <a:pt x="260" y="278"/>
                        <a:pt x="259" y="279"/>
                        <a:pt x="259" y="278"/>
                      </a:cubicBezTo>
                      <a:cubicBezTo>
                        <a:pt x="259" y="277"/>
                        <a:pt x="259" y="276"/>
                        <a:pt x="260" y="276"/>
                      </a:cubicBezTo>
                      <a:cubicBezTo>
                        <a:pt x="260" y="276"/>
                        <a:pt x="261" y="276"/>
                        <a:pt x="261" y="276"/>
                      </a:cubicBezTo>
                      <a:cubicBezTo>
                        <a:pt x="262" y="275"/>
                        <a:pt x="263" y="275"/>
                        <a:pt x="263" y="276"/>
                      </a:cubicBezTo>
                      <a:cubicBezTo>
                        <a:pt x="263" y="277"/>
                        <a:pt x="264" y="277"/>
                        <a:pt x="264" y="277"/>
                      </a:cubicBezTo>
                      <a:cubicBezTo>
                        <a:pt x="265" y="277"/>
                        <a:pt x="265" y="277"/>
                        <a:pt x="265" y="278"/>
                      </a:cubicBezTo>
                      <a:cubicBezTo>
                        <a:pt x="265" y="279"/>
                        <a:pt x="266" y="279"/>
                        <a:pt x="267" y="279"/>
                      </a:cubicBezTo>
                      <a:cubicBezTo>
                        <a:pt x="267" y="278"/>
                        <a:pt x="267" y="279"/>
                        <a:pt x="268" y="279"/>
                      </a:cubicBezTo>
                      <a:cubicBezTo>
                        <a:pt x="268" y="278"/>
                        <a:pt x="268" y="278"/>
                        <a:pt x="268" y="277"/>
                      </a:cubicBezTo>
                      <a:cubicBezTo>
                        <a:pt x="267" y="278"/>
                        <a:pt x="267" y="278"/>
                        <a:pt x="266" y="278"/>
                      </a:cubicBezTo>
                      <a:cubicBezTo>
                        <a:pt x="266" y="278"/>
                        <a:pt x="265" y="278"/>
                        <a:pt x="266" y="278"/>
                      </a:cubicBezTo>
                      <a:cubicBezTo>
                        <a:pt x="266" y="277"/>
                        <a:pt x="266" y="276"/>
                        <a:pt x="265" y="276"/>
                      </a:cubicBezTo>
                      <a:cubicBezTo>
                        <a:pt x="264" y="276"/>
                        <a:pt x="264" y="275"/>
                        <a:pt x="264" y="275"/>
                      </a:cubicBezTo>
                      <a:cubicBezTo>
                        <a:pt x="264" y="274"/>
                        <a:pt x="264" y="273"/>
                        <a:pt x="265" y="273"/>
                      </a:cubicBezTo>
                      <a:cubicBezTo>
                        <a:pt x="266" y="273"/>
                        <a:pt x="266" y="273"/>
                        <a:pt x="266" y="272"/>
                      </a:cubicBezTo>
                      <a:cubicBezTo>
                        <a:pt x="265" y="272"/>
                        <a:pt x="265" y="273"/>
                        <a:pt x="264" y="273"/>
                      </a:cubicBezTo>
                      <a:cubicBezTo>
                        <a:pt x="263" y="273"/>
                        <a:pt x="263" y="273"/>
                        <a:pt x="262" y="272"/>
                      </a:cubicBezTo>
                      <a:cubicBezTo>
                        <a:pt x="262" y="271"/>
                        <a:pt x="262" y="271"/>
                        <a:pt x="262" y="270"/>
                      </a:cubicBezTo>
                      <a:cubicBezTo>
                        <a:pt x="262" y="270"/>
                        <a:pt x="262" y="270"/>
                        <a:pt x="262" y="270"/>
                      </a:cubicBezTo>
                      <a:cubicBezTo>
                        <a:pt x="263" y="269"/>
                        <a:pt x="263" y="267"/>
                        <a:pt x="265" y="267"/>
                      </a:cubicBezTo>
                      <a:cubicBezTo>
                        <a:pt x="265" y="267"/>
                        <a:pt x="266" y="266"/>
                        <a:pt x="266" y="266"/>
                      </a:cubicBezTo>
                      <a:cubicBezTo>
                        <a:pt x="265" y="266"/>
                        <a:pt x="264" y="266"/>
                        <a:pt x="264" y="266"/>
                      </a:cubicBezTo>
                      <a:cubicBezTo>
                        <a:pt x="263" y="267"/>
                        <a:pt x="262" y="266"/>
                        <a:pt x="261" y="267"/>
                      </a:cubicBezTo>
                      <a:cubicBezTo>
                        <a:pt x="261" y="267"/>
                        <a:pt x="260" y="266"/>
                        <a:pt x="260" y="266"/>
                      </a:cubicBezTo>
                      <a:cubicBezTo>
                        <a:pt x="262" y="265"/>
                        <a:pt x="261" y="264"/>
                        <a:pt x="261" y="263"/>
                      </a:cubicBezTo>
                      <a:cubicBezTo>
                        <a:pt x="261" y="263"/>
                        <a:pt x="261" y="263"/>
                        <a:pt x="261" y="263"/>
                      </a:cubicBezTo>
                      <a:cubicBezTo>
                        <a:pt x="262" y="263"/>
                        <a:pt x="262" y="262"/>
                        <a:pt x="262" y="262"/>
                      </a:cubicBezTo>
                      <a:cubicBezTo>
                        <a:pt x="261" y="262"/>
                        <a:pt x="261" y="262"/>
                        <a:pt x="261" y="261"/>
                      </a:cubicBezTo>
                      <a:cubicBezTo>
                        <a:pt x="262" y="261"/>
                        <a:pt x="262" y="260"/>
                        <a:pt x="263" y="260"/>
                      </a:cubicBezTo>
                      <a:cubicBezTo>
                        <a:pt x="264" y="260"/>
                        <a:pt x="265" y="260"/>
                        <a:pt x="265" y="261"/>
                      </a:cubicBezTo>
                      <a:cubicBezTo>
                        <a:pt x="266" y="261"/>
                        <a:pt x="266" y="262"/>
                        <a:pt x="266" y="262"/>
                      </a:cubicBezTo>
                      <a:cubicBezTo>
                        <a:pt x="267" y="263"/>
                        <a:pt x="268" y="263"/>
                        <a:pt x="267" y="264"/>
                      </a:cubicBezTo>
                      <a:cubicBezTo>
                        <a:pt x="267" y="265"/>
                        <a:pt x="267" y="266"/>
                        <a:pt x="268" y="266"/>
                      </a:cubicBezTo>
                      <a:cubicBezTo>
                        <a:pt x="269" y="266"/>
                        <a:pt x="270" y="267"/>
                        <a:pt x="270" y="268"/>
                      </a:cubicBezTo>
                      <a:cubicBezTo>
                        <a:pt x="270" y="268"/>
                        <a:pt x="271" y="269"/>
                        <a:pt x="271" y="270"/>
                      </a:cubicBezTo>
                      <a:cubicBezTo>
                        <a:pt x="271" y="270"/>
                        <a:pt x="271" y="271"/>
                        <a:pt x="271" y="271"/>
                      </a:cubicBezTo>
                      <a:cubicBezTo>
                        <a:pt x="273" y="271"/>
                        <a:pt x="273" y="272"/>
                        <a:pt x="274" y="273"/>
                      </a:cubicBezTo>
                      <a:cubicBezTo>
                        <a:pt x="274" y="274"/>
                        <a:pt x="275" y="274"/>
                        <a:pt x="275" y="275"/>
                      </a:cubicBezTo>
                      <a:cubicBezTo>
                        <a:pt x="276" y="275"/>
                        <a:pt x="276" y="275"/>
                        <a:pt x="276" y="275"/>
                      </a:cubicBezTo>
                      <a:cubicBezTo>
                        <a:pt x="277" y="274"/>
                        <a:pt x="278" y="274"/>
                        <a:pt x="278" y="273"/>
                      </a:cubicBezTo>
                      <a:cubicBezTo>
                        <a:pt x="278" y="273"/>
                        <a:pt x="278" y="273"/>
                        <a:pt x="277" y="273"/>
                      </a:cubicBezTo>
                      <a:cubicBezTo>
                        <a:pt x="276" y="274"/>
                        <a:pt x="275" y="274"/>
                        <a:pt x="275" y="272"/>
                      </a:cubicBezTo>
                      <a:cubicBezTo>
                        <a:pt x="274" y="271"/>
                        <a:pt x="274" y="270"/>
                        <a:pt x="273" y="269"/>
                      </a:cubicBezTo>
                      <a:cubicBezTo>
                        <a:pt x="273" y="268"/>
                        <a:pt x="275" y="268"/>
                        <a:pt x="275" y="268"/>
                      </a:cubicBezTo>
                      <a:cubicBezTo>
                        <a:pt x="277" y="270"/>
                        <a:pt x="277" y="269"/>
                        <a:pt x="279" y="268"/>
                      </a:cubicBezTo>
                      <a:cubicBezTo>
                        <a:pt x="278" y="268"/>
                        <a:pt x="277" y="269"/>
                        <a:pt x="276" y="268"/>
                      </a:cubicBezTo>
                      <a:cubicBezTo>
                        <a:pt x="275" y="267"/>
                        <a:pt x="274" y="267"/>
                        <a:pt x="273" y="267"/>
                      </a:cubicBezTo>
                      <a:cubicBezTo>
                        <a:pt x="272" y="267"/>
                        <a:pt x="271" y="266"/>
                        <a:pt x="272" y="265"/>
                      </a:cubicBezTo>
                      <a:cubicBezTo>
                        <a:pt x="272" y="264"/>
                        <a:pt x="272" y="264"/>
                        <a:pt x="273" y="265"/>
                      </a:cubicBezTo>
                      <a:cubicBezTo>
                        <a:pt x="273" y="265"/>
                        <a:pt x="274" y="265"/>
                        <a:pt x="274" y="264"/>
                      </a:cubicBezTo>
                      <a:cubicBezTo>
                        <a:pt x="274" y="265"/>
                        <a:pt x="275" y="265"/>
                        <a:pt x="275" y="265"/>
                      </a:cubicBezTo>
                      <a:cubicBezTo>
                        <a:pt x="275" y="263"/>
                        <a:pt x="273" y="263"/>
                        <a:pt x="274" y="262"/>
                      </a:cubicBezTo>
                      <a:cubicBezTo>
                        <a:pt x="273" y="262"/>
                        <a:pt x="272" y="262"/>
                        <a:pt x="270" y="262"/>
                      </a:cubicBezTo>
                      <a:cubicBezTo>
                        <a:pt x="270" y="262"/>
                        <a:pt x="270" y="262"/>
                        <a:pt x="270" y="262"/>
                      </a:cubicBezTo>
                      <a:cubicBezTo>
                        <a:pt x="269" y="261"/>
                        <a:pt x="269" y="260"/>
                        <a:pt x="269" y="260"/>
                      </a:cubicBezTo>
                      <a:cubicBezTo>
                        <a:pt x="268" y="259"/>
                        <a:pt x="268" y="258"/>
                        <a:pt x="269" y="258"/>
                      </a:cubicBezTo>
                      <a:cubicBezTo>
                        <a:pt x="270" y="258"/>
                        <a:pt x="270" y="258"/>
                        <a:pt x="270" y="257"/>
                      </a:cubicBezTo>
                      <a:cubicBezTo>
                        <a:pt x="270" y="256"/>
                        <a:pt x="270" y="256"/>
                        <a:pt x="271" y="256"/>
                      </a:cubicBezTo>
                      <a:cubicBezTo>
                        <a:pt x="271" y="256"/>
                        <a:pt x="271" y="256"/>
                        <a:pt x="272" y="255"/>
                      </a:cubicBezTo>
                      <a:cubicBezTo>
                        <a:pt x="273" y="254"/>
                        <a:pt x="274" y="254"/>
                        <a:pt x="275" y="255"/>
                      </a:cubicBezTo>
                      <a:cubicBezTo>
                        <a:pt x="275" y="255"/>
                        <a:pt x="276" y="255"/>
                        <a:pt x="276" y="255"/>
                      </a:cubicBezTo>
                      <a:cubicBezTo>
                        <a:pt x="276" y="255"/>
                        <a:pt x="276" y="255"/>
                        <a:pt x="276" y="255"/>
                      </a:cubicBezTo>
                      <a:cubicBezTo>
                        <a:pt x="277" y="254"/>
                        <a:pt x="277" y="254"/>
                        <a:pt x="277" y="255"/>
                      </a:cubicBezTo>
                      <a:cubicBezTo>
                        <a:pt x="278" y="255"/>
                        <a:pt x="277" y="255"/>
                        <a:pt x="277" y="256"/>
                      </a:cubicBezTo>
                      <a:cubicBezTo>
                        <a:pt x="278" y="256"/>
                        <a:pt x="278" y="256"/>
                        <a:pt x="278" y="257"/>
                      </a:cubicBezTo>
                      <a:cubicBezTo>
                        <a:pt x="278" y="257"/>
                        <a:pt x="279" y="257"/>
                        <a:pt x="279" y="258"/>
                      </a:cubicBezTo>
                      <a:cubicBezTo>
                        <a:pt x="280" y="258"/>
                        <a:pt x="280" y="259"/>
                        <a:pt x="280" y="260"/>
                      </a:cubicBezTo>
                      <a:cubicBezTo>
                        <a:pt x="280" y="260"/>
                        <a:pt x="280" y="261"/>
                        <a:pt x="280" y="261"/>
                      </a:cubicBezTo>
                      <a:cubicBezTo>
                        <a:pt x="280" y="261"/>
                        <a:pt x="280" y="261"/>
                        <a:pt x="281" y="261"/>
                      </a:cubicBezTo>
                      <a:cubicBezTo>
                        <a:pt x="281" y="261"/>
                        <a:pt x="281" y="261"/>
                        <a:pt x="281" y="261"/>
                      </a:cubicBezTo>
                      <a:cubicBezTo>
                        <a:pt x="281" y="260"/>
                        <a:pt x="280" y="260"/>
                        <a:pt x="281" y="259"/>
                      </a:cubicBezTo>
                      <a:cubicBezTo>
                        <a:pt x="282" y="259"/>
                        <a:pt x="282" y="260"/>
                        <a:pt x="282" y="260"/>
                      </a:cubicBezTo>
                      <a:cubicBezTo>
                        <a:pt x="282" y="260"/>
                        <a:pt x="282" y="259"/>
                        <a:pt x="282" y="259"/>
                      </a:cubicBezTo>
                      <a:cubicBezTo>
                        <a:pt x="281" y="258"/>
                        <a:pt x="281" y="257"/>
                        <a:pt x="281" y="257"/>
                      </a:cubicBezTo>
                      <a:cubicBezTo>
                        <a:pt x="281" y="256"/>
                        <a:pt x="281" y="255"/>
                        <a:pt x="282" y="255"/>
                      </a:cubicBezTo>
                      <a:cubicBezTo>
                        <a:pt x="282" y="255"/>
                        <a:pt x="283" y="255"/>
                        <a:pt x="284" y="255"/>
                      </a:cubicBezTo>
                      <a:cubicBezTo>
                        <a:pt x="284" y="255"/>
                        <a:pt x="284" y="255"/>
                        <a:pt x="285" y="255"/>
                      </a:cubicBezTo>
                      <a:cubicBezTo>
                        <a:pt x="285" y="255"/>
                        <a:pt x="285" y="255"/>
                        <a:pt x="285" y="254"/>
                      </a:cubicBezTo>
                      <a:cubicBezTo>
                        <a:pt x="285" y="254"/>
                        <a:pt x="284" y="254"/>
                        <a:pt x="284" y="254"/>
                      </a:cubicBezTo>
                      <a:cubicBezTo>
                        <a:pt x="284" y="254"/>
                        <a:pt x="284" y="254"/>
                        <a:pt x="283" y="254"/>
                      </a:cubicBezTo>
                      <a:cubicBezTo>
                        <a:pt x="283" y="254"/>
                        <a:pt x="283" y="254"/>
                        <a:pt x="283" y="254"/>
                      </a:cubicBezTo>
                      <a:cubicBezTo>
                        <a:pt x="283" y="253"/>
                        <a:pt x="283" y="253"/>
                        <a:pt x="283" y="253"/>
                      </a:cubicBezTo>
                      <a:cubicBezTo>
                        <a:pt x="284" y="252"/>
                        <a:pt x="285" y="253"/>
                        <a:pt x="285" y="254"/>
                      </a:cubicBezTo>
                      <a:cubicBezTo>
                        <a:pt x="285" y="255"/>
                        <a:pt x="286" y="255"/>
                        <a:pt x="287" y="256"/>
                      </a:cubicBezTo>
                      <a:cubicBezTo>
                        <a:pt x="286" y="256"/>
                        <a:pt x="286" y="256"/>
                        <a:pt x="286" y="256"/>
                      </a:cubicBezTo>
                      <a:cubicBezTo>
                        <a:pt x="286" y="257"/>
                        <a:pt x="286" y="257"/>
                        <a:pt x="286" y="257"/>
                      </a:cubicBezTo>
                      <a:cubicBezTo>
                        <a:pt x="287" y="257"/>
                        <a:pt x="287" y="257"/>
                        <a:pt x="287" y="257"/>
                      </a:cubicBezTo>
                      <a:cubicBezTo>
                        <a:pt x="287" y="258"/>
                        <a:pt x="289" y="258"/>
                        <a:pt x="289" y="258"/>
                      </a:cubicBezTo>
                      <a:cubicBezTo>
                        <a:pt x="290" y="258"/>
                        <a:pt x="290" y="259"/>
                        <a:pt x="290" y="259"/>
                      </a:cubicBezTo>
                      <a:cubicBezTo>
                        <a:pt x="290" y="261"/>
                        <a:pt x="290" y="262"/>
                        <a:pt x="290" y="263"/>
                      </a:cubicBezTo>
                      <a:cubicBezTo>
                        <a:pt x="289" y="264"/>
                        <a:pt x="290" y="265"/>
                        <a:pt x="291" y="266"/>
                      </a:cubicBezTo>
                      <a:cubicBezTo>
                        <a:pt x="291" y="267"/>
                        <a:pt x="292" y="268"/>
                        <a:pt x="291" y="269"/>
                      </a:cubicBezTo>
                      <a:cubicBezTo>
                        <a:pt x="291" y="269"/>
                        <a:pt x="291" y="270"/>
                        <a:pt x="291" y="270"/>
                      </a:cubicBezTo>
                      <a:cubicBezTo>
                        <a:pt x="291" y="272"/>
                        <a:pt x="290" y="273"/>
                        <a:pt x="291" y="275"/>
                      </a:cubicBezTo>
                      <a:cubicBezTo>
                        <a:pt x="291" y="275"/>
                        <a:pt x="291" y="275"/>
                        <a:pt x="291" y="276"/>
                      </a:cubicBezTo>
                      <a:cubicBezTo>
                        <a:pt x="291" y="277"/>
                        <a:pt x="290" y="278"/>
                        <a:pt x="288" y="279"/>
                      </a:cubicBezTo>
                      <a:cubicBezTo>
                        <a:pt x="290" y="279"/>
                        <a:pt x="291" y="281"/>
                        <a:pt x="292" y="281"/>
                      </a:cubicBezTo>
                      <a:cubicBezTo>
                        <a:pt x="293" y="281"/>
                        <a:pt x="292" y="281"/>
                        <a:pt x="292" y="282"/>
                      </a:cubicBezTo>
                      <a:cubicBezTo>
                        <a:pt x="292" y="284"/>
                        <a:pt x="292" y="286"/>
                        <a:pt x="293" y="288"/>
                      </a:cubicBezTo>
                      <a:cubicBezTo>
                        <a:pt x="292" y="288"/>
                        <a:pt x="292" y="288"/>
                        <a:pt x="292" y="287"/>
                      </a:cubicBezTo>
                      <a:cubicBezTo>
                        <a:pt x="292" y="286"/>
                        <a:pt x="291" y="285"/>
                        <a:pt x="290" y="284"/>
                      </a:cubicBezTo>
                      <a:cubicBezTo>
                        <a:pt x="290" y="284"/>
                        <a:pt x="290" y="284"/>
                        <a:pt x="290" y="284"/>
                      </a:cubicBezTo>
                      <a:cubicBezTo>
                        <a:pt x="290" y="284"/>
                        <a:pt x="289" y="284"/>
                        <a:pt x="289" y="285"/>
                      </a:cubicBezTo>
                      <a:cubicBezTo>
                        <a:pt x="290" y="285"/>
                        <a:pt x="290" y="286"/>
                        <a:pt x="290" y="287"/>
                      </a:cubicBezTo>
                      <a:cubicBezTo>
                        <a:pt x="290" y="287"/>
                        <a:pt x="289" y="287"/>
                        <a:pt x="289" y="287"/>
                      </a:cubicBezTo>
                      <a:cubicBezTo>
                        <a:pt x="289" y="285"/>
                        <a:pt x="288" y="285"/>
                        <a:pt x="288" y="286"/>
                      </a:cubicBezTo>
                      <a:cubicBezTo>
                        <a:pt x="288" y="287"/>
                        <a:pt x="289" y="287"/>
                        <a:pt x="289" y="288"/>
                      </a:cubicBezTo>
                      <a:cubicBezTo>
                        <a:pt x="289" y="288"/>
                        <a:pt x="288" y="288"/>
                        <a:pt x="288" y="288"/>
                      </a:cubicBezTo>
                      <a:cubicBezTo>
                        <a:pt x="288" y="289"/>
                        <a:pt x="289" y="289"/>
                        <a:pt x="289" y="289"/>
                      </a:cubicBezTo>
                      <a:cubicBezTo>
                        <a:pt x="288" y="290"/>
                        <a:pt x="288" y="289"/>
                        <a:pt x="287" y="289"/>
                      </a:cubicBezTo>
                      <a:cubicBezTo>
                        <a:pt x="287" y="290"/>
                        <a:pt x="287" y="290"/>
                        <a:pt x="287" y="290"/>
                      </a:cubicBezTo>
                      <a:cubicBezTo>
                        <a:pt x="287" y="290"/>
                        <a:pt x="287" y="291"/>
                        <a:pt x="287" y="291"/>
                      </a:cubicBezTo>
                      <a:cubicBezTo>
                        <a:pt x="287" y="291"/>
                        <a:pt x="287" y="291"/>
                        <a:pt x="288" y="291"/>
                      </a:cubicBezTo>
                      <a:cubicBezTo>
                        <a:pt x="288" y="291"/>
                        <a:pt x="288" y="291"/>
                        <a:pt x="288" y="291"/>
                      </a:cubicBezTo>
                      <a:cubicBezTo>
                        <a:pt x="288" y="291"/>
                        <a:pt x="288" y="292"/>
                        <a:pt x="288" y="291"/>
                      </a:cubicBezTo>
                      <a:cubicBezTo>
                        <a:pt x="289" y="291"/>
                        <a:pt x="289" y="292"/>
                        <a:pt x="289" y="293"/>
                      </a:cubicBezTo>
                      <a:cubicBezTo>
                        <a:pt x="290" y="293"/>
                        <a:pt x="290" y="294"/>
                        <a:pt x="291" y="295"/>
                      </a:cubicBezTo>
                      <a:cubicBezTo>
                        <a:pt x="291" y="295"/>
                        <a:pt x="291" y="295"/>
                        <a:pt x="291" y="296"/>
                      </a:cubicBezTo>
                      <a:cubicBezTo>
                        <a:pt x="290" y="296"/>
                        <a:pt x="290" y="296"/>
                        <a:pt x="289" y="296"/>
                      </a:cubicBezTo>
                      <a:close/>
                      <a:moveTo>
                        <a:pt x="309" y="229"/>
                      </a:moveTo>
                      <a:cubicBezTo>
                        <a:pt x="308" y="229"/>
                        <a:pt x="307" y="230"/>
                        <a:pt x="306" y="230"/>
                      </a:cubicBezTo>
                      <a:cubicBezTo>
                        <a:pt x="304" y="230"/>
                        <a:pt x="303" y="230"/>
                        <a:pt x="302" y="229"/>
                      </a:cubicBezTo>
                      <a:cubicBezTo>
                        <a:pt x="301" y="228"/>
                        <a:pt x="300" y="227"/>
                        <a:pt x="300" y="225"/>
                      </a:cubicBezTo>
                      <a:cubicBezTo>
                        <a:pt x="299" y="222"/>
                        <a:pt x="301" y="220"/>
                        <a:pt x="304" y="220"/>
                      </a:cubicBezTo>
                      <a:cubicBezTo>
                        <a:pt x="305" y="220"/>
                        <a:pt x="304" y="219"/>
                        <a:pt x="305" y="219"/>
                      </a:cubicBezTo>
                      <a:cubicBezTo>
                        <a:pt x="305" y="219"/>
                        <a:pt x="305" y="220"/>
                        <a:pt x="305" y="220"/>
                      </a:cubicBezTo>
                      <a:cubicBezTo>
                        <a:pt x="305" y="221"/>
                        <a:pt x="305" y="221"/>
                        <a:pt x="306" y="221"/>
                      </a:cubicBezTo>
                      <a:cubicBezTo>
                        <a:pt x="308" y="221"/>
                        <a:pt x="308" y="219"/>
                        <a:pt x="310" y="220"/>
                      </a:cubicBezTo>
                      <a:cubicBezTo>
                        <a:pt x="310" y="220"/>
                        <a:pt x="311" y="219"/>
                        <a:pt x="311" y="220"/>
                      </a:cubicBezTo>
                      <a:cubicBezTo>
                        <a:pt x="312" y="221"/>
                        <a:pt x="313" y="220"/>
                        <a:pt x="314" y="221"/>
                      </a:cubicBezTo>
                      <a:cubicBezTo>
                        <a:pt x="315" y="221"/>
                        <a:pt x="316" y="221"/>
                        <a:pt x="317" y="220"/>
                      </a:cubicBezTo>
                      <a:cubicBezTo>
                        <a:pt x="317" y="220"/>
                        <a:pt x="317" y="220"/>
                        <a:pt x="318" y="220"/>
                      </a:cubicBezTo>
                      <a:cubicBezTo>
                        <a:pt x="318" y="221"/>
                        <a:pt x="319" y="221"/>
                        <a:pt x="319" y="221"/>
                      </a:cubicBezTo>
                      <a:cubicBezTo>
                        <a:pt x="320" y="222"/>
                        <a:pt x="321" y="223"/>
                        <a:pt x="321" y="224"/>
                      </a:cubicBezTo>
                      <a:cubicBezTo>
                        <a:pt x="321" y="224"/>
                        <a:pt x="321" y="224"/>
                        <a:pt x="320" y="224"/>
                      </a:cubicBezTo>
                      <a:cubicBezTo>
                        <a:pt x="319" y="224"/>
                        <a:pt x="319" y="225"/>
                        <a:pt x="319" y="225"/>
                      </a:cubicBezTo>
                      <a:cubicBezTo>
                        <a:pt x="318" y="227"/>
                        <a:pt x="319" y="228"/>
                        <a:pt x="318" y="229"/>
                      </a:cubicBezTo>
                      <a:cubicBezTo>
                        <a:pt x="318" y="230"/>
                        <a:pt x="318" y="231"/>
                        <a:pt x="317" y="230"/>
                      </a:cubicBezTo>
                      <a:cubicBezTo>
                        <a:pt x="316" y="230"/>
                        <a:pt x="316" y="230"/>
                        <a:pt x="315" y="230"/>
                      </a:cubicBezTo>
                      <a:cubicBezTo>
                        <a:pt x="313" y="230"/>
                        <a:pt x="311" y="229"/>
                        <a:pt x="309" y="229"/>
                      </a:cubicBezTo>
                      <a:close/>
                      <a:moveTo>
                        <a:pt x="343" y="236"/>
                      </a:moveTo>
                      <a:cubicBezTo>
                        <a:pt x="342" y="237"/>
                        <a:pt x="341" y="238"/>
                        <a:pt x="340" y="238"/>
                      </a:cubicBezTo>
                      <a:cubicBezTo>
                        <a:pt x="340" y="238"/>
                        <a:pt x="339" y="237"/>
                        <a:pt x="339" y="237"/>
                      </a:cubicBezTo>
                      <a:cubicBezTo>
                        <a:pt x="337" y="236"/>
                        <a:pt x="335" y="234"/>
                        <a:pt x="334" y="233"/>
                      </a:cubicBezTo>
                      <a:cubicBezTo>
                        <a:pt x="334" y="232"/>
                        <a:pt x="334" y="232"/>
                        <a:pt x="334" y="231"/>
                      </a:cubicBezTo>
                      <a:cubicBezTo>
                        <a:pt x="333" y="230"/>
                        <a:pt x="333" y="229"/>
                        <a:pt x="333" y="228"/>
                      </a:cubicBezTo>
                      <a:cubicBezTo>
                        <a:pt x="333" y="227"/>
                        <a:pt x="334" y="226"/>
                        <a:pt x="334" y="225"/>
                      </a:cubicBezTo>
                      <a:cubicBezTo>
                        <a:pt x="334" y="225"/>
                        <a:pt x="334" y="225"/>
                        <a:pt x="335" y="225"/>
                      </a:cubicBezTo>
                      <a:cubicBezTo>
                        <a:pt x="335" y="224"/>
                        <a:pt x="337" y="224"/>
                        <a:pt x="338" y="224"/>
                      </a:cubicBezTo>
                      <a:cubicBezTo>
                        <a:pt x="338" y="224"/>
                        <a:pt x="338" y="224"/>
                        <a:pt x="339" y="224"/>
                      </a:cubicBezTo>
                      <a:cubicBezTo>
                        <a:pt x="339" y="224"/>
                        <a:pt x="340" y="224"/>
                        <a:pt x="340" y="225"/>
                      </a:cubicBezTo>
                      <a:cubicBezTo>
                        <a:pt x="340" y="226"/>
                        <a:pt x="341" y="226"/>
                        <a:pt x="342" y="227"/>
                      </a:cubicBezTo>
                      <a:cubicBezTo>
                        <a:pt x="343" y="228"/>
                        <a:pt x="344" y="230"/>
                        <a:pt x="343" y="232"/>
                      </a:cubicBezTo>
                      <a:cubicBezTo>
                        <a:pt x="343" y="232"/>
                        <a:pt x="343" y="232"/>
                        <a:pt x="344" y="232"/>
                      </a:cubicBezTo>
                      <a:cubicBezTo>
                        <a:pt x="345" y="234"/>
                        <a:pt x="343" y="235"/>
                        <a:pt x="343" y="236"/>
                      </a:cubicBezTo>
                      <a:close/>
                      <a:moveTo>
                        <a:pt x="274" y="146"/>
                      </a:moveTo>
                      <a:cubicBezTo>
                        <a:pt x="274" y="144"/>
                        <a:pt x="273" y="142"/>
                        <a:pt x="274" y="141"/>
                      </a:cubicBezTo>
                      <a:cubicBezTo>
                        <a:pt x="274" y="140"/>
                        <a:pt x="275" y="139"/>
                        <a:pt x="276" y="138"/>
                      </a:cubicBezTo>
                      <a:cubicBezTo>
                        <a:pt x="276" y="137"/>
                        <a:pt x="277" y="137"/>
                        <a:pt x="278" y="138"/>
                      </a:cubicBezTo>
                      <a:cubicBezTo>
                        <a:pt x="278" y="139"/>
                        <a:pt x="279" y="139"/>
                        <a:pt x="280" y="138"/>
                      </a:cubicBezTo>
                      <a:cubicBezTo>
                        <a:pt x="280" y="138"/>
                        <a:pt x="281" y="138"/>
                        <a:pt x="281" y="138"/>
                      </a:cubicBezTo>
                      <a:cubicBezTo>
                        <a:pt x="281" y="139"/>
                        <a:pt x="282" y="139"/>
                        <a:pt x="283" y="140"/>
                      </a:cubicBezTo>
                      <a:cubicBezTo>
                        <a:pt x="283" y="143"/>
                        <a:pt x="283" y="146"/>
                        <a:pt x="284" y="148"/>
                      </a:cubicBezTo>
                      <a:cubicBezTo>
                        <a:pt x="284" y="150"/>
                        <a:pt x="284" y="152"/>
                        <a:pt x="283" y="153"/>
                      </a:cubicBezTo>
                      <a:cubicBezTo>
                        <a:pt x="283" y="154"/>
                        <a:pt x="283" y="155"/>
                        <a:pt x="282" y="155"/>
                      </a:cubicBezTo>
                      <a:cubicBezTo>
                        <a:pt x="282" y="155"/>
                        <a:pt x="282" y="154"/>
                        <a:pt x="282" y="153"/>
                      </a:cubicBezTo>
                      <a:cubicBezTo>
                        <a:pt x="281" y="153"/>
                        <a:pt x="281" y="152"/>
                        <a:pt x="280" y="152"/>
                      </a:cubicBezTo>
                      <a:cubicBezTo>
                        <a:pt x="279" y="152"/>
                        <a:pt x="279" y="151"/>
                        <a:pt x="279" y="150"/>
                      </a:cubicBezTo>
                      <a:cubicBezTo>
                        <a:pt x="280" y="150"/>
                        <a:pt x="279" y="149"/>
                        <a:pt x="280" y="149"/>
                      </a:cubicBezTo>
                      <a:cubicBezTo>
                        <a:pt x="279" y="148"/>
                        <a:pt x="278" y="147"/>
                        <a:pt x="278" y="147"/>
                      </a:cubicBezTo>
                      <a:cubicBezTo>
                        <a:pt x="277" y="147"/>
                        <a:pt x="276" y="147"/>
                        <a:pt x="276" y="147"/>
                      </a:cubicBezTo>
                      <a:cubicBezTo>
                        <a:pt x="274" y="148"/>
                        <a:pt x="273" y="147"/>
                        <a:pt x="274" y="146"/>
                      </a:cubicBezTo>
                      <a:close/>
                      <a:moveTo>
                        <a:pt x="158" y="270"/>
                      </a:moveTo>
                      <a:cubicBezTo>
                        <a:pt x="158" y="272"/>
                        <a:pt x="156" y="274"/>
                        <a:pt x="156" y="276"/>
                      </a:cubicBezTo>
                      <a:cubicBezTo>
                        <a:pt x="155" y="278"/>
                        <a:pt x="154" y="280"/>
                        <a:pt x="153" y="282"/>
                      </a:cubicBezTo>
                      <a:cubicBezTo>
                        <a:pt x="152" y="283"/>
                        <a:pt x="152" y="284"/>
                        <a:pt x="151" y="285"/>
                      </a:cubicBezTo>
                      <a:cubicBezTo>
                        <a:pt x="151" y="286"/>
                        <a:pt x="150" y="285"/>
                        <a:pt x="149" y="285"/>
                      </a:cubicBezTo>
                      <a:cubicBezTo>
                        <a:pt x="149" y="284"/>
                        <a:pt x="148" y="284"/>
                        <a:pt x="147" y="284"/>
                      </a:cubicBezTo>
                      <a:cubicBezTo>
                        <a:pt x="146" y="284"/>
                        <a:pt x="146" y="284"/>
                        <a:pt x="146" y="283"/>
                      </a:cubicBezTo>
                      <a:cubicBezTo>
                        <a:pt x="145" y="283"/>
                        <a:pt x="145" y="283"/>
                        <a:pt x="145" y="282"/>
                      </a:cubicBezTo>
                      <a:cubicBezTo>
                        <a:pt x="146" y="280"/>
                        <a:pt x="148" y="279"/>
                        <a:pt x="148" y="278"/>
                      </a:cubicBezTo>
                      <a:cubicBezTo>
                        <a:pt x="149" y="277"/>
                        <a:pt x="149" y="277"/>
                        <a:pt x="149" y="276"/>
                      </a:cubicBezTo>
                      <a:cubicBezTo>
                        <a:pt x="150" y="275"/>
                        <a:pt x="151" y="274"/>
                        <a:pt x="152" y="273"/>
                      </a:cubicBezTo>
                      <a:cubicBezTo>
                        <a:pt x="152" y="273"/>
                        <a:pt x="153" y="273"/>
                        <a:pt x="153" y="273"/>
                      </a:cubicBezTo>
                      <a:cubicBezTo>
                        <a:pt x="154" y="273"/>
                        <a:pt x="154" y="273"/>
                        <a:pt x="154" y="272"/>
                      </a:cubicBezTo>
                      <a:cubicBezTo>
                        <a:pt x="154" y="272"/>
                        <a:pt x="154" y="271"/>
                        <a:pt x="155" y="271"/>
                      </a:cubicBezTo>
                      <a:cubicBezTo>
                        <a:pt x="155" y="271"/>
                        <a:pt x="155" y="271"/>
                        <a:pt x="155" y="270"/>
                      </a:cubicBezTo>
                      <a:cubicBezTo>
                        <a:pt x="155" y="270"/>
                        <a:pt x="156" y="269"/>
                        <a:pt x="156" y="269"/>
                      </a:cubicBezTo>
                      <a:cubicBezTo>
                        <a:pt x="157" y="269"/>
                        <a:pt x="157" y="269"/>
                        <a:pt x="157" y="269"/>
                      </a:cubicBezTo>
                      <a:cubicBezTo>
                        <a:pt x="158" y="269"/>
                        <a:pt x="158" y="270"/>
                        <a:pt x="158" y="270"/>
                      </a:cubicBezTo>
                      <a:close/>
                      <a:moveTo>
                        <a:pt x="246" y="270"/>
                      </a:moveTo>
                      <a:cubicBezTo>
                        <a:pt x="245" y="269"/>
                        <a:pt x="245" y="268"/>
                        <a:pt x="246" y="268"/>
                      </a:cubicBezTo>
                      <a:cubicBezTo>
                        <a:pt x="246" y="267"/>
                        <a:pt x="247" y="267"/>
                        <a:pt x="248" y="266"/>
                      </a:cubicBezTo>
                      <a:cubicBezTo>
                        <a:pt x="250" y="265"/>
                        <a:pt x="253" y="265"/>
                        <a:pt x="255" y="264"/>
                      </a:cubicBezTo>
                      <a:cubicBezTo>
                        <a:pt x="256" y="263"/>
                        <a:pt x="257" y="263"/>
                        <a:pt x="258" y="265"/>
                      </a:cubicBezTo>
                      <a:cubicBezTo>
                        <a:pt x="259" y="267"/>
                        <a:pt x="258" y="269"/>
                        <a:pt x="256" y="270"/>
                      </a:cubicBezTo>
                      <a:cubicBezTo>
                        <a:pt x="254" y="271"/>
                        <a:pt x="253" y="271"/>
                        <a:pt x="251" y="271"/>
                      </a:cubicBezTo>
                      <a:cubicBezTo>
                        <a:pt x="250" y="271"/>
                        <a:pt x="250" y="272"/>
                        <a:pt x="249" y="272"/>
                      </a:cubicBezTo>
                      <a:cubicBezTo>
                        <a:pt x="248" y="271"/>
                        <a:pt x="247" y="271"/>
                        <a:pt x="246" y="270"/>
                      </a:cubicBezTo>
                      <a:close/>
                      <a:moveTo>
                        <a:pt x="244" y="258"/>
                      </a:moveTo>
                      <a:cubicBezTo>
                        <a:pt x="244" y="258"/>
                        <a:pt x="244" y="258"/>
                        <a:pt x="244" y="258"/>
                      </a:cubicBezTo>
                      <a:cubicBezTo>
                        <a:pt x="244" y="257"/>
                        <a:pt x="243" y="257"/>
                        <a:pt x="244" y="256"/>
                      </a:cubicBezTo>
                      <a:cubicBezTo>
                        <a:pt x="245" y="255"/>
                        <a:pt x="245" y="254"/>
                        <a:pt x="246" y="254"/>
                      </a:cubicBezTo>
                      <a:cubicBezTo>
                        <a:pt x="247" y="253"/>
                        <a:pt x="248" y="253"/>
                        <a:pt x="248" y="254"/>
                      </a:cubicBezTo>
                      <a:cubicBezTo>
                        <a:pt x="249" y="255"/>
                        <a:pt x="248" y="255"/>
                        <a:pt x="248" y="256"/>
                      </a:cubicBezTo>
                      <a:cubicBezTo>
                        <a:pt x="248" y="256"/>
                        <a:pt x="248" y="256"/>
                        <a:pt x="248" y="256"/>
                      </a:cubicBezTo>
                      <a:cubicBezTo>
                        <a:pt x="248" y="256"/>
                        <a:pt x="249" y="256"/>
                        <a:pt x="249" y="256"/>
                      </a:cubicBezTo>
                      <a:cubicBezTo>
                        <a:pt x="249" y="255"/>
                        <a:pt x="249" y="255"/>
                        <a:pt x="249" y="255"/>
                      </a:cubicBezTo>
                      <a:cubicBezTo>
                        <a:pt x="250" y="255"/>
                        <a:pt x="251" y="257"/>
                        <a:pt x="251" y="257"/>
                      </a:cubicBezTo>
                      <a:cubicBezTo>
                        <a:pt x="251" y="258"/>
                        <a:pt x="251" y="259"/>
                        <a:pt x="252" y="258"/>
                      </a:cubicBezTo>
                      <a:cubicBezTo>
                        <a:pt x="253" y="258"/>
                        <a:pt x="253" y="258"/>
                        <a:pt x="253" y="259"/>
                      </a:cubicBezTo>
                      <a:cubicBezTo>
                        <a:pt x="253" y="259"/>
                        <a:pt x="253" y="259"/>
                        <a:pt x="253" y="259"/>
                      </a:cubicBezTo>
                      <a:cubicBezTo>
                        <a:pt x="254" y="260"/>
                        <a:pt x="255" y="260"/>
                        <a:pt x="254" y="261"/>
                      </a:cubicBezTo>
                      <a:cubicBezTo>
                        <a:pt x="254" y="262"/>
                        <a:pt x="253" y="263"/>
                        <a:pt x="252" y="263"/>
                      </a:cubicBezTo>
                      <a:cubicBezTo>
                        <a:pt x="252" y="263"/>
                        <a:pt x="251" y="264"/>
                        <a:pt x="251" y="264"/>
                      </a:cubicBezTo>
                      <a:cubicBezTo>
                        <a:pt x="249" y="264"/>
                        <a:pt x="248" y="263"/>
                        <a:pt x="246" y="263"/>
                      </a:cubicBezTo>
                      <a:cubicBezTo>
                        <a:pt x="246" y="263"/>
                        <a:pt x="247" y="263"/>
                        <a:pt x="248" y="263"/>
                      </a:cubicBezTo>
                      <a:cubicBezTo>
                        <a:pt x="247" y="263"/>
                        <a:pt x="247" y="262"/>
                        <a:pt x="246" y="262"/>
                      </a:cubicBezTo>
                      <a:cubicBezTo>
                        <a:pt x="246" y="262"/>
                        <a:pt x="245" y="261"/>
                        <a:pt x="245" y="261"/>
                      </a:cubicBezTo>
                      <a:cubicBezTo>
                        <a:pt x="246" y="260"/>
                        <a:pt x="246" y="259"/>
                        <a:pt x="245" y="259"/>
                      </a:cubicBezTo>
                      <a:cubicBezTo>
                        <a:pt x="244" y="259"/>
                        <a:pt x="244" y="259"/>
                        <a:pt x="244" y="258"/>
                      </a:cubicBezTo>
                      <a:close/>
                      <a:moveTo>
                        <a:pt x="250" y="290"/>
                      </a:moveTo>
                      <a:cubicBezTo>
                        <a:pt x="250" y="291"/>
                        <a:pt x="250" y="293"/>
                        <a:pt x="251" y="294"/>
                      </a:cubicBezTo>
                      <a:cubicBezTo>
                        <a:pt x="251" y="295"/>
                        <a:pt x="249" y="297"/>
                        <a:pt x="248" y="298"/>
                      </a:cubicBezTo>
                      <a:cubicBezTo>
                        <a:pt x="247" y="298"/>
                        <a:pt x="247" y="298"/>
                        <a:pt x="246" y="298"/>
                      </a:cubicBezTo>
                      <a:cubicBezTo>
                        <a:pt x="244" y="298"/>
                        <a:pt x="244" y="297"/>
                        <a:pt x="243" y="296"/>
                      </a:cubicBezTo>
                      <a:cubicBezTo>
                        <a:pt x="242" y="296"/>
                        <a:pt x="242" y="295"/>
                        <a:pt x="243" y="295"/>
                      </a:cubicBezTo>
                      <a:cubicBezTo>
                        <a:pt x="243" y="293"/>
                        <a:pt x="244" y="290"/>
                        <a:pt x="245" y="288"/>
                      </a:cubicBezTo>
                      <a:cubicBezTo>
                        <a:pt x="246" y="287"/>
                        <a:pt x="247" y="287"/>
                        <a:pt x="247" y="287"/>
                      </a:cubicBezTo>
                      <a:cubicBezTo>
                        <a:pt x="249" y="288"/>
                        <a:pt x="249" y="289"/>
                        <a:pt x="250" y="290"/>
                      </a:cubicBezTo>
                      <a:close/>
                      <a:moveTo>
                        <a:pt x="174" y="215"/>
                      </a:moveTo>
                      <a:cubicBezTo>
                        <a:pt x="174" y="214"/>
                        <a:pt x="174" y="214"/>
                        <a:pt x="174" y="214"/>
                      </a:cubicBezTo>
                      <a:cubicBezTo>
                        <a:pt x="175" y="214"/>
                        <a:pt x="174" y="214"/>
                        <a:pt x="175" y="214"/>
                      </a:cubicBezTo>
                      <a:cubicBezTo>
                        <a:pt x="175" y="214"/>
                        <a:pt x="175" y="213"/>
                        <a:pt x="176" y="213"/>
                      </a:cubicBezTo>
                      <a:cubicBezTo>
                        <a:pt x="176" y="212"/>
                        <a:pt x="177" y="211"/>
                        <a:pt x="178" y="210"/>
                      </a:cubicBezTo>
                      <a:cubicBezTo>
                        <a:pt x="178" y="210"/>
                        <a:pt x="179" y="210"/>
                        <a:pt x="179" y="210"/>
                      </a:cubicBezTo>
                      <a:cubicBezTo>
                        <a:pt x="179" y="210"/>
                        <a:pt x="179" y="211"/>
                        <a:pt x="179" y="211"/>
                      </a:cubicBezTo>
                      <a:cubicBezTo>
                        <a:pt x="179" y="211"/>
                        <a:pt x="179" y="212"/>
                        <a:pt x="179" y="213"/>
                      </a:cubicBezTo>
                      <a:cubicBezTo>
                        <a:pt x="180" y="213"/>
                        <a:pt x="180" y="213"/>
                        <a:pt x="181" y="213"/>
                      </a:cubicBezTo>
                      <a:cubicBezTo>
                        <a:pt x="181" y="214"/>
                        <a:pt x="181" y="214"/>
                        <a:pt x="181" y="215"/>
                      </a:cubicBezTo>
                      <a:cubicBezTo>
                        <a:pt x="181" y="215"/>
                        <a:pt x="182" y="215"/>
                        <a:pt x="182" y="215"/>
                      </a:cubicBezTo>
                      <a:cubicBezTo>
                        <a:pt x="183" y="216"/>
                        <a:pt x="183" y="217"/>
                        <a:pt x="184" y="218"/>
                      </a:cubicBezTo>
                      <a:cubicBezTo>
                        <a:pt x="184" y="219"/>
                        <a:pt x="183" y="221"/>
                        <a:pt x="182" y="222"/>
                      </a:cubicBezTo>
                      <a:cubicBezTo>
                        <a:pt x="180" y="222"/>
                        <a:pt x="179" y="222"/>
                        <a:pt x="178" y="220"/>
                      </a:cubicBezTo>
                      <a:cubicBezTo>
                        <a:pt x="178" y="220"/>
                        <a:pt x="177" y="219"/>
                        <a:pt x="177" y="219"/>
                      </a:cubicBezTo>
                      <a:cubicBezTo>
                        <a:pt x="176" y="218"/>
                        <a:pt x="175" y="216"/>
                        <a:pt x="174" y="215"/>
                      </a:cubicBezTo>
                      <a:close/>
                      <a:moveTo>
                        <a:pt x="259" y="221"/>
                      </a:moveTo>
                      <a:cubicBezTo>
                        <a:pt x="259" y="221"/>
                        <a:pt x="258" y="221"/>
                        <a:pt x="259" y="220"/>
                      </a:cubicBezTo>
                      <a:cubicBezTo>
                        <a:pt x="259" y="220"/>
                        <a:pt x="259" y="220"/>
                        <a:pt x="259" y="220"/>
                      </a:cubicBezTo>
                      <a:cubicBezTo>
                        <a:pt x="257" y="219"/>
                        <a:pt x="259" y="218"/>
                        <a:pt x="258" y="217"/>
                      </a:cubicBezTo>
                      <a:cubicBezTo>
                        <a:pt x="258" y="217"/>
                        <a:pt x="259" y="217"/>
                        <a:pt x="259" y="217"/>
                      </a:cubicBezTo>
                      <a:cubicBezTo>
                        <a:pt x="260" y="216"/>
                        <a:pt x="261" y="215"/>
                        <a:pt x="262" y="216"/>
                      </a:cubicBezTo>
                      <a:cubicBezTo>
                        <a:pt x="264" y="216"/>
                        <a:pt x="265" y="217"/>
                        <a:pt x="266" y="218"/>
                      </a:cubicBezTo>
                      <a:cubicBezTo>
                        <a:pt x="267" y="218"/>
                        <a:pt x="268" y="219"/>
                        <a:pt x="269" y="220"/>
                      </a:cubicBezTo>
                      <a:cubicBezTo>
                        <a:pt x="269" y="221"/>
                        <a:pt x="268" y="222"/>
                        <a:pt x="267" y="222"/>
                      </a:cubicBezTo>
                      <a:cubicBezTo>
                        <a:pt x="266" y="221"/>
                        <a:pt x="265" y="221"/>
                        <a:pt x="264" y="222"/>
                      </a:cubicBezTo>
                      <a:cubicBezTo>
                        <a:pt x="263" y="223"/>
                        <a:pt x="261" y="223"/>
                        <a:pt x="260" y="222"/>
                      </a:cubicBezTo>
                      <a:cubicBezTo>
                        <a:pt x="260" y="222"/>
                        <a:pt x="260" y="221"/>
                        <a:pt x="259" y="221"/>
                      </a:cubicBezTo>
                      <a:close/>
                      <a:moveTo>
                        <a:pt x="202" y="218"/>
                      </a:moveTo>
                      <a:cubicBezTo>
                        <a:pt x="202" y="218"/>
                        <a:pt x="203" y="218"/>
                        <a:pt x="203" y="219"/>
                      </a:cubicBezTo>
                      <a:cubicBezTo>
                        <a:pt x="204" y="221"/>
                        <a:pt x="205" y="220"/>
                        <a:pt x="206" y="220"/>
                      </a:cubicBezTo>
                      <a:cubicBezTo>
                        <a:pt x="207" y="220"/>
                        <a:pt x="208" y="220"/>
                        <a:pt x="207" y="221"/>
                      </a:cubicBezTo>
                      <a:cubicBezTo>
                        <a:pt x="207" y="222"/>
                        <a:pt x="208" y="224"/>
                        <a:pt x="207" y="225"/>
                      </a:cubicBezTo>
                      <a:cubicBezTo>
                        <a:pt x="207" y="225"/>
                        <a:pt x="207" y="225"/>
                        <a:pt x="207" y="225"/>
                      </a:cubicBezTo>
                      <a:cubicBezTo>
                        <a:pt x="207" y="227"/>
                        <a:pt x="207" y="228"/>
                        <a:pt x="206" y="229"/>
                      </a:cubicBezTo>
                      <a:cubicBezTo>
                        <a:pt x="205" y="229"/>
                        <a:pt x="204" y="229"/>
                        <a:pt x="203" y="230"/>
                      </a:cubicBezTo>
                      <a:cubicBezTo>
                        <a:pt x="202" y="231"/>
                        <a:pt x="201" y="231"/>
                        <a:pt x="200" y="231"/>
                      </a:cubicBezTo>
                      <a:cubicBezTo>
                        <a:pt x="200" y="231"/>
                        <a:pt x="199" y="231"/>
                        <a:pt x="199" y="231"/>
                      </a:cubicBezTo>
                      <a:cubicBezTo>
                        <a:pt x="198" y="232"/>
                        <a:pt x="197" y="232"/>
                        <a:pt x="196" y="233"/>
                      </a:cubicBezTo>
                      <a:cubicBezTo>
                        <a:pt x="196" y="233"/>
                        <a:pt x="196" y="233"/>
                        <a:pt x="196" y="233"/>
                      </a:cubicBezTo>
                      <a:cubicBezTo>
                        <a:pt x="194" y="234"/>
                        <a:pt x="192" y="233"/>
                        <a:pt x="191" y="231"/>
                      </a:cubicBezTo>
                      <a:cubicBezTo>
                        <a:pt x="191" y="231"/>
                        <a:pt x="191" y="230"/>
                        <a:pt x="191" y="230"/>
                      </a:cubicBezTo>
                      <a:cubicBezTo>
                        <a:pt x="190" y="230"/>
                        <a:pt x="190" y="229"/>
                        <a:pt x="190" y="230"/>
                      </a:cubicBezTo>
                      <a:cubicBezTo>
                        <a:pt x="189" y="230"/>
                        <a:pt x="188" y="230"/>
                        <a:pt x="188" y="229"/>
                      </a:cubicBezTo>
                      <a:cubicBezTo>
                        <a:pt x="188" y="228"/>
                        <a:pt x="188" y="228"/>
                        <a:pt x="187" y="228"/>
                      </a:cubicBezTo>
                      <a:cubicBezTo>
                        <a:pt x="187" y="228"/>
                        <a:pt x="187" y="227"/>
                        <a:pt x="187" y="227"/>
                      </a:cubicBezTo>
                      <a:cubicBezTo>
                        <a:pt x="187" y="225"/>
                        <a:pt x="187" y="224"/>
                        <a:pt x="187" y="223"/>
                      </a:cubicBezTo>
                      <a:cubicBezTo>
                        <a:pt x="186" y="221"/>
                        <a:pt x="186" y="218"/>
                        <a:pt x="187" y="216"/>
                      </a:cubicBezTo>
                      <a:cubicBezTo>
                        <a:pt x="187" y="215"/>
                        <a:pt x="187" y="215"/>
                        <a:pt x="187" y="216"/>
                      </a:cubicBezTo>
                      <a:cubicBezTo>
                        <a:pt x="188" y="216"/>
                        <a:pt x="188" y="216"/>
                        <a:pt x="188" y="216"/>
                      </a:cubicBezTo>
                      <a:cubicBezTo>
                        <a:pt x="189" y="215"/>
                        <a:pt x="189" y="214"/>
                        <a:pt x="190" y="214"/>
                      </a:cubicBezTo>
                      <a:cubicBezTo>
                        <a:pt x="190" y="214"/>
                        <a:pt x="191" y="213"/>
                        <a:pt x="191" y="213"/>
                      </a:cubicBezTo>
                      <a:cubicBezTo>
                        <a:pt x="192" y="212"/>
                        <a:pt x="192" y="212"/>
                        <a:pt x="192" y="213"/>
                      </a:cubicBezTo>
                      <a:cubicBezTo>
                        <a:pt x="193" y="213"/>
                        <a:pt x="193" y="213"/>
                        <a:pt x="194" y="212"/>
                      </a:cubicBezTo>
                      <a:cubicBezTo>
                        <a:pt x="194" y="212"/>
                        <a:pt x="195" y="211"/>
                        <a:pt x="196" y="212"/>
                      </a:cubicBezTo>
                      <a:cubicBezTo>
                        <a:pt x="197" y="212"/>
                        <a:pt x="197" y="212"/>
                        <a:pt x="197" y="212"/>
                      </a:cubicBezTo>
                      <a:cubicBezTo>
                        <a:pt x="198" y="210"/>
                        <a:pt x="199" y="210"/>
                        <a:pt x="201" y="210"/>
                      </a:cubicBezTo>
                      <a:cubicBezTo>
                        <a:pt x="201" y="209"/>
                        <a:pt x="201" y="210"/>
                        <a:pt x="202" y="211"/>
                      </a:cubicBezTo>
                      <a:cubicBezTo>
                        <a:pt x="202" y="211"/>
                        <a:pt x="203" y="211"/>
                        <a:pt x="203" y="210"/>
                      </a:cubicBezTo>
                      <a:cubicBezTo>
                        <a:pt x="203" y="209"/>
                        <a:pt x="204" y="209"/>
                        <a:pt x="205" y="209"/>
                      </a:cubicBezTo>
                      <a:cubicBezTo>
                        <a:pt x="206" y="209"/>
                        <a:pt x="207" y="209"/>
                        <a:pt x="208" y="209"/>
                      </a:cubicBezTo>
                      <a:cubicBezTo>
                        <a:pt x="211" y="209"/>
                        <a:pt x="211" y="211"/>
                        <a:pt x="210" y="213"/>
                      </a:cubicBezTo>
                      <a:cubicBezTo>
                        <a:pt x="210" y="214"/>
                        <a:pt x="209" y="215"/>
                        <a:pt x="209" y="215"/>
                      </a:cubicBezTo>
                      <a:cubicBezTo>
                        <a:pt x="207" y="215"/>
                        <a:pt x="206" y="216"/>
                        <a:pt x="205" y="216"/>
                      </a:cubicBezTo>
                      <a:cubicBezTo>
                        <a:pt x="204" y="217"/>
                        <a:pt x="203" y="217"/>
                        <a:pt x="203" y="217"/>
                      </a:cubicBezTo>
                      <a:cubicBezTo>
                        <a:pt x="202" y="217"/>
                        <a:pt x="202" y="218"/>
                        <a:pt x="202" y="218"/>
                      </a:cubicBezTo>
                      <a:close/>
                      <a:moveTo>
                        <a:pt x="185" y="249"/>
                      </a:moveTo>
                      <a:cubicBezTo>
                        <a:pt x="185" y="250"/>
                        <a:pt x="184" y="251"/>
                        <a:pt x="184" y="252"/>
                      </a:cubicBezTo>
                      <a:cubicBezTo>
                        <a:pt x="184" y="252"/>
                        <a:pt x="183" y="252"/>
                        <a:pt x="183" y="252"/>
                      </a:cubicBezTo>
                      <a:cubicBezTo>
                        <a:pt x="182" y="251"/>
                        <a:pt x="181" y="252"/>
                        <a:pt x="180" y="252"/>
                      </a:cubicBezTo>
                      <a:cubicBezTo>
                        <a:pt x="179" y="252"/>
                        <a:pt x="178" y="251"/>
                        <a:pt x="177" y="251"/>
                      </a:cubicBezTo>
                      <a:cubicBezTo>
                        <a:pt x="176" y="251"/>
                        <a:pt x="176" y="251"/>
                        <a:pt x="176" y="250"/>
                      </a:cubicBezTo>
                      <a:cubicBezTo>
                        <a:pt x="176" y="249"/>
                        <a:pt x="176" y="248"/>
                        <a:pt x="177" y="248"/>
                      </a:cubicBezTo>
                      <a:cubicBezTo>
                        <a:pt x="177" y="247"/>
                        <a:pt x="178" y="247"/>
                        <a:pt x="179" y="247"/>
                      </a:cubicBezTo>
                      <a:cubicBezTo>
                        <a:pt x="180" y="247"/>
                        <a:pt x="181" y="247"/>
                        <a:pt x="182" y="247"/>
                      </a:cubicBezTo>
                      <a:cubicBezTo>
                        <a:pt x="182" y="247"/>
                        <a:pt x="183" y="247"/>
                        <a:pt x="183" y="247"/>
                      </a:cubicBezTo>
                      <a:cubicBezTo>
                        <a:pt x="184" y="248"/>
                        <a:pt x="184" y="248"/>
                        <a:pt x="185" y="249"/>
                      </a:cubicBezTo>
                      <a:close/>
                      <a:moveTo>
                        <a:pt x="239" y="281"/>
                      </a:moveTo>
                      <a:cubicBezTo>
                        <a:pt x="239" y="279"/>
                        <a:pt x="239" y="277"/>
                        <a:pt x="238" y="276"/>
                      </a:cubicBezTo>
                      <a:cubicBezTo>
                        <a:pt x="238" y="275"/>
                        <a:pt x="238" y="275"/>
                        <a:pt x="238" y="275"/>
                      </a:cubicBezTo>
                      <a:cubicBezTo>
                        <a:pt x="238" y="275"/>
                        <a:pt x="237" y="274"/>
                        <a:pt x="237" y="274"/>
                      </a:cubicBezTo>
                      <a:cubicBezTo>
                        <a:pt x="236" y="273"/>
                        <a:pt x="235" y="272"/>
                        <a:pt x="235" y="272"/>
                      </a:cubicBezTo>
                      <a:cubicBezTo>
                        <a:pt x="233" y="271"/>
                        <a:pt x="232" y="271"/>
                        <a:pt x="231" y="271"/>
                      </a:cubicBezTo>
                      <a:cubicBezTo>
                        <a:pt x="230" y="271"/>
                        <a:pt x="230" y="272"/>
                        <a:pt x="230" y="273"/>
                      </a:cubicBezTo>
                      <a:cubicBezTo>
                        <a:pt x="229" y="273"/>
                        <a:pt x="229" y="273"/>
                        <a:pt x="229" y="273"/>
                      </a:cubicBezTo>
                      <a:cubicBezTo>
                        <a:pt x="229" y="274"/>
                        <a:pt x="229" y="275"/>
                        <a:pt x="229" y="276"/>
                      </a:cubicBezTo>
                      <a:cubicBezTo>
                        <a:pt x="229" y="277"/>
                        <a:pt x="229" y="277"/>
                        <a:pt x="230" y="278"/>
                      </a:cubicBezTo>
                      <a:cubicBezTo>
                        <a:pt x="229" y="278"/>
                        <a:pt x="229" y="278"/>
                        <a:pt x="229" y="279"/>
                      </a:cubicBezTo>
                      <a:cubicBezTo>
                        <a:pt x="229" y="280"/>
                        <a:pt x="229" y="280"/>
                        <a:pt x="229" y="281"/>
                      </a:cubicBezTo>
                      <a:cubicBezTo>
                        <a:pt x="229" y="282"/>
                        <a:pt x="229" y="282"/>
                        <a:pt x="228" y="281"/>
                      </a:cubicBezTo>
                      <a:cubicBezTo>
                        <a:pt x="228" y="280"/>
                        <a:pt x="228" y="279"/>
                        <a:pt x="228" y="278"/>
                      </a:cubicBezTo>
                      <a:cubicBezTo>
                        <a:pt x="227" y="278"/>
                        <a:pt x="227" y="277"/>
                        <a:pt x="227" y="276"/>
                      </a:cubicBezTo>
                      <a:cubicBezTo>
                        <a:pt x="227" y="275"/>
                        <a:pt x="226" y="274"/>
                        <a:pt x="225" y="275"/>
                      </a:cubicBezTo>
                      <a:cubicBezTo>
                        <a:pt x="224" y="275"/>
                        <a:pt x="223" y="275"/>
                        <a:pt x="223" y="276"/>
                      </a:cubicBezTo>
                      <a:cubicBezTo>
                        <a:pt x="223" y="277"/>
                        <a:pt x="222" y="278"/>
                        <a:pt x="221" y="279"/>
                      </a:cubicBezTo>
                      <a:cubicBezTo>
                        <a:pt x="221" y="278"/>
                        <a:pt x="221" y="277"/>
                        <a:pt x="221" y="277"/>
                      </a:cubicBezTo>
                      <a:cubicBezTo>
                        <a:pt x="222" y="276"/>
                        <a:pt x="222" y="275"/>
                        <a:pt x="223" y="274"/>
                      </a:cubicBezTo>
                      <a:cubicBezTo>
                        <a:pt x="224" y="273"/>
                        <a:pt x="224" y="272"/>
                        <a:pt x="223" y="271"/>
                      </a:cubicBezTo>
                      <a:cubicBezTo>
                        <a:pt x="222" y="271"/>
                        <a:pt x="222" y="270"/>
                        <a:pt x="221" y="271"/>
                      </a:cubicBezTo>
                      <a:cubicBezTo>
                        <a:pt x="220" y="271"/>
                        <a:pt x="219" y="271"/>
                        <a:pt x="218" y="271"/>
                      </a:cubicBezTo>
                      <a:cubicBezTo>
                        <a:pt x="218" y="271"/>
                        <a:pt x="218" y="270"/>
                        <a:pt x="218" y="270"/>
                      </a:cubicBezTo>
                      <a:cubicBezTo>
                        <a:pt x="219" y="269"/>
                        <a:pt x="219" y="267"/>
                        <a:pt x="220" y="266"/>
                      </a:cubicBezTo>
                      <a:cubicBezTo>
                        <a:pt x="221" y="266"/>
                        <a:pt x="221" y="266"/>
                        <a:pt x="220" y="266"/>
                      </a:cubicBezTo>
                      <a:cubicBezTo>
                        <a:pt x="219" y="265"/>
                        <a:pt x="220" y="265"/>
                        <a:pt x="221" y="265"/>
                      </a:cubicBezTo>
                      <a:cubicBezTo>
                        <a:pt x="221" y="264"/>
                        <a:pt x="220" y="264"/>
                        <a:pt x="220" y="263"/>
                      </a:cubicBezTo>
                      <a:cubicBezTo>
                        <a:pt x="220" y="262"/>
                        <a:pt x="219" y="261"/>
                        <a:pt x="218" y="261"/>
                      </a:cubicBezTo>
                      <a:cubicBezTo>
                        <a:pt x="218" y="261"/>
                        <a:pt x="217" y="260"/>
                        <a:pt x="218" y="260"/>
                      </a:cubicBezTo>
                      <a:cubicBezTo>
                        <a:pt x="218" y="260"/>
                        <a:pt x="218" y="259"/>
                        <a:pt x="218" y="259"/>
                      </a:cubicBezTo>
                      <a:cubicBezTo>
                        <a:pt x="218" y="258"/>
                        <a:pt x="217" y="257"/>
                        <a:pt x="218" y="257"/>
                      </a:cubicBezTo>
                      <a:cubicBezTo>
                        <a:pt x="218" y="257"/>
                        <a:pt x="217" y="256"/>
                        <a:pt x="217" y="256"/>
                      </a:cubicBezTo>
                      <a:cubicBezTo>
                        <a:pt x="217" y="255"/>
                        <a:pt x="216" y="254"/>
                        <a:pt x="218" y="254"/>
                      </a:cubicBezTo>
                      <a:cubicBezTo>
                        <a:pt x="218" y="254"/>
                        <a:pt x="218" y="253"/>
                        <a:pt x="218" y="253"/>
                      </a:cubicBezTo>
                      <a:cubicBezTo>
                        <a:pt x="218" y="253"/>
                        <a:pt x="218" y="253"/>
                        <a:pt x="218" y="252"/>
                      </a:cubicBezTo>
                      <a:cubicBezTo>
                        <a:pt x="219" y="252"/>
                        <a:pt x="219" y="252"/>
                        <a:pt x="218" y="251"/>
                      </a:cubicBezTo>
                      <a:cubicBezTo>
                        <a:pt x="218" y="251"/>
                        <a:pt x="218" y="250"/>
                        <a:pt x="217" y="251"/>
                      </a:cubicBezTo>
                      <a:cubicBezTo>
                        <a:pt x="217" y="251"/>
                        <a:pt x="217" y="251"/>
                        <a:pt x="217" y="251"/>
                      </a:cubicBezTo>
                      <a:cubicBezTo>
                        <a:pt x="217" y="250"/>
                        <a:pt x="216" y="250"/>
                        <a:pt x="217" y="250"/>
                      </a:cubicBezTo>
                      <a:cubicBezTo>
                        <a:pt x="217" y="249"/>
                        <a:pt x="217" y="249"/>
                        <a:pt x="217" y="249"/>
                      </a:cubicBezTo>
                      <a:cubicBezTo>
                        <a:pt x="217" y="249"/>
                        <a:pt x="216" y="249"/>
                        <a:pt x="216" y="249"/>
                      </a:cubicBezTo>
                      <a:cubicBezTo>
                        <a:pt x="216" y="249"/>
                        <a:pt x="215" y="249"/>
                        <a:pt x="215" y="249"/>
                      </a:cubicBezTo>
                      <a:cubicBezTo>
                        <a:pt x="215" y="249"/>
                        <a:pt x="215" y="249"/>
                        <a:pt x="215" y="249"/>
                      </a:cubicBezTo>
                      <a:cubicBezTo>
                        <a:pt x="213" y="249"/>
                        <a:pt x="213" y="249"/>
                        <a:pt x="213" y="251"/>
                      </a:cubicBezTo>
                      <a:cubicBezTo>
                        <a:pt x="212" y="251"/>
                        <a:pt x="212" y="252"/>
                        <a:pt x="211" y="253"/>
                      </a:cubicBezTo>
                      <a:cubicBezTo>
                        <a:pt x="211" y="254"/>
                        <a:pt x="211" y="255"/>
                        <a:pt x="210" y="256"/>
                      </a:cubicBezTo>
                      <a:cubicBezTo>
                        <a:pt x="210" y="256"/>
                        <a:pt x="209" y="257"/>
                        <a:pt x="210" y="257"/>
                      </a:cubicBezTo>
                      <a:cubicBezTo>
                        <a:pt x="210" y="258"/>
                        <a:pt x="210" y="258"/>
                        <a:pt x="209" y="258"/>
                      </a:cubicBezTo>
                      <a:cubicBezTo>
                        <a:pt x="209" y="258"/>
                        <a:pt x="209" y="259"/>
                        <a:pt x="209" y="259"/>
                      </a:cubicBezTo>
                      <a:cubicBezTo>
                        <a:pt x="208" y="259"/>
                        <a:pt x="207" y="260"/>
                        <a:pt x="207" y="260"/>
                      </a:cubicBezTo>
                      <a:cubicBezTo>
                        <a:pt x="205" y="260"/>
                        <a:pt x="205" y="261"/>
                        <a:pt x="205" y="262"/>
                      </a:cubicBezTo>
                      <a:cubicBezTo>
                        <a:pt x="205" y="262"/>
                        <a:pt x="205" y="264"/>
                        <a:pt x="206" y="264"/>
                      </a:cubicBezTo>
                      <a:cubicBezTo>
                        <a:pt x="207" y="264"/>
                        <a:pt x="208" y="266"/>
                        <a:pt x="209" y="266"/>
                      </a:cubicBezTo>
                      <a:cubicBezTo>
                        <a:pt x="209" y="266"/>
                        <a:pt x="209" y="266"/>
                        <a:pt x="209" y="266"/>
                      </a:cubicBezTo>
                      <a:cubicBezTo>
                        <a:pt x="209" y="265"/>
                        <a:pt x="210" y="266"/>
                        <a:pt x="210" y="266"/>
                      </a:cubicBezTo>
                      <a:cubicBezTo>
                        <a:pt x="210" y="266"/>
                        <a:pt x="211" y="267"/>
                        <a:pt x="211" y="267"/>
                      </a:cubicBezTo>
                      <a:cubicBezTo>
                        <a:pt x="211" y="268"/>
                        <a:pt x="213" y="268"/>
                        <a:pt x="212" y="270"/>
                      </a:cubicBezTo>
                      <a:cubicBezTo>
                        <a:pt x="212" y="270"/>
                        <a:pt x="212" y="270"/>
                        <a:pt x="212" y="270"/>
                      </a:cubicBezTo>
                      <a:cubicBezTo>
                        <a:pt x="213" y="271"/>
                        <a:pt x="212" y="272"/>
                        <a:pt x="212" y="272"/>
                      </a:cubicBezTo>
                      <a:cubicBezTo>
                        <a:pt x="211" y="272"/>
                        <a:pt x="211" y="273"/>
                        <a:pt x="211" y="273"/>
                      </a:cubicBezTo>
                      <a:cubicBezTo>
                        <a:pt x="210" y="274"/>
                        <a:pt x="210" y="274"/>
                        <a:pt x="209" y="274"/>
                      </a:cubicBezTo>
                      <a:cubicBezTo>
                        <a:pt x="209" y="274"/>
                        <a:pt x="209" y="274"/>
                        <a:pt x="209" y="274"/>
                      </a:cubicBezTo>
                      <a:cubicBezTo>
                        <a:pt x="209" y="275"/>
                        <a:pt x="208" y="275"/>
                        <a:pt x="208" y="276"/>
                      </a:cubicBezTo>
                      <a:cubicBezTo>
                        <a:pt x="209" y="276"/>
                        <a:pt x="209" y="276"/>
                        <a:pt x="210" y="276"/>
                      </a:cubicBezTo>
                      <a:cubicBezTo>
                        <a:pt x="210" y="276"/>
                        <a:pt x="210" y="276"/>
                        <a:pt x="210" y="276"/>
                      </a:cubicBezTo>
                      <a:cubicBezTo>
                        <a:pt x="210" y="277"/>
                        <a:pt x="210" y="278"/>
                        <a:pt x="211" y="278"/>
                      </a:cubicBezTo>
                      <a:cubicBezTo>
                        <a:pt x="212" y="278"/>
                        <a:pt x="212" y="279"/>
                        <a:pt x="213" y="279"/>
                      </a:cubicBezTo>
                      <a:cubicBezTo>
                        <a:pt x="215" y="279"/>
                        <a:pt x="215" y="280"/>
                        <a:pt x="216" y="282"/>
                      </a:cubicBezTo>
                      <a:cubicBezTo>
                        <a:pt x="216" y="283"/>
                        <a:pt x="216" y="284"/>
                        <a:pt x="215" y="284"/>
                      </a:cubicBezTo>
                      <a:cubicBezTo>
                        <a:pt x="215" y="285"/>
                        <a:pt x="215" y="285"/>
                        <a:pt x="215" y="285"/>
                      </a:cubicBezTo>
                      <a:cubicBezTo>
                        <a:pt x="216" y="285"/>
                        <a:pt x="216" y="286"/>
                        <a:pt x="215" y="286"/>
                      </a:cubicBezTo>
                      <a:cubicBezTo>
                        <a:pt x="215" y="286"/>
                        <a:pt x="215" y="286"/>
                        <a:pt x="215" y="286"/>
                      </a:cubicBezTo>
                      <a:cubicBezTo>
                        <a:pt x="214" y="286"/>
                        <a:pt x="213" y="286"/>
                        <a:pt x="213" y="286"/>
                      </a:cubicBezTo>
                      <a:cubicBezTo>
                        <a:pt x="210" y="285"/>
                        <a:pt x="208" y="285"/>
                        <a:pt x="206" y="285"/>
                      </a:cubicBezTo>
                      <a:cubicBezTo>
                        <a:pt x="206" y="285"/>
                        <a:pt x="205" y="285"/>
                        <a:pt x="205" y="284"/>
                      </a:cubicBezTo>
                      <a:cubicBezTo>
                        <a:pt x="205" y="284"/>
                        <a:pt x="205" y="284"/>
                        <a:pt x="205" y="284"/>
                      </a:cubicBezTo>
                      <a:cubicBezTo>
                        <a:pt x="204" y="284"/>
                        <a:pt x="203" y="284"/>
                        <a:pt x="202" y="285"/>
                      </a:cubicBezTo>
                      <a:cubicBezTo>
                        <a:pt x="201" y="285"/>
                        <a:pt x="200" y="285"/>
                        <a:pt x="199" y="284"/>
                      </a:cubicBezTo>
                      <a:cubicBezTo>
                        <a:pt x="199" y="283"/>
                        <a:pt x="199" y="282"/>
                        <a:pt x="199" y="281"/>
                      </a:cubicBezTo>
                      <a:cubicBezTo>
                        <a:pt x="199" y="279"/>
                        <a:pt x="199" y="278"/>
                        <a:pt x="197" y="277"/>
                      </a:cubicBezTo>
                      <a:cubicBezTo>
                        <a:pt x="198" y="277"/>
                        <a:pt x="199" y="277"/>
                        <a:pt x="198" y="277"/>
                      </a:cubicBezTo>
                      <a:cubicBezTo>
                        <a:pt x="198" y="276"/>
                        <a:pt x="198" y="277"/>
                        <a:pt x="197" y="277"/>
                      </a:cubicBezTo>
                      <a:cubicBezTo>
                        <a:pt x="197" y="277"/>
                        <a:pt x="196" y="277"/>
                        <a:pt x="195" y="277"/>
                      </a:cubicBezTo>
                      <a:cubicBezTo>
                        <a:pt x="195" y="278"/>
                        <a:pt x="194" y="277"/>
                        <a:pt x="194" y="277"/>
                      </a:cubicBezTo>
                      <a:cubicBezTo>
                        <a:pt x="195" y="277"/>
                        <a:pt x="194" y="277"/>
                        <a:pt x="194" y="277"/>
                      </a:cubicBezTo>
                      <a:cubicBezTo>
                        <a:pt x="194" y="277"/>
                        <a:pt x="194" y="278"/>
                        <a:pt x="193" y="277"/>
                      </a:cubicBezTo>
                      <a:cubicBezTo>
                        <a:pt x="193" y="277"/>
                        <a:pt x="193" y="277"/>
                        <a:pt x="194" y="276"/>
                      </a:cubicBezTo>
                      <a:cubicBezTo>
                        <a:pt x="194" y="276"/>
                        <a:pt x="195" y="275"/>
                        <a:pt x="196" y="275"/>
                      </a:cubicBezTo>
                      <a:cubicBezTo>
                        <a:pt x="196" y="275"/>
                        <a:pt x="197" y="275"/>
                        <a:pt x="196" y="274"/>
                      </a:cubicBezTo>
                      <a:cubicBezTo>
                        <a:pt x="195" y="273"/>
                        <a:pt x="195" y="273"/>
                        <a:pt x="194" y="272"/>
                      </a:cubicBezTo>
                      <a:cubicBezTo>
                        <a:pt x="191" y="271"/>
                        <a:pt x="191" y="271"/>
                        <a:pt x="192" y="267"/>
                      </a:cubicBezTo>
                      <a:cubicBezTo>
                        <a:pt x="192" y="267"/>
                        <a:pt x="191" y="267"/>
                        <a:pt x="191" y="267"/>
                      </a:cubicBezTo>
                      <a:cubicBezTo>
                        <a:pt x="190" y="267"/>
                        <a:pt x="189" y="267"/>
                        <a:pt x="189" y="265"/>
                      </a:cubicBezTo>
                      <a:cubicBezTo>
                        <a:pt x="189" y="265"/>
                        <a:pt x="188" y="265"/>
                        <a:pt x="187" y="265"/>
                      </a:cubicBezTo>
                      <a:cubicBezTo>
                        <a:pt x="186" y="265"/>
                        <a:pt x="185" y="265"/>
                        <a:pt x="185" y="266"/>
                      </a:cubicBezTo>
                      <a:cubicBezTo>
                        <a:pt x="184" y="266"/>
                        <a:pt x="183" y="267"/>
                        <a:pt x="182" y="267"/>
                      </a:cubicBezTo>
                      <a:cubicBezTo>
                        <a:pt x="181" y="267"/>
                        <a:pt x="181" y="266"/>
                        <a:pt x="181" y="266"/>
                      </a:cubicBezTo>
                      <a:cubicBezTo>
                        <a:pt x="181" y="265"/>
                        <a:pt x="181" y="265"/>
                        <a:pt x="181" y="265"/>
                      </a:cubicBezTo>
                      <a:cubicBezTo>
                        <a:pt x="181" y="264"/>
                        <a:pt x="180" y="263"/>
                        <a:pt x="181" y="261"/>
                      </a:cubicBezTo>
                      <a:cubicBezTo>
                        <a:pt x="181" y="261"/>
                        <a:pt x="181" y="261"/>
                        <a:pt x="181" y="260"/>
                      </a:cubicBezTo>
                      <a:cubicBezTo>
                        <a:pt x="180" y="258"/>
                        <a:pt x="178" y="259"/>
                        <a:pt x="176" y="258"/>
                      </a:cubicBezTo>
                      <a:cubicBezTo>
                        <a:pt x="176" y="258"/>
                        <a:pt x="175" y="258"/>
                        <a:pt x="175" y="258"/>
                      </a:cubicBezTo>
                      <a:cubicBezTo>
                        <a:pt x="175" y="259"/>
                        <a:pt x="174" y="259"/>
                        <a:pt x="174" y="259"/>
                      </a:cubicBezTo>
                      <a:cubicBezTo>
                        <a:pt x="173" y="259"/>
                        <a:pt x="171" y="260"/>
                        <a:pt x="170" y="261"/>
                      </a:cubicBezTo>
                      <a:cubicBezTo>
                        <a:pt x="169" y="262"/>
                        <a:pt x="169" y="263"/>
                        <a:pt x="169" y="263"/>
                      </a:cubicBezTo>
                      <a:cubicBezTo>
                        <a:pt x="169" y="265"/>
                        <a:pt x="169" y="265"/>
                        <a:pt x="170" y="265"/>
                      </a:cubicBezTo>
                      <a:cubicBezTo>
                        <a:pt x="172" y="265"/>
                        <a:pt x="174" y="266"/>
                        <a:pt x="175" y="267"/>
                      </a:cubicBezTo>
                      <a:cubicBezTo>
                        <a:pt x="175" y="267"/>
                        <a:pt x="176" y="267"/>
                        <a:pt x="176" y="267"/>
                      </a:cubicBezTo>
                      <a:cubicBezTo>
                        <a:pt x="176" y="267"/>
                        <a:pt x="177" y="267"/>
                        <a:pt x="177" y="268"/>
                      </a:cubicBezTo>
                      <a:cubicBezTo>
                        <a:pt x="176" y="268"/>
                        <a:pt x="175" y="268"/>
                        <a:pt x="174" y="267"/>
                      </a:cubicBezTo>
                      <a:cubicBezTo>
                        <a:pt x="173" y="267"/>
                        <a:pt x="172" y="267"/>
                        <a:pt x="172" y="267"/>
                      </a:cubicBezTo>
                      <a:cubicBezTo>
                        <a:pt x="171" y="267"/>
                        <a:pt x="170" y="267"/>
                        <a:pt x="169" y="267"/>
                      </a:cubicBezTo>
                      <a:cubicBezTo>
                        <a:pt x="166" y="266"/>
                        <a:pt x="165" y="268"/>
                        <a:pt x="164" y="270"/>
                      </a:cubicBezTo>
                      <a:cubicBezTo>
                        <a:pt x="163" y="270"/>
                        <a:pt x="163" y="271"/>
                        <a:pt x="164" y="271"/>
                      </a:cubicBezTo>
                      <a:cubicBezTo>
                        <a:pt x="165" y="271"/>
                        <a:pt x="165" y="272"/>
                        <a:pt x="165" y="273"/>
                      </a:cubicBezTo>
                      <a:cubicBezTo>
                        <a:pt x="165" y="273"/>
                        <a:pt x="165" y="273"/>
                        <a:pt x="164" y="273"/>
                      </a:cubicBezTo>
                      <a:cubicBezTo>
                        <a:pt x="164" y="273"/>
                        <a:pt x="163" y="273"/>
                        <a:pt x="163" y="273"/>
                      </a:cubicBezTo>
                      <a:cubicBezTo>
                        <a:pt x="163" y="274"/>
                        <a:pt x="163" y="275"/>
                        <a:pt x="164" y="275"/>
                      </a:cubicBezTo>
                      <a:cubicBezTo>
                        <a:pt x="165" y="276"/>
                        <a:pt x="167" y="276"/>
                        <a:pt x="168" y="275"/>
                      </a:cubicBezTo>
                      <a:cubicBezTo>
                        <a:pt x="170" y="275"/>
                        <a:pt x="173" y="276"/>
                        <a:pt x="175" y="275"/>
                      </a:cubicBezTo>
                      <a:cubicBezTo>
                        <a:pt x="175" y="274"/>
                        <a:pt x="176" y="275"/>
                        <a:pt x="176" y="275"/>
                      </a:cubicBezTo>
                      <a:cubicBezTo>
                        <a:pt x="176" y="275"/>
                        <a:pt x="176" y="276"/>
                        <a:pt x="175" y="276"/>
                      </a:cubicBezTo>
                      <a:cubicBezTo>
                        <a:pt x="175" y="276"/>
                        <a:pt x="175" y="276"/>
                        <a:pt x="175" y="276"/>
                      </a:cubicBezTo>
                      <a:cubicBezTo>
                        <a:pt x="173" y="276"/>
                        <a:pt x="172" y="277"/>
                        <a:pt x="170" y="277"/>
                      </a:cubicBezTo>
                      <a:cubicBezTo>
                        <a:pt x="170" y="276"/>
                        <a:pt x="169" y="277"/>
                        <a:pt x="169" y="277"/>
                      </a:cubicBezTo>
                      <a:cubicBezTo>
                        <a:pt x="167" y="278"/>
                        <a:pt x="165" y="278"/>
                        <a:pt x="164" y="278"/>
                      </a:cubicBezTo>
                      <a:cubicBezTo>
                        <a:pt x="163" y="278"/>
                        <a:pt x="162" y="278"/>
                        <a:pt x="162" y="278"/>
                      </a:cubicBezTo>
                      <a:cubicBezTo>
                        <a:pt x="161" y="279"/>
                        <a:pt x="160" y="281"/>
                        <a:pt x="160" y="282"/>
                      </a:cubicBezTo>
                      <a:cubicBezTo>
                        <a:pt x="160" y="283"/>
                        <a:pt x="160" y="283"/>
                        <a:pt x="160" y="283"/>
                      </a:cubicBezTo>
                      <a:cubicBezTo>
                        <a:pt x="162" y="284"/>
                        <a:pt x="165" y="284"/>
                        <a:pt x="167" y="283"/>
                      </a:cubicBezTo>
                      <a:cubicBezTo>
                        <a:pt x="169" y="282"/>
                        <a:pt x="171" y="282"/>
                        <a:pt x="173" y="280"/>
                      </a:cubicBezTo>
                      <a:cubicBezTo>
                        <a:pt x="174" y="280"/>
                        <a:pt x="174" y="280"/>
                        <a:pt x="174" y="281"/>
                      </a:cubicBezTo>
                      <a:cubicBezTo>
                        <a:pt x="174" y="281"/>
                        <a:pt x="174" y="281"/>
                        <a:pt x="174" y="281"/>
                      </a:cubicBezTo>
                      <a:cubicBezTo>
                        <a:pt x="174" y="281"/>
                        <a:pt x="173" y="281"/>
                        <a:pt x="173" y="282"/>
                      </a:cubicBezTo>
                      <a:cubicBezTo>
                        <a:pt x="173" y="282"/>
                        <a:pt x="173" y="283"/>
                        <a:pt x="172" y="283"/>
                      </a:cubicBezTo>
                      <a:cubicBezTo>
                        <a:pt x="171" y="283"/>
                        <a:pt x="170" y="284"/>
                        <a:pt x="169" y="285"/>
                      </a:cubicBezTo>
                      <a:cubicBezTo>
                        <a:pt x="168" y="286"/>
                        <a:pt x="168" y="286"/>
                        <a:pt x="168" y="286"/>
                      </a:cubicBezTo>
                      <a:cubicBezTo>
                        <a:pt x="166" y="286"/>
                        <a:pt x="164" y="286"/>
                        <a:pt x="163" y="286"/>
                      </a:cubicBezTo>
                      <a:cubicBezTo>
                        <a:pt x="163" y="286"/>
                        <a:pt x="162" y="286"/>
                        <a:pt x="162" y="286"/>
                      </a:cubicBezTo>
                      <a:cubicBezTo>
                        <a:pt x="160" y="286"/>
                        <a:pt x="159" y="286"/>
                        <a:pt x="159" y="288"/>
                      </a:cubicBezTo>
                      <a:cubicBezTo>
                        <a:pt x="158" y="289"/>
                        <a:pt x="158" y="290"/>
                        <a:pt x="157" y="291"/>
                      </a:cubicBezTo>
                      <a:cubicBezTo>
                        <a:pt x="157" y="292"/>
                        <a:pt x="157" y="293"/>
                        <a:pt x="158" y="294"/>
                      </a:cubicBezTo>
                      <a:cubicBezTo>
                        <a:pt x="159" y="294"/>
                        <a:pt x="159" y="294"/>
                        <a:pt x="160" y="294"/>
                      </a:cubicBezTo>
                      <a:cubicBezTo>
                        <a:pt x="161" y="295"/>
                        <a:pt x="162" y="295"/>
                        <a:pt x="162" y="295"/>
                      </a:cubicBezTo>
                      <a:cubicBezTo>
                        <a:pt x="163" y="296"/>
                        <a:pt x="163" y="296"/>
                        <a:pt x="164" y="295"/>
                      </a:cubicBezTo>
                      <a:cubicBezTo>
                        <a:pt x="164" y="295"/>
                        <a:pt x="164" y="294"/>
                        <a:pt x="164" y="294"/>
                      </a:cubicBezTo>
                      <a:cubicBezTo>
                        <a:pt x="165" y="294"/>
                        <a:pt x="165" y="294"/>
                        <a:pt x="166" y="293"/>
                      </a:cubicBezTo>
                      <a:cubicBezTo>
                        <a:pt x="167" y="293"/>
                        <a:pt x="166" y="294"/>
                        <a:pt x="166" y="295"/>
                      </a:cubicBezTo>
                      <a:cubicBezTo>
                        <a:pt x="166" y="296"/>
                        <a:pt x="166" y="296"/>
                        <a:pt x="167" y="296"/>
                      </a:cubicBezTo>
                      <a:cubicBezTo>
                        <a:pt x="168" y="297"/>
                        <a:pt x="166" y="297"/>
                        <a:pt x="167" y="297"/>
                      </a:cubicBezTo>
                      <a:cubicBezTo>
                        <a:pt x="167" y="298"/>
                        <a:pt x="168" y="298"/>
                        <a:pt x="168" y="299"/>
                      </a:cubicBezTo>
                      <a:cubicBezTo>
                        <a:pt x="168" y="299"/>
                        <a:pt x="168" y="299"/>
                        <a:pt x="169" y="299"/>
                      </a:cubicBezTo>
                      <a:cubicBezTo>
                        <a:pt x="169" y="299"/>
                        <a:pt x="170" y="300"/>
                        <a:pt x="170" y="299"/>
                      </a:cubicBezTo>
                      <a:cubicBezTo>
                        <a:pt x="171" y="299"/>
                        <a:pt x="171" y="298"/>
                        <a:pt x="171" y="298"/>
                      </a:cubicBezTo>
                      <a:cubicBezTo>
                        <a:pt x="171" y="297"/>
                        <a:pt x="171" y="297"/>
                        <a:pt x="171" y="296"/>
                      </a:cubicBezTo>
                      <a:cubicBezTo>
                        <a:pt x="170" y="296"/>
                        <a:pt x="170" y="296"/>
                        <a:pt x="170" y="295"/>
                      </a:cubicBezTo>
                      <a:cubicBezTo>
                        <a:pt x="171" y="295"/>
                        <a:pt x="171" y="295"/>
                        <a:pt x="171" y="296"/>
                      </a:cubicBezTo>
                      <a:cubicBezTo>
                        <a:pt x="171" y="296"/>
                        <a:pt x="171" y="296"/>
                        <a:pt x="172" y="296"/>
                      </a:cubicBezTo>
                      <a:cubicBezTo>
                        <a:pt x="172" y="296"/>
                        <a:pt x="172" y="295"/>
                        <a:pt x="173" y="295"/>
                      </a:cubicBezTo>
                      <a:cubicBezTo>
                        <a:pt x="173" y="294"/>
                        <a:pt x="173" y="295"/>
                        <a:pt x="173" y="295"/>
                      </a:cubicBezTo>
                      <a:cubicBezTo>
                        <a:pt x="173" y="295"/>
                        <a:pt x="173" y="296"/>
                        <a:pt x="173" y="297"/>
                      </a:cubicBezTo>
                      <a:cubicBezTo>
                        <a:pt x="173" y="297"/>
                        <a:pt x="173" y="298"/>
                        <a:pt x="173" y="298"/>
                      </a:cubicBezTo>
                      <a:cubicBezTo>
                        <a:pt x="173" y="300"/>
                        <a:pt x="174" y="300"/>
                        <a:pt x="175" y="299"/>
                      </a:cubicBezTo>
                      <a:cubicBezTo>
                        <a:pt x="176" y="299"/>
                        <a:pt x="177" y="298"/>
                        <a:pt x="177" y="298"/>
                      </a:cubicBezTo>
                      <a:cubicBezTo>
                        <a:pt x="178" y="297"/>
                        <a:pt x="179" y="296"/>
                        <a:pt x="179" y="294"/>
                      </a:cubicBezTo>
                      <a:cubicBezTo>
                        <a:pt x="179" y="293"/>
                        <a:pt x="178" y="292"/>
                        <a:pt x="177" y="292"/>
                      </a:cubicBezTo>
                      <a:cubicBezTo>
                        <a:pt x="177" y="292"/>
                        <a:pt x="177" y="291"/>
                        <a:pt x="177" y="291"/>
                      </a:cubicBezTo>
                      <a:cubicBezTo>
                        <a:pt x="177" y="291"/>
                        <a:pt x="177" y="291"/>
                        <a:pt x="177" y="291"/>
                      </a:cubicBezTo>
                      <a:cubicBezTo>
                        <a:pt x="177" y="291"/>
                        <a:pt x="178" y="291"/>
                        <a:pt x="178" y="291"/>
                      </a:cubicBezTo>
                      <a:cubicBezTo>
                        <a:pt x="178" y="291"/>
                        <a:pt x="178" y="291"/>
                        <a:pt x="179" y="292"/>
                      </a:cubicBezTo>
                      <a:cubicBezTo>
                        <a:pt x="179" y="292"/>
                        <a:pt x="179" y="293"/>
                        <a:pt x="180" y="293"/>
                      </a:cubicBezTo>
                      <a:cubicBezTo>
                        <a:pt x="180" y="293"/>
                        <a:pt x="180" y="292"/>
                        <a:pt x="180" y="292"/>
                      </a:cubicBezTo>
                      <a:cubicBezTo>
                        <a:pt x="180" y="291"/>
                        <a:pt x="181" y="291"/>
                        <a:pt x="181" y="290"/>
                      </a:cubicBezTo>
                      <a:cubicBezTo>
                        <a:pt x="180" y="289"/>
                        <a:pt x="181" y="288"/>
                        <a:pt x="181" y="287"/>
                      </a:cubicBezTo>
                      <a:cubicBezTo>
                        <a:pt x="181" y="286"/>
                        <a:pt x="180" y="287"/>
                        <a:pt x="180" y="286"/>
                      </a:cubicBezTo>
                      <a:cubicBezTo>
                        <a:pt x="180" y="286"/>
                        <a:pt x="181" y="286"/>
                        <a:pt x="181" y="287"/>
                      </a:cubicBezTo>
                      <a:cubicBezTo>
                        <a:pt x="182" y="287"/>
                        <a:pt x="181" y="288"/>
                        <a:pt x="182" y="289"/>
                      </a:cubicBezTo>
                      <a:cubicBezTo>
                        <a:pt x="182" y="289"/>
                        <a:pt x="182" y="289"/>
                        <a:pt x="183" y="289"/>
                      </a:cubicBezTo>
                      <a:cubicBezTo>
                        <a:pt x="183" y="289"/>
                        <a:pt x="184" y="288"/>
                        <a:pt x="184" y="288"/>
                      </a:cubicBezTo>
                      <a:cubicBezTo>
                        <a:pt x="185" y="288"/>
                        <a:pt x="185" y="288"/>
                        <a:pt x="186" y="288"/>
                      </a:cubicBezTo>
                      <a:cubicBezTo>
                        <a:pt x="185" y="288"/>
                        <a:pt x="185" y="289"/>
                        <a:pt x="184" y="289"/>
                      </a:cubicBezTo>
                      <a:cubicBezTo>
                        <a:pt x="183" y="290"/>
                        <a:pt x="182" y="291"/>
                        <a:pt x="182" y="293"/>
                      </a:cubicBezTo>
                      <a:cubicBezTo>
                        <a:pt x="182" y="294"/>
                        <a:pt x="182" y="294"/>
                        <a:pt x="184" y="294"/>
                      </a:cubicBezTo>
                      <a:cubicBezTo>
                        <a:pt x="183" y="294"/>
                        <a:pt x="183" y="295"/>
                        <a:pt x="182" y="295"/>
                      </a:cubicBezTo>
                      <a:cubicBezTo>
                        <a:pt x="182" y="295"/>
                        <a:pt x="182" y="296"/>
                        <a:pt x="182" y="297"/>
                      </a:cubicBezTo>
                      <a:cubicBezTo>
                        <a:pt x="182" y="298"/>
                        <a:pt x="183" y="298"/>
                        <a:pt x="183" y="297"/>
                      </a:cubicBezTo>
                      <a:cubicBezTo>
                        <a:pt x="184" y="297"/>
                        <a:pt x="184" y="297"/>
                        <a:pt x="185" y="297"/>
                      </a:cubicBezTo>
                      <a:cubicBezTo>
                        <a:pt x="186" y="297"/>
                        <a:pt x="186" y="297"/>
                        <a:pt x="187" y="296"/>
                      </a:cubicBezTo>
                      <a:cubicBezTo>
                        <a:pt x="187" y="296"/>
                        <a:pt x="188" y="297"/>
                        <a:pt x="188" y="296"/>
                      </a:cubicBezTo>
                      <a:cubicBezTo>
                        <a:pt x="189" y="296"/>
                        <a:pt x="190" y="295"/>
                        <a:pt x="190" y="295"/>
                      </a:cubicBezTo>
                      <a:cubicBezTo>
                        <a:pt x="190" y="294"/>
                        <a:pt x="190" y="293"/>
                        <a:pt x="190" y="292"/>
                      </a:cubicBezTo>
                      <a:cubicBezTo>
                        <a:pt x="191" y="292"/>
                        <a:pt x="191" y="292"/>
                        <a:pt x="191" y="293"/>
                      </a:cubicBezTo>
                      <a:cubicBezTo>
                        <a:pt x="190" y="294"/>
                        <a:pt x="190" y="294"/>
                        <a:pt x="191" y="294"/>
                      </a:cubicBezTo>
                      <a:cubicBezTo>
                        <a:pt x="192" y="294"/>
                        <a:pt x="191" y="294"/>
                        <a:pt x="191" y="293"/>
                      </a:cubicBezTo>
                      <a:cubicBezTo>
                        <a:pt x="191" y="293"/>
                        <a:pt x="192" y="293"/>
                        <a:pt x="192" y="293"/>
                      </a:cubicBezTo>
                      <a:cubicBezTo>
                        <a:pt x="192" y="293"/>
                        <a:pt x="192" y="293"/>
                        <a:pt x="192" y="293"/>
                      </a:cubicBezTo>
                      <a:cubicBezTo>
                        <a:pt x="193" y="293"/>
                        <a:pt x="193" y="294"/>
                        <a:pt x="192" y="294"/>
                      </a:cubicBezTo>
                      <a:cubicBezTo>
                        <a:pt x="192" y="294"/>
                        <a:pt x="192" y="294"/>
                        <a:pt x="192" y="294"/>
                      </a:cubicBezTo>
                      <a:cubicBezTo>
                        <a:pt x="192" y="295"/>
                        <a:pt x="192" y="295"/>
                        <a:pt x="192" y="295"/>
                      </a:cubicBezTo>
                      <a:cubicBezTo>
                        <a:pt x="192" y="296"/>
                        <a:pt x="192" y="296"/>
                        <a:pt x="192" y="296"/>
                      </a:cubicBezTo>
                      <a:cubicBezTo>
                        <a:pt x="193" y="296"/>
                        <a:pt x="193" y="295"/>
                        <a:pt x="194" y="295"/>
                      </a:cubicBezTo>
                      <a:cubicBezTo>
                        <a:pt x="195" y="296"/>
                        <a:pt x="196" y="294"/>
                        <a:pt x="197" y="295"/>
                      </a:cubicBezTo>
                      <a:cubicBezTo>
                        <a:pt x="197" y="295"/>
                        <a:pt x="197" y="295"/>
                        <a:pt x="197" y="295"/>
                      </a:cubicBezTo>
                      <a:cubicBezTo>
                        <a:pt x="198" y="295"/>
                        <a:pt x="200" y="294"/>
                        <a:pt x="199" y="292"/>
                      </a:cubicBezTo>
                      <a:cubicBezTo>
                        <a:pt x="200" y="292"/>
                        <a:pt x="200" y="292"/>
                        <a:pt x="200" y="292"/>
                      </a:cubicBezTo>
                      <a:cubicBezTo>
                        <a:pt x="200" y="292"/>
                        <a:pt x="201" y="292"/>
                        <a:pt x="201" y="292"/>
                      </a:cubicBezTo>
                      <a:cubicBezTo>
                        <a:pt x="201" y="292"/>
                        <a:pt x="202" y="293"/>
                        <a:pt x="202" y="293"/>
                      </a:cubicBezTo>
                      <a:cubicBezTo>
                        <a:pt x="201" y="293"/>
                        <a:pt x="201" y="294"/>
                        <a:pt x="200" y="295"/>
                      </a:cubicBezTo>
                      <a:cubicBezTo>
                        <a:pt x="200" y="295"/>
                        <a:pt x="200" y="295"/>
                        <a:pt x="200" y="295"/>
                      </a:cubicBezTo>
                      <a:cubicBezTo>
                        <a:pt x="200" y="295"/>
                        <a:pt x="199" y="296"/>
                        <a:pt x="199" y="297"/>
                      </a:cubicBezTo>
                      <a:cubicBezTo>
                        <a:pt x="199" y="297"/>
                        <a:pt x="198" y="297"/>
                        <a:pt x="198" y="297"/>
                      </a:cubicBezTo>
                      <a:cubicBezTo>
                        <a:pt x="198" y="298"/>
                        <a:pt x="198" y="299"/>
                        <a:pt x="197" y="299"/>
                      </a:cubicBezTo>
                      <a:cubicBezTo>
                        <a:pt x="197" y="299"/>
                        <a:pt x="196" y="299"/>
                        <a:pt x="196" y="299"/>
                      </a:cubicBezTo>
                      <a:cubicBezTo>
                        <a:pt x="194" y="299"/>
                        <a:pt x="192" y="299"/>
                        <a:pt x="190" y="299"/>
                      </a:cubicBezTo>
                      <a:cubicBezTo>
                        <a:pt x="189" y="299"/>
                        <a:pt x="188" y="300"/>
                        <a:pt x="187" y="301"/>
                      </a:cubicBezTo>
                      <a:cubicBezTo>
                        <a:pt x="187" y="301"/>
                        <a:pt x="186" y="302"/>
                        <a:pt x="186" y="302"/>
                      </a:cubicBezTo>
                      <a:cubicBezTo>
                        <a:pt x="187" y="303"/>
                        <a:pt x="186" y="303"/>
                        <a:pt x="185" y="303"/>
                      </a:cubicBezTo>
                      <a:cubicBezTo>
                        <a:pt x="185" y="303"/>
                        <a:pt x="185" y="303"/>
                        <a:pt x="185" y="303"/>
                      </a:cubicBezTo>
                      <a:cubicBezTo>
                        <a:pt x="183" y="304"/>
                        <a:pt x="182" y="304"/>
                        <a:pt x="180" y="305"/>
                      </a:cubicBezTo>
                      <a:cubicBezTo>
                        <a:pt x="178" y="306"/>
                        <a:pt x="178" y="307"/>
                        <a:pt x="179" y="309"/>
                      </a:cubicBezTo>
                      <a:cubicBezTo>
                        <a:pt x="180" y="310"/>
                        <a:pt x="181" y="311"/>
                        <a:pt x="181" y="311"/>
                      </a:cubicBezTo>
                      <a:cubicBezTo>
                        <a:pt x="183" y="313"/>
                        <a:pt x="186" y="314"/>
                        <a:pt x="188" y="314"/>
                      </a:cubicBezTo>
                      <a:cubicBezTo>
                        <a:pt x="191" y="314"/>
                        <a:pt x="193" y="313"/>
                        <a:pt x="195" y="312"/>
                      </a:cubicBezTo>
                      <a:cubicBezTo>
                        <a:pt x="196" y="312"/>
                        <a:pt x="197" y="312"/>
                        <a:pt x="197" y="311"/>
                      </a:cubicBezTo>
                      <a:cubicBezTo>
                        <a:pt x="199" y="310"/>
                        <a:pt x="201" y="309"/>
                        <a:pt x="202" y="308"/>
                      </a:cubicBezTo>
                      <a:cubicBezTo>
                        <a:pt x="203" y="307"/>
                        <a:pt x="203" y="307"/>
                        <a:pt x="204" y="306"/>
                      </a:cubicBezTo>
                      <a:cubicBezTo>
                        <a:pt x="204" y="306"/>
                        <a:pt x="203" y="305"/>
                        <a:pt x="204" y="305"/>
                      </a:cubicBezTo>
                      <a:cubicBezTo>
                        <a:pt x="204" y="305"/>
                        <a:pt x="204" y="305"/>
                        <a:pt x="204" y="305"/>
                      </a:cubicBezTo>
                      <a:cubicBezTo>
                        <a:pt x="204" y="304"/>
                        <a:pt x="204" y="304"/>
                        <a:pt x="204" y="304"/>
                      </a:cubicBezTo>
                      <a:cubicBezTo>
                        <a:pt x="205" y="305"/>
                        <a:pt x="205" y="303"/>
                        <a:pt x="206" y="303"/>
                      </a:cubicBezTo>
                      <a:cubicBezTo>
                        <a:pt x="207" y="303"/>
                        <a:pt x="208" y="303"/>
                        <a:pt x="209" y="302"/>
                      </a:cubicBezTo>
                      <a:cubicBezTo>
                        <a:pt x="209" y="302"/>
                        <a:pt x="209" y="302"/>
                        <a:pt x="209" y="302"/>
                      </a:cubicBezTo>
                      <a:cubicBezTo>
                        <a:pt x="209" y="302"/>
                        <a:pt x="210" y="302"/>
                        <a:pt x="210" y="302"/>
                      </a:cubicBezTo>
                      <a:cubicBezTo>
                        <a:pt x="211" y="303"/>
                        <a:pt x="212" y="302"/>
                        <a:pt x="212" y="301"/>
                      </a:cubicBezTo>
                      <a:cubicBezTo>
                        <a:pt x="212" y="301"/>
                        <a:pt x="212" y="300"/>
                        <a:pt x="213" y="300"/>
                      </a:cubicBezTo>
                      <a:cubicBezTo>
                        <a:pt x="214" y="300"/>
                        <a:pt x="215" y="299"/>
                        <a:pt x="215" y="298"/>
                      </a:cubicBezTo>
                      <a:cubicBezTo>
                        <a:pt x="215" y="298"/>
                        <a:pt x="216" y="297"/>
                        <a:pt x="217" y="297"/>
                      </a:cubicBezTo>
                      <a:cubicBezTo>
                        <a:pt x="217" y="297"/>
                        <a:pt x="218" y="299"/>
                        <a:pt x="218" y="299"/>
                      </a:cubicBezTo>
                      <a:cubicBezTo>
                        <a:pt x="218" y="301"/>
                        <a:pt x="218" y="301"/>
                        <a:pt x="219" y="301"/>
                      </a:cubicBezTo>
                      <a:cubicBezTo>
                        <a:pt x="220" y="301"/>
                        <a:pt x="220" y="301"/>
                        <a:pt x="220" y="301"/>
                      </a:cubicBezTo>
                      <a:cubicBezTo>
                        <a:pt x="221" y="301"/>
                        <a:pt x="221" y="300"/>
                        <a:pt x="221" y="300"/>
                      </a:cubicBezTo>
                      <a:cubicBezTo>
                        <a:pt x="221" y="299"/>
                        <a:pt x="222" y="299"/>
                        <a:pt x="222" y="299"/>
                      </a:cubicBezTo>
                      <a:cubicBezTo>
                        <a:pt x="223" y="298"/>
                        <a:pt x="223" y="299"/>
                        <a:pt x="223" y="299"/>
                      </a:cubicBezTo>
                      <a:cubicBezTo>
                        <a:pt x="224" y="299"/>
                        <a:pt x="224" y="299"/>
                        <a:pt x="224" y="299"/>
                      </a:cubicBezTo>
                      <a:cubicBezTo>
                        <a:pt x="223" y="300"/>
                        <a:pt x="224" y="300"/>
                        <a:pt x="225" y="300"/>
                      </a:cubicBezTo>
                      <a:cubicBezTo>
                        <a:pt x="227" y="302"/>
                        <a:pt x="229" y="301"/>
                        <a:pt x="230" y="299"/>
                      </a:cubicBezTo>
                      <a:cubicBezTo>
                        <a:pt x="230" y="299"/>
                        <a:pt x="230" y="299"/>
                        <a:pt x="230" y="299"/>
                      </a:cubicBezTo>
                      <a:cubicBezTo>
                        <a:pt x="230" y="299"/>
                        <a:pt x="230" y="299"/>
                        <a:pt x="230" y="299"/>
                      </a:cubicBezTo>
                      <a:cubicBezTo>
                        <a:pt x="232" y="299"/>
                        <a:pt x="233" y="298"/>
                        <a:pt x="234" y="298"/>
                      </a:cubicBezTo>
                      <a:cubicBezTo>
                        <a:pt x="235" y="297"/>
                        <a:pt x="234" y="297"/>
                        <a:pt x="234" y="296"/>
                      </a:cubicBezTo>
                      <a:cubicBezTo>
                        <a:pt x="234" y="296"/>
                        <a:pt x="234" y="296"/>
                        <a:pt x="235" y="296"/>
                      </a:cubicBezTo>
                      <a:cubicBezTo>
                        <a:pt x="236" y="295"/>
                        <a:pt x="235" y="293"/>
                        <a:pt x="236" y="292"/>
                      </a:cubicBezTo>
                      <a:cubicBezTo>
                        <a:pt x="236" y="291"/>
                        <a:pt x="237" y="290"/>
                        <a:pt x="237" y="289"/>
                      </a:cubicBezTo>
                      <a:cubicBezTo>
                        <a:pt x="237" y="289"/>
                        <a:pt x="237" y="288"/>
                        <a:pt x="237" y="288"/>
                      </a:cubicBezTo>
                      <a:cubicBezTo>
                        <a:pt x="238" y="287"/>
                        <a:pt x="237" y="287"/>
                        <a:pt x="237" y="286"/>
                      </a:cubicBezTo>
                      <a:cubicBezTo>
                        <a:pt x="236" y="286"/>
                        <a:pt x="237" y="285"/>
                        <a:pt x="237" y="285"/>
                      </a:cubicBezTo>
                      <a:cubicBezTo>
                        <a:pt x="238" y="284"/>
                        <a:pt x="238" y="283"/>
                        <a:pt x="239" y="282"/>
                      </a:cubicBezTo>
                      <a:cubicBezTo>
                        <a:pt x="239" y="281"/>
                        <a:pt x="239" y="281"/>
                        <a:pt x="239" y="281"/>
                      </a:cubicBezTo>
                      <a:close/>
                      <a:moveTo>
                        <a:pt x="238" y="276"/>
                      </a:moveTo>
                      <a:cubicBezTo>
                        <a:pt x="238" y="276"/>
                        <a:pt x="238" y="276"/>
                        <a:pt x="238" y="276"/>
                      </a:cubicBezTo>
                      <a:cubicBezTo>
                        <a:pt x="238" y="276"/>
                        <a:pt x="238" y="276"/>
                        <a:pt x="238" y="276"/>
                      </a:cubicBezTo>
                      <a:close/>
                      <a:moveTo>
                        <a:pt x="343" y="257"/>
                      </a:moveTo>
                      <a:cubicBezTo>
                        <a:pt x="343" y="257"/>
                        <a:pt x="343" y="257"/>
                        <a:pt x="343" y="257"/>
                      </a:cubicBezTo>
                      <a:cubicBezTo>
                        <a:pt x="343" y="258"/>
                        <a:pt x="344" y="258"/>
                        <a:pt x="343" y="259"/>
                      </a:cubicBezTo>
                      <a:cubicBezTo>
                        <a:pt x="342" y="259"/>
                        <a:pt x="343" y="258"/>
                        <a:pt x="342" y="258"/>
                      </a:cubicBezTo>
                      <a:cubicBezTo>
                        <a:pt x="342" y="258"/>
                        <a:pt x="342" y="258"/>
                        <a:pt x="342" y="258"/>
                      </a:cubicBezTo>
                      <a:cubicBezTo>
                        <a:pt x="342" y="258"/>
                        <a:pt x="342" y="259"/>
                        <a:pt x="342" y="259"/>
                      </a:cubicBezTo>
                      <a:cubicBezTo>
                        <a:pt x="341" y="259"/>
                        <a:pt x="341" y="258"/>
                        <a:pt x="340" y="258"/>
                      </a:cubicBezTo>
                      <a:cubicBezTo>
                        <a:pt x="340" y="256"/>
                        <a:pt x="339" y="254"/>
                        <a:pt x="338" y="252"/>
                      </a:cubicBezTo>
                      <a:cubicBezTo>
                        <a:pt x="338" y="252"/>
                        <a:pt x="338" y="252"/>
                        <a:pt x="338" y="251"/>
                      </a:cubicBezTo>
                      <a:cubicBezTo>
                        <a:pt x="337" y="249"/>
                        <a:pt x="339" y="249"/>
                        <a:pt x="340" y="249"/>
                      </a:cubicBezTo>
                      <a:cubicBezTo>
                        <a:pt x="341" y="248"/>
                        <a:pt x="342" y="248"/>
                        <a:pt x="342" y="249"/>
                      </a:cubicBezTo>
                      <a:cubicBezTo>
                        <a:pt x="343" y="250"/>
                        <a:pt x="344" y="250"/>
                        <a:pt x="344" y="251"/>
                      </a:cubicBezTo>
                      <a:cubicBezTo>
                        <a:pt x="344" y="252"/>
                        <a:pt x="344" y="253"/>
                        <a:pt x="343" y="254"/>
                      </a:cubicBezTo>
                      <a:cubicBezTo>
                        <a:pt x="342" y="254"/>
                        <a:pt x="342" y="256"/>
                        <a:pt x="343" y="257"/>
                      </a:cubicBezTo>
                      <a:close/>
                      <a:moveTo>
                        <a:pt x="186" y="201"/>
                      </a:moveTo>
                      <a:cubicBezTo>
                        <a:pt x="187" y="201"/>
                        <a:pt x="186" y="200"/>
                        <a:pt x="187" y="199"/>
                      </a:cubicBezTo>
                      <a:cubicBezTo>
                        <a:pt x="188" y="198"/>
                        <a:pt x="189" y="198"/>
                        <a:pt x="190" y="197"/>
                      </a:cubicBezTo>
                      <a:cubicBezTo>
                        <a:pt x="191" y="195"/>
                        <a:pt x="192" y="195"/>
                        <a:pt x="194" y="195"/>
                      </a:cubicBezTo>
                      <a:cubicBezTo>
                        <a:pt x="195" y="194"/>
                        <a:pt x="196" y="195"/>
                        <a:pt x="197" y="194"/>
                      </a:cubicBezTo>
                      <a:cubicBezTo>
                        <a:pt x="198" y="193"/>
                        <a:pt x="198" y="192"/>
                        <a:pt x="199" y="192"/>
                      </a:cubicBezTo>
                      <a:cubicBezTo>
                        <a:pt x="200" y="191"/>
                        <a:pt x="200" y="189"/>
                        <a:pt x="202" y="189"/>
                      </a:cubicBezTo>
                      <a:cubicBezTo>
                        <a:pt x="202" y="189"/>
                        <a:pt x="202" y="189"/>
                        <a:pt x="203" y="189"/>
                      </a:cubicBezTo>
                      <a:cubicBezTo>
                        <a:pt x="204" y="187"/>
                        <a:pt x="206" y="187"/>
                        <a:pt x="207" y="189"/>
                      </a:cubicBezTo>
                      <a:cubicBezTo>
                        <a:pt x="207" y="190"/>
                        <a:pt x="208" y="190"/>
                        <a:pt x="209" y="190"/>
                      </a:cubicBezTo>
                      <a:cubicBezTo>
                        <a:pt x="209" y="190"/>
                        <a:pt x="209" y="190"/>
                        <a:pt x="209" y="190"/>
                      </a:cubicBezTo>
                      <a:cubicBezTo>
                        <a:pt x="209" y="191"/>
                        <a:pt x="209" y="192"/>
                        <a:pt x="210" y="192"/>
                      </a:cubicBezTo>
                      <a:cubicBezTo>
                        <a:pt x="210" y="192"/>
                        <a:pt x="210" y="192"/>
                        <a:pt x="210" y="193"/>
                      </a:cubicBezTo>
                      <a:cubicBezTo>
                        <a:pt x="210" y="193"/>
                        <a:pt x="210" y="193"/>
                        <a:pt x="210" y="193"/>
                      </a:cubicBezTo>
                      <a:cubicBezTo>
                        <a:pt x="212" y="193"/>
                        <a:pt x="212" y="194"/>
                        <a:pt x="212" y="194"/>
                      </a:cubicBezTo>
                      <a:cubicBezTo>
                        <a:pt x="213" y="195"/>
                        <a:pt x="212" y="195"/>
                        <a:pt x="213" y="196"/>
                      </a:cubicBezTo>
                      <a:cubicBezTo>
                        <a:pt x="213" y="197"/>
                        <a:pt x="213" y="197"/>
                        <a:pt x="213" y="198"/>
                      </a:cubicBezTo>
                      <a:cubicBezTo>
                        <a:pt x="213" y="198"/>
                        <a:pt x="212" y="198"/>
                        <a:pt x="213" y="199"/>
                      </a:cubicBezTo>
                      <a:cubicBezTo>
                        <a:pt x="213" y="201"/>
                        <a:pt x="212" y="203"/>
                        <a:pt x="209" y="203"/>
                      </a:cubicBezTo>
                      <a:cubicBezTo>
                        <a:pt x="209" y="203"/>
                        <a:pt x="209" y="203"/>
                        <a:pt x="209" y="202"/>
                      </a:cubicBezTo>
                      <a:cubicBezTo>
                        <a:pt x="209" y="202"/>
                        <a:pt x="209" y="202"/>
                        <a:pt x="209" y="202"/>
                      </a:cubicBezTo>
                      <a:cubicBezTo>
                        <a:pt x="208" y="202"/>
                        <a:pt x="207" y="203"/>
                        <a:pt x="206" y="203"/>
                      </a:cubicBezTo>
                      <a:cubicBezTo>
                        <a:pt x="206" y="204"/>
                        <a:pt x="205" y="204"/>
                        <a:pt x="205" y="204"/>
                      </a:cubicBezTo>
                      <a:cubicBezTo>
                        <a:pt x="203" y="203"/>
                        <a:pt x="202" y="202"/>
                        <a:pt x="202" y="201"/>
                      </a:cubicBezTo>
                      <a:cubicBezTo>
                        <a:pt x="201" y="200"/>
                        <a:pt x="201" y="200"/>
                        <a:pt x="200" y="200"/>
                      </a:cubicBezTo>
                      <a:cubicBezTo>
                        <a:pt x="200" y="200"/>
                        <a:pt x="199" y="200"/>
                        <a:pt x="199" y="201"/>
                      </a:cubicBezTo>
                      <a:cubicBezTo>
                        <a:pt x="200" y="202"/>
                        <a:pt x="199" y="202"/>
                        <a:pt x="198" y="203"/>
                      </a:cubicBezTo>
                      <a:cubicBezTo>
                        <a:pt x="199" y="204"/>
                        <a:pt x="198" y="204"/>
                        <a:pt x="198" y="204"/>
                      </a:cubicBezTo>
                      <a:cubicBezTo>
                        <a:pt x="196" y="204"/>
                        <a:pt x="196" y="204"/>
                        <a:pt x="196" y="202"/>
                      </a:cubicBezTo>
                      <a:cubicBezTo>
                        <a:pt x="195" y="202"/>
                        <a:pt x="196" y="201"/>
                        <a:pt x="195" y="201"/>
                      </a:cubicBezTo>
                      <a:cubicBezTo>
                        <a:pt x="194" y="201"/>
                        <a:pt x="193" y="201"/>
                        <a:pt x="192" y="201"/>
                      </a:cubicBezTo>
                      <a:cubicBezTo>
                        <a:pt x="190" y="201"/>
                        <a:pt x="189" y="202"/>
                        <a:pt x="188" y="203"/>
                      </a:cubicBezTo>
                      <a:cubicBezTo>
                        <a:pt x="188" y="204"/>
                        <a:pt x="187" y="204"/>
                        <a:pt x="187" y="204"/>
                      </a:cubicBezTo>
                      <a:cubicBezTo>
                        <a:pt x="186" y="204"/>
                        <a:pt x="186" y="201"/>
                        <a:pt x="186" y="201"/>
                      </a:cubicBezTo>
                      <a:close/>
                      <a:moveTo>
                        <a:pt x="257" y="279"/>
                      </a:moveTo>
                      <a:cubicBezTo>
                        <a:pt x="255" y="279"/>
                        <a:pt x="254" y="280"/>
                        <a:pt x="253" y="279"/>
                      </a:cubicBezTo>
                      <a:cubicBezTo>
                        <a:pt x="253" y="279"/>
                        <a:pt x="252" y="279"/>
                        <a:pt x="252" y="279"/>
                      </a:cubicBezTo>
                      <a:cubicBezTo>
                        <a:pt x="253" y="278"/>
                        <a:pt x="253" y="278"/>
                        <a:pt x="253" y="277"/>
                      </a:cubicBezTo>
                      <a:cubicBezTo>
                        <a:pt x="254" y="277"/>
                        <a:pt x="254" y="276"/>
                        <a:pt x="254" y="276"/>
                      </a:cubicBezTo>
                      <a:cubicBezTo>
                        <a:pt x="255" y="275"/>
                        <a:pt x="255" y="275"/>
                        <a:pt x="256" y="274"/>
                      </a:cubicBezTo>
                      <a:cubicBezTo>
                        <a:pt x="257" y="274"/>
                        <a:pt x="259" y="273"/>
                        <a:pt x="260" y="273"/>
                      </a:cubicBezTo>
                      <a:cubicBezTo>
                        <a:pt x="260" y="272"/>
                        <a:pt x="261" y="272"/>
                        <a:pt x="261" y="273"/>
                      </a:cubicBezTo>
                      <a:cubicBezTo>
                        <a:pt x="262" y="273"/>
                        <a:pt x="262" y="274"/>
                        <a:pt x="261" y="274"/>
                      </a:cubicBezTo>
                      <a:cubicBezTo>
                        <a:pt x="261" y="275"/>
                        <a:pt x="261" y="275"/>
                        <a:pt x="260" y="275"/>
                      </a:cubicBezTo>
                      <a:cubicBezTo>
                        <a:pt x="259" y="275"/>
                        <a:pt x="258" y="276"/>
                        <a:pt x="258" y="278"/>
                      </a:cubicBezTo>
                      <a:cubicBezTo>
                        <a:pt x="258" y="278"/>
                        <a:pt x="257" y="278"/>
                        <a:pt x="257" y="279"/>
                      </a:cubicBezTo>
                      <a:close/>
                      <a:moveTo>
                        <a:pt x="297" y="289"/>
                      </a:moveTo>
                      <a:cubicBezTo>
                        <a:pt x="297" y="289"/>
                        <a:pt x="297" y="289"/>
                        <a:pt x="296" y="289"/>
                      </a:cubicBezTo>
                      <a:cubicBezTo>
                        <a:pt x="296" y="290"/>
                        <a:pt x="296" y="289"/>
                        <a:pt x="296" y="289"/>
                      </a:cubicBezTo>
                      <a:cubicBezTo>
                        <a:pt x="295" y="288"/>
                        <a:pt x="295" y="288"/>
                        <a:pt x="295" y="287"/>
                      </a:cubicBezTo>
                      <a:cubicBezTo>
                        <a:pt x="295" y="286"/>
                        <a:pt x="295" y="284"/>
                        <a:pt x="297" y="284"/>
                      </a:cubicBezTo>
                      <a:cubicBezTo>
                        <a:pt x="298" y="284"/>
                        <a:pt x="299" y="284"/>
                        <a:pt x="299" y="282"/>
                      </a:cubicBezTo>
                      <a:cubicBezTo>
                        <a:pt x="299" y="282"/>
                        <a:pt x="299" y="282"/>
                        <a:pt x="300" y="282"/>
                      </a:cubicBezTo>
                      <a:cubicBezTo>
                        <a:pt x="300" y="282"/>
                        <a:pt x="301" y="283"/>
                        <a:pt x="302" y="283"/>
                      </a:cubicBezTo>
                      <a:cubicBezTo>
                        <a:pt x="302" y="283"/>
                        <a:pt x="302" y="284"/>
                        <a:pt x="302" y="284"/>
                      </a:cubicBezTo>
                      <a:cubicBezTo>
                        <a:pt x="302" y="285"/>
                        <a:pt x="301" y="286"/>
                        <a:pt x="300" y="287"/>
                      </a:cubicBezTo>
                      <a:cubicBezTo>
                        <a:pt x="300" y="287"/>
                        <a:pt x="300" y="287"/>
                        <a:pt x="300" y="287"/>
                      </a:cubicBezTo>
                      <a:cubicBezTo>
                        <a:pt x="300" y="286"/>
                        <a:pt x="299" y="286"/>
                        <a:pt x="299" y="285"/>
                      </a:cubicBezTo>
                      <a:cubicBezTo>
                        <a:pt x="298" y="285"/>
                        <a:pt x="298" y="286"/>
                        <a:pt x="298" y="286"/>
                      </a:cubicBezTo>
                      <a:cubicBezTo>
                        <a:pt x="298" y="287"/>
                        <a:pt x="298" y="287"/>
                        <a:pt x="298" y="287"/>
                      </a:cubicBezTo>
                      <a:cubicBezTo>
                        <a:pt x="297" y="288"/>
                        <a:pt x="297" y="288"/>
                        <a:pt x="297" y="289"/>
                      </a:cubicBezTo>
                      <a:close/>
                      <a:moveTo>
                        <a:pt x="249" y="274"/>
                      </a:moveTo>
                      <a:cubicBezTo>
                        <a:pt x="249" y="274"/>
                        <a:pt x="249" y="274"/>
                        <a:pt x="250" y="274"/>
                      </a:cubicBezTo>
                      <a:cubicBezTo>
                        <a:pt x="252" y="273"/>
                        <a:pt x="255" y="271"/>
                        <a:pt x="258" y="270"/>
                      </a:cubicBezTo>
                      <a:cubicBezTo>
                        <a:pt x="258" y="270"/>
                        <a:pt x="260" y="270"/>
                        <a:pt x="260" y="271"/>
                      </a:cubicBezTo>
                      <a:cubicBezTo>
                        <a:pt x="260" y="272"/>
                        <a:pt x="260" y="272"/>
                        <a:pt x="259" y="272"/>
                      </a:cubicBezTo>
                      <a:cubicBezTo>
                        <a:pt x="257" y="273"/>
                        <a:pt x="255" y="274"/>
                        <a:pt x="253" y="275"/>
                      </a:cubicBezTo>
                      <a:cubicBezTo>
                        <a:pt x="252" y="275"/>
                        <a:pt x="251" y="275"/>
                        <a:pt x="251" y="275"/>
                      </a:cubicBezTo>
                      <a:cubicBezTo>
                        <a:pt x="251" y="275"/>
                        <a:pt x="250" y="275"/>
                        <a:pt x="250" y="275"/>
                      </a:cubicBezTo>
                      <a:cubicBezTo>
                        <a:pt x="249" y="275"/>
                        <a:pt x="249" y="275"/>
                        <a:pt x="249" y="274"/>
                      </a:cubicBezTo>
                      <a:close/>
                      <a:moveTo>
                        <a:pt x="412" y="301"/>
                      </a:moveTo>
                      <a:cubicBezTo>
                        <a:pt x="412" y="301"/>
                        <a:pt x="411" y="300"/>
                        <a:pt x="412" y="299"/>
                      </a:cubicBezTo>
                      <a:cubicBezTo>
                        <a:pt x="412" y="299"/>
                        <a:pt x="411" y="299"/>
                        <a:pt x="411" y="299"/>
                      </a:cubicBezTo>
                      <a:cubicBezTo>
                        <a:pt x="410" y="298"/>
                        <a:pt x="409" y="298"/>
                        <a:pt x="408" y="299"/>
                      </a:cubicBezTo>
                      <a:cubicBezTo>
                        <a:pt x="408" y="300"/>
                        <a:pt x="407" y="300"/>
                        <a:pt x="407" y="300"/>
                      </a:cubicBezTo>
                      <a:cubicBezTo>
                        <a:pt x="406" y="299"/>
                        <a:pt x="406" y="298"/>
                        <a:pt x="406" y="297"/>
                      </a:cubicBezTo>
                      <a:cubicBezTo>
                        <a:pt x="408" y="297"/>
                        <a:pt x="409" y="297"/>
                        <a:pt x="409" y="295"/>
                      </a:cubicBezTo>
                      <a:cubicBezTo>
                        <a:pt x="409" y="295"/>
                        <a:pt x="409" y="295"/>
                        <a:pt x="409" y="295"/>
                      </a:cubicBezTo>
                      <a:cubicBezTo>
                        <a:pt x="410" y="295"/>
                        <a:pt x="410" y="294"/>
                        <a:pt x="410" y="294"/>
                      </a:cubicBezTo>
                      <a:cubicBezTo>
                        <a:pt x="411" y="294"/>
                        <a:pt x="412" y="293"/>
                        <a:pt x="412" y="292"/>
                      </a:cubicBezTo>
                      <a:cubicBezTo>
                        <a:pt x="412" y="292"/>
                        <a:pt x="412" y="291"/>
                        <a:pt x="411" y="291"/>
                      </a:cubicBezTo>
                      <a:cubicBezTo>
                        <a:pt x="411" y="291"/>
                        <a:pt x="411" y="291"/>
                        <a:pt x="411" y="291"/>
                      </a:cubicBezTo>
                      <a:cubicBezTo>
                        <a:pt x="412" y="290"/>
                        <a:pt x="412" y="289"/>
                        <a:pt x="411" y="288"/>
                      </a:cubicBezTo>
                      <a:cubicBezTo>
                        <a:pt x="411" y="288"/>
                        <a:pt x="410" y="288"/>
                        <a:pt x="411" y="287"/>
                      </a:cubicBezTo>
                      <a:cubicBezTo>
                        <a:pt x="411" y="287"/>
                        <a:pt x="410" y="286"/>
                        <a:pt x="410" y="287"/>
                      </a:cubicBezTo>
                      <a:cubicBezTo>
                        <a:pt x="409" y="287"/>
                        <a:pt x="408" y="286"/>
                        <a:pt x="407" y="287"/>
                      </a:cubicBezTo>
                      <a:cubicBezTo>
                        <a:pt x="407" y="287"/>
                        <a:pt x="406" y="287"/>
                        <a:pt x="406" y="286"/>
                      </a:cubicBezTo>
                      <a:cubicBezTo>
                        <a:pt x="407" y="286"/>
                        <a:pt x="408" y="286"/>
                        <a:pt x="408" y="285"/>
                      </a:cubicBezTo>
                      <a:cubicBezTo>
                        <a:pt x="407" y="282"/>
                        <a:pt x="406" y="281"/>
                        <a:pt x="403" y="282"/>
                      </a:cubicBezTo>
                      <a:cubicBezTo>
                        <a:pt x="402" y="282"/>
                        <a:pt x="402" y="282"/>
                        <a:pt x="402" y="282"/>
                      </a:cubicBezTo>
                      <a:cubicBezTo>
                        <a:pt x="402" y="282"/>
                        <a:pt x="402" y="282"/>
                        <a:pt x="401" y="282"/>
                      </a:cubicBezTo>
                      <a:cubicBezTo>
                        <a:pt x="401" y="282"/>
                        <a:pt x="401" y="282"/>
                        <a:pt x="400" y="282"/>
                      </a:cubicBezTo>
                      <a:cubicBezTo>
                        <a:pt x="399" y="281"/>
                        <a:pt x="400" y="281"/>
                        <a:pt x="400" y="280"/>
                      </a:cubicBezTo>
                      <a:cubicBezTo>
                        <a:pt x="401" y="280"/>
                        <a:pt x="401" y="279"/>
                        <a:pt x="401" y="278"/>
                      </a:cubicBezTo>
                      <a:cubicBezTo>
                        <a:pt x="398" y="277"/>
                        <a:pt x="395" y="277"/>
                        <a:pt x="392" y="277"/>
                      </a:cubicBezTo>
                      <a:cubicBezTo>
                        <a:pt x="392" y="277"/>
                        <a:pt x="392" y="277"/>
                        <a:pt x="392" y="277"/>
                      </a:cubicBezTo>
                      <a:cubicBezTo>
                        <a:pt x="390" y="277"/>
                        <a:pt x="388" y="279"/>
                        <a:pt x="386" y="279"/>
                      </a:cubicBezTo>
                      <a:cubicBezTo>
                        <a:pt x="386" y="279"/>
                        <a:pt x="386" y="279"/>
                        <a:pt x="386" y="279"/>
                      </a:cubicBezTo>
                      <a:cubicBezTo>
                        <a:pt x="385" y="278"/>
                        <a:pt x="384" y="278"/>
                        <a:pt x="383" y="277"/>
                      </a:cubicBezTo>
                      <a:cubicBezTo>
                        <a:pt x="383" y="277"/>
                        <a:pt x="382" y="277"/>
                        <a:pt x="382" y="278"/>
                      </a:cubicBezTo>
                      <a:cubicBezTo>
                        <a:pt x="381" y="278"/>
                        <a:pt x="381" y="278"/>
                        <a:pt x="380" y="279"/>
                      </a:cubicBezTo>
                      <a:cubicBezTo>
                        <a:pt x="380" y="279"/>
                        <a:pt x="380" y="279"/>
                        <a:pt x="380" y="279"/>
                      </a:cubicBezTo>
                      <a:cubicBezTo>
                        <a:pt x="380" y="280"/>
                        <a:pt x="379" y="280"/>
                        <a:pt x="379" y="280"/>
                      </a:cubicBezTo>
                      <a:cubicBezTo>
                        <a:pt x="378" y="280"/>
                        <a:pt x="378" y="280"/>
                        <a:pt x="377" y="281"/>
                      </a:cubicBezTo>
                      <a:cubicBezTo>
                        <a:pt x="377" y="281"/>
                        <a:pt x="377" y="281"/>
                        <a:pt x="377" y="282"/>
                      </a:cubicBezTo>
                      <a:cubicBezTo>
                        <a:pt x="377" y="282"/>
                        <a:pt x="376" y="282"/>
                        <a:pt x="375" y="281"/>
                      </a:cubicBezTo>
                      <a:cubicBezTo>
                        <a:pt x="375" y="281"/>
                        <a:pt x="375" y="281"/>
                        <a:pt x="375" y="281"/>
                      </a:cubicBezTo>
                      <a:cubicBezTo>
                        <a:pt x="374" y="282"/>
                        <a:pt x="373" y="282"/>
                        <a:pt x="373" y="283"/>
                      </a:cubicBezTo>
                      <a:cubicBezTo>
                        <a:pt x="373" y="284"/>
                        <a:pt x="372" y="284"/>
                        <a:pt x="371" y="284"/>
                      </a:cubicBezTo>
                      <a:cubicBezTo>
                        <a:pt x="371" y="283"/>
                        <a:pt x="371" y="283"/>
                        <a:pt x="370" y="284"/>
                      </a:cubicBezTo>
                      <a:cubicBezTo>
                        <a:pt x="370" y="284"/>
                        <a:pt x="369" y="284"/>
                        <a:pt x="369" y="285"/>
                      </a:cubicBezTo>
                      <a:cubicBezTo>
                        <a:pt x="368" y="285"/>
                        <a:pt x="368" y="285"/>
                        <a:pt x="368" y="286"/>
                      </a:cubicBezTo>
                      <a:cubicBezTo>
                        <a:pt x="368" y="287"/>
                        <a:pt x="369" y="288"/>
                        <a:pt x="370" y="288"/>
                      </a:cubicBezTo>
                      <a:cubicBezTo>
                        <a:pt x="370" y="288"/>
                        <a:pt x="369" y="288"/>
                        <a:pt x="369" y="288"/>
                      </a:cubicBezTo>
                      <a:cubicBezTo>
                        <a:pt x="369" y="288"/>
                        <a:pt x="368" y="288"/>
                        <a:pt x="368" y="288"/>
                      </a:cubicBezTo>
                      <a:cubicBezTo>
                        <a:pt x="367" y="288"/>
                        <a:pt x="367" y="288"/>
                        <a:pt x="366" y="289"/>
                      </a:cubicBezTo>
                      <a:cubicBezTo>
                        <a:pt x="366" y="289"/>
                        <a:pt x="366" y="289"/>
                        <a:pt x="366" y="289"/>
                      </a:cubicBezTo>
                      <a:cubicBezTo>
                        <a:pt x="365" y="289"/>
                        <a:pt x="365" y="290"/>
                        <a:pt x="364" y="289"/>
                      </a:cubicBezTo>
                      <a:cubicBezTo>
                        <a:pt x="364" y="289"/>
                        <a:pt x="365" y="289"/>
                        <a:pt x="365" y="289"/>
                      </a:cubicBezTo>
                      <a:cubicBezTo>
                        <a:pt x="365" y="288"/>
                        <a:pt x="366" y="288"/>
                        <a:pt x="365" y="288"/>
                      </a:cubicBezTo>
                      <a:cubicBezTo>
                        <a:pt x="365" y="287"/>
                        <a:pt x="365" y="286"/>
                        <a:pt x="364" y="286"/>
                      </a:cubicBezTo>
                      <a:cubicBezTo>
                        <a:pt x="362" y="286"/>
                        <a:pt x="361" y="285"/>
                        <a:pt x="361" y="284"/>
                      </a:cubicBezTo>
                      <a:cubicBezTo>
                        <a:pt x="360" y="283"/>
                        <a:pt x="360" y="283"/>
                        <a:pt x="359" y="283"/>
                      </a:cubicBezTo>
                      <a:cubicBezTo>
                        <a:pt x="358" y="283"/>
                        <a:pt x="358" y="285"/>
                        <a:pt x="358" y="286"/>
                      </a:cubicBezTo>
                      <a:cubicBezTo>
                        <a:pt x="359" y="286"/>
                        <a:pt x="358" y="287"/>
                        <a:pt x="358" y="287"/>
                      </a:cubicBezTo>
                      <a:cubicBezTo>
                        <a:pt x="359" y="286"/>
                        <a:pt x="357" y="286"/>
                        <a:pt x="357" y="285"/>
                      </a:cubicBezTo>
                      <a:cubicBezTo>
                        <a:pt x="357" y="284"/>
                        <a:pt x="356" y="284"/>
                        <a:pt x="355" y="284"/>
                      </a:cubicBezTo>
                      <a:cubicBezTo>
                        <a:pt x="354" y="285"/>
                        <a:pt x="354" y="286"/>
                        <a:pt x="353" y="286"/>
                      </a:cubicBezTo>
                      <a:cubicBezTo>
                        <a:pt x="353" y="286"/>
                        <a:pt x="354" y="285"/>
                        <a:pt x="353" y="285"/>
                      </a:cubicBezTo>
                      <a:cubicBezTo>
                        <a:pt x="352" y="284"/>
                        <a:pt x="351" y="283"/>
                        <a:pt x="351" y="281"/>
                      </a:cubicBezTo>
                      <a:cubicBezTo>
                        <a:pt x="351" y="281"/>
                        <a:pt x="350" y="281"/>
                        <a:pt x="350" y="281"/>
                      </a:cubicBezTo>
                      <a:cubicBezTo>
                        <a:pt x="349" y="281"/>
                        <a:pt x="350" y="281"/>
                        <a:pt x="350" y="282"/>
                      </a:cubicBezTo>
                      <a:cubicBezTo>
                        <a:pt x="350" y="282"/>
                        <a:pt x="349" y="282"/>
                        <a:pt x="349" y="282"/>
                      </a:cubicBezTo>
                      <a:cubicBezTo>
                        <a:pt x="349" y="283"/>
                        <a:pt x="349" y="283"/>
                        <a:pt x="349" y="283"/>
                      </a:cubicBezTo>
                      <a:cubicBezTo>
                        <a:pt x="349" y="284"/>
                        <a:pt x="350" y="286"/>
                        <a:pt x="350" y="287"/>
                      </a:cubicBezTo>
                      <a:cubicBezTo>
                        <a:pt x="350" y="287"/>
                        <a:pt x="350" y="287"/>
                        <a:pt x="350" y="288"/>
                      </a:cubicBezTo>
                      <a:cubicBezTo>
                        <a:pt x="349" y="288"/>
                        <a:pt x="349" y="288"/>
                        <a:pt x="349" y="288"/>
                      </a:cubicBezTo>
                      <a:cubicBezTo>
                        <a:pt x="348" y="287"/>
                        <a:pt x="347" y="286"/>
                        <a:pt x="347" y="285"/>
                      </a:cubicBezTo>
                      <a:cubicBezTo>
                        <a:pt x="347" y="283"/>
                        <a:pt x="346" y="283"/>
                        <a:pt x="345" y="284"/>
                      </a:cubicBezTo>
                      <a:cubicBezTo>
                        <a:pt x="345" y="284"/>
                        <a:pt x="345" y="284"/>
                        <a:pt x="345" y="284"/>
                      </a:cubicBezTo>
                      <a:cubicBezTo>
                        <a:pt x="344" y="283"/>
                        <a:pt x="344" y="284"/>
                        <a:pt x="343" y="284"/>
                      </a:cubicBezTo>
                      <a:cubicBezTo>
                        <a:pt x="343" y="283"/>
                        <a:pt x="344" y="283"/>
                        <a:pt x="344" y="283"/>
                      </a:cubicBezTo>
                      <a:cubicBezTo>
                        <a:pt x="344" y="283"/>
                        <a:pt x="344" y="283"/>
                        <a:pt x="345" y="283"/>
                      </a:cubicBezTo>
                      <a:cubicBezTo>
                        <a:pt x="345" y="283"/>
                        <a:pt x="347" y="283"/>
                        <a:pt x="347" y="282"/>
                      </a:cubicBezTo>
                      <a:cubicBezTo>
                        <a:pt x="347" y="281"/>
                        <a:pt x="347" y="280"/>
                        <a:pt x="347" y="279"/>
                      </a:cubicBezTo>
                      <a:cubicBezTo>
                        <a:pt x="347" y="279"/>
                        <a:pt x="347" y="279"/>
                        <a:pt x="347" y="279"/>
                      </a:cubicBezTo>
                      <a:cubicBezTo>
                        <a:pt x="347" y="279"/>
                        <a:pt x="347" y="279"/>
                        <a:pt x="347" y="279"/>
                      </a:cubicBezTo>
                      <a:cubicBezTo>
                        <a:pt x="347" y="278"/>
                        <a:pt x="346" y="278"/>
                        <a:pt x="345" y="277"/>
                      </a:cubicBezTo>
                      <a:cubicBezTo>
                        <a:pt x="345" y="277"/>
                        <a:pt x="345" y="277"/>
                        <a:pt x="345" y="277"/>
                      </a:cubicBezTo>
                      <a:cubicBezTo>
                        <a:pt x="345" y="277"/>
                        <a:pt x="345" y="277"/>
                        <a:pt x="345" y="277"/>
                      </a:cubicBezTo>
                      <a:cubicBezTo>
                        <a:pt x="345" y="276"/>
                        <a:pt x="345" y="276"/>
                        <a:pt x="345" y="276"/>
                      </a:cubicBezTo>
                      <a:cubicBezTo>
                        <a:pt x="344" y="276"/>
                        <a:pt x="344" y="277"/>
                        <a:pt x="344" y="277"/>
                      </a:cubicBezTo>
                      <a:cubicBezTo>
                        <a:pt x="343" y="277"/>
                        <a:pt x="344" y="278"/>
                        <a:pt x="343" y="278"/>
                      </a:cubicBezTo>
                      <a:cubicBezTo>
                        <a:pt x="343" y="277"/>
                        <a:pt x="344" y="276"/>
                        <a:pt x="343" y="275"/>
                      </a:cubicBezTo>
                      <a:cubicBezTo>
                        <a:pt x="343" y="274"/>
                        <a:pt x="342" y="273"/>
                        <a:pt x="342" y="272"/>
                      </a:cubicBezTo>
                      <a:cubicBezTo>
                        <a:pt x="342" y="272"/>
                        <a:pt x="341" y="272"/>
                        <a:pt x="341" y="272"/>
                      </a:cubicBezTo>
                      <a:cubicBezTo>
                        <a:pt x="341" y="272"/>
                        <a:pt x="341" y="272"/>
                        <a:pt x="341" y="273"/>
                      </a:cubicBezTo>
                      <a:cubicBezTo>
                        <a:pt x="340" y="273"/>
                        <a:pt x="341" y="274"/>
                        <a:pt x="340" y="274"/>
                      </a:cubicBezTo>
                      <a:cubicBezTo>
                        <a:pt x="340" y="272"/>
                        <a:pt x="340" y="272"/>
                        <a:pt x="338" y="274"/>
                      </a:cubicBezTo>
                      <a:cubicBezTo>
                        <a:pt x="338" y="274"/>
                        <a:pt x="338" y="274"/>
                        <a:pt x="338" y="274"/>
                      </a:cubicBezTo>
                      <a:cubicBezTo>
                        <a:pt x="338" y="273"/>
                        <a:pt x="339" y="273"/>
                        <a:pt x="338" y="273"/>
                      </a:cubicBezTo>
                      <a:cubicBezTo>
                        <a:pt x="338" y="272"/>
                        <a:pt x="337" y="273"/>
                        <a:pt x="337" y="273"/>
                      </a:cubicBezTo>
                      <a:cubicBezTo>
                        <a:pt x="337" y="274"/>
                        <a:pt x="337" y="274"/>
                        <a:pt x="337" y="273"/>
                      </a:cubicBezTo>
                      <a:cubicBezTo>
                        <a:pt x="337" y="273"/>
                        <a:pt x="336" y="273"/>
                        <a:pt x="336" y="273"/>
                      </a:cubicBezTo>
                      <a:cubicBezTo>
                        <a:pt x="336" y="273"/>
                        <a:pt x="337" y="273"/>
                        <a:pt x="336" y="273"/>
                      </a:cubicBezTo>
                      <a:cubicBezTo>
                        <a:pt x="336" y="273"/>
                        <a:pt x="336" y="273"/>
                        <a:pt x="336" y="273"/>
                      </a:cubicBezTo>
                      <a:cubicBezTo>
                        <a:pt x="336" y="274"/>
                        <a:pt x="336" y="274"/>
                        <a:pt x="335" y="274"/>
                      </a:cubicBezTo>
                      <a:cubicBezTo>
                        <a:pt x="334" y="275"/>
                        <a:pt x="334" y="275"/>
                        <a:pt x="334" y="276"/>
                      </a:cubicBezTo>
                      <a:cubicBezTo>
                        <a:pt x="334" y="277"/>
                        <a:pt x="334" y="277"/>
                        <a:pt x="333" y="277"/>
                      </a:cubicBezTo>
                      <a:cubicBezTo>
                        <a:pt x="333" y="276"/>
                        <a:pt x="334" y="276"/>
                        <a:pt x="334" y="275"/>
                      </a:cubicBezTo>
                      <a:cubicBezTo>
                        <a:pt x="334" y="275"/>
                        <a:pt x="334" y="275"/>
                        <a:pt x="334" y="274"/>
                      </a:cubicBezTo>
                      <a:cubicBezTo>
                        <a:pt x="335" y="274"/>
                        <a:pt x="335" y="273"/>
                        <a:pt x="334" y="273"/>
                      </a:cubicBezTo>
                      <a:cubicBezTo>
                        <a:pt x="335" y="272"/>
                        <a:pt x="337" y="272"/>
                        <a:pt x="338" y="271"/>
                      </a:cubicBezTo>
                      <a:cubicBezTo>
                        <a:pt x="338" y="271"/>
                        <a:pt x="339" y="271"/>
                        <a:pt x="340" y="271"/>
                      </a:cubicBezTo>
                      <a:cubicBezTo>
                        <a:pt x="340" y="271"/>
                        <a:pt x="340" y="271"/>
                        <a:pt x="340" y="271"/>
                      </a:cubicBezTo>
                      <a:cubicBezTo>
                        <a:pt x="340" y="271"/>
                        <a:pt x="340" y="271"/>
                        <a:pt x="340" y="271"/>
                      </a:cubicBezTo>
                      <a:cubicBezTo>
                        <a:pt x="339" y="271"/>
                        <a:pt x="338" y="269"/>
                        <a:pt x="337" y="270"/>
                      </a:cubicBezTo>
                      <a:cubicBezTo>
                        <a:pt x="337" y="271"/>
                        <a:pt x="336" y="271"/>
                        <a:pt x="336" y="270"/>
                      </a:cubicBezTo>
                      <a:cubicBezTo>
                        <a:pt x="336" y="270"/>
                        <a:pt x="337" y="270"/>
                        <a:pt x="337" y="269"/>
                      </a:cubicBezTo>
                      <a:cubicBezTo>
                        <a:pt x="335" y="268"/>
                        <a:pt x="334" y="267"/>
                        <a:pt x="332" y="268"/>
                      </a:cubicBezTo>
                      <a:cubicBezTo>
                        <a:pt x="333" y="267"/>
                        <a:pt x="333" y="267"/>
                        <a:pt x="332" y="266"/>
                      </a:cubicBezTo>
                      <a:cubicBezTo>
                        <a:pt x="332" y="266"/>
                        <a:pt x="331" y="266"/>
                        <a:pt x="331" y="265"/>
                      </a:cubicBezTo>
                      <a:cubicBezTo>
                        <a:pt x="332" y="265"/>
                        <a:pt x="332" y="265"/>
                        <a:pt x="333" y="266"/>
                      </a:cubicBezTo>
                      <a:cubicBezTo>
                        <a:pt x="334" y="267"/>
                        <a:pt x="336" y="267"/>
                        <a:pt x="337" y="268"/>
                      </a:cubicBezTo>
                      <a:cubicBezTo>
                        <a:pt x="339" y="268"/>
                        <a:pt x="340" y="268"/>
                        <a:pt x="342" y="268"/>
                      </a:cubicBezTo>
                      <a:cubicBezTo>
                        <a:pt x="343" y="268"/>
                        <a:pt x="344" y="268"/>
                        <a:pt x="346" y="267"/>
                      </a:cubicBezTo>
                      <a:cubicBezTo>
                        <a:pt x="347" y="267"/>
                        <a:pt x="347" y="266"/>
                        <a:pt x="347" y="265"/>
                      </a:cubicBezTo>
                      <a:cubicBezTo>
                        <a:pt x="346" y="264"/>
                        <a:pt x="346" y="264"/>
                        <a:pt x="344" y="263"/>
                      </a:cubicBezTo>
                      <a:cubicBezTo>
                        <a:pt x="344" y="263"/>
                        <a:pt x="343" y="263"/>
                        <a:pt x="343" y="263"/>
                      </a:cubicBezTo>
                      <a:cubicBezTo>
                        <a:pt x="341" y="262"/>
                        <a:pt x="340" y="261"/>
                        <a:pt x="338" y="261"/>
                      </a:cubicBezTo>
                      <a:cubicBezTo>
                        <a:pt x="338" y="261"/>
                        <a:pt x="338" y="261"/>
                        <a:pt x="338" y="261"/>
                      </a:cubicBezTo>
                      <a:cubicBezTo>
                        <a:pt x="337" y="260"/>
                        <a:pt x="335" y="260"/>
                        <a:pt x="334" y="260"/>
                      </a:cubicBezTo>
                      <a:cubicBezTo>
                        <a:pt x="334" y="260"/>
                        <a:pt x="334" y="260"/>
                        <a:pt x="334" y="260"/>
                      </a:cubicBezTo>
                      <a:cubicBezTo>
                        <a:pt x="333" y="259"/>
                        <a:pt x="332" y="259"/>
                        <a:pt x="331" y="258"/>
                      </a:cubicBezTo>
                      <a:cubicBezTo>
                        <a:pt x="331" y="258"/>
                        <a:pt x="332" y="258"/>
                        <a:pt x="332" y="258"/>
                      </a:cubicBezTo>
                      <a:cubicBezTo>
                        <a:pt x="333" y="258"/>
                        <a:pt x="334" y="259"/>
                        <a:pt x="335" y="258"/>
                      </a:cubicBezTo>
                      <a:cubicBezTo>
                        <a:pt x="335" y="258"/>
                        <a:pt x="335" y="259"/>
                        <a:pt x="336" y="259"/>
                      </a:cubicBezTo>
                      <a:cubicBezTo>
                        <a:pt x="336" y="260"/>
                        <a:pt x="337" y="259"/>
                        <a:pt x="338" y="260"/>
                      </a:cubicBezTo>
                      <a:cubicBezTo>
                        <a:pt x="338" y="260"/>
                        <a:pt x="338" y="259"/>
                        <a:pt x="338" y="259"/>
                      </a:cubicBezTo>
                      <a:cubicBezTo>
                        <a:pt x="338" y="258"/>
                        <a:pt x="338" y="258"/>
                        <a:pt x="338" y="257"/>
                      </a:cubicBezTo>
                      <a:cubicBezTo>
                        <a:pt x="338" y="256"/>
                        <a:pt x="337" y="256"/>
                        <a:pt x="336" y="256"/>
                      </a:cubicBezTo>
                      <a:cubicBezTo>
                        <a:pt x="336" y="255"/>
                        <a:pt x="335" y="254"/>
                        <a:pt x="334" y="254"/>
                      </a:cubicBezTo>
                      <a:cubicBezTo>
                        <a:pt x="332" y="252"/>
                        <a:pt x="329" y="253"/>
                        <a:pt x="327" y="255"/>
                      </a:cubicBezTo>
                      <a:cubicBezTo>
                        <a:pt x="327" y="255"/>
                        <a:pt x="326" y="256"/>
                        <a:pt x="325" y="255"/>
                      </a:cubicBezTo>
                      <a:cubicBezTo>
                        <a:pt x="325" y="255"/>
                        <a:pt x="325" y="255"/>
                        <a:pt x="325" y="255"/>
                      </a:cubicBezTo>
                      <a:cubicBezTo>
                        <a:pt x="324" y="256"/>
                        <a:pt x="323" y="255"/>
                        <a:pt x="323" y="255"/>
                      </a:cubicBezTo>
                      <a:cubicBezTo>
                        <a:pt x="322" y="255"/>
                        <a:pt x="321" y="255"/>
                        <a:pt x="320" y="256"/>
                      </a:cubicBezTo>
                      <a:cubicBezTo>
                        <a:pt x="320" y="257"/>
                        <a:pt x="320" y="258"/>
                        <a:pt x="319" y="259"/>
                      </a:cubicBezTo>
                      <a:cubicBezTo>
                        <a:pt x="318" y="262"/>
                        <a:pt x="318" y="262"/>
                        <a:pt x="318" y="262"/>
                      </a:cubicBezTo>
                      <a:cubicBezTo>
                        <a:pt x="317" y="261"/>
                        <a:pt x="317" y="260"/>
                        <a:pt x="318" y="259"/>
                      </a:cubicBezTo>
                      <a:cubicBezTo>
                        <a:pt x="319" y="258"/>
                        <a:pt x="319" y="257"/>
                        <a:pt x="320" y="256"/>
                      </a:cubicBezTo>
                      <a:cubicBezTo>
                        <a:pt x="320" y="255"/>
                        <a:pt x="321" y="254"/>
                        <a:pt x="320" y="253"/>
                      </a:cubicBezTo>
                      <a:cubicBezTo>
                        <a:pt x="320" y="251"/>
                        <a:pt x="319" y="250"/>
                        <a:pt x="318" y="248"/>
                      </a:cubicBezTo>
                      <a:cubicBezTo>
                        <a:pt x="318" y="247"/>
                        <a:pt x="317" y="246"/>
                        <a:pt x="316" y="246"/>
                      </a:cubicBezTo>
                      <a:cubicBezTo>
                        <a:pt x="315" y="245"/>
                        <a:pt x="315" y="246"/>
                        <a:pt x="314" y="247"/>
                      </a:cubicBezTo>
                      <a:cubicBezTo>
                        <a:pt x="314" y="247"/>
                        <a:pt x="313" y="248"/>
                        <a:pt x="313" y="247"/>
                      </a:cubicBezTo>
                      <a:cubicBezTo>
                        <a:pt x="313" y="246"/>
                        <a:pt x="311" y="246"/>
                        <a:pt x="311" y="245"/>
                      </a:cubicBezTo>
                      <a:cubicBezTo>
                        <a:pt x="311" y="244"/>
                        <a:pt x="311" y="244"/>
                        <a:pt x="310" y="244"/>
                      </a:cubicBezTo>
                      <a:cubicBezTo>
                        <a:pt x="310" y="245"/>
                        <a:pt x="309" y="244"/>
                        <a:pt x="308" y="244"/>
                      </a:cubicBezTo>
                      <a:cubicBezTo>
                        <a:pt x="307" y="244"/>
                        <a:pt x="306" y="243"/>
                        <a:pt x="305" y="242"/>
                      </a:cubicBezTo>
                      <a:cubicBezTo>
                        <a:pt x="305" y="242"/>
                        <a:pt x="305" y="242"/>
                        <a:pt x="305" y="242"/>
                      </a:cubicBezTo>
                      <a:cubicBezTo>
                        <a:pt x="303" y="241"/>
                        <a:pt x="301" y="242"/>
                        <a:pt x="299" y="243"/>
                      </a:cubicBezTo>
                      <a:cubicBezTo>
                        <a:pt x="299" y="243"/>
                        <a:pt x="300" y="243"/>
                        <a:pt x="299" y="244"/>
                      </a:cubicBezTo>
                      <a:cubicBezTo>
                        <a:pt x="299" y="244"/>
                        <a:pt x="299" y="245"/>
                        <a:pt x="298" y="244"/>
                      </a:cubicBezTo>
                      <a:cubicBezTo>
                        <a:pt x="297" y="244"/>
                        <a:pt x="297" y="244"/>
                        <a:pt x="296" y="245"/>
                      </a:cubicBezTo>
                      <a:cubicBezTo>
                        <a:pt x="296" y="245"/>
                        <a:pt x="297" y="245"/>
                        <a:pt x="297" y="245"/>
                      </a:cubicBezTo>
                      <a:cubicBezTo>
                        <a:pt x="297" y="245"/>
                        <a:pt x="296" y="246"/>
                        <a:pt x="296" y="246"/>
                      </a:cubicBezTo>
                      <a:cubicBezTo>
                        <a:pt x="295" y="247"/>
                        <a:pt x="296" y="247"/>
                        <a:pt x="296" y="248"/>
                      </a:cubicBezTo>
                      <a:cubicBezTo>
                        <a:pt x="296" y="248"/>
                        <a:pt x="296" y="248"/>
                        <a:pt x="296" y="248"/>
                      </a:cubicBezTo>
                      <a:cubicBezTo>
                        <a:pt x="297" y="247"/>
                        <a:pt x="297" y="248"/>
                        <a:pt x="297" y="248"/>
                      </a:cubicBezTo>
                      <a:cubicBezTo>
                        <a:pt x="298" y="249"/>
                        <a:pt x="298" y="249"/>
                        <a:pt x="299" y="249"/>
                      </a:cubicBezTo>
                      <a:cubicBezTo>
                        <a:pt x="299" y="249"/>
                        <a:pt x="299" y="249"/>
                        <a:pt x="299" y="250"/>
                      </a:cubicBezTo>
                      <a:cubicBezTo>
                        <a:pt x="299" y="250"/>
                        <a:pt x="298" y="249"/>
                        <a:pt x="298" y="250"/>
                      </a:cubicBezTo>
                      <a:cubicBezTo>
                        <a:pt x="297" y="250"/>
                        <a:pt x="298" y="250"/>
                        <a:pt x="298" y="251"/>
                      </a:cubicBezTo>
                      <a:cubicBezTo>
                        <a:pt x="298" y="251"/>
                        <a:pt x="297" y="251"/>
                        <a:pt x="297" y="250"/>
                      </a:cubicBezTo>
                      <a:cubicBezTo>
                        <a:pt x="297" y="250"/>
                        <a:pt x="296" y="250"/>
                        <a:pt x="296" y="250"/>
                      </a:cubicBezTo>
                      <a:cubicBezTo>
                        <a:pt x="296" y="250"/>
                        <a:pt x="296" y="249"/>
                        <a:pt x="295" y="249"/>
                      </a:cubicBezTo>
                      <a:cubicBezTo>
                        <a:pt x="295" y="250"/>
                        <a:pt x="295" y="250"/>
                        <a:pt x="295" y="250"/>
                      </a:cubicBezTo>
                      <a:cubicBezTo>
                        <a:pt x="296" y="251"/>
                        <a:pt x="296" y="251"/>
                        <a:pt x="296" y="251"/>
                      </a:cubicBezTo>
                      <a:cubicBezTo>
                        <a:pt x="295" y="251"/>
                        <a:pt x="295" y="252"/>
                        <a:pt x="295" y="252"/>
                      </a:cubicBezTo>
                      <a:cubicBezTo>
                        <a:pt x="296" y="253"/>
                        <a:pt x="296" y="253"/>
                        <a:pt x="297" y="252"/>
                      </a:cubicBezTo>
                      <a:cubicBezTo>
                        <a:pt x="298" y="253"/>
                        <a:pt x="298" y="254"/>
                        <a:pt x="299" y="254"/>
                      </a:cubicBezTo>
                      <a:cubicBezTo>
                        <a:pt x="299" y="255"/>
                        <a:pt x="300" y="255"/>
                        <a:pt x="300" y="255"/>
                      </a:cubicBezTo>
                      <a:cubicBezTo>
                        <a:pt x="300" y="256"/>
                        <a:pt x="301" y="256"/>
                        <a:pt x="301" y="257"/>
                      </a:cubicBezTo>
                      <a:cubicBezTo>
                        <a:pt x="301" y="257"/>
                        <a:pt x="302" y="256"/>
                        <a:pt x="303" y="257"/>
                      </a:cubicBezTo>
                      <a:cubicBezTo>
                        <a:pt x="303" y="257"/>
                        <a:pt x="303" y="257"/>
                        <a:pt x="303" y="256"/>
                      </a:cubicBezTo>
                      <a:cubicBezTo>
                        <a:pt x="303" y="256"/>
                        <a:pt x="303" y="256"/>
                        <a:pt x="303" y="256"/>
                      </a:cubicBezTo>
                      <a:cubicBezTo>
                        <a:pt x="303" y="255"/>
                        <a:pt x="304" y="255"/>
                        <a:pt x="304" y="255"/>
                      </a:cubicBezTo>
                      <a:cubicBezTo>
                        <a:pt x="304" y="256"/>
                        <a:pt x="304" y="256"/>
                        <a:pt x="304" y="257"/>
                      </a:cubicBezTo>
                      <a:cubicBezTo>
                        <a:pt x="303" y="257"/>
                        <a:pt x="303" y="258"/>
                        <a:pt x="301" y="258"/>
                      </a:cubicBezTo>
                      <a:cubicBezTo>
                        <a:pt x="301" y="257"/>
                        <a:pt x="300" y="258"/>
                        <a:pt x="301" y="258"/>
                      </a:cubicBezTo>
                      <a:cubicBezTo>
                        <a:pt x="301" y="259"/>
                        <a:pt x="301" y="259"/>
                        <a:pt x="301" y="260"/>
                      </a:cubicBezTo>
                      <a:cubicBezTo>
                        <a:pt x="302" y="261"/>
                        <a:pt x="302" y="261"/>
                        <a:pt x="303" y="261"/>
                      </a:cubicBezTo>
                      <a:cubicBezTo>
                        <a:pt x="304" y="262"/>
                        <a:pt x="305" y="262"/>
                        <a:pt x="305" y="261"/>
                      </a:cubicBezTo>
                      <a:cubicBezTo>
                        <a:pt x="306" y="262"/>
                        <a:pt x="305" y="262"/>
                        <a:pt x="305" y="262"/>
                      </a:cubicBezTo>
                      <a:cubicBezTo>
                        <a:pt x="306" y="263"/>
                        <a:pt x="306" y="262"/>
                        <a:pt x="306" y="262"/>
                      </a:cubicBezTo>
                      <a:cubicBezTo>
                        <a:pt x="306" y="262"/>
                        <a:pt x="306" y="262"/>
                        <a:pt x="306" y="262"/>
                      </a:cubicBezTo>
                      <a:cubicBezTo>
                        <a:pt x="307" y="263"/>
                        <a:pt x="307" y="262"/>
                        <a:pt x="308" y="263"/>
                      </a:cubicBezTo>
                      <a:cubicBezTo>
                        <a:pt x="309" y="263"/>
                        <a:pt x="309" y="263"/>
                        <a:pt x="309" y="264"/>
                      </a:cubicBezTo>
                      <a:cubicBezTo>
                        <a:pt x="308" y="263"/>
                        <a:pt x="307" y="263"/>
                        <a:pt x="307" y="264"/>
                      </a:cubicBezTo>
                      <a:cubicBezTo>
                        <a:pt x="307" y="264"/>
                        <a:pt x="306" y="265"/>
                        <a:pt x="306" y="264"/>
                      </a:cubicBezTo>
                      <a:cubicBezTo>
                        <a:pt x="306" y="264"/>
                        <a:pt x="306" y="266"/>
                        <a:pt x="306" y="266"/>
                      </a:cubicBezTo>
                      <a:cubicBezTo>
                        <a:pt x="307" y="266"/>
                        <a:pt x="308" y="267"/>
                        <a:pt x="308" y="266"/>
                      </a:cubicBezTo>
                      <a:cubicBezTo>
                        <a:pt x="309" y="265"/>
                        <a:pt x="310" y="265"/>
                        <a:pt x="310" y="264"/>
                      </a:cubicBezTo>
                      <a:cubicBezTo>
                        <a:pt x="310" y="265"/>
                        <a:pt x="311" y="265"/>
                        <a:pt x="311" y="265"/>
                      </a:cubicBezTo>
                      <a:cubicBezTo>
                        <a:pt x="312" y="265"/>
                        <a:pt x="313" y="265"/>
                        <a:pt x="314" y="265"/>
                      </a:cubicBezTo>
                      <a:cubicBezTo>
                        <a:pt x="314" y="265"/>
                        <a:pt x="315" y="265"/>
                        <a:pt x="316" y="265"/>
                      </a:cubicBezTo>
                      <a:cubicBezTo>
                        <a:pt x="317" y="265"/>
                        <a:pt x="316" y="264"/>
                        <a:pt x="317" y="263"/>
                      </a:cubicBezTo>
                      <a:cubicBezTo>
                        <a:pt x="317" y="264"/>
                        <a:pt x="317" y="265"/>
                        <a:pt x="318" y="264"/>
                      </a:cubicBezTo>
                      <a:cubicBezTo>
                        <a:pt x="318" y="263"/>
                        <a:pt x="319" y="263"/>
                        <a:pt x="319" y="263"/>
                      </a:cubicBezTo>
                      <a:cubicBezTo>
                        <a:pt x="319" y="262"/>
                        <a:pt x="320" y="262"/>
                        <a:pt x="321" y="262"/>
                      </a:cubicBezTo>
                      <a:cubicBezTo>
                        <a:pt x="321" y="262"/>
                        <a:pt x="321" y="263"/>
                        <a:pt x="321" y="263"/>
                      </a:cubicBezTo>
                      <a:cubicBezTo>
                        <a:pt x="321" y="265"/>
                        <a:pt x="323" y="267"/>
                        <a:pt x="324" y="269"/>
                      </a:cubicBezTo>
                      <a:cubicBezTo>
                        <a:pt x="324" y="269"/>
                        <a:pt x="324" y="270"/>
                        <a:pt x="324" y="270"/>
                      </a:cubicBezTo>
                      <a:cubicBezTo>
                        <a:pt x="324" y="271"/>
                        <a:pt x="324" y="272"/>
                        <a:pt x="324" y="272"/>
                      </a:cubicBezTo>
                      <a:cubicBezTo>
                        <a:pt x="325" y="274"/>
                        <a:pt x="326" y="275"/>
                        <a:pt x="327" y="275"/>
                      </a:cubicBezTo>
                      <a:cubicBezTo>
                        <a:pt x="327" y="276"/>
                        <a:pt x="328" y="277"/>
                        <a:pt x="327" y="278"/>
                      </a:cubicBezTo>
                      <a:cubicBezTo>
                        <a:pt x="327" y="279"/>
                        <a:pt x="327" y="280"/>
                        <a:pt x="327" y="280"/>
                      </a:cubicBezTo>
                      <a:cubicBezTo>
                        <a:pt x="328" y="281"/>
                        <a:pt x="328" y="283"/>
                        <a:pt x="327" y="284"/>
                      </a:cubicBezTo>
                      <a:cubicBezTo>
                        <a:pt x="326" y="285"/>
                        <a:pt x="326" y="287"/>
                        <a:pt x="325" y="288"/>
                      </a:cubicBezTo>
                      <a:cubicBezTo>
                        <a:pt x="325" y="289"/>
                        <a:pt x="326" y="289"/>
                        <a:pt x="325" y="290"/>
                      </a:cubicBezTo>
                      <a:cubicBezTo>
                        <a:pt x="325" y="291"/>
                        <a:pt x="324" y="293"/>
                        <a:pt x="326" y="295"/>
                      </a:cubicBezTo>
                      <a:cubicBezTo>
                        <a:pt x="326" y="295"/>
                        <a:pt x="326" y="295"/>
                        <a:pt x="327" y="295"/>
                      </a:cubicBezTo>
                      <a:cubicBezTo>
                        <a:pt x="328" y="295"/>
                        <a:pt x="328" y="296"/>
                        <a:pt x="328" y="296"/>
                      </a:cubicBezTo>
                      <a:cubicBezTo>
                        <a:pt x="328" y="297"/>
                        <a:pt x="328" y="297"/>
                        <a:pt x="327" y="297"/>
                      </a:cubicBezTo>
                      <a:cubicBezTo>
                        <a:pt x="326" y="297"/>
                        <a:pt x="326" y="297"/>
                        <a:pt x="327" y="298"/>
                      </a:cubicBezTo>
                      <a:cubicBezTo>
                        <a:pt x="327" y="298"/>
                        <a:pt x="327" y="299"/>
                        <a:pt x="327" y="299"/>
                      </a:cubicBezTo>
                      <a:cubicBezTo>
                        <a:pt x="328" y="300"/>
                        <a:pt x="328" y="301"/>
                        <a:pt x="328" y="302"/>
                      </a:cubicBezTo>
                      <a:cubicBezTo>
                        <a:pt x="327" y="304"/>
                        <a:pt x="328" y="305"/>
                        <a:pt x="330" y="306"/>
                      </a:cubicBezTo>
                      <a:cubicBezTo>
                        <a:pt x="331" y="306"/>
                        <a:pt x="331" y="306"/>
                        <a:pt x="330" y="307"/>
                      </a:cubicBezTo>
                      <a:cubicBezTo>
                        <a:pt x="330" y="307"/>
                        <a:pt x="330" y="307"/>
                        <a:pt x="331" y="308"/>
                      </a:cubicBezTo>
                      <a:cubicBezTo>
                        <a:pt x="332" y="308"/>
                        <a:pt x="333" y="308"/>
                        <a:pt x="333" y="306"/>
                      </a:cubicBezTo>
                      <a:cubicBezTo>
                        <a:pt x="333" y="307"/>
                        <a:pt x="333" y="307"/>
                        <a:pt x="333" y="307"/>
                      </a:cubicBezTo>
                      <a:cubicBezTo>
                        <a:pt x="333" y="307"/>
                        <a:pt x="332" y="308"/>
                        <a:pt x="333" y="308"/>
                      </a:cubicBezTo>
                      <a:cubicBezTo>
                        <a:pt x="334" y="308"/>
                        <a:pt x="334" y="307"/>
                        <a:pt x="333" y="306"/>
                      </a:cubicBezTo>
                      <a:cubicBezTo>
                        <a:pt x="333" y="306"/>
                        <a:pt x="333" y="305"/>
                        <a:pt x="334" y="305"/>
                      </a:cubicBezTo>
                      <a:cubicBezTo>
                        <a:pt x="335" y="304"/>
                        <a:pt x="336" y="304"/>
                        <a:pt x="336" y="302"/>
                      </a:cubicBezTo>
                      <a:cubicBezTo>
                        <a:pt x="337" y="303"/>
                        <a:pt x="336" y="303"/>
                        <a:pt x="336" y="304"/>
                      </a:cubicBezTo>
                      <a:cubicBezTo>
                        <a:pt x="336" y="305"/>
                        <a:pt x="335" y="305"/>
                        <a:pt x="335" y="306"/>
                      </a:cubicBezTo>
                      <a:cubicBezTo>
                        <a:pt x="335" y="306"/>
                        <a:pt x="335" y="306"/>
                        <a:pt x="335" y="307"/>
                      </a:cubicBezTo>
                      <a:cubicBezTo>
                        <a:pt x="336" y="307"/>
                        <a:pt x="336" y="306"/>
                        <a:pt x="336" y="306"/>
                      </a:cubicBezTo>
                      <a:cubicBezTo>
                        <a:pt x="336" y="306"/>
                        <a:pt x="336" y="306"/>
                        <a:pt x="336" y="306"/>
                      </a:cubicBezTo>
                      <a:cubicBezTo>
                        <a:pt x="337" y="307"/>
                        <a:pt x="337" y="307"/>
                        <a:pt x="337" y="307"/>
                      </a:cubicBezTo>
                      <a:cubicBezTo>
                        <a:pt x="337" y="308"/>
                        <a:pt x="338" y="309"/>
                        <a:pt x="338" y="309"/>
                      </a:cubicBezTo>
                      <a:cubicBezTo>
                        <a:pt x="339" y="309"/>
                        <a:pt x="339" y="309"/>
                        <a:pt x="339" y="309"/>
                      </a:cubicBezTo>
                      <a:cubicBezTo>
                        <a:pt x="340" y="309"/>
                        <a:pt x="340" y="310"/>
                        <a:pt x="341" y="310"/>
                      </a:cubicBezTo>
                      <a:cubicBezTo>
                        <a:pt x="342" y="310"/>
                        <a:pt x="342" y="310"/>
                        <a:pt x="343" y="310"/>
                      </a:cubicBezTo>
                      <a:cubicBezTo>
                        <a:pt x="344" y="311"/>
                        <a:pt x="345" y="309"/>
                        <a:pt x="347" y="309"/>
                      </a:cubicBezTo>
                      <a:cubicBezTo>
                        <a:pt x="347" y="309"/>
                        <a:pt x="347" y="309"/>
                        <a:pt x="347" y="308"/>
                      </a:cubicBezTo>
                      <a:cubicBezTo>
                        <a:pt x="347" y="308"/>
                        <a:pt x="347" y="307"/>
                        <a:pt x="347" y="306"/>
                      </a:cubicBezTo>
                      <a:cubicBezTo>
                        <a:pt x="347" y="306"/>
                        <a:pt x="347" y="306"/>
                        <a:pt x="347" y="305"/>
                      </a:cubicBezTo>
                      <a:cubicBezTo>
                        <a:pt x="348" y="306"/>
                        <a:pt x="348" y="306"/>
                        <a:pt x="348" y="304"/>
                      </a:cubicBezTo>
                      <a:cubicBezTo>
                        <a:pt x="348" y="304"/>
                        <a:pt x="347" y="304"/>
                        <a:pt x="348" y="303"/>
                      </a:cubicBezTo>
                      <a:cubicBezTo>
                        <a:pt x="349" y="304"/>
                        <a:pt x="349" y="306"/>
                        <a:pt x="349" y="307"/>
                      </a:cubicBezTo>
                      <a:cubicBezTo>
                        <a:pt x="349" y="307"/>
                        <a:pt x="349" y="308"/>
                        <a:pt x="349" y="307"/>
                      </a:cubicBezTo>
                      <a:cubicBezTo>
                        <a:pt x="349" y="307"/>
                        <a:pt x="350" y="307"/>
                        <a:pt x="349" y="307"/>
                      </a:cubicBezTo>
                      <a:cubicBezTo>
                        <a:pt x="349" y="306"/>
                        <a:pt x="350" y="304"/>
                        <a:pt x="350" y="303"/>
                      </a:cubicBezTo>
                      <a:cubicBezTo>
                        <a:pt x="350" y="303"/>
                        <a:pt x="350" y="303"/>
                        <a:pt x="350" y="303"/>
                      </a:cubicBezTo>
                      <a:cubicBezTo>
                        <a:pt x="351" y="303"/>
                        <a:pt x="351" y="303"/>
                        <a:pt x="351" y="302"/>
                      </a:cubicBezTo>
                      <a:cubicBezTo>
                        <a:pt x="351" y="302"/>
                        <a:pt x="351" y="302"/>
                        <a:pt x="351" y="302"/>
                      </a:cubicBezTo>
                      <a:cubicBezTo>
                        <a:pt x="351" y="302"/>
                        <a:pt x="351" y="302"/>
                        <a:pt x="351" y="302"/>
                      </a:cubicBezTo>
                      <a:cubicBezTo>
                        <a:pt x="352" y="303"/>
                        <a:pt x="351" y="304"/>
                        <a:pt x="351" y="304"/>
                      </a:cubicBezTo>
                      <a:cubicBezTo>
                        <a:pt x="352" y="304"/>
                        <a:pt x="352" y="305"/>
                        <a:pt x="352" y="306"/>
                      </a:cubicBezTo>
                      <a:cubicBezTo>
                        <a:pt x="351" y="307"/>
                        <a:pt x="352" y="308"/>
                        <a:pt x="351" y="309"/>
                      </a:cubicBezTo>
                      <a:cubicBezTo>
                        <a:pt x="351" y="311"/>
                        <a:pt x="351" y="312"/>
                        <a:pt x="352" y="312"/>
                      </a:cubicBezTo>
                      <a:cubicBezTo>
                        <a:pt x="353" y="312"/>
                        <a:pt x="353" y="311"/>
                        <a:pt x="354" y="311"/>
                      </a:cubicBezTo>
                      <a:cubicBezTo>
                        <a:pt x="354" y="312"/>
                        <a:pt x="354" y="312"/>
                        <a:pt x="354" y="312"/>
                      </a:cubicBezTo>
                      <a:cubicBezTo>
                        <a:pt x="355" y="312"/>
                        <a:pt x="355" y="313"/>
                        <a:pt x="356" y="312"/>
                      </a:cubicBezTo>
                      <a:cubicBezTo>
                        <a:pt x="356" y="312"/>
                        <a:pt x="356" y="311"/>
                        <a:pt x="356" y="311"/>
                      </a:cubicBezTo>
                      <a:cubicBezTo>
                        <a:pt x="356" y="312"/>
                        <a:pt x="356" y="312"/>
                        <a:pt x="357" y="313"/>
                      </a:cubicBezTo>
                      <a:cubicBezTo>
                        <a:pt x="358" y="313"/>
                        <a:pt x="358" y="312"/>
                        <a:pt x="359" y="311"/>
                      </a:cubicBezTo>
                      <a:cubicBezTo>
                        <a:pt x="359" y="312"/>
                        <a:pt x="360" y="313"/>
                        <a:pt x="361" y="312"/>
                      </a:cubicBezTo>
                      <a:cubicBezTo>
                        <a:pt x="361" y="312"/>
                        <a:pt x="361" y="312"/>
                        <a:pt x="362" y="312"/>
                      </a:cubicBezTo>
                      <a:cubicBezTo>
                        <a:pt x="362" y="313"/>
                        <a:pt x="363" y="313"/>
                        <a:pt x="364" y="312"/>
                      </a:cubicBezTo>
                      <a:cubicBezTo>
                        <a:pt x="364" y="312"/>
                        <a:pt x="364" y="311"/>
                        <a:pt x="363" y="311"/>
                      </a:cubicBezTo>
                      <a:cubicBezTo>
                        <a:pt x="363" y="311"/>
                        <a:pt x="363" y="311"/>
                        <a:pt x="363" y="311"/>
                      </a:cubicBezTo>
                      <a:cubicBezTo>
                        <a:pt x="363" y="310"/>
                        <a:pt x="363" y="309"/>
                        <a:pt x="363" y="309"/>
                      </a:cubicBezTo>
                      <a:cubicBezTo>
                        <a:pt x="363" y="309"/>
                        <a:pt x="363" y="309"/>
                        <a:pt x="363" y="309"/>
                      </a:cubicBezTo>
                      <a:cubicBezTo>
                        <a:pt x="363" y="311"/>
                        <a:pt x="364" y="312"/>
                        <a:pt x="365" y="312"/>
                      </a:cubicBezTo>
                      <a:cubicBezTo>
                        <a:pt x="366" y="312"/>
                        <a:pt x="366" y="311"/>
                        <a:pt x="367" y="311"/>
                      </a:cubicBezTo>
                      <a:cubicBezTo>
                        <a:pt x="367" y="310"/>
                        <a:pt x="366" y="310"/>
                        <a:pt x="367" y="309"/>
                      </a:cubicBezTo>
                      <a:cubicBezTo>
                        <a:pt x="367" y="309"/>
                        <a:pt x="367" y="309"/>
                        <a:pt x="367" y="309"/>
                      </a:cubicBezTo>
                      <a:cubicBezTo>
                        <a:pt x="367" y="310"/>
                        <a:pt x="367" y="310"/>
                        <a:pt x="368" y="310"/>
                      </a:cubicBezTo>
                      <a:cubicBezTo>
                        <a:pt x="368" y="311"/>
                        <a:pt x="368" y="311"/>
                        <a:pt x="367" y="311"/>
                      </a:cubicBezTo>
                      <a:cubicBezTo>
                        <a:pt x="367" y="312"/>
                        <a:pt x="367" y="312"/>
                        <a:pt x="367" y="312"/>
                      </a:cubicBezTo>
                      <a:cubicBezTo>
                        <a:pt x="368" y="312"/>
                        <a:pt x="368" y="312"/>
                        <a:pt x="368" y="312"/>
                      </a:cubicBezTo>
                      <a:cubicBezTo>
                        <a:pt x="369" y="312"/>
                        <a:pt x="370" y="312"/>
                        <a:pt x="370" y="312"/>
                      </a:cubicBezTo>
                      <a:cubicBezTo>
                        <a:pt x="371" y="312"/>
                        <a:pt x="371" y="311"/>
                        <a:pt x="371" y="311"/>
                      </a:cubicBezTo>
                      <a:cubicBezTo>
                        <a:pt x="372" y="310"/>
                        <a:pt x="371" y="309"/>
                        <a:pt x="371" y="308"/>
                      </a:cubicBezTo>
                      <a:cubicBezTo>
                        <a:pt x="371" y="307"/>
                        <a:pt x="371" y="307"/>
                        <a:pt x="372" y="308"/>
                      </a:cubicBezTo>
                      <a:cubicBezTo>
                        <a:pt x="372" y="309"/>
                        <a:pt x="373" y="310"/>
                        <a:pt x="373" y="312"/>
                      </a:cubicBezTo>
                      <a:cubicBezTo>
                        <a:pt x="374" y="312"/>
                        <a:pt x="375" y="312"/>
                        <a:pt x="375" y="310"/>
                      </a:cubicBezTo>
                      <a:cubicBezTo>
                        <a:pt x="375" y="310"/>
                        <a:pt x="375" y="310"/>
                        <a:pt x="375" y="309"/>
                      </a:cubicBezTo>
                      <a:cubicBezTo>
                        <a:pt x="375" y="309"/>
                        <a:pt x="375" y="308"/>
                        <a:pt x="375" y="307"/>
                      </a:cubicBezTo>
                      <a:cubicBezTo>
                        <a:pt x="375" y="307"/>
                        <a:pt x="375" y="307"/>
                        <a:pt x="375" y="307"/>
                      </a:cubicBezTo>
                      <a:cubicBezTo>
                        <a:pt x="375" y="307"/>
                        <a:pt x="375" y="307"/>
                        <a:pt x="375" y="307"/>
                      </a:cubicBezTo>
                      <a:cubicBezTo>
                        <a:pt x="375" y="309"/>
                        <a:pt x="375" y="310"/>
                        <a:pt x="375" y="311"/>
                      </a:cubicBezTo>
                      <a:cubicBezTo>
                        <a:pt x="375" y="311"/>
                        <a:pt x="376" y="312"/>
                        <a:pt x="376" y="311"/>
                      </a:cubicBezTo>
                      <a:cubicBezTo>
                        <a:pt x="377" y="311"/>
                        <a:pt x="377" y="311"/>
                        <a:pt x="378" y="311"/>
                      </a:cubicBezTo>
                      <a:cubicBezTo>
                        <a:pt x="379" y="311"/>
                        <a:pt x="380" y="311"/>
                        <a:pt x="381" y="311"/>
                      </a:cubicBezTo>
                      <a:cubicBezTo>
                        <a:pt x="382" y="310"/>
                        <a:pt x="383" y="310"/>
                        <a:pt x="384" y="310"/>
                      </a:cubicBezTo>
                      <a:cubicBezTo>
                        <a:pt x="385" y="311"/>
                        <a:pt x="385" y="310"/>
                        <a:pt x="385" y="309"/>
                      </a:cubicBezTo>
                      <a:cubicBezTo>
                        <a:pt x="385" y="308"/>
                        <a:pt x="386" y="307"/>
                        <a:pt x="386" y="306"/>
                      </a:cubicBezTo>
                      <a:cubicBezTo>
                        <a:pt x="386" y="305"/>
                        <a:pt x="387" y="304"/>
                        <a:pt x="385" y="304"/>
                      </a:cubicBezTo>
                      <a:cubicBezTo>
                        <a:pt x="385" y="303"/>
                        <a:pt x="385" y="303"/>
                        <a:pt x="384" y="302"/>
                      </a:cubicBezTo>
                      <a:cubicBezTo>
                        <a:pt x="384" y="302"/>
                        <a:pt x="384" y="302"/>
                        <a:pt x="384" y="302"/>
                      </a:cubicBezTo>
                      <a:cubicBezTo>
                        <a:pt x="385" y="302"/>
                        <a:pt x="385" y="302"/>
                        <a:pt x="385" y="302"/>
                      </a:cubicBezTo>
                      <a:cubicBezTo>
                        <a:pt x="385" y="301"/>
                        <a:pt x="385" y="302"/>
                        <a:pt x="386" y="302"/>
                      </a:cubicBezTo>
                      <a:cubicBezTo>
                        <a:pt x="386" y="303"/>
                        <a:pt x="386" y="303"/>
                        <a:pt x="387" y="303"/>
                      </a:cubicBezTo>
                      <a:cubicBezTo>
                        <a:pt x="387" y="303"/>
                        <a:pt x="387" y="303"/>
                        <a:pt x="387" y="303"/>
                      </a:cubicBezTo>
                      <a:cubicBezTo>
                        <a:pt x="388" y="304"/>
                        <a:pt x="388" y="304"/>
                        <a:pt x="387" y="305"/>
                      </a:cubicBezTo>
                      <a:cubicBezTo>
                        <a:pt x="387" y="307"/>
                        <a:pt x="387" y="308"/>
                        <a:pt x="388" y="310"/>
                      </a:cubicBezTo>
                      <a:cubicBezTo>
                        <a:pt x="389" y="311"/>
                        <a:pt x="390" y="311"/>
                        <a:pt x="391" y="311"/>
                      </a:cubicBezTo>
                      <a:cubicBezTo>
                        <a:pt x="392" y="311"/>
                        <a:pt x="392" y="310"/>
                        <a:pt x="392" y="309"/>
                      </a:cubicBezTo>
                      <a:cubicBezTo>
                        <a:pt x="392" y="311"/>
                        <a:pt x="392" y="311"/>
                        <a:pt x="393" y="311"/>
                      </a:cubicBezTo>
                      <a:cubicBezTo>
                        <a:pt x="394" y="311"/>
                        <a:pt x="394" y="312"/>
                        <a:pt x="395" y="312"/>
                      </a:cubicBezTo>
                      <a:cubicBezTo>
                        <a:pt x="395" y="312"/>
                        <a:pt x="395" y="312"/>
                        <a:pt x="395" y="312"/>
                      </a:cubicBezTo>
                      <a:cubicBezTo>
                        <a:pt x="396" y="312"/>
                        <a:pt x="396" y="312"/>
                        <a:pt x="397" y="312"/>
                      </a:cubicBezTo>
                      <a:cubicBezTo>
                        <a:pt x="397" y="312"/>
                        <a:pt x="398" y="311"/>
                        <a:pt x="398" y="311"/>
                      </a:cubicBezTo>
                      <a:cubicBezTo>
                        <a:pt x="399" y="310"/>
                        <a:pt x="400" y="310"/>
                        <a:pt x="401" y="310"/>
                      </a:cubicBezTo>
                      <a:cubicBezTo>
                        <a:pt x="402" y="310"/>
                        <a:pt x="402" y="310"/>
                        <a:pt x="402" y="310"/>
                      </a:cubicBezTo>
                      <a:cubicBezTo>
                        <a:pt x="404" y="310"/>
                        <a:pt x="405" y="309"/>
                        <a:pt x="406" y="309"/>
                      </a:cubicBezTo>
                      <a:cubicBezTo>
                        <a:pt x="407" y="309"/>
                        <a:pt x="407" y="308"/>
                        <a:pt x="407" y="307"/>
                      </a:cubicBezTo>
                      <a:cubicBezTo>
                        <a:pt x="407" y="307"/>
                        <a:pt x="407" y="307"/>
                        <a:pt x="407" y="307"/>
                      </a:cubicBezTo>
                      <a:cubicBezTo>
                        <a:pt x="407" y="306"/>
                        <a:pt x="407" y="305"/>
                        <a:pt x="407" y="305"/>
                      </a:cubicBezTo>
                      <a:cubicBezTo>
                        <a:pt x="407" y="304"/>
                        <a:pt x="408" y="303"/>
                        <a:pt x="407" y="303"/>
                      </a:cubicBezTo>
                      <a:cubicBezTo>
                        <a:pt x="406" y="302"/>
                        <a:pt x="406" y="301"/>
                        <a:pt x="406" y="301"/>
                      </a:cubicBezTo>
                      <a:cubicBezTo>
                        <a:pt x="406" y="302"/>
                        <a:pt x="407" y="302"/>
                        <a:pt x="408" y="303"/>
                      </a:cubicBezTo>
                      <a:cubicBezTo>
                        <a:pt x="409" y="304"/>
                        <a:pt x="409" y="304"/>
                        <a:pt x="410" y="303"/>
                      </a:cubicBezTo>
                      <a:cubicBezTo>
                        <a:pt x="411" y="303"/>
                        <a:pt x="411" y="302"/>
                        <a:pt x="412" y="302"/>
                      </a:cubicBezTo>
                      <a:cubicBezTo>
                        <a:pt x="413" y="302"/>
                        <a:pt x="413" y="302"/>
                        <a:pt x="412" y="301"/>
                      </a:cubicBezTo>
                      <a:close/>
                      <a:moveTo>
                        <a:pt x="313" y="249"/>
                      </a:moveTo>
                      <a:cubicBezTo>
                        <a:pt x="313" y="249"/>
                        <a:pt x="313" y="249"/>
                        <a:pt x="313" y="249"/>
                      </a:cubicBezTo>
                      <a:cubicBezTo>
                        <a:pt x="313" y="249"/>
                        <a:pt x="313" y="249"/>
                        <a:pt x="313" y="249"/>
                      </a:cubicBezTo>
                      <a:cubicBezTo>
                        <a:pt x="313" y="249"/>
                        <a:pt x="313" y="249"/>
                        <a:pt x="313" y="249"/>
                      </a:cubicBezTo>
                      <a:close/>
                      <a:moveTo>
                        <a:pt x="365" y="309"/>
                      </a:moveTo>
                      <a:cubicBezTo>
                        <a:pt x="365" y="309"/>
                        <a:pt x="365" y="309"/>
                        <a:pt x="365" y="309"/>
                      </a:cubicBezTo>
                      <a:cubicBezTo>
                        <a:pt x="365" y="309"/>
                        <a:pt x="365" y="309"/>
                        <a:pt x="365" y="309"/>
                      </a:cubicBezTo>
                      <a:cubicBezTo>
                        <a:pt x="365" y="309"/>
                        <a:pt x="365" y="309"/>
                        <a:pt x="365" y="309"/>
                      </a:cubicBezTo>
                      <a:close/>
                      <a:moveTo>
                        <a:pt x="365" y="309"/>
                      </a:moveTo>
                      <a:cubicBezTo>
                        <a:pt x="365" y="309"/>
                        <a:pt x="365" y="309"/>
                        <a:pt x="365" y="309"/>
                      </a:cubicBezTo>
                      <a:cubicBezTo>
                        <a:pt x="365" y="309"/>
                        <a:pt x="365" y="309"/>
                        <a:pt x="365" y="309"/>
                      </a:cubicBezTo>
                      <a:cubicBezTo>
                        <a:pt x="365" y="309"/>
                        <a:pt x="365" y="309"/>
                        <a:pt x="365" y="309"/>
                      </a:cubicBezTo>
                      <a:close/>
                      <a:moveTo>
                        <a:pt x="369" y="307"/>
                      </a:moveTo>
                      <a:cubicBezTo>
                        <a:pt x="369" y="307"/>
                        <a:pt x="369" y="307"/>
                        <a:pt x="369" y="307"/>
                      </a:cubicBezTo>
                      <a:cubicBezTo>
                        <a:pt x="369" y="307"/>
                        <a:pt x="369" y="307"/>
                        <a:pt x="369" y="307"/>
                      </a:cubicBezTo>
                      <a:cubicBezTo>
                        <a:pt x="369" y="307"/>
                        <a:pt x="369" y="307"/>
                        <a:pt x="369" y="307"/>
                      </a:cubicBezTo>
                      <a:close/>
                      <a:moveTo>
                        <a:pt x="400" y="283"/>
                      </a:moveTo>
                      <a:cubicBezTo>
                        <a:pt x="400" y="283"/>
                        <a:pt x="400" y="283"/>
                        <a:pt x="400" y="282"/>
                      </a:cubicBezTo>
                      <a:cubicBezTo>
                        <a:pt x="400" y="283"/>
                        <a:pt x="400" y="283"/>
                        <a:pt x="400" y="283"/>
                      </a:cubicBezTo>
                      <a:close/>
                      <a:moveTo>
                        <a:pt x="416" y="272"/>
                      </a:moveTo>
                      <a:cubicBezTo>
                        <a:pt x="415" y="272"/>
                        <a:pt x="415" y="272"/>
                        <a:pt x="414" y="273"/>
                      </a:cubicBezTo>
                      <a:cubicBezTo>
                        <a:pt x="413" y="274"/>
                        <a:pt x="414" y="274"/>
                        <a:pt x="415" y="275"/>
                      </a:cubicBezTo>
                      <a:cubicBezTo>
                        <a:pt x="415" y="275"/>
                        <a:pt x="415" y="276"/>
                        <a:pt x="416" y="276"/>
                      </a:cubicBezTo>
                      <a:cubicBezTo>
                        <a:pt x="416" y="276"/>
                        <a:pt x="416" y="276"/>
                        <a:pt x="416" y="277"/>
                      </a:cubicBezTo>
                      <a:cubicBezTo>
                        <a:pt x="415" y="277"/>
                        <a:pt x="415" y="277"/>
                        <a:pt x="415" y="277"/>
                      </a:cubicBezTo>
                      <a:cubicBezTo>
                        <a:pt x="415" y="275"/>
                        <a:pt x="414" y="276"/>
                        <a:pt x="413" y="276"/>
                      </a:cubicBezTo>
                      <a:cubicBezTo>
                        <a:pt x="412" y="276"/>
                        <a:pt x="412" y="277"/>
                        <a:pt x="412" y="278"/>
                      </a:cubicBezTo>
                      <a:cubicBezTo>
                        <a:pt x="412" y="277"/>
                        <a:pt x="411" y="277"/>
                        <a:pt x="411" y="277"/>
                      </a:cubicBezTo>
                      <a:cubicBezTo>
                        <a:pt x="411" y="276"/>
                        <a:pt x="410" y="276"/>
                        <a:pt x="410" y="276"/>
                      </a:cubicBezTo>
                      <a:cubicBezTo>
                        <a:pt x="411" y="275"/>
                        <a:pt x="412" y="274"/>
                        <a:pt x="412" y="273"/>
                      </a:cubicBezTo>
                      <a:cubicBezTo>
                        <a:pt x="413" y="272"/>
                        <a:pt x="414" y="271"/>
                        <a:pt x="414" y="269"/>
                      </a:cubicBezTo>
                      <a:cubicBezTo>
                        <a:pt x="414" y="269"/>
                        <a:pt x="414" y="269"/>
                        <a:pt x="414" y="269"/>
                      </a:cubicBezTo>
                      <a:cubicBezTo>
                        <a:pt x="415" y="269"/>
                        <a:pt x="415" y="269"/>
                        <a:pt x="416" y="269"/>
                      </a:cubicBezTo>
                      <a:cubicBezTo>
                        <a:pt x="417" y="270"/>
                        <a:pt x="417" y="271"/>
                        <a:pt x="416" y="272"/>
                      </a:cubicBezTo>
                      <a:close/>
                      <a:moveTo>
                        <a:pt x="264" y="256"/>
                      </a:moveTo>
                      <a:cubicBezTo>
                        <a:pt x="264" y="255"/>
                        <a:pt x="264" y="255"/>
                        <a:pt x="265" y="255"/>
                      </a:cubicBezTo>
                      <a:cubicBezTo>
                        <a:pt x="265" y="254"/>
                        <a:pt x="266" y="254"/>
                        <a:pt x="266" y="254"/>
                      </a:cubicBezTo>
                      <a:cubicBezTo>
                        <a:pt x="267" y="254"/>
                        <a:pt x="268" y="253"/>
                        <a:pt x="268" y="252"/>
                      </a:cubicBezTo>
                      <a:cubicBezTo>
                        <a:pt x="268" y="251"/>
                        <a:pt x="271" y="250"/>
                        <a:pt x="272" y="251"/>
                      </a:cubicBezTo>
                      <a:cubicBezTo>
                        <a:pt x="273" y="251"/>
                        <a:pt x="273" y="252"/>
                        <a:pt x="272" y="252"/>
                      </a:cubicBezTo>
                      <a:cubicBezTo>
                        <a:pt x="272" y="252"/>
                        <a:pt x="271" y="253"/>
                        <a:pt x="270" y="254"/>
                      </a:cubicBezTo>
                      <a:cubicBezTo>
                        <a:pt x="269" y="255"/>
                        <a:pt x="268" y="256"/>
                        <a:pt x="266" y="257"/>
                      </a:cubicBezTo>
                      <a:cubicBezTo>
                        <a:pt x="266" y="257"/>
                        <a:pt x="265" y="257"/>
                        <a:pt x="265" y="257"/>
                      </a:cubicBezTo>
                      <a:cubicBezTo>
                        <a:pt x="264" y="257"/>
                        <a:pt x="264" y="256"/>
                        <a:pt x="264" y="256"/>
                      </a:cubicBezTo>
                      <a:close/>
                      <a:moveTo>
                        <a:pt x="301" y="115"/>
                      </a:moveTo>
                      <a:cubicBezTo>
                        <a:pt x="301" y="115"/>
                        <a:pt x="301" y="115"/>
                        <a:pt x="302" y="115"/>
                      </a:cubicBezTo>
                      <a:cubicBezTo>
                        <a:pt x="304" y="115"/>
                        <a:pt x="305" y="114"/>
                        <a:pt x="307" y="114"/>
                      </a:cubicBezTo>
                      <a:cubicBezTo>
                        <a:pt x="308" y="115"/>
                        <a:pt x="308" y="116"/>
                        <a:pt x="308" y="117"/>
                      </a:cubicBezTo>
                      <a:cubicBezTo>
                        <a:pt x="309" y="117"/>
                        <a:pt x="307" y="118"/>
                        <a:pt x="306" y="118"/>
                      </a:cubicBezTo>
                      <a:cubicBezTo>
                        <a:pt x="306" y="118"/>
                        <a:pt x="306" y="117"/>
                        <a:pt x="306" y="117"/>
                      </a:cubicBezTo>
                      <a:cubicBezTo>
                        <a:pt x="304" y="117"/>
                        <a:pt x="303" y="116"/>
                        <a:pt x="302" y="116"/>
                      </a:cubicBezTo>
                      <a:cubicBezTo>
                        <a:pt x="301" y="116"/>
                        <a:pt x="301" y="116"/>
                        <a:pt x="301" y="115"/>
                      </a:cubicBezTo>
                      <a:close/>
                      <a:moveTo>
                        <a:pt x="309" y="274"/>
                      </a:moveTo>
                      <a:cubicBezTo>
                        <a:pt x="310" y="274"/>
                        <a:pt x="311" y="273"/>
                        <a:pt x="311" y="273"/>
                      </a:cubicBezTo>
                      <a:cubicBezTo>
                        <a:pt x="312" y="273"/>
                        <a:pt x="312" y="274"/>
                        <a:pt x="312" y="274"/>
                      </a:cubicBezTo>
                      <a:cubicBezTo>
                        <a:pt x="312" y="275"/>
                        <a:pt x="312" y="275"/>
                        <a:pt x="312" y="276"/>
                      </a:cubicBezTo>
                      <a:cubicBezTo>
                        <a:pt x="312" y="276"/>
                        <a:pt x="312" y="276"/>
                        <a:pt x="312" y="276"/>
                      </a:cubicBezTo>
                      <a:cubicBezTo>
                        <a:pt x="312" y="276"/>
                        <a:pt x="312" y="277"/>
                        <a:pt x="313" y="277"/>
                      </a:cubicBezTo>
                      <a:cubicBezTo>
                        <a:pt x="313" y="278"/>
                        <a:pt x="313" y="278"/>
                        <a:pt x="313" y="279"/>
                      </a:cubicBezTo>
                      <a:cubicBezTo>
                        <a:pt x="312" y="279"/>
                        <a:pt x="311" y="279"/>
                        <a:pt x="310" y="279"/>
                      </a:cubicBezTo>
                      <a:cubicBezTo>
                        <a:pt x="310" y="279"/>
                        <a:pt x="310" y="279"/>
                        <a:pt x="310" y="279"/>
                      </a:cubicBezTo>
                      <a:cubicBezTo>
                        <a:pt x="309" y="278"/>
                        <a:pt x="309" y="277"/>
                        <a:pt x="309" y="277"/>
                      </a:cubicBezTo>
                      <a:cubicBezTo>
                        <a:pt x="309" y="276"/>
                        <a:pt x="309" y="275"/>
                        <a:pt x="309" y="275"/>
                      </a:cubicBezTo>
                      <a:cubicBezTo>
                        <a:pt x="309" y="274"/>
                        <a:pt x="309" y="274"/>
                        <a:pt x="309" y="274"/>
                      </a:cubicBezTo>
                      <a:close/>
                      <a:moveTo>
                        <a:pt x="253" y="208"/>
                      </a:moveTo>
                      <a:cubicBezTo>
                        <a:pt x="253" y="207"/>
                        <a:pt x="253" y="206"/>
                        <a:pt x="254" y="206"/>
                      </a:cubicBezTo>
                      <a:cubicBezTo>
                        <a:pt x="254" y="205"/>
                        <a:pt x="255" y="205"/>
                        <a:pt x="255" y="204"/>
                      </a:cubicBezTo>
                      <a:cubicBezTo>
                        <a:pt x="255" y="204"/>
                        <a:pt x="256" y="204"/>
                        <a:pt x="256" y="204"/>
                      </a:cubicBezTo>
                      <a:cubicBezTo>
                        <a:pt x="257" y="206"/>
                        <a:pt x="255" y="207"/>
                        <a:pt x="255" y="209"/>
                      </a:cubicBezTo>
                      <a:cubicBezTo>
                        <a:pt x="255" y="209"/>
                        <a:pt x="254" y="209"/>
                        <a:pt x="254" y="209"/>
                      </a:cubicBezTo>
                      <a:cubicBezTo>
                        <a:pt x="253" y="209"/>
                        <a:pt x="253" y="208"/>
                        <a:pt x="253" y="208"/>
                      </a:cubicBezTo>
                      <a:close/>
                      <a:moveTo>
                        <a:pt x="337" y="238"/>
                      </a:moveTo>
                      <a:cubicBezTo>
                        <a:pt x="337" y="238"/>
                        <a:pt x="337" y="239"/>
                        <a:pt x="336" y="239"/>
                      </a:cubicBezTo>
                      <a:cubicBezTo>
                        <a:pt x="336" y="239"/>
                        <a:pt x="335" y="240"/>
                        <a:pt x="335" y="239"/>
                      </a:cubicBezTo>
                      <a:cubicBezTo>
                        <a:pt x="334" y="239"/>
                        <a:pt x="334" y="239"/>
                        <a:pt x="334" y="238"/>
                      </a:cubicBezTo>
                      <a:cubicBezTo>
                        <a:pt x="333" y="238"/>
                        <a:pt x="333" y="238"/>
                        <a:pt x="333" y="237"/>
                      </a:cubicBezTo>
                      <a:cubicBezTo>
                        <a:pt x="333" y="236"/>
                        <a:pt x="334" y="236"/>
                        <a:pt x="335" y="236"/>
                      </a:cubicBezTo>
                      <a:cubicBezTo>
                        <a:pt x="336" y="236"/>
                        <a:pt x="336" y="237"/>
                        <a:pt x="337" y="238"/>
                      </a:cubicBezTo>
                      <a:close/>
                      <a:moveTo>
                        <a:pt x="372" y="227"/>
                      </a:moveTo>
                      <a:cubicBezTo>
                        <a:pt x="372" y="227"/>
                        <a:pt x="372" y="227"/>
                        <a:pt x="371" y="227"/>
                      </a:cubicBezTo>
                      <a:cubicBezTo>
                        <a:pt x="373" y="225"/>
                        <a:pt x="374" y="225"/>
                        <a:pt x="375" y="227"/>
                      </a:cubicBezTo>
                      <a:cubicBezTo>
                        <a:pt x="375" y="228"/>
                        <a:pt x="376" y="228"/>
                        <a:pt x="376" y="228"/>
                      </a:cubicBezTo>
                      <a:cubicBezTo>
                        <a:pt x="377" y="228"/>
                        <a:pt x="376" y="229"/>
                        <a:pt x="376" y="229"/>
                      </a:cubicBezTo>
                      <a:cubicBezTo>
                        <a:pt x="376" y="229"/>
                        <a:pt x="375" y="230"/>
                        <a:pt x="375" y="230"/>
                      </a:cubicBezTo>
                      <a:cubicBezTo>
                        <a:pt x="374" y="230"/>
                        <a:pt x="374" y="230"/>
                        <a:pt x="374" y="229"/>
                      </a:cubicBezTo>
                      <a:cubicBezTo>
                        <a:pt x="374" y="228"/>
                        <a:pt x="373" y="228"/>
                        <a:pt x="372" y="227"/>
                      </a:cubicBezTo>
                      <a:close/>
                      <a:moveTo>
                        <a:pt x="306" y="311"/>
                      </a:moveTo>
                      <a:cubicBezTo>
                        <a:pt x="306" y="312"/>
                        <a:pt x="306" y="312"/>
                        <a:pt x="305" y="312"/>
                      </a:cubicBezTo>
                      <a:cubicBezTo>
                        <a:pt x="304" y="311"/>
                        <a:pt x="303" y="311"/>
                        <a:pt x="303" y="310"/>
                      </a:cubicBezTo>
                      <a:cubicBezTo>
                        <a:pt x="303" y="310"/>
                        <a:pt x="303" y="309"/>
                        <a:pt x="303" y="309"/>
                      </a:cubicBezTo>
                      <a:cubicBezTo>
                        <a:pt x="303" y="308"/>
                        <a:pt x="304" y="308"/>
                        <a:pt x="305" y="308"/>
                      </a:cubicBezTo>
                      <a:cubicBezTo>
                        <a:pt x="306" y="309"/>
                        <a:pt x="306" y="310"/>
                        <a:pt x="306" y="311"/>
                      </a:cubicBezTo>
                      <a:close/>
                      <a:moveTo>
                        <a:pt x="447" y="189"/>
                      </a:moveTo>
                      <a:cubicBezTo>
                        <a:pt x="447" y="189"/>
                        <a:pt x="447" y="190"/>
                        <a:pt x="446" y="190"/>
                      </a:cubicBezTo>
                      <a:cubicBezTo>
                        <a:pt x="445" y="190"/>
                        <a:pt x="444" y="189"/>
                        <a:pt x="444" y="188"/>
                      </a:cubicBezTo>
                      <a:cubicBezTo>
                        <a:pt x="444" y="187"/>
                        <a:pt x="445" y="187"/>
                        <a:pt x="446" y="187"/>
                      </a:cubicBezTo>
                      <a:cubicBezTo>
                        <a:pt x="446" y="188"/>
                        <a:pt x="447" y="188"/>
                        <a:pt x="447" y="189"/>
                      </a:cubicBezTo>
                      <a:cubicBezTo>
                        <a:pt x="448" y="189"/>
                        <a:pt x="448" y="189"/>
                        <a:pt x="447" y="189"/>
                      </a:cubicBezTo>
                      <a:close/>
                      <a:moveTo>
                        <a:pt x="293" y="309"/>
                      </a:moveTo>
                      <a:cubicBezTo>
                        <a:pt x="293" y="311"/>
                        <a:pt x="292" y="311"/>
                        <a:pt x="291" y="312"/>
                      </a:cubicBezTo>
                      <a:cubicBezTo>
                        <a:pt x="291" y="312"/>
                        <a:pt x="291" y="313"/>
                        <a:pt x="290" y="312"/>
                      </a:cubicBezTo>
                      <a:cubicBezTo>
                        <a:pt x="289" y="312"/>
                        <a:pt x="289" y="311"/>
                        <a:pt x="290" y="311"/>
                      </a:cubicBezTo>
                      <a:cubicBezTo>
                        <a:pt x="291" y="310"/>
                        <a:pt x="291" y="310"/>
                        <a:pt x="292" y="309"/>
                      </a:cubicBezTo>
                      <a:cubicBezTo>
                        <a:pt x="292" y="309"/>
                        <a:pt x="292" y="308"/>
                        <a:pt x="292" y="308"/>
                      </a:cubicBezTo>
                      <a:cubicBezTo>
                        <a:pt x="293" y="309"/>
                        <a:pt x="293" y="309"/>
                        <a:pt x="293" y="309"/>
                      </a:cubicBezTo>
                      <a:close/>
                      <a:moveTo>
                        <a:pt x="135" y="275"/>
                      </a:moveTo>
                      <a:cubicBezTo>
                        <a:pt x="135" y="277"/>
                        <a:pt x="135" y="278"/>
                        <a:pt x="134" y="279"/>
                      </a:cubicBezTo>
                      <a:cubicBezTo>
                        <a:pt x="134" y="279"/>
                        <a:pt x="133" y="279"/>
                        <a:pt x="133" y="279"/>
                      </a:cubicBezTo>
                      <a:cubicBezTo>
                        <a:pt x="132" y="279"/>
                        <a:pt x="133" y="278"/>
                        <a:pt x="133" y="278"/>
                      </a:cubicBezTo>
                      <a:cubicBezTo>
                        <a:pt x="134" y="277"/>
                        <a:pt x="134" y="276"/>
                        <a:pt x="134" y="275"/>
                      </a:cubicBezTo>
                      <a:cubicBezTo>
                        <a:pt x="134" y="275"/>
                        <a:pt x="134" y="274"/>
                        <a:pt x="135" y="274"/>
                      </a:cubicBezTo>
                      <a:cubicBezTo>
                        <a:pt x="136" y="274"/>
                        <a:pt x="135" y="275"/>
                        <a:pt x="135" y="275"/>
                      </a:cubicBezTo>
                      <a:close/>
                      <a:moveTo>
                        <a:pt x="246" y="241"/>
                      </a:moveTo>
                      <a:cubicBezTo>
                        <a:pt x="246" y="241"/>
                        <a:pt x="246" y="241"/>
                        <a:pt x="246" y="240"/>
                      </a:cubicBezTo>
                      <a:cubicBezTo>
                        <a:pt x="246" y="240"/>
                        <a:pt x="247" y="239"/>
                        <a:pt x="247" y="239"/>
                      </a:cubicBezTo>
                      <a:cubicBezTo>
                        <a:pt x="248" y="239"/>
                        <a:pt x="248" y="239"/>
                        <a:pt x="248" y="239"/>
                      </a:cubicBezTo>
                      <a:cubicBezTo>
                        <a:pt x="248" y="240"/>
                        <a:pt x="247" y="241"/>
                        <a:pt x="246" y="241"/>
                      </a:cubicBezTo>
                      <a:close/>
                      <a:moveTo>
                        <a:pt x="243" y="240"/>
                      </a:moveTo>
                      <a:cubicBezTo>
                        <a:pt x="242" y="240"/>
                        <a:pt x="242" y="239"/>
                        <a:pt x="241" y="239"/>
                      </a:cubicBezTo>
                      <a:cubicBezTo>
                        <a:pt x="241" y="238"/>
                        <a:pt x="241" y="238"/>
                        <a:pt x="240" y="239"/>
                      </a:cubicBezTo>
                      <a:cubicBezTo>
                        <a:pt x="240" y="239"/>
                        <a:pt x="240" y="239"/>
                        <a:pt x="240" y="238"/>
                      </a:cubicBezTo>
                      <a:cubicBezTo>
                        <a:pt x="239" y="236"/>
                        <a:pt x="237" y="235"/>
                        <a:pt x="238" y="232"/>
                      </a:cubicBezTo>
                      <a:cubicBezTo>
                        <a:pt x="238" y="232"/>
                        <a:pt x="237" y="231"/>
                        <a:pt x="237" y="230"/>
                      </a:cubicBezTo>
                      <a:cubicBezTo>
                        <a:pt x="236" y="230"/>
                        <a:pt x="236" y="229"/>
                        <a:pt x="237" y="228"/>
                      </a:cubicBezTo>
                      <a:cubicBezTo>
                        <a:pt x="237" y="228"/>
                        <a:pt x="237" y="228"/>
                        <a:pt x="237" y="228"/>
                      </a:cubicBezTo>
                      <a:cubicBezTo>
                        <a:pt x="236" y="228"/>
                        <a:pt x="236" y="227"/>
                        <a:pt x="236" y="227"/>
                      </a:cubicBezTo>
                      <a:cubicBezTo>
                        <a:pt x="236" y="227"/>
                        <a:pt x="236" y="226"/>
                        <a:pt x="236" y="226"/>
                      </a:cubicBezTo>
                      <a:cubicBezTo>
                        <a:pt x="236" y="225"/>
                        <a:pt x="235" y="223"/>
                        <a:pt x="235" y="222"/>
                      </a:cubicBezTo>
                      <a:cubicBezTo>
                        <a:pt x="234" y="222"/>
                        <a:pt x="234" y="222"/>
                        <a:pt x="234" y="221"/>
                      </a:cubicBezTo>
                      <a:cubicBezTo>
                        <a:pt x="235" y="221"/>
                        <a:pt x="235" y="220"/>
                        <a:pt x="236" y="221"/>
                      </a:cubicBezTo>
                      <a:cubicBezTo>
                        <a:pt x="238" y="221"/>
                        <a:pt x="239" y="222"/>
                        <a:pt x="239" y="224"/>
                      </a:cubicBezTo>
                      <a:cubicBezTo>
                        <a:pt x="240" y="225"/>
                        <a:pt x="241" y="225"/>
                        <a:pt x="241" y="226"/>
                      </a:cubicBezTo>
                      <a:cubicBezTo>
                        <a:pt x="241" y="228"/>
                        <a:pt x="242" y="229"/>
                        <a:pt x="241" y="230"/>
                      </a:cubicBezTo>
                      <a:cubicBezTo>
                        <a:pt x="241" y="231"/>
                        <a:pt x="241" y="231"/>
                        <a:pt x="242" y="231"/>
                      </a:cubicBezTo>
                      <a:cubicBezTo>
                        <a:pt x="242" y="232"/>
                        <a:pt x="242" y="231"/>
                        <a:pt x="243" y="231"/>
                      </a:cubicBezTo>
                      <a:cubicBezTo>
                        <a:pt x="244" y="231"/>
                        <a:pt x="244" y="232"/>
                        <a:pt x="244" y="233"/>
                      </a:cubicBezTo>
                      <a:cubicBezTo>
                        <a:pt x="245" y="234"/>
                        <a:pt x="246" y="236"/>
                        <a:pt x="246" y="238"/>
                      </a:cubicBezTo>
                      <a:cubicBezTo>
                        <a:pt x="246" y="239"/>
                        <a:pt x="244" y="240"/>
                        <a:pt x="243" y="240"/>
                      </a:cubicBezTo>
                      <a:close/>
                      <a:moveTo>
                        <a:pt x="312" y="207"/>
                      </a:moveTo>
                      <a:cubicBezTo>
                        <a:pt x="311" y="206"/>
                        <a:pt x="311" y="206"/>
                        <a:pt x="310" y="205"/>
                      </a:cubicBezTo>
                      <a:cubicBezTo>
                        <a:pt x="310" y="205"/>
                        <a:pt x="310" y="204"/>
                        <a:pt x="311" y="204"/>
                      </a:cubicBezTo>
                      <a:cubicBezTo>
                        <a:pt x="311" y="204"/>
                        <a:pt x="311" y="204"/>
                        <a:pt x="311" y="204"/>
                      </a:cubicBezTo>
                      <a:cubicBezTo>
                        <a:pt x="312" y="205"/>
                        <a:pt x="312" y="206"/>
                        <a:pt x="313" y="206"/>
                      </a:cubicBezTo>
                      <a:cubicBezTo>
                        <a:pt x="313" y="207"/>
                        <a:pt x="313" y="207"/>
                        <a:pt x="312" y="207"/>
                      </a:cubicBezTo>
                      <a:cubicBezTo>
                        <a:pt x="312" y="208"/>
                        <a:pt x="312" y="207"/>
                        <a:pt x="312" y="207"/>
                      </a:cubicBezTo>
                      <a:close/>
                      <a:moveTo>
                        <a:pt x="329" y="77"/>
                      </a:moveTo>
                      <a:cubicBezTo>
                        <a:pt x="329" y="76"/>
                        <a:pt x="329" y="76"/>
                        <a:pt x="329" y="75"/>
                      </a:cubicBezTo>
                      <a:cubicBezTo>
                        <a:pt x="329" y="75"/>
                        <a:pt x="330" y="75"/>
                        <a:pt x="330" y="75"/>
                      </a:cubicBezTo>
                      <a:cubicBezTo>
                        <a:pt x="331" y="76"/>
                        <a:pt x="331" y="76"/>
                        <a:pt x="331" y="76"/>
                      </a:cubicBezTo>
                      <a:cubicBezTo>
                        <a:pt x="331" y="77"/>
                        <a:pt x="331" y="78"/>
                        <a:pt x="330" y="78"/>
                      </a:cubicBezTo>
                      <a:cubicBezTo>
                        <a:pt x="329" y="78"/>
                        <a:pt x="329" y="77"/>
                        <a:pt x="329" y="77"/>
                      </a:cubicBezTo>
                      <a:close/>
                      <a:moveTo>
                        <a:pt x="278" y="253"/>
                      </a:moveTo>
                      <a:cubicBezTo>
                        <a:pt x="277" y="253"/>
                        <a:pt x="276" y="253"/>
                        <a:pt x="276" y="252"/>
                      </a:cubicBezTo>
                      <a:cubicBezTo>
                        <a:pt x="275" y="252"/>
                        <a:pt x="275" y="252"/>
                        <a:pt x="275" y="252"/>
                      </a:cubicBezTo>
                      <a:cubicBezTo>
                        <a:pt x="275" y="251"/>
                        <a:pt x="275" y="251"/>
                        <a:pt x="276" y="251"/>
                      </a:cubicBezTo>
                      <a:cubicBezTo>
                        <a:pt x="276" y="252"/>
                        <a:pt x="277" y="250"/>
                        <a:pt x="277" y="251"/>
                      </a:cubicBezTo>
                      <a:cubicBezTo>
                        <a:pt x="278" y="252"/>
                        <a:pt x="278" y="252"/>
                        <a:pt x="278" y="252"/>
                      </a:cubicBezTo>
                      <a:cubicBezTo>
                        <a:pt x="279" y="252"/>
                        <a:pt x="279" y="253"/>
                        <a:pt x="278" y="253"/>
                      </a:cubicBezTo>
                      <a:cubicBezTo>
                        <a:pt x="278" y="253"/>
                        <a:pt x="278" y="254"/>
                        <a:pt x="277" y="253"/>
                      </a:cubicBezTo>
                      <a:cubicBezTo>
                        <a:pt x="277" y="253"/>
                        <a:pt x="278" y="253"/>
                        <a:pt x="278" y="253"/>
                      </a:cubicBezTo>
                      <a:close/>
                      <a:moveTo>
                        <a:pt x="424" y="218"/>
                      </a:moveTo>
                      <a:cubicBezTo>
                        <a:pt x="424" y="219"/>
                        <a:pt x="424" y="220"/>
                        <a:pt x="423" y="220"/>
                      </a:cubicBezTo>
                      <a:cubicBezTo>
                        <a:pt x="422" y="220"/>
                        <a:pt x="422" y="219"/>
                        <a:pt x="422" y="218"/>
                      </a:cubicBezTo>
                      <a:cubicBezTo>
                        <a:pt x="422" y="218"/>
                        <a:pt x="423" y="217"/>
                        <a:pt x="423" y="217"/>
                      </a:cubicBezTo>
                      <a:cubicBezTo>
                        <a:pt x="424" y="217"/>
                        <a:pt x="424" y="218"/>
                        <a:pt x="424" y="218"/>
                      </a:cubicBezTo>
                      <a:close/>
                      <a:moveTo>
                        <a:pt x="307" y="238"/>
                      </a:moveTo>
                      <a:cubicBezTo>
                        <a:pt x="307" y="238"/>
                        <a:pt x="307" y="239"/>
                        <a:pt x="306" y="239"/>
                      </a:cubicBezTo>
                      <a:cubicBezTo>
                        <a:pt x="305" y="239"/>
                        <a:pt x="305" y="238"/>
                        <a:pt x="304" y="237"/>
                      </a:cubicBezTo>
                      <a:cubicBezTo>
                        <a:pt x="304" y="236"/>
                        <a:pt x="305" y="237"/>
                        <a:pt x="305" y="237"/>
                      </a:cubicBezTo>
                      <a:cubicBezTo>
                        <a:pt x="306" y="237"/>
                        <a:pt x="307" y="237"/>
                        <a:pt x="307" y="238"/>
                      </a:cubicBezTo>
                      <a:close/>
                      <a:moveTo>
                        <a:pt x="419" y="11"/>
                      </a:moveTo>
                      <a:cubicBezTo>
                        <a:pt x="419" y="11"/>
                        <a:pt x="419" y="10"/>
                        <a:pt x="420" y="10"/>
                      </a:cubicBezTo>
                      <a:cubicBezTo>
                        <a:pt x="420" y="10"/>
                        <a:pt x="420" y="10"/>
                        <a:pt x="420" y="10"/>
                      </a:cubicBezTo>
                      <a:cubicBezTo>
                        <a:pt x="421" y="10"/>
                        <a:pt x="421" y="11"/>
                        <a:pt x="421" y="11"/>
                      </a:cubicBezTo>
                      <a:cubicBezTo>
                        <a:pt x="421" y="12"/>
                        <a:pt x="420" y="13"/>
                        <a:pt x="420" y="13"/>
                      </a:cubicBezTo>
                      <a:cubicBezTo>
                        <a:pt x="419" y="12"/>
                        <a:pt x="420" y="12"/>
                        <a:pt x="419" y="11"/>
                      </a:cubicBezTo>
                      <a:close/>
                      <a:moveTo>
                        <a:pt x="500" y="77"/>
                      </a:moveTo>
                      <a:cubicBezTo>
                        <a:pt x="498" y="78"/>
                        <a:pt x="497" y="78"/>
                        <a:pt x="496" y="77"/>
                      </a:cubicBezTo>
                      <a:cubicBezTo>
                        <a:pt x="497" y="77"/>
                        <a:pt x="498" y="77"/>
                        <a:pt x="500" y="77"/>
                      </a:cubicBezTo>
                      <a:close/>
                      <a:moveTo>
                        <a:pt x="365" y="182"/>
                      </a:moveTo>
                      <a:cubicBezTo>
                        <a:pt x="366" y="181"/>
                        <a:pt x="367" y="180"/>
                        <a:pt x="366" y="179"/>
                      </a:cubicBezTo>
                      <a:cubicBezTo>
                        <a:pt x="366" y="179"/>
                        <a:pt x="366" y="179"/>
                        <a:pt x="367" y="179"/>
                      </a:cubicBezTo>
                      <a:cubicBezTo>
                        <a:pt x="368" y="179"/>
                        <a:pt x="368" y="177"/>
                        <a:pt x="369" y="177"/>
                      </a:cubicBezTo>
                      <a:cubicBezTo>
                        <a:pt x="370" y="177"/>
                        <a:pt x="372" y="177"/>
                        <a:pt x="373" y="177"/>
                      </a:cubicBezTo>
                      <a:cubicBezTo>
                        <a:pt x="374" y="178"/>
                        <a:pt x="374" y="179"/>
                        <a:pt x="373" y="180"/>
                      </a:cubicBezTo>
                      <a:cubicBezTo>
                        <a:pt x="372" y="181"/>
                        <a:pt x="370" y="181"/>
                        <a:pt x="369" y="182"/>
                      </a:cubicBezTo>
                      <a:cubicBezTo>
                        <a:pt x="368" y="182"/>
                        <a:pt x="367" y="182"/>
                        <a:pt x="366" y="183"/>
                      </a:cubicBezTo>
                      <a:cubicBezTo>
                        <a:pt x="366" y="183"/>
                        <a:pt x="365" y="183"/>
                        <a:pt x="365" y="182"/>
                      </a:cubicBezTo>
                      <a:close/>
                      <a:moveTo>
                        <a:pt x="252" y="276"/>
                      </a:moveTo>
                      <a:cubicBezTo>
                        <a:pt x="252" y="276"/>
                        <a:pt x="251" y="277"/>
                        <a:pt x="251" y="277"/>
                      </a:cubicBezTo>
                      <a:cubicBezTo>
                        <a:pt x="250" y="277"/>
                        <a:pt x="250" y="277"/>
                        <a:pt x="250" y="277"/>
                      </a:cubicBezTo>
                      <a:cubicBezTo>
                        <a:pt x="250" y="276"/>
                        <a:pt x="249" y="276"/>
                        <a:pt x="249" y="276"/>
                      </a:cubicBezTo>
                      <a:cubicBezTo>
                        <a:pt x="250" y="276"/>
                        <a:pt x="250" y="276"/>
                        <a:pt x="250" y="276"/>
                      </a:cubicBezTo>
                      <a:cubicBezTo>
                        <a:pt x="251" y="276"/>
                        <a:pt x="251" y="276"/>
                        <a:pt x="252" y="275"/>
                      </a:cubicBezTo>
                      <a:cubicBezTo>
                        <a:pt x="252" y="275"/>
                        <a:pt x="253" y="275"/>
                        <a:pt x="253" y="276"/>
                      </a:cubicBezTo>
                      <a:cubicBezTo>
                        <a:pt x="253" y="276"/>
                        <a:pt x="253" y="276"/>
                        <a:pt x="252" y="276"/>
                      </a:cubicBezTo>
                      <a:close/>
                      <a:moveTo>
                        <a:pt x="263" y="207"/>
                      </a:moveTo>
                      <a:cubicBezTo>
                        <a:pt x="263" y="206"/>
                        <a:pt x="262" y="205"/>
                        <a:pt x="263" y="205"/>
                      </a:cubicBezTo>
                      <a:cubicBezTo>
                        <a:pt x="264" y="205"/>
                        <a:pt x="264" y="206"/>
                        <a:pt x="264" y="207"/>
                      </a:cubicBezTo>
                      <a:cubicBezTo>
                        <a:pt x="264" y="207"/>
                        <a:pt x="264" y="208"/>
                        <a:pt x="264" y="208"/>
                      </a:cubicBezTo>
                      <a:cubicBezTo>
                        <a:pt x="263" y="208"/>
                        <a:pt x="262" y="208"/>
                        <a:pt x="263" y="207"/>
                      </a:cubicBezTo>
                      <a:close/>
                      <a:moveTo>
                        <a:pt x="446" y="0"/>
                      </a:moveTo>
                      <a:cubicBezTo>
                        <a:pt x="446" y="0"/>
                        <a:pt x="446" y="0"/>
                        <a:pt x="446" y="0"/>
                      </a:cubicBezTo>
                      <a:cubicBezTo>
                        <a:pt x="447" y="0"/>
                        <a:pt x="448" y="0"/>
                        <a:pt x="449" y="1"/>
                      </a:cubicBezTo>
                      <a:cubicBezTo>
                        <a:pt x="449" y="1"/>
                        <a:pt x="449" y="1"/>
                        <a:pt x="449" y="1"/>
                      </a:cubicBezTo>
                      <a:cubicBezTo>
                        <a:pt x="448" y="2"/>
                        <a:pt x="448" y="2"/>
                        <a:pt x="448" y="2"/>
                      </a:cubicBezTo>
                      <a:cubicBezTo>
                        <a:pt x="447" y="1"/>
                        <a:pt x="447" y="1"/>
                        <a:pt x="446" y="1"/>
                      </a:cubicBezTo>
                      <a:cubicBezTo>
                        <a:pt x="446" y="1"/>
                        <a:pt x="446" y="1"/>
                        <a:pt x="446" y="0"/>
                      </a:cubicBezTo>
                      <a:close/>
                      <a:moveTo>
                        <a:pt x="508" y="71"/>
                      </a:moveTo>
                      <a:cubicBezTo>
                        <a:pt x="508" y="71"/>
                        <a:pt x="509" y="71"/>
                        <a:pt x="509" y="71"/>
                      </a:cubicBezTo>
                      <a:cubicBezTo>
                        <a:pt x="509" y="72"/>
                        <a:pt x="508" y="72"/>
                        <a:pt x="508" y="72"/>
                      </a:cubicBezTo>
                      <a:cubicBezTo>
                        <a:pt x="507" y="72"/>
                        <a:pt x="507" y="72"/>
                        <a:pt x="507" y="72"/>
                      </a:cubicBezTo>
                      <a:cubicBezTo>
                        <a:pt x="507" y="71"/>
                        <a:pt x="507" y="71"/>
                        <a:pt x="508" y="71"/>
                      </a:cubicBezTo>
                      <a:close/>
                      <a:moveTo>
                        <a:pt x="292" y="245"/>
                      </a:moveTo>
                      <a:cubicBezTo>
                        <a:pt x="292" y="244"/>
                        <a:pt x="291" y="242"/>
                        <a:pt x="293" y="243"/>
                      </a:cubicBezTo>
                      <a:cubicBezTo>
                        <a:pt x="294" y="243"/>
                        <a:pt x="294" y="243"/>
                        <a:pt x="294" y="243"/>
                      </a:cubicBezTo>
                      <a:cubicBezTo>
                        <a:pt x="294" y="244"/>
                        <a:pt x="293" y="245"/>
                        <a:pt x="292" y="245"/>
                      </a:cubicBezTo>
                      <a:close/>
                      <a:moveTo>
                        <a:pt x="309" y="269"/>
                      </a:moveTo>
                      <a:cubicBezTo>
                        <a:pt x="309" y="270"/>
                        <a:pt x="309" y="271"/>
                        <a:pt x="308" y="271"/>
                      </a:cubicBezTo>
                      <a:cubicBezTo>
                        <a:pt x="307" y="271"/>
                        <a:pt x="307" y="270"/>
                        <a:pt x="307" y="269"/>
                      </a:cubicBezTo>
                      <a:cubicBezTo>
                        <a:pt x="308" y="269"/>
                        <a:pt x="308" y="269"/>
                        <a:pt x="309" y="269"/>
                      </a:cubicBezTo>
                      <a:cubicBezTo>
                        <a:pt x="309" y="269"/>
                        <a:pt x="309" y="269"/>
                        <a:pt x="309" y="269"/>
                      </a:cubicBezTo>
                      <a:close/>
                      <a:moveTo>
                        <a:pt x="272" y="283"/>
                      </a:moveTo>
                      <a:cubicBezTo>
                        <a:pt x="271" y="284"/>
                        <a:pt x="270" y="284"/>
                        <a:pt x="269" y="284"/>
                      </a:cubicBezTo>
                      <a:cubicBezTo>
                        <a:pt x="269" y="285"/>
                        <a:pt x="268" y="285"/>
                        <a:pt x="268" y="284"/>
                      </a:cubicBezTo>
                      <a:cubicBezTo>
                        <a:pt x="268" y="284"/>
                        <a:pt x="268" y="284"/>
                        <a:pt x="269" y="284"/>
                      </a:cubicBezTo>
                      <a:cubicBezTo>
                        <a:pt x="270" y="284"/>
                        <a:pt x="271" y="283"/>
                        <a:pt x="272" y="283"/>
                      </a:cubicBezTo>
                      <a:close/>
                      <a:moveTo>
                        <a:pt x="381" y="259"/>
                      </a:moveTo>
                      <a:cubicBezTo>
                        <a:pt x="381" y="259"/>
                        <a:pt x="381" y="258"/>
                        <a:pt x="381" y="258"/>
                      </a:cubicBezTo>
                      <a:cubicBezTo>
                        <a:pt x="381" y="258"/>
                        <a:pt x="382" y="259"/>
                        <a:pt x="382" y="259"/>
                      </a:cubicBezTo>
                      <a:cubicBezTo>
                        <a:pt x="382" y="259"/>
                        <a:pt x="382" y="260"/>
                        <a:pt x="382" y="261"/>
                      </a:cubicBezTo>
                      <a:cubicBezTo>
                        <a:pt x="382" y="260"/>
                        <a:pt x="380" y="260"/>
                        <a:pt x="381" y="259"/>
                      </a:cubicBezTo>
                      <a:close/>
                      <a:moveTo>
                        <a:pt x="272" y="283"/>
                      </a:moveTo>
                      <a:cubicBezTo>
                        <a:pt x="272" y="283"/>
                        <a:pt x="272" y="283"/>
                        <a:pt x="272" y="283"/>
                      </a:cubicBezTo>
                      <a:cubicBezTo>
                        <a:pt x="272" y="283"/>
                        <a:pt x="272" y="282"/>
                        <a:pt x="273" y="282"/>
                      </a:cubicBezTo>
                      <a:cubicBezTo>
                        <a:pt x="273" y="282"/>
                        <a:pt x="273" y="282"/>
                        <a:pt x="273" y="283"/>
                      </a:cubicBezTo>
                      <a:cubicBezTo>
                        <a:pt x="274" y="283"/>
                        <a:pt x="274" y="283"/>
                        <a:pt x="273" y="284"/>
                      </a:cubicBezTo>
                      <a:cubicBezTo>
                        <a:pt x="273" y="284"/>
                        <a:pt x="273" y="284"/>
                        <a:pt x="272" y="283"/>
                      </a:cubicBezTo>
                      <a:close/>
                      <a:moveTo>
                        <a:pt x="182" y="240"/>
                      </a:moveTo>
                      <a:cubicBezTo>
                        <a:pt x="182" y="240"/>
                        <a:pt x="182" y="240"/>
                        <a:pt x="182" y="240"/>
                      </a:cubicBezTo>
                      <a:cubicBezTo>
                        <a:pt x="182" y="239"/>
                        <a:pt x="182" y="239"/>
                        <a:pt x="183" y="239"/>
                      </a:cubicBezTo>
                      <a:cubicBezTo>
                        <a:pt x="183" y="239"/>
                        <a:pt x="184" y="239"/>
                        <a:pt x="184" y="240"/>
                      </a:cubicBezTo>
                      <a:cubicBezTo>
                        <a:pt x="183" y="240"/>
                        <a:pt x="183" y="240"/>
                        <a:pt x="182" y="240"/>
                      </a:cubicBezTo>
                      <a:close/>
                      <a:moveTo>
                        <a:pt x="297" y="279"/>
                      </a:moveTo>
                      <a:cubicBezTo>
                        <a:pt x="297" y="278"/>
                        <a:pt x="297" y="277"/>
                        <a:pt x="298" y="277"/>
                      </a:cubicBezTo>
                      <a:cubicBezTo>
                        <a:pt x="299" y="278"/>
                        <a:pt x="298" y="279"/>
                        <a:pt x="297" y="279"/>
                      </a:cubicBezTo>
                      <a:close/>
                      <a:moveTo>
                        <a:pt x="126" y="275"/>
                      </a:moveTo>
                      <a:cubicBezTo>
                        <a:pt x="125" y="276"/>
                        <a:pt x="125" y="276"/>
                        <a:pt x="125" y="275"/>
                      </a:cubicBezTo>
                      <a:cubicBezTo>
                        <a:pt x="124" y="275"/>
                        <a:pt x="124" y="275"/>
                        <a:pt x="123" y="275"/>
                      </a:cubicBezTo>
                      <a:cubicBezTo>
                        <a:pt x="124" y="274"/>
                        <a:pt x="125" y="274"/>
                        <a:pt x="125" y="275"/>
                      </a:cubicBezTo>
                      <a:cubicBezTo>
                        <a:pt x="126" y="275"/>
                        <a:pt x="126" y="275"/>
                        <a:pt x="126" y="275"/>
                      </a:cubicBezTo>
                      <a:close/>
                      <a:moveTo>
                        <a:pt x="237" y="175"/>
                      </a:moveTo>
                      <a:cubicBezTo>
                        <a:pt x="237" y="176"/>
                        <a:pt x="238" y="176"/>
                        <a:pt x="237" y="177"/>
                      </a:cubicBezTo>
                      <a:cubicBezTo>
                        <a:pt x="238" y="177"/>
                        <a:pt x="238" y="177"/>
                        <a:pt x="238" y="177"/>
                      </a:cubicBezTo>
                      <a:cubicBezTo>
                        <a:pt x="238" y="177"/>
                        <a:pt x="237" y="177"/>
                        <a:pt x="237" y="177"/>
                      </a:cubicBezTo>
                      <a:cubicBezTo>
                        <a:pt x="237" y="177"/>
                        <a:pt x="237" y="178"/>
                        <a:pt x="238" y="178"/>
                      </a:cubicBezTo>
                      <a:cubicBezTo>
                        <a:pt x="238" y="179"/>
                        <a:pt x="238" y="179"/>
                        <a:pt x="239" y="179"/>
                      </a:cubicBezTo>
                      <a:cubicBezTo>
                        <a:pt x="240" y="178"/>
                        <a:pt x="241" y="178"/>
                        <a:pt x="242" y="178"/>
                      </a:cubicBezTo>
                      <a:cubicBezTo>
                        <a:pt x="242" y="178"/>
                        <a:pt x="242" y="178"/>
                        <a:pt x="242" y="178"/>
                      </a:cubicBezTo>
                      <a:cubicBezTo>
                        <a:pt x="243" y="178"/>
                        <a:pt x="243" y="178"/>
                        <a:pt x="244" y="178"/>
                      </a:cubicBezTo>
                      <a:cubicBezTo>
                        <a:pt x="244" y="179"/>
                        <a:pt x="244" y="179"/>
                        <a:pt x="243" y="180"/>
                      </a:cubicBezTo>
                      <a:cubicBezTo>
                        <a:pt x="243" y="182"/>
                        <a:pt x="243" y="183"/>
                        <a:pt x="242" y="185"/>
                      </a:cubicBezTo>
                      <a:cubicBezTo>
                        <a:pt x="242" y="185"/>
                        <a:pt x="242" y="186"/>
                        <a:pt x="242" y="186"/>
                      </a:cubicBezTo>
                      <a:cubicBezTo>
                        <a:pt x="242" y="186"/>
                        <a:pt x="242" y="186"/>
                        <a:pt x="242" y="186"/>
                      </a:cubicBezTo>
                      <a:cubicBezTo>
                        <a:pt x="243" y="186"/>
                        <a:pt x="244" y="186"/>
                        <a:pt x="244" y="185"/>
                      </a:cubicBezTo>
                      <a:cubicBezTo>
                        <a:pt x="244" y="184"/>
                        <a:pt x="245" y="183"/>
                        <a:pt x="245" y="181"/>
                      </a:cubicBezTo>
                      <a:cubicBezTo>
                        <a:pt x="245" y="181"/>
                        <a:pt x="245" y="181"/>
                        <a:pt x="246" y="181"/>
                      </a:cubicBezTo>
                      <a:cubicBezTo>
                        <a:pt x="247" y="181"/>
                        <a:pt x="247" y="180"/>
                        <a:pt x="247" y="180"/>
                      </a:cubicBezTo>
                      <a:cubicBezTo>
                        <a:pt x="247" y="180"/>
                        <a:pt x="248" y="180"/>
                        <a:pt x="248" y="180"/>
                      </a:cubicBezTo>
                      <a:cubicBezTo>
                        <a:pt x="248" y="181"/>
                        <a:pt x="248" y="181"/>
                        <a:pt x="249" y="182"/>
                      </a:cubicBezTo>
                      <a:cubicBezTo>
                        <a:pt x="250" y="182"/>
                        <a:pt x="250" y="183"/>
                        <a:pt x="249" y="184"/>
                      </a:cubicBezTo>
                      <a:cubicBezTo>
                        <a:pt x="248" y="184"/>
                        <a:pt x="248" y="185"/>
                        <a:pt x="247" y="186"/>
                      </a:cubicBezTo>
                      <a:cubicBezTo>
                        <a:pt x="246" y="187"/>
                        <a:pt x="247" y="187"/>
                        <a:pt x="248" y="187"/>
                      </a:cubicBezTo>
                      <a:cubicBezTo>
                        <a:pt x="248" y="188"/>
                        <a:pt x="249" y="187"/>
                        <a:pt x="249" y="187"/>
                      </a:cubicBezTo>
                      <a:cubicBezTo>
                        <a:pt x="249" y="187"/>
                        <a:pt x="249" y="186"/>
                        <a:pt x="249" y="186"/>
                      </a:cubicBezTo>
                      <a:cubicBezTo>
                        <a:pt x="251" y="186"/>
                        <a:pt x="249" y="187"/>
                        <a:pt x="250" y="188"/>
                      </a:cubicBezTo>
                      <a:cubicBezTo>
                        <a:pt x="251" y="187"/>
                        <a:pt x="252" y="188"/>
                        <a:pt x="252" y="187"/>
                      </a:cubicBezTo>
                      <a:cubicBezTo>
                        <a:pt x="253" y="188"/>
                        <a:pt x="253" y="188"/>
                        <a:pt x="252" y="189"/>
                      </a:cubicBezTo>
                      <a:cubicBezTo>
                        <a:pt x="252" y="189"/>
                        <a:pt x="252" y="189"/>
                        <a:pt x="252" y="189"/>
                      </a:cubicBezTo>
                      <a:cubicBezTo>
                        <a:pt x="252" y="191"/>
                        <a:pt x="251" y="191"/>
                        <a:pt x="250" y="191"/>
                      </a:cubicBezTo>
                      <a:cubicBezTo>
                        <a:pt x="250" y="191"/>
                        <a:pt x="250" y="191"/>
                        <a:pt x="250" y="191"/>
                      </a:cubicBezTo>
                      <a:cubicBezTo>
                        <a:pt x="249" y="191"/>
                        <a:pt x="249" y="191"/>
                        <a:pt x="248" y="192"/>
                      </a:cubicBezTo>
                      <a:cubicBezTo>
                        <a:pt x="248" y="193"/>
                        <a:pt x="249" y="192"/>
                        <a:pt x="250" y="192"/>
                      </a:cubicBezTo>
                      <a:cubicBezTo>
                        <a:pt x="250" y="192"/>
                        <a:pt x="251" y="192"/>
                        <a:pt x="251" y="192"/>
                      </a:cubicBezTo>
                      <a:cubicBezTo>
                        <a:pt x="252" y="192"/>
                        <a:pt x="253" y="193"/>
                        <a:pt x="252" y="194"/>
                      </a:cubicBezTo>
                      <a:cubicBezTo>
                        <a:pt x="252" y="194"/>
                        <a:pt x="252" y="194"/>
                        <a:pt x="252" y="195"/>
                      </a:cubicBezTo>
                      <a:cubicBezTo>
                        <a:pt x="252" y="195"/>
                        <a:pt x="252" y="196"/>
                        <a:pt x="252" y="196"/>
                      </a:cubicBezTo>
                      <a:cubicBezTo>
                        <a:pt x="252" y="196"/>
                        <a:pt x="251" y="196"/>
                        <a:pt x="251" y="196"/>
                      </a:cubicBezTo>
                      <a:cubicBezTo>
                        <a:pt x="250" y="196"/>
                        <a:pt x="250" y="195"/>
                        <a:pt x="249" y="196"/>
                      </a:cubicBezTo>
                      <a:cubicBezTo>
                        <a:pt x="248" y="196"/>
                        <a:pt x="247" y="195"/>
                        <a:pt x="247" y="195"/>
                      </a:cubicBezTo>
                      <a:cubicBezTo>
                        <a:pt x="246" y="194"/>
                        <a:pt x="246" y="194"/>
                        <a:pt x="246" y="194"/>
                      </a:cubicBezTo>
                      <a:cubicBezTo>
                        <a:pt x="244" y="193"/>
                        <a:pt x="243" y="193"/>
                        <a:pt x="242" y="195"/>
                      </a:cubicBezTo>
                      <a:cubicBezTo>
                        <a:pt x="242" y="197"/>
                        <a:pt x="242" y="199"/>
                        <a:pt x="243" y="200"/>
                      </a:cubicBezTo>
                      <a:cubicBezTo>
                        <a:pt x="243" y="201"/>
                        <a:pt x="242" y="201"/>
                        <a:pt x="243" y="201"/>
                      </a:cubicBezTo>
                      <a:cubicBezTo>
                        <a:pt x="244" y="204"/>
                        <a:pt x="246" y="204"/>
                        <a:pt x="248" y="205"/>
                      </a:cubicBezTo>
                      <a:cubicBezTo>
                        <a:pt x="248" y="205"/>
                        <a:pt x="249" y="205"/>
                        <a:pt x="249" y="204"/>
                      </a:cubicBezTo>
                      <a:cubicBezTo>
                        <a:pt x="249" y="203"/>
                        <a:pt x="250" y="203"/>
                        <a:pt x="252" y="202"/>
                      </a:cubicBezTo>
                      <a:cubicBezTo>
                        <a:pt x="252" y="202"/>
                        <a:pt x="252" y="202"/>
                        <a:pt x="253" y="202"/>
                      </a:cubicBezTo>
                      <a:cubicBezTo>
                        <a:pt x="253" y="201"/>
                        <a:pt x="254" y="201"/>
                        <a:pt x="255" y="201"/>
                      </a:cubicBezTo>
                      <a:cubicBezTo>
                        <a:pt x="255" y="201"/>
                        <a:pt x="256" y="201"/>
                        <a:pt x="256" y="200"/>
                      </a:cubicBezTo>
                      <a:cubicBezTo>
                        <a:pt x="256" y="200"/>
                        <a:pt x="257" y="200"/>
                        <a:pt x="257" y="200"/>
                      </a:cubicBezTo>
                      <a:cubicBezTo>
                        <a:pt x="257" y="201"/>
                        <a:pt x="257" y="201"/>
                        <a:pt x="257" y="201"/>
                      </a:cubicBezTo>
                      <a:cubicBezTo>
                        <a:pt x="256" y="202"/>
                        <a:pt x="256" y="203"/>
                        <a:pt x="256" y="204"/>
                      </a:cubicBezTo>
                      <a:cubicBezTo>
                        <a:pt x="258" y="205"/>
                        <a:pt x="259" y="204"/>
                        <a:pt x="260" y="204"/>
                      </a:cubicBezTo>
                      <a:cubicBezTo>
                        <a:pt x="261" y="203"/>
                        <a:pt x="261" y="203"/>
                        <a:pt x="261" y="204"/>
                      </a:cubicBezTo>
                      <a:cubicBezTo>
                        <a:pt x="261" y="204"/>
                        <a:pt x="262" y="204"/>
                        <a:pt x="263" y="204"/>
                      </a:cubicBezTo>
                      <a:cubicBezTo>
                        <a:pt x="264" y="205"/>
                        <a:pt x="265" y="205"/>
                        <a:pt x="266" y="207"/>
                      </a:cubicBezTo>
                      <a:cubicBezTo>
                        <a:pt x="266" y="207"/>
                        <a:pt x="266" y="207"/>
                        <a:pt x="266" y="207"/>
                      </a:cubicBezTo>
                      <a:cubicBezTo>
                        <a:pt x="268" y="206"/>
                        <a:pt x="268" y="207"/>
                        <a:pt x="268" y="208"/>
                      </a:cubicBezTo>
                      <a:cubicBezTo>
                        <a:pt x="269" y="209"/>
                        <a:pt x="269" y="210"/>
                        <a:pt x="269" y="212"/>
                      </a:cubicBezTo>
                      <a:cubicBezTo>
                        <a:pt x="269" y="214"/>
                        <a:pt x="270" y="215"/>
                        <a:pt x="271" y="217"/>
                      </a:cubicBezTo>
                      <a:cubicBezTo>
                        <a:pt x="272" y="219"/>
                        <a:pt x="274" y="219"/>
                        <a:pt x="275" y="220"/>
                      </a:cubicBezTo>
                      <a:cubicBezTo>
                        <a:pt x="275" y="220"/>
                        <a:pt x="276" y="220"/>
                        <a:pt x="276" y="219"/>
                      </a:cubicBezTo>
                      <a:cubicBezTo>
                        <a:pt x="276" y="218"/>
                        <a:pt x="277" y="219"/>
                        <a:pt x="278" y="219"/>
                      </a:cubicBezTo>
                      <a:cubicBezTo>
                        <a:pt x="279" y="219"/>
                        <a:pt x="279" y="218"/>
                        <a:pt x="280" y="218"/>
                      </a:cubicBezTo>
                      <a:cubicBezTo>
                        <a:pt x="281" y="218"/>
                        <a:pt x="282" y="216"/>
                        <a:pt x="281" y="216"/>
                      </a:cubicBezTo>
                      <a:cubicBezTo>
                        <a:pt x="281" y="215"/>
                        <a:pt x="281" y="214"/>
                        <a:pt x="281" y="213"/>
                      </a:cubicBezTo>
                      <a:cubicBezTo>
                        <a:pt x="282" y="212"/>
                        <a:pt x="282" y="212"/>
                        <a:pt x="282" y="211"/>
                      </a:cubicBezTo>
                      <a:cubicBezTo>
                        <a:pt x="281" y="209"/>
                        <a:pt x="280" y="208"/>
                        <a:pt x="279" y="206"/>
                      </a:cubicBezTo>
                      <a:cubicBezTo>
                        <a:pt x="279" y="206"/>
                        <a:pt x="279" y="205"/>
                        <a:pt x="278" y="205"/>
                      </a:cubicBezTo>
                      <a:cubicBezTo>
                        <a:pt x="278" y="204"/>
                        <a:pt x="278" y="203"/>
                        <a:pt x="278" y="203"/>
                      </a:cubicBezTo>
                      <a:cubicBezTo>
                        <a:pt x="276" y="203"/>
                        <a:pt x="276" y="203"/>
                        <a:pt x="276" y="201"/>
                      </a:cubicBezTo>
                      <a:cubicBezTo>
                        <a:pt x="277" y="200"/>
                        <a:pt x="277" y="200"/>
                        <a:pt x="276" y="199"/>
                      </a:cubicBezTo>
                      <a:cubicBezTo>
                        <a:pt x="276" y="199"/>
                        <a:pt x="276" y="198"/>
                        <a:pt x="276" y="198"/>
                      </a:cubicBezTo>
                      <a:cubicBezTo>
                        <a:pt x="277" y="197"/>
                        <a:pt x="277" y="197"/>
                        <a:pt x="277" y="196"/>
                      </a:cubicBezTo>
                      <a:cubicBezTo>
                        <a:pt x="277" y="195"/>
                        <a:pt x="277" y="195"/>
                        <a:pt x="278" y="194"/>
                      </a:cubicBezTo>
                      <a:cubicBezTo>
                        <a:pt x="279" y="194"/>
                        <a:pt x="278" y="193"/>
                        <a:pt x="278" y="193"/>
                      </a:cubicBezTo>
                      <a:cubicBezTo>
                        <a:pt x="277" y="193"/>
                        <a:pt x="277" y="193"/>
                        <a:pt x="276" y="192"/>
                      </a:cubicBezTo>
                      <a:cubicBezTo>
                        <a:pt x="276" y="192"/>
                        <a:pt x="276" y="192"/>
                        <a:pt x="275" y="192"/>
                      </a:cubicBezTo>
                      <a:cubicBezTo>
                        <a:pt x="274" y="192"/>
                        <a:pt x="274" y="192"/>
                        <a:pt x="275" y="191"/>
                      </a:cubicBezTo>
                      <a:cubicBezTo>
                        <a:pt x="276" y="190"/>
                        <a:pt x="275" y="189"/>
                        <a:pt x="274" y="188"/>
                      </a:cubicBezTo>
                      <a:cubicBezTo>
                        <a:pt x="273" y="187"/>
                        <a:pt x="273" y="187"/>
                        <a:pt x="273" y="186"/>
                      </a:cubicBezTo>
                      <a:cubicBezTo>
                        <a:pt x="272" y="185"/>
                        <a:pt x="272" y="185"/>
                        <a:pt x="271" y="186"/>
                      </a:cubicBezTo>
                      <a:cubicBezTo>
                        <a:pt x="270" y="186"/>
                        <a:pt x="269" y="186"/>
                        <a:pt x="269" y="187"/>
                      </a:cubicBezTo>
                      <a:cubicBezTo>
                        <a:pt x="268" y="187"/>
                        <a:pt x="268" y="187"/>
                        <a:pt x="268" y="187"/>
                      </a:cubicBezTo>
                      <a:cubicBezTo>
                        <a:pt x="268" y="186"/>
                        <a:pt x="268" y="186"/>
                        <a:pt x="268" y="186"/>
                      </a:cubicBezTo>
                      <a:cubicBezTo>
                        <a:pt x="266" y="186"/>
                        <a:pt x="267" y="185"/>
                        <a:pt x="267" y="185"/>
                      </a:cubicBezTo>
                      <a:cubicBezTo>
                        <a:pt x="267" y="184"/>
                        <a:pt x="268" y="183"/>
                        <a:pt x="268" y="182"/>
                      </a:cubicBezTo>
                      <a:cubicBezTo>
                        <a:pt x="268" y="181"/>
                        <a:pt x="268" y="180"/>
                        <a:pt x="267" y="180"/>
                      </a:cubicBezTo>
                      <a:cubicBezTo>
                        <a:pt x="266" y="180"/>
                        <a:pt x="265" y="179"/>
                        <a:pt x="265" y="178"/>
                      </a:cubicBezTo>
                      <a:cubicBezTo>
                        <a:pt x="264" y="177"/>
                        <a:pt x="263" y="177"/>
                        <a:pt x="262" y="176"/>
                      </a:cubicBezTo>
                      <a:cubicBezTo>
                        <a:pt x="262" y="176"/>
                        <a:pt x="261" y="176"/>
                        <a:pt x="261" y="177"/>
                      </a:cubicBezTo>
                      <a:cubicBezTo>
                        <a:pt x="261" y="178"/>
                        <a:pt x="261" y="178"/>
                        <a:pt x="260" y="178"/>
                      </a:cubicBezTo>
                      <a:cubicBezTo>
                        <a:pt x="259" y="179"/>
                        <a:pt x="259" y="179"/>
                        <a:pt x="259" y="180"/>
                      </a:cubicBezTo>
                      <a:cubicBezTo>
                        <a:pt x="260" y="181"/>
                        <a:pt x="259" y="182"/>
                        <a:pt x="259" y="183"/>
                      </a:cubicBezTo>
                      <a:cubicBezTo>
                        <a:pt x="258" y="183"/>
                        <a:pt x="258" y="184"/>
                        <a:pt x="258" y="184"/>
                      </a:cubicBezTo>
                      <a:cubicBezTo>
                        <a:pt x="258" y="183"/>
                        <a:pt x="257" y="183"/>
                        <a:pt x="258" y="183"/>
                      </a:cubicBezTo>
                      <a:cubicBezTo>
                        <a:pt x="258" y="182"/>
                        <a:pt x="258" y="182"/>
                        <a:pt x="258" y="182"/>
                      </a:cubicBezTo>
                      <a:cubicBezTo>
                        <a:pt x="258" y="181"/>
                        <a:pt x="258" y="180"/>
                        <a:pt x="257" y="181"/>
                      </a:cubicBezTo>
                      <a:cubicBezTo>
                        <a:pt x="257" y="179"/>
                        <a:pt x="257" y="176"/>
                        <a:pt x="257" y="174"/>
                      </a:cubicBezTo>
                      <a:cubicBezTo>
                        <a:pt x="256" y="174"/>
                        <a:pt x="255" y="173"/>
                        <a:pt x="256" y="173"/>
                      </a:cubicBezTo>
                      <a:cubicBezTo>
                        <a:pt x="255" y="172"/>
                        <a:pt x="256" y="171"/>
                        <a:pt x="255" y="171"/>
                      </a:cubicBezTo>
                      <a:cubicBezTo>
                        <a:pt x="254" y="170"/>
                        <a:pt x="254" y="168"/>
                        <a:pt x="252" y="168"/>
                      </a:cubicBezTo>
                      <a:cubicBezTo>
                        <a:pt x="251" y="168"/>
                        <a:pt x="251" y="168"/>
                        <a:pt x="251" y="168"/>
                      </a:cubicBezTo>
                      <a:cubicBezTo>
                        <a:pt x="249" y="165"/>
                        <a:pt x="248" y="166"/>
                        <a:pt x="245" y="167"/>
                      </a:cubicBezTo>
                      <a:cubicBezTo>
                        <a:pt x="244" y="168"/>
                        <a:pt x="243" y="168"/>
                        <a:pt x="242" y="168"/>
                      </a:cubicBezTo>
                      <a:cubicBezTo>
                        <a:pt x="241" y="169"/>
                        <a:pt x="240" y="169"/>
                        <a:pt x="239" y="168"/>
                      </a:cubicBezTo>
                      <a:cubicBezTo>
                        <a:pt x="239" y="168"/>
                        <a:pt x="238" y="167"/>
                        <a:pt x="238" y="168"/>
                      </a:cubicBezTo>
                      <a:cubicBezTo>
                        <a:pt x="238" y="168"/>
                        <a:pt x="238" y="168"/>
                        <a:pt x="238" y="168"/>
                      </a:cubicBezTo>
                      <a:cubicBezTo>
                        <a:pt x="239" y="169"/>
                        <a:pt x="239" y="170"/>
                        <a:pt x="238" y="170"/>
                      </a:cubicBezTo>
                      <a:cubicBezTo>
                        <a:pt x="237" y="170"/>
                        <a:pt x="238" y="171"/>
                        <a:pt x="238" y="171"/>
                      </a:cubicBezTo>
                      <a:cubicBezTo>
                        <a:pt x="237" y="173"/>
                        <a:pt x="237" y="174"/>
                        <a:pt x="237" y="175"/>
                      </a:cubicBezTo>
                      <a:close/>
                      <a:moveTo>
                        <a:pt x="295" y="249"/>
                      </a:moveTo>
                      <a:cubicBezTo>
                        <a:pt x="295" y="249"/>
                        <a:pt x="294" y="250"/>
                        <a:pt x="294" y="250"/>
                      </a:cubicBezTo>
                      <a:cubicBezTo>
                        <a:pt x="294" y="250"/>
                        <a:pt x="293" y="249"/>
                        <a:pt x="293" y="248"/>
                      </a:cubicBezTo>
                      <a:cubicBezTo>
                        <a:pt x="293" y="248"/>
                        <a:pt x="293" y="248"/>
                        <a:pt x="294" y="248"/>
                      </a:cubicBezTo>
                      <a:cubicBezTo>
                        <a:pt x="294" y="248"/>
                        <a:pt x="294" y="249"/>
                        <a:pt x="295" y="249"/>
                      </a:cubicBezTo>
                      <a:close/>
                      <a:moveTo>
                        <a:pt x="302" y="288"/>
                      </a:moveTo>
                      <a:cubicBezTo>
                        <a:pt x="302" y="288"/>
                        <a:pt x="301" y="288"/>
                        <a:pt x="301" y="289"/>
                      </a:cubicBezTo>
                      <a:cubicBezTo>
                        <a:pt x="301" y="289"/>
                        <a:pt x="300" y="289"/>
                        <a:pt x="300" y="289"/>
                      </a:cubicBezTo>
                      <a:cubicBezTo>
                        <a:pt x="300" y="288"/>
                        <a:pt x="301" y="288"/>
                        <a:pt x="301" y="288"/>
                      </a:cubicBezTo>
                      <a:cubicBezTo>
                        <a:pt x="301" y="288"/>
                        <a:pt x="302" y="288"/>
                        <a:pt x="302" y="288"/>
                      </a:cubicBezTo>
                      <a:close/>
                      <a:moveTo>
                        <a:pt x="279" y="137"/>
                      </a:moveTo>
                      <a:cubicBezTo>
                        <a:pt x="279" y="136"/>
                        <a:pt x="279" y="136"/>
                        <a:pt x="280" y="135"/>
                      </a:cubicBezTo>
                      <a:cubicBezTo>
                        <a:pt x="280" y="135"/>
                        <a:pt x="280" y="135"/>
                        <a:pt x="281" y="136"/>
                      </a:cubicBezTo>
                      <a:cubicBezTo>
                        <a:pt x="280" y="136"/>
                        <a:pt x="279" y="136"/>
                        <a:pt x="279" y="137"/>
                      </a:cubicBezTo>
                      <a:close/>
                      <a:moveTo>
                        <a:pt x="290" y="257"/>
                      </a:moveTo>
                      <a:cubicBezTo>
                        <a:pt x="289" y="257"/>
                        <a:pt x="288" y="257"/>
                        <a:pt x="287" y="257"/>
                      </a:cubicBezTo>
                      <a:cubicBezTo>
                        <a:pt x="288" y="256"/>
                        <a:pt x="288" y="256"/>
                        <a:pt x="290" y="257"/>
                      </a:cubicBezTo>
                      <a:close/>
                      <a:moveTo>
                        <a:pt x="185" y="241"/>
                      </a:moveTo>
                      <a:cubicBezTo>
                        <a:pt x="185" y="240"/>
                        <a:pt x="185" y="240"/>
                        <a:pt x="186" y="240"/>
                      </a:cubicBezTo>
                      <a:cubicBezTo>
                        <a:pt x="186" y="240"/>
                        <a:pt x="186" y="240"/>
                        <a:pt x="186" y="240"/>
                      </a:cubicBezTo>
                      <a:cubicBezTo>
                        <a:pt x="186" y="241"/>
                        <a:pt x="186" y="241"/>
                        <a:pt x="185" y="241"/>
                      </a:cubicBezTo>
                      <a:cubicBezTo>
                        <a:pt x="185" y="241"/>
                        <a:pt x="185" y="241"/>
                        <a:pt x="185" y="241"/>
                      </a:cubicBezTo>
                      <a:close/>
                      <a:moveTo>
                        <a:pt x="354" y="200"/>
                      </a:moveTo>
                      <a:cubicBezTo>
                        <a:pt x="354" y="202"/>
                        <a:pt x="353" y="203"/>
                        <a:pt x="353" y="204"/>
                      </a:cubicBezTo>
                      <a:cubicBezTo>
                        <a:pt x="353" y="204"/>
                        <a:pt x="353" y="205"/>
                        <a:pt x="353" y="205"/>
                      </a:cubicBezTo>
                      <a:cubicBezTo>
                        <a:pt x="352" y="205"/>
                        <a:pt x="352" y="204"/>
                        <a:pt x="352" y="204"/>
                      </a:cubicBezTo>
                      <a:cubicBezTo>
                        <a:pt x="353" y="203"/>
                        <a:pt x="352" y="202"/>
                        <a:pt x="353" y="201"/>
                      </a:cubicBezTo>
                      <a:cubicBezTo>
                        <a:pt x="354" y="201"/>
                        <a:pt x="353" y="200"/>
                        <a:pt x="353" y="200"/>
                      </a:cubicBezTo>
                      <a:cubicBezTo>
                        <a:pt x="353" y="199"/>
                        <a:pt x="353" y="199"/>
                        <a:pt x="354" y="198"/>
                      </a:cubicBezTo>
                      <a:cubicBezTo>
                        <a:pt x="354" y="198"/>
                        <a:pt x="355" y="198"/>
                        <a:pt x="355" y="199"/>
                      </a:cubicBezTo>
                      <a:cubicBezTo>
                        <a:pt x="355" y="199"/>
                        <a:pt x="355" y="200"/>
                        <a:pt x="354" y="200"/>
                      </a:cubicBezTo>
                      <a:close/>
                      <a:moveTo>
                        <a:pt x="302" y="275"/>
                      </a:moveTo>
                      <a:cubicBezTo>
                        <a:pt x="303" y="274"/>
                        <a:pt x="302" y="274"/>
                        <a:pt x="303" y="273"/>
                      </a:cubicBezTo>
                      <a:cubicBezTo>
                        <a:pt x="303" y="273"/>
                        <a:pt x="303" y="273"/>
                        <a:pt x="303" y="273"/>
                      </a:cubicBezTo>
                      <a:cubicBezTo>
                        <a:pt x="303" y="274"/>
                        <a:pt x="303" y="274"/>
                        <a:pt x="303" y="275"/>
                      </a:cubicBezTo>
                      <a:cubicBezTo>
                        <a:pt x="303" y="275"/>
                        <a:pt x="302" y="275"/>
                        <a:pt x="302" y="275"/>
                      </a:cubicBezTo>
                      <a:close/>
                      <a:moveTo>
                        <a:pt x="297" y="282"/>
                      </a:moveTo>
                      <a:cubicBezTo>
                        <a:pt x="296" y="282"/>
                        <a:pt x="296" y="283"/>
                        <a:pt x="295" y="283"/>
                      </a:cubicBezTo>
                      <a:cubicBezTo>
                        <a:pt x="295" y="282"/>
                        <a:pt x="295" y="282"/>
                        <a:pt x="297" y="282"/>
                      </a:cubicBezTo>
                      <a:close/>
                      <a:moveTo>
                        <a:pt x="399" y="268"/>
                      </a:moveTo>
                      <a:cubicBezTo>
                        <a:pt x="399" y="268"/>
                        <a:pt x="399" y="268"/>
                        <a:pt x="399" y="268"/>
                      </a:cubicBezTo>
                      <a:cubicBezTo>
                        <a:pt x="399" y="267"/>
                        <a:pt x="399" y="267"/>
                        <a:pt x="400" y="267"/>
                      </a:cubicBezTo>
                      <a:cubicBezTo>
                        <a:pt x="400" y="267"/>
                        <a:pt x="400" y="267"/>
                        <a:pt x="400" y="267"/>
                      </a:cubicBezTo>
                      <a:cubicBezTo>
                        <a:pt x="400" y="268"/>
                        <a:pt x="400" y="268"/>
                        <a:pt x="399" y="268"/>
                      </a:cubicBezTo>
                      <a:close/>
                      <a:moveTo>
                        <a:pt x="285" y="316"/>
                      </a:moveTo>
                      <a:cubicBezTo>
                        <a:pt x="284" y="316"/>
                        <a:pt x="284" y="317"/>
                        <a:pt x="283" y="316"/>
                      </a:cubicBezTo>
                      <a:cubicBezTo>
                        <a:pt x="283" y="316"/>
                        <a:pt x="283" y="316"/>
                        <a:pt x="283" y="316"/>
                      </a:cubicBezTo>
                      <a:cubicBezTo>
                        <a:pt x="284" y="315"/>
                        <a:pt x="284" y="316"/>
                        <a:pt x="285" y="316"/>
                      </a:cubicBezTo>
                      <a:close/>
                      <a:moveTo>
                        <a:pt x="266" y="285"/>
                      </a:moveTo>
                      <a:cubicBezTo>
                        <a:pt x="266" y="285"/>
                        <a:pt x="265" y="285"/>
                        <a:pt x="265" y="285"/>
                      </a:cubicBezTo>
                      <a:cubicBezTo>
                        <a:pt x="265" y="284"/>
                        <a:pt x="266" y="284"/>
                        <a:pt x="266" y="284"/>
                      </a:cubicBezTo>
                      <a:cubicBezTo>
                        <a:pt x="266" y="285"/>
                        <a:pt x="266" y="285"/>
                        <a:pt x="266" y="285"/>
                      </a:cubicBezTo>
                      <a:close/>
                      <a:moveTo>
                        <a:pt x="294" y="290"/>
                      </a:moveTo>
                      <a:cubicBezTo>
                        <a:pt x="294" y="291"/>
                        <a:pt x="294" y="292"/>
                        <a:pt x="294" y="292"/>
                      </a:cubicBezTo>
                      <a:cubicBezTo>
                        <a:pt x="293" y="292"/>
                        <a:pt x="293" y="291"/>
                        <a:pt x="294" y="290"/>
                      </a:cubicBezTo>
                      <a:close/>
                      <a:moveTo>
                        <a:pt x="197" y="276"/>
                      </a:moveTo>
                      <a:cubicBezTo>
                        <a:pt x="197" y="276"/>
                        <a:pt x="197" y="276"/>
                        <a:pt x="197" y="276"/>
                      </a:cubicBezTo>
                      <a:cubicBezTo>
                        <a:pt x="196" y="276"/>
                        <a:pt x="196" y="276"/>
                        <a:pt x="195" y="276"/>
                      </a:cubicBezTo>
                      <a:cubicBezTo>
                        <a:pt x="196" y="276"/>
                        <a:pt x="196" y="275"/>
                        <a:pt x="197" y="276"/>
                      </a:cubicBezTo>
                      <a:close/>
                      <a:moveTo>
                        <a:pt x="299" y="256"/>
                      </a:moveTo>
                      <a:cubicBezTo>
                        <a:pt x="298" y="256"/>
                        <a:pt x="299" y="256"/>
                        <a:pt x="299" y="255"/>
                      </a:cubicBezTo>
                      <a:cubicBezTo>
                        <a:pt x="299" y="256"/>
                        <a:pt x="299" y="256"/>
                        <a:pt x="299" y="256"/>
                      </a:cubicBezTo>
                      <a:cubicBezTo>
                        <a:pt x="299" y="256"/>
                        <a:pt x="299" y="256"/>
                        <a:pt x="299" y="256"/>
                      </a:cubicBezTo>
                      <a:close/>
                      <a:moveTo>
                        <a:pt x="340" y="269"/>
                      </a:moveTo>
                      <a:cubicBezTo>
                        <a:pt x="340" y="269"/>
                        <a:pt x="339" y="269"/>
                        <a:pt x="339" y="268"/>
                      </a:cubicBezTo>
                      <a:cubicBezTo>
                        <a:pt x="340" y="268"/>
                        <a:pt x="340" y="268"/>
                        <a:pt x="340" y="269"/>
                      </a:cubicBezTo>
                      <a:close/>
                      <a:moveTo>
                        <a:pt x="134" y="251"/>
                      </a:moveTo>
                      <a:cubicBezTo>
                        <a:pt x="135" y="251"/>
                        <a:pt x="135" y="251"/>
                        <a:pt x="135" y="251"/>
                      </a:cubicBezTo>
                      <a:cubicBezTo>
                        <a:pt x="135" y="251"/>
                        <a:pt x="135" y="251"/>
                        <a:pt x="135" y="251"/>
                      </a:cubicBezTo>
                      <a:cubicBezTo>
                        <a:pt x="134" y="251"/>
                        <a:pt x="134" y="251"/>
                        <a:pt x="134" y="251"/>
                      </a:cubicBezTo>
                      <a:close/>
                      <a:moveTo>
                        <a:pt x="123" y="271"/>
                      </a:moveTo>
                      <a:cubicBezTo>
                        <a:pt x="122" y="271"/>
                        <a:pt x="122" y="271"/>
                        <a:pt x="121" y="271"/>
                      </a:cubicBezTo>
                      <a:cubicBezTo>
                        <a:pt x="122" y="271"/>
                        <a:pt x="122" y="271"/>
                        <a:pt x="123" y="271"/>
                      </a:cubicBezTo>
                      <a:close/>
                      <a:moveTo>
                        <a:pt x="305" y="305"/>
                      </a:moveTo>
                      <a:cubicBezTo>
                        <a:pt x="305" y="305"/>
                        <a:pt x="304" y="305"/>
                        <a:pt x="305" y="304"/>
                      </a:cubicBezTo>
                      <a:cubicBezTo>
                        <a:pt x="305" y="305"/>
                        <a:pt x="305" y="305"/>
                        <a:pt x="305" y="305"/>
                      </a:cubicBezTo>
                      <a:cubicBezTo>
                        <a:pt x="305" y="305"/>
                        <a:pt x="305" y="305"/>
                        <a:pt x="305" y="305"/>
                      </a:cubicBezTo>
                      <a:close/>
                      <a:moveTo>
                        <a:pt x="294" y="258"/>
                      </a:moveTo>
                      <a:cubicBezTo>
                        <a:pt x="294" y="258"/>
                        <a:pt x="294" y="259"/>
                        <a:pt x="294" y="259"/>
                      </a:cubicBezTo>
                      <a:cubicBezTo>
                        <a:pt x="293" y="259"/>
                        <a:pt x="293" y="258"/>
                        <a:pt x="294" y="258"/>
                      </a:cubicBezTo>
                      <a:close/>
                      <a:moveTo>
                        <a:pt x="287" y="305"/>
                      </a:moveTo>
                      <a:cubicBezTo>
                        <a:pt x="287" y="305"/>
                        <a:pt x="286" y="306"/>
                        <a:pt x="286" y="306"/>
                      </a:cubicBezTo>
                      <a:cubicBezTo>
                        <a:pt x="286" y="306"/>
                        <a:pt x="286" y="306"/>
                        <a:pt x="286" y="305"/>
                      </a:cubicBezTo>
                      <a:cubicBezTo>
                        <a:pt x="286" y="305"/>
                        <a:pt x="286" y="305"/>
                        <a:pt x="286" y="305"/>
                      </a:cubicBezTo>
                      <a:cubicBezTo>
                        <a:pt x="287" y="305"/>
                        <a:pt x="287" y="305"/>
                        <a:pt x="287" y="305"/>
                      </a:cubicBezTo>
                      <a:close/>
                      <a:moveTo>
                        <a:pt x="301" y="306"/>
                      </a:moveTo>
                      <a:cubicBezTo>
                        <a:pt x="301" y="306"/>
                        <a:pt x="300" y="306"/>
                        <a:pt x="300" y="306"/>
                      </a:cubicBezTo>
                      <a:cubicBezTo>
                        <a:pt x="300" y="306"/>
                        <a:pt x="300" y="306"/>
                        <a:pt x="300" y="306"/>
                      </a:cubicBezTo>
                      <a:cubicBezTo>
                        <a:pt x="300" y="306"/>
                        <a:pt x="300" y="306"/>
                        <a:pt x="300" y="306"/>
                      </a:cubicBezTo>
                      <a:cubicBezTo>
                        <a:pt x="301" y="306"/>
                        <a:pt x="301" y="306"/>
                        <a:pt x="301" y="306"/>
                      </a:cubicBezTo>
                      <a:close/>
                      <a:moveTo>
                        <a:pt x="270" y="290"/>
                      </a:moveTo>
                      <a:cubicBezTo>
                        <a:pt x="270" y="290"/>
                        <a:pt x="270" y="290"/>
                        <a:pt x="270" y="290"/>
                      </a:cubicBezTo>
                      <a:cubicBezTo>
                        <a:pt x="270" y="290"/>
                        <a:pt x="270" y="290"/>
                        <a:pt x="270" y="290"/>
                      </a:cubicBezTo>
                      <a:close/>
                      <a:moveTo>
                        <a:pt x="270" y="290"/>
                      </a:moveTo>
                      <a:cubicBezTo>
                        <a:pt x="270" y="290"/>
                        <a:pt x="270" y="290"/>
                        <a:pt x="269" y="290"/>
                      </a:cubicBezTo>
                      <a:cubicBezTo>
                        <a:pt x="270" y="289"/>
                        <a:pt x="270" y="289"/>
                        <a:pt x="270" y="290"/>
                      </a:cubicBezTo>
                      <a:close/>
                      <a:moveTo>
                        <a:pt x="295" y="245"/>
                      </a:moveTo>
                      <a:cubicBezTo>
                        <a:pt x="295" y="245"/>
                        <a:pt x="295" y="245"/>
                        <a:pt x="295" y="245"/>
                      </a:cubicBezTo>
                      <a:cubicBezTo>
                        <a:pt x="295" y="245"/>
                        <a:pt x="295" y="245"/>
                        <a:pt x="295" y="245"/>
                      </a:cubicBezTo>
                      <a:cubicBezTo>
                        <a:pt x="295" y="245"/>
                        <a:pt x="295" y="245"/>
                        <a:pt x="295" y="245"/>
                      </a:cubicBezTo>
                      <a:cubicBezTo>
                        <a:pt x="295" y="245"/>
                        <a:pt x="295" y="245"/>
                        <a:pt x="295" y="245"/>
                      </a:cubicBezTo>
                      <a:close/>
                      <a:moveTo>
                        <a:pt x="310" y="271"/>
                      </a:moveTo>
                      <a:cubicBezTo>
                        <a:pt x="309" y="271"/>
                        <a:pt x="309" y="271"/>
                        <a:pt x="309" y="271"/>
                      </a:cubicBezTo>
                      <a:cubicBezTo>
                        <a:pt x="309" y="270"/>
                        <a:pt x="310" y="270"/>
                        <a:pt x="310" y="270"/>
                      </a:cubicBezTo>
                      <a:cubicBezTo>
                        <a:pt x="310" y="270"/>
                        <a:pt x="310" y="271"/>
                        <a:pt x="310" y="271"/>
                      </a:cubicBezTo>
                      <a:cubicBezTo>
                        <a:pt x="310" y="271"/>
                        <a:pt x="310" y="271"/>
                        <a:pt x="310" y="271"/>
                      </a:cubicBezTo>
                      <a:close/>
                      <a:moveTo>
                        <a:pt x="121" y="271"/>
                      </a:moveTo>
                      <a:cubicBezTo>
                        <a:pt x="121" y="272"/>
                        <a:pt x="121" y="272"/>
                        <a:pt x="121" y="272"/>
                      </a:cubicBezTo>
                      <a:cubicBezTo>
                        <a:pt x="121" y="272"/>
                        <a:pt x="121" y="272"/>
                        <a:pt x="121" y="272"/>
                      </a:cubicBezTo>
                      <a:cubicBezTo>
                        <a:pt x="121" y="271"/>
                        <a:pt x="121" y="271"/>
                        <a:pt x="121" y="271"/>
                      </a:cubicBezTo>
                      <a:close/>
                      <a:moveTo>
                        <a:pt x="274" y="264"/>
                      </a:moveTo>
                      <a:cubicBezTo>
                        <a:pt x="274" y="264"/>
                        <a:pt x="274" y="264"/>
                        <a:pt x="274" y="264"/>
                      </a:cubicBezTo>
                      <a:cubicBezTo>
                        <a:pt x="274" y="264"/>
                        <a:pt x="274" y="264"/>
                        <a:pt x="274" y="264"/>
                      </a:cubicBezTo>
                      <a:cubicBezTo>
                        <a:pt x="274" y="264"/>
                        <a:pt x="274" y="264"/>
                        <a:pt x="274" y="264"/>
                      </a:cubicBezTo>
                      <a:close/>
                      <a:moveTo>
                        <a:pt x="274" y="264"/>
                      </a:moveTo>
                      <a:cubicBezTo>
                        <a:pt x="274" y="264"/>
                        <a:pt x="274" y="264"/>
                        <a:pt x="274" y="264"/>
                      </a:cubicBezTo>
                      <a:cubicBezTo>
                        <a:pt x="274" y="264"/>
                        <a:pt x="274" y="264"/>
                        <a:pt x="274" y="264"/>
                      </a:cubicBezTo>
                      <a:cubicBezTo>
                        <a:pt x="274" y="264"/>
                        <a:pt x="274" y="264"/>
                        <a:pt x="274" y="264"/>
                      </a:cubicBezTo>
                      <a:close/>
                      <a:moveTo>
                        <a:pt x="548" y="704"/>
                      </a:moveTo>
                      <a:cubicBezTo>
                        <a:pt x="548" y="704"/>
                        <a:pt x="548" y="704"/>
                        <a:pt x="548" y="704"/>
                      </a:cubicBezTo>
                      <a:cubicBezTo>
                        <a:pt x="548" y="703"/>
                        <a:pt x="549" y="702"/>
                        <a:pt x="550" y="702"/>
                      </a:cubicBezTo>
                      <a:cubicBezTo>
                        <a:pt x="549" y="702"/>
                        <a:pt x="550" y="703"/>
                        <a:pt x="550" y="703"/>
                      </a:cubicBezTo>
                      <a:cubicBezTo>
                        <a:pt x="550" y="703"/>
                        <a:pt x="550" y="703"/>
                        <a:pt x="551" y="703"/>
                      </a:cubicBezTo>
                      <a:cubicBezTo>
                        <a:pt x="551" y="703"/>
                        <a:pt x="551" y="703"/>
                        <a:pt x="551" y="703"/>
                      </a:cubicBezTo>
                      <a:cubicBezTo>
                        <a:pt x="550" y="704"/>
                        <a:pt x="550" y="704"/>
                        <a:pt x="549" y="704"/>
                      </a:cubicBezTo>
                      <a:cubicBezTo>
                        <a:pt x="549" y="704"/>
                        <a:pt x="549" y="704"/>
                        <a:pt x="548" y="704"/>
                      </a:cubicBezTo>
                      <a:cubicBezTo>
                        <a:pt x="548" y="704"/>
                        <a:pt x="548" y="704"/>
                        <a:pt x="548" y="704"/>
                      </a:cubicBezTo>
                      <a:close/>
                      <a:moveTo>
                        <a:pt x="581" y="692"/>
                      </a:moveTo>
                      <a:cubicBezTo>
                        <a:pt x="581" y="692"/>
                        <a:pt x="581" y="692"/>
                        <a:pt x="581" y="691"/>
                      </a:cubicBezTo>
                      <a:cubicBezTo>
                        <a:pt x="581" y="691"/>
                        <a:pt x="581" y="691"/>
                        <a:pt x="582" y="691"/>
                      </a:cubicBezTo>
                      <a:cubicBezTo>
                        <a:pt x="582" y="691"/>
                        <a:pt x="582" y="691"/>
                        <a:pt x="582" y="691"/>
                      </a:cubicBezTo>
                      <a:cubicBezTo>
                        <a:pt x="583" y="691"/>
                        <a:pt x="583" y="691"/>
                        <a:pt x="583" y="692"/>
                      </a:cubicBezTo>
                      <a:cubicBezTo>
                        <a:pt x="583" y="692"/>
                        <a:pt x="583" y="692"/>
                        <a:pt x="582" y="692"/>
                      </a:cubicBezTo>
                      <a:cubicBezTo>
                        <a:pt x="582" y="693"/>
                        <a:pt x="582" y="693"/>
                        <a:pt x="581" y="693"/>
                      </a:cubicBezTo>
                      <a:cubicBezTo>
                        <a:pt x="581" y="693"/>
                        <a:pt x="581" y="693"/>
                        <a:pt x="581" y="692"/>
                      </a:cubicBezTo>
                      <a:close/>
                      <a:moveTo>
                        <a:pt x="577" y="693"/>
                      </a:moveTo>
                      <a:cubicBezTo>
                        <a:pt x="577" y="693"/>
                        <a:pt x="577" y="693"/>
                        <a:pt x="578" y="693"/>
                      </a:cubicBezTo>
                      <a:cubicBezTo>
                        <a:pt x="578" y="693"/>
                        <a:pt x="578" y="693"/>
                        <a:pt x="578" y="693"/>
                      </a:cubicBezTo>
                      <a:cubicBezTo>
                        <a:pt x="578" y="693"/>
                        <a:pt x="579" y="692"/>
                        <a:pt x="579" y="692"/>
                      </a:cubicBezTo>
                      <a:cubicBezTo>
                        <a:pt x="579" y="692"/>
                        <a:pt x="579" y="692"/>
                        <a:pt x="579" y="692"/>
                      </a:cubicBezTo>
                      <a:cubicBezTo>
                        <a:pt x="579" y="692"/>
                        <a:pt x="579" y="692"/>
                        <a:pt x="579" y="692"/>
                      </a:cubicBezTo>
                      <a:cubicBezTo>
                        <a:pt x="579" y="692"/>
                        <a:pt x="579" y="692"/>
                        <a:pt x="579" y="692"/>
                      </a:cubicBezTo>
                      <a:cubicBezTo>
                        <a:pt x="579" y="693"/>
                        <a:pt x="579" y="693"/>
                        <a:pt x="579" y="693"/>
                      </a:cubicBezTo>
                      <a:cubicBezTo>
                        <a:pt x="579" y="693"/>
                        <a:pt x="578" y="693"/>
                        <a:pt x="578" y="694"/>
                      </a:cubicBezTo>
                      <a:cubicBezTo>
                        <a:pt x="578" y="694"/>
                        <a:pt x="578" y="694"/>
                        <a:pt x="578" y="694"/>
                      </a:cubicBezTo>
                      <a:cubicBezTo>
                        <a:pt x="577" y="693"/>
                        <a:pt x="577" y="693"/>
                        <a:pt x="577" y="693"/>
                      </a:cubicBezTo>
                      <a:close/>
                      <a:moveTo>
                        <a:pt x="592" y="714"/>
                      </a:moveTo>
                      <a:cubicBezTo>
                        <a:pt x="592" y="714"/>
                        <a:pt x="592" y="713"/>
                        <a:pt x="592" y="712"/>
                      </a:cubicBezTo>
                      <a:cubicBezTo>
                        <a:pt x="592" y="712"/>
                        <a:pt x="592" y="712"/>
                        <a:pt x="592" y="712"/>
                      </a:cubicBezTo>
                      <a:cubicBezTo>
                        <a:pt x="592" y="712"/>
                        <a:pt x="592" y="712"/>
                        <a:pt x="592" y="711"/>
                      </a:cubicBezTo>
                      <a:cubicBezTo>
                        <a:pt x="592" y="711"/>
                        <a:pt x="592" y="711"/>
                        <a:pt x="591" y="711"/>
                      </a:cubicBezTo>
                      <a:cubicBezTo>
                        <a:pt x="591" y="711"/>
                        <a:pt x="591" y="712"/>
                        <a:pt x="591" y="712"/>
                      </a:cubicBezTo>
                      <a:cubicBezTo>
                        <a:pt x="591" y="712"/>
                        <a:pt x="591" y="712"/>
                        <a:pt x="591" y="712"/>
                      </a:cubicBezTo>
                      <a:cubicBezTo>
                        <a:pt x="591" y="712"/>
                        <a:pt x="591" y="712"/>
                        <a:pt x="591" y="713"/>
                      </a:cubicBezTo>
                      <a:cubicBezTo>
                        <a:pt x="591" y="713"/>
                        <a:pt x="590" y="713"/>
                        <a:pt x="590" y="714"/>
                      </a:cubicBezTo>
                      <a:cubicBezTo>
                        <a:pt x="590" y="714"/>
                        <a:pt x="590" y="714"/>
                        <a:pt x="590" y="714"/>
                      </a:cubicBezTo>
                      <a:cubicBezTo>
                        <a:pt x="590" y="714"/>
                        <a:pt x="590" y="714"/>
                        <a:pt x="590" y="714"/>
                      </a:cubicBezTo>
                      <a:cubicBezTo>
                        <a:pt x="589" y="714"/>
                        <a:pt x="589" y="714"/>
                        <a:pt x="589" y="715"/>
                      </a:cubicBezTo>
                      <a:cubicBezTo>
                        <a:pt x="589" y="715"/>
                        <a:pt x="589" y="715"/>
                        <a:pt x="589" y="715"/>
                      </a:cubicBezTo>
                      <a:cubicBezTo>
                        <a:pt x="589" y="715"/>
                        <a:pt x="589" y="714"/>
                        <a:pt x="589" y="714"/>
                      </a:cubicBezTo>
                      <a:cubicBezTo>
                        <a:pt x="589" y="714"/>
                        <a:pt x="589" y="714"/>
                        <a:pt x="589" y="714"/>
                      </a:cubicBezTo>
                      <a:cubicBezTo>
                        <a:pt x="589" y="714"/>
                        <a:pt x="589" y="713"/>
                        <a:pt x="588" y="713"/>
                      </a:cubicBezTo>
                      <a:cubicBezTo>
                        <a:pt x="588" y="713"/>
                        <a:pt x="588" y="713"/>
                        <a:pt x="589" y="712"/>
                      </a:cubicBezTo>
                      <a:cubicBezTo>
                        <a:pt x="589" y="712"/>
                        <a:pt x="589" y="712"/>
                        <a:pt x="589" y="712"/>
                      </a:cubicBezTo>
                      <a:cubicBezTo>
                        <a:pt x="589" y="711"/>
                        <a:pt x="589" y="711"/>
                        <a:pt x="589" y="711"/>
                      </a:cubicBezTo>
                      <a:cubicBezTo>
                        <a:pt x="589" y="711"/>
                        <a:pt x="589" y="710"/>
                        <a:pt x="589" y="710"/>
                      </a:cubicBezTo>
                      <a:cubicBezTo>
                        <a:pt x="590" y="710"/>
                        <a:pt x="590" y="710"/>
                        <a:pt x="589" y="710"/>
                      </a:cubicBezTo>
                      <a:cubicBezTo>
                        <a:pt x="589" y="710"/>
                        <a:pt x="589" y="709"/>
                        <a:pt x="590" y="709"/>
                      </a:cubicBezTo>
                      <a:cubicBezTo>
                        <a:pt x="590" y="709"/>
                        <a:pt x="590" y="709"/>
                        <a:pt x="590" y="709"/>
                      </a:cubicBezTo>
                      <a:cubicBezTo>
                        <a:pt x="590" y="709"/>
                        <a:pt x="590" y="709"/>
                        <a:pt x="590" y="709"/>
                      </a:cubicBezTo>
                      <a:cubicBezTo>
                        <a:pt x="590" y="708"/>
                        <a:pt x="590" y="708"/>
                        <a:pt x="591" y="708"/>
                      </a:cubicBezTo>
                      <a:cubicBezTo>
                        <a:pt x="591" y="708"/>
                        <a:pt x="591" y="708"/>
                        <a:pt x="591" y="708"/>
                      </a:cubicBezTo>
                      <a:cubicBezTo>
                        <a:pt x="591" y="708"/>
                        <a:pt x="591" y="707"/>
                        <a:pt x="590" y="707"/>
                      </a:cubicBezTo>
                      <a:cubicBezTo>
                        <a:pt x="590" y="707"/>
                        <a:pt x="590" y="707"/>
                        <a:pt x="590" y="708"/>
                      </a:cubicBezTo>
                      <a:cubicBezTo>
                        <a:pt x="590" y="708"/>
                        <a:pt x="590" y="708"/>
                        <a:pt x="589" y="708"/>
                      </a:cubicBezTo>
                      <a:cubicBezTo>
                        <a:pt x="589" y="708"/>
                        <a:pt x="588" y="709"/>
                        <a:pt x="588" y="709"/>
                      </a:cubicBezTo>
                      <a:cubicBezTo>
                        <a:pt x="588" y="709"/>
                        <a:pt x="587" y="710"/>
                        <a:pt x="587" y="710"/>
                      </a:cubicBezTo>
                      <a:cubicBezTo>
                        <a:pt x="587" y="711"/>
                        <a:pt x="586" y="711"/>
                        <a:pt x="587" y="712"/>
                      </a:cubicBezTo>
                      <a:cubicBezTo>
                        <a:pt x="587" y="712"/>
                        <a:pt x="587" y="712"/>
                        <a:pt x="587" y="712"/>
                      </a:cubicBezTo>
                      <a:cubicBezTo>
                        <a:pt x="586" y="712"/>
                        <a:pt x="586" y="713"/>
                        <a:pt x="586" y="713"/>
                      </a:cubicBezTo>
                      <a:cubicBezTo>
                        <a:pt x="586" y="713"/>
                        <a:pt x="586" y="713"/>
                        <a:pt x="586" y="713"/>
                      </a:cubicBezTo>
                      <a:cubicBezTo>
                        <a:pt x="585" y="713"/>
                        <a:pt x="585" y="713"/>
                        <a:pt x="585" y="713"/>
                      </a:cubicBezTo>
                      <a:cubicBezTo>
                        <a:pt x="585" y="713"/>
                        <a:pt x="585" y="712"/>
                        <a:pt x="585" y="712"/>
                      </a:cubicBezTo>
                      <a:cubicBezTo>
                        <a:pt x="585" y="713"/>
                        <a:pt x="585" y="713"/>
                        <a:pt x="585" y="712"/>
                      </a:cubicBezTo>
                      <a:cubicBezTo>
                        <a:pt x="584" y="712"/>
                        <a:pt x="584" y="712"/>
                        <a:pt x="584" y="711"/>
                      </a:cubicBezTo>
                      <a:cubicBezTo>
                        <a:pt x="584" y="711"/>
                        <a:pt x="584" y="711"/>
                        <a:pt x="584" y="710"/>
                      </a:cubicBezTo>
                      <a:cubicBezTo>
                        <a:pt x="584" y="711"/>
                        <a:pt x="584" y="711"/>
                        <a:pt x="584" y="711"/>
                      </a:cubicBezTo>
                      <a:cubicBezTo>
                        <a:pt x="585" y="711"/>
                        <a:pt x="585" y="710"/>
                        <a:pt x="585" y="709"/>
                      </a:cubicBezTo>
                      <a:cubicBezTo>
                        <a:pt x="586" y="709"/>
                        <a:pt x="586" y="709"/>
                        <a:pt x="586" y="709"/>
                      </a:cubicBezTo>
                      <a:cubicBezTo>
                        <a:pt x="586" y="709"/>
                        <a:pt x="586" y="709"/>
                        <a:pt x="586" y="709"/>
                      </a:cubicBezTo>
                      <a:cubicBezTo>
                        <a:pt x="586" y="708"/>
                        <a:pt x="585" y="709"/>
                        <a:pt x="585" y="709"/>
                      </a:cubicBezTo>
                      <a:cubicBezTo>
                        <a:pt x="585" y="709"/>
                        <a:pt x="585" y="709"/>
                        <a:pt x="585" y="709"/>
                      </a:cubicBezTo>
                      <a:cubicBezTo>
                        <a:pt x="585" y="709"/>
                        <a:pt x="584" y="709"/>
                        <a:pt x="584" y="709"/>
                      </a:cubicBezTo>
                      <a:cubicBezTo>
                        <a:pt x="584" y="709"/>
                        <a:pt x="584" y="709"/>
                        <a:pt x="585" y="709"/>
                      </a:cubicBezTo>
                      <a:cubicBezTo>
                        <a:pt x="585" y="709"/>
                        <a:pt x="585" y="709"/>
                        <a:pt x="585" y="708"/>
                      </a:cubicBezTo>
                      <a:cubicBezTo>
                        <a:pt x="585" y="708"/>
                        <a:pt x="585" y="708"/>
                        <a:pt x="585" y="708"/>
                      </a:cubicBezTo>
                      <a:cubicBezTo>
                        <a:pt x="585" y="708"/>
                        <a:pt x="585" y="708"/>
                        <a:pt x="585" y="708"/>
                      </a:cubicBezTo>
                      <a:cubicBezTo>
                        <a:pt x="584" y="708"/>
                        <a:pt x="584" y="708"/>
                        <a:pt x="584" y="708"/>
                      </a:cubicBezTo>
                      <a:cubicBezTo>
                        <a:pt x="584" y="708"/>
                        <a:pt x="584" y="708"/>
                        <a:pt x="584" y="708"/>
                      </a:cubicBezTo>
                      <a:cubicBezTo>
                        <a:pt x="584" y="708"/>
                        <a:pt x="584" y="708"/>
                        <a:pt x="584" y="708"/>
                      </a:cubicBezTo>
                      <a:cubicBezTo>
                        <a:pt x="584" y="708"/>
                        <a:pt x="584" y="708"/>
                        <a:pt x="584" y="708"/>
                      </a:cubicBezTo>
                      <a:cubicBezTo>
                        <a:pt x="584" y="708"/>
                        <a:pt x="584" y="707"/>
                        <a:pt x="583" y="707"/>
                      </a:cubicBezTo>
                      <a:cubicBezTo>
                        <a:pt x="583" y="707"/>
                        <a:pt x="583" y="707"/>
                        <a:pt x="583" y="707"/>
                      </a:cubicBezTo>
                      <a:cubicBezTo>
                        <a:pt x="583" y="707"/>
                        <a:pt x="583" y="707"/>
                        <a:pt x="583" y="707"/>
                      </a:cubicBezTo>
                      <a:cubicBezTo>
                        <a:pt x="583" y="707"/>
                        <a:pt x="583" y="707"/>
                        <a:pt x="584" y="707"/>
                      </a:cubicBezTo>
                      <a:cubicBezTo>
                        <a:pt x="584" y="707"/>
                        <a:pt x="584" y="707"/>
                        <a:pt x="584" y="707"/>
                      </a:cubicBezTo>
                      <a:cubicBezTo>
                        <a:pt x="584" y="708"/>
                        <a:pt x="584" y="707"/>
                        <a:pt x="584" y="707"/>
                      </a:cubicBezTo>
                      <a:cubicBezTo>
                        <a:pt x="584" y="708"/>
                        <a:pt x="584" y="708"/>
                        <a:pt x="585" y="708"/>
                      </a:cubicBezTo>
                      <a:cubicBezTo>
                        <a:pt x="585" y="708"/>
                        <a:pt x="585" y="708"/>
                        <a:pt x="586" y="708"/>
                      </a:cubicBezTo>
                      <a:cubicBezTo>
                        <a:pt x="586" y="708"/>
                        <a:pt x="586" y="708"/>
                        <a:pt x="586" y="707"/>
                      </a:cubicBezTo>
                      <a:cubicBezTo>
                        <a:pt x="586" y="707"/>
                        <a:pt x="586" y="707"/>
                        <a:pt x="586" y="707"/>
                      </a:cubicBezTo>
                      <a:cubicBezTo>
                        <a:pt x="586" y="707"/>
                        <a:pt x="586" y="707"/>
                        <a:pt x="585" y="707"/>
                      </a:cubicBezTo>
                      <a:cubicBezTo>
                        <a:pt x="586" y="707"/>
                        <a:pt x="586" y="706"/>
                        <a:pt x="587" y="706"/>
                      </a:cubicBezTo>
                      <a:cubicBezTo>
                        <a:pt x="587" y="706"/>
                        <a:pt x="587" y="706"/>
                        <a:pt x="588" y="705"/>
                      </a:cubicBezTo>
                      <a:cubicBezTo>
                        <a:pt x="588" y="705"/>
                        <a:pt x="588" y="705"/>
                        <a:pt x="588" y="705"/>
                      </a:cubicBezTo>
                      <a:cubicBezTo>
                        <a:pt x="588" y="705"/>
                        <a:pt x="588" y="706"/>
                        <a:pt x="589" y="705"/>
                      </a:cubicBezTo>
                      <a:cubicBezTo>
                        <a:pt x="589" y="705"/>
                        <a:pt x="589" y="705"/>
                        <a:pt x="589" y="704"/>
                      </a:cubicBezTo>
                      <a:cubicBezTo>
                        <a:pt x="589" y="704"/>
                        <a:pt x="590" y="704"/>
                        <a:pt x="590" y="704"/>
                      </a:cubicBezTo>
                      <a:cubicBezTo>
                        <a:pt x="590" y="703"/>
                        <a:pt x="590" y="703"/>
                        <a:pt x="590" y="703"/>
                      </a:cubicBezTo>
                      <a:cubicBezTo>
                        <a:pt x="590" y="703"/>
                        <a:pt x="590" y="702"/>
                        <a:pt x="590" y="702"/>
                      </a:cubicBezTo>
                      <a:cubicBezTo>
                        <a:pt x="590" y="702"/>
                        <a:pt x="589" y="702"/>
                        <a:pt x="589" y="702"/>
                      </a:cubicBezTo>
                      <a:cubicBezTo>
                        <a:pt x="589" y="702"/>
                        <a:pt x="589" y="703"/>
                        <a:pt x="589" y="703"/>
                      </a:cubicBezTo>
                      <a:cubicBezTo>
                        <a:pt x="588" y="704"/>
                        <a:pt x="588" y="704"/>
                        <a:pt x="588" y="703"/>
                      </a:cubicBezTo>
                      <a:cubicBezTo>
                        <a:pt x="588" y="703"/>
                        <a:pt x="588" y="703"/>
                        <a:pt x="588" y="703"/>
                      </a:cubicBezTo>
                      <a:cubicBezTo>
                        <a:pt x="588" y="703"/>
                        <a:pt x="587" y="703"/>
                        <a:pt x="587" y="703"/>
                      </a:cubicBezTo>
                      <a:cubicBezTo>
                        <a:pt x="587" y="703"/>
                        <a:pt x="587" y="703"/>
                        <a:pt x="587" y="703"/>
                      </a:cubicBezTo>
                      <a:cubicBezTo>
                        <a:pt x="586" y="703"/>
                        <a:pt x="586" y="704"/>
                        <a:pt x="586" y="704"/>
                      </a:cubicBezTo>
                      <a:cubicBezTo>
                        <a:pt x="586" y="704"/>
                        <a:pt x="586" y="704"/>
                        <a:pt x="586" y="704"/>
                      </a:cubicBezTo>
                      <a:cubicBezTo>
                        <a:pt x="586" y="704"/>
                        <a:pt x="586" y="704"/>
                        <a:pt x="586" y="704"/>
                      </a:cubicBezTo>
                      <a:cubicBezTo>
                        <a:pt x="586" y="704"/>
                        <a:pt x="586" y="704"/>
                        <a:pt x="585" y="704"/>
                      </a:cubicBezTo>
                      <a:cubicBezTo>
                        <a:pt x="585" y="704"/>
                        <a:pt x="585" y="704"/>
                        <a:pt x="585" y="704"/>
                      </a:cubicBezTo>
                      <a:cubicBezTo>
                        <a:pt x="585" y="704"/>
                        <a:pt x="586" y="704"/>
                        <a:pt x="585" y="704"/>
                      </a:cubicBezTo>
                      <a:cubicBezTo>
                        <a:pt x="585" y="703"/>
                        <a:pt x="585" y="704"/>
                        <a:pt x="585" y="704"/>
                      </a:cubicBezTo>
                      <a:cubicBezTo>
                        <a:pt x="585" y="704"/>
                        <a:pt x="584" y="704"/>
                        <a:pt x="584" y="705"/>
                      </a:cubicBezTo>
                      <a:cubicBezTo>
                        <a:pt x="584" y="705"/>
                        <a:pt x="584" y="705"/>
                        <a:pt x="584" y="705"/>
                      </a:cubicBezTo>
                      <a:cubicBezTo>
                        <a:pt x="584" y="704"/>
                        <a:pt x="584" y="704"/>
                        <a:pt x="584" y="704"/>
                      </a:cubicBezTo>
                      <a:cubicBezTo>
                        <a:pt x="584" y="704"/>
                        <a:pt x="584" y="704"/>
                        <a:pt x="584" y="704"/>
                      </a:cubicBezTo>
                      <a:cubicBezTo>
                        <a:pt x="584" y="704"/>
                        <a:pt x="584" y="704"/>
                        <a:pt x="584" y="704"/>
                      </a:cubicBezTo>
                      <a:cubicBezTo>
                        <a:pt x="584" y="704"/>
                        <a:pt x="584" y="704"/>
                        <a:pt x="584" y="704"/>
                      </a:cubicBezTo>
                      <a:cubicBezTo>
                        <a:pt x="584" y="704"/>
                        <a:pt x="584" y="704"/>
                        <a:pt x="585" y="704"/>
                      </a:cubicBezTo>
                      <a:cubicBezTo>
                        <a:pt x="585" y="704"/>
                        <a:pt x="585" y="703"/>
                        <a:pt x="585" y="703"/>
                      </a:cubicBezTo>
                      <a:cubicBezTo>
                        <a:pt x="585" y="703"/>
                        <a:pt x="585" y="703"/>
                        <a:pt x="584" y="703"/>
                      </a:cubicBezTo>
                      <a:cubicBezTo>
                        <a:pt x="584" y="703"/>
                        <a:pt x="584" y="703"/>
                        <a:pt x="584" y="703"/>
                      </a:cubicBezTo>
                      <a:cubicBezTo>
                        <a:pt x="584" y="703"/>
                        <a:pt x="585" y="703"/>
                        <a:pt x="585" y="702"/>
                      </a:cubicBezTo>
                      <a:cubicBezTo>
                        <a:pt x="585" y="702"/>
                        <a:pt x="585" y="702"/>
                        <a:pt x="586" y="702"/>
                      </a:cubicBezTo>
                      <a:cubicBezTo>
                        <a:pt x="586" y="702"/>
                        <a:pt x="586" y="702"/>
                        <a:pt x="586" y="702"/>
                      </a:cubicBezTo>
                      <a:cubicBezTo>
                        <a:pt x="585" y="702"/>
                        <a:pt x="585" y="702"/>
                        <a:pt x="585" y="702"/>
                      </a:cubicBezTo>
                      <a:cubicBezTo>
                        <a:pt x="585" y="702"/>
                        <a:pt x="585" y="702"/>
                        <a:pt x="585" y="702"/>
                      </a:cubicBezTo>
                      <a:cubicBezTo>
                        <a:pt x="584" y="701"/>
                        <a:pt x="584" y="701"/>
                        <a:pt x="584" y="702"/>
                      </a:cubicBezTo>
                      <a:cubicBezTo>
                        <a:pt x="583" y="702"/>
                        <a:pt x="583" y="702"/>
                        <a:pt x="583" y="702"/>
                      </a:cubicBezTo>
                      <a:cubicBezTo>
                        <a:pt x="583" y="702"/>
                        <a:pt x="583" y="702"/>
                        <a:pt x="583" y="701"/>
                      </a:cubicBezTo>
                      <a:cubicBezTo>
                        <a:pt x="583" y="701"/>
                        <a:pt x="584" y="701"/>
                        <a:pt x="584" y="701"/>
                      </a:cubicBezTo>
                      <a:cubicBezTo>
                        <a:pt x="584" y="701"/>
                        <a:pt x="584" y="701"/>
                        <a:pt x="584" y="701"/>
                      </a:cubicBezTo>
                      <a:cubicBezTo>
                        <a:pt x="584" y="701"/>
                        <a:pt x="584" y="701"/>
                        <a:pt x="584" y="701"/>
                      </a:cubicBezTo>
                      <a:cubicBezTo>
                        <a:pt x="584" y="701"/>
                        <a:pt x="584" y="701"/>
                        <a:pt x="584" y="701"/>
                      </a:cubicBezTo>
                      <a:cubicBezTo>
                        <a:pt x="584" y="700"/>
                        <a:pt x="584" y="700"/>
                        <a:pt x="584" y="700"/>
                      </a:cubicBezTo>
                      <a:cubicBezTo>
                        <a:pt x="584" y="701"/>
                        <a:pt x="583" y="701"/>
                        <a:pt x="583" y="701"/>
                      </a:cubicBezTo>
                      <a:cubicBezTo>
                        <a:pt x="583" y="701"/>
                        <a:pt x="582" y="701"/>
                        <a:pt x="582" y="701"/>
                      </a:cubicBezTo>
                      <a:cubicBezTo>
                        <a:pt x="582" y="701"/>
                        <a:pt x="582" y="701"/>
                        <a:pt x="582" y="701"/>
                      </a:cubicBezTo>
                      <a:cubicBezTo>
                        <a:pt x="582" y="701"/>
                        <a:pt x="582" y="701"/>
                        <a:pt x="582" y="701"/>
                      </a:cubicBezTo>
                      <a:cubicBezTo>
                        <a:pt x="583" y="701"/>
                        <a:pt x="583" y="700"/>
                        <a:pt x="583" y="700"/>
                      </a:cubicBezTo>
                      <a:cubicBezTo>
                        <a:pt x="583" y="700"/>
                        <a:pt x="584" y="700"/>
                        <a:pt x="584" y="699"/>
                      </a:cubicBezTo>
                      <a:cubicBezTo>
                        <a:pt x="584" y="699"/>
                        <a:pt x="584" y="699"/>
                        <a:pt x="585" y="699"/>
                      </a:cubicBezTo>
                      <a:cubicBezTo>
                        <a:pt x="585" y="699"/>
                        <a:pt x="584" y="699"/>
                        <a:pt x="584" y="699"/>
                      </a:cubicBezTo>
                      <a:cubicBezTo>
                        <a:pt x="584" y="699"/>
                        <a:pt x="584" y="698"/>
                        <a:pt x="584" y="698"/>
                      </a:cubicBezTo>
                      <a:cubicBezTo>
                        <a:pt x="584" y="698"/>
                        <a:pt x="584" y="698"/>
                        <a:pt x="584" y="698"/>
                      </a:cubicBezTo>
                      <a:cubicBezTo>
                        <a:pt x="585" y="698"/>
                        <a:pt x="585" y="698"/>
                        <a:pt x="585" y="698"/>
                      </a:cubicBezTo>
                      <a:cubicBezTo>
                        <a:pt x="586" y="698"/>
                        <a:pt x="586" y="698"/>
                        <a:pt x="586" y="698"/>
                      </a:cubicBezTo>
                      <a:cubicBezTo>
                        <a:pt x="586" y="698"/>
                        <a:pt x="586" y="697"/>
                        <a:pt x="586" y="697"/>
                      </a:cubicBezTo>
                      <a:cubicBezTo>
                        <a:pt x="587" y="696"/>
                        <a:pt x="587" y="696"/>
                        <a:pt x="586" y="696"/>
                      </a:cubicBezTo>
                      <a:cubicBezTo>
                        <a:pt x="586" y="696"/>
                        <a:pt x="586" y="695"/>
                        <a:pt x="586" y="695"/>
                      </a:cubicBezTo>
                      <a:cubicBezTo>
                        <a:pt x="585" y="695"/>
                        <a:pt x="585" y="695"/>
                        <a:pt x="585" y="695"/>
                      </a:cubicBezTo>
                      <a:cubicBezTo>
                        <a:pt x="584" y="695"/>
                        <a:pt x="584" y="695"/>
                        <a:pt x="584" y="694"/>
                      </a:cubicBezTo>
                      <a:cubicBezTo>
                        <a:pt x="584" y="694"/>
                        <a:pt x="583" y="694"/>
                        <a:pt x="583" y="694"/>
                      </a:cubicBezTo>
                      <a:cubicBezTo>
                        <a:pt x="583" y="694"/>
                        <a:pt x="583" y="694"/>
                        <a:pt x="583" y="694"/>
                      </a:cubicBezTo>
                      <a:cubicBezTo>
                        <a:pt x="583" y="694"/>
                        <a:pt x="582" y="694"/>
                        <a:pt x="582" y="694"/>
                      </a:cubicBezTo>
                      <a:cubicBezTo>
                        <a:pt x="582" y="694"/>
                        <a:pt x="582" y="694"/>
                        <a:pt x="582" y="694"/>
                      </a:cubicBezTo>
                      <a:cubicBezTo>
                        <a:pt x="582" y="695"/>
                        <a:pt x="582" y="695"/>
                        <a:pt x="582" y="695"/>
                      </a:cubicBezTo>
                      <a:cubicBezTo>
                        <a:pt x="582" y="694"/>
                        <a:pt x="581" y="694"/>
                        <a:pt x="581" y="694"/>
                      </a:cubicBezTo>
                      <a:cubicBezTo>
                        <a:pt x="581" y="694"/>
                        <a:pt x="581" y="694"/>
                        <a:pt x="581" y="694"/>
                      </a:cubicBezTo>
                      <a:cubicBezTo>
                        <a:pt x="580" y="694"/>
                        <a:pt x="580" y="695"/>
                        <a:pt x="580" y="695"/>
                      </a:cubicBezTo>
                      <a:cubicBezTo>
                        <a:pt x="580" y="696"/>
                        <a:pt x="580" y="696"/>
                        <a:pt x="580" y="696"/>
                      </a:cubicBezTo>
                      <a:cubicBezTo>
                        <a:pt x="580" y="695"/>
                        <a:pt x="580" y="694"/>
                        <a:pt x="580" y="693"/>
                      </a:cubicBezTo>
                      <a:cubicBezTo>
                        <a:pt x="579" y="693"/>
                        <a:pt x="579" y="694"/>
                        <a:pt x="578" y="694"/>
                      </a:cubicBezTo>
                      <a:cubicBezTo>
                        <a:pt x="578" y="694"/>
                        <a:pt x="578" y="694"/>
                        <a:pt x="579" y="694"/>
                      </a:cubicBezTo>
                      <a:cubicBezTo>
                        <a:pt x="579" y="694"/>
                        <a:pt x="579" y="694"/>
                        <a:pt x="579" y="694"/>
                      </a:cubicBezTo>
                      <a:cubicBezTo>
                        <a:pt x="578" y="694"/>
                        <a:pt x="578" y="694"/>
                        <a:pt x="578" y="694"/>
                      </a:cubicBezTo>
                      <a:cubicBezTo>
                        <a:pt x="578" y="694"/>
                        <a:pt x="578" y="694"/>
                        <a:pt x="578" y="694"/>
                      </a:cubicBezTo>
                      <a:cubicBezTo>
                        <a:pt x="578" y="695"/>
                        <a:pt x="578" y="694"/>
                        <a:pt x="578" y="695"/>
                      </a:cubicBezTo>
                      <a:cubicBezTo>
                        <a:pt x="578" y="695"/>
                        <a:pt x="578" y="695"/>
                        <a:pt x="578" y="695"/>
                      </a:cubicBezTo>
                      <a:cubicBezTo>
                        <a:pt x="577" y="696"/>
                        <a:pt x="577" y="695"/>
                        <a:pt x="577" y="695"/>
                      </a:cubicBezTo>
                      <a:cubicBezTo>
                        <a:pt x="577" y="695"/>
                        <a:pt x="577" y="695"/>
                        <a:pt x="577" y="694"/>
                      </a:cubicBezTo>
                      <a:cubicBezTo>
                        <a:pt x="577" y="695"/>
                        <a:pt x="577" y="695"/>
                        <a:pt x="577" y="695"/>
                      </a:cubicBezTo>
                      <a:cubicBezTo>
                        <a:pt x="577" y="696"/>
                        <a:pt x="577" y="696"/>
                        <a:pt x="577" y="696"/>
                      </a:cubicBezTo>
                      <a:cubicBezTo>
                        <a:pt x="577" y="696"/>
                        <a:pt x="576" y="696"/>
                        <a:pt x="576" y="696"/>
                      </a:cubicBezTo>
                      <a:cubicBezTo>
                        <a:pt x="575" y="696"/>
                        <a:pt x="575" y="696"/>
                        <a:pt x="575" y="697"/>
                      </a:cubicBezTo>
                      <a:cubicBezTo>
                        <a:pt x="574" y="697"/>
                        <a:pt x="574" y="697"/>
                        <a:pt x="574" y="697"/>
                      </a:cubicBezTo>
                      <a:cubicBezTo>
                        <a:pt x="574" y="697"/>
                        <a:pt x="574" y="698"/>
                        <a:pt x="574" y="698"/>
                      </a:cubicBezTo>
                      <a:cubicBezTo>
                        <a:pt x="574" y="698"/>
                        <a:pt x="574" y="698"/>
                        <a:pt x="574" y="698"/>
                      </a:cubicBezTo>
                      <a:cubicBezTo>
                        <a:pt x="574" y="698"/>
                        <a:pt x="574" y="698"/>
                        <a:pt x="574" y="698"/>
                      </a:cubicBezTo>
                      <a:cubicBezTo>
                        <a:pt x="574" y="697"/>
                        <a:pt x="574" y="697"/>
                        <a:pt x="574" y="697"/>
                      </a:cubicBezTo>
                      <a:cubicBezTo>
                        <a:pt x="574" y="697"/>
                        <a:pt x="574" y="697"/>
                        <a:pt x="574" y="697"/>
                      </a:cubicBezTo>
                      <a:cubicBezTo>
                        <a:pt x="574" y="697"/>
                        <a:pt x="574" y="696"/>
                        <a:pt x="575" y="696"/>
                      </a:cubicBezTo>
                      <a:cubicBezTo>
                        <a:pt x="575" y="696"/>
                        <a:pt x="575" y="696"/>
                        <a:pt x="575" y="696"/>
                      </a:cubicBezTo>
                      <a:cubicBezTo>
                        <a:pt x="575" y="695"/>
                        <a:pt x="575" y="695"/>
                        <a:pt x="575" y="694"/>
                      </a:cubicBezTo>
                      <a:cubicBezTo>
                        <a:pt x="575" y="694"/>
                        <a:pt x="575" y="694"/>
                        <a:pt x="575" y="694"/>
                      </a:cubicBezTo>
                      <a:cubicBezTo>
                        <a:pt x="575" y="693"/>
                        <a:pt x="575" y="693"/>
                        <a:pt x="575" y="693"/>
                      </a:cubicBezTo>
                      <a:cubicBezTo>
                        <a:pt x="575" y="693"/>
                        <a:pt x="574" y="693"/>
                        <a:pt x="574" y="693"/>
                      </a:cubicBezTo>
                      <a:cubicBezTo>
                        <a:pt x="574" y="693"/>
                        <a:pt x="574" y="694"/>
                        <a:pt x="574" y="694"/>
                      </a:cubicBezTo>
                      <a:cubicBezTo>
                        <a:pt x="575" y="694"/>
                        <a:pt x="575" y="695"/>
                        <a:pt x="574" y="695"/>
                      </a:cubicBezTo>
                      <a:cubicBezTo>
                        <a:pt x="574" y="695"/>
                        <a:pt x="574" y="696"/>
                        <a:pt x="574" y="695"/>
                      </a:cubicBezTo>
                      <a:cubicBezTo>
                        <a:pt x="574" y="695"/>
                        <a:pt x="574" y="695"/>
                        <a:pt x="574" y="695"/>
                      </a:cubicBezTo>
                      <a:cubicBezTo>
                        <a:pt x="573" y="695"/>
                        <a:pt x="574" y="695"/>
                        <a:pt x="574" y="695"/>
                      </a:cubicBezTo>
                      <a:cubicBezTo>
                        <a:pt x="574" y="694"/>
                        <a:pt x="574" y="694"/>
                        <a:pt x="574" y="694"/>
                      </a:cubicBezTo>
                      <a:cubicBezTo>
                        <a:pt x="574" y="694"/>
                        <a:pt x="574" y="694"/>
                        <a:pt x="574" y="694"/>
                      </a:cubicBezTo>
                      <a:cubicBezTo>
                        <a:pt x="574" y="694"/>
                        <a:pt x="574" y="694"/>
                        <a:pt x="574" y="694"/>
                      </a:cubicBezTo>
                      <a:cubicBezTo>
                        <a:pt x="574" y="694"/>
                        <a:pt x="574" y="694"/>
                        <a:pt x="574" y="694"/>
                      </a:cubicBezTo>
                      <a:cubicBezTo>
                        <a:pt x="574" y="693"/>
                        <a:pt x="574" y="693"/>
                        <a:pt x="574" y="693"/>
                      </a:cubicBezTo>
                      <a:cubicBezTo>
                        <a:pt x="573" y="693"/>
                        <a:pt x="573" y="694"/>
                        <a:pt x="573" y="694"/>
                      </a:cubicBezTo>
                      <a:cubicBezTo>
                        <a:pt x="573" y="694"/>
                        <a:pt x="573" y="694"/>
                        <a:pt x="573" y="695"/>
                      </a:cubicBezTo>
                      <a:cubicBezTo>
                        <a:pt x="572" y="694"/>
                        <a:pt x="573" y="694"/>
                        <a:pt x="572" y="694"/>
                      </a:cubicBezTo>
                      <a:cubicBezTo>
                        <a:pt x="572" y="694"/>
                        <a:pt x="572" y="694"/>
                        <a:pt x="572" y="695"/>
                      </a:cubicBezTo>
                      <a:cubicBezTo>
                        <a:pt x="572" y="695"/>
                        <a:pt x="572" y="695"/>
                        <a:pt x="572" y="695"/>
                      </a:cubicBezTo>
                      <a:cubicBezTo>
                        <a:pt x="572" y="694"/>
                        <a:pt x="572" y="694"/>
                        <a:pt x="571" y="694"/>
                      </a:cubicBezTo>
                      <a:cubicBezTo>
                        <a:pt x="570" y="693"/>
                        <a:pt x="570" y="693"/>
                        <a:pt x="569" y="694"/>
                      </a:cubicBezTo>
                      <a:cubicBezTo>
                        <a:pt x="569" y="694"/>
                        <a:pt x="569" y="694"/>
                        <a:pt x="569" y="694"/>
                      </a:cubicBezTo>
                      <a:cubicBezTo>
                        <a:pt x="569" y="694"/>
                        <a:pt x="569" y="694"/>
                        <a:pt x="569" y="694"/>
                      </a:cubicBezTo>
                      <a:cubicBezTo>
                        <a:pt x="569" y="694"/>
                        <a:pt x="569" y="694"/>
                        <a:pt x="569" y="693"/>
                      </a:cubicBezTo>
                      <a:cubicBezTo>
                        <a:pt x="570" y="693"/>
                        <a:pt x="571" y="693"/>
                        <a:pt x="571" y="692"/>
                      </a:cubicBezTo>
                      <a:cubicBezTo>
                        <a:pt x="570" y="692"/>
                        <a:pt x="570" y="693"/>
                        <a:pt x="570" y="692"/>
                      </a:cubicBezTo>
                      <a:cubicBezTo>
                        <a:pt x="570" y="692"/>
                        <a:pt x="570" y="692"/>
                        <a:pt x="570" y="692"/>
                      </a:cubicBezTo>
                      <a:cubicBezTo>
                        <a:pt x="570" y="692"/>
                        <a:pt x="570" y="692"/>
                        <a:pt x="570" y="692"/>
                      </a:cubicBezTo>
                      <a:cubicBezTo>
                        <a:pt x="570" y="691"/>
                        <a:pt x="569" y="692"/>
                        <a:pt x="569" y="692"/>
                      </a:cubicBezTo>
                      <a:cubicBezTo>
                        <a:pt x="569" y="691"/>
                        <a:pt x="569" y="692"/>
                        <a:pt x="569" y="691"/>
                      </a:cubicBezTo>
                      <a:cubicBezTo>
                        <a:pt x="569" y="691"/>
                        <a:pt x="569" y="691"/>
                        <a:pt x="569" y="691"/>
                      </a:cubicBezTo>
                      <a:cubicBezTo>
                        <a:pt x="570" y="691"/>
                        <a:pt x="570" y="691"/>
                        <a:pt x="571" y="690"/>
                      </a:cubicBezTo>
                      <a:cubicBezTo>
                        <a:pt x="572" y="690"/>
                        <a:pt x="572" y="689"/>
                        <a:pt x="573" y="689"/>
                      </a:cubicBezTo>
                      <a:cubicBezTo>
                        <a:pt x="573" y="689"/>
                        <a:pt x="573" y="689"/>
                        <a:pt x="573" y="688"/>
                      </a:cubicBezTo>
                      <a:cubicBezTo>
                        <a:pt x="573" y="688"/>
                        <a:pt x="573" y="688"/>
                        <a:pt x="573" y="688"/>
                      </a:cubicBezTo>
                      <a:cubicBezTo>
                        <a:pt x="572" y="689"/>
                        <a:pt x="572" y="689"/>
                        <a:pt x="572" y="689"/>
                      </a:cubicBezTo>
                      <a:cubicBezTo>
                        <a:pt x="572" y="689"/>
                        <a:pt x="572" y="689"/>
                        <a:pt x="571" y="689"/>
                      </a:cubicBezTo>
                      <a:cubicBezTo>
                        <a:pt x="571" y="689"/>
                        <a:pt x="571" y="689"/>
                        <a:pt x="571" y="689"/>
                      </a:cubicBezTo>
                      <a:cubicBezTo>
                        <a:pt x="571" y="689"/>
                        <a:pt x="571" y="689"/>
                        <a:pt x="571" y="688"/>
                      </a:cubicBezTo>
                      <a:cubicBezTo>
                        <a:pt x="570" y="688"/>
                        <a:pt x="570" y="688"/>
                        <a:pt x="570" y="688"/>
                      </a:cubicBezTo>
                      <a:cubicBezTo>
                        <a:pt x="569" y="688"/>
                        <a:pt x="569" y="688"/>
                        <a:pt x="569" y="689"/>
                      </a:cubicBezTo>
                      <a:cubicBezTo>
                        <a:pt x="569" y="688"/>
                        <a:pt x="569" y="688"/>
                        <a:pt x="569" y="688"/>
                      </a:cubicBezTo>
                      <a:cubicBezTo>
                        <a:pt x="569" y="688"/>
                        <a:pt x="569" y="687"/>
                        <a:pt x="569" y="687"/>
                      </a:cubicBezTo>
                      <a:cubicBezTo>
                        <a:pt x="569" y="687"/>
                        <a:pt x="569" y="687"/>
                        <a:pt x="568" y="687"/>
                      </a:cubicBezTo>
                      <a:cubicBezTo>
                        <a:pt x="568" y="687"/>
                        <a:pt x="568" y="687"/>
                        <a:pt x="568" y="688"/>
                      </a:cubicBezTo>
                      <a:cubicBezTo>
                        <a:pt x="567" y="688"/>
                        <a:pt x="567" y="689"/>
                        <a:pt x="566" y="690"/>
                      </a:cubicBezTo>
                      <a:cubicBezTo>
                        <a:pt x="565" y="690"/>
                        <a:pt x="565" y="691"/>
                        <a:pt x="564" y="692"/>
                      </a:cubicBezTo>
                      <a:cubicBezTo>
                        <a:pt x="564" y="692"/>
                        <a:pt x="564" y="692"/>
                        <a:pt x="564" y="693"/>
                      </a:cubicBezTo>
                      <a:cubicBezTo>
                        <a:pt x="564" y="692"/>
                        <a:pt x="564" y="692"/>
                        <a:pt x="564" y="692"/>
                      </a:cubicBezTo>
                      <a:cubicBezTo>
                        <a:pt x="564" y="691"/>
                        <a:pt x="564" y="691"/>
                        <a:pt x="564" y="691"/>
                      </a:cubicBezTo>
                      <a:cubicBezTo>
                        <a:pt x="564" y="691"/>
                        <a:pt x="564" y="691"/>
                        <a:pt x="564" y="691"/>
                      </a:cubicBezTo>
                      <a:cubicBezTo>
                        <a:pt x="564" y="691"/>
                        <a:pt x="564" y="690"/>
                        <a:pt x="565" y="689"/>
                      </a:cubicBezTo>
                      <a:cubicBezTo>
                        <a:pt x="565" y="689"/>
                        <a:pt x="565" y="689"/>
                        <a:pt x="564" y="689"/>
                      </a:cubicBezTo>
                      <a:cubicBezTo>
                        <a:pt x="564" y="688"/>
                        <a:pt x="564" y="688"/>
                        <a:pt x="565" y="688"/>
                      </a:cubicBezTo>
                      <a:cubicBezTo>
                        <a:pt x="565" y="687"/>
                        <a:pt x="565" y="687"/>
                        <a:pt x="565" y="687"/>
                      </a:cubicBezTo>
                      <a:cubicBezTo>
                        <a:pt x="565" y="687"/>
                        <a:pt x="566" y="687"/>
                        <a:pt x="566" y="687"/>
                      </a:cubicBezTo>
                      <a:cubicBezTo>
                        <a:pt x="566" y="687"/>
                        <a:pt x="566" y="687"/>
                        <a:pt x="566" y="687"/>
                      </a:cubicBezTo>
                      <a:cubicBezTo>
                        <a:pt x="566" y="686"/>
                        <a:pt x="566" y="685"/>
                        <a:pt x="567" y="685"/>
                      </a:cubicBezTo>
                      <a:cubicBezTo>
                        <a:pt x="567" y="685"/>
                        <a:pt x="567" y="684"/>
                        <a:pt x="566" y="684"/>
                      </a:cubicBezTo>
                      <a:cubicBezTo>
                        <a:pt x="567" y="684"/>
                        <a:pt x="567" y="684"/>
                        <a:pt x="567" y="684"/>
                      </a:cubicBezTo>
                      <a:cubicBezTo>
                        <a:pt x="567" y="684"/>
                        <a:pt x="568" y="684"/>
                        <a:pt x="568" y="683"/>
                      </a:cubicBezTo>
                      <a:cubicBezTo>
                        <a:pt x="568" y="683"/>
                        <a:pt x="568" y="683"/>
                        <a:pt x="568" y="682"/>
                      </a:cubicBezTo>
                      <a:cubicBezTo>
                        <a:pt x="568" y="682"/>
                        <a:pt x="568" y="682"/>
                        <a:pt x="568" y="682"/>
                      </a:cubicBezTo>
                      <a:cubicBezTo>
                        <a:pt x="569" y="682"/>
                        <a:pt x="569" y="682"/>
                        <a:pt x="569" y="681"/>
                      </a:cubicBezTo>
                      <a:cubicBezTo>
                        <a:pt x="569" y="681"/>
                        <a:pt x="569" y="681"/>
                        <a:pt x="569" y="681"/>
                      </a:cubicBezTo>
                      <a:cubicBezTo>
                        <a:pt x="568" y="681"/>
                        <a:pt x="568" y="680"/>
                        <a:pt x="569" y="680"/>
                      </a:cubicBezTo>
                      <a:cubicBezTo>
                        <a:pt x="569" y="680"/>
                        <a:pt x="569" y="680"/>
                        <a:pt x="569" y="680"/>
                      </a:cubicBezTo>
                      <a:cubicBezTo>
                        <a:pt x="569" y="681"/>
                        <a:pt x="569" y="680"/>
                        <a:pt x="569" y="680"/>
                      </a:cubicBezTo>
                      <a:cubicBezTo>
                        <a:pt x="569" y="680"/>
                        <a:pt x="569" y="680"/>
                        <a:pt x="569" y="680"/>
                      </a:cubicBezTo>
                      <a:cubicBezTo>
                        <a:pt x="570" y="680"/>
                        <a:pt x="570" y="679"/>
                        <a:pt x="570" y="679"/>
                      </a:cubicBezTo>
                      <a:cubicBezTo>
                        <a:pt x="570" y="679"/>
                        <a:pt x="571" y="679"/>
                        <a:pt x="571" y="678"/>
                      </a:cubicBezTo>
                      <a:cubicBezTo>
                        <a:pt x="571" y="678"/>
                        <a:pt x="571" y="677"/>
                        <a:pt x="571" y="677"/>
                      </a:cubicBezTo>
                      <a:cubicBezTo>
                        <a:pt x="571" y="677"/>
                        <a:pt x="572" y="677"/>
                        <a:pt x="571" y="676"/>
                      </a:cubicBezTo>
                      <a:cubicBezTo>
                        <a:pt x="571" y="676"/>
                        <a:pt x="571" y="676"/>
                        <a:pt x="571" y="675"/>
                      </a:cubicBezTo>
                      <a:cubicBezTo>
                        <a:pt x="571" y="675"/>
                        <a:pt x="570" y="675"/>
                        <a:pt x="570" y="676"/>
                      </a:cubicBezTo>
                      <a:cubicBezTo>
                        <a:pt x="570" y="676"/>
                        <a:pt x="569" y="676"/>
                        <a:pt x="569" y="675"/>
                      </a:cubicBezTo>
                      <a:cubicBezTo>
                        <a:pt x="569" y="675"/>
                        <a:pt x="569" y="675"/>
                        <a:pt x="569" y="675"/>
                      </a:cubicBezTo>
                      <a:cubicBezTo>
                        <a:pt x="569" y="674"/>
                        <a:pt x="569" y="674"/>
                        <a:pt x="570" y="674"/>
                      </a:cubicBezTo>
                      <a:cubicBezTo>
                        <a:pt x="571" y="674"/>
                        <a:pt x="571" y="674"/>
                        <a:pt x="572" y="674"/>
                      </a:cubicBezTo>
                      <a:cubicBezTo>
                        <a:pt x="572" y="674"/>
                        <a:pt x="572" y="674"/>
                        <a:pt x="572" y="674"/>
                      </a:cubicBezTo>
                      <a:cubicBezTo>
                        <a:pt x="572" y="674"/>
                        <a:pt x="573" y="674"/>
                        <a:pt x="573" y="674"/>
                      </a:cubicBezTo>
                      <a:cubicBezTo>
                        <a:pt x="573" y="674"/>
                        <a:pt x="573" y="674"/>
                        <a:pt x="573" y="674"/>
                      </a:cubicBezTo>
                      <a:cubicBezTo>
                        <a:pt x="573" y="673"/>
                        <a:pt x="573" y="673"/>
                        <a:pt x="573" y="673"/>
                      </a:cubicBezTo>
                      <a:cubicBezTo>
                        <a:pt x="573" y="672"/>
                        <a:pt x="573" y="672"/>
                        <a:pt x="573" y="672"/>
                      </a:cubicBezTo>
                      <a:cubicBezTo>
                        <a:pt x="574" y="671"/>
                        <a:pt x="573" y="671"/>
                        <a:pt x="573" y="671"/>
                      </a:cubicBezTo>
                      <a:cubicBezTo>
                        <a:pt x="572" y="671"/>
                        <a:pt x="572" y="671"/>
                        <a:pt x="572" y="672"/>
                      </a:cubicBezTo>
                      <a:cubicBezTo>
                        <a:pt x="572" y="672"/>
                        <a:pt x="571" y="672"/>
                        <a:pt x="571" y="672"/>
                      </a:cubicBezTo>
                      <a:cubicBezTo>
                        <a:pt x="571" y="672"/>
                        <a:pt x="571" y="672"/>
                        <a:pt x="571" y="672"/>
                      </a:cubicBezTo>
                      <a:cubicBezTo>
                        <a:pt x="570" y="672"/>
                        <a:pt x="570" y="672"/>
                        <a:pt x="570" y="672"/>
                      </a:cubicBezTo>
                      <a:cubicBezTo>
                        <a:pt x="570" y="671"/>
                        <a:pt x="570" y="671"/>
                        <a:pt x="570" y="671"/>
                      </a:cubicBezTo>
                      <a:cubicBezTo>
                        <a:pt x="570" y="671"/>
                        <a:pt x="570" y="671"/>
                        <a:pt x="570" y="671"/>
                      </a:cubicBezTo>
                      <a:cubicBezTo>
                        <a:pt x="569" y="671"/>
                        <a:pt x="569" y="672"/>
                        <a:pt x="568" y="672"/>
                      </a:cubicBezTo>
                      <a:cubicBezTo>
                        <a:pt x="568" y="672"/>
                        <a:pt x="568" y="672"/>
                        <a:pt x="568" y="672"/>
                      </a:cubicBezTo>
                      <a:cubicBezTo>
                        <a:pt x="567" y="673"/>
                        <a:pt x="567" y="673"/>
                        <a:pt x="566" y="673"/>
                      </a:cubicBezTo>
                      <a:cubicBezTo>
                        <a:pt x="565" y="674"/>
                        <a:pt x="565" y="674"/>
                        <a:pt x="565" y="675"/>
                      </a:cubicBezTo>
                      <a:cubicBezTo>
                        <a:pt x="564" y="675"/>
                        <a:pt x="564" y="675"/>
                        <a:pt x="564" y="675"/>
                      </a:cubicBezTo>
                      <a:cubicBezTo>
                        <a:pt x="565" y="676"/>
                        <a:pt x="564" y="676"/>
                        <a:pt x="564" y="676"/>
                      </a:cubicBezTo>
                      <a:cubicBezTo>
                        <a:pt x="564" y="676"/>
                        <a:pt x="564" y="676"/>
                        <a:pt x="564" y="677"/>
                      </a:cubicBezTo>
                      <a:cubicBezTo>
                        <a:pt x="563" y="677"/>
                        <a:pt x="563" y="678"/>
                        <a:pt x="563" y="678"/>
                      </a:cubicBezTo>
                      <a:cubicBezTo>
                        <a:pt x="563" y="678"/>
                        <a:pt x="563" y="678"/>
                        <a:pt x="563" y="678"/>
                      </a:cubicBezTo>
                      <a:cubicBezTo>
                        <a:pt x="563" y="679"/>
                        <a:pt x="563" y="679"/>
                        <a:pt x="563" y="679"/>
                      </a:cubicBezTo>
                      <a:cubicBezTo>
                        <a:pt x="563" y="679"/>
                        <a:pt x="563" y="679"/>
                        <a:pt x="563" y="679"/>
                      </a:cubicBezTo>
                      <a:cubicBezTo>
                        <a:pt x="562" y="680"/>
                        <a:pt x="562" y="680"/>
                        <a:pt x="561" y="681"/>
                      </a:cubicBezTo>
                      <a:cubicBezTo>
                        <a:pt x="561" y="681"/>
                        <a:pt x="560" y="681"/>
                        <a:pt x="561" y="681"/>
                      </a:cubicBezTo>
                      <a:cubicBezTo>
                        <a:pt x="561" y="681"/>
                        <a:pt x="561" y="682"/>
                        <a:pt x="560" y="682"/>
                      </a:cubicBezTo>
                      <a:cubicBezTo>
                        <a:pt x="560" y="682"/>
                        <a:pt x="560" y="682"/>
                        <a:pt x="560" y="682"/>
                      </a:cubicBezTo>
                      <a:cubicBezTo>
                        <a:pt x="560" y="683"/>
                        <a:pt x="560" y="683"/>
                        <a:pt x="560" y="683"/>
                      </a:cubicBezTo>
                      <a:cubicBezTo>
                        <a:pt x="560" y="683"/>
                        <a:pt x="560" y="683"/>
                        <a:pt x="560" y="683"/>
                      </a:cubicBezTo>
                      <a:cubicBezTo>
                        <a:pt x="559" y="684"/>
                        <a:pt x="559" y="685"/>
                        <a:pt x="559" y="685"/>
                      </a:cubicBezTo>
                      <a:cubicBezTo>
                        <a:pt x="559" y="686"/>
                        <a:pt x="559" y="687"/>
                        <a:pt x="558" y="687"/>
                      </a:cubicBezTo>
                      <a:cubicBezTo>
                        <a:pt x="558" y="688"/>
                        <a:pt x="558" y="688"/>
                        <a:pt x="558" y="689"/>
                      </a:cubicBezTo>
                      <a:cubicBezTo>
                        <a:pt x="558" y="689"/>
                        <a:pt x="558" y="689"/>
                        <a:pt x="558" y="689"/>
                      </a:cubicBezTo>
                      <a:cubicBezTo>
                        <a:pt x="557" y="689"/>
                        <a:pt x="557" y="689"/>
                        <a:pt x="557" y="690"/>
                      </a:cubicBezTo>
                      <a:cubicBezTo>
                        <a:pt x="557" y="690"/>
                        <a:pt x="557" y="690"/>
                        <a:pt x="557" y="690"/>
                      </a:cubicBezTo>
                      <a:cubicBezTo>
                        <a:pt x="557" y="690"/>
                        <a:pt x="557" y="690"/>
                        <a:pt x="557" y="690"/>
                      </a:cubicBezTo>
                      <a:cubicBezTo>
                        <a:pt x="557" y="691"/>
                        <a:pt x="557" y="691"/>
                        <a:pt x="557" y="691"/>
                      </a:cubicBezTo>
                      <a:cubicBezTo>
                        <a:pt x="556" y="692"/>
                        <a:pt x="556" y="692"/>
                        <a:pt x="556" y="692"/>
                      </a:cubicBezTo>
                      <a:cubicBezTo>
                        <a:pt x="556" y="693"/>
                        <a:pt x="557" y="693"/>
                        <a:pt x="557" y="693"/>
                      </a:cubicBezTo>
                      <a:cubicBezTo>
                        <a:pt x="557" y="693"/>
                        <a:pt x="557" y="693"/>
                        <a:pt x="557" y="693"/>
                      </a:cubicBezTo>
                      <a:cubicBezTo>
                        <a:pt x="557" y="693"/>
                        <a:pt x="558" y="694"/>
                        <a:pt x="558" y="694"/>
                      </a:cubicBezTo>
                      <a:cubicBezTo>
                        <a:pt x="557" y="694"/>
                        <a:pt x="557" y="693"/>
                        <a:pt x="557" y="694"/>
                      </a:cubicBezTo>
                      <a:cubicBezTo>
                        <a:pt x="557" y="694"/>
                        <a:pt x="557" y="694"/>
                        <a:pt x="557" y="694"/>
                      </a:cubicBezTo>
                      <a:cubicBezTo>
                        <a:pt x="557" y="693"/>
                        <a:pt x="557" y="693"/>
                        <a:pt x="556" y="693"/>
                      </a:cubicBezTo>
                      <a:cubicBezTo>
                        <a:pt x="556" y="693"/>
                        <a:pt x="556" y="693"/>
                        <a:pt x="556" y="693"/>
                      </a:cubicBezTo>
                      <a:cubicBezTo>
                        <a:pt x="556" y="693"/>
                        <a:pt x="555" y="693"/>
                        <a:pt x="555" y="694"/>
                      </a:cubicBezTo>
                      <a:cubicBezTo>
                        <a:pt x="555" y="694"/>
                        <a:pt x="555" y="694"/>
                        <a:pt x="555" y="695"/>
                      </a:cubicBezTo>
                      <a:cubicBezTo>
                        <a:pt x="554" y="695"/>
                        <a:pt x="554" y="695"/>
                        <a:pt x="554" y="696"/>
                      </a:cubicBezTo>
                      <a:cubicBezTo>
                        <a:pt x="554" y="696"/>
                        <a:pt x="554" y="696"/>
                        <a:pt x="554" y="696"/>
                      </a:cubicBezTo>
                      <a:cubicBezTo>
                        <a:pt x="555" y="696"/>
                        <a:pt x="555" y="696"/>
                        <a:pt x="555" y="696"/>
                      </a:cubicBezTo>
                      <a:cubicBezTo>
                        <a:pt x="556" y="696"/>
                        <a:pt x="556" y="696"/>
                        <a:pt x="556" y="697"/>
                      </a:cubicBezTo>
                      <a:cubicBezTo>
                        <a:pt x="556" y="697"/>
                        <a:pt x="556" y="697"/>
                        <a:pt x="556" y="697"/>
                      </a:cubicBezTo>
                      <a:cubicBezTo>
                        <a:pt x="555" y="697"/>
                        <a:pt x="555" y="697"/>
                        <a:pt x="556" y="697"/>
                      </a:cubicBezTo>
                      <a:cubicBezTo>
                        <a:pt x="556" y="697"/>
                        <a:pt x="556" y="697"/>
                        <a:pt x="557" y="697"/>
                      </a:cubicBezTo>
                      <a:cubicBezTo>
                        <a:pt x="556" y="698"/>
                        <a:pt x="556" y="698"/>
                        <a:pt x="556" y="697"/>
                      </a:cubicBezTo>
                      <a:cubicBezTo>
                        <a:pt x="555" y="697"/>
                        <a:pt x="555" y="697"/>
                        <a:pt x="555" y="698"/>
                      </a:cubicBezTo>
                      <a:cubicBezTo>
                        <a:pt x="555" y="698"/>
                        <a:pt x="555" y="698"/>
                        <a:pt x="555" y="698"/>
                      </a:cubicBezTo>
                      <a:cubicBezTo>
                        <a:pt x="555" y="698"/>
                        <a:pt x="554" y="698"/>
                        <a:pt x="554" y="698"/>
                      </a:cubicBezTo>
                      <a:cubicBezTo>
                        <a:pt x="554" y="698"/>
                        <a:pt x="554" y="698"/>
                        <a:pt x="554" y="698"/>
                      </a:cubicBezTo>
                      <a:cubicBezTo>
                        <a:pt x="554" y="697"/>
                        <a:pt x="554" y="697"/>
                        <a:pt x="554" y="697"/>
                      </a:cubicBezTo>
                      <a:cubicBezTo>
                        <a:pt x="553" y="697"/>
                        <a:pt x="553" y="697"/>
                        <a:pt x="553" y="697"/>
                      </a:cubicBezTo>
                      <a:cubicBezTo>
                        <a:pt x="553" y="698"/>
                        <a:pt x="553" y="698"/>
                        <a:pt x="553" y="698"/>
                      </a:cubicBezTo>
                      <a:cubicBezTo>
                        <a:pt x="553" y="698"/>
                        <a:pt x="553" y="699"/>
                        <a:pt x="553" y="699"/>
                      </a:cubicBezTo>
                      <a:cubicBezTo>
                        <a:pt x="553" y="700"/>
                        <a:pt x="553" y="700"/>
                        <a:pt x="552" y="700"/>
                      </a:cubicBezTo>
                      <a:cubicBezTo>
                        <a:pt x="552" y="700"/>
                        <a:pt x="552" y="700"/>
                        <a:pt x="552" y="701"/>
                      </a:cubicBezTo>
                      <a:cubicBezTo>
                        <a:pt x="552" y="701"/>
                        <a:pt x="551" y="702"/>
                        <a:pt x="551" y="703"/>
                      </a:cubicBezTo>
                      <a:cubicBezTo>
                        <a:pt x="552" y="703"/>
                        <a:pt x="552" y="703"/>
                        <a:pt x="553" y="704"/>
                      </a:cubicBezTo>
                      <a:cubicBezTo>
                        <a:pt x="553" y="704"/>
                        <a:pt x="553" y="704"/>
                        <a:pt x="553" y="704"/>
                      </a:cubicBezTo>
                      <a:cubicBezTo>
                        <a:pt x="553" y="704"/>
                        <a:pt x="553" y="704"/>
                        <a:pt x="553" y="705"/>
                      </a:cubicBezTo>
                      <a:cubicBezTo>
                        <a:pt x="552" y="705"/>
                        <a:pt x="552" y="705"/>
                        <a:pt x="552" y="705"/>
                      </a:cubicBezTo>
                      <a:cubicBezTo>
                        <a:pt x="552" y="705"/>
                        <a:pt x="552" y="705"/>
                        <a:pt x="552" y="705"/>
                      </a:cubicBezTo>
                      <a:cubicBezTo>
                        <a:pt x="552" y="705"/>
                        <a:pt x="551" y="706"/>
                        <a:pt x="551" y="706"/>
                      </a:cubicBezTo>
                      <a:cubicBezTo>
                        <a:pt x="550" y="707"/>
                        <a:pt x="550" y="708"/>
                        <a:pt x="548" y="708"/>
                      </a:cubicBezTo>
                      <a:cubicBezTo>
                        <a:pt x="548" y="708"/>
                        <a:pt x="548" y="709"/>
                        <a:pt x="548" y="709"/>
                      </a:cubicBezTo>
                      <a:cubicBezTo>
                        <a:pt x="547" y="709"/>
                        <a:pt x="547" y="709"/>
                        <a:pt x="547" y="710"/>
                      </a:cubicBezTo>
                      <a:cubicBezTo>
                        <a:pt x="547" y="710"/>
                        <a:pt x="547" y="710"/>
                        <a:pt x="547" y="710"/>
                      </a:cubicBezTo>
                      <a:cubicBezTo>
                        <a:pt x="547" y="710"/>
                        <a:pt x="547" y="711"/>
                        <a:pt x="547" y="711"/>
                      </a:cubicBezTo>
                      <a:cubicBezTo>
                        <a:pt x="547" y="711"/>
                        <a:pt x="547" y="711"/>
                        <a:pt x="547" y="711"/>
                      </a:cubicBezTo>
                      <a:cubicBezTo>
                        <a:pt x="547" y="712"/>
                        <a:pt x="547" y="712"/>
                        <a:pt x="547" y="712"/>
                      </a:cubicBezTo>
                      <a:cubicBezTo>
                        <a:pt x="547" y="712"/>
                        <a:pt x="547" y="712"/>
                        <a:pt x="547" y="712"/>
                      </a:cubicBezTo>
                      <a:cubicBezTo>
                        <a:pt x="547" y="712"/>
                        <a:pt x="547" y="713"/>
                        <a:pt x="547" y="713"/>
                      </a:cubicBezTo>
                      <a:cubicBezTo>
                        <a:pt x="548" y="713"/>
                        <a:pt x="548" y="713"/>
                        <a:pt x="548" y="713"/>
                      </a:cubicBezTo>
                      <a:cubicBezTo>
                        <a:pt x="548" y="713"/>
                        <a:pt x="548" y="713"/>
                        <a:pt x="548" y="713"/>
                      </a:cubicBezTo>
                      <a:cubicBezTo>
                        <a:pt x="549" y="713"/>
                        <a:pt x="549" y="713"/>
                        <a:pt x="549" y="713"/>
                      </a:cubicBezTo>
                      <a:cubicBezTo>
                        <a:pt x="550" y="713"/>
                        <a:pt x="550" y="713"/>
                        <a:pt x="551" y="713"/>
                      </a:cubicBezTo>
                      <a:cubicBezTo>
                        <a:pt x="552" y="713"/>
                        <a:pt x="552" y="713"/>
                        <a:pt x="553" y="713"/>
                      </a:cubicBezTo>
                      <a:cubicBezTo>
                        <a:pt x="553" y="713"/>
                        <a:pt x="553" y="712"/>
                        <a:pt x="553" y="712"/>
                      </a:cubicBezTo>
                      <a:cubicBezTo>
                        <a:pt x="554" y="712"/>
                        <a:pt x="554" y="712"/>
                        <a:pt x="554" y="711"/>
                      </a:cubicBezTo>
                      <a:cubicBezTo>
                        <a:pt x="554" y="712"/>
                        <a:pt x="554" y="712"/>
                        <a:pt x="554" y="712"/>
                      </a:cubicBezTo>
                      <a:cubicBezTo>
                        <a:pt x="554" y="712"/>
                        <a:pt x="554" y="712"/>
                        <a:pt x="554" y="712"/>
                      </a:cubicBezTo>
                      <a:cubicBezTo>
                        <a:pt x="555" y="712"/>
                        <a:pt x="555" y="712"/>
                        <a:pt x="556" y="712"/>
                      </a:cubicBezTo>
                      <a:cubicBezTo>
                        <a:pt x="556" y="712"/>
                        <a:pt x="557" y="712"/>
                        <a:pt x="557" y="712"/>
                      </a:cubicBezTo>
                      <a:cubicBezTo>
                        <a:pt x="557" y="712"/>
                        <a:pt x="557" y="712"/>
                        <a:pt x="557" y="713"/>
                      </a:cubicBezTo>
                      <a:cubicBezTo>
                        <a:pt x="558" y="713"/>
                        <a:pt x="559" y="713"/>
                        <a:pt x="560" y="713"/>
                      </a:cubicBezTo>
                      <a:cubicBezTo>
                        <a:pt x="560" y="713"/>
                        <a:pt x="560" y="713"/>
                        <a:pt x="560" y="713"/>
                      </a:cubicBezTo>
                      <a:cubicBezTo>
                        <a:pt x="560" y="713"/>
                        <a:pt x="561" y="712"/>
                        <a:pt x="561" y="712"/>
                      </a:cubicBezTo>
                      <a:cubicBezTo>
                        <a:pt x="561" y="712"/>
                        <a:pt x="561" y="712"/>
                        <a:pt x="561" y="712"/>
                      </a:cubicBezTo>
                      <a:cubicBezTo>
                        <a:pt x="561" y="712"/>
                        <a:pt x="561" y="712"/>
                        <a:pt x="561" y="713"/>
                      </a:cubicBezTo>
                      <a:cubicBezTo>
                        <a:pt x="561" y="713"/>
                        <a:pt x="560" y="713"/>
                        <a:pt x="561" y="713"/>
                      </a:cubicBezTo>
                      <a:cubicBezTo>
                        <a:pt x="561" y="713"/>
                        <a:pt x="561" y="713"/>
                        <a:pt x="561" y="713"/>
                      </a:cubicBezTo>
                      <a:cubicBezTo>
                        <a:pt x="561" y="713"/>
                        <a:pt x="561" y="713"/>
                        <a:pt x="561" y="713"/>
                      </a:cubicBezTo>
                      <a:cubicBezTo>
                        <a:pt x="562" y="713"/>
                        <a:pt x="562" y="713"/>
                        <a:pt x="562" y="713"/>
                      </a:cubicBezTo>
                      <a:cubicBezTo>
                        <a:pt x="562" y="713"/>
                        <a:pt x="562" y="713"/>
                        <a:pt x="562" y="713"/>
                      </a:cubicBezTo>
                      <a:cubicBezTo>
                        <a:pt x="563" y="713"/>
                        <a:pt x="563" y="713"/>
                        <a:pt x="564" y="713"/>
                      </a:cubicBezTo>
                      <a:cubicBezTo>
                        <a:pt x="564" y="714"/>
                        <a:pt x="564" y="714"/>
                        <a:pt x="565" y="713"/>
                      </a:cubicBezTo>
                      <a:cubicBezTo>
                        <a:pt x="565" y="713"/>
                        <a:pt x="565" y="713"/>
                        <a:pt x="565" y="713"/>
                      </a:cubicBezTo>
                      <a:cubicBezTo>
                        <a:pt x="565" y="713"/>
                        <a:pt x="565" y="713"/>
                        <a:pt x="565" y="713"/>
                      </a:cubicBezTo>
                      <a:cubicBezTo>
                        <a:pt x="566" y="713"/>
                        <a:pt x="566" y="713"/>
                        <a:pt x="566" y="713"/>
                      </a:cubicBezTo>
                      <a:cubicBezTo>
                        <a:pt x="567" y="713"/>
                        <a:pt x="567" y="713"/>
                        <a:pt x="567" y="713"/>
                      </a:cubicBezTo>
                      <a:cubicBezTo>
                        <a:pt x="567" y="713"/>
                        <a:pt x="568" y="713"/>
                        <a:pt x="568" y="713"/>
                      </a:cubicBezTo>
                      <a:cubicBezTo>
                        <a:pt x="568" y="713"/>
                        <a:pt x="569" y="713"/>
                        <a:pt x="568" y="712"/>
                      </a:cubicBezTo>
                      <a:cubicBezTo>
                        <a:pt x="568" y="712"/>
                        <a:pt x="569" y="712"/>
                        <a:pt x="569" y="712"/>
                      </a:cubicBezTo>
                      <a:cubicBezTo>
                        <a:pt x="569" y="711"/>
                        <a:pt x="569" y="712"/>
                        <a:pt x="569" y="712"/>
                      </a:cubicBezTo>
                      <a:cubicBezTo>
                        <a:pt x="569" y="712"/>
                        <a:pt x="569" y="711"/>
                        <a:pt x="570" y="711"/>
                      </a:cubicBezTo>
                      <a:cubicBezTo>
                        <a:pt x="570" y="711"/>
                        <a:pt x="570" y="711"/>
                        <a:pt x="571" y="711"/>
                      </a:cubicBezTo>
                      <a:cubicBezTo>
                        <a:pt x="571" y="711"/>
                        <a:pt x="571" y="711"/>
                        <a:pt x="571" y="711"/>
                      </a:cubicBezTo>
                      <a:cubicBezTo>
                        <a:pt x="571" y="712"/>
                        <a:pt x="570" y="712"/>
                        <a:pt x="570" y="712"/>
                      </a:cubicBezTo>
                      <a:cubicBezTo>
                        <a:pt x="570" y="712"/>
                        <a:pt x="569" y="712"/>
                        <a:pt x="569" y="712"/>
                      </a:cubicBezTo>
                      <a:cubicBezTo>
                        <a:pt x="569" y="712"/>
                        <a:pt x="569" y="713"/>
                        <a:pt x="569" y="713"/>
                      </a:cubicBezTo>
                      <a:cubicBezTo>
                        <a:pt x="569" y="713"/>
                        <a:pt x="570" y="713"/>
                        <a:pt x="570" y="713"/>
                      </a:cubicBezTo>
                      <a:cubicBezTo>
                        <a:pt x="570" y="713"/>
                        <a:pt x="571" y="713"/>
                        <a:pt x="571" y="713"/>
                      </a:cubicBezTo>
                      <a:cubicBezTo>
                        <a:pt x="571" y="713"/>
                        <a:pt x="571" y="713"/>
                        <a:pt x="570" y="713"/>
                      </a:cubicBezTo>
                      <a:cubicBezTo>
                        <a:pt x="570" y="713"/>
                        <a:pt x="569" y="714"/>
                        <a:pt x="569" y="714"/>
                      </a:cubicBezTo>
                      <a:cubicBezTo>
                        <a:pt x="569" y="714"/>
                        <a:pt x="569" y="714"/>
                        <a:pt x="569" y="714"/>
                      </a:cubicBezTo>
                      <a:cubicBezTo>
                        <a:pt x="569" y="714"/>
                        <a:pt x="569" y="714"/>
                        <a:pt x="569" y="714"/>
                      </a:cubicBezTo>
                      <a:cubicBezTo>
                        <a:pt x="570" y="714"/>
                        <a:pt x="570" y="714"/>
                        <a:pt x="571" y="713"/>
                      </a:cubicBezTo>
                      <a:cubicBezTo>
                        <a:pt x="571" y="713"/>
                        <a:pt x="571" y="713"/>
                        <a:pt x="571" y="713"/>
                      </a:cubicBezTo>
                      <a:cubicBezTo>
                        <a:pt x="571" y="713"/>
                        <a:pt x="571" y="713"/>
                        <a:pt x="571" y="713"/>
                      </a:cubicBezTo>
                      <a:cubicBezTo>
                        <a:pt x="571" y="714"/>
                        <a:pt x="571" y="714"/>
                        <a:pt x="570" y="714"/>
                      </a:cubicBezTo>
                      <a:cubicBezTo>
                        <a:pt x="571" y="714"/>
                        <a:pt x="571" y="714"/>
                        <a:pt x="571" y="714"/>
                      </a:cubicBezTo>
                      <a:cubicBezTo>
                        <a:pt x="571" y="714"/>
                        <a:pt x="571" y="714"/>
                        <a:pt x="571" y="714"/>
                      </a:cubicBezTo>
                      <a:cubicBezTo>
                        <a:pt x="572" y="714"/>
                        <a:pt x="572" y="714"/>
                        <a:pt x="572" y="714"/>
                      </a:cubicBezTo>
                      <a:cubicBezTo>
                        <a:pt x="572" y="714"/>
                        <a:pt x="572" y="714"/>
                        <a:pt x="572" y="715"/>
                      </a:cubicBezTo>
                      <a:cubicBezTo>
                        <a:pt x="572" y="715"/>
                        <a:pt x="572" y="715"/>
                        <a:pt x="572" y="715"/>
                      </a:cubicBezTo>
                      <a:cubicBezTo>
                        <a:pt x="572" y="715"/>
                        <a:pt x="572" y="715"/>
                        <a:pt x="572" y="715"/>
                      </a:cubicBezTo>
                      <a:cubicBezTo>
                        <a:pt x="573" y="714"/>
                        <a:pt x="573" y="714"/>
                        <a:pt x="573" y="714"/>
                      </a:cubicBezTo>
                      <a:cubicBezTo>
                        <a:pt x="573" y="714"/>
                        <a:pt x="573" y="714"/>
                        <a:pt x="573" y="714"/>
                      </a:cubicBezTo>
                      <a:cubicBezTo>
                        <a:pt x="573" y="714"/>
                        <a:pt x="573" y="713"/>
                        <a:pt x="574" y="713"/>
                      </a:cubicBezTo>
                      <a:cubicBezTo>
                        <a:pt x="574" y="713"/>
                        <a:pt x="574" y="713"/>
                        <a:pt x="573" y="713"/>
                      </a:cubicBezTo>
                      <a:cubicBezTo>
                        <a:pt x="573" y="713"/>
                        <a:pt x="573" y="712"/>
                        <a:pt x="573" y="712"/>
                      </a:cubicBezTo>
                      <a:cubicBezTo>
                        <a:pt x="573" y="712"/>
                        <a:pt x="573" y="712"/>
                        <a:pt x="574" y="712"/>
                      </a:cubicBezTo>
                      <a:cubicBezTo>
                        <a:pt x="574" y="712"/>
                        <a:pt x="574" y="712"/>
                        <a:pt x="574" y="712"/>
                      </a:cubicBezTo>
                      <a:cubicBezTo>
                        <a:pt x="575" y="712"/>
                        <a:pt x="575" y="713"/>
                        <a:pt x="575" y="713"/>
                      </a:cubicBezTo>
                      <a:cubicBezTo>
                        <a:pt x="575" y="713"/>
                        <a:pt x="576" y="713"/>
                        <a:pt x="576" y="713"/>
                      </a:cubicBezTo>
                      <a:cubicBezTo>
                        <a:pt x="576" y="713"/>
                        <a:pt x="576" y="713"/>
                        <a:pt x="577" y="713"/>
                      </a:cubicBezTo>
                      <a:cubicBezTo>
                        <a:pt x="577" y="713"/>
                        <a:pt x="577" y="713"/>
                        <a:pt x="578" y="712"/>
                      </a:cubicBezTo>
                      <a:cubicBezTo>
                        <a:pt x="578" y="713"/>
                        <a:pt x="577" y="713"/>
                        <a:pt x="577" y="713"/>
                      </a:cubicBezTo>
                      <a:cubicBezTo>
                        <a:pt x="577" y="714"/>
                        <a:pt x="577" y="714"/>
                        <a:pt x="577" y="714"/>
                      </a:cubicBezTo>
                      <a:cubicBezTo>
                        <a:pt x="577" y="714"/>
                        <a:pt x="576" y="714"/>
                        <a:pt x="576" y="714"/>
                      </a:cubicBezTo>
                      <a:cubicBezTo>
                        <a:pt x="575" y="714"/>
                        <a:pt x="575" y="715"/>
                        <a:pt x="575" y="715"/>
                      </a:cubicBezTo>
                      <a:cubicBezTo>
                        <a:pt x="574" y="715"/>
                        <a:pt x="575" y="715"/>
                        <a:pt x="574" y="716"/>
                      </a:cubicBezTo>
                      <a:cubicBezTo>
                        <a:pt x="574" y="716"/>
                        <a:pt x="574" y="716"/>
                        <a:pt x="574" y="716"/>
                      </a:cubicBezTo>
                      <a:cubicBezTo>
                        <a:pt x="574" y="717"/>
                        <a:pt x="573" y="717"/>
                        <a:pt x="573" y="717"/>
                      </a:cubicBezTo>
                      <a:cubicBezTo>
                        <a:pt x="573" y="718"/>
                        <a:pt x="573" y="718"/>
                        <a:pt x="572" y="718"/>
                      </a:cubicBezTo>
                      <a:cubicBezTo>
                        <a:pt x="572" y="718"/>
                        <a:pt x="572" y="718"/>
                        <a:pt x="571" y="718"/>
                      </a:cubicBezTo>
                      <a:cubicBezTo>
                        <a:pt x="571" y="718"/>
                        <a:pt x="571" y="718"/>
                        <a:pt x="571" y="718"/>
                      </a:cubicBezTo>
                      <a:cubicBezTo>
                        <a:pt x="571" y="718"/>
                        <a:pt x="570" y="719"/>
                        <a:pt x="570" y="719"/>
                      </a:cubicBezTo>
                      <a:cubicBezTo>
                        <a:pt x="570" y="719"/>
                        <a:pt x="570" y="719"/>
                        <a:pt x="570" y="720"/>
                      </a:cubicBezTo>
                      <a:cubicBezTo>
                        <a:pt x="570" y="720"/>
                        <a:pt x="570" y="720"/>
                        <a:pt x="570" y="720"/>
                      </a:cubicBezTo>
                      <a:cubicBezTo>
                        <a:pt x="571" y="720"/>
                        <a:pt x="572" y="720"/>
                        <a:pt x="572" y="720"/>
                      </a:cubicBezTo>
                      <a:cubicBezTo>
                        <a:pt x="572" y="720"/>
                        <a:pt x="573" y="720"/>
                        <a:pt x="573" y="720"/>
                      </a:cubicBezTo>
                      <a:cubicBezTo>
                        <a:pt x="574" y="720"/>
                        <a:pt x="575" y="720"/>
                        <a:pt x="575" y="719"/>
                      </a:cubicBezTo>
                      <a:cubicBezTo>
                        <a:pt x="575" y="719"/>
                        <a:pt x="575" y="719"/>
                        <a:pt x="575" y="718"/>
                      </a:cubicBezTo>
                      <a:cubicBezTo>
                        <a:pt x="576" y="718"/>
                        <a:pt x="576" y="718"/>
                        <a:pt x="575" y="717"/>
                      </a:cubicBezTo>
                      <a:cubicBezTo>
                        <a:pt x="576" y="717"/>
                        <a:pt x="576" y="717"/>
                        <a:pt x="576" y="717"/>
                      </a:cubicBezTo>
                      <a:cubicBezTo>
                        <a:pt x="576" y="717"/>
                        <a:pt x="576" y="717"/>
                        <a:pt x="576" y="716"/>
                      </a:cubicBezTo>
                      <a:cubicBezTo>
                        <a:pt x="577" y="716"/>
                        <a:pt x="577" y="715"/>
                        <a:pt x="578" y="715"/>
                      </a:cubicBezTo>
                      <a:cubicBezTo>
                        <a:pt x="578" y="715"/>
                        <a:pt x="578" y="715"/>
                        <a:pt x="578" y="715"/>
                      </a:cubicBezTo>
                      <a:cubicBezTo>
                        <a:pt x="578" y="715"/>
                        <a:pt x="578" y="715"/>
                        <a:pt x="578" y="715"/>
                      </a:cubicBezTo>
                      <a:cubicBezTo>
                        <a:pt x="578" y="715"/>
                        <a:pt x="579" y="715"/>
                        <a:pt x="580" y="714"/>
                      </a:cubicBezTo>
                      <a:cubicBezTo>
                        <a:pt x="580" y="714"/>
                        <a:pt x="580" y="714"/>
                        <a:pt x="580" y="715"/>
                      </a:cubicBezTo>
                      <a:cubicBezTo>
                        <a:pt x="579" y="715"/>
                        <a:pt x="579" y="715"/>
                        <a:pt x="579" y="715"/>
                      </a:cubicBezTo>
                      <a:cubicBezTo>
                        <a:pt x="580" y="715"/>
                        <a:pt x="580" y="715"/>
                        <a:pt x="580" y="714"/>
                      </a:cubicBezTo>
                      <a:cubicBezTo>
                        <a:pt x="580" y="714"/>
                        <a:pt x="581" y="713"/>
                        <a:pt x="581" y="713"/>
                      </a:cubicBezTo>
                      <a:cubicBezTo>
                        <a:pt x="581" y="712"/>
                        <a:pt x="582" y="711"/>
                        <a:pt x="582" y="710"/>
                      </a:cubicBezTo>
                      <a:cubicBezTo>
                        <a:pt x="582" y="710"/>
                        <a:pt x="582" y="710"/>
                        <a:pt x="582" y="710"/>
                      </a:cubicBezTo>
                      <a:cubicBezTo>
                        <a:pt x="582" y="710"/>
                        <a:pt x="582" y="710"/>
                        <a:pt x="582" y="710"/>
                      </a:cubicBezTo>
                      <a:cubicBezTo>
                        <a:pt x="582" y="710"/>
                        <a:pt x="582" y="711"/>
                        <a:pt x="582" y="711"/>
                      </a:cubicBezTo>
                      <a:cubicBezTo>
                        <a:pt x="583" y="710"/>
                        <a:pt x="583" y="711"/>
                        <a:pt x="583" y="711"/>
                      </a:cubicBezTo>
                      <a:cubicBezTo>
                        <a:pt x="583" y="711"/>
                        <a:pt x="583" y="711"/>
                        <a:pt x="583" y="711"/>
                      </a:cubicBezTo>
                      <a:cubicBezTo>
                        <a:pt x="583" y="711"/>
                        <a:pt x="583" y="711"/>
                        <a:pt x="583" y="711"/>
                      </a:cubicBezTo>
                      <a:cubicBezTo>
                        <a:pt x="583" y="712"/>
                        <a:pt x="583" y="712"/>
                        <a:pt x="584" y="712"/>
                      </a:cubicBezTo>
                      <a:cubicBezTo>
                        <a:pt x="584" y="713"/>
                        <a:pt x="584" y="714"/>
                        <a:pt x="584" y="714"/>
                      </a:cubicBezTo>
                      <a:cubicBezTo>
                        <a:pt x="584" y="715"/>
                        <a:pt x="584" y="715"/>
                        <a:pt x="584" y="715"/>
                      </a:cubicBezTo>
                      <a:cubicBezTo>
                        <a:pt x="584" y="715"/>
                        <a:pt x="584" y="715"/>
                        <a:pt x="584" y="716"/>
                      </a:cubicBezTo>
                      <a:cubicBezTo>
                        <a:pt x="584" y="716"/>
                        <a:pt x="584" y="716"/>
                        <a:pt x="584" y="716"/>
                      </a:cubicBezTo>
                      <a:cubicBezTo>
                        <a:pt x="583" y="716"/>
                        <a:pt x="583" y="717"/>
                        <a:pt x="583" y="718"/>
                      </a:cubicBezTo>
                      <a:cubicBezTo>
                        <a:pt x="583" y="718"/>
                        <a:pt x="582" y="719"/>
                        <a:pt x="582" y="720"/>
                      </a:cubicBezTo>
                      <a:cubicBezTo>
                        <a:pt x="582" y="720"/>
                        <a:pt x="582" y="720"/>
                        <a:pt x="582" y="720"/>
                      </a:cubicBezTo>
                      <a:cubicBezTo>
                        <a:pt x="582" y="721"/>
                        <a:pt x="582" y="721"/>
                        <a:pt x="582" y="721"/>
                      </a:cubicBezTo>
                      <a:cubicBezTo>
                        <a:pt x="583" y="721"/>
                        <a:pt x="583" y="721"/>
                        <a:pt x="583" y="721"/>
                      </a:cubicBezTo>
                      <a:cubicBezTo>
                        <a:pt x="584" y="720"/>
                        <a:pt x="585" y="719"/>
                        <a:pt x="586" y="717"/>
                      </a:cubicBezTo>
                      <a:cubicBezTo>
                        <a:pt x="586" y="717"/>
                        <a:pt x="586" y="717"/>
                        <a:pt x="586" y="717"/>
                      </a:cubicBezTo>
                      <a:cubicBezTo>
                        <a:pt x="586" y="717"/>
                        <a:pt x="586" y="717"/>
                        <a:pt x="586" y="717"/>
                      </a:cubicBezTo>
                      <a:cubicBezTo>
                        <a:pt x="586" y="718"/>
                        <a:pt x="586" y="718"/>
                        <a:pt x="586" y="719"/>
                      </a:cubicBezTo>
                      <a:cubicBezTo>
                        <a:pt x="586" y="719"/>
                        <a:pt x="586" y="719"/>
                        <a:pt x="586" y="719"/>
                      </a:cubicBezTo>
                      <a:cubicBezTo>
                        <a:pt x="586" y="720"/>
                        <a:pt x="586" y="720"/>
                        <a:pt x="586" y="720"/>
                      </a:cubicBezTo>
                      <a:cubicBezTo>
                        <a:pt x="586" y="720"/>
                        <a:pt x="585" y="720"/>
                        <a:pt x="586" y="721"/>
                      </a:cubicBezTo>
                      <a:cubicBezTo>
                        <a:pt x="586" y="721"/>
                        <a:pt x="586" y="721"/>
                        <a:pt x="586" y="722"/>
                      </a:cubicBezTo>
                      <a:cubicBezTo>
                        <a:pt x="586" y="722"/>
                        <a:pt x="586" y="722"/>
                        <a:pt x="586" y="723"/>
                      </a:cubicBezTo>
                      <a:cubicBezTo>
                        <a:pt x="586" y="723"/>
                        <a:pt x="586" y="723"/>
                        <a:pt x="586" y="723"/>
                      </a:cubicBezTo>
                      <a:cubicBezTo>
                        <a:pt x="587" y="722"/>
                        <a:pt x="587" y="722"/>
                        <a:pt x="587" y="722"/>
                      </a:cubicBezTo>
                      <a:cubicBezTo>
                        <a:pt x="587" y="722"/>
                        <a:pt x="588" y="722"/>
                        <a:pt x="588" y="721"/>
                      </a:cubicBezTo>
                      <a:cubicBezTo>
                        <a:pt x="588" y="721"/>
                        <a:pt x="588" y="722"/>
                        <a:pt x="588" y="722"/>
                      </a:cubicBezTo>
                      <a:cubicBezTo>
                        <a:pt x="588" y="722"/>
                        <a:pt x="588" y="722"/>
                        <a:pt x="588" y="722"/>
                      </a:cubicBezTo>
                      <a:cubicBezTo>
                        <a:pt x="588" y="722"/>
                        <a:pt x="588" y="723"/>
                        <a:pt x="589" y="723"/>
                      </a:cubicBezTo>
                      <a:cubicBezTo>
                        <a:pt x="589" y="722"/>
                        <a:pt x="589" y="723"/>
                        <a:pt x="590" y="722"/>
                      </a:cubicBezTo>
                      <a:cubicBezTo>
                        <a:pt x="590" y="722"/>
                        <a:pt x="590" y="721"/>
                        <a:pt x="590" y="721"/>
                      </a:cubicBezTo>
                      <a:cubicBezTo>
                        <a:pt x="590" y="721"/>
                        <a:pt x="590" y="720"/>
                        <a:pt x="590" y="720"/>
                      </a:cubicBezTo>
                      <a:cubicBezTo>
                        <a:pt x="590" y="720"/>
                        <a:pt x="591" y="719"/>
                        <a:pt x="591" y="719"/>
                      </a:cubicBezTo>
                      <a:cubicBezTo>
                        <a:pt x="591" y="719"/>
                        <a:pt x="591" y="718"/>
                        <a:pt x="590" y="718"/>
                      </a:cubicBezTo>
                      <a:cubicBezTo>
                        <a:pt x="591" y="718"/>
                        <a:pt x="591" y="718"/>
                        <a:pt x="591" y="718"/>
                      </a:cubicBezTo>
                      <a:cubicBezTo>
                        <a:pt x="591" y="717"/>
                        <a:pt x="591" y="717"/>
                        <a:pt x="591" y="717"/>
                      </a:cubicBezTo>
                      <a:cubicBezTo>
                        <a:pt x="591" y="717"/>
                        <a:pt x="591" y="716"/>
                        <a:pt x="592" y="716"/>
                      </a:cubicBezTo>
                      <a:cubicBezTo>
                        <a:pt x="592" y="715"/>
                        <a:pt x="592" y="715"/>
                        <a:pt x="592" y="715"/>
                      </a:cubicBezTo>
                      <a:cubicBezTo>
                        <a:pt x="592" y="715"/>
                        <a:pt x="592" y="715"/>
                        <a:pt x="592" y="714"/>
                      </a:cubicBezTo>
                      <a:close/>
                      <a:moveTo>
                        <a:pt x="573" y="680"/>
                      </a:moveTo>
                      <a:cubicBezTo>
                        <a:pt x="573" y="680"/>
                        <a:pt x="573" y="680"/>
                        <a:pt x="573" y="680"/>
                      </a:cubicBezTo>
                      <a:cubicBezTo>
                        <a:pt x="573" y="680"/>
                        <a:pt x="573" y="681"/>
                        <a:pt x="572" y="681"/>
                      </a:cubicBezTo>
                      <a:cubicBezTo>
                        <a:pt x="572" y="681"/>
                        <a:pt x="572" y="681"/>
                        <a:pt x="572" y="680"/>
                      </a:cubicBezTo>
                      <a:cubicBezTo>
                        <a:pt x="572" y="680"/>
                        <a:pt x="572" y="680"/>
                        <a:pt x="573" y="680"/>
                      </a:cubicBezTo>
                      <a:close/>
                      <a:moveTo>
                        <a:pt x="582" y="713"/>
                      </a:moveTo>
                      <a:cubicBezTo>
                        <a:pt x="582" y="714"/>
                        <a:pt x="582" y="714"/>
                        <a:pt x="582" y="715"/>
                      </a:cubicBezTo>
                      <a:cubicBezTo>
                        <a:pt x="582" y="715"/>
                        <a:pt x="581" y="715"/>
                        <a:pt x="581" y="715"/>
                      </a:cubicBezTo>
                      <a:cubicBezTo>
                        <a:pt x="581" y="714"/>
                        <a:pt x="582" y="714"/>
                        <a:pt x="582" y="713"/>
                      </a:cubicBezTo>
                      <a:cubicBezTo>
                        <a:pt x="582" y="713"/>
                        <a:pt x="582" y="713"/>
                        <a:pt x="582" y="713"/>
                      </a:cubicBezTo>
                      <a:cubicBezTo>
                        <a:pt x="582" y="713"/>
                        <a:pt x="582" y="713"/>
                        <a:pt x="582" y="713"/>
                      </a:cubicBezTo>
                      <a:close/>
                      <a:moveTo>
                        <a:pt x="572" y="679"/>
                      </a:moveTo>
                      <a:cubicBezTo>
                        <a:pt x="572" y="679"/>
                        <a:pt x="572" y="678"/>
                        <a:pt x="572" y="678"/>
                      </a:cubicBezTo>
                      <a:cubicBezTo>
                        <a:pt x="572" y="678"/>
                        <a:pt x="572" y="678"/>
                        <a:pt x="572" y="678"/>
                      </a:cubicBezTo>
                      <a:cubicBezTo>
                        <a:pt x="572" y="678"/>
                        <a:pt x="573" y="678"/>
                        <a:pt x="573" y="678"/>
                      </a:cubicBezTo>
                      <a:cubicBezTo>
                        <a:pt x="573" y="678"/>
                        <a:pt x="573" y="678"/>
                        <a:pt x="573" y="678"/>
                      </a:cubicBezTo>
                      <a:cubicBezTo>
                        <a:pt x="573" y="678"/>
                        <a:pt x="573" y="679"/>
                        <a:pt x="572" y="679"/>
                      </a:cubicBezTo>
                      <a:close/>
                      <a:moveTo>
                        <a:pt x="572" y="693"/>
                      </a:moveTo>
                      <a:cubicBezTo>
                        <a:pt x="572" y="694"/>
                        <a:pt x="572" y="694"/>
                        <a:pt x="571" y="694"/>
                      </a:cubicBezTo>
                      <a:cubicBezTo>
                        <a:pt x="571" y="693"/>
                        <a:pt x="571" y="693"/>
                        <a:pt x="571" y="693"/>
                      </a:cubicBezTo>
                      <a:cubicBezTo>
                        <a:pt x="571" y="693"/>
                        <a:pt x="571" y="693"/>
                        <a:pt x="572" y="693"/>
                      </a:cubicBezTo>
                      <a:cubicBezTo>
                        <a:pt x="572" y="693"/>
                        <a:pt x="572" y="693"/>
                        <a:pt x="572" y="693"/>
                      </a:cubicBezTo>
                      <a:close/>
                      <a:moveTo>
                        <a:pt x="572" y="692"/>
                      </a:moveTo>
                      <a:cubicBezTo>
                        <a:pt x="572" y="693"/>
                        <a:pt x="572" y="693"/>
                        <a:pt x="572" y="693"/>
                      </a:cubicBezTo>
                      <a:cubicBezTo>
                        <a:pt x="572" y="693"/>
                        <a:pt x="571" y="693"/>
                        <a:pt x="571" y="693"/>
                      </a:cubicBezTo>
                      <a:cubicBezTo>
                        <a:pt x="572" y="692"/>
                        <a:pt x="572" y="692"/>
                        <a:pt x="572" y="692"/>
                      </a:cubicBezTo>
                      <a:cubicBezTo>
                        <a:pt x="572" y="692"/>
                        <a:pt x="572" y="692"/>
                        <a:pt x="572" y="692"/>
                      </a:cubicBezTo>
                      <a:close/>
                      <a:moveTo>
                        <a:pt x="570" y="712"/>
                      </a:moveTo>
                      <a:cubicBezTo>
                        <a:pt x="570" y="712"/>
                        <a:pt x="570" y="711"/>
                        <a:pt x="570" y="711"/>
                      </a:cubicBezTo>
                      <a:cubicBezTo>
                        <a:pt x="570" y="711"/>
                        <a:pt x="570" y="711"/>
                        <a:pt x="570" y="711"/>
                      </a:cubicBezTo>
                      <a:cubicBezTo>
                        <a:pt x="570" y="712"/>
                        <a:pt x="570" y="712"/>
                        <a:pt x="570" y="712"/>
                      </a:cubicBezTo>
                      <a:close/>
                      <a:moveTo>
                        <a:pt x="583" y="713"/>
                      </a:moveTo>
                      <a:cubicBezTo>
                        <a:pt x="583" y="713"/>
                        <a:pt x="583" y="713"/>
                        <a:pt x="583" y="713"/>
                      </a:cubicBezTo>
                      <a:cubicBezTo>
                        <a:pt x="583" y="713"/>
                        <a:pt x="583" y="713"/>
                        <a:pt x="583" y="713"/>
                      </a:cubicBezTo>
                      <a:close/>
                      <a:moveTo>
                        <a:pt x="578" y="692"/>
                      </a:moveTo>
                      <a:cubicBezTo>
                        <a:pt x="578" y="692"/>
                        <a:pt x="578" y="692"/>
                        <a:pt x="578" y="692"/>
                      </a:cubicBezTo>
                      <a:cubicBezTo>
                        <a:pt x="578" y="692"/>
                        <a:pt x="578" y="692"/>
                        <a:pt x="578" y="692"/>
                      </a:cubicBezTo>
                      <a:cubicBezTo>
                        <a:pt x="578" y="692"/>
                        <a:pt x="578" y="692"/>
                        <a:pt x="578" y="692"/>
                      </a:cubicBezTo>
                      <a:cubicBezTo>
                        <a:pt x="578" y="692"/>
                        <a:pt x="578" y="692"/>
                        <a:pt x="578" y="692"/>
                      </a:cubicBezTo>
                      <a:close/>
                      <a:moveTo>
                        <a:pt x="572" y="686"/>
                      </a:moveTo>
                      <a:cubicBezTo>
                        <a:pt x="572" y="686"/>
                        <a:pt x="571" y="686"/>
                        <a:pt x="571" y="686"/>
                      </a:cubicBezTo>
                      <a:cubicBezTo>
                        <a:pt x="571" y="686"/>
                        <a:pt x="571" y="686"/>
                        <a:pt x="571" y="686"/>
                      </a:cubicBezTo>
                      <a:cubicBezTo>
                        <a:pt x="571" y="686"/>
                        <a:pt x="571" y="686"/>
                        <a:pt x="572" y="686"/>
                      </a:cubicBezTo>
                      <a:close/>
                      <a:moveTo>
                        <a:pt x="572" y="693"/>
                      </a:moveTo>
                      <a:cubicBezTo>
                        <a:pt x="572" y="693"/>
                        <a:pt x="572" y="693"/>
                        <a:pt x="572" y="693"/>
                      </a:cubicBezTo>
                      <a:cubicBezTo>
                        <a:pt x="572" y="693"/>
                        <a:pt x="572" y="693"/>
                        <a:pt x="572" y="693"/>
                      </a:cubicBezTo>
                      <a:cubicBezTo>
                        <a:pt x="572" y="693"/>
                        <a:pt x="572" y="693"/>
                        <a:pt x="572" y="693"/>
                      </a:cubicBezTo>
                      <a:cubicBezTo>
                        <a:pt x="572" y="693"/>
                        <a:pt x="572" y="693"/>
                        <a:pt x="572" y="693"/>
                      </a:cubicBezTo>
                      <a:close/>
                      <a:moveTo>
                        <a:pt x="531" y="698"/>
                      </a:moveTo>
                      <a:cubicBezTo>
                        <a:pt x="531" y="698"/>
                        <a:pt x="531" y="698"/>
                        <a:pt x="531" y="698"/>
                      </a:cubicBezTo>
                      <a:cubicBezTo>
                        <a:pt x="530" y="698"/>
                        <a:pt x="529" y="698"/>
                        <a:pt x="528" y="698"/>
                      </a:cubicBezTo>
                      <a:cubicBezTo>
                        <a:pt x="528" y="698"/>
                        <a:pt x="528" y="698"/>
                        <a:pt x="527" y="698"/>
                      </a:cubicBezTo>
                      <a:cubicBezTo>
                        <a:pt x="527" y="698"/>
                        <a:pt x="526" y="697"/>
                        <a:pt x="525" y="697"/>
                      </a:cubicBezTo>
                      <a:cubicBezTo>
                        <a:pt x="524" y="697"/>
                        <a:pt x="523" y="697"/>
                        <a:pt x="522" y="696"/>
                      </a:cubicBezTo>
                      <a:cubicBezTo>
                        <a:pt x="521" y="696"/>
                        <a:pt x="520" y="695"/>
                        <a:pt x="519" y="695"/>
                      </a:cubicBezTo>
                      <a:cubicBezTo>
                        <a:pt x="519" y="695"/>
                        <a:pt x="519" y="695"/>
                        <a:pt x="519" y="695"/>
                      </a:cubicBezTo>
                      <a:cubicBezTo>
                        <a:pt x="519" y="694"/>
                        <a:pt x="519" y="694"/>
                        <a:pt x="518" y="693"/>
                      </a:cubicBezTo>
                      <a:cubicBezTo>
                        <a:pt x="518" y="693"/>
                        <a:pt x="517" y="692"/>
                        <a:pt x="516" y="692"/>
                      </a:cubicBezTo>
                      <a:cubicBezTo>
                        <a:pt x="515" y="691"/>
                        <a:pt x="514" y="691"/>
                        <a:pt x="514" y="691"/>
                      </a:cubicBezTo>
                      <a:cubicBezTo>
                        <a:pt x="514" y="691"/>
                        <a:pt x="514" y="690"/>
                        <a:pt x="513" y="691"/>
                      </a:cubicBezTo>
                      <a:cubicBezTo>
                        <a:pt x="513" y="691"/>
                        <a:pt x="513" y="690"/>
                        <a:pt x="513" y="690"/>
                      </a:cubicBezTo>
                      <a:cubicBezTo>
                        <a:pt x="513" y="690"/>
                        <a:pt x="513" y="690"/>
                        <a:pt x="513" y="690"/>
                      </a:cubicBezTo>
                      <a:cubicBezTo>
                        <a:pt x="513" y="690"/>
                        <a:pt x="513" y="689"/>
                        <a:pt x="513" y="689"/>
                      </a:cubicBezTo>
                      <a:cubicBezTo>
                        <a:pt x="515" y="689"/>
                        <a:pt x="516" y="689"/>
                        <a:pt x="517" y="690"/>
                      </a:cubicBezTo>
                      <a:cubicBezTo>
                        <a:pt x="517" y="690"/>
                        <a:pt x="517" y="690"/>
                        <a:pt x="517" y="690"/>
                      </a:cubicBezTo>
                      <a:cubicBezTo>
                        <a:pt x="518" y="690"/>
                        <a:pt x="518" y="690"/>
                        <a:pt x="519" y="690"/>
                      </a:cubicBezTo>
                      <a:cubicBezTo>
                        <a:pt x="520" y="690"/>
                        <a:pt x="521" y="690"/>
                        <a:pt x="521" y="691"/>
                      </a:cubicBezTo>
                      <a:cubicBezTo>
                        <a:pt x="522" y="691"/>
                        <a:pt x="523" y="691"/>
                        <a:pt x="524" y="692"/>
                      </a:cubicBezTo>
                      <a:cubicBezTo>
                        <a:pt x="524" y="692"/>
                        <a:pt x="525" y="692"/>
                        <a:pt x="525" y="692"/>
                      </a:cubicBezTo>
                      <a:cubicBezTo>
                        <a:pt x="525" y="693"/>
                        <a:pt x="525" y="693"/>
                        <a:pt x="525" y="693"/>
                      </a:cubicBezTo>
                      <a:cubicBezTo>
                        <a:pt x="526" y="693"/>
                        <a:pt x="526" y="693"/>
                        <a:pt x="526" y="693"/>
                      </a:cubicBezTo>
                      <a:cubicBezTo>
                        <a:pt x="527" y="694"/>
                        <a:pt x="527" y="694"/>
                        <a:pt x="527" y="694"/>
                      </a:cubicBezTo>
                      <a:cubicBezTo>
                        <a:pt x="528" y="694"/>
                        <a:pt x="528" y="694"/>
                        <a:pt x="528" y="694"/>
                      </a:cubicBezTo>
                      <a:cubicBezTo>
                        <a:pt x="528" y="695"/>
                        <a:pt x="528" y="695"/>
                        <a:pt x="529" y="695"/>
                      </a:cubicBezTo>
                      <a:cubicBezTo>
                        <a:pt x="529" y="695"/>
                        <a:pt x="529" y="695"/>
                        <a:pt x="529" y="695"/>
                      </a:cubicBezTo>
                      <a:cubicBezTo>
                        <a:pt x="529" y="695"/>
                        <a:pt x="530" y="695"/>
                        <a:pt x="530" y="695"/>
                      </a:cubicBezTo>
                      <a:cubicBezTo>
                        <a:pt x="530" y="695"/>
                        <a:pt x="530" y="696"/>
                        <a:pt x="531" y="696"/>
                      </a:cubicBezTo>
                      <a:cubicBezTo>
                        <a:pt x="531" y="696"/>
                        <a:pt x="531" y="697"/>
                        <a:pt x="531" y="697"/>
                      </a:cubicBezTo>
                      <a:cubicBezTo>
                        <a:pt x="532" y="698"/>
                        <a:pt x="532" y="698"/>
                        <a:pt x="531" y="698"/>
                      </a:cubicBezTo>
                      <a:close/>
                      <a:moveTo>
                        <a:pt x="529" y="724"/>
                      </a:moveTo>
                      <a:cubicBezTo>
                        <a:pt x="529" y="724"/>
                        <a:pt x="529" y="724"/>
                        <a:pt x="529" y="724"/>
                      </a:cubicBezTo>
                      <a:cubicBezTo>
                        <a:pt x="528" y="724"/>
                        <a:pt x="528" y="724"/>
                        <a:pt x="527" y="724"/>
                      </a:cubicBezTo>
                      <a:cubicBezTo>
                        <a:pt x="526" y="724"/>
                        <a:pt x="525" y="724"/>
                        <a:pt x="524" y="724"/>
                      </a:cubicBezTo>
                      <a:cubicBezTo>
                        <a:pt x="524" y="725"/>
                        <a:pt x="524" y="725"/>
                        <a:pt x="524" y="725"/>
                      </a:cubicBezTo>
                      <a:cubicBezTo>
                        <a:pt x="523" y="725"/>
                        <a:pt x="522" y="725"/>
                        <a:pt x="521" y="725"/>
                      </a:cubicBezTo>
                      <a:cubicBezTo>
                        <a:pt x="521" y="725"/>
                        <a:pt x="521" y="725"/>
                        <a:pt x="521" y="724"/>
                      </a:cubicBezTo>
                      <a:cubicBezTo>
                        <a:pt x="520" y="724"/>
                        <a:pt x="520" y="724"/>
                        <a:pt x="520" y="724"/>
                      </a:cubicBezTo>
                      <a:cubicBezTo>
                        <a:pt x="520" y="724"/>
                        <a:pt x="520" y="724"/>
                        <a:pt x="520" y="724"/>
                      </a:cubicBezTo>
                      <a:cubicBezTo>
                        <a:pt x="519" y="724"/>
                        <a:pt x="519" y="724"/>
                        <a:pt x="518" y="723"/>
                      </a:cubicBezTo>
                      <a:cubicBezTo>
                        <a:pt x="518" y="723"/>
                        <a:pt x="518" y="723"/>
                        <a:pt x="518" y="723"/>
                      </a:cubicBezTo>
                      <a:cubicBezTo>
                        <a:pt x="518" y="724"/>
                        <a:pt x="518" y="724"/>
                        <a:pt x="518" y="724"/>
                      </a:cubicBezTo>
                      <a:cubicBezTo>
                        <a:pt x="518" y="724"/>
                        <a:pt x="518" y="724"/>
                        <a:pt x="518" y="724"/>
                      </a:cubicBezTo>
                      <a:cubicBezTo>
                        <a:pt x="517" y="724"/>
                        <a:pt x="517" y="724"/>
                        <a:pt x="517" y="724"/>
                      </a:cubicBezTo>
                      <a:cubicBezTo>
                        <a:pt x="517" y="724"/>
                        <a:pt x="517" y="724"/>
                        <a:pt x="517" y="723"/>
                      </a:cubicBezTo>
                      <a:cubicBezTo>
                        <a:pt x="517" y="723"/>
                        <a:pt x="517" y="722"/>
                        <a:pt x="516" y="722"/>
                      </a:cubicBezTo>
                      <a:cubicBezTo>
                        <a:pt x="516" y="722"/>
                        <a:pt x="516" y="722"/>
                        <a:pt x="516" y="722"/>
                      </a:cubicBezTo>
                      <a:cubicBezTo>
                        <a:pt x="515" y="721"/>
                        <a:pt x="515" y="721"/>
                        <a:pt x="516" y="721"/>
                      </a:cubicBezTo>
                      <a:cubicBezTo>
                        <a:pt x="516" y="721"/>
                        <a:pt x="516" y="721"/>
                        <a:pt x="516" y="720"/>
                      </a:cubicBezTo>
                      <a:cubicBezTo>
                        <a:pt x="516" y="720"/>
                        <a:pt x="516" y="719"/>
                        <a:pt x="516" y="719"/>
                      </a:cubicBezTo>
                      <a:cubicBezTo>
                        <a:pt x="516" y="719"/>
                        <a:pt x="516" y="719"/>
                        <a:pt x="516" y="719"/>
                      </a:cubicBezTo>
                      <a:cubicBezTo>
                        <a:pt x="516" y="719"/>
                        <a:pt x="515" y="719"/>
                        <a:pt x="515" y="720"/>
                      </a:cubicBezTo>
                      <a:cubicBezTo>
                        <a:pt x="515" y="720"/>
                        <a:pt x="514" y="721"/>
                        <a:pt x="514" y="721"/>
                      </a:cubicBezTo>
                      <a:cubicBezTo>
                        <a:pt x="513" y="721"/>
                        <a:pt x="513" y="722"/>
                        <a:pt x="513" y="722"/>
                      </a:cubicBezTo>
                      <a:cubicBezTo>
                        <a:pt x="513" y="723"/>
                        <a:pt x="513" y="723"/>
                        <a:pt x="514" y="723"/>
                      </a:cubicBezTo>
                      <a:cubicBezTo>
                        <a:pt x="514" y="723"/>
                        <a:pt x="515" y="723"/>
                        <a:pt x="515" y="723"/>
                      </a:cubicBezTo>
                      <a:cubicBezTo>
                        <a:pt x="515" y="723"/>
                        <a:pt x="515" y="723"/>
                        <a:pt x="515" y="723"/>
                      </a:cubicBezTo>
                      <a:cubicBezTo>
                        <a:pt x="515" y="723"/>
                        <a:pt x="516" y="723"/>
                        <a:pt x="515" y="723"/>
                      </a:cubicBezTo>
                      <a:cubicBezTo>
                        <a:pt x="515" y="724"/>
                        <a:pt x="515" y="724"/>
                        <a:pt x="515" y="724"/>
                      </a:cubicBezTo>
                      <a:cubicBezTo>
                        <a:pt x="515" y="725"/>
                        <a:pt x="515" y="725"/>
                        <a:pt x="516" y="725"/>
                      </a:cubicBezTo>
                      <a:cubicBezTo>
                        <a:pt x="516" y="725"/>
                        <a:pt x="517" y="725"/>
                        <a:pt x="518" y="725"/>
                      </a:cubicBezTo>
                      <a:cubicBezTo>
                        <a:pt x="518" y="725"/>
                        <a:pt x="518" y="725"/>
                        <a:pt x="518" y="725"/>
                      </a:cubicBezTo>
                      <a:cubicBezTo>
                        <a:pt x="518" y="725"/>
                        <a:pt x="518" y="725"/>
                        <a:pt x="518" y="725"/>
                      </a:cubicBezTo>
                      <a:cubicBezTo>
                        <a:pt x="517" y="726"/>
                        <a:pt x="517" y="726"/>
                        <a:pt x="518" y="726"/>
                      </a:cubicBezTo>
                      <a:cubicBezTo>
                        <a:pt x="518" y="726"/>
                        <a:pt x="518" y="726"/>
                        <a:pt x="518" y="726"/>
                      </a:cubicBezTo>
                      <a:cubicBezTo>
                        <a:pt x="518" y="726"/>
                        <a:pt x="518" y="726"/>
                        <a:pt x="518" y="726"/>
                      </a:cubicBezTo>
                      <a:cubicBezTo>
                        <a:pt x="518" y="726"/>
                        <a:pt x="518" y="727"/>
                        <a:pt x="518" y="727"/>
                      </a:cubicBezTo>
                      <a:cubicBezTo>
                        <a:pt x="519" y="727"/>
                        <a:pt x="520" y="727"/>
                        <a:pt x="521" y="727"/>
                      </a:cubicBezTo>
                      <a:cubicBezTo>
                        <a:pt x="521" y="727"/>
                        <a:pt x="521" y="728"/>
                        <a:pt x="521" y="727"/>
                      </a:cubicBezTo>
                      <a:cubicBezTo>
                        <a:pt x="521" y="727"/>
                        <a:pt x="521" y="727"/>
                        <a:pt x="522" y="727"/>
                      </a:cubicBezTo>
                      <a:cubicBezTo>
                        <a:pt x="522" y="727"/>
                        <a:pt x="521" y="727"/>
                        <a:pt x="521" y="727"/>
                      </a:cubicBezTo>
                      <a:cubicBezTo>
                        <a:pt x="521" y="727"/>
                        <a:pt x="521" y="727"/>
                        <a:pt x="521" y="727"/>
                      </a:cubicBezTo>
                      <a:cubicBezTo>
                        <a:pt x="522" y="726"/>
                        <a:pt x="522" y="727"/>
                        <a:pt x="522" y="727"/>
                      </a:cubicBezTo>
                      <a:cubicBezTo>
                        <a:pt x="522" y="727"/>
                        <a:pt x="522" y="727"/>
                        <a:pt x="522" y="727"/>
                      </a:cubicBezTo>
                      <a:cubicBezTo>
                        <a:pt x="522" y="727"/>
                        <a:pt x="523" y="727"/>
                        <a:pt x="523" y="727"/>
                      </a:cubicBezTo>
                      <a:cubicBezTo>
                        <a:pt x="523" y="727"/>
                        <a:pt x="523" y="728"/>
                        <a:pt x="523" y="728"/>
                      </a:cubicBezTo>
                      <a:cubicBezTo>
                        <a:pt x="523" y="728"/>
                        <a:pt x="523" y="728"/>
                        <a:pt x="523" y="728"/>
                      </a:cubicBezTo>
                      <a:cubicBezTo>
                        <a:pt x="523" y="728"/>
                        <a:pt x="523" y="728"/>
                        <a:pt x="522" y="728"/>
                      </a:cubicBezTo>
                      <a:cubicBezTo>
                        <a:pt x="523" y="728"/>
                        <a:pt x="523" y="728"/>
                        <a:pt x="523" y="728"/>
                      </a:cubicBezTo>
                      <a:cubicBezTo>
                        <a:pt x="523" y="729"/>
                        <a:pt x="524" y="729"/>
                        <a:pt x="524" y="729"/>
                      </a:cubicBezTo>
                      <a:cubicBezTo>
                        <a:pt x="525" y="729"/>
                        <a:pt x="526" y="729"/>
                        <a:pt x="526" y="729"/>
                      </a:cubicBezTo>
                      <a:cubicBezTo>
                        <a:pt x="526" y="729"/>
                        <a:pt x="526" y="729"/>
                        <a:pt x="526" y="729"/>
                      </a:cubicBezTo>
                      <a:cubicBezTo>
                        <a:pt x="526" y="728"/>
                        <a:pt x="526" y="728"/>
                        <a:pt x="526" y="728"/>
                      </a:cubicBezTo>
                      <a:cubicBezTo>
                        <a:pt x="526" y="727"/>
                        <a:pt x="526" y="728"/>
                        <a:pt x="526" y="727"/>
                      </a:cubicBezTo>
                      <a:cubicBezTo>
                        <a:pt x="526" y="727"/>
                        <a:pt x="526" y="727"/>
                        <a:pt x="526" y="727"/>
                      </a:cubicBezTo>
                      <a:cubicBezTo>
                        <a:pt x="526" y="727"/>
                        <a:pt x="526" y="727"/>
                        <a:pt x="526" y="727"/>
                      </a:cubicBezTo>
                      <a:cubicBezTo>
                        <a:pt x="527" y="727"/>
                        <a:pt x="527" y="726"/>
                        <a:pt x="527" y="726"/>
                      </a:cubicBezTo>
                      <a:cubicBezTo>
                        <a:pt x="527" y="725"/>
                        <a:pt x="527" y="725"/>
                        <a:pt x="528" y="725"/>
                      </a:cubicBezTo>
                      <a:cubicBezTo>
                        <a:pt x="528" y="725"/>
                        <a:pt x="528" y="725"/>
                        <a:pt x="529" y="725"/>
                      </a:cubicBezTo>
                      <a:cubicBezTo>
                        <a:pt x="529" y="725"/>
                        <a:pt x="529" y="725"/>
                        <a:pt x="529" y="725"/>
                      </a:cubicBezTo>
                      <a:cubicBezTo>
                        <a:pt x="529" y="725"/>
                        <a:pt x="529" y="725"/>
                        <a:pt x="529" y="724"/>
                      </a:cubicBezTo>
                      <a:close/>
                      <a:moveTo>
                        <a:pt x="487" y="564"/>
                      </a:moveTo>
                      <a:cubicBezTo>
                        <a:pt x="487" y="564"/>
                        <a:pt x="487" y="564"/>
                        <a:pt x="487" y="563"/>
                      </a:cubicBezTo>
                      <a:cubicBezTo>
                        <a:pt x="488" y="563"/>
                        <a:pt x="488" y="563"/>
                        <a:pt x="488" y="563"/>
                      </a:cubicBezTo>
                      <a:cubicBezTo>
                        <a:pt x="489" y="563"/>
                        <a:pt x="489" y="563"/>
                        <a:pt x="489" y="563"/>
                      </a:cubicBezTo>
                      <a:cubicBezTo>
                        <a:pt x="489" y="563"/>
                        <a:pt x="489" y="563"/>
                        <a:pt x="489" y="563"/>
                      </a:cubicBezTo>
                      <a:cubicBezTo>
                        <a:pt x="489" y="564"/>
                        <a:pt x="490" y="564"/>
                        <a:pt x="490" y="565"/>
                      </a:cubicBezTo>
                      <a:cubicBezTo>
                        <a:pt x="490" y="565"/>
                        <a:pt x="490" y="565"/>
                        <a:pt x="490" y="565"/>
                      </a:cubicBezTo>
                      <a:cubicBezTo>
                        <a:pt x="490" y="565"/>
                        <a:pt x="490" y="565"/>
                        <a:pt x="490" y="565"/>
                      </a:cubicBezTo>
                      <a:cubicBezTo>
                        <a:pt x="490" y="566"/>
                        <a:pt x="490" y="566"/>
                        <a:pt x="490" y="566"/>
                      </a:cubicBezTo>
                      <a:cubicBezTo>
                        <a:pt x="490" y="566"/>
                        <a:pt x="489" y="567"/>
                        <a:pt x="489" y="567"/>
                      </a:cubicBezTo>
                      <a:cubicBezTo>
                        <a:pt x="490" y="567"/>
                        <a:pt x="490" y="567"/>
                        <a:pt x="490" y="567"/>
                      </a:cubicBezTo>
                      <a:cubicBezTo>
                        <a:pt x="489" y="567"/>
                        <a:pt x="489" y="567"/>
                        <a:pt x="489" y="567"/>
                      </a:cubicBezTo>
                      <a:cubicBezTo>
                        <a:pt x="489" y="567"/>
                        <a:pt x="489" y="567"/>
                        <a:pt x="489" y="567"/>
                      </a:cubicBezTo>
                      <a:cubicBezTo>
                        <a:pt x="489" y="567"/>
                        <a:pt x="488" y="567"/>
                        <a:pt x="488" y="568"/>
                      </a:cubicBezTo>
                      <a:cubicBezTo>
                        <a:pt x="488" y="568"/>
                        <a:pt x="488" y="568"/>
                        <a:pt x="488" y="568"/>
                      </a:cubicBezTo>
                      <a:cubicBezTo>
                        <a:pt x="487" y="568"/>
                        <a:pt x="487" y="568"/>
                        <a:pt x="487" y="569"/>
                      </a:cubicBezTo>
                      <a:cubicBezTo>
                        <a:pt x="487" y="569"/>
                        <a:pt x="487" y="568"/>
                        <a:pt x="486" y="568"/>
                      </a:cubicBezTo>
                      <a:cubicBezTo>
                        <a:pt x="486" y="568"/>
                        <a:pt x="486" y="568"/>
                        <a:pt x="486" y="567"/>
                      </a:cubicBezTo>
                      <a:cubicBezTo>
                        <a:pt x="486" y="567"/>
                        <a:pt x="486" y="567"/>
                        <a:pt x="486" y="567"/>
                      </a:cubicBezTo>
                      <a:cubicBezTo>
                        <a:pt x="486" y="566"/>
                        <a:pt x="487" y="566"/>
                        <a:pt x="487" y="566"/>
                      </a:cubicBezTo>
                      <a:cubicBezTo>
                        <a:pt x="487" y="566"/>
                        <a:pt x="487" y="565"/>
                        <a:pt x="487" y="565"/>
                      </a:cubicBezTo>
                      <a:cubicBezTo>
                        <a:pt x="487" y="564"/>
                        <a:pt x="487" y="564"/>
                        <a:pt x="487" y="564"/>
                      </a:cubicBezTo>
                      <a:close/>
                      <a:moveTo>
                        <a:pt x="512" y="565"/>
                      </a:moveTo>
                      <a:cubicBezTo>
                        <a:pt x="512" y="565"/>
                        <a:pt x="512" y="565"/>
                        <a:pt x="512" y="565"/>
                      </a:cubicBezTo>
                      <a:cubicBezTo>
                        <a:pt x="512" y="565"/>
                        <a:pt x="512" y="566"/>
                        <a:pt x="513" y="566"/>
                      </a:cubicBezTo>
                      <a:cubicBezTo>
                        <a:pt x="513" y="566"/>
                        <a:pt x="513" y="567"/>
                        <a:pt x="513" y="567"/>
                      </a:cubicBezTo>
                      <a:cubicBezTo>
                        <a:pt x="513" y="567"/>
                        <a:pt x="512" y="567"/>
                        <a:pt x="512" y="567"/>
                      </a:cubicBezTo>
                      <a:cubicBezTo>
                        <a:pt x="512" y="567"/>
                        <a:pt x="512" y="567"/>
                        <a:pt x="512" y="567"/>
                      </a:cubicBezTo>
                      <a:cubicBezTo>
                        <a:pt x="512" y="567"/>
                        <a:pt x="511" y="566"/>
                        <a:pt x="511" y="566"/>
                      </a:cubicBezTo>
                      <a:cubicBezTo>
                        <a:pt x="511" y="566"/>
                        <a:pt x="511" y="566"/>
                        <a:pt x="510" y="566"/>
                      </a:cubicBezTo>
                      <a:cubicBezTo>
                        <a:pt x="510" y="565"/>
                        <a:pt x="510" y="565"/>
                        <a:pt x="510" y="565"/>
                      </a:cubicBezTo>
                      <a:cubicBezTo>
                        <a:pt x="510" y="565"/>
                        <a:pt x="510" y="565"/>
                        <a:pt x="510" y="565"/>
                      </a:cubicBezTo>
                      <a:cubicBezTo>
                        <a:pt x="510" y="565"/>
                        <a:pt x="510" y="565"/>
                        <a:pt x="510" y="565"/>
                      </a:cubicBezTo>
                      <a:cubicBezTo>
                        <a:pt x="510" y="565"/>
                        <a:pt x="510" y="565"/>
                        <a:pt x="510" y="565"/>
                      </a:cubicBezTo>
                      <a:cubicBezTo>
                        <a:pt x="510" y="564"/>
                        <a:pt x="510" y="564"/>
                        <a:pt x="511" y="564"/>
                      </a:cubicBezTo>
                      <a:cubicBezTo>
                        <a:pt x="511" y="564"/>
                        <a:pt x="511" y="564"/>
                        <a:pt x="511" y="565"/>
                      </a:cubicBezTo>
                      <a:cubicBezTo>
                        <a:pt x="511" y="565"/>
                        <a:pt x="512" y="565"/>
                        <a:pt x="512" y="565"/>
                      </a:cubicBezTo>
                      <a:close/>
                      <a:moveTo>
                        <a:pt x="395" y="657"/>
                      </a:moveTo>
                      <a:cubicBezTo>
                        <a:pt x="395" y="656"/>
                        <a:pt x="395" y="656"/>
                        <a:pt x="395" y="656"/>
                      </a:cubicBezTo>
                      <a:cubicBezTo>
                        <a:pt x="395" y="656"/>
                        <a:pt x="395" y="656"/>
                        <a:pt x="395" y="656"/>
                      </a:cubicBezTo>
                      <a:cubicBezTo>
                        <a:pt x="395" y="656"/>
                        <a:pt x="396" y="655"/>
                        <a:pt x="396" y="655"/>
                      </a:cubicBezTo>
                      <a:cubicBezTo>
                        <a:pt x="397" y="654"/>
                        <a:pt x="398" y="654"/>
                        <a:pt x="399" y="654"/>
                      </a:cubicBezTo>
                      <a:cubicBezTo>
                        <a:pt x="400" y="654"/>
                        <a:pt x="400" y="654"/>
                        <a:pt x="401" y="654"/>
                      </a:cubicBezTo>
                      <a:cubicBezTo>
                        <a:pt x="402" y="654"/>
                        <a:pt x="402" y="655"/>
                        <a:pt x="403" y="655"/>
                      </a:cubicBezTo>
                      <a:cubicBezTo>
                        <a:pt x="403" y="656"/>
                        <a:pt x="403" y="656"/>
                        <a:pt x="404" y="657"/>
                      </a:cubicBezTo>
                      <a:cubicBezTo>
                        <a:pt x="404" y="658"/>
                        <a:pt x="405" y="659"/>
                        <a:pt x="404" y="660"/>
                      </a:cubicBezTo>
                      <a:cubicBezTo>
                        <a:pt x="404" y="660"/>
                        <a:pt x="404" y="660"/>
                        <a:pt x="404" y="660"/>
                      </a:cubicBezTo>
                      <a:cubicBezTo>
                        <a:pt x="404" y="660"/>
                        <a:pt x="404" y="660"/>
                        <a:pt x="404" y="660"/>
                      </a:cubicBezTo>
                      <a:cubicBezTo>
                        <a:pt x="404" y="660"/>
                        <a:pt x="403" y="660"/>
                        <a:pt x="403" y="660"/>
                      </a:cubicBezTo>
                      <a:cubicBezTo>
                        <a:pt x="402" y="659"/>
                        <a:pt x="401" y="659"/>
                        <a:pt x="401" y="659"/>
                      </a:cubicBezTo>
                      <a:cubicBezTo>
                        <a:pt x="400" y="659"/>
                        <a:pt x="400" y="658"/>
                        <a:pt x="399" y="658"/>
                      </a:cubicBezTo>
                      <a:cubicBezTo>
                        <a:pt x="399" y="658"/>
                        <a:pt x="398" y="658"/>
                        <a:pt x="398" y="658"/>
                      </a:cubicBezTo>
                      <a:cubicBezTo>
                        <a:pt x="397" y="658"/>
                        <a:pt x="397" y="657"/>
                        <a:pt x="396" y="657"/>
                      </a:cubicBezTo>
                      <a:cubicBezTo>
                        <a:pt x="396" y="657"/>
                        <a:pt x="395" y="657"/>
                        <a:pt x="395" y="657"/>
                      </a:cubicBezTo>
                      <a:close/>
                      <a:moveTo>
                        <a:pt x="414" y="667"/>
                      </a:moveTo>
                      <a:cubicBezTo>
                        <a:pt x="414" y="667"/>
                        <a:pt x="413" y="667"/>
                        <a:pt x="413" y="667"/>
                      </a:cubicBezTo>
                      <a:cubicBezTo>
                        <a:pt x="413" y="667"/>
                        <a:pt x="413" y="667"/>
                        <a:pt x="413" y="668"/>
                      </a:cubicBezTo>
                      <a:cubicBezTo>
                        <a:pt x="413" y="668"/>
                        <a:pt x="413" y="668"/>
                        <a:pt x="413" y="668"/>
                      </a:cubicBezTo>
                      <a:cubicBezTo>
                        <a:pt x="413" y="668"/>
                        <a:pt x="413" y="668"/>
                        <a:pt x="413" y="668"/>
                      </a:cubicBezTo>
                      <a:cubicBezTo>
                        <a:pt x="413" y="668"/>
                        <a:pt x="413" y="668"/>
                        <a:pt x="413" y="668"/>
                      </a:cubicBezTo>
                      <a:cubicBezTo>
                        <a:pt x="412" y="668"/>
                        <a:pt x="412" y="668"/>
                        <a:pt x="411" y="668"/>
                      </a:cubicBezTo>
                      <a:cubicBezTo>
                        <a:pt x="411" y="668"/>
                        <a:pt x="411" y="668"/>
                        <a:pt x="411" y="668"/>
                      </a:cubicBezTo>
                      <a:cubicBezTo>
                        <a:pt x="411" y="668"/>
                        <a:pt x="411" y="668"/>
                        <a:pt x="411" y="668"/>
                      </a:cubicBezTo>
                      <a:cubicBezTo>
                        <a:pt x="411" y="668"/>
                        <a:pt x="411" y="668"/>
                        <a:pt x="411" y="668"/>
                      </a:cubicBezTo>
                      <a:cubicBezTo>
                        <a:pt x="411" y="668"/>
                        <a:pt x="411" y="668"/>
                        <a:pt x="411" y="668"/>
                      </a:cubicBezTo>
                      <a:cubicBezTo>
                        <a:pt x="411" y="668"/>
                        <a:pt x="411" y="667"/>
                        <a:pt x="411" y="667"/>
                      </a:cubicBezTo>
                      <a:cubicBezTo>
                        <a:pt x="411" y="667"/>
                        <a:pt x="411" y="667"/>
                        <a:pt x="411" y="667"/>
                      </a:cubicBezTo>
                      <a:cubicBezTo>
                        <a:pt x="411" y="667"/>
                        <a:pt x="412" y="667"/>
                        <a:pt x="412" y="667"/>
                      </a:cubicBezTo>
                      <a:cubicBezTo>
                        <a:pt x="412" y="667"/>
                        <a:pt x="412" y="667"/>
                        <a:pt x="412" y="667"/>
                      </a:cubicBezTo>
                      <a:cubicBezTo>
                        <a:pt x="413" y="667"/>
                        <a:pt x="413" y="666"/>
                        <a:pt x="413" y="666"/>
                      </a:cubicBezTo>
                      <a:cubicBezTo>
                        <a:pt x="413" y="666"/>
                        <a:pt x="413" y="666"/>
                        <a:pt x="413" y="666"/>
                      </a:cubicBezTo>
                      <a:cubicBezTo>
                        <a:pt x="413" y="666"/>
                        <a:pt x="413" y="666"/>
                        <a:pt x="413" y="667"/>
                      </a:cubicBezTo>
                      <a:cubicBezTo>
                        <a:pt x="414" y="667"/>
                        <a:pt x="414" y="667"/>
                        <a:pt x="414" y="667"/>
                      </a:cubicBezTo>
                      <a:close/>
                      <a:moveTo>
                        <a:pt x="241" y="438"/>
                      </a:moveTo>
                      <a:cubicBezTo>
                        <a:pt x="241" y="438"/>
                        <a:pt x="241" y="438"/>
                        <a:pt x="241" y="438"/>
                      </a:cubicBezTo>
                      <a:cubicBezTo>
                        <a:pt x="242" y="438"/>
                        <a:pt x="242" y="437"/>
                        <a:pt x="242" y="437"/>
                      </a:cubicBezTo>
                      <a:cubicBezTo>
                        <a:pt x="243" y="437"/>
                        <a:pt x="243" y="437"/>
                        <a:pt x="243" y="437"/>
                      </a:cubicBezTo>
                      <a:cubicBezTo>
                        <a:pt x="244" y="437"/>
                        <a:pt x="244" y="437"/>
                        <a:pt x="244" y="438"/>
                      </a:cubicBezTo>
                      <a:cubicBezTo>
                        <a:pt x="244" y="438"/>
                        <a:pt x="244" y="438"/>
                        <a:pt x="244" y="438"/>
                      </a:cubicBezTo>
                      <a:cubicBezTo>
                        <a:pt x="245" y="438"/>
                        <a:pt x="245" y="438"/>
                        <a:pt x="245" y="439"/>
                      </a:cubicBezTo>
                      <a:cubicBezTo>
                        <a:pt x="245" y="439"/>
                        <a:pt x="245" y="439"/>
                        <a:pt x="245" y="439"/>
                      </a:cubicBezTo>
                      <a:cubicBezTo>
                        <a:pt x="245" y="439"/>
                        <a:pt x="245" y="439"/>
                        <a:pt x="245" y="439"/>
                      </a:cubicBezTo>
                      <a:cubicBezTo>
                        <a:pt x="246" y="439"/>
                        <a:pt x="246" y="439"/>
                        <a:pt x="246" y="439"/>
                      </a:cubicBezTo>
                      <a:cubicBezTo>
                        <a:pt x="246" y="439"/>
                        <a:pt x="246" y="440"/>
                        <a:pt x="246" y="440"/>
                      </a:cubicBezTo>
                      <a:cubicBezTo>
                        <a:pt x="245" y="440"/>
                        <a:pt x="245" y="440"/>
                        <a:pt x="245" y="440"/>
                      </a:cubicBezTo>
                      <a:cubicBezTo>
                        <a:pt x="245" y="440"/>
                        <a:pt x="245" y="441"/>
                        <a:pt x="245" y="441"/>
                      </a:cubicBezTo>
                      <a:cubicBezTo>
                        <a:pt x="245" y="441"/>
                        <a:pt x="245" y="441"/>
                        <a:pt x="245" y="441"/>
                      </a:cubicBezTo>
                      <a:cubicBezTo>
                        <a:pt x="244" y="441"/>
                        <a:pt x="244" y="441"/>
                        <a:pt x="244" y="441"/>
                      </a:cubicBezTo>
                      <a:cubicBezTo>
                        <a:pt x="244" y="441"/>
                        <a:pt x="243" y="441"/>
                        <a:pt x="243" y="441"/>
                      </a:cubicBezTo>
                      <a:cubicBezTo>
                        <a:pt x="243" y="440"/>
                        <a:pt x="243" y="440"/>
                        <a:pt x="243" y="440"/>
                      </a:cubicBezTo>
                      <a:cubicBezTo>
                        <a:pt x="243" y="440"/>
                        <a:pt x="242" y="440"/>
                        <a:pt x="242" y="439"/>
                      </a:cubicBezTo>
                      <a:cubicBezTo>
                        <a:pt x="241" y="439"/>
                        <a:pt x="241" y="439"/>
                        <a:pt x="241" y="439"/>
                      </a:cubicBezTo>
                      <a:cubicBezTo>
                        <a:pt x="241" y="439"/>
                        <a:pt x="241" y="439"/>
                        <a:pt x="241" y="438"/>
                      </a:cubicBezTo>
                      <a:cubicBezTo>
                        <a:pt x="241" y="438"/>
                        <a:pt x="241" y="438"/>
                        <a:pt x="241" y="439"/>
                      </a:cubicBezTo>
                      <a:cubicBezTo>
                        <a:pt x="241" y="438"/>
                        <a:pt x="241" y="438"/>
                        <a:pt x="241" y="438"/>
                      </a:cubicBezTo>
                      <a:close/>
                      <a:moveTo>
                        <a:pt x="222" y="465"/>
                      </a:moveTo>
                      <a:cubicBezTo>
                        <a:pt x="222" y="465"/>
                        <a:pt x="223" y="465"/>
                        <a:pt x="223" y="465"/>
                      </a:cubicBezTo>
                      <a:cubicBezTo>
                        <a:pt x="223" y="465"/>
                        <a:pt x="223" y="465"/>
                        <a:pt x="223" y="466"/>
                      </a:cubicBezTo>
                      <a:cubicBezTo>
                        <a:pt x="223" y="466"/>
                        <a:pt x="223" y="466"/>
                        <a:pt x="223" y="466"/>
                      </a:cubicBezTo>
                      <a:cubicBezTo>
                        <a:pt x="223" y="466"/>
                        <a:pt x="223" y="466"/>
                        <a:pt x="223" y="466"/>
                      </a:cubicBezTo>
                      <a:cubicBezTo>
                        <a:pt x="224" y="466"/>
                        <a:pt x="224" y="466"/>
                        <a:pt x="224" y="466"/>
                      </a:cubicBezTo>
                      <a:cubicBezTo>
                        <a:pt x="224" y="466"/>
                        <a:pt x="224" y="466"/>
                        <a:pt x="224" y="466"/>
                      </a:cubicBezTo>
                      <a:cubicBezTo>
                        <a:pt x="224" y="466"/>
                        <a:pt x="224" y="465"/>
                        <a:pt x="224" y="465"/>
                      </a:cubicBezTo>
                      <a:cubicBezTo>
                        <a:pt x="224" y="465"/>
                        <a:pt x="224" y="465"/>
                        <a:pt x="224" y="465"/>
                      </a:cubicBezTo>
                      <a:cubicBezTo>
                        <a:pt x="224" y="465"/>
                        <a:pt x="224" y="465"/>
                        <a:pt x="224" y="465"/>
                      </a:cubicBezTo>
                      <a:cubicBezTo>
                        <a:pt x="224" y="465"/>
                        <a:pt x="224" y="465"/>
                        <a:pt x="224" y="465"/>
                      </a:cubicBezTo>
                      <a:cubicBezTo>
                        <a:pt x="224" y="465"/>
                        <a:pt x="224" y="464"/>
                        <a:pt x="224" y="464"/>
                      </a:cubicBezTo>
                      <a:cubicBezTo>
                        <a:pt x="224" y="464"/>
                        <a:pt x="224" y="464"/>
                        <a:pt x="224" y="464"/>
                      </a:cubicBezTo>
                      <a:cubicBezTo>
                        <a:pt x="224" y="464"/>
                        <a:pt x="224" y="464"/>
                        <a:pt x="224" y="464"/>
                      </a:cubicBezTo>
                      <a:cubicBezTo>
                        <a:pt x="224" y="465"/>
                        <a:pt x="224" y="465"/>
                        <a:pt x="225" y="465"/>
                      </a:cubicBezTo>
                      <a:cubicBezTo>
                        <a:pt x="225" y="465"/>
                        <a:pt x="225" y="465"/>
                        <a:pt x="225" y="465"/>
                      </a:cubicBezTo>
                      <a:cubicBezTo>
                        <a:pt x="225" y="465"/>
                        <a:pt x="225" y="465"/>
                        <a:pt x="225" y="465"/>
                      </a:cubicBezTo>
                      <a:cubicBezTo>
                        <a:pt x="225" y="466"/>
                        <a:pt x="225" y="466"/>
                        <a:pt x="225" y="466"/>
                      </a:cubicBezTo>
                      <a:cubicBezTo>
                        <a:pt x="224" y="466"/>
                        <a:pt x="224" y="467"/>
                        <a:pt x="224" y="467"/>
                      </a:cubicBezTo>
                      <a:cubicBezTo>
                        <a:pt x="224" y="467"/>
                        <a:pt x="224" y="467"/>
                        <a:pt x="224" y="467"/>
                      </a:cubicBezTo>
                      <a:cubicBezTo>
                        <a:pt x="224" y="467"/>
                        <a:pt x="224" y="467"/>
                        <a:pt x="224" y="467"/>
                      </a:cubicBezTo>
                      <a:cubicBezTo>
                        <a:pt x="224" y="467"/>
                        <a:pt x="224" y="467"/>
                        <a:pt x="224" y="467"/>
                      </a:cubicBezTo>
                      <a:cubicBezTo>
                        <a:pt x="224" y="467"/>
                        <a:pt x="224" y="467"/>
                        <a:pt x="223" y="467"/>
                      </a:cubicBezTo>
                      <a:cubicBezTo>
                        <a:pt x="223" y="467"/>
                        <a:pt x="223" y="467"/>
                        <a:pt x="223" y="467"/>
                      </a:cubicBezTo>
                      <a:cubicBezTo>
                        <a:pt x="223" y="467"/>
                        <a:pt x="223" y="466"/>
                        <a:pt x="223" y="466"/>
                      </a:cubicBezTo>
                      <a:cubicBezTo>
                        <a:pt x="223" y="466"/>
                        <a:pt x="223" y="466"/>
                        <a:pt x="223" y="466"/>
                      </a:cubicBezTo>
                      <a:cubicBezTo>
                        <a:pt x="223" y="466"/>
                        <a:pt x="223" y="466"/>
                        <a:pt x="223" y="466"/>
                      </a:cubicBezTo>
                      <a:cubicBezTo>
                        <a:pt x="223" y="466"/>
                        <a:pt x="223" y="466"/>
                        <a:pt x="223" y="466"/>
                      </a:cubicBezTo>
                      <a:cubicBezTo>
                        <a:pt x="223" y="467"/>
                        <a:pt x="223" y="467"/>
                        <a:pt x="223" y="467"/>
                      </a:cubicBezTo>
                      <a:cubicBezTo>
                        <a:pt x="223" y="467"/>
                        <a:pt x="223" y="467"/>
                        <a:pt x="223" y="467"/>
                      </a:cubicBezTo>
                      <a:cubicBezTo>
                        <a:pt x="222" y="467"/>
                        <a:pt x="222" y="467"/>
                        <a:pt x="222" y="467"/>
                      </a:cubicBezTo>
                      <a:cubicBezTo>
                        <a:pt x="222" y="467"/>
                        <a:pt x="222" y="467"/>
                        <a:pt x="222" y="467"/>
                      </a:cubicBezTo>
                      <a:cubicBezTo>
                        <a:pt x="222" y="467"/>
                        <a:pt x="222" y="467"/>
                        <a:pt x="222" y="467"/>
                      </a:cubicBezTo>
                      <a:cubicBezTo>
                        <a:pt x="222" y="466"/>
                        <a:pt x="222" y="466"/>
                        <a:pt x="222" y="466"/>
                      </a:cubicBezTo>
                      <a:cubicBezTo>
                        <a:pt x="222" y="466"/>
                        <a:pt x="222" y="465"/>
                        <a:pt x="222" y="465"/>
                      </a:cubicBezTo>
                      <a:cubicBezTo>
                        <a:pt x="222" y="465"/>
                        <a:pt x="222" y="465"/>
                        <a:pt x="222" y="465"/>
                      </a:cubicBezTo>
                      <a:close/>
                      <a:moveTo>
                        <a:pt x="222" y="459"/>
                      </a:moveTo>
                      <a:cubicBezTo>
                        <a:pt x="222" y="459"/>
                        <a:pt x="222" y="459"/>
                        <a:pt x="222" y="459"/>
                      </a:cubicBezTo>
                      <a:cubicBezTo>
                        <a:pt x="222" y="459"/>
                        <a:pt x="222" y="459"/>
                        <a:pt x="222" y="459"/>
                      </a:cubicBezTo>
                      <a:cubicBezTo>
                        <a:pt x="222" y="459"/>
                        <a:pt x="222" y="460"/>
                        <a:pt x="222" y="460"/>
                      </a:cubicBezTo>
                      <a:cubicBezTo>
                        <a:pt x="222" y="460"/>
                        <a:pt x="222" y="460"/>
                        <a:pt x="222" y="460"/>
                      </a:cubicBezTo>
                      <a:cubicBezTo>
                        <a:pt x="222" y="460"/>
                        <a:pt x="222" y="460"/>
                        <a:pt x="222" y="460"/>
                      </a:cubicBezTo>
                      <a:cubicBezTo>
                        <a:pt x="221" y="460"/>
                        <a:pt x="222" y="459"/>
                        <a:pt x="221" y="459"/>
                      </a:cubicBezTo>
                      <a:cubicBezTo>
                        <a:pt x="221" y="459"/>
                        <a:pt x="221" y="459"/>
                        <a:pt x="221" y="459"/>
                      </a:cubicBezTo>
                      <a:cubicBezTo>
                        <a:pt x="221" y="459"/>
                        <a:pt x="221" y="459"/>
                        <a:pt x="221" y="459"/>
                      </a:cubicBezTo>
                      <a:cubicBezTo>
                        <a:pt x="221" y="459"/>
                        <a:pt x="221" y="459"/>
                        <a:pt x="221" y="459"/>
                      </a:cubicBezTo>
                      <a:cubicBezTo>
                        <a:pt x="221" y="459"/>
                        <a:pt x="221" y="458"/>
                        <a:pt x="221" y="458"/>
                      </a:cubicBezTo>
                      <a:cubicBezTo>
                        <a:pt x="221" y="458"/>
                        <a:pt x="221" y="458"/>
                        <a:pt x="221" y="458"/>
                      </a:cubicBezTo>
                      <a:cubicBezTo>
                        <a:pt x="221" y="458"/>
                        <a:pt x="221" y="458"/>
                        <a:pt x="221" y="458"/>
                      </a:cubicBezTo>
                      <a:cubicBezTo>
                        <a:pt x="221" y="458"/>
                        <a:pt x="221" y="458"/>
                        <a:pt x="221" y="458"/>
                      </a:cubicBezTo>
                      <a:cubicBezTo>
                        <a:pt x="221" y="458"/>
                        <a:pt x="222" y="458"/>
                        <a:pt x="222" y="458"/>
                      </a:cubicBezTo>
                      <a:cubicBezTo>
                        <a:pt x="222" y="458"/>
                        <a:pt x="222" y="458"/>
                        <a:pt x="222" y="457"/>
                      </a:cubicBezTo>
                      <a:cubicBezTo>
                        <a:pt x="222" y="457"/>
                        <a:pt x="222" y="457"/>
                        <a:pt x="222" y="457"/>
                      </a:cubicBezTo>
                      <a:cubicBezTo>
                        <a:pt x="222" y="457"/>
                        <a:pt x="222" y="457"/>
                        <a:pt x="222" y="457"/>
                      </a:cubicBezTo>
                      <a:cubicBezTo>
                        <a:pt x="222" y="457"/>
                        <a:pt x="222" y="458"/>
                        <a:pt x="222" y="458"/>
                      </a:cubicBezTo>
                      <a:cubicBezTo>
                        <a:pt x="222" y="458"/>
                        <a:pt x="222" y="458"/>
                        <a:pt x="222" y="458"/>
                      </a:cubicBezTo>
                      <a:cubicBezTo>
                        <a:pt x="222" y="458"/>
                        <a:pt x="222" y="459"/>
                        <a:pt x="222" y="459"/>
                      </a:cubicBezTo>
                      <a:close/>
                      <a:moveTo>
                        <a:pt x="222" y="454"/>
                      </a:moveTo>
                      <a:cubicBezTo>
                        <a:pt x="222" y="454"/>
                        <a:pt x="222" y="455"/>
                        <a:pt x="222" y="455"/>
                      </a:cubicBezTo>
                      <a:cubicBezTo>
                        <a:pt x="222" y="455"/>
                        <a:pt x="222" y="455"/>
                        <a:pt x="222" y="455"/>
                      </a:cubicBezTo>
                      <a:cubicBezTo>
                        <a:pt x="222" y="455"/>
                        <a:pt x="222" y="455"/>
                        <a:pt x="222" y="455"/>
                      </a:cubicBezTo>
                      <a:cubicBezTo>
                        <a:pt x="222" y="455"/>
                        <a:pt x="222" y="456"/>
                        <a:pt x="222" y="456"/>
                      </a:cubicBezTo>
                      <a:cubicBezTo>
                        <a:pt x="222" y="456"/>
                        <a:pt x="222" y="456"/>
                        <a:pt x="222" y="456"/>
                      </a:cubicBezTo>
                      <a:cubicBezTo>
                        <a:pt x="221" y="456"/>
                        <a:pt x="221" y="456"/>
                        <a:pt x="221" y="456"/>
                      </a:cubicBezTo>
                      <a:cubicBezTo>
                        <a:pt x="221" y="456"/>
                        <a:pt x="221" y="456"/>
                        <a:pt x="221" y="456"/>
                      </a:cubicBezTo>
                      <a:cubicBezTo>
                        <a:pt x="221" y="456"/>
                        <a:pt x="221" y="456"/>
                        <a:pt x="221" y="456"/>
                      </a:cubicBezTo>
                      <a:cubicBezTo>
                        <a:pt x="221" y="456"/>
                        <a:pt x="221" y="456"/>
                        <a:pt x="221" y="456"/>
                      </a:cubicBezTo>
                      <a:cubicBezTo>
                        <a:pt x="221" y="457"/>
                        <a:pt x="221" y="457"/>
                        <a:pt x="221" y="457"/>
                      </a:cubicBezTo>
                      <a:cubicBezTo>
                        <a:pt x="221" y="457"/>
                        <a:pt x="221" y="457"/>
                        <a:pt x="221" y="457"/>
                      </a:cubicBezTo>
                      <a:cubicBezTo>
                        <a:pt x="221" y="457"/>
                        <a:pt x="221" y="457"/>
                        <a:pt x="221" y="457"/>
                      </a:cubicBezTo>
                      <a:cubicBezTo>
                        <a:pt x="221" y="457"/>
                        <a:pt x="221" y="458"/>
                        <a:pt x="221" y="458"/>
                      </a:cubicBezTo>
                      <a:cubicBezTo>
                        <a:pt x="221" y="458"/>
                        <a:pt x="220" y="458"/>
                        <a:pt x="220" y="458"/>
                      </a:cubicBezTo>
                      <a:cubicBezTo>
                        <a:pt x="220" y="458"/>
                        <a:pt x="220" y="457"/>
                        <a:pt x="220" y="457"/>
                      </a:cubicBezTo>
                      <a:cubicBezTo>
                        <a:pt x="220" y="457"/>
                        <a:pt x="220" y="457"/>
                        <a:pt x="220" y="457"/>
                      </a:cubicBezTo>
                      <a:cubicBezTo>
                        <a:pt x="220" y="457"/>
                        <a:pt x="220" y="457"/>
                        <a:pt x="220" y="457"/>
                      </a:cubicBezTo>
                      <a:cubicBezTo>
                        <a:pt x="220" y="457"/>
                        <a:pt x="220" y="457"/>
                        <a:pt x="220" y="457"/>
                      </a:cubicBezTo>
                      <a:cubicBezTo>
                        <a:pt x="220" y="457"/>
                        <a:pt x="220" y="457"/>
                        <a:pt x="220" y="457"/>
                      </a:cubicBezTo>
                      <a:cubicBezTo>
                        <a:pt x="220" y="456"/>
                        <a:pt x="220" y="456"/>
                        <a:pt x="220" y="456"/>
                      </a:cubicBezTo>
                      <a:cubicBezTo>
                        <a:pt x="220" y="456"/>
                        <a:pt x="220" y="456"/>
                        <a:pt x="220" y="456"/>
                      </a:cubicBezTo>
                      <a:cubicBezTo>
                        <a:pt x="220" y="456"/>
                        <a:pt x="220" y="456"/>
                        <a:pt x="220" y="456"/>
                      </a:cubicBezTo>
                      <a:cubicBezTo>
                        <a:pt x="221" y="456"/>
                        <a:pt x="221" y="456"/>
                        <a:pt x="221" y="456"/>
                      </a:cubicBezTo>
                      <a:cubicBezTo>
                        <a:pt x="221" y="456"/>
                        <a:pt x="221" y="455"/>
                        <a:pt x="221" y="455"/>
                      </a:cubicBezTo>
                      <a:cubicBezTo>
                        <a:pt x="221" y="455"/>
                        <a:pt x="221" y="455"/>
                        <a:pt x="221" y="454"/>
                      </a:cubicBezTo>
                      <a:cubicBezTo>
                        <a:pt x="221" y="454"/>
                        <a:pt x="221" y="454"/>
                        <a:pt x="221" y="454"/>
                      </a:cubicBezTo>
                      <a:cubicBezTo>
                        <a:pt x="221" y="454"/>
                        <a:pt x="221" y="454"/>
                        <a:pt x="221" y="454"/>
                      </a:cubicBezTo>
                      <a:cubicBezTo>
                        <a:pt x="221" y="454"/>
                        <a:pt x="222" y="454"/>
                        <a:pt x="222" y="454"/>
                      </a:cubicBezTo>
                      <a:close/>
                      <a:moveTo>
                        <a:pt x="219" y="457"/>
                      </a:moveTo>
                      <a:cubicBezTo>
                        <a:pt x="218" y="457"/>
                        <a:pt x="218" y="457"/>
                        <a:pt x="218" y="457"/>
                      </a:cubicBezTo>
                      <a:cubicBezTo>
                        <a:pt x="218" y="456"/>
                        <a:pt x="218" y="456"/>
                        <a:pt x="218" y="456"/>
                      </a:cubicBezTo>
                      <a:cubicBezTo>
                        <a:pt x="218" y="456"/>
                        <a:pt x="218" y="456"/>
                        <a:pt x="218" y="456"/>
                      </a:cubicBezTo>
                      <a:cubicBezTo>
                        <a:pt x="218" y="456"/>
                        <a:pt x="218" y="456"/>
                        <a:pt x="219" y="456"/>
                      </a:cubicBezTo>
                      <a:cubicBezTo>
                        <a:pt x="219" y="456"/>
                        <a:pt x="219" y="456"/>
                        <a:pt x="219" y="456"/>
                      </a:cubicBezTo>
                      <a:cubicBezTo>
                        <a:pt x="219" y="456"/>
                        <a:pt x="219" y="456"/>
                        <a:pt x="219" y="456"/>
                      </a:cubicBezTo>
                      <a:cubicBezTo>
                        <a:pt x="219" y="456"/>
                        <a:pt x="219" y="456"/>
                        <a:pt x="219" y="456"/>
                      </a:cubicBezTo>
                      <a:cubicBezTo>
                        <a:pt x="219" y="456"/>
                        <a:pt x="219" y="456"/>
                        <a:pt x="219" y="456"/>
                      </a:cubicBezTo>
                      <a:cubicBezTo>
                        <a:pt x="219" y="456"/>
                        <a:pt x="219" y="456"/>
                        <a:pt x="219" y="456"/>
                      </a:cubicBezTo>
                      <a:cubicBezTo>
                        <a:pt x="219" y="456"/>
                        <a:pt x="219" y="456"/>
                        <a:pt x="219" y="456"/>
                      </a:cubicBezTo>
                      <a:cubicBezTo>
                        <a:pt x="219" y="456"/>
                        <a:pt x="219" y="456"/>
                        <a:pt x="219" y="456"/>
                      </a:cubicBezTo>
                      <a:cubicBezTo>
                        <a:pt x="219" y="456"/>
                        <a:pt x="220" y="456"/>
                        <a:pt x="220" y="456"/>
                      </a:cubicBezTo>
                      <a:cubicBezTo>
                        <a:pt x="220" y="456"/>
                        <a:pt x="219" y="456"/>
                        <a:pt x="219" y="457"/>
                      </a:cubicBezTo>
                      <a:cubicBezTo>
                        <a:pt x="219" y="457"/>
                        <a:pt x="219" y="457"/>
                        <a:pt x="219" y="457"/>
                      </a:cubicBezTo>
                      <a:cubicBezTo>
                        <a:pt x="219" y="457"/>
                        <a:pt x="219" y="457"/>
                        <a:pt x="219" y="457"/>
                      </a:cubicBezTo>
                      <a:cubicBezTo>
                        <a:pt x="219" y="457"/>
                        <a:pt x="219" y="457"/>
                        <a:pt x="219" y="457"/>
                      </a:cubicBezTo>
                      <a:cubicBezTo>
                        <a:pt x="219" y="457"/>
                        <a:pt x="219" y="457"/>
                        <a:pt x="219" y="457"/>
                      </a:cubicBezTo>
                      <a:cubicBezTo>
                        <a:pt x="219" y="457"/>
                        <a:pt x="219" y="457"/>
                        <a:pt x="219" y="457"/>
                      </a:cubicBezTo>
                      <a:cubicBezTo>
                        <a:pt x="219" y="457"/>
                        <a:pt x="219" y="457"/>
                        <a:pt x="219" y="457"/>
                      </a:cubicBezTo>
                      <a:cubicBezTo>
                        <a:pt x="219" y="457"/>
                        <a:pt x="219" y="457"/>
                        <a:pt x="219" y="457"/>
                      </a:cubicBezTo>
                      <a:close/>
                      <a:moveTo>
                        <a:pt x="221" y="448"/>
                      </a:moveTo>
                      <a:cubicBezTo>
                        <a:pt x="221" y="448"/>
                        <a:pt x="221" y="449"/>
                        <a:pt x="221" y="449"/>
                      </a:cubicBezTo>
                      <a:cubicBezTo>
                        <a:pt x="221" y="449"/>
                        <a:pt x="221" y="449"/>
                        <a:pt x="221" y="449"/>
                      </a:cubicBezTo>
                      <a:cubicBezTo>
                        <a:pt x="221" y="449"/>
                        <a:pt x="221" y="449"/>
                        <a:pt x="221" y="449"/>
                      </a:cubicBezTo>
                      <a:cubicBezTo>
                        <a:pt x="221" y="449"/>
                        <a:pt x="221" y="450"/>
                        <a:pt x="221" y="450"/>
                      </a:cubicBezTo>
                      <a:cubicBezTo>
                        <a:pt x="221" y="450"/>
                        <a:pt x="221" y="450"/>
                        <a:pt x="221" y="450"/>
                      </a:cubicBezTo>
                      <a:cubicBezTo>
                        <a:pt x="221" y="450"/>
                        <a:pt x="221" y="450"/>
                        <a:pt x="221" y="450"/>
                      </a:cubicBezTo>
                      <a:cubicBezTo>
                        <a:pt x="221" y="450"/>
                        <a:pt x="220" y="450"/>
                        <a:pt x="220" y="450"/>
                      </a:cubicBezTo>
                      <a:cubicBezTo>
                        <a:pt x="220" y="450"/>
                        <a:pt x="220" y="450"/>
                        <a:pt x="220" y="450"/>
                      </a:cubicBezTo>
                      <a:cubicBezTo>
                        <a:pt x="220" y="450"/>
                        <a:pt x="220" y="450"/>
                        <a:pt x="220" y="449"/>
                      </a:cubicBezTo>
                      <a:cubicBezTo>
                        <a:pt x="220" y="449"/>
                        <a:pt x="220" y="449"/>
                        <a:pt x="220" y="449"/>
                      </a:cubicBezTo>
                      <a:cubicBezTo>
                        <a:pt x="220" y="449"/>
                        <a:pt x="220" y="449"/>
                        <a:pt x="220" y="449"/>
                      </a:cubicBezTo>
                      <a:cubicBezTo>
                        <a:pt x="220" y="449"/>
                        <a:pt x="220" y="448"/>
                        <a:pt x="221" y="448"/>
                      </a:cubicBezTo>
                      <a:cubicBezTo>
                        <a:pt x="221" y="448"/>
                        <a:pt x="221" y="448"/>
                        <a:pt x="221" y="448"/>
                      </a:cubicBezTo>
                      <a:close/>
                      <a:moveTo>
                        <a:pt x="210" y="445"/>
                      </a:moveTo>
                      <a:cubicBezTo>
                        <a:pt x="210" y="445"/>
                        <a:pt x="210" y="445"/>
                        <a:pt x="209" y="445"/>
                      </a:cubicBezTo>
                      <a:cubicBezTo>
                        <a:pt x="209" y="445"/>
                        <a:pt x="209" y="446"/>
                        <a:pt x="209" y="446"/>
                      </a:cubicBezTo>
                      <a:cubicBezTo>
                        <a:pt x="209" y="446"/>
                        <a:pt x="209" y="446"/>
                        <a:pt x="208" y="446"/>
                      </a:cubicBezTo>
                      <a:cubicBezTo>
                        <a:pt x="208" y="446"/>
                        <a:pt x="208" y="446"/>
                        <a:pt x="208" y="446"/>
                      </a:cubicBezTo>
                      <a:cubicBezTo>
                        <a:pt x="209" y="445"/>
                        <a:pt x="209" y="445"/>
                        <a:pt x="210" y="444"/>
                      </a:cubicBezTo>
                      <a:cubicBezTo>
                        <a:pt x="210" y="444"/>
                        <a:pt x="210" y="444"/>
                        <a:pt x="210" y="444"/>
                      </a:cubicBezTo>
                      <a:cubicBezTo>
                        <a:pt x="210" y="444"/>
                        <a:pt x="211" y="444"/>
                        <a:pt x="211" y="444"/>
                      </a:cubicBezTo>
                      <a:cubicBezTo>
                        <a:pt x="211" y="444"/>
                        <a:pt x="211" y="444"/>
                        <a:pt x="211" y="444"/>
                      </a:cubicBezTo>
                      <a:cubicBezTo>
                        <a:pt x="211" y="444"/>
                        <a:pt x="211" y="444"/>
                        <a:pt x="211" y="444"/>
                      </a:cubicBezTo>
                      <a:cubicBezTo>
                        <a:pt x="211" y="444"/>
                        <a:pt x="210" y="444"/>
                        <a:pt x="210" y="445"/>
                      </a:cubicBezTo>
                      <a:cubicBezTo>
                        <a:pt x="210" y="445"/>
                        <a:pt x="210" y="445"/>
                        <a:pt x="210" y="445"/>
                      </a:cubicBezTo>
                      <a:close/>
                      <a:moveTo>
                        <a:pt x="213" y="447"/>
                      </a:moveTo>
                      <a:cubicBezTo>
                        <a:pt x="213" y="447"/>
                        <a:pt x="213" y="447"/>
                        <a:pt x="213" y="447"/>
                      </a:cubicBezTo>
                      <a:cubicBezTo>
                        <a:pt x="213" y="448"/>
                        <a:pt x="213" y="448"/>
                        <a:pt x="213" y="448"/>
                      </a:cubicBezTo>
                      <a:cubicBezTo>
                        <a:pt x="213" y="448"/>
                        <a:pt x="212" y="448"/>
                        <a:pt x="212" y="448"/>
                      </a:cubicBezTo>
                      <a:cubicBezTo>
                        <a:pt x="212" y="448"/>
                        <a:pt x="212" y="448"/>
                        <a:pt x="212" y="448"/>
                      </a:cubicBezTo>
                      <a:cubicBezTo>
                        <a:pt x="212" y="448"/>
                        <a:pt x="212" y="448"/>
                        <a:pt x="212" y="448"/>
                      </a:cubicBezTo>
                      <a:cubicBezTo>
                        <a:pt x="212" y="448"/>
                        <a:pt x="212" y="448"/>
                        <a:pt x="212" y="448"/>
                      </a:cubicBezTo>
                      <a:cubicBezTo>
                        <a:pt x="212" y="448"/>
                        <a:pt x="212" y="448"/>
                        <a:pt x="212" y="448"/>
                      </a:cubicBezTo>
                      <a:cubicBezTo>
                        <a:pt x="212" y="447"/>
                        <a:pt x="212" y="447"/>
                        <a:pt x="212" y="447"/>
                      </a:cubicBezTo>
                      <a:cubicBezTo>
                        <a:pt x="212" y="447"/>
                        <a:pt x="212" y="447"/>
                        <a:pt x="212" y="447"/>
                      </a:cubicBezTo>
                      <a:cubicBezTo>
                        <a:pt x="212" y="447"/>
                        <a:pt x="212" y="447"/>
                        <a:pt x="212" y="447"/>
                      </a:cubicBezTo>
                      <a:cubicBezTo>
                        <a:pt x="212" y="447"/>
                        <a:pt x="212" y="447"/>
                        <a:pt x="212" y="447"/>
                      </a:cubicBezTo>
                      <a:cubicBezTo>
                        <a:pt x="212" y="447"/>
                        <a:pt x="212" y="447"/>
                        <a:pt x="213" y="447"/>
                      </a:cubicBezTo>
                      <a:cubicBezTo>
                        <a:pt x="213" y="447"/>
                        <a:pt x="213" y="447"/>
                        <a:pt x="213" y="447"/>
                      </a:cubicBezTo>
                      <a:cubicBezTo>
                        <a:pt x="213" y="447"/>
                        <a:pt x="213" y="447"/>
                        <a:pt x="213" y="447"/>
                      </a:cubicBezTo>
                      <a:cubicBezTo>
                        <a:pt x="213" y="447"/>
                        <a:pt x="213" y="447"/>
                        <a:pt x="213" y="447"/>
                      </a:cubicBezTo>
                      <a:cubicBezTo>
                        <a:pt x="213" y="447"/>
                        <a:pt x="213" y="447"/>
                        <a:pt x="213" y="447"/>
                      </a:cubicBezTo>
                      <a:close/>
                      <a:moveTo>
                        <a:pt x="215" y="450"/>
                      </a:moveTo>
                      <a:cubicBezTo>
                        <a:pt x="215" y="450"/>
                        <a:pt x="215" y="450"/>
                        <a:pt x="215" y="450"/>
                      </a:cubicBezTo>
                      <a:cubicBezTo>
                        <a:pt x="215" y="450"/>
                        <a:pt x="215" y="450"/>
                        <a:pt x="215" y="449"/>
                      </a:cubicBezTo>
                      <a:cubicBezTo>
                        <a:pt x="214" y="449"/>
                        <a:pt x="214" y="449"/>
                        <a:pt x="214" y="449"/>
                      </a:cubicBezTo>
                      <a:cubicBezTo>
                        <a:pt x="214" y="449"/>
                        <a:pt x="214" y="449"/>
                        <a:pt x="214" y="449"/>
                      </a:cubicBezTo>
                      <a:cubicBezTo>
                        <a:pt x="214" y="449"/>
                        <a:pt x="214" y="449"/>
                        <a:pt x="215" y="449"/>
                      </a:cubicBezTo>
                      <a:cubicBezTo>
                        <a:pt x="215" y="449"/>
                        <a:pt x="215" y="449"/>
                        <a:pt x="215" y="449"/>
                      </a:cubicBezTo>
                      <a:cubicBezTo>
                        <a:pt x="215" y="449"/>
                        <a:pt x="215" y="449"/>
                        <a:pt x="215" y="449"/>
                      </a:cubicBezTo>
                      <a:cubicBezTo>
                        <a:pt x="215" y="449"/>
                        <a:pt x="215" y="449"/>
                        <a:pt x="215" y="449"/>
                      </a:cubicBezTo>
                      <a:cubicBezTo>
                        <a:pt x="215" y="449"/>
                        <a:pt x="215" y="449"/>
                        <a:pt x="215" y="449"/>
                      </a:cubicBezTo>
                      <a:cubicBezTo>
                        <a:pt x="216" y="449"/>
                        <a:pt x="216" y="449"/>
                        <a:pt x="216" y="449"/>
                      </a:cubicBezTo>
                      <a:cubicBezTo>
                        <a:pt x="216" y="449"/>
                        <a:pt x="216" y="449"/>
                        <a:pt x="216" y="449"/>
                      </a:cubicBezTo>
                      <a:cubicBezTo>
                        <a:pt x="215" y="449"/>
                        <a:pt x="215" y="450"/>
                        <a:pt x="215" y="450"/>
                      </a:cubicBezTo>
                      <a:cubicBezTo>
                        <a:pt x="215" y="450"/>
                        <a:pt x="216" y="450"/>
                        <a:pt x="215" y="450"/>
                      </a:cubicBezTo>
                      <a:close/>
                      <a:moveTo>
                        <a:pt x="362" y="446"/>
                      </a:moveTo>
                      <a:cubicBezTo>
                        <a:pt x="362" y="446"/>
                        <a:pt x="363" y="446"/>
                        <a:pt x="363" y="446"/>
                      </a:cubicBezTo>
                      <a:cubicBezTo>
                        <a:pt x="363" y="445"/>
                        <a:pt x="363" y="445"/>
                        <a:pt x="363" y="445"/>
                      </a:cubicBezTo>
                      <a:cubicBezTo>
                        <a:pt x="363" y="444"/>
                        <a:pt x="364" y="443"/>
                        <a:pt x="364" y="443"/>
                      </a:cubicBezTo>
                      <a:cubicBezTo>
                        <a:pt x="364" y="443"/>
                        <a:pt x="364" y="443"/>
                        <a:pt x="365" y="443"/>
                      </a:cubicBezTo>
                      <a:cubicBezTo>
                        <a:pt x="365" y="443"/>
                        <a:pt x="365" y="443"/>
                        <a:pt x="365" y="443"/>
                      </a:cubicBezTo>
                      <a:cubicBezTo>
                        <a:pt x="365" y="443"/>
                        <a:pt x="365" y="443"/>
                        <a:pt x="365" y="443"/>
                      </a:cubicBezTo>
                      <a:cubicBezTo>
                        <a:pt x="366" y="443"/>
                        <a:pt x="366" y="444"/>
                        <a:pt x="366" y="444"/>
                      </a:cubicBezTo>
                      <a:cubicBezTo>
                        <a:pt x="366" y="444"/>
                        <a:pt x="366" y="445"/>
                        <a:pt x="366" y="445"/>
                      </a:cubicBezTo>
                      <a:cubicBezTo>
                        <a:pt x="366" y="446"/>
                        <a:pt x="366" y="448"/>
                        <a:pt x="366" y="449"/>
                      </a:cubicBezTo>
                      <a:cubicBezTo>
                        <a:pt x="366" y="450"/>
                        <a:pt x="366" y="450"/>
                        <a:pt x="366" y="450"/>
                      </a:cubicBezTo>
                      <a:cubicBezTo>
                        <a:pt x="366" y="451"/>
                        <a:pt x="366" y="452"/>
                        <a:pt x="365" y="452"/>
                      </a:cubicBezTo>
                      <a:cubicBezTo>
                        <a:pt x="365" y="453"/>
                        <a:pt x="365" y="453"/>
                        <a:pt x="365" y="453"/>
                      </a:cubicBezTo>
                      <a:cubicBezTo>
                        <a:pt x="365" y="453"/>
                        <a:pt x="364" y="453"/>
                        <a:pt x="364" y="453"/>
                      </a:cubicBezTo>
                      <a:cubicBezTo>
                        <a:pt x="364" y="452"/>
                        <a:pt x="364" y="452"/>
                        <a:pt x="364" y="452"/>
                      </a:cubicBezTo>
                      <a:cubicBezTo>
                        <a:pt x="364" y="452"/>
                        <a:pt x="364" y="452"/>
                        <a:pt x="363" y="452"/>
                      </a:cubicBezTo>
                      <a:cubicBezTo>
                        <a:pt x="363" y="452"/>
                        <a:pt x="363" y="452"/>
                        <a:pt x="363" y="452"/>
                      </a:cubicBezTo>
                      <a:cubicBezTo>
                        <a:pt x="363" y="452"/>
                        <a:pt x="363" y="451"/>
                        <a:pt x="363" y="451"/>
                      </a:cubicBezTo>
                      <a:cubicBezTo>
                        <a:pt x="363" y="451"/>
                        <a:pt x="363" y="451"/>
                        <a:pt x="363" y="451"/>
                      </a:cubicBezTo>
                      <a:cubicBezTo>
                        <a:pt x="363" y="450"/>
                        <a:pt x="363" y="450"/>
                        <a:pt x="363" y="450"/>
                      </a:cubicBezTo>
                      <a:cubicBezTo>
                        <a:pt x="362" y="450"/>
                        <a:pt x="362" y="450"/>
                        <a:pt x="362" y="449"/>
                      </a:cubicBezTo>
                      <a:cubicBezTo>
                        <a:pt x="363" y="449"/>
                        <a:pt x="363" y="448"/>
                        <a:pt x="363" y="448"/>
                      </a:cubicBezTo>
                      <a:cubicBezTo>
                        <a:pt x="363" y="448"/>
                        <a:pt x="363" y="447"/>
                        <a:pt x="363" y="447"/>
                      </a:cubicBezTo>
                      <a:cubicBezTo>
                        <a:pt x="362" y="447"/>
                        <a:pt x="362" y="447"/>
                        <a:pt x="362" y="446"/>
                      </a:cubicBezTo>
                      <a:close/>
                      <a:moveTo>
                        <a:pt x="399" y="422"/>
                      </a:moveTo>
                      <a:cubicBezTo>
                        <a:pt x="399" y="422"/>
                        <a:pt x="399" y="422"/>
                        <a:pt x="399" y="422"/>
                      </a:cubicBezTo>
                      <a:cubicBezTo>
                        <a:pt x="399" y="422"/>
                        <a:pt x="399" y="422"/>
                        <a:pt x="399" y="422"/>
                      </a:cubicBezTo>
                      <a:cubicBezTo>
                        <a:pt x="399" y="421"/>
                        <a:pt x="399" y="421"/>
                        <a:pt x="399" y="421"/>
                      </a:cubicBezTo>
                      <a:cubicBezTo>
                        <a:pt x="398" y="421"/>
                        <a:pt x="398" y="421"/>
                        <a:pt x="398" y="421"/>
                      </a:cubicBezTo>
                      <a:cubicBezTo>
                        <a:pt x="398" y="421"/>
                        <a:pt x="398" y="421"/>
                        <a:pt x="398" y="421"/>
                      </a:cubicBezTo>
                      <a:cubicBezTo>
                        <a:pt x="398" y="421"/>
                        <a:pt x="398" y="420"/>
                        <a:pt x="397" y="420"/>
                      </a:cubicBezTo>
                      <a:cubicBezTo>
                        <a:pt x="397" y="420"/>
                        <a:pt x="397" y="420"/>
                        <a:pt x="398" y="420"/>
                      </a:cubicBezTo>
                      <a:cubicBezTo>
                        <a:pt x="398" y="420"/>
                        <a:pt x="398" y="420"/>
                        <a:pt x="398" y="420"/>
                      </a:cubicBezTo>
                      <a:cubicBezTo>
                        <a:pt x="398" y="420"/>
                        <a:pt x="398" y="420"/>
                        <a:pt x="398" y="420"/>
                      </a:cubicBezTo>
                      <a:cubicBezTo>
                        <a:pt x="398" y="421"/>
                        <a:pt x="399" y="421"/>
                        <a:pt x="399" y="421"/>
                      </a:cubicBezTo>
                      <a:cubicBezTo>
                        <a:pt x="399" y="421"/>
                        <a:pt x="399" y="421"/>
                        <a:pt x="399" y="421"/>
                      </a:cubicBezTo>
                      <a:cubicBezTo>
                        <a:pt x="399" y="421"/>
                        <a:pt x="399" y="421"/>
                        <a:pt x="399" y="421"/>
                      </a:cubicBezTo>
                      <a:cubicBezTo>
                        <a:pt x="399" y="421"/>
                        <a:pt x="399" y="421"/>
                        <a:pt x="399" y="421"/>
                      </a:cubicBezTo>
                      <a:cubicBezTo>
                        <a:pt x="399" y="422"/>
                        <a:pt x="399" y="422"/>
                        <a:pt x="399" y="422"/>
                      </a:cubicBezTo>
                      <a:cubicBezTo>
                        <a:pt x="399" y="422"/>
                        <a:pt x="399" y="423"/>
                        <a:pt x="399" y="423"/>
                      </a:cubicBezTo>
                      <a:cubicBezTo>
                        <a:pt x="399" y="423"/>
                        <a:pt x="399" y="423"/>
                        <a:pt x="399" y="423"/>
                      </a:cubicBezTo>
                      <a:cubicBezTo>
                        <a:pt x="399" y="423"/>
                        <a:pt x="399" y="423"/>
                        <a:pt x="399" y="423"/>
                      </a:cubicBezTo>
                      <a:cubicBezTo>
                        <a:pt x="399" y="423"/>
                        <a:pt x="399" y="423"/>
                        <a:pt x="398" y="423"/>
                      </a:cubicBezTo>
                      <a:cubicBezTo>
                        <a:pt x="398" y="423"/>
                        <a:pt x="398" y="423"/>
                        <a:pt x="398" y="423"/>
                      </a:cubicBezTo>
                      <a:cubicBezTo>
                        <a:pt x="398" y="423"/>
                        <a:pt x="398" y="423"/>
                        <a:pt x="398" y="423"/>
                      </a:cubicBezTo>
                      <a:cubicBezTo>
                        <a:pt x="397" y="422"/>
                        <a:pt x="397" y="423"/>
                        <a:pt x="397" y="423"/>
                      </a:cubicBezTo>
                      <a:cubicBezTo>
                        <a:pt x="397" y="423"/>
                        <a:pt x="397" y="423"/>
                        <a:pt x="397" y="423"/>
                      </a:cubicBezTo>
                      <a:cubicBezTo>
                        <a:pt x="397" y="423"/>
                        <a:pt x="397" y="423"/>
                        <a:pt x="397" y="423"/>
                      </a:cubicBezTo>
                      <a:cubicBezTo>
                        <a:pt x="396" y="423"/>
                        <a:pt x="396" y="423"/>
                        <a:pt x="396" y="422"/>
                      </a:cubicBezTo>
                      <a:cubicBezTo>
                        <a:pt x="396" y="422"/>
                        <a:pt x="396" y="422"/>
                        <a:pt x="396" y="422"/>
                      </a:cubicBezTo>
                      <a:cubicBezTo>
                        <a:pt x="396" y="422"/>
                        <a:pt x="397" y="422"/>
                        <a:pt x="397" y="422"/>
                      </a:cubicBezTo>
                      <a:cubicBezTo>
                        <a:pt x="397" y="422"/>
                        <a:pt x="397" y="422"/>
                        <a:pt x="397" y="422"/>
                      </a:cubicBezTo>
                      <a:cubicBezTo>
                        <a:pt x="397" y="422"/>
                        <a:pt x="398" y="422"/>
                        <a:pt x="398" y="422"/>
                      </a:cubicBezTo>
                      <a:cubicBezTo>
                        <a:pt x="398" y="422"/>
                        <a:pt x="398" y="422"/>
                        <a:pt x="398" y="422"/>
                      </a:cubicBezTo>
                      <a:cubicBezTo>
                        <a:pt x="398" y="422"/>
                        <a:pt x="398" y="422"/>
                        <a:pt x="399" y="422"/>
                      </a:cubicBezTo>
                      <a:close/>
                      <a:moveTo>
                        <a:pt x="340" y="422"/>
                      </a:moveTo>
                      <a:cubicBezTo>
                        <a:pt x="340" y="422"/>
                        <a:pt x="340" y="421"/>
                        <a:pt x="341" y="421"/>
                      </a:cubicBezTo>
                      <a:cubicBezTo>
                        <a:pt x="341" y="421"/>
                        <a:pt x="341" y="421"/>
                        <a:pt x="341" y="422"/>
                      </a:cubicBezTo>
                      <a:cubicBezTo>
                        <a:pt x="341" y="422"/>
                        <a:pt x="341" y="422"/>
                        <a:pt x="341" y="422"/>
                      </a:cubicBezTo>
                      <a:cubicBezTo>
                        <a:pt x="341" y="422"/>
                        <a:pt x="341" y="422"/>
                        <a:pt x="341" y="422"/>
                      </a:cubicBezTo>
                      <a:cubicBezTo>
                        <a:pt x="341" y="422"/>
                        <a:pt x="341" y="422"/>
                        <a:pt x="341" y="423"/>
                      </a:cubicBezTo>
                      <a:cubicBezTo>
                        <a:pt x="341" y="423"/>
                        <a:pt x="341" y="423"/>
                        <a:pt x="341" y="423"/>
                      </a:cubicBezTo>
                      <a:cubicBezTo>
                        <a:pt x="341" y="423"/>
                        <a:pt x="341" y="423"/>
                        <a:pt x="341" y="423"/>
                      </a:cubicBezTo>
                      <a:cubicBezTo>
                        <a:pt x="341" y="424"/>
                        <a:pt x="341" y="424"/>
                        <a:pt x="341" y="424"/>
                      </a:cubicBezTo>
                      <a:cubicBezTo>
                        <a:pt x="340" y="424"/>
                        <a:pt x="340" y="424"/>
                        <a:pt x="340" y="424"/>
                      </a:cubicBezTo>
                      <a:cubicBezTo>
                        <a:pt x="340" y="425"/>
                        <a:pt x="340" y="424"/>
                        <a:pt x="340" y="425"/>
                      </a:cubicBezTo>
                      <a:cubicBezTo>
                        <a:pt x="340" y="424"/>
                        <a:pt x="340" y="424"/>
                        <a:pt x="339" y="424"/>
                      </a:cubicBezTo>
                      <a:cubicBezTo>
                        <a:pt x="339" y="424"/>
                        <a:pt x="339" y="424"/>
                        <a:pt x="339" y="424"/>
                      </a:cubicBezTo>
                      <a:cubicBezTo>
                        <a:pt x="339" y="424"/>
                        <a:pt x="339" y="423"/>
                        <a:pt x="339" y="423"/>
                      </a:cubicBezTo>
                      <a:cubicBezTo>
                        <a:pt x="339" y="423"/>
                        <a:pt x="339" y="423"/>
                        <a:pt x="339" y="422"/>
                      </a:cubicBezTo>
                      <a:cubicBezTo>
                        <a:pt x="339" y="422"/>
                        <a:pt x="339" y="422"/>
                        <a:pt x="339" y="422"/>
                      </a:cubicBezTo>
                      <a:cubicBezTo>
                        <a:pt x="339" y="422"/>
                        <a:pt x="340" y="422"/>
                        <a:pt x="340" y="422"/>
                      </a:cubicBezTo>
                      <a:close/>
                      <a:moveTo>
                        <a:pt x="331" y="413"/>
                      </a:moveTo>
                      <a:cubicBezTo>
                        <a:pt x="331" y="413"/>
                        <a:pt x="331" y="413"/>
                        <a:pt x="331" y="413"/>
                      </a:cubicBezTo>
                      <a:cubicBezTo>
                        <a:pt x="331" y="413"/>
                        <a:pt x="331" y="413"/>
                        <a:pt x="331" y="413"/>
                      </a:cubicBezTo>
                      <a:cubicBezTo>
                        <a:pt x="331" y="413"/>
                        <a:pt x="331" y="413"/>
                        <a:pt x="331" y="413"/>
                      </a:cubicBezTo>
                      <a:cubicBezTo>
                        <a:pt x="331" y="413"/>
                        <a:pt x="331" y="413"/>
                        <a:pt x="331" y="413"/>
                      </a:cubicBezTo>
                      <a:cubicBezTo>
                        <a:pt x="331" y="413"/>
                        <a:pt x="331" y="414"/>
                        <a:pt x="331" y="414"/>
                      </a:cubicBezTo>
                      <a:cubicBezTo>
                        <a:pt x="331" y="414"/>
                        <a:pt x="330" y="414"/>
                        <a:pt x="330" y="414"/>
                      </a:cubicBezTo>
                      <a:cubicBezTo>
                        <a:pt x="330" y="414"/>
                        <a:pt x="330" y="414"/>
                        <a:pt x="330" y="414"/>
                      </a:cubicBezTo>
                      <a:cubicBezTo>
                        <a:pt x="330" y="414"/>
                        <a:pt x="330" y="414"/>
                        <a:pt x="330" y="414"/>
                      </a:cubicBezTo>
                      <a:cubicBezTo>
                        <a:pt x="330" y="414"/>
                        <a:pt x="330" y="414"/>
                        <a:pt x="330" y="413"/>
                      </a:cubicBezTo>
                      <a:cubicBezTo>
                        <a:pt x="330" y="413"/>
                        <a:pt x="330" y="413"/>
                        <a:pt x="330" y="413"/>
                      </a:cubicBezTo>
                      <a:cubicBezTo>
                        <a:pt x="330" y="413"/>
                        <a:pt x="330" y="413"/>
                        <a:pt x="330" y="413"/>
                      </a:cubicBezTo>
                      <a:cubicBezTo>
                        <a:pt x="330" y="413"/>
                        <a:pt x="331" y="413"/>
                        <a:pt x="331" y="413"/>
                      </a:cubicBezTo>
                      <a:cubicBezTo>
                        <a:pt x="331" y="413"/>
                        <a:pt x="331" y="413"/>
                        <a:pt x="331" y="413"/>
                      </a:cubicBezTo>
                      <a:close/>
                      <a:moveTo>
                        <a:pt x="332" y="414"/>
                      </a:moveTo>
                      <a:cubicBezTo>
                        <a:pt x="332" y="414"/>
                        <a:pt x="332" y="414"/>
                        <a:pt x="333" y="414"/>
                      </a:cubicBezTo>
                      <a:cubicBezTo>
                        <a:pt x="333" y="414"/>
                        <a:pt x="333" y="414"/>
                        <a:pt x="333" y="414"/>
                      </a:cubicBezTo>
                      <a:cubicBezTo>
                        <a:pt x="333" y="414"/>
                        <a:pt x="333" y="414"/>
                        <a:pt x="333" y="415"/>
                      </a:cubicBezTo>
                      <a:cubicBezTo>
                        <a:pt x="333" y="415"/>
                        <a:pt x="332" y="415"/>
                        <a:pt x="332" y="415"/>
                      </a:cubicBezTo>
                      <a:cubicBezTo>
                        <a:pt x="332" y="415"/>
                        <a:pt x="332" y="415"/>
                        <a:pt x="332" y="415"/>
                      </a:cubicBezTo>
                      <a:cubicBezTo>
                        <a:pt x="332" y="415"/>
                        <a:pt x="332" y="415"/>
                        <a:pt x="332" y="415"/>
                      </a:cubicBezTo>
                      <a:cubicBezTo>
                        <a:pt x="332" y="416"/>
                        <a:pt x="332" y="416"/>
                        <a:pt x="332" y="416"/>
                      </a:cubicBezTo>
                      <a:cubicBezTo>
                        <a:pt x="332" y="416"/>
                        <a:pt x="332" y="416"/>
                        <a:pt x="331" y="416"/>
                      </a:cubicBezTo>
                      <a:cubicBezTo>
                        <a:pt x="331" y="416"/>
                        <a:pt x="331" y="416"/>
                        <a:pt x="331" y="415"/>
                      </a:cubicBezTo>
                      <a:cubicBezTo>
                        <a:pt x="332" y="415"/>
                        <a:pt x="332" y="415"/>
                        <a:pt x="332" y="415"/>
                      </a:cubicBezTo>
                      <a:cubicBezTo>
                        <a:pt x="332" y="415"/>
                        <a:pt x="331" y="415"/>
                        <a:pt x="331" y="415"/>
                      </a:cubicBezTo>
                      <a:cubicBezTo>
                        <a:pt x="331" y="415"/>
                        <a:pt x="331" y="415"/>
                        <a:pt x="331" y="415"/>
                      </a:cubicBezTo>
                      <a:cubicBezTo>
                        <a:pt x="331" y="415"/>
                        <a:pt x="331" y="415"/>
                        <a:pt x="331" y="415"/>
                      </a:cubicBezTo>
                      <a:cubicBezTo>
                        <a:pt x="331" y="415"/>
                        <a:pt x="331" y="415"/>
                        <a:pt x="331" y="415"/>
                      </a:cubicBezTo>
                      <a:cubicBezTo>
                        <a:pt x="331" y="415"/>
                        <a:pt x="331" y="414"/>
                        <a:pt x="331" y="414"/>
                      </a:cubicBezTo>
                      <a:cubicBezTo>
                        <a:pt x="332" y="414"/>
                        <a:pt x="332" y="414"/>
                        <a:pt x="332" y="414"/>
                      </a:cubicBezTo>
                      <a:cubicBezTo>
                        <a:pt x="332" y="414"/>
                        <a:pt x="332" y="414"/>
                        <a:pt x="332" y="414"/>
                      </a:cubicBezTo>
                      <a:close/>
                      <a:moveTo>
                        <a:pt x="343" y="435"/>
                      </a:moveTo>
                      <a:cubicBezTo>
                        <a:pt x="343" y="435"/>
                        <a:pt x="343" y="435"/>
                        <a:pt x="343" y="435"/>
                      </a:cubicBezTo>
                      <a:cubicBezTo>
                        <a:pt x="343" y="435"/>
                        <a:pt x="342" y="436"/>
                        <a:pt x="342" y="436"/>
                      </a:cubicBezTo>
                      <a:cubicBezTo>
                        <a:pt x="342" y="436"/>
                        <a:pt x="342" y="436"/>
                        <a:pt x="342" y="435"/>
                      </a:cubicBezTo>
                      <a:cubicBezTo>
                        <a:pt x="342" y="435"/>
                        <a:pt x="342" y="435"/>
                        <a:pt x="342" y="435"/>
                      </a:cubicBezTo>
                      <a:cubicBezTo>
                        <a:pt x="342" y="435"/>
                        <a:pt x="342" y="435"/>
                        <a:pt x="342" y="435"/>
                      </a:cubicBezTo>
                      <a:cubicBezTo>
                        <a:pt x="342" y="435"/>
                        <a:pt x="342" y="435"/>
                        <a:pt x="342" y="434"/>
                      </a:cubicBezTo>
                      <a:cubicBezTo>
                        <a:pt x="342" y="434"/>
                        <a:pt x="342" y="434"/>
                        <a:pt x="342" y="434"/>
                      </a:cubicBezTo>
                      <a:cubicBezTo>
                        <a:pt x="342" y="433"/>
                        <a:pt x="342" y="433"/>
                        <a:pt x="342" y="433"/>
                      </a:cubicBezTo>
                      <a:cubicBezTo>
                        <a:pt x="342" y="433"/>
                        <a:pt x="342" y="433"/>
                        <a:pt x="342" y="433"/>
                      </a:cubicBezTo>
                      <a:cubicBezTo>
                        <a:pt x="343" y="433"/>
                        <a:pt x="343" y="433"/>
                        <a:pt x="343" y="433"/>
                      </a:cubicBezTo>
                      <a:cubicBezTo>
                        <a:pt x="343" y="433"/>
                        <a:pt x="343" y="433"/>
                        <a:pt x="343" y="434"/>
                      </a:cubicBezTo>
                      <a:cubicBezTo>
                        <a:pt x="343" y="434"/>
                        <a:pt x="343" y="434"/>
                        <a:pt x="343" y="434"/>
                      </a:cubicBezTo>
                      <a:cubicBezTo>
                        <a:pt x="343" y="435"/>
                        <a:pt x="343" y="435"/>
                        <a:pt x="343" y="435"/>
                      </a:cubicBezTo>
                      <a:close/>
                      <a:moveTo>
                        <a:pt x="418" y="619"/>
                      </a:moveTo>
                      <a:cubicBezTo>
                        <a:pt x="418" y="619"/>
                        <a:pt x="418" y="619"/>
                        <a:pt x="418" y="619"/>
                      </a:cubicBezTo>
                      <a:cubicBezTo>
                        <a:pt x="418" y="619"/>
                        <a:pt x="418" y="619"/>
                        <a:pt x="418" y="619"/>
                      </a:cubicBezTo>
                      <a:cubicBezTo>
                        <a:pt x="418" y="619"/>
                        <a:pt x="418" y="619"/>
                        <a:pt x="418" y="619"/>
                      </a:cubicBezTo>
                      <a:cubicBezTo>
                        <a:pt x="418" y="620"/>
                        <a:pt x="418" y="620"/>
                        <a:pt x="417" y="620"/>
                      </a:cubicBezTo>
                      <a:cubicBezTo>
                        <a:pt x="417" y="620"/>
                        <a:pt x="417" y="620"/>
                        <a:pt x="417" y="620"/>
                      </a:cubicBezTo>
                      <a:cubicBezTo>
                        <a:pt x="417" y="620"/>
                        <a:pt x="417" y="620"/>
                        <a:pt x="417" y="620"/>
                      </a:cubicBezTo>
                      <a:cubicBezTo>
                        <a:pt x="417" y="620"/>
                        <a:pt x="416" y="621"/>
                        <a:pt x="416" y="621"/>
                      </a:cubicBezTo>
                      <a:cubicBezTo>
                        <a:pt x="416" y="621"/>
                        <a:pt x="416" y="621"/>
                        <a:pt x="416" y="620"/>
                      </a:cubicBezTo>
                      <a:cubicBezTo>
                        <a:pt x="416" y="620"/>
                        <a:pt x="416" y="619"/>
                        <a:pt x="417" y="619"/>
                      </a:cubicBezTo>
                      <a:cubicBezTo>
                        <a:pt x="417" y="619"/>
                        <a:pt x="417" y="619"/>
                        <a:pt x="417" y="619"/>
                      </a:cubicBezTo>
                      <a:cubicBezTo>
                        <a:pt x="417" y="619"/>
                        <a:pt x="417" y="618"/>
                        <a:pt x="417" y="618"/>
                      </a:cubicBezTo>
                      <a:cubicBezTo>
                        <a:pt x="417" y="618"/>
                        <a:pt x="417" y="618"/>
                        <a:pt x="417" y="618"/>
                      </a:cubicBezTo>
                      <a:cubicBezTo>
                        <a:pt x="417" y="618"/>
                        <a:pt x="417" y="618"/>
                        <a:pt x="417" y="618"/>
                      </a:cubicBezTo>
                      <a:cubicBezTo>
                        <a:pt x="417" y="617"/>
                        <a:pt x="417" y="617"/>
                        <a:pt x="417" y="617"/>
                      </a:cubicBezTo>
                      <a:cubicBezTo>
                        <a:pt x="417" y="617"/>
                        <a:pt x="417" y="617"/>
                        <a:pt x="418" y="617"/>
                      </a:cubicBezTo>
                      <a:cubicBezTo>
                        <a:pt x="418" y="617"/>
                        <a:pt x="418" y="617"/>
                        <a:pt x="418" y="617"/>
                      </a:cubicBezTo>
                      <a:cubicBezTo>
                        <a:pt x="418" y="617"/>
                        <a:pt x="418" y="618"/>
                        <a:pt x="418" y="618"/>
                      </a:cubicBezTo>
                      <a:cubicBezTo>
                        <a:pt x="418" y="618"/>
                        <a:pt x="418" y="619"/>
                        <a:pt x="418" y="619"/>
                      </a:cubicBezTo>
                      <a:close/>
                      <a:moveTo>
                        <a:pt x="410" y="613"/>
                      </a:moveTo>
                      <a:cubicBezTo>
                        <a:pt x="409" y="613"/>
                        <a:pt x="409" y="612"/>
                        <a:pt x="409" y="612"/>
                      </a:cubicBezTo>
                      <a:cubicBezTo>
                        <a:pt x="409" y="612"/>
                        <a:pt x="409" y="612"/>
                        <a:pt x="409" y="612"/>
                      </a:cubicBezTo>
                      <a:cubicBezTo>
                        <a:pt x="409" y="612"/>
                        <a:pt x="409" y="612"/>
                        <a:pt x="409" y="611"/>
                      </a:cubicBezTo>
                      <a:cubicBezTo>
                        <a:pt x="409" y="611"/>
                        <a:pt x="409" y="611"/>
                        <a:pt x="410" y="611"/>
                      </a:cubicBezTo>
                      <a:cubicBezTo>
                        <a:pt x="410" y="611"/>
                        <a:pt x="410" y="611"/>
                        <a:pt x="410" y="610"/>
                      </a:cubicBezTo>
                      <a:cubicBezTo>
                        <a:pt x="410" y="611"/>
                        <a:pt x="410" y="611"/>
                        <a:pt x="410" y="611"/>
                      </a:cubicBezTo>
                      <a:cubicBezTo>
                        <a:pt x="410" y="611"/>
                        <a:pt x="410" y="611"/>
                        <a:pt x="410" y="610"/>
                      </a:cubicBezTo>
                      <a:cubicBezTo>
                        <a:pt x="410" y="610"/>
                        <a:pt x="410" y="610"/>
                        <a:pt x="410" y="610"/>
                      </a:cubicBezTo>
                      <a:cubicBezTo>
                        <a:pt x="410" y="610"/>
                        <a:pt x="410" y="610"/>
                        <a:pt x="410" y="610"/>
                      </a:cubicBezTo>
                      <a:cubicBezTo>
                        <a:pt x="410" y="611"/>
                        <a:pt x="411" y="611"/>
                        <a:pt x="411" y="611"/>
                      </a:cubicBezTo>
                      <a:cubicBezTo>
                        <a:pt x="410" y="612"/>
                        <a:pt x="411" y="612"/>
                        <a:pt x="411" y="612"/>
                      </a:cubicBezTo>
                      <a:cubicBezTo>
                        <a:pt x="411" y="612"/>
                        <a:pt x="411" y="612"/>
                        <a:pt x="411" y="612"/>
                      </a:cubicBezTo>
                      <a:cubicBezTo>
                        <a:pt x="411" y="612"/>
                        <a:pt x="411" y="612"/>
                        <a:pt x="411" y="612"/>
                      </a:cubicBezTo>
                      <a:cubicBezTo>
                        <a:pt x="410" y="612"/>
                        <a:pt x="410" y="612"/>
                        <a:pt x="410" y="612"/>
                      </a:cubicBezTo>
                      <a:cubicBezTo>
                        <a:pt x="410" y="612"/>
                        <a:pt x="410" y="612"/>
                        <a:pt x="410" y="612"/>
                      </a:cubicBezTo>
                      <a:cubicBezTo>
                        <a:pt x="410" y="612"/>
                        <a:pt x="410" y="613"/>
                        <a:pt x="410" y="613"/>
                      </a:cubicBezTo>
                      <a:close/>
                      <a:moveTo>
                        <a:pt x="417" y="621"/>
                      </a:moveTo>
                      <a:cubicBezTo>
                        <a:pt x="417" y="621"/>
                        <a:pt x="417" y="621"/>
                        <a:pt x="417" y="621"/>
                      </a:cubicBezTo>
                      <a:cubicBezTo>
                        <a:pt x="416" y="621"/>
                        <a:pt x="416" y="621"/>
                        <a:pt x="416" y="621"/>
                      </a:cubicBezTo>
                      <a:cubicBezTo>
                        <a:pt x="416" y="621"/>
                        <a:pt x="416" y="621"/>
                        <a:pt x="416" y="621"/>
                      </a:cubicBezTo>
                      <a:cubicBezTo>
                        <a:pt x="416" y="621"/>
                        <a:pt x="416" y="621"/>
                        <a:pt x="416" y="622"/>
                      </a:cubicBezTo>
                      <a:cubicBezTo>
                        <a:pt x="416" y="622"/>
                        <a:pt x="416" y="622"/>
                        <a:pt x="416" y="622"/>
                      </a:cubicBezTo>
                      <a:cubicBezTo>
                        <a:pt x="416" y="622"/>
                        <a:pt x="415" y="622"/>
                        <a:pt x="415" y="623"/>
                      </a:cubicBezTo>
                      <a:cubicBezTo>
                        <a:pt x="415" y="623"/>
                        <a:pt x="415" y="624"/>
                        <a:pt x="415" y="624"/>
                      </a:cubicBezTo>
                      <a:cubicBezTo>
                        <a:pt x="415" y="624"/>
                        <a:pt x="415" y="624"/>
                        <a:pt x="415" y="624"/>
                      </a:cubicBezTo>
                      <a:cubicBezTo>
                        <a:pt x="415" y="624"/>
                        <a:pt x="415" y="624"/>
                        <a:pt x="415" y="624"/>
                      </a:cubicBezTo>
                      <a:cubicBezTo>
                        <a:pt x="415" y="624"/>
                        <a:pt x="415" y="624"/>
                        <a:pt x="415" y="624"/>
                      </a:cubicBezTo>
                      <a:cubicBezTo>
                        <a:pt x="415" y="624"/>
                        <a:pt x="415" y="623"/>
                        <a:pt x="415" y="623"/>
                      </a:cubicBezTo>
                      <a:cubicBezTo>
                        <a:pt x="415" y="622"/>
                        <a:pt x="415" y="622"/>
                        <a:pt x="416" y="621"/>
                      </a:cubicBezTo>
                      <a:cubicBezTo>
                        <a:pt x="416" y="621"/>
                        <a:pt x="416" y="621"/>
                        <a:pt x="416" y="621"/>
                      </a:cubicBezTo>
                      <a:cubicBezTo>
                        <a:pt x="416" y="621"/>
                        <a:pt x="416" y="621"/>
                        <a:pt x="416" y="621"/>
                      </a:cubicBezTo>
                      <a:cubicBezTo>
                        <a:pt x="416" y="621"/>
                        <a:pt x="416" y="621"/>
                        <a:pt x="416" y="621"/>
                      </a:cubicBezTo>
                      <a:cubicBezTo>
                        <a:pt x="416" y="621"/>
                        <a:pt x="416" y="621"/>
                        <a:pt x="416" y="621"/>
                      </a:cubicBezTo>
                      <a:cubicBezTo>
                        <a:pt x="417" y="621"/>
                        <a:pt x="417" y="621"/>
                        <a:pt x="417" y="621"/>
                      </a:cubicBezTo>
                      <a:close/>
                      <a:moveTo>
                        <a:pt x="412" y="613"/>
                      </a:moveTo>
                      <a:cubicBezTo>
                        <a:pt x="412" y="612"/>
                        <a:pt x="412" y="612"/>
                        <a:pt x="412" y="612"/>
                      </a:cubicBezTo>
                      <a:cubicBezTo>
                        <a:pt x="412" y="612"/>
                        <a:pt x="412" y="612"/>
                        <a:pt x="412" y="612"/>
                      </a:cubicBezTo>
                      <a:cubicBezTo>
                        <a:pt x="412" y="612"/>
                        <a:pt x="412" y="613"/>
                        <a:pt x="412" y="613"/>
                      </a:cubicBezTo>
                      <a:cubicBezTo>
                        <a:pt x="412" y="613"/>
                        <a:pt x="412" y="613"/>
                        <a:pt x="412" y="614"/>
                      </a:cubicBezTo>
                      <a:cubicBezTo>
                        <a:pt x="412" y="614"/>
                        <a:pt x="412" y="614"/>
                        <a:pt x="412" y="614"/>
                      </a:cubicBezTo>
                      <a:cubicBezTo>
                        <a:pt x="412" y="614"/>
                        <a:pt x="412" y="614"/>
                        <a:pt x="412" y="614"/>
                      </a:cubicBezTo>
                      <a:cubicBezTo>
                        <a:pt x="412" y="614"/>
                        <a:pt x="412" y="614"/>
                        <a:pt x="412" y="614"/>
                      </a:cubicBezTo>
                      <a:cubicBezTo>
                        <a:pt x="412" y="614"/>
                        <a:pt x="412" y="614"/>
                        <a:pt x="412" y="614"/>
                      </a:cubicBezTo>
                      <a:cubicBezTo>
                        <a:pt x="412" y="614"/>
                        <a:pt x="412" y="614"/>
                        <a:pt x="412" y="614"/>
                      </a:cubicBezTo>
                      <a:cubicBezTo>
                        <a:pt x="412" y="613"/>
                        <a:pt x="412" y="613"/>
                        <a:pt x="412" y="613"/>
                      </a:cubicBezTo>
                      <a:cubicBezTo>
                        <a:pt x="412" y="613"/>
                        <a:pt x="412" y="613"/>
                        <a:pt x="412" y="613"/>
                      </a:cubicBezTo>
                      <a:close/>
                      <a:moveTo>
                        <a:pt x="412" y="617"/>
                      </a:moveTo>
                      <a:cubicBezTo>
                        <a:pt x="412" y="617"/>
                        <a:pt x="412" y="617"/>
                        <a:pt x="412" y="617"/>
                      </a:cubicBezTo>
                      <a:cubicBezTo>
                        <a:pt x="412" y="617"/>
                        <a:pt x="412" y="618"/>
                        <a:pt x="412" y="618"/>
                      </a:cubicBezTo>
                      <a:cubicBezTo>
                        <a:pt x="412" y="618"/>
                        <a:pt x="412" y="618"/>
                        <a:pt x="412" y="618"/>
                      </a:cubicBezTo>
                      <a:cubicBezTo>
                        <a:pt x="412" y="618"/>
                        <a:pt x="412" y="619"/>
                        <a:pt x="412" y="618"/>
                      </a:cubicBezTo>
                      <a:cubicBezTo>
                        <a:pt x="411" y="618"/>
                        <a:pt x="412" y="618"/>
                        <a:pt x="412" y="618"/>
                      </a:cubicBezTo>
                      <a:cubicBezTo>
                        <a:pt x="412" y="618"/>
                        <a:pt x="412" y="617"/>
                        <a:pt x="412" y="617"/>
                      </a:cubicBezTo>
                      <a:cubicBezTo>
                        <a:pt x="412" y="617"/>
                        <a:pt x="412" y="617"/>
                        <a:pt x="412" y="617"/>
                      </a:cubicBezTo>
                      <a:close/>
                      <a:moveTo>
                        <a:pt x="414" y="620"/>
                      </a:moveTo>
                      <a:cubicBezTo>
                        <a:pt x="414" y="621"/>
                        <a:pt x="413" y="623"/>
                        <a:pt x="412" y="623"/>
                      </a:cubicBezTo>
                      <a:cubicBezTo>
                        <a:pt x="412" y="624"/>
                        <a:pt x="412" y="623"/>
                        <a:pt x="412" y="623"/>
                      </a:cubicBezTo>
                      <a:cubicBezTo>
                        <a:pt x="412" y="623"/>
                        <a:pt x="411" y="623"/>
                        <a:pt x="411" y="623"/>
                      </a:cubicBezTo>
                      <a:cubicBezTo>
                        <a:pt x="411" y="624"/>
                        <a:pt x="411" y="624"/>
                        <a:pt x="411" y="624"/>
                      </a:cubicBezTo>
                      <a:cubicBezTo>
                        <a:pt x="411" y="624"/>
                        <a:pt x="411" y="624"/>
                        <a:pt x="411" y="624"/>
                      </a:cubicBezTo>
                      <a:cubicBezTo>
                        <a:pt x="411" y="623"/>
                        <a:pt x="411" y="622"/>
                        <a:pt x="412" y="622"/>
                      </a:cubicBezTo>
                      <a:cubicBezTo>
                        <a:pt x="412" y="621"/>
                        <a:pt x="412" y="621"/>
                        <a:pt x="412" y="621"/>
                      </a:cubicBezTo>
                      <a:cubicBezTo>
                        <a:pt x="412" y="621"/>
                        <a:pt x="412" y="621"/>
                        <a:pt x="412" y="621"/>
                      </a:cubicBezTo>
                      <a:cubicBezTo>
                        <a:pt x="412" y="621"/>
                        <a:pt x="412" y="620"/>
                        <a:pt x="412" y="620"/>
                      </a:cubicBezTo>
                      <a:cubicBezTo>
                        <a:pt x="412" y="620"/>
                        <a:pt x="412" y="620"/>
                        <a:pt x="412" y="620"/>
                      </a:cubicBezTo>
                      <a:cubicBezTo>
                        <a:pt x="412" y="621"/>
                        <a:pt x="411" y="621"/>
                        <a:pt x="411" y="622"/>
                      </a:cubicBezTo>
                      <a:cubicBezTo>
                        <a:pt x="411" y="622"/>
                        <a:pt x="411" y="623"/>
                        <a:pt x="410" y="623"/>
                      </a:cubicBezTo>
                      <a:cubicBezTo>
                        <a:pt x="410" y="623"/>
                        <a:pt x="410" y="623"/>
                        <a:pt x="410" y="623"/>
                      </a:cubicBezTo>
                      <a:cubicBezTo>
                        <a:pt x="410" y="624"/>
                        <a:pt x="410" y="624"/>
                        <a:pt x="410" y="624"/>
                      </a:cubicBezTo>
                      <a:cubicBezTo>
                        <a:pt x="410" y="624"/>
                        <a:pt x="410" y="624"/>
                        <a:pt x="410" y="624"/>
                      </a:cubicBezTo>
                      <a:cubicBezTo>
                        <a:pt x="410" y="624"/>
                        <a:pt x="410" y="624"/>
                        <a:pt x="409" y="624"/>
                      </a:cubicBezTo>
                      <a:cubicBezTo>
                        <a:pt x="409" y="624"/>
                        <a:pt x="409" y="624"/>
                        <a:pt x="409" y="624"/>
                      </a:cubicBezTo>
                      <a:cubicBezTo>
                        <a:pt x="410" y="624"/>
                        <a:pt x="410" y="624"/>
                        <a:pt x="410" y="624"/>
                      </a:cubicBezTo>
                      <a:cubicBezTo>
                        <a:pt x="410" y="623"/>
                        <a:pt x="409" y="623"/>
                        <a:pt x="409" y="623"/>
                      </a:cubicBezTo>
                      <a:cubicBezTo>
                        <a:pt x="409" y="623"/>
                        <a:pt x="409" y="623"/>
                        <a:pt x="409" y="623"/>
                      </a:cubicBezTo>
                      <a:cubicBezTo>
                        <a:pt x="409" y="623"/>
                        <a:pt x="409" y="623"/>
                        <a:pt x="409" y="623"/>
                      </a:cubicBezTo>
                      <a:cubicBezTo>
                        <a:pt x="409" y="622"/>
                        <a:pt x="409" y="622"/>
                        <a:pt x="410" y="622"/>
                      </a:cubicBezTo>
                      <a:cubicBezTo>
                        <a:pt x="410" y="622"/>
                        <a:pt x="410" y="621"/>
                        <a:pt x="410" y="621"/>
                      </a:cubicBezTo>
                      <a:cubicBezTo>
                        <a:pt x="410" y="621"/>
                        <a:pt x="411" y="620"/>
                        <a:pt x="411" y="620"/>
                      </a:cubicBezTo>
                      <a:cubicBezTo>
                        <a:pt x="411" y="620"/>
                        <a:pt x="411" y="620"/>
                        <a:pt x="411" y="619"/>
                      </a:cubicBezTo>
                      <a:cubicBezTo>
                        <a:pt x="412" y="619"/>
                        <a:pt x="412" y="618"/>
                        <a:pt x="412" y="618"/>
                      </a:cubicBezTo>
                      <a:cubicBezTo>
                        <a:pt x="412" y="617"/>
                        <a:pt x="413" y="617"/>
                        <a:pt x="413" y="616"/>
                      </a:cubicBezTo>
                      <a:cubicBezTo>
                        <a:pt x="412" y="616"/>
                        <a:pt x="412" y="616"/>
                        <a:pt x="412" y="615"/>
                      </a:cubicBezTo>
                      <a:cubicBezTo>
                        <a:pt x="412" y="615"/>
                        <a:pt x="412" y="615"/>
                        <a:pt x="413" y="615"/>
                      </a:cubicBezTo>
                      <a:cubicBezTo>
                        <a:pt x="413" y="615"/>
                        <a:pt x="413" y="615"/>
                        <a:pt x="413" y="615"/>
                      </a:cubicBezTo>
                      <a:cubicBezTo>
                        <a:pt x="413" y="616"/>
                        <a:pt x="413" y="616"/>
                        <a:pt x="413" y="616"/>
                      </a:cubicBezTo>
                      <a:cubicBezTo>
                        <a:pt x="413" y="617"/>
                        <a:pt x="413" y="617"/>
                        <a:pt x="413" y="617"/>
                      </a:cubicBezTo>
                      <a:cubicBezTo>
                        <a:pt x="412" y="618"/>
                        <a:pt x="412" y="618"/>
                        <a:pt x="412" y="618"/>
                      </a:cubicBezTo>
                      <a:cubicBezTo>
                        <a:pt x="412" y="618"/>
                        <a:pt x="412" y="619"/>
                        <a:pt x="412" y="619"/>
                      </a:cubicBezTo>
                      <a:cubicBezTo>
                        <a:pt x="412" y="619"/>
                        <a:pt x="412" y="619"/>
                        <a:pt x="412" y="620"/>
                      </a:cubicBezTo>
                      <a:cubicBezTo>
                        <a:pt x="412" y="620"/>
                        <a:pt x="411" y="620"/>
                        <a:pt x="412" y="621"/>
                      </a:cubicBezTo>
                      <a:cubicBezTo>
                        <a:pt x="412" y="620"/>
                        <a:pt x="412" y="620"/>
                        <a:pt x="412" y="620"/>
                      </a:cubicBezTo>
                      <a:cubicBezTo>
                        <a:pt x="412" y="620"/>
                        <a:pt x="412" y="620"/>
                        <a:pt x="412" y="620"/>
                      </a:cubicBezTo>
                      <a:cubicBezTo>
                        <a:pt x="413" y="620"/>
                        <a:pt x="413" y="619"/>
                        <a:pt x="413" y="619"/>
                      </a:cubicBezTo>
                      <a:cubicBezTo>
                        <a:pt x="413" y="618"/>
                        <a:pt x="413" y="618"/>
                        <a:pt x="413" y="618"/>
                      </a:cubicBezTo>
                      <a:cubicBezTo>
                        <a:pt x="413" y="617"/>
                        <a:pt x="414" y="616"/>
                        <a:pt x="414" y="615"/>
                      </a:cubicBezTo>
                      <a:cubicBezTo>
                        <a:pt x="414" y="615"/>
                        <a:pt x="414" y="615"/>
                        <a:pt x="414" y="615"/>
                      </a:cubicBezTo>
                      <a:cubicBezTo>
                        <a:pt x="414" y="615"/>
                        <a:pt x="414" y="614"/>
                        <a:pt x="414" y="614"/>
                      </a:cubicBezTo>
                      <a:cubicBezTo>
                        <a:pt x="414" y="614"/>
                        <a:pt x="414" y="614"/>
                        <a:pt x="414" y="614"/>
                      </a:cubicBezTo>
                      <a:cubicBezTo>
                        <a:pt x="414" y="614"/>
                        <a:pt x="414" y="614"/>
                        <a:pt x="414" y="614"/>
                      </a:cubicBezTo>
                      <a:cubicBezTo>
                        <a:pt x="415" y="614"/>
                        <a:pt x="415" y="614"/>
                        <a:pt x="415" y="614"/>
                      </a:cubicBezTo>
                      <a:cubicBezTo>
                        <a:pt x="414" y="614"/>
                        <a:pt x="414" y="614"/>
                        <a:pt x="414" y="614"/>
                      </a:cubicBezTo>
                      <a:cubicBezTo>
                        <a:pt x="414" y="615"/>
                        <a:pt x="414" y="615"/>
                        <a:pt x="414" y="615"/>
                      </a:cubicBezTo>
                      <a:cubicBezTo>
                        <a:pt x="414" y="615"/>
                        <a:pt x="414" y="615"/>
                        <a:pt x="414" y="615"/>
                      </a:cubicBezTo>
                      <a:cubicBezTo>
                        <a:pt x="414" y="615"/>
                        <a:pt x="414" y="615"/>
                        <a:pt x="414" y="615"/>
                      </a:cubicBezTo>
                      <a:cubicBezTo>
                        <a:pt x="414" y="615"/>
                        <a:pt x="415" y="615"/>
                        <a:pt x="415" y="615"/>
                      </a:cubicBezTo>
                      <a:cubicBezTo>
                        <a:pt x="415" y="615"/>
                        <a:pt x="415" y="616"/>
                        <a:pt x="415" y="616"/>
                      </a:cubicBezTo>
                      <a:cubicBezTo>
                        <a:pt x="415" y="616"/>
                        <a:pt x="415" y="617"/>
                        <a:pt x="416" y="617"/>
                      </a:cubicBezTo>
                      <a:cubicBezTo>
                        <a:pt x="416" y="617"/>
                        <a:pt x="416" y="617"/>
                        <a:pt x="416" y="617"/>
                      </a:cubicBezTo>
                      <a:cubicBezTo>
                        <a:pt x="416" y="617"/>
                        <a:pt x="416" y="617"/>
                        <a:pt x="416" y="617"/>
                      </a:cubicBezTo>
                      <a:cubicBezTo>
                        <a:pt x="416" y="617"/>
                        <a:pt x="416" y="617"/>
                        <a:pt x="416" y="618"/>
                      </a:cubicBezTo>
                      <a:cubicBezTo>
                        <a:pt x="416" y="618"/>
                        <a:pt x="416" y="618"/>
                        <a:pt x="416" y="618"/>
                      </a:cubicBezTo>
                      <a:cubicBezTo>
                        <a:pt x="416" y="618"/>
                        <a:pt x="416" y="618"/>
                        <a:pt x="416" y="618"/>
                      </a:cubicBezTo>
                      <a:cubicBezTo>
                        <a:pt x="416" y="618"/>
                        <a:pt x="416" y="618"/>
                        <a:pt x="416" y="619"/>
                      </a:cubicBezTo>
                      <a:cubicBezTo>
                        <a:pt x="416" y="619"/>
                        <a:pt x="416" y="619"/>
                        <a:pt x="416" y="619"/>
                      </a:cubicBezTo>
                      <a:cubicBezTo>
                        <a:pt x="416" y="619"/>
                        <a:pt x="416" y="619"/>
                        <a:pt x="416" y="619"/>
                      </a:cubicBezTo>
                      <a:cubicBezTo>
                        <a:pt x="416" y="618"/>
                        <a:pt x="416" y="618"/>
                        <a:pt x="416" y="618"/>
                      </a:cubicBezTo>
                      <a:cubicBezTo>
                        <a:pt x="416" y="617"/>
                        <a:pt x="416" y="617"/>
                        <a:pt x="416" y="617"/>
                      </a:cubicBezTo>
                      <a:cubicBezTo>
                        <a:pt x="416" y="617"/>
                        <a:pt x="416" y="617"/>
                        <a:pt x="416" y="617"/>
                      </a:cubicBezTo>
                      <a:cubicBezTo>
                        <a:pt x="416" y="617"/>
                        <a:pt x="416" y="618"/>
                        <a:pt x="415" y="618"/>
                      </a:cubicBezTo>
                      <a:cubicBezTo>
                        <a:pt x="415" y="618"/>
                        <a:pt x="415" y="618"/>
                        <a:pt x="415" y="618"/>
                      </a:cubicBezTo>
                      <a:cubicBezTo>
                        <a:pt x="415" y="618"/>
                        <a:pt x="415" y="619"/>
                        <a:pt x="415" y="619"/>
                      </a:cubicBezTo>
                      <a:cubicBezTo>
                        <a:pt x="415" y="619"/>
                        <a:pt x="415" y="619"/>
                        <a:pt x="415" y="619"/>
                      </a:cubicBezTo>
                      <a:cubicBezTo>
                        <a:pt x="415" y="620"/>
                        <a:pt x="415" y="620"/>
                        <a:pt x="415" y="620"/>
                      </a:cubicBezTo>
                      <a:cubicBezTo>
                        <a:pt x="415" y="620"/>
                        <a:pt x="415" y="620"/>
                        <a:pt x="415" y="620"/>
                      </a:cubicBezTo>
                      <a:cubicBezTo>
                        <a:pt x="415" y="620"/>
                        <a:pt x="415" y="620"/>
                        <a:pt x="415" y="619"/>
                      </a:cubicBezTo>
                      <a:cubicBezTo>
                        <a:pt x="415" y="619"/>
                        <a:pt x="415" y="619"/>
                        <a:pt x="415" y="619"/>
                      </a:cubicBezTo>
                      <a:cubicBezTo>
                        <a:pt x="415" y="619"/>
                        <a:pt x="414" y="619"/>
                        <a:pt x="414" y="619"/>
                      </a:cubicBezTo>
                      <a:cubicBezTo>
                        <a:pt x="414" y="619"/>
                        <a:pt x="414" y="620"/>
                        <a:pt x="414" y="620"/>
                      </a:cubicBezTo>
                      <a:cubicBezTo>
                        <a:pt x="414" y="619"/>
                        <a:pt x="414" y="619"/>
                        <a:pt x="414" y="619"/>
                      </a:cubicBezTo>
                      <a:cubicBezTo>
                        <a:pt x="414" y="619"/>
                        <a:pt x="415" y="618"/>
                        <a:pt x="415" y="618"/>
                      </a:cubicBezTo>
                      <a:cubicBezTo>
                        <a:pt x="415" y="618"/>
                        <a:pt x="415" y="618"/>
                        <a:pt x="415" y="618"/>
                      </a:cubicBezTo>
                      <a:cubicBezTo>
                        <a:pt x="415" y="618"/>
                        <a:pt x="415" y="618"/>
                        <a:pt x="415" y="618"/>
                      </a:cubicBezTo>
                      <a:cubicBezTo>
                        <a:pt x="415" y="618"/>
                        <a:pt x="415" y="617"/>
                        <a:pt x="415" y="617"/>
                      </a:cubicBezTo>
                      <a:cubicBezTo>
                        <a:pt x="415" y="617"/>
                        <a:pt x="415" y="617"/>
                        <a:pt x="415" y="617"/>
                      </a:cubicBezTo>
                      <a:cubicBezTo>
                        <a:pt x="414" y="617"/>
                        <a:pt x="415" y="617"/>
                        <a:pt x="414" y="617"/>
                      </a:cubicBezTo>
                      <a:cubicBezTo>
                        <a:pt x="414" y="618"/>
                        <a:pt x="414" y="618"/>
                        <a:pt x="414" y="618"/>
                      </a:cubicBezTo>
                      <a:cubicBezTo>
                        <a:pt x="414" y="619"/>
                        <a:pt x="414" y="620"/>
                        <a:pt x="414" y="621"/>
                      </a:cubicBezTo>
                      <a:cubicBezTo>
                        <a:pt x="414" y="621"/>
                        <a:pt x="413" y="621"/>
                        <a:pt x="413" y="621"/>
                      </a:cubicBezTo>
                      <a:cubicBezTo>
                        <a:pt x="413" y="621"/>
                        <a:pt x="413" y="621"/>
                        <a:pt x="413" y="621"/>
                      </a:cubicBezTo>
                      <a:cubicBezTo>
                        <a:pt x="413" y="621"/>
                        <a:pt x="413" y="621"/>
                        <a:pt x="413" y="622"/>
                      </a:cubicBezTo>
                      <a:cubicBezTo>
                        <a:pt x="413" y="621"/>
                        <a:pt x="413" y="620"/>
                        <a:pt x="413" y="620"/>
                      </a:cubicBezTo>
                      <a:cubicBezTo>
                        <a:pt x="413" y="620"/>
                        <a:pt x="413" y="620"/>
                        <a:pt x="413" y="620"/>
                      </a:cubicBezTo>
                      <a:cubicBezTo>
                        <a:pt x="413" y="619"/>
                        <a:pt x="413" y="619"/>
                        <a:pt x="413" y="619"/>
                      </a:cubicBezTo>
                      <a:cubicBezTo>
                        <a:pt x="413" y="619"/>
                        <a:pt x="413" y="618"/>
                        <a:pt x="413" y="619"/>
                      </a:cubicBezTo>
                      <a:cubicBezTo>
                        <a:pt x="413" y="619"/>
                        <a:pt x="413" y="619"/>
                        <a:pt x="413" y="619"/>
                      </a:cubicBezTo>
                      <a:cubicBezTo>
                        <a:pt x="413" y="619"/>
                        <a:pt x="413" y="620"/>
                        <a:pt x="413" y="620"/>
                      </a:cubicBezTo>
                      <a:cubicBezTo>
                        <a:pt x="413" y="621"/>
                        <a:pt x="413" y="621"/>
                        <a:pt x="413" y="621"/>
                      </a:cubicBezTo>
                      <a:cubicBezTo>
                        <a:pt x="413" y="621"/>
                        <a:pt x="412" y="622"/>
                        <a:pt x="412" y="622"/>
                      </a:cubicBezTo>
                      <a:cubicBezTo>
                        <a:pt x="412" y="622"/>
                        <a:pt x="412" y="622"/>
                        <a:pt x="412" y="622"/>
                      </a:cubicBezTo>
                      <a:cubicBezTo>
                        <a:pt x="412" y="622"/>
                        <a:pt x="412" y="623"/>
                        <a:pt x="412" y="623"/>
                      </a:cubicBezTo>
                      <a:cubicBezTo>
                        <a:pt x="412" y="623"/>
                        <a:pt x="413" y="623"/>
                        <a:pt x="413" y="623"/>
                      </a:cubicBezTo>
                      <a:cubicBezTo>
                        <a:pt x="413" y="622"/>
                        <a:pt x="413" y="622"/>
                        <a:pt x="414" y="621"/>
                      </a:cubicBezTo>
                      <a:cubicBezTo>
                        <a:pt x="414" y="621"/>
                        <a:pt x="414" y="621"/>
                        <a:pt x="414" y="620"/>
                      </a:cubicBezTo>
                      <a:close/>
                      <a:moveTo>
                        <a:pt x="409" y="620"/>
                      </a:moveTo>
                      <a:cubicBezTo>
                        <a:pt x="408" y="620"/>
                        <a:pt x="408" y="620"/>
                        <a:pt x="408" y="619"/>
                      </a:cubicBezTo>
                      <a:cubicBezTo>
                        <a:pt x="408" y="619"/>
                        <a:pt x="408" y="619"/>
                        <a:pt x="408" y="619"/>
                      </a:cubicBezTo>
                      <a:cubicBezTo>
                        <a:pt x="409" y="619"/>
                        <a:pt x="409" y="619"/>
                        <a:pt x="409" y="619"/>
                      </a:cubicBezTo>
                      <a:cubicBezTo>
                        <a:pt x="409" y="619"/>
                        <a:pt x="409" y="618"/>
                        <a:pt x="409" y="618"/>
                      </a:cubicBezTo>
                      <a:cubicBezTo>
                        <a:pt x="409" y="618"/>
                        <a:pt x="409" y="618"/>
                        <a:pt x="409" y="618"/>
                      </a:cubicBezTo>
                      <a:cubicBezTo>
                        <a:pt x="409" y="618"/>
                        <a:pt x="409" y="618"/>
                        <a:pt x="409" y="618"/>
                      </a:cubicBezTo>
                      <a:cubicBezTo>
                        <a:pt x="409" y="618"/>
                        <a:pt x="409" y="618"/>
                        <a:pt x="410" y="618"/>
                      </a:cubicBezTo>
                      <a:cubicBezTo>
                        <a:pt x="410" y="618"/>
                        <a:pt x="410" y="618"/>
                        <a:pt x="410" y="618"/>
                      </a:cubicBezTo>
                      <a:cubicBezTo>
                        <a:pt x="410" y="618"/>
                        <a:pt x="410" y="617"/>
                        <a:pt x="410" y="617"/>
                      </a:cubicBezTo>
                      <a:cubicBezTo>
                        <a:pt x="410" y="617"/>
                        <a:pt x="410" y="617"/>
                        <a:pt x="410" y="617"/>
                      </a:cubicBezTo>
                      <a:cubicBezTo>
                        <a:pt x="411" y="618"/>
                        <a:pt x="411" y="618"/>
                        <a:pt x="411" y="617"/>
                      </a:cubicBezTo>
                      <a:cubicBezTo>
                        <a:pt x="412" y="617"/>
                        <a:pt x="412" y="617"/>
                        <a:pt x="412" y="616"/>
                      </a:cubicBezTo>
                      <a:cubicBezTo>
                        <a:pt x="412" y="616"/>
                        <a:pt x="412" y="616"/>
                        <a:pt x="412" y="616"/>
                      </a:cubicBezTo>
                      <a:cubicBezTo>
                        <a:pt x="412" y="616"/>
                        <a:pt x="412" y="616"/>
                        <a:pt x="412" y="616"/>
                      </a:cubicBezTo>
                      <a:cubicBezTo>
                        <a:pt x="412" y="616"/>
                        <a:pt x="412" y="616"/>
                        <a:pt x="412" y="616"/>
                      </a:cubicBezTo>
                      <a:cubicBezTo>
                        <a:pt x="412" y="616"/>
                        <a:pt x="412" y="616"/>
                        <a:pt x="412" y="616"/>
                      </a:cubicBezTo>
                      <a:cubicBezTo>
                        <a:pt x="412" y="617"/>
                        <a:pt x="412" y="617"/>
                        <a:pt x="412" y="618"/>
                      </a:cubicBezTo>
                      <a:cubicBezTo>
                        <a:pt x="411" y="618"/>
                        <a:pt x="411" y="618"/>
                        <a:pt x="411" y="618"/>
                      </a:cubicBezTo>
                      <a:cubicBezTo>
                        <a:pt x="411" y="618"/>
                        <a:pt x="411" y="618"/>
                        <a:pt x="411" y="618"/>
                      </a:cubicBezTo>
                      <a:cubicBezTo>
                        <a:pt x="410" y="619"/>
                        <a:pt x="410" y="619"/>
                        <a:pt x="410" y="619"/>
                      </a:cubicBezTo>
                      <a:cubicBezTo>
                        <a:pt x="410" y="619"/>
                        <a:pt x="409" y="619"/>
                        <a:pt x="409" y="619"/>
                      </a:cubicBezTo>
                      <a:cubicBezTo>
                        <a:pt x="409" y="619"/>
                        <a:pt x="409" y="620"/>
                        <a:pt x="409" y="620"/>
                      </a:cubicBezTo>
                      <a:cubicBezTo>
                        <a:pt x="409" y="620"/>
                        <a:pt x="409" y="620"/>
                        <a:pt x="409" y="620"/>
                      </a:cubicBezTo>
                      <a:close/>
                      <a:moveTo>
                        <a:pt x="416" y="618"/>
                      </a:moveTo>
                      <a:cubicBezTo>
                        <a:pt x="416" y="618"/>
                        <a:pt x="415" y="619"/>
                        <a:pt x="415" y="619"/>
                      </a:cubicBezTo>
                      <a:cubicBezTo>
                        <a:pt x="415" y="619"/>
                        <a:pt x="415" y="619"/>
                        <a:pt x="415" y="619"/>
                      </a:cubicBezTo>
                      <a:cubicBezTo>
                        <a:pt x="415" y="619"/>
                        <a:pt x="415" y="619"/>
                        <a:pt x="415" y="619"/>
                      </a:cubicBezTo>
                      <a:cubicBezTo>
                        <a:pt x="415" y="618"/>
                        <a:pt x="415" y="618"/>
                        <a:pt x="416" y="618"/>
                      </a:cubicBezTo>
                      <a:cubicBezTo>
                        <a:pt x="416" y="618"/>
                        <a:pt x="416" y="618"/>
                        <a:pt x="416" y="618"/>
                      </a:cubicBezTo>
                      <a:cubicBezTo>
                        <a:pt x="416" y="618"/>
                        <a:pt x="416" y="618"/>
                        <a:pt x="416" y="618"/>
                      </a:cubicBezTo>
                      <a:close/>
                      <a:moveTo>
                        <a:pt x="411" y="612"/>
                      </a:moveTo>
                      <a:cubicBezTo>
                        <a:pt x="411" y="611"/>
                        <a:pt x="411" y="611"/>
                        <a:pt x="411" y="611"/>
                      </a:cubicBezTo>
                      <a:cubicBezTo>
                        <a:pt x="411" y="611"/>
                        <a:pt x="411" y="611"/>
                        <a:pt x="411" y="612"/>
                      </a:cubicBezTo>
                      <a:close/>
                      <a:moveTo>
                        <a:pt x="414" y="625"/>
                      </a:moveTo>
                      <a:cubicBezTo>
                        <a:pt x="414" y="626"/>
                        <a:pt x="414" y="626"/>
                        <a:pt x="413" y="626"/>
                      </a:cubicBezTo>
                      <a:cubicBezTo>
                        <a:pt x="413" y="626"/>
                        <a:pt x="413" y="626"/>
                        <a:pt x="413" y="626"/>
                      </a:cubicBezTo>
                      <a:cubicBezTo>
                        <a:pt x="413" y="625"/>
                        <a:pt x="413" y="625"/>
                        <a:pt x="413" y="625"/>
                      </a:cubicBezTo>
                      <a:cubicBezTo>
                        <a:pt x="413" y="625"/>
                        <a:pt x="413" y="625"/>
                        <a:pt x="414" y="625"/>
                      </a:cubicBezTo>
                      <a:close/>
                      <a:moveTo>
                        <a:pt x="415" y="621"/>
                      </a:moveTo>
                      <a:cubicBezTo>
                        <a:pt x="415" y="621"/>
                        <a:pt x="415" y="621"/>
                        <a:pt x="415" y="622"/>
                      </a:cubicBezTo>
                      <a:cubicBezTo>
                        <a:pt x="415" y="622"/>
                        <a:pt x="415" y="622"/>
                        <a:pt x="415" y="622"/>
                      </a:cubicBezTo>
                      <a:cubicBezTo>
                        <a:pt x="415" y="622"/>
                        <a:pt x="415" y="621"/>
                        <a:pt x="415" y="621"/>
                      </a:cubicBezTo>
                      <a:close/>
                      <a:moveTo>
                        <a:pt x="414" y="625"/>
                      </a:moveTo>
                      <a:cubicBezTo>
                        <a:pt x="415" y="625"/>
                        <a:pt x="414" y="625"/>
                        <a:pt x="414" y="625"/>
                      </a:cubicBezTo>
                      <a:cubicBezTo>
                        <a:pt x="414" y="625"/>
                        <a:pt x="414" y="625"/>
                        <a:pt x="414" y="625"/>
                      </a:cubicBezTo>
                      <a:close/>
                      <a:moveTo>
                        <a:pt x="415" y="615"/>
                      </a:moveTo>
                      <a:cubicBezTo>
                        <a:pt x="415" y="615"/>
                        <a:pt x="415" y="615"/>
                        <a:pt x="415" y="615"/>
                      </a:cubicBezTo>
                      <a:cubicBezTo>
                        <a:pt x="415" y="615"/>
                        <a:pt x="415" y="615"/>
                        <a:pt x="415" y="615"/>
                      </a:cubicBezTo>
                      <a:cubicBezTo>
                        <a:pt x="415" y="615"/>
                        <a:pt x="415" y="615"/>
                        <a:pt x="415" y="615"/>
                      </a:cubicBezTo>
                      <a:cubicBezTo>
                        <a:pt x="415" y="615"/>
                        <a:pt x="414" y="615"/>
                        <a:pt x="415" y="615"/>
                      </a:cubicBezTo>
                      <a:close/>
                      <a:moveTo>
                        <a:pt x="415" y="621"/>
                      </a:moveTo>
                      <a:cubicBezTo>
                        <a:pt x="415" y="621"/>
                        <a:pt x="415" y="620"/>
                        <a:pt x="415" y="620"/>
                      </a:cubicBezTo>
                      <a:cubicBezTo>
                        <a:pt x="415" y="620"/>
                        <a:pt x="415" y="621"/>
                        <a:pt x="415" y="621"/>
                      </a:cubicBezTo>
                      <a:close/>
                      <a:moveTo>
                        <a:pt x="415" y="620"/>
                      </a:moveTo>
                      <a:cubicBezTo>
                        <a:pt x="415" y="620"/>
                        <a:pt x="415" y="620"/>
                        <a:pt x="416" y="619"/>
                      </a:cubicBezTo>
                      <a:cubicBezTo>
                        <a:pt x="415" y="620"/>
                        <a:pt x="415" y="620"/>
                        <a:pt x="415" y="620"/>
                      </a:cubicBezTo>
                      <a:close/>
                      <a:moveTo>
                        <a:pt x="415" y="621"/>
                      </a:moveTo>
                      <a:cubicBezTo>
                        <a:pt x="415" y="620"/>
                        <a:pt x="415" y="620"/>
                        <a:pt x="415" y="620"/>
                      </a:cubicBezTo>
                      <a:cubicBezTo>
                        <a:pt x="415" y="620"/>
                        <a:pt x="415" y="621"/>
                        <a:pt x="415" y="621"/>
                      </a:cubicBezTo>
                      <a:close/>
                      <a:moveTo>
                        <a:pt x="413" y="622"/>
                      </a:moveTo>
                      <a:cubicBezTo>
                        <a:pt x="413" y="622"/>
                        <a:pt x="413" y="622"/>
                        <a:pt x="413" y="622"/>
                      </a:cubicBezTo>
                      <a:cubicBezTo>
                        <a:pt x="413" y="622"/>
                        <a:pt x="413" y="622"/>
                        <a:pt x="413" y="622"/>
                      </a:cubicBezTo>
                      <a:close/>
                      <a:moveTo>
                        <a:pt x="412" y="612"/>
                      </a:moveTo>
                      <a:cubicBezTo>
                        <a:pt x="412" y="612"/>
                        <a:pt x="412" y="612"/>
                        <a:pt x="412" y="612"/>
                      </a:cubicBezTo>
                      <a:cubicBezTo>
                        <a:pt x="412" y="612"/>
                        <a:pt x="412" y="612"/>
                        <a:pt x="412" y="612"/>
                      </a:cubicBezTo>
                      <a:cubicBezTo>
                        <a:pt x="412" y="612"/>
                        <a:pt x="412" y="612"/>
                        <a:pt x="412" y="612"/>
                      </a:cubicBezTo>
                      <a:close/>
                      <a:moveTo>
                        <a:pt x="415" y="623"/>
                      </a:moveTo>
                      <a:cubicBezTo>
                        <a:pt x="415" y="623"/>
                        <a:pt x="415" y="623"/>
                        <a:pt x="414" y="623"/>
                      </a:cubicBezTo>
                      <a:cubicBezTo>
                        <a:pt x="414" y="623"/>
                        <a:pt x="414" y="623"/>
                        <a:pt x="415" y="623"/>
                      </a:cubicBezTo>
                      <a:close/>
                      <a:moveTo>
                        <a:pt x="416" y="619"/>
                      </a:moveTo>
                      <a:cubicBezTo>
                        <a:pt x="416" y="619"/>
                        <a:pt x="416" y="619"/>
                        <a:pt x="416" y="619"/>
                      </a:cubicBezTo>
                      <a:cubicBezTo>
                        <a:pt x="416" y="619"/>
                        <a:pt x="416" y="619"/>
                        <a:pt x="416" y="619"/>
                      </a:cubicBezTo>
                      <a:cubicBezTo>
                        <a:pt x="417" y="619"/>
                        <a:pt x="416" y="619"/>
                        <a:pt x="416" y="619"/>
                      </a:cubicBezTo>
                      <a:close/>
                      <a:moveTo>
                        <a:pt x="414" y="622"/>
                      </a:moveTo>
                      <a:cubicBezTo>
                        <a:pt x="414" y="622"/>
                        <a:pt x="414" y="623"/>
                        <a:pt x="414" y="623"/>
                      </a:cubicBezTo>
                      <a:cubicBezTo>
                        <a:pt x="414" y="623"/>
                        <a:pt x="414" y="622"/>
                        <a:pt x="414" y="622"/>
                      </a:cubicBezTo>
                      <a:cubicBezTo>
                        <a:pt x="414" y="622"/>
                        <a:pt x="414" y="622"/>
                        <a:pt x="414" y="621"/>
                      </a:cubicBezTo>
                      <a:cubicBezTo>
                        <a:pt x="415" y="622"/>
                        <a:pt x="414" y="622"/>
                        <a:pt x="414" y="622"/>
                      </a:cubicBezTo>
                      <a:close/>
                      <a:moveTo>
                        <a:pt x="411" y="619"/>
                      </a:moveTo>
                      <a:cubicBezTo>
                        <a:pt x="411" y="619"/>
                        <a:pt x="411" y="619"/>
                        <a:pt x="411" y="619"/>
                      </a:cubicBezTo>
                      <a:cubicBezTo>
                        <a:pt x="411" y="619"/>
                        <a:pt x="411" y="619"/>
                        <a:pt x="411" y="619"/>
                      </a:cubicBezTo>
                      <a:cubicBezTo>
                        <a:pt x="411" y="619"/>
                        <a:pt x="411" y="619"/>
                        <a:pt x="411" y="619"/>
                      </a:cubicBezTo>
                      <a:close/>
                      <a:moveTo>
                        <a:pt x="415" y="622"/>
                      </a:moveTo>
                      <a:cubicBezTo>
                        <a:pt x="415" y="622"/>
                        <a:pt x="415" y="622"/>
                        <a:pt x="415" y="622"/>
                      </a:cubicBezTo>
                      <a:cubicBezTo>
                        <a:pt x="415" y="622"/>
                        <a:pt x="415" y="622"/>
                        <a:pt x="415" y="622"/>
                      </a:cubicBezTo>
                      <a:close/>
                      <a:moveTo>
                        <a:pt x="413" y="622"/>
                      </a:moveTo>
                      <a:cubicBezTo>
                        <a:pt x="413" y="622"/>
                        <a:pt x="413" y="622"/>
                        <a:pt x="413" y="622"/>
                      </a:cubicBezTo>
                      <a:cubicBezTo>
                        <a:pt x="413" y="622"/>
                        <a:pt x="413" y="622"/>
                        <a:pt x="413" y="622"/>
                      </a:cubicBezTo>
                      <a:cubicBezTo>
                        <a:pt x="413" y="622"/>
                        <a:pt x="413" y="622"/>
                        <a:pt x="413" y="622"/>
                      </a:cubicBezTo>
                      <a:cubicBezTo>
                        <a:pt x="413" y="622"/>
                        <a:pt x="413" y="622"/>
                        <a:pt x="413" y="622"/>
                      </a:cubicBezTo>
                      <a:close/>
                      <a:moveTo>
                        <a:pt x="415" y="623"/>
                      </a:moveTo>
                      <a:cubicBezTo>
                        <a:pt x="415" y="622"/>
                        <a:pt x="414" y="622"/>
                        <a:pt x="415" y="622"/>
                      </a:cubicBezTo>
                      <a:cubicBezTo>
                        <a:pt x="415" y="622"/>
                        <a:pt x="415" y="622"/>
                        <a:pt x="415" y="623"/>
                      </a:cubicBezTo>
                      <a:close/>
                      <a:moveTo>
                        <a:pt x="67" y="666"/>
                      </a:moveTo>
                      <a:cubicBezTo>
                        <a:pt x="67" y="666"/>
                        <a:pt x="67" y="666"/>
                        <a:pt x="67" y="666"/>
                      </a:cubicBezTo>
                      <a:cubicBezTo>
                        <a:pt x="67" y="666"/>
                        <a:pt x="67" y="666"/>
                        <a:pt x="67" y="666"/>
                      </a:cubicBezTo>
                      <a:cubicBezTo>
                        <a:pt x="68" y="666"/>
                        <a:pt x="68" y="665"/>
                        <a:pt x="67" y="665"/>
                      </a:cubicBezTo>
                      <a:cubicBezTo>
                        <a:pt x="67" y="665"/>
                        <a:pt x="67" y="665"/>
                        <a:pt x="67" y="665"/>
                      </a:cubicBezTo>
                      <a:cubicBezTo>
                        <a:pt x="67" y="665"/>
                        <a:pt x="66" y="665"/>
                        <a:pt x="66" y="665"/>
                      </a:cubicBezTo>
                      <a:cubicBezTo>
                        <a:pt x="66" y="665"/>
                        <a:pt x="67" y="665"/>
                        <a:pt x="67" y="665"/>
                      </a:cubicBezTo>
                      <a:cubicBezTo>
                        <a:pt x="67" y="665"/>
                        <a:pt x="67" y="665"/>
                        <a:pt x="67" y="665"/>
                      </a:cubicBezTo>
                      <a:cubicBezTo>
                        <a:pt x="67" y="665"/>
                        <a:pt x="67" y="665"/>
                        <a:pt x="67" y="665"/>
                      </a:cubicBezTo>
                      <a:cubicBezTo>
                        <a:pt x="67" y="665"/>
                        <a:pt x="67" y="665"/>
                        <a:pt x="67" y="665"/>
                      </a:cubicBezTo>
                      <a:cubicBezTo>
                        <a:pt x="67" y="665"/>
                        <a:pt x="67" y="665"/>
                        <a:pt x="67" y="664"/>
                      </a:cubicBezTo>
                      <a:cubicBezTo>
                        <a:pt x="67" y="664"/>
                        <a:pt x="67" y="664"/>
                        <a:pt x="66" y="664"/>
                      </a:cubicBezTo>
                      <a:cubicBezTo>
                        <a:pt x="66" y="664"/>
                        <a:pt x="66" y="664"/>
                        <a:pt x="66" y="664"/>
                      </a:cubicBezTo>
                      <a:cubicBezTo>
                        <a:pt x="66" y="665"/>
                        <a:pt x="66" y="665"/>
                        <a:pt x="66" y="665"/>
                      </a:cubicBezTo>
                      <a:cubicBezTo>
                        <a:pt x="66" y="665"/>
                        <a:pt x="66" y="665"/>
                        <a:pt x="66" y="665"/>
                      </a:cubicBezTo>
                      <a:cubicBezTo>
                        <a:pt x="66" y="665"/>
                        <a:pt x="66" y="665"/>
                        <a:pt x="66" y="665"/>
                      </a:cubicBezTo>
                      <a:cubicBezTo>
                        <a:pt x="66" y="665"/>
                        <a:pt x="65" y="665"/>
                        <a:pt x="65" y="665"/>
                      </a:cubicBezTo>
                      <a:cubicBezTo>
                        <a:pt x="65" y="664"/>
                        <a:pt x="65" y="664"/>
                        <a:pt x="65" y="664"/>
                      </a:cubicBezTo>
                      <a:cubicBezTo>
                        <a:pt x="65" y="664"/>
                        <a:pt x="65" y="664"/>
                        <a:pt x="65" y="664"/>
                      </a:cubicBezTo>
                      <a:cubicBezTo>
                        <a:pt x="65" y="664"/>
                        <a:pt x="65" y="663"/>
                        <a:pt x="65" y="663"/>
                      </a:cubicBezTo>
                      <a:cubicBezTo>
                        <a:pt x="65" y="663"/>
                        <a:pt x="65" y="663"/>
                        <a:pt x="65" y="663"/>
                      </a:cubicBezTo>
                      <a:cubicBezTo>
                        <a:pt x="65" y="663"/>
                        <a:pt x="65" y="663"/>
                        <a:pt x="64" y="663"/>
                      </a:cubicBezTo>
                      <a:cubicBezTo>
                        <a:pt x="64" y="663"/>
                        <a:pt x="64" y="663"/>
                        <a:pt x="64" y="663"/>
                      </a:cubicBezTo>
                      <a:cubicBezTo>
                        <a:pt x="64" y="662"/>
                        <a:pt x="64" y="662"/>
                        <a:pt x="64" y="662"/>
                      </a:cubicBezTo>
                      <a:cubicBezTo>
                        <a:pt x="64" y="662"/>
                        <a:pt x="64" y="662"/>
                        <a:pt x="64" y="662"/>
                      </a:cubicBezTo>
                      <a:cubicBezTo>
                        <a:pt x="64" y="662"/>
                        <a:pt x="64" y="662"/>
                        <a:pt x="64" y="662"/>
                      </a:cubicBezTo>
                      <a:cubicBezTo>
                        <a:pt x="64" y="662"/>
                        <a:pt x="64" y="662"/>
                        <a:pt x="63" y="662"/>
                      </a:cubicBezTo>
                      <a:cubicBezTo>
                        <a:pt x="63" y="662"/>
                        <a:pt x="63" y="662"/>
                        <a:pt x="63" y="662"/>
                      </a:cubicBezTo>
                      <a:cubicBezTo>
                        <a:pt x="63" y="662"/>
                        <a:pt x="63" y="662"/>
                        <a:pt x="63" y="661"/>
                      </a:cubicBezTo>
                      <a:cubicBezTo>
                        <a:pt x="63" y="661"/>
                        <a:pt x="63" y="661"/>
                        <a:pt x="63" y="661"/>
                      </a:cubicBezTo>
                      <a:cubicBezTo>
                        <a:pt x="63" y="661"/>
                        <a:pt x="63" y="661"/>
                        <a:pt x="63" y="661"/>
                      </a:cubicBezTo>
                      <a:cubicBezTo>
                        <a:pt x="63" y="661"/>
                        <a:pt x="63" y="661"/>
                        <a:pt x="63" y="661"/>
                      </a:cubicBezTo>
                      <a:cubicBezTo>
                        <a:pt x="63" y="661"/>
                        <a:pt x="63" y="660"/>
                        <a:pt x="62" y="660"/>
                      </a:cubicBezTo>
                      <a:cubicBezTo>
                        <a:pt x="62" y="660"/>
                        <a:pt x="62" y="660"/>
                        <a:pt x="62" y="659"/>
                      </a:cubicBezTo>
                      <a:cubicBezTo>
                        <a:pt x="62" y="659"/>
                        <a:pt x="62" y="659"/>
                        <a:pt x="62" y="659"/>
                      </a:cubicBezTo>
                      <a:cubicBezTo>
                        <a:pt x="62" y="659"/>
                        <a:pt x="62" y="659"/>
                        <a:pt x="62" y="659"/>
                      </a:cubicBezTo>
                      <a:cubicBezTo>
                        <a:pt x="62" y="659"/>
                        <a:pt x="63" y="659"/>
                        <a:pt x="63" y="659"/>
                      </a:cubicBezTo>
                      <a:cubicBezTo>
                        <a:pt x="63" y="659"/>
                        <a:pt x="62" y="659"/>
                        <a:pt x="62" y="659"/>
                      </a:cubicBezTo>
                      <a:cubicBezTo>
                        <a:pt x="62" y="659"/>
                        <a:pt x="62" y="659"/>
                        <a:pt x="62" y="658"/>
                      </a:cubicBezTo>
                      <a:cubicBezTo>
                        <a:pt x="62" y="658"/>
                        <a:pt x="62" y="658"/>
                        <a:pt x="62" y="658"/>
                      </a:cubicBezTo>
                      <a:cubicBezTo>
                        <a:pt x="61" y="658"/>
                        <a:pt x="61" y="658"/>
                        <a:pt x="61" y="658"/>
                      </a:cubicBezTo>
                      <a:cubicBezTo>
                        <a:pt x="61" y="658"/>
                        <a:pt x="61" y="658"/>
                        <a:pt x="61" y="658"/>
                      </a:cubicBezTo>
                      <a:cubicBezTo>
                        <a:pt x="61" y="658"/>
                        <a:pt x="61" y="658"/>
                        <a:pt x="62" y="658"/>
                      </a:cubicBezTo>
                      <a:cubicBezTo>
                        <a:pt x="61" y="658"/>
                        <a:pt x="61" y="658"/>
                        <a:pt x="61" y="658"/>
                      </a:cubicBezTo>
                      <a:cubicBezTo>
                        <a:pt x="61" y="657"/>
                        <a:pt x="61" y="657"/>
                        <a:pt x="61" y="657"/>
                      </a:cubicBezTo>
                      <a:cubicBezTo>
                        <a:pt x="61" y="657"/>
                        <a:pt x="61" y="657"/>
                        <a:pt x="61" y="657"/>
                      </a:cubicBezTo>
                      <a:cubicBezTo>
                        <a:pt x="62" y="658"/>
                        <a:pt x="62" y="658"/>
                        <a:pt x="62" y="658"/>
                      </a:cubicBezTo>
                      <a:cubicBezTo>
                        <a:pt x="62" y="658"/>
                        <a:pt x="62" y="658"/>
                        <a:pt x="62" y="658"/>
                      </a:cubicBezTo>
                      <a:cubicBezTo>
                        <a:pt x="62" y="658"/>
                        <a:pt x="62" y="658"/>
                        <a:pt x="62" y="658"/>
                      </a:cubicBezTo>
                      <a:cubicBezTo>
                        <a:pt x="63" y="658"/>
                        <a:pt x="63" y="658"/>
                        <a:pt x="63" y="658"/>
                      </a:cubicBezTo>
                      <a:cubicBezTo>
                        <a:pt x="63" y="658"/>
                        <a:pt x="63" y="658"/>
                        <a:pt x="63" y="658"/>
                      </a:cubicBezTo>
                      <a:cubicBezTo>
                        <a:pt x="64" y="658"/>
                        <a:pt x="63" y="657"/>
                        <a:pt x="63" y="657"/>
                      </a:cubicBezTo>
                      <a:cubicBezTo>
                        <a:pt x="63" y="657"/>
                        <a:pt x="63" y="657"/>
                        <a:pt x="63" y="657"/>
                      </a:cubicBezTo>
                      <a:cubicBezTo>
                        <a:pt x="63" y="657"/>
                        <a:pt x="63" y="657"/>
                        <a:pt x="63" y="657"/>
                      </a:cubicBezTo>
                      <a:cubicBezTo>
                        <a:pt x="63" y="657"/>
                        <a:pt x="62" y="656"/>
                        <a:pt x="62" y="656"/>
                      </a:cubicBezTo>
                      <a:cubicBezTo>
                        <a:pt x="62" y="656"/>
                        <a:pt x="62" y="656"/>
                        <a:pt x="62" y="656"/>
                      </a:cubicBezTo>
                      <a:cubicBezTo>
                        <a:pt x="61" y="656"/>
                        <a:pt x="61" y="656"/>
                        <a:pt x="61" y="657"/>
                      </a:cubicBezTo>
                      <a:cubicBezTo>
                        <a:pt x="61" y="657"/>
                        <a:pt x="61" y="657"/>
                        <a:pt x="61" y="657"/>
                      </a:cubicBezTo>
                      <a:cubicBezTo>
                        <a:pt x="61" y="656"/>
                        <a:pt x="61" y="656"/>
                        <a:pt x="61" y="656"/>
                      </a:cubicBezTo>
                      <a:cubicBezTo>
                        <a:pt x="61" y="656"/>
                        <a:pt x="61" y="656"/>
                        <a:pt x="61" y="656"/>
                      </a:cubicBezTo>
                      <a:cubicBezTo>
                        <a:pt x="62" y="656"/>
                        <a:pt x="62" y="656"/>
                        <a:pt x="63" y="656"/>
                      </a:cubicBezTo>
                      <a:cubicBezTo>
                        <a:pt x="63" y="656"/>
                        <a:pt x="63" y="656"/>
                        <a:pt x="63" y="656"/>
                      </a:cubicBezTo>
                      <a:cubicBezTo>
                        <a:pt x="63" y="656"/>
                        <a:pt x="63" y="656"/>
                        <a:pt x="63" y="656"/>
                      </a:cubicBezTo>
                      <a:cubicBezTo>
                        <a:pt x="63" y="656"/>
                        <a:pt x="63" y="656"/>
                        <a:pt x="63" y="655"/>
                      </a:cubicBezTo>
                      <a:cubicBezTo>
                        <a:pt x="63" y="655"/>
                        <a:pt x="63" y="655"/>
                        <a:pt x="63" y="655"/>
                      </a:cubicBezTo>
                      <a:cubicBezTo>
                        <a:pt x="63" y="655"/>
                        <a:pt x="63" y="655"/>
                        <a:pt x="62" y="655"/>
                      </a:cubicBezTo>
                      <a:cubicBezTo>
                        <a:pt x="62" y="655"/>
                        <a:pt x="62" y="655"/>
                        <a:pt x="62" y="655"/>
                      </a:cubicBezTo>
                      <a:cubicBezTo>
                        <a:pt x="62" y="654"/>
                        <a:pt x="62" y="654"/>
                        <a:pt x="62" y="654"/>
                      </a:cubicBezTo>
                      <a:cubicBezTo>
                        <a:pt x="62" y="654"/>
                        <a:pt x="62" y="654"/>
                        <a:pt x="62" y="654"/>
                      </a:cubicBezTo>
                      <a:cubicBezTo>
                        <a:pt x="61" y="654"/>
                        <a:pt x="61" y="654"/>
                        <a:pt x="61" y="654"/>
                      </a:cubicBezTo>
                      <a:cubicBezTo>
                        <a:pt x="61" y="655"/>
                        <a:pt x="61" y="655"/>
                        <a:pt x="60" y="655"/>
                      </a:cubicBezTo>
                      <a:cubicBezTo>
                        <a:pt x="60" y="655"/>
                        <a:pt x="60" y="655"/>
                        <a:pt x="59" y="655"/>
                      </a:cubicBezTo>
                      <a:cubicBezTo>
                        <a:pt x="60" y="655"/>
                        <a:pt x="60" y="655"/>
                        <a:pt x="60" y="655"/>
                      </a:cubicBezTo>
                      <a:cubicBezTo>
                        <a:pt x="60" y="655"/>
                        <a:pt x="60" y="655"/>
                        <a:pt x="60" y="655"/>
                      </a:cubicBezTo>
                      <a:cubicBezTo>
                        <a:pt x="60" y="654"/>
                        <a:pt x="60" y="654"/>
                        <a:pt x="60" y="654"/>
                      </a:cubicBezTo>
                      <a:cubicBezTo>
                        <a:pt x="60" y="654"/>
                        <a:pt x="59" y="654"/>
                        <a:pt x="59" y="654"/>
                      </a:cubicBezTo>
                      <a:cubicBezTo>
                        <a:pt x="59" y="655"/>
                        <a:pt x="59" y="655"/>
                        <a:pt x="59" y="654"/>
                      </a:cubicBezTo>
                      <a:cubicBezTo>
                        <a:pt x="59" y="654"/>
                        <a:pt x="59" y="654"/>
                        <a:pt x="59" y="654"/>
                      </a:cubicBezTo>
                      <a:cubicBezTo>
                        <a:pt x="59" y="654"/>
                        <a:pt x="59" y="654"/>
                        <a:pt x="59" y="654"/>
                      </a:cubicBezTo>
                      <a:cubicBezTo>
                        <a:pt x="59" y="654"/>
                        <a:pt x="59" y="654"/>
                        <a:pt x="59" y="654"/>
                      </a:cubicBezTo>
                      <a:cubicBezTo>
                        <a:pt x="59" y="654"/>
                        <a:pt x="60" y="654"/>
                        <a:pt x="60" y="654"/>
                      </a:cubicBezTo>
                      <a:cubicBezTo>
                        <a:pt x="60" y="654"/>
                        <a:pt x="60" y="654"/>
                        <a:pt x="60" y="654"/>
                      </a:cubicBezTo>
                      <a:cubicBezTo>
                        <a:pt x="60" y="654"/>
                        <a:pt x="60" y="654"/>
                        <a:pt x="61" y="654"/>
                      </a:cubicBezTo>
                      <a:cubicBezTo>
                        <a:pt x="61" y="654"/>
                        <a:pt x="61" y="654"/>
                        <a:pt x="61" y="654"/>
                      </a:cubicBezTo>
                      <a:cubicBezTo>
                        <a:pt x="61" y="653"/>
                        <a:pt x="61" y="653"/>
                        <a:pt x="61" y="652"/>
                      </a:cubicBezTo>
                      <a:cubicBezTo>
                        <a:pt x="62" y="652"/>
                        <a:pt x="61" y="651"/>
                        <a:pt x="61" y="650"/>
                      </a:cubicBezTo>
                      <a:cubicBezTo>
                        <a:pt x="61" y="650"/>
                        <a:pt x="61" y="650"/>
                        <a:pt x="61" y="650"/>
                      </a:cubicBezTo>
                      <a:cubicBezTo>
                        <a:pt x="61" y="649"/>
                        <a:pt x="62" y="649"/>
                        <a:pt x="62" y="648"/>
                      </a:cubicBezTo>
                      <a:cubicBezTo>
                        <a:pt x="62" y="648"/>
                        <a:pt x="62" y="648"/>
                        <a:pt x="62" y="648"/>
                      </a:cubicBezTo>
                      <a:cubicBezTo>
                        <a:pt x="62" y="647"/>
                        <a:pt x="62" y="646"/>
                        <a:pt x="63" y="646"/>
                      </a:cubicBezTo>
                      <a:cubicBezTo>
                        <a:pt x="63" y="646"/>
                        <a:pt x="63" y="646"/>
                        <a:pt x="63" y="646"/>
                      </a:cubicBezTo>
                      <a:cubicBezTo>
                        <a:pt x="63" y="645"/>
                        <a:pt x="63" y="645"/>
                        <a:pt x="63" y="645"/>
                      </a:cubicBezTo>
                      <a:cubicBezTo>
                        <a:pt x="63" y="645"/>
                        <a:pt x="63" y="645"/>
                        <a:pt x="63" y="644"/>
                      </a:cubicBezTo>
                      <a:cubicBezTo>
                        <a:pt x="63" y="644"/>
                        <a:pt x="63" y="644"/>
                        <a:pt x="63" y="644"/>
                      </a:cubicBezTo>
                      <a:cubicBezTo>
                        <a:pt x="63" y="644"/>
                        <a:pt x="63" y="644"/>
                        <a:pt x="63" y="644"/>
                      </a:cubicBezTo>
                      <a:cubicBezTo>
                        <a:pt x="63" y="644"/>
                        <a:pt x="63" y="644"/>
                        <a:pt x="63" y="643"/>
                      </a:cubicBezTo>
                      <a:cubicBezTo>
                        <a:pt x="63" y="643"/>
                        <a:pt x="63" y="643"/>
                        <a:pt x="63" y="644"/>
                      </a:cubicBezTo>
                      <a:cubicBezTo>
                        <a:pt x="63" y="644"/>
                        <a:pt x="63" y="644"/>
                        <a:pt x="63" y="644"/>
                      </a:cubicBezTo>
                      <a:cubicBezTo>
                        <a:pt x="62" y="644"/>
                        <a:pt x="61" y="645"/>
                        <a:pt x="61" y="645"/>
                      </a:cubicBezTo>
                      <a:cubicBezTo>
                        <a:pt x="60" y="645"/>
                        <a:pt x="60" y="645"/>
                        <a:pt x="60" y="645"/>
                      </a:cubicBezTo>
                      <a:cubicBezTo>
                        <a:pt x="60" y="645"/>
                        <a:pt x="60" y="645"/>
                        <a:pt x="60" y="645"/>
                      </a:cubicBezTo>
                      <a:cubicBezTo>
                        <a:pt x="60" y="645"/>
                        <a:pt x="60" y="645"/>
                        <a:pt x="60" y="645"/>
                      </a:cubicBezTo>
                      <a:cubicBezTo>
                        <a:pt x="60" y="645"/>
                        <a:pt x="60" y="645"/>
                        <a:pt x="59" y="645"/>
                      </a:cubicBezTo>
                      <a:cubicBezTo>
                        <a:pt x="59" y="645"/>
                        <a:pt x="59" y="645"/>
                        <a:pt x="59" y="644"/>
                      </a:cubicBezTo>
                      <a:cubicBezTo>
                        <a:pt x="59" y="644"/>
                        <a:pt x="59" y="644"/>
                        <a:pt x="58" y="644"/>
                      </a:cubicBezTo>
                      <a:cubicBezTo>
                        <a:pt x="58" y="644"/>
                        <a:pt x="58" y="644"/>
                        <a:pt x="58" y="644"/>
                      </a:cubicBezTo>
                      <a:cubicBezTo>
                        <a:pt x="58" y="645"/>
                        <a:pt x="57" y="645"/>
                        <a:pt x="57" y="645"/>
                      </a:cubicBezTo>
                      <a:cubicBezTo>
                        <a:pt x="57" y="645"/>
                        <a:pt x="57" y="644"/>
                        <a:pt x="57" y="644"/>
                      </a:cubicBezTo>
                      <a:cubicBezTo>
                        <a:pt x="57" y="644"/>
                        <a:pt x="57" y="643"/>
                        <a:pt x="56" y="644"/>
                      </a:cubicBezTo>
                      <a:cubicBezTo>
                        <a:pt x="56" y="644"/>
                        <a:pt x="55" y="644"/>
                        <a:pt x="55" y="644"/>
                      </a:cubicBezTo>
                      <a:cubicBezTo>
                        <a:pt x="55" y="643"/>
                        <a:pt x="54" y="643"/>
                        <a:pt x="54" y="643"/>
                      </a:cubicBezTo>
                      <a:cubicBezTo>
                        <a:pt x="54" y="643"/>
                        <a:pt x="54" y="643"/>
                        <a:pt x="54" y="643"/>
                      </a:cubicBezTo>
                      <a:cubicBezTo>
                        <a:pt x="54" y="643"/>
                        <a:pt x="53" y="644"/>
                        <a:pt x="54" y="644"/>
                      </a:cubicBezTo>
                      <a:cubicBezTo>
                        <a:pt x="54" y="644"/>
                        <a:pt x="54" y="645"/>
                        <a:pt x="54" y="645"/>
                      </a:cubicBezTo>
                      <a:cubicBezTo>
                        <a:pt x="53" y="645"/>
                        <a:pt x="53" y="646"/>
                        <a:pt x="53" y="646"/>
                      </a:cubicBezTo>
                      <a:cubicBezTo>
                        <a:pt x="53" y="646"/>
                        <a:pt x="53" y="647"/>
                        <a:pt x="53" y="647"/>
                      </a:cubicBezTo>
                      <a:cubicBezTo>
                        <a:pt x="53" y="647"/>
                        <a:pt x="53" y="647"/>
                        <a:pt x="53" y="647"/>
                      </a:cubicBezTo>
                      <a:cubicBezTo>
                        <a:pt x="53" y="648"/>
                        <a:pt x="53" y="648"/>
                        <a:pt x="53" y="648"/>
                      </a:cubicBezTo>
                      <a:cubicBezTo>
                        <a:pt x="54" y="648"/>
                        <a:pt x="54" y="648"/>
                        <a:pt x="54" y="648"/>
                      </a:cubicBezTo>
                      <a:cubicBezTo>
                        <a:pt x="54" y="648"/>
                        <a:pt x="54" y="649"/>
                        <a:pt x="54" y="649"/>
                      </a:cubicBezTo>
                      <a:cubicBezTo>
                        <a:pt x="54" y="649"/>
                        <a:pt x="54" y="649"/>
                        <a:pt x="54" y="649"/>
                      </a:cubicBezTo>
                      <a:cubicBezTo>
                        <a:pt x="54" y="649"/>
                        <a:pt x="54" y="649"/>
                        <a:pt x="55" y="650"/>
                      </a:cubicBezTo>
                      <a:cubicBezTo>
                        <a:pt x="55" y="650"/>
                        <a:pt x="55" y="650"/>
                        <a:pt x="55" y="650"/>
                      </a:cubicBezTo>
                      <a:cubicBezTo>
                        <a:pt x="55" y="650"/>
                        <a:pt x="55" y="650"/>
                        <a:pt x="54" y="650"/>
                      </a:cubicBezTo>
                      <a:cubicBezTo>
                        <a:pt x="54" y="650"/>
                        <a:pt x="54" y="650"/>
                        <a:pt x="54" y="650"/>
                      </a:cubicBezTo>
                      <a:cubicBezTo>
                        <a:pt x="54" y="650"/>
                        <a:pt x="54" y="650"/>
                        <a:pt x="54" y="650"/>
                      </a:cubicBezTo>
                      <a:cubicBezTo>
                        <a:pt x="54" y="650"/>
                        <a:pt x="54" y="650"/>
                        <a:pt x="54" y="650"/>
                      </a:cubicBezTo>
                      <a:cubicBezTo>
                        <a:pt x="54" y="650"/>
                        <a:pt x="54" y="650"/>
                        <a:pt x="54" y="650"/>
                      </a:cubicBezTo>
                      <a:cubicBezTo>
                        <a:pt x="54" y="651"/>
                        <a:pt x="55" y="651"/>
                        <a:pt x="55" y="651"/>
                      </a:cubicBezTo>
                      <a:cubicBezTo>
                        <a:pt x="55" y="651"/>
                        <a:pt x="55" y="651"/>
                        <a:pt x="55" y="651"/>
                      </a:cubicBezTo>
                      <a:cubicBezTo>
                        <a:pt x="55" y="651"/>
                        <a:pt x="55" y="651"/>
                        <a:pt x="55" y="651"/>
                      </a:cubicBezTo>
                      <a:cubicBezTo>
                        <a:pt x="55" y="651"/>
                        <a:pt x="55" y="651"/>
                        <a:pt x="55" y="651"/>
                      </a:cubicBezTo>
                      <a:cubicBezTo>
                        <a:pt x="55" y="651"/>
                        <a:pt x="56" y="651"/>
                        <a:pt x="56" y="651"/>
                      </a:cubicBezTo>
                      <a:cubicBezTo>
                        <a:pt x="56" y="651"/>
                        <a:pt x="56" y="651"/>
                        <a:pt x="56" y="651"/>
                      </a:cubicBezTo>
                      <a:cubicBezTo>
                        <a:pt x="56" y="651"/>
                        <a:pt x="56" y="652"/>
                        <a:pt x="56" y="652"/>
                      </a:cubicBezTo>
                      <a:cubicBezTo>
                        <a:pt x="56" y="652"/>
                        <a:pt x="56" y="651"/>
                        <a:pt x="56" y="652"/>
                      </a:cubicBezTo>
                      <a:cubicBezTo>
                        <a:pt x="56" y="652"/>
                        <a:pt x="57" y="652"/>
                        <a:pt x="57" y="652"/>
                      </a:cubicBezTo>
                      <a:cubicBezTo>
                        <a:pt x="57" y="652"/>
                        <a:pt x="57" y="652"/>
                        <a:pt x="57" y="652"/>
                      </a:cubicBezTo>
                      <a:cubicBezTo>
                        <a:pt x="57" y="652"/>
                        <a:pt x="57" y="652"/>
                        <a:pt x="58" y="652"/>
                      </a:cubicBezTo>
                      <a:cubicBezTo>
                        <a:pt x="58" y="653"/>
                        <a:pt x="58" y="653"/>
                        <a:pt x="58" y="653"/>
                      </a:cubicBezTo>
                      <a:cubicBezTo>
                        <a:pt x="58" y="653"/>
                        <a:pt x="58" y="653"/>
                        <a:pt x="58" y="653"/>
                      </a:cubicBezTo>
                      <a:cubicBezTo>
                        <a:pt x="58" y="653"/>
                        <a:pt x="58" y="653"/>
                        <a:pt x="58" y="653"/>
                      </a:cubicBezTo>
                      <a:cubicBezTo>
                        <a:pt x="58" y="653"/>
                        <a:pt x="58" y="653"/>
                        <a:pt x="57" y="653"/>
                      </a:cubicBezTo>
                      <a:cubicBezTo>
                        <a:pt x="57" y="653"/>
                        <a:pt x="57" y="653"/>
                        <a:pt x="57" y="653"/>
                      </a:cubicBezTo>
                      <a:cubicBezTo>
                        <a:pt x="57" y="653"/>
                        <a:pt x="57" y="652"/>
                        <a:pt x="57" y="652"/>
                      </a:cubicBezTo>
                      <a:cubicBezTo>
                        <a:pt x="57" y="652"/>
                        <a:pt x="56" y="653"/>
                        <a:pt x="56" y="652"/>
                      </a:cubicBezTo>
                      <a:cubicBezTo>
                        <a:pt x="56" y="652"/>
                        <a:pt x="56" y="653"/>
                        <a:pt x="56" y="653"/>
                      </a:cubicBezTo>
                      <a:cubicBezTo>
                        <a:pt x="56" y="653"/>
                        <a:pt x="56" y="653"/>
                        <a:pt x="56" y="653"/>
                      </a:cubicBezTo>
                      <a:cubicBezTo>
                        <a:pt x="56" y="653"/>
                        <a:pt x="56" y="653"/>
                        <a:pt x="56" y="653"/>
                      </a:cubicBezTo>
                      <a:cubicBezTo>
                        <a:pt x="56" y="653"/>
                        <a:pt x="56" y="653"/>
                        <a:pt x="57" y="653"/>
                      </a:cubicBezTo>
                      <a:cubicBezTo>
                        <a:pt x="57" y="653"/>
                        <a:pt x="57" y="653"/>
                        <a:pt x="57" y="653"/>
                      </a:cubicBezTo>
                      <a:cubicBezTo>
                        <a:pt x="57" y="653"/>
                        <a:pt x="56" y="654"/>
                        <a:pt x="56" y="653"/>
                      </a:cubicBezTo>
                      <a:cubicBezTo>
                        <a:pt x="56" y="653"/>
                        <a:pt x="56" y="654"/>
                        <a:pt x="56" y="654"/>
                      </a:cubicBezTo>
                      <a:cubicBezTo>
                        <a:pt x="56" y="654"/>
                        <a:pt x="56" y="654"/>
                        <a:pt x="56" y="654"/>
                      </a:cubicBezTo>
                      <a:cubicBezTo>
                        <a:pt x="56" y="654"/>
                        <a:pt x="56" y="654"/>
                        <a:pt x="56" y="654"/>
                      </a:cubicBezTo>
                      <a:cubicBezTo>
                        <a:pt x="57" y="654"/>
                        <a:pt x="57" y="654"/>
                        <a:pt x="57" y="654"/>
                      </a:cubicBezTo>
                      <a:cubicBezTo>
                        <a:pt x="57" y="655"/>
                        <a:pt x="57" y="654"/>
                        <a:pt x="57" y="654"/>
                      </a:cubicBezTo>
                      <a:cubicBezTo>
                        <a:pt x="57" y="655"/>
                        <a:pt x="57" y="655"/>
                        <a:pt x="58" y="655"/>
                      </a:cubicBezTo>
                      <a:cubicBezTo>
                        <a:pt x="58" y="655"/>
                        <a:pt x="58" y="655"/>
                        <a:pt x="58" y="655"/>
                      </a:cubicBezTo>
                      <a:cubicBezTo>
                        <a:pt x="58" y="655"/>
                        <a:pt x="58" y="655"/>
                        <a:pt x="58" y="655"/>
                      </a:cubicBezTo>
                      <a:cubicBezTo>
                        <a:pt x="58" y="655"/>
                        <a:pt x="58" y="655"/>
                        <a:pt x="58" y="655"/>
                      </a:cubicBezTo>
                      <a:cubicBezTo>
                        <a:pt x="58" y="655"/>
                        <a:pt x="59" y="655"/>
                        <a:pt x="58" y="655"/>
                      </a:cubicBezTo>
                      <a:cubicBezTo>
                        <a:pt x="58" y="655"/>
                        <a:pt x="58" y="655"/>
                        <a:pt x="58" y="655"/>
                      </a:cubicBezTo>
                      <a:cubicBezTo>
                        <a:pt x="58" y="655"/>
                        <a:pt x="57" y="655"/>
                        <a:pt x="57" y="655"/>
                      </a:cubicBezTo>
                      <a:cubicBezTo>
                        <a:pt x="57" y="655"/>
                        <a:pt x="57" y="655"/>
                        <a:pt x="57" y="655"/>
                      </a:cubicBezTo>
                      <a:cubicBezTo>
                        <a:pt x="57" y="655"/>
                        <a:pt x="57" y="655"/>
                        <a:pt x="57" y="655"/>
                      </a:cubicBezTo>
                      <a:cubicBezTo>
                        <a:pt x="57" y="655"/>
                        <a:pt x="57" y="655"/>
                        <a:pt x="57" y="655"/>
                      </a:cubicBezTo>
                      <a:cubicBezTo>
                        <a:pt x="57" y="655"/>
                        <a:pt x="57" y="656"/>
                        <a:pt x="57" y="656"/>
                      </a:cubicBezTo>
                      <a:cubicBezTo>
                        <a:pt x="57" y="656"/>
                        <a:pt x="57" y="656"/>
                        <a:pt x="57" y="656"/>
                      </a:cubicBezTo>
                      <a:cubicBezTo>
                        <a:pt x="57" y="656"/>
                        <a:pt x="57" y="656"/>
                        <a:pt x="58" y="656"/>
                      </a:cubicBezTo>
                      <a:cubicBezTo>
                        <a:pt x="58" y="656"/>
                        <a:pt x="58" y="656"/>
                        <a:pt x="58" y="656"/>
                      </a:cubicBezTo>
                      <a:cubicBezTo>
                        <a:pt x="58" y="656"/>
                        <a:pt x="58" y="656"/>
                        <a:pt x="58" y="656"/>
                      </a:cubicBezTo>
                      <a:cubicBezTo>
                        <a:pt x="58" y="656"/>
                        <a:pt x="59" y="656"/>
                        <a:pt x="59" y="656"/>
                      </a:cubicBezTo>
                      <a:cubicBezTo>
                        <a:pt x="59" y="656"/>
                        <a:pt x="59" y="656"/>
                        <a:pt x="59" y="656"/>
                      </a:cubicBezTo>
                      <a:cubicBezTo>
                        <a:pt x="59" y="656"/>
                        <a:pt x="59" y="656"/>
                        <a:pt x="59" y="657"/>
                      </a:cubicBezTo>
                      <a:cubicBezTo>
                        <a:pt x="59" y="657"/>
                        <a:pt x="59" y="657"/>
                        <a:pt x="59" y="657"/>
                      </a:cubicBezTo>
                      <a:cubicBezTo>
                        <a:pt x="58" y="657"/>
                        <a:pt x="58" y="657"/>
                        <a:pt x="58" y="657"/>
                      </a:cubicBezTo>
                      <a:cubicBezTo>
                        <a:pt x="59" y="657"/>
                        <a:pt x="59" y="657"/>
                        <a:pt x="59" y="657"/>
                      </a:cubicBezTo>
                      <a:cubicBezTo>
                        <a:pt x="59" y="657"/>
                        <a:pt x="59" y="657"/>
                        <a:pt x="59" y="657"/>
                      </a:cubicBezTo>
                      <a:cubicBezTo>
                        <a:pt x="59" y="657"/>
                        <a:pt x="59" y="657"/>
                        <a:pt x="59" y="657"/>
                      </a:cubicBezTo>
                      <a:cubicBezTo>
                        <a:pt x="59" y="657"/>
                        <a:pt x="58" y="657"/>
                        <a:pt x="58" y="657"/>
                      </a:cubicBezTo>
                      <a:cubicBezTo>
                        <a:pt x="59" y="658"/>
                        <a:pt x="59" y="658"/>
                        <a:pt x="59" y="658"/>
                      </a:cubicBezTo>
                      <a:cubicBezTo>
                        <a:pt x="59" y="659"/>
                        <a:pt x="59" y="659"/>
                        <a:pt x="60" y="659"/>
                      </a:cubicBezTo>
                      <a:cubicBezTo>
                        <a:pt x="60" y="659"/>
                        <a:pt x="60" y="659"/>
                        <a:pt x="60" y="659"/>
                      </a:cubicBezTo>
                      <a:cubicBezTo>
                        <a:pt x="60" y="659"/>
                        <a:pt x="60" y="660"/>
                        <a:pt x="60" y="659"/>
                      </a:cubicBezTo>
                      <a:cubicBezTo>
                        <a:pt x="60" y="659"/>
                        <a:pt x="60" y="659"/>
                        <a:pt x="60" y="658"/>
                      </a:cubicBezTo>
                      <a:cubicBezTo>
                        <a:pt x="60" y="659"/>
                        <a:pt x="60" y="659"/>
                        <a:pt x="61" y="659"/>
                      </a:cubicBezTo>
                      <a:cubicBezTo>
                        <a:pt x="61" y="659"/>
                        <a:pt x="61" y="659"/>
                        <a:pt x="61" y="660"/>
                      </a:cubicBezTo>
                      <a:cubicBezTo>
                        <a:pt x="61" y="660"/>
                        <a:pt x="61" y="659"/>
                        <a:pt x="61" y="659"/>
                      </a:cubicBezTo>
                      <a:cubicBezTo>
                        <a:pt x="61" y="659"/>
                        <a:pt x="61" y="659"/>
                        <a:pt x="61" y="660"/>
                      </a:cubicBezTo>
                      <a:cubicBezTo>
                        <a:pt x="61" y="660"/>
                        <a:pt x="61" y="660"/>
                        <a:pt x="61" y="659"/>
                      </a:cubicBezTo>
                      <a:cubicBezTo>
                        <a:pt x="60" y="659"/>
                        <a:pt x="60" y="659"/>
                        <a:pt x="60" y="659"/>
                      </a:cubicBezTo>
                      <a:cubicBezTo>
                        <a:pt x="60" y="660"/>
                        <a:pt x="60" y="660"/>
                        <a:pt x="60" y="660"/>
                      </a:cubicBezTo>
                      <a:cubicBezTo>
                        <a:pt x="60" y="660"/>
                        <a:pt x="61" y="660"/>
                        <a:pt x="61" y="661"/>
                      </a:cubicBezTo>
                      <a:cubicBezTo>
                        <a:pt x="62" y="661"/>
                        <a:pt x="62" y="661"/>
                        <a:pt x="62" y="661"/>
                      </a:cubicBezTo>
                      <a:cubicBezTo>
                        <a:pt x="62" y="661"/>
                        <a:pt x="62" y="661"/>
                        <a:pt x="62" y="661"/>
                      </a:cubicBezTo>
                      <a:cubicBezTo>
                        <a:pt x="62" y="661"/>
                        <a:pt x="62" y="661"/>
                        <a:pt x="62" y="661"/>
                      </a:cubicBezTo>
                      <a:cubicBezTo>
                        <a:pt x="62" y="662"/>
                        <a:pt x="62" y="662"/>
                        <a:pt x="62" y="662"/>
                      </a:cubicBezTo>
                      <a:cubicBezTo>
                        <a:pt x="63" y="662"/>
                        <a:pt x="63" y="662"/>
                        <a:pt x="63" y="662"/>
                      </a:cubicBezTo>
                      <a:cubicBezTo>
                        <a:pt x="63" y="663"/>
                        <a:pt x="63" y="663"/>
                        <a:pt x="63" y="663"/>
                      </a:cubicBezTo>
                      <a:cubicBezTo>
                        <a:pt x="63" y="663"/>
                        <a:pt x="64" y="663"/>
                        <a:pt x="64" y="663"/>
                      </a:cubicBezTo>
                      <a:cubicBezTo>
                        <a:pt x="64" y="663"/>
                        <a:pt x="64" y="663"/>
                        <a:pt x="64" y="663"/>
                      </a:cubicBezTo>
                      <a:cubicBezTo>
                        <a:pt x="64" y="663"/>
                        <a:pt x="64" y="663"/>
                        <a:pt x="64" y="663"/>
                      </a:cubicBezTo>
                      <a:cubicBezTo>
                        <a:pt x="64" y="663"/>
                        <a:pt x="64" y="663"/>
                        <a:pt x="64" y="663"/>
                      </a:cubicBezTo>
                      <a:cubicBezTo>
                        <a:pt x="64" y="664"/>
                        <a:pt x="64" y="664"/>
                        <a:pt x="64" y="664"/>
                      </a:cubicBezTo>
                      <a:cubicBezTo>
                        <a:pt x="64" y="664"/>
                        <a:pt x="64" y="664"/>
                        <a:pt x="64" y="664"/>
                      </a:cubicBezTo>
                      <a:cubicBezTo>
                        <a:pt x="64" y="665"/>
                        <a:pt x="65" y="665"/>
                        <a:pt x="65" y="665"/>
                      </a:cubicBezTo>
                      <a:cubicBezTo>
                        <a:pt x="65" y="665"/>
                        <a:pt x="65" y="666"/>
                        <a:pt x="65" y="665"/>
                      </a:cubicBezTo>
                      <a:cubicBezTo>
                        <a:pt x="65" y="665"/>
                        <a:pt x="65" y="665"/>
                        <a:pt x="65" y="666"/>
                      </a:cubicBezTo>
                      <a:cubicBezTo>
                        <a:pt x="66" y="666"/>
                        <a:pt x="66" y="666"/>
                        <a:pt x="66" y="666"/>
                      </a:cubicBezTo>
                      <a:cubicBezTo>
                        <a:pt x="66" y="666"/>
                        <a:pt x="66" y="666"/>
                        <a:pt x="66" y="666"/>
                      </a:cubicBezTo>
                      <a:cubicBezTo>
                        <a:pt x="66" y="666"/>
                        <a:pt x="66" y="666"/>
                        <a:pt x="66" y="666"/>
                      </a:cubicBezTo>
                      <a:cubicBezTo>
                        <a:pt x="67" y="666"/>
                        <a:pt x="67" y="666"/>
                        <a:pt x="67" y="666"/>
                      </a:cubicBezTo>
                      <a:cubicBezTo>
                        <a:pt x="67" y="666"/>
                        <a:pt x="67" y="666"/>
                        <a:pt x="67" y="666"/>
                      </a:cubicBezTo>
                      <a:cubicBezTo>
                        <a:pt x="67" y="666"/>
                        <a:pt x="67" y="666"/>
                        <a:pt x="67" y="666"/>
                      </a:cubicBezTo>
                      <a:close/>
                      <a:moveTo>
                        <a:pt x="57" y="654"/>
                      </a:moveTo>
                      <a:cubicBezTo>
                        <a:pt x="57" y="654"/>
                        <a:pt x="57" y="654"/>
                        <a:pt x="57" y="654"/>
                      </a:cubicBezTo>
                      <a:cubicBezTo>
                        <a:pt x="57" y="654"/>
                        <a:pt x="57" y="654"/>
                        <a:pt x="57" y="654"/>
                      </a:cubicBezTo>
                      <a:close/>
                      <a:moveTo>
                        <a:pt x="63" y="660"/>
                      </a:moveTo>
                      <a:cubicBezTo>
                        <a:pt x="63" y="660"/>
                        <a:pt x="64" y="660"/>
                        <a:pt x="63" y="660"/>
                      </a:cubicBezTo>
                      <a:cubicBezTo>
                        <a:pt x="63" y="660"/>
                        <a:pt x="63" y="660"/>
                        <a:pt x="63" y="660"/>
                      </a:cubicBezTo>
                      <a:cubicBezTo>
                        <a:pt x="63" y="660"/>
                        <a:pt x="63" y="660"/>
                        <a:pt x="64" y="660"/>
                      </a:cubicBezTo>
                      <a:cubicBezTo>
                        <a:pt x="64" y="660"/>
                        <a:pt x="64" y="660"/>
                        <a:pt x="64" y="660"/>
                      </a:cubicBezTo>
                      <a:cubicBezTo>
                        <a:pt x="64" y="660"/>
                        <a:pt x="64" y="660"/>
                        <a:pt x="64" y="660"/>
                      </a:cubicBezTo>
                      <a:cubicBezTo>
                        <a:pt x="65" y="660"/>
                        <a:pt x="65" y="660"/>
                        <a:pt x="65" y="660"/>
                      </a:cubicBezTo>
                      <a:cubicBezTo>
                        <a:pt x="64" y="660"/>
                        <a:pt x="65" y="661"/>
                        <a:pt x="64" y="661"/>
                      </a:cubicBezTo>
                      <a:cubicBezTo>
                        <a:pt x="64" y="661"/>
                        <a:pt x="64" y="661"/>
                        <a:pt x="64" y="661"/>
                      </a:cubicBezTo>
                      <a:cubicBezTo>
                        <a:pt x="64" y="661"/>
                        <a:pt x="64" y="661"/>
                        <a:pt x="64" y="661"/>
                      </a:cubicBezTo>
                      <a:cubicBezTo>
                        <a:pt x="63" y="661"/>
                        <a:pt x="64" y="661"/>
                        <a:pt x="64" y="661"/>
                      </a:cubicBezTo>
                      <a:cubicBezTo>
                        <a:pt x="64" y="661"/>
                        <a:pt x="64" y="661"/>
                        <a:pt x="64" y="661"/>
                      </a:cubicBezTo>
                      <a:cubicBezTo>
                        <a:pt x="64" y="661"/>
                        <a:pt x="64" y="661"/>
                        <a:pt x="64" y="661"/>
                      </a:cubicBezTo>
                      <a:cubicBezTo>
                        <a:pt x="63" y="661"/>
                        <a:pt x="63" y="661"/>
                        <a:pt x="63" y="661"/>
                      </a:cubicBezTo>
                      <a:cubicBezTo>
                        <a:pt x="63" y="660"/>
                        <a:pt x="63" y="660"/>
                        <a:pt x="63" y="660"/>
                      </a:cubicBezTo>
                      <a:cubicBezTo>
                        <a:pt x="63" y="660"/>
                        <a:pt x="63" y="660"/>
                        <a:pt x="63" y="660"/>
                      </a:cubicBezTo>
                      <a:cubicBezTo>
                        <a:pt x="63" y="660"/>
                        <a:pt x="63" y="660"/>
                        <a:pt x="63" y="660"/>
                      </a:cubicBezTo>
                      <a:close/>
                      <a:moveTo>
                        <a:pt x="68" y="667"/>
                      </a:moveTo>
                      <a:cubicBezTo>
                        <a:pt x="68" y="667"/>
                        <a:pt x="68" y="667"/>
                        <a:pt x="68" y="667"/>
                      </a:cubicBezTo>
                      <a:cubicBezTo>
                        <a:pt x="67" y="667"/>
                        <a:pt x="67" y="667"/>
                        <a:pt x="67" y="667"/>
                      </a:cubicBezTo>
                      <a:cubicBezTo>
                        <a:pt x="67" y="667"/>
                        <a:pt x="67" y="667"/>
                        <a:pt x="67" y="667"/>
                      </a:cubicBezTo>
                      <a:cubicBezTo>
                        <a:pt x="67" y="667"/>
                        <a:pt x="67" y="667"/>
                        <a:pt x="67" y="667"/>
                      </a:cubicBezTo>
                      <a:cubicBezTo>
                        <a:pt x="67" y="667"/>
                        <a:pt x="68" y="667"/>
                        <a:pt x="68" y="668"/>
                      </a:cubicBezTo>
                      <a:cubicBezTo>
                        <a:pt x="68" y="668"/>
                        <a:pt x="67" y="668"/>
                        <a:pt x="67" y="668"/>
                      </a:cubicBezTo>
                      <a:cubicBezTo>
                        <a:pt x="67" y="668"/>
                        <a:pt x="67" y="668"/>
                        <a:pt x="68" y="668"/>
                      </a:cubicBezTo>
                      <a:cubicBezTo>
                        <a:pt x="67" y="668"/>
                        <a:pt x="67" y="668"/>
                        <a:pt x="67" y="668"/>
                      </a:cubicBezTo>
                      <a:cubicBezTo>
                        <a:pt x="67" y="668"/>
                        <a:pt x="67" y="668"/>
                        <a:pt x="67" y="668"/>
                      </a:cubicBezTo>
                      <a:cubicBezTo>
                        <a:pt x="67" y="667"/>
                        <a:pt x="67" y="667"/>
                        <a:pt x="67" y="667"/>
                      </a:cubicBezTo>
                      <a:cubicBezTo>
                        <a:pt x="67" y="667"/>
                        <a:pt x="67" y="667"/>
                        <a:pt x="67" y="667"/>
                      </a:cubicBezTo>
                      <a:cubicBezTo>
                        <a:pt x="67" y="666"/>
                        <a:pt x="67" y="666"/>
                        <a:pt x="67" y="666"/>
                      </a:cubicBezTo>
                      <a:cubicBezTo>
                        <a:pt x="67" y="666"/>
                        <a:pt x="67" y="666"/>
                        <a:pt x="67" y="666"/>
                      </a:cubicBezTo>
                      <a:cubicBezTo>
                        <a:pt x="67" y="667"/>
                        <a:pt x="68" y="667"/>
                        <a:pt x="68" y="667"/>
                      </a:cubicBezTo>
                      <a:cubicBezTo>
                        <a:pt x="68" y="667"/>
                        <a:pt x="68" y="667"/>
                        <a:pt x="68" y="667"/>
                      </a:cubicBezTo>
                      <a:cubicBezTo>
                        <a:pt x="68" y="667"/>
                        <a:pt x="68" y="667"/>
                        <a:pt x="68" y="667"/>
                      </a:cubicBezTo>
                      <a:close/>
                      <a:moveTo>
                        <a:pt x="65" y="663"/>
                      </a:moveTo>
                      <a:cubicBezTo>
                        <a:pt x="65" y="663"/>
                        <a:pt x="66" y="663"/>
                        <a:pt x="66" y="663"/>
                      </a:cubicBezTo>
                      <a:cubicBezTo>
                        <a:pt x="66" y="663"/>
                        <a:pt x="66" y="663"/>
                        <a:pt x="66" y="663"/>
                      </a:cubicBezTo>
                      <a:cubicBezTo>
                        <a:pt x="66" y="663"/>
                        <a:pt x="66" y="663"/>
                        <a:pt x="65" y="664"/>
                      </a:cubicBezTo>
                      <a:cubicBezTo>
                        <a:pt x="65" y="664"/>
                        <a:pt x="66" y="664"/>
                        <a:pt x="66" y="664"/>
                      </a:cubicBezTo>
                      <a:cubicBezTo>
                        <a:pt x="66" y="664"/>
                        <a:pt x="66" y="664"/>
                        <a:pt x="66" y="664"/>
                      </a:cubicBezTo>
                      <a:cubicBezTo>
                        <a:pt x="66" y="664"/>
                        <a:pt x="66" y="664"/>
                        <a:pt x="66" y="664"/>
                      </a:cubicBezTo>
                      <a:cubicBezTo>
                        <a:pt x="66" y="664"/>
                        <a:pt x="65" y="664"/>
                        <a:pt x="65" y="664"/>
                      </a:cubicBezTo>
                      <a:cubicBezTo>
                        <a:pt x="65" y="664"/>
                        <a:pt x="65" y="663"/>
                        <a:pt x="65" y="663"/>
                      </a:cubicBezTo>
                      <a:close/>
                      <a:moveTo>
                        <a:pt x="63" y="659"/>
                      </a:moveTo>
                      <a:cubicBezTo>
                        <a:pt x="63" y="659"/>
                        <a:pt x="62" y="659"/>
                        <a:pt x="62" y="658"/>
                      </a:cubicBezTo>
                      <a:cubicBezTo>
                        <a:pt x="62" y="658"/>
                        <a:pt x="63" y="658"/>
                        <a:pt x="63" y="659"/>
                      </a:cubicBezTo>
                      <a:close/>
                      <a:moveTo>
                        <a:pt x="54" y="643"/>
                      </a:moveTo>
                      <a:cubicBezTo>
                        <a:pt x="54" y="642"/>
                        <a:pt x="54" y="642"/>
                        <a:pt x="54" y="642"/>
                      </a:cubicBezTo>
                      <a:cubicBezTo>
                        <a:pt x="54" y="642"/>
                        <a:pt x="54" y="642"/>
                        <a:pt x="54" y="643"/>
                      </a:cubicBezTo>
                      <a:cubicBezTo>
                        <a:pt x="54" y="643"/>
                        <a:pt x="54" y="643"/>
                        <a:pt x="54" y="643"/>
                      </a:cubicBezTo>
                      <a:cubicBezTo>
                        <a:pt x="54" y="643"/>
                        <a:pt x="54" y="643"/>
                        <a:pt x="54" y="643"/>
                      </a:cubicBezTo>
                      <a:cubicBezTo>
                        <a:pt x="54" y="643"/>
                        <a:pt x="54" y="643"/>
                        <a:pt x="54" y="643"/>
                      </a:cubicBezTo>
                      <a:cubicBezTo>
                        <a:pt x="54" y="643"/>
                        <a:pt x="54" y="643"/>
                        <a:pt x="54" y="643"/>
                      </a:cubicBezTo>
                      <a:cubicBezTo>
                        <a:pt x="54" y="643"/>
                        <a:pt x="54" y="643"/>
                        <a:pt x="54" y="643"/>
                      </a:cubicBezTo>
                      <a:close/>
                      <a:moveTo>
                        <a:pt x="63" y="659"/>
                      </a:moveTo>
                      <a:cubicBezTo>
                        <a:pt x="63" y="659"/>
                        <a:pt x="63" y="659"/>
                        <a:pt x="63" y="659"/>
                      </a:cubicBezTo>
                      <a:cubicBezTo>
                        <a:pt x="63" y="659"/>
                        <a:pt x="63" y="659"/>
                        <a:pt x="63" y="659"/>
                      </a:cubicBezTo>
                      <a:cubicBezTo>
                        <a:pt x="63" y="659"/>
                        <a:pt x="63" y="659"/>
                        <a:pt x="63" y="659"/>
                      </a:cubicBezTo>
                      <a:cubicBezTo>
                        <a:pt x="63" y="659"/>
                        <a:pt x="64" y="660"/>
                        <a:pt x="63" y="660"/>
                      </a:cubicBezTo>
                      <a:cubicBezTo>
                        <a:pt x="63" y="659"/>
                        <a:pt x="63" y="660"/>
                        <a:pt x="63" y="659"/>
                      </a:cubicBezTo>
                      <a:close/>
                      <a:moveTo>
                        <a:pt x="65" y="662"/>
                      </a:moveTo>
                      <a:cubicBezTo>
                        <a:pt x="65" y="661"/>
                        <a:pt x="65" y="661"/>
                        <a:pt x="65" y="661"/>
                      </a:cubicBezTo>
                      <a:cubicBezTo>
                        <a:pt x="65" y="661"/>
                        <a:pt x="65" y="661"/>
                        <a:pt x="65" y="661"/>
                      </a:cubicBezTo>
                      <a:cubicBezTo>
                        <a:pt x="65" y="662"/>
                        <a:pt x="65" y="662"/>
                        <a:pt x="65" y="662"/>
                      </a:cubicBezTo>
                      <a:cubicBezTo>
                        <a:pt x="65" y="662"/>
                        <a:pt x="65" y="662"/>
                        <a:pt x="65" y="662"/>
                      </a:cubicBezTo>
                      <a:close/>
                      <a:moveTo>
                        <a:pt x="61" y="654"/>
                      </a:moveTo>
                      <a:cubicBezTo>
                        <a:pt x="61" y="654"/>
                        <a:pt x="60" y="654"/>
                        <a:pt x="60" y="654"/>
                      </a:cubicBezTo>
                      <a:cubicBezTo>
                        <a:pt x="60" y="655"/>
                        <a:pt x="60" y="654"/>
                        <a:pt x="60" y="654"/>
                      </a:cubicBezTo>
                      <a:cubicBezTo>
                        <a:pt x="60" y="654"/>
                        <a:pt x="60" y="654"/>
                        <a:pt x="60" y="654"/>
                      </a:cubicBezTo>
                      <a:cubicBezTo>
                        <a:pt x="60" y="654"/>
                        <a:pt x="61" y="654"/>
                        <a:pt x="61" y="654"/>
                      </a:cubicBezTo>
                      <a:close/>
                      <a:moveTo>
                        <a:pt x="63" y="659"/>
                      </a:moveTo>
                      <a:cubicBezTo>
                        <a:pt x="63" y="660"/>
                        <a:pt x="63" y="660"/>
                        <a:pt x="63" y="660"/>
                      </a:cubicBezTo>
                      <a:cubicBezTo>
                        <a:pt x="62" y="660"/>
                        <a:pt x="62" y="660"/>
                        <a:pt x="62" y="660"/>
                      </a:cubicBezTo>
                      <a:cubicBezTo>
                        <a:pt x="62" y="659"/>
                        <a:pt x="63" y="659"/>
                        <a:pt x="63" y="659"/>
                      </a:cubicBezTo>
                      <a:close/>
                      <a:moveTo>
                        <a:pt x="65" y="663"/>
                      </a:moveTo>
                      <a:cubicBezTo>
                        <a:pt x="65" y="663"/>
                        <a:pt x="65" y="663"/>
                        <a:pt x="65" y="663"/>
                      </a:cubicBezTo>
                      <a:cubicBezTo>
                        <a:pt x="65" y="663"/>
                        <a:pt x="65" y="663"/>
                        <a:pt x="65" y="663"/>
                      </a:cubicBezTo>
                      <a:cubicBezTo>
                        <a:pt x="65" y="663"/>
                        <a:pt x="65" y="663"/>
                        <a:pt x="65" y="663"/>
                      </a:cubicBezTo>
                      <a:cubicBezTo>
                        <a:pt x="65" y="663"/>
                        <a:pt x="65" y="663"/>
                        <a:pt x="65" y="663"/>
                      </a:cubicBezTo>
                      <a:close/>
                      <a:moveTo>
                        <a:pt x="54" y="651"/>
                      </a:moveTo>
                      <a:cubicBezTo>
                        <a:pt x="54" y="651"/>
                        <a:pt x="54" y="651"/>
                        <a:pt x="54" y="651"/>
                      </a:cubicBezTo>
                      <a:cubicBezTo>
                        <a:pt x="54" y="651"/>
                        <a:pt x="54" y="651"/>
                        <a:pt x="54" y="651"/>
                      </a:cubicBezTo>
                      <a:cubicBezTo>
                        <a:pt x="54" y="651"/>
                        <a:pt x="54" y="651"/>
                        <a:pt x="54" y="651"/>
                      </a:cubicBezTo>
                      <a:cubicBezTo>
                        <a:pt x="54" y="651"/>
                        <a:pt x="54" y="651"/>
                        <a:pt x="54" y="651"/>
                      </a:cubicBezTo>
                      <a:close/>
                      <a:moveTo>
                        <a:pt x="73" y="634"/>
                      </a:moveTo>
                      <a:cubicBezTo>
                        <a:pt x="73" y="634"/>
                        <a:pt x="73" y="634"/>
                        <a:pt x="73" y="634"/>
                      </a:cubicBezTo>
                      <a:cubicBezTo>
                        <a:pt x="73" y="634"/>
                        <a:pt x="73" y="634"/>
                        <a:pt x="73" y="635"/>
                      </a:cubicBezTo>
                      <a:cubicBezTo>
                        <a:pt x="72" y="635"/>
                        <a:pt x="72" y="635"/>
                        <a:pt x="72" y="635"/>
                      </a:cubicBezTo>
                      <a:cubicBezTo>
                        <a:pt x="72" y="635"/>
                        <a:pt x="72" y="635"/>
                        <a:pt x="71" y="636"/>
                      </a:cubicBezTo>
                      <a:cubicBezTo>
                        <a:pt x="71" y="636"/>
                        <a:pt x="71" y="636"/>
                        <a:pt x="71" y="636"/>
                      </a:cubicBezTo>
                      <a:cubicBezTo>
                        <a:pt x="71" y="637"/>
                        <a:pt x="71" y="637"/>
                        <a:pt x="70" y="637"/>
                      </a:cubicBezTo>
                      <a:cubicBezTo>
                        <a:pt x="70" y="637"/>
                        <a:pt x="70" y="637"/>
                        <a:pt x="70" y="637"/>
                      </a:cubicBezTo>
                      <a:cubicBezTo>
                        <a:pt x="70" y="636"/>
                        <a:pt x="70" y="636"/>
                        <a:pt x="71" y="636"/>
                      </a:cubicBezTo>
                      <a:cubicBezTo>
                        <a:pt x="71" y="635"/>
                        <a:pt x="72" y="635"/>
                        <a:pt x="72" y="634"/>
                      </a:cubicBezTo>
                      <a:cubicBezTo>
                        <a:pt x="72" y="634"/>
                        <a:pt x="72" y="634"/>
                        <a:pt x="73" y="634"/>
                      </a:cubicBezTo>
                      <a:close/>
                      <a:moveTo>
                        <a:pt x="68" y="639"/>
                      </a:moveTo>
                      <a:cubicBezTo>
                        <a:pt x="68" y="639"/>
                        <a:pt x="68" y="638"/>
                        <a:pt x="68" y="638"/>
                      </a:cubicBezTo>
                      <a:cubicBezTo>
                        <a:pt x="68" y="638"/>
                        <a:pt x="68" y="638"/>
                        <a:pt x="68" y="638"/>
                      </a:cubicBezTo>
                      <a:cubicBezTo>
                        <a:pt x="68" y="639"/>
                        <a:pt x="68" y="639"/>
                        <a:pt x="68" y="639"/>
                      </a:cubicBezTo>
                      <a:cubicBezTo>
                        <a:pt x="68" y="639"/>
                        <a:pt x="68" y="639"/>
                        <a:pt x="68" y="639"/>
                      </a:cubicBezTo>
                      <a:cubicBezTo>
                        <a:pt x="68" y="639"/>
                        <a:pt x="68" y="639"/>
                        <a:pt x="68" y="640"/>
                      </a:cubicBezTo>
                      <a:cubicBezTo>
                        <a:pt x="68" y="640"/>
                        <a:pt x="68" y="639"/>
                        <a:pt x="68" y="639"/>
                      </a:cubicBezTo>
                      <a:cubicBezTo>
                        <a:pt x="68" y="639"/>
                        <a:pt x="68" y="639"/>
                        <a:pt x="68" y="639"/>
                      </a:cubicBezTo>
                      <a:close/>
                      <a:moveTo>
                        <a:pt x="69" y="640"/>
                      </a:moveTo>
                      <a:cubicBezTo>
                        <a:pt x="68" y="640"/>
                        <a:pt x="68" y="640"/>
                        <a:pt x="68" y="640"/>
                      </a:cubicBezTo>
                      <a:cubicBezTo>
                        <a:pt x="69" y="640"/>
                        <a:pt x="69" y="640"/>
                        <a:pt x="69" y="640"/>
                      </a:cubicBezTo>
                      <a:cubicBezTo>
                        <a:pt x="69" y="640"/>
                        <a:pt x="69" y="640"/>
                        <a:pt x="69" y="641"/>
                      </a:cubicBezTo>
                      <a:cubicBezTo>
                        <a:pt x="69" y="641"/>
                        <a:pt x="69" y="641"/>
                        <a:pt x="69" y="641"/>
                      </a:cubicBezTo>
                      <a:cubicBezTo>
                        <a:pt x="69" y="641"/>
                        <a:pt x="69" y="641"/>
                        <a:pt x="69" y="641"/>
                      </a:cubicBezTo>
                      <a:cubicBezTo>
                        <a:pt x="69" y="641"/>
                        <a:pt x="69" y="641"/>
                        <a:pt x="69" y="640"/>
                      </a:cubicBezTo>
                      <a:moveTo>
                        <a:pt x="69" y="644"/>
                      </a:moveTo>
                      <a:cubicBezTo>
                        <a:pt x="68" y="644"/>
                        <a:pt x="68" y="643"/>
                        <a:pt x="69" y="643"/>
                      </a:cubicBezTo>
                      <a:cubicBezTo>
                        <a:pt x="69" y="643"/>
                        <a:pt x="69" y="643"/>
                        <a:pt x="69" y="643"/>
                      </a:cubicBezTo>
                      <a:cubicBezTo>
                        <a:pt x="69" y="643"/>
                        <a:pt x="69" y="643"/>
                        <a:pt x="69" y="644"/>
                      </a:cubicBezTo>
                      <a:cubicBezTo>
                        <a:pt x="69" y="644"/>
                        <a:pt x="69" y="644"/>
                        <a:pt x="69" y="644"/>
                      </a:cubicBezTo>
                      <a:cubicBezTo>
                        <a:pt x="70" y="644"/>
                        <a:pt x="69" y="644"/>
                        <a:pt x="69" y="644"/>
                      </a:cubicBezTo>
                      <a:cubicBezTo>
                        <a:pt x="69" y="644"/>
                        <a:pt x="69" y="644"/>
                        <a:pt x="69" y="644"/>
                      </a:cubicBezTo>
                      <a:cubicBezTo>
                        <a:pt x="69" y="644"/>
                        <a:pt x="69" y="644"/>
                        <a:pt x="69" y="644"/>
                      </a:cubicBezTo>
                      <a:cubicBezTo>
                        <a:pt x="69" y="644"/>
                        <a:pt x="69" y="644"/>
                        <a:pt x="69" y="644"/>
                      </a:cubicBezTo>
                      <a:close/>
                      <a:moveTo>
                        <a:pt x="72" y="646"/>
                      </a:moveTo>
                      <a:cubicBezTo>
                        <a:pt x="72" y="646"/>
                        <a:pt x="72" y="646"/>
                        <a:pt x="72" y="646"/>
                      </a:cubicBezTo>
                      <a:cubicBezTo>
                        <a:pt x="71" y="647"/>
                        <a:pt x="71" y="647"/>
                        <a:pt x="72" y="647"/>
                      </a:cubicBezTo>
                      <a:cubicBezTo>
                        <a:pt x="71" y="647"/>
                        <a:pt x="71" y="647"/>
                        <a:pt x="71" y="647"/>
                      </a:cubicBezTo>
                      <a:cubicBezTo>
                        <a:pt x="71" y="647"/>
                        <a:pt x="71" y="647"/>
                        <a:pt x="71" y="647"/>
                      </a:cubicBezTo>
                      <a:cubicBezTo>
                        <a:pt x="71" y="647"/>
                        <a:pt x="71" y="647"/>
                        <a:pt x="71" y="647"/>
                      </a:cubicBezTo>
                      <a:cubicBezTo>
                        <a:pt x="71" y="647"/>
                        <a:pt x="71" y="646"/>
                        <a:pt x="70" y="646"/>
                      </a:cubicBezTo>
                      <a:cubicBezTo>
                        <a:pt x="70" y="646"/>
                        <a:pt x="70" y="646"/>
                        <a:pt x="70" y="646"/>
                      </a:cubicBezTo>
                      <a:cubicBezTo>
                        <a:pt x="70" y="646"/>
                        <a:pt x="70" y="646"/>
                        <a:pt x="70" y="646"/>
                      </a:cubicBezTo>
                      <a:cubicBezTo>
                        <a:pt x="69" y="646"/>
                        <a:pt x="69" y="645"/>
                        <a:pt x="70" y="645"/>
                      </a:cubicBezTo>
                      <a:cubicBezTo>
                        <a:pt x="70" y="645"/>
                        <a:pt x="70" y="645"/>
                        <a:pt x="70" y="645"/>
                      </a:cubicBezTo>
                      <a:cubicBezTo>
                        <a:pt x="70" y="645"/>
                        <a:pt x="70" y="644"/>
                        <a:pt x="71" y="644"/>
                      </a:cubicBezTo>
                      <a:cubicBezTo>
                        <a:pt x="71" y="644"/>
                        <a:pt x="71" y="644"/>
                        <a:pt x="71" y="644"/>
                      </a:cubicBezTo>
                      <a:cubicBezTo>
                        <a:pt x="71" y="644"/>
                        <a:pt x="72" y="644"/>
                        <a:pt x="72" y="645"/>
                      </a:cubicBezTo>
                      <a:cubicBezTo>
                        <a:pt x="72" y="645"/>
                        <a:pt x="72" y="645"/>
                        <a:pt x="72" y="645"/>
                      </a:cubicBezTo>
                      <a:cubicBezTo>
                        <a:pt x="72" y="645"/>
                        <a:pt x="72" y="645"/>
                        <a:pt x="72" y="645"/>
                      </a:cubicBezTo>
                      <a:cubicBezTo>
                        <a:pt x="72" y="645"/>
                        <a:pt x="72" y="646"/>
                        <a:pt x="72" y="646"/>
                      </a:cubicBezTo>
                      <a:cubicBezTo>
                        <a:pt x="72" y="646"/>
                        <a:pt x="72" y="646"/>
                        <a:pt x="72" y="646"/>
                      </a:cubicBezTo>
                      <a:close/>
                      <a:moveTo>
                        <a:pt x="75" y="654"/>
                      </a:moveTo>
                      <a:cubicBezTo>
                        <a:pt x="75" y="654"/>
                        <a:pt x="75" y="654"/>
                        <a:pt x="75" y="655"/>
                      </a:cubicBezTo>
                      <a:cubicBezTo>
                        <a:pt x="75" y="655"/>
                        <a:pt x="74" y="655"/>
                        <a:pt x="74" y="655"/>
                      </a:cubicBezTo>
                      <a:cubicBezTo>
                        <a:pt x="74" y="655"/>
                        <a:pt x="74" y="654"/>
                        <a:pt x="74" y="654"/>
                      </a:cubicBezTo>
                      <a:cubicBezTo>
                        <a:pt x="74" y="654"/>
                        <a:pt x="74" y="654"/>
                        <a:pt x="73" y="654"/>
                      </a:cubicBezTo>
                      <a:cubicBezTo>
                        <a:pt x="73" y="653"/>
                        <a:pt x="73" y="653"/>
                        <a:pt x="73" y="653"/>
                      </a:cubicBezTo>
                      <a:cubicBezTo>
                        <a:pt x="73" y="653"/>
                        <a:pt x="73" y="653"/>
                        <a:pt x="73" y="653"/>
                      </a:cubicBezTo>
                      <a:cubicBezTo>
                        <a:pt x="73" y="653"/>
                        <a:pt x="72" y="652"/>
                        <a:pt x="72" y="652"/>
                      </a:cubicBezTo>
                      <a:cubicBezTo>
                        <a:pt x="72" y="652"/>
                        <a:pt x="71" y="652"/>
                        <a:pt x="71" y="651"/>
                      </a:cubicBezTo>
                      <a:cubicBezTo>
                        <a:pt x="71" y="651"/>
                        <a:pt x="71" y="651"/>
                        <a:pt x="71" y="651"/>
                      </a:cubicBezTo>
                      <a:cubicBezTo>
                        <a:pt x="70" y="651"/>
                        <a:pt x="70" y="650"/>
                        <a:pt x="70" y="650"/>
                      </a:cubicBezTo>
                      <a:cubicBezTo>
                        <a:pt x="70" y="650"/>
                        <a:pt x="70" y="649"/>
                        <a:pt x="71" y="649"/>
                      </a:cubicBezTo>
                      <a:cubicBezTo>
                        <a:pt x="71" y="649"/>
                        <a:pt x="71" y="649"/>
                        <a:pt x="71" y="649"/>
                      </a:cubicBezTo>
                      <a:cubicBezTo>
                        <a:pt x="71" y="650"/>
                        <a:pt x="72" y="650"/>
                        <a:pt x="72" y="650"/>
                      </a:cubicBezTo>
                      <a:cubicBezTo>
                        <a:pt x="72" y="650"/>
                        <a:pt x="72" y="650"/>
                        <a:pt x="72" y="650"/>
                      </a:cubicBezTo>
                      <a:cubicBezTo>
                        <a:pt x="73" y="650"/>
                        <a:pt x="73" y="650"/>
                        <a:pt x="73" y="651"/>
                      </a:cubicBezTo>
                      <a:cubicBezTo>
                        <a:pt x="73" y="651"/>
                        <a:pt x="73" y="651"/>
                        <a:pt x="74" y="651"/>
                      </a:cubicBezTo>
                      <a:cubicBezTo>
                        <a:pt x="74" y="651"/>
                        <a:pt x="74" y="651"/>
                        <a:pt x="74" y="652"/>
                      </a:cubicBezTo>
                      <a:cubicBezTo>
                        <a:pt x="74" y="652"/>
                        <a:pt x="74" y="652"/>
                        <a:pt x="74" y="652"/>
                      </a:cubicBezTo>
                      <a:cubicBezTo>
                        <a:pt x="75" y="652"/>
                        <a:pt x="75" y="653"/>
                        <a:pt x="75" y="653"/>
                      </a:cubicBezTo>
                      <a:cubicBezTo>
                        <a:pt x="75" y="653"/>
                        <a:pt x="75" y="654"/>
                        <a:pt x="75" y="654"/>
                      </a:cubicBezTo>
                      <a:close/>
                      <a:moveTo>
                        <a:pt x="81" y="650"/>
                      </a:moveTo>
                      <a:cubicBezTo>
                        <a:pt x="81" y="650"/>
                        <a:pt x="81" y="650"/>
                        <a:pt x="80" y="650"/>
                      </a:cubicBezTo>
                      <a:cubicBezTo>
                        <a:pt x="80" y="650"/>
                        <a:pt x="80" y="650"/>
                        <a:pt x="80" y="650"/>
                      </a:cubicBezTo>
                      <a:cubicBezTo>
                        <a:pt x="80" y="651"/>
                        <a:pt x="80" y="651"/>
                        <a:pt x="80" y="651"/>
                      </a:cubicBezTo>
                      <a:cubicBezTo>
                        <a:pt x="81" y="651"/>
                        <a:pt x="81" y="652"/>
                        <a:pt x="81" y="652"/>
                      </a:cubicBezTo>
                      <a:cubicBezTo>
                        <a:pt x="81" y="652"/>
                        <a:pt x="81" y="653"/>
                        <a:pt x="81" y="653"/>
                      </a:cubicBezTo>
                      <a:cubicBezTo>
                        <a:pt x="81" y="653"/>
                        <a:pt x="80" y="653"/>
                        <a:pt x="80" y="653"/>
                      </a:cubicBezTo>
                      <a:cubicBezTo>
                        <a:pt x="80" y="653"/>
                        <a:pt x="80" y="653"/>
                        <a:pt x="80" y="653"/>
                      </a:cubicBezTo>
                      <a:cubicBezTo>
                        <a:pt x="80" y="652"/>
                        <a:pt x="80" y="652"/>
                        <a:pt x="80" y="652"/>
                      </a:cubicBezTo>
                      <a:cubicBezTo>
                        <a:pt x="80" y="652"/>
                        <a:pt x="80" y="652"/>
                        <a:pt x="80" y="652"/>
                      </a:cubicBezTo>
                      <a:cubicBezTo>
                        <a:pt x="80" y="652"/>
                        <a:pt x="80" y="652"/>
                        <a:pt x="80" y="651"/>
                      </a:cubicBezTo>
                      <a:cubicBezTo>
                        <a:pt x="80" y="651"/>
                        <a:pt x="80" y="651"/>
                        <a:pt x="80" y="651"/>
                      </a:cubicBezTo>
                      <a:cubicBezTo>
                        <a:pt x="80" y="651"/>
                        <a:pt x="80" y="651"/>
                        <a:pt x="80" y="651"/>
                      </a:cubicBezTo>
                      <a:cubicBezTo>
                        <a:pt x="80" y="651"/>
                        <a:pt x="80" y="651"/>
                        <a:pt x="80" y="650"/>
                      </a:cubicBezTo>
                      <a:cubicBezTo>
                        <a:pt x="80" y="650"/>
                        <a:pt x="80" y="649"/>
                        <a:pt x="80" y="649"/>
                      </a:cubicBezTo>
                      <a:cubicBezTo>
                        <a:pt x="80" y="649"/>
                        <a:pt x="80" y="649"/>
                        <a:pt x="80" y="649"/>
                      </a:cubicBezTo>
                      <a:cubicBezTo>
                        <a:pt x="81" y="649"/>
                        <a:pt x="81" y="648"/>
                        <a:pt x="81" y="648"/>
                      </a:cubicBezTo>
                      <a:cubicBezTo>
                        <a:pt x="81" y="648"/>
                        <a:pt x="81" y="648"/>
                        <a:pt x="81" y="648"/>
                      </a:cubicBezTo>
                      <a:cubicBezTo>
                        <a:pt x="81" y="648"/>
                        <a:pt x="81" y="648"/>
                        <a:pt x="81" y="648"/>
                      </a:cubicBezTo>
                      <a:cubicBezTo>
                        <a:pt x="81" y="649"/>
                        <a:pt x="81" y="649"/>
                        <a:pt x="81" y="649"/>
                      </a:cubicBezTo>
                      <a:cubicBezTo>
                        <a:pt x="81" y="649"/>
                        <a:pt x="81" y="650"/>
                        <a:pt x="81" y="650"/>
                      </a:cubicBezTo>
                      <a:close/>
                      <a:moveTo>
                        <a:pt x="79" y="654"/>
                      </a:moveTo>
                      <a:cubicBezTo>
                        <a:pt x="79" y="653"/>
                        <a:pt x="79" y="653"/>
                        <a:pt x="79" y="653"/>
                      </a:cubicBezTo>
                      <a:cubicBezTo>
                        <a:pt x="79" y="653"/>
                        <a:pt x="79" y="653"/>
                        <a:pt x="79" y="653"/>
                      </a:cubicBezTo>
                      <a:cubicBezTo>
                        <a:pt x="79" y="654"/>
                        <a:pt x="79" y="654"/>
                        <a:pt x="79" y="655"/>
                      </a:cubicBezTo>
                      <a:cubicBezTo>
                        <a:pt x="79" y="655"/>
                        <a:pt x="79" y="655"/>
                        <a:pt x="79" y="655"/>
                      </a:cubicBezTo>
                      <a:cubicBezTo>
                        <a:pt x="79" y="655"/>
                        <a:pt x="79" y="655"/>
                        <a:pt x="79" y="655"/>
                      </a:cubicBezTo>
                      <a:cubicBezTo>
                        <a:pt x="79" y="655"/>
                        <a:pt x="79" y="655"/>
                        <a:pt x="79" y="655"/>
                      </a:cubicBezTo>
                      <a:cubicBezTo>
                        <a:pt x="79" y="655"/>
                        <a:pt x="79" y="655"/>
                        <a:pt x="78" y="655"/>
                      </a:cubicBezTo>
                      <a:cubicBezTo>
                        <a:pt x="78" y="655"/>
                        <a:pt x="78" y="655"/>
                        <a:pt x="78" y="655"/>
                      </a:cubicBezTo>
                      <a:cubicBezTo>
                        <a:pt x="78" y="655"/>
                        <a:pt x="78" y="654"/>
                        <a:pt x="78" y="654"/>
                      </a:cubicBezTo>
                      <a:cubicBezTo>
                        <a:pt x="78" y="654"/>
                        <a:pt x="78" y="654"/>
                        <a:pt x="78" y="654"/>
                      </a:cubicBezTo>
                      <a:cubicBezTo>
                        <a:pt x="78" y="654"/>
                        <a:pt x="78" y="654"/>
                        <a:pt x="79" y="654"/>
                      </a:cubicBezTo>
                      <a:cubicBezTo>
                        <a:pt x="79" y="654"/>
                        <a:pt x="79" y="654"/>
                        <a:pt x="79" y="654"/>
                      </a:cubicBezTo>
                      <a:close/>
                      <a:moveTo>
                        <a:pt x="77" y="655"/>
                      </a:moveTo>
                      <a:cubicBezTo>
                        <a:pt x="77" y="655"/>
                        <a:pt x="77" y="655"/>
                        <a:pt x="77" y="655"/>
                      </a:cubicBezTo>
                      <a:cubicBezTo>
                        <a:pt x="77" y="655"/>
                        <a:pt x="78" y="655"/>
                        <a:pt x="78" y="655"/>
                      </a:cubicBezTo>
                      <a:cubicBezTo>
                        <a:pt x="78" y="655"/>
                        <a:pt x="78" y="655"/>
                        <a:pt x="79" y="656"/>
                      </a:cubicBezTo>
                      <a:cubicBezTo>
                        <a:pt x="79" y="656"/>
                        <a:pt x="79" y="656"/>
                        <a:pt x="79" y="656"/>
                      </a:cubicBezTo>
                      <a:cubicBezTo>
                        <a:pt x="79" y="656"/>
                        <a:pt x="79" y="657"/>
                        <a:pt x="78" y="657"/>
                      </a:cubicBezTo>
                      <a:cubicBezTo>
                        <a:pt x="78" y="657"/>
                        <a:pt x="78" y="657"/>
                        <a:pt x="78" y="657"/>
                      </a:cubicBezTo>
                      <a:cubicBezTo>
                        <a:pt x="78" y="656"/>
                        <a:pt x="78" y="656"/>
                        <a:pt x="78" y="656"/>
                      </a:cubicBezTo>
                      <a:cubicBezTo>
                        <a:pt x="78" y="656"/>
                        <a:pt x="78" y="656"/>
                        <a:pt x="78" y="656"/>
                      </a:cubicBezTo>
                      <a:cubicBezTo>
                        <a:pt x="78" y="656"/>
                        <a:pt x="77" y="655"/>
                        <a:pt x="77" y="655"/>
                      </a:cubicBezTo>
                      <a:cubicBezTo>
                        <a:pt x="77" y="655"/>
                        <a:pt x="77" y="655"/>
                        <a:pt x="77" y="655"/>
                      </a:cubicBezTo>
                      <a:cubicBezTo>
                        <a:pt x="77" y="655"/>
                        <a:pt x="77" y="655"/>
                        <a:pt x="77" y="655"/>
                      </a:cubicBezTo>
                      <a:close/>
                      <a:moveTo>
                        <a:pt x="76" y="656"/>
                      </a:moveTo>
                      <a:cubicBezTo>
                        <a:pt x="76" y="656"/>
                        <a:pt x="76" y="656"/>
                        <a:pt x="76" y="655"/>
                      </a:cubicBezTo>
                      <a:cubicBezTo>
                        <a:pt x="76" y="655"/>
                        <a:pt x="76" y="655"/>
                        <a:pt x="76" y="655"/>
                      </a:cubicBezTo>
                      <a:cubicBezTo>
                        <a:pt x="76" y="655"/>
                        <a:pt x="76" y="655"/>
                        <a:pt x="76" y="655"/>
                      </a:cubicBezTo>
                      <a:cubicBezTo>
                        <a:pt x="76" y="655"/>
                        <a:pt x="76" y="655"/>
                        <a:pt x="76" y="655"/>
                      </a:cubicBezTo>
                      <a:cubicBezTo>
                        <a:pt x="77" y="656"/>
                        <a:pt x="77" y="656"/>
                        <a:pt x="77" y="656"/>
                      </a:cubicBezTo>
                      <a:cubicBezTo>
                        <a:pt x="77" y="656"/>
                        <a:pt x="77" y="656"/>
                        <a:pt x="77" y="656"/>
                      </a:cubicBezTo>
                      <a:cubicBezTo>
                        <a:pt x="77" y="656"/>
                        <a:pt x="77" y="657"/>
                        <a:pt x="77" y="657"/>
                      </a:cubicBezTo>
                      <a:cubicBezTo>
                        <a:pt x="77" y="657"/>
                        <a:pt x="77" y="657"/>
                        <a:pt x="76" y="656"/>
                      </a:cubicBezTo>
                      <a:cubicBezTo>
                        <a:pt x="76" y="656"/>
                        <a:pt x="76" y="656"/>
                        <a:pt x="76" y="656"/>
                      </a:cubicBezTo>
                      <a:cubicBezTo>
                        <a:pt x="76" y="656"/>
                        <a:pt x="76" y="656"/>
                        <a:pt x="76" y="656"/>
                      </a:cubicBezTo>
                      <a:close/>
                      <a:moveTo>
                        <a:pt x="79" y="659"/>
                      </a:moveTo>
                      <a:cubicBezTo>
                        <a:pt x="79" y="659"/>
                        <a:pt x="79" y="659"/>
                        <a:pt x="79" y="659"/>
                      </a:cubicBezTo>
                      <a:cubicBezTo>
                        <a:pt x="79" y="659"/>
                        <a:pt x="79" y="659"/>
                        <a:pt x="79" y="659"/>
                      </a:cubicBezTo>
                      <a:cubicBezTo>
                        <a:pt x="79" y="659"/>
                        <a:pt x="79" y="659"/>
                        <a:pt x="79" y="659"/>
                      </a:cubicBezTo>
                      <a:cubicBezTo>
                        <a:pt x="80" y="659"/>
                        <a:pt x="80" y="660"/>
                        <a:pt x="81" y="660"/>
                      </a:cubicBezTo>
                      <a:cubicBezTo>
                        <a:pt x="81" y="661"/>
                        <a:pt x="81" y="661"/>
                        <a:pt x="81" y="661"/>
                      </a:cubicBezTo>
                      <a:cubicBezTo>
                        <a:pt x="81" y="661"/>
                        <a:pt x="81" y="662"/>
                        <a:pt x="81" y="662"/>
                      </a:cubicBezTo>
                      <a:cubicBezTo>
                        <a:pt x="81" y="662"/>
                        <a:pt x="81" y="662"/>
                        <a:pt x="81" y="662"/>
                      </a:cubicBezTo>
                      <a:cubicBezTo>
                        <a:pt x="81" y="662"/>
                        <a:pt x="81" y="662"/>
                        <a:pt x="81" y="662"/>
                      </a:cubicBezTo>
                      <a:cubicBezTo>
                        <a:pt x="81" y="662"/>
                        <a:pt x="80" y="662"/>
                        <a:pt x="80" y="662"/>
                      </a:cubicBezTo>
                      <a:cubicBezTo>
                        <a:pt x="80" y="661"/>
                        <a:pt x="80" y="661"/>
                        <a:pt x="79" y="661"/>
                      </a:cubicBezTo>
                      <a:cubicBezTo>
                        <a:pt x="79" y="660"/>
                        <a:pt x="79" y="660"/>
                        <a:pt x="79" y="659"/>
                      </a:cubicBezTo>
                      <a:cubicBezTo>
                        <a:pt x="79" y="659"/>
                        <a:pt x="79" y="659"/>
                        <a:pt x="79" y="659"/>
                      </a:cubicBezTo>
                      <a:close/>
                      <a:moveTo>
                        <a:pt x="87" y="671"/>
                      </a:moveTo>
                      <a:cubicBezTo>
                        <a:pt x="87" y="671"/>
                        <a:pt x="87" y="671"/>
                        <a:pt x="87" y="672"/>
                      </a:cubicBezTo>
                      <a:cubicBezTo>
                        <a:pt x="88" y="672"/>
                        <a:pt x="88" y="672"/>
                        <a:pt x="88" y="672"/>
                      </a:cubicBezTo>
                      <a:cubicBezTo>
                        <a:pt x="88" y="672"/>
                        <a:pt x="88" y="672"/>
                        <a:pt x="88" y="672"/>
                      </a:cubicBezTo>
                      <a:cubicBezTo>
                        <a:pt x="88" y="673"/>
                        <a:pt x="88" y="673"/>
                        <a:pt x="88" y="674"/>
                      </a:cubicBezTo>
                      <a:cubicBezTo>
                        <a:pt x="87" y="674"/>
                        <a:pt x="87" y="673"/>
                        <a:pt x="87" y="673"/>
                      </a:cubicBezTo>
                      <a:cubicBezTo>
                        <a:pt x="87" y="673"/>
                        <a:pt x="87" y="673"/>
                        <a:pt x="87" y="673"/>
                      </a:cubicBezTo>
                      <a:cubicBezTo>
                        <a:pt x="87" y="673"/>
                        <a:pt x="87" y="673"/>
                        <a:pt x="87" y="672"/>
                      </a:cubicBezTo>
                      <a:cubicBezTo>
                        <a:pt x="86" y="672"/>
                        <a:pt x="86" y="672"/>
                        <a:pt x="86" y="672"/>
                      </a:cubicBezTo>
                      <a:cubicBezTo>
                        <a:pt x="86" y="672"/>
                        <a:pt x="86" y="672"/>
                        <a:pt x="86" y="671"/>
                      </a:cubicBezTo>
                      <a:cubicBezTo>
                        <a:pt x="86" y="671"/>
                        <a:pt x="86" y="671"/>
                        <a:pt x="87" y="671"/>
                      </a:cubicBezTo>
                      <a:cubicBezTo>
                        <a:pt x="87" y="671"/>
                        <a:pt x="87" y="671"/>
                        <a:pt x="87" y="671"/>
                      </a:cubicBezTo>
                      <a:cubicBezTo>
                        <a:pt x="87" y="671"/>
                        <a:pt x="87" y="671"/>
                        <a:pt x="87" y="671"/>
                      </a:cubicBezTo>
                      <a:cubicBezTo>
                        <a:pt x="87" y="671"/>
                        <a:pt x="87" y="671"/>
                        <a:pt x="87" y="671"/>
                      </a:cubicBezTo>
                      <a:cubicBezTo>
                        <a:pt x="87" y="671"/>
                        <a:pt x="87" y="671"/>
                        <a:pt x="87" y="671"/>
                      </a:cubicBezTo>
                      <a:close/>
                      <a:moveTo>
                        <a:pt x="88" y="685"/>
                      </a:moveTo>
                      <a:cubicBezTo>
                        <a:pt x="88" y="685"/>
                        <a:pt x="88" y="685"/>
                        <a:pt x="88" y="684"/>
                      </a:cubicBezTo>
                      <a:cubicBezTo>
                        <a:pt x="88" y="684"/>
                        <a:pt x="88" y="684"/>
                        <a:pt x="88" y="684"/>
                      </a:cubicBezTo>
                      <a:cubicBezTo>
                        <a:pt x="88" y="684"/>
                        <a:pt x="88" y="684"/>
                        <a:pt x="88" y="684"/>
                      </a:cubicBezTo>
                      <a:cubicBezTo>
                        <a:pt x="88" y="684"/>
                        <a:pt x="88" y="683"/>
                        <a:pt x="88" y="683"/>
                      </a:cubicBezTo>
                      <a:cubicBezTo>
                        <a:pt x="88" y="684"/>
                        <a:pt x="88" y="684"/>
                        <a:pt x="88" y="684"/>
                      </a:cubicBezTo>
                      <a:cubicBezTo>
                        <a:pt x="87" y="684"/>
                        <a:pt x="87" y="684"/>
                        <a:pt x="87" y="684"/>
                      </a:cubicBezTo>
                      <a:cubicBezTo>
                        <a:pt x="87" y="684"/>
                        <a:pt x="87" y="684"/>
                        <a:pt x="87" y="683"/>
                      </a:cubicBezTo>
                      <a:cubicBezTo>
                        <a:pt x="86" y="683"/>
                        <a:pt x="86" y="683"/>
                        <a:pt x="86" y="683"/>
                      </a:cubicBezTo>
                      <a:cubicBezTo>
                        <a:pt x="85" y="682"/>
                        <a:pt x="85" y="682"/>
                        <a:pt x="85" y="682"/>
                      </a:cubicBezTo>
                      <a:cubicBezTo>
                        <a:pt x="85" y="682"/>
                        <a:pt x="85" y="682"/>
                        <a:pt x="85" y="681"/>
                      </a:cubicBezTo>
                      <a:cubicBezTo>
                        <a:pt x="85" y="681"/>
                        <a:pt x="85" y="681"/>
                        <a:pt x="85" y="681"/>
                      </a:cubicBezTo>
                      <a:cubicBezTo>
                        <a:pt x="85" y="680"/>
                        <a:pt x="85" y="680"/>
                        <a:pt x="85" y="680"/>
                      </a:cubicBezTo>
                      <a:cubicBezTo>
                        <a:pt x="85" y="680"/>
                        <a:pt x="85" y="680"/>
                        <a:pt x="86" y="680"/>
                      </a:cubicBezTo>
                      <a:cubicBezTo>
                        <a:pt x="86" y="680"/>
                        <a:pt x="86" y="680"/>
                        <a:pt x="87" y="680"/>
                      </a:cubicBezTo>
                      <a:cubicBezTo>
                        <a:pt x="87" y="680"/>
                        <a:pt x="88" y="680"/>
                        <a:pt x="88" y="680"/>
                      </a:cubicBezTo>
                      <a:cubicBezTo>
                        <a:pt x="89" y="680"/>
                        <a:pt x="89" y="680"/>
                        <a:pt x="89" y="680"/>
                      </a:cubicBezTo>
                      <a:cubicBezTo>
                        <a:pt x="90" y="680"/>
                        <a:pt x="91" y="681"/>
                        <a:pt x="92" y="682"/>
                      </a:cubicBezTo>
                      <a:cubicBezTo>
                        <a:pt x="92" y="682"/>
                        <a:pt x="92" y="682"/>
                        <a:pt x="93" y="682"/>
                      </a:cubicBezTo>
                      <a:cubicBezTo>
                        <a:pt x="93" y="682"/>
                        <a:pt x="94" y="683"/>
                        <a:pt x="94" y="683"/>
                      </a:cubicBezTo>
                      <a:cubicBezTo>
                        <a:pt x="94" y="683"/>
                        <a:pt x="94" y="683"/>
                        <a:pt x="94" y="683"/>
                      </a:cubicBezTo>
                      <a:cubicBezTo>
                        <a:pt x="95" y="683"/>
                        <a:pt x="95" y="683"/>
                        <a:pt x="95" y="683"/>
                      </a:cubicBezTo>
                      <a:cubicBezTo>
                        <a:pt x="95" y="683"/>
                        <a:pt x="96" y="683"/>
                        <a:pt x="96" y="684"/>
                      </a:cubicBezTo>
                      <a:cubicBezTo>
                        <a:pt x="97" y="684"/>
                        <a:pt x="97" y="684"/>
                        <a:pt x="97" y="684"/>
                      </a:cubicBezTo>
                      <a:cubicBezTo>
                        <a:pt x="98" y="684"/>
                        <a:pt x="99" y="684"/>
                        <a:pt x="100" y="684"/>
                      </a:cubicBezTo>
                      <a:cubicBezTo>
                        <a:pt x="101" y="684"/>
                        <a:pt x="101" y="684"/>
                        <a:pt x="101" y="684"/>
                      </a:cubicBezTo>
                      <a:cubicBezTo>
                        <a:pt x="102" y="685"/>
                        <a:pt x="103" y="685"/>
                        <a:pt x="103" y="685"/>
                      </a:cubicBezTo>
                      <a:cubicBezTo>
                        <a:pt x="104" y="685"/>
                        <a:pt x="104" y="685"/>
                        <a:pt x="104" y="685"/>
                      </a:cubicBezTo>
                      <a:cubicBezTo>
                        <a:pt x="104" y="685"/>
                        <a:pt x="105" y="686"/>
                        <a:pt x="105" y="686"/>
                      </a:cubicBezTo>
                      <a:cubicBezTo>
                        <a:pt x="105" y="687"/>
                        <a:pt x="105" y="687"/>
                        <a:pt x="106" y="688"/>
                      </a:cubicBezTo>
                      <a:cubicBezTo>
                        <a:pt x="106" y="688"/>
                        <a:pt x="106" y="688"/>
                        <a:pt x="106" y="688"/>
                      </a:cubicBezTo>
                      <a:cubicBezTo>
                        <a:pt x="106" y="689"/>
                        <a:pt x="106" y="689"/>
                        <a:pt x="106" y="690"/>
                      </a:cubicBezTo>
                      <a:cubicBezTo>
                        <a:pt x="107" y="690"/>
                        <a:pt x="107" y="691"/>
                        <a:pt x="108" y="691"/>
                      </a:cubicBezTo>
                      <a:cubicBezTo>
                        <a:pt x="108" y="692"/>
                        <a:pt x="109" y="693"/>
                        <a:pt x="110" y="694"/>
                      </a:cubicBezTo>
                      <a:cubicBezTo>
                        <a:pt x="110" y="695"/>
                        <a:pt x="110" y="695"/>
                        <a:pt x="111" y="695"/>
                      </a:cubicBezTo>
                      <a:cubicBezTo>
                        <a:pt x="111" y="695"/>
                        <a:pt x="111" y="695"/>
                        <a:pt x="112" y="696"/>
                      </a:cubicBezTo>
                      <a:cubicBezTo>
                        <a:pt x="113" y="696"/>
                        <a:pt x="114" y="697"/>
                        <a:pt x="115" y="698"/>
                      </a:cubicBezTo>
                      <a:cubicBezTo>
                        <a:pt x="115" y="697"/>
                        <a:pt x="115" y="697"/>
                        <a:pt x="116" y="697"/>
                      </a:cubicBezTo>
                      <a:cubicBezTo>
                        <a:pt x="116" y="697"/>
                        <a:pt x="116" y="697"/>
                        <a:pt x="116" y="697"/>
                      </a:cubicBezTo>
                      <a:cubicBezTo>
                        <a:pt x="116" y="698"/>
                        <a:pt x="116" y="698"/>
                        <a:pt x="116" y="698"/>
                      </a:cubicBezTo>
                      <a:cubicBezTo>
                        <a:pt x="115" y="699"/>
                        <a:pt x="116" y="700"/>
                        <a:pt x="116" y="700"/>
                      </a:cubicBezTo>
                      <a:cubicBezTo>
                        <a:pt x="116" y="700"/>
                        <a:pt x="117" y="700"/>
                        <a:pt x="117" y="700"/>
                      </a:cubicBezTo>
                      <a:cubicBezTo>
                        <a:pt x="117" y="701"/>
                        <a:pt x="117" y="701"/>
                        <a:pt x="117" y="701"/>
                      </a:cubicBezTo>
                      <a:cubicBezTo>
                        <a:pt x="117" y="702"/>
                        <a:pt x="117" y="703"/>
                        <a:pt x="117" y="704"/>
                      </a:cubicBezTo>
                      <a:cubicBezTo>
                        <a:pt x="118" y="703"/>
                        <a:pt x="118" y="703"/>
                        <a:pt x="118" y="702"/>
                      </a:cubicBezTo>
                      <a:cubicBezTo>
                        <a:pt x="118" y="703"/>
                        <a:pt x="118" y="704"/>
                        <a:pt x="119" y="704"/>
                      </a:cubicBezTo>
                      <a:cubicBezTo>
                        <a:pt x="119" y="704"/>
                        <a:pt x="119" y="705"/>
                        <a:pt x="118" y="705"/>
                      </a:cubicBezTo>
                      <a:cubicBezTo>
                        <a:pt x="118" y="705"/>
                        <a:pt x="118" y="705"/>
                        <a:pt x="118" y="705"/>
                      </a:cubicBezTo>
                      <a:cubicBezTo>
                        <a:pt x="118" y="705"/>
                        <a:pt x="117" y="705"/>
                        <a:pt x="117" y="705"/>
                      </a:cubicBezTo>
                      <a:cubicBezTo>
                        <a:pt x="117" y="706"/>
                        <a:pt x="116" y="706"/>
                        <a:pt x="116" y="706"/>
                      </a:cubicBezTo>
                      <a:cubicBezTo>
                        <a:pt x="114" y="705"/>
                        <a:pt x="112" y="704"/>
                        <a:pt x="110" y="704"/>
                      </a:cubicBezTo>
                      <a:cubicBezTo>
                        <a:pt x="110" y="703"/>
                        <a:pt x="109" y="703"/>
                        <a:pt x="109" y="703"/>
                      </a:cubicBezTo>
                      <a:cubicBezTo>
                        <a:pt x="108" y="702"/>
                        <a:pt x="108" y="702"/>
                        <a:pt x="107" y="702"/>
                      </a:cubicBezTo>
                      <a:cubicBezTo>
                        <a:pt x="107" y="702"/>
                        <a:pt x="106" y="702"/>
                        <a:pt x="106" y="701"/>
                      </a:cubicBezTo>
                      <a:cubicBezTo>
                        <a:pt x="106" y="701"/>
                        <a:pt x="108" y="700"/>
                        <a:pt x="107" y="700"/>
                      </a:cubicBezTo>
                      <a:cubicBezTo>
                        <a:pt x="107" y="699"/>
                        <a:pt x="106" y="699"/>
                        <a:pt x="106" y="699"/>
                      </a:cubicBezTo>
                      <a:cubicBezTo>
                        <a:pt x="106" y="699"/>
                        <a:pt x="106" y="699"/>
                        <a:pt x="105" y="699"/>
                      </a:cubicBezTo>
                      <a:cubicBezTo>
                        <a:pt x="105" y="699"/>
                        <a:pt x="105" y="699"/>
                        <a:pt x="105" y="699"/>
                      </a:cubicBezTo>
                      <a:cubicBezTo>
                        <a:pt x="105" y="699"/>
                        <a:pt x="104" y="699"/>
                        <a:pt x="104" y="700"/>
                      </a:cubicBezTo>
                      <a:cubicBezTo>
                        <a:pt x="104" y="700"/>
                        <a:pt x="104" y="699"/>
                        <a:pt x="103" y="699"/>
                      </a:cubicBezTo>
                      <a:cubicBezTo>
                        <a:pt x="103" y="699"/>
                        <a:pt x="103" y="699"/>
                        <a:pt x="103" y="698"/>
                      </a:cubicBezTo>
                      <a:cubicBezTo>
                        <a:pt x="102" y="698"/>
                        <a:pt x="102" y="698"/>
                        <a:pt x="102" y="698"/>
                      </a:cubicBezTo>
                      <a:cubicBezTo>
                        <a:pt x="101" y="697"/>
                        <a:pt x="102" y="696"/>
                        <a:pt x="102" y="696"/>
                      </a:cubicBezTo>
                      <a:cubicBezTo>
                        <a:pt x="102" y="696"/>
                        <a:pt x="102" y="696"/>
                        <a:pt x="101" y="696"/>
                      </a:cubicBezTo>
                      <a:cubicBezTo>
                        <a:pt x="101" y="697"/>
                        <a:pt x="101" y="696"/>
                        <a:pt x="101" y="696"/>
                      </a:cubicBezTo>
                      <a:cubicBezTo>
                        <a:pt x="101" y="696"/>
                        <a:pt x="101" y="695"/>
                        <a:pt x="101" y="695"/>
                      </a:cubicBezTo>
                      <a:cubicBezTo>
                        <a:pt x="101" y="695"/>
                        <a:pt x="101" y="695"/>
                        <a:pt x="100" y="695"/>
                      </a:cubicBezTo>
                      <a:cubicBezTo>
                        <a:pt x="100" y="696"/>
                        <a:pt x="100" y="696"/>
                        <a:pt x="100" y="696"/>
                      </a:cubicBezTo>
                      <a:cubicBezTo>
                        <a:pt x="100" y="696"/>
                        <a:pt x="100" y="696"/>
                        <a:pt x="99" y="696"/>
                      </a:cubicBezTo>
                      <a:cubicBezTo>
                        <a:pt x="99" y="696"/>
                        <a:pt x="99" y="695"/>
                        <a:pt x="99" y="695"/>
                      </a:cubicBezTo>
                      <a:cubicBezTo>
                        <a:pt x="99" y="695"/>
                        <a:pt x="99" y="695"/>
                        <a:pt x="98" y="695"/>
                      </a:cubicBezTo>
                      <a:cubicBezTo>
                        <a:pt x="98" y="695"/>
                        <a:pt x="98" y="694"/>
                        <a:pt x="97" y="694"/>
                      </a:cubicBezTo>
                      <a:cubicBezTo>
                        <a:pt x="97" y="694"/>
                        <a:pt x="97" y="695"/>
                        <a:pt x="97" y="695"/>
                      </a:cubicBezTo>
                      <a:cubicBezTo>
                        <a:pt x="97" y="695"/>
                        <a:pt x="97" y="695"/>
                        <a:pt x="97" y="694"/>
                      </a:cubicBezTo>
                      <a:cubicBezTo>
                        <a:pt x="97" y="694"/>
                        <a:pt x="97" y="693"/>
                        <a:pt x="97" y="693"/>
                      </a:cubicBezTo>
                      <a:cubicBezTo>
                        <a:pt x="97" y="693"/>
                        <a:pt x="98" y="693"/>
                        <a:pt x="98" y="693"/>
                      </a:cubicBezTo>
                      <a:cubicBezTo>
                        <a:pt x="98" y="692"/>
                        <a:pt x="98" y="692"/>
                        <a:pt x="98" y="692"/>
                      </a:cubicBezTo>
                      <a:cubicBezTo>
                        <a:pt x="97" y="692"/>
                        <a:pt x="97" y="692"/>
                        <a:pt x="97" y="692"/>
                      </a:cubicBezTo>
                      <a:cubicBezTo>
                        <a:pt x="97" y="692"/>
                        <a:pt x="97" y="692"/>
                        <a:pt x="97" y="692"/>
                      </a:cubicBezTo>
                      <a:cubicBezTo>
                        <a:pt x="97" y="692"/>
                        <a:pt x="97" y="691"/>
                        <a:pt x="97" y="691"/>
                      </a:cubicBezTo>
                      <a:cubicBezTo>
                        <a:pt x="96" y="692"/>
                        <a:pt x="96" y="692"/>
                        <a:pt x="96" y="693"/>
                      </a:cubicBezTo>
                      <a:cubicBezTo>
                        <a:pt x="96" y="693"/>
                        <a:pt x="95" y="693"/>
                        <a:pt x="95" y="693"/>
                      </a:cubicBezTo>
                      <a:cubicBezTo>
                        <a:pt x="95" y="692"/>
                        <a:pt x="94" y="692"/>
                        <a:pt x="95" y="691"/>
                      </a:cubicBezTo>
                      <a:cubicBezTo>
                        <a:pt x="95" y="691"/>
                        <a:pt x="95" y="691"/>
                        <a:pt x="95" y="691"/>
                      </a:cubicBezTo>
                      <a:cubicBezTo>
                        <a:pt x="95" y="691"/>
                        <a:pt x="95" y="690"/>
                        <a:pt x="95" y="691"/>
                      </a:cubicBezTo>
                      <a:cubicBezTo>
                        <a:pt x="95" y="690"/>
                        <a:pt x="95" y="690"/>
                        <a:pt x="95" y="690"/>
                      </a:cubicBezTo>
                      <a:cubicBezTo>
                        <a:pt x="95" y="690"/>
                        <a:pt x="95" y="690"/>
                        <a:pt x="94" y="690"/>
                      </a:cubicBezTo>
                      <a:cubicBezTo>
                        <a:pt x="94" y="690"/>
                        <a:pt x="94" y="690"/>
                        <a:pt x="94" y="690"/>
                      </a:cubicBezTo>
                      <a:cubicBezTo>
                        <a:pt x="93" y="690"/>
                        <a:pt x="93" y="690"/>
                        <a:pt x="93" y="690"/>
                      </a:cubicBezTo>
                      <a:cubicBezTo>
                        <a:pt x="93" y="690"/>
                        <a:pt x="92" y="689"/>
                        <a:pt x="93" y="689"/>
                      </a:cubicBezTo>
                      <a:cubicBezTo>
                        <a:pt x="93" y="689"/>
                        <a:pt x="93" y="689"/>
                        <a:pt x="93" y="688"/>
                      </a:cubicBezTo>
                      <a:cubicBezTo>
                        <a:pt x="93" y="688"/>
                        <a:pt x="93" y="688"/>
                        <a:pt x="92" y="687"/>
                      </a:cubicBezTo>
                      <a:cubicBezTo>
                        <a:pt x="92" y="688"/>
                        <a:pt x="92" y="688"/>
                        <a:pt x="92" y="688"/>
                      </a:cubicBezTo>
                      <a:cubicBezTo>
                        <a:pt x="92" y="689"/>
                        <a:pt x="91" y="688"/>
                        <a:pt x="91" y="688"/>
                      </a:cubicBezTo>
                      <a:cubicBezTo>
                        <a:pt x="91" y="688"/>
                        <a:pt x="91" y="688"/>
                        <a:pt x="90" y="688"/>
                      </a:cubicBezTo>
                      <a:cubicBezTo>
                        <a:pt x="90" y="688"/>
                        <a:pt x="90" y="688"/>
                        <a:pt x="90" y="688"/>
                      </a:cubicBezTo>
                      <a:cubicBezTo>
                        <a:pt x="90" y="687"/>
                        <a:pt x="90" y="687"/>
                        <a:pt x="90" y="687"/>
                      </a:cubicBezTo>
                      <a:cubicBezTo>
                        <a:pt x="90" y="687"/>
                        <a:pt x="90" y="687"/>
                        <a:pt x="90" y="687"/>
                      </a:cubicBezTo>
                      <a:cubicBezTo>
                        <a:pt x="89" y="687"/>
                        <a:pt x="89" y="687"/>
                        <a:pt x="89" y="687"/>
                      </a:cubicBezTo>
                      <a:cubicBezTo>
                        <a:pt x="89" y="688"/>
                        <a:pt x="89" y="688"/>
                        <a:pt x="89" y="688"/>
                      </a:cubicBezTo>
                      <a:cubicBezTo>
                        <a:pt x="88" y="688"/>
                        <a:pt x="88" y="688"/>
                        <a:pt x="88" y="688"/>
                      </a:cubicBezTo>
                      <a:cubicBezTo>
                        <a:pt x="88" y="688"/>
                        <a:pt x="88" y="688"/>
                        <a:pt x="88" y="687"/>
                      </a:cubicBezTo>
                      <a:cubicBezTo>
                        <a:pt x="88" y="687"/>
                        <a:pt x="88" y="687"/>
                        <a:pt x="88" y="687"/>
                      </a:cubicBezTo>
                      <a:cubicBezTo>
                        <a:pt x="88" y="687"/>
                        <a:pt x="88" y="687"/>
                        <a:pt x="89" y="686"/>
                      </a:cubicBezTo>
                      <a:cubicBezTo>
                        <a:pt x="89" y="686"/>
                        <a:pt x="89" y="686"/>
                        <a:pt x="88" y="686"/>
                      </a:cubicBezTo>
                      <a:cubicBezTo>
                        <a:pt x="88" y="686"/>
                        <a:pt x="88" y="686"/>
                        <a:pt x="88" y="685"/>
                      </a:cubicBezTo>
                      <a:cubicBezTo>
                        <a:pt x="88" y="685"/>
                        <a:pt x="88" y="685"/>
                        <a:pt x="88" y="685"/>
                      </a:cubicBezTo>
                      <a:close/>
                      <a:moveTo>
                        <a:pt x="97" y="681"/>
                      </a:moveTo>
                      <a:cubicBezTo>
                        <a:pt x="97" y="681"/>
                        <a:pt x="97" y="681"/>
                        <a:pt x="97" y="681"/>
                      </a:cubicBezTo>
                      <a:cubicBezTo>
                        <a:pt x="97" y="681"/>
                        <a:pt x="97" y="681"/>
                        <a:pt x="97" y="681"/>
                      </a:cubicBezTo>
                      <a:cubicBezTo>
                        <a:pt x="97" y="681"/>
                        <a:pt x="98" y="681"/>
                        <a:pt x="98" y="681"/>
                      </a:cubicBezTo>
                      <a:cubicBezTo>
                        <a:pt x="98" y="680"/>
                        <a:pt x="98" y="680"/>
                        <a:pt x="98" y="680"/>
                      </a:cubicBezTo>
                      <a:cubicBezTo>
                        <a:pt x="99" y="680"/>
                        <a:pt x="99" y="680"/>
                        <a:pt x="99" y="680"/>
                      </a:cubicBezTo>
                      <a:cubicBezTo>
                        <a:pt x="99" y="680"/>
                        <a:pt x="99" y="680"/>
                        <a:pt x="99" y="680"/>
                      </a:cubicBezTo>
                      <a:cubicBezTo>
                        <a:pt x="99" y="680"/>
                        <a:pt x="99" y="681"/>
                        <a:pt x="99" y="681"/>
                      </a:cubicBezTo>
                      <a:cubicBezTo>
                        <a:pt x="99" y="681"/>
                        <a:pt x="99" y="681"/>
                        <a:pt x="99" y="681"/>
                      </a:cubicBezTo>
                      <a:cubicBezTo>
                        <a:pt x="99" y="681"/>
                        <a:pt x="99" y="681"/>
                        <a:pt x="99" y="681"/>
                      </a:cubicBezTo>
                      <a:cubicBezTo>
                        <a:pt x="99" y="682"/>
                        <a:pt x="99" y="682"/>
                        <a:pt x="99" y="682"/>
                      </a:cubicBezTo>
                      <a:cubicBezTo>
                        <a:pt x="98" y="682"/>
                        <a:pt x="98" y="682"/>
                        <a:pt x="98" y="682"/>
                      </a:cubicBezTo>
                      <a:cubicBezTo>
                        <a:pt x="98" y="682"/>
                        <a:pt x="98" y="682"/>
                        <a:pt x="97" y="682"/>
                      </a:cubicBezTo>
                      <a:cubicBezTo>
                        <a:pt x="97" y="682"/>
                        <a:pt x="97" y="682"/>
                        <a:pt x="97" y="682"/>
                      </a:cubicBezTo>
                      <a:cubicBezTo>
                        <a:pt x="97" y="682"/>
                        <a:pt x="97" y="682"/>
                        <a:pt x="97" y="682"/>
                      </a:cubicBezTo>
                      <a:cubicBezTo>
                        <a:pt x="97" y="682"/>
                        <a:pt x="97" y="682"/>
                        <a:pt x="97" y="682"/>
                      </a:cubicBezTo>
                      <a:cubicBezTo>
                        <a:pt x="97" y="682"/>
                        <a:pt x="97" y="681"/>
                        <a:pt x="97" y="681"/>
                      </a:cubicBezTo>
                      <a:close/>
                      <a:moveTo>
                        <a:pt x="97" y="682"/>
                      </a:moveTo>
                      <a:cubicBezTo>
                        <a:pt x="97" y="682"/>
                        <a:pt x="97" y="682"/>
                        <a:pt x="98" y="682"/>
                      </a:cubicBezTo>
                      <a:cubicBezTo>
                        <a:pt x="98" y="682"/>
                        <a:pt x="98" y="682"/>
                        <a:pt x="98" y="682"/>
                      </a:cubicBezTo>
                      <a:cubicBezTo>
                        <a:pt x="98" y="682"/>
                        <a:pt x="98" y="682"/>
                        <a:pt x="98" y="682"/>
                      </a:cubicBezTo>
                      <a:cubicBezTo>
                        <a:pt x="98" y="683"/>
                        <a:pt x="98" y="683"/>
                        <a:pt x="98" y="683"/>
                      </a:cubicBezTo>
                      <a:cubicBezTo>
                        <a:pt x="99" y="683"/>
                        <a:pt x="99" y="682"/>
                        <a:pt x="99" y="682"/>
                      </a:cubicBezTo>
                      <a:cubicBezTo>
                        <a:pt x="99" y="682"/>
                        <a:pt x="99" y="682"/>
                        <a:pt x="100" y="682"/>
                      </a:cubicBezTo>
                      <a:cubicBezTo>
                        <a:pt x="100" y="682"/>
                        <a:pt x="100" y="682"/>
                        <a:pt x="100" y="682"/>
                      </a:cubicBezTo>
                      <a:cubicBezTo>
                        <a:pt x="100" y="682"/>
                        <a:pt x="100" y="682"/>
                        <a:pt x="100" y="683"/>
                      </a:cubicBezTo>
                      <a:cubicBezTo>
                        <a:pt x="100" y="683"/>
                        <a:pt x="99" y="683"/>
                        <a:pt x="99" y="683"/>
                      </a:cubicBezTo>
                      <a:cubicBezTo>
                        <a:pt x="99" y="683"/>
                        <a:pt x="99" y="683"/>
                        <a:pt x="99" y="683"/>
                      </a:cubicBezTo>
                      <a:cubicBezTo>
                        <a:pt x="99" y="683"/>
                        <a:pt x="99" y="683"/>
                        <a:pt x="99" y="683"/>
                      </a:cubicBezTo>
                      <a:cubicBezTo>
                        <a:pt x="98" y="683"/>
                        <a:pt x="98" y="683"/>
                        <a:pt x="97" y="683"/>
                      </a:cubicBezTo>
                      <a:cubicBezTo>
                        <a:pt x="97" y="683"/>
                        <a:pt x="97" y="683"/>
                        <a:pt x="96" y="683"/>
                      </a:cubicBezTo>
                      <a:cubicBezTo>
                        <a:pt x="96" y="683"/>
                        <a:pt x="96" y="683"/>
                        <a:pt x="96" y="683"/>
                      </a:cubicBezTo>
                      <a:cubicBezTo>
                        <a:pt x="96" y="683"/>
                        <a:pt x="96" y="683"/>
                        <a:pt x="96" y="683"/>
                      </a:cubicBezTo>
                      <a:cubicBezTo>
                        <a:pt x="97" y="683"/>
                        <a:pt x="97" y="683"/>
                        <a:pt x="97" y="683"/>
                      </a:cubicBezTo>
                      <a:cubicBezTo>
                        <a:pt x="97" y="682"/>
                        <a:pt x="97" y="682"/>
                        <a:pt x="97" y="682"/>
                      </a:cubicBezTo>
                      <a:close/>
                      <a:moveTo>
                        <a:pt x="95" y="680"/>
                      </a:moveTo>
                      <a:cubicBezTo>
                        <a:pt x="95" y="680"/>
                        <a:pt x="95" y="680"/>
                        <a:pt x="95" y="680"/>
                      </a:cubicBezTo>
                      <a:cubicBezTo>
                        <a:pt x="95" y="680"/>
                        <a:pt x="95" y="680"/>
                        <a:pt x="95" y="680"/>
                      </a:cubicBezTo>
                      <a:cubicBezTo>
                        <a:pt x="96" y="680"/>
                        <a:pt x="96" y="680"/>
                        <a:pt x="96" y="680"/>
                      </a:cubicBezTo>
                      <a:cubicBezTo>
                        <a:pt x="96" y="680"/>
                        <a:pt x="96" y="680"/>
                        <a:pt x="96" y="680"/>
                      </a:cubicBezTo>
                      <a:cubicBezTo>
                        <a:pt x="96" y="680"/>
                        <a:pt x="96" y="680"/>
                        <a:pt x="96" y="680"/>
                      </a:cubicBezTo>
                      <a:cubicBezTo>
                        <a:pt x="97" y="680"/>
                        <a:pt x="97" y="680"/>
                        <a:pt x="97" y="680"/>
                      </a:cubicBezTo>
                      <a:cubicBezTo>
                        <a:pt x="97" y="680"/>
                        <a:pt x="97" y="680"/>
                        <a:pt x="97" y="680"/>
                      </a:cubicBezTo>
                      <a:cubicBezTo>
                        <a:pt x="97" y="681"/>
                        <a:pt x="97" y="681"/>
                        <a:pt x="97" y="681"/>
                      </a:cubicBezTo>
                      <a:cubicBezTo>
                        <a:pt x="97" y="681"/>
                        <a:pt x="97" y="681"/>
                        <a:pt x="96" y="681"/>
                      </a:cubicBezTo>
                      <a:cubicBezTo>
                        <a:pt x="96" y="681"/>
                        <a:pt x="96" y="681"/>
                        <a:pt x="96" y="681"/>
                      </a:cubicBezTo>
                      <a:cubicBezTo>
                        <a:pt x="96" y="681"/>
                        <a:pt x="96" y="681"/>
                        <a:pt x="95" y="681"/>
                      </a:cubicBezTo>
                      <a:cubicBezTo>
                        <a:pt x="95" y="681"/>
                        <a:pt x="95" y="681"/>
                        <a:pt x="95" y="681"/>
                      </a:cubicBezTo>
                      <a:cubicBezTo>
                        <a:pt x="95" y="681"/>
                        <a:pt x="95" y="681"/>
                        <a:pt x="95" y="681"/>
                      </a:cubicBezTo>
                      <a:cubicBezTo>
                        <a:pt x="95" y="680"/>
                        <a:pt x="95" y="680"/>
                        <a:pt x="95" y="680"/>
                      </a:cubicBezTo>
                      <a:cubicBezTo>
                        <a:pt x="95" y="680"/>
                        <a:pt x="95" y="680"/>
                        <a:pt x="95" y="680"/>
                      </a:cubicBezTo>
                      <a:close/>
                      <a:moveTo>
                        <a:pt x="111" y="691"/>
                      </a:moveTo>
                      <a:cubicBezTo>
                        <a:pt x="111" y="691"/>
                        <a:pt x="111" y="691"/>
                        <a:pt x="111" y="691"/>
                      </a:cubicBezTo>
                      <a:cubicBezTo>
                        <a:pt x="111" y="691"/>
                        <a:pt x="111" y="692"/>
                        <a:pt x="111" y="692"/>
                      </a:cubicBezTo>
                      <a:cubicBezTo>
                        <a:pt x="111" y="692"/>
                        <a:pt x="111" y="692"/>
                        <a:pt x="112" y="692"/>
                      </a:cubicBezTo>
                      <a:cubicBezTo>
                        <a:pt x="112" y="692"/>
                        <a:pt x="112" y="692"/>
                        <a:pt x="112" y="692"/>
                      </a:cubicBezTo>
                      <a:cubicBezTo>
                        <a:pt x="112" y="693"/>
                        <a:pt x="113" y="693"/>
                        <a:pt x="113" y="693"/>
                      </a:cubicBezTo>
                      <a:cubicBezTo>
                        <a:pt x="113" y="693"/>
                        <a:pt x="113" y="693"/>
                        <a:pt x="113" y="694"/>
                      </a:cubicBezTo>
                      <a:cubicBezTo>
                        <a:pt x="113" y="694"/>
                        <a:pt x="113" y="694"/>
                        <a:pt x="113" y="694"/>
                      </a:cubicBezTo>
                      <a:cubicBezTo>
                        <a:pt x="113" y="694"/>
                        <a:pt x="113" y="694"/>
                        <a:pt x="113" y="694"/>
                      </a:cubicBezTo>
                      <a:cubicBezTo>
                        <a:pt x="112" y="693"/>
                        <a:pt x="112" y="693"/>
                        <a:pt x="111" y="693"/>
                      </a:cubicBezTo>
                      <a:cubicBezTo>
                        <a:pt x="111" y="693"/>
                        <a:pt x="111" y="692"/>
                        <a:pt x="111" y="692"/>
                      </a:cubicBezTo>
                      <a:cubicBezTo>
                        <a:pt x="111" y="692"/>
                        <a:pt x="111" y="692"/>
                        <a:pt x="110" y="692"/>
                      </a:cubicBezTo>
                      <a:cubicBezTo>
                        <a:pt x="110" y="692"/>
                        <a:pt x="110" y="692"/>
                        <a:pt x="110" y="691"/>
                      </a:cubicBezTo>
                      <a:cubicBezTo>
                        <a:pt x="110" y="691"/>
                        <a:pt x="110" y="691"/>
                        <a:pt x="111" y="691"/>
                      </a:cubicBezTo>
                      <a:close/>
                      <a:moveTo>
                        <a:pt x="118" y="700"/>
                      </a:moveTo>
                      <a:cubicBezTo>
                        <a:pt x="118" y="700"/>
                        <a:pt x="118" y="700"/>
                        <a:pt x="118" y="700"/>
                      </a:cubicBezTo>
                      <a:cubicBezTo>
                        <a:pt x="118" y="700"/>
                        <a:pt x="119" y="700"/>
                        <a:pt x="119" y="700"/>
                      </a:cubicBezTo>
                      <a:cubicBezTo>
                        <a:pt x="119" y="700"/>
                        <a:pt x="119" y="700"/>
                        <a:pt x="119" y="700"/>
                      </a:cubicBezTo>
                      <a:cubicBezTo>
                        <a:pt x="119" y="700"/>
                        <a:pt x="119" y="701"/>
                        <a:pt x="119" y="701"/>
                      </a:cubicBezTo>
                      <a:cubicBezTo>
                        <a:pt x="119" y="701"/>
                        <a:pt x="119" y="701"/>
                        <a:pt x="119" y="701"/>
                      </a:cubicBezTo>
                      <a:cubicBezTo>
                        <a:pt x="118" y="701"/>
                        <a:pt x="118" y="701"/>
                        <a:pt x="118" y="701"/>
                      </a:cubicBezTo>
                      <a:cubicBezTo>
                        <a:pt x="118" y="701"/>
                        <a:pt x="118" y="701"/>
                        <a:pt x="118" y="701"/>
                      </a:cubicBezTo>
                      <a:cubicBezTo>
                        <a:pt x="118" y="701"/>
                        <a:pt x="118" y="701"/>
                        <a:pt x="118" y="701"/>
                      </a:cubicBezTo>
                      <a:cubicBezTo>
                        <a:pt x="118" y="701"/>
                        <a:pt x="118" y="701"/>
                        <a:pt x="118" y="701"/>
                      </a:cubicBezTo>
                      <a:cubicBezTo>
                        <a:pt x="118" y="701"/>
                        <a:pt x="118" y="701"/>
                        <a:pt x="118" y="702"/>
                      </a:cubicBezTo>
                      <a:cubicBezTo>
                        <a:pt x="118" y="702"/>
                        <a:pt x="118" y="701"/>
                        <a:pt x="118" y="702"/>
                      </a:cubicBezTo>
                      <a:cubicBezTo>
                        <a:pt x="117" y="701"/>
                        <a:pt x="117" y="701"/>
                        <a:pt x="117" y="701"/>
                      </a:cubicBezTo>
                      <a:cubicBezTo>
                        <a:pt x="117" y="701"/>
                        <a:pt x="117" y="701"/>
                        <a:pt x="117" y="701"/>
                      </a:cubicBezTo>
                      <a:cubicBezTo>
                        <a:pt x="117" y="701"/>
                        <a:pt x="117" y="701"/>
                        <a:pt x="117" y="700"/>
                      </a:cubicBezTo>
                      <a:cubicBezTo>
                        <a:pt x="117" y="700"/>
                        <a:pt x="117" y="700"/>
                        <a:pt x="117" y="700"/>
                      </a:cubicBezTo>
                      <a:cubicBezTo>
                        <a:pt x="117" y="700"/>
                        <a:pt x="117" y="700"/>
                        <a:pt x="117" y="700"/>
                      </a:cubicBezTo>
                      <a:cubicBezTo>
                        <a:pt x="117" y="700"/>
                        <a:pt x="118" y="700"/>
                        <a:pt x="118" y="700"/>
                      </a:cubicBezTo>
                      <a:cubicBezTo>
                        <a:pt x="118" y="700"/>
                        <a:pt x="118" y="700"/>
                        <a:pt x="118" y="700"/>
                      </a:cubicBezTo>
                      <a:close/>
                      <a:moveTo>
                        <a:pt x="572" y="663"/>
                      </a:moveTo>
                      <a:cubicBezTo>
                        <a:pt x="572" y="663"/>
                        <a:pt x="572" y="663"/>
                        <a:pt x="572" y="663"/>
                      </a:cubicBezTo>
                      <a:cubicBezTo>
                        <a:pt x="571" y="664"/>
                        <a:pt x="570" y="663"/>
                        <a:pt x="570" y="664"/>
                      </a:cubicBezTo>
                      <a:cubicBezTo>
                        <a:pt x="570" y="664"/>
                        <a:pt x="570" y="664"/>
                        <a:pt x="570" y="664"/>
                      </a:cubicBezTo>
                      <a:cubicBezTo>
                        <a:pt x="570" y="664"/>
                        <a:pt x="570" y="664"/>
                        <a:pt x="570" y="664"/>
                      </a:cubicBezTo>
                      <a:cubicBezTo>
                        <a:pt x="570" y="664"/>
                        <a:pt x="571" y="664"/>
                        <a:pt x="571" y="664"/>
                      </a:cubicBezTo>
                      <a:cubicBezTo>
                        <a:pt x="571" y="665"/>
                        <a:pt x="571" y="665"/>
                        <a:pt x="571" y="665"/>
                      </a:cubicBezTo>
                      <a:cubicBezTo>
                        <a:pt x="572" y="665"/>
                        <a:pt x="572" y="665"/>
                        <a:pt x="572" y="665"/>
                      </a:cubicBezTo>
                      <a:cubicBezTo>
                        <a:pt x="572" y="665"/>
                        <a:pt x="572" y="665"/>
                        <a:pt x="572" y="666"/>
                      </a:cubicBezTo>
                      <a:cubicBezTo>
                        <a:pt x="572" y="666"/>
                        <a:pt x="572" y="666"/>
                        <a:pt x="571" y="667"/>
                      </a:cubicBezTo>
                      <a:cubicBezTo>
                        <a:pt x="571" y="667"/>
                        <a:pt x="571" y="667"/>
                        <a:pt x="571" y="667"/>
                      </a:cubicBezTo>
                      <a:cubicBezTo>
                        <a:pt x="571" y="667"/>
                        <a:pt x="571" y="667"/>
                        <a:pt x="571" y="667"/>
                      </a:cubicBezTo>
                      <a:cubicBezTo>
                        <a:pt x="571" y="667"/>
                        <a:pt x="571" y="667"/>
                        <a:pt x="571" y="667"/>
                      </a:cubicBezTo>
                      <a:cubicBezTo>
                        <a:pt x="570" y="667"/>
                        <a:pt x="570" y="667"/>
                        <a:pt x="570" y="668"/>
                      </a:cubicBezTo>
                      <a:cubicBezTo>
                        <a:pt x="570" y="668"/>
                        <a:pt x="570" y="668"/>
                        <a:pt x="570" y="668"/>
                      </a:cubicBezTo>
                      <a:cubicBezTo>
                        <a:pt x="570" y="668"/>
                        <a:pt x="570" y="668"/>
                        <a:pt x="570" y="669"/>
                      </a:cubicBezTo>
                      <a:cubicBezTo>
                        <a:pt x="569" y="669"/>
                        <a:pt x="569" y="670"/>
                        <a:pt x="568" y="670"/>
                      </a:cubicBezTo>
                      <a:cubicBezTo>
                        <a:pt x="568" y="670"/>
                        <a:pt x="567" y="670"/>
                        <a:pt x="567" y="670"/>
                      </a:cubicBezTo>
                      <a:cubicBezTo>
                        <a:pt x="567" y="670"/>
                        <a:pt x="566" y="671"/>
                        <a:pt x="566" y="671"/>
                      </a:cubicBezTo>
                      <a:cubicBezTo>
                        <a:pt x="566" y="671"/>
                        <a:pt x="565" y="672"/>
                        <a:pt x="565" y="672"/>
                      </a:cubicBezTo>
                      <a:cubicBezTo>
                        <a:pt x="564" y="673"/>
                        <a:pt x="564" y="673"/>
                        <a:pt x="563" y="674"/>
                      </a:cubicBezTo>
                      <a:cubicBezTo>
                        <a:pt x="562" y="674"/>
                        <a:pt x="562" y="674"/>
                        <a:pt x="562" y="674"/>
                      </a:cubicBezTo>
                      <a:cubicBezTo>
                        <a:pt x="562" y="674"/>
                        <a:pt x="561" y="674"/>
                        <a:pt x="561" y="673"/>
                      </a:cubicBezTo>
                      <a:cubicBezTo>
                        <a:pt x="561" y="673"/>
                        <a:pt x="561" y="673"/>
                        <a:pt x="560" y="673"/>
                      </a:cubicBezTo>
                      <a:cubicBezTo>
                        <a:pt x="560" y="673"/>
                        <a:pt x="560" y="673"/>
                        <a:pt x="560" y="673"/>
                      </a:cubicBezTo>
                      <a:cubicBezTo>
                        <a:pt x="559" y="674"/>
                        <a:pt x="559" y="674"/>
                        <a:pt x="558" y="674"/>
                      </a:cubicBezTo>
                      <a:cubicBezTo>
                        <a:pt x="558" y="674"/>
                        <a:pt x="558" y="674"/>
                        <a:pt x="557" y="674"/>
                      </a:cubicBezTo>
                      <a:cubicBezTo>
                        <a:pt x="557" y="674"/>
                        <a:pt x="557" y="674"/>
                        <a:pt x="557" y="674"/>
                      </a:cubicBezTo>
                      <a:cubicBezTo>
                        <a:pt x="557" y="674"/>
                        <a:pt x="556" y="675"/>
                        <a:pt x="556" y="675"/>
                      </a:cubicBezTo>
                      <a:cubicBezTo>
                        <a:pt x="556" y="675"/>
                        <a:pt x="555" y="676"/>
                        <a:pt x="555" y="675"/>
                      </a:cubicBezTo>
                      <a:cubicBezTo>
                        <a:pt x="554" y="675"/>
                        <a:pt x="554" y="675"/>
                        <a:pt x="554" y="676"/>
                      </a:cubicBezTo>
                      <a:cubicBezTo>
                        <a:pt x="554" y="676"/>
                        <a:pt x="554" y="676"/>
                        <a:pt x="554" y="676"/>
                      </a:cubicBezTo>
                      <a:cubicBezTo>
                        <a:pt x="554" y="676"/>
                        <a:pt x="554" y="676"/>
                        <a:pt x="554" y="676"/>
                      </a:cubicBezTo>
                      <a:cubicBezTo>
                        <a:pt x="553" y="676"/>
                        <a:pt x="553" y="676"/>
                        <a:pt x="552" y="676"/>
                      </a:cubicBezTo>
                      <a:cubicBezTo>
                        <a:pt x="552" y="676"/>
                        <a:pt x="552" y="676"/>
                        <a:pt x="552" y="676"/>
                      </a:cubicBezTo>
                      <a:cubicBezTo>
                        <a:pt x="552" y="676"/>
                        <a:pt x="552" y="676"/>
                        <a:pt x="552" y="676"/>
                      </a:cubicBezTo>
                      <a:cubicBezTo>
                        <a:pt x="552" y="676"/>
                        <a:pt x="552" y="677"/>
                        <a:pt x="552" y="677"/>
                      </a:cubicBezTo>
                      <a:cubicBezTo>
                        <a:pt x="552" y="677"/>
                        <a:pt x="552" y="677"/>
                        <a:pt x="551" y="678"/>
                      </a:cubicBezTo>
                      <a:cubicBezTo>
                        <a:pt x="551" y="678"/>
                        <a:pt x="551" y="678"/>
                        <a:pt x="551" y="678"/>
                      </a:cubicBezTo>
                      <a:cubicBezTo>
                        <a:pt x="551" y="678"/>
                        <a:pt x="551" y="678"/>
                        <a:pt x="550" y="678"/>
                      </a:cubicBezTo>
                      <a:cubicBezTo>
                        <a:pt x="550" y="678"/>
                        <a:pt x="550" y="678"/>
                        <a:pt x="550" y="678"/>
                      </a:cubicBezTo>
                      <a:cubicBezTo>
                        <a:pt x="550" y="678"/>
                        <a:pt x="550" y="679"/>
                        <a:pt x="550" y="679"/>
                      </a:cubicBezTo>
                      <a:cubicBezTo>
                        <a:pt x="550" y="679"/>
                        <a:pt x="550" y="680"/>
                        <a:pt x="550" y="680"/>
                      </a:cubicBezTo>
                      <a:cubicBezTo>
                        <a:pt x="550" y="680"/>
                        <a:pt x="550" y="680"/>
                        <a:pt x="550" y="680"/>
                      </a:cubicBezTo>
                      <a:cubicBezTo>
                        <a:pt x="550" y="680"/>
                        <a:pt x="550" y="681"/>
                        <a:pt x="550" y="681"/>
                      </a:cubicBezTo>
                      <a:cubicBezTo>
                        <a:pt x="549" y="681"/>
                        <a:pt x="549" y="681"/>
                        <a:pt x="548" y="681"/>
                      </a:cubicBezTo>
                      <a:cubicBezTo>
                        <a:pt x="548" y="682"/>
                        <a:pt x="547" y="682"/>
                        <a:pt x="547" y="683"/>
                      </a:cubicBezTo>
                      <a:cubicBezTo>
                        <a:pt x="547" y="683"/>
                        <a:pt x="547" y="682"/>
                        <a:pt x="547" y="683"/>
                      </a:cubicBezTo>
                      <a:cubicBezTo>
                        <a:pt x="547" y="683"/>
                        <a:pt x="547" y="683"/>
                        <a:pt x="546" y="683"/>
                      </a:cubicBezTo>
                      <a:cubicBezTo>
                        <a:pt x="546" y="684"/>
                        <a:pt x="545" y="684"/>
                        <a:pt x="543" y="685"/>
                      </a:cubicBezTo>
                      <a:cubicBezTo>
                        <a:pt x="543" y="685"/>
                        <a:pt x="544" y="685"/>
                        <a:pt x="544" y="685"/>
                      </a:cubicBezTo>
                      <a:cubicBezTo>
                        <a:pt x="544" y="686"/>
                        <a:pt x="543" y="686"/>
                        <a:pt x="543" y="686"/>
                      </a:cubicBezTo>
                      <a:cubicBezTo>
                        <a:pt x="541" y="687"/>
                        <a:pt x="540" y="687"/>
                        <a:pt x="538" y="687"/>
                      </a:cubicBezTo>
                      <a:cubicBezTo>
                        <a:pt x="536" y="686"/>
                        <a:pt x="534" y="687"/>
                        <a:pt x="533" y="687"/>
                      </a:cubicBezTo>
                      <a:cubicBezTo>
                        <a:pt x="532" y="687"/>
                        <a:pt x="532" y="688"/>
                        <a:pt x="532" y="688"/>
                      </a:cubicBezTo>
                      <a:cubicBezTo>
                        <a:pt x="531" y="688"/>
                        <a:pt x="531" y="687"/>
                        <a:pt x="530" y="687"/>
                      </a:cubicBezTo>
                      <a:cubicBezTo>
                        <a:pt x="528" y="686"/>
                        <a:pt x="525" y="686"/>
                        <a:pt x="522" y="686"/>
                      </a:cubicBezTo>
                      <a:cubicBezTo>
                        <a:pt x="522" y="686"/>
                        <a:pt x="521" y="686"/>
                        <a:pt x="521" y="686"/>
                      </a:cubicBezTo>
                      <a:cubicBezTo>
                        <a:pt x="521" y="686"/>
                        <a:pt x="521" y="687"/>
                        <a:pt x="521" y="687"/>
                      </a:cubicBezTo>
                      <a:cubicBezTo>
                        <a:pt x="519" y="687"/>
                        <a:pt x="517" y="685"/>
                        <a:pt x="516" y="686"/>
                      </a:cubicBezTo>
                      <a:cubicBezTo>
                        <a:pt x="515" y="686"/>
                        <a:pt x="515" y="686"/>
                        <a:pt x="515" y="686"/>
                      </a:cubicBezTo>
                      <a:cubicBezTo>
                        <a:pt x="515" y="686"/>
                        <a:pt x="514" y="686"/>
                        <a:pt x="514" y="686"/>
                      </a:cubicBezTo>
                      <a:cubicBezTo>
                        <a:pt x="513" y="686"/>
                        <a:pt x="512" y="686"/>
                        <a:pt x="512" y="686"/>
                      </a:cubicBezTo>
                      <a:cubicBezTo>
                        <a:pt x="509" y="686"/>
                        <a:pt x="506" y="686"/>
                        <a:pt x="503" y="686"/>
                      </a:cubicBezTo>
                      <a:cubicBezTo>
                        <a:pt x="503" y="686"/>
                        <a:pt x="502" y="686"/>
                        <a:pt x="502" y="687"/>
                      </a:cubicBezTo>
                      <a:cubicBezTo>
                        <a:pt x="501" y="687"/>
                        <a:pt x="500" y="686"/>
                        <a:pt x="499" y="687"/>
                      </a:cubicBezTo>
                      <a:cubicBezTo>
                        <a:pt x="499" y="687"/>
                        <a:pt x="499" y="687"/>
                        <a:pt x="498" y="688"/>
                      </a:cubicBezTo>
                      <a:cubicBezTo>
                        <a:pt x="498" y="688"/>
                        <a:pt x="497" y="689"/>
                        <a:pt x="497" y="689"/>
                      </a:cubicBezTo>
                      <a:cubicBezTo>
                        <a:pt x="496" y="690"/>
                        <a:pt x="495" y="690"/>
                        <a:pt x="495" y="691"/>
                      </a:cubicBezTo>
                      <a:cubicBezTo>
                        <a:pt x="494" y="692"/>
                        <a:pt x="495" y="694"/>
                        <a:pt x="494" y="695"/>
                      </a:cubicBezTo>
                      <a:cubicBezTo>
                        <a:pt x="494" y="695"/>
                        <a:pt x="494" y="696"/>
                        <a:pt x="493" y="696"/>
                      </a:cubicBezTo>
                      <a:cubicBezTo>
                        <a:pt x="493" y="696"/>
                        <a:pt x="493" y="696"/>
                        <a:pt x="493" y="696"/>
                      </a:cubicBezTo>
                      <a:cubicBezTo>
                        <a:pt x="492" y="696"/>
                        <a:pt x="491" y="696"/>
                        <a:pt x="491" y="696"/>
                      </a:cubicBezTo>
                      <a:cubicBezTo>
                        <a:pt x="490" y="696"/>
                        <a:pt x="489" y="696"/>
                        <a:pt x="488" y="697"/>
                      </a:cubicBezTo>
                      <a:cubicBezTo>
                        <a:pt x="488" y="697"/>
                        <a:pt x="488" y="698"/>
                        <a:pt x="487" y="699"/>
                      </a:cubicBezTo>
                      <a:cubicBezTo>
                        <a:pt x="487" y="699"/>
                        <a:pt x="486" y="698"/>
                        <a:pt x="486" y="699"/>
                      </a:cubicBezTo>
                      <a:cubicBezTo>
                        <a:pt x="485" y="699"/>
                        <a:pt x="485" y="699"/>
                        <a:pt x="485" y="699"/>
                      </a:cubicBezTo>
                      <a:cubicBezTo>
                        <a:pt x="485" y="700"/>
                        <a:pt x="484" y="701"/>
                        <a:pt x="483" y="701"/>
                      </a:cubicBezTo>
                      <a:cubicBezTo>
                        <a:pt x="483" y="701"/>
                        <a:pt x="482" y="701"/>
                        <a:pt x="482" y="702"/>
                      </a:cubicBezTo>
                      <a:cubicBezTo>
                        <a:pt x="482" y="702"/>
                        <a:pt x="482" y="702"/>
                        <a:pt x="482" y="702"/>
                      </a:cubicBezTo>
                      <a:cubicBezTo>
                        <a:pt x="482" y="703"/>
                        <a:pt x="482" y="703"/>
                        <a:pt x="481" y="704"/>
                      </a:cubicBezTo>
                      <a:cubicBezTo>
                        <a:pt x="480" y="704"/>
                        <a:pt x="480" y="705"/>
                        <a:pt x="480" y="706"/>
                      </a:cubicBezTo>
                      <a:cubicBezTo>
                        <a:pt x="479" y="707"/>
                        <a:pt x="478" y="707"/>
                        <a:pt x="478" y="708"/>
                      </a:cubicBezTo>
                      <a:cubicBezTo>
                        <a:pt x="477" y="709"/>
                        <a:pt x="477" y="710"/>
                        <a:pt x="476" y="711"/>
                      </a:cubicBezTo>
                      <a:cubicBezTo>
                        <a:pt x="476" y="712"/>
                        <a:pt x="475" y="713"/>
                        <a:pt x="474" y="714"/>
                      </a:cubicBezTo>
                      <a:cubicBezTo>
                        <a:pt x="474" y="715"/>
                        <a:pt x="473" y="715"/>
                        <a:pt x="473" y="716"/>
                      </a:cubicBezTo>
                      <a:cubicBezTo>
                        <a:pt x="471" y="717"/>
                        <a:pt x="470" y="719"/>
                        <a:pt x="470" y="720"/>
                      </a:cubicBezTo>
                      <a:cubicBezTo>
                        <a:pt x="471" y="719"/>
                        <a:pt x="472" y="719"/>
                        <a:pt x="473" y="718"/>
                      </a:cubicBezTo>
                      <a:cubicBezTo>
                        <a:pt x="474" y="717"/>
                        <a:pt x="474" y="717"/>
                        <a:pt x="475" y="716"/>
                      </a:cubicBezTo>
                      <a:cubicBezTo>
                        <a:pt x="476" y="715"/>
                        <a:pt x="477" y="713"/>
                        <a:pt x="478" y="712"/>
                      </a:cubicBezTo>
                      <a:cubicBezTo>
                        <a:pt x="479" y="710"/>
                        <a:pt x="480" y="709"/>
                        <a:pt x="481" y="708"/>
                      </a:cubicBezTo>
                      <a:cubicBezTo>
                        <a:pt x="482" y="707"/>
                        <a:pt x="483" y="707"/>
                        <a:pt x="483" y="706"/>
                      </a:cubicBezTo>
                      <a:cubicBezTo>
                        <a:pt x="484" y="706"/>
                        <a:pt x="485" y="705"/>
                        <a:pt x="485" y="705"/>
                      </a:cubicBezTo>
                      <a:cubicBezTo>
                        <a:pt x="488" y="703"/>
                        <a:pt x="492" y="701"/>
                        <a:pt x="495" y="700"/>
                      </a:cubicBezTo>
                      <a:cubicBezTo>
                        <a:pt x="496" y="699"/>
                        <a:pt x="497" y="699"/>
                        <a:pt x="497" y="699"/>
                      </a:cubicBezTo>
                      <a:cubicBezTo>
                        <a:pt x="500" y="698"/>
                        <a:pt x="502" y="697"/>
                        <a:pt x="504" y="697"/>
                      </a:cubicBezTo>
                      <a:cubicBezTo>
                        <a:pt x="505" y="697"/>
                        <a:pt x="506" y="697"/>
                        <a:pt x="507" y="697"/>
                      </a:cubicBezTo>
                      <a:cubicBezTo>
                        <a:pt x="509" y="697"/>
                        <a:pt x="510" y="697"/>
                        <a:pt x="512" y="698"/>
                      </a:cubicBezTo>
                      <a:cubicBezTo>
                        <a:pt x="512" y="698"/>
                        <a:pt x="513" y="699"/>
                        <a:pt x="513" y="699"/>
                      </a:cubicBezTo>
                      <a:cubicBezTo>
                        <a:pt x="514" y="699"/>
                        <a:pt x="514" y="700"/>
                        <a:pt x="514" y="700"/>
                      </a:cubicBezTo>
                      <a:cubicBezTo>
                        <a:pt x="514" y="701"/>
                        <a:pt x="514" y="701"/>
                        <a:pt x="514" y="701"/>
                      </a:cubicBezTo>
                      <a:cubicBezTo>
                        <a:pt x="514" y="701"/>
                        <a:pt x="514" y="701"/>
                        <a:pt x="514" y="701"/>
                      </a:cubicBezTo>
                      <a:cubicBezTo>
                        <a:pt x="514" y="700"/>
                        <a:pt x="513" y="700"/>
                        <a:pt x="512" y="700"/>
                      </a:cubicBezTo>
                      <a:cubicBezTo>
                        <a:pt x="512" y="700"/>
                        <a:pt x="513" y="701"/>
                        <a:pt x="513" y="701"/>
                      </a:cubicBezTo>
                      <a:cubicBezTo>
                        <a:pt x="514" y="701"/>
                        <a:pt x="514" y="702"/>
                        <a:pt x="515" y="703"/>
                      </a:cubicBezTo>
                      <a:cubicBezTo>
                        <a:pt x="514" y="703"/>
                        <a:pt x="514" y="703"/>
                        <a:pt x="514" y="703"/>
                      </a:cubicBezTo>
                      <a:cubicBezTo>
                        <a:pt x="514" y="704"/>
                        <a:pt x="515" y="704"/>
                        <a:pt x="514" y="704"/>
                      </a:cubicBezTo>
                      <a:cubicBezTo>
                        <a:pt x="514" y="704"/>
                        <a:pt x="514" y="705"/>
                        <a:pt x="514" y="705"/>
                      </a:cubicBezTo>
                      <a:cubicBezTo>
                        <a:pt x="514" y="705"/>
                        <a:pt x="513" y="705"/>
                        <a:pt x="513" y="705"/>
                      </a:cubicBezTo>
                      <a:cubicBezTo>
                        <a:pt x="513" y="705"/>
                        <a:pt x="512" y="705"/>
                        <a:pt x="512" y="706"/>
                      </a:cubicBezTo>
                      <a:cubicBezTo>
                        <a:pt x="511" y="706"/>
                        <a:pt x="511" y="707"/>
                        <a:pt x="511" y="707"/>
                      </a:cubicBezTo>
                      <a:cubicBezTo>
                        <a:pt x="510" y="707"/>
                        <a:pt x="510" y="708"/>
                        <a:pt x="509" y="708"/>
                      </a:cubicBezTo>
                      <a:cubicBezTo>
                        <a:pt x="509" y="708"/>
                        <a:pt x="508" y="709"/>
                        <a:pt x="508" y="709"/>
                      </a:cubicBezTo>
                      <a:cubicBezTo>
                        <a:pt x="507" y="709"/>
                        <a:pt x="507" y="709"/>
                        <a:pt x="506" y="709"/>
                      </a:cubicBezTo>
                      <a:cubicBezTo>
                        <a:pt x="506" y="709"/>
                        <a:pt x="506" y="709"/>
                        <a:pt x="506" y="709"/>
                      </a:cubicBezTo>
                      <a:cubicBezTo>
                        <a:pt x="505" y="708"/>
                        <a:pt x="505" y="708"/>
                        <a:pt x="504" y="708"/>
                      </a:cubicBezTo>
                      <a:cubicBezTo>
                        <a:pt x="504" y="708"/>
                        <a:pt x="503" y="708"/>
                        <a:pt x="503" y="707"/>
                      </a:cubicBezTo>
                      <a:cubicBezTo>
                        <a:pt x="503" y="707"/>
                        <a:pt x="503" y="707"/>
                        <a:pt x="503" y="708"/>
                      </a:cubicBezTo>
                      <a:cubicBezTo>
                        <a:pt x="502" y="708"/>
                        <a:pt x="502" y="708"/>
                        <a:pt x="502" y="708"/>
                      </a:cubicBezTo>
                      <a:cubicBezTo>
                        <a:pt x="502" y="708"/>
                        <a:pt x="501" y="708"/>
                        <a:pt x="500" y="708"/>
                      </a:cubicBezTo>
                      <a:cubicBezTo>
                        <a:pt x="500" y="708"/>
                        <a:pt x="500" y="708"/>
                        <a:pt x="500" y="708"/>
                      </a:cubicBezTo>
                      <a:cubicBezTo>
                        <a:pt x="500" y="708"/>
                        <a:pt x="500" y="708"/>
                        <a:pt x="500" y="708"/>
                      </a:cubicBezTo>
                      <a:cubicBezTo>
                        <a:pt x="500" y="708"/>
                        <a:pt x="499" y="708"/>
                        <a:pt x="499" y="708"/>
                      </a:cubicBezTo>
                      <a:cubicBezTo>
                        <a:pt x="499" y="708"/>
                        <a:pt x="500" y="709"/>
                        <a:pt x="500" y="709"/>
                      </a:cubicBezTo>
                      <a:cubicBezTo>
                        <a:pt x="500" y="709"/>
                        <a:pt x="501" y="709"/>
                        <a:pt x="501" y="709"/>
                      </a:cubicBezTo>
                      <a:cubicBezTo>
                        <a:pt x="501" y="709"/>
                        <a:pt x="501" y="710"/>
                        <a:pt x="502" y="710"/>
                      </a:cubicBezTo>
                      <a:cubicBezTo>
                        <a:pt x="502" y="710"/>
                        <a:pt x="503" y="710"/>
                        <a:pt x="504" y="710"/>
                      </a:cubicBezTo>
                      <a:cubicBezTo>
                        <a:pt x="504" y="710"/>
                        <a:pt x="504" y="710"/>
                        <a:pt x="504" y="710"/>
                      </a:cubicBezTo>
                      <a:cubicBezTo>
                        <a:pt x="504" y="710"/>
                        <a:pt x="504" y="711"/>
                        <a:pt x="504" y="711"/>
                      </a:cubicBezTo>
                      <a:cubicBezTo>
                        <a:pt x="504" y="711"/>
                        <a:pt x="505" y="712"/>
                        <a:pt x="505" y="712"/>
                      </a:cubicBezTo>
                      <a:cubicBezTo>
                        <a:pt x="505" y="712"/>
                        <a:pt x="505" y="712"/>
                        <a:pt x="505" y="712"/>
                      </a:cubicBezTo>
                      <a:cubicBezTo>
                        <a:pt x="505" y="713"/>
                        <a:pt x="505" y="713"/>
                        <a:pt x="505" y="713"/>
                      </a:cubicBezTo>
                      <a:cubicBezTo>
                        <a:pt x="506" y="712"/>
                        <a:pt x="507" y="712"/>
                        <a:pt x="507" y="712"/>
                      </a:cubicBezTo>
                      <a:cubicBezTo>
                        <a:pt x="508" y="711"/>
                        <a:pt x="508" y="711"/>
                        <a:pt x="509" y="711"/>
                      </a:cubicBezTo>
                      <a:cubicBezTo>
                        <a:pt x="509" y="711"/>
                        <a:pt x="509" y="711"/>
                        <a:pt x="509" y="711"/>
                      </a:cubicBezTo>
                      <a:cubicBezTo>
                        <a:pt x="509" y="711"/>
                        <a:pt x="509" y="711"/>
                        <a:pt x="509" y="711"/>
                      </a:cubicBezTo>
                      <a:cubicBezTo>
                        <a:pt x="509" y="711"/>
                        <a:pt x="509" y="711"/>
                        <a:pt x="509" y="712"/>
                      </a:cubicBezTo>
                      <a:cubicBezTo>
                        <a:pt x="509" y="712"/>
                        <a:pt x="510" y="712"/>
                        <a:pt x="510" y="711"/>
                      </a:cubicBezTo>
                      <a:cubicBezTo>
                        <a:pt x="510" y="711"/>
                        <a:pt x="510" y="711"/>
                        <a:pt x="510" y="711"/>
                      </a:cubicBezTo>
                      <a:cubicBezTo>
                        <a:pt x="511" y="711"/>
                        <a:pt x="511" y="711"/>
                        <a:pt x="511" y="711"/>
                      </a:cubicBezTo>
                      <a:cubicBezTo>
                        <a:pt x="511" y="711"/>
                        <a:pt x="511" y="712"/>
                        <a:pt x="511" y="712"/>
                      </a:cubicBezTo>
                      <a:cubicBezTo>
                        <a:pt x="511" y="712"/>
                        <a:pt x="511" y="712"/>
                        <a:pt x="511" y="712"/>
                      </a:cubicBezTo>
                      <a:cubicBezTo>
                        <a:pt x="511" y="712"/>
                        <a:pt x="512" y="712"/>
                        <a:pt x="512" y="712"/>
                      </a:cubicBezTo>
                      <a:cubicBezTo>
                        <a:pt x="512" y="712"/>
                        <a:pt x="512" y="711"/>
                        <a:pt x="512" y="711"/>
                      </a:cubicBezTo>
                      <a:cubicBezTo>
                        <a:pt x="512" y="711"/>
                        <a:pt x="512" y="711"/>
                        <a:pt x="511" y="711"/>
                      </a:cubicBezTo>
                      <a:cubicBezTo>
                        <a:pt x="512" y="711"/>
                        <a:pt x="512" y="711"/>
                        <a:pt x="512" y="711"/>
                      </a:cubicBezTo>
                      <a:cubicBezTo>
                        <a:pt x="512" y="711"/>
                        <a:pt x="512" y="711"/>
                        <a:pt x="512" y="711"/>
                      </a:cubicBezTo>
                      <a:cubicBezTo>
                        <a:pt x="512" y="711"/>
                        <a:pt x="512" y="711"/>
                        <a:pt x="512" y="711"/>
                      </a:cubicBezTo>
                      <a:cubicBezTo>
                        <a:pt x="512" y="711"/>
                        <a:pt x="512" y="712"/>
                        <a:pt x="511" y="712"/>
                      </a:cubicBezTo>
                      <a:cubicBezTo>
                        <a:pt x="511" y="712"/>
                        <a:pt x="511" y="713"/>
                        <a:pt x="510" y="713"/>
                      </a:cubicBezTo>
                      <a:cubicBezTo>
                        <a:pt x="510" y="713"/>
                        <a:pt x="510" y="714"/>
                        <a:pt x="510" y="715"/>
                      </a:cubicBezTo>
                      <a:cubicBezTo>
                        <a:pt x="510" y="715"/>
                        <a:pt x="510" y="716"/>
                        <a:pt x="509" y="716"/>
                      </a:cubicBezTo>
                      <a:cubicBezTo>
                        <a:pt x="509" y="717"/>
                        <a:pt x="508" y="718"/>
                        <a:pt x="508" y="718"/>
                      </a:cubicBezTo>
                      <a:cubicBezTo>
                        <a:pt x="507" y="718"/>
                        <a:pt x="507" y="718"/>
                        <a:pt x="507" y="719"/>
                      </a:cubicBezTo>
                      <a:cubicBezTo>
                        <a:pt x="507" y="718"/>
                        <a:pt x="507" y="718"/>
                        <a:pt x="508" y="718"/>
                      </a:cubicBezTo>
                      <a:cubicBezTo>
                        <a:pt x="508" y="718"/>
                        <a:pt x="508" y="718"/>
                        <a:pt x="508" y="718"/>
                      </a:cubicBezTo>
                      <a:cubicBezTo>
                        <a:pt x="508" y="718"/>
                        <a:pt x="508" y="718"/>
                        <a:pt x="508" y="719"/>
                      </a:cubicBezTo>
                      <a:cubicBezTo>
                        <a:pt x="508" y="719"/>
                        <a:pt x="508" y="719"/>
                        <a:pt x="509" y="718"/>
                      </a:cubicBezTo>
                      <a:cubicBezTo>
                        <a:pt x="509" y="718"/>
                        <a:pt x="510" y="718"/>
                        <a:pt x="510" y="718"/>
                      </a:cubicBezTo>
                      <a:cubicBezTo>
                        <a:pt x="510" y="718"/>
                        <a:pt x="511" y="718"/>
                        <a:pt x="511" y="719"/>
                      </a:cubicBezTo>
                      <a:cubicBezTo>
                        <a:pt x="511" y="719"/>
                        <a:pt x="510" y="719"/>
                        <a:pt x="510" y="719"/>
                      </a:cubicBezTo>
                      <a:cubicBezTo>
                        <a:pt x="510" y="719"/>
                        <a:pt x="511" y="719"/>
                        <a:pt x="511" y="719"/>
                      </a:cubicBezTo>
                      <a:cubicBezTo>
                        <a:pt x="511" y="719"/>
                        <a:pt x="511" y="719"/>
                        <a:pt x="511" y="720"/>
                      </a:cubicBezTo>
                      <a:cubicBezTo>
                        <a:pt x="510" y="720"/>
                        <a:pt x="510" y="720"/>
                        <a:pt x="510" y="720"/>
                      </a:cubicBezTo>
                      <a:cubicBezTo>
                        <a:pt x="510" y="720"/>
                        <a:pt x="510" y="721"/>
                        <a:pt x="510" y="721"/>
                      </a:cubicBezTo>
                      <a:cubicBezTo>
                        <a:pt x="510" y="721"/>
                        <a:pt x="510" y="721"/>
                        <a:pt x="510" y="721"/>
                      </a:cubicBezTo>
                      <a:cubicBezTo>
                        <a:pt x="510" y="722"/>
                        <a:pt x="510" y="722"/>
                        <a:pt x="510" y="722"/>
                      </a:cubicBezTo>
                      <a:cubicBezTo>
                        <a:pt x="510" y="722"/>
                        <a:pt x="510" y="722"/>
                        <a:pt x="511" y="722"/>
                      </a:cubicBezTo>
                      <a:cubicBezTo>
                        <a:pt x="511" y="722"/>
                        <a:pt x="511" y="722"/>
                        <a:pt x="511" y="722"/>
                      </a:cubicBezTo>
                      <a:cubicBezTo>
                        <a:pt x="511" y="722"/>
                        <a:pt x="511" y="722"/>
                        <a:pt x="511" y="723"/>
                      </a:cubicBezTo>
                      <a:cubicBezTo>
                        <a:pt x="511" y="723"/>
                        <a:pt x="511" y="724"/>
                        <a:pt x="511" y="724"/>
                      </a:cubicBezTo>
                      <a:cubicBezTo>
                        <a:pt x="512" y="724"/>
                        <a:pt x="512" y="725"/>
                        <a:pt x="512" y="725"/>
                      </a:cubicBezTo>
                      <a:cubicBezTo>
                        <a:pt x="512" y="725"/>
                        <a:pt x="512" y="725"/>
                        <a:pt x="512" y="725"/>
                      </a:cubicBezTo>
                      <a:cubicBezTo>
                        <a:pt x="512" y="726"/>
                        <a:pt x="512" y="726"/>
                        <a:pt x="513" y="726"/>
                      </a:cubicBezTo>
                      <a:cubicBezTo>
                        <a:pt x="513" y="726"/>
                        <a:pt x="512" y="726"/>
                        <a:pt x="513" y="726"/>
                      </a:cubicBezTo>
                      <a:cubicBezTo>
                        <a:pt x="513" y="726"/>
                        <a:pt x="513" y="726"/>
                        <a:pt x="513" y="726"/>
                      </a:cubicBezTo>
                      <a:cubicBezTo>
                        <a:pt x="514" y="726"/>
                        <a:pt x="514" y="726"/>
                        <a:pt x="515" y="727"/>
                      </a:cubicBezTo>
                      <a:cubicBezTo>
                        <a:pt x="515" y="727"/>
                        <a:pt x="516" y="727"/>
                        <a:pt x="516" y="727"/>
                      </a:cubicBezTo>
                      <a:cubicBezTo>
                        <a:pt x="517" y="727"/>
                        <a:pt x="517" y="727"/>
                        <a:pt x="517" y="728"/>
                      </a:cubicBezTo>
                      <a:cubicBezTo>
                        <a:pt x="517" y="728"/>
                        <a:pt x="517" y="728"/>
                        <a:pt x="517" y="728"/>
                      </a:cubicBezTo>
                      <a:cubicBezTo>
                        <a:pt x="517" y="728"/>
                        <a:pt x="517" y="728"/>
                        <a:pt x="517" y="728"/>
                      </a:cubicBezTo>
                      <a:cubicBezTo>
                        <a:pt x="517" y="728"/>
                        <a:pt x="517" y="728"/>
                        <a:pt x="516" y="728"/>
                      </a:cubicBezTo>
                      <a:cubicBezTo>
                        <a:pt x="516" y="728"/>
                        <a:pt x="516" y="728"/>
                        <a:pt x="516" y="728"/>
                      </a:cubicBezTo>
                      <a:cubicBezTo>
                        <a:pt x="516" y="728"/>
                        <a:pt x="516" y="729"/>
                        <a:pt x="516" y="729"/>
                      </a:cubicBezTo>
                      <a:cubicBezTo>
                        <a:pt x="516" y="729"/>
                        <a:pt x="516" y="729"/>
                        <a:pt x="517" y="729"/>
                      </a:cubicBezTo>
                      <a:cubicBezTo>
                        <a:pt x="517" y="729"/>
                        <a:pt x="517" y="729"/>
                        <a:pt x="517" y="730"/>
                      </a:cubicBezTo>
                      <a:cubicBezTo>
                        <a:pt x="517" y="730"/>
                        <a:pt x="517" y="730"/>
                        <a:pt x="518" y="730"/>
                      </a:cubicBezTo>
                      <a:cubicBezTo>
                        <a:pt x="518" y="730"/>
                        <a:pt x="518" y="730"/>
                        <a:pt x="519" y="730"/>
                      </a:cubicBezTo>
                      <a:cubicBezTo>
                        <a:pt x="519" y="730"/>
                        <a:pt x="520" y="731"/>
                        <a:pt x="521" y="731"/>
                      </a:cubicBezTo>
                      <a:cubicBezTo>
                        <a:pt x="521" y="731"/>
                        <a:pt x="521" y="731"/>
                        <a:pt x="521" y="731"/>
                      </a:cubicBezTo>
                      <a:cubicBezTo>
                        <a:pt x="521" y="731"/>
                        <a:pt x="521" y="731"/>
                        <a:pt x="521" y="731"/>
                      </a:cubicBezTo>
                      <a:cubicBezTo>
                        <a:pt x="521" y="731"/>
                        <a:pt x="521" y="731"/>
                        <a:pt x="521" y="731"/>
                      </a:cubicBezTo>
                      <a:cubicBezTo>
                        <a:pt x="520" y="731"/>
                        <a:pt x="520" y="731"/>
                        <a:pt x="520" y="732"/>
                      </a:cubicBezTo>
                      <a:cubicBezTo>
                        <a:pt x="521" y="732"/>
                        <a:pt x="521" y="732"/>
                        <a:pt x="521" y="732"/>
                      </a:cubicBezTo>
                      <a:cubicBezTo>
                        <a:pt x="522" y="731"/>
                        <a:pt x="522" y="731"/>
                        <a:pt x="522" y="731"/>
                      </a:cubicBezTo>
                      <a:cubicBezTo>
                        <a:pt x="523" y="731"/>
                        <a:pt x="523" y="731"/>
                        <a:pt x="523" y="731"/>
                      </a:cubicBezTo>
                      <a:cubicBezTo>
                        <a:pt x="523" y="731"/>
                        <a:pt x="523" y="731"/>
                        <a:pt x="523" y="731"/>
                      </a:cubicBezTo>
                      <a:cubicBezTo>
                        <a:pt x="524" y="731"/>
                        <a:pt x="524" y="731"/>
                        <a:pt x="524" y="731"/>
                      </a:cubicBezTo>
                      <a:cubicBezTo>
                        <a:pt x="524" y="731"/>
                        <a:pt x="524" y="731"/>
                        <a:pt x="524" y="731"/>
                      </a:cubicBezTo>
                      <a:cubicBezTo>
                        <a:pt x="525" y="731"/>
                        <a:pt x="525" y="732"/>
                        <a:pt x="526" y="732"/>
                      </a:cubicBezTo>
                      <a:cubicBezTo>
                        <a:pt x="526" y="732"/>
                        <a:pt x="526" y="732"/>
                        <a:pt x="526" y="732"/>
                      </a:cubicBezTo>
                      <a:cubicBezTo>
                        <a:pt x="526" y="732"/>
                        <a:pt x="527" y="732"/>
                        <a:pt x="527" y="732"/>
                      </a:cubicBezTo>
                      <a:cubicBezTo>
                        <a:pt x="528" y="732"/>
                        <a:pt x="529" y="731"/>
                        <a:pt x="530" y="730"/>
                      </a:cubicBezTo>
                      <a:cubicBezTo>
                        <a:pt x="530" y="730"/>
                        <a:pt x="530" y="731"/>
                        <a:pt x="530" y="731"/>
                      </a:cubicBezTo>
                      <a:cubicBezTo>
                        <a:pt x="530" y="731"/>
                        <a:pt x="530" y="731"/>
                        <a:pt x="530" y="732"/>
                      </a:cubicBezTo>
                      <a:cubicBezTo>
                        <a:pt x="530" y="732"/>
                        <a:pt x="530" y="732"/>
                        <a:pt x="530" y="732"/>
                      </a:cubicBezTo>
                      <a:cubicBezTo>
                        <a:pt x="530" y="732"/>
                        <a:pt x="531" y="732"/>
                        <a:pt x="531" y="732"/>
                      </a:cubicBezTo>
                      <a:cubicBezTo>
                        <a:pt x="531" y="732"/>
                        <a:pt x="531" y="732"/>
                        <a:pt x="532" y="732"/>
                      </a:cubicBezTo>
                      <a:cubicBezTo>
                        <a:pt x="532" y="732"/>
                        <a:pt x="532" y="732"/>
                        <a:pt x="532" y="732"/>
                      </a:cubicBezTo>
                      <a:cubicBezTo>
                        <a:pt x="532" y="732"/>
                        <a:pt x="533" y="732"/>
                        <a:pt x="533" y="732"/>
                      </a:cubicBezTo>
                      <a:cubicBezTo>
                        <a:pt x="533" y="731"/>
                        <a:pt x="533" y="731"/>
                        <a:pt x="533" y="731"/>
                      </a:cubicBezTo>
                      <a:cubicBezTo>
                        <a:pt x="533" y="730"/>
                        <a:pt x="533" y="730"/>
                        <a:pt x="533" y="729"/>
                      </a:cubicBezTo>
                      <a:cubicBezTo>
                        <a:pt x="533" y="729"/>
                        <a:pt x="533" y="729"/>
                        <a:pt x="533" y="729"/>
                      </a:cubicBezTo>
                      <a:cubicBezTo>
                        <a:pt x="533" y="728"/>
                        <a:pt x="533" y="728"/>
                        <a:pt x="533" y="728"/>
                      </a:cubicBezTo>
                      <a:cubicBezTo>
                        <a:pt x="533" y="728"/>
                        <a:pt x="533" y="727"/>
                        <a:pt x="533" y="727"/>
                      </a:cubicBezTo>
                      <a:cubicBezTo>
                        <a:pt x="533" y="727"/>
                        <a:pt x="534" y="727"/>
                        <a:pt x="534" y="726"/>
                      </a:cubicBezTo>
                      <a:cubicBezTo>
                        <a:pt x="535" y="726"/>
                        <a:pt x="535" y="725"/>
                        <a:pt x="536" y="724"/>
                      </a:cubicBezTo>
                      <a:cubicBezTo>
                        <a:pt x="536" y="724"/>
                        <a:pt x="536" y="723"/>
                        <a:pt x="536" y="722"/>
                      </a:cubicBezTo>
                      <a:cubicBezTo>
                        <a:pt x="537" y="722"/>
                        <a:pt x="537" y="721"/>
                        <a:pt x="537" y="721"/>
                      </a:cubicBezTo>
                      <a:cubicBezTo>
                        <a:pt x="538" y="721"/>
                        <a:pt x="538" y="720"/>
                        <a:pt x="538" y="720"/>
                      </a:cubicBezTo>
                      <a:cubicBezTo>
                        <a:pt x="538" y="719"/>
                        <a:pt x="539" y="719"/>
                        <a:pt x="539" y="719"/>
                      </a:cubicBezTo>
                      <a:cubicBezTo>
                        <a:pt x="539" y="719"/>
                        <a:pt x="539" y="719"/>
                        <a:pt x="539" y="719"/>
                      </a:cubicBezTo>
                      <a:cubicBezTo>
                        <a:pt x="539" y="719"/>
                        <a:pt x="539" y="719"/>
                        <a:pt x="540" y="719"/>
                      </a:cubicBezTo>
                      <a:cubicBezTo>
                        <a:pt x="540" y="719"/>
                        <a:pt x="540" y="719"/>
                        <a:pt x="540" y="719"/>
                      </a:cubicBezTo>
                      <a:cubicBezTo>
                        <a:pt x="540" y="719"/>
                        <a:pt x="540" y="719"/>
                        <a:pt x="540" y="720"/>
                      </a:cubicBezTo>
                      <a:cubicBezTo>
                        <a:pt x="540" y="720"/>
                        <a:pt x="540" y="720"/>
                        <a:pt x="540" y="720"/>
                      </a:cubicBezTo>
                      <a:cubicBezTo>
                        <a:pt x="540" y="720"/>
                        <a:pt x="540" y="720"/>
                        <a:pt x="541" y="720"/>
                      </a:cubicBezTo>
                      <a:cubicBezTo>
                        <a:pt x="541" y="721"/>
                        <a:pt x="541" y="721"/>
                        <a:pt x="541" y="722"/>
                      </a:cubicBezTo>
                      <a:cubicBezTo>
                        <a:pt x="541" y="722"/>
                        <a:pt x="540" y="722"/>
                        <a:pt x="540" y="722"/>
                      </a:cubicBezTo>
                      <a:cubicBezTo>
                        <a:pt x="540" y="723"/>
                        <a:pt x="540" y="723"/>
                        <a:pt x="540" y="723"/>
                      </a:cubicBezTo>
                      <a:cubicBezTo>
                        <a:pt x="540" y="723"/>
                        <a:pt x="540" y="724"/>
                        <a:pt x="540" y="724"/>
                      </a:cubicBezTo>
                      <a:cubicBezTo>
                        <a:pt x="540" y="724"/>
                        <a:pt x="540" y="724"/>
                        <a:pt x="540" y="725"/>
                      </a:cubicBezTo>
                      <a:cubicBezTo>
                        <a:pt x="540" y="725"/>
                        <a:pt x="540" y="725"/>
                        <a:pt x="539" y="725"/>
                      </a:cubicBezTo>
                      <a:cubicBezTo>
                        <a:pt x="539" y="725"/>
                        <a:pt x="539" y="726"/>
                        <a:pt x="539" y="726"/>
                      </a:cubicBezTo>
                      <a:cubicBezTo>
                        <a:pt x="539" y="726"/>
                        <a:pt x="539" y="726"/>
                        <a:pt x="539" y="726"/>
                      </a:cubicBezTo>
                      <a:cubicBezTo>
                        <a:pt x="539" y="726"/>
                        <a:pt x="539" y="726"/>
                        <a:pt x="540" y="726"/>
                      </a:cubicBezTo>
                      <a:cubicBezTo>
                        <a:pt x="540" y="726"/>
                        <a:pt x="540" y="726"/>
                        <a:pt x="540" y="726"/>
                      </a:cubicBezTo>
                      <a:cubicBezTo>
                        <a:pt x="540" y="726"/>
                        <a:pt x="540" y="726"/>
                        <a:pt x="540" y="726"/>
                      </a:cubicBezTo>
                      <a:cubicBezTo>
                        <a:pt x="540" y="726"/>
                        <a:pt x="540" y="726"/>
                        <a:pt x="541" y="726"/>
                      </a:cubicBezTo>
                      <a:cubicBezTo>
                        <a:pt x="541" y="726"/>
                        <a:pt x="541" y="726"/>
                        <a:pt x="541" y="726"/>
                      </a:cubicBezTo>
                      <a:cubicBezTo>
                        <a:pt x="541" y="726"/>
                        <a:pt x="541" y="726"/>
                        <a:pt x="541" y="726"/>
                      </a:cubicBezTo>
                      <a:cubicBezTo>
                        <a:pt x="541" y="726"/>
                        <a:pt x="541" y="726"/>
                        <a:pt x="541" y="726"/>
                      </a:cubicBezTo>
                      <a:cubicBezTo>
                        <a:pt x="541" y="726"/>
                        <a:pt x="541" y="726"/>
                        <a:pt x="541" y="727"/>
                      </a:cubicBezTo>
                      <a:cubicBezTo>
                        <a:pt x="541" y="727"/>
                        <a:pt x="541" y="727"/>
                        <a:pt x="542" y="727"/>
                      </a:cubicBezTo>
                      <a:cubicBezTo>
                        <a:pt x="542" y="727"/>
                        <a:pt x="542" y="727"/>
                        <a:pt x="542" y="727"/>
                      </a:cubicBezTo>
                      <a:cubicBezTo>
                        <a:pt x="542" y="727"/>
                        <a:pt x="543" y="726"/>
                        <a:pt x="543" y="726"/>
                      </a:cubicBezTo>
                      <a:cubicBezTo>
                        <a:pt x="543" y="726"/>
                        <a:pt x="543" y="727"/>
                        <a:pt x="543" y="727"/>
                      </a:cubicBezTo>
                      <a:cubicBezTo>
                        <a:pt x="544" y="727"/>
                        <a:pt x="544" y="727"/>
                        <a:pt x="544" y="728"/>
                      </a:cubicBezTo>
                      <a:cubicBezTo>
                        <a:pt x="544" y="728"/>
                        <a:pt x="544" y="728"/>
                        <a:pt x="544" y="728"/>
                      </a:cubicBezTo>
                      <a:cubicBezTo>
                        <a:pt x="544" y="728"/>
                        <a:pt x="544" y="728"/>
                        <a:pt x="544" y="728"/>
                      </a:cubicBezTo>
                      <a:cubicBezTo>
                        <a:pt x="544" y="728"/>
                        <a:pt x="543" y="729"/>
                        <a:pt x="543" y="729"/>
                      </a:cubicBezTo>
                      <a:cubicBezTo>
                        <a:pt x="543" y="729"/>
                        <a:pt x="543" y="729"/>
                        <a:pt x="544" y="729"/>
                      </a:cubicBezTo>
                      <a:cubicBezTo>
                        <a:pt x="544" y="729"/>
                        <a:pt x="544" y="729"/>
                        <a:pt x="544" y="729"/>
                      </a:cubicBezTo>
                      <a:cubicBezTo>
                        <a:pt x="544" y="729"/>
                        <a:pt x="544" y="729"/>
                        <a:pt x="544" y="729"/>
                      </a:cubicBezTo>
                      <a:cubicBezTo>
                        <a:pt x="544" y="729"/>
                        <a:pt x="544" y="730"/>
                        <a:pt x="544" y="730"/>
                      </a:cubicBezTo>
                      <a:cubicBezTo>
                        <a:pt x="543" y="730"/>
                        <a:pt x="543" y="730"/>
                        <a:pt x="543" y="730"/>
                      </a:cubicBezTo>
                      <a:cubicBezTo>
                        <a:pt x="543" y="730"/>
                        <a:pt x="542" y="730"/>
                        <a:pt x="542" y="730"/>
                      </a:cubicBezTo>
                      <a:cubicBezTo>
                        <a:pt x="542" y="730"/>
                        <a:pt x="542" y="730"/>
                        <a:pt x="542" y="730"/>
                      </a:cubicBezTo>
                      <a:cubicBezTo>
                        <a:pt x="542" y="730"/>
                        <a:pt x="542" y="731"/>
                        <a:pt x="542" y="731"/>
                      </a:cubicBezTo>
                      <a:cubicBezTo>
                        <a:pt x="542" y="731"/>
                        <a:pt x="541" y="731"/>
                        <a:pt x="541" y="732"/>
                      </a:cubicBezTo>
                      <a:cubicBezTo>
                        <a:pt x="541" y="732"/>
                        <a:pt x="540" y="732"/>
                        <a:pt x="539" y="733"/>
                      </a:cubicBezTo>
                      <a:cubicBezTo>
                        <a:pt x="539" y="733"/>
                        <a:pt x="539" y="733"/>
                        <a:pt x="539" y="733"/>
                      </a:cubicBezTo>
                      <a:cubicBezTo>
                        <a:pt x="539" y="733"/>
                        <a:pt x="538" y="733"/>
                        <a:pt x="538" y="733"/>
                      </a:cubicBezTo>
                      <a:cubicBezTo>
                        <a:pt x="538" y="733"/>
                        <a:pt x="538" y="733"/>
                        <a:pt x="538" y="733"/>
                      </a:cubicBezTo>
                      <a:cubicBezTo>
                        <a:pt x="538" y="733"/>
                        <a:pt x="538" y="733"/>
                        <a:pt x="538" y="733"/>
                      </a:cubicBezTo>
                      <a:cubicBezTo>
                        <a:pt x="537" y="733"/>
                        <a:pt x="537" y="733"/>
                        <a:pt x="537" y="733"/>
                      </a:cubicBezTo>
                      <a:cubicBezTo>
                        <a:pt x="537" y="733"/>
                        <a:pt x="537" y="733"/>
                        <a:pt x="537" y="733"/>
                      </a:cubicBezTo>
                      <a:cubicBezTo>
                        <a:pt x="537" y="732"/>
                        <a:pt x="537" y="732"/>
                        <a:pt x="536" y="732"/>
                      </a:cubicBezTo>
                      <a:cubicBezTo>
                        <a:pt x="536" y="733"/>
                        <a:pt x="536" y="733"/>
                        <a:pt x="535" y="733"/>
                      </a:cubicBezTo>
                      <a:cubicBezTo>
                        <a:pt x="535" y="733"/>
                        <a:pt x="535" y="733"/>
                        <a:pt x="535" y="733"/>
                      </a:cubicBezTo>
                      <a:cubicBezTo>
                        <a:pt x="535" y="733"/>
                        <a:pt x="535" y="733"/>
                        <a:pt x="535" y="733"/>
                      </a:cubicBezTo>
                      <a:cubicBezTo>
                        <a:pt x="535" y="733"/>
                        <a:pt x="534" y="733"/>
                        <a:pt x="534" y="733"/>
                      </a:cubicBezTo>
                      <a:cubicBezTo>
                        <a:pt x="534" y="733"/>
                        <a:pt x="534" y="733"/>
                        <a:pt x="534" y="733"/>
                      </a:cubicBezTo>
                      <a:cubicBezTo>
                        <a:pt x="534" y="733"/>
                        <a:pt x="534" y="733"/>
                        <a:pt x="534" y="734"/>
                      </a:cubicBezTo>
                      <a:cubicBezTo>
                        <a:pt x="534" y="734"/>
                        <a:pt x="534" y="734"/>
                        <a:pt x="534" y="734"/>
                      </a:cubicBezTo>
                      <a:cubicBezTo>
                        <a:pt x="534" y="734"/>
                        <a:pt x="534" y="735"/>
                        <a:pt x="533" y="735"/>
                      </a:cubicBezTo>
                      <a:cubicBezTo>
                        <a:pt x="533" y="735"/>
                        <a:pt x="533" y="735"/>
                        <a:pt x="533" y="735"/>
                      </a:cubicBezTo>
                      <a:cubicBezTo>
                        <a:pt x="533" y="735"/>
                        <a:pt x="533" y="735"/>
                        <a:pt x="533" y="735"/>
                      </a:cubicBezTo>
                      <a:cubicBezTo>
                        <a:pt x="534" y="735"/>
                        <a:pt x="535" y="735"/>
                        <a:pt x="535" y="735"/>
                      </a:cubicBezTo>
                      <a:cubicBezTo>
                        <a:pt x="536" y="735"/>
                        <a:pt x="536" y="735"/>
                        <a:pt x="536" y="735"/>
                      </a:cubicBezTo>
                      <a:cubicBezTo>
                        <a:pt x="536" y="735"/>
                        <a:pt x="536" y="736"/>
                        <a:pt x="536" y="736"/>
                      </a:cubicBezTo>
                      <a:cubicBezTo>
                        <a:pt x="536" y="736"/>
                        <a:pt x="536" y="736"/>
                        <a:pt x="536" y="736"/>
                      </a:cubicBezTo>
                      <a:cubicBezTo>
                        <a:pt x="536" y="736"/>
                        <a:pt x="536" y="736"/>
                        <a:pt x="536" y="736"/>
                      </a:cubicBezTo>
                      <a:cubicBezTo>
                        <a:pt x="536" y="736"/>
                        <a:pt x="536" y="736"/>
                        <a:pt x="536" y="736"/>
                      </a:cubicBezTo>
                      <a:cubicBezTo>
                        <a:pt x="536" y="736"/>
                        <a:pt x="535" y="736"/>
                        <a:pt x="535" y="736"/>
                      </a:cubicBezTo>
                      <a:cubicBezTo>
                        <a:pt x="535" y="736"/>
                        <a:pt x="535" y="736"/>
                        <a:pt x="535" y="736"/>
                      </a:cubicBezTo>
                      <a:cubicBezTo>
                        <a:pt x="535" y="736"/>
                        <a:pt x="534" y="736"/>
                        <a:pt x="534" y="736"/>
                      </a:cubicBezTo>
                      <a:cubicBezTo>
                        <a:pt x="534" y="736"/>
                        <a:pt x="534" y="736"/>
                        <a:pt x="534" y="737"/>
                      </a:cubicBezTo>
                      <a:cubicBezTo>
                        <a:pt x="534" y="737"/>
                        <a:pt x="534" y="737"/>
                        <a:pt x="534" y="737"/>
                      </a:cubicBezTo>
                      <a:cubicBezTo>
                        <a:pt x="534" y="737"/>
                        <a:pt x="533" y="737"/>
                        <a:pt x="533" y="737"/>
                      </a:cubicBezTo>
                      <a:cubicBezTo>
                        <a:pt x="533" y="737"/>
                        <a:pt x="532" y="737"/>
                        <a:pt x="532" y="737"/>
                      </a:cubicBezTo>
                      <a:cubicBezTo>
                        <a:pt x="531" y="737"/>
                        <a:pt x="532" y="737"/>
                        <a:pt x="532" y="737"/>
                      </a:cubicBezTo>
                      <a:cubicBezTo>
                        <a:pt x="532" y="737"/>
                        <a:pt x="532" y="737"/>
                        <a:pt x="532" y="737"/>
                      </a:cubicBezTo>
                      <a:cubicBezTo>
                        <a:pt x="531" y="737"/>
                        <a:pt x="531" y="737"/>
                        <a:pt x="531" y="737"/>
                      </a:cubicBezTo>
                      <a:cubicBezTo>
                        <a:pt x="531" y="737"/>
                        <a:pt x="530" y="738"/>
                        <a:pt x="530" y="738"/>
                      </a:cubicBezTo>
                      <a:cubicBezTo>
                        <a:pt x="530" y="738"/>
                        <a:pt x="530" y="738"/>
                        <a:pt x="530" y="738"/>
                      </a:cubicBezTo>
                      <a:cubicBezTo>
                        <a:pt x="530" y="738"/>
                        <a:pt x="530" y="738"/>
                        <a:pt x="530" y="739"/>
                      </a:cubicBezTo>
                      <a:cubicBezTo>
                        <a:pt x="529" y="739"/>
                        <a:pt x="529" y="739"/>
                        <a:pt x="529" y="739"/>
                      </a:cubicBezTo>
                      <a:cubicBezTo>
                        <a:pt x="529" y="739"/>
                        <a:pt x="528" y="739"/>
                        <a:pt x="528" y="739"/>
                      </a:cubicBezTo>
                      <a:cubicBezTo>
                        <a:pt x="527" y="739"/>
                        <a:pt x="526" y="740"/>
                        <a:pt x="525" y="740"/>
                      </a:cubicBezTo>
                      <a:cubicBezTo>
                        <a:pt x="525" y="740"/>
                        <a:pt x="525" y="740"/>
                        <a:pt x="524" y="740"/>
                      </a:cubicBezTo>
                      <a:cubicBezTo>
                        <a:pt x="524" y="741"/>
                        <a:pt x="524" y="741"/>
                        <a:pt x="524" y="741"/>
                      </a:cubicBezTo>
                      <a:cubicBezTo>
                        <a:pt x="523" y="741"/>
                        <a:pt x="523" y="741"/>
                        <a:pt x="523" y="741"/>
                      </a:cubicBezTo>
                      <a:cubicBezTo>
                        <a:pt x="523" y="741"/>
                        <a:pt x="522" y="741"/>
                        <a:pt x="522" y="741"/>
                      </a:cubicBezTo>
                      <a:cubicBezTo>
                        <a:pt x="522" y="741"/>
                        <a:pt x="522" y="741"/>
                        <a:pt x="522" y="741"/>
                      </a:cubicBezTo>
                      <a:cubicBezTo>
                        <a:pt x="522" y="741"/>
                        <a:pt x="522" y="741"/>
                        <a:pt x="521" y="741"/>
                      </a:cubicBezTo>
                      <a:cubicBezTo>
                        <a:pt x="521" y="741"/>
                        <a:pt x="521" y="741"/>
                        <a:pt x="521" y="741"/>
                      </a:cubicBezTo>
                      <a:cubicBezTo>
                        <a:pt x="521" y="741"/>
                        <a:pt x="520" y="741"/>
                        <a:pt x="520" y="741"/>
                      </a:cubicBezTo>
                      <a:cubicBezTo>
                        <a:pt x="520" y="741"/>
                        <a:pt x="520" y="741"/>
                        <a:pt x="520" y="741"/>
                      </a:cubicBezTo>
                      <a:cubicBezTo>
                        <a:pt x="520" y="741"/>
                        <a:pt x="520" y="741"/>
                        <a:pt x="521" y="742"/>
                      </a:cubicBezTo>
                      <a:cubicBezTo>
                        <a:pt x="520" y="742"/>
                        <a:pt x="520" y="742"/>
                        <a:pt x="519" y="742"/>
                      </a:cubicBezTo>
                      <a:cubicBezTo>
                        <a:pt x="519" y="742"/>
                        <a:pt x="519" y="742"/>
                        <a:pt x="519" y="743"/>
                      </a:cubicBezTo>
                      <a:cubicBezTo>
                        <a:pt x="519" y="743"/>
                        <a:pt x="519" y="743"/>
                        <a:pt x="519" y="743"/>
                      </a:cubicBezTo>
                      <a:cubicBezTo>
                        <a:pt x="519" y="743"/>
                        <a:pt x="519" y="743"/>
                        <a:pt x="519" y="743"/>
                      </a:cubicBezTo>
                      <a:cubicBezTo>
                        <a:pt x="519" y="744"/>
                        <a:pt x="519" y="744"/>
                        <a:pt x="518" y="744"/>
                      </a:cubicBezTo>
                      <a:cubicBezTo>
                        <a:pt x="518" y="743"/>
                        <a:pt x="518" y="743"/>
                        <a:pt x="518" y="743"/>
                      </a:cubicBezTo>
                      <a:cubicBezTo>
                        <a:pt x="518" y="744"/>
                        <a:pt x="518" y="744"/>
                        <a:pt x="518" y="744"/>
                      </a:cubicBezTo>
                      <a:cubicBezTo>
                        <a:pt x="518" y="744"/>
                        <a:pt x="517" y="744"/>
                        <a:pt x="517" y="744"/>
                      </a:cubicBezTo>
                      <a:cubicBezTo>
                        <a:pt x="517" y="743"/>
                        <a:pt x="517" y="743"/>
                        <a:pt x="517" y="743"/>
                      </a:cubicBezTo>
                      <a:cubicBezTo>
                        <a:pt x="517" y="743"/>
                        <a:pt x="517" y="743"/>
                        <a:pt x="517" y="743"/>
                      </a:cubicBezTo>
                      <a:cubicBezTo>
                        <a:pt x="517" y="743"/>
                        <a:pt x="517" y="742"/>
                        <a:pt x="517" y="742"/>
                      </a:cubicBezTo>
                      <a:cubicBezTo>
                        <a:pt x="516" y="742"/>
                        <a:pt x="516" y="742"/>
                        <a:pt x="516" y="742"/>
                      </a:cubicBezTo>
                      <a:cubicBezTo>
                        <a:pt x="516" y="743"/>
                        <a:pt x="516" y="743"/>
                        <a:pt x="516" y="743"/>
                      </a:cubicBezTo>
                      <a:cubicBezTo>
                        <a:pt x="516" y="743"/>
                        <a:pt x="516" y="743"/>
                        <a:pt x="516" y="743"/>
                      </a:cubicBezTo>
                      <a:cubicBezTo>
                        <a:pt x="516" y="743"/>
                        <a:pt x="516" y="743"/>
                        <a:pt x="516" y="743"/>
                      </a:cubicBezTo>
                      <a:cubicBezTo>
                        <a:pt x="516" y="743"/>
                        <a:pt x="515" y="743"/>
                        <a:pt x="515" y="743"/>
                      </a:cubicBezTo>
                      <a:cubicBezTo>
                        <a:pt x="515" y="743"/>
                        <a:pt x="515" y="743"/>
                        <a:pt x="515" y="743"/>
                      </a:cubicBezTo>
                      <a:cubicBezTo>
                        <a:pt x="515" y="743"/>
                        <a:pt x="515" y="743"/>
                        <a:pt x="515" y="743"/>
                      </a:cubicBezTo>
                      <a:cubicBezTo>
                        <a:pt x="514" y="743"/>
                        <a:pt x="514" y="743"/>
                        <a:pt x="514" y="743"/>
                      </a:cubicBezTo>
                      <a:cubicBezTo>
                        <a:pt x="514" y="743"/>
                        <a:pt x="514" y="743"/>
                        <a:pt x="514" y="743"/>
                      </a:cubicBezTo>
                      <a:cubicBezTo>
                        <a:pt x="514" y="743"/>
                        <a:pt x="514" y="743"/>
                        <a:pt x="514" y="743"/>
                      </a:cubicBezTo>
                      <a:cubicBezTo>
                        <a:pt x="514" y="744"/>
                        <a:pt x="514" y="744"/>
                        <a:pt x="514" y="744"/>
                      </a:cubicBezTo>
                      <a:cubicBezTo>
                        <a:pt x="514" y="744"/>
                        <a:pt x="514" y="744"/>
                        <a:pt x="514" y="744"/>
                      </a:cubicBezTo>
                      <a:cubicBezTo>
                        <a:pt x="514" y="744"/>
                        <a:pt x="514" y="744"/>
                        <a:pt x="514" y="744"/>
                      </a:cubicBezTo>
                      <a:cubicBezTo>
                        <a:pt x="514" y="744"/>
                        <a:pt x="514" y="744"/>
                        <a:pt x="514" y="744"/>
                      </a:cubicBezTo>
                      <a:cubicBezTo>
                        <a:pt x="514" y="744"/>
                        <a:pt x="514" y="744"/>
                        <a:pt x="514" y="744"/>
                      </a:cubicBezTo>
                      <a:cubicBezTo>
                        <a:pt x="514" y="744"/>
                        <a:pt x="514" y="745"/>
                        <a:pt x="514" y="745"/>
                      </a:cubicBezTo>
                      <a:cubicBezTo>
                        <a:pt x="514" y="745"/>
                        <a:pt x="513" y="746"/>
                        <a:pt x="513" y="746"/>
                      </a:cubicBezTo>
                      <a:cubicBezTo>
                        <a:pt x="513" y="746"/>
                        <a:pt x="513" y="747"/>
                        <a:pt x="512" y="747"/>
                      </a:cubicBezTo>
                      <a:cubicBezTo>
                        <a:pt x="512" y="747"/>
                        <a:pt x="512" y="747"/>
                        <a:pt x="512" y="747"/>
                      </a:cubicBezTo>
                      <a:cubicBezTo>
                        <a:pt x="512" y="747"/>
                        <a:pt x="512" y="747"/>
                        <a:pt x="512" y="748"/>
                      </a:cubicBezTo>
                      <a:cubicBezTo>
                        <a:pt x="512" y="748"/>
                        <a:pt x="511" y="748"/>
                        <a:pt x="511" y="748"/>
                      </a:cubicBezTo>
                      <a:cubicBezTo>
                        <a:pt x="511" y="748"/>
                        <a:pt x="511" y="748"/>
                        <a:pt x="511" y="748"/>
                      </a:cubicBezTo>
                      <a:cubicBezTo>
                        <a:pt x="511" y="748"/>
                        <a:pt x="511" y="749"/>
                        <a:pt x="511" y="749"/>
                      </a:cubicBezTo>
                      <a:cubicBezTo>
                        <a:pt x="511" y="749"/>
                        <a:pt x="511" y="749"/>
                        <a:pt x="511" y="750"/>
                      </a:cubicBezTo>
                      <a:cubicBezTo>
                        <a:pt x="510" y="750"/>
                        <a:pt x="510" y="750"/>
                        <a:pt x="510" y="750"/>
                      </a:cubicBezTo>
                      <a:cubicBezTo>
                        <a:pt x="510" y="750"/>
                        <a:pt x="510" y="750"/>
                        <a:pt x="509" y="750"/>
                      </a:cubicBezTo>
                      <a:cubicBezTo>
                        <a:pt x="509" y="750"/>
                        <a:pt x="509" y="750"/>
                        <a:pt x="509" y="750"/>
                      </a:cubicBezTo>
                      <a:cubicBezTo>
                        <a:pt x="509" y="750"/>
                        <a:pt x="509" y="750"/>
                        <a:pt x="509" y="750"/>
                      </a:cubicBezTo>
                      <a:cubicBezTo>
                        <a:pt x="509" y="751"/>
                        <a:pt x="509" y="751"/>
                        <a:pt x="509" y="751"/>
                      </a:cubicBezTo>
                      <a:cubicBezTo>
                        <a:pt x="509" y="751"/>
                        <a:pt x="508" y="751"/>
                        <a:pt x="508" y="751"/>
                      </a:cubicBezTo>
                      <a:cubicBezTo>
                        <a:pt x="508" y="751"/>
                        <a:pt x="508" y="751"/>
                        <a:pt x="508" y="751"/>
                      </a:cubicBezTo>
                      <a:cubicBezTo>
                        <a:pt x="508" y="751"/>
                        <a:pt x="508" y="750"/>
                        <a:pt x="508" y="750"/>
                      </a:cubicBezTo>
                      <a:cubicBezTo>
                        <a:pt x="508" y="750"/>
                        <a:pt x="508" y="750"/>
                        <a:pt x="508" y="750"/>
                      </a:cubicBezTo>
                      <a:cubicBezTo>
                        <a:pt x="508" y="750"/>
                        <a:pt x="508" y="750"/>
                        <a:pt x="508" y="750"/>
                      </a:cubicBezTo>
                      <a:cubicBezTo>
                        <a:pt x="508" y="750"/>
                        <a:pt x="508" y="750"/>
                        <a:pt x="508" y="750"/>
                      </a:cubicBezTo>
                      <a:cubicBezTo>
                        <a:pt x="507" y="751"/>
                        <a:pt x="507" y="751"/>
                        <a:pt x="507" y="751"/>
                      </a:cubicBezTo>
                      <a:cubicBezTo>
                        <a:pt x="507" y="751"/>
                        <a:pt x="507" y="751"/>
                        <a:pt x="507" y="751"/>
                      </a:cubicBezTo>
                      <a:cubicBezTo>
                        <a:pt x="507" y="752"/>
                        <a:pt x="507" y="752"/>
                        <a:pt x="507" y="752"/>
                      </a:cubicBezTo>
                      <a:cubicBezTo>
                        <a:pt x="507" y="752"/>
                        <a:pt x="507" y="752"/>
                        <a:pt x="506" y="752"/>
                      </a:cubicBezTo>
                      <a:cubicBezTo>
                        <a:pt x="506" y="752"/>
                        <a:pt x="506" y="752"/>
                        <a:pt x="506" y="752"/>
                      </a:cubicBezTo>
                      <a:cubicBezTo>
                        <a:pt x="506" y="752"/>
                        <a:pt x="506" y="753"/>
                        <a:pt x="506" y="752"/>
                      </a:cubicBezTo>
                      <a:cubicBezTo>
                        <a:pt x="505" y="752"/>
                        <a:pt x="505" y="752"/>
                        <a:pt x="505" y="752"/>
                      </a:cubicBezTo>
                      <a:cubicBezTo>
                        <a:pt x="505" y="752"/>
                        <a:pt x="505" y="752"/>
                        <a:pt x="505" y="752"/>
                      </a:cubicBezTo>
                      <a:cubicBezTo>
                        <a:pt x="505" y="752"/>
                        <a:pt x="505" y="752"/>
                        <a:pt x="505" y="753"/>
                      </a:cubicBezTo>
                      <a:cubicBezTo>
                        <a:pt x="505" y="753"/>
                        <a:pt x="505" y="753"/>
                        <a:pt x="505" y="753"/>
                      </a:cubicBezTo>
                      <a:cubicBezTo>
                        <a:pt x="505" y="753"/>
                        <a:pt x="505" y="752"/>
                        <a:pt x="505" y="752"/>
                      </a:cubicBezTo>
                      <a:cubicBezTo>
                        <a:pt x="504" y="752"/>
                        <a:pt x="504" y="752"/>
                        <a:pt x="504" y="752"/>
                      </a:cubicBezTo>
                      <a:cubicBezTo>
                        <a:pt x="504" y="752"/>
                        <a:pt x="504" y="752"/>
                        <a:pt x="504" y="752"/>
                      </a:cubicBezTo>
                      <a:cubicBezTo>
                        <a:pt x="504" y="752"/>
                        <a:pt x="504" y="752"/>
                        <a:pt x="504" y="751"/>
                      </a:cubicBezTo>
                      <a:cubicBezTo>
                        <a:pt x="504" y="751"/>
                        <a:pt x="504" y="751"/>
                        <a:pt x="504" y="750"/>
                      </a:cubicBezTo>
                      <a:cubicBezTo>
                        <a:pt x="504" y="750"/>
                        <a:pt x="503" y="750"/>
                        <a:pt x="503" y="750"/>
                      </a:cubicBezTo>
                      <a:cubicBezTo>
                        <a:pt x="503" y="750"/>
                        <a:pt x="503" y="750"/>
                        <a:pt x="503" y="750"/>
                      </a:cubicBezTo>
                      <a:cubicBezTo>
                        <a:pt x="503" y="750"/>
                        <a:pt x="503" y="750"/>
                        <a:pt x="503" y="750"/>
                      </a:cubicBezTo>
                      <a:cubicBezTo>
                        <a:pt x="502" y="751"/>
                        <a:pt x="502" y="750"/>
                        <a:pt x="502" y="750"/>
                      </a:cubicBezTo>
                      <a:cubicBezTo>
                        <a:pt x="502" y="750"/>
                        <a:pt x="502" y="750"/>
                        <a:pt x="502" y="749"/>
                      </a:cubicBezTo>
                      <a:cubicBezTo>
                        <a:pt x="501" y="749"/>
                        <a:pt x="502" y="749"/>
                        <a:pt x="502" y="749"/>
                      </a:cubicBezTo>
                      <a:cubicBezTo>
                        <a:pt x="502" y="748"/>
                        <a:pt x="501" y="747"/>
                        <a:pt x="501" y="747"/>
                      </a:cubicBezTo>
                      <a:cubicBezTo>
                        <a:pt x="501" y="746"/>
                        <a:pt x="502" y="746"/>
                        <a:pt x="502" y="746"/>
                      </a:cubicBezTo>
                      <a:cubicBezTo>
                        <a:pt x="502" y="745"/>
                        <a:pt x="502" y="745"/>
                        <a:pt x="502" y="744"/>
                      </a:cubicBezTo>
                      <a:cubicBezTo>
                        <a:pt x="502" y="744"/>
                        <a:pt x="502" y="744"/>
                        <a:pt x="502" y="744"/>
                      </a:cubicBezTo>
                      <a:cubicBezTo>
                        <a:pt x="502" y="743"/>
                        <a:pt x="502" y="743"/>
                        <a:pt x="502" y="743"/>
                      </a:cubicBezTo>
                      <a:cubicBezTo>
                        <a:pt x="503" y="743"/>
                        <a:pt x="503" y="743"/>
                        <a:pt x="503" y="743"/>
                      </a:cubicBezTo>
                      <a:cubicBezTo>
                        <a:pt x="503" y="742"/>
                        <a:pt x="503" y="742"/>
                        <a:pt x="503" y="742"/>
                      </a:cubicBezTo>
                      <a:cubicBezTo>
                        <a:pt x="503" y="742"/>
                        <a:pt x="503" y="742"/>
                        <a:pt x="503" y="742"/>
                      </a:cubicBezTo>
                      <a:cubicBezTo>
                        <a:pt x="503" y="742"/>
                        <a:pt x="504" y="742"/>
                        <a:pt x="504" y="742"/>
                      </a:cubicBezTo>
                      <a:cubicBezTo>
                        <a:pt x="504" y="742"/>
                        <a:pt x="504" y="742"/>
                        <a:pt x="504" y="742"/>
                      </a:cubicBezTo>
                      <a:cubicBezTo>
                        <a:pt x="504" y="742"/>
                        <a:pt x="505" y="742"/>
                        <a:pt x="505" y="742"/>
                      </a:cubicBezTo>
                      <a:cubicBezTo>
                        <a:pt x="505" y="742"/>
                        <a:pt x="505" y="741"/>
                        <a:pt x="506" y="741"/>
                      </a:cubicBezTo>
                      <a:cubicBezTo>
                        <a:pt x="505" y="741"/>
                        <a:pt x="505" y="741"/>
                        <a:pt x="505" y="741"/>
                      </a:cubicBezTo>
                      <a:cubicBezTo>
                        <a:pt x="505" y="741"/>
                        <a:pt x="505" y="741"/>
                        <a:pt x="505" y="741"/>
                      </a:cubicBezTo>
                      <a:cubicBezTo>
                        <a:pt x="505" y="741"/>
                        <a:pt x="505" y="741"/>
                        <a:pt x="505" y="741"/>
                      </a:cubicBezTo>
                      <a:cubicBezTo>
                        <a:pt x="506" y="740"/>
                        <a:pt x="508" y="739"/>
                        <a:pt x="510" y="738"/>
                      </a:cubicBezTo>
                      <a:cubicBezTo>
                        <a:pt x="510" y="738"/>
                        <a:pt x="510" y="737"/>
                        <a:pt x="511" y="737"/>
                      </a:cubicBezTo>
                      <a:cubicBezTo>
                        <a:pt x="511" y="737"/>
                        <a:pt x="511" y="737"/>
                        <a:pt x="511" y="737"/>
                      </a:cubicBezTo>
                      <a:cubicBezTo>
                        <a:pt x="512" y="736"/>
                        <a:pt x="513" y="736"/>
                        <a:pt x="513" y="736"/>
                      </a:cubicBezTo>
                      <a:cubicBezTo>
                        <a:pt x="513" y="736"/>
                        <a:pt x="513" y="737"/>
                        <a:pt x="514" y="737"/>
                      </a:cubicBezTo>
                      <a:cubicBezTo>
                        <a:pt x="514" y="737"/>
                        <a:pt x="514" y="737"/>
                        <a:pt x="514" y="737"/>
                      </a:cubicBezTo>
                      <a:cubicBezTo>
                        <a:pt x="514" y="737"/>
                        <a:pt x="514" y="738"/>
                        <a:pt x="515" y="738"/>
                      </a:cubicBezTo>
                      <a:cubicBezTo>
                        <a:pt x="515" y="738"/>
                        <a:pt x="515" y="738"/>
                        <a:pt x="515" y="738"/>
                      </a:cubicBezTo>
                      <a:cubicBezTo>
                        <a:pt x="515" y="738"/>
                        <a:pt x="515" y="738"/>
                        <a:pt x="515" y="737"/>
                      </a:cubicBezTo>
                      <a:cubicBezTo>
                        <a:pt x="515" y="737"/>
                        <a:pt x="515" y="737"/>
                        <a:pt x="515" y="737"/>
                      </a:cubicBezTo>
                      <a:cubicBezTo>
                        <a:pt x="515" y="736"/>
                        <a:pt x="515" y="736"/>
                        <a:pt x="516" y="736"/>
                      </a:cubicBezTo>
                      <a:cubicBezTo>
                        <a:pt x="517" y="736"/>
                        <a:pt x="517" y="736"/>
                        <a:pt x="518" y="735"/>
                      </a:cubicBezTo>
                      <a:cubicBezTo>
                        <a:pt x="519" y="735"/>
                        <a:pt x="519" y="735"/>
                        <a:pt x="519" y="735"/>
                      </a:cubicBezTo>
                      <a:cubicBezTo>
                        <a:pt x="520" y="735"/>
                        <a:pt x="520" y="735"/>
                        <a:pt x="520" y="735"/>
                      </a:cubicBezTo>
                      <a:cubicBezTo>
                        <a:pt x="519" y="735"/>
                        <a:pt x="518" y="735"/>
                        <a:pt x="518" y="735"/>
                      </a:cubicBezTo>
                      <a:cubicBezTo>
                        <a:pt x="518" y="735"/>
                        <a:pt x="517" y="735"/>
                        <a:pt x="517" y="735"/>
                      </a:cubicBezTo>
                      <a:cubicBezTo>
                        <a:pt x="517" y="735"/>
                        <a:pt x="517" y="735"/>
                        <a:pt x="517" y="735"/>
                      </a:cubicBezTo>
                      <a:cubicBezTo>
                        <a:pt x="517" y="735"/>
                        <a:pt x="517" y="735"/>
                        <a:pt x="517" y="735"/>
                      </a:cubicBezTo>
                      <a:cubicBezTo>
                        <a:pt x="516" y="735"/>
                        <a:pt x="516" y="735"/>
                        <a:pt x="515" y="735"/>
                      </a:cubicBezTo>
                      <a:cubicBezTo>
                        <a:pt x="515" y="735"/>
                        <a:pt x="515" y="735"/>
                        <a:pt x="514" y="735"/>
                      </a:cubicBezTo>
                      <a:cubicBezTo>
                        <a:pt x="514" y="735"/>
                        <a:pt x="513" y="735"/>
                        <a:pt x="513" y="735"/>
                      </a:cubicBezTo>
                      <a:cubicBezTo>
                        <a:pt x="512" y="735"/>
                        <a:pt x="512" y="735"/>
                        <a:pt x="511" y="735"/>
                      </a:cubicBezTo>
                      <a:cubicBezTo>
                        <a:pt x="511" y="735"/>
                        <a:pt x="511" y="735"/>
                        <a:pt x="511" y="735"/>
                      </a:cubicBezTo>
                      <a:cubicBezTo>
                        <a:pt x="511" y="736"/>
                        <a:pt x="511" y="736"/>
                        <a:pt x="511" y="735"/>
                      </a:cubicBezTo>
                      <a:cubicBezTo>
                        <a:pt x="511" y="735"/>
                        <a:pt x="511" y="735"/>
                        <a:pt x="511" y="735"/>
                      </a:cubicBezTo>
                      <a:cubicBezTo>
                        <a:pt x="511" y="735"/>
                        <a:pt x="510" y="735"/>
                        <a:pt x="510" y="735"/>
                      </a:cubicBezTo>
                      <a:cubicBezTo>
                        <a:pt x="510" y="735"/>
                        <a:pt x="510" y="734"/>
                        <a:pt x="510" y="734"/>
                      </a:cubicBezTo>
                      <a:cubicBezTo>
                        <a:pt x="510" y="734"/>
                        <a:pt x="511" y="734"/>
                        <a:pt x="511" y="734"/>
                      </a:cubicBezTo>
                      <a:cubicBezTo>
                        <a:pt x="511" y="733"/>
                        <a:pt x="512" y="733"/>
                        <a:pt x="512" y="733"/>
                      </a:cubicBezTo>
                      <a:cubicBezTo>
                        <a:pt x="512" y="732"/>
                        <a:pt x="513" y="731"/>
                        <a:pt x="514" y="730"/>
                      </a:cubicBezTo>
                      <a:cubicBezTo>
                        <a:pt x="514" y="730"/>
                        <a:pt x="514" y="730"/>
                        <a:pt x="514" y="730"/>
                      </a:cubicBezTo>
                      <a:cubicBezTo>
                        <a:pt x="513" y="730"/>
                        <a:pt x="513" y="730"/>
                        <a:pt x="513" y="731"/>
                      </a:cubicBezTo>
                      <a:cubicBezTo>
                        <a:pt x="513" y="731"/>
                        <a:pt x="513" y="731"/>
                        <a:pt x="513" y="731"/>
                      </a:cubicBezTo>
                      <a:cubicBezTo>
                        <a:pt x="513" y="731"/>
                        <a:pt x="513" y="731"/>
                        <a:pt x="513" y="731"/>
                      </a:cubicBezTo>
                      <a:cubicBezTo>
                        <a:pt x="512" y="730"/>
                        <a:pt x="512" y="730"/>
                        <a:pt x="511" y="729"/>
                      </a:cubicBezTo>
                      <a:cubicBezTo>
                        <a:pt x="511" y="730"/>
                        <a:pt x="511" y="730"/>
                        <a:pt x="512" y="730"/>
                      </a:cubicBezTo>
                      <a:cubicBezTo>
                        <a:pt x="512" y="730"/>
                        <a:pt x="512" y="730"/>
                        <a:pt x="512" y="730"/>
                      </a:cubicBezTo>
                      <a:cubicBezTo>
                        <a:pt x="512" y="730"/>
                        <a:pt x="512" y="730"/>
                        <a:pt x="512" y="731"/>
                      </a:cubicBezTo>
                      <a:cubicBezTo>
                        <a:pt x="512" y="731"/>
                        <a:pt x="511" y="732"/>
                        <a:pt x="510" y="733"/>
                      </a:cubicBezTo>
                      <a:cubicBezTo>
                        <a:pt x="510" y="733"/>
                        <a:pt x="509" y="733"/>
                        <a:pt x="508" y="734"/>
                      </a:cubicBezTo>
                      <a:cubicBezTo>
                        <a:pt x="507" y="734"/>
                        <a:pt x="506" y="735"/>
                        <a:pt x="506" y="735"/>
                      </a:cubicBezTo>
                      <a:cubicBezTo>
                        <a:pt x="505" y="736"/>
                        <a:pt x="504" y="736"/>
                        <a:pt x="504" y="736"/>
                      </a:cubicBezTo>
                      <a:cubicBezTo>
                        <a:pt x="503" y="737"/>
                        <a:pt x="503" y="737"/>
                        <a:pt x="503" y="737"/>
                      </a:cubicBezTo>
                      <a:cubicBezTo>
                        <a:pt x="503" y="737"/>
                        <a:pt x="503" y="736"/>
                        <a:pt x="502" y="736"/>
                      </a:cubicBezTo>
                      <a:cubicBezTo>
                        <a:pt x="502" y="736"/>
                        <a:pt x="502" y="735"/>
                        <a:pt x="503" y="735"/>
                      </a:cubicBezTo>
                      <a:cubicBezTo>
                        <a:pt x="503" y="735"/>
                        <a:pt x="503" y="735"/>
                        <a:pt x="503" y="734"/>
                      </a:cubicBezTo>
                      <a:cubicBezTo>
                        <a:pt x="502" y="734"/>
                        <a:pt x="502" y="734"/>
                        <a:pt x="502" y="735"/>
                      </a:cubicBezTo>
                      <a:cubicBezTo>
                        <a:pt x="502" y="735"/>
                        <a:pt x="501" y="735"/>
                        <a:pt x="501" y="735"/>
                      </a:cubicBezTo>
                      <a:cubicBezTo>
                        <a:pt x="501" y="735"/>
                        <a:pt x="501" y="735"/>
                        <a:pt x="501" y="735"/>
                      </a:cubicBezTo>
                      <a:cubicBezTo>
                        <a:pt x="501" y="735"/>
                        <a:pt x="501" y="735"/>
                        <a:pt x="501" y="735"/>
                      </a:cubicBezTo>
                      <a:cubicBezTo>
                        <a:pt x="501" y="736"/>
                        <a:pt x="501" y="736"/>
                        <a:pt x="502" y="736"/>
                      </a:cubicBezTo>
                      <a:cubicBezTo>
                        <a:pt x="502" y="736"/>
                        <a:pt x="502" y="736"/>
                        <a:pt x="502" y="736"/>
                      </a:cubicBezTo>
                      <a:cubicBezTo>
                        <a:pt x="502" y="736"/>
                        <a:pt x="502" y="736"/>
                        <a:pt x="502" y="736"/>
                      </a:cubicBezTo>
                      <a:cubicBezTo>
                        <a:pt x="502" y="736"/>
                        <a:pt x="501" y="737"/>
                        <a:pt x="501" y="737"/>
                      </a:cubicBezTo>
                      <a:cubicBezTo>
                        <a:pt x="501" y="737"/>
                        <a:pt x="500" y="737"/>
                        <a:pt x="500" y="737"/>
                      </a:cubicBezTo>
                      <a:cubicBezTo>
                        <a:pt x="500" y="738"/>
                        <a:pt x="500" y="738"/>
                        <a:pt x="500" y="738"/>
                      </a:cubicBezTo>
                      <a:cubicBezTo>
                        <a:pt x="499" y="738"/>
                        <a:pt x="499" y="738"/>
                        <a:pt x="499" y="737"/>
                      </a:cubicBezTo>
                      <a:cubicBezTo>
                        <a:pt x="499" y="737"/>
                        <a:pt x="499" y="737"/>
                        <a:pt x="499" y="737"/>
                      </a:cubicBezTo>
                      <a:cubicBezTo>
                        <a:pt x="499" y="737"/>
                        <a:pt x="499" y="737"/>
                        <a:pt x="499" y="737"/>
                      </a:cubicBezTo>
                      <a:cubicBezTo>
                        <a:pt x="498" y="737"/>
                        <a:pt x="498" y="738"/>
                        <a:pt x="498" y="738"/>
                      </a:cubicBezTo>
                      <a:cubicBezTo>
                        <a:pt x="498" y="738"/>
                        <a:pt x="497" y="738"/>
                        <a:pt x="496" y="738"/>
                      </a:cubicBezTo>
                      <a:cubicBezTo>
                        <a:pt x="496" y="738"/>
                        <a:pt x="496" y="737"/>
                        <a:pt x="496" y="737"/>
                      </a:cubicBezTo>
                      <a:cubicBezTo>
                        <a:pt x="496" y="737"/>
                        <a:pt x="496" y="737"/>
                        <a:pt x="496" y="737"/>
                      </a:cubicBezTo>
                      <a:cubicBezTo>
                        <a:pt x="496" y="737"/>
                        <a:pt x="496" y="737"/>
                        <a:pt x="496" y="737"/>
                      </a:cubicBezTo>
                      <a:cubicBezTo>
                        <a:pt x="496" y="737"/>
                        <a:pt x="496" y="737"/>
                        <a:pt x="496" y="737"/>
                      </a:cubicBezTo>
                      <a:cubicBezTo>
                        <a:pt x="496" y="737"/>
                        <a:pt x="496" y="737"/>
                        <a:pt x="496" y="737"/>
                      </a:cubicBezTo>
                      <a:cubicBezTo>
                        <a:pt x="496" y="737"/>
                        <a:pt x="495" y="737"/>
                        <a:pt x="495" y="738"/>
                      </a:cubicBezTo>
                      <a:cubicBezTo>
                        <a:pt x="495" y="738"/>
                        <a:pt x="495" y="738"/>
                        <a:pt x="495" y="738"/>
                      </a:cubicBezTo>
                      <a:cubicBezTo>
                        <a:pt x="495" y="737"/>
                        <a:pt x="495" y="737"/>
                        <a:pt x="495" y="737"/>
                      </a:cubicBezTo>
                      <a:cubicBezTo>
                        <a:pt x="495" y="737"/>
                        <a:pt x="494" y="736"/>
                        <a:pt x="494" y="736"/>
                      </a:cubicBezTo>
                      <a:cubicBezTo>
                        <a:pt x="494" y="736"/>
                        <a:pt x="494" y="737"/>
                        <a:pt x="493" y="737"/>
                      </a:cubicBezTo>
                      <a:cubicBezTo>
                        <a:pt x="493" y="737"/>
                        <a:pt x="493" y="737"/>
                        <a:pt x="493" y="737"/>
                      </a:cubicBezTo>
                      <a:cubicBezTo>
                        <a:pt x="493" y="737"/>
                        <a:pt x="493" y="736"/>
                        <a:pt x="493" y="736"/>
                      </a:cubicBezTo>
                      <a:cubicBezTo>
                        <a:pt x="493" y="736"/>
                        <a:pt x="493" y="735"/>
                        <a:pt x="493" y="735"/>
                      </a:cubicBezTo>
                      <a:cubicBezTo>
                        <a:pt x="493" y="735"/>
                        <a:pt x="493" y="735"/>
                        <a:pt x="493" y="735"/>
                      </a:cubicBezTo>
                      <a:cubicBezTo>
                        <a:pt x="493" y="735"/>
                        <a:pt x="493" y="735"/>
                        <a:pt x="493" y="735"/>
                      </a:cubicBezTo>
                      <a:cubicBezTo>
                        <a:pt x="493" y="734"/>
                        <a:pt x="493" y="734"/>
                        <a:pt x="493" y="734"/>
                      </a:cubicBezTo>
                      <a:cubicBezTo>
                        <a:pt x="493" y="734"/>
                        <a:pt x="492" y="734"/>
                        <a:pt x="492" y="734"/>
                      </a:cubicBezTo>
                      <a:cubicBezTo>
                        <a:pt x="492" y="734"/>
                        <a:pt x="493" y="733"/>
                        <a:pt x="493" y="733"/>
                      </a:cubicBezTo>
                      <a:cubicBezTo>
                        <a:pt x="493" y="733"/>
                        <a:pt x="493" y="733"/>
                        <a:pt x="493" y="733"/>
                      </a:cubicBezTo>
                      <a:cubicBezTo>
                        <a:pt x="493" y="733"/>
                        <a:pt x="490" y="732"/>
                        <a:pt x="490" y="732"/>
                      </a:cubicBezTo>
                      <a:cubicBezTo>
                        <a:pt x="490" y="732"/>
                        <a:pt x="490" y="731"/>
                        <a:pt x="490" y="731"/>
                      </a:cubicBezTo>
                      <a:cubicBezTo>
                        <a:pt x="490" y="731"/>
                        <a:pt x="491" y="731"/>
                        <a:pt x="491" y="731"/>
                      </a:cubicBezTo>
                      <a:cubicBezTo>
                        <a:pt x="491" y="731"/>
                        <a:pt x="491" y="730"/>
                        <a:pt x="491" y="730"/>
                      </a:cubicBezTo>
                      <a:cubicBezTo>
                        <a:pt x="491" y="730"/>
                        <a:pt x="490" y="730"/>
                        <a:pt x="490" y="730"/>
                      </a:cubicBezTo>
                      <a:cubicBezTo>
                        <a:pt x="490" y="730"/>
                        <a:pt x="491" y="729"/>
                        <a:pt x="491" y="729"/>
                      </a:cubicBezTo>
                      <a:cubicBezTo>
                        <a:pt x="491" y="718"/>
                        <a:pt x="491" y="718"/>
                        <a:pt x="491" y="718"/>
                      </a:cubicBezTo>
                      <a:cubicBezTo>
                        <a:pt x="488" y="716"/>
                        <a:pt x="488" y="716"/>
                        <a:pt x="488" y="716"/>
                      </a:cubicBezTo>
                      <a:cubicBezTo>
                        <a:pt x="486" y="716"/>
                        <a:pt x="486" y="716"/>
                        <a:pt x="486" y="716"/>
                      </a:cubicBezTo>
                      <a:cubicBezTo>
                        <a:pt x="486" y="716"/>
                        <a:pt x="486" y="716"/>
                        <a:pt x="486" y="716"/>
                      </a:cubicBezTo>
                      <a:cubicBezTo>
                        <a:pt x="485" y="716"/>
                        <a:pt x="485" y="716"/>
                        <a:pt x="485" y="716"/>
                      </a:cubicBezTo>
                      <a:cubicBezTo>
                        <a:pt x="483" y="717"/>
                        <a:pt x="483" y="717"/>
                        <a:pt x="483" y="717"/>
                      </a:cubicBezTo>
                      <a:cubicBezTo>
                        <a:pt x="482" y="716"/>
                        <a:pt x="482" y="716"/>
                        <a:pt x="482" y="716"/>
                      </a:cubicBezTo>
                      <a:cubicBezTo>
                        <a:pt x="482" y="715"/>
                        <a:pt x="482" y="715"/>
                        <a:pt x="482" y="715"/>
                      </a:cubicBezTo>
                      <a:cubicBezTo>
                        <a:pt x="481" y="715"/>
                        <a:pt x="481" y="715"/>
                        <a:pt x="481" y="715"/>
                      </a:cubicBezTo>
                      <a:cubicBezTo>
                        <a:pt x="476" y="722"/>
                        <a:pt x="476" y="722"/>
                        <a:pt x="476" y="722"/>
                      </a:cubicBezTo>
                      <a:cubicBezTo>
                        <a:pt x="476" y="722"/>
                        <a:pt x="475" y="723"/>
                        <a:pt x="475" y="724"/>
                      </a:cubicBezTo>
                      <a:cubicBezTo>
                        <a:pt x="475" y="724"/>
                        <a:pt x="475" y="724"/>
                        <a:pt x="475" y="724"/>
                      </a:cubicBezTo>
                      <a:cubicBezTo>
                        <a:pt x="475" y="725"/>
                        <a:pt x="475" y="725"/>
                        <a:pt x="475" y="725"/>
                      </a:cubicBezTo>
                      <a:cubicBezTo>
                        <a:pt x="474" y="725"/>
                        <a:pt x="474" y="725"/>
                        <a:pt x="474" y="725"/>
                      </a:cubicBezTo>
                      <a:cubicBezTo>
                        <a:pt x="474" y="726"/>
                        <a:pt x="474" y="726"/>
                        <a:pt x="474" y="726"/>
                      </a:cubicBezTo>
                      <a:cubicBezTo>
                        <a:pt x="474" y="726"/>
                        <a:pt x="474" y="727"/>
                        <a:pt x="474" y="727"/>
                      </a:cubicBezTo>
                      <a:cubicBezTo>
                        <a:pt x="474" y="727"/>
                        <a:pt x="474" y="727"/>
                        <a:pt x="474" y="727"/>
                      </a:cubicBezTo>
                      <a:cubicBezTo>
                        <a:pt x="474" y="728"/>
                        <a:pt x="474" y="728"/>
                        <a:pt x="474" y="728"/>
                      </a:cubicBezTo>
                      <a:cubicBezTo>
                        <a:pt x="474" y="728"/>
                        <a:pt x="474" y="728"/>
                        <a:pt x="474" y="728"/>
                      </a:cubicBezTo>
                      <a:cubicBezTo>
                        <a:pt x="474" y="728"/>
                        <a:pt x="474" y="729"/>
                        <a:pt x="474" y="729"/>
                      </a:cubicBezTo>
                      <a:cubicBezTo>
                        <a:pt x="474" y="730"/>
                        <a:pt x="474" y="730"/>
                        <a:pt x="474" y="730"/>
                      </a:cubicBezTo>
                      <a:cubicBezTo>
                        <a:pt x="473" y="731"/>
                        <a:pt x="473" y="731"/>
                        <a:pt x="473" y="731"/>
                      </a:cubicBezTo>
                      <a:cubicBezTo>
                        <a:pt x="473" y="731"/>
                        <a:pt x="473" y="731"/>
                        <a:pt x="473" y="731"/>
                      </a:cubicBezTo>
                      <a:cubicBezTo>
                        <a:pt x="473" y="731"/>
                        <a:pt x="472" y="732"/>
                        <a:pt x="472" y="732"/>
                      </a:cubicBezTo>
                      <a:cubicBezTo>
                        <a:pt x="472" y="732"/>
                        <a:pt x="471" y="732"/>
                        <a:pt x="471" y="732"/>
                      </a:cubicBezTo>
                      <a:cubicBezTo>
                        <a:pt x="471" y="732"/>
                        <a:pt x="471" y="733"/>
                        <a:pt x="471" y="733"/>
                      </a:cubicBezTo>
                      <a:cubicBezTo>
                        <a:pt x="471" y="733"/>
                        <a:pt x="471" y="734"/>
                        <a:pt x="471" y="734"/>
                      </a:cubicBezTo>
                      <a:cubicBezTo>
                        <a:pt x="471" y="734"/>
                        <a:pt x="471" y="735"/>
                        <a:pt x="471" y="735"/>
                      </a:cubicBezTo>
                      <a:cubicBezTo>
                        <a:pt x="471" y="735"/>
                        <a:pt x="471" y="735"/>
                        <a:pt x="471" y="734"/>
                      </a:cubicBezTo>
                      <a:cubicBezTo>
                        <a:pt x="471" y="734"/>
                        <a:pt x="471" y="734"/>
                        <a:pt x="471" y="734"/>
                      </a:cubicBezTo>
                      <a:cubicBezTo>
                        <a:pt x="471" y="734"/>
                        <a:pt x="470" y="735"/>
                        <a:pt x="470" y="735"/>
                      </a:cubicBezTo>
                      <a:cubicBezTo>
                        <a:pt x="470" y="735"/>
                        <a:pt x="470" y="735"/>
                        <a:pt x="470" y="735"/>
                      </a:cubicBezTo>
                      <a:cubicBezTo>
                        <a:pt x="470" y="735"/>
                        <a:pt x="470" y="736"/>
                        <a:pt x="470" y="736"/>
                      </a:cubicBezTo>
                      <a:cubicBezTo>
                        <a:pt x="469" y="735"/>
                        <a:pt x="469" y="735"/>
                        <a:pt x="469" y="735"/>
                      </a:cubicBezTo>
                      <a:cubicBezTo>
                        <a:pt x="468" y="736"/>
                        <a:pt x="468" y="736"/>
                        <a:pt x="468" y="736"/>
                      </a:cubicBezTo>
                      <a:cubicBezTo>
                        <a:pt x="468" y="736"/>
                        <a:pt x="467" y="735"/>
                        <a:pt x="467" y="735"/>
                      </a:cubicBezTo>
                      <a:cubicBezTo>
                        <a:pt x="467" y="735"/>
                        <a:pt x="466" y="736"/>
                        <a:pt x="466" y="736"/>
                      </a:cubicBezTo>
                      <a:cubicBezTo>
                        <a:pt x="466" y="736"/>
                        <a:pt x="466" y="737"/>
                        <a:pt x="466" y="737"/>
                      </a:cubicBezTo>
                      <a:cubicBezTo>
                        <a:pt x="466" y="737"/>
                        <a:pt x="466" y="737"/>
                        <a:pt x="466" y="737"/>
                      </a:cubicBezTo>
                      <a:cubicBezTo>
                        <a:pt x="466" y="737"/>
                        <a:pt x="466" y="738"/>
                        <a:pt x="466" y="738"/>
                      </a:cubicBezTo>
                      <a:cubicBezTo>
                        <a:pt x="443" y="738"/>
                        <a:pt x="443" y="738"/>
                        <a:pt x="443" y="738"/>
                      </a:cubicBezTo>
                      <a:cubicBezTo>
                        <a:pt x="440" y="740"/>
                        <a:pt x="440" y="740"/>
                        <a:pt x="440" y="740"/>
                      </a:cubicBezTo>
                      <a:cubicBezTo>
                        <a:pt x="436" y="744"/>
                        <a:pt x="436" y="744"/>
                        <a:pt x="436" y="744"/>
                      </a:cubicBezTo>
                      <a:cubicBezTo>
                        <a:pt x="433" y="746"/>
                        <a:pt x="433" y="746"/>
                        <a:pt x="433" y="746"/>
                      </a:cubicBezTo>
                      <a:cubicBezTo>
                        <a:pt x="430" y="751"/>
                        <a:pt x="430" y="751"/>
                        <a:pt x="430" y="751"/>
                      </a:cubicBezTo>
                      <a:cubicBezTo>
                        <a:pt x="417" y="751"/>
                        <a:pt x="417" y="751"/>
                        <a:pt x="417" y="751"/>
                      </a:cubicBezTo>
                      <a:cubicBezTo>
                        <a:pt x="414" y="753"/>
                        <a:pt x="414" y="753"/>
                        <a:pt x="414" y="753"/>
                      </a:cubicBezTo>
                      <a:cubicBezTo>
                        <a:pt x="415" y="754"/>
                        <a:pt x="415" y="754"/>
                        <a:pt x="415" y="754"/>
                      </a:cubicBezTo>
                      <a:cubicBezTo>
                        <a:pt x="415" y="756"/>
                        <a:pt x="415" y="756"/>
                        <a:pt x="415" y="756"/>
                      </a:cubicBezTo>
                      <a:cubicBezTo>
                        <a:pt x="416" y="757"/>
                        <a:pt x="416" y="757"/>
                        <a:pt x="416" y="757"/>
                      </a:cubicBezTo>
                      <a:cubicBezTo>
                        <a:pt x="416" y="758"/>
                        <a:pt x="416" y="758"/>
                        <a:pt x="416" y="758"/>
                      </a:cubicBezTo>
                      <a:cubicBezTo>
                        <a:pt x="408" y="762"/>
                        <a:pt x="408" y="762"/>
                        <a:pt x="408" y="762"/>
                      </a:cubicBezTo>
                      <a:cubicBezTo>
                        <a:pt x="400" y="764"/>
                        <a:pt x="400" y="764"/>
                        <a:pt x="400" y="764"/>
                      </a:cubicBezTo>
                      <a:cubicBezTo>
                        <a:pt x="393" y="769"/>
                        <a:pt x="393" y="769"/>
                        <a:pt x="393" y="769"/>
                      </a:cubicBezTo>
                      <a:cubicBezTo>
                        <a:pt x="390" y="769"/>
                        <a:pt x="390" y="769"/>
                        <a:pt x="390" y="769"/>
                      </a:cubicBezTo>
                      <a:cubicBezTo>
                        <a:pt x="388" y="767"/>
                        <a:pt x="388" y="767"/>
                        <a:pt x="388" y="767"/>
                      </a:cubicBezTo>
                      <a:cubicBezTo>
                        <a:pt x="388" y="767"/>
                        <a:pt x="388" y="766"/>
                        <a:pt x="388" y="766"/>
                      </a:cubicBezTo>
                      <a:cubicBezTo>
                        <a:pt x="388" y="766"/>
                        <a:pt x="388" y="765"/>
                        <a:pt x="388" y="765"/>
                      </a:cubicBezTo>
                      <a:cubicBezTo>
                        <a:pt x="388" y="765"/>
                        <a:pt x="388" y="764"/>
                        <a:pt x="388" y="764"/>
                      </a:cubicBezTo>
                      <a:cubicBezTo>
                        <a:pt x="388" y="764"/>
                        <a:pt x="388" y="763"/>
                        <a:pt x="388" y="763"/>
                      </a:cubicBezTo>
                      <a:cubicBezTo>
                        <a:pt x="388" y="763"/>
                        <a:pt x="390" y="763"/>
                        <a:pt x="390" y="763"/>
                      </a:cubicBezTo>
                      <a:cubicBezTo>
                        <a:pt x="390" y="763"/>
                        <a:pt x="392" y="760"/>
                        <a:pt x="392" y="760"/>
                      </a:cubicBezTo>
                      <a:cubicBezTo>
                        <a:pt x="392" y="759"/>
                        <a:pt x="392" y="759"/>
                        <a:pt x="392" y="759"/>
                      </a:cubicBezTo>
                      <a:cubicBezTo>
                        <a:pt x="392" y="759"/>
                        <a:pt x="392" y="757"/>
                        <a:pt x="392" y="757"/>
                      </a:cubicBezTo>
                      <a:cubicBezTo>
                        <a:pt x="392" y="757"/>
                        <a:pt x="394" y="752"/>
                        <a:pt x="394" y="752"/>
                      </a:cubicBezTo>
                      <a:cubicBezTo>
                        <a:pt x="392" y="735"/>
                        <a:pt x="392" y="735"/>
                        <a:pt x="392" y="735"/>
                      </a:cubicBezTo>
                      <a:cubicBezTo>
                        <a:pt x="385" y="730"/>
                        <a:pt x="385" y="730"/>
                        <a:pt x="385" y="730"/>
                      </a:cubicBezTo>
                      <a:cubicBezTo>
                        <a:pt x="386" y="729"/>
                        <a:pt x="386" y="729"/>
                        <a:pt x="386" y="729"/>
                      </a:cubicBezTo>
                      <a:cubicBezTo>
                        <a:pt x="385" y="728"/>
                        <a:pt x="385" y="728"/>
                        <a:pt x="385" y="728"/>
                      </a:cubicBezTo>
                      <a:cubicBezTo>
                        <a:pt x="383" y="728"/>
                        <a:pt x="383" y="728"/>
                        <a:pt x="383" y="728"/>
                      </a:cubicBezTo>
                      <a:cubicBezTo>
                        <a:pt x="382" y="728"/>
                        <a:pt x="382" y="728"/>
                        <a:pt x="382" y="728"/>
                      </a:cubicBezTo>
                      <a:cubicBezTo>
                        <a:pt x="381" y="726"/>
                        <a:pt x="381" y="726"/>
                        <a:pt x="381" y="726"/>
                      </a:cubicBezTo>
                      <a:cubicBezTo>
                        <a:pt x="381" y="723"/>
                        <a:pt x="381" y="723"/>
                        <a:pt x="381" y="723"/>
                      </a:cubicBezTo>
                      <a:cubicBezTo>
                        <a:pt x="379" y="724"/>
                        <a:pt x="379" y="724"/>
                        <a:pt x="379" y="724"/>
                      </a:cubicBezTo>
                      <a:cubicBezTo>
                        <a:pt x="378" y="724"/>
                        <a:pt x="378" y="724"/>
                        <a:pt x="378" y="724"/>
                      </a:cubicBezTo>
                      <a:cubicBezTo>
                        <a:pt x="377" y="722"/>
                        <a:pt x="377" y="722"/>
                        <a:pt x="377" y="722"/>
                      </a:cubicBezTo>
                      <a:cubicBezTo>
                        <a:pt x="376" y="720"/>
                        <a:pt x="376" y="720"/>
                        <a:pt x="376" y="720"/>
                      </a:cubicBezTo>
                      <a:cubicBezTo>
                        <a:pt x="352" y="706"/>
                        <a:pt x="352" y="706"/>
                        <a:pt x="352" y="706"/>
                      </a:cubicBezTo>
                      <a:cubicBezTo>
                        <a:pt x="351" y="706"/>
                        <a:pt x="351" y="706"/>
                        <a:pt x="351" y="706"/>
                      </a:cubicBezTo>
                      <a:cubicBezTo>
                        <a:pt x="346" y="709"/>
                        <a:pt x="346" y="709"/>
                        <a:pt x="346" y="709"/>
                      </a:cubicBezTo>
                      <a:cubicBezTo>
                        <a:pt x="344" y="709"/>
                        <a:pt x="344" y="709"/>
                        <a:pt x="344" y="709"/>
                      </a:cubicBezTo>
                      <a:cubicBezTo>
                        <a:pt x="344" y="709"/>
                        <a:pt x="343" y="709"/>
                        <a:pt x="343" y="709"/>
                      </a:cubicBezTo>
                      <a:cubicBezTo>
                        <a:pt x="343" y="709"/>
                        <a:pt x="343" y="709"/>
                        <a:pt x="343" y="709"/>
                      </a:cubicBezTo>
                      <a:cubicBezTo>
                        <a:pt x="342" y="709"/>
                        <a:pt x="342" y="709"/>
                        <a:pt x="342" y="709"/>
                      </a:cubicBezTo>
                      <a:cubicBezTo>
                        <a:pt x="341" y="708"/>
                        <a:pt x="341" y="708"/>
                        <a:pt x="341" y="708"/>
                      </a:cubicBezTo>
                      <a:cubicBezTo>
                        <a:pt x="337" y="708"/>
                        <a:pt x="337" y="708"/>
                        <a:pt x="337" y="708"/>
                      </a:cubicBezTo>
                      <a:cubicBezTo>
                        <a:pt x="336" y="707"/>
                        <a:pt x="336" y="707"/>
                        <a:pt x="336" y="707"/>
                      </a:cubicBezTo>
                      <a:cubicBezTo>
                        <a:pt x="333" y="708"/>
                        <a:pt x="333" y="708"/>
                        <a:pt x="333" y="708"/>
                      </a:cubicBezTo>
                      <a:cubicBezTo>
                        <a:pt x="331" y="708"/>
                        <a:pt x="331" y="708"/>
                        <a:pt x="331" y="708"/>
                      </a:cubicBezTo>
                      <a:cubicBezTo>
                        <a:pt x="331" y="708"/>
                        <a:pt x="331" y="708"/>
                        <a:pt x="331" y="708"/>
                      </a:cubicBezTo>
                      <a:cubicBezTo>
                        <a:pt x="330" y="708"/>
                        <a:pt x="330" y="708"/>
                        <a:pt x="330" y="708"/>
                      </a:cubicBezTo>
                      <a:cubicBezTo>
                        <a:pt x="330" y="707"/>
                        <a:pt x="330" y="707"/>
                        <a:pt x="330" y="707"/>
                      </a:cubicBezTo>
                      <a:cubicBezTo>
                        <a:pt x="329" y="707"/>
                        <a:pt x="329" y="707"/>
                        <a:pt x="329" y="707"/>
                      </a:cubicBezTo>
                      <a:cubicBezTo>
                        <a:pt x="328" y="706"/>
                        <a:pt x="328" y="706"/>
                        <a:pt x="328" y="706"/>
                      </a:cubicBezTo>
                      <a:cubicBezTo>
                        <a:pt x="327" y="706"/>
                        <a:pt x="327" y="706"/>
                        <a:pt x="327" y="706"/>
                      </a:cubicBezTo>
                      <a:cubicBezTo>
                        <a:pt x="326" y="707"/>
                        <a:pt x="326" y="707"/>
                        <a:pt x="326" y="707"/>
                      </a:cubicBezTo>
                      <a:cubicBezTo>
                        <a:pt x="326" y="707"/>
                        <a:pt x="326" y="707"/>
                        <a:pt x="326" y="707"/>
                      </a:cubicBezTo>
                      <a:cubicBezTo>
                        <a:pt x="326" y="705"/>
                        <a:pt x="326" y="705"/>
                        <a:pt x="326" y="705"/>
                      </a:cubicBezTo>
                      <a:cubicBezTo>
                        <a:pt x="325" y="705"/>
                        <a:pt x="325" y="705"/>
                        <a:pt x="325" y="705"/>
                      </a:cubicBezTo>
                      <a:cubicBezTo>
                        <a:pt x="324" y="704"/>
                        <a:pt x="324" y="704"/>
                        <a:pt x="324" y="704"/>
                      </a:cubicBezTo>
                      <a:cubicBezTo>
                        <a:pt x="324" y="703"/>
                        <a:pt x="324" y="703"/>
                        <a:pt x="324" y="703"/>
                      </a:cubicBezTo>
                      <a:cubicBezTo>
                        <a:pt x="323" y="703"/>
                        <a:pt x="323" y="703"/>
                        <a:pt x="323" y="703"/>
                      </a:cubicBezTo>
                      <a:cubicBezTo>
                        <a:pt x="322" y="703"/>
                        <a:pt x="322" y="703"/>
                        <a:pt x="322" y="703"/>
                      </a:cubicBezTo>
                      <a:cubicBezTo>
                        <a:pt x="320" y="703"/>
                        <a:pt x="320" y="703"/>
                        <a:pt x="320" y="703"/>
                      </a:cubicBezTo>
                      <a:cubicBezTo>
                        <a:pt x="319" y="703"/>
                        <a:pt x="319" y="703"/>
                        <a:pt x="319" y="703"/>
                      </a:cubicBezTo>
                      <a:cubicBezTo>
                        <a:pt x="318" y="704"/>
                        <a:pt x="318" y="704"/>
                        <a:pt x="318" y="704"/>
                      </a:cubicBezTo>
                      <a:cubicBezTo>
                        <a:pt x="316" y="704"/>
                        <a:pt x="316" y="704"/>
                        <a:pt x="316" y="704"/>
                      </a:cubicBezTo>
                      <a:cubicBezTo>
                        <a:pt x="316" y="702"/>
                        <a:pt x="316" y="702"/>
                        <a:pt x="316" y="702"/>
                      </a:cubicBezTo>
                      <a:cubicBezTo>
                        <a:pt x="316" y="702"/>
                        <a:pt x="314" y="702"/>
                        <a:pt x="314" y="702"/>
                      </a:cubicBezTo>
                      <a:cubicBezTo>
                        <a:pt x="313" y="702"/>
                        <a:pt x="312" y="702"/>
                        <a:pt x="312" y="702"/>
                      </a:cubicBezTo>
                      <a:cubicBezTo>
                        <a:pt x="310" y="701"/>
                        <a:pt x="310" y="701"/>
                        <a:pt x="310" y="701"/>
                      </a:cubicBezTo>
                      <a:cubicBezTo>
                        <a:pt x="310" y="699"/>
                        <a:pt x="310" y="699"/>
                        <a:pt x="310" y="699"/>
                      </a:cubicBezTo>
                      <a:cubicBezTo>
                        <a:pt x="310" y="697"/>
                        <a:pt x="310" y="697"/>
                        <a:pt x="310" y="697"/>
                      </a:cubicBezTo>
                      <a:cubicBezTo>
                        <a:pt x="309" y="696"/>
                        <a:pt x="309" y="696"/>
                        <a:pt x="309" y="696"/>
                      </a:cubicBezTo>
                      <a:cubicBezTo>
                        <a:pt x="309" y="696"/>
                        <a:pt x="309" y="695"/>
                        <a:pt x="309" y="695"/>
                      </a:cubicBezTo>
                      <a:cubicBezTo>
                        <a:pt x="309" y="695"/>
                        <a:pt x="307" y="695"/>
                        <a:pt x="307" y="695"/>
                      </a:cubicBezTo>
                      <a:cubicBezTo>
                        <a:pt x="307" y="699"/>
                        <a:pt x="307" y="699"/>
                        <a:pt x="307" y="699"/>
                      </a:cubicBezTo>
                      <a:cubicBezTo>
                        <a:pt x="122" y="699"/>
                        <a:pt x="122" y="699"/>
                        <a:pt x="122" y="699"/>
                      </a:cubicBezTo>
                      <a:cubicBezTo>
                        <a:pt x="122" y="699"/>
                        <a:pt x="122" y="699"/>
                        <a:pt x="121" y="698"/>
                      </a:cubicBezTo>
                      <a:cubicBezTo>
                        <a:pt x="121" y="698"/>
                        <a:pt x="121" y="698"/>
                        <a:pt x="121" y="698"/>
                      </a:cubicBezTo>
                      <a:cubicBezTo>
                        <a:pt x="121" y="698"/>
                        <a:pt x="121" y="698"/>
                        <a:pt x="121" y="698"/>
                      </a:cubicBezTo>
                      <a:cubicBezTo>
                        <a:pt x="121" y="699"/>
                        <a:pt x="121" y="699"/>
                        <a:pt x="121" y="699"/>
                      </a:cubicBezTo>
                      <a:cubicBezTo>
                        <a:pt x="120" y="699"/>
                        <a:pt x="120" y="699"/>
                        <a:pt x="120" y="698"/>
                      </a:cubicBezTo>
                      <a:cubicBezTo>
                        <a:pt x="120" y="698"/>
                        <a:pt x="120" y="698"/>
                        <a:pt x="120" y="698"/>
                      </a:cubicBezTo>
                      <a:cubicBezTo>
                        <a:pt x="120" y="698"/>
                        <a:pt x="120" y="698"/>
                        <a:pt x="120" y="698"/>
                      </a:cubicBezTo>
                      <a:cubicBezTo>
                        <a:pt x="119" y="698"/>
                        <a:pt x="119" y="697"/>
                        <a:pt x="119" y="697"/>
                      </a:cubicBezTo>
                      <a:cubicBezTo>
                        <a:pt x="119" y="696"/>
                        <a:pt x="119" y="696"/>
                        <a:pt x="120" y="696"/>
                      </a:cubicBezTo>
                      <a:cubicBezTo>
                        <a:pt x="120" y="696"/>
                        <a:pt x="120" y="696"/>
                        <a:pt x="120" y="696"/>
                      </a:cubicBezTo>
                      <a:cubicBezTo>
                        <a:pt x="120" y="696"/>
                        <a:pt x="120" y="696"/>
                        <a:pt x="120" y="696"/>
                      </a:cubicBezTo>
                      <a:cubicBezTo>
                        <a:pt x="120" y="696"/>
                        <a:pt x="120" y="696"/>
                        <a:pt x="120" y="696"/>
                      </a:cubicBezTo>
                      <a:cubicBezTo>
                        <a:pt x="119" y="696"/>
                        <a:pt x="119" y="696"/>
                        <a:pt x="119" y="695"/>
                      </a:cubicBezTo>
                      <a:cubicBezTo>
                        <a:pt x="119" y="695"/>
                        <a:pt x="119" y="695"/>
                        <a:pt x="119" y="695"/>
                      </a:cubicBezTo>
                      <a:cubicBezTo>
                        <a:pt x="119" y="695"/>
                        <a:pt x="119" y="695"/>
                        <a:pt x="118" y="695"/>
                      </a:cubicBezTo>
                      <a:cubicBezTo>
                        <a:pt x="118" y="696"/>
                        <a:pt x="118" y="695"/>
                        <a:pt x="118" y="695"/>
                      </a:cubicBezTo>
                      <a:cubicBezTo>
                        <a:pt x="118" y="695"/>
                        <a:pt x="118" y="695"/>
                        <a:pt x="118" y="695"/>
                      </a:cubicBezTo>
                      <a:cubicBezTo>
                        <a:pt x="118" y="695"/>
                        <a:pt x="119" y="694"/>
                        <a:pt x="119" y="694"/>
                      </a:cubicBezTo>
                      <a:cubicBezTo>
                        <a:pt x="119" y="694"/>
                        <a:pt x="119" y="694"/>
                        <a:pt x="119" y="693"/>
                      </a:cubicBezTo>
                      <a:cubicBezTo>
                        <a:pt x="119" y="693"/>
                        <a:pt x="119" y="693"/>
                        <a:pt x="119" y="693"/>
                      </a:cubicBezTo>
                      <a:cubicBezTo>
                        <a:pt x="120" y="692"/>
                        <a:pt x="120" y="692"/>
                        <a:pt x="120" y="692"/>
                      </a:cubicBezTo>
                      <a:cubicBezTo>
                        <a:pt x="120" y="692"/>
                        <a:pt x="120" y="692"/>
                        <a:pt x="119" y="692"/>
                      </a:cubicBezTo>
                      <a:cubicBezTo>
                        <a:pt x="119" y="692"/>
                        <a:pt x="119" y="692"/>
                        <a:pt x="119" y="692"/>
                      </a:cubicBezTo>
                      <a:cubicBezTo>
                        <a:pt x="119" y="692"/>
                        <a:pt x="119" y="693"/>
                        <a:pt x="119" y="693"/>
                      </a:cubicBezTo>
                      <a:cubicBezTo>
                        <a:pt x="119" y="693"/>
                        <a:pt x="119" y="693"/>
                        <a:pt x="118" y="693"/>
                      </a:cubicBezTo>
                      <a:cubicBezTo>
                        <a:pt x="118" y="693"/>
                        <a:pt x="118" y="693"/>
                        <a:pt x="118" y="693"/>
                      </a:cubicBezTo>
                      <a:cubicBezTo>
                        <a:pt x="118" y="693"/>
                        <a:pt x="118" y="693"/>
                        <a:pt x="118" y="694"/>
                      </a:cubicBezTo>
                      <a:cubicBezTo>
                        <a:pt x="118" y="694"/>
                        <a:pt x="118" y="694"/>
                        <a:pt x="118" y="694"/>
                      </a:cubicBezTo>
                      <a:cubicBezTo>
                        <a:pt x="118" y="694"/>
                        <a:pt x="118" y="694"/>
                        <a:pt x="118" y="694"/>
                      </a:cubicBezTo>
                      <a:cubicBezTo>
                        <a:pt x="118" y="694"/>
                        <a:pt x="118" y="694"/>
                        <a:pt x="118" y="694"/>
                      </a:cubicBezTo>
                      <a:cubicBezTo>
                        <a:pt x="118" y="694"/>
                        <a:pt x="118" y="694"/>
                        <a:pt x="118" y="694"/>
                      </a:cubicBezTo>
                      <a:cubicBezTo>
                        <a:pt x="118" y="695"/>
                        <a:pt x="118" y="695"/>
                        <a:pt x="118" y="695"/>
                      </a:cubicBezTo>
                      <a:cubicBezTo>
                        <a:pt x="117" y="695"/>
                        <a:pt x="117" y="695"/>
                        <a:pt x="117" y="695"/>
                      </a:cubicBezTo>
                      <a:cubicBezTo>
                        <a:pt x="117" y="695"/>
                        <a:pt x="117" y="695"/>
                        <a:pt x="117" y="695"/>
                      </a:cubicBezTo>
                      <a:cubicBezTo>
                        <a:pt x="116" y="695"/>
                        <a:pt x="116" y="694"/>
                        <a:pt x="116" y="694"/>
                      </a:cubicBezTo>
                      <a:cubicBezTo>
                        <a:pt x="116" y="694"/>
                        <a:pt x="116" y="694"/>
                        <a:pt x="115" y="694"/>
                      </a:cubicBezTo>
                      <a:cubicBezTo>
                        <a:pt x="115" y="694"/>
                        <a:pt x="115" y="694"/>
                        <a:pt x="115" y="694"/>
                      </a:cubicBezTo>
                      <a:cubicBezTo>
                        <a:pt x="114" y="694"/>
                        <a:pt x="114" y="694"/>
                        <a:pt x="114" y="693"/>
                      </a:cubicBezTo>
                      <a:cubicBezTo>
                        <a:pt x="114" y="693"/>
                        <a:pt x="114" y="693"/>
                        <a:pt x="114" y="693"/>
                      </a:cubicBezTo>
                      <a:cubicBezTo>
                        <a:pt x="114" y="693"/>
                        <a:pt x="114" y="693"/>
                        <a:pt x="114" y="693"/>
                      </a:cubicBezTo>
                      <a:cubicBezTo>
                        <a:pt x="114" y="692"/>
                        <a:pt x="113" y="692"/>
                        <a:pt x="113" y="692"/>
                      </a:cubicBezTo>
                      <a:cubicBezTo>
                        <a:pt x="113" y="692"/>
                        <a:pt x="113" y="691"/>
                        <a:pt x="113" y="691"/>
                      </a:cubicBezTo>
                      <a:cubicBezTo>
                        <a:pt x="113" y="691"/>
                        <a:pt x="114" y="691"/>
                        <a:pt x="114" y="691"/>
                      </a:cubicBezTo>
                      <a:cubicBezTo>
                        <a:pt x="114" y="691"/>
                        <a:pt x="115" y="691"/>
                        <a:pt x="115" y="691"/>
                      </a:cubicBezTo>
                      <a:cubicBezTo>
                        <a:pt x="115" y="691"/>
                        <a:pt x="115" y="691"/>
                        <a:pt x="115" y="691"/>
                      </a:cubicBezTo>
                      <a:cubicBezTo>
                        <a:pt x="115" y="691"/>
                        <a:pt x="115" y="691"/>
                        <a:pt x="115" y="691"/>
                      </a:cubicBezTo>
                      <a:cubicBezTo>
                        <a:pt x="115" y="690"/>
                        <a:pt x="115" y="690"/>
                        <a:pt x="115" y="690"/>
                      </a:cubicBezTo>
                      <a:cubicBezTo>
                        <a:pt x="115" y="690"/>
                        <a:pt x="115" y="690"/>
                        <a:pt x="115" y="690"/>
                      </a:cubicBezTo>
                      <a:cubicBezTo>
                        <a:pt x="115" y="690"/>
                        <a:pt x="115" y="689"/>
                        <a:pt x="115" y="689"/>
                      </a:cubicBezTo>
                      <a:cubicBezTo>
                        <a:pt x="115" y="689"/>
                        <a:pt x="115" y="689"/>
                        <a:pt x="115" y="689"/>
                      </a:cubicBezTo>
                      <a:cubicBezTo>
                        <a:pt x="115" y="689"/>
                        <a:pt x="115" y="689"/>
                        <a:pt x="115" y="688"/>
                      </a:cubicBezTo>
                      <a:cubicBezTo>
                        <a:pt x="116" y="688"/>
                        <a:pt x="116" y="688"/>
                        <a:pt x="116" y="688"/>
                      </a:cubicBezTo>
                      <a:cubicBezTo>
                        <a:pt x="115" y="687"/>
                        <a:pt x="115" y="687"/>
                        <a:pt x="115" y="687"/>
                      </a:cubicBezTo>
                      <a:cubicBezTo>
                        <a:pt x="115" y="687"/>
                        <a:pt x="115" y="687"/>
                        <a:pt x="115" y="687"/>
                      </a:cubicBezTo>
                      <a:cubicBezTo>
                        <a:pt x="115" y="687"/>
                        <a:pt x="115" y="687"/>
                        <a:pt x="115" y="687"/>
                      </a:cubicBezTo>
                      <a:cubicBezTo>
                        <a:pt x="114" y="687"/>
                        <a:pt x="115" y="687"/>
                        <a:pt x="115" y="687"/>
                      </a:cubicBezTo>
                      <a:cubicBezTo>
                        <a:pt x="115" y="687"/>
                        <a:pt x="115" y="687"/>
                        <a:pt x="115" y="687"/>
                      </a:cubicBezTo>
                      <a:cubicBezTo>
                        <a:pt x="115" y="688"/>
                        <a:pt x="115" y="688"/>
                        <a:pt x="115" y="688"/>
                      </a:cubicBezTo>
                      <a:cubicBezTo>
                        <a:pt x="115" y="688"/>
                        <a:pt x="115" y="688"/>
                        <a:pt x="115" y="688"/>
                      </a:cubicBezTo>
                      <a:cubicBezTo>
                        <a:pt x="115" y="688"/>
                        <a:pt x="115" y="689"/>
                        <a:pt x="115" y="689"/>
                      </a:cubicBezTo>
                      <a:cubicBezTo>
                        <a:pt x="114" y="689"/>
                        <a:pt x="114" y="689"/>
                        <a:pt x="114" y="689"/>
                      </a:cubicBezTo>
                      <a:cubicBezTo>
                        <a:pt x="114" y="689"/>
                        <a:pt x="114" y="689"/>
                        <a:pt x="114" y="689"/>
                      </a:cubicBezTo>
                      <a:cubicBezTo>
                        <a:pt x="114" y="690"/>
                        <a:pt x="115" y="690"/>
                        <a:pt x="115" y="690"/>
                      </a:cubicBezTo>
                      <a:cubicBezTo>
                        <a:pt x="115" y="690"/>
                        <a:pt x="115" y="690"/>
                        <a:pt x="115" y="690"/>
                      </a:cubicBezTo>
                      <a:cubicBezTo>
                        <a:pt x="115" y="690"/>
                        <a:pt x="114" y="690"/>
                        <a:pt x="114" y="690"/>
                      </a:cubicBezTo>
                      <a:cubicBezTo>
                        <a:pt x="114" y="691"/>
                        <a:pt x="114" y="690"/>
                        <a:pt x="114" y="690"/>
                      </a:cubicBezTo>
                      <a:cubicBezTo>
                        <a:pt x="114" y="690"/>
                        <a:pt x="113" y="691"/>
                        <a:pt x="113" y="691"/>
                      </a:cubicBezTo>
                      <a:cubicBezTo>
                        <a:pt x="113" y="691"/>
                        <a:pt x="113" y="691"/>
                        <a:pt x="113" y="691"/>
                      </a:cubicBezTo>
                      <a:cubicBezTo>
                        <a:pt x="113" y="691"/>
                        <a:pt x="113" y="691"/>
                        <a:pt x="113" y="691"/>
                      </a:cubicBezTo>
                      <a:cubicBezTo>
                        <a:pt x="112" y="691"/>
                        <a:pt x="112" y="691"/>
                        <a:pt x="111" y="691"/>
                      </a:cubicBezTo>
                      <a:cubicBezTo>
                        <a:pt x="111" y="691"/>
                        <a:pt x="111" y="691"/>
                        <a:pt x="111" y="691"/>
                      </a:cubicBezTo>
                      <a:cubicBezTo>
                        <a:pt x="111" y="691"/>
                        <a:pt x="111" y="691"/>
                        <a:pt x="111" y="691"/>
                      </a:cubicBezTo>
                      <a:cubicBezTo>
                        <a:pt x="110" y="690"/>
                        <a:pt x="110" y="690"/>
                        <a:pt x="110" y="689"/>
                      </a:cubicBezTo>
                      <a:cubicBezTo>
                        <a:pt x="109" y="689"/>
                        <a:pt x="109" y="689"/>
                        <a:pt x="108" y="688"/>
                      </a:cubicBezTo>
                      <a:cubicBezTo>
                        <a:pt x="108" y="688"/>
                        <a:pt x="108" y="688"/>
                        <a:pt x="108" y="688"/>
                      </a:cubicBezTo>
                      <a:cubicBezTo>
                        <a:pt x="108" y="688"/>
                        <a:pt x="108" y="688"/>
                        <a:pt x="108" y="688"/>
                      </a:cubicBezTo>
                      <a:cubicBezTo>
                        <a:pt x="109" y="688"/>
                        <a:pt x="109" y="688"/>
                        <a:pt x="109" y="688"/>
                      </a:cubicBezTo>
                      <a:cubicBezTo>
                        <a:pt x="109" y="688"/>
                        <a:pt x="110" y="688"/>
                        <a:pt x="110" y="687"/>
                      </a:cubicBezTo>
                      <a:cubicBezTo>
                        <a:pt x="110" y="687"/>
                        <a:pt x="110" y="687"/>
                        <a:pt x="110" y="687"/>
                      </a:cubicBezTo>
                      <a:cubicBezTo>
                        <a:pt x="110" y="686"/>
                        <a:pt x="110" y="686"/>
                        <a:pt x="110" y="686"/>
                      </a:cubicBezTo>
                      <a:cubicBezTo>
                        <a:pt x="110" y="686"/>
                        <a:pt x="110" y="685"/>
                        <a:pt x="110" y="685"/>
                      </a:cubicBezTo>
                      <a:cubicBezTo>
                        <a:pt x="110" y="685"/>
                        <a:pt x="110" y="685"/>
                        <a:pt x="110" y="685"/>
                      </a:cubicBezTo>
                      <a:cubicBezTo>
                        <a:pt x="110" y="684"/>
                        <a:pt x="110" y="684"/>
                        <a:pt x="110" y="684"/>
                      </a:cubicBezTo>
                      <a:cubicBezTo>
                        <a:pt x="110" y="684"/>
                        <a:pt x="110" y="684"/>
                        <a:pt x="109" y="684"/>
                      </a:cubicBezTo>
                      <a:cubicBezTo>
                        <a:pt x="109" y="684"/>
                        <a:pt x="109" y="685"/>
                        <a:pt x="109" y="685"/>
                      </a:cubicBezTo>
                      <a:cubicBezTo>
                        <a:pt x="108" y="685"/>
                        <a:pt x="108" y="685"/>
                        <a:pt x="108" y="685"/>
                      </a:cubicBezTo>
                      <a:cubicBezTo>
                        <a:pt x="108" y="685"/>
                        <a:pt x="107" y="685"/>
                        <a:pt x="107" y="684"/>
                      </a:cubicBezTo>
                      <a:cubicBezTo>
                        <a:pt x="107" y="684"/>
                        <a:pt x="107" y="684"/>
                        <a:pt x="107" y="684"/>
                      </a:cubicBezTo>
                      <a:cubicBezTo>
                        <a:pt x="107" y="684"/>
                        <a:pt x="108" y="683"/>
                        <a:pt x="108" y="683"/>
                      </a:cubicBezTo>
                      <a:cubicBezTo>
                        <a:pt x="108" y="683"/>
                        <a:pt x="108" y="682"/>
                        <a:pt x="108" y="682"/>
                      </a:cubicBezTo>
                      <a:cubicBezTo>
                        <a:pt x="109" y="682"/>
                        <a:pt x="109" y="681"/>
                        <a:pt x="109" y="681"/>
                      </a:cubicBezTo>
                      <a:cubicBezTo>
                        <a:pt x="108" y="681"/>
                        <a:pt x="108" y="680"/>
                        <a:pt x="108" y="680"/>
                      </a:cubicBezTo>
                      <a:cubicBezTo>
                        <a:pt x="108" y="680"/>
                        <a:pt x="108" y="679"/>
                        <a:pt x="109" y="679"/>
                      </a:cubicBezTo>
                      <a:cubicBezTo>
                        <a:pt x="109" y="679"/>
                        <a:pt x="108" y="679"/>
                        <a:pt x="108" y="679"/>
                      </a:cubicBezTo>
                      <a:cubicBezTo>
                        <a:pt x="108" y="679"/>
                        <a:pt x="108" y="679"/>
                        <a:pt x="108" y="679"/>
                      </a:cubicBezTo>
                      <a:cubicBezTo>
                        <a:pt x="108" y="680"/>
                        <a:pt x="108" y="680"/>
                        <a:pt x="108" y="680"/>
                      </a:cubicBezTo>
                      <a:cubicBezTo>
                        <a:pt x="108" y="680"/>
                        <a:pt x="108" y="681"/>
                        <a:pt x="108" y="681"/>
                      </a:cubicBezTo>
                      <a:cubicBezTo>
                        <a:pt x="108" y="681"/>
                        <a:pt x="108" y="682"/>
                        <a:pt x="108" y="682"/>
                      </a:cubicBezTo>
                      <a:cubicBezTo>
                        <a:pt x="108" y="683"/>
                        <a:pt x="108" y="683"/>
                        <a:pt x="107" y="683"/>
                      </a:cubicBezTo>
                      <a:cubicBezTo>
                        <a:pt x="107" y="684"/>
                        <a:pt x="107" y="684"/>
                        <a:pt x="106" y="684"/>
                      </a:cubicBezTo>
                      <a:cubicBezTo>
                        <a:pt x="106" y="684"/>
                        <a:pt x="106" y="685"/>
                        <a:pt x="106" y="685"/>
                      </a:cubicBezTo>
                      <a:cubicBezTo>
                        <a:pt x="106" y="685"/>
                        <a:pt x="106" y="685"/>
                        <a:pt x="106" y="685"/>
                      </a:cubicBezTo>
                      <a:cubicBezTo>
                        <a:pt x="106" y="686"/>
                        <a:pt x="107" y="686"/>
                        <a:pt x="107" y="686"/>
                      </a:cubicBezTo>
                      <a:cubicBezTo>
                        <a:pt x="107" y="686"/>
                        <a:pt x="107" y="687"/>
                        <a:pt x="107" y="687"/>
                      </a:cubicBezTo>
                      <a:cubicBezTo>
                        <a:pt x="108" y="687"/>
                        <a:pt x="108" y="687"/>
                        <a:pt x="108" y="687"/>
                      </a:cubicBezTo>
                      <a:cubicBezTo>
                        <a:pt x="108" y="687"/>
                        <a:pt x="108" y="688"/>
                        <a:pt x="108" y="688"/>
                      </a:cubicBezTo>
                      <a:cubicBezTo>
                        <a:pt x="108" y="688"/>
                        <a:pt x="108" y="688"/>
                        <a:pt x="108" y="688"/>
                      </a:cubicBezTo>
                      <a:cubicBezTo>
                        <a:pt x="108" y="688"/>
                        <a:pt x="108" y="688"/>
                        <a:pt x="108" y="688"/>
                      </a:cubicBezTo>
                      <a:cubicBezTo>
                        <a:pt x="108" y="688"/>
                        <a:pt x="107" y="688"/>
                        <a:pt x="107" y="688"/>
                      </a:cubicBezTo>
                      <a:cubicBezTo>
                        <a:pt x="107" y="688"/>
                        <a:pt x="107" y="688"/>
                        <a:pt x="107" y="688"/>
                      </a:cubicBezTo>
                      <a:cubicBezTo>
                        <a:pt x="107" y="687"/>
                        <a:pt x="107" y="687"/>
                        <a:pt x="107" y="687"/>
                      </a:cubicBezTo>
                      <a:cubicBezTo>
                        <a:pt x="107" y="687"/>
                        <a:pt x="106" y="686"/>
                        <a:pt x="106" y="687"/>
                      </a:cubicBezTo>
                      <a:cubicBezTo>
                        <a:pt x="106" y="687"/>
                        <a:pt x="106" y="687"/>
                        <a:pt x="106" y="687"/>
                      </a:cubicBezTo>
                      <a:cubicBezTo>
                        <a:pt x="106" y="687"/>
                        <a:pt x="106" y="687"/>
                        <a:pt x="106" y="687"/>
                      </a:cubicBezTo>
                      <a:cubicBezTo>
                        <a:pt x="106" y="687"/>
                        <a:pt x="106" y="687"/>
                        <a:pt x="106" y="687"/>
                      </a:cubicBezTo>
                      <a:cubicBezTo>
                        <a:pt x="106" y="687"/>
                        <a:pt x="106" y="687"/>
                        <a:pt x="106" y="687"/>
                      </a:cubicBezTo>
                      <a:cubicBezTo>
                        <a:pt x="105" y="687"/>
                        <a:pt x="105" y="687"/>
                        <a:pt x="105" y="686"/>
                      </a:cubicBezTo>
                      <a:cubicBezTo>
                        <a:pt x="105" y="686"/>
                        <a:pt x="105" y="685"/>
                        <a:pt x="105" y="685"/>
                      </a:cubicBezTo>
                      <a:cubicBezTo>
                        <a:pt x="105" y="684"/>
                        <a:pt x="105" y="684"/>
                        <a:pt x="105" y="684"/>
                      </a:cubicBezTo>
                      <a:cubicBezTo>
                        <a:pt x="105" y="684"/>
                        <a:pt x="105" y="683"/>
                        <a:pt x="105" y="684"/>
                      </a:cubicBezTo>
                      <a:cubicBezTo>
                        <a:pt x="105" y="684"/>
                        <a:pt x="104" y="684"/>
                        <a:pt x="104" y="684"/>
                      </a:cubicBezTo>
                      <a:cubicBezTo>
                        <a:pt x="104" y="684"/>
                        <a:pt x="105" y="684"/>
                        <a:pt x="105" y="685"/>
                      </a:cubicBezTo>
                      <a:cubicBezTo>
                        <a:pt x="105" y="685"/>
                        <a:pt x="105" y="685"/>
                        <a:pt x="105" y="685"/>
                      </a:cubicBezTo>
                      <a:cubicBezTo>
                        <a:pt x="105" y="685"/>
                        <a:pt x="104" y="685"/>
                        <a:pt x="104" y="685"/>
                      </a:cubicBezTo>
                      <a:cubicBezTo>
                        <a:pt x="104" y="685"/>
                        <a:pt x="104" y="685"/>
                        <a:pt x="104" y="685"/>
                      </a:cubicBezTo>
                      <a:cubicBezTo>
                        <a:pt x="104" y="685"/>
                        <a:pt x="104" y="685"/>
                        <a:pt x="104" y="685"/>
                      </a:cubicBezTo>
                      <a:cubicBezTo>
                        <a:pt x="103" y="685"/>
                        <a:pt x="103" y="685"/>
                        <a:pt x="103" y="685"/>
                      </a:cubicBezTo>
                      <a:cubicBezTo>
                        <a:pt x="103" y="685"/>
                        <a:pt x="103" y="685"/>
                        <a:pt x="103" y="685"/>
                      </a:cubicBezTo>
                      <a:cubicBezTo>
                        <a:pt x="103" y="684"/>
                        <a:pt x="103" y="684"/>
                        <a:pt x="103" y="684"/>
                      </a:cubicBezTo>
                      <a:cubicBezTo>
                        <a:pt x="104" y="684"/>
                        <a:pt x="104" y="684"/>
                        <a:pt x="104" y="683"/>
                      </a:cubicBezTo>
                      <a:cubicBezTo>
                        <a:pt x="104" y="683"/>
                        <a:pt x="104" y="683"/>
                        <a:pt x="104" y="683"/>
                      </a:cubicBezTo>
                      <a:cubicBezTo>
                        <a:pt x="103" y="683"/>
                        <a:pt x="103" y="684"/>
                        <a:pt x="102" y="684"/>
                      </a:cubicBezTo>
                      <a:cubicBezTo>
                        <a:pt x="102" y="684"/>
                        <a:pt x="102" y="684"/>
                        <a:pt x="102" y="684"/>
                      </a:cubicBezTo>
                      <a:cubicBezTo>
                        <a:pt x="102" y="685"/>
                        <a:pt x="102" y="684"/>
                        <a:pt x="101" y="684"/>
                      </a:cubicBezTo>
                      <a:cubicBezTo>
                        <a:pt x="102" y="684"/>
                        <a:pt x="102" y="684"/>
                        <a:pt x="102" y="684"/>
                      </a:cubicBezTo>
                      <a:cubicBezTo>
                        <a:pt x="102" y="684"/>
                        <a:pt x="102" y="683"/>
                        <a:pt x="102" y="683"/>
                      </a:cubicBezTo>
                      <a:cubicBezTo>
                        <a:pt x="102" y="683"/>
                        <a:pt x="102" y="684"/>
                        <a:pt x="101" y="684"/>
                      </a:cubicBezTo>
                      <a:cubicBezTo>
                        <a:pt x="101" y="684"/>
                        <a:pt x="100" y="684"/>
                        <a:pt x="100" y="683"/>
                      </a:cubicBezTo>
                      <a:cubicBezTo>
                        <a:pt x="100" y="683"/>
                        <a:pt x="100" y="683"/>
                        <a:pt x="100" y="683"/>
                      </a:cubicBezTo>
                      <a:cubicBezTo>
                        <a:pt x="101" y="682"/>
                        <a:pt x="101" y="682"/>
                        <a:pt x="101" y="682"/>
                      </a:cubicBezTo>
                      <a:cubicBezTo>
                        <a:pt x="102" y="682"/>
                        <a:pt x="102" y="682"/>
                        <a:pt x="103" y="681"/>
                      </a:cubicBezTo>
                      <a:cubicBezTo>
                        <a:pt x="103" y="681"/>
                        <a:pt x="103" y="681"/>
                        <a:pt x="103" y="681"/>
                      </a:cubicBezTo>
                      <a:cubicBezTo>
                        <a:pt x="104" y="681"/>
                        <a:pt x="104" y="680"/>
                        <a:pt x="104" y="680"/>
                      </a:cubicBezTo>
                      <a:cubicBezTo>
                        <a:pt x="104" y="680"/>
                        <a:pt x="104" y="679"/>
                        <a:pt x="104" y="678"/>
                      </a:cubicBezTo>
                      <a:cubicBezTo>
                        <a:pt x="104" y="678"/>
                        <a:pt x="104" y="678"/>
                        <a:pt x="104" y="678"/>
                      </a:cubicBezTo>
                      <a:cubicBezTo>
                        <a:pt x="104" y="678"/>
                        <a:pt x="104" y="678"/>
                        <a:pt x="104" y="678"/>
                      </a:cubicBezTo>
                      <a:cubicBezTo>
                        <a:pt x="104" y="678"/>
                        <a:pt x="103" y="678"/>
                        <a:pt x="103" y="678"/>
                      </a:cubicBezTo>
                      <a:cubicBezTo>
                        <a:pt x="103" y="678"/>
                        <a:pt x="103" y="678"/>
                        <a:pt x="103" y="679"/>
                      </a:cubicBezTo>
                      <a:cubicBezTo>
                        <a:pt x="103" y="679"/>
                        <a:pt x="103" y="679"/>
                        <a:pt x="103" y="680"/>
                      </a:cubicBezTo>
                      <a:cubicBezTo>
                        <a:pt x="103" y="680"/>
                        <a:pt x="102" y="680"/>
                        <a:pt x="102" y="681"/>
                      </a:cubicBezTo>
                      <a:cubicBezTo>
                        <a:pt x="102" y="681"/>
                        <a:pt x="102" y="682"/>
                        <a:pt x="101" y="682"/>
                      </a:cubicBezTo>
                      <a:cubicBezTo>
                        <a:pt x="101" y="682"/>
                        <a:pt x="100" y="681"/>
                        <a:pt x="100" y="682"/>
                      </a:cubicBezTo>
                      <a:cubicBezTo>
                        <a:pt x="99" y="681"/>
                        <a:pt x="100" y="681"/>
                        <a:pt x="100" y="681"/>
                      </a:cubicBezTo>
                      <a:cubicBezTo>
                        <a:pt x="100" y="681"/>
                        <a:pt x="100" y="681"/>
                        <a:pt x="100" y="680"/>
                      </a:cubicBezTo>
                      <a:cubicBezTo>
                        <a:pt x="100" y="680"/>
                        <a:pt x="100" y="680"/>
                        <a:pt x="99" y="680"/>
                      </a:cubicBezTo>
                      <a:cubicBezTo>
                        <a:pt x="99" y="680"/>
                        <a:pt x="98" y="680"/>
                        <a:pt x="98" y="680"/>
                      </a:cubicBezTo>
                      <a:cubicBezTo>
                        <a:pt x="98" y="680"/>
                        <a:pt x="97" y="680"/>
                        <a:pt x="97" y="680"/>
                      </a:cubicBezTo>
                      <a:cubicBezTo>
                        <a:pt x="97" y="680"/>
                        <a:pt x="97" y="679"/>
                        <a:pt x="97" y="679"/>
                      </a:cubicBezTo>
                      <a:cubicBezTo>
                        <a:pt x="98" y="679"/>
                        <a:pt x="98" y="679"/>
                        <a:pt x="99" y="679"/>
                      </a:cubicBezTo>
                      <a:cubicBezTo>
                        <a:pt x="99" y="679"/>
                        <a:pt x="99" y="679"/>
                        <a:pt x="99" y="679"/>
                      </a:cubicBezTo>
                      <a:cubicBezTo>
                        <a:pt x="99" y="679"/>
                        <a:pt x="98" y="679"/>
                        <a:pt x="98" y="679"/>
                      </a:cubicBezTo>
                      <a:cubicBezTo>
                        <a:pt x="97" y="679"/>
                        <a:pt x="97" y="679"/>
                        <a:pt x="97" y="679"/>
                      </a:cubicBezTo>
                      <a:cubicBezTo>
                        <a:pt x="97" y="679"/>
                        <a:pt x="97" y="679"/>
                        <a:pt x="97" y="679"/>
                      </a:cubicBezTo>
                      <a:cubicBezTo>
                        <a:pt x="96" y="680"/>
                        <a:pt x="95" y="679"/>
                        <a:pt x="95" y="679"/>
                      </a:cubicBezTo>
                      <a:cubicBezTo>
                        <a:pt x="94" y="680"/>
                        <a:pt x="94" y="680"/>
                        <a:pt x="94" y="680"/>
                      </a:cubicBezTo>
                      <a:cubicBezTo>
                        <a:pt x="93" y="680"/>
                        <a:pt x="93" y="680"/>
                        <a:pt x="93" y="680"/>
                      </a:cubicBezTo>
                      <a:cubicBezTo>
                        <a:pt x="92" y="679"/>
                        <a:pt x="92" y="680"/>
                        <a:pt x="91" y="679"/>
                      </a:cubicBezTo>
                      <a:cubicBezTo>
                        <a:pt x="91" y="679"/>
                        <a:pt x="91" y="679"/>
                        <a:pt x="91" y="679"/>
                      </a:cubicBezTo>
                      <a:cubicBezTo>
                        <a:pt x="91" y="678"/>
                        <a:pt x="90" y="677"/>
                        <a:pt x="89" y="676"/>
                      </a:cubicBezTo>
                      <a:cubicBezTo>
                        <a:pt x="89" y="676"/>
                        <a:pt x="89" y="676"/>
                        <a:pt x="89" y="676"/>
                      </a:cubicBezTo>
                      <a:cubicBezTo>
                        <a:pt x="89" y="676"/>
                        <a:pt x="89" y="676"/>
                        <a:pt x="89" y="675"/>
                      </a:cubicBezTo>
                      <a:cubicBezTo>
                        <a:pt x="90" y="675"/>
                        <a:pt x="91" y="675"/>
                        <a:pt x="90" y="675"/>
                      </a:cubicBezTo>
                      <a:cubicBezTo>
                        <a:pt x="90" y="675"/>
                        <a:pt x="90" y="675"/>
                        <a:pt x="90" y="675"/>
                      </a:cubicBezTo>
                      <a:cubicBezTo>
                        <a:pt x="90" y="675"/>
                        <a:pt x="89" y="675"/>
                        <a:pt x="89" y="674"/>
                      </a:cubicBezTo>
                      <a:cubicBezTo>
                        <a:pt x="89" y="674"/>
                        <a:pt x="89" y="674"/>
                        <a:pt x="89" y="674"/>
                      </a:cubicBezTo>
                      <a:cubicBezTo>
                        <a:pt x="90" y="674"/>
                        <a:pt x="90" y="673"/>
                        <a:pt x="90" y="673"/>
                      </a:cubicBezTo>
                      <a:cubicBezTo>
                        <a:pt x="91" y="673"/>
                        <a:pt x="91" y="672"/>
                        <a:pt x="91" y="672"/>
                      </a:cubicBezTo>
                      <a:cubicBezTo>
                        <a:pt x="91" y="672"/>
                        <a:pt x="91" y="672"/>
                        <a:pt x="91" y="671"/>
                      </a:cubicBezTo>
                      <a:cubicBezTo>
                        <a:pt x="91" y="671"/>
                        <a:pt x="91" y="671"/>
                        <a:pt x="91" y="671"/>
                      </a:cubicBezTo>
                      <a:cubicBezTo>
                        <a:pt x="92" y="671"/>
                        <a:pt x="92" y="671"/>
                        <a:pt x="92" y="671"/>
                      </a:cubicBezTo>
                      <a:cubicBezTo>
                        <a:pt x="92" y="671"/>
                        <a:pt x="92" y="671"/>
                        <a:pt x="92" y="670"/>
                      </a:cubicBezTo>
                      <a:cubicBezTo>
                        <a:pt x="91" y="670"/>
                        <a:pt x="91" y="670"/>
                        <a:pt x="91" y="670"/>
                      </a:cubicBezTo>
                      <a:cubicBezTo>
                        <a:pt x="91" y="670"/>
                        <a:pt x="91" y="670"/>
                        <a:pt x="91" y="670"/>
                      </a:cubicBezTo>
                      <a:cubicBezTo>
                        <a:pt x="91" y="670"/>
                        <a:pt x="91" y="670"/>
                        <a:pt x="90" y="671"/>
                      </a:cubicBezTo>
                      <a:cubicBezTo>
                        <a:pt x="90" y="671"/>
                        <a:pt x="90" y="672"/>
                        <a:pt x="90" y="672"/>
                      </a:cubicBezTo>
                      <a:cubicBezTo>
                        <a:pt x="90" y="672"/>
                        <a:pt x="90" y="672"/>
                        <a:pt x="90" y="672"/>
                      </a:cubicBezTo>
                      <a:cubicBezTo>
                        <a:pt x="90" y="673"/>
                        <a:pt x="90" y="673"/>
                        <a:pt x="90" y="673"/>
                      </a:cubicBezTo>
                      <a:cubicBezTo>
                        <a:pt x="90" y="673"/>
                        <a:pt x="89" y="673"/>
                        <a:pt x="89" y="673"/>
                      </a:cubicBezTo>
                      <a:cubicBezTo>
                        <a:pt x="89" y="673"/>
                        <a:pt x="89" y="673"/>
                        <a:pt x="89" y="672"/>
                      </a:cubicBezTo>
                      <a:cubicBezTo>
                        <a:pt x="89" y="672"/>
                        <a:pt x="89" y="672"/>
                        <a:pt x="88" y="672"/>
                      </a:cubicBezTo>
                      <a:cubicBezTo>
                        <a:pt x="88" y="672"/>
                        <a:pt x="89" y="671"/>
                        <a:pt x="88" y="671"/>
                      </a:cubicBezTo>
                      <a:cubicBezTo>
                        <a:pt x="88" y="671"/>
                        <a:pt x="88" y="671"/>
                        <a:pt x="88" y="671"/>
                      </a:cubicBezTo>
                      <a:cubicBezTo>
                        <a:pt x="88" y="671"/>
                        <a:pt x="88" y="670"/>
                        <a:pt x="88" y="670"/>
                      </a:cubicBezTo>
                      <a:cubicBezTo>
                        <a:pt x="88" y="669"/>
                        <a:pt x="88" y="669"/>
                        <a:pt x="88" y="669"/>
                      </a:cubicBezTo>
                      <a:cubicBezTo>
                        <a:pt x="89" y="668"/>
                        <a:pt x="89" y="668"/>
                        <a:pt x="89" y="668"/>
                      </a:cubicBezTo>
                      <a:cubicBezTo>
                        <a:pt x="89" y="668"/>
                        <a:pt x="89" y="668"/>
                        <a:pt x="89" y="668"/>
                      </a:cubicBezTo>
                      <a:cubicBezTo>
                        <a:pt x="89" y="668"/>
                        <a:pt x="89" y="668"/>
                        <a:pt x="89" y="668"/>
                      </a:cubicBezTo>
                      <a:cubicBezTo>
                        <a:pt x="89" y="668"/>
                        <a:pt x="89" y="668"/>
                        <a:pt x="89" y="668"/>
                      </a:cubicBezTo>
                      <a:cubicBezTo>
                        <a:pt x="89" y="668"/>
                        <a:pt x="89" y="668"/>
                        <a:pt x="89" y="668"/>
                      </a:cubicBezTo>
                      <a:cubicBezTo>
                        <a:pt x="88" y="668"/>
                        <a:pt x="88" y="668"/>
                        <a:pt x="88" y="668"/>
                      </a:cubicBezTo>
                      <a:cubicBezTo>
                        <a:pt x="88" y="668"/>
                        <a:pt x="88" y="667"/>
                        <a:pt x="88" y="667"/>
                      </a:cubicBezTo>
                      <a:cubicBezTo>
                        <a:pt x="88" y="667"/>
                        <a:pt x="89" y="666"/>
                        <a:pt x="89" y="666"/>
                      </a:cubicBezTo>
                      <a:cubicBezTo>
                        <a:pt x="89" y="665"/>
                        <a:pt x="89" y="665"/>
                        <a:pt x="89" y="665"/>
                      </a:cubicBezTo>
                      <a:cubicBezTo>
                        <a:pt x="89" y="665"/>
                        <a:pt x="90" y="665"/>
                        <a:pt x="90" y="665"/>
                      </a:cubicBezTo>
                      <a:cubicBezTo>
                        <a:pt x="91" y="664"/>
                        <a:pt x="91" y="664"/>
                        <a:pt x="91" y="663"/>
                      </a:cubicBezTo>
                      <a:cubicBezTo>
                        <a:pt x="91" y="663"/>
                        <a:pt x="92" y="663"/>
                        <a:pt x="92" y="663"/>
                      </a:cubicBezTo>
                      <a:cubicBezTo>
                        <a:pt x="92" y="663"/>
                        <a:pt x="92" y="663"/>
                        <a:pt x="92" y="663"/>
                      </a:cubicBezTo>
                      <a:cubicBezTo>
                        <a:pt x="92" y="664"/>
                        <a:pt x="92" y="664"/>
                        <a:pt x="92" y="664"/>
                      </a:cubicBezTo>
                      <a:cubicBezTo>
                        <a:pt x="92" y="664"/>
                        <a:pt x="91" y="665"/>
                        <a:pt x="91" y="665"/>
                      </a:cubicBezTo>
                      <a:cubicBezTo>
                        <a:pt x="90" y="665"/>
                        <a:pt x="90" y="666"/>
                        <a:pt x="90" y="666"/>
                      </a:cubicBezTo>
                      <a:cubicBezTo>
                        <a:pt x="90" y="666"/>
                        <a:pt x="90" y="666"/>
                        <a:pt x="90" y="666"/>
                      </a:cubicBezTo>
                      <a:cubicBezTo>
                        <a:pt x="90" y="666"/>
                        <a:pt x="89" y="666"/>
                        <a:pt x="89" y="667"/>
                      </a:cubicBezTo>
                      <a:cubicBezTo>
                        <a:pt x="89" y="667"/>
                        <a:pt x="90" y="667"/>
                        <a:pt x="90" y="667"/>
                      </a:cubicBezTo>
                      <a:cubicBezTo>
                        <a:pt x="90" y="667"/>
                        <a:pt x="90" y="666"/>
                        <a:pt x="90" y="666"/>
                      </a:cubicBezTo>
                      <a:cubicBezTo>
                        <a:pt x="90" y="666"/>
                        <a:pt x="90" y="666"/>
                        <a:pt x="90" y="666"/>
                      </a:cubicBezTo>
                      <a:cubicBezTo>
                        <a:pt x="90" y="666"/>
                        <a:pt x="90" y="666"/>
                        <a:pt x="91" y="666"/>
                      </a:cubicBezTo>
                      <a:cubicBezTo>
                        <a:pt x="91" y="666"/>
                        <a:pt x="91" y="666"/>
                        <a:pt x="91" y="666"/>
                      </a:cubicBezTo>
                      <a:cubicBezTo>
                        <a:pt x="91" y="666"/>
                        <a:pt x="91" y="666"/>
                        <a:pt x="91" y="665"/>
                      </a:cubicBezTo>
                      <a:cubicBezTo>
                        <a:pt x="92" y="665"/>
                        <a:pt x="92" y="665"/>
                        <a:pt x="92" y="665"/>
                      </a:cubicBezTo>
                      <a:cubicBezTo>
                        <a:pt x="92" y="665"/>
                        <a:pt x="92" y="665"/>
                        <a:pt x="92" y="665"/>
                      </a:cubicBezTo>
                      <a:cubicBezTo>
                        <a:pt x="93" y="664"/>
                        <a:pt x="93" y="664"/>
                        <a:pt x="94" y="664"/>
                      </a:cubicBezTo>
                      <a:cubicBezTo>
                        <a:pt x="94" y="664"/>
                        <a:pt x="94" y="664"/>
                        <a:pt x="94" y="664"/>
                      </a:cubicBezTo>
                      <a:cubicBezTo>
                        <a:pt x="94" y="664"/>
                        <a:pt x="94" y="665"/>
                        <a:pt x="94" y="665"/>
                      </a:cubicBezTo>
                      <a:cubicBezTo>
                        <a:pt x="94" y="665"/>
                        <a:pt x="95" y="666"/>
                        <a:pt x="95" y="666"/>
                      </a:cubicBezTo>
                      <a:cubicBezTo>
                        <a:pt x="95" y="666"/>
                        <a:pt x="95" y="667"/>
                        <a:pt x="95" y="667"/>
                      </a:cubicBezTo>
                      <a:cubicBezTo>
                        <a:pt x="96" y="667"/>
                        <a:pt x="96" y="666"/>
                        <a:pt x="96" y="666"/>
                      </a:cubicBezTo>
                      <a:cubicBezTo>
                        <a:pt x="96" y="666"/>
                        <a:pt x="96" y="666"/>
                        <a:pt x="95" y="665"/>
                      </a:cubicBezTo>
                      <a:cubicBezTo>
                        <a:pt x="95" y="665"/>
                        <a:pt x="95" y="665"/>
                        <a:pt x="95" y="665"/>
                      </a:cubicBezTo>
                      <a:cubicBezTo>
                        <a:pt x="95" y="665"/>
                        <a:pt x="95" y="665"/>
                        <a:pt x="95" y="664"/>
                      </a:cubicBezTo>
                      <a:cubicBezTo>
                        <a:pt x="95" y="664"/>
                        <a:pt x="95" y="664"/>
                        <a:pt x="95" y="664"/>
                      </a:cubicBezTo>
                      <a:cubicBezTo>
                        <a:pt x="95" y="664"/>
                        <a:pt x="95" y="664"/>
                        <a:pt x="95" y="664"/>
                      </a:cubicBezTo>
                      <a:cubicBezTo>
                        <a:pt x="95" y="664"/>
                        <a:pt x="95" y="663"/>
                        <a:pt x="95" y="663"/>
                      </a:cubicBezTo>
                      <a:cubicBezTo>
                        <a:pt x="95" y="663"/>
                        <a:pt x="95" y="663"/>
                        <a:pt x="95" y="663"/>
                      </a:cubicBezTo>
                      <a:cubicBezTo>
                        <a:pt x="95" y="663"/>
                        <a:pt x="95" y="663"/>
                        <a:pt x="95" y="663"/>
                      </a:cubicBezTo>
                      <a:cubicBezTo>
                        <a:pt x="94" y="663"/>
                        <a:pt x="94" y="663"/>
                        <a:pt x="94" y="663"/>
                      </a:cubicBezTo>
                      <a:cubicBezTo>
                        <a:pt x="93" y="663"/>
                        <a:pt x="93" y="663"/>
                        <a:pt x="93" y="663"/>
                      </a:cubicBezTo>
                      <a:cubicBezTo>
                        <a:pt x="93" y="663"/>
                        <a:pt x="93" y="663"/>
                        <a:pt x="93" y="663"/>
                      </a:cubicBezTo>
                      <a:cubicBezTo>
                        <a:pt x="93" y="663"/>
                        <a:pt x="93" y="663"/>
                        <a:pt x="93" y="663"/>
                      </a:cubicBezTo>
                      <a:cubicBezTo>
                        <a:pt x="93" y="663"/>
                        <a:pt x="93" y="663"/>
                        <a:pt x="93" y="663"/>
                      </a:cubicBezTo>
                      <a:cubicBezTo>
                        <a:pt x="93" y="662"/>
                        <a:pt x="93" y="662"/>
                        <a:pt x="93" y="662"/>
                      </a:cubicBezTo>
                      <a:cubicBezTo>
                        <a:pt x="93" y="662"/>
                        <a:pt x="93" y="662"/>
                        <a:pt x="92" y="662"/>
                      </a:cubicBezTo>
                      <a:cubicBezTo>
                        <a:pt x="92" y="662"/>
                        <a:pt x="92" y="662"/>
                        <a:pt x="92" y="662"/>
                      </a:cubicBezTo>
                      <a:cubicBezTo>
                        <a:pt x="92" y="662"/>
                        <a:pt x="93" y="662"/>
                        <a:pt x="93" y="661"/>
                      </a:cubicBezTo>
                      <a:cubicBezTo>
                        <a:pt x="93" y="661"/>
                        <a:pt x="93" y="661"/>
                        <a:pt x="93" y="661"/>
                      </a:cubicBezTo>
                      <a:cubicBezTo>
                        <a:pt x="94" y="660"/>
                        <a:pt x="95" y="660"/>
                        <a:pt x="95" y="659"/>
                      </a:cubicBezTo>
                      <a:cubicBezTo>
                        <a:pt x="95" y="658"/>
                        <a:pt x="94" y="658"/>
                        <a:pt x="94" y="658"/>
                      </a:cubicBezTo>
                      <a:cubicBezTo>
                        <a:pt x="94" y="659"/>
                        <a:pt x="94" y="659"/>
                        <a:pt x="94" y="660"/>
                      </a:cubicBezTo>
                      <a:cubicBezTo>
                        <a:pt x="94" y="660"/>
                        <a:pt x="93" y="661"/>
                        <a:pt x="93" y="661"/>
                      </a:cubicBezTo>
                      <a:cubicBezTo>
                        <a:pt x="92" y="661"/>
                        <a:pt x="92" y="662"/>
                        <a:pt x="92" y="662"/>
                      </a:cubicBezTo>
                      <a:cubicBezTo>
                        <a:pt x="92" y="662"/>
                        <a:pt x="92" y="663"/>
                        <a:pt x="92" y="663"/>
                      </a:cubicBezTo>
                      <a:cubicBezTo>
                        <a:pt x="92" y="663"/>
                        <a:pt x="91" y="663"/>
                        <a:pt x="91" y="663"/>
                      </a:cubicBezTo>
                      <a:cubicBezTo>
                        <a:pt x="91" y="662"/>
                        <a:pt x="91" y="662"/>
                        <a:pt x="91" y="662"/>
                      </a:cubicBezTo>
                      <a:cubicBezTo>
                        <a:pt x="91" y="662"/>
                        <a:pt x="91" y="663"/>
                        <a:pt x="91" y="663"/>
                      </a:cubicBezTo>
                      <a:cubicBezTo>
                        <a:pt x="91" y="663"/>
                        <a:pt x="90" y="664"/>
                        <a:pt x="90" y="664"/>
                      </a:cubicBezTo>
                      <a:cubicBezTo>
                        <a:pt x="90" y="664"/>
                        <a:pt x="89" y="664"/>
                        <a:pt x="89" y="664"/>
                      </a:cubicBezTo>
                      <a:cubicBezTo>
                        <a:pt x="89" y="664"/>
                        <a:pt x="89" y="664"/>
                        <a:pt x="89" y="664"/>
                      </a:cubicBezTo>
                      <a:cubicBezTo>
                        <a:pt x="89" y="665"/>
                        <a:pt x="88" y="665"/>
                        <a:pt x="88" y="666"/>
                      </a:cubicBezTo>
                      <a:cubicBezTo>
                        <a:pt x="88" y="666"/>
                        <a:pt x="88" y="666"/>
                        <a:pt x="88" y="667"/>
                      </a:cubicBezTo>
                      <a:cubicBezTo>
                        <a:pt x="87" y="667"/>
                        <a:pt x="87" y="667"/>
                        <a:pt x="87" y="667"/>
                      </a:cubicBezTo>
                      <a:cubicBezTo>
                        <a:pt x="87" y="667"/>
                        <a:pt x="87" y="667"/>
                        <a:pt x="87" y="667"/>
                      </a:cubicBezTo>
                      <a:cubicBezTo>
                        <a:pt x="87" y="668"/>
                        <a:pt x="88" y="669"/>
                        <a:pt x="87" y="669"/>
                      </a:cubicBezTo>
                      <a:cubicBezTo>
                        <a:pt x="87" y="669"/>
                        <a:pt x="86" y="669"/>
                        <a:pt x="86" y="668"/>
                      </a:cubicBezTo>
                      <a:cubicBezTo>
                        <a:pt x="86" y="668"/>
                        <a:pt x="87" y="667"/>
                        <a:pt x="86" y="666"/>
                      </a:cubicBezTo>
                      <a:cubicBezTo>
                        <a:pt x="86" y="667"/>
                        <a:pt x="86" y="667"/>
                        <a:pt x="86" y="667"/>
                      </a:cubicBezTo>
                      <a:cubicBezTo>
                        <a:pt x="86" y="667"/>
                        <a:pt x="86" y="667"/>
                        <a:pt x="85" y="667"/>
                      </a:cubicBezTo>
                      <a:cubicBezTo>
                        <a:pt x="85" y="666"/>
                        <a:pt x="85" y="666"/>
                        <a:pt x="84" y="666"/>
                      </a:cubicBezTo>
                      <a:cubicBezTo>
                        <a:pt x="84" y="666"/>
                        <a:pt x="84" y="666"/>
                        <a:pt x="84" y="665"/>
                      </a:cubicBezTo>
                      <a:cubicBezTo>
                        <a:pt x="84" y="665"/>
                        <a:pt x="84" y="665"/>
                        <a:pt x="85" y="665"/>
                      </a:cubicBezTo>
                      <a:cubicBezTo>
                        <a:pt x="85" y="665"/>
                        <a:pt x="86" y="665"/>
                        <a:pt x="86" y="665"/>
                      </a:cubicBezTo>
                      <a:cubicBezTo>
                        <a:pt x="86" y="666"/>
                        <a:pt x="86" y="666"/>
                        <a:pt x="86" y="666"/>
                      </a:cubicBezTo>
                      <a:cubicBezTo>
                        <a:pt x="87" y="666"/>
                        <a:pt x="87" y="666"/>
                        <a:pt x="87" y="665"/>
                      </a:cubicBezTo>
                      <a:cubicBezTo>
                        <a:pt x="87" y="665"/>
                        <a:pt x="87" y="665"/>
                        <a:pt x="87" y="664"/>
                      </a:cubicBezTo>
                      <a:cubicBezTo>
                        <a:pt x="87" y="664"/>
                        <a:pt x="87" y="664"/>
                        <a:pt x="87" y="664"/>
                      </a:cubicBezTo>
                      <a:cubicBezTo>
                        <a:pt x="87" y="664"/>
                        <a:pt x="87" y="664"/>
                        <a:pt x="87" y="665"/>
                      </a:cubicBezTo>
                      <a:cubicBezTo>
                        <a:pt x="87" y="665"/>
                        <a:pt x="87" y="665"/>
                        <a:pt x="86" y="665"/>
                      </a:cubicBezTo>
                      <a:cubicBezTo>
                        <a:pt x="86" y="665"/>
                        <a:pt x="86" y="665"/>
                        <a:pt x="86" y="665"/>
                      </a:cubicBezTo>
                      <a:cubicBezTo>
                        <a:pt x="86" y="665"/>
                        <a:pt x="87" y="664"/>
                        <a:pt x="87" y="664"/>
                      </a:cubicBezTo>
                      <a:cubicBezTo>
                        <a:pt x="86" y="664"/>
                        <a:pt x="86" y="664"/>
                        <a:pt x="86" y="664"/>
                      </a:cubicBezTo>
                      <a:cubicBezTo>
                        <a:pt x="86" y="664"/>
                        <a:pt x="86" y="664"/>
                        <a:pt x="86" y="663"/>
                      </a:cubicBezTo>
                      <a:cubicBezTo>
                        <a:pt x="87" y="663"/>
                        <a:pt x="87" y="663"/>
                        <a:pt x="87" y="662"/>
                      </a:cubicBezTo>
                      <a:cubicBezTo>
                        <a:pt x="87" y="662"/>
                        <a:pt x="88" y="662"/>
                        <a:pt x="88" y="662"/>
                      </a:cubicBezTo>
                      <a:cubicBezTo>
                        <a:pt x="88" y="662"/>
                        <a:pt x="88" y="662"/>
                        <a:pt x="88" y="662"/>
                      </a:cubicBezTo>
                      <a:cubicBezTo>
                        <a:pt x="88" y="662"/>
                        <a:pt x="88" y="662"/>
                        <a:pt x="88" y="662"/>
                      </a:cubicBezTo>
                      <a:cubicBezTo>
                        <a:pt x="88" y="662"/>
                        <a:pt x="88" y="661"/>
                        <a:pt x="88" y="661"/>
                      </a:cubicBezTo>
                      <a:cubicBezTo>
                        <a:pt x="87" y="661"/>
                        <a:pt x="87" y="662"/>
                        <a:pt x="87" y="662"/>
                      </a:cubicBezTo>
                      <a:cubicBezTo>
                        <a:pt x="87" y="662"/>
                        <a:pt x="86" y="663"/>
                        <a:pt x="86" y="663"/>
                      </a:cubicBezTo>
                      <a:cubicBezTo>
                        <a:pt x="86" y="664"/>
                        <a:pt x="85" y="664"/>
                        <a:pt x="85" y="664"/>
                      </a:cubicBezTo>
                      <a:cubicBezTo>
                        <a:pt x="85" y="664"/>
                        <a:pt x="85" y="664"/>
                        <a:pt x="85" y="664"/>
                      </a:cubicBezTo>
                      <a:cubicBezTo>
                        <a:pt x="85" y="664"/>
                        <a:pt x="85" y="664"/>
                        <a:pt x="85" y="664"/>
                      </a:cubicBezTo>
                      <a:cubicBezTo>
                        <a:pt x="85" y="664"/>
                        <a:pt x="85" y="663"/>
                        <a:pt x="86" y="663"/>
                      </a:cubicBezTo>
                      <a:cubicBezTo>
                        <a:pt x="86" y="662"/>
                        <a:pt x="86" y="662"/>
                        <a:pt x="86" y="662"/>
                      </a:cubicBezTo>
                      <a:cubicBezTo>
                        <a:pt x="86" y="662"/>
                        <a:pt x="86" y="662"/>
                        <a:pt x="86" y="661"/>
                      </a:cubicBezTo>
                      <a:cubicBezTo>
                        <a:pt x="86" y="661"/>
                        <a:pt x="86" y="660"/>
                        <a:pt x="87" y="660"/>
                      </a:cubicBezTo>
                      <a:cubicBezTo>
                        <a:pt x="87" y="659"/>
                        <a:pt x="87" y="659"/>
                        <a:pt x="87" y="659"/>
                      </a:cubicBezTo>
                      <a:cubicBezTo>
                        <a:pt x="87" y="659"/>
                        <a:pt x="87" y="659"/>
                        <a:pt x="87" y="659"/>
                      </a:cubicBezTo>
                      <a:cubicBezTo>
                        <a:pt x="87" y="659"/>
                        <a:pt x="86" y="659"/>
                        <a:pt x="87" y="658"/>
                      </a:cubicBezTo>
                      <a:cubicBezTo>
                        <a:pt x="86" y="658"/>
                        <a:pt x="86" y="658"/>
                        <a:pt x="86" y="658"/>
                      </a:cubicBezTo>
                      <a:cubicBezTo>
                        <a:pt x="86" y="658"/>
                        <a:pt x="86" y="658"/>
                        <a:pt x="86" y="659"/>
                      </a:cubicBezTo>
                      <a:cubicBezTo>
                        <a:pt x="86" y="659"/>
                        <a:pt x="86" y="659"/>
                        <a:pt x="86" y="660"/>
                      </a:cubicBezTo>
                      <a:cubicBezTo>
                        <a:pt x="86" y="660"/>
                        <a:pt x="86" y="660"/>
                        <a:pt x="86" y="661"/>
                      </a:cubicBezTo>
                      <a:cubicBezTo>
                        <a:pt x="85" y="661"/>
                        <a:pt x="85" y="662"/>
                        <a:pt x="85" y="663"/>
                      </a:cubicBezTo>
                      <a:cubicBezTo>
                        <a:pt x="85" y="663"/>
                        <a:pt x="85" y="663"/>
                        <a:pt x="85" y="664"/>
                      </a:cubicBezTo>
                      <a:cubicBezTo>
                        <a:pt x="85" y="664"/>
                        <a:pt x="84" y="664"/>
                        <a:pt x="84" y="664"/>
                      </a:cubicBezTo>
                      <a:cubicBezTo>
                        <a:pt x="84" y="663"/>
                        <a:pt x="84" y="663"/>
                        <a:pt x="84" y="663"/>
                      </a:cubicBezTo>
                      <a:cubicBezTo>
                        <a:pt x="85" y="662"/>
                        <a:pt x="85" y="662"/>
                        <a:pt x="84" y="661"/>
                      </a:cubicBezTo>
                      <a:cubicBezTo>
                        <a:pt x="84" y="660"/>
                        <a:pt x="84" y="659"/>
                        <a:pt x="85" y="658"/>
                      </a:cubicBezTo>
                      <a:cubicBezTo>
                        <a:pt x="85" y="658"/>
                        <a:pt x="84" y="658"/>
                        <a:pt x="84" y="658"/>
                      </a:cubicBezTo>
                      <a:cubicBezTo>
                        <a:pt x="84" y="658"/>
                        <a:pt x="84" y="658"/>
                        <a:pt x="84" y="657"/>
                      </a:cubicBezTo>
                      <a:cubicBezTo>
                        <a:pt x="84" y="657"/>
                        <a:pt x="84" y="657"/>
                        <a:pt x="84" y="657"/>
                      </a:cubicBezTo>
                      <a:cubicBezTo>
                        <a:pt x="84" y="657"/>
                        <a:pt x="84" y="658"/>
                        <a:pt x="84" y="658"/>
                      </a:cubicBezTo>
                      <a:cubicBezTo>
                        <a:pt x="84" y="658"/>
                        <a:pt x="83" y="659"/>
                        <a:pt x="83" y="659"/>
                      </a:cubicBezTo>
                      <a:cubicBezTo>
                        <a:pt x="83" y="660"/>
                        <a:pt x="83" y="660"/>
                        <a:pt x="83" y="660"/>
                      </a:cubicBezTo>
                      <a:cubicBezTo>
                        <a:pt x="83" y="660"/>
                        <a:pt x="84" y="660"/>
                        <a:pt x="84" y="660"/>
                      </a:cubicBezTo>
                      <a:cubicBezTo>
                        <a:pt x="84" y="660"/>
                        <a:pt x="84" y="660"/>
                        <a:pt x="84" y="661"/>
                      </a:cubicBezTo>
                      <a:cubicBezTo>
                        <a:pt x="84" y="661"/>
                        <a:pt x="84" y="662"/>
                        <a:pt x="84" y="662"/>
                      </a:cubicBezTo>
                      <a:cubicBezTo>
                        <a:pt x="84" y="662"/>
                        <a:pt x="84" y="663"/>
                        <a:pt x="84" y="663"/>
                      </a:cubicBezTo>
                      <a:cubicBezTo>
                        <a:pt x="84" y="663"/>
                        <a:pt x="84" y="663"/>
                        <a:pt x="84" y="663"/>
                      </a:cubicBezTo>
                      <a:cubicBezTo>
                        <a:pt x="83" y="663"/>
                        <a:pt x="83" y="663"/>
                        <a:pt x="83" y="663"/>
                      </a:cubicBezTo>
                      <a:cubicBezTo>
                        <a:pt x="83" y="663"/>
                        <a:pt x="83" y="663"/>
                        <a:pt x="83" y="663"/>
                      </a:cubicBezTo>
                      <a:cubicBezTo>
                        <a:pt x="83" y="663"/>
                        <a:pt x="83" y="663"/>
                        <a:pt x="83" y="663"/>
                      </a:cubicBezTo>
                      <a:cubicBezTo>
                        <a:pt x="83" y="663"/>
                        <a:pt x="83" y="664"/>
                        <a:pt x="83" y="664"/>
                      </a:cubicBezTo>
                      <a:cubicBezTo>
                        <a:pt x="83" y="664"/>
                        <a:pt x="83" y="664"/>
                        <a:pt x="83" y="664"/>
                      </a:cubicBezTo>
                      <a:cubicBezTo>
                        <a:pt x="83" y="664"/>
                        <a:pt x="83" y="664"/>
                        <a:pt x="83" y="664"/>
                      </a:cubicBezTo>
                      <a:cubicBezTo>
                        <a:pt x="83" y="664"/>
                        <a:pt x="82" y="663"/>
                        <a:pt x="82" y="663"/>
                      </a:cubicBezTo>
                      <a:cubicBezTo>
                        <a:pt x="82" y="663"/>
                        <a:pt x="82" y="663"/>
                        <a:pt x="82" y="663"/>
                      </a:cubicBezTo>
                      <a:cubicBezTo>
                        <a:pt x="82" y="663"/>
                        <a:pt x="82" y="663"/>
                        <a:pt x="82" y="663"/>
                      </a:cubicBezTo>
                      <a:cubicBezTo>
                        <a:pt x="82" y="662"/>
                        <a:pt x="83" y="662"/>
                        <a:pt x="82" y="661"/>
                      </a:cubicBezTo>
                      <a:cubicBezTo>
                        <a:pt x="82" y="661"/>
                        <a:pt x="82" y="661"/>
                        <a:pt x="82" y="661"/>
                      </a:cubicBezTo>
                      <a:cubicBezTo>
                        <a:pt x="82" y="660"/>
                        <a:pt x="82" y="660"/>
                        <a:pt x="82" y="660"/>
                      </a:cubicBezTo>
                      <a:cubicBezTo>
                        <a:pt x="82" y="660"/>
                        <a:pt x="82" y="660"/>
                        <a:pt x="82" y="660"/>
                      </a:cubicBezTo>
                      <a:cubicBezTo>
                        <a:pt x="83" y="660"/>
                        <a:pt x="82" y="659"/>
                        <a:pt x="83" y="658"/>
                      </a:cubicBezTo>
                      <a:cubicBezTo>
                        <a:pt x="83" y="658"/>
                        <a:pt x="83" y="658"/>
                        <a:pt x="83" y="658"/>
                      </a:cubicBezTo>
                      <a:cubicBezTo>
                        <a:pt x="83" y="658"/>
                        <a:pt x="83" y="657"/>
                        <a:pt x="83" y="657"/>
                      </a:cubicBezTo>
                      <a:cubicBezTo>
                        <a:pt x="82" y="658"/>
                        <a:pt x="82" y="659"/>
                        <a:pt x="82" y="659"/>
                      </a:cubicBezTo>
                      <a:cubicBezTo>
                        <a:pt x="82" y="660"/>
                        <a:pt x="82" y="660"/>
                        <a:pt x="82" y="660"/>
                      </a:cubicBezTo>
                      <a:cubicBezTo>
                        <a:pt x="81" y="660"/>
                        <a:pt x="81" y="660"/>
                        <a:pt x="81" y="660"/>
                      </a:cubicBezTo>
                      <a:cubicBezTo>
                        <a:pt x="81" y="660"/>
                        <a:pt x="81" y="660"/>
                        <a:pt x="80" y="659"/>
                      </a:cubicBezTo>
                      <a:cubicBezTo>
                        <a:pt x="80" y="659"/>
                        <a:pt x="80" y="659"/>
                        <a:pt x="80" y="658"/>
                      </a:cubicBezTo>
                      <a:cubicBezTo>
                        <a:pt x="80" y="658"/>
                        <a:pt x="80" y="658"/>
                        <a:pt x="80" y="658"/>
                      </a:cubicBezTo>
                      <a:cubicBezTo>
                        <a:pt x="80" y="658"/>
                        <a:pt x="80" y="658"/>
                        <a:pt x="80" y="657"/>
                      </a:cubicBezTo>
                      <a:cubicBezTo>
                        <a:pt x="80" y="657"/>
                        <a:pt x="80" y="657"/>
                        <a:pt x="80" y="657"/>
                      </a:cubicBezTo>
                      <a:cubicBezTo>
                        <a:pt x="80" y="657"/>
                        <a:pt x="80" y="656"/>
                        <a:pt x="80" y="656"/>
                      </a:cubicBezTo>
                      <a:cubicBezTo>
                        <a:pt x="80" y="655"/>
                        <a:pt x="80" y="654"/>
                        <a:pt x="80" y="653"/>
                      </a:cubicBezTo>
                      <a:cubicBezTo>
                        <a:pt x="81" y="653"/>
                        <a:pt x="81" y="653"/>
                        <a:pt x="81" y="653"/>
                      </a:cubicBezTo>
                      <a:cubicBezTo>
                        <a:pt x="82" y="653"/>
                        <a:pt x="82" y="652"/>
                        <a:pt x="81" y="652"/>
                      </a:cubicBezTo>
                      <a:cubicBezTo>
                        <a:pt x="81" y="652"/>
                        <a:pt x="81" y="651"/>
                        <a:pt x="81" y="651"/>
                      </a:cubicBezTo>
                      <a:cubicBezTo>
                        <a:pt x="81" y="651"/>
                        <a:pt x="81" y="651"/>
                        <a:pt x="81" y="651"/>
                      </a:cubicBezTo>
                      <a:cubicBezTo>
                        <a:pt x="81" y="651"/>
                        <a:pt x="81" y="650"/>
                        <a:pt x="82" y="650"/>
                      </a:cubicBezTo>
                      <a:cubicBezTo>
                        <a:pt x="82" y="651"/>
                        <a:pt x="82" y="651"/>
                        <a:pt x="82" y="651"/>
                      </a:cubicBezTo>
                      <a:cubicBezTo>
                        <a:pt x="83" y="652"/>
                        <a:pt x="84" y="652"/>
                        <a:pt x="84" y="652"/>
                      </a:cubicBezTo>
                      <a:cubicBezTo>
                        <a:pt x="85" y="652"/>
                        <a:pt x="85" y="652"/>
                        <a:pt x="85" y="652"/>
                      </a:cubicBezTo>
                      <a:cubicBezTo>
                        <a:pt x="86" y="651"/>
                        <a:pt x="86" y="652"/>
                        <a:pt x="87" y="652"/>
                      </a:cubicBezTo>
                      <a:cubicBezTo>
                        <a:pt x="87" y="652"/>
                        <a:pt x="87" y="653"/>
                        <a:pt x="88" y="652"/>
                      </a:cubicBezTo>
                      <a:cubicBezTo>
                        <a:pt x="87" y="652"/>
                        <a:pt x="87" y="652"/>
                        <a:pt x="87" y="651"/>
                      </a:cubicBezTo>
                      <a:cubicBezTo>
                        <a:pt x="86" y="651"/>
                        <a:pt x="86" y="651"/>
                        <a:pt x="85" y="651"/>
                      </a:cubicBezTo>
                      <a:cubicBezTo>
                        <a:pt x="85" y="651"/>
                        <a:pt x="85" y="651"/>
                        <a:pt x="85" y="651"/>
                      </a:cubicBezTo>
                      <a:cubicBezTo>
                        <a:pt x="84" y="651"/>
                        <a:pt x="84" y="651"/>
                        <a:pt x="84" y="651"/>
                      </a:cubicBezTo>
                      <a:cubicBezTo>
                        <a:pt x="83" y="651"/>
                        <a:pt x="83" y="651"/>
                        <a:pt x="83" y="650"/>
                      </a:cubicBezTo>
                      <a:cubicBezTo>
                        <a:pt x="82" y="650"/>
                        <a:pt x="82" y="649"/>
                        <a:pt x="82" y="649"/>
                      </a:cubicBezTo>
                      <a:cubicBezTo>
                        <a:pt x="82" y="649"/>
                        <a:pt x="82" y="649"/>
                        <a:pt x="82" y="649"/>
                      </a:cubicBezTo>
                      <a:cubicBezTo>
                        <a:pt x="82" y="648"/>
                        <a:pt x="82" y="648"/>
                        <a:pt x="82" y="648"/>
                      </a:cubicBezTo>
                      <a:cubicBezTo>
                        <a:pt x="82" y="648"/>
                        <a:pt x="82" y="648"/>
                        <a:pt x="82" y="648"/>
                      </a:cubicBezTo>
                      <a:cubicBezTo>
                        <a:pt x="83" y="647"/>
                        <a:pt x="83" y="647"/>
                        <a:pt x="83" y="646"/>
                      </a:cubicBezTo>
                      <a:cubicBezTo>
                        <a:pt x="83" y="646"/>
                        <a:pt x="83" y="646"/>
                        <a:pt x="83" y="646"/>
                      </a:cubicBezTo>
                      <a:cubicBezTo>
                        <a:pt x="83" y="646"/>
                        <a:pt x="83" y="646"/>
                        <a:pt x="82" y="646"/>
                      </a:cubicBezTo>
                      <a:cubicBezTo>
                        <a:pt x="82" y="646"/>
                        <a:pt x="82" y="646"/>
                        <a:pt x="82" y="646"/>
                      </a:cubicBezTo>
                      <a:cubicBezTo>
                        <a:pt x="82" y="647"/>
                        <a:pt x="81" y="647"/>
                        <a:pt x="81" y="647"/>
                      </a:cubicBezTo>
                      <a:cubicBezTo>
                        <a:pt x="81" y="648"/>
                        <a:pt x="81" y="648"/>
                        <a:pt x="80" y="648"/>
                      </a:cubicBezTo>
                      <a:cubicBezTo>
                        <a:pt x="80" y="649"/>
                        <a:pt x="79" y="649"/>
                        <a:pt x="79" y="649"/>
                      </a:cubicBezTo>
                      <a:cubicBezTo>
                        <a:pt x="79" y="650"/>
                        <a:pt x="79" y="651"/>
                        <a:pt x="79" y="652"/>
                      </a:cubicBezTo>
                      <a:cubicBezTo>
                        <a:pt x="79" y="652"/>
                        <a:pt x="79" y="652"/>
                        <a:pt x="79" y="652"/>
                      </a:cubicBezTo>
                      <a:cubicBezTo>
                        <a:pt x="79" y="652"/>
                        <a:pt x="79" y="652"/>
                        <a:pt x="79" y="652"/>
                      </a:cubicBezTo>
                      <a:cubicBezTo>
                        <a:pt x="78" y="652"/>
                        <a:pt x="78" y="652"/>
                        <a:pt x="78" y="653"/>
                      </a:cubicBezTo>
                      <a:cubicBezTo>
                        <a:pt x="78" y="653"/>
                        <a:pt x="78" y="653"/>
                        <a:pt x="78" y="653"/>
                      </a:cubicBezTo>
                      <a:cubicBezTo>
                        <a:pt x="77" y="653"/>
                        <a:pt x="77" y="654"/>
                        <a:pt x="77" y="654"/>
                      </a:cubicBezTo>
                      <a:cubicBezTo>
                        <a:pt x="77" y="654"/>
                        <a:pt x="77" y="654"/>
                        <a:pt x="76" y="653"/>
                      </a:cubicBezTo>
                      <a:cubicBezTo>
                        <a:pt x="76" y="653"/>
                        <a:pt x="75" y="653"/>
                        <a:pt x="75" y="652"/>
                      </a:cubicBezTo>
                      <a:cubicBezTo>
                        <a:pt x="75" y="652"/>
                        <a:pt x="75" y="652"/>
                        <a:pt x="75" y="651"/>
                      </a:cubicBezTo>
                      <a:cubicBezTo>
                        <a:pt x="75" y="651"/>
                        <a:pt x="74" y="651"/>
                        <a:pt x="74" y="651"/>
                      </a:cubicBezTo>
                      <a:cubicBezTo>
                        <a:pt x="74" y="651"/>
                        <a:pt x="74" y="650"/>
                        <a:pt x="74" y="650"/>
                      </a:cubicBezTo>
                      <a:cubicBezTo>
                        <a:pt x="74" y="650"/>
                        <a:pt x="74" y="650"/>
                        <a:pt x="74" y="650"/>
                      </a:cubicBezTo>
                      <a:cubicBezTo>
                        <a:pt x="74" y="650"/>
                        <a:pt x="73" y="649"/>
                        <a:pt x="73" y="648"/>
                      </a:cubicBezTo>
                      <a:cubicBezTo>
                        <a:pt x="73" y="649"/>
                        <a:pt x="73" y="649"/>
                        <a:pt x="73" y="649"/>
                      </a:cubicBezTo>
                      <a:cubicBezTo>
                        <a:pt x="73" y="649"/>
                        <a:pt x="73" y="650"/>
                        <a:pt x="73" y="650"/>
                      </a:cubicBezTo>
                      <a:cubicBezTo>
                        <a:pt x="73" y="650"/>
                        <a:pt x="73" y="650"/>
                        <a:pt x="73" y="650"/>
                      </a:cubicBezTo>
                      <a:cubicBezTo>
                        <a:pt x="73" y="650"/>
                        <a:pt x="73" y="650"/>
                        <a:pt x="73" y="650"/>
                      </a:cubicBezTo>
                      <a:cubicBezTo>
                        <a:pt x="72" y="649"/>
                        <a:pt x="72" y="650"/>
                        <a:pt x="71" y="649"/>
                      </a:cubicBezTo>
                      <a:cubicBezTo>
                        <a:pt x="71" y="649"/>
                        <a:pt x="71" y="648"/>
                        <a:pt x="72" y="648"/>
                      </a:cubicBezTo>
                      <a:cubicBezTo>
                        <a:pt x="72" y="648"/>
                        <a:pt x="72" y="648"/>
                        <a:pt x="72" y="648"/>
                      </a:cubicBezTo>
                      <a:cubicBezTo>
                        <a:pt x="72" y="648"/>
                        <a:pt x="72" y="648"/>
                        <a:pt x="72" y="648"/>
                      </a:cubicBezTo>
                      <a:cubicBezTo>
                        <a:pt x="73" y="648"/>
                        <a:pt x="73" y="648"/>
                        <a:pt x="73" y="648"/>
                      </a:cubicBezTo>
                      <a:cubicBezTo>
                        <a:pt x="73" y="648"/>
                        <a:pt x="73" y="648"/>
                        <a:pt x="73" y="647"/>
                      </a:cubicBezTo>
                      <a:cubicBezTo>
                        <a:pt x="73" y="647"/>
                        <a:pt x="73" y="647"/>
                        <a:pt x="72" y="647"/>
                      </a:cubicBezTo>
                      <a:cubicBezTo>
                        <a:pt x="72" y="647"/>
                        <a:pt x="72" y="647"/>
                        <a:pt x="72" y="647"/>
                      </a:cubicBezTo>
                      <a:cubicBezTo>
                        <a:pt x="72" y="646"/>
                        <a:pt x="73" y="646"/>
                        <a:pt x="73" y="646"/>
                      </a:cubicBezTo>
                      <a:cubicBezTo>
                        <a:pt x="73" y="646"/>
                        <a:pt x="73" y="647"/>
                        <a:pt x="73" y="647"/>
                      </a:cubicBezTo>
                      <a:cubicBezTo>
                        <a:pt x="74" y="647"/>
                        <a:pt x="74" y="648"/>
                        <a:pt x="75" y="649"/>
                      </a:cubicBezTo>
                      <a:cubicBezTo>
                        <a:pt x="75" y="649"/>
                        <a:pt x="75" y="649"/>
                        <a:pt x="75" y="649"/>
                      </a:cubicBezTo>
                      <a:cubicBezTo>
                        <a:pt x="75" y="649"/>
                        <a:pt x="75" y="649"/>
                        <a:pt x="76" y="649"/>
                      </a:cubicBezTo>
                      <a:cubicBezTo>
                        <a:pt x="76" y="649"/>
                        <a:pt x="76" y="648"/>
                        <a:pt x="75" y="648"/>
                      </a:cubicBezTo>
                      <a:cubicBezTo>
                        <a:pt x="75" y="648"/>
                        <a:pt x="74" y="647"/>
                        <a:pt x="73" y="646"/>
                      </a:cubicBezTo>
                      <a:cubicBezTo>
                        <a:pt x="73" y="646"/>
                        <a:pt x="73" y="645"/>
                        <a:pt x="73" y="645"/>
                      </a:cubicBezTo>
                      <a:cubicBezTo>
                        <a:pt x="73" y="645"/>
                        <a:pt x="73" y="645"/>
                        <a:pt x="73" y="644"/>
                      </a:cubicBezTo>
                      <a:cubicBezTo>
                        <a:pt x="73" y="644"/>
                        <a:pt x="73" y="644"/>
                        <a:pt x="74" y="644"/>
                      </a:cubicBezTo>
                      <a:cubicBezTo>
                        <a:pt x="74" y="644"/>
                        <a:pt x="74" y="644"/>
                        <a:pt x="74" y="643"/>
                      </a:cubicBezTo>
                      <a:cubicBezTo>
                        <a:pt x="74" y="643"/>
                        <a:pt x="74" y="643"/>
                        <a:pt x="74" y="643"/>
                      </a:cubicBezTo>
                      <a:cubicBezTo>
                        <a:pt x="74" y="643"/>
                        <a:pt x="74" y="643"/>
                        <a:pt x="74" y="643"/>
                      </a:cubicBezTo>
                      <a:cubicBezTo>
                        <a:pt x="74" y="643"/>
                        <a:pt x="74" y="643"/>
                        <a:pt x="74" y="643"/>
                      </a:cubicBezTo>
                      <a:cubicBezTo>
                        <a:pt x="74" y="643"/>
                        <a:pt x="74" y="643"/>
                        <a:pt x="74" y="643"/>
                      </a:cubicBezTo>
                      <a:cubicBezTo>
                        <a:pt x="74" y="643"/>
                        <a:pt x="74" y="643"/>
                        <a:pt x="74" y="643"/>
                      </a:cubicBezTo>
                      <a:cubicBezTo>
                        <a:pt x="73" y="643"/>
                        <a:pt x="73" y="643"/>
                        <a:pt x="73" y="644"/>
                      </a:cubicBezTo>
                      <a:cubicBezTo>
                        <a:pt x="73" y="644"/>
                        <a:pt x="73" y="644"/>
                        <a:pt x="73" y="644"/>
                      </a:cubicBezTo>
                      <a:cubicBezTo>
                        <a:pt x="73" y="644"/>
                        <a:pt x="73" y="644"/>
                        <a:pt x="72" y="644"/>
                      </a:cubicBezTo>
                      <a:cubicBezTo>
                        <a:pt x="72" y="644"/>
                        <a:pt x="72" y="644"/>
                        <a:pt x="72" y="644"/>
                      </a:cubicBezTo>
                      <a:cubicBezTo>
                        <a:pt x="72" y="644"/>
                        <a:pt x="72" y="644"/>
                        <a:pt x="72" y="644"/>
                      </a:cubicBezTo>
                      <a:cubicBezTo>
                        <a:pt x="72" y="643"/>
                        <a:pt x="72" y="643"/>
                        <a:pt x="72" y="643"/>
                      </a:cubicBezTo>
                      <a:cubicBezTo>
                        <a:pt x="72" y="643"/>
                        <a:pt x="72" y="642"/>
                        <a:pt x="72" y="642"/>
                      </a:cubicBezTo>
                      <a:cubicBezTo>
                        <a:pt x="72" y="642"/>
                        <a:pt x="72" y="642"/>
                        <a:pt x="72" y="642"/>
                      </a:cubicBezTo>
                      <a:cubicBezTo>
                        <a:pt x="72" y="642"/>
                        <a:pt x="72" y="642"/>
                        <a:pt x="72" y="642"/>
                      </a:cubicBezTo>
                      <a:cubicBezTo>
                        <a:pt x="72" y="642"/>
                        <a:pt x="72" y="642"/>
                        <a:pt x="72" y="642"/>
                      </a:cubicBezTo>
                      <a:cubicBezTo>
                        <a:pt x="72" y="642"/>
                        <a:pt x="72" y="641"/>
                        <a:pt x="72" y="641"/>
                      </a:cubicBezTo>
                      <a:cubicBezTo>
                        <a:pt x="72" y="641"/>
                        <a:pt x="72" y="641"/>
                        <a:pt x="72" y="641"/>
                      </a:cubicBezTo>
                      <a:cubicBezTo>
                        <a:pt x="72" y="641"/>
                        <a:pt x="72" y="641"/>
                        <a:pt x="72" y="641"/>
                      </a:cubicBezTo>
                      <a:cubicBezTo>
                        <a:pt x="72" y="641"/>
                        <a:pt x="72" y="641"/>
                        <a:pt x="72" y="641"/>
                      </a:cubicBezTo>
                      <a:cubicBezTo>
                        <a:pt x="71" y="642"/>
                        <a:pt x="71" y="642"/>
                        <a:pt x="71" y="641"/>
                      </a:cubicBezTo>
                      <a:cubicBezTo>
                        <a:pt x="71" y="641"/>
                        <a:pt x="71" y="641"/>
                        <a:pt x="71" y="641"/>
                      </a:cubicBezTo>
                      <a:cubicBezTo>
                        <a:pt x="71" y="641"/>
                        <a:pt x="71" y="641"/>
                        <a:pt x="71" y="641"/>
                      </a:cubicBezTo>
                      <a:cubicBezTo>
                        <a:pt x="71" y="640"/>
                        <a:pt x="71" y="640"/>
                        <a:pt x="71" y="640"/>
                      </a:cubicBezTo>
                      <a:cubicBezTo>
                        <a:pt x="71" y="640"/>
                        <a:pt x="71" y="640"/>
                        <a:pt x="71" y="640"/>
                      </a:cubicBezTo>
                      <a:cubicBezTo>
                        <a:pt x="71" y="640"/>
                        <a:pt x="71" y="639"/>
                        <a:pt x="71" y="639"/>
                      </a:cubicBezTo>
                      <a:cubicBezTo>
                        <a:pt x="71" y="639"/>
                        <a:pt x="71" y="639"/>
                        <a:pt x="71" y="639"/>
                      </a:cubicBezTo>
                      <a:cubicBezTo>
                        <a:pt x="71" y="639"/>
                        <a:pt x="71" y="639"/>
                        <a:pt x="72" y="639"/>
                      </a:cubicBezTo>
                      <a:cubicBezTo>
                        <a:pt x="72" y="639"/>
                        <a:pt x="72" y="639"/>
                        <a:pt x="72" y="639"/>
                      </a:cubicBezTo>
                      <a:cubicBezTo>
                        <a:pt x="72" y="640"/>
                        <a:pt x="72" y="640"/>
                        <a:pt x="72" y="640"/>
                      </a:cubicBezTo>
                      <a:cubicBezTo>
                        <a:pt x="73" y="640"/>
                        <a:pt x="73" y="640"/>
                        <a:pt x="73" y="640"/>
                      </a:cubicBezTo>
                      <a:cubicBezTo>
                        <a:pt x="73" y="640"/>
                        <a:pt x="73" y="640"/>
                        <a:pt x="73" y="640"/>
                      </a:cubicBezTo>
                      <a:cubicBezTo>
                        <a:pt x="73" y="640"/>
                        <a:pt x="73" y="640"/>
                        <a:pt x="73" y="640"/>
                      </a:cubicBezTo>
                      <a:cubicBezTo>
                        <a:pt x="73" y="640"/>
                        <a:pt x="73" y="639"/>
                        <a:pt x="72" y="639"/>
                      </a:cubicBezTo>
                      <a:cubicBezTo>
                        <a:pt x="72" y="639"/>
                        <a:pt x="72" y="639"/>
                        <a:pt x="72" y="639"/>
                      </a:cubicBezTo>
                      <a:cubicBezTo>
                        <a:pt x="72" y="639"/>
                        <a:pt x="72" y="639"/>
                        <a:pt x="72" y="639"/>
                      </a:cubicBezTo>
                      <a:cubicBezTo>
                        <a:pt x="72" y="638"/>
                        <a:pt x="72" y="638"/>
                        <a:pt x="72" y="638"/>
                      </a:cubicBezTo>
                      <a:cubicBezTo>
                        <a:pt x="72" y="638"/>
                        <a:pt x="72" y="638"/>
                        <a:pt x="71" y="638"/>
                      </a:cubicBezTo>
                      <a:cubicBezTo>
                        <a:pt x="71" y="639"/>
                        <a:pt x="71" y="639"/>
                        <a:pt x="71" y="639"/>
                      </a:cubicBezTo>
                      <a:cubicBezTo>
                        <a:pt x="71" y="639"/>
                        <a:pt x="71" y="639"/>
                        <a:pt x="71" y="639"/>
                      </a:cubicBezTo>
                      <a:cubicBezTo>
                        <a:pt x="71" y="639"/>
                        <a:pt x="71" y="639"/>
                        <a:pt x="71" y="638"/>
                      </a:cubicBezTo>
                      <a:cubicBezTo>
                        <a:pt x="71" y="638"/>
                        <a:pt x="71" y="638"/>
                        <a:pt x="71" y="638"/>
                      </a:cubicBezTo>
                      <a:cubicBezTo>
                        <a:pt x="71" y="638"/>
                        <a:pt x="71" y="638"/>
                        <a:pt x="72" y="638"/>
                      </a:cubicBezTo>
                      <a:cubicBezTo>
                        <a:pt x="72" y="638"/>
                        <a:pt x="72" y="638"/>
                        <a:pt x="72" y="637"/>
                      </a:cubicBezTo>
                      <a:cubicBezTo>
                        <a:pt x="72" y="637"/>
                        <a:pt x="72" y="637"/>
                        <a:pt x="72" y="637"/>
                      </a:cubicBezTo>
                      <a:cubicBezTo>
                        <a:pt x="72" y="637"/>
                        <a:pt x="72" y="637"/>
                        <a:pt x="72" y="637"/>
                      </a:cubicBezTo>
                      <a:cubicBezTo>
                        <a:pt x="72" y="636"/>
                        <a:pt x="72" y="636"/>
                        <a:pt x="72" y="636"/>
                      </a:cubicBezTo>
                      <a:cubicBezTo>
                        <a:pt x="72" y="636"/>
                        <a:pt x="73" y="636"/>
                        <a:pt x="73" y="636"/>
                      </a:cubicBezTo>
                      <a:cubicBezTo>
                        <a:pt x="73" y="636"/>
                        <a:pt x="73" y="635"/>
                        <a:pt x="73" y="635"/>
                      </a:cubicBezTo>
                      <a:cubicBezTo>
                        <a:pt x="73" y="635"/>
                        <a:pt x="73" y="635"/>
                        <a:pt x="73" y="635"/>
                      </a:cubicBezTo>
                      <a:cubicBezTo>
                        <a:pt x="73" y="635"/>
                        <a:pt x="73" y="635"/>
                        <a:pt x="73" y="635"/>
                      </a:cubicBezTo>
                      <a:cubicBezTo>
                        <a:pt x="73" y="635"/>
                        <a:pt x="73" y="635"/>
                        <a:pt x="73" y="634"/>
                      </a:cubicBezTo>
                      <a:cubicBezTo>
                        <a:pt x="74" y="634"/>
                        <a:pt x="74" y="634"/>
                        <a:pt x="74" y="634"/>
                      </a:cubicBezTo>
                      <a:cubicBezTo>
                        <a:pt x="74" y="634"/>
                        <a:pt x="74" y="634"/>
                        <a:pt x="74" y="634"/>
                      </a:cubicBezTo>
                      <a:cubicBezTo>
                        <a:pt x="74" y="634"/>
                        <a:pt x="74" y="634"/>
                        <a:pt x="75" y="634"/>
                      </a:cubicBezTo>
                      <a:cubicBezTo>
                        <a:pt x="75" y="634"/>
                        <a:pt x="75" y="634"/>
                        <a:pt x="76" y="634"/>
                      </a:cubicBezTo>
                      <a:cubicBezTo>
                        <a:pt x="76" y="634"/>
                        <a:pt x="76" y="634"/>
                        <a:pt x="76" y="634"/>
                      </a:cubicBezTo>
                      <a:cubicBezTo>
                        <a:pt x="76" y="634"/>
                        <a:pt x="76" y="633"/>
                        <a:pt x="76" y="633"/>
                      </a:cubicBezTo>
                      <a:cubicBezTo>
                        <a:pt x="76" y="633"/>
                        <a:pt x="76" y="633"/>
                        <a:pt x="75" y="634"/>
                      </a:cubicBezTo>
                      <a:cubicBezTo>
                        <a:pt x="75" y="634"/>
                        <a:pt x="75" y="634"/>
                        <a:pt x="75" y="634"/>
                      </a:cubicBezTo>
                      <a:cubicBezTo>
                        <a:pt x="75" y="634"/>
                        <a:pt x="75" y="634"/>
                        <a:pt x="75" y="634"/>
                      </a:cubicBezTo>
                      <a:cubicBezTo>
                        <a:pt x="75" y="634"/>
                        <a:pt x="74" y="634"/>
                        <a:pt x="74" y="634"/>
                      </a:cubicBezTo>
                      <a:cubicBezTo>
                        <a:pt x="74" y="634"/>
                        <a:pt x="74" y="634"/>
                        <a:pt x="74" y="633"/>
                      </a:cubicBezTo>
                      <a:cubicBezTo>
                        <a:pt x="74" y="633"/>
                        <a:pt x="74" y="633"/>
                        <a:pt x="74" y="633"/>
                      </a:cubicBezTo>
                      <a:cubicBezTo>
                        <a:pt x="74" y="633"/>
                        <a:pt x="74" y="633"/>
                        <a:pt x="74" y="633"/>
                      </a:cubicBezTo>
                      <a:cubicBezTo>
                        <a:pt x="74" y="632"/>
                        <a:pt x="74" y="632"/>
                        <a:pt x="75" y="632"/>
                      </a:cubicBezTo>
                      <a:cubicBezTo>
                        <a:pt x="75" y="632"/>
                        <a:pt x="75" y="631"/>
                        <a:pt x="75" y="631"/>
                      </a:cubicBezTo>
                      <a:cubicBezTo>
                        <a:pt x="76" y="630"/>
                        <a:pt x="76" y="630"/>
                        <a:pt x="76" y="630"/>
                      </a:cubicBezTo>
                      <a:cubicBezTo>
                        <a:pt x="76" y="630"/>
                        <a:pt x="76" y="629"/>
                        <a:pt x="76" y="629"/>
                      </a:cubicBezTo>
                      <a:cubicBezTo>
                        <a:pt x="76" y="629"/>
                        <a:pt x="76" y="629"/>
                        <a:pt x="76" y="629"/>
                      </a:cubicBezTo>
                      <a:cubicBezTo>
                        <a:pt x="76" y="628"/>
                        <a:pt x="76" y="628"/>
                        <a:pt x="76" y="628"/>
                      </a:cubicBezTo>
                      <a:cubicBezTo>
                        <a:pt x="76" y="628"/>
                        <a:pt x="76" y="628"/>
                        <a:pt x="76" y="628"/>
                      </a:cubicBezTo>
                      <a:cubicBezTo>
                        <a:pt x="76" y="628"/>
                        <a:pt x="75" y="627"/>
                        <a:pt x="75" y="627"/>
                      </a:cubicBezTo>
                      <a:cubicBezTo>
                        <a:pt x="75" y="628"/>
                        <a:pt x="75" y="628"/>
                        <a:pt x="75" y="629"/>
                      </a:cubicBezTo>
                      <a:cubicBezTo>
                        <a:pt x="75" y="629"/>
                        <a:pt x="75" y="629"/>
                        <a:pt x="75" y="629"/>
                      </a:cubicBezTo>
                      <a:cubicBezTo>
                        <a:pt x="75" y="629"/>
                        <a:pt x="75" y="630"/>
                        <a:pt x="75" y="630"/>
                      </a:cubicBezTo>
                      <a:cubicBezTo>
                        <a:pt x="75" y="630"/>
                        <a:pt x="75" y="630"/>
                        <a:pt x="75" y="631"/>
                      </a:cubicBezTo>
                      <a:cubicBezTo>
                        <a:pt x="75" y="631"/>
                        <a:pt x="74" y="631"/>
                        <a:pt x="74" y="632"/>
                      </a:cubicBezTo>
                      <a:cubicBezTo>
                        <a:pt x="74" y="632"/>
                        <a:pt x="74" y="632"/>
                        <a:pt x="74" y="633"/>
                      </a:cubicBezTo>
                      <a:cubicBezTo>
                        <a:pt x="74" y="633"/>
                        <a:pt x="74" y="633"/>
                        <a:pt x="73" y="634"/>
                      </a:cubicBezTo>
                      <a:cubicBezTo>
                        <a:pt x="73" y="633"/>
                        <a:pt x="73" y="633"/>
                        <a:pt x="73" y="633"/>
                      </a:cubicBezTo>
                      <a:cubicBezTo>
                        <a:pt x="73" y="633"/>
                        <a:pt x="73" y="632"/>
                        <a:pt x="73" y="632"/>
                      </a:cubicBezTo>
                      <a:cubicBezTo>
                        <a:pt x="73" y="632"/>
                        <a:pt x="73" y="632"/>
                        <a:pt x="74" y="632"/>
                      </a:cubicBezTo>
                      <a:cubicBezTo>
                        <a:pt x="74" y="632"/>
                        <a:pt x="74" y="631"/>
                        <a:pt x="74" y="631"/>
                      </a:cubicBezTo>
                      <a:cubicBezTo>
                        <a:pt x="74" y="631"/>
                        <a:pt x="74" y="631"/>
                        <a:pt x="74" y="631"/>
                      </a:cubicBezTo>
                      <a:cubicBezTo>
                        <a:pt x="74" y="631"/>
                        <a:pt x="74" y="630"/>
                        <a:pt x="74" y="630"/>
                      </a:cubicBezTo>
                      <a:cubicBezTo>
                        <a:pt x="74" y="629"/>
                        <a:pt x="74" y="628"/>
                        <a:pt x="73" y="627"/>
                      </a:cubicBezTo>
                      <a:cubicBezTo>
                        <a:pt x="73" y="626"/>
                        <a:pt x="74" y="625"/>
                        <a:pt x="73" y="624"/>
                      </a:cubicBezTo>
                      <a:cubicBezTo>
                        <a:pt x="73" y="624"/>
                        <a:pt x="73" y="624"/>
                        <a:pt x="73" y="624"/>
                      </a:cubicBezTo>
                      <a:cubicBezTo>
                        <a:pt x="74" y="623"/>
                        <a:pt x="74" y="623"/>
                        <a:pt x="74" y="623"/>
                      </a:cubicBezTo>
                      <a:cubicBezTo>
                        <a:pt x="74" y="623"/>
                        <a:pt x="74" y="622"/>
                        <a:pt x="74" y="622"/>
                      </a:cubicBezTo>
                      <a:cubicBezTo>
                        <a:pt x="74" y="622"/>
                        <a:pt x="73" y="620"/>
                        <a:pt x="73" y="620"/>
                      </a:cubicBezTo>
                      <a:cubicBezTo>
                        <a:pt x="72" y="620"/>
                        <a:pt x="72" y="620"/>
                        <a:pt x="72" y="620"/>
                      </a:cubicBezTo>
                      <a:cubicBezTo>
                        <a:pt x="71" y="620"/>
                        <a:pt x="71" y="620"/>
                        <a:pt x="71" y="620"/>
                      </a:cubicBezTo>
                      <a:cubicBezTo>
                        <a:pt x="71" y="620"/>
                        <a:pt x="71" y="620"/>
                        <a:pt x="71" y="620"/>
                      </a:cubicBezTo>
                      <a:cubicBezTo>
                        <a:pt x="71" y="619"/>
                        <a:pt x="71" y="619"/>
                        <a:pt x="71" y="619"/>
                      </a:cubicBezTo>
                      <a:cubicBezTo>
                        <a:pt x="71" y="619"/>
                        <a:pt x="70" y="619"/>
                        <a:pt x="70" y="619"/>
                      </a:cubicBezTo>
                      <a:cubicBezTo>
                        <a:pt x="70" y="619"/>
                        <a:pt x="69" y="617"/>
                        <a:pt x="69" y="617"/>
                      </a:cubicBezTo>
                      <a:cubicBezTo>
                        <a:pt x="68" y="617"/>
                        <a:pt x="68" y="617"/>
                        <a:pt x="68" y="617"/>
                      </a:cubicBezTo>
                      <a:cubicBezTo>
                        <a:pt x="66" y="617"/>
                        <a:pt x="66" y="617"/>
                        <a:pt x="66" y="617"/>
                      </a:cubicBezTo>
                      <a:cubicBezTo>
                        <a:pt x="66" y="617"/>
                        <a:pt x="63" y="614"/>
                        <a:pt x="63" y="614"/>
                      </a:cubicBezTo>
                      <a:cubicBezTo>
                        <a:pt x="63" y="614"/>
                        <a:pt x="61" y="614"/>
                        <a:pt x="61" y="614"/>
                      </a:cubicBezTo>
                      <a:cubicBezTo>
                        <a:pt x="61" y="612"/>
                        <a:pt x="61" y="612"/>
                        <a:pt x="61" y="612"/>
                      </a:cubicBezTo>
                      <a:cubicBezTo>
                        <a:pt x="60" y="611"/>
                        <a:pt x="60" y="611"/>
                        <a:pt x="60" y="611"/>
                      </a:cubicBezTo>
                      <a:cubicBezTo>
                        <a:pt x="60" y="610"/>
                        <a:pt x="60" y="610"/>
                        <a:pt x="60" y="610"/>
                      </a:cubicBezTo>
                      <a:cubicBezTo>
                        <a:pt x="60" y="610"/>
                        <a:pt x="60" y="610"/>
                        <a:pt x="60" y="610"/>
                      </a:cubicBezTo>
                      <a:cubicBezTo>
                        <a:pt x="60" y="609"/>
                        <a:pt x="60" y="609"/>
                        <a:pt x="60" y="609"/>
                      </a:cubicBezTo>
                      <a:cubicBezTo>
                        <a:pt x="58" y="608"/>
                        <a:pt x="58" y="608"/>
                        <a:pt x="58" y="608"/>
                      </a:cubicBezTo>
                      <a:cubicBezTo>
                        <a:pt x="58" y="608"/>
                        <a:pt x="58" y="608"/>
                        <a:pt x="58" y="608"/>
                      </a:cubicBezTo>
                      <a:cubicBezTo>
                        <a:pt x="58" y="608"/>
                        <a:pt x="59" y="607"/>
                        <a:pt x="59" y="607"/>
                      </a:cubicBezTo>
                      <a:cubicBezTo>
                        <a:pt x="51" y="592"/>
                        <a:pt x="51" y="592"/>
                        <a:pt x="51" y="592"/>
                      </a:cubicBezTo>
                      <a:cubicBezTo>
                        <a:pt x="51" y="592"/>
                        <a:pt x="51" y="592"/>
                        <a:pt x="51" y="592"/>
                      </a:cubicBezTo>
                      <a:cubicBezTo>
                        <a:pt x="48" y="588"/>
                        <a:pt x="48" y="588"/>
                        <a:pt x="48" y="588"/>
                      </a:cubicBezTo>
                      <a:cubicBezTo>
                        <a:pt x="46" y="586"/>
                        <a:pt x="46" y="586"/>
                        <a:pt x="46" y="586"/>
                      </a:cubicBezTo>
                      <a:cubicBezTo>
                        <a:pt x="45" y="585"/>
                        <a:pt x="45" y="585"/>
                        <a:pt x="45" y="585"/>
                      </a:cubicBezTo>
                      <a:cubicBezTo>
                        <a:pt x="45" y="585"/>
                        <a:pt x="45" y="585"/>
                        <a:pt x="45" y="585"/>
                      </a:cubicBezTo>
                      <a:cubicBezTo>
                        <a:pt x="44" y="583"/>
                        <a:pt x="44" y="583"/>
                        <a:pt x="44" y="583"/>
                      </a:cubicBezTo>
                      <a:cubicBezTo>
                        <a:pt x="42" y="582"/>
                        <a:pt x="42" y="582"/>
                        <a:pt x="42" y="582"/>
                      </a:cubicBezTo>
                      <a:cubicBezTo>
                        <a:pt x="42" y="581"/>
                        <a:pt x="42" y="581"/>
                        <a:pt x="42" y="581"/>
                      </a:cubicBezTo>
                      <a:cubicBezTo>
                        <a:pt x="40" y="580"/>
                        <a:pt x="40" y="580"/>
                        <a:pt x="40" y="580"/>
                      </a:cubicBezTo>
                      <a:cubicBezTo>
                        <a:pt x="40" y="579"/>
                        <a:pt x="40" y="579"/>
                        <a:pt x="40" y="579"/>
                      </a:cubicBezTo>
                      <a:cubicBezTo>
                        <a:pt x="40" y="579"/>
                        <a:pt x="40" y="579"/>
                        <a:pt x="40" y="579"/>
                      </a:cubicBezTo>
                      <a:cubicBezTo>
                        <a:pt x="40" y="578"/>
                        <a:pt x="40" y="578"/>
                        <a:pt x="40" y="578"/>
                      </a:cubicBezTo>
                      <a:cubicBezTo>
                        <a:pt x="40" y="578"/>
                        <a:pt x="40" y="578"/>
                        <a:pt x="40" y="578"/>
                      </a:cubicBezTo>
                      <a:cubicBezTo>
                        <a:pt x="40" y="577"/>
                        <a:pt x="40" y="577"/>
                        <a:pt x="40" y="577"/>
                      </a:cubicBezTo>
                      <a:cubicBezTo>
                        <a:pt x="37" y="574"/>
                        <a:pt x="37" y="574"/>
                        <a:pt x="37" y="574"/>
                      </a:cubicBezTo>
                      <a:cubicBezTo>
                        <a:pt x="37" y="574"/>
                        <a:pt x="37" y="574"/>
                        <a:pt x="37" y="574"/>
                      </a:cubicBezTo>
                      <a:cubicBezTo>
                        <a:pt x="33" y="576"/>
                        <a:pt x="33" y="576"/>
                        <a:pt x="33" y="576"/>
                      </a:cubicBezTo>
                      <a:cubicBezTo>
                        <a:pt x="31" y="576"/>
                        <a:pt x="31" y="576"/>
                        <a:pt x="31" y="576"/>
                      </a:cubicBezTo>
                      <a:cubicBezTo>
                        <a:pt x="31" y="576"/>
                        <a:pt x="31" y="576"/>
                        <a:pt x="31" y="576"/>
                      </a:cubicBezTo>
                      <a:cubicBezTo>
                        <a:pt x="32" y="577"/>
                        <a:pt x="32" y="577"/>
                        <a:pt x="32" y="577"/>
                      </a:cubicBezTo>
                      <a:cubicBezTo>
                        <a:pt x="32" y="577"/>
                        <a:pt x="32" y="577"/>
                        <a:pt x="32" y="577"/>
                      </a:cubicBezTo>
                      <a:cubicBezTo>
                        <a:pt x="32" y="577"/>
                        <a:pt x="32" y="578"/>
                        <a:pt x="32" y="578"/>
                      </a:cubicBezTo>
                      <a:cubicBezTo>
                        <a:pt x="31" y="578"/>
                        <a:pt x="31" y="578"/>
                        <a:pt x="31" y="578"/>
                      </a:cubicBezTo>
                      <a:cubicBezTo>
                        <a:pt x="31" y="580"/>
                        <a:pt x="31" y="580"/>
                        <a:pt x="31" y="580"/>
                      </a:cubicBezTo>
                      <a:cubicBezTo>
                        <a:pt x="30" y="582"/>
                        <a:pt x="30" y="582"/>
                        <a:pt x="30" y="582"/>
                      </a:cubicBezTo>
                      <a:cubicBezTo>
                        <a:pt x="28" y="582"/>
                        <a:pt x="28" y="582"/>
                        <a:pt x="28" y="582"/>
                      </a:cubicBezTo>
                      <a:cubicBezTo>
                        <a:pt x="23" y="586"/>
                        <a:pt x="23" y="586"/>
                        <a:pt x="23" y="586"/>
                      </a:cubicBezTo>
                      <a:cubicBezTo>
                        <a:pt x="23" y="581"/>
                        <a:pt x="23" y="581"/>
                        <a:pt x="23" y="581"/>
                      </a:cubicBezTo>
                      <a:cubicBezTo>
                        <a:pt x="16" y="574"/>
                        <a:pt x="16" y="574"/>
                        <a:pt x="16" y="574"/>
                      </a:cubicBezTo>
                      <a:cubicBezTo>
                        <a:pt x="16" y="573"/>
                        <a:pt x="16" y="573"/>
                        <a:pt x="16" y="573"/>
                      </a:cubicBezTo>
                      <a:cubicBezTo>
                        <a:pt x="16" y="572"/>
                        <a:pt x="16" y="572"/>
                        <a:pt x="16" y="572"/>
                      </a:cubicBezTo>
                      <a:cubicBezTo>
                        <a:pt x="13" y="571"/>
                        <a:pt x="13" y="571"/>
                        <a:pt x="13" y="571"/>
                      </a:cubicBezTo>
                      <a:cubicBezTo>
                        <a:pt x="12" y="570"/>
                        <a:pt x="12" y="570"/>
                        <a:pt x="12" y="570"/>
                      </a:cubicBezTo>
                      <a:cubicBezTo>
                        <a:pt x="12" y="570"/>
                        <a:pt x="12" y="569"/>
                        <a:pt x="12" y="569"/>
                      </a:cubicBezTo>
                      <a:cubicBezTo>
                        <a:pt x="12" y="569"/>
                        <a:pt x="13" y="568"/>
                        <a:pt x="13" y="568"/>
                      </a:cubicBezTo>
                      <a:cubicBezTo>
                        <a:pt x="13" y="567"/>
                        <a:pt x="13" y="566"/>
                        <a:pt x="13" y="566"/>
                      </a:cubicBezTo>
                      <a:cubicBezTo>
                        <a:pt x="9" y="566"/>
                        <a:pt x="9" y="566"/>
                        <a:pt x="9" y="566"/>
                      </a:cubicBezTo>
                      <a:cubicBezTo>
                        <a:pt x="7" y="569"/>
                        <a:pt x="7" y="569"/>
                        <a:pt x="7" y="569"/>
                      </a:cubicBezTo>
                      <a:cubicBezTo>
                        <a:pt x="7" y="569"/>
                        <a:pt x="4" y="567"/>
                        <a:pt x="4" y="567"/>
                      </a:cubicBezTo>
                      <a:cubicBezTo>
                        <a:pt x="4" y="567"/>
                        <a:pt x="3" y="568"/>
                        <a:pt x="3" y="568"/>
                      </a:cubicBezTo>
                      <a:cubicBezTo>
                        <a:pt x="0" y="567"/>
                        <a:pt x="0" y="567"/>
                        <a:pt x="0" y="567"/>
                      </a:cubicBezTo>
                      <a:cubicBezTo>
                        <a:pt x="0" y="417"/>
                        <a:pt x="0" y="417"/>
                        <a:pt x="0" y="417"/>
                      </a:cubicBezTo>
                      <a:cubicBezTo>
                        <a:pt x="1" y="417"/>
                        <a:pt x="1" y="418"/>
                        <a:pt x="2" y="418"/>
                      </a:cubicBezTo>
                      <a:cubicBezTo>
                        <a:pt x="3" y="418"/>
                        <a:pt x="3" y="418"/>
                        <a:pt x="4" y="419"/>
                      </a:cubicBezTo>
                      <a:cubicBezTo>
                        <a:pt x="6" y="419"/>
                        <a:pt x="7" y="418"/>
                        <a:pt x="8" y="418"/>
                      </a:cubicBezTo>
                      <a:cubicBezTo>
                        <a:pt x="9" y="419"/>
                        <a:pt x="10" y="419"/>
                        <a:pt x="10" y="419"/>
                      </a:cubicBezTo>
                      <a:cubicBezTo>
                        <a:pt x="11" y="420"/>
                        <a:pt x="12" y="420"/>
                        <a:pt x="13" y="420"/>
                      </a:cubicBezTo>
                      <a:cubicBezTo>
                        <a:pt x="13" y="420"/>
                        <a:pt x="13" y="421"/>
                        <a:pt x="13" y="421"/>
                      </a:cubicBezTo>
                      <a:cubicBezTo>
                        <a:pt x="14" y="421"/>
                        <a:pt x="14" y="421"/>
                        <a:pt x="14" y="422"/>
                      </a:cubicBezTo>
                      <a:cubicBezTo>
                        <a:pt x="14" y="422"/>
                        <a:pt x="14" y="422"/>
                        <a:pt x="15" y="423"/>
                      </a:cubicBezTo>
                      <a:cubicBezTo>
                        <a:pt x="15" y="423"/>
                        <a:pt x="16" y="424"/>
                        <a:pt x="17" y="425"/>
                      </a:cubicBezTo>
                      <a:cubicBezTo>
                        <a:pt x="17" y="425"/>
                        <a:pt x="17" y="425"/>
                        <a:pt x="17" y="425"/>
                      </a:cubicBezTo>
                      <a:cubicBezTo>
                        <a:pt x="18" y="425"/>
                        <a:pt x="18" y="425"/>
                        <a:pt x="18" y="425"/>
                      </a:cubicBezTo>
                      <a:cubicBezTo>
                        <a:pt x="18" y="425"/>
                        <a:pt x="18" y="425"/>
                        <a:pt x="18" y="425"/>
                      </a:cubicBezTo>
                      <a:cubicBezTo>
                        <a:pt x="18" y="425"/>
                        <a:pt x="18" y="425"/>
                        <a:pt x="18" y="425"/>
                      </a:cubicBezTo>
                      <a:cubicBezTo>
                        <a:pt x="18" y="426"/>
                        <a:pt x="19" y="426"/>
                        <a:pt x="19" y="426"/>
                      </a:cubicBezTo>
                      <a:cubicBezTo>
                        <a:pt x="19" y="426"/>
                        <a:pt x="19" y="426"/>
                        <a:pt x="19" y="427"/>
                      </a:cubicBezTo>
                      <a:cubicBezTo>
                        <a:pt x="20" y="427"/>
                        <a:pt x="21" y="428"/>
                        <a:pt x="21" y="428"/>
                      </a:cubicBezTo>
                      <a:cubicBezTo>
                        <a:pt x="22" y="429"/>
                        <a:pt x="24" y="430"/>
                        <a:pt x="25" y="430"/>
                      </a:cubicBezTo>
                      <a:cubicBezTo>
                        <a:pt x="25" y="431"/>
                        <a:pt x="26" y="431"/>
                        <a:pt x="26" y="431"/>
                      </a:cubicBezTo>
                      <a:cubicBezTo>
                        <a:pt x="27" y="431"/>
                        <a:pt x="27" y="431"/>
                        <a:pt x="27" y="431"/>
                      </a:cubicBezTo>
                      <a:cubicBezTo>
                        <a:pt x="28" y="431"/>
                        <a:pt x="28" y="432"/>
                        <a:pt x="29" y="432"/>
                      </a:cubicBezTo>
                      <a:cubicBezTo>
                        <a:pt x="29" y="432"/>
                        <a:pt x="30" y="432"/>
                        <a:pt x="30" y="432"/>
                      </a:cubicBezTo>
                      <a:cubicBezTo>
                        <a:pt x="31" y="432"/>
                        <a:pt x="31" y="432"/>
                        <a:pt x="32" y="432"/>
                      </a:cubicBezTo>
                      <a:cubicBezTo>
                        <a:pt x="32" y="432"/>
                        <a:pt x="33" y="432"/>
                        <a:pt x="33" y="432"/>
                      </a:cubicBezTo>
                      <a:cubicBezTo>
                        <a:pt x="34" y="433"/>
                        <a:pt x="35" y="433"/>
                        <a:pt x="35" y="433"/>
                      </a:cubicBezTo>
                      <a:cubicBezTo>
                        <a:pt x="35" y="433"/>
                        <a:pt x="36" y="434"/>
                        <a:pt x="36" y="434"/>
                      </a:cubicBezTo>
                      <a:cubicBezTo>
                        <a:pt x="37" y="434"/>
                        <a:pt x="37" y="434"/>
                        <a:pt x="37" y="435"/>
                      </a:cubicBezTo>
                      <a:cubicBezTo>
                        <a:pt x="38" y="435"/>
                        <a:pt x="38" y="435"/>
                        <a:pt x="38" y="436"/>
                      </a:cubicBezTo>
                      <a:cubicBezTo>
                        <a:pt x="38" y="436"/>
                        <a:pt x="39" y="436"/>
                        <a:pt x="39" y="436"/>
                      </a:cubicBezTo>
                      <a:cubicBezTo>
                        <a:pt x="39" y="436"/>
                        <a:pt x="40" y="436"/>
                        <a:pt x="40" y="437"/>
                      </a:cubicBezTo>
                      <a:cubicBezTo>
                        <a:pt x="39" y="436"/>
                        <a:pt x="38" y="434"/>
                        <a:pt x="37" y="433"/>
                      </a:cubicBezTo>
                      <a:cubicBezTo>
                        <a:pt x="37" y="433"/>
                        <a:pt x="37" y="433"/>
                        <a:pt x="37" y="432"/>
                      </a:cubicBezTo>
                      <a:cubicBezTo>
                        <a:pt x="37" y="432"/>
                        <a:pt x="37" y="432"/>
                        <a:pt x="37" y="432"/>
                      </a:cubicBezTo>
                      <a:cubicBezTo>
                        <a:pt x="37" y="432"/>
                        <a:pt x="37" y="432"/>
                        <a:pt x="38" y="432"/>
                      </a:cubicBezTo>
                      <a:cubicBezTo>
                        <a:pt x="38" y="432"/>
                        <a:pt x="38" y="432"/>
                        <a:pt x="38" y="431"/>
                      </a:cubicBezTo>
                      <a:cubicBezTo>
                        <a:pt x="38" y="431"/>
                        <a:pt x="38" y="431"/>
                        <a:pt x="38" y="431"/>
                      </a:cubicBezTo>
                      <a:cubicBezTo>
                        <a:pt x="37" y="431"/>
                        <a:pt x="37" y="431"/>
                        <a:pt x="37" y="430"/>
                      </a:cubicBezTo>
                      <a:cubicBezTo>
                        <a:pt x="38" y="430"/>
                        <a:pt x="38" y="430"/>
                        <a:pt x="38" y="430"/>
                      </a:cubicBezTo>
                      <a:cubicBezTo>
                        <a:pt x="38" y="430"/>
                        <a:pt x="38" y="430"/>
                        <a:pt x="38" y="430"/>
                      </a:cubicBezTo>
                      <a:cubicBezTo>
                        <a:pt x="37" y="430"/>
                        <a:pt x="37" y="430"/>
                        <a:pt x="37" y="430"/>
                      </a:cubicBezTo>
                      <a:cubicBezTo>
                        <a:pt x="37" y="430"/>
                        <a:pt x="37" y="430"/>
                        <a:pt x="37" y="430"/>
                      </a:cubicBezTo>
                      <a:cubicBezTo>
                        <a:pt x="36" y="430"/>
                        <a:pt x="36" y="430"/>
                        <a:pt x="36" y="429"/>
                      </a:cubicBezTo>
                      <a:cubicBezTo>
                        <a:pt x="36" y="429"/>
                        <a:pt x="36" y="429"/>
                        <a:pt x="36" y="429"/>
                      </a:cubicBezTo>
                      <a:cubicBezTo>
                        <a:pt x="35" y="429"/>
                        <a:pt x="35" y="429"/>
                        <a:pt x="35" y="429"/>
                      </a:cubicBezTo>
                      <a:cubicBezTo>
                        <a:pt x="35" y="428"/>
                        <a:pt x="34" y="428"/>
                        <a:pt x="34" y="427"/>
                      </a:cubicBezTo>
                      <a:cubicBezTo>
                        <a:pt x="34" y="427"/>
                        <a:pt x="34" y="427"/>
                        <a:pt x="34" y="427"/>
                      </a:cubicBezTo>
                      <a:cubicBezTo>
                        <a:pt x="33" y="427"/>
                        <a:pt x="34" y="427"/>
                        <a:pt x="34" y="428"/>
                      </a:cubicBezTo>
                      <a:cubicBezTo>
                        <a:pt x="34" y="428"/>
                        <a:pt x="34" y="428"/>
                        <a:pt x="34" y="428"/>
                      </a:cubicBezTo>
                      <a:cubicBezTo>
                        <a:pt x="34" y="428"/>
                        <a:pt x="34" y="428"/>
                        <a:pt x="33" y="428"/>
                      </a:cubicBezTo>
                      <a:cubicBezTo>
                        <a:pt x="33" y="428"/>
                        <a:pt x="33" y="428"/>
                        <a:pt x="32" y="428"/>
                      </a:cubicBezTo>
                      <a:cubicBezTo>
                        <a:pt x="32" y="428"/>
                        <a:pt x="32" y="428"/>
                        <a:pt x="32" y="428"/>
                      </a:cubicBezTo>
                      <a:cubicBezTo>
                        <a:pt x="32" y="427"/>
                        <a:pt x="32" y="427"/>
                        <a:pt x="32" y="427"/>
                      </a:cubicBezTo>
                      <a:cubicBezTo>
                        <a:pt x="32" y="427"/>
                        <a:pt x="32" y="426"/>
                        <a:pt x="33" y="426"/>
                      </a:cubicBezTo>
                      <a:cubicBezTo>
                        <a:pt x="33" y="426"/>
                        <a:pt x="33" y="426"/>
                        <a:pt x="33" y="426"/>
                      </a:cubicBezTo>
                      <a:cubicBezTo>
                        <a:pt x="34" y="426"/>
                        <a:pt x="34" y="426"/>
                        <a:pt x="34" y="426"/>
                      </a:cubicBezTo>
                      <a:cubicBezTo>
                        <a:pt x="34" y="426"/>
                        <a:pt x="34" y="426"/>
                        <a:pt x="34" y="426"/>
                      </a:cubicBezTo>
                      <a:cubicBezTo>
                        <a:pt x="34" y="425"/>
                        <a:pt x="35" y="426"/>
                        <a:pt x="35" y="426"/>
                      </a:cubicBezTo>
                      <a:cubicBezTo>
                        <a:pt x="35" y="426"/>
                        <a:pt x="35" y="426"/>
                        <a:pt x="36" y="426"/>
                      </a:cubicBezTo>
                      <a:cubicBezTo>
                        <a:pt x="36" y="426"/>
                        <a:pt x="36" y="426"/>
                        <a:pt x="35" y="426"/>
                      </a:cubicBezTo>
                      <a:cubicBezTo>
                        <a:pt x="35" y="426"/>
                        <a:pt x="35" y="426"/>
                        <a:pt x="35" y="426"/>
                      </a:cubicBezTo>
                      <a:cubicBezTo>
                        <a:pt x="35" y="425"/>
                        <a:pt x="35" y="425"/>
                        <a:pt x="35" y="424"/>
                      </a:cubicBezTo>
                      <a:cubicBezTo>
                        <a:pt x="35" y="424"/>
                        <a:pt x="36" y="424"/>
                        <a:pt x="36" y="424"/>
                      </a:cubicBezTo>
                      <a:cubicBezTo>
                        <a:pt x="36" y="424"/>
                        <a:pt x="37" y="424"/>
                        <a:pt x="37" y="424"/>
                      </a:cubicBezTo>
                      <a:cubicBezTo>
                        <a:pt x="38" y="424"/>
                        <a:pt x="39" y="424"/>
                        <a:pt x="39" y="425"/>
                      </a:cubicBezTo>
                      <a:cubicBezTo>
                        <a:pt x="39" y="425"/>
                        <a:pt x="39" y="424"/>
                        <a:pt x="39" y="424"/>
                      </a:cubicBezTo>
                      <a:cubicBezTo>
                        <a:pt x="39" y="424"/>
                        <a:pt x="38" y="424"/>
                        <a:pt x="38" y="424"/>
                      </a:cubicBezTo>
                      <a:cubicBezTo>
                        <a:pt x="38" y="424"/>
                        <a:pt x="37" y="423"/>
                        <a:pt x="37" y="423"/>
                      </a:cubicBezTo>
                      <a:cubicBezTo>
                        <a:pt x="37" y="423"/>
                        <a:pt x="37" y="423"/>
                        <a:pt x="37" y="423"/>
                      </a:cubicBezTo>
                      <a:cubicBezTo>
                        <a:pt x="37" y="423"/>
                        <a:pt x="37" y="422"/>
                        <a:pt x="38" y="422"/>
                      </a:cubicBezTo>
                      <a:cubicBezTo>
                        <a:pt x="38" y="422"/>
                        <a:pt x="38" y="423"/>
                        <a:pt x="39" y="423"/>
                      </a:cubicBezTo>
                      <a:cubicBezTo>
                        <a:pt x="39" y="423"/>
                        <a:pt x="39" y="422"/>
                        <a:pt x="39" y="422"/>
                      </a:cubicBezTo>
                      <a:cubicBezTo>
                        <a:pt x="39" y="422"/>
                        <a:pt x="39" y="421"/>
                        <a:pt x="40" y="421"/>
                      </a:cubicBezTo>
                      <a:cubicBezTo>
                        <a:pt x="40" y="421"/>
                        <a:pt x="40" y="421"/>
                        <a:pt x="40" y="421"/>
                      </a:cubicBezTo>
                      <a:cubicBezTo>
                        <a:pt x="41" y="421"/>
                        <a:pt x="41" y="421"/>
                        <a:pt x="41" y="421"/>
                      </a:cubicBezTo>
                      <a:cubicBezTo>
                        <a:pt x="42" y="421"/>
                        <a:pt x="43" y="421"/>
                        <a:pt x="44" y="421"/>
                      </a:cubicBezTo>
                      <a:cubicBezTo>
                        <a:pt x="44" y="421"/>
                        <a:pt x="44" y="421"/>
                        <a:pt x="44" y="421"/>
                      </a:cubicBezTo>
                      <a:cubicBezTo>
                        <a:pt x="44" y="421"/>
                        <a:pt x="44" y="421"/>
                        <a:pt x="44" y="420"/>
                      </a:cubicBezTo>
                      <a:cubicBezTo>
                        <a:pt x="44" y="420"/>
                        <a:pt x="44" y="420"/>
                        <a:pt x="43" y="420"/>
                      </a:cubicBezTo>
                      <a:cubicBezTo>
                        <a:pt x="43" y="420"/>
                        <a:pt x="43" y="420"/>
                        <a:pt x="43" y="420"/>
                      </a:cubicBezTo>
                      <a:cubicBezTo>
                        <a:pt x="43" y="420"/>
                        <a:pt x="44" y="420"/>
                        <a:pt x="44" y="420"/>
                      </a:cubicBezTo>
                      <a:cubicBezTo>
                        <a:pt x="44" y="419"/>
                        <a:pt x="44" y="419"/>
                        <a:pt x="44" y="419"/>
                      </a:cubicBezTo>
                      <a:cubicBezTo>
                        <a:pt x="44" y="419"/>
                        <a:pt x="44" y="419"/>
                        <a:pt x="44" y="418"/>
                      </a:cubicBezTo>
                      <a:cubicBezTo>
                        <a:pt x="44" y="418"/>
                        <a:pt x="44" y="417"/>
                        <a:pt x="44" y="417"/>
                      </a:cubicBezTo>
                      <a:cubicBezTo>
                        <a:pt x="44" y="417"/>
                        <a:pt x="44" y="417"/>
                        <a:pt x="44" y="417"/>
                      </a:cubicBezTo>
                      <a:cubicBezTo>
                        <a:pt x="45" y="417"/>
                        <a:pt x="45" y="417"/>
                        <a:pt x="45" y="417"/>
                      </a:cubicBezTo>
                      <a:cubicBezTo>
                        <a:pt x="45" y="417"/>
                        <a:pt x="46" y="417"/>
                        <a:pt x="46" y="417"/>
                      </a:cubicBezTo>
                      <a:cubicBezTo>
                        <a:pt x="46" y="417"/>
                        <a:pt x="45" y="418"/>
                        <a:pt x="46" y="418"/>
                      </a:cubicBezTo>
                      <a:cubicBezTo>
                        <a:pt x="46" y="419"/>
                        <a:pt x="46" y="419"/>
                        <a:pt x="46" y="419"/>
                      </a:cubicBezTo>
                      <a:cubicBezTo>
                        <a:pt x="46" y="419"/>
                        <a:pt x="46" y="419"/>
                        <a:pt x="46" y="419"/>
                      </a:cubicBezTo>
                      <a:cubicBezTo>
                        <a:pt x="47" y="419"/>
                        <a:pt x="47" y="419"/>
                        <a:pt x="47" y="419"/>
                      </a:cubicBezTo>
                      <a:cubicBezTo>
                        <a:pt x="47" y="419"/>
                        <a:pt x="47" y="419"/>
                        <a:pt x="47" y="419"/>
                      </a:cubicBezTo>
                      <a:cubicBezTo>
                        <a:pt x="47" y="418"/>
                        <a:pt x="48" y="418"/>
                        <a:pt x="48" y="418"/>
                      </a:cubicBezTo>
                      <a:cubicBezTo>
                        <a:pt x="48" y="419"/>
                        <a:pt x="48" y="419"/>
                        <a:pt x="48" y="420"/>
                      </a:cubicBezTo>
                      <a:cubicBezTo>
                        <a:pt x="48" y="420"/>
                        <a:pt x="47" y="420"/>
                        <a:pt x="47" y="420"/>
                      </a:cubicBezTo>
                      <a:cubicBezTo>
                        <a:pt x="47" y="420"/>
                        <a:pt x="48" y="420"/>
                        <a:pt x="48" y="420"/>
                      </a:cubicBezTo>
                      <a:cubicBezTo>
                        <a:pt x="48" y="420"/>
                        <a:pt x="48" y="420"/>
                        <a:pt x="49" y="420"/>
                      </a:cubicBezTo>
                      <a:cubicBezTo>
                        <a:pt x="48" y="420"/>
                        <a:pt x="48" y="421"/>
                        <a:pt x="48" y="422"/>
                      </a:cubicBezTo>
                      <a:cubicBezTo>
                        <a:pt x="48" y="422"/>
                        <a:pt x="48" y="422"/>
                        <a:pt x="48" y="422"/>
                      </a:cubicBezTo>
                      <a:cubicBezTo>
                        <a:pt x="48" y="423"/>
                        <a:pt x="48" y="423"/>
                        <a:pt x="47" y="423"/>
                      </a:cubicBezTo>
                      <a:cubicBezTo>
                        <a:pt x="47" y="423"/>
                        <a:pt x="47" y="423"/>
                        <a:pt x="47" y="423"/>
                      </a:cubicBezTo>
                      <a:cubicBezTo>
                        <a:pt x="47" y="423"/>
                        <a:pt x="47" y="423"/>
                        <a:pt x="48" y="424"/>
                      </a:cubicBezTo>
                      <a:cubicBezTo>
                        <a:pt x="48" y="424"/>
                        <a:pt x="48" y="424"/>
                        <a:pt x="47" y="424"/>
                      </a:cubicBezTo>
                      <a:cubicBezTo>
                        <a:pt x="47" y="424"/>
                        <a:pt x="47" y="424"/>
                        <a:pt x="47" y="424"/>
                      </a:cubicBezTo>
                      <a:cubicBezTo>
                        <a:pt x="46" y="425"/>
                        <a:pt x="46" y="425"/>
                        <a:pt x="45" y="425"/>
                      </a:cubicBezTo>
                      <a:cubicBezTo>
                        <a:pt x="45" y="425"/>
                        <a:pt x="45" y="426"/>
                        <a:pt x="45" y="426"/>
                      </a:cubicBezTo>
                      <a:cubicBezTo>
                        <a:pt x="46" y="425"/>
                        <a:pt x="48" y="425"/>
                        <a:pt x="48" y="424"/>
                      </a:cubicBezTo>
                      <a:cubicBezTo>
                        <a:pt x="48" y="424"/>
                        <a:pt x="48" y="424"/>
                        <a:pt x="48" y="424"/>
                      </a:cubicBezTo>
                      <a:cubicBezTo>
                        <a:pt x="48" y="424"/>
                        <a:pt x="49" y="423"/>
                        <a:pt x="49" y="424"/>
                      </a:cubicBezTo>
                      <a:cubicBezTo>
                        <a:pt x="49" y="424"/>
                        <a:pt x="49" y="424"/>
                        <a:pt x="49" y="424"/>
                      </a:cubicBezTo>
                      <a:cubicBezTo>
                        <a:pt x="49" y="424"/>
                        <a:pt x="50" y="424"/>
                        <a:pt x="50" y="424"/>
                      </a:cubicBezTo>
                      <a:cubicBezTo>
                        <a:pt x="50" y="423"/>
                        <a:pt x="50" y="423"/>
                        <a:pt x="49" y="423"/>
                      </a:cubicBezTo>
                      <a:cubicBezTo>
                        <a:pt x="50" y="423"/>
                        <a:pt x="51" y="422"/>
                        <a:pt x="52" y="423"/>
                      </a:cubicBezTo>
                      <a:cubicBezTo>
                        <a:pt x="52" y="423"/>
                        <a:pt x="52" y="423"/>
                        <a:pt x="52" y="423"/>
                      </a:cubicBezTo>
                      <a:cubicBezTo>
                        <a:pt x="52" y="423"/>
                        <a:pt x="52" y="423"/>
                        <a:pt x="53" y="422"/>
                      </a:cubicBezTo>
                      <a:cubicBezTo>
                        <a:pt x="53" y="422"/>
                        <a:pt x="53" y="422"/>
                        <a:pt x="54" y="422"/>
                      </a:cubicBezTo>
                      <a:cubicBezTo>
                        <a:pt x="54" y="422"/>
                        <a:pt x="54" y="422"/>
                        <a:pt x="54" y="422"/>
                      </a:cubicBezTo>
                      <a:cubicBezTo>
                        <a:pt x="54" y="421"/>
                        <a:pt x="54" y="421"/>
                        <a:pt x="54" y="421"/>
                      </a:cubicBezTo>
                      <a:cubicBezTo>
                        <a:pt x="54" y="420"/>
                        <a:pt x="54" y="419"/>
                        <a:pt x="54" y="419"/>
                      </a:cubicBezTo>
                      <a:cubicBezTo>
                        <a:pt x="54" y="418"/>
                        <a:pt x="54" y="418"/>
                        <a:pt x="54" y="418"/>
                      </a:cubicBezTo>
                      <a:cubicBezTo>
                        <a:pt x="54" y="418"/>
                        <a:pt x="55" y="417"/>
                        <a:pt x="55" y="418"/>
                      </a:cubicBezTo>
                      <a:cubicBezTo>
                        <a:pt x="55" y="418"/>
                        <a:pt x="55" y="418"/>
                        <a:pt x="56" y="418"/>
                      </a:cubicBezTo>
                      <a:cubicBezTo>
                        <a:pt x="56" y="418"/>
                        <a:pt x="56" y="418"/>
                        <a:pt x="56" y="418"/>
                      </a:cubicBezTo>
                      <a:cubicBezTo>
                        <a:pt x="56" y="418"/>
                        <a:pt x="56" y="417"/>
                        <a:pt x="57" y="417"/>
                      </a:cubicBezTo>
                      <a:cubicBezTo>
                        <a:pt x="57" y="417"/>
                        <a:pt x="57" y="416"/>
                        <a:pt x="57" y="416"/>
                      </a:cubicBezTo>
                      <a:cubicBezTo>
                        <a:pt x="57" y="416"/>
                        <a:pt x="58" y="416"/>
                        <a:pt x="58" y="417"/>
                      </a:cubicBezTo>
                      <a:cubicBezTo>
                        <a:pt x="58" y="417"/>
                        <a:pt x="57" y="417"/>
                        <a:pt x="57" y="417"/>
                      </a:cubicBezTo>
                      <a:cubicBezTo>
                        <a:pt x="57" y="417"/>
                        <a:pt x="57" y="418"/>
                        <a:pt x="57" y="418"/>
                      </a:cubicBezTo>
                      <a:cubicBezTo>
                        <a:pt x="57" y="418"/>
                        <a:pt x="57" y="418"/>
                        <a:pt x="57" y="418"/>
                      </a:cubicBezTo>
                      <a:cubicBezTo>
                        <a:pt x="57" y="418"/>
                        <a:pt x="58" y="418"/>
                        <a:pt x="58" y="418"/>
                      </a:cubicBezTo>
                      <a:cubicBezTo>
                        <a:pt x="58" y="418"/>
                        <a:pt x="58" y="417"/>
                        <a:pt x="58" y="417"/>
                      </a:cubicBezTo>
                      <a:cubicBezTo>
                        <a:pt x="58" y="417"/>
                        <a:pt x="58" y="416"/>
                        <a:pt x="58" y="416"/>
                      </a:cubicBezTo>
                      <a:cubicBezTo>
                        <a:pt x="58" y="416"/>
                        <a:pt x="59" y="416"/>
                        <a:pt x="59" y="416"/>
                      </a:cubicBezTo>
                      <a:cubicBezTo>
                        <a:pt x="59" y="417"/>
                        <a:pt x="59" y="417"/>
                        <a:pt x="59" y="417"/>
                      </a:cubicBezTo>
                      <a:cubicBezTo>
                        <a:pt x="60" y="417"/>
                        <a:pt x="60" y="417"/>
                        <a:pt x="60" y="416"/>
                      </a:cubicBezTo>
                      <a:cubicBezTo>
                        <a:pt x="60" y="416"/>
                        <a:pt x="60" y="416"/>
                        <a:pt x="60" y="416"/>
                      </a:cubicBezTo>
                      <a:cubicBezTo>
                        <a:pt x="60" y="416"/>
                        <a:pt x="60" y="416"/>
                        <a:pt x="60" y="416"/>
                      </a:cubicBezTo>
                      <a:cubicBezTo>
                        <a:pt x="61" y="416"/>
                        <a:pt x="61" y="415"/>
                        <a:pt x="61" y="415"/>
                      </a:cubicBezTo>
                      <a:cubicBezTo>
                        <a:pt x="62" y="414"/>
                        <a:pt x="63" y="414"/>
                        <a:pt x="64" y="413"/>
                      </a:cubicBezTo>
                      <a:cubicBezTo>
                        <a:pt x="64" y="413"/>
                        <a:pt x="64" y="413"/>
                        <a:pt x="64" y="412"/>
                      </a:cubicBezTo>
                      <a:cubicBezTo>
                        <a:pt x="64" y="412"/>
                        <a:pt x="64" y="412"/>
                        <a:pt x="64" y="412"/>
                      </a:cubicBezTo>
                      <a:cubicBezTo>
                        <a:pt x="64" y="412"/>
                        <a:pt x="64" y="411"/>
                        <a:pt x="65" y="411"/>
                      </a:cubicBezTo>
                      <a:cubicBezTo>
                        <a:pt x="65" y="412"/>
                        <a:pt x="65" y="412"/>
                        <a:pt x="66" y="412"/>
                      </a:cubicBezTo>
                      <a:cubicBezTo>
                        <a:pt x="66" y="412"/>
                        <a:pt x="66" y="413"/>
                        <a:pt x="66" y="413"/>
                      </a:cubicBezTo>
                      <a:cubicBezTo>
                        <a:pt x="66" y="413"/>
                        <a:pt x="67" y="413"/>
                        <a:pt x="67" y="413"/>
                      </a:cubicBezTo>
                      <a:cubicBezTo>
                        <a:pt x="67" y="412"/>
                        <a:pt x="67" y="412"/>
                        <a:pt x="67" y="411"/>
                      </a:cubicBezTo>
                      <a:cubicBezTo>
                        <a:pt x="67" y="411"/>
                        <a:pt x="67" y="411"/>
                        <a:pt x="67" y="411"/>
                      </a:cubicBezTo>
                      <a:cubicBezTo>
                        <a:pt x="68" y="410"/>
                        <a:pt x="68" y="410"/>
                        <a:pt x="68" y="410"/>
                      </a:cubicBezTo>
                      <a:cubicBezTo>
                        <a:pt x="68" y="410"/>
                        <a:pt x="68" y="410"/>
                        <a:pt x="67" y="410"/>
                      </a:cubicBezTo>
                      <a:cubicBezTo>
                        <a:pt x="68" y="409"/>
                        <a:pt x="68" y="409"/>
                        <a:pt x="69" y="409"/>
                      </a:cubicBezTo>
                      <a:cubicBezTo>
                        <a:pt x="69" y="409"/>
                        <a:pt x="69" y="409"/>
                        <a:pt x="70" y="409"/>
                      </a:cubicBezTo>
                      <a:cubicBezTo>
                        <a:pt x="70" y="409"/>
                        <a:pt x="70" y="409"/>
                        <a:pt x="70" y="409"/>
                      </a:cubicBezTo>
                      <a:cubicBezTo>
                        <a:pt x="70" y="408"/>
                        <a:pt x="70" y="408"/>
                        <a:pt x="70" y="408"/>
                      </a:cubicBezTo>
                      <a:cubicBezTo>
                        <a:pt x="70" y="408"/>
                        <a:pt x="71" y="408"/>
                        <a:pt x="71" y="408"/>
                      </a:cubicBezTo>
                      <a:cubicBezTo>
                        <a:pt x="71" y="408"/>
                        <a:pt x="71" y="408"/>
                        <a:pt x="72" y="408"/>
                      </a:cubicBezTo>
                      <a:cubicBezTo>
                        <a:pt x="72" y="409"/>
                        <a:pt x="72" y="409"/>
                        <a:pt x="72" y="409"/>
                      </a:cubicBezTo>
                      <a:cubicBezTo>
                        <a:pt x="73" y="409"/>
                        <a:pt x="73" y="409"/>
                        <a:pt x="74" y="409"/>
                      </a:cubicBezTo>
                      <a:cubicBezTo>
                        <a:pt x="74" y="409"/>
                        <a:pt x="75" y="409"/>
                        <a:pt x="75" y="409"/>
                      </a:cubicBezTo>
                      <a:cubicBezTo>
                        <a:pt x="75" y="409"/>
                        <a:pt x="75" y="409"/>
                        <a:pt x="75" y="408"/>
                      </a:cubicBezTo>
                      <a:cubicBezTo>
                        <a:pt x="75" y="407"/>
                        <a:pt x="76" y="406"/>
                        <a:pt x="76" y="405"/>
                      </a:cubicBezTo>
                      <a:cubicBezTo>
                        <a:pt x="77" y="406"/>
                        <a:pt x="76" y="407"/>
                        <a:pt x="77" y="407"/>
                      </a:cubicBezTo>
                      <a:cubicBezTo>
                        <a:pt x="77" y="407"/>
                        <a:pt x="77" y="407"/>
                        <a:pt x="77" y="408"/>
                      </a:cubicBezTo>
                      <a:cubicBezTo>
                        <a:pt x="78" y="408"/>
                        <a:pt x="78" y="408"/>
                        <a:pt x="78" y="408"/>
                      </a:cubicBezTo>
                      <a:cubicBezTo>
                        <a:pt x="78" y="409"/>
                        <a:pt x="78" y="409"/>
                        <a:pt x="78" y="409"/>
                      </a:cubicBezTo>
                      <a:cubicBezTo>
                        <a:pt x="78" y="409"/>
                        <a:pt x="78" y="409"/>
                        <a:pt x="78" y="409"/>
                      </a:cubicBezTo>
                      <a:cubicBezTo>
                        <a:pt x="78" y="409"/>
                        <a:pt x="77" y="409"/>
                        <a:pt x="77" y="410"/>
                      </a:cubicBezTo>
                      <a:cubicBezTo>
                        <a:pt x="77" y="410"/>
                        <a:pt x="78" y="410"/>
                        <a:pt x="78" y="410"/>
                      </a:cubicBezTo>
                      <a:cubicBezTo>
                        <a:pt x="78" y="410"/>
                        <a:pt x="78" y="410"/>
                        <a:pt x="77" y="410"/>
                      </a:cubicBezTo>
                      <a:cubicBezTo>
                        <a:pt x="76" y="411"/>
                        <a:pt x="75" y="412"/>
                        <a:pt x="74" y="413"/>
                      </a:cubicBezTo>
                      <a:cubicBezTo>
                        <a:pt x="74" y="413"/>
                        <a:pt x="73" y="413"/>
                        <a:pt x="72" y="414"/>
                      </a:cubicBezTo>
                      <a:cubicBezTo>
                        <a:pt x="72" y="414"/>
                        <a:pt x="71" y="415"/>
                        <a:pt x="71" y="415"/>
                      </a:cubicBezTo>
                      <a:cubicBezTo>
                        <a:pt x="70" y="417"/>
                        <a:pt x="68" y="418"/>
                        <a:pt x="68" y="419"/>
                      </a:cubicBezTo>
                      <a:cubicBezTo>
                        <a:pt x="67" y="419"/>
                        <a:pt x="67" y="419"/>
                        <a:pt x="67" y="419"/>
                      </a:cubicBezTo>
                      <a:cubicBezTo>
                        <a:pt x="67" y="418"/>
                        <a:pt x="67" y="418"/>
                        <a:pt x="66" y="418"/>
                      </a:cubicBezTo>
                      <a:cubicBezTo>
                        <a:pt x="66" y="418"/>
                        <a:pt x="66" y="418"/>
                        <a:pt x="66" y="418"/>
                      </a:cubicBezTo>
                      <a:cubicBezTo>
                        <a:pt x="64" y="419"/>
                        <a:pt x="62" y="419"/>
                        <a:pt x="61" y="420"/>
                      </a:cubicBezTo>
                      <a:cubicBezTo>
                        <a:pt x="60" y="421"/>
                        <a:pt x="60" y="421"/>
                        <a:pt x="60" y="422"/>
                      </a:cubicBezTo>
                      <a:cubicBezTo>
                        <a:pt x="60" y="423"/>
                        <a:pt x="60" y="423"/>
                        <a:pt x="59" y="424"/>
                      </a:cubicBezTo>
                      <a:cubicBezTo>
                        <a:pt x="59" y="424"/>
                        <a:pt x="58" y="424"/>
                        <a:pt x="58" y="424"/>
                      </a:cubicBezTo>
                      <a:cubicBezTo>
                        <a:pt x="58" y="425"/>
                        <a:pt x="57" y="425"/>
                        <a:pt x="57" y="426"/>
                      </a:cubicBezTo>
                      <a:cubicBezTo>
                        <a:pt x="57" y="425"/>
                        <a:pt x="57" y="425"/>
                        <a:pt x="57" y="424"/>
                      </a:cubicBezTo>
                      <a:cubicBezTo>
                        <a:pt x="56" y="425"/>
                        <a:pt x="56" y="425"/>
                        <a:pt x="55" y="426"/>
                      </a:cubicBezTo>
                      <a:cubicBezTo>
                        <a:pt x="55" y="426"/>
                        <a:pt x="55" y="426"/>
                        <a:pt x="55" y="426"/>
                      </a:cubicBezTo>
                      <a:cubicBezTo>
                        <a:pt x="55" y="426"/>
                        <a:pt x="55" y="426"/>
                        <a:pt x="55" y="427"/>
                      </a:cubicBezTo>
                      <a:cubicBezTo>
                        <a:pt x="55" y="427"/>
                        <a:pt x="55" y="427"/>
                        <a:pt x="55" y="428"/>
                      </a:cubicBezTo>
                      <a:cubicBezTo>
                        <a:pt x="55" y="428"/>
                        <a:pt x="56" y="429"/>
                        <a:pt x="56" y="428"/>
                      </a:cubicBezTo>
                      <a:cubicBezTo>
                        <a:pt x="56" y="428"/>
                        <a:pt x="56" y="428"/>
                        <a:pt x="56" y="428"/>
                      </a:cubicBezTo>
                      <a:cubicBezTo>
                        <a:pt x="56" y="428"/>
                        <a:pt x="57" y="428"/>
                        <a:pt x="57" y="428"/>
                      </a:cubicBezTo>
                      <a:cubicBezTo>
                        <a:pt x="57" y="428"/>
                        <a:pt x="58" y="428"/>
                        <a:pt x="58" y="427"/>
                      </a:cubicBezTo>
                      <a:cubicBezTo>
                        <a:pt x="58" y="427"/>
                        <a:pt x="58" y="427"/>
                        <a:pt x="58" y="427"/>
                      </a:cubicBezTo>
                      <a:cubicBezTo>
                        <a:pt x="58" y="427"/>
                        <a:pt x="58" y="427"/>
                        <a:pt x="58" y="427"/>
                      </a:cubicBezTo>
                      <a:cubicBezTo>
                        <a:pt x="59" y="426"/>
                        <a:pt x="59" y="426"/>
                        <a:pt x="60" y="426"/>
                      </a:cubicBezTo>
                      <a:cubicBezTo>
                        <a:pt x="60" y="426"/>
                        <a:pt x="60" y="426"/>
                        <a:pt x="60" y="426"/>
                      </a:cubicBezTo>
                      <a:cubicBezTo>
                        <a:pt x="61" y="425"/>
                        <a:pt x="62" y="424"/>
                        <a:pt x="62" y="423"/>
                      </a:cubicBezTo>
                      <a:cubicBezTo>
                        <a:pt x="62" y="423"/>
                        <a:pt x="62" y="423"/>
                        <a:pt x="62" y="423"/>
                      </a:cubicBezTo>
                      <a:cubicBezTo>
                        <a:pt x="62" y="423"/>
                        <a:pt x="62" y="423"/>
                        <a:pt x="62" y="423"/>
                      </a:cubicBezTo>
                      <a:cubicBezTo>
                        <a:pt x="61" y="423"/>
                        <a:pt x="61" y="423"/>
                        <a:pt x="61" y="423"/>
                      </a:cubicBezTo>
                      <a:cubicBezTo>
                        <a:pt x="61" y="422"/>
                        <a:pt x="62" y="422"/>
                        <a:pt x="62" y="422"/>
                      </a:cubicBezTo>
                      <a:cubicBezTo>
                        <a:pt x="62" y="422"/>
                        <a:pt x="62" y="422"/>
                        <a:pt x="62" y="422"/>
                      </a:cubicBezTo>
                      <a:cubicBezTo>
                        <a:pt x="63" y="422"/>
                        <a:pt x="63" y="421"/>
                        <a:pt x="63" y="421"/>
                      </a:cubicBezTo>
                      <a:cubicBezTo>
                        <a:pt x="63" y="421"/>
                        <a:pt x="63" y="421"/>
                        <a:pt x="64" y="421"/>
                      </a:cubicBezTo>
                      <a:cubicBezTo>
                        <a:pt x="64" y="422"/>
                        <a:pt x="64" y="422"/>
                        <a:pt x="64" y="422"/>
                      </a:cubicBezTo>
                      <a:cubicBezTo>
                        <a:pt x="64" y="422"/>
                        <a:pt x="64" y="423"/>
                        <a:pt x="64" y="423"/>
                      </a:cubicBezTo>
                      <a:cubicBezTo>
                        <a:pt x="64" y="423"/>
                        <a:pt x="64" y="423"/>
                        <a:pt x="65" y="423"/>
                      </a:cubicBezTo>
                      <a:cubicBezTo>
                        <a:pt x="65" y="423"/>
                        <a:pt x="65" y="423"/>
                        <a:pt x="65" y="423"/>
                      </a:cubicBezTo>
                      <a:cubicBezTo>
                        <a:pt x="65" y="422"/>
                        <a:pt x="65" y="422"/>
                        <a:pt x="65" y="421"/>
                      </a:cubicBezTo>
                      <a:cubicBezTo>
                        <a:pt x="66" y="420"/>
                        <a:pt x="66" y="420"/>
                        <a:pt x="66" y="419"/>
                      </a:cubicBezTo>
                      <a:cubicBezTo>
                        <a:pt x="66" y="419"/>
                        <a:pt x="67" y="420"/>
                        <a:pt x="66" y="420"/>
                      </a:cubicBezTo>
                      <a:cubicBezTo>
                        <a:pt x="67" y="420"/>
                        <a:pt x="67" y="420"/>
                        <a:pt x="67" y="421"/>
                      </a:cubicBezTo>
                      <a:cubicBezTo>
                        <a:pt x="67" y="421"/>
                        <a:pt x="67" y="421"/>
                        <a:pt x="67" y="421"/>
                      </a:cubicBezTo>
                      <a:cubicBezTo>
                        <a:pt x="66" y="421"/>
                        <a:pt x="66" y="422"/>
                        <a:pt x="66" y="423"/>
                      </a:cubicBezTo>
                      <a:cubicBezTo>
                        <a:pt x="66" y="423"/>
                        <a:pt x="65" y="423"/>
                        <a:pt x="65" y="424"/>
                      </a:cubicBezTo>
                      <a:cubicBezTo>
                        <a:pt x="65" y="424"/>
                        <a:pt x="66" y="423"/>
                        <a:pt x="66" y="423"/>
                      </a:cubicBezTo>
                      <a:cubicBezTo>
                        <a:pt x="66" y="423"/>
                        <a:pt x="66" y="423"/>
                        <a:pt x="66" y="423"/>
                      </a:cubicBezTo>
                      <a:cubicBezTo>
                        <a:pt x="67" y="423"/>
                        <a:pt x="67" y="423"/>
                        <a:pt x="67" y="424"/>
                      </a:cubicBezTo>
                      <a:cubicBezTo>
                        <a:pt x="67" y="423"/>
                        <a:pt x="67" y="423"/>
                        <a:pt x="67" y="423"/>
                      </a:cubicBezTo>
                      <a:cubicBezTo>
                        <a:pt x="67" y="422"/>
                        <a:pt x="67" y="422"/>
                        <a:pt x="67" y="421"/>
                      </a:cubicBezTo>
                      <a:cubicBezTo>
                        <a:pt x="67" y="421"/>
                        <a:pt x="68" y="421"/>
                        <a:pt x="68" y="421"/>
                      </a:cubicBezTo>
                      <a:cubicBezTo>
                        <a:pt x="68" y="421"/>
                        <a:pt x="68" y="421"/>
                        <a:pt x="68" y="421"/>
                      </a:cubicBezTo>
                      <a:cubicBezTo>
                        <a:pt x="68" y="420"/>
                        <a:pt x="68" y="421"/>
                        <a:pt x="68" y="421"/>
                      </a:cubicBezTo>
                      <a:cubicBezTo>
                        <a:pt x="68" y="421"/>
                        <a:pt x="68" y="421"/>
                        <a:pt x="68" y="422"/>
                      </a:cubicBezTo>
                      <a:cubicBezTo>
                        <a:pt x="68" y="422"/>
                        <a:pt x="68" y="422"/>
                        <a:pt x="68" y="422"/>
                      </a:cubicBezTo>
                      <a:cubicBezTo>
                        <a:pt x="68" y="422"/>
                        <a:pt x="68" y="423"/>
                        <a:pt x="68" y="423"/>
                      </a:cubicBezTo>
                      <a:cubicBezTo>
                        <a:pt x="68" y="424"/>
                        <a:pt x="68" y="424"/>
                        <a:pt x="67" y="425"/>
                      </a:cubicBezTo>
                      <a:cubicBezTo>
                        <a:pt x="67" y="425"/>
                        <a:pt x="67" y="426"/>
                        <a:pt x="67" y="426"/>
                      </a:cubicBezTo>
                      <a:cubicBezTo>
                        <a:pt x="68" y="426"/>
                        <a:pt x="68" y="425"/>
                        <a:pt x="68" y="424"/>
                      </a:cubicBezTo>
                      <a:cubicBezTo>
                        <a:pt x="68" y="424"/>
                        <a:pt x="68" y="423"/>
                        <a:pt x="69" y="423"/>
                      </a:cubicBezTo>
                      <a:cubicBezTo>
                        <a:pt x="69" y="422"/>
                        <a:pt x="69" y="422"/>
                        <a:pt x="69" y="422"/>
                      </a:cubicBezTo>
                      <a:cubicBezTo>
                        <a:pt x="70" y="422"/>
                        <a:pt x="70" y="421"/>
                        <a:pt x="70" y="421"/>
                      </a:cubicBezTo>
                      <a:cubicBezTo>
                        <a:pt x="70" y="420"/>
                        <a:pt x="71" y="419"/>
                        <a:pt x="71" y="418"/>
                      </a:cubicBezTo>
                      <a:cubicBezTo>
                        <a:pt x="71" y="418"/>
                        <a:pt x="71" y="418"/>
                        <a:pt x="72" y="417"/>
                      </a:cubicBezTo>
                      <a:cubicBezTo>
                        <a:pt x="72" y="417"/>
                        <a:pt x="72" y="417"/>
                        <a:pt x="73" y="417"/>
                      </a:cubicBezTo>
                      <a:cubicBezTo>
                        <a:pt x="73" y="416"/>
                        <a:pt x="74" y="416"/>
                        <a:pt x="75" y="416"/>
                      </a:cubicBezTo>
                      <a:cubicBezTo>
                        <a:pt x="75" y="415"/>
                        <a:pt x="76" y="415"/>
                        <a:pt x="77" y="414"/>
                      </a:cubicBezTo>
                      <a:cubicBezTo>
                        <a:pt x="78" y="414"/>
                        <a:pt x="79" y="414"/>
                        <a:pt x="79" y="414"/>
                      </a:cubicBezTo>
                      <a:cubicBezTo>
                        <a:pt x="80" y="414"/>
                        <a:pt x="80" y="414"/>
                        <a:pt x="80" y="414"/>
                      </a:cubicBezTo>
                      <a:cubicBezTo>
                        <a:pt x="80" y="414"/>
                        <a:pt x="80" y="414"/>
                        <a:pt x="80" y="414"/>
                      </a:cubicBezTo>
                      <a:cubicBezTo>
                        <a:pt x="80" y="415"/>
                        <a:pt x="80" y="415"/>
                        <a:pt x="80" y="416"/>
                      </a:cubicBezTo>
                      <a:cubicBezTo>
                        <a:pt x="80" y="416"/>
                        <a:pt x="80" y="416"/>
                        <a:pt x="80" y="416"/>
                      </a:cubicBezTo>
                      <a:cubicBezTo>
                        <a:pt x="80" y="417"/>
                        <a:pt x="80" y="416"/>
                        <a:pt x="80" y="416"/>
                      </a:cubicBezTo>
                      <a:cubicBezTo>
                        <a:pt x="81" y="416"/>
                        <a:pt x="81" y="416"/>
                        <a:pt x="81" y="416"/>
                      </a:cubicBezTo>
                      <a:cubicBezTo>
                        <a:pt x="82" y="416"/>
                        <a:pt x="82" y="416"/>
                        <a:pt x="82" y="415"/>
                      </a:cubicBezTo>
                      <a:cubicBezTo>
                        <a:pt x="82" y="415"/>
                        <a:pt x="82" y="415"/>
                        <a:pt x="83" y="415"/>
                      </a:cubicBezTo>
                      <a:cubicBezTo>
                        <a:pt x="83" y="414"/>
                        <a:pt x="84" y="413"/>
                        <a:pt x="84" y="412"/>
                      </a:cubicBezTo>
                      <a:cubicBezTo>
                        <a:pt x="84" y="412"/>
                        <a:pt x="85" y="412"/>
                        <a:pt x="85" y="412"/>
                      </a:cubicBezTo>
                      <a:cubicBezTo>
                        <a:pt x="85" y="412"/>
                        <a:pt x="85" y="412"/>
                        <a:pt x="85" y="412"/>
                      </a:cubicBezTo>
                      <a:cubicBezTo>
                        <a:pt x="85" y="412"/>
                        <a:pt x="85" y="412"/>
                        <a:pt x="85" y="412"/>
                      </a:cubicBezTo>
                      <a:cubicBezTo>
                        <a:pt x="85" y="412"/>
                        <a:pt x="86" y="412"/>
                        <a:pt x="86" y="412"/>
                      </a:cubicBezTo>
                      <a:cubicBezTo>
                        <a:pt x="86" y="412"/>
                        <a:pt x="86" y="412"/>
                        <a:pt x="86" y="412"/>
                      </a:cubicBezTo>
                      <a:cubicBezTo>
                        <a:pt x="86" y="411"/>
                        <a:pt x="85" y="411"/>
                        <a:pt x="85" y="410"/>
                      </a:cubicBezTo>
                      <a:cubicBezTo>
                        <a:pt x="85" y="410"/>
                        <a:pt x="85" y="410"/>
                        <a:pt x="85" y="409"/>
                      </a:cubicBezTo>
                      <a:cubicBezTo>
                        <a:pt x="85" y="409"/>
                        <a:pt x="85" y="409"/>
                        <a:pt x="85" y="409"/>
                      </a:cubicBezTo>
                      <a:cubicBezTo>
                        <a:pt x="86" y="408"/>
                        <a:pt x="86" y="408"/>
                        <a:pt x="87" y="407"/>
                      </a:cubicBezTo>
                      <a:cubicBezTo>
                        <a:pt x="88" y="407"/>
                        <a:pt x="89" y="407"/>
                        <a:pt x="90" y="407"/>
                      </a:cubicBezTo>
                      <a:cubicBezTo>
                        <a:pt x="90" y="407"/>
                        <a:pt x="91" y="407"/>
                        <a:pt x="91" y="406"/>
                      </a:cubicBezTo>
                      <a:cubicBezTo>
                        <a:pt x="90" y="406"/>
                        <a:pt x="89" y="406"/>
                        <a:pt x="88" y="406"/>
                      </a:cubicBezTo>
                      <a:cubicBezTo>
                        <a:pt x="88" y="405"/>
                        <a:pt x="87" y="405"/>
                        <a:pt x="87" y="405"/>
                      </a:cubicBezTo>
                      <a:cubicBezTo>
                        <a:pt x="87" y="405"/>
                        <a:pt x="87" y="404"/>
                        <a:pt x="87" y="404"/>
                      </a:cubicBezTo>
                      <a:cubicBezTo>
                        <a:pt x="87" y="404"/>
                        <a:pt x="87" y="404"/>
                        <a:pt x="88" y="404"/>
                      </a:cubicBezTo>
                      <a:cubicBezTo>
                        <a:pt x="88" y="404"/>
                        <a:pt x="88" y="404"/>
                        <a:pt x="88" y="404"/>
                      </a:cubicBezTo>
                      <a:cubicBezTo>
                        <a:pt x="88" y="404"/>
                        <a:pt x="88" y="403"/>
                        <a:pt x="88" y="403"/>
                      </a:cubicBezTo>
                      <a:cubicBezTo>
                        <a:pt x="87" y="403"/>
                        <a:pt x="87" y="404"/>
                        <a:pt x="87" y="404"/>
                      </a:cubicBezTo>
                      <a:cubicBezTo>
                        <a:pt x="87" y="404"/>
                        <a:pt x="86" y="403"/>
                        <a:pt x="86" y="403"/>
                      </a:cubicBezTo>
                      <a:cubicBezTo>
                        <a:pt x="86" y="403"/>
                        <a:pt x="86" y="403"/>
                        <a:pt x="86" y="402"/>
                      </a:cubicBezTo>
                      <a:cubicBezTo>
                        <a:pt x="86" y="401"/>
                        <a:pt x="87" y="400"/>
                        <a:pt x="87" y="400"/>
                      </a:cubicBezTo>
                      <a:cubicBezTo>
                        <a:pt x="87" y="400"/>
                        <a:pt x="87" y="400"/>
                        <a:pt x="87" y="400"/>
                      </a:cubicBezTo>
                      <a:cubicBezTo>
                        <a:pt x="87" y="400"/>
                        <a:pt x="88" y="400"/>
                        <a:pt x="88" y="400"/>
                      </a:cubicBezTo>
                      <a:cubicBezTo>
                        <a:pt x="89" y="400"/>
                        <a:pt x="90" y="402"/>
                        <a:pt x="91" y="403"/>
                      </a:cubicBezTo>
                      <a:cubicBezTo>
                        <a:pt x="91" y="404"/>
                        <a:pt x="92" y="404"/>
                        <a:pt x="92" y="404"/>
                      </a:cubicBezTo>
                      <a:cubicBezTo>
                        <a:pt x="93" y="407"/>
                        <a:pt x="94" y="409"/>
                        <a:pt x="95" y="412"/>
                      </a:cubicBezTo>
                      <a:cubicBezTo>
                        <a:pt x="96" y="414"/>
                        <a:pt x="97" y="417"/>
                        <a:pt x="98" y="419"/>
                      </a:cubicBezTo>
                      <a:cubicBezTo>
                        <a:pt x="99" y="420"/>
                        <a:pt x="100" y="421"/>
                        <a:pt x="101" y="422"/>
                      </a:cubicBezTo>
                      <a:cubicBezTo>
                        <a:pt x="101" y="423"/>
                        <a:pt x="102" y="423"/>
                        <a:pt x="102" y="423"/>
                      </a:cubicBezTo>
                      <a:cubicBezTo>
                        <a:pt x="102" y="423"/>
                        <a:pt x="103" y="423"/>
                        <a:pt x="103" y="423"/>
                      </a:cubicBezTo>
                      <a:cubicBezTo>
                        <a:pt x="103" y="423"/>
                        <a:pt x="104" y="423"/>
                        <a:pt x="104" y="424"/>
                      </a:cubicBezTo>
                      <a:cubicBezTo>
                        <a:pt x="104" y="424"/>
                        <a:pt x="105" y="424"/>
                        <a:pt x="105" y="423"/>
                      </a:cubicBezTo>
                      <a:cubicBezTo>
                        <a:pt x="105" y="423"/>
                        <a:pt x="105" y="423"/>
                        <a:pt x="105" y="423"/>
                      </a:cubicBezTo>
                      <a:cubicBezTo>
                        <a:pt x="105" y="422"/>
                        <a:pt x="106" y="422"/>
                        <a:pt x="106" y="422"/>
                      </a:cubicBezTo>
                      <a:cubicBezTo>
                        <a:pt x="106" y="423"/>
                        <a:pt x="107" y="422"/>
                        <a:pt x="107" y="422"/>
                      </a:cubicBezTo>
                      <a:cubicBezTo>
                        <a:pt x="106" y="422"/>
                        <a:pt x="106" y="422"/>
                        <a:pt x="106" y="422"/>
                      </a:cubicBezTo>
                      <a:cubicBezTo>
                        <a:pt x="106" y="422"/>
                        <a:pt x="107" y="422"/>
                        <a:pt x="107" y="421"/>
                      </a:cubicBezTo>
                      <a:cubicBezTo>
                        <a:pt x="106" y="421"/>
                        <a:pt x="106" y="421"/>
                        <a:pt x="106" y="421"/>
                      </a:cubicBezTo>
                      <a:cubicBezTo>
                        <a:pt x="106" y="421"/>
                        <a:pt x="105" y="421"/>
                        <a:pt x="104" y="422"/>
                      </a:cubicBezTo>
                      <a:cubicBezTo>
                        <a:pt x="104" y="422"/>
                        <a:pt x="104" y="422"/>
                        <a:pt x="103" y="422"/>
                      </a:cubicBezTo>
                      <a:cubicBezTo>
                        <a:pt x="103" y="422"/>
                        <a:pt x="103" y="421"/>
                        <a:pt x="104" y="421"/>
                      </a:cubicBezTo>
                      <a:cubicBezTo>
                        <a:pt x="104" y="421"/>
                        <a:pt x="104" y="421"/>
                        <a:pt x="104" y="420"/>
                      </a:cubicBezTo>
                      <a:cubicBezTo>
                        <a:pt x="104" y="420"/>
                        <a:pt x="104" y="420"/>
                        <a:pt x="104" y="420"/>
                      </a:cubicBezTo>
                      <a:cubicBezTo>
                        <a:pt x="104" y="420"/>
                        <a:pt x="104" y="420"/>
                        <a:pt x="105" y="420"/>
                      </a:cubicBezTo>
                      <a:cubicBezTo>
                        <a:pt x="105" y="420"/>
                        <a:pt x="106" y="421"/>
                        <a:pt x="107" y="420"/>
                      </a:cubicBezTo>
                      <a:cubicBezTo>
                        <a:pt x="106" y="420"/>
                        <a:pt x="106" y="420"/>
                        <a:pt x="106" y="420"/>
                      </a:cubicBezTo>
                      <a:cubicBezTo>
                        <a:pt x="106" y="420"/>
                        <a:pt x="106" y="419"/>
                        <a:pt x="106" y="419"/>
                      </a:cubicBezTo>
                      <a:cubicBezTo>
                        <a:pt x="105" y="419"/>
                        <a:pt x="105" y="418"/>
                        <a:pt x="105" y="418"/>
                      </a:cubicBezTo>
                      <a:cubicBezTo>
                        <a:pt x="105" y="418"/>
                        <a:pt x="105" y="417"/>
                        <a:pt x="105" y="417"/>
                      </a:cubicBezTo>
                      <a:cubicBezTo>
                        <a:pt x="106" y="417"/>
                        <a:pt x="106" y="416"/>
                        <a:pt x="107" y="416"/>
                      </a:cubicBezTo>
                      <a:cubicBezTo>
                        <a:pt x="107" y="416"/>
                        <a:pt x="107" y="415"/>
                        <a:pt x="106" y="415"/>
                      </a:cubicBezTo>
                      <a:cubicBezTo>
                        <a:pt x="106" y="415"/>
                        <a:pt x="106" y="415"/>
                        <a:pt x="106" y="415"/>
                      </a:cubicBezTo>
                      <a:cubicBezTo>
                        <a:pt x="106" y="415"/>
                        <a:pt x="106" y="415"/>
                        <a:pt x="106" y="415"/>
                      </a:cubicBezTo>
                      <a:cubicBezTo>
                        <a:pt x="106" y="414"/>
                        <a:pt x="106" y="414"/>
                        <a:pt x="106" y="413"/>
                      </a:cubicBezTo>
                      <a:cubicBezTo>
                        <a:pt x="106" y="414"/>
                        <a:pt x="106" y="414"/>
                        <a:pt x="106" y="414"/>
                      </a:cubicBezTo>
                      <a:cubicBezTo>
                        <a:pt x="106" y="415"/>
                        <a:pt x="107" y="415"/>
                        <a:pt x="107" y="414"/>
                      </a:cubicBezTo>
                      <a:cubicBezTo>
                        <a:pt x="107" y="414"/>
                        <a:pt x="108" y="414"/>
                        <a:pt x="108" y="414"/>
                      </a:cubicBezTo>
                      <a:cubicBezTo>
                        <a:pt x="107" y="414"/>
                        <a:pt x="107" y="414"/>
                        <a:pt x="107" y="413"/>
                      </a:cubicBezTo>
                      <a:cubicBezTo>
                        <a:pt x="107" y="413"/>
                        <a:pt x="107" y="413"/>
                        <a:pt x="108" y="413"/>
                      </a:cubicBezTo>
                      <a:cubicBezTo>
                        <a:pt x="108" y="412"/>
                        <a:pt x="108" y="412"/>
                        <a:pt x="108" y="412"/>
                      </a:cubicBezTo>
                      <a:cubicBezTo>
                        <a:pt x="108" y="411"/>
                        <a:pt x="108" y="411"/>
                        <a:pt x="108" y="411"/>
                      </a:cubicBezTo>
                      <a:cubicBezTo>
                        <a:pt x="108" y="410"/>
                        <a:pt x="107" y="411"/>
                        <a:pt x="107" y="411"/>
                      </a:cubicBezTo>
                      <a:cubicBezTo>
                        <a:pt x="107" y="411"/>
                        <a:pt x="107" y="411"/>
                        <a:pt x="107" y="411"/>
                      </a:cubicBezTo>
                      <a:cubicBezTo>
                        <a:pt x="107" y="412"/>
                        <a:pt x="106" y="412"/>
                        <a:pt x="106" y="412"/>
                      </a:cubicBezTo>
                      <a:cubicBezTo>
                        <a:pt x="106" y="412"/>
                        <a:pt x="106" y="411"/>
                        <a:pt x="106" y="411"/>
                      </a:cubicBezTo>
                      <a:cubicBezTo>
                        <a:pt x="106" y="411"/>
                        <a:pt x="106" y="411"/>
                        <a:pt x="106" y="411"/>
                      </a:cubicBezTo>
                      <a:cubicBezTo>
                        <a:pt x="106" y="410"/>
                        <a:pt x="107" y="410"/>
                        <a:pt x="107" y="409"/>
                      </a:cubicBezTo>
                      <a:cubicBezTo>
                        <a:pt x="107" y="410"/>
                        <a:pt x="107" y="410"/>
                        <a:pt x="107" y="410"/>
                      </a:cubicBezTo>
                      <a:cubicBezTo>
                        <a:pt x="108" y="410"/>
                        <a:pt x="109" y="409"/>
                        <a:pt x="110" y="409"/>
                      </a:cubicBezTo>
                      <a:cubicBezTo>
                        <a:pt x="109" y="409"/>
                        <a:pt x="109" y="408"/>
                        <a:pt x="109" y="408"/>
                      </a:cubicBezTo>
                      <a:cubicBezTo>
                        <a:pt x="109" y="408"/>
                        <a:pt x="109" y="408"/>
                        <a:pt x="109" y="408"/>
                      </a:cubicBezTo>
                      <a:cubicBezTo>
                        <a:pt x="109" y="408"/>
                        <a:pt x="109" y="407"/>
                        <a:pt x="109" y="407"/>
                      </a:cubicBezTo>
                      <a:cubicBezTo>
                        <a:pt x="109" y="407"/>
                        <a:pt x="110" y="407"/>
                        <a:pt x="110" y="407"/>
                      </a:cubicBezTo>
                      <a:cubicBezTo>
                        <a:pt x="110" y="407"/>
                        <a:pt x="110" y="407"/>
                        <a:pt x="110" y="407"/>
                      </a:cubicBezTo>
                      <a:cubicBezTo>
                        <a:pt x="111" y="407"/>
                        <a:pt x="111" y="407"/>
                        <a:pt x="111" y="407"/>
                      </a:cubicBezTo>
                      <a:cubicBezTo>
                        <a:pt x="111" y="407"/>
                        <a:pt x="111" y="407"/>
                        <a:pt x="110" y="407"/>
                      </a:cubicBezTo>
                      <a:cubicBezTo>
                        <a:pt x="110" y="408"/>
                        <a:pt x="111" y="408"/>
                        <a:pt x="111" y="408"/>
                      </a:cubicBezTo>
                      <a:cubicBezTo>
                        <a:pt x="111" y="408"/>
                        <a:pt x="111" y="408"/>
                        <a:pt x="112" y="408"/>
                      </a:cubicBezTo>
                      <a:cubicBezTo>
                        <a:pt x="111" y="408"/>
                        <a:pt x="112" y="409"/>
                        <a:pt x="112" y="409"/>
                      </a:cubicBezTo>
                      <a:cubicBezTo>
                        <a:pt x="112" y="410"/>
                        <a:pt x="112" y="411"/>
                        <a:pt x="111" y="411"/>
                      </a:cubicBezTo>
                      <a:cubicBezTo>
                        <a:pt x="111" y="411"/>
                        <a:pt x="111" y="411"/>
                        <a:pt x="111" y="412"/>
                      </a:cubicBezTo>
                      <a:cubicBezTo>
                        <a:pt x="111" y="412"/>
                        <a:pt x="111" y="412"/>
                        <a:pt x="111" y="412"/>
                      </a:cubicBezTo>
                      <a:cubicBezTo>
                        <a:pt x="111" y="412"/>
                        <a:pt x="111" y="412"/>
                        <a:pt x="111" y="412"/>
                      </a:cubicBezTo>
                      <a:cubicBezTo>
                        <a:pt x="111" y="412"/>
                        <a:pt x="111" y="413"/>
                        <a:pt x="111" y="413"/>
                      </a:cubicBezTo>
                      <a:cubicBezTo>
                        <a:pt x="111" y="414"/>
                        <a:pt x="111" y="415"/>
                        <a:pt x="111" y="415"/>
                      </a:cubicBezTo>
                      <a:cubicBezTo>
                        <a:pt x="111" y="416"/>
                        <a:pt x="111" y="416"/>
                        <a:pt x="111" y="416"/>
                      </a:cubicBezTo>
                      <a:cubicBezTo>
                        <a:pt x="111" y="416"/>
                        <a:pt x="111" y="416"/>
                        <a:pt x="111" y="416"/>
                      </a:cubicBezTo>
                      <a:cubicBezTo>
                        <a:pt x="111" y="416"/>
                        <a:pt x="112" y="416"/>
                        <a:pt x="112" y="416"/>
                      </a:cubicBezTo>
                      <a:cubicBezTo>
                        <a:pt x="112" y="416"/>
                        <a:pt x="112" y="416"/>
                        <a:pt x="113" y="416"/>
                      </a:cubicBezTo>
                      <a:cubicBezTo>
                        <a:pt x="113" y="416"/>
                        <a:pt x="113" y="416"/>
                        <a:pt x="114" y="416"/>
                      </a:cubicBezTo>
                      <a:cubicBezTo>
                        <a:pt x="114" y="417"/>
                        <a:pt x="114" y="417"/>
                        <a:pt x="114" y="417"/>
                      </a:cubicBezTo>
                      <a:cubicBezTo>
                        <a:pt x="113" y="418"/>
                        <a:pt x="113" y="418"/>
                        <a:pt x="113" y="419"/>
                      </a:cubicBezTo>
                      <a:cubicBezTo>
                        <a:pt x="113" y="419"/>
                        <a:pt x="112" y="420"/>
                        <a:pt x="112" y="420"/>
                      </a:cubicBezTo>
                      <a:cubicBezTo>
                        <a:pt x="112" y="420"/>
                        <a:pt x="112" y="420"/>
                        <a:pt x="111" y="421"/>
                      </a:cubicBezTo>
                      <a:cubicBezTo>
                        <a:pt x="111" y="421"/>
                        <a:pt x="112" y="422"/>
                        <a:pt x="111" y="422"/>
                      </a:cubicBezTo>
                      <a:cubicBezTo>
                        <a:pt x="111" y="422"/>
                        <a:pt x="111" y="422"/>
                        <a:pt x="111" y="423"/>
                      </a:cubicBezTo>
                      <a:cubicBezTo>
                        <a:pt x="111" y="423"/>
                        <a:pt x="111" y="423"/>
                        <a:pt x="111" y="423"/>
                      </a:cubicBezTo>
                      <a:cubicBezTo>
                        <a:pt x="112" y="423"/>
                        <a:pt x="113" y="423"/>
                        <a:pt x="113" y="423"/>
                      </a:cubicBezTo>
                      <a:cubicBezTo>
                        <a:pt x="114" y="423"/>
                        <a:pt x="114" y="423"/>
                        <a:pt x="114" y="422"/>
                      </a:cubicBezTo>
                      <a:cubicBezTo>
                        <a:pt x="114" y="422"/>
                        <a:pt x="114" y="422"/>
                        <a:pt x="115" y="422"/>
                      </a:cubicBezTo>
                      <a:cubicBezTo>
                        <a:pt x="115" y="423"/>
                        <a:pt x="115" y="423"/>
                        <a:pt x="115" y="423"/>
                      </a:cubicBezTo>
                      <a:cubicBezTo>
                        <a:pt x="116" y="423"/>
                        <a:pt x="116" y="424"/>
                        <a:pt x="116" y="424"/>
                      </a:cubicBezTo>
                      <a:cubicBezTo>
                        <a:pt x="116" y="424"/>
                        <a:pt x="116" y="424"/>
                        <a:pt x="116" y="424"/>
                      </a:cubicBezTo>
                      <a:cubicBezTo>
                        <a:pt x="116" y="423"/>
                        <a:pt x="116" y="423"/>
                        <a:pt x="117" y="423"/>
                      </a:cubicBezTo>
                      <a:cubicBezTo>
                        <a:pt x="117" y="423"/>
                        <a:pt x="117" y="423"/>
                        <a:pt x="117" y="423"/>
                      </a:cubicBezTo>
                      <a:cubicBezTo>
                        <a:pt x="118" y="423"/>
                        <a:pt x="118" y="422"/>
                        <a:pt x="118" y="422"/>
                      </a:cubicBezTo>
                      <a:cubicBezTo>
                        <a:pt x="118" y="422"/>
                        <a:pt x="118" y="422"/>
                        <a:pt x="118" y="422"/>
                      </a:cubicBezTo>
                      <a:cubicBezTo>
                        <a:pt x="118" y="422"/>
                        <a:pt x="118" y="421"/>
                        <a:pt x="118" y="421"/>
                      </a:cubicBezTo>
                      <a:cubicBezTo>
                        <a:pt x="118" y="421"/>
                        <a:pt x="118" y="421"/>
                        <a:pt x="119" y="421"/>
                      </a:cubicBezTo>
                      <a:cubicBezTo>
                        <a:pt x="119" y="421"/>
                        <a:pt x="119" y="421"/>
                        <a:pt x="119" y="420"/>
                      </a:cubicBezTo>
                      <a:cubicBezTo>
                        <a:pt x="119" y="420"/>
                        <a:pt x="120" y="420"/>
                        <a:pt x="120" y="420"/>
                      </a:cubicBezTo>
                      <a:cubicBezTo>
                        <a:pt x="120" y="420"/>
                        <a:pt x="120" y="419"/>
                        <a:pt x="120" y="419"/>
                      </a:cubicBezTo>
                      <a:cubicBezTo>
                        <a:pt x="120" y="419"/>
                        <a:pt x="120" y="418"/>
                        <a:pt x="120" y="418"/>
                      </a:cubicBezTo>
                      <a:cubicBezTo>
                        <a:pt x="120" y="418"/>
                        <a:pt x="120" y="417"/>
                        <a:pt x="120" y="417"/>
                      </a:cubicBezTo>
                      <a:cubicBezTo>
                        <a:pt x="120" y="416"/>
                        <a:pt x="120" y="416"/>
                        <a:pt x="120" y="416"/>
                      </a:cubicBezTo>
                      <a:cubicBezTo>
                        <a:pt x="120" y="415"/>
                        <a:pt x="120" y="415"/>
                        <a:pt x="120" y="415"/>
                      </a:cubicBezTo>
                      <a:cubicBezTo>
                        <a:pt x="121" y="415"/>
                        <a:pt x="121" y="415"/>
                        <a:pt x="121" y="414"/>
                      </a:cubicBezTo>
                      <a:cubicBezTo>
                        <a:pt x="121" y="414"/>
                        <a:pt x="121" y="414"/>
                        <a:pt x="121" y="414"/>
                      </a:cubicBezTo>
                      <a:cubicBezTo>
                        <a:pt x="121" y="414"/>
                        <a:pt x="122" y="414"/>
                        <a:pt x="122" y="414"/>
                      </a:cubicBezTo>
                      <a:cubicBezTo>
                        <a:pt x="122" y="415"/>
                        <a:pt x="123" y="414"/>
                        <a:pt x="123" y="414"/>
                      </a:cubicBezTo>
                      <a:cubicBezTo>
                        <a:pt x="123" y="414"/>
                        <a:pt x="124" y="414"/>
                        <a:pt x="124" y="414"/>
                      </a:cubicBezTo>
                      <a:cubicBezTo>
                        <a:pt x="124" y="415"/>
                        <a:pt x="125" y="414"/>
                        <a:pt x="126" y="414"/>
                      </a:cubicBezTo>
                      <a:cubicBezTo>
                        <a:pt x="126" y="414"/>
                        <a:pt x="127" y="414"/>
                        <a:pt x="127" y="414"/>
                      </a:cubicBezTo>
                      <a:cubicBezTo>
                        <a:pt x="127" y="414"/>
                        <a:pt x="127" y="414"/>
                        <a:pt x="127" y="414"/>
                      </a:cubicBezTo>
                      <a:cubicBezTo>
                        <a:pt x="127" y="414"/>
                        <a:pt x="128" y="414"/>
                        <a:pt x="128" y="414"/>
                      </a:cubicBezTo>
                      <a:cubicBezTo>
                        <a:pt x="129" y="415"/>
                        <a:pt x="129" y="414"/>
                        <a:pt x="130" y="415"/>
                      </a:cubicBezTo>
                      <a:cubicBezTo>
                        <a:pt x="130" y="415"/>
                        <a:pt x="130" y="415"/>
                        <a:pt x="130" y="415"/>
                      </a:cubicBezTo>
                      <a:cubicBezTo>
                        <a:pt x="131" y="415"/>
                        <a:pt x="131" y="415"/>
                        <a:pt x="132" y="415"/>
                      </a:cubicBezTo>
                      <a:cubicBezTo>
                        <a:pt x="132" y="415"/>
                        <a:pt x="133" y="416"/>
                        <a:pt x="133" y="417"/>
                      </a:cubicBezTo>
                      <a:cubicBezTo>
                        <a:pt x="134" y="417"/>
                        <a:pt x="134" y="417"/>
                        <a:pt x="134" y="417"/>
                      </a:cubicBezTo>
                      <a:cubicBezTo>
                        <a:pt x="135" y="417"/>
                        <a:pt x="135" y="418"/>
                        <a:pt x="136" y="418"/>
                      </a:cubicBezTo>
                      <a:cubicBezTo>
                        <a:pt x="136" y="419"/>
                        <a:pt x="137" y="419"/>
                        <a:pt x="137" y="420"/>
                      </a:cubicBezTo>
                      <a:cubicBezTo>
                        <a:pt x="138" y="421"/>
                        <a:pt x="138" y="421"/>
                        <a:pt x="139" y="422"/>
                      </a:cubicBezTo>
                      <a:cubicBezTo>
                        <a:pt x="140" y="422"/>
                        <a:pt x="141" y="423"/>
                        <a:pt x="142" y="423"/>
                      </a:cubicBezTo>
                      <a:cubicBezTo>
                        <a:pt x="143" y="424"/>
                        <a:pt x="144" y="424"/>
                        <a:pt x="145" y="424"/>
                      </a:cubicBezTo>
                      <a:cubicBezTo>
                        <a:pt x="145" y="424"/>
                        <a:pt x="145" y="425"/>
                        <a:pt x="146" y="425"/>
                      </a:cubicBezTo>
                      <a:cubicBezTo>
                        <a:pt x="146" y="425"/>
                        <a:pt x="146" y="424"/>
                        <a:pt x="146" y="424"/>
                      </a:cubicBezTo>
                      <a:cubicBezTo>
                        <a:pt x="146" y="424"/>
                        <a:pt x="146" y="424"/>
                        <a:pt x="146" y="424"/>
                      </a:cubicBezTo>
                      <a:cubicBezTo>
                        <a:pt x="147" y="425"/>
                        <a:pt x="147" y="425"/>
                        <a:pt x="148" y="425"/>
                      </a:cubicBezTo>
                      <a:cubicBezTo>
                        <a:pt x="149" y="425"/>
                        <a:pt x="150" y="425"/>
                        <a:pt x="151" y="426"/>
                      </a:cubicBezTo>
                      <a:cubicBezTo>
                        <a:pt x="151" y="427"/>
                        <a:pt x="151" y="427"/>
                        <a:pt x="152" y="428"/>
                      </a:cubicBezTo>
                      <a:cubicBezTo>
                        <a:pt x="152" y="428"/>
                        <a:pt x="153" y="428"/>
                        <a:pt x="154" y="429"/>
                      </a:cubicBezTo>
                      <a:cubicBezTo>
                        <a:pt x="154" y="429"/>
                        <a:pt x="154" y="429"/>
                        <a:pt x="154" y="429"/>
                      </a:cubicBezTo>
                      <a:cubicBezTo>
                        <a:pt x="155" y="430"/>
                        <a:pt x="156" y="430"/>
                        <a:pt x="157" y="430"/>
                      </a:cubicBezTo>
                      <a:cubicBezTo>
                        <a:pt x="158" y="430"/>
                        <a:pt x="159" y="430"/>
                        <a:pt x="159" y="431"/>
                      </a:cubicBezTo>
                      <a:cubicBezTo>
                        <a:pt x="159" y="431"/>
                        <a:pt x="160" y="431"/>
                        <a:pt x="160" y="431"/>
                      </a:cubicBezTo>
                      <a:cubicBezTo>
                        <a:pt x="160" y="432"/>
                        <a:pt x="161" y="432"/>
                        <a:pt x="161" y="431"/>
                      </a:cubicBezTo>
                      <a:cubicBezTo>
                        <a:pt x="161" y="431"/>
                        <a:pt x="162" y="431"/>
                        <a:pt x="162" y="431"/>
                      </a:cubicBezTo>
                      <a:cubicBezTo>
                        <a:pt x="162" y="431"/>
                        <a:pt x="162" y="432"/>
                        <a:pt x="163" y="432"/>
                      </a:cubicBezTo>
                      <a:cubicBezTo>
                        <a:pt x="163" y="432"/>
                        <a:pt x="163" y="432"/>
                        <a:pt x="163" y="432"/>
                      </a:cubicBezTo>
                      <a:cubicBezTo>
                        <a:pt x="163" y="432"/>
                        <a:pt x="164" y="432"/>
                        <a:pt x="164" y="432"/>
                      </a:cubicBezTo>
                      <a:cubicBezTo>
                        <a:pt x="165" y="432"/>
                        <a:pt x="165" y="432"/>
                        <a:pt x="165" y="432"/>
                      </a:cubicBezTo>
                      <a:cubicBezTo>
                        <a:pt x="165" y="432"/>
                        <a:pt x="165" y="432"/>
                        <a:pt x="165" y="432"/>
                      </a:cubicBezTo>
                      <a:cubicBezTo>
                        <a:pt x="166" y="432"/>
                        <a:pt x="166" y="432"/>
                        <a:pt x="166" y="432"/>
                      </a:cubicBezTo>
                      <a:cubicBezTo>
                        <a:pt x="166" y="432"/>
                        <a:pt x="167" y="433"/>
                        <a:pt x="168" y="433"/>
                      </a:cubicBezTo>
                      <a:cubicBezTo>
                        <a:pt x="168" y="433"/>
                        <a:pt x="168" y="433"/>
                        <a:pt x="168" y="433"/>
                      </a:cubicBezTo>
                      <a:cubicBezTo>
                        <a:pt x="168" y="433"/>
                        <a:pt x="168" y="433"/>
                        <a:pt x="168" y="433"/>
                      </a:cubicBezTo>
                      <a:cubicBezTo>
                        <a:pt x="168" y="433"/>
                        <a:pt x="168" y="433"/>
                        <a:pt x="168" y="433"/>
                      </a:cubicBezTo>
                      <a:cubicBezTo>
                        <a:pt x="168" y="433"/>
                        <a:pt x="167" y="432"/>
                        <a:pt x="167" y="431"/>
                      </a:cubicBezTo>
                      <a:cubicBezTo>
                        <a:pt x="168" y="431"/>
                        <a:pt x="168" y="431"/>
                        <a:pt x="169" y="431"/>
                      </a:cubicBezTo>
                      <a:cubicBezTo>
                        <a:pt x="168" y="431"/>
                        <a:pt x="168" y="431"/>
                        <a:pt x="168" y="431"/>
                      </a:cubicBezTo>
                      <a:cubicBezTo>
                        <a:pt x="168" y="431"/>
                        <a:pt x="167" y="431"/>
                        <a:pt x="167" y="431"/>
                      </a:cubicBezTo>
                      <a:cubicBezTo>
                        <a:pt x="167" y="431"/>
                        <a:pt x="167" y="431"/>
                        <a:pt x="167" y="431"/>
                      </a:cubicBezTo>
                      <a:cubicBezTo>
                        <a:pt x="167" y="431"/>
                        <a:pt x="167" y="431"/>
                        <a:pt x="166" y="431"/>
                      </a:cubicBezTo>
                      <a:cubicBezTo>
                        <a:pt x="166" y="431"/>
                        <a:pt x="166" y="430"/>
                        <a:pt x="166" y="430"/>
                      </a:cubicBezTo>
                      <a:cubicBezTo>
                        <a:pt x="166" y="430"/>
                        <a:pt x="166" y="430"/>
                        <a:pt x="167" y="430"/>
                      </a:cubicBezTo>
                      <a:cubicBezTo>
                        <a:pt x="167" y="430"/>
                        <a:pt x="167" y="430"/>
                        <a:pt x="168" y="430"/>
                      </a:cubicBezTo>
                      <a:cubicBezTo>
                        <a:pt x="168" y="431"/>
                        <a:pt x="168" y="431"/>
                        <a:pt x="169" y="431"/>
                      </a:cubicBezTo>
                      <a:cubicBezTo>
                        <a:pt x="169" y="431"/>
                        <a:pt x="169" y="431"/>
                        <a:pt x="169" y="431"/>
                      </a:cubicBezTo>
                      <a:cubicBezTo>
                        <a:pt x="169" y="430"/>
                        <a:pt x="169" y="430"/>
                        <a:pt x="169" y="430"/>
                      </a:cubicBezTo>
                      <a:cubicBezTo>
                        <a:pt x="169" y="430"/>
                        <a:pt x="169" y="430"/>
                        <a:pt x="170" y="430"/>
                      </a:cubicBezTo>
                      <a:cubicBezTo>
                        <a:pt x="170" y="430"/>
                        <a:pt x="170" y="430"/>
                        <a:pt x="170" y="430"/>
                      </a:cubicBezTo>
                      <a:cubicBezTo>
                        <a:pt x="171" y="430"/>
                        <a:pt x="171" y="431"/>
                        <a:pt x="172" y="431"/>
                      </a:cubicBezTo>
                      <a:cubicBezTo>
                        <a:pt x="172" y="431"/>
                        <a:pt x="173" y="432"/>
                        <a:pt x="173" y="432"/>
                      </a:cubicBezTo>
                      <a:cubicBezTo>
                        <a:pt x="173" y="432"/>
                        <a:pt x="174" y="432"/>
                        <a:pt x="174" y="432"/>
                      </a:cubicBezTo>
                      <a:cubicBezTo>
                        <a:pt x="175" y="432"/>
                        <a:pt x="176" y="433"/>
                        <a:pt x="176" y="434"/>
                      </a:cubicBezTo>
                      <a:cubicBezTo>
                        <a:pt x="176" y="434"/>
                        <a:pt x="176" y="434"/>
                        <a:pt x="176" y="434"/>
                      </a:cubicBezTo>
                      <a:cubicBezTo>
                        <a:pt x="176" y="435"/>
                        <a:pt x="177" y="435"/>
                        <a:pt x="178" y="435"/>
                      </a:cubicBezTo>
                      <a:cubicBezTo>
                        <a:pt x="178" y="435"/>
                        <a:pt x="178" y="435"/>
                        <a:pt x="178" y="435"/>
                      </a:cubicBezTo>
                      <a:cubicBezTo>
                        <a:pt x="178" y="435"/>
                        <a:pt x="178" y="435"/>
                        <a:pt x="178" y="436"/>
                      </a:cubicBezTo>
                      <a:cubicBezTo>
                        <a:pt x="178" y="436"/>
                        <a:pt x="179" y="437"/>
                        <a:pt x="179" y="437"/>
                      </a:cubicBezTo>
                      <a:cubicBezTo>
                        <a:pt x="179" y="438"/>
                        <a:pt x="180" y="438"/>
                        <a:pt x="180" y="438"/>
                      </a:cubicBezTo>
                      <a:cubicBezTo>
                        <a:pt x="180" y="438"/>
                        <a:pt x="180" y="438"/>
                        <a:pt x="180" y="438"/>
                      </a:cubicBezTo>
                      <a:cubicBezTo>
                        <a:pt x="181" y="439"/>
                        <a:pt x="181" y="440"/>
                        <a:pt x="181" y="440"/>
                      </a:cubicBezTo>
                      <a:cubicBezTo>
                        <a:pt x="181" y="440"/>
                        <a:pt x="181" y="441"/>
                        <a:pt x="181" y="441"/>
                      </a:cubicBezTo>
                      <a:cubicBezTo>
                        <a:pt x="181" y="441"/>
                        <a:pt x="181" y="441"/>
                        <a:pt x="182" y="441"/>
                      </a:cubicBezTo>
                      <a:cubicBezTo>
                        <a:pt x="182" y="441"/>
                        <a:pt x="182" y="441"/>
                        <a:pt x="182" y="441"/>
                      </a:cubicBezTo>
                      <a:cubicBezTo>
                        <a:pt x="182" y="441"/>
                        <a:pt x="182" y="441"/>
                        <a:pt x="181" y="441"/>
                      </a:cubicBezTo>
                      <a:cubicBezTo>
                        <a:pt x="181" y="441"/>
                        <a:pt x="181" y="442"/>
                        <a:pt x="182" y="442"/>
                      </a:cubicBezTo>
                      <a:cubicBezTo>
                        <a:pt x="182" y="442"/>
                        <a:pt x="181" y="442"/>
                        <a:pt x="181" y="442"/>
                      </a:cubicBezTo>
                      <a:cubicBezTo>
                        <a:pt x="181" y="442"/>
                        <a:pt x="181" y="443"/>
                        <a:pt x="181" y="443"/>
                      </a:cubicBezTo>
                      <a:cubicBezTo>
                        <a:pt x="181" y="444"/>
                        <a:pt x="181" y="444"/>
                        <a:pt x="180" y="444"/>
                      </a:cubicBezTo>
                      <a:cubicBezTo>
                        <a:pt x="180" y="444"/>
                        <a:pt x="180" y="444"/>
                        <a:pt x="180" y="444"/>
                      </a:cubicBezTo>
                      <a:cubicBezTo>
                        <a:pt x="179" y="444"/>
                        <a:pt x="179" y="444"/>
                        <a:pt x="179" y="444"/>
                      </a:cubicBezTo>
                      <a:cubicBezTo>
                        <a:pt x="179" y="444"/>
                        <a:pt x="179" y="444"/>
                        <a:pt x="179" y="444"/>
                      </a:cubicBezTo>
                      <a:cubicBezTo>
                        <a:pt x="179" y="444"/>
                        <a:pt x="179" y="443"/>
                        <a:pt x="178" y="443"/>
                      </a:cubicBezTo>
                      <a:cubicBezTo>
                        <a:pt x="178" y="443"/>
                        <a:pt x="178" y="444"/>
                        <a:pt x="178" y="444"/>
                      </a:cubicBezTo>
                      <a:cubicBezTo>
                        <a:pt x="177" y="444"/>
                        <a:pt x="176" y="443"/>
                        <a:pt x="176" y="443"/>
                      </a:cubicBezTo>
                      <a:cubicBezTo>
                        <a:pt x="176" y="443"/>
                        <a:pt x="175" y="443"/>
                        <a:pt x="175" y="443"/>
                      </a:cubicBezTo>
                      <a:cubicBezTo>
                        <a:pt x="175" y="443"/>
                        <a:pt x="175" y="443"/>
                        <a:pt x="175" y="442"/>
                      </a:cubicBezTo>
                      <a:cubicBezTo>
                        <a:pt x="175" y="442"/>
                        <a:pt x="175" y="442"/>
                        <a:pt x="175" y="443"/>
                      </a:cubicBezTo>
                      <a:cubicBezTo>
                        <a:pt x="175" y="443"/>
                        <a:pt x="175" y="443"/>
                        <a:pt x="175" y="443"/>
                      </a:cubicBezTo>
                      <a:cubicBezTo>
                        <a:pt x="175" y="444"/>
                        <a:pt x="176" y="444"/>
                        <a:pt x="176" y="444"/>
                      </a:cubicBezTo>
                      <a:cubicBezTo>
                        <a:pt x="176" y="444"/>
                        <a:pt x="176" y="445"/>
                        <a:pt x="176" y="445"/>
                      </a:cubicBezTo>
                      <a:cubicBezTo>
                        <a:pt x="176" y="445"/>
                        <a:pt x="176" y="445"/>
                        <a:pt x="175" y="445"/>
                      </a:cubicBezTo>
                      <a:cubicBezTo>
                        <a:pt x="175" y="445"/>
                        <a:pt x="175" y="445"/>
                        <a:pt x="175" y="445"/>
                      </a:cubicBezTo>
                      <a:cubicBezTo>
                        <a:pt x="175" y="445"/>
                        <a:pt x="174" y="445"/>
                        <a:pt x="173" y="445"/>
                      </a:cubicBezTo>
                      <a:cubicBezTo>
                        <a:pt x="173" y="445"/>
                        <a:pt x="173" y="445"/>
                        <a:pt x="173" y="445"/>
                      </a:cubicBezTo>
                      <a:cubicBezTo>
                        <a:pt x="173" y="445"/>
                        <a:pt x="173" y="445"/>
                        <a:pt x="173" y="445"/>
                      </a:cubicBezTo>
                      <a:cubicBezTo>
                        <a:pt x="173" y="446"/>
                        <a:pt x="173" y="446"/>
                        <a:pt x="173" y="447"/>
                      </a:cubicBezTo>
                      <a:cubicBezTo>
                        <a:pt x="173" y="447"/>
                        <a:pt x="173" y="447"/>
                        <a:pt x="173" y="448"/>
                      </a:cubicBezTo>
                      <a:cubicBezTo>
                        <a:pt x="173" y="448"/>
                        <a:pt x="173" y="448"/>
                        <a:pt x="173" y="448"/>
                      </a:cubicBezTo>
                      <a:cubicBezTo>
                        <a:pt x="173" y="448"/>
                        <a:pt x="173" y="448"/>
                        <a:pt x="173" y="448"/>
                      </a:cubicBezTo>
                      <a:cubicBezTo>
                        <a:pt x="173" y="449"/>
                        <a:pt x="172" y="449"/>
                        <a:pt x="172" y="449"/>
                      </a:cubicBezTo>
                      <a:cubicBezTo>
                        <a:pt x="171" y="449"/>
                        <a:pt x="171" y="449"/>
                        <a:pt x="171" y="450"/>
                      </a:cubicBezTo>
                      <a:cubicBezTo>
                        <a:pt x="171" y="450"/>
                        <a:pt x="171" y="450"/>
                        <a:pt x="171" y="450"/>
                      </a:cubicBezTo>
                      <a:cubicBezTo>
                        <a:pt x="172" y="450"/>
                        <a:pt x="173" y="451"/>
                        <a:pt x="174" y="451"/>
                      </a:cubicBezTo>
                      <a:cubicBezTo>
                        <a:pt x="174" y="452"/>
                        <a:pt x="174" y="452"/>
                        <a:pt x="174" y="452"/>
                      </a:cubicBezTo>
                      <a:cubicBezTo>
                        <a:pt x="175" y="452"/>
                        <a:pt x="175" y="452"/>
                        <a:pt x="175" y="452"/>
                      </a:cubicBezTo>
                      <a:cubicBezTo>
                        <a:pt x="176" y="451"/>
                        <a:pt x="177" y="452"/>
                        <a:pt x="178" y="452"/>
                      </a:cubicBezTo>
                      <a:cubicBezTo>
                        <a:pt x="178" y="452"/>
                        <a:pt x="178" y="452"/>
                        <a:pt x="178" y="452"/>
                      </a:cubicBezTo>
                      <a:cubicBezTo>
                        <a:pt x="179" y="452"/>
                        <a:pt x="179" y="452"/>
                        <a:pt x="179" y="452"/>
                      </a:cubicBezTo>
                      <a:cubicBezTo>
                        <a:pt x="179" y="453"/>
                        <a:pt x="179" y="453"/>
                        <a:pt x="180" y="453"/>
                      </a:cubicBezTo>
                      <a:cubicBezTo>
                        <a:pt x="182" y="453"/>
                        <a:pt x="184" y="454"/>
                        <a:pt x="186" y="453"/>
                      </a:cubicBezTo>
                      <a:cubicBezTo>
                        <a:pt x="186" y="453"/>
                        <a:pt x="186" y="453"/>
                        <a:pt x="186" y="453"/>
                      </a:cubicBezTo>
                      <a:cubicBezTo>
                        <a:pt x="187" y="453"/>
                        <a:pt x="187" y="453"/>
                        <a:pt x="187" y="453"/>
                      </a:cubicBezTo>
                      <a:cubicBezTo>
                        <a:pt x="188" y="454"/>
                        <a:pt x="189" y="454"/>
                        <a:pt x="190" y="454"/>
                      </a:cubicBezTo>
                      <a:cubicBezTo>
                        <a:pt x="190" y="454"/>
                        <a:pt x="191" y="454"/>
                        <a:pt x="191" y="454"/>
                      </a:cubicBezTo>
                      <a:cubicBezTo>
                        <a:pt x="192" y="454"/>
                        <a:pt x="192" y="453"/>
                        <a:pt x="192" y="453"/>
                      </a:cubicBezTo>
                      <a:cubicBezTo>
                        <a:pt x="192" y="453"/>
                        <a:pt x="193" y="453"/>
                        <a:pt x="193" y="453"/>
                      </a:cubicBezTo>
                      <a:cubicBezTo>
                        <a:pt x="193" y="453"/>
                        <a:pt x="193" y="453"/>
                        <a:pt x="194" y="453"/>
                      </a:cubicBezTo>
                      <a:cubicBezTo>
                        <a:pt x="195" y="452"/>
                        <a:pt x="196" y="452"/>
                        <a:pt x="198" y="452"/>
                      </a:cubicBezTo>
                      <a:cubicBezTo>
                        <a:pt x="198" y="452"/>
                        <a:pt x="198" y="452"/>
                        <a:pt x="198" y="452"/>
                      </a:cubicBezTo>
                      <a:cubicBezTo>
                        <a:pt x="199" y="452"/>
                        <a:pt x="199" y="452"/>
                        <a:pt x="199" y="452"/>
                      </a:cubicBezTo>
                      <a:cubicBezTo>
                        <a:pt x="199" y="452"/>
                        <a:pt x="199" y="452"/>
                        <a:pt x="200" y="451"/>
                      </a:cubicBezTo>
                      <a:cubicBezTo>
                        <a:pt x="200" y="451"/>
                        <a:pt x="200" y="451"/>
                        <a:pt x="200" y="451"/>
                      </a:cubicBezTo>
                      <a:cubicBezTo>
                        <a:pt x="200" y="451"/>
                        <a:pt x="200" y="451"/>
                        <a:pt x="200" y="452"/>
                      </a:cubicBezTo>
                      <a:cubicBezTo>
                        <a:pt x="201" y="452"/>
                        <a:pt x="201" y="452"/>
                        <a:pt x="201" y="452"/>
                      </a:cubicBezTo>
                      <a:cubicBezTo>
                        <a:pt x="202" y="452"/>
                        <a:pt x="202" y="452"/>
                        <a:pt x="202" y="451"/>
                      </a:cubicBezTo>
                      <a:cubicBezTo>
                        <a:pt x="203" y="451"/>
                        <a:pt x="204" y="450"/>
                        <a:pt x="204" y="449"/>
                      </a:cubicBezTo>
                      <a:cubicBezTo>
                        <a:pt x="205" y="449"/>
                        <a:pt x="205" y="449"/>
                        <a:pt x="205" y="449"/>
                      </a:cubicBezTo>
                      <a:cubicBezTo>
                        <a:pt x="205" y="449"/>
                        <a:pt x="206" y="449"/>
                        <a:pt x="206" y="449"/>
                      </a:cubicBezTo>
                      <a:cubicBezTo>
                        <a:pt x="206" y="448"/>
                        <a:pt x="207" y="448"/>
                        <a:pt x="207" y="448"/>
                      </a:cubicBezTo>
                      <a:cubicBezTo>
                        <a:pt x="208" y="448"/>
                        <a:pt x="208" y="449"/>
                        <a:pt x="208" y="449"/>
                      </a:cubicBezTo>
                      <a:cubicBezTo>
                        <a:pt x="208" y="450"/>
                        <a:pt x="209" y="450"/>
                        <a:pt x="209" y="450"/>
                      </a:cubicBezTo>
                      <a:cubicBezTo>
                        <a:pt x="210" y="451"/>
                        <a:pt x="210" y="452"/>
                        <a:pt x="210" y="453"/>
                      </a:cubicBezTo>
                      <a:cubicBezTo>
                        <a:pt x="210" y="453"/>
                        <a:pt x="210" y="453"/>
                        <a:pt x="210" y="453"/>
                      </a:cubicBezTo>
                      <a:cubicBezTo>
                        <a:pt x="210" y="453"/>
                        <a:pt x="210" y="453"/>
                        <a:pt x="210" y="453"/>
                      </a:cubicBezTo>
                      <a:cubicBezTo>
                        <a:pt x="211" y="453"/>
                        <a:pt x="211" y="453"/>
                        <a:pt x="211" y="453"/>
                      </a:cubicBezTo>
                      <a:cubicBezTo>
                        <a:pt x="212" y="453"/>
                        <a:pt x="212" y="453"/>
                        <a:pt x="212" y="453"/>
                      </a:cubicBezTo>
                      <a:cubicBezTo>
                        <a:pt x="212" y="453"/>
                        <a:pt x="213" y="453"/>
                        <a:pt x="213" y="453"/>
                      </a:cubicBezTo>
                      <a:cubicBezTo>
                        <a:pt x="213" y="453"/>
                        <a:pt x="213" y="453"/>
                        <a:pt x="213" y="453"/>
                      </a:cubicBezTo>
                      <a:cubicBezTo>
                        <a:pt x="214" y="453"/>
                        <a:pt x="214" y="453"/>
                        <a:pt x="214" y="453"/>
                      </a:cubicBezTo>
                      <a:cubicBezTo>
                        <a:pt x="214" y="453"/>
                        <a:pt x="214" y="453"/>
                        <a:pt x="215" y="453"/>
                      </a:cubicBezTo>
                      <a:cubicBezTo>
                        <a:pt x="215" y="453"/>
                        <a:pt x="215" y="454"/>
                        <a:pt x="215" y="454"/>
                      </a:cubicBezTo>
                      <a:cubicBezTo>
                        <a:pt x="215" y="455"/>
                        <a:pt x="215" y="456"/>
                        <a:pt x="215" y="456"/>
                      </a:cubicBezTo>
                      <a:cubicBezTo>
                        <a:pt x="215" y="457"/>
                        <a:pt x="215" y="457"/>
                        <a:pt x="215" y="457"/>
                      </a:cubicBezTo>
                      <a:cubicBezTo>
                        <a:pt x="215" y="457"/>
                        <a:pt x="215" y="457"/>
                        <a:pt x="215" y="457"/>
                      </a:cubicBezTo>
                      <a:cubicBezTo>
                        <a:pt x="215" y="457"/>
                        <a:pt x="215" y="457"/>
                        <a:pt x="215" y="458"/>
                      </a:cubicBezTo>
                      <a:cubicBezTo>
                        <a:pt x="215" y="458"/>
                        <a:pt x="215" y="458"/>
                        <a:pt x="215" y="458"/>
                      </a:cubicBezTo>
                      <a:cubicBezTo>
                        <a:pt x="216" y="458"/>
                        <a:pt x="216" y="459"/>
                        <a:pt x="216" y="459"/>
                      </a:cubicBezTo>
                      <a:cubicBezTo>
                        <a:pt x="216" y="459"/>
                        <a:pt x="216" y="459"/>
                        <a:pt x="216" y="459"/>
                      </a:cubicBezTo>
                      <a:cubicBezTo>
                        <a:pt x="216" y="459"/>
                        <a:pt x="216" y="459"/>
                        <a:pt x="216" y="459"/>
                      </a:cubicBezTo>
                      <a:cubicBezTo>
                        <a:pt x="217" y="458"/>
                        <a:pt x="216" y="457"/>
                        <a:pt x="217" y="456"/>
                      </a:cubicBezTo>
                      <a:cubicBezTo>
                        <a:pt x="217" y="456"/>
                        <a:pt x="217" y="456"/>
                        <a:pt x="217" y="456"/>
                      </a:cubicBezTo>
                      <a:cubicBezTo>
                        <a:pt x="217" y="456"/>
                        <a:pt x="217" y="455"/>
                        <a:pt x="217" y="455"/>
                      </a:cubicBezTo>
                      <a:cubicBezTo>
                        <a:pt x="217" y="455"/>
                        <a:pt x="217" y="455"/>
                        <a:pt x="217" y="455"/>
                      </a:cubicBezTo>
                      <a:cubicBezTo>
                        <a:pt x="217" y="455"/>
                        <a:pt x="217" y="456"/>
                        <a:pt x="218" y="456"/>
                      </a:cubicBezTo>
                      <a:cubicBezTo>
                        <a:pt x="218" y="456"/>
                        <a:pt x="218" y="456"/>
                        <a:pt x="218" y="456"/>
                      </a:cubicBezTo>
                      <a:cubicBezTo>
                        <a:pt x="218" y="456"/>
                        <a:pt x="218" y="457"/>
                        <a:pt x="218" y="457"/>
                      </a:cubicBezTo>
                      <a:cubicBezTo>
                        <a:pt x="218" y="457"/>
                        <a:pt x="218" y="458"/>
                        <a:pt x="218" y="458"/>
                      </a:cubicBezTo>
                      <a:cubicBezTo>
                        <a:pt x="218" y="458"/>
                        <a:pt x="218" y="458"/>
                        <a:pt x="218" y="458"/>
                      </a:cubicBezTo>
                      <a:cubicBezTo>
                        <a:pt x="218" y="459"/>
                        <a:pt x="219" y="459"/>
                        <a:pt x="218" y="459"/>
                      </a:cubicBezTo>
                      <a:cubicBezTo>
                        <a:pt x="219" y="459"/>
                        <a:pt x="219" y="458"/>
                        <a:pt x="219" y="458"/>
                      </a:cubicBezTo>
                      <a:cubicBezTo>
                        <a:pt x="220" y="458"/>
                        <a:pt x="220" y="459"/>
                        <a:pt x="220" y="460"/>
                      </a:cubicBezTo>
                      <a:cubicBezTo>
                        <a:pt x="221" y="460"/>
                        <a:pt x="221" y="460"/>
                        <a:pt x="221" y="460"/>
                      </a:cubicBezTo>
                      <a:cubicBezTo>
                        <a:pt x="222" y="460"/>
                        <a:pt x="222" y="461"/>
                        <a:pt x="222" y="462"/>
                      </a:cubicBezTo>
                      <a:cubicBezTo>
                        <a:pt x="222" y="462"/>
                        <a:pt x="222" y="463"/>
                        <a:pt x="222" y="463"/>
                      </a:cubicBezTo>
                      <a:cubicBezTo>
                        <a:pt x="222" y="463"/>
                        <a:pt x="223" y="464"/>
                        <a:pt x="223" y="464"/>
                      </a:cubicBezTo>
                      <a:cubicBezTo>
                        <a:pt x="223" y="464"/>
                        <a:pt x="223" y="464"/>
                        <a:pt x="222" y="464"/>
                      </a:cubicBezTo>
                      <a:cubicBezTo>
                        <a:pt x="222" y="464"/>
                        <a:pt x="222" y="464"/>
                        <a:pt x="221" y="464"/>
                      </a:cubicBezTo>
                      <a:cubicBezTo>
                        <a:pt x="221" y="464"/>
                        <a:pt x="221" y="464"/>
                        <a:pt x="221" y="464"/>
                      </a:cubicBezTo>
                      <a:cubicBezTo>
                        <a:pt x="221" y="464"/>
                        <a:pt x="220" y="465"/>
                        <a:pt x="220" y="465"/>
                      </a:cubicBezTo>
                      <a:cubicBezTo>
                        <a:pt x="220" y="465"/>
                        <a:pt x="220" y="465"/>
                        <a:pt x="220" y="465"/>
                      </a:cubicBezTo>
                      <a:cubicBezTo>
                        <a:pt x="220" y="465"/>
                        <a:pt x="220" y="465"/>
                        <a:pt x="220" y="465"/>
                      </a:cubicBezTo>
                      <a:cubicBezTo>
                        <a:pt x="219" y="464"/>
                        <a:pt x="218" y="464"/>
                        <a:pt x="218" y="463"/>
                      </a:cubicBezTo>
                      <a:cubicBezTo>
                        <a:pt x="217" y="463"/>
                        <a:pt x="218" y="464"/>
                        <a:pt x="218" y="464"/>
                      </a:cubicBezTo>
                      <a:cubicBezTo>
                        <a:pt x="218" y="465"/>
                        <a:pt x="218" y="465"/>
                        <a:pt x="218" y="465"/>
                      </a:cubicBezTo>
                      <a:cubicBezTo>
                        <a:pt x="218" y="465"/>
                        <a:pt x="218" y="465"/>
                        <a:pt x="219" y="465"/>
                      </a:cubicBezTo>
                      <a:cubicBezTo>
                        <a:pt x="219" y="465"/>
                        <a:pt x="219" y="465"/>
                        <a:pt x="219" y="465"/>
                      </a:cubicBezTo>
                      <a:cubicBezTo>
                        <a:pt x="219" y="466"/>
                        <a:pt x="220" y="466"/>
                        <a:pt x="220" y="466"/>
                      </a:cubicBezTo>
                      <a:cubicBezTo>
                        <a:pt x="220" y="466"/>
                        <a:pt x="221" y="466"/>
                        <a:pt x="221" y="466"/>
                      </a:cubicBezTo>
                      <a:cubicBezTo>
                        <a:pt x="221" y="466"/>
                        <a:pt x="221" y="466"/>
                        <a:pt x="221" y="466"/>
                      </a:cubicBezTo>
                      <a:cubicBezTo>
                        <a:pt x="221" y="466"/>
                        <a:pt x="221" y="466"/>
                        <a:pt x="221" y="466"/>
                      </a:cubicBezTo>
                      <a:cubicBezTo>
                        <a:pt x="222" y="466"/>
                        <a:pt x="222" y="466"/>
                        <a:pt x="222" y="467"/>
                      </a:cubicBezTo>
                      <a:cubicBezTo>
                        <a:pt x="221" y="467"/>
                        <a:pt x="221" y="467"/>
                        <a:pt x="221" y="467"/>
                      </a:cubicBezTo>
                      <a:cubicBezTo>
                        <a:pt x="221" y="467"/>
                        <a:pt x="221" y="467"/>
                        <a:pt x="221" y="467"/>
                      </a:cubicBezTo>
                      <a:cubicBezTo>
                        <a:pt x="221" y="467"/>
                        <a:pt x="221" y="468"/>
                        <a:pt x="221" y="468"/>
                      </a:cubicBezTo>
                      <a:cubicBezTo>
                        <a:pt x="221" y="468"/>
                        <a:pt x="221" y="468"/>
                        <a:pt x="222" y="469"/>
                      </a:cubicBezTo>
                      <a:cubicBezTo>
                        <a:pt x="222" y="469"/>
                        <a:pt x="222" y="469"/>
                        <a:pt x="222" y="469"/>
                      </a:cubicBezTo>
                      <a:cubicBezTo>
                        <a:pt x="222" y="470"/>
                        <a:pt x="222" y="470"/>
                        <a:pt x="222" y="470"/>
                      </a:cubicBezTo>
                      <a:cubicBezTo>
                        <a:pt x="222" y="470"/>
                        <a:pt x="222" y="471"/>
                        <a:pt x="222" y="471"/>
                      </a:cubicBezTo>
                      <a:cubicBezTo>
                        <a:pt x="222" y="471"/>
                        <a:pt x="222" y="471"/>
                        <a:pt x="222" y="471"/>
                      </a:cubicBezTo>
                      <a:cubicBezTo>
                        <a:pt x="222" y="471"/>
                        <a:pt x="222" y="471"/>
                        <a:pt x="222" y="471"/>
                      </a:cubicBezTo>
                      <a:cubicBezTo>
                        <a:pt x="223" y="471"/>
                        <a:pt x="223" y="471"/>
                        <a:pt x="223" y="470"/>
                      </a:cubicBezTo>
                      <a:cubicBezTo>
                        <a:pt x="223" y="471"/>
                        <a:pt x="224" y="472"/>
                        <a:pt x="224" y="473"/>
                      </a:cubicBezTo>
                      <a:cubicBezTo>
                        <a:pt x="224" y="473"/>
                        <a:pt x="225" y="474"/>
                        <a:pt x="225" y="474"/>
                      </a:cubicBezTo>
                      <a:cubicBezTo>
                        <a:pt x="226" y="475"/>
                        <a:pt x="226" y="476"/>
                        <a:pt x="227" y="476"/>
                      </a:cubicBezTo>
                      <a:cubicBezTo>
                        <a:pt x="227" y="476"/>
                        <a:pt x="227" y="476"/>
                        <a:pt x="227" y="476"/>
                      </a:cubicBezTo>
                      <a:cubicBezTo>
                        <a:pt x="227" y="475"/>
                        <a:pt x="226" y="475"/>
                        <a:pt x="227" y="475"/>
                      </a:cubicBezTo>
                      <a:cubicBezTo>
                        <a:pt x="227" y="475"/>
                        <a:pt x="227" y="475"/>
                        <a:pt x="227" y="475"/>
                      </a:cubicBezTo>
                      <a:cubicBezTo>
                        <a:pt x="227" y="475"/>
                        <a:pt x="227" y="475"/>
                        <a:pt x="226" y="475"/>
                      </a:cubicBezTo>
                      <a:cubicBezTo>
                        <a:pt x="226" y="475"/>
                        <a:pt x="226" y="475"/>
                        <a:pt x="226" y="474"/>
                      </a:cubicBezTo>
                      <a:cubicBezTo>
                        <a:pt x="226" y="474"/>
                        <a:pt x="226" y="474"/>
                        <a:pt x="225" y="473"/>
                      </a:cubicBezTo>
                      <a:cubicBezTo>
                        <a:pt x="225" y="473"/>
                        <a:pt x="225" y="473"/>
                        <a:pt x="225" y="473"/>
                      </a:cubicBezTo>
                      <a:cubicBezTo>
                        <a:pt x="225" y="472"/>
                        <a:pt x="225" y="472"/>
                        <a:pt x="225" y="472"/>
                      </a:cubicBezTo>
                      <a:cubicBezTo>
                        <a:pt x="225" y="472"/>
                        <a:pt x="225" y="472"/>
                        <a:pt x="225" y="472"/>
                      </a:cubicBezTo>
                      <a:cubicBezTo>
                        <a:pt x="225" y="472"/>
                        <a:pt x="225" y="471"/>
                        <a:pt x="225" y="471"/>
                      </a:cubicBezTo>
                      <a:cubicBezTo>
                        <a:pt x="225" y="471"/>
                        <a:pt x="225" y="471"/>
                        <a:pt x="225" y="471"/>
                      </a:cubicBezTo>
                      <a:cubicBezTo>
                        <a:pt x="225" y="471"/>
                        <a:pt x="225" y="471"/>
                        <a:pt x="224" y="471"/>
                      </a:cubicBezTo>
                      <a:cubicBezTo>
                        <a:pt x="224" y="471"/>
                        <a:pt x="224" y="471"/>
                        <a:pt x="223" y="470"/>
                      </a:cubicBezTo>
                      <a:cubicBezTo>
                        <a:pt x="223" y="470"/>
                        <a:pt x="223" y="470"/>
                        <a:pt x="223" y="470"/>
                      </a:cubicBezTo>
                      <a:cubicBezTo>
                        <a:pt x="223" y="470"/>
                        <a:pt x="223" y="470"/>
                        <a:pt x="223" y="470"/>
                      </a:cubicBezTo>
                      <a:cubicBezTo>
                        <a:pt x="224" y="469"/>
                        <a:pt x="224" y="469"/>
                        <a:pt x="223" y="468"/>
                      </a:cubicBezTo>
                      <a:cubicBezTo>
                        <a:pt x="223" y="468"/>
                        <a:pt x="223" y="468"/>
                        <a:pt x="223" y="468"/>
                      </a:cubicBezTo>
                      <a:cubicBezTo>
                        <a:pt x="224" y="467"/>
                        <a:pt x="224" y="467"/>
                        <a:pt x="224" y="467"/>
                      </a:cubicBezTo>
                      <a:cubicBezTo>
                        <a:pt x="224" y="468"/>
                        <a:pt x="224" y="468"/>
                        <a:pt x="224" y="468"/>
                      </a:cubicBezTo>
                      <a:cubicBezTo>
                        <a:pt x="225" y="468"/>
                        <a:pt x="225" y="467"/>
                        <a:pt x="225" y="467"/>
                      </a:cubicBezTo>
                      <a:cubicBezTo>
                        <a:pt x="225" y="467"/>
                        <a:pt x="226" y="467"/>
                        <a:pt x="226" y="467"/>
                      </a:cubicBezTo>
                      <a:cubicBezTo>
                        <a:pt x="226" y="467"/>
                        <a:pt x="225" y="467"/>
                        <a:pt x="225" y="467"/>
                      </a:cubicBezTo>
                      <a:cubicBezTo>
                        <a:pt x="225" y="466"/>
                        <a:pt x="225" y="466"/>
                        <a:pt x="225" y="466"/>
                      </a:cubicBezTo>
                      <a:cubicBezTo>
                        <a:pt x="226" y="466"/>
                        <a:pt x="226" y="466"/>
                        <a:pt x="226" y="466"/>
                      </a:cubicBezTo>
                      <a:cubicBezTo>
                        <a:pt x="226" y="467"/>
                        <a:pt x="226" y="467"/>
                        <a:pt x="227" y="467"/>
                      </a:cubicBezTo>
                      <a:cubicBezTo>
                        <a:pt x="227" y="467"/>
                        <a:pt x="227" y="467"/>
                        <a:pt x="227" y="467"/>
                      </a:cubicBezTo>
                      <a:cubicBezTo>
                        <a:pt x="227" y="467"/>
                        <a:pt x="227" y="467"/>
                        <a:pt x="227" y="467"/>
                      </a:cubicBezTo>
                      <a:cubicBezTo>
                        <a:pt x="227" y="467"/>
                        <a:pt x="227" y="467"/>
                        <a:pt x="227" y="467"/>
                      </a:cubicBezTo>
                      <a:cubicBezTo>
                        <a:pt x="227" y="466"/>
                        <a:pt x="226" y="465"/>
                        <a:pt x="225" y="465"/>
                      </a:cubicBezTo>
                      <a:cubicBezTo>
                        <a:pt x="225" y="465"/>
                        <a:pt x="225" y="465"/>
                        <a:pt x="225" y="465"/>
                      </a:cubicBezTo>
                      <a:cubicBezTo>
                        <a:pt x="225" y="464"/>
                        <a:pt x="226" y="464"/>
                        <a:pt x="226" y="464"/>
                      </a:cubicBezTo>
                      <a:cubicBezTo>
                        <a:pt x="226" y="464"/>
                        <a:pt x="226" y="464"/>
                        <a:pt x="226" y="463"/>
                      </a:cubicBezTo>
                      <a:cubicBezTo>
                        <a:pt x="226" y="463"/>
                        <a:pt x="226" y="463"/>
                        <a:pt x="226" y="463"/>
                      </a:cubicBezTo>
                      <a:cubicBezTo>
                        <a:pt x="226" y="463"/>
                        <a:pt x="226" y="463"/>
                        <a:pt x="226" y="463"/>
                      </a:cubicBezTo>
                      <a:cubicBezTo>
                        <a:pt x="225" y="463"/>
                        <a:pt x="225" y="462"/>
                        <a:pt x="224" y="461"/>
                      </a:cubicBezTo>
                      <a:cubicBezTo>
                        <a:pt x="224" y="461"/>
                        <a:pt x="224" y="461"/>
                        <a:pt x="224" y="461"/>
                      </a:cubicBezTo>
                      <a:cubicBezTo>
                        <a:pt x="224" y="460"/>
                        <a:pt x="224" y="459"/>
                        <a:pt x="224" y="458"/>
                      </a:cubicBezTo>
                      <a:cubicBezTo>
                        <a:pt x="224" y="458"/>
                        <a:pt x="224" y="458"/>
                        <a:pt x="224" y="457"/>
                      </a:cubicBezTo>
                      <a:cubicBezTo>
                        <a:pt x="224" y="457"/>
                        <a:pt x="224" y="456"/>
                        <a:pt x="224" y="456"/>
                      </a:cubicBezTo>
                      <a:cubicBezTo>
                        <a:pt x="224" y="456"/>
                        <a:pt x="224" y="456"/>
                        <a:pt x="224" y="456"/>
                      </a:cubicBezTo>
                      <a:cubicBezTo>
                        <a:pt x="224" y="456"/>
                        <a:pt x="224" y="456"/>
                        <a:pt x="224" y="456"/>
                      </a:cubicBezTo>
                      <a:cubicBezTo>
                        <a:pt x="224" y="456"/>
                        <a:pt x="224" y="455"/>
                        <a:pt x="223" y="455"/>
                      </a:cubicBezTo>
                      <a:cubicBezTo>
                        <a:pt x="223" y="455"/>
                        <a:pt x="223" y="454"/>
                        <a:pt x="223" y="454"/>
                      </a:cubicBezTo>
                      <a:cubicBezTo>
                        <a:pt x="223" y="454"/>
                        <a:pt x="223" y="454"/>
                        <a:pt x="223" y="454"/>
                      </a:cubicBezTo>
                      <a:cubicBezTo>
                        <a:pt x="223" y="454"/>
                        <a:pt x="222" y="454"/>
                        <a:pt x="222" y="454"/>
                      </a:cubicBezTo>
                      <a:cubicBezTo>
                        <a:pt x="222" y="453"/>
                        <a:pt x="222" y="453"/>
                        <a:pt x="221" y="453"/>
                      </a:cubicBezTo>
                      <a:cubicBezTo>
                        <a:pt x="221" y="452"/>
                        <a:pt x="221" y="452"/>
                        <a:pt x="221" y="452"/>
                      </a:cubicBezTo>
                      <a:cubicBezTo>
                        <a:pt x="221" y="452"/>
                        <a:pt x="221" y="452"/>
                        <a:pt x="222" y="452"/>
                      </a:cubicBezTo>
                      <a:cubicBezTo>
                        <a:pt x="222" y="451"/>
                        <a:pt x="222" y="450"/>
                        <a:pt x="223" y="450"/>
                      </a:cubicBezTo>
                      <a:cubicBezTo>
                        <a:pt x="223" y="450"/>
                        <a:pt x="224" y="450"/>
                        <a:pt x="224" y="449"/>
                      </a:cubicBezTo>
                      <a:cubicBezTo>
                        <a:pt x="224" y="449"/>
                        <a:pt x="224" y="449"/>
                        <a:pt x="224" y="449"/>
                      </a:cubicBezTo>
                      <a:cubicBezTo>
                        <a:pt x="224" y="449"/>
                        <a:pt x="223" y="449"/>
                        <a:pt x="223" y="448"/>
                      </a:cubicBezTo>
                      <a:cubicBezTo>
                        <a:pt x="223" y="448"/>
                        <a:pt x="223" y="448"/>
                        <a:pt x="223" y="448"/>
                      </a:cubicBezTo>
                      <a:cubicBezTo>
                        <a:pt x="223" y="448"/>
                        <a:pt x="223" y="448"/>
                        <a:pt x="223" y="448"/>
                      </a:cubicBezTo>
                      <a:cubicBezTo>
                        <a:pt x="223" y="448"/>
                        <a:pt x="223" y="448"/>
                        <a:pt x="223" y="448"/>
                      </a:cubicBezTo>
                      <a:cubicBezTo>
                        <a:pt x="223" y="448"/>
                        <a:pt x="223" y="448"/>
                        <a:pt x="222" y="448"/>
                      </a:cubicBezTo>
                      <a:cubicBezTo>
                        <a:pt x="222" y="447"/>
                        <a:pt x="222" y="447"/>
                        <a:pt x="222" y="447"/>
                      </a:cubicBezTo>
                      <a:cubicBezTo>
                        <a:pt x="222" y="447"/>
                        <a:pt x="222" y="447"/>
                        <a:pt x="222" y="447"/>
                      </a:cubicBezTo>
                      <a:cubicBezTo>
                        <a:pt x="223" y="446"/>
                        <a:pt x="223" y="446"/>
                        <a:pt x="223" y="446"/>
                      </a:cubicBezTo>
                      <a:cubicBezTo>
                        <a:pt x="223" y="446"/>
                        <a:pt x="223" y="447"/>
                        <a:pt x="223" y="447"/>
                      </a:cubicBezTo>
                      <a:cubicBezTo>
                        <a:pt x="223" y="447"/>
                        <a:pt x="223" y="447"/>
                        <a:pt x="223" y="447"/>
                      </a:cubicBezTo>
                      <a:cubicBezTo>
                        <a:pt x="223" y="447"/>
                        <a:pt x="223" y="447"/>
                        <a:pt x="223" y="447"/>
                      </a:cubicBezTo>
                      <a:cubicBezTo>
                        <a:pt x="223" y="447"/>
                        <a:pt x="223" y="447"/>
                        <a:pt x="223" y="447"/>
                      </a:cubicBezTo>
                      <a:cubicBezTo>
                        <a:pt x="224" y="447"/>
                        <a:pt x="224" y="447"/>
                        <a:pt x="225" y="447"/>
                      </a:cubicBezTo>
                      <a:cubicBezTo>
                        <a:pt x="225" y="447"/>
                        <a:pt x="225" y="447"/>
                        <a:pt x="225" y="447"/>
                      </a:cubicBezTo>
                      <a:cubicBezTo>
                        <a:pt x="225" y="447"/>
                        <a:pt x="225" y="447"/>
                        <a:pt x="225" y="447"/>
                      </a:cubicBezTo>
                      <a:cubicBezTo>
                        <a:pt x="226" y="447"/>
                        <a:pt x="226" y="447"/>
                        <a:pt x="226" y="447"/>
                      </a:cubicBezTo>
                      <a:cubicBezTo>
                        <a:pt x="227" y="446"/>
                        <a:pt x="227" y="446"/>
                        <a:pt x="228" y="446"/>
                      </a:cubicBezTo>
                      <a:cubicBezTo>
                        <a:pt x="228" y="446"/>
                        <a:pt x="229" y="446"/>
                        <a:pt x="229" y="446"/>
                      </a:cubicBezTo>
                      <a:cubicBezTo>
                        <a:pt x="230" y="446"/>
                        <a:pt x="230" y="446"/>
                        <a:pt x="230" y="446"/>
                      </a:cubicBezTo>
                      <a:cubicBezTo>
                        <a:pt x="230" y="446"/>
                        <a:pt x="230" y="446"/>
                        <a:pt x="230" y="445"/>
                      </a:cubicBezTo>
                      <a:cubicBezTo>
                        <a:pt x="230" y="445"/>
                        <a:pt x="230" y="445"/>
                        <a:pt x="230" y="445"/>
                      </a:cubicBezTo>
                      <a:cubicBezTo>
                        <a:pt x="230" y="445"/>
                        <a:pt x="230" y="445"/>
                        <a:pt x="230" y="444"/>
                      </a:cubicBezTo>
                      <a:cubicBezTo>
                        <a:pt x="230" y="444"/>
                        <a:pt x="230" y="444"/>
                        <a:pt x="230" y="444"/>
                      </a:cubicBezTo>
                      <a:cubicBezTo>
                        <a:pt x="230" y="444"/>
                        <a:pt x="230" y="444"/>
                        <a:pt x="230" y="444"/>
                      </a:cubicBezTo>
                      <a:cubicBezTo>
                        <a:pt x="230" y="444"/>
                        <a:pt x="231" y="444"/>
                        <a:pt x="231" y="444"/>
                      </a:cubicBezTo>
                      <a:cubicBezTo>
                        <a:pt x="231" y="444"/>
                        <a:pt x="231" y="444"/>
                        <a:pt x="231" y="444"/>
                      </a:cubicBezTo>
                      <a:cubicBezTo>
                        <a:pt x="231" y="444"/>
                        <a:pt x="231" y="444"/>
                        <a:pt x="231" y="444"/>
                      </a:cubicBezTo>
                      <a:cubicBezTo>
                        <a:pt x="231" y="444"/>
                        <a:pt x="231" y="444"/>
                        <a:pt x="231" y="444"/>
                      </a:cubicBezTo>
                      <a:cubicBezTo>
                        <a:pt x="231" y="444"/>
                        <a:pt x="231" y="444"/>
                        <a:pt x="231" y="444"/>
                      </a:cubicBezTo>
                      <a:cubicBezTo>
                        <a:pt x="232" y="444"/>
                        <a:pt x="232" y="444"/>
                        <a:pt x="232" y="444"/>
                      </a:cubicBezTo>
                      <a:cubicBezTo>
                        <a:pt x="232" y="444"/>
                        <a:pt x="232" y="444"/>
                        <a:pt x="232" y="445"/>
                      </a:cubicBezTo>
                      <a:cubicBezTo>
                        <a:pt x="232" y="445"/>
                        <a:pt x="232" y="445"/>
                        <a:pt x="232" y="445"/>
                      </a:cubicBezTo>
                      <a:cubicBezTo>
                        <a:pt x="232" y="445"/>
                        <a:pt x="232" y="445"/>
                        <a:pt x="233" y="445"/>
                      </a:cubicBezTo>
                      <a:cubicBezTo>
                        <a:pt x="233" y="445"/>
                        <a:pt x="233" y="445"/>
                        <a:pt x="233" y="445"/>
                      </a:cubicBezTo>
                      <a:cubicBezTo>
                        <a:pt x="233" y="445"/>
                        <a:pt x="233" y="445"/>
                        <a:pt x="233" y="445"/>
                      </a:cubicBezTo>
                      <a:cubicBezTo>
                        <a:pt x="233" y="445"/>
                        <a:pt x="233" y="444"/>
                        <a:pt x="233" y="444"/>
                      </a:cubicBezTo>
                      <a:cubicBezTo>
                        <a:pt x="232" y="444"/>
                        <a:pt x="232" y="444"/>
                        <a:pt x="232" y="444"/>
                      </a:cubicBezTo>
                      <a:cubicBezTo>
                        <a:pt x="232" y="444"/>
                        <a:pt x="232" y="444"/>
                        <a:pt x="232" y="444"/>
                      </a:cubicBezTo>
                      <a:cubicBezTo>
                        <a:pt x="232" y="444"/>
                        <a:pt x="232" y="443"/>
                        <a:pt x="232" y="443"/>
                      </a:cubicBezTo>
                      <a:cubicBezTo>
                        <a:pt x="232" y="443"/>
                        <a:pt x="232" y="443"/>
                        <a:pt x="232" y="443"/>
                      </a:cubicBezTo>
                      <a:cubicBezTo>
                        <a:pt x="232" y="443"/>
                        <a:pt x="232" y="443"/>
                        <a:pt x="232" y="443"/>
                      </a:cubicBezTo>
                      <a:cubicBezTo>
                        <a:pt x="232" y="443"/>
                        <a:pt x="232" y="443"/>
                        <a:pt x="232" y="443"/>
                      </a:cubicBezTo>
                      <a:cubicBezTo>
                        <a:pt x="232" y="442"/>
                        <a:pt x="232" y="442"/>
                        <a:pt x="232" y="442"/>
                      </a:cubicBezTo>
                      <a:cubicBezTo>
                        <a:pt x="232" y="442"/>
                        <a:pt x="232" y="442"/>
                        <a:pt x="232" y="442"/>
                      </a:cubicBezTo>
                      <a:cubicBezTo>
                        <a:pt x="233" y="442"/>
                        <a:pt x="233" y="442"/>
                        <a:pt x="233" y="441"/>
                      </a:cubicBezTo>
                      <a:cubicBezTo>
                        <a:pt x="233" y="441"/>
                        <a:pt x="233" y="441"/>
                        <a:pt x="233" y="441"/>
                      </a:cubicBezTo>
                      <a:cubicBezTo>
                        <a:pt x="234" y="441"/>
                        <a:pt x="233" y="441"/>
                        <a:pt x="234" y="441"/>
                      </a:cubicBezTo>
                      <a:cubicBezTo>
                        <a:pt x="234" y="441"/>
                        <a:pt x="234" y="441"/>
                        <a:pt x="234" y="441"/>
                      </a:cubicBezTo>
                      <a:cubicBezTo>
                        <a:pt x="234" y="441"/>
                        <a:pt x="234" y="441"/>
                        <a:pt x="234" y="441"/>
                      </a:cubicBezTo>
                      <a:cubicBezTo>
                        <a:pt x="234" y="441"/>
                        <a:pt x="234" y="441"/>
                        <a:pt x="234" y="441"/>
                      </a:cubicBezTo>
                      <a:cubicBezTo>
                        <a:pt x="235" y="441"/>
                        <a:pt x="235" y="441"/>
                        <a:pt x="235" y="441"/>
                      </a:cubicBezTo>
                      <a:cubicBezTo>
                        <a:pt x="235" y="441"/>
                        <a:pt x="235" y="441"/>
                        <a:pt x="235" y="441"/>
                      </a:cubicBezTo>
                      <a:cubicBezTo>
                        <a:pt x="235" y="441"/>
                        <a:pt x="235" y="441"/>
                        <a:pt x="235" y="441"/>
                      </a:cubicBezTo>
                      <a:cubicBezTo>
                        <a:pt x="236" y="440"/>
                        <a:pt x="236" y="440"/>
                        <a:pt x="236" y="440"/>
                      </a:cubicBezTo>
                      <a:cubicBezTo>
                        <a:pt x="236" y="440"/>
                        <a:pt x="236" y="440"/>
                        <a:pt x="236" y="440"/>
                      </a:cubicBezTo>
                      <a:cubicBezTo>
                        <a:pt x="236" y="440"/>
                        <a:pt x="236" y="440"/>
                        <a:pt x="236" y="440"/>
                      </a:cubicBezTo>
                      <a:cubicBezTo>
                        <a:pt x="236" y="440"/>
                        <a:pt x="236" y="440"/>
                        <a:pt x="237" y="440"/>
                      </a:cubicBezTo>
                      <a:cubicBezTo>
                        <a:pt x="237" y="440"/>
                        <a:pt x="237" y="440"/>
                        <a:pt x="237" y="440"/>
                      </a:cubicBezTo>
                      <a:cubicBezTo>
                        <a:pt x="237" y="439"/>
                        <a:pt x="237" y="439"/>
                        <a:pt x="237" y="438"/>
                      </a:cubicBezTo>
                      <a:cubicBezTo>
                        <a:pt x="237" y="438"/>
                        <a:pt x="237" y="438"/>
                        <a:pt x="236" y="438"/>
                      </a:cubicBezTo>
                      <a:cubicBezTo>
                        <a:pt x="236" y="438"/>
                        <a:pt x="236" y="438"/>
                        <a:pt x="236" y="438"/>
                      </a:cubicBezTo>
                      <a:cubicBezTo>
                        <a:pt x="236" y="438"/>
                        <a:pt x="236" y="438"/>
                        <a:pt x="236" y="438"/>
                      </a:cubicBezTo>
                      <a:cubicBezTo>
                        <a:pt x="237" y="438"/>
                        <a:pt x="237" y="438"/>
                        <a:pt x="237" y="437"/>
                      </a:cubicBezTo>
                      <a:cubicBezTo>
                        <a:pt x="237" y="437"/>
                        <a:pt x="237" y="437"/>
                        <a:pt x="237" y="437"/>
                      </a:cubicBezTo>
                      <a:cubicBezTo>
                        <a:pt x="237" y="437"/>
                        <a:pt x="237" y="437"/>
                        <a:pt x="237" y="437"/>
                      </a:cubicBezTo>
                      <a:cubicBezTo>
                        <a:pt x="237" y="437"/>
                        <a:pt x="237" y="437"/>
                        <a:pt x="237" y="437"/>
                      </a:cubicBezTo>
                      <a:cubicBezTo>
                        <a:pt x="237" y="437"/>
                        <a:pt x="237" y="437"/>
                        <a:pt x="237" y="437"/>
                      </a:cubicBezTo>
                      <a:cubicBezTo>
                        <a:pt x="237" y="437"/>
                        <a:pt x="237" y="437"/>
                        <a:pt x="237" y="437"/>
                      </a:cubicBezTo>
                      <a:cubicBezTo>
                        <a:pt x="237" y="437"/>
                        <a:pt x="237" y="437"/>
                        <a:pt x="237" y="437"/>
                      </a:cubicBezTo>
                      <a:cubicBezTo>
                        <a:pt x="236" y="437"/>
                        <a:pt x="235" y="437"/>
                        <a:pt x="235" y="437"/>
                      </a:cubicBezTo>
                      <a:cubicBezTo>
                        <a:pt x="235" y="437"/>
                        <a:pt x="235" y="437"/>
                        <a:pt x="235" y="437"/>
                      </a:cubicBezTo>
                      <a:cubicBezTo>
                        <a:pt x="234" y="437"/>
                        <a:pt x="234" y="437"/>
                        <a:pt x="234" y="437"/>
                      </a:cubicBezTo>
                      <a:cubicBezTo>
                        <a:pt x="234" y="437"/>
                        <a:pt x="234" y="437"/>
                        <a:pt x="234" y="437"/>
                      </a:cubicBezTo>
                      <a:cubicBezTo>
                        <a:pt x="234" y="437"/>
                        <a:pt x="234" y="438"/>
                        <a:pt x="233" y="438"/>
                      </a:cubicBezTo>
                      <a:cubicBezTo>
                        <a:pt x="233" y="438"/>
                        <a:pt x="233" y="438"/>
                        <a:pt x="233" y="438"/>
                      </a:cubicBezTo>
                      <a:cubicBezTo>
                        <a:pt x="233" y="438"/>
                        <a:pt x="233" y="438"/>
                        <a:pt x="233" y="438"/>
                      </a:cubicBezTo>
                      <a:cubicBezTo>
                        <a:pt x="233" y="438"/>
                        <a:pt x="232" y="438"/>
                        <a:pt x="232" y="438"/>
                      </a:cubicBezTo>
                      <a:cubicBezTo>
                        <a:pt x="232" y="438"/>
                        <a:pt x="231" y="439"/>
                        <a:pt x="231" y="439"/>
                      </a:cubicBezTo>
                      <a:cubicBezTo>
                        <a:pt x="231" y="439"/>
                        <a:pt x="231" y="439"/>
                        <a:pt x="231" y="439"/>
                      </a:cubicBezTo>
                      <a:cubicBezTo>
                        <a:pt x="231" y="439"/>
                        <a:pt x="231" y="439"/>
                        <a:pt x="231" y="439"/>
                      </a:cubicBezTo>
                      <a:cubicBezTo>
                        <a:pt x="231" y="439"/>
                        <a:pt x="232" y="439"/>
                        <a:pt x="232" y="439"/>
                      </a:cubicBezTo>
                      <a:cubicBezTo>
                        <a:pt x="232" y="439"/>
                        <a:pt x="232" y="440"/>
                        <a:pt x="232" y="440"/>
                      </a:cubicBezTo>
                      <a:cubicBezTo>
                        <a:pt x="231" y="440"/>
                        <a:pt x="231" y="440"/>
                        <a:pt x="231" y="440"/>
                      </a:cubicBezTo>
                      <a:cubicBezTo>
                        <a:pt x="231" y="440"/>
                        <a:pt x="231" y="440"/>
                        <a:pt x="231" y="440"/>
                      </a:cubicBezTo>
                      <a:cubicBezTo>
                        <a:pt x="231" y="440"/>
                        <a:pt x="231" y="441"/>
                        <a:pt x="231" y="441"/>
                      </a:cubicBezTo>
                      <a:cubicBezTo>
                        <a:pt x="232" y="441"/>
                        <a:pt x="232" y="441"/>
                        <a:pt x="232" y="441"/>
                      </a:cubicBezTo>
                      <a:cubicBezTo>
                        <a:pt x="232" y="441"/>
                        <a:pt x="232" y="441"/>
                        <a:pt x="232" y="441"/>
                      </a:cubicBezTo>
                      <a:cubicBezTo>
                        <a:pt x="232" y="441"/>
                        <a:pt x="232" y="441"/>
                        <a:pt x="231" y="442"/>
                      </a:cubicBezTo>
                      <a:cubicBezTo>
                        <a:pt x="231" y="442"/>
                        <a:pt x="231" y="442"/>
                        <a:pt x="231" y="442"/>
                      </a:cubicBezTo>
                      <a:cubicBezTo>
                        <a:pt x="231" y="442"/>
                        <a:pt x="231" y="442"/>
                        <a:pt x="231" y="442"/>
                      </a:cubicBezTo>
                      <a:cubicBezTo>
                        <a:pt x="231" y="442"/>
                        <a:pt x="231" y="442"/>
                        <a:pt x="231" y="442"/>
                      </a:cubicBezTo>
                      <a:cubicBezTo>
                        <a:pt x="231" y="442"/>
                        <a:pt x="231" y="442"/>
                        <a:pt x="231" y="442"/>
                      </a:cubicBezTo>
                      <a:cubicBezTo>
                        <a:pt x="231" y="442"/>
                        <a:pt x="230" y="441"/>
                        <a:pt x="230" y="441"/>
                      </a:cubicBezTo>
                      <a:cubicBezTo>
                        <a:pt x="230" y="441"/>
                        <a:pt x="230" y="440"/>
                        <a:pt x="230" y="440"/>
                      </a:cubicBezTo>
                      <a:cubicBezTo>
                        <a:pt x="229" y="440"/>
                        <a:pt x="229" y="441"/>
                        <a:pt x="229" y="441"/>
                      </a:cubicBezTo>
                      <a:cubicBezTo>
                        <a:pt x="229" y="441"/>
                        <a:pt x="229" y="441"/>
                        <a:pt x="229" y="441"/>
                      </a:cubicBezTo>
                      <a:cubicBezTo>
                        <a:pt x="229" y="442"/>
                        <a:pt x="229" y="442"/>
                        <a:pt x="229" y="442"/>
                      </a:cubicBezTo>
                      <a:cubicBezTo>
                        <a:pt x="229" y="442"/>
                        <a:pt x="228" y="442"/>
                        <a:pt x="228" y="442"/>
                      </a:cubicBezTo>
                      <a:cubicBezTo>
                        <a:pt x="229" y="442"/>
                        <a:pt x="229" y="443"/>
                        <a:pt x="229" y="443"/>
                      </a:cubicBezTo>
                      <a:cubicBezTo>
                        <a:pt x="228" y="443"/>
                        <a:pt x="228" y="443"/>
                        <a:pt x="228" y="443"/>
                      </a:cubicBezTo>
                      <a:cubicBezTo>
                        <a:pt x="228" y="443"/>
                        <a:pt x="228" y="443"/>
                        <a:pt x="228" y="443"/>
                      </a:cubicBezTo>
                      <a:cubicBezTo>
                        <a:pt x="228" y="442"/>
                        <a:pt x="228" y="442"/>
                        <a:pt x="228" y="442"/>
                      </a:cubicBezTo>
                      <a:cubicBezTo>
                        <a:pt x="228" y="442"/>
                        <a:pt x="227" y="442"/>
                        <a:pt x="227" y="443"/>
                      </a:cubicBezTo>
                      <a:cubicBezTo>
                        <a:pt x="227" y="443"/>
                        <a:pt x="227" y="443"/>
                        <a:pt x="227" y="443"/>
                      </a:cubicBezTo>
                      <a:cubicBezTo>
                        <a:pt x="227" y="443"/>
                        <a:pt x="227" y="443"/>
                        <a:pt x="227" y="443"/>
                      </a:cubicBezTo>
                      <a:cubicBezTo>
                        <a:pt x="227" y="443"/>
                        <a:pt x="227" y="443"/>
                        <a:pt x="226" y="443"/>
                      </a:cubicBezTo>
                      <a:cubicBezTo>
                        <a:pt x="226" y="443"/>
                        <a:pt x="226" y="443"/>
                        <a:pt x="226" y="443"/>
                      </a:cubicBezTo>
                      <a:cubicBezTo>
                        <a:pt x="226" y="443"/>
                        <a:pt x="226" y="443"/>
                        <a:pt x="226" y="443"/>
                      </a:cubicBezTo>
                      <a:cubicBezTo>
                        <a:pt x="226" y="443"/>
                        <a:pt x="226" y="442"/>
                        <a:pt x="226" y="442"/>
                      </a:cubicBezTo>
                      <a:cubicBezTo>
                        <a:pt x="226" y="442"/>
                        <a:pt x="225" y="442"/>
                        <a:pt x="225" y="442"/>
                      </a:cubicBezTo>
                      <a:cubicBezTo>
                        <a:pt x="225" y="442"/>
                        <a:pt x="225" y="442"/>
                        <a:pt x="225" y="442"/>
                      </a:cubicBezTo>
                      <a:cubicBezTo>
                        <a:pt x="224" y="442"/>
                        <a:pt x="224" y="442"/>
                        <a:pt x="224" y="442"/>
                      </a:cubicBezTo>
                      <a:cubicBezTo>
                        <a:pt x="224" y="442"/>
                        <a:pt x="223" y="442"/>
                        <a:pt x="223" y="442"/>
                      </a:cubicBezTo>
                      <a:cubicBezTo>
                        <a:pt x="223" y="442"/>
                        <a:pt x="223" y="442"/>
                        <a:pt x="223" y="441"/>
                      </a:cubicBezTo>
                      <a:cubicBezTo>
                        <a:pt x="223" y="441"/>
                        <a:pt x="224" y="441"/>
                        <a:pt x="223" y="441"/>
                      </a:cubicBezTo>
                      <a:cubicBezTo>
                        <a:pt x="223" y="441"/>
                        <a:pt x="223" y="441"/>
                        <a:pt x="223" y="441"/>
                      </a:cubicBezTo>
                      <a:cubicBezTo>
                        <a:pt x="223" y="441"/>
                        <a:pt x="223" y="441"/>
                        <a:pt x="223" y="441"/>
                      </a:cubicBezTo>
                      <a:cubicBezTo>
                        <a:pt x="223" y="441"/>
                        <a:pt x="223" y="441"/>
                        <a:pt x="223" y="442"/>
                      </a:cubicBezTo>
                      <a:cubicBezTo>
                        <a:pt x="223" y="442"/>
                        <a:pt x="222" y="442"/>
                        <a:pt x="222" y="442"/>
                      </a:cubicBezTo>
                      <a:cubicBezTo>
                        <a:pt x="222" y="442"/>
                        <a:pt x="222" y="443"/>
                        <a:pt x="222" y="443"/>
                      </a:cubicBezTo>
                      <a:cubicBezTo>
                        <a:pt x="222" y="443"/>
                        <a:pt x="222" y="443"/>
                        <a:pt x="222" y="443"/>
                      </a:cubicBezTo>
                      <a:cubicBezTo>
                        <a:pt x="223" y="444"/>
                        <a:pt x="223" y="444"/>
                        <a:pt x="223" y="444"/>
                      </a:cubicBezTo>
                      <a:cubicBezTo>
                        <a:pt x="223" y="444"/>
                        <a:pt x="223" y="444"/>
                        <a:pt x="223" y="444"/>
                      </a:cubicBezTo>
                      <a:cubicBezTo>
                        <a:pt x="223" y="445"/>
                        <a:pt x="224" y="444"/>
                        <a:pt x="224" y="445"/>
                      </a:cubicBezTo>
                      <a:cubicBezTo>
                        <a:pt x="224" y="445"/>
                        <a:pt x="223" y="445"/>
                        <a:pt x="223" y="445"/>
                      </a:cubicBezTo>
                      <a:cubicBezTo>
                        <a:pt x="223" y="445"/>
                        <a:pt x="222" y="445"/>
                        <a:pt x="222" y="445"/>
                      </a:cubicBezTo>
                      <a:cubicBezTo>
                        <a:pt x="222" y="446"/>
                        <a:pt x="222" y="445"/>
                        <a:pt x="221" y="445"/>
                      </a:cubicBezTo>
                      <a:cubicBezTo>
                        <a:pt x="221" y="445"/>
                        <a:pt x="221" y="445"/>
                        <a:pt x="221" y="445"/>
                      </a:cubicBezTo>
                      <a:cubicBezTo>
                        <a:pt x="221" y="445"/>
                        <a:pt x="221" y="445"/>
                        <a:pt x="221" y="445"/>
                      </a:cubicBezTo>
                      <a:cubicBezTo>
                        <a:pt x="221" y="445"/>
                        <a:pt x="220" y="445"/>
                        <a:pt x="220" y="445"/>
                      </a:cubicBezTo>
                      <a:cubicBezTo>
                        <a:pt x="220" y="445"/>
                        <a:pt x="220" y="445"/>
                        <a:pt x="220" y="445"/>
                      </a:cubicBezTo>
                      <a:cubicBezTo>
                        <a:pt x="220" y="446"/>
                        <a:pt x="220" y="446"/>
                        <a:pt x="219" y="446"/>
                      </a:cubicBezTo>
                      <a:cubicBezTo>
                        <a:pt x="219" y="446"/>
                        <a:pt x="219" y="446"/>
                        <a:pt x="219" y="445"/>
                      </a:cubicBezTo>
                      <a:cubicBezTo>
                        <a:pt x="219" y="445"/>
                        <a:pt x="219" y="445"/>
                        <a:pt x="219" y="445"/>
                      </a:cubicBezTo>
                      <a:cubicBezTo>
                        <a:pt x="219" y="445"/>
                        <a:pt x="220" y="445"/>
                        <a:pt x="220" y="445"/>
                      </a:cubicBezTo>
                      <a:cubicBezTo>
                        <a:pt x="220" y="444"/>
                        <a:pt x="219" y="444"/>
                        <a:pt x="219" y="444"/>
                      </a:cubicBezTo>
                      <a:cubicBezTo>
                        <a:pt x="219" y="444"/>
                        <a:pt x="219" y="444"/>
                        <a:pt x="219" y="444"/>
                      </a:cubicBezTo>
                      <a:cubicBezTo>
                        <a:pt x="219" y="444"/>
                        <a:pt x="219" y="444"/>
                        <a:pt x="219" y="444"/>
                      </a:cubicBezTo>
                      <a:cubicBezTo>
                        <a:pt x="219" y="444"/>
                        <a:pt x="219" y="444"/>
                        <a:pt x="219" y="444"/>
                      </a:cubicBezTo>
                      <a:cubicBezTo>
                        <a:pt x="219" y="444"/>
                        <a:pt x="219" y="444"/>
                        <a:pt x="219" y="444"/>
                      </a:cubicBezTo>
                      <a:cubicBezTo>
                        <a:pt x="219" y="443"/>
                        <a:pt x="219" y="443"/>
                        <a:pt x="219" y="443"/>
                      </a:cubicBezTo>
                      <a:cubicBezTo>
                        <a:pt x="219" y="443"/>
                        <a:pt x="219" y="443"/>
                        <a:pt x="219" y="443"/>
                      </a:cubicBezTo>
                      <a:cubicBezTo>
                        <a:pt x="218" y="443"/>
                        <a:pt x="218" y="443"/>
                        <a:pt x="218" y="443"/>
                      </a:cubicBezTo>
                      <a:cubicBezTo>
                        <a:pt x="218" y="443"/>
                        <a:pt x="218" y="443"/>
                        <a:pt x="217" y="443"/>
                      </a:cubicBezTo>
                      <a:cubicBezTo>
                        <a:pt x="217" y="443"/>
                        <a:pt x="217" y="443"/>
                        <a:pt x="217" y="443"/>
                      </a:cubicBezTo>
                      <a:cubicBezTo>
                        <a:pt x="217" y="444"/>
                        <a:pt x="217" y="444"/>
                        <a:pt x="217" y="444"/>
                      </a:cubicBezTo>
                      <a:cubicBezTo>
                        <a:pt x="217" y="444"/>
                        <a:pt x="216" y="443"/>
                        <a:pt x="216" y="443"/>
                      </a:cubicBezTo>
                      <a:cubicBezTo>
                        <a:pt x="216" y="443"/>
                        <a:pt x="216" y="443"/>
                        <a:pt x="216" y="443"/>
                      </a:cubicBezTo>
                      <a:cubicBezTo>
                        <a:pt x="216" y="443"/>
                        <a:pt x="216" y="443"/>
                        <a:pt x="216" y="443"/>
                      </a:cubicBezTo>
                      <a:cubicBezTo>
                        <a:pt x="216" y="443"/>
                        <a:pt x="216" y="443"/>
                        <a:pt x="216" y="443"/>
                      </a:cubicBezTo>
                      <a:cubicBezTo>
                        <a:pt x="216" y="443"/>
                        <a:pt x="216" y="443"/>
                        <a:pt x="216" y="443"/>
                      </a:cubicBezTo>
                      <a:cubicBezTo>
                        <a:pt x="217" y="443"/>
                        <a:pt x="217" y="443"/>
                        <a:pt x="217" y="442"/>
                      </a:cubicBezTo>
                      <a:cubicBezTo>
                        <a:pt x="217" y="442"/>
                        <a:pt x="217" y="442"/>
                        <a:pt x="217" y="442"/>
                      </a:cubicBezTo>
                      <a:cubicBezTo>
                        <a:pt x="217" y="441"/>
                        <a:pt x="217" y="441"/>
                        <a:pt x="217" y="441"/>
                      </a:cubicBezTo>
                      <a:cubicBezTo>
                        <a:pt x="217" y="441"/>
                        <a:pt x="218" y="440"/>
                        <a:pt x="218" y="440"/>
                      </a:cubicBezTo>
                      <a:cubicBezTo>
                        <a:pt x="218" y="440"/>
                        <a:pt x="218" y="439"/>
                        <a:pt x="218" y="439"/>
                      </a:cubicBezTo>
                      <a:cubicBezTo>
                        <a:pt x="219" y="438"/>
                        <a:pt x="219" y="438"/>
                        <a:pt x="219" y="437"/>
                      </a:cubicBezTo>
                      <a:cubicBezTo>
                        <a:pt x="219" y="437"/>
                        <a:pt x="219" y="437"/>
                        <a:pt x="219" y="437"/>
                      </a:cubicBezTo>
                      <a:cubicBezTo>
                        <a:pt x="220" y="437"/>
                        <a:pt x="220" y="437"/>
                        <a:pt x="220" y="437"/>
                      </a:cubicBezTo>
                      <a:cubicBezTo>
                        <a:pt x="220" y="436"/>
                        <a:pt x="221" y="437"/>
                        <a:pt x="221" y="436"/>
                      </a:cubicBezTo>
                      <a:cubicBezTo>
                        <a:pt x="221" y="436"/>
                        <a:pt x="222" y="436"/>
                        <a:pt x="223" y="436"/>
                      </a:cubicBezTo>
                      <a:cubicBezTo>
                        <a:pt x="223" y="436"/>
                        <a:pt x="224" y="436"/>
                        <a:pt x="224" y="436"/>
                      </a:cubicBezTo>
                      <a:cubicBezTo>
                        <a:pt x="225" y="436"/>
                        <a:pt x="226" y="435"/>
                        <a:pt x="226" y="435"/>
                      </a:cubicBezTo>
                      <a:cubicBezTo>
                        <a:pt x="227" y="435"/>
                        <a:pt x="228" y="434"/>
                        <a:pt x="229" y="434"/>
                      </a:cubicBezTo>
                      <a:cubicBezTo>
                        <a:pt x="230" y="433"/>
                        <a:pt x="230" y="433"/>
                        <a:pt x="231" y="433"/>
                      </a:cubicBezTo>
                      <a:cubicBezTo>
                        <a:pt x="232" y="432"/>
                        <a:pt x="233" y="431"/>
                        <a:pt x="234" y="431"/>
                      </a:cubicBezTo>
                      <a:cubicBezTo>
                        <a:pt x="234" y="431"/>
                        <a:pt x="234" y="431"/>
                        <a:pt x="234" y="431"/>
                      </a:cubicBezTo>
                      <a:cubicBezTo>
                        <a:pt x="235" y="431"/>
                        <a:pt x="235" y="432"/>
                        <a:pt x="235" y="432"/>
                      </a:cubicBezTo>
                      <a:cubicBezTo>
                        <a:pt x="235" y="432"/>
                        <a:pt x="236" y="432"/>
                        <a:pt x="236" y="432"/>
                      </a:cubicBezTo>
                      <a:cubicBezTo>
                        <a:pt x="236" y="432"/>
                        <a:pt x="236" y="432"/>
                        <a:pt x="237" y="432"/>
                      </a:cubicBezTo>
                      <a:cubicBezTo>
                        <a:pt x="237" y="432"/>
                        <a:pt x="237" y="432"/>
                        <a:pt x="237" y="432"/>
                      </a:cubicBezTo>
                      <a:cubicBezTo>
                        <a:pt x="237" y="433"/>
                        <a:pt x="238" y="433"/>
                        <a:pt x="238" y="434"/>
                      </a:cubicBezTo>
                      <a:cubicBezTo>
                        <a:pt x="238" y="434"/>
                        <a:pt x="238" y="434"/>
                        <a:pt x="238" y="434"/>
                      </a:cubicBezTo>
                      <a:cubicBezTo>
                        <a:pt x="238" y="434"/>
                        <a:pt x="238" y="434"/>
                        <a:pt x="238" y="434"/>
                      </a:cubicBezTo>
                      <a:cubicBezTo>
                        <a:pt x="238" y="434"/>
                        <a:pt x="238" y="435"/>
                        <a:pt x="238" y="435"/>
                      </a:cubicBezTo>
                      <a:cubicBezTo>
                        <a:pt x="239" y="435"/>
                        <a:pt x="239" y="435"/>
                        <a:pt x="239" y="435"/>
                      </a:cubicBezTo>
                      <a:cubicBezTo>
                        <a:pt x="238" y="435"/>
                        <a:pt x="238" y="435"/>
                        <a:pt x="238" y="435"/>
                      </a:cubicBezTo>
                      <a:cubicBezTo>
                        <a:pt x="238" y="435"/>
                        <a:pt x="238" y="435"/>
                        <a:pt x="238" y="435"/>
                      </a:cubicBezTo>
                      <a:cubicBezTo>
                        <a:pt x="238" y="436"/>
                        <a:pt x="238" y="436"/>
                        <a:pt x="238" y="436"/>
                      </a:cubicBezTo>
                      <a:cubicBezTo>
                        <a:pt x="238" y="436"/>
                        <a:pt x="238" y="436"/>
                        <a:pt x="238" y="436"/>
                      </a:cubicBezTo>
                      <a:cubicBezTo>
                        <a:pt x="238" y="436"/>
                        <a:pt x="238" y="436"/>
                        <a:pt x="238" y="436"/>
                      </a:cubicBezTo>
                      <a:cubicBezTo>
                        <a:pt x="238" y="436"/>
                        <a:pt x="238" y="437"/>
                        <a:pt x="238" y="437"/>
                      </a:cubicBezTo>
                      <a:cubicBezTo>
                        <a:pt x="238" y="437"/>
                        <a:pt x="238" y="437"/>
                        <a:pt x="238" y="437"/>
                      </a:cubicBezTo>
                      <a:cubicBezTo>
                        <a:pt x="239" y="437"/>
                        <a:pt x="239" y="437"/>
                        <a:pt x="239" y="437"/>
                      </a:cubicBezTo>
                      <a:cubicBezTo>
                        <a:pt x="239" y="438"/>
                        <a:pt x="239" y="438"/>
                        <a:pt x="239" y="438"/>
                      </a:cubicBezTo>
                      <a:cubicBezTo>
                        <a:pt x="239" y="438"/>
                        <a:pt x="239" y="438"/>
                        <a:pt x="239" y="438"/>
                      </a:cubicBezTo>
                      <a:cubicBezTo>
                        <a:pt x="239" y="438"/>
                        <a:pt x="239" y="439"/>
                        <a:pt x="239" y="439"/>
                      </a:cubicBezTo>
                      <a:cubicBezTo>
                        <a:pt x="239" y="439"/>
                        <a:pt x="239" y="439"/>
                        <a:pt x="239" y="439"/>
                      </a:cubicBezTo>
                      <a:cubicBezTo>
                        <a:pt x="239" y="439"/>
                        <a:pt x="239" y="439"/>
                        <a:pt x="239" y="439"/>
                      </a:cubicBezTo>
                      <a:cubicBezTo>
                        <a:pt x="239" y="439"/>
                        <a:pt x="240" y="439"/>
                        <a:pt x="240" y="439"/>
                      </a:cubicBezTo>
                      <a:cubicBezTo>
                        <a:pt x="240" y="439"/>
                        <a:pt x="240" y="439"/>
                        <a:pt x="240" y="439"/>
                      </a:cubicBezTo>
                      <a:cubicBezTo>
                        <a:pt x="240" y="439"/>
                        <a:pt x="240" y="439"/>
                        <a:pt x="240" y="439"/>
                      </a:cubicBezTo>
                      <a:cubicBezTo>
                        <a:pt x="239" y="439"/>
                        <a:pt x="239" y="439"/>
                        <a:pt x="239" y="439"/>
                      </a:cubicBezTo>
                      <a:cubicBezTo>
                        <a:pt x="239" y="439"/>
                        <a:pt x="239" y="439"/>
                        <a:pt x="239" y="439"/>
                      </a:cubicBezTo>
                      <a:cubicBezTo>
                        <a:pt x="239" y="440"/>
                        <a:pt x="239" y="440"/>
                        <a:pt x="238" y="440"/>
                      </a:cubicBezTo>
                      <a:cubicBezTo>
                        <a:pt x="238" y="440"/>
                        <a:pt x="238" y="440"/>
                        <a:pt x="238" y="440"/>
                      </a:cubicBezTo>
                      <a:cubicBezTo>
                        <a:pt x="238" y="440"/>
                        <a:pt x="239" y="440"/>
                        <a:pt x="239" y="440"/>
                      </a:cubicBezTo>
                      <a:cubicBezTo>
                        <a:pt x="239" y="440"/>
                        <a:pt x="239" y="440"/>
                        <a:pt x="239" y="440"/>
                      </a:cubicBezTo>
                      <a:cubicBezTo>
                        <a:pt x="239" y="440"/>
                        <a:pt x="239" y="440"/>
                        <a:pt x="239" y="440"/>
                      </a:cubicBezTo>
                      <a:cubicBezTo>
                        <a:pt x="239" y="440"/>
                        <a:pt x="239" y="440"/>
                        <a:pt x="239" y="440"/>
                      </a:cubicBezTo>
                      <a:cubicBezTo>
                        <a:pt x="239" y="440"/>
                        <a:pt x="239" y="440"/>
                        <a:pt x="240" y="441"/>
                      </a:cubicBezTo>
                      <a:cubicBezTo>
                        <a:pt x="240" y="441"/>
                        <a:pt x="240" y="441"/>
                        <a:pt x="240" y="441"/>
                      </a:cubicBezTo>
                      <a:cubicBezTo>
                        <a:pt x="240" y="441"/>
                        <a:pt x="240" y="441"/>
                        <a:pt x="240" y="441"/>
                      </a:cubicBezTo>
                      <a:cubicBezTo>
                        <a:pt x="240" y="441"/>
                        <a:pt x="240" y="441"/>
                        <a:pt x="240" y="442"/>
                      </a:cubicBezTo>
                      <a:cubicBezTo>
                        <a:pt x="240" y="442"/>
                        <a:pt x="241" y="442"/>
                        <a:pt x="241" y="442"/>
                      </a:cubicBezTo>
                      <a:cubicBezTo>
                        <a:pt x="241" y="442"/>
                        <a:pt x="241" y="442"/>
                        <a:pt x="241" y="442"/>
                      </a:cubicBezTo>
                      <a:cubicBezTo>
                        <a:pt x="241" y="442"/>
                        <a:pt x="241" y="442"/>
                        <a:pt x="241" y="442"/>
                      </a:cubicBezTo>
                      <a:cubicBezTo>
                        <a:pt x="241" y="442"/>
                        <a:pt x="241" y="442"/>
                        <a:pt x="241" y="442"/>
                      </a:cubicBezTo>
                      <a:cubicBezTo>
                        <a:pt x="241" y="442"/>
                        <a:pt x="241" y="442"/>
                        <a:pt x="242" y="442"/>
                      </a:cubicBezTo>
                      <a:cubicBezTo>
                        <a:pt x="242" y="442"/>
                        <a:pt x="242" y="442"/>
                        <a:pt x="242" y="442"/>
                      </a:cubicBezTo>
                      <a:cubicBezTo>
                        <a:pt x="242" y="442"/>
                        <a:pt x="243" y="442"/>
                        <a:pt x="243" y="442"/>
                      </a:cubicBezTo>
                      <a:cubicBezTo>
                        <a:pt x="243" y="442"/>
                        <a:pt x="243" y="442"/>
                        <a:pt x="243" y="442"/>
                      </a:cubicBezTo>
                      <a:cubicBezTo>
                        <a:pt x="243" y="442"/>
                        <a:pt x="243" y="442"/>
                        <a:pt x="243" y="443"/>
                      </a:cubicBezTo>
                      <a:cubicBezTo>
                        <a:pt x="243" y="443"/>
                        <a:pt x="243" y="443"/>
                        <a:pt x="243" y="443"/>
                      </a:cubicBezTo>
                      <a:cubicBezTo>
                        <a:pt x="243" y="443"/>
                        <a:pt x="243" y="443"/>
                        <a:pt x="242" y="443"/>
                      </a:cubicBezTo>
                      <a:cubicBezTo>
                        <a:pt x="242" y="443"/>
                        <a:pt x="242" y="443"/>
                        <a:pt x="242" y="443"/>
                      </a:cubicBezTo>
                      <a:cubicBezTo>
                        <a:pt x="242" y="443"/>
                        <a:pt x="242" y="443"/>
                        <a:pt x="242" y="443"/>
                      </a:cubicBezTo>
                      <a:cubicBezTo>
                        <a:pt x="242" y="444"/>
                        <a:pt x="242" y="444"/>
                        <a:pt x="242" y="444"/>
                      </a:cubicBezTo>
                      <a:cubicBezTo>
                        <a:pt x="243" y="444"/>
                        <a:pt x="243" y="444"/>
                        <a:pt x="243" y="444"/>
                      </a:cubicBezTo>
                      <a:cubicBezTo>
                        <a:pt x="243" y="443"/>
                        <a:pt x="243" y="443"/>
                        <a:pt x="243" y="443"/>
                      </a:cubicBezTo>
                      <a:cubicBezTo>
                        <a:pt x="243" y="443"/>
                        <a:pt x="243" y="443"/>
                        <a:pt x="243" y="443"/>
                      </a:cubicBezTo>
                      <a:cubicBezTo>
                        <a:pt x="243" y="443"/>
                        <a:pt x="244" y="443"/>
                        <a:pt x="244" y="443"/>
                      </a:cubicBezTo>
                      <a:cubicBezTo>
                        <a:pt x="244" y="443"/>
                        <a:pt x="244" y="443"/>
                        <a:pt x="244" y="443"/>
                      </a:cubicBezTo>
                      <a:cubicBezTo>
                        <a:pt x="244" y="443"/>
                        <a:pt x="244" y="444"/>
                        <a:pt x="244" y="444"/>
                      </a:cubicBezTo>
                      <a:cubicBezTo>
                        <a:pt x="244" y="444"/>
                        <a:pt x="244" y="444"/>
                        <a:pt x="244" y="444"/>
                      </a:cubicBezTo>
                      <a:cubicBezTo>
                        <a:pt x="244" y="444"/>
                        <a:pt x="244" y="444"/>
                        <a:pt x="244" y="444"/>
                      </a:cubicBezTo>
                      <a:cubicBezTo>
                        <a:pt x="244" y="444"/>
                        <a:pt x="244" y="444"/>
                        <a:pt x="244" y="444"/>
                      </a:cubicBezTo>
                      <a:cubicBezTo>
                        <a:pt x="244" y="445"/>
                        <a:pt x="244" y="445"/>
                        <a:pt x="244" y="445"/>
                      </a:cubicBezTo>
                      <a:cubicBezTo>
                        <a:pt x="244" y="445"/>
                        <a:pt x="245" y="445"/>
                        <a:pt x="245" y="445"/>
                      </a:cubicBezTo>
                      <a:cubicBezTo>
                        <a:pt x="245" y="445"/>
                        <a:pt x="245" y="445"/>
                        <a:pt x="245" y="445"/>
                      </a:cubicBezTo>
                      <a:cubicBezTo>
                        <a:pt x="245" y="445"/>
                        <a:pt x="246" y="445"/>
                        <a:pt x="246" y="445"/>
                      </a:cubicBezTo>
                      <a:cubicBezTo>
                        <a:pt x="246" y="445"/>
                        <a:pt x="246" y="444"/>
                        <a:pt x="246" y="445"/>
                      </a:cubicBezTo>
                      <a:cubicBezTo>
                        <a:pt x="246" y="445"/>
                        <a:pt x="246" y="445"/>
                        <a:pt x="245" y="446"/>
                      </a:cubicBezTo>
                      <a:cubicBezTo>
                        <a:pt x="245" y="446"/>
                        <a:pt x="245" y="446"/>
                        <a:pt x="245" y="446"/>
                      </a:cubicBezTo>
                      <a:cubicBezTo>
                        <a:pt x="245" y="446"/>
                        <a:pt x="245" y="446"/>
                        <a:pt x="245" y="446"/>
                      </a:cubicBezTo>
                      <a:cubicBezTo>
                        <a:pt x="245" y="446"/>
                        <a:pt x="245" y="446"/>
                        <a:pt x="245" y="446"/>
                      </a:cubicBezTo>
                      <a:cubicBezTo>
                        <a:pt x="245" y="446"/>
                        <a:pt x="245" y="446"/>
                        <a:pt x="245" y="447"/>
                      </a:cubicBezTo>
                      <a:cubicBezTo>
                        <a:pt x="245" y="447"/>
                        <a:pt x="245" y="447"/>
                        <a:pt x="245" y="447"/>
                      </a:cubicBezTo>
                      <a:cubicBezTo>
                        <a:pt x="245" y="447"/>
                        <a:pt x="245" y="447"/>
                        <a:pt x="245" y="447"/>
                      </a:cubicBezTo>
                      <a:cubicBezTo>
                        <a:pt x="245" y="447"/>
                        <a:pt x="245" y="448"/>
                        <a:pt x="245" y="448"/>
                      </a:cubicBezTo>
                      <a:cubicBezTo>
                        <a:pt x="246" y="448"/>
                        <a:pt x="246" y="448"/>
                        <a:pt x="246" y="447"/>
                      </a:cubicBezTo>
                      <a:cubicBezTo>
                        <a:pt x="246" y="447"/>
                        <a:pt x="246" y="447"/>
                        <a:pt x="246" y="447"/>
                      </a:cubicBezTo>
                      <a:cubicBezTo>
                        <a:pt x="246" y="447"/>
                        <a:pt x="246" y="447"/>
                        <a:pt x="246" y="447"/>
                      </a:cubicBezTo>
                      <a:cubicBezTo>
                        <a:pt x="247" y="447"/>
                        <a:pt x="247" y="447"/>
                        <a:pt x="247" y="448"/>
                      </a:cubicBezTo>
                      <a:cubicBezTo>
                        <a:pt x="247" y="448"/>
                        <a:pt x="247" y="448"/>
                        <a:pt x="247" y="448"/>
                      </a:cubicBezTo>
                      <a:cubicBezTo>
                        <a:pt x="247" y="448"/>
                        <a:pt x="248" y="448"/>
                        <a:pt x="248" y="448"/>
                      </a:cubicBezTo>
                      <a:cubicBezTo>
                        <a:pt x="248" y="448"/>
                        <a:pt x="248" y="448"/>
                        <a:pt x="248" y="447"/>
                      </a:cubicBezTo>
                      <a:cubicBezTo>
                        <a:pt x="248" y="447"/>
                        <a:pt x="248" y="447"/>
                        <a:pt x="249" y="447"/>
                      </a:cubicBezTo>
                      <a:cubicBezTo>
                        <a:pt x="249" y="447"/>
                        <a:pt x="249" y="447"/>
                        <a:pt x="249" y="447"/>
                      </a:cubicBezTo>
                      <a:cubicBezTo>
                        <a:pt x="250" y="448"/>
                        <a:pt x="250" y="447"/>
                        <a:pt x="250" y="447"/>
                      </a:cubicBezTo>
                      <a:cubicBezTo>
                        <a:pt x="250" y="447"/>
                        <a:pt x="250" y="447"/>
                        <a:pt x="251" y="447"/>
                      </a:cubicBezTo>
                      <a:cubicBezTo>
                        <a:pt x="251" y="447"/>
                        <a:pt x="251" y="447"/>
                        <a:pt x="251" y="447"/>
                      </a:cubicBezTo>
                      <a:cubicBezTo>
                        <a:pt x="251" y="447"/>
                        <a:pt x="251" y="447"/>
                        <a:pt x="251" y="447"/>
                      </a:cubicBezTo>
                      <a:cubicBezTo>
                        <a:pt x="251" y="447"/>
                        <a:pt x="251" y="447"/>
                        <a:pt x="251" y="447"/>
                      </a:cubicBezTo>
                      <a:cubicBezTo>
                        <a:pt x="251" y="447"/>
                        <a:pt x="251" y="447"/>
                        <a:pt x="252" y="447"/>
                      </a:cubicBezTo>
                      <a:cubicBezTo>
                        <a:pt x="252" y="447"/>
                        <a:pt x="252" y="447"/>
                        <a:pt x="252" y="447"/>
                      </a:cubicBezTo>
                      <a:cubicBezTo>
                        <a:pt x="252" y="447"/>
                        <a:pt x="252" y="447"/>
                        <a:pt x="252" y="447"/>
                      </a:cubicBezTo>
                      <a:cubicBezTo>
                        <a:pt x="251" y="446"/>
                        <a:pt x="251" y="446"/>
                        <a:pt x="251" y="446"/>
                      </a:cubicBezTo>
                      <a:cubicBezTo>
                        <a:pt x="252" y="446"/>
                        <a:pt x="252" y="446"/>
                        <a:pt x="252" y="445"/>
                      </a:cubicBezTo>
                      <a:cubicBezTo>
                        <a:pt x="252" y="445"/>
                        <a:pt x="252" y="445"/>
                        <a:pt x="252" y="445"/>
                      </a:cubicBezTo>
                      <a:cubicBezTo>
                        <a:pt x="252" y="445"/>
                        <a:pt x="252" y="445"/>
                        <a:pt x="252" y="445"/>
                      </a:cubicBezTo>
                      <a:cubicBezTo>
                        <a:pt x="252" y="445"/>
                        <a:pt x="252" y="445"/>
                        <a:pt x="252" y="445"/>
                      </a:cubicBezTo>
                      <a:cubicBezTo>
                        <a:pt x="252" y="445"/>
                        <a:pt x="253" y="446"/>
                        <a:pt x="253" y="446"/>
                      </a:cubicBezTo>
                      <a:cubicBezTo>
                        <a:pt x="253" y="446"/>
                        <a:pt x="253" y="446"/>
                        <a:pt x="253" y="446"/>
                      </a:cubicBezTo>
                      <a:cubicBezTo>
                        <a:pt x="253" y="446"/>
                        <a:pt x="253" y="447"/>
                        <a:pt x="253" y="447"/>
                      </a:cubicBezTo>
                      <a:cubicBezTo>
                        <a:pt x="253" y="447"/>
                        <a:pt x="253" y="447"/>
                        <a:pt x="253" y="448"/>
                      </a:cubicBezTo>
                      <a:cubicBezTo>
                        <a:pt x="253" y="448"/>
                        <a:pt x="253" y="448"/>
                        <a:pt x="253" y="448"/>
                      </a:cubicBezTo>
                      <a:cubicBezTo>
                        <a:pt x="253" y="448"/>
                        <a:pt x="253" y="448"/>
                        <a:pt x="253" y="448"/>
                      </a:cubicBezTo>
                      <a:cubicBezTo>
                        <a:pt x="253" y="448"/>
                        <a:pt x="253" y="448"/>
                        <a:pt x="253" y="448"/>
                      </a:cubicBezTo>
                      <a:cubicBezTo>
                        <a:pt x="254" y="449"/>
                        <a:pt x="254" y="449"/>
                        <a:pt x="254" y="449"/>
                      </a:cubicBezTo>
                      <a:cubicBezTo>
                        <a:pt x="254" y="449"/>
                        <a:pt x="254" y="449"/>
                        <a:pt x="254" y="449"/>
                      </a:cubicBezTo>
                      <a:cubicBezTo>
                        <a:pt x="254" y="449"/>
                        <a:pt x="254" y="449"/>
                        <a:pt x="255" y="449"/>
                      </a:cubicBezTo>
                      <a:cubicBezTo>
                        <a:pt x="255" y="450"/>
                        <a:pt x="255" y="450"/>
                        <a:pt x="255" y="450"/>
                      </a:cubicBezTo>
                      <a:cubicBezTo>
                        <a:pt x="255" y="450"/>
                        <a:pt x="255" y="450"/>
                        <a:pt x="256" y="450"/>
                      </a:cubicBezTo>
                      <a:cubicBezTo>
                        <a:pt x="256" y="450"/>
                        <a:pt x="256" y="450"/>
                        <a:pt x="256" y="450"/>
                      </a:cubicBezTo>
                      <a:cubicBezTo>
                        <a:pt x="256" y="450"/>
                        <a:pt x="256" y="450"/>
                        <a:pt x="256" y="450"/>
                      </a:cubicBezTo>
                      <a:cubicBezTo>
                        <a:pt x="256" y="451"/>
                        <a:pt x="256" y="451"/>
                        <a:pt x="256" y="451"/>
                      </a:cubicBezTo>
                      <a:cubicBezTo>
                        <a:pt x="256" y="451"/>
                        <a:pt x="256" y="451"/>
                        <a:pt x="257" y="451"/>
                      </a:cubicBezTo>
                      <a:cubicBezTo>
                        <a:pt x="257" y="451"/>
                        <a:pt x="257" y="451"/>
                        <a:pt x="257" y="452"/>
                      </a:cubicBezTo>
                      <a:cubicBezTo>
                        <a:pt x="257" y="452"/>
                        <a:pt x="258" y="452"/>
                        <a:pt x="258" y="452"/>
                      </a:cubicBezTo>
                      <a:cubicBezTo>
                        <a:pt x="258" y="452"/>
                        <a:pt x="258" y="452"/>
                        <a:pt x="258" y="452"/>
                      </a:cubicBezTo>
                      <a:cubicBezTo>
                        <a:pt x="259" y="452"/>
                        <a:pt x="259" y="452"/>
                        <a:pt x="259" y="452"/>
                      </a:cubicBezTo>
                      <a:cubicBezTo>
                        <a:pt x="259" y="452"/>
                        <a:pt x="259" y="453"/>
                        <a:pt x="260" y="453"/>
                      </a:cubicBezTo>
                      <a:cubicBezTo>
                        <a:pt x="260" y="453"/>
                        <a:pt x="260" y="453"/>
                        <a:pt x="260" y="453"/>
                      </a:cubicBezTo>
                      <a:cubicBezTo>
                        <a:pt x="260" y="453"/>
                        <a:pt x="260" y="453"/>
                        <a:pt x="260" y="453"/>
                      </a:cubicBezTo>
                      <a:cubicBezTo>
                        <a:pt x="260" y="453"/>
                        <a:pt x="260" y="453"/>
                        <a:pt x="260" y="452"/>
                      </a:cubicBezTo>
                      <a:cubicBezTo>
                        <a:pt x="261" y="452"/>
                        <a:pt x="261" y="452"/>
                        <a:pt x="261" y="452"/>
                      </a:cubicBezTo>
                      <a:cubicBezTo>
                        <a:pt x="261" y="452"/>
                        <a:pt x="261" y="452"/>
                        <a:pt x="261" y="453"/>
                      </a:cubicBezTo>
                      <a:cubicBezTo>
                        <a:pt x="261" y="453"/>
                        <a:pt x="261" y="453"/>
                        <a:pt x="261" y="453"/>
                      </a:cubicBezTo>
                      <a:cubicBezTo>
                        <a:pt x="262" y="453"/>
                        <a:pt x="262" y="453"/>
                        <a:pt x="262" y="452"/>
                      </a:cubicBezTo>
                      <a:cubicBezTo>
                        <a:pt x="262" y="452"/>
                        <a:pt x="262" y="452"/>
                        <a:pt x="262" y="452"/>
                      </a:cubicBezTo>
                      <a:cubicBezTo>
                        <a:pt x="262" y="452"/>
                        <a:pt x="262" y="452"/>
                        <a:pt x="262" y="452"/>
                      </a:cubicBezTo>
                      <a:cubicBezTo>
                        <a:pt x="262" y="452"/>
                        <a:pt x="262" y="452"/>
                        <a:pt x="262" y="453"/>
                      </a:cubicBezTo>
                      <a:cubicBezTo>
                        <a:pt x="262" y="453"/>
                        <a:pt x="263" y="453"/>
                        <a:pt x="263" y="453"/>
                      </a:cubicBezTo>
                      <a:cubicBezTo>
                        <a:pt x="263" y="453"/>
                        <a:pt x="263" y="452"/>
                        <a:pt x="263" y="452"/>
                      </a:cubicBezTo>
                      <a:cubicBezTo>
                        <a:pt x="264" y="453"/>
                        <a:pt x="264" y="453"/>
                        <a:pt x="264" y="453"/>
                      </a:cubicBezTo>
                      <a:cubicBezTo>
                        <a:pt x="264" y="453"/>
                        <a:pt x="264" y="453"/>
                        <a:pt x="264" y="453"/>
                      </a:cubicBezTo>
                      <a:cubicBezTo>
                        <a:pt x="264" y="453"/>
                        <a:pt x="264" y="453"/>
                        <a:pt x="264" y="453"/>
                      </a:cubicBezTo>
                      <a:cubicBezTo>
                        <a:pt x="265" y="454"/>
                        <a:pt x="265" y="454"/>
                        <a:pt x="265" y="453"/>
                      </a:cubicBezTo>
                      <a:cubicBezTo>
                        <a:pt x="265" y="453"/>
                        <a:pt x="266" y="453"/>
                        <a:pt x="266" y="453"/>
                      </a:cubicBezTo>
                      <a:cubicBezTo>
                        <a:pt x="266" y="453"/>
                        <a:pt x="266" y="453"/>
                        <a:pt x="266" y="453"/>
                      </a:cubicBezTo>
                      <a:cubicBezTo>
                        <a:pt x="266" y="453"/>
                        <a:pt x="266" y="453"/>
                        <a:pt x="266" y="453"/>
                      </a:cubicBezTo>
                      <a:cubicBezTo>
                        <a:pt x="266" y="453"/>
                        <a:pt x="267" y="453"/>
                        <a:pt x="267" y="453"/>
                      </a:cubicBezTo>
                      <a:cubicBezTo>
                        <a:pt x="267" y="452"/>
                        <a:pt x="267" y="452"/>
                        <a:pt x="267" y="452"/>
                      </a:cubicBezTo>
                      <a:cubicBezTo>
                        <a:pt x="267" y="452"/>
                        <a:pt x="268" y="452"/>
                        <a:pt x="268" y="452"/>
                      </a:cubicBezTo>
                      <a:cubicBezTo>
                        <a:pt x="268" y="452"/>
                        <a:pt x="268" y="452"/>
                        <a:pt x="268" y="452"/>
                      </a:cubicBezTo>
                      <a:cubicBezTo>
                        <a:pt x="268" y="452"/>
                        <a:pt x="268" y="452"/>
                        <a:pt x="268" y="452"/>
                      </a:cubicBezTo>
                      <a:cubicBezTo>
                        <a:pt x="268" y="452"/>
                        <a:pt x="268" y="452"/>
                        <a:pt x="268" y="452"/>
                      </a:cubicBezTo>
                      <a:cubicBezTo>
                        <a:pt x="269" y="452"/>
                        <a:pt x="269" y="452"/>
                        <a:pt x="269" y="452"/>
                      </a:cubicBezTo>
                      <a:cubicBezTo>
                        <a:pt x="269" y="452"/>
                        <a:pt x="269" y="452"/>
                        <a:pt x="269" y="452"/>
                      </a:cubicBezTo>
                      <a:cubicBezTo>
                        <a:pt x="269" y="451"/>
                        <a:pt x="270" y="451"/>
                        <a:pt x="270" y="451"/>
                      </a:cubicBezTo>
                      <a:cubicBezTo>
                        <a:pt x="271" y="451"/>
                        <a:pt x="271" y="451"/>
                        <a:pt x="271" y="451"/>
                      </a:cubicBezTo>
                      <a:cubicBezTo>
                        <a:pt x="271" y="451"/>
                        <a:pt x="271" y="451"/>
                        <a:pt x="271" y="451"/>
                      </a:cubicBezTo>
                      <a:cubicBezTo>
                        <a:pt x="271" y="451"/>
                        <a:pt x="271" y="451"/>
                        <a:pt x="271" y="452"/>
                      </a:cubicBezTo>
                      <a:cubicBezTo>
                        <a:pt x="271" y="452"/>
                        <a:pt x="272" y="451"/>
                        <a:pt x="272" y="451"/>
                      </a:cubicBezTo>
                      <a:cubicBezTo>
                        <a:pt x="272" y="451"/>
                        <a:pt x="272" y="451"/>
                        <a:pt x="272" y="451"/>
                      </a:cubicBezTo>
                      <a:cubicBezTo>
                        <a:pt x="272" y="451"/>
                        <a:pt x="272" y="451"/>
                        <a:pt x="272" y="451"/>
                      </a:cubicBezTo>
                      <a:cubicBezTo>
                        <a:pt x="272" y="451"/>
                        <a:pt x="272" y="451"/>
                        <a:pt x="272" y="451"/>
                      </a:cubicBezTo>
                      <a:cubicBezTo>
                        <a:pt x="272" y="451"/>
                        <a:pt x="272" y="451"/>
                        <a:pt x="273" y="451"/>
                      </a:cubicBezTo>
                      <a:cubicBezTo>
                        <a:pt x="273" y="451"/>
                        <a:pt x="273" y="451"/>
                        <a:pt x="273" y="451"/>
                      </a:cubicBezTo>
                      <a:cubicBezTo>
                        <a:pt x="273" y="451"/>
                        <a:pt x="273" y="451"/>
                        <a:pt x="273" y="451"/>
                      </a:cubicBezTo>
                      <a:cubicBezTo>
                        <a:pt x="273" y="450"/>
                        <a:pt x="273" y="450"/>
                        <a:pt x="274" y="450"/>
                      </a:cubicBezTo>
                      <a:cubicBezTo>
                        <a:pt x="274" y="450"/>
                        <a:pt x="274" y="451"/>
                        <a:pt x="274" y="451"/>
                      </a:cubicBezTo>
                      <a:cubicBezTo>
                        <a:pt x="275" y="451"/>
                        <a:pt x="275" y="451"/>
                        <a:pt x="275" y="451"/>
                      </a:cubicBezTo>
                      <a:cubicBezTo>
                        <a:pt x="275" y="451"/>
                        <a:pt x="276" y="451"/>
                        <a:pt x="276" y="451"/>
                      </a:cubicBezTo>
                      <a:cubicBezTo>
                        <a:pt x="276" y="451"/>
                        <a:pt x="276" y="451"/>
                        <a:pt x="276" y="451"/>
                      </a:cubicBezTo>
                      <a:cubicBezTo>
                        <a:pt x="276" y="451"/>
                        <a:pt x="276" y="451"/>
                        <a:pt x="276" y="451"/>
                      </a:cubicBezTo>
                      <a:cubicBezTo>
                        <a:pt x="276" y="451"/>
                        <a:pt x="276" y="451"/>
                        <a:pt x="276" y="451"/>
                      </a:cubicBezTo>
                      <a:cubicBezTo>
                        <a:pt x="277" y="451"/>
                        <a:pt x="277" y="451"/>
                        <a:pt x="277" y="451"/>
                      </a:cubicBezTo>
                      <a:cubicBezTo>
                        <a:pt x="277" y="451"/>
                        <a:pt x="277" y="451"/>
                        <a:pt x="278" y="451"/>
                      </a:cubicBezTo>
                      <a:cubicBezTo>
                        <a:pt x="278" y="451"/>
                        <a:pt x="278" y="451"/>
                        <a:pt x="278" y="451"/>
                      </a:cubicBezTo>
                      <a:cubicBezTo>
                        <a:pt x="278" y="451"/>
                        <a:pt x="278" y="451"/>
                        <a:pt x="278" y="451"/>
                      </a:cubicBezTo>
                      <a:cubicBezTo>
                        <a:pt x="278" y="452"/>
                        <a:pt x="279" y="452"/>
                        <a:pt x="279" y="452"/>
                      </a:cubicBezTo>
                      <a:cubicBezTo>
                        <a:pt x="279" y="452"/>
                        <a:pt x="279" y="452"/>
                        <a:pt x="279" y="452"/>
                      </a:cubicBezTo>
                      <a:cubicBezTo>
                        <a:pt x="280" y="452"/>
                        <a:pt x="280" y="452"/>
                        <a:pt x="280" y="452"/>
                      </a:cubicBezTo>
                      <a:cubicBezTo>
                        <a:pt x="280" y="452"/>
                        <a:pt x="281" y="453"/>
                        <a:pt x="281" y="453"/>
                      </a:cubicBezTo>
                      <a:cubicBezTo>
                        <a:pt x="282" y="453"/>
                        <a:pt x="282" y="453"/>
                        <a:pt x="282" y="453"/>
                      </a:cubicBezTo>
                      <a:cubicBezTo>
                        <a:pt x="282" y="453"/>
                        <a:pt x="282" y="453"/>
                        <a:pt x="282" y="453"/>
                      </a:cubicBezTo>
                      <a:cubicBezTo>
                        <a:pt x="282" y="453"/>
                        <a:pt x="282" y="453"/>
                        <a:pt x="283" y="453"/>
                      </a:cubicBezTo>
                      <a:cubicBezTo>
                        <a:pt x="283" y="452"/>
                        <a:pt x="283" y="453"/>
                        <a:pt x="283" y="452"/>
                      </a:cubicBezTo>
                      <a:cubicBezTo>
                        <a:pt x="283" y="452"/>
                        <a:pt x="284" y="452"/>
                        <a:pt x="284" y="452"/>
                      </a:cubicBezTo>
                      <a:cubicBezTo>
                        <a:pt x="284" y="452"/>
                        <a:pt x="284" y="452"/>
                        <a:pt x="284" y="452"/>
                      </a:cubicBezTo>
                      <a:cubicBezTo>
                        <a:pt x="284" y="452"/>
                        <a:pt x="284" y="452"/>
                        <a:pt x="284" y="452"/>
                      </a:cubicBezTo>
                      <a:cubicBezTo>
                        <a:pt x="284" y="452"/>
                        <a:pt x="284" y="452"/>
                        <a:pt x="285" y="452"/>
                      </a:cubicBezTo>
                      <a:cubicBezTo>
                        <a:pt x="285" y="452"/>
                        <a:pt x="285" y="452"/>
                        <a:pt x="285" y="452"/>
                      </a:cubicBezTo>
                      <a:cubicBezTo>
                        <a:pt x="285" y="452"/>
                        <a:pt x="286" y="452"/>
                        <a:pt x="286" y="452"/>
                      </a:cubicBezTo>
                      <a:cubicBezTo>
                        <a:pt x="286" y="451"/>
                        <a:pt x="286" y="451"/>
                        <a:pt x="286" y="451"/>
                      </a:cubicBezTo>
                      <a:cubicBezTo>
                        <a:pt x="286" y="451"/>
                        <a:pt x="286" y="451"/>
                        <a:pt x="286" y="450"/>
                      </a:cubicBezTo>
                      <a:cubicBezTo>
                        <a:pt x="286" y="450"/>
                        <a:pt x="286" y="450"/>
                        <a:pt x="286" y="450"/>
                      </a:cubicBezTo>
                      <a:cubicBezTo>
                        <a:pt x="285" y="450"/>
                        <a:pt x="285" y="450"/>
                        <a:pt x="285" y="450"/>
                      </a:cubicBezTo>
                      <a:cubicBezTo>
                        <a:pt x="285" y="450"/>
                        <a:pt x="285" y="450"/>
                        <a:pt x="284" y="449"/>
                      </a:cubicBezTo>
                      <a:cubicBezTo>
                        <a:pt x="284" y="449"/>
                        <a:pt x="284" y="449"/>
                        <a:pt x="284" y="449"/>
                      </a:cubicBezTo>
                      <a:cubicBezTo>
                        <a:pt x="284" y="449"/>
                        <a:pt x="284" y="449"/>
                        <a:pt x="284" y="449"/>
                      </a:cubicBezTo>
                      <a:cubicBezTo>
                        <a:pt x="284" y="449"/>
                        <a:pt x="284" y="449"/>
                        <a:pt x="284" y="449"/>
                      </a:cubicBezTo>
                      <a:cubicBezTo>
                        <a:pt x="283" y="448"/>
                        <a:pt x="283" y="448"/>
                        <a:pt x="283" y="448"/>
                      </a:cubicBezTo>
                      <a:cubicBezTo>
                        <a:pt x="283" y="448"/>
                        <a:pt x="283" y="447"/>
                        <a:pt x="284" y="447"/>
                      </a:cubicBezTo>
                      <a:cubicBezTo>
                        <a:pt x="284" y="447"/>
                        <a:pt x="284" y="447"/>
                        <a:pt x="284" y="446"/>
                      </a:cubicBezTo>
                      <a:cubicBezTo>
                        <a:pt x="284" y="446"/>
                        <a:pt x="284" y="446"/>
                        <a:pt x="285" y="446"/>
                      </a:cubicBezTo>
                      <a:cubicBezTo>
                        <a:pt x="285" y="446"/>
                        <a:pt x="285" y="447"/>
                        <a:pt x="285" y="447"/>
                      </a:cubicBezTo>
                      <a:cubicBezTo>
                        <a:pt x="285" y="447"/>
                        <a:pt x="285" y="447"/>
                        <a:pt x="285" y="447"/>
                      </a:cubicBezTo>
                      <a:cubicBezTo>
                        <a:pt x="285" y="448"/>
                        <a:pt x="286" y="448"/>
                        <a:pt x="286" y="448"/>
                      </a:cubicBezTo>
                      <a:cubicBezTo>
                        <a:pt x="286" y="448"/>
                        <a:pt x="286" y="448"/>
                        <a:pt x="286" y="449"/>
                      </a:cubicBezTo>
                      <a:cubicBezTo>
                        <a:pt x="287" y="449"/>
                        <a:pt x="287" y="449"/>
                        <a:pt x="287" y="449"/>
                      </a:cubicBezTo>
                      <a:cubicBezTo>
                        <a:pt x="287" y="449"/>
                        <a:pt x="287" y="449"/>
                        <a:pt x="287" y="449"/>
                      </a:cubicBezTo>
                      <a:cubicBezTo>
                        <a:pt x="287" y="449"/>
                        <a:pt x="287" y="449"/>
                        <a:pt x="287" y="449"/>
                      </a:cubicBezTo>
                      <a:cubicBezTo>
                        <a:pt x="286" y="448"/>
                        <a:pt x="286" y="448"/>
                        <a:pt x="286" y="448"/>
                      </a:cubicBezTo>
                      <a:cubicBezTo>
                        <a:pt x="286" y="448"/>
                        <a:pt x="286" y="447"/>
                        <a:pt x="286" y="447"/>
                      </a:cubicBezTo>
                      <a:cubicBezTo>
                        <a:pt x="286" y="447"/>
                        <a:pt x="286" y="447"/>
                        <a:pt x="286" y="447"/>
                      </a:cubicBezTo>
                      <a:cubicBezTo>
                        <a:pt x="286" y="446"/>
                        <a:pt x="285" y="446"/>
                        <a:pt x="285" y="446"/>
                      </a:cubicBezTo>
                      <a:cubicBezTo>
                        <a:pt x="285" y="446"/>
                        <a:pt x="285" y="445"/>
                        <a:pt x="285" y="445"/>
                      </a:cubicBezTo>
                      <a:cubicBezTo>
                        <a:pt x="285" y="445"/>
                        <a:pt x="285" y="445"/>
                        <a:pt x="285" y="445"/>
                      </a:cubicBezTo>
                      <a:cubicBezTo>
                        <a:pt x="285" y="445"/>
                        <a:pt x="286" y="445"/>
                        <a:pt x="286" y="445"/>
                      </a:cubicBezTo>
                      <a:cubicBezTo>
                        <a:pt x="286" y="445"/>
                        <a:pt x="286" y="445"/>
                        <a:pt x="286" y="445"/>
                      </a:cubicBezTo>
                      <a:cubicBezTo>
                        <a:pt x="286" y="445"/>
                        <a:pt x="286" y="445"/>
                        <a:pt x="286" y="445"/>
                      </a:cubicBezTo>
                      <a:cubicBezTo>
                        <a:pt x="286" y="445"/>
                        <a:pt x="286" y="445"/>
                        <a:pt x="286" y="445"/>
                      </a:cubicBezTo>
                      <a:cubicBezTo>
                        <a:pt x="286" y="446"/>
                        <a:pt x="286" y="446"/>
                        <a:pt x="286" y="446"/>
                      </a:cubicBezTo>
                      <a:cubicBezTo>
                        <a:pt x="286" y="446"/>
                        <a:pt x="286" y="446"/>
                        <a:pt x="286" y="446"/>
                      </a:cubicBezTo>
                      <a:cubicBezTo>
                        <a:pt x="286" y="446"/>
                        <a:pt x="286" y="446"/>
                        <a:pt x="286" y="446"/>
                      </a:cubicBezTo>
                      <a:cubicBezTo>
                        <a:pt x="286" y="446"/>
                        <a:pt x="286" y="446"/>
                        <a:pt x="286" y="446"/>
                      </a:cubicBezTo>
                      <a:cubicBezTo>
                        <a:pt x="286" y="446"/>
                        <a:pt x="286" y="446"/>
                        <a:pt x="286" y="446"/>
                      </a:cubicBezTo>
                      <a:cubicBezTo>
                        <a:pt x="286" y="446"/>
                        <a:pt x="286" y="446"/>
                        <a:pt x="286" y="445"/>
                      </a:cubicBezTo>
                      <a:cubicBezTo>
                        <a:pt x="287" y="445"/>
                        <a:pt x="287" y="445"/>
                        <a:pt x="286" y="445"/>
                      </a:cubicBezTo>
                      <a:cubicBezTo>
                        <a:pt x="286" y="445"/>
                        <a:pt x="286" y="445"/>
                        <a:pt x="286" y="445"/>
                      </a:cubicBezTo>
                      <a:cubicBezTo>
                        <a:pt x="286" y="444"/>
                        <a:pt x="286" y="444"/>
                        <a:pt x="285" y="444"/>
                      </a:cubicBezTo>
                      <a:cubicBezTo>
                        <a:pt x="285" y="444"/>
                        <a:pt x="285" y="444"/>
                        <a:pt x="285" y="444"/>
                      </a:cubicBezTo>
                      <a:cubicBezTo>
                        <a:pt x="285" y="443"/>
                        <a:pt x="285" y="443"/>
                        <a:pt x="284" y="442"/>
                      </a:cubicBezTo>
                      <a:cubicBezTo>
                        <a:pt x="284" y="442"/>
                        <a:pt x="284" y="442"/>
                        <a:pt x="284" y="442"/>
                      </a:cubicBezTo>
                      <a:cubicBezTo>
                        <a:pt x="284" y="442"/>
                        <a:pt x="284" y="441"/>
                        <a:pt x="284" y="441"/>
                      </a:cubicBezTo>
                      <a:cubicBezTo>
                        <a:pt x="284" y="441"/>
                        <a:pt x="284" y="441"/>
                        <a:pt x="285" y="441"/>
                      </a:cubicBezTo>
                      <a:cubicBezTo>
                        <a:pt x="285" y="441"/>
                        <a:pt x="285" y="441"/>
                        <a:pt x="285" y="441"/>
                      </a:cubicBezTo>
                      <a:cubicBezTo>
                        <a:pt x="285" y="441"/>
                        <a:pt x="285" y="441"/>
                        <a:pt x="285" y="441"/>
                      </a:cubicBezTo>
                      <a:cubicBezTo>
                        <a:pt x="285" y="441"/>
                        <a:pt x="285" y="441"/>
                        <a:pt x="286" y="441"/>
                      </a:cubicBezTo>
                      <a:cubicBezTo>
                        <a:pt x="286" y="442"/>
                        <a:pt x="286" y="441"/>
                        <a:pt x="287" y="442"/>
                      </a:cubicBezTo>
                      <a:cubicBezTo>
                        <a:pt x="287" y="442"/>
                        <a:pt x="287" y="442"/>
                        <a:pt x="287" y="442"/>
                      </a:cubicBezTo>
                      <a:cubicBezTo>
                        <a:pt x="287" y="442"/>
                        <a:pt x="287" y="442"/>
                        <a:pt x="288" y="442"/>
                      </a:cubicBezTo>
                      <a:cubicBezTo>
                        <a:pt x="288" y="442"/>
                        <a:pt x="288" y="441"/>
                        <a:pt x="288" y="441"/>
                      </a:cubicBezTo>
                      <a:cubicBezTo>
                        <a:pt x="288" y="441"/>
                        <a:pt x="289" y="441"/>
                        <a:pt x="289" y="441"/>
                      </a:cubicBezTo>
                      <a:cubicBezTo>
                        <a:pt x="289" y="441"/>
                        <a:pt x="289" y="441"/>
                        <a:pt x="289" y="441"/>
                      </a:cubicBezTo>
                      <a:cubicBezTo>
                        <a:pt x="289" y="441"/>
                        <a:pt x="289" y="441"/>
                        <a:pt x="290" y="441"/>
                      </a:cubicBezTo>
                      <a:cubicBezTo>
                        <a:pt x="290" y="441"/>
                        <a:pt x="290" y="441"/>
                        <a:pt x="290" y="441"/>
                      </a:cubicBezTo>
                      <a:cubicBezTo>
                        <a:pt x="290" y="441"/>
                        <a:pt x="291" y="441"/>
                        <a:pt x="290" y="441"/>
                      </a:cubicBezTo>
                      <a:cubicBezTo>
                        <a:pt x="290" y="441"/>
                        <a:pt x="290" y="441"/>
                        <a:pt x="290" y="441"/>
                      </a:cubicBezTo>
                      <a:cubicBezTo>
                        <a:pt x="290" y="441"/>
                        <a:pt x="289" y="440"/>
                        <a:pt x="289" y="440"/>
                      </a:cubicBezTo>
                      <a:cubicBezTo>
                        <a:pt x="289" y="440"/>
                        <a:pt x="289" y="440"/>
                        <a:pt x="289" y="440"/>
                      </a:cubicBezTo>
                      <a:cubicBezTo>
                        <a:pt x="289" y="440"/>
                        <a:pt x="289" y="439"/>
                        <a:pt x="289" y="439"/>
                      </a:cubicBezTo>
                      <a:cubicBezTo>
                        <a:pt x="288" y="439"/>
                        <a:pt x="288" y="439"/>
                        <a:pt x="289" y="439"/>
                      </a:cubicBezTo>
                      <a:cubicBezTo>
                        <a:pt x="289" y="438"/>
                        <a:pt x="289" y="438"/>
                        <a:pt x="289" y="438"/>
                      </a:cubicBezTo>
                      <a:cubicBezTo>
                        <a:pt x="290" y="438"/>
                        <a:pt x="290" y="438"/>
                        <a:pt x="291" y="438"/>
                      </a:cubicBezTo>
                      <a:cubicBezTo>
                        <a:pt x="291" y="439"/>
                        <a:pt x="292" y="439"/>
                        <a:pt x="292" y="439"/>
                      </a:cubicBezTo>
                      <a:cubicBezTo>
                        <a:pt x="292" y="439"/>
                        <a:pt x="293" y="439"/>
                        <a:pt x="293" y="439"/>
                      </a:cubicBezTo>
                      <a:cubicBezTo>
                        <a:pt x="293" y="439"/>
                        <a:pt x="293" y="439"/>
                        <a:pt x="293" y="439"/>
                      </a:cubicBezTo>
                      <a:cubicBezTo>
                        <a:pt x="293" y="439"/>
                        <a:pt x="293" y="439"/>
                        <a:pt x="294" y="439"/>
                      </a:cubicBezTo>
                      <a:cubicBezTo>
                        <a:pt x="294" y="440"/>
                        <a:pt x="294" y="440"/>
                        <a:pt x="294" y="440"/>
                      </a:cubicBezTo>
                      <a:cubicBezTo>
                        <a:pt x="294" y="440"/>
                        <a:pt x="294" y="441"/>
                        <a:pt x="295" y="441"/>
                      </a:cubicBezTo>
                      <a:cubicBezTo>
                        <a:pt x="295" y="441"/>
                        <a:pt x="295" y="441"/>
                        <a:pt x="295" y="441"/>
                      </a:cubicBezTo>
                      <a:cubicBezTo>
                        <a:pt x="295" y="441"/>
                        <a:pt x="295" y="441"/>
                        <a:pt x="295" y="441"/>
                      </a:cubicBezTo>
                      <a:cubicBezTo>
                        <a:pt x="295" y="442"/>
                        <a:pt x="295" y="442"/>
                        <a:pt x="295" y="442"/>
                      </a:cubicBezTo>
                      <a:cubicBezTo>
                        <a:pt x="295" y="442"/>
                        <a:pt x="295" y="442"/>
                        <a:pt x="295" y="442"/>
                      </a:cubicBezTo>
                      <a:cubicBezTo>
                        <a:pt x="295" y="443"/>
                        <a:pt x="296" y="443"/>
                        <a:pt x="296" y="443"/>
                      </a:cubicBezTo>
                      <a:cubicBezTo>
                        <a:pt x="296" y="443"/>
                        <a:pt x="297" y="443"/>
                        <a:pt x="297" y="443"/>
                      </a:cubicBezTo>
                      <a:cubicBezTo>
                        <a:pt x="297" y="443"/>
                        <a:pt x="298" y="443"/>
                        <a:pt x="298" y="443"/>
                      </a:cubicBezTo>
                      <a:cubicBezTo>
                        <a:pt x="298" y="443"/>
                        <a:pt x="298" y="444"/>
                        <a:pt x="298" y="444"/>
                      </a:cubicBezTo>
                      <a:cubicBezTo>
                        <a:pt x="298" y="444"/>
                        <a:pt x="298" y="444"/>
                        <a:pt x="298" y="443"/>
                      </a:cubicBezTo>
                      <a:cubicBezTo>
                        <a:pt x="298" y="443"/>
                        <a:pt x="299" y="443"/>
                        <a:pt x="299" y="443"/>
                      </a:cubicBezTo>
                      <a:cubicBezTo>
                        <a:pt x="299" y="443"/>
                        <a:pt x="299" y="442"/>
                        <a:pt x="299" y="443"/>
                      </a:cubicBezTo>
                      <a:cubicBezTo>
                        <a:pt x="299" y="443"/>
                        <a:pt x="299" y="443"/>
                        <a:pt x="299" y="443"/>
                      </a:cubicBezTo>
                      <a:cubicBezTo>
                        <a:pt x="299" y="443"/>
                        <a:pt x="299" y="443"/>
                        <a:pt x="299" y="444"/>
                      </a:cubicBezTo>
                      <a:cubicBezTo>
                        <a:pt x="299" y="444"/>
                        <a:pt x="299" y="444"/>
                        <a:pt x="299" y="444"/>
                      </a:cubicBezTo>
                      <a:cubicBezTo>
                        <a:pt x="299" y="444"/>
                        <a:pt x="299" y="444"/>
                        <a:pt x="300" y="443"/>
                      </a:cubicBezTo>
                      <a:cubicBezTo>
                        <a:pt x="300" y="443"/>
                        <a:pt x="300" y="444"/>
                        <a:pt x="300" y="444"/>
                      </a:cubicBezTo>
                      <a:cubicBezTo>
                        <a:pt x="299" y="444"/>
                        <a:pt x="299" y="444"/>
                        <a:pt x="299" y="444"/>
                      </a:cubicBezTo>
                      <a:cubicBezTo>
                        <a:pt x="298" y="445"/>
                        <a:pt x="298" y="446"/>
                        <a:pt x="297" y="446"/>
                      </a:cubicBezTo>
                      <a:cubicBezTo>
                        <a:pt x="297" y="447"/>
                        <a:pt x="297" y="447"/>
                        <a:pt x="297" y="447"/>
                      </a:cubicBezTo>
                      <a:cubicBezTo>
                        <a:pt x="297" y="447"/>
                        <a:pt x="297" y="447"/>
                        <a:pt x="297" y="447"/>
                      </a:cubicBezTo>
                      <a:cubicBezTo>
                        <a:pt x="297" y="447"/>
                        <a:pt x="297" y="447"/>
                        <a:pt x="297" y="447"/>
                      </a:cubicBezTo>
                      <a:cubicBezTo>
                        <a:pt x="297" y="448"/>
                        <a:pt x="297" y="448"/>
                        <a:pt x="297" y="448"/>
                      </a:cubicBezTo>
                      <a:cubicBezTo>
                        <a:pt x="298" y="448"/>
                        <a:pt x="298" y="447"/>
                        <a:pt x="298" y="447"/>
                      </a:cubicBezTo>
                      <a:cubicBezTo>
                        <a:pt x="298" y="447"/>
                        <a:pt x="298" y="447"/>
                        <a:pt x="298" y="447"/>
                      </a:cubicBezTo>
                      <a:cubicBezTo>
                        <a:pt x="299" y="447"/>
                        <a:pt x="299" y="447"/>
                        <a:pt x="299" y="446"/>
                      </a:cubicBezTo>
                      <a:cubicBezTo>
                        <a:pt x="299" y="446"/>
                        <a:pt x="299" y="445"/>
                        <a:pt x="300" y="444"/>
                      </a:cubicBezTo>
                      <a:cubicBezTo>
                        <a:pt x="301" y="444"/>
                        <a:pt x="302" y="444"/>
                        <a:pt x="302" y="443"/>
                      </a:cubicBezTo>
                      <a:cubicBezTo>
                        <a:pt x="302" y="444"/>
                        <a:pt x="302" y="444"/>
                        <a:pt x="302" y="444"/>
                      </a:cubicBezTo>
                      <a:cubicBezTo>
                        <a:pt x="302" y="444"/>
                        <a:pt x="301" y="445"/>
                        <a:pt x="301" y="445"/>
                      </a:cubicBezTo>
                      <a:cubicBezTo>
                        <a:pt x="301" y="445"/>
                        <a:pt x="302" y="446"/>
                        <a:pt x="302" y="446"/>
                      </a:cubicBezTo>
                      <a:cubicBezTo>
                        <a:pt x="302" y="447"/>
                        <a:pt x="302" y="447"/>
                        <a:pt x="301" y="448"/>
                      </a:cubicBezTo>
                      <a:cubicBezTo>
                        <a:pt x="301" y="448"/>
                        <a:pt x="301" y="448"/>
                        <a:pt x="301" y="449"/>
                      </a:cubicBezTo>
                      <a:cubicBezTo>
                        <a:pt x="301" y="449"/>
                        <a:pt x="301" y="450"/>
                        <a:pt x="300" y="451"/>
                      </a:cubicBezTo>
                      <a:cubicBezTo>
                        <a:pt x="301" y="451"/>
                        <a:pt x="301" y="451"/>
                        <a:pt x="302" y="451"/>
                      </a:cubicBezTo>
                      <a:cubicBezTo>
                        <a:pt x="302" y="451"/>
                        <a:pt x="302" y="451"/>
                        <a:pt x="302" y="451"/>
                      </a:cubicBezTo>
                      <a:cubicBezTo>
                        <a:pt x="301" y="452"/>
                        <a:pt x="301" y="452"/>
                        <a:pt x="301" y="452"/>
                      </a:cubicBezTo>
                      <a:cubicBezTo>
                        <a:pt x="301" y="452"/>
                        <a:pt x="301" y="452"/>
                        <a:pt x="301" y="452"/>
                      </a:cubicBezTo>
                      <a:cubicBezTo>
                        <a:pt x="301" y="452"/>
                        <a:pt x="301" y="452"/>
                        <a:pt x="301" y="453"/>
                      </a:cubicBezTo>
                      <a:cubicBezTo>
                        <a:pt x="301" y="454"/>
                        <a:pt x="301" y="454"/>
                        <a:pt x="301" y="455"/>
                      </a:cubicBezTo>
                      <a:cubicBezTo>
                        <a:pt x="300" y="455"/>
                        <a:pt x="300" y="455"/>
                        <a:pt x="300" y="455"/>
                      </a:cubicBezTo>
                      <a:cubicBezTo>
                        <a:pt x="300" y="454"/>
                        <a:pt x="300" y="454"/>
                        <a:pt x="300" y="454"/>
                      </a:cubicBezTo>
                      <a:cubicBezTo>
                        <a:pt x="299" y="454"/>
                        <a:pt x="300" y="455"/>
                        <a:pt x="299" y="456"/>
                      </a:cubicBezTo>
                      <a:cubicBezTo>
                        <a:pt x="299" y="456"/>
                        <a:pt x="299" y="456"/>
                        <a:pt x="299" y="456"/>
                      </a:cubicBezTo>
                      <a:cubicBezTo>
                        <a:pt x="299" y="456"/>
                        <a:pt x="299" y="457"/>
                        <a:pt x="299" y="457"/>
                      </a:cubicBezTo>
                      <a:cubicBezTo>
                        <a:pt x="299" y="457"/>
                        <a:pt x="299" y="457"/>
                        <a:pt x="299" y="457"/>
                      </a:cubicBezTo>
                      <a:cubicBezTo>
                        <a:pt x="299" y="457"/>
                        <a:pt x="299" y="457"/>
                        <a:pt x="299" y="457"/>
                      </a:cubicBezTo>
                      <a:cubicBezTo>
                        <a:pt x="299" y="458"/>
                        <a:pt x="300" y="458"/>
                        <a:pt x="300" y="458"/>
                      </a:cubicBezTo>
                      <a:cubicBezTo>
                        <a:pt x="301" y="458"/>
                        <a:pt x="301" y="458"/>
                        <a:pt x="301" y="458"/>
                      </a:cubicBezTo>
                      <a:cubicBezTo>
                        <a:pt x="301" y="458"/>
                        <a:pt x="301" y="457"/>
                        <a:pt x="302" y="458"/>
                      </a:cubicBezTo>
                      <a:cubicBezTo>
                        <a:pt x="301" y="459"/>
                        <a:pt x="301" y="460"/>
                        <a:pt x="300" y="460"/>
                      </a:cubicBezTo>
                      <a:cubicBezTo>
                        <a:pt x="301" y="461"/>
                        <a:pt x="301" y="461"/>
                        <a:pt x="301" y="461"/>
                      </a:cubicBezTo>
                      <a:cubicBezTo>
                        <a:pt x="301" y="461"/>
                        <a:pt x="301" y="461"/>
                        <a:pt x="301" y="461"/>
                      </a:cubicBezTo>
                      <a:cubicBezTo>
                        <a:pt x="301" y="462"/>
                        <a:pt x="302" y="461"/>
                        <a:pt x="302" y="461"/>
                      </a:cubicBezTo>
                      <a:cubicBezTo>
                        <a:pt x="302" y="461"/>
                        <a:pt x="302" y="461"/>
                        <a:pt x="302" y="461"/>
                      </a:cubicBezTo>
                      <a:cubicBezTo>
                        <a:pt x="302" y="461"/>
                        <a:pt x="302" y="460"/>
                        <a:pt x="303" y="460"/>
                      </a:cubicBezTo>
                      <a:cubicBezTo>
                        <a:pt x="303" y="460"/>
                        <a:pt x="304" y="460"/>
                        <a:pt x="303" y="459"/>
                      </a:cubicBezTo>
                      <a:cubicBezTo>
                        <a:pt x="304" y="459"/>
                        <a:pt x="304" y="460"/>
                        <a:pt x="305" y="459"/>
                      </a:cubicBezTo>
                      <a:cubicBezTo>
                        <a:pt x="305" y="459"/>
                        <a:pt x="305" y="459"/>
                        <a:pt x="305" y="459"/>
                      </a:cubicBezTo>
                      <a:cubicBezTo>
                        <a:pt x="305" y="459"/>
                        <a:pt x="305" y="460"/>
                        <a:pt x="305" y="460"/>
                      </a:cubicBezTo>
                      <a:cubicBezTo>
                        <a:pt x="304" y="461"/>
                        <a:pt x="304" y="461"/>
                        <a:pt x="303" y="462"/>
                      </a:cubicBezTo>
                      <a:cubicBezTo>
                        <a:pt x="304" y="462"/>
                        <a:pt x="305" y="462"/>
                        <a:pt x="306" y="461"/>
                      </a:cubicBezTo>
                      <a:cubicBezTo>
                        <a:pt x="306" y="461"/>
                        <a:pt x="306" y="461"/>
                        <a:pt x="306" y="462"/>
                      </a:cubicBezTo>
                      <a:cubicBezTo>
                        <a:pt x="306" y="462"/>
                        <a:pt x="306" y="462"/>
                        <a:pt x="306" y="462"/>
                      </a:cubicBezTo>
                      <a:cubicBezTo>
                        <a:pt x="306" y="462"/>
                        <a:pt x="306" y="462"/>
                        <a:pt x="306" y="462"/>
                      </a:cubicBezTo>
                      <a:cubicBezTo>
                        <a:pt x="305" y="462"/>
                        <a:pt x="305" y="463"/>
                        <a:pt x="305" y="463"/>
                      </a:cubicBezTo>
                      <a:cubicBezTo>
                        <a:pt x="306" y="463"/>
                        <a:pt x="306" y="463"/>
                        <a:pt x="306" y="463"/>
                      </a:cubicBezTo>
                      <a:cubicBezTo>
                        <a:pt x="306" y="464"/>
                        <a:pt x="306" y="464"/>
                        <a:pt x="306" y="464"/>
                      </a:cubicBezTo>
                      <a:cubicBezTo>
                        <a:pt x="306" y="464"/>
                        <a:pt x="306" y="465"/>
                        <a:pt x="307" y="465"/>
                      </a:cubicBezTo>
                      <a:cubicBezTo>
                        <a:pt x="307" y="464"/>
                        <a:pt x="307" y="464"/>
                        <a:pt x="307" y="464"/>
                      </a:cubicBezTo>
                      <a:cubicBezTo>
                        <a:pt x="307" y="463"/>
                        <a:pt x="307" y="463"/>
                        <a:pt x="307" y="463"/>
                      </a:cubicBezTo>
                      <a:cubicBezTo>
                        <a:pt x="308" y="463"/>
                        <a:pt x="309" y="462"/>
                        <a:pt x="309" y="462"/>
                      </a:cubicBezTo>
                      <a:cubicBezTo>
                        <a:pt x="309" y="462"/>
                        <a:pt x="308" y="462"/>
                        <a:pt x="308" y="462"/>
                      </a:cubicBezTo>
                      <a:cubicBezTo>
                        <a:pt x="308" y="463"/>
                        <a:pt x="307" y="463"/>
                        <a:pt x="307" y="463"/>
                      </a:cubicBezTo>
                      <a:cubicBezTo>
                        <a:pt x="307" y="463"/>
                        <a:pt x="307" y="462"/>
                        <a:pt x="307" y="462"/>
                      </a:cubicBezTo>
                      <a:cubicBezTo>
                        <a:pt x="307" y="462"/>
                        <a:pt x="307" y="461"/>
                        <a:pt x="307" y="461"/>
                      </a:cubicBezTo>
                      <a:cubicBezTo>
                        <a:pt x="307" y="461"/>
                        <a:pt x="307" y="461"/>
                        <a:pt x="307" y="460"/>
                      </a:cubicBezTo>
                      <a:cubicBezTo>
                        <a:pt x="307" y="460"/>
                        <a:pt x="307" y="460"/>
                        <a:pt x="307" y="460"/>
                      </a:cubicBezTo>
                      <a:cubicBezTo>
                        <a:pt x="307" y="460"/>
                        <a:pt x="306" y="459"/>
                        <a:pt x="306" y="459"/>
                      </a:cubicBezTo>
                      <a:cubicBezTo>
                        <a:pt x="306" y="458"/>
                        <a:pt x="306" y="458"/>
                        <a:pt x="306" y="458"/>
                      </a:cubicBezTo>
                      <a:cubicBezTo>
                        <a:pt x="306" y="457"/>
                        <a:pt x="306" y="457"/>
                        <a:pt x="306" y="457"/>
                      </a:cubicBezTo>
                      <a:cubicBezTo>
                        <a:pt x="306" y="457"/>
                        <a:pt x="306" y="457"/>
                        <a:pt x="307" y="457"/>
                      </a:cubicBezTo>
                      <a:cubicBezTo>
                        <a:pt x="307" y="456"/>
                        <a:pt x="306" y="456"/>
                        <a:pt x="306" y="456"/>
                      </a:cubicBezTo>
                      <a:cubicBezTo>
                        <a:pt x="306" y="455"/>
                        <a:pt x="305" y="454"/>
                        <a:pt x="305" y="454"/>
                      </a:cubicBezTo>
                      <a:cubicBezTo>
                        <a:pt x="304" y="454"/>
                        <a:pt x="304" y="453"/>
                        <a:pt x="304" y="453"/>
                      </a:cubicBezTo>
                      <a:cubicBezTo>
                        <a:pt x="304" y="452"/>
                        <a:pt x="305" y="452"/>
                        <a:pt x="305" y="451"/>
                      </a:cubicBezTo>
                      <a:cubicBezTo>
                        <a:pt x="305" y="451"/>
                        <a:pt x="305" y="450"/>
                        <a:pt x="305" y="450"/>
                      </a:cubicBezTo>
                      <a:cubicBezTo>
                        <a:pt x="305" y="449"/>
                        <a:pt x="305" y="449"/>
                        <a:pt x="306" y="448"/>
                      </a:cubicBezTo>
                      <a:cubicBezTo>
                        <a:pt x="306" y="448"/>
                        <a:pt x="306" y="448"/>
                        <a:pt x="306" y="448"/>
                      </a:cubicBezTo>
                      <a:cubicBezTo>
                        <a:pt x="306" y="448"/>
                        <a:pt x="306" y="447"/>
                        <a:pt x="306" y="447"/>
                      </a:cubicBezTo>
                      <a:cubicBezTo>
                        <a:pt x="305" y="447"/>
                        <a:pt x="305" y="447"/>
                        <a:pt x="306" y="447"/>
                      </a:cubicBezTo>
                      <a:cubicBezTo>
                        <a:pt x="306" y="447"/>
                        <a:pt x="306" y="447"/>
                        <a:pt x="306" y="447"/>
                      </a:cubicBezTo>
                      <a:cubicBezTo>
                        <a:pt x="306" y="447"/>
                        <a:pt x="307" y="447"/>
                        <a:pt x="307" y="447"/>
                      </a:cubicBezTo>
                      <a:cubicBezTo>
                        <a:pt x="307" y="447"/>
                        <a:pt x="307" y="447"/>
                        <a:pt x="307" y="447"/>
                      </a:cubicBezTo>
                      <a:cubicBezTo>
                        <a:pt x="308" y="447"/>
                        <a:pt x="308" y="446"/>
                        <a:pt x="308" y="447"/>
                      </a:cubicBezTo>
                      <a:cubicBezTo>
                        <a:pt x="308" y="447"/>
                        <a:pt x="309" y="447"/>
                        <a:pt x="309" y="447"/>
                      </a:cubicBezTo>
                      <a:cubicBezTo>
                        <a:pt x="309" y="447"/>
                        <a:pt x="310" y="447"/>
                        <a:pt x="310" y="447"/>
                      </a:cubicBezTo>
                      <a:cubicBezTo>
                        <a:pt x="311" y="447"/>
                        <a:pt x="311" y="446"/>
                        <a:pt x="311" y="446"/>
                      </a:cubicBezTo>
                      <a:cubicBezTo>
                        <a:pt x="311" y="446"/>
                        <a:pt x="311" y="445"/>
                        <a:pt x="312" y="445"/>
                      </a:cubicBezTo>
                      <a:cubicBezTo>
                        <a:pt x="312" y="445"/>
                        <a:pt x="312" y="445"/>
                        <a:pt x="313" y="444"/>
                      </a:cubicBezTo>
                      <a:cubicBezTo>
                        <a:pt x="313" y="444"/>
                        <a:pt x="314" y="443"/>
                        <a:pt x="314" y="443"/>
                      </a:cubicBezTo>
                      <a:cubicBezTo>
                        <a:pt x="314" y="443"/>
                        <a:pt x="314" y="443"/>
                        <a:pt x="314" y="443"/>
                      </a:cubicBezTo>
                      <a:cubicBezTo>
                        <a:pt x="314" y="443"/>
                        <a:pt x="314" y="443"/>
                        <a:pt x="314" y="443"/>
                      </a:cubicBezTo>
                      <a:cubicBezTo>
                        <a:pt x="314" y="442"/>
                        <a:pt x="314" y="441"/>
                        <a:pt x="314" y="441"/>
                      </a:cubicBezTo>
                      <a:cubicBezTo>
                        <a:pt x="315" y="440"/>
                        <a:pt x="316" y="440"/>
                        <a:pt x="316" y="439"/>
                      </a:cubicBezTo>
                      <a:cubicBezTo>
                        <a:pt x="317" y="439"/>
                        <a:pt x="317" y="439"/>
                        <a:pt x="317" y="439"/>
                      </a:cubicBezTo>
                      <a:cubicBezTo>
                        <a:pt x="317" y="439"/>
                        <a:pt x="318" y="438"/>
                        <a:pt x="318" y="438"/>
                      </a:cubicBezTo>
                      <a:cubicBezTo>
                        <a:pt x="318" y="438"/>
                        <a:pt x="318" y="438"/>
                        <a:pt x="318" y="438"/>
                      </a:cubicBezTo>
                      <a:cubicBezTo>
                        <a:pt x="318" y="437"/>
                        <a:pt x="318" y="437"/>
                        <a:pt x="318" y="437"/>
                      </a:cubicBezTo>
                      <a:cubicBezTo>
                        <a:pt x="318" y="437"/>
                        <a:pt x="317" y="437"/>
                        <a:pt x="317" y="436"/>
                      </a:cubicBezTo>
                      <a:cubicBezTo>
                        <a:pt x="317" y="436"/>
                        <a:pt x="317" y="436"/>
                        <a:pt x="317" y="436"/>
                      </a:cubicBezTo>
                      <a:cubicBezTo>
                        <a:pt x="317" y="435"/>
                        <a:pt x="317" y="435"/>
                        <a:pt x="317" y="435"/>
                      </a:cubicBezTo>
                      <a:cubicBezTo>
                        <a:pt x="318" y="435"/>
                        <a:pt x="317" y="434"/>
                        <a:pt x="318" y="434"/>
                      </a:cubicBezTo>
                      <a:cubicBezTo>
                        <a:pt x="318" y="434"/>
                        <a:pt x="318" y="433"/>
                        <a:pt x="318" y="433"/>
                      </a:cubicBezTo>
                      <a:cubicBezTo>
                        <a:pt x="318" y="432"/>
                        <a:pt x="318" y="432"/>
                        <a:pt x="318" y="431"/>
                      </a:cubicBezTo>
                      <a:cubicBezTo>
                        <a:pt x="318" y="431"/>
                        <a:pt x="318" y="430"/>
                        <a:pt x="318" y="430"/>
                      </a:cubicBezTo>
                      <a:cubicBezTo>
                        <a:pt x="317" y="430"/>
                        <a:pt x="317" y="430"/>
                        <a:pt x="317" y="430"/>
                      </a:cubicBezTo>
                      <a:cubicBezTo>
                        <a:pt x="317" y="430"/>
                        <a:pt x="316" y="430"/>
                        <a:pt x="316" y="430"/>
                      </a:cubicBezTo>
                      <a:cubicBezTo>
                        <a:pt x="316" y="430"/>
                        <a:pt x="316" y="430"/>
                        <a:pt x="316" y="430"/>
                      </a:cubicBezTo>
                      <a:cubicBezTo>
                        <a:pt x="316" y="430"/>
                        <a:pt x="316" y="430"/>
                        <a:pt x="316" y="430"/>
                      </a:cubicBezTo>
                      <a:cubicBezTo>
                        <a:pt x="316" y="430"/>
                        <a:pt x="316" y="430"/>
                        <a:pt x="316" y="431"/>
                      </a:cubicBezTo>
                      <a:cubicBezTo>
                        <a:pt x="316" y="431"/>
                        <a:pt x="316" y="431"/>
                        <a:pt x="316" y="431"/>
                      </a:cubicBezTo>
                      <a:cubicBezTo>
                        <a:pt x="315" y="431"/>
                        <a:pt x="315" y="431"/>
                        <a:pt x="315" y="431"/>
                      </a:cubicBezTo>
                      <a:cubicBezTo>
                        <a:pt x="315" y="432"/>
                        <a:pt x="314" y="432"/>
                        <a:pt x="315" y="432"/>
                      </a:cubicBezTo>
                      <a:cubicBezTo>
                        <a:pt x="315" y="432"/>
                        <a:pt x="315" y="432"/>
                        <a:pt x="315" y="433"/>
                      </a:cubicBezTo>
                      <a:cubicBezTo>
                        <a:pt x="315" y="432"/>
                        <a:pt x="315" y="432"/>
                        <a:pt x="316" y="432"/>
                      </a:cubicBezTo>
                      <a:cubicBezTo>
                        <a:pt x="316" y="433"/>
                        <a:pt x="316" y="433"/>
                        <a:pt x="316" y="433"/>
                      </a:cubicBezTo>
                      <a:cubicBezTo>
                        <a:pt x="316" y="433"/>
                        <a:pt x="315" y="434"/>
                        <a:pt x="315" y="434"/>
                      </a:cubicBezTo>
                      <a:cubicBezTo>
                        <a:pt x="315" y="434"/>
                        <a:pt x="315" y="434"/>
                        <a:pt x="314" y="434"/>
                      </a:cubicBezTo>
                      <a:cubicBezTo>
                        <a:pt x="314" y="434"/>
                        <a:pt x="314" y="434"/>
                        <a:pt x="314" y="434"/>
                      </a:cubicBezTo>
                      <a:cubicBezTo>
                        <a:pt x="313" y="434"/>
                        <a:pt x="313" y="435"/>
                        <a:pt x="313" y="435"/>
                      </a:cubicBezTo>
                      <a:cubicBezTo>
                        <a:pt x="313" y="435"/>
                        <a:pt x="312" y="435"/>
                        <a:pt x="312" y="435"/>
                      </a:cubicBezTo>
                      <a:cubicBezTo>
                        <a:pt x="312" y="435"/>
                        <a:pt x="312" y="434"/>
                        <a:pt x="312" y="434"/>
                      </a:cubicBezTo>
                      <a:cubicBezTo>
                        <a:pt x="311" y="434"/>
                        <a:pt x="311" y="434"/>
                        <a:pt x="311" y="434"/>
                      </a:cubicBezTo>
                      <a:cubicBezTo>
                        <a:pt x="311" y="434"/>
                        <a:pt x="311" y="434"/>
                        <a:pt x="311" y="434"/>
                      </a:cubicBezTo>
                      <a:cubicBezTo>
                        <a:pt x="311" y="433"/>
                        <a:pt x="311" y="433"/>
                        <a:pt x="311" y="432"/>
                      </a:cubicBezTo>
                      <a:cubicBezTo>
                        <a:pt x="312" y="432"/>
                        <a:pt x="312" y="431"/>
                        <a:pt x="311" y="430"/>
                      </a:cubicBezTo>
                      <a:cubicBezTo>
                        <a:pt x="311" y="430"/>
                        <a:pt x="312" y="430"/>
                        <a:pt x="312" y="430"/>
                      </a:cubicBezTo>
                      <a:cubicBezTo>
                        <a:pt x="312" y="430"/>
                        <a:pt x="312" y="430"/>
                        <a:pt x="312" y="430"/>
                      </a:cubicBezTo>
                      <a:cubicBezTo>
                        <a:pt x="313" y="430"/>
                        <a:pt x="313" y="430"/>
                        <a:pt x="313" y="430"/>
                      </a:cubicBezTo>
                      <a:cubicBezTo>
                        <a:pt x="313" y="429"/>
                        <a:pt x="313" y="429"/>
                        <a:pt x="313" y="429"/>
                      </a:cubicBezTo>
                      <a:cubicBezTo>
                        <a:pt x="314" y="429"/>
                        <a:pt x="314" y="429"/>
                        <a:pt x="314" y="429"/>
                      </a:cubicBezTo>
                      <a:cubicBezTo>
                        <a:pt x="314" y="429"/>
                        <a:pt x="315" y="428"/>
                        <a:pt x="315" y="427"/>
                      </a:cubicBezTo>
                      <a:cubicBezTo>
                        <a:pt x="315" y="428"/>
                        <a:pt x="314" y="428"/>
                        <a:pt x="314" y="427"/>
                      </a:cubicBezTo>
                      <a:cubicBezTo>
                        <a:pt x="314" y="427"/>
                        <a:pt x="314" y="427"/>
                        <a:pt x="314" y="427"/>
                      </a:cubicBezTo>
                      <a:cubicBezTo>
                        <a:pt x="314" y="427"/>
                        <a:pt x="314" y="427"/>
                        <a:pt x="313" y="427"/>
                      </a:cubicBezTo>
                      <a:cubicBezTo>
                        <a:pt x="313" y="427"/>
                        <a:pt x="313" y="426"/>
                        <a:pt x="313" y="426"/>
                      </a:cubicBezTo>
                      <a:cubicBezTo>
                        <a:pt x="313" y="426"/>
                        <a:pt x="314" y="425"/>
                        <a:pt x="314" y="424"/>
                      </a:cubicBezTo>
                      <a:cubicBezTo>
                        <a:pt x="314" y="424"/>
                        <a:pt x="313" y="424"/>
                        <a:pt x="314" y="424"/>
                      </a:cubicBezTo>
                      <a:cubicBezTo>
                        <a:pt x="314" y="423"/>
                        <a:pt x="314" y="423"/>
                        <a:pt x="314" y="423"/>
                      </a:cubicBezTo>
                      <a:cubicBezTo>
                        <a:pt x="315" y="423"/>
                        <a:pt x="315" y="423"/>
                        <a:pt x="315" y="423"/>
                      </a:cubicBezTo>
                      <a:cubicBezTo>
                        <a:pt x="316" y="423"/>
                        <a:pt x="316" y="423"/>
                        <a:pt x="316" y="423"/>
                      </a:cubicBezTo>
                      <a:cubicBezTo>
                        <a:pt x="316" y="423"/>
                        <a:pt x="316" y="423"/>
                        <a:pt x="316" y="423"/>
                      </a:cubicBezTo>
                      <a:cubicBezTo>
                        <a:pt x="317" y="423"/>
                        <a:pt x="317" y="423"/>
                        <a:pt x="317" y="423"/>
                      </a:cubicBezTo>
                      <a:cubicBezTo>
                        <a:pt x="317" y="422"/>
                        <a:pt x="318" y="422"/>
                        <a:pt x="318" y="422"/>
                      </a:cubicBezTo>
                      <a:cubicBezTo>
                        <a:pt x="318" y="422"/>
                        <a:pt x="318" y="423"/>
                        <a:pt x="317" y="423"/>
                      </a:cubicBezTo>
                      <a:cubicBezTo>
                        <a:pt x="317" y="424"/>
                        <a:pt x="317" y="424"/>
                        <a:pt x="316" y="424"/>
                      </a:cubicBezTo>
                      <a:cubicBezTo>
                        <a:pt x="316" y="425"/>
                        <a:pt x="316" y="425"/>
                        <a:pt x="316" y="426"/>
                      </a:cubicBezTo>
                      <a:cubicBezTo>
                        <a:pt x="316" y="426"/>
                        <a:pt x="316" y="426"/>
                        <a:pt x="316" y="426"/>
                      </a:cubicBezTo>
                      <a:cubicBezTo>
                        <a:pt x="316" y="426"/>
                        <a:pt x="316" y="426"/>
                        <a:pt x="316" y="426"/>
                      </a:cubicBezTo>
                      <a:cubicBezTo>
                        <a:pt x="316" y="426"/>
                        <a:pt x="317" y="426"/>
                        <a:pt x="317" y="426"/>
                      </a:cubicBezTo>
                      <a:cubicBezTo>
                        <a:pt x="318" y="425"/>
                        <a:pt x="318" y="424"/>
                        <a:pt x="319" y="423"/>
                      </a:cubicBezTo>
                      <a:cubicBezTo>
                        <a:pt x="319" y="423"/>
                        <a:pt x="318" y="423"/>
                        <a:pt x="318" y="422"/>
                      </a:cubicBezTo>
                      <a:cubicBezTo>
                        <a:pt x="318" y="422"/>
                        <a:pt x="319" y="422"/>
                        <a:pt x="319" y="421"/>
                      </a:cubicBezTo>
                      <a:cubicBezTo>
                        <a:pt x="319" y="421"/>
                        <a:pt x="319" y="420"/>
                        <a:pt x="318" y="420"/>
                      </a:cubicBezTo>
                      <a:cubicBezTo>
                        <a:pt x="318" y="420"/>
                        <a:pt x="317" y="420"/>
                        <a:pt x="317" y="420"/>
                      </a:cubicBezTo>
                      <a:cubicBezTo>
                        <a:pt x="317" y="420"/>
                        <a:pt x="317" y="420"/>
                        <a:pt x="317" y="420"/>
                      </a:cubicBezTo>
                      <a:cubicBezTo>
                        <a:pt x="317" y="420"/>
                        <a:pt x="316" y="420"/>
                        <a:pt x="316" y="420"/>
                      </a:cubicBezTo>
                      <a:cubicBezTo>
                        <a:pt x="316" y="421"/>
                        <a:pt x="316" y="421"/>
                        <a:pt x="316" y="421"/>
                      </a:cubicBezTo>
                      <a:cubicBezTo>
                        <a:pt x="316" y="421"/>
                        <a:pt x="316" y="421"/>
                        <a:pt x="316" y="421"/>
                      </a:cubicBezTo>
                      <a:cubicBezTo>
                        <a:pt x="315" y="421"/>
                        <a:pt x="314" y="422"/>
                        <a:pt x="314" y="421"/>
                      </a:cubicBezTo>
                      <a:cubicBezTo>
                        <a:pt x="313" y="421"/>
                        <a:pt x="313" y="421"/>
                        <a:pt x="313" y="421"/>
                      </a:cubicBezTo>
                      <a:cubicBezTo>
                        <a:pt x="313" y="421"/>
                        <a:pt x="313" y="421"/>
                        <a:pt x="313" y="421"/>
                      </a:cubicBezTo>
                      <a:cubicBezTo>
                        <a:pt x="313" y="420"/>
                        <a:pt x="312" y="420"/>
                        <a:pt x="312" y="419"/>
                      </a:cubicBezTo>
                      <a:cubicBezTo>
                        <a:pt x="312" y="419"/>
                        <a:pt x="312" y="418"/>
                        <a:pt x="312" y="418"/>
                      </a:cubicBezTo>
                      <a:cubicBezTo>
                        <a:pt x="312" y="418"/>
                        <a:pt x="311" y="418"/>
                        <a:pt x="311" y="418"/>
                      </a:cubicBezTo>
                      <a:cubicBezTo>
                        <a:pt x="311" y="417"/>
                        <a:pt x="311" y="417"/>
                        <a:pt x="311" y="417"/>
                      </a:cubicBezTo>
                      <a:cubicBezTo>
                        <a:pt x="311" y="417"/>
                        <a:pt x="310" y="417"/>
                        <a:pt x="310" y="417"/>
                      </a:cubicBezTo>
                      <a:cubicBezTo>
                        <a:pt x="310" y="418"/>
                        <a:pt x="310" y="418"/>
                        <a:pt x="310" y="419"/>
                      </a:cubicBezTo>
                      <a:cubicBezTo>
                        <a:pt x="310" y="419"/>
                        <a:pt x="309" y="419"/>
                        <a:pt x="309" y="419"/>
                      </a:cubicBezTo>
                      <a:cubicBezTo>
                        <a:pt x="309" y="419"/>
                        <a:pt x="309" y="418"/>
                        <a:pt x="309" y="418"/>
                      </a:cubicBezTo>
                      <a:cubicBezTo>
                        <a:pt x="309" y="418"/>
                        <a:pt x="308" y="418"/>
                        <a:pt x="308" y="418"/>
                      </a:cubicBezTo>
                      <a:cubicBezTo>
                        <a:pt x="308" y="418"/>
                        <a:pt x="307" y="418"/>
                        <a:pt x="307" y="417"/>
                      </a:cubicBezTo>
                      <a:cubicBezTo>
                        <a:pt x="306" y="417"/>
                        <a:pt x="306" y="417"/>
                        <a:pt x="305" y="416"/>
                      </a:cubicBezTo>
                      <a:cubicBezTo>
                        <a:pt x="305" y="416"/>
                        <a:pt x="305" y="416"/>
                        <a:pt x="304" y="415"/>
                      </a:cubicBezTo>
                      <a:cubicBezTo>
                        <a:pt x="304" y="415"/>
                        <a:pt x="304" y="415"/>
                        <a:pt x="304" y="415"/>
                      </a:cubicBezTo>
                      <a:cubicBezTo>
                        <a:pt x="304" y="415"/>
                        <a:pt x="304" y="415"/>
                        <a:pt x="304" y="415"/>
                      </a:cubicBezTo>
                      <a:cubicBezTo>
                        <a:pt x="304" y="415"/>
                        <a:pt x="304" y="415"/>
                        <a:pt x="303" y="415"/>
                      </a:cubicBezTo>
                      <a:cubicBezTo>
                        <a:pt x="303" y="415"/>
                        <a:pt x="303" y="415"/>
                        <a:pt x="303" y="415"/>
                      </a:cubicBezTo>
                      <a:cubicBezTo>
                        <a:pt x="303" y="415"/>
                        <a:pt x="302" y="415"/>
                        <a:pt x="302" y="415"/>
                      </a:cubicBezTo>
                      <a:cubicBezTo>
                        <a:pt x="302" y="414"/>
                        <a:pt x="302" y="414"/>
                        <a:pt x="301" y="414"/>
                      </a:cubicBezTo>
                      <a:cubicBezTo>
                        <a:pt x="301" y="414"/>
                        <a:pt x="301" y="414"/>
                        <a:pt x="301" y="413"/>
                      </a:cubicBezTo>
                      <a:cubicBezTo>
                        <a:pt x="301" y="413"/>
                        <a:pt x="301" y="413"/>
                        <a:pt x="301" y="413"/>
                      </a:cubicBezTo>
                      <a:cubicBezTo>
                        <a:pt x="301" y="413"/>
                        <a:pt x="301" y="413"/>
                        <a:pt x="301" y="413"/>
                      </a:cubicBezTo>
                      <a:cubicBezTo>
                        <a:pt x="301" y="412"/>
                        <a:pt x="301" y="412"/>
                        <a:pt x="301" y="412"/>
                      </a:cubicBezTo>
                      <a:cubicBezTo>
                        <a:pt x="301" y="412"/>
                        <a:pt x="301" y="412"/>
                        <a:pt x="301" y="412"/>
                      </a:cubicBezTo>
                      <a:cubicBezTo>
                        <a:pt x="301" y="411"/>
                        <a:pt x="301" y="411"/>
                        <a:pt x="301" y="411"/>
                      </a:cubicBezTo>
                      <a:cubicBezTo>
                        <a:pt x="301" y="411"/>
                        <a:pt x="300" y="411"/>
                        <a:pt x="300" y="411"/>
                      </a:cubicBezTo>
                      <a:cubicBezTo>
                        <a:pt x="300" y="411"/>
                        <a:pt x="300" y="411"/>
                        <a:pt x="299" y="410"/>
                      </a:cubicBezTo>
                      <a:cubicBezTo>
                        <a:pt x="299" y="410"/>
                        <a:pt x="299" y="410"/>
                        <a:pt x="299" y="409"/>
                      </a:cubicBezTo>
                      <a:cubicBezTo>
                        <a:pt x="299" y="409"/>
                        <a:pt x="299" y="409"/>
                        <a:pt x="299" y="408"/>
                      </a:cubicBezTo>
                      <a:cubicBezTo>
                        <a:pt x="299" y="408"/>
                        <a:pt x="299" y="408"/>
                        <a:pt x="299" y="408"/>
                      </a:cubicBezTo>
                      <a:cubicBezTo>
                        <a:pt x="298" y="407"/>
                        <a:pt x="298" y="407"/>
                        <a:pt x="298" y="407"/>
                      </a:cubicBezTo>
                      <a:cubicBezTo>
                        <a:pt x="298" y="407"/>
                        <a:pt x="298" y="406"/>
                        <a:pt x="298" y="406"/>
                      </a:cubicBezTo>
                      <a:cubicBezTo>
                        <a:pt x="298" y="406"/>
                        <a:pt x="298" y="405"/>
                        <a:pt x="298" y="404"/>
                      </a:cubicBezTo>
                      <a:cubicBezTo>
                        <a:pt x="298" y="404"/>
                        <a:pt x="298" y="403"/>
                        <a:pt x="299" y="403"/>
                      </a:cubicBezTo>
                      <a:cubicBezTo>
                        <a:pt x="299" y="403"/>
                        <a:pt x="299" y="403"/>
                        <a:pt x="299" y="403"/>
                      </a:cubicBezTo>
                      <a:cubicBezTo>
                        <a:pt x="299" y="402"/>
                        <a:pt x="299" y="402"/>
                        <a:pt x="299" y="402"/>
                      </a:cubicBezTo>
                      <a:cubicBezTo>
                        <a:pt x="300" y="402"/>
                        <a:pt x="300" y="402"/>
                        <a:pt x="300" y="402"/>
                      </a:cubicBezTo>
                      <a:cubicBezTo>
                        <a:pt x="300" y="402"/>
                        <a:pt x="300" y="401"/>
                        <a:pt x="300" y="401"/>
                      </a:cubicBezTo>
                      <a:cubicBezTo>
                        <a:pt x="300" y="401"/>
                        <a:pt x="300" y="400"/>
                        <a:pt x="300" y="400"/>
                      </a:cubicBezTo>
                      <a:cubicBezTo>
                        <a:pt x="300" y="400"/>
                        <a:pt x="300" y="400"/>
                        <a:pt x="300" y="400"/>
                      </a:cubicBezTo>
                      <a:cubicBezTo>
                        <a:pt x="300" y="400"/>
                        <a:pt x="300" y="400"/>
                        <a:pt x="301" y="400"/>
                      </a:cubicBezTo>
                      <a:cubicBezTo>
                        <a:pt x="301" y="400"/>
                        <a:pt x="301" y="400"/>
                        <a:pt x="301" y="400"/>
                      </a:cubicBezTo>
                      <a:cubicBezTo>
                        <a:pt x="301" y="399"/>
                        <a:pt x="301" y="399"/>
                        <a:pt x="301" y="399"/>
                      </a:cubicBezTo>
                      <a:cubicBezTo>
                        <a:pt x="301" y="399"/>
                        <a:pt x="302" y="399"/>
                        <a:pt x="302" y="399"/>
                      </a:cubicBezTo>
                      <a:cubicBezTo>
                        <a:pt x="302" y="399"/>
                        <a:pt x="302" y="399"/>
                        <a:pt x="302" y="399"/>
                      </a:cubicBezTo>
                      <a:cubicBezTo>
                        <a:pt x="302" y="399"/>
                        <a:pt x="302" y="398"/>
                        <a:pt x="302" y="398"/>
                      </a:cubicBezTo>
                      <a:cubicBezTo>
                        <a:pt x="301" y="398"/>
                        <a:pt x="302" y="398"/>
                        <a:pt x="302" y="398"/>
                      </a:cubicBezTo>
                      <a:cubicBezTo>
                        <a:pt x="302" y="397"/>
                        <a:pt x="302" y="397"/>
                        <a:pt x="303" y="396"/>
                      </a:cubicBezTo>
                      <a:cubicBezTo>
                        <a:pt x="302" y="396"/>
                        <a:pt x="302" y="397"/>
                        <a:pt x="302" y="397"/>
                      </a:cubicBezTo>
                      <a:cubicBezTo>
                        <a:pt x="302" y="397"/>
                        <a:pt x="301" y="398"/>
                        <a:pt x="301" y="398"/>
                      </a:cubicBezTo>
                      <a:cubicBezTo>
                        <a:pt x="301" y="398"/>
                        <a:pt x="301" y="398"/>
                        <a:pt x="301" y="398"/>
                      </a:cubicBezTo>
                      <a:cubicBezTo>
                        <a:pt x="300" y="398"/>
                        <a:pt x="300" y="398"/>
                        <a:pt x="300" y="398"/>
                      </a:cubicBezTo>
                      <a:cubicBezTo>
                        <a:pt x="300" y="397"/>
                        <a:pt x="299" y="397"/>
                        <a:pt x="299" y="396"/>
                      </a:cubicBezTo>
                      <a:cubicBezTo>
                        <a:pt x="299" y="396"/>
                        <a:pt x="299" y="396"/>
                        <a:pt x="299" y="396"/>
                      </a:cubicBezTo>
                      <a:cubicBezTo>
                        <a:pt x="299" y="396"/>
                        <a:pt x="299" y="396"/>
                        <a:pt x="299" y="395"/>
                      </a:cubicBezTo>
                      <a:cubicBezTo>
                        <a:pt x="298" y="395"/>
                        <a:pt x="298" y="395"/>
                        <a:pt x="298" y="394"/>
                      </a:cubicBezTo>
                      <a:cubicBezTo>
                        <a:pt x="298" y="393"/>
                        <a:pt x="298" y="393"/>
                        <a:pt x="298" y="392"/>
                      </a:cubicBezTo>
                      <a:cubicBezTo>
                        <a:pt x="298" y="392"/>
                        <a:pt x="298" y="391"/>
                        <a:pt x="299" y="391"/>
                      </a:cubicBezTo>
                      <a:cubicBezTo>
                        <a:pt x="299" y="390"/>
                        <a:pt x="299" y="390"/>
                        <a:pt x="299" y="389"/>
                      </a:cubicBezTo>
                      <a:cubicBezTo>
                        <a:pt x="299" y="389"/>
                        <a:pt x="300" y="389"/>
                        <a:pt x="300" y="389"/>
                      </a:cubicBezTo>
                      <a:cubicBezTo>
                        <a:pt x="300" y="389"/>
                        <a:pt x="300" y="389"/>
                        <a:pt x="300" y="389"/>
                      </a:cubicBezTo>
                      <a:cubicBezTo>
                        <a:pt x="299" y="389"/>
                        <a:pt x="299" y="389"/>
                        <a:pt x="299" y="389"/>
                      </a:cubicBezTo>
                      <a:cubicBezTo>
                        <a:pt x="299" y="389"/>
                        <a:pt x="299" y="389"/>
                        <a:pt x="299" y="389"/>
                      </a:cubicBezTo>
                      <a:cubicBezTo>
                        <a:pt x="299" y="389"/>
                        <a:pt x="299" y="389"/>
                        <a:pt x="299" y="389"/>
                      </a:cubicBezTo>
                      <a:cubicBezTo>
                        <a:pt x="299" y="388"/>
                        <a:pt x="298" y="388"/>
                        <a:pt x="298" y="388"/>
                      </a:cubicBezTo>
                      <a:cubicBezTo>
                        <a:pt x="298" y="388"/>
                        <a:pt x="298" y="388"/>
                        <a:pt x="298" y="388"/>
                      </a:cubicBezTo>
                      <a:cubicBezTo>
                        <a:pt x="298" y="388"/>
                        <a:pt x="299" y="387"/>
                        <a:pt x="299" y="387"/>
                      </a:cubicBezTo>
                      <a:cubicBezTo>
                        <a:pt x="299" y="387"/>
                        <a:pt x="299" y="387"/>
                        <a:pt x="299" y="387"/>
                      </a:cubicBezTo>
                      <a:cubicBezTo>
                        <a:pt x="299" y="387"/>
                        <a:pt x="299" y="387"/>
                        <a:pt x="299" y="387"/>
                      </a:cubicBezTo>
                      <a:cubicBezTo>
                        <a:pt x="299" y="387"/>
                        <a:pt x="299" y="387"/>
                        <a:pt x="299" y="387"/>
                      </a:cubicBezTo>
                      <a:cubicBezTo>
                        <a:pt x="299" y="386"/>
                        <a:pt x="299" y="385"/>
                        <a:pt x="299" y="385"/>
                      </a:cubicBezTo>
                      <a:cubicBezTo>
                        <a:pt x="299" y="385"/>
                        <a:pt x="299" y="385"/>
                        <a:pt x="299" y="385"/>
                      </a:cubicBezTo>
                      <a:cubicBezTo>
                        <a:pt x="300" y="385"/>
                        <a:pt x="300" y="385"/>
                        <a:pt x="300" y="384"/>
                      </a:cubicBezTo>
                      <a:cubicBezTo>
                        <a:pt x="300" y="384"/>
                        <a:pt x="300" y="384"/>
                        <a:pt x="300" y="384"/>
                      </a:cubicBezTo>
                      <a:cubicBezTo>
                        <a:pt x="300" y="384"/>
                        <a:pt x="300" y="383"/>
                        <a:pt x="301" y="383"/>
                      </a:cubicBezTo>
                      <a:cubicBezTo>
                        <a:pt x="301" y="382"/>
                        <a:pt x="301" y="382"/>
                        <a:pt x="302" y="382"/>
                      </a:cubicBezTo>
                      <a:cubicBezTo>
                        <a:pt x="302" y="382"/>
                        <a:pt x="303" y="382"/>
                        <a:pt x="303" y="382"/>
                      </a:cubicBezTo>
                      <a:cubicBezTo>
                        <a:pt x="303" y="383"/>
                        <a:pt x="303" y="383"/>
                        <a:pt x="303" y="383"/>
                      </a:cubicBezTo>
                      <a:cubicBezTo>
                        <a:pt x="303" y="383"/>
                        <a:pt x="303" y="384"/>
                        <a:pt x="303" y="384"/>
                      </a:cubicBezTo>
                      <a:cubicBezTo>
                        <a:pt x="304" y="384"/>
                        <a:pt x="304" y="384"/>
                        <a:pt x="304" y="385"/>
                      </a:cubicBezTo>
                      <a:cubicBezTo>
                        <a:pt x="304" y="385"/>
                        <a:pt x="304" y="385"/>
                        <a:pt x="305" y="385"/>
                      </a:cubicBezTo>
                      <a:cubicBezTo>
                        <a:pt x="305" y="385"/>
                        <a:pt x="305" y="385"/>
                        <a:pt x="305" y="384"/>
                      </a:cubicBezTo>
                      <a:cubicBezTo>
                        <a:pt x="305" y="384"/>
                        <a:pt x="305" y="384"/>
                        <a:pt x="305" y="383"/>
                      </a:cubicBezTo>
                      <a:cubicBezTo>
                        <a:pt x="305" y="383"/>
                        <a:pt x="306" y="383"/>
                        <a:pt x="306" y="383"/>
                      </a:cubicBezTo>
                      <a:cubicBezTo>
                        <a:pt x="306" y="382"/>
                        <a:pt x="305" y="382"/>
                        <a:pt x="305" y="382"/>
                      </a:cubicBezTo>
                      <a:cubicBezTo>
                        <a:pt x="305" y="382"/>
                        <a:pt x="305" y="382"/>
                        <a:pt x="305" y="382"/>
                      </a:cubicBezTo>
                      <a:cubicBezTo>
                        <a:pt x="305" y="381"/>
                        <a:pt x="305" y="381"/>
                        <a:pt x="305" y="381"/>
                      </a:cubicBezTo>
                      <a:cubicBezTo>
                        <a:pt x="305" y="381"/>
                        <a:pt x="305" y="381"/>
                        <a:pt x="305" y="381"/>
                      </a:cubicBezTo>
                      <a:cubicBezTo>
                        <a:pt x="305" y="381"/>
                        <a:pt x="306" y="381"/>
                        <a:pt x="306" y="380"/>
                      </a:cubicBezTo>
                      <a:cubicBezTo>
                        <a:pt x="306" y="380"/>
                        <a:pt x="306" y="380"/>
                        <a:pt x="306" y="380"/>
                      </a:cubicBezTo>
                      <a:cubicBezTo>
                        <a:pt x="305" y="380"/>
                        <a:pt x="305" y="380"/>
                        <a:pt x="305" y="380"/>
                      </a:cubicBezTo>
                      <a:cubicBezTo>
                        <a:pt x="305" y="380"/>
                        <a:pt x="304" y="380"/>
                        <a:pt x="303" y="380"/>
                      </a:cubicBezTo>
                      <a:cubicBezTo>
                        <a:pt x="303" y="380"/>
                        <a:pt x="303" y="380"/>
                        <a:pt x="303" y="380"/>
                      </a:cubicBezTo>
                      <a:cubicBezTo>
                        <a:pt x="303" y="380"/>
                        <a:pt x="303" y="380"/>
                        <a:pt x="303" y="380"/>
                      </a:cubicBezTo>
                      <a:cubicBezTo>
                        <a:pt x="303" y="379"/>
                        <a:pt x="303" y="379"/>
                        <a:pt x="302" y="379"/>
                      </a:cubicBezTo>
                      <a:cubicBezTo>
                        <a:pt x="302" y="379"/>
                        <a:pt x="302" y="379"/>
                        <a:pt x="302" y="379"/>
                      </a:cubicBezTo>
                      <a:cubicBezTo>
                        <a:pt x="302" y="379"/>
                        <a:pt x="302" y="379"/>
                        <a:pt x="302" y="379"/>
                      </a:cubicBezTo>
                      <a:cubicBezTo>
                        <a:pt x="303" y="378"/>
                        <a:pt x="303" y="378"/>
                        <a:pt x="303" y="378"/>
                      </a:cubicBezTo>
                      <a:cubicBezTo>
                        <a:pt x="303" y="378"/>
                        <a:pt x="303" y="378"/>
                        <a:pt x="303" y="378"/>
                      </a:cubicBezTo>
                      <a:cubicBezTo>
                        <a:pt x="303" y="377"/>
                        <a:pt x="303" y="377"/>
                        <a:pt x="303" y="377"/>
                      </a:cubicBezTo>
                      <a:cubicBezTo>
                        <a:pt x="303" y="377"/>
                        <a:pt x="304" y="377"/>
                        <a:pt x="304" y="377"/>
                      </a:cubicBezTo>
                      <a:cubicBezTo>
                        <a:pt x="304" y="377"/>
                        <a:pt x="304" y="376"/>
                        <a:pt x="304" y="376"/>
                      </a:cubicBezTo>
                      <a:cubicBezTo>
                        <a:pt x="305" y="376"/>
                        <a:pt x="305" y="375"/>
                        <a:pt x="306" y="375"/>
                      </a:cubicBezTo>
                      <a:cubicBezTo>
                        <a:pt x="305" y="375"/>
                        <a:pt x="305" y="374"/>
                        <a:pt x="305" y="374"/>
                      </a:cubicBezTo>
                      <a:cubicBezTo>
                        <a:pt x="305" y="374"/>
                        <a:pt x="306" y="374"/>
                        <a:pt x="306" y="374"/>
                      </a:cubicBezTo>
                      <a:cubicBezTo>
                        <a:pt x="306" y="374"/>
                        <a:pt x="306" y="373"/>
                        <a:pt x="306" y="373"/>
                      </a:cubicBezTo>
                      <a:cubicBezTo>
                        <a:pt x="306" y="373"/>
                        <a:pt x="306" y="373"/>
                        <a:pt x="306" y="373"/>
                      </a:cubicBezTo>
                      <a:cubicBezTo>
                        <a:pt x="306" y="373"/>
                        <a:pt x="306" y="373"/>
                        <a:pt x="306" y="373"/>
                      </a:cubicBezTo>
                      <a:cubicBezTo>
                        <a:pt x="306" y="373"/>
                        <a:pt x="306" y="373"/>
                        <a:pt x="306" y="373"/>
                      </a:cubicBezTo>
                      <a:cubicBezTo>
                        <a:pt x="307" y="373"/>
                        <a:pt x="307" y="373"/>
                        <a:pt x="307" y="373"/>
                      </a:cubicBezTo>
                      <a:cubicBezTo>
                        <a:pt x="307" y="373"/>
                        <a:pt x="307" y="373"/>
                        <a:pt x="307" y="373"/>
                      </a:cubicBezTo>
                      <a:cubicBezTo>
                        <a:pt x="307" y="373"/>
                        <a:pt x="307" y="373"/>
                        <a:pt x="307" y="373"/>
                      </a:cubicBezTo>
                      <a:cubicBezTo>
                        <a:pt x="307" y="372"/>
                        <a:pt x="307" y="372"/>
                        <a:pt x="307" y="372"/>
                      </a:cubicBezTo>
                      <a:cubicBezTo>
                        <a:pt x="307" y="371"/>
                        <a:pt x="307" y="371"/>
                        <a:pt x="308" y="370"/>
                      </a:cubicBezTo>
                      <a:cubicBezTo>
                        <a:pt x="308" y="370"/>
                        <a:pt x="308" y="370"/>
                        <a:pt x="308" y="370"/>
                      </a:cubicBezTo>
                      <a:cubicBezTo>
                        <a:pt x="308" y="370"/>
                        <a:pt x="308" y="370"/>
                        <a:pt x="309" y="370"/>
                      </a:cubicBezTo>
                      <a:cubicBezTo>
                        <a:pt x="308" y="370"/>
                        <a:pt x="308" y="370"/>
                        <a:pt x="308" y="370"/>
                      </a:cubicBezTo>
                      <a:cubicBezTo>
                        <a:pt x="307" y="370"/>
                        <a:pt x="307" y="369"/>
                        <a:pt x="307" y="369"/>
                      </a:cubicBezTo>
                      <a:cubicBezTo>
                        <a:pt x="307" y="369"/>
                        <a:pt x="307" y="369"/>
                        <a:pt x="307" y="369"/>
                      </a:cubicBezTo>
                      <a:cubicBezTo>
                        <a:pt x="307" y="369"/>
                        <a:pt x="307" y="369"/>
                        <a:pt x="307" y="369"/>
                      </a:cubicBezTo>
                      <a:cubicBezTo>
                        <a:pt x="307" y="369"/>
                        <a:pt x="307" y="369"/>
                        <a:pt x="307" y="369"/>
                      </a:cubicBezTo>
                      <a:cubicBezTo>
                        <a:pt x="307" y="368"/>
                        <a:pt x="307" y="368"/>
                        <a:pt x="307" y="368"/>
                      </a:cubicBezTo>
                      <a:cubicBezTo>
                        <a:pt x="307" y="368"/>
                        <a:pt x="308" y="368"/>
                        <a:pt x="308" y="368"/>
                      </a:cubicBezTo>
                      <a:cubicBezTo>
                        <a:pt x="308" y="367"/>
                        <a:pt x="308" y="367"/>
                        <a:pt x="307" y="367"/>
                      </a:cubicBezTo>
                      <a:cubicBezTo>
                        <a:pt x="308" y="367"/>
                        <a:pt x="309" y="366"/>
                        <a:pt x="310" y="366"/>
                      </a:cubicBezTo>
                      <a:cubicBezTo>
                        <a:pt x="310" y="366"/>
                        <a:pt x="310" y="366"/>
                        <a:pt x="310" y="366"/>
                      </a:cubicBezTo>
                      <a:cubicBezTo>
                        <a:pt x="310" y="366"/>
                        <a:pt x="310" y="366"/>
                        <a:pt x="310" y="366"/>
                      </a:cubicBezTo>
                      <a:cubicBezTo>
                        <a:pt x="310" y="366"/>
                        <a:pt x="309" y="366"/>
                        <a:pt x="309" y="366"/>
                      </a:cubicBezTo>
                      <a:cubicBezTo>
                        <a:pt x="308" y="366"/>
                        <a:pt x="308" y="366"/>
                        <a:pt x="307" y="367"/>
                      </a:cubicBezTo>
                      <a:cubicBezTo>
                        <a:pt x="307" y="366"/>
                        <a:pt x="307" y="366"/>
                        <a:pt x="307" y="365"/>
                      </a:cubicBezTo>
                      <a:cubicBezTo>
                        <a:pt x="307" y="364"/>
                        <a:pt x="307" y="362"/>
                        <a:pt x="307" y="361"/>
                      </a:cubicBezTo>
                      <a:cubicBezTo>
                        <a:pt x="307" y="361"/>
                        <a:pt x="307" y="360"/>
                        <a:pt x="307" y="360"/>
                      </a:cubicBezTo>
                      <a:cubicBezTo>
                        <a:pt x="307" y="360"/>
                        <a:pt x="307" y="360"/>
                        <a:pt x="307" y="360"/>
                      </a:cubicBezTo>
                      <a:cubicBezTo>
                        <a:pt x="307" y="360"/>
                        <a:pt x="307" y="360"/>
                        <a:pt x="307" y="360"/>
                      </a:cubicBezTo>
                      <a:cubicBezTo>
                        <a:pt x="307" y="360"/>
                        <a:pt x="307" y="360"/>
                        <a:pt x="307" y="360"/>
                      </a:cubicBezTo>
                      <a:cubicBezTo>
                        <a:pt x="307" y="359"/>
                        <a:pt x="308" y="359"/>
                        <a:pt x="308" y="359"/>
                      </a:cubicBezTo>
                      <a:cubicBezTo>
                        <a:pt x="308" y="359"/>
                        <a:pt x="307" y="359"/>
                        <a:pt x="307" y="359"/>
                      </a:cubicBezTo>
                      <a:cubicBezTo>
                        <a:pt x="307" y="358"/>
                        <a:pt x="307" y="358"/>
                        <a:pt x="307" y="358"/>
                      </a:cubicBezTo>
                      <a:cubicBezTo>
                        <a:pt x="307" y="357"/>
                        <a:pt x="307" y="357"/>
                        <a:pt x="307" y="357"/>
                      </a:cubicBezTo>
                      <a:cubicBezTo>
                        <a:pt x="306" y="357"/>
                        <a:pt x="306" y="357"/>
                        <a:pt x="306" y="357"/>
                      </a:cubicBezTo>
                      <a:cubicBezTo>
                        <a:pt x="306" y="357"/>
                        <a:pt x="306" y="357"/>
                        <a:pt x="306" y="356"/>
                      </a:cubicBezTo>
                      <a:cubicBezTo>
                        <a:pt x="306" y="356"/>
                        <a:pt x="306" y="356"/>
                        <a:pt x="306" y="356"/>
                      </a:cubicBezTo>
                      <a:cubicBezTo>
                        <a:pt x="306" y="355"/>
                        <a:pt x="306" y="355"/>
                        <a:pt x="306" y="355"/>
                      </a:cubicBezTo>
                      <a:cubicBezTo>
                        <a:pt x="306" y="354"/>
                        <a:pt x="305" y="354"/>
                        <a:pt x="305" y="354"/>
                      </a:cubicBezTo>
                      <a:cubicBezTo>
                        <a:pt x="305" y="354"/>
                        <a:pt x="305" y="354"/>
                        <a:pt x="304" y="354"/>
                      </a:cubicBezTo>
                      <a:cubicBezTo>
                        <a:pt x="304" y="354"/>
                        <a:pt x="304" y="354"/>
                        <a:pt x="304" y="354"/>
                      </a:cubicBezTo>
                      <a:cubicBezTo>
                        <a:pt x="305" y="353"/>
                        <a:pt x="305" y="353"/>
                        <a:pt x="305" y="353"/>
                      </a:cubicBezTo>
                      <a:cubicBezTo>
                        <a:pt x="305" y="353"/>
                        <a:pt x="305" y="353"/>
                        <a:pt x="305" y="353"/>
                      </a:cubicBezTo>
                      <a:cubicBezTo>
                        <a:pt x="305" y="353"/>
                        <a:pt x="305" y="353"/>
                        <a:pt x="305" y="352"/>
                      </a:cubicBezTo>
                      <a:cubicBezTo>
                        <a:pt x="304" y="352"/>
                        <a:pt x="304" y="352"/>
                        <a:pt x="304" y="352"/>
                      </a:cubicBezTo>
                      <a:cubicBezTo>
                        <a:pt x="304" y="352"/>
                        <a:pt x="304" y="352"/>
                        <a:pt x="304" y="352"/>
                      </a:cubicBezTo>
                      <a:cubicBezTo>
                        <a:pt x="304" y="352"/>
                        <a:pt x="304" y="352"/>
                        <a:pt x="304" y="352"/>
                      </a:cubicBezTo>
                      <a:cubicBezTo>
                        <a:pt x="304" y="351"/>
                        <a:pt x="304" y="350"/>
                        <a:pt x="304" y="349"/>
                      </a:cubicBezTo>
                      <a:cubicBezTo>
                        <a:pt x="304" y="349"/>
                        <a:pt x="304" y="349"/>
                        <a:pt x="304" y="348"/>
                      </a:cubicBezTo>
                      <a:cubicBezTo>
                        <a:pt x="304" y="348"/>
                        <a:pt x="304" y="348"/>
                        <a:pt x="304" y="348"/>
                      </a:cubicBezTo>
                      <a:cubicBezTo>
                        <a:pt x="304" y="347"/>
                        <a:pt x="304" y="347"/>
                        <a:pt x="304" y="347"/>
                      </a:cubicBezTo>
                      <a:cubicBezTo>
                        <a:pt x="304" y="346"/>
                        <a:pt x="304" y="346"/>
                        <a:pt x="304" y="346"/>
                      </a:cubicBezTo>
                      <a:cubicBezTo>
                        <a:pt x="304" y="345"/>
                        <a:pt x="304" y="345"/>
                        <a:pt x="304" y="345"/>
                      </a:cubicBezTo>
                      <a:cubicBezTo>
                        <a:pt x="304" y="345"/>
                        <a:pt x="304" y="345"/>
                        <a:pt x="304" y="345"/>
                      </a:cubicBezTo>
                      <a:cubicBezTo>
                        <a:pt x="304" y="345"/>
                        <a:pt x="304" y="345"/>
                        <a:pt x="304" y="345"/>
                      </a:cubicBezTo>
                      <a:cubicBezTo>
                        <a:pt x="304" y="344"/>
                        <a:pt x="305" y="344"/>
                        <a:pt x="305" y="344"/>
                      </a:cubicBezTo>
                      <a:cubicBezTo>
                        <a:pt x="304" y="343"/>
                        <a:pt x="305" y="341"/>
                        <a:pt x="305" y="340"/>
                      </a:cubicBezTo>
                      <a:cubicBezTo>
                        <a:pt x="304" y="339"/>
                        <a:pt x="304" y="337"/>
                        <a:pt x="304" y="336"/>
                      </a:cubicBezTo>
                      <a:cubicBezTo>
                        <a:pt x="304" y="336"/>
                        <a:pt x="304" y="335"/>
                        <a:pt x="304" y="335"/>
                      </a:cubicBezTo>
                      <a:cubicBezTo>
                        <a:pt x="304" y="335"/>
                        <a:pt x="304" y="334"/>
                        <a:pt x="304" y="334"/>
                      </a:cubicBezTo>
                      <a:cubicBezTo>
                        <a:pt x="304" y="334"/>
                        <a:pt x="305" y="334"/>
                        <a:pt x="305" y="333"/>
                      </a:cubicBezTo>
                      <a:cubicBezTo>
                        <a:pt x="304" y="333"/>
                        <a:pt x="304" y="332"/>
                        <a:pt x="304" y="333"/>
                      </a:cubicBezTo>
                      <a:cubicBezTo>
                        <a:pt x="304" y="332"/>
                        <a:pt x="304" y="331"/>
                        <a:pt x="305" y="330"/>
                      </a:cubicBezTo>
                      <a:cubicBezTo>
                        <a:pt x="305" y="330"/>
                        <a:pt x="306" y="329"/>
                        <a:pt x="307" y="330"/>
                      </a:cubicBezTo>
                      <a:cubicBezTo>
                        <a:pt x="307" y="331"/>
                        <a:pt x="308" y="331"/>
                        <a:pt x="308" y="332"/>
                      </a:cubicBezTo>
                      <a:cubicBezTo>
                        <a:pt x="309" y="332"/>
                        <a:pt x="309" y="332"/>
                        <a:pt x="310" y="332"/>
                      </a:cubicBezTo>
                      <a:cubicBezTo>
                        <a:pt x="310" y="332"/>
                        <a:pt x="311" y="332"/>
                        <a:pt x="311" y="332"/>
                      </a:cubicBezTo>
                      <a:cubicBezTo>
                        <a:pt x="311" y="332"/>
                        <a:pt x="311" y="332"/>
                        <a:pt x="310" y="331"/>
                      </a:cubicBezTo>
                      <a:cubicBezTo>
                        <a:pt x="310" y="331"/>
                        <a:pt x="309" y="331"/>
                        <a:pt x="309" y="330"/>
                      </a:cubicBezTo>
                      <a:cubicBezTo>
                        <a:pt x="308" y="330"/>
                        <a:pt x="308" y="329"/>
                        <a:pt x="308" y="329"/>
                      </a:cubicBezTo>
                      <a:cubicBezTo>
                        <a:pt x="308" y="328"/>
                        <a:pt x="308" y="328"/>
                        <a:pt x="308" y="328"/>
                      </a:cubicBezTo>
                      <a:cubicBezTo>
                        <a:pt x="308" y="327"/>
                        <a:pt x="308" y="327"/>
                        <a:pt x="308" y="327"/>
                      </a:cubicBezTo>
                      <a:cubicBezTo>
                        <a:pt x="308" y="327"/>
                        <a:pt x="307" y="328"/>
                        <a:pt x="307" y="327"/>
                      </a:cubicBezTo>
                      <a:cubicBezTo>
                        <a:pt x="307" y="327"/>
                        <a:pt x="307" y="327"/>
                        <a:pt x="306" y="327"/>
                      </a:cubicBezTo>
                      <a:cubicBezTo>
                        <a:pt x="306" y="326"/>
                        <a:pt x="307" y="324"/>
                        <a:pt x="308" y="324"/>
                      </a:cubicBezTo>
                      <a:cubicBezTo>
                        <a:pt x="309" y="322"/>
                        <a:pt x="311" y="322"/>
                        <a:pt x="313" y="321"/>
                      </a:cubicBezTo>
                      <a:cubicBezTo>
                        <a:pt x="314" y="321"/>
                        <a:pt x="315" y="321"/>
                        <a:pt x="316" y="320"/>
                      </a:cubicBezTo>
                      <a:cubicBezTo>
                        <a:pt x="316" y="321"/>
                        <a:pt x="316" y="321"/>
                        <a:pt x="316" y="322"/>
                      </a:cubicBezTo>
                      <a:cubicBezTo>
                        <a:pt x="317" y="321"/>
                        <a:pt x="317" y="321"/>
                        <a:pt x="317" y="320"/>
                      </a:cubicBezTo>
                      <a:cubicBezTo>
                        <a:pt x="317" y="320"/>
                        <a:pt x="318" y="320"/>
                        <a:pt x="319" y="320"/>
                      </a:cubicBezTo>
                      <a:cubicBezTo>
                        <a:pt x="321" y="320"/>
                        <a:pt x="323" y="321"/>
                        <a:pt x="324" y="322"/>
                      </a:cubicBezTo>
                      <a:cubicBezTo>
                        <a:pt x="324" y="321"/>
                        <a:pt x="325" y="321"/>
                        <a:pt x="325" y="322"/>
                      </a:cubicBezTo>
                      <a:cubicBezTo>
                        <a:pt x="325" y="322"/>
                        <a:pt x="325" y="322"/>
                        <a:pt x="325" y="322"/>
                      </a:cubicBezTo>
                      <a:cubicBezTo>
                        <a:pt x="326" y="323"/>
                        <a:pt x="326" y="323"/>
                        <a:pt x="326" y="323"/>
                      </a:cubicBezTo>
                      <a:cubicBezTo>
                        <a:pt x="327" y="323"/>
                        <a:pt x="327" y="324"/>
                        <a:pt x="326" y="325"/>
                      </a:cubicBezTo>
                      <a:cubicBezTo>
                        <a:pt x="327" y="325"/>
                        <a:pt x="327" y="325"/>
                        <a:pt x="328" y="325"/>
                      </a:cubicBezTo>
                      <a:cubicBezTo>
                        <a:pt x="328" y="324"/>
                        <a:pt x="328" y="324"/>
                        <a:pt x="329" y="324"/>
                      </a:cubicBezTo>
                      <a:cubicBezTo>
                        <a:pt x="330" y="323"/>
                        <a:pt x="331" y="323"/>
                        <a:pt x="333" y="324"/>
                      </a:cubicBezTo>
                      <a:cubicBezTo>
                        <a:pt x="334" y="324"/>
                        <a:pt x="334" y="324"/>
                        <a:pt x="335" y="324"/>
                      </a:cubicBezTo>
                      <a:cubicBezTo>
                        <a:pt x="336" y="324"/>
                        <a:pt x="336" y="325"/>
                        <a:pt x="337" y="325"/>
                      </a:cubicBezTo>
                      <a:cubicBezTo>
                        <a:pt x="338" y="325"/>
                        <a:pt x="339" y="326"/>
                        <a:pt x="339" y="326"/>
                      </a:cubicBezTo>
                      <a:cubicBezTo>
                        <a:pt x="340" y="326"/>
                        <a:pt x="340" y="326"/>
                        <a:pt x="341" y="326"/>
                      </a:cubicBezTo>
                      <a:cubicBezTo>
                        <a:pt x="341" y="326"/>
                        <a:pt x="341" y="327"/>
                        <a:pt x="341" y="327"/>
                      </a:cubicBezTo>
                      <a:cubicBezTo>
                        <a:pt x="341" y="327"/>
                        <a:pt x="340" y="327"/>
                        <a:pt x="340" y="327"/>
                      </a:cubicBezTo>
                      <a:cubicBezTo>
                        <a:pt x="339" y="327"/>
                        <a:pt x="339" y="328"/>
                        <a:pt x="339" y="329"/>
                      </a:cubicBezTo>
                      <a:cubicBezTo>
                        <a:pt x="339" y="330"/>
                        <a:pt x="339" y="331"/>
                        <a:pt x="338" y="332"/>
                      </a:cubicBezTo>
                      <a:cubicBezTo>
                        <a:pt x="337" y="333"/>
                        <a:pt x="337" y="335"/>
                        <a:pt x="335" y="335"/>
                      </a:cubicBezTo>
                      <a:cubicBezTo>
                        <a:pt x="336" y="335"/>
                        <a:pt x="336" y="336"/>
                        <a:pt x="335" y="336"/>
                      </a:cubicBezTo>
                      <a:cubicBezTo>
                        <a:pt x="335" y="337"/>
                        <a:pt x="335" y="337"/>
                        <a:pt x="335" y="338"/>
                      </a:cubicBezTo>
                      <a:cubicBezTo>
                        <a:pt x="334" y="339"/>
                        <a:pt x="334" y="340"/>
                        <a:pt x="334" y="341"/>
                      </a:cubicBezTo>
                      <a:cubicBezTo>
                        <a:pt x="333" y="341"/>
                        <a:pt x="333" y="342"/>
                        <a:pt x="332" y="342"/>
                      </a:cubicBezTo>
                      <a:cubicBezTo>
                        <a:pt x="332" y="342"/>
                        <a:pt x="332" y="342"/>
                        <a:pt x="333" y="343"/>
                      </a:cubicBezTo>
                      <a:cubicBezTo>
                        <a:pt x="333" y="343"/>
                        <a:pt x="333" y="343"/>
                        <a:pt x="333" y="343"/>
                      </a:cubicBezTo>
                      <a:cubicBezTo>
                        <a:pt x="332" y="346"/>
                        <a:pt x="330" y="349"/>
                        <a:pt x="329" y="352"/>
                      </a:cubicBezTo>
                      <a:cubicBezTo>
                        <a:pt x="329" y="353"/>
                        <a:pt x="328" y="353"/>
                        <a:pt x="328" y="354"/>
                      </a:cubicBezTo>
                      <a:cubicBezTo>
                        <a:pt x="327" y="354"/>
                        <a:pt x="326" y="354"/>
                        <a:pt x="325" y="354"/>
                      </a:cubicBezTo>
                      <a:cubicBezTo>
                        <a:pt x="324" y="353"/>
                        <a:pt x="323" y="353"/>
                        <a:pt x="322" y="353"/>
                      </a:cubicBezTo>
                      <a:cubicBezTo>
                        <a:pt x="321" y="352"/>
                        <a:pt x="321" y="352"/>
                        <a:pt x="321" y="352"/>
                      </a:cubicBezTo>
                      <a:cubicBezTo>
                        <a:pt x="321" y="352"/>
                        <a:pt x="321" y="352"/>
                        <a:pt x="320" y="352"/>
                      </a:cubicBezTo>
                      <a:cubicBezTo>
                        <a:pt x="320" y="352"/>
                        <a:pt x="320" y="352"/>
                        <a:pt x="320" y="352"/>
                      </a:cubicBezTo>
                      <a:cubicBezTo>
                        <a:pt x="319" y="352"/>
                        <a:pt x="319" y="352"/>
                        <a:pt x="318" y="352"/>
                      </a:cubicBezTo>
                      <a:cubicBezTo>
                        <a:pt x="317" y="352"/>
                        <a:pt x="315" y="352"/>
                        <a:pt x="314" y="353"/>
                      </a:cubicBezTo>
                      <a:cubicBezTo>
                        <a:pt x="314" y="353"/>
                        <a:pt x="313" y="353"/>
                        <a:pt x="313" y="353"/>
                      </a:cubicBezTo>
                      <a:cubicBezTo>
                        <a:pt x="313" y="353"/>
                        <a:pt x="313" y="354"/>
                        <a:pt x="313" y="354"/>
                      </a:cubicBezTo>
                      <a:cubicBezTo>
                        <a:pt x="314" y="353"/>
                        <a:pt x="315" y="354"/>
                        <a:pt x="316" y="354"/>
                      </a:cubicBezTo>
                      <a:cubicBezTo>
                        <a:pt x="317" y="355"/>
                        <a:pt x="316" y="355"/>
                        <a:pt x="316" y="355"/>
                      </a:cubicBezTo>
                      <a:cubicBezTo>
                        <a:pt x="316" y="355"/>
                        <a:pt x="317" y="355"/>
                        <a:pt x="317" y="356"/>
                      </a:cubicBezTo>
                      <a:cubicBezTo>
                        <a:pt x="317" y="356"/>
                        <a:pt x="317" y="356"/>
                        <a:pt x="318" y="356"/>
                      </a:cubicBezTo>
                      <a:cubicBezTo>
                        <a:pt x="318" y="357"/>
                        <a:pt x="318" y="357"/>
                        <a:pt x="318" y="357"/>
                      </a:cubicBezTo>
                      <a:cubicBezTo>
                        <a:pt x="318" y="357"/>
                        <a:pt x="318" y="358"/>
                        <a:pt x="318" y="358"/>
                      </a:cubicBezTo>
                      <a:cubicBezTo>
                        <a:pt x="319" y="358"/>
                        <a:pt x="318" y="358"/>
                        <a:pt x="318" y="358"/>
                      </a:cubicBezTo>
                      <a:cubicBezTo>
                        <a:pt x="318" y="359"/>
                        <a:pt x="319" y="359"/>
                        <a:pt x="319" y="359"/>
                      </a:cubicBezTo>
                      <a:cubicBezTo>
                        <a:pt x="319" y="359"/>
                        <a:pt x="319" y="360"/>
                        <a:pt x="319" y="360"/>
                      </a:cubicBezTo>
                      <a:cubicBezTo>
                        <a:pt x="318" y="360"/>
                        <a:pt x="318" y="361"/>
                        <a:pt x="318" y="361"/>
                      </a:cubicBezTo>
                      <a:cubicBezTo>
                        <a:pt x="318" y="361"/>
                        <a:pt x="318" y="361"/>
                        <a:pt x="318" y="362"/>
                      </a:cubicBezTo>
                      <a:cubicBezTo>
                        <a:pt x="318" y="362"/>
                        <a:pt x="318" y="362"/>
                        <a:pt x="318" y="362"/>
                      </a:cubicBezTo>
                      <a:cubicBezTo>
                        <a:pt x="318" y="362"/>
                        <a:pt x="317" y="362"/>
                        <a:pt x="317" y="362"/>
                      </a:cubicBezTo>
                      <a:cubicBezTo>
                        <a:pt x="316" y="363"/>
                        <a:pt x="316" y="363"/>
                        <a:pt x="316" y="364"/>
                      </a:cubicBezTo>
                      <a:cubicBezTo>
                        <a:pt x="316" y="365"/>
                        <a:pt x="315" y="366"/>
                        <a:pt x="315" y="367"/>
                      </a:cubicBezTo>
                      <a:cubicBezTo>
                        <a:pt x="315" y="367"/>
                        <a:pt x="315" y="368"/>
                        <a:pt x="315" y="368"/>
                      </a:cubicBezTo>
                      <a:cubicBezTo>
                        <a:pt x="314" y="369"/>
                        <a:pt x="314" y="369"/>
                        <a:pt x="313" y="369"/>
                      </a:cubicBezTo>
                      <a:cubicBezTo>
                        <a:pt x="312" y="369"/>
                        <a:pt x="311" y="370"/>
                        <a:pt x="311" y="370"/>
                      </a:cubicBezTo>
                      <a:cubicBezTo>
                        <a:pt x="310" y="370"/>
                        <a:pt x="310" y="370"/>
                        <a:pt x="310" y="370"/>
                      </a:cubicBezTo>
                      <a:cubicBezTo>
                        <a:pt x="310" y="370"/>
                        <a:pt x="311" y="370"/>
                        <a:pt x="312" y="370"/>
                      </a:cubicBezTo>
                      <a:cubicBezTo>
                        <a:pt x="312" y="371"/>
                        <a:pt x="312" y="371"/>
                        <a:pt x="312" y="371"/>
                      </a:cubicBezTo>
                      <a:cubicBezTo>
                        <a:pt x="312" y="372"/>
                        <a:pt x="312" y="372"/>
                        <a:pt x="312" y="373"/>
                      </a:cubicBezTo>
                      <a:cubicBezTo>
                        <a:pt x="311" y="373"/>
                        <a:pt x="311" y="373"/>
                        <a:pt x="310" y="373"/>
                      </a:cubicBezTo>
                      <a:cubicBezTo>
                        <a:pt x="310" y="373"/>
                        <a:pt x="309" y="373"/>
                        <a:pt x="309" y="373"/>
                      </a:cubicBezTo>
                      <a:cubicBezTo>
                        <a:pt x="309" y="373"/>
                        <a:pt x="309" y="373"/>
                        <a:pt x="309" y="373"/>
                      </a:cubicBezTo>
                      <a:cubicBezTo>
                        <a:pt x="308" y="373"/>
                        <a:pt x="309" y="373"/>
                        <a:pt x="309" y="373"/>
                      </a:cubicBezTo>
                      <a:cubicBezTo>
                        <a:pt x="309" y="373"/>
                        <a:pt x="310" y="373"/>
                        <a:pt x="310" y="374"/>
                      </a:cubicBezTo>
                      <a:cubicBezTo>
                        <a:pt x="311" y="374"/>
                        <a:pt x="311" y="374"/>
                        <a:pt x="311" y="374"/>
                      </a:cubicBezTo>
                      <a:cubicBezTo>
                        <a:pt x="311" y="374"/>
                        <a:pt x="311" y="375"/>
                        <a:pt x="311" y="375"/>
                      </a:cubicBezTo>
                      <a:cubicBezTo>
                        <a:pt x="312" y="375"/>
                        <a:pt x="312" y="374"/>
                        <a:pt x="312" y="374"/>
                      </a:cubicBezTo>
                      <a:cubicBezTo>
                        <a:pt x="313" y="374"/>
                        <a:pt x="313" y="374"/>
                        <a:pt x="313" y="374"/>
                      </a:cubicBezTo>
                      <a:cubicBezTo>
                        <a:pt x="313" y="374"/>
                        <a:pt x="313" y="374"/>
                        <a:pt x="313" y="375"/>
                      </a:cubicBezTo>
                      <a:cubicBezTo>
                        <a:pt x="313" y="375"/>
                        <a:pt x="313" y="375"/>
                        <a:pt x="312" y="376"/>
                      </a:cubicBezTo>
                      <a:cubicBezTo>
                        <a:pt x="312" y="376"/>
                        <a:pt x="312" y="376"/>
                        <a:pt x="313" y="376"/>
                      </a:cubicBezTo>
                      <a:cubicBezTo>
                        <a:pt x="313" y="376"/>
                        <a:pt x="313" y="376"/>
                        <a:pt x="313" y="376"/>
                      </a:cubicBezTo>
                      <a:cubicBezTo>
                        <a:pt x="313" y="376"/>
                        <a:pt x="314" y="375"/>
                        <a:pt x="314" y="375"/>
                      </a:cubicBezTo>
                      <a:cubicBezTo>
                        <a:pt x="314" y="375"/>
                        <a:pt x="314" y="375"/>
                        <a:pt x="314" y="375"/>
                      </a:cubicBezTo>
                      <a:cubicBezTo>
                        <a:pt x="314" y="374"/>
                        <a:pt x="314" y="374"/>
                        <a:pt x="314" y="374"/>
                      </a:cubicBezTo>
                      <a:cubicBezTo>
                        <a:pt x="314" y="374"/>
                        <a:pt x="314" y="375"/>
                        <a:pt x="314" y="375"/>
                      </a:cubicBezTo>
                      <a:cubicBezTo>
                        <a:pt x="315" y="375"/>
                        <a:pt x="315" y="374"/>
                        <a:pt x="315" y="374"/>
                      </a:cubicBezTo>
                      <a:cubicBezTo>
                        <a:pt x="315" y="375"/>
                        <a:pt x="315" y="375"/>
                        <a:pt x="315" y="375"/>
                      </a:cubicBezTo>
                      <a:cubicBezTo>
                        <a:pt x="316" y="375"/>
                        <a:pt x="316" y="375"/>
                        <a:pt x="316" y="375"/>
                      </a:cubicBezTo>
                      <a:cubicBezTo>
                        <a:pt x="317" y="375"/>
                        <a:pt x="317" y="375"/>
                        <a:pt x="317" y="375"/>
                      </a:cubicBezTo>
                      <a:cubicBezTo>
                        <a:pt x="318" y="375"/>
                        <a:pt x="318" y="376"/>
                        <a:pt x="317" y="376"/>
                      </a:cubicBezTo>
                      <a:cubicBezTo>
                        <a:pt x="317" y="376"/>
                        <a:pt x="316" y="377"/>
                        <a:pt x="317" y="377"/>
                      </a:cubicBezTo>
                      <a:cubicBezTo>
                        <a:pt x="317" y="377"/>
                        <a:pt x="317" y="377"/>
                        <a:pt x="317" y="378"/>
                      </a:cubicBezTo>
                      <a:cubicBezTo>
                        <a:pt x="317" y="378"/>
                        <a:pt x="318" y="379"/>
                        <a:pt x="319" y="380"/>
                      </a:cubicBezTo>
                      <a:cubicBezTo>
                        <a:pt x="319" y="380"/>
                        <a:pt x="320" y="381"/>
                        <a:pt x="321" y="381"/>
                      </a:cubicBezTo>
                      <a:cubicBezTo>
                        <a:pt x="320" y="382"/>
                        <a:pt x="321" y="383"/>
                        <a:pt x="321" y="383"/>
                      </a:cubicBezTo>
                      <a:cubicBezTo>
                        <a:pt x="322" y="383"/>
                        <a:pt x="322" y="383"/>
                        <a:pt x="322" y="383"/>
                      </a:cubicBezTo>
                      <a:cubicBezTo>
                        <a:pt x="322" y="384"/>
                        <a:pt x="322" y="384"/>
                        <a:pt x="322" y="384"/>
                      </a:cubicBezTo>
                      <a:cubicBezTo>
                        <a:pt x="322" y="384"/>
                        <a:pt x="322" y="385"/>
                        <a:pt x="322" y="386"/>
                      </a:cubicBezTo>
                      <a:cubicBezTo>
                        <a:pt x="323" y="386"/>
                        <a:pt x="323" y="386"/>
                        <a:pt x="323" y="387"/>
                      </a:cubicBezTo>
                      <a:cubicBezTo>
                        <a:pt x="323" y="387"/>
                        <a:pt x="323" y="387"/>
                        <a:pt x="323" y="387"/>
                      </a:cubicBezTo>
                      <a:cubicBezTo>
                        <a:pt x="323" y="388"/>
                        <a:pt x="323" y="388"/>
                        <a:pt x="323" y="389"/>
                      </a:cubicBezTo>
                      <a:cubicBezTo>
                        <a:pt x="323" y="389"/>
                        <a:pt x="323" y="390"/>
                        <a:pt x="323" y="390"/>
                      </a:cubicBezTo>
                      <a:cubicBezTo>
                        <a:pt x="323" y="390"/>
                        <a:pt x="323" y="390"/>
                        <a:pt x="323" y="391"/>
                      </a:cubicBezTo>
                      <a:cubicBezTo>
                        <a:pt x="323" y="391"/>
                        <a:pt x="323" y="391"/>
                        <a:pt x="323" y="391"/>
                      </a:cubicBezTo>
                      <a:cubicBezTo>
                        <a:pt x="323" y="392"/>
                        <a:pt x="323" y="392"/>
                        <a:pt x="323" y="393"/>
                      </a:cubicBezTo>
                      <a:cubicBezTo>
                        <a:pt x="323" y="393"/>
                        <a:pt x="323" y="394"/>
                        <a:pt x="323" y="394"/>
                      </a:cubicBezTo>
                      <a:cubicBezTo>
                        <a:pt x="323" y="394"/>
                        <a:pt x="323" y="394"/>
                        <a:pt x="322" y="394"/>
                      </a:cubicBezTo>
                      <a:cubicBezTo>
                        <a:pt x="322" y="394"/>
                        <a:pt x="322" y="394"/>
                        <a:pt x="322" y="394"/>
                      </a:cubicBezTo>
                      <a:cubicBezTo>
                        <a:pt x="322" y="394"/>
                        <a:pt x="322" y="394"/>
                        <a:pt x="322" y="394"/>
                      </a:cubicBezTo>
                      <a:cubicBezTo>
                        <a:pt x="322" y="394"/>
                        <a:pt x="322" y="394"/>
                        <a:pt x="322" y="394"/>
                      </a:cubicBezTo>
                      <a:cubicBezTo>
                        <a:pt x="322" y="394"/>
                        <a:pt x="322" y="394"/>
                        <a:pt x="322" y="395"/>
                      </a:cubicBezTo>
                      <a:cubicBezTo>
                        <a:pt x="323" y="395"/>
                        <a:pt x="323" y="395"/>
                        <a:pt x="323" y="395"/>
                      </a:cubicBezTo>
                      <a:cubicBezTo>
                        <a:pt x="323" y="395"/>
                        <a:pt x="324" y="395"/>
                        <a:pt x="324" y="395"/>
                      </a:cubicBezTo>
                      <a:cubicBezTo>
                        <a:pt x="324" y="395"/>
                        <a:pt x="324" y="396"/>
                        <a:pt x="324" y="396"/>
                      </a:cubicBezTo>
                      <a:cubicBezTo>
                        <a:pt x="324" y="396"/>
                        <a:pt x="324" y="397"/>
                        <a:pt x="324" y="397"/>
                      </a:cubicBezTo>
                      <a:cubicBezTo>
                        <a:pt x="325" y="397"/>
                        <a:pt x="325" y="397"/>
                        <a:pt x="325" y="397"/>
                      </a:cubicBezTo>
                      <a:cubicBezTo>
                        <a:pt x="325" y="398"/>
                        <a:pt x="326" y="398"/>
                        <a:pt x="326" y="398"/>
                      </a:cubicBezTo>
                      <a:cubicBezTo>
                        <a:pt x="326" y="398"/>
                        <a:pt x="326" y="398"/>
                        <a:pt x="327" y="399"/>
                      </a:cubicBezTo>
                      <a:cubicBezTo>
                        <a:pt x="327" y="399"/>
                        <a:pt x="327" y="399"/>
                        <a:pt x="327" y="399"/>
                      </a:cubicBezTo>
                      <a:cubicBezTo>
                        <a:pt x="327" y="399"/>
                        <a:pt x="327" y="399"/>
                        <a:pt x="327" y="399"/>
                      </a:cubicBezTo>
                      <a:cubicBezTo>
                        <a:pt x="327" y="399"/>
                        <a:pt x="327" y="399"/>
                        <a:pt x="327" y="399"/>
                      </a:cubicBezTo>
                      <a:cubicBezTo>
                        <a:pt x="327" y="399"/>
                        <a:pt x="327" y="399"/>
                        <a:pt x="327" y="399"/>
                      </a:cubicBezTo>
                      <a:cubicBezTo>
                        <a:pt x="327" y="399"/>
                        <a:pt x="327" y="399"/>
                        <a:pt x="326" y="399"/>
                      </a:cubicBezTo>
                      <a:cubicBezTo>
                        <a:pt x="326" y="400"/>
                        <a:pt x="327" y="400"/>
                        <a:pt x="327" y="400"/>
                      </a:cubicBezTo>
                      <a:cubicBezTo>
                        <a:pt x="327" y="400"/>
                        <a:pt x="327" y="401"/>
                        <a:pt x="327" y="401"/>
                      </a:cubicBezTo>
                      <a:cubicBezTo>
                        <a:pt x="327" y="401"/>
                        <a:pt x="327" y="401"/>
                        <a:pt x="327" y="401"/>
                      </a:cubicBezTo>
                      <a:cubicBezTo>
                        <a:pt x="327" y="401"/>
                        <a:pt x="327" y="401"/>
                        <a:pt x="327" y="401"/>
                      </a:cubicBezTo>
                      <a:cubicBezTo>
                        <a:pt x="327" y="402"/>
                        <a:pt x="327" y="402"/>
                        <a:pt x="327" y="402"/>
                      </a:cubicBezTo>
                      <a:cubicBezTo>
                        <a:pt x="328" y="402"/>
                        <a:pt x="328" y="402"/>
                        <a:pt x="328" y="402"/>
                      </a:cubicBezTo>
                      <a:cubicBezTo>
                        <a:pt x="328" y="402"/>
                        <a:pt x="328" y="402"/>
                        <a:pt x="328" y="402"/>
                      </a:cubicBezTo>
                      <a:cubicBezTo>
                        <a:pt x="328" y="402"/>
                        <a:pt x="328" y="402"/>
                        <a:pt x="328" y="402"/>
                      </a:cubicBezTo>
                      <a:cubicBezTo>
                        <a:pt x="328" y="402"/>
                        <a:pt x="328" y="403"/>
                        <a:pt x="328" y="403"/>
                      </a:cubicBezTo>
                      <a:cubicBezTo>
                        <a:pt x="328" y="403"/>
                        <a:pt x="328" y="403"/>
                        <a:pt x="328" y="403"/>
                      </a:cubicBezTo>
                      <a:cubicBezTo>
                        <a:pt x="328" y="403"/>
                        <a:pt x="328" y="403"/>
                        <a:pt x="328" y="403"/>
                      </a:cubicBezTo>
                      <a:cubicBezTo>
                        <a:pt x="328" y="403"/>
                        <a:pt x="328" y="403"/>
                        <a:pt x="328" y="403"/>
                      </a:cubicBezTo>
                      <a:cubicBezTo>
                        <a:pt x="328" y="404"/>
                        <a:pt x="328" y="404"/>
                        <a:pt x="328" y="404"/>
                      </a:cubicBezTo>
                      <a:cubicBezTo>
                        <a:pt x="328" y="404"/>
                        <a:pt x="328" y="404"/>
                        <a:pt x="329" y="404"/>
                      </a:cubicBezTo>
                      <a:cubicBezTo>
                        <a:pt x="329" y="404"/>
                        <a:pt x="329" y="404"/>
                        <a:pt x="329" y="404"/>
                      </a:cubicBezTo>
                      <a:cubicBezTo>
                        <a:pt x="329" y="405"/>
                        <a:pt x="329" y="405"/>
                        <a:pt x="329" y="405"/>
                      </a:cubicBezTo>
                      <a:cubicBezTo>
                        <a:pt x="329" y="405"/>
                        <a:pt x="329" y="405"/>
                        <a:pt x="329" y="405"/>
                      </a:cubicBezTo>
                      <a:cubicBezTo>
                        <a:pt x="329" y="405"/>
                        <a:pt x="329" y="405"/>
                        <a:pt x="329" y="405"/>
                      </a:cubicBezTo>
                      <a:cubicBezTo>
                        <a:pt x="330" y="405"/>
                        <a:pt x="329" y="404"/>
                        <a:pt x="330" y="404"/>
                      </a:cubicBezTo>
                      <a:cubicBezTo>
                        <a:pt x="330" y="404"/>
                        <a:pt x="330" y="404"/>
                        <a:pt x="330" y="404"/>
                      </a:cubicBezTo>
                      <a:cubicBezTo>
                        <a:pt x="330" y="404"/>
                        <a:pt x="330" y="404"/>
                        <a:pt x="330" y="404"/>
                      </a:cubicBezTo>
                      <a:cubicBezTo>
                        <a:pt x="330" y="404"/>
                        <a:pt x="330" y="404"/>
                        <a:pt x="331" y="404"/>
                      </a:cubicBezTo>
                      <a:cubicBezTo>
                        <a:pt x="331" y="404"/>
                        <a:pt x="331" y="404"/>
                        <a:pt x="331" y="404"/>
                      </a:cubicBezTo>
                      <a:cubicBezTo>
                        <a:pt x="331" y="404"/>
                        <a:pt x="331" y="404"/>
                        <a:pt x="331" y="405"/>
                      </a:cubicBezTo>
                      <a:cubicBezTo>
                        <a:pt x="331" y="405"/>
                        <a:pt x="330" y="406"/>
                        <a:pt x="331" y="406"/>
                      </a:cubicBezTo>
                      <a:cubicBezTo>
                        <a:pt x="331" y="406"/>
                        <a:pt x="331" y="407"/>
                        <a:pt x="331" y="407"/>
                      </a:cubicBezTo>
                      <a:cubicBezTo>
                        <a:pt x="331" y="407"/>
                        <a:pt x="331" y="407"/>
                        <a:pt x="332" y="407"/>
                      </a:cubicBezTo>
                      <a:cubicBezTo>
                        <a:pt x="332" y="407"/>
                        <a:pt x="332" y="407"/>
                        <a:pt x="332" y="407"/>
                      </a:cubicBezTo>
                      <a:cubicBezTo>
                        <a:pt x="332" y="407"/>
                        <a:pt x="332" y="407"/>
                        <a:pt x="332" y="408"/>
                      </a:cubicBezTo>
                      <a:cubicBezTo>
                        <a:pt x="332" y="408"/>
                        <a:pt x="332" y="408"/>
                        <a:pt x="332" y="408"/>
                      </a:cubicBezTo>
                      <a:cubicBezTo>
                        <a:pt x="331" y="408"/>
                        <a:pt x="331" y="408"/>
                        <a:pt x="331" y="408"/>
                      </a:cubicBezTo>
                      <a:cubicBezTo>
                        <a:pt x="331" y="408"/>
                        <a:pt x="331" y="408"/>
                        <a:pt x="330" y="408"/>
                      </a:cubicBezTo>
                      <a:cubicBezTo>
                        <a:pt x="330" y="408"/>
                        <a:pt x="329" y="409"/>
                        <a:pt x="329" y="408"/>
                      </a:cubicBezTo>
                      <a:cubicBezTo>
                        <a:pt x="329" y="408"/>
                        <a:pt x="328" y="408"/>
                        <a:pt x="328" y="408"/>
                      </a:cubicBezTo>
                      <a:cubicBezTo>
                        <a:pt x="328" y="408"/>
                        <a:pt x="328" y="408"/>
                        <a:pt x="327" y="407"/>
                      </a:cubicBezTo>
                      <a:cubicBezTo>
                        <a:pt x="327" y="407"/>
                        <a:pt x="327" y="407"/>
                        <a:pt x="327" y="407"/>
                      </a:cubicBezTo>
                      <a:cubicBezTo>
                        <a:pt x="327" y="407"/>
                        <a:pt x="327" y="407"/>
                        <a:pt x="327" y="407"/>
                      </a:cubicBezTo>
                      <a:cubicBezTo>
                        <a:pt x="327" y="407"/>
                        <a:pt x="326" y="408"/>
                        <a:pt x="326" y="408"/>
                      </a:cubicBezTo>
                      <a:cubicBezTo>
                        <a:pt x="326" y="408"/>
                        <a:pt x="326" y="408"/>
                        <a:pt x="326" y="408"/>
                      </a:cubicBezTo>
                      <a:cubicBezTo>
                        <a:pt x="325" y="409"/>
                        <a:pt x="325" y="409"/>
                        <a:pt x="325" y="409"/>
                      </a:cubicBezTo>
                      <a:cubicBezTo>
                        <a:pt x="325" y="409"/>
                        <a:pt x="325" y="409"/>
                        <a:pt x="325" y="409"/>
                      </a:cubicBezTo>
                      <a:cubicBezTo>
                        <a:pt x="325" y="409"/>
                        <a:pt x="325" y="409"/>
                        <a:pt x="325" y="409"/>
                      </a:cubicBezTo>
                      <a:cubicBezTo>
                        <a:pt x="325" y="410"/>
                        <a:pt x="325" y="410"/>
                        <a:pt x="325" y="410"/>
                      </a:cubicBezTo>
                      <a:cubicBezTo>
                        <a:pt x="325" y="410"/>
                        <a:pt x="325" y="410"/>
                        <a:pt x="326" y="410"/>
                      </a:cubicBezTo>
                      <a:cubicBezTo>
                        <a:pt x="326" y="409"/>
                        <a:pt x="326" y="409"/>
                        <a:pt x="326" y="409"/>
                      </a:cubicBezTo>
                      <a:cubicBezTo>
                        <a:pt x="326" y="409"/>
                        <a:pt x="326" y="409"/>
                        <a:pt x="326" y="409"/>
                      </a:cubicBezTo>
                      <a:cubicBezTo>
                        <a:pt x="327" y="409"/>
                        <a:pt x="327" y="409"/>
                        <a:pt x="327" y="409"/>
                      </a:cubicBezTo>
                      <a:cubicBezTo>
                        <a:pt x="328" y="409"/>
                        <a:pt x="328" y="409"/>
                        <a:pt x="328" y="409"/>
                      </a:cubicBezTo>
                      <a:cubicBezTo>
                        <a:pt x="328" y="409"/>
                        <a:pt x="328" y="410"/>
                        <a:pt x="328" y="410"/>
                      </a:cubicBezTo>
                      <a:cubicBezTo>
                        <a:pt x="329" y="410"/>
                        <a:pt x="329" y="410"/>
                        <a:pt x="329" y="411"/>
                      </a:cubicBezTo>
                      <a:cubicBezTo>
                        <a:pt x="329" y="411"/>
                        <a:pt x="329" y="411"/>
                        <a:pt x="329" y="411"/>
                      </a:cubicBezTo>
                      <a:cubicBezTo>
                        <a:pt x="328" y="412"/>
                        <a:pt x="326" y="414"/>
                        <a:pt x="325" y="415"/>
                      </a:cubicBezTo>
                      <a:cubicBezTo>
                        <a:pt x="325" y="415"/>
                        <a:pt x="324" y="415"/>
                        <a:pt x="324" y="416"/>
                      </a:cubicBezTo>
                      <a:cubicBezTo>
                        <a:pt x="324" y="416"/>
                        <a:pt x="325" y="416"/>
                        <a:pt x="324" y="416"/>
                      </a:cubicBezTo>
                      <a:cubicBezTo>
                        <a:pt x="324" y="416"/>
                        <a:pt x="324" y="416"/>
                        <a:pt x="324" y="416"/>
                      </a:cubicBezTo>
                      <a:cubicBezTo>
                        <a:pt x="324" y="416"/>
                        <a:pt x="324" y="416"/>
                        <a:pt x="324" y="417"/>
                      </a:cubicBezTo>
                      <a:cubicBezTo>
                        <a:pt x="325" y="417"/>
                        <a:pt x="325" y="417"/>
                        <a:pt x="326" y="417"/>
                      </a:cubicBezTo>
                      <a:cubicBezTo>
                        <a:pt x="326" y="417"/>
                        <a:pt x="326" y="418"/>
                        <a:pt x="326" y="418"/>
                      </a:cubicBezTo>
                      <a:cubicBezTo>
                        <a:pt x="327" y="418"/>
                        <a:pt x="327" y="418"/>
                        <a:pt x="327" y="418"/>
                      </a:cubicBezTo>
                      <a:cubicBezTo>
                        <a:pt x="327" y="418"/>
                        <a:pt x="327" y="418"/>
                        <a:pt x="327" y="418"/>
                      </a:cubicBezTo>
                      <a:cubicBezTo>
                        <a:pt x="327" y="419"/>
                        <a:pt x="327" y="419"/>
                        <a:pt x="327" y="419"/>
                      </a:cubicBezTo>
                      <a:cubicBezTo>
                        <a:pt x="328" y="419"/>
                        <a:pt x="329" y="420"/>
                        <a:pt x="329" y="421"/>
                      </a:cubicBezTo>
                      <a:cubicBezTo>
                        <a:pt x="330" y="420"/>
                        <a:pt x="330" y="420"/>
                        <a:pt x="331" y="420"/>
                      </a:cubicBezTo>
                      <a:cubicBezTo>
                        <a:pt x="331" y="420"/>
                        <a:pt x="331" y="419"/>
                        <a:pt x="331" y="419"/>
                      </a:cubicBezTo>
                      <a:cubicBezTo>
                        <a:pt x="331" y="419"/>
                        <a:pt x="331" y="419"/>
                        <a:pt x="332" y="418"/>
                      </a:cubicBezTo>
                      <a:cubicBezTo>
                        <a:pt x="332" y="418"/>
                        <a:pt x="332" y="418"/>
                        <a:pt x="332" y="418"/>
                      </a:cubicBezTo>
                      <a:cubicBezTo>
                        <a:pt x="332" y="418"/>
                        <a:pt x="332" y="418"/>
                        <a:pt x="332" y="418"/>
                      </a:cubicBezTo>
                      <a:cubicBezTo>
                        <a:pt x="333" y="417"/>
                        <a:pt x="333" y="418"/>
                        <a:pt x="333" y="418"/>
                      </a:cubicBezTo>
                      <a:cubicBezTo>
                        <a:pt x="333" y="418"/>
                        <a:pt x="334" y="418"/>
                        <a:pt x="334" y="418"/>
                      </a:cubicBezTo>
                      <a:cubicBezTo>
                        <a:pt x="334" y="418"/>
                        <a:pt x="334" y="418"/>
                        <a:pt x="334" y="418"/>
                      </a:cubicBezTo>
                      <a:cubicBezTo>
                        <a:pt x="334" y="417"/>
                        <a:pt x="334" y="417"/>
                        <a:pt x="334" y="417"/>
                      </a:cubicBezTo>
                      <a:cubicBezTo>
                        <a:pt x="335" y="418"/>
                        <a:pt x="334" y="418"/>
                        <a:pt x="334" y="418"/>
                      </a:cubicBezTo>
                      <a:cubicBezTo>
                        <a:pt x="334" y="418"/>
                        <a:pt x="335" y="418"/>
                        <a:pt x="335" y="418"/>
                      </a:cubicBezTo>
                      <a:cubicBezTo>
                        <a:pt x="334" y="419"/>
                        <a:pt x="334" y="419"/>
                        <a:pt x="334" y="419"/>
                      </a:cubicBezTo>
                      <a:cubicBezTo>
                        <a:pt x="333" y="419"/>
                        <a:pt x="333" y="419"/>
                        <a:pt x="333" y="419"/>
                      </a:cubicBezTo>
                      <a:cubicBezTo>
                        <a:pt x="333" y="420"/>
                        <a:pt x="333" y="420"/>
                        <a:pt x="333" y="420"/>
                      </a:cubicBezTo>
                      <a:cubicBezTo>
                        <a:pt x="333" y="420"/>
                        <a:pt x="332" y="420"/>
                        <a:pt x="332" y="420"/>
                      </a:cubicBezTo>
                      <a:cubicBezTo>
                        <a:pt x="333" y="420"/>
                        <a:pt x="333" y="420"/>
                        <a:pt x="334" y="420"/>
                      </a:cubicBezTo>
                      <a:cubicBezTo>
                        <a:pt x="334" y="420"/>
                        <a:pt x="334" y="420"/>
                        <a:pt x="334" y="420"/>
                      </a:cubicBezTo>
                      <a:cubicBezTo>
                        <a:pt x="334" y="420"/>
                        <a:pt x="334" y="420"/>
                        <a:pt x="335" y="420"/>
                      </a:cubicBezTo>
                      <a:cubicBezTo>
                        <a:pt x="335" y="420"/>
                        <a:pt x="335" y="420"/>
                        <a:pt x="335" y="420"/>
                      </a:cubicBezTo>
                      <a:cubicBezTo>
                        <a:pt x="335" y="420"/>
                        <a:pt x="336" y="420"/>
                        <a:pt x="336" y="420"/>
                      </a:cubicBezTo>
                      <a:cubicBezTo>
                        <a:pt x="336" y="421"/>
                        <a:pt x="337" y="420"/>
                        <a:pt x="337" y="420"/>
                      </a:cubicBezTo>
                      <a:cubicBezTo>
                        <a:pt x="338" y="420"/>
                        <a:pt x="338" y="420"/>
                        <a:pt x="339" y="421"/>
                      </a:cubicBezTo>
                      <a:cubicBezTo>
                        <a:pt x="339" y="421"/>
                        <a:pt x="339" y="421"/>
                        <a:pt x="339" y="421"/>
                      </a:cubicBezTo>
                      <a:cubicBezTo>
                        <a:pt x="339" y="421"/>
                        <a:pt x="339" y="422"/>
                        <a:pt x="339" y="422"/>
                      </a:cubicBezTo>
                      <a:cubicBezTo>
                        <a:pt x="338" y="422"/>
                        <a:pt x="338" y="422"/>
                        <a:pt x="338" y="422"/>
                      </a:cubicBezTo>
                      <a:cubicBezTo>
                        <a:pt x="338" y="422"/>
                        <a:pt x="338" y="422"/>
                        <a:pt x="338" y="422"/>
                      </a:cubicBezTo>
                      <a:cubicBezTo>
                        <a:pt x="338" y="423"/>
                        <a:pt x="337" y="423"/>
                        <a:pt x="337" y="423"/>
                      </a:cubicBezTo>
                      <a:cubicBezTo>
                        <a:pt x="337" y="423"/>
                        <a:pt x="336" y="424"/>
                        <a:pt x="336" y="424"/>
                      </a:cubicBezTo>
                      <a:cubicBezTo>
                        <a:pt x="337" y="424"/>
                        <a:pt x="337" y="424"/>
                        <a:pt x="337" y="423"/>
                      </a:cubicBezTo>
                      <a:cubicBezTo>
                        <a:pt x="337" y="423"/>
                        <a:pt x="338" y="423"/>
                        <a:pt x="338" y="423"/>
                      </a:cubicBezTo>
                      <a:cubicBezTo>
                        <a:pt x="338" y="423"/>
                        <a:pt x="338" y="424"/>
                        <a:pt x="338" y="424"/>
                      </a:cubicBezTo>
                      <a:cubicBezTo>
                        <a:pt x="338" y="424"/>
                        <a:pt x="338" y="424"/>
                        <a:pt x="338" y="424"/>
                      </a:cubicBezTo>
                      <a:cubicBezTo>
                        <a:pt x="339" y="424"/>
                        <a:pt x="339" y="425"/>
                        <a:pt x="339" y="425"/>
                      </a:cubicBezTo>
                      <a:cubicBezTo>
                        <a:pt x="339" y="425"/>
                        <a:pt x="339" y="425"/>
                        <a:pt x="339" y="426"/>
                      </a:cubicBezTo>
                      <a:cubicBezTo>
                        <a:pt x="339" y="426"/>
                        <a:pt x="338" y="426"/>
                        <a:pt x="338" y="426"/>
                      </a:cubicBezTo>
                      <a:cubicBezTo>
                        <a:pt x="338" y="426"/>
                        <a:pt x="338" y="426"/>
                        <a:pt x="338" y="425"/>
                      </a:cubicBezTo>
                      <a:cubicBezTo>
                        <a:pt x="338" y="425"/>
                        <a:pt x="338" y="425"/>
                        <a:pt x="337" y="425"/>
                      </a:cubicBezTo>
                      <a:cubicBezTo>
                        <a:pt x="337" y="425"/>
                        <a:pt x="337" y="425"/>
                        <a:pt x="337" y="425"/>
                      </a:cubicBezTo>
                      <a:cubicBezTo>
                        <a:pt x="337" y="425"/>
                        <a:pt x="337" y="425"/>
                        <a:pt x="337" y="425"/>
                      </a:cubicBezTo>
                      <a:cubicBezTo>
                        <a:pt x="337" y="424"/>
                        <a:pt x="337" y="425"/>
                        <a:pt x="336" y="425"/>
                      </a:cubicBezTo>
                      <a:cubicBezTo>
                        <a:pt x="336" y="425"/>
                        <a:pt x="337" y="425"/>
                        <a:pt x="336" y="425"/>
                      </a:cubicBezTo>
                      <a:cubicBezTo>
                        <a:pt x="336" y="425"/>
                        <a:pt x="336" y="425"/>
                        <a:pt x="336" y="425"/>
                      </a:cubicBezTo>
                      <a:cubicBezTo>
                        <a:pt x="336" y="425"/>
                        <a:pt x="336" y="425"/>
                        <a:pt x="336" y="425"/>
                      </a:cubicBezTo>
                      <a:cubicBezTo>
                        <a:pt x="335" y="425"/>
                        <a:pt x="335" y="425"/>
                        <a:pt x="335" y="425"/>
                      </a:cubicBezTo>
                      <a:cubicBezTo>
                        <a:pt x="335" y="424"/>
                        <a:pt x="336" y="424"/>
                        <a:pt x="336" y="424"/>
                      </a:cubicBezTo>
                      <a:cubicBezTo>
                        <a:pt x="335" y="424"/>
                        <a:pt x="335" y="424"/>
                        <a:pt x="335" y="424"/>
                      </a:cubicBezTo>
                      <a:cubicBezTo>
                        <a:pt x="335" y="424"/>
                        <a:pt x="334" y="424"/>
                        <a:pt x="334" y="425"/>
                      </a:cubicBezTo>
                      <a:cubicBezTo>
                        <a:pt x="334" y="425"/>
                        <a:pt x="334" y="425"/>
                        <a:pt x="334" y="425"/>
                      </a:cubicBezTo>
                      <a:cubicBezTo>
                        <a:pt x="334" y="425"/>
                        <a:pt x="334" y="425"/>
                        <a:pt x="334" y="425"/>
                      </a:cubicBezTo>
                      <a:cubicBezTo>
                        <a:pt x="335" y="426"/>
                        <a:pt x="335" y="426"/>
                        <a:pt x="336" y="427"/>
                      </a:cubicBezTo>
                      <a:cubicBezTo>
                        <a:pt x="336" y="428"/>
                        <a:pt x="337" y="428"/>
                        <a:pt x="337" y="428"/>
                      </a:cubicBezTo>
                      <a:cubicBezTo>
                        <a:pt x="337" y="429"/>
                        <a:pt x="337" y="429"/>
                        <a:pt x="337" y="429"/>
                      </a:cubicBezTo>
                      <a:cubicBezTo>
                        <a:pt x="338" y="429"/>
                        <a:pt x="338" y="429"/>
                        <a:pt x="337" y="429"/>
                      </a:cubicBezTo>
                      <a:cubicBezTo>
                        <a:pt x="337" y="429"/>
                        <a:pt x="337" y="430"/>
                        <a:pt x="337" y="430"/>
                      </a:cubicBezTo>
                      <a:cubicBezTo>
                        <a:pt x="337" y="430"/>
                        <a:pt x="337" y="430"/>
                        <a:pt x="337" y="430"/>
                      </a:cubicBezTo>
                      <a:cubicBezTo>
                        <a:pt x="338" y="430"/>
                        <a:pt x="338" y="431"/>
                        <a:pt x="338" y="431"/>
                      </a:cubicBezTo>
                      <a:cubicBezTo>
                        <a:pt x="338" y="431"/>
                        <a:pt x="338" y="431"/>
                        <a:pt x="338" y="431"/>
                      </a:cubicBezTo>
                      <a:cubicBezTo>
                        <a:pt x="338" y="431"/>
                        <a:pt x="338" y="431"/>
                        <a:pt x="338" y="431"/>
                      </a:cubicBezTo>
                      <a:cubicBezTo>
                        <a:pt x="338" y="432"/>
                        <a:pt x="338" y="432"/>
                        <a:pt x="338" y="432"/>
                      </a:cubicBezTo>
                      <a:cubicBezTo>
                        <a:pt x="338" y="432"/>
                        <a:pt x="339" y="432"/>
                        <a:pt x="339" y="432"/>
                      </a:cubicBezTo>
                      <a:cubicBezTo>
                        <a:pt x="339" y="432"/>
                        <a:pt x="339" y="433"/>
                        <a:pt x="339" y="433"/>
                      </a:cubicBezTo>
                      <a:cubicBezTo>
                        <a:pt x="339" y="433"/>
                        <a:pt x="339" y="433"/>
                        <a:pt x="339" y="433"/>
                      </a:cubicBezTo>
                      <a:cubicBezTo>
                        <a:pt x="339" y="433"/>
                        <a:pt x="339" y="433"/>
                        <a:pt x="339" y="433"/>
                      </a:cubicBezTo>
                      <a:cubicBezTo>
                        <a:pt x="339" y="433"/>
                        <a:pt x="339" y="433"/>
                        <a:pt x="338" y="433"/>
                      </a:cubicBezTo>
                      <a:cubicBezTo>
                        <a:pt x="338" y="433"/>
                        <a:pt x="338" y="433"/>
                        <a:pt x="338" y="433"/>
                      </a:cubicBezTo>
                      <a:cubicBezTo>
                        <a:pt x="338" y="433"/>
                        <a:pt x="338" y="433"/>
                        <a:pt x="338" y="433"/>
                      </a:cubicBezTo>
                      <a:cubicBezTo>
                        <a:pt x="338" y="434"/>
                        <a:pt x="338" y="434"/>
                        <a:pt x="338" y="434"/>
                      </a:cubicBezTo>
                      <a:cubicBezTo>
                        <a:pt x="338" y="434"/>
                        <a:pt x="338" y="434"/>
                        <a:pt x="339" y="434"/>
                      </a:cubicBezTo>
                      <a:cubicBezTo>
                        <a:pt x="339" y="434"/>
                        <a:pt x="339" y="434"/>
                        <a:pt x="339" y="434"/>
                      </a:cubicBezTo>
                      <a:cubicBezTo>
                        <a:pt x="339" y="434"/>
                        <a:pt x="339" y="435"/>
                        <a:pt x="339" y="435"/>
                      </a:cubicBezTo>
                      <a:cubicBezTo>
                        <a:pt x="338" y="435"/>
                        <a:pt x="338" y="435"/>
                        <a:pt x="338" y="435"/>
                      </a:cubicBezTo>
                      <a:cubicBezTo>
                        <a:pt x="338" y="436"/>
                        <a:pt x="338" y="436"/>
                        <a:pt x="338" y="436"/>
                      </a:cubicBezTo>
                      <a:cubicBezTo>
                        <a:pt x="338" y="436"/>
                        <a:pt x="339" y="436"/>
                        <a:pt x="339" y="436"/>
                      </a:cubicBezTo>
                      <a:cubicBezTo>
                        <a:pt x="339" y="436"/>
                        <a:pt x="339" y="436"/>
                        <a:pt x="339" y="437"/>
                      </a:cubicBezTo>
                      <a:cubicBezTo>
                        <a:pt x="338" y="437"/>
                        <a:pt x="338" y="437"/>
                        <a:pt x="338" y="437"/>
                      </a:cubicBezTo>
                      <a:cubicBezTo>
                        <a:pt x="338" y="437"/>
                        <a:pt x="338" y="437"/>
                        <a:pt x="338" y="437"/>
                      </a:cubicBezTo>
                      <a:cubicBezTo>
                        <a:pt x="338" y="437"/>
                        <a:pt x="338" y="437"/>
                        <a:pt x="338" y="437"/>
                      </a:cubicBezTo>
                      <a:cubicBezTo>
                        <a:pt x="338" y="438"/>
                        <a:pt x="339" y="438"/>
                        <a:pt x="339" y="438"/>
                      </a:cubicBezTo>
                      <a:cubicBezTo>
                        <a:pt x="339" y="438"/>
                        <a:pt x="339" y="438"/>
                        <a:pt x="339" y="438"/>
                      </a:cubicBezTo>
                      <a:cubicBezTo>
                        <a:pt x="339" y="438"/>
                        <a:pt x="339" y="438"/>
                        <a:pt x="339" y="438"/>
                      </a:cubicBezTo>
                      <a:cubicBezTo>
                        <a:pt x="339" y="439"/>
                        <a:pt x="339" y="439"/>
                        <a:pt x="339" y="439"/>
                      </a:cubicBezTo>
                      <a:cubicBezTo>
                        <a:pt x="339" y="439"/>
                        <a:pt x="339" y="440"/>
                        <a:pt x="338" y="440"/>
                      </a:cubicBezTo>
                      <a:cubicBezTo>
                        <a:pt x="338" y="440"/>
                        <a:pt x="338" y="440"/>
                        <a:pt x="338" y="440"/>
                      </a:cubicBezTo>
                      <a:cubicBezTo>
                        <a:pt x="338" y="440"/>
                        <a:pt x="338" y="441"/>
                        <a:pt x="338" y="441"/>
                      </a:cubicBezTo>
                      <a:cubicBezTo>
                        <a:pt x="338" y="441"/>
                        <a:pt x="339" y="441"/>
                        <a:pt x="339" y="441"/>
                      </a:cubicBezTo>
                      <a:cubicBezTo>
                        <a:pt x="339" y="441"/>
                        <a:pt x="339" y="441"/>
                        <a:pt x="339" y="441"/>
                      </a:cubicBezTo>
                      <a:cubicBezTo>
                        <a:pt x="339" y="442"/>
                        <a:pt x="339" y="442"/>
                        <a:pt x="340" y="442"/>
                      </a:cubicBezTo>
                      <a:cubicBezTo>
                        <a:pt x="340" y="442"/>
                        <a:pt x="340" y="442"/>
                        <a:pt x="339" y="442"/>
                      </a:cubicBezTo>
                      <a:cubicBezTo>
                        <a:pt x="339" y="442"/>
                        <a:pt x="339" y="442"/>
                        <a:pt x="339" y="442"/>
                      </a:cubicBezTo>
                      <a:cubicBezTo>
                        <a:pt x="339" y="442"/>
                        <a:pt x="340" y="442"/>
                        <a:pt x="340" y="443"/>
                      </a:cubicBezTo>
                      <a:cubicBezTo>
                        <a:pt x="340" y="443"/>
                        <a:pt x="340" y="443"/>
                        <a:pt x="340" y="443"/>
                      </a:cubicBezTo>
                      <a:cubicBezTo>
                        <a:pt x="340" y="443"/>
                        <a:pt x="340" y="444"/>
                        <a:pt x="340" y="444"/>
                      </a:cubicBezTo>
                      <a:cubicBezTo>
                        <a:pt x="340" y="444"/>
                        <a:pt x="340" y="444"/>
                        <a:pt x="340" y="444"/>
                      </a:cubicBezTo>
                      <a:cubicBezTo>
                        <a:pt x="341" y="444"/>
                        <a:pt x="341" y="444"/>
                        <a:pt x="341" y="444"/>
                      </a:cubicBezTo>
                      <a:cubicBezTo>
                        <a:pt x="341" y="444"/>
                        <a:pt x="341" y="444"/>
                        <a:pt x="341" y="443"/>
                      </a:cubicBezTo>
                      <a:cubicBezTo>
                        <a:pt x="341" y="443"/>
                        <a:pt x="341" y="443"/>
                        <a:pt x="341" y="443"/>
                      </a:cubicBezTo>
                      <a:cubicBezTo>
                        <a:pt x="342" y="443"/>
                        <a:pt x="342" y="443"/>
                        <a:pt x="342" y="443"/>
                      </a:cubicBezTo>
                      <a:cubicBezTo>
                        <a:pt x="342" y="443"/>
                        <a:pt x="342" y="443"/>
                        <a:pt x="342" y="442"/>
                      </a:cubicBezTo>
                      <a:cubicBezTo>
                        <a:pt x="342" y="442"/>
                        <a:pt x="342" y="442"/>
                        <a:pt x="342" y="442"/>
                      </a:cubicBezTo>
                      <a:cubicBezTo>
                        <a:pt x="341" y="442"/>
                        <a:pt x="341" y="442"/>
                        <a:pt x="342" y="442"/>
                      </a:cubicBezTo>
                      <a:cubicBezTo>
                        <a:pt x="342" y="442"/>
                        <a:pt x="342" y="442"/>
                        <a:pt x="342" y="442"/>
                      </a:cubicBezTo>
                      <a:cubicBezTo>
                        <a:pt x="342" y="441"/>
                        <a:pt x="342" y="441"/>
                        <a:pt x="342" y="441"/>
                      </a:cubicBezTo>
                      <a:cubicBezTo>
                        <a:pt x="342" y="441"/>
                        <a:pt x="342" y="440"/>
                        <a:pt x="342" y="440"/>
                      </a:cubicBezTo>
                      <a:cubicBezTo>
                        <a:pt x="342" y="440"/>
                        <a:pt x="343" y="440"/>
                        <a:pt x="343" y="440"/>
                      </a:cubicBezTo>
                      <a:cubicBezTo>
                        <a:pt x="343" y="440"/>
                        <a:pt x="343" y="440"/>
                        <a:pt x="343" y="439"/>
                      </a:cubicBezTo>
                      <a:cubicBezTo>
                        <a:pt x="343" y="439"/>
                        <a:pt x="343" y="439"/>
                        <a:pt x="342" y="439"/>
                      </a:cubicBezTo>
                      <a:cubicBezTo>
                        <a:pt x="342" y="438"/>
                        <a:pt x="342" y="438"/>
                        <a:pt x="342" y="438"/>
                      </a:cubicBezTo>
                      <a:cubicBezTo>
                        <a:pt x="342" y="437"/>
                        <a:pt x="343" y="437"/>
                        <a:pt x="343" y="436"/>
                      </a:cubicBezTo>
                      <a:cubicBezTo>
                        <a:pt x="343" y="436"/>
                        <a:pt x="343" y="436"/>
                        <a:pt x="343" y="436"/>
                      </a:cubicBezTo>
                      <a:cubicBezTo>
                        <a:pt x="344" y="436"/>
                        <a:pt x="344" y="435"/>
                        <a:pt x="344" y="435"/>
                      </a:cubicBezTo>
                      <a:cubicBezTo>
                        <a:pt x="344" y="434"/>
                        <a:pt x="344" y="434"/>
                        <a:pt x="344" y="433"/>
                      </a:cubicBezTo>
                      <a:cubicBezTo>
                        <a:pt x="344" y="433"/>
                        <a:pt x="344" y="432"/>
                        <a:pt x="344" y="432"/>
                      </a:cubicBezTo>
                      <a:cubicBezTo>
                        <a:pt x="344" y="431"/>
                        <a:pt x="344" y="430"/>
                        <a:pt x="345" y="429"/>
                      </a:cubicBezTo>
                      <a:cubicBezTo>
                        <a:pt x="345" y="429"/>
                        <a:pt x="345" y="428"/>
                        <a:pt x="346" y="428"/>
                      </a:cubicBezTo>
                      <a:cubicBezTo>
                        <a:pt x="346" y="427"/>
                        <a:pt x="346" y="426"/>
                        <a:pt x="347" y="425"/>
                      </a:cubicBezTo>
                      <a:cubicBezTo>
                        <a:pt x="347" y="425"/>
                        <a:pt x="348" y="425"/>
                        <a:pt x="348" y="425"/>
                      </a:cubicBezTo>
                      <a:cubicBezTo>
                        <a:pt x="348" y="425"/>
                        <a:pt x="348" y="425"/>
                        <a:pt x="348" y="425"/>
                      </a:cubicBezTo>
                      <a:cubicBezTo>
                        <a:pt x="349" y="425"/>
                        <a:pt x="349" y="426"/>
                        <a:pt x="349" y="427"/>
                      </a:cubicBezTo>
                      <a:cubicBezTo>
                        <a:pt x="349" y="427"/>
                        <a:pt x="349" y="427"/>
                        <a:pt x="349" y="427"/>
                      </a:cubicBezTo>
                      <a:cubicBezTo>
                        <a:pt x="350" y="428"/>
                        <a:pt x="350" y="428"/>
                        <a:pt x="350" y="429"/>
                      </a:cubicBezTo>
                      <a:cubicBezTo>
                        <a:pt x="352" y="430"/>
                        <a:pt x="354" y="432"/>
                        <a:pt x="355" y="434"/>
                      </a:cubicBezTo>
                      <a:cubicBezTo>
                        <a:pt x="356" y="435"/>
                        <a:pt x="356" y="437"/>
                        <a:pt x="356" y="438"/>
                      </a:cubicBezTo>
                      <a:cubicBezTo>
                        <a:pt x="356" y="439"/>
                        <a:pt x="356" y="439"/>
                        <a:pt x="356" y="440"/>
                      </a:cubicBezTo>
                      <a:cubicBezTo>
                        <a:pt x="356" y="440"/>
                        <a:pt x="357" y="441"/>
                        <a:pt x="357" y="441"/>
                      </a:cubicBezTo>
                      <a:cubicBezTo>
                        <a:pt x="357" y="442"/>
                        <a:pt x="357" y="443"/>
                        <a:pt x="356" y="444"/>
                      </a:cubicBezTo>
                      <a:cubicBezTo>
                        <a:pt x="356" y="444"/>
                        <a:pt x="356" y="445"/>
                        <a:pt x="356" y="445"/>
                      </a:cubicBezTo>
                      <a:cubicBezTo>
                        <a:pt x="356" y="444"/>
                        <a:pt x="355" y="444"/>
                        <a:pt x="355" y="444"/>
                      </a:cubicBezTo>
                      <a:cubicBezTo>
                        <a:pt x="355" y="444"/>
                        <a:pt x="355" y="444"/>
                        <a:pt x="354" y="444"/>
                      </a:cubicBezTo>
                      <a:cubicBezTo>
                        <a:pt x="354" y="444"/>
                        <a:pt x="354" y="444"/>
                        <a:pt x="354" y="444"/>
                      </a:cubicBezTo>
                      <a:cubicBezTo>
                        <a:pt x="354" y="444"/>
                        <a:pt x="354" y="444"/>
                        <a:pt x="354" y="444"/>
                      </a:cubicBezTo>
                      <a:cubicBezTo>
                        <a:pt x="354" y="443"/>
                        <a:pt x="354" y="442"/>
                        <a:pt x="354" y="442"/>
                      </a:cubicBezTo>
                      <a:cubicBezTo>
                        <a:pt x="354" y="442"/>
                        <a:pt x="353" y="443"/>
                        <a:pt x="353" y="444"/>
                      </a:cubicBezTo>
                      <a:cubicBezTo>
                        <a:pt x="353" y="444"/>
                        <a:pt x="353" y="444"/>
                        <a:pt x="353" y="444"/>
                      </a:cubicBezTo>
                      <a:cubicBezTo>
                        <a:pt x="353" y="444"/>
                        <a:pt x="353" y="444"/>
                        <a:pt x="353" y="444"/>
                      </a:cubicBezTo>
                      <a:cubicBezTo>
                        <a:pt x="353" y="444"/>
                        <a:pt x="353" y="445"/>
                        <a:pt x="353" y="445"/>
                      </a:cubicBezTo>
                      <a:cubicBezTo>
                        <a:pt x="353" y="445"/>
                        <a:pt x="353" y="445"/>
                        <a:pt x="354" y="445"/>
                      </a:cubicBezTo>
                      <a:cubicBezTo>
                        <a:pt x="354" y="446"/>
                        <a:pt x="354" y="446"/>
                        <a:pt x="354" y="446"/>
                      </a:cubicBezTo>
                      <a:cubicBezTo>
                        <a:pt x="353" y="446"/>
                        <a:pt x="353" y="447"/>
                        <a:pt x="353" y="447"/>
                      </a:cubicBezTo>
                      <a:cubicBezTo>
                        <a:pt x="353" y="447"/>
                        <a:pt x="353" y="447"/>
                        <a:pt x="353" y="447"/>
                      </a:cubicBezTo>
                      <a:cubicBezTo>
                        <a:pt x="352" y="448"/>
                        <a:pt x="353" y="449"/>
                        <a:pt x="353" y="449"/>
                      </a:cubicBezTo>
                      <a:cubicBezTo>
                        <a:pt x="353" y="449"/>
                        <a:pt x="353" y="450"/>
                        <a:pt x="353" y="450"/>
                      </a:cubicBezTo>
                      <a:cubicBezTo>
                        <a:pt x="353" y="450"/>
                        <a:pt x="353" y="451"/>
                        <a:pt x="353" y="451"/>
                      </a:cubicBezTo>
                      <a:cubicBezTo>
                        <a:pt x="354" y="452"/>
                        <a:pt x="354" y="452"/>
                        <a:pt x="354" y="453"/>
                      </a:cubicBezTo>
                      <a:cubicBezTo>
                        <a:pt x="354" y="453"/>
                        <a:pt x="354" y="453"/>
                        <a:pt x="354" y="454"/>
                      </a:cubicBezTo>
                      <a:cubicBezTo>
                        <a:pt x="355" y="454"/>
                        <a:pt x="355" y="454"/>
                        <a:pt x="355" y="454"/>
                      </a:cubicBezTo>
                      <a:cubicBezTo>
                        <a:pt x="355" y="455"/>
                        <a:pt x="355" y="455"/>
                        <a:pt x="355" y="455"/>
                      </a:cubicBezTo>
                      <a:cubicBezTo>
                        <a:pt x="356" y="455"/>
                        <a:pt x="356" y="456"/>
                        <a:pt x="356" y="456"/>
                      </a:cubicBezTo>
                      <a:cubicBezTo>
                        <a:pt x="357" y="458"/>
                        <a:pt x="358" y="459"/>
                        <a:pt x="359" y="460"/>
                      </a:cubicBezTo>
                      <a:cubicBezTo>
                        <a:pt x="359" y="461"/>
                        <a:pt x="359" y="461"/>
                        <a:pt x="359" y="461"/>
                      </a:cubicBezTo>
                      <a:cubicBezTo>
                        <a:pt x="359" y="461"/>
                        <a:pt x="359" y="461"/>
                        <a:pt x="359" y="461"/>
                      </a:cubicBezTo>
                      <a:cubicBezTo>
                        <a:pt x="359" y="461"/>
                        <a:pt x="359" y="461"/>
                        <a:pt x="360" y="462"/>
                      </a:cubicBezTo>
                      <a:cubicBezTo>
                        <a:pt x="360" y="462"/>
                        <a:pt x="360" y="462"/>
                        <a:pt x="360" y="462"/>
                      </a:cubicBezTo>
                      <a:cubicBezTo>
                        <a:pt x="360" y="463"/>
                        <a:pt x="360" y="463"/>
                        <a:pt x="360" y="464"/>
                      </a:cubicBezTo>
                      <a:cubicBezTo>
                        <a:pt x="361" y="464"/>
                        <a:pt x="360" y="463"/>
                        <a:pt x="361" y="462"/>
                      </a:cubicBezTo>
                      <a:cubicBezTo>
                        <a:pt x="361" y="462"/>
                        <a:pt x="361" y="462"/>
                        <a:pt x="361" y="462"/>
                      </a:cubicBezTo>
                      <a:cubicBezTo>
                        <a:pt x="362" y="462"/>
                        <a:pt x="362" y="462"/>
                        <a:pt x="362" y="462"/>
                      </a:cubicBezTo>
                      <a:cubicBezTo>
                        <a:pt x="362" y="462"/>
                        <a:pt x="362" y="462"/>
                        <a:pt x="362" y="462"/>
                      </a:cubicBezTo>
                      <a:cubicBezTo>
                        <a:pt x="362" y="461"/>
                        <a:pt x="362" y="461"/>
                        <a:pt x="362" y="461"/>
                      </a:cubicBezTo>
                      <a:cubicBezTo>
                        <a:pt x="362" y="461"/>
                        <a:pt x="362" y="461"/>
                        <a:pt x="362" y="460"/>
                      </a:cubicBezTo>
                      <a:cubicBezTo>
                        <a:pt x="361" y="460"/>
                        <a:pt x="361" y="460"/>
                        <a:pt x="361" y="460"/>
                      </a:cubicBezTo>
                      <a:cubicBezTo>
                        <a:pt x="362" y="460"/>
                        <a:pt x="362" y="460"/>
                        <a:pt x="362" y="460"/>
                      </a:cubicBezTo>
                      <a:cubicBezTo>
                        <a:pt x="362" y="460"/>
                        <a:pt x="363" y="460"/>
                        <a:pt x="363" y="459"/>
                      </a:cubicBezTo>
                      <a:cubicBezTo>
                        <a:pt x="363" y="459"/>
                        <a:pt x="363" y="459"/>
                        <a:pt x="363" y="459"/>
                      </a:cubicBezTo>
                      <a:cubicBezTo>
                        <a:pt x="364" y="459"/>
                        <a:pt x="364" y="459"/>
                        <a:pt x="364" y="459"/>
                      </a:cubicBezTo>
                      <a:cubicBezTo>
                        <a:pt x="364" y="459"/>
                        <a:pt x="364" y="459"/>
                        <a:pt x="365" y="459"/>
                      </a:cubicBezTo>
                      <a:cubicBezTo>
                        <a:pt x="365" y="459"/>
                        <a:pt x="365" y="460"/>
                        <a:pt x="365" y="460"/>
                      </a:cubicBezTo>
                      <a:cubicBezTo>
                        <a:pt x="365" y="460"/>
                        <a:pt x="365" y="459"/>
                        <a:pt x="365" y="459"/>
                      </a:cubicBezTo>
                      <a:cubicBezTo>
                        <a:pt x="365" y="458"/>
                        <a:pt x="366" y="458"/>
                        <a:pt x="366" y="458"/>
                      </a:cubicBezTo>
                      <a:cubicBezTo>
                        <a:pt x="366" y="457"/>
                        <a:pt x="366" y="457"/>
                        <a:pt x="366" y="456"/>
                      </a:cubicBezTo>
                      <a:cubicBezTo>
                        <a:pt x="366" y="456"/>
                        <a:pt x="366" y="455"/>
                        <a:pt x="366" y="455"/>
                      </a:cubicBezTo>
                      <a:cubicBezTo>
                        <a:pt x="366" y="455"/>
                        <a:pt x="365" y="454"/>
                        <a:pt x="365" y="454"/>
                      </a:cubicBezTo>
                      <a:cubicBezTo>
                        <a:pt x="365" y="454"/>
                        <a:pt x="365" y="453"/>
                        <a:pt x="366" y="453"/>
                      </a:cubicBezTo>
                      <a:cubicBezTo>
                        <a:pt x="366" y="453"/>
                        <a:pt x="366" y="452"/>
                        <a:pt x="367" y="451"/>
                      </a:cubicBezTo>
                      <a:cubicBezTo>
                        <a:pt x="367" y="451"/>
                        <a:pt x="367" y="450"/>
                        <a:pt x="367" y="450"/>
                      </a:cubicBezTo>
                      <a:cubicBezTo>
                        <a:pt x="367" y="450"/>
                        <a:pt x="368" y="450"/>
                        <a:pt x="368" y="449"/>
                      </a:cubicBezTo>
                      <a:cubicBezTo>
                        <a:pt x="369" y="449"/>
                        <a:pt x="370" y="448"/>
                        <a:pt x="370" y="447"/>
                      </a:cubicBezTo>
                      <a:cubicBezTo>
                        <a:pt x="370" y="447"/>
                        <a:pt x="370" y="447"/>
                        <a:pt x="370" y="447"/>
                      </a:cubicBezTo>
                      <a:cubicBezTo>
                        <a:pt x="371" y="447"/>
                        <a:pt x="370" y="446"/>
                        <a:pt x="370" y="446"/>
                      </a:cubicBezTo>
                      <a:cubicBezTo>
                        <a:pt x="370" y="446"/>
                        <a:pt x="369" y="447"/>
                        <a:pt x="369" y="447"/>
                      </a:cubicBezTo>
                      <a:cubicBezTo>
                        <a:pt x="369" y="447"/>
                        <a:pt x="369" y="446"/>
                        <a:pt x="369" y="446"/>
                      </a:cubicBezTo>
                      <a:cubicBezTo>
                        <a:pt x="369" y="446"/>
                        <a:pt x="369" y="445"/>
                        <a:pt x="370" y="445"/>
                      </a:cubicBezTo>
                      <a:cubicBezTo>
                        <a:pt x="370" y="445"/>
                        <a:pt x="370" y="444"/>
                        <a:pt x="370" y="444"/>
                      </a:cubicBezTo>
                      <a:cubicBezTo>
                        <a:pt x="370" y="444"/>
                        <a:pt x="370" y="444"/>
                        <a:pt x="370" y="444"/>
                      </a:cubicBezTo>
                      <a:cubicBezTo>
                        <a:pt x="370" y="444"/>
                        <a:pt x="370" y="443"/>
                        <a:pt x="370" y="443"/>
                      </a:cubicBezTo>
                      <a:cubicBezTo>
                        <a:pt x="370" y="442"/>
                        <a:pt x="371" y="440"/>
                        <a:pt x="371" y="439"/>
                      </a:cubicBezTo>
                      <a:cubicBezTo>
                        <a:pt x="371" y="438"/>
                        <a:pt x="371" y="437"/>
                        <a:pt x="371" y="436"/>
                      </a:cubicBezTo>
                      <a:cubicBezTo>
                        <a:pt x="371" y="436"/>
                        <a:pt x="371" y="436"/>
                        <a:pt x="371" y="435"/>
                      </a:cubicBezTo>
                      <a:cubicBezTo>
                        <a:pt x="371" y="435"/>
                        <a:pt x="371" y="435"/>
                        <a:pt x="372" y="435"/>
                      </a:cubicBezTo>
                      <a:cubicBezTo>
                        <a:pt x="372" y="435"/>
                        <a:pt x="372" y="435"/>
                        <a:pt x="372" y="435"/>
                      </a:cubicBezTo>
                      <a:cubicBezTo>
                        <a:pt x="373" y="435"/>
                        <a:pt x="373" y="435"/>
                        <a:pt x="373" y="434"/>
                      </a:cubicBezTo>
                      <a:cubicBezTo>
                        <a:pt x="373" y="435"/>
                        <a:pt x="373" y="435"/>
                        <a:pt x="374" y="435"/>
                      </a:cubicBezTo>
                      <a:cubicBezTo>
                        <a:pt x="374" y="435"/>
                        <a:pt x="374" y="435"/>
                        <a:pt x="374" y="435"/>
                      </a:cubicBezTo>
                      <a:cubicBezTo>
                        <a:pt x="374" y="435"/>
                        <a:pt x="374" y="435"/>
                        <a:pt x="374" y="435"/>
                      </a:cubicBezTo>
                      <a:cubicBezTo>
                        <a:pt x="375" y="435"/>
                        <a:pt x="375" y="435"/>
                        <a:pt x="376" y="435"/>
                      </a:cubicBezTo>
                      <a:cubicBezTo>
                        <a:pt x="376" y="435"/>
                        <a:pt x="376" y="435"/>
                        <a:pt x="376" y="435"/>
                      </a:cubicBezTo>
                      <a:cubicBezTo>
                        <a:pt x="377" y="435"/>
                        <a:pt x="377" y="435"/>
                        <a:pt x="377" y="434"/>
                      </a:cubicBezTo>
                      <a:cubicBezTo>
                        <a:pt x="377" y="434"/>
                        <a:pt x="377" y="434"/>
                        <a:pt x="377" y="434"/>
                      </a:cubicBezTo>
                      <a:cubicBezTo>
                        <a:pt x="376" y="434"/>
                        <a:pt x="376" y="434"/>
                        <a:pt x="376" y="434"/>
                      </a:cubicBezTo>
                      <a:cubicBezTo>
                        <a:pt x="376" y="434"/>
                        <a:pt x="376" y="434"/>
                        <a:pt x="376" y="434"/>
                      </a:cubicBezTo>
                      <a:cubicBezTo>
                        <a:pt x="376" y="433"/>
                        <a:pt x="376" y="433"/>
                        <a:pt x="375" y="433"/>
                      </a:cubicBezTo>
                      <a:cubicBezTo>
                        <a:pt x="375" y="434"/>
                        <a:pt x="375" y="434"/>
                        <a:pt x="375" y="433"/>
                      </a:cubicBezTo>
                      <a:cubicBezTo>
                        <a:pt x="374" y="433"/>
                        <a:pt x="375" y="432"/>
                        <a:pt x="375" y="432"/>
                      </a:cubicBezTo>
                      <a:cubicBezTo>
                        <a:pt x="375" y="432"/>
                        <a:pt x="375" y="432"/>
                        <a:pt x="375" y="432"/>
                      </a:cubicBezTo>
                      <a:cubicBezTo>
                        <a:pt x="376" y="432"/>
                        <a:pt x="376" y="432"/>
                        <a:pt x="376" y="432"/>
                      </a:cubicBezTo>
                      <a:cubicBezTo>
                        <a:pt x="375" y="432"/>
                        <a:pt x="375" y="432"/>
                        <a:pt x="375" y="432"/>
                      </a:cubicBezTo>
                      <a:cubicBezTo>
                        <a:pt x="375" y="432"/>
                        <a:pt x="375" y="431"/>
                        <a:pt x="374" y="431"/>
                      </a:cubicBezTo>
                      <a:cubicBezTo>
                        <a:pt x="374" y="431"/>
                        <a:pt x="375" y="431"/>
                        <a:pt x="375" y="431"/>
                      </a:cubicBezTo>
                      <a:cubicBezTo>
                        <a:pt x="375" y="431"/>
                        <a:pt x="376" y="431"/>
                        <a:pt x="376" y="431"/>
                      </a:cubicBezTo>
                      <a:cubicBezTo>
                        <a:pt x="376" y="431"/>
                        <a:pt x="376" y="431"/>
                        <a:pt x="377" y="431"/>
                      </a:cubicBezTo>
                      <a:cubicBezTo>
                        <a:pt x="377" y="431"/>
                        <a:pt x="377" y="431"/>
                        <a:pt x="377" y="431"/>
                      </a:cubicBezTo>
                      <a:cubicBezTo>
                        <a:pt x="377" y="431"/>
                        <a:pt x="376" y="431"/>
                        <a:pt x="376" y="431"/>
                      </a:cubicBezTo>
                      <a:cubicBezTo>
                        <a:pt x="376" y="431"/>
                        <a:pt x="376" y="430"/>
                        <a:pt x="376" y="430"/>
                      </a:cubicBezTo>
                      <a:cubicBezTo>
                        <a:pt x="376" y="430"/>
                        <a:pt x="376" y="430"/>
                        <a:pt x="377" y="430"/>
                      </a:cubicBezTo>
                      <a:cubicBezTo>
                        <a:pt x="377" y="430"/>
                        <a:pt x="377" y="430"/>
                        <a:pt x="377" y="430"/>
                      </a:cubicBezTo>
                      <a:cubicBezTo>
                        <a:pt x="378" y="430"/>
                        <a:pt x="378" y="430"/>
                        <a:pt x="378" y="430"/>
                      </a:cubicBezTo>
                      <a:cubicBezTo>
                        <a:pt x="378" y="430"/>
                        <a:pt x="379" y="430"/>
                        <a:pt x="379" y="429"/>
                      </a:cubicBezTo>
                      <a:cubicBezTo>
                        <a:pt x="379" y="429"/>
                        <a:pt x="378" y="430"/>
                        <a:pt x="378" y="430"/>
                      </a:cubicBezTo>
                      <a:cubicBezTo>
                        <a:pt x="378" y="430"/>
                        <a:pt x="378" y="429"/>
                        <a:pt x="377" y="429"/>
                      </a:cubicBezTo>
                      <a:cubicBezTo>
                        <a:pt x="377" y="429"/>
                        <a:pt x="377" y="429"/>
                        <a:pt x="377" y="429"/>
                      </a:cubicBezTo>
                      <a:cubicBezTo>
                        <a:pt x="376" y="429"/>
                        <a:pt x="376" y="429"/>
                        <a:pt x="376" y="429"/>
                      </a:cubicBezTo>
                      <a:cubicBezTo>
                        <a:pt x="375" y="429"/>
                        <a:pt x="375" y="429"/>
                        <a:pt x="375" y="429"/>
                      </a:cubicBezTo>
                      <a:cubicBezTo>
                        <a:pt x="375" y="429"/>
                        <a:pt x="375" y="428"/>
                        <a:pt x="375" y="428"/>
                      </a:cubicBezTo>
                      <a:cubicBezTo>
                        <a:pt x="375" y="428"/>
                        <a:pt x="376" y="428"/>
                        <a:pt x="375" y="428"/>
                      </a:cubicBezTo>
                      <a:cubicBezTo>
                        <a:pt x="375" y="428"/>
                        <a:pt x="375" y="428"/>
                        <a:pt x="375" y="428"/>
                      </a:cubicBezTo>
                      <a:cubicBezTo>
                        <a:pt x="375" y="428"/>
                        <a:pt x="374" y="428"/>
                        <a:pt x="374" y="427"/>
                      </a:cubicBezTo>
                      <a:cubicBezTo>
                        <a:pt x="374" y="427"/>
                        <a:pt x="374" y="428"/>
                        <a:pt x="373" y="428"/>
                      </a:cubicBezTo>
                      <a:cubicBezTo>
                        <a:pt x="373" y="427"/>
                        <a:pt x="373" y="427"/>
                        <a:pt x="373" y="427"/>
                      </a:cubicBezTo>
                      <a:cubicBezTo>
                        <a:pt x="374" y="427"/>
                        <a:pt x="374" y="427"/>
                        <a:pt x="374" y="426"/>
                      </a:cubicBezTo>
                      <a:cubicBezTo>
                        <a:pt x="373" y="426"/>
                        <a:pt x="373" y="426"/>
                        <a:pt x="373" y="426"/>
                      </a:cubicBezTo>
                      <a:cubicBezTo>
                        <a:pt x="373" y="426"/>
                        <a:pt x="372" y="425"/>
                        <a:pt x="372" y="424"/>
                      </a:cubicBezTo>
                      <a:cubicBezTo>
                        <a:pt x="372" y="424"/>
                        <a:pt x="372" y="423"/>
                        <a:pt x="372" y="423"/>
                      </a:cubicBezTo>
                      <a:cubicBezTo>
                        <a:pt x="372" y="423"/>
                        <a:pt x="372" y="422"/>
                        <a:pt x="372" y="422"/>
                      </a:cubicBezTo>
                      <a:cubicBezTo>
                        <a:pt x="372" y="422"/>
                        <a:pt x="372" y="422"/>
                        <a:pt x="373" y="422"/>
                      </a:cubicBezTo>
                      <a:cubicBezTo>
                        <a:pt x="373" y="422"/>
                        <a:pt x="373" y="422"/>
                        <a:pt x="373" y="422"/>
                      </a:cubicBezTo>
                      <a:cubicBezTo>
                        <a:pt x="373" y="422"/>
                        <a:pt x="373" y="422"/>
                        <a:pt x="373" y="422"/>
                      </a:cubicBezTo>
                      <a:cubicBezTo>
                        <a:pt x="372" y="422"/>
                        <a:pt x="372" y="421"/>
                        <a:pt x="372" y="421"/>
                      </a:cubicBezTo>
                      <a:cubicBezTo>
                        <a:pt x="372" y="421"/>
                        <a:pt x="372" y="420"/>
                        <a:pt x="372" y="420"/>
                      </a:cubicBezTo>
                      <a:cubicBezTo>
                        <a:pt x="372" y="420"/>
                        <a:pt x="373" y="419"/>
                        <a:pt x="373" y="419"/>
                      </a:cubicBezTo>
                      <a:cubicBezTo>
                        <a:pt x="373" y="419"/>
                        <a:pt x="372" y="418"/>
                        <a:pt x="372" y="418"/>
                      </a:cubicBezTo>
                      <a:cubicBezTo>
                        <a:pt x="372" y="417"/>
                        <a:pt x="372" y="417"/>
                        <a:pt x="373" y="417"/>
                      </a:cubicBezTo>
                      <a:cubicBezTo>
                        <a:pt x="373" y="417"/>
                        <a:pt x="373" y="416"/>
                        <a:pt x="373" y="416"/>
                      </a:cubicBezTo>
                      <a:cubicBezTo>
                        <a:pt x="373" y="416"/>
                        <a:pt x="372" y="416"/>
                        <a:pt x="372" y="416"/>
                      </a:cubicBezTo>
                      <a:cubicBezTo>
                        <a:pt x="372" y="416"/>
                        <a:pt x="372" y="416"/>
                        <a:pt x="372" y="416"/>
                      </a:cubicBezTo>
                      <a:cubicBezTo>
                        <a:pt x="372" y="415"/>
                        <a:pt x="373" y="415"/>
                        <a:pt x="373" y="416"/>
                      </a:cubicBezTo>
                      <a:cubicBezTo>
                        <a:pt x="373" y="416"/>
                        <a:pt x="373" y="416"/>
                        <a:pt x="373" y="416"/>
                      </a:cubicBezTo>
                      <a:cubicBezTo>
                        <a:pt x="373" y="416"/>
                        <a:pt x="373" y="415"/>
                        <a:pt x="373" y="415"/>
                      </a:cubicBezTo>
                      <a:cubicBezTo>
                        <a:pt x="373" y="415"/>
                        <a:pt x="373" y="415"/>
                        <a:pt x="373" y="415"/>
                      </a:cubicBezTo>
                      <a:cubicBezTo>
                        <a:pt x="373" y="415"/>
                        <a:pt x="373" y="415"/>
                        <a:pt x="373" y="415"/>
                      </a:cubicBezTo>
                      <a:cubicBezTo>
                        <a:pt x="373" y="415"/>
                        <a:pt x="372" y="415"/>
                        <a:pt x="372" y="415"/>
                      </a:cubicBezTo>
                      <a:cubicBezTo>
                        <a:pt x="372" y="415"/>
                        <a:pt x="372" y="414"/>
                        <a:pt x="372" y="414"/>
                      </a:cubicBezTo>
                      <a:cubicBezTo>
                        <a:pt x="372" y="414"/>
                        <a:pt x="372" y="414"/>
                        <a:pt x="372" y="414"/>
                      </a:cubicBezTo>
                      <a:cubicBezTo>
                        <a:pt x="372" y="414"/>
                        <a:pt x="373" y="414"/>
                        <a:pt x="373" y="414"/>
                      </a:cubicBezTo>
                      <a:cubicBezTo>
                        <a:pt x="374" y="414"/>
                        <a:pt x="374" y="415"/>
                        <a:pt x="374" y="415"/>
                      </a:cubicBezTo>
                      <a:cubicBezTo>
                        <a:pt x="374" y="415"/>
                        <a:pt x="375" y="415"/>
                        <a:pt x="375" y="415"/>
                      </a:cubicBezTo>
                      <a:cubicBezTo>
                        <a:pt x="375" y="415"/>
                        <a:pt x="375" y="415"/>
                        <a:pt x="376" y="415"/>
                      </a:cubicBezTo>
                      <a:cubicBezTo>
                        <a:pt x="376" y="415"/>
                        <a:pt x="376" y="415"/>
                        <a:pt x="376" y="415"/>
                      </a:cubicBezTo>
                      <a:cubicBezTo>
                        <a:pt x="376" y="415"/>
                        <a:pt x="376" y="415"/>
                        <a:pt x="377" y="414"/>
                      </a:cubicBezTo>
                      <a:cubicBezTo>
                        <a:pt x="377" y="414"/>
                        <a:pt x="377" y="414"/>
                        <a:pt x="377" y="414"/>
                      </a:cubicBezTo>
                      <a:cubicBezTo>
                        <a:pt x="376" y="414"/>
                        <a:pt x="376" y="414"/>
                        <a:pt x="376" y="414"/>
                      </a:cubicBezTo>
                      <a:cubicBezTo>
                        <a:pt x="376" y="414"/>
                        <a:pt x="376" y="414"/>
                        <a:pt x="377" y="414"/>
                      </a:cubicBezTo>
                      <a:cubicBezTo>
                        <a:pt x="377" y="414"/>
                        <a:pt x="377" y="414"/>
                        <a:pt x="377" y="414"/>
                      </a:cubicBezTo>
                      <a:cubicBezTo>
                        <a:pt x="377" y="414"/>
                        <a:pt x="377" y="414"/>
                        <a:pt x="378" y="414"/>
                      </a:cubicBezTo>
                      <a:cubicBezTo>
                        <a:pt x="378" y="414"/>
                        <a:pt x="379" y="414"/>
                        <a:pt x="380" y="414"/>
                      </a:cubicBezTo>
                      <a:cubicBezTo>
                        <a:pt x="380" y="414"/>
                        <a:pt x="380" y="414"/>
                        <a:pt x="380" y="415"/>
                      </a:cubicBezTo>
                      <a:cubicBezTo>
                        <a:pt x="381" y="415"/>
                        <a:pt x="381" y="415"/>
                        <a:pt x="381" y="415"/>
                      </a:cubicBezTo>
                      <a:cubicBezTo>
                        <a:pt x="381" y="415"/>
                        <a:pt x="381" y="415"/>
                        <a:pt x="381" y="415"/>
                      </a:cubicBezTo>
                      <a:cubicBezTo>
                        <a:pt x="381" y="415"/>
                        <a:pt x="382" y="415"/>
                        <a:pt x="382" y="416"/>
                      </a:cubicBezTo>
                      <a:cubicBezTo>
                        <a:pt x="382" y="416"/>
                        <a:pt x="382" y="416"/>
                        <a:pt x="383" y="416"/>
                      </a:cubicBezTo>
                      <a:cubicBezTo>
                        <a:pt x="383" y="416"/>
                        <a:pt x="383" y="416"/>
                        <a:pt x="383" y="416"/>
                      </a:cubicBezTo>
                      <a:cubicBezTo>
                        <a:pt x="383" y="416"/>
                        <a:pt x="383" y="416"/>
                        <a:pt x="383" y="416"/>
                      </a:cubicBezTo>
                      <a:cubicBezTo>
                        <a:pt x="383" y="416"/>
                        <a:pt x="384" y="417"/>
                        <a:pt x="384" y="417"/>
                      </a:cubicBezTo>
                      <a:cubicBezTo>
                        <a:pt x="384" y="417"/>
                        <a:pt x="385" y="417"/>
                        <a:pt x="385" y="417"/>
                      </a:cubicBezTo>
                      <a:cubicBezTo>
                        <a:pt x="385" y="417"/>
                        <a:pt x="386" y="417"/>
                        <a:pt x="386" y="417"/>
                      </a:cubicBezTo>
                      <a:cubicBezTo>
                        <a:pt x="386" y="417"/>
                        <a:pt x="386" y="417"/>
                        <a:pt x="387" y="417"/>
                      </a:cubicBezTo>
                      <a:cubicBezTo>
                        <a:pt x="387" y="417"/>
                        <a:pt x="387" y="417"/>
                        <a:pt x="387" y="417"/>
                      </a:cubicBezTo>
                      <a:cubicBezTo>
                        <a:pt x="387" y="417"/>
                        <a:pt x="387" y="417"/>
                        <a:pt x="387" y="417"/>
                      </a:cubicBezTo>
                      <a:cubicBezTo>
                        <a:pt x="388" y="417"/>
                        <a:pt x="389" y="417"/>
                        <a:pt x="390" y="417"/>
                      </a:cubicBezTo>
                      <a:cubicBezTo>
                        <a:pt x="390" y="417"/>
                        <a:pt x="390" y="417"/>
                        <a:pt x="391" y="417"/>
                      </a:cubicBezTo>
                      <a:cubicBezTo>
                        <a:pt x="391" y="417"/>
                        <a:pt x="391" y="417"/>
                        <a:pt x="391" y="417"/>
                      </a:cubicBezTo>
                      <a:cubicBezTo>
                        <a:pt x="391" y="417"/>
                        <a:pt x="391" y="417"/>
                        <a:pt x="392" y="417"/>
                      </a:cubicBezTo>
                      <a:cubicBezTo>
                        <a:pt x="392" y="417"/>
                        <a:pt x="392" y="417"/>
                        <a:pt x="392" y="417"/>
                      </a:cubicBezTo>
                      <a:cubicBezTo>
                        <a:pt x="392" y="417"/>
                        <a:pt x="392" y="417"/>
                        <a:pt x="392" y="418"/>
                      </a:cubicBezTo>
                      <a:cubicBezTo>
                        <a:pt x="392" y="418"/>
                        <a:pt x="392" y="418"/>
                        <a:pt x="392" y="418"/>
                      </a:cubicBezTo>
                      <a:cubicBezTo>
                        <a:pt x="392" y="418"/>
                        <a:pt x="392" y="418"/>
                        <a:pt x="392" y="418"/>
                      </a:cubicBezTo>
                      <a:cubicBezTo>
                        <a:pt x="392" y="418"/>
                        <a:pt x="392" y="418"/>
                        <a:pt x="391" y="418"/>
                      </a:cubicBezTo>
                      <a:cubicBezTo>
                        <a:pt x="391" y="418"/>
                        <a:pt x="391" y="418"/>
                        <a:pt x="391" y="418"/>
                      </a:cubicBezTo>
                      <a:cubicBezTo>
                        <a:pt x="391" y="418"/>
                        <a:pt x="391" y="418"/>
                        <a:pt x="391" y="418"/>
                      </a:cubicBezTo>
                      <a:cubicBezTo>
                        <a:pt x="391" y="418"/>
                        <a:pt x="392" y="418"/>
                        <a:pt x="392" y="418"/>
                      </a:cubicBezTo>
                      <a:cubicBezTo>
                        <a:pt x="392" y="419"/>
                        <a:pt x="392" y="419"/>
                        <a:pt x="391" y="419"/>
                      </a:cubicBezTo>
                      <a:cubicBezTo>
                        <a:pt x="391" y="419"/>
                        <a:pt x="391" y="419"/>
                        <a:pt x="391" y="419"/>
                      </a:cubicBezTo>
                      <a:cubicBezTo>
                        <a:pt x="391" y="419"/>
                        <a:pt x="391" y="419"/>
                        <a:pt x="391" y="419"/>
                      </a:cubicBezTo>
                      <a:cubicBezTo>
                        <a:pt x="392" y="419"/>
                        <a:pt x="392" y="420"/>
                        <a:pt x="392" y="420"/>
                      </a:cubicBezTo>
                      <a:cubicBezTo>
                        <a:pt x="393" y="420"/>
                        <a:pt x="393" y="420"/>
                        <a:pt x="394" y="421"/>
                      </a:cubicBezTo>
                      <a:cubicBezTo>
                        <a:pt x="394" y="421"/>
                        <a:pt x="394" y="421"/>
                        <a:pt x="395" y="421"/>
                      </a:cubicBezTo>
                      <a:cubicBezTo>
                        <a:pt x="395" y="421"/>
                        <a:pt x="395" y="421"/>
                        <a:pt x="395" y="421"/>
                      </a:cubicBezTo>
                      <a:cubicBezTo>
                        <a:pt x="396" y="421"/>
                        <a:pt x="396" y="422"/>
                        <a:pt x="396" y="422"/>
                      </a:cubicBezTo>
                      <a:cubicBezTo>
                        <a:pt x="395" y="422"/>
                        <a:pt x="394" y="421"/>
                        <a:pt x="394" y="421"/>
                      </a:cubicBezTo>
                      <a:cubicBezTo>
                        <a:pt x="393" y="422"/>
                        <a:pt x="393" y="422"/>
                        <a:pt x="393" y="422"/>
                      </a:cubicBezTo>
                      <a:cubicBezTo>
                        <a:pt x="393" y="422"/>
                        <a:pt x="393" y="422"/>
                        <a:pt x="393" y="422"/>
                      </a:cubicBezTo>
                      <a:cubicBezTo>
                        <a:pt x="393" y="421"/>
                        <a:pt x="393" y="421"/>
                        <a:pt x="393" y="421"/>
                      </a:cubicBezTo>
                      <a:cubicBezTo>
                        <a:pt x="393" y="421"/>
                        <a:pt x="393" y="421"/>
                        <a:pt x="393" y="421"/>
                      </a:cubicBezTo>
                      <a:cubicBezTo>
                        <a:pt x="392" y="421"/>
                        <a:pt x="392" y="421"/>
                        <a:pt x="391" y="421"/>
                      </a:cubicBezTo>
                      <a:cubicBezTo>
                        <a:pt x="390" y="421"/>
                        <a:pt x="390" y="421"/>
                        <a:pt x="390" y="420"/>
                      </a:cubicBezTo>
                      <a:cubicBezTo>
                        <a:pt x="389" y="420"/>
                        <a:pt x="389" y="420"/>
                        <a:pt x="388" y="420"/>
                      </a:cubicBezTo>
                      <a:cubicBezTo>
                        <a:pt x="388" y="420"/>
                        <a:pt x="388" y="420"/>
                        <a:pt x="388" y="420"/>
                      </a:cubicBezTo>
                      <a:cubicBezTo>
                        <a:pt x="389" y="421"/>
                        <a:pt x="390" y="421"/>
                        <a:pt x="390" y="421"/>
                      </a:cubicBezTo>
                      <a:cubicBezTo>
                        <a:pt x="391" y="421"/>
                        <a:pt x="392" y="421"/>
                        <a:pt x="392" y="422"/>
                      </a:cubicBezTo>
                      <a:cubicBezTo>
                        <a:pt x="393" y="422"/>
                        <a:pt x="393" y="422"/>
                        <a:pt x="393" y="423"/>
                      </a:cubicBezTo>
                      <a:cubicBezTo>
                        <a:pt x="393" y="423"/>
                        <a:pt x="393" y="423"/>
                        <a:pt x="393" y="423"/>
                      </a:cubicBezTo>
                      <a:cubicBezTo>
                        <a:pt x="393" y="423"/>
                        <a:pt x="393" y="423"/>
                        <a:pt x="393" y="423"/>
                      </a:cubicBezTo>
                      <a:cubicBezTo>
                        <a:pt x="392" y="423"/>
                        <a:pt x="392" y="423"/>
                        <a:pt x="392" y="422"/>
                      </a:cubicBezTo>
                      <a:cubicBezTo>
                        <a:pt x="392" y="423"/>
                        <a:pt x="392" y="423"/>
                        <a:pt x="392" y="423"/>
                      </a:cubicBezTo>
                      <a:cubicBezTo>
                        <a:pt x="392" y="423"/>
                        <a:pt x="392" y="424"/>
                        <a:pt x="393" y="424"/>
                      </a:cubicBezTo>
                      <a:cubicBezTo>
                        <a:pt x="393" y="424"/>
                        <a:pt x="393" y="424"/>
                        <a:pt x="393" y="424"/>
                      </a:cubicBezTo>
                      <a:cubicBezTo>
                        <a:pt x="393" y="424"/>
                        <a:pt x="393" y="424"/>
                        <a:pt x="393" y="423"/>
                      </a:cubicBezTo>
                      <a:cubicBezTo>
                        <a:pt x="393" y="423"/>
                        <a:pt x="394" y="423"/>
                        <a:pt x="394" y="424"/>
                      </a:cubicBezTo>
                      <a:cubicBezTo>
                        <a:pt x="394" y="424"/>
                        <a:pt x="394" y="424"/>
                        <a:pt x="394" y="424"/>
                      </a:cubicBezTo>
                      <a:cubicBezTo>
                        <a:pt x="394" y="424"/>
                        <a:pt x="395" y="424"/>
                        <a:pt x="395" y="424"/>
                      </a:cubicBezTo>
                      <a:cubicBezTo>
                        <a:pt x="395" y="424"/>
                        <a:pt x="394" y="424"/>
                        <a:pt x="394" y="424"/>
                      </a:cubicBezTo>
                      <a:cubicBezTo>
                        <a:pt x="394" y="425"/>
                        <a:pt x="394" y="425"/>
                        <a:pt x="394" y="425"/>
                      </a:cubicBezTo>
                      <a:cubicBezTo>
                        <a:pt x="394" y="425"/>
                        <a:pt x="394" y="425"/>
                        <a:pt x="394" y="425"/>
                      </a:cubicBezTo>
                      <a:cubicBezTo>
                        <a:pt x="394" y="425"/>
                        <a:pt x="394" y="426"/>
                        <a:pt x="394" y="426"/>
                      </a:cubicBezTo>
                      <a:cubicBezTo>
                        <a:pt x="394" y="426"/>
                        <a:pt x="394" y="426"/>
                        <a:pt x="395" y="426"/>
                      </a:cubicBezTo>
                      <a:cubicBezTo>
                        <a:pt x="395" y="426"/>
                        <a:pt x="395" y="426"/>
                        <a:pt x="395" y="426"/>
                      </a:cubicBezTo>
                      <a:cubicBezTo>
                        <a:pt x="395" y="426"/>
                        <a:pt x="395" y="425"/>
                        <a:pt x="395" y="425"/>
                      </a:cubicBezTo>
                      <a:cubicBezTo>
                        <a:pt x="395" y="425"/>
                        <a:pt x="395" y="425"/>
                        <a:pt x="395" y="425"/>
                      </a:cubicBezTo>
                      <a:cubicBezTo>
                        <a:pt x="396" y="425"/>
                        <a:pt x="397" y="425"/>
                        <a:pt x="398" y="425"/>
                      </a:cubicBezTo>
                      <a:cubicBezTo>
                        <a:pt x="398" y="425"/>
                        <a:pt x="398" y="426"/>
                        <a:pt x="399" y="426"/>
                      </a:cubicBezTo>
                      <a:cubicBezTo>
                        <a:pt x="399" y="426"/>
                        <a:pt x="399" y="426"/>
                        <a:pt x="399" y="426"/>
                      </a:cubicBezTo>
                      <a:cubicBezTo>
                        <a:pt x="399" y="426"/>
                        <a:pt x="399" y="426"/>
                        <a:pt x="399" y="426"/>
                      </a:cubicBezTo>
                      <a:cubicBezTo>
                        <a:pt x="399" y="426"/>
                        <a:pt x="400" y="426"/>
                        <a:pt x="400" y="426"/>
                      </a:cubicBezTo>
                      <a:cubicBezTo>
                        <a:pt x="400" y="426"/>
                        <a:pt x="400" y="426"/>
                        <a:pt x="400" y="426"/>
                      </a:cubicBezTo>
                      <a:cubicBezTo>
                        <a:pt x="400" y="427"/>
                        <a:pt x="400" y="427"/>
                        <a:pt x="400" y="427"/>
                      </a:cubicBezTo>
                      <a:cubicBezTo>
                        <a:pt x="400" y="428"/>
                        <a:pt x="400" y="428"/>
                        <a:pt x="400" y="428"/>
                      </a:cubicBezTo>
                      <a:cubicBezTo>
                        <a:pt x="400" y="429"/>
                        <a:pt x="400" y="429"/>
                        <a:pt x="399" y="429"/>
                      </a:cubicBezTo>
                      <a:cubicBezTo>
                        <a:pt x="399" y="429"/>
                        <a:pt x="399" y="429"/>
                        <a:pt x="399" y="429"/>
                      </a:cubicBezTo>
                      <a:cubicBezTo>
                        <a:pt x="399" y="430"/>
                        <a:pt x="399" y="430"/>
                        <a:pt x="399" y="430"/>
                      </a:cubicBezTo>
                      <a:cubicBezTo>
                        <a:pt x="399" y="430"/>
                        <a:pt x="399" y="430"/>
                        <a:pt x="398" y="430"/>
                      </a:cubicBezTo>
                      <a:cubicBezTo>
                        <a:pt x="398" y="430"/>
                        <a:pt x="398" y="431"/>
                        <a:pt x="398" y="431"/>
                      </a:cubicBezTo>
                      <a:cubicBezTo>
                        <a:pt x="397" y="431"/>
                        <a:pt x="397" y="431"/>
                        <a:pt x="397" y="432"/>
                      </a:cubicBezTo>
                      <a:cubicBezTo>
                        <a:pt x="397" y="432"/>
                        <a:pt x="397" y="432"/>
                        <a:pt x="397" y="432"/>
                      </a:cubicBezTo>
                      <a:cubicBezTo>
                        <a:pt x="397" y="432"/>
                        <a:pt x="397" y="432"/>
                        <a:pt x="397" y="432"/>
                      </a:cubicBezTo>
                      <a:cubicBezTo>
                        <a:pt x="397" y="432"/>
                        <a:pt x="398" y="432"/>
                        <a:pt x="398" y="432"/>
                      </a:cubicBezTo>
                      <a:cubicBezTo>
                        <a:pt x="398" y="432"/>
                        <a:pt x="398" y="432"/>
                        <a:pt x="398" y="432"/>
                      </a:cubicBezTo>
                      <a:cubicBezTo>
                        <a:pt x="399" y="433"/>
                        <a:pt x="399" y="433"/>
                        <a:pt x="399" y="433"/>
                      </a:cubicBezTo>
                      <a:cubicBezTo>
                        <a:pt x="399" y="433"/>
                        <a:pt x="399" y="433"/>
                        <a:pt x="399" y="433"/>
                      </a:cubicBezTo>
                      <a:cubicBezTo>
                        <a:pt x="399" y="433"/>
                        <a:pt x="399" y="433"/>
                        <a:pt x="399" y="433"/>
                      </a:cubicBezTo>
                      <a:cubicBezTo>
                        <a:pt x="399" y="433"/>
                        <a:pt x="399" y="433"/>
                        <a:pt x="399" y="433"/>
                      </a:cubicBezTo>
                      <a:cubicBezTo>
                        <a:pt x="399" y="433"/>
                        <a:pt x="400" y="433"/>
                        <a:pt x="400" y="433"/>
                      </a:cubicBezTo>
                      <a:cubicBezTo>
                        <a:pt x="400" y="433"/>
                        <a:pt x="400" y="433"/>
                        <a:pt x="400" y="433"/>
                      </a:cubicBezTo>
                      <a:cubicBezTo>
                        <a:pt x="400" y="433"/>
                        <a:pt x="400" y="433"/>
                        <a:pt x="400" y="433"/>
                      </a:cubicBezTo>
                      <a:cubicBezTo>
                        <a:pt x="400" y="433"/>
                        <a:pt x="400" y="433"/>
                        <a:pt x="400" y="433"/>
                      </a:cubicBezTo>
                      <a:cubicBezTo>
                        <a:pt x="400" y="433"/>
                        <a:pt x="400" y="433"/>
                        <a:pt x="400" y="434"/>
                      </a:cubicBezTo>
                      <a:cubicBezTo>
                        <a:pt x="400" y="434"/>
                        <a:pt x="400" y="434"/>
                        <a:pt x="400" y="434"/>
                      </a:cubicBezTo>
                      <a:cubicBezTo>
                        <a:pt x="401" y="434"/>
                        <a:pt x="401" y="434"/>
                        <a:pt x="401" y="434"/>
                      </a:cubicBezTo>
                      <a:cubicBezTo>
                        <a:pt x="401" y="434"/>
                        <a:pt x="401" y="436"/>
                        <a:pt x="400" y="436"/>
                      </a:cubicBezTo>
                      <a:cubicBezTo>
                        <a:pt x="400" y="436"/>
                        <a:pt x="400" y="436"/>
                        <a:pt x="400" y="436"/>
                      </a:cubicBezTo>
                      <a:cubicBezTo>
                        <a:pt x="400" y="436"/>
                        <a:pt x="400" y="436"/>
                        <a:pt x="400" y="436"/>
                      </a:cubicBezTo>
                      <a:cubicBezTo>
                        <a:pt x="400" y="435"/>
                        <a:pt x="400" y="435"/>
                        <a:pt x="399" y="435"/>
                      </a:cubicBezTo>
                      <a:cubicBezTo>
                        <a:pt x="399" y="435"/>
                        <a:pt x="399" y="435"/>
                        <a:pt x="399" y="435"/>
                      </a:cubicBezTo>
                      <a:cubicBezTo>
                        <a:pt x="399" y="435"/>
                        <a:pt x="399" y="436"/>
                        <a:pt x="399" y="436"/>
                      </a:cubicBezTo>
                      <a:cubicBezTo>
                        <a:pt x="399" y="436"/>
                        <a:pt x="399" y="436"/>
                        <a:pt x="399" y="436"/>
                      </a:cubicBezTo>
                      <a:cubicBezTo>
                        <a:pt x="400" y="436"/>
                        <a:pt x="400" y="437"/>
                        <a:pt x="400" y="437"/>
                      </a:cubicBezTo>
                      <a:cubicBezTo>
                        <a:pt x="400" y="437"/>
                        <a:pt x="400" y="437"/>
                        <a:pt x="400" y="438"/>
                      </a:cubicBezTo>
                      <a:cubicBezTo>
                        <a:pt x="399" y="438"/>
                        <a:pt x="399" y="439"/>
                        <a:pt x="398" y="439"/>
                      </a:cubicBezTo>
                      <a:cubicBezTo>
                        <a:pt x="398" y="439"/>
                        <a:pt x="397" y="439"/>
                        <a:pt x="397" y="439"/>
                      </a:cubicBezTo>
                      <a:cubicBezTo>
                        <a:pt x="396" y="439"/>
                        <a:pt x="397" y="440"/>
                        <a:pt x="397" y="440"/>
                      </a:cubicBezTo>
                      <a:cubicBezTo>
                        <a:pt x="396" y="441"/>
                        <a:pt x="396" y="441"/>
                        <a:pt x="396" y="441"/>
                      </a:cubicBezTo>
                      <a:cubicBezTo>
                        <a:pt x="396" y="441"/>
                        <a:pt x="395" y="441"/>
                        <a:pt x="395" y="440"/>
                      </a:cubicBezTo>
                      <a:cubicBezTo>
                        <a:pt x="395" y="440"/>
                        <a:pt x="395" y="440"/>
                        <a:pt x="395" y="440"/>
                      </a:cubicBezTo>
                      <a:cubicBezTo>
                        <a:pt x="395" y="440"/>
                        <a:pt x="395" y="439"/>
                        <a:pt x="395" y="439"/>
                      </a:cubicBezTo>
                      <a:cubicBezTo>
                        <a:pt x="395" y="439"/>
                        <a:pt x="394" y="439"/>
                        <a:pt x="394" y="439"/>
                      </a:cubicBezTo>
                      <a:cubicBezTo>
                        <a:pt x="394" y="439"/>
                        <a:pt x="394" y="440"/>
                        <a:pt x="394" y="440"/>
                      </a:cubicBezTo>
                      <a:cubicBezTo>
                        <a:pt x="394" y="440"/>
                        <a:pt x="394" y="440"/>
                        <a:pt x="394" y="440"/>
                      </a:cubicBezTo>
                      <a:cubicBezTo>
                        <a:pt x="394" y="440"/>
                        <a:pt x="394" y="440"/>
                        <a:pt x="394" y="440"/>
                      </a:cubicBezTo>
                      <a:cubicBezTo>
                        <a:pt x="393" y="440"/>
                        <a:pt x="393" y="440"/>
                        <a:pt x="393" y="440"/>
                      </a:cubicBezTo>
                      <a:cubicBezTo>
                        <a:pt x="393" y="440"/>
                        <a:pt x="392" y="439"/>
                        <a:pt x="392" y="439"/>
                      </a:cubicBezTo>
                      <a:cubicBezTo>
                        <a:pt x="392" y="439"/>
                        <a:pt x="392" y="439"/>
                        <a:pt x="392" y="439"/>
                      </a:cubicBezTo>
                      <a:cubicBezTo>
                        <a:pt x="392" y="439"/>
                        <a:pt x="392" y="440"/>
                        <a:pt x="392" y="440"/>
                      </a:cubicBezTo>
                      <a:cubicBezTo>
                        <a:pt x="392" y="440"/>
                        <a:pt x="392" y="440"/>
                        <a:pt x="392" y="440"/>
                      </a:cubicBezTo>
                      <a:cubicBezTo>
                        <a:pt x="392" y="440"/>
                        <a:pt x="392" y="440"/>
                        <a:pt x="392" y="440"/>
                      </a:cubicBezTo>
                      <a:cubicBezTo>
                        <a:pt x="392" y="440"/>
                        <a:pt x="392" y="441"/>
                        <a:pt x="392" y="441"/>
                      </a:cubicBezTo>
                      <a:cubicBezTo>
                        <a:pt x="392" y="441"/>
                        <a:pt x="392" y="441"/>
                        <a:pt x="392" y="441"/>
                      </a:cubicBezTo>
                      <a:cubicBezTo>
                        <a:pt x="391" y="441"/>
                        <a:pt x="391" y="441"/>
                        <a:pt x="391" y="441"/>
                      </a:cubicBezTo>
                      <a:cubicBezTo>
                        <a:pt x="391" y="441"/>
                        <a:pt x="391" y="441"/>
                        <a:pt x="391" y="441"/>
                      </a:cubicBezTo>
                      <a:cubicBezTo>
                        <a:pt x="392" y="441"/>
                        <a:pt x="392" y="441"/>
                        <a:pt x="392" y="441"/>
                      </a:cubicBezTo>
                      <a:cubicBezTo>
                        <a:pt x="392" y="441"/>
                        <a:pt x="392" y="441"/>
                        <a:pt x="393" y="442"/>
                      </a:cubicBezTo>
                      <a:cubicBezTo>
                        <a:pt x="393" y="442"/>
                        <a:pt x="393" y="442"/>
                        <a:pt x="393" y="442"/>
                      </a:cubicBezTo>
                      <a:cubicBezTo>
                        <a:pt x="393" y="442"/>
                        <a:pt x="393" y="442"/>
                        <a:pt x="393" y="442"/>
                      </a:cubicBezTo>
                      <a:cubicBezTo>
                        <a:pt x="394" y="442"/>
                        <a:pt x="393" y="443"/>
                        <a:pt x="393" y="443"/>
                      </a:cubicBezTo>
                      <a:cubicBezTo>
                        <a:pt x="393" y="443"/>
                        <a:pt x="393" y="443"/>
                        <a:pt x="393" y="443"/>
                      </a:cubicBezTo>
                      <a:cubicBezTo>
                        <a:pt x="393" y="444"/>
                        <a:pt x="393" y="444"/>
                        <a:pt x="393" y="444"/>
                      </a:cubicBezTo>
                      <a:cubicBezTo>
                        <a:pt x="393" y="444"/>
                        <a:pt x="393" y="444"/>
                        <a:pt x="394" y="444"/>
                      </a:cubicBezTo>
                      <a:cubicBezTo>
                        <a:pt x="394" y="444"/>
                        <a:pt x="394" y="444"/>
                        <a:pt x="394" y="444"/>
                      </a:cubicBezTo>
                      <a:cubicBezTo>
                        <a:pt x="393" y="444"/>
                        <a:pt x="394" y="445"/>
                        <a:pt x="393" y="446"/>
                      </a:cubicBezTo>
                      <a:cubicBezTo>
                        <a:pt x="393" y="446"/>
                        <a:pt x="393" y="446"/>
                        <a:pt x="393" y="446"/>
                      </a:cubicBezTo>
                      <a:cubicBezTo>
                        <a:pt x="393" y="446"/>
                        <a:pt x="394" y="446"/>
                        <a:pt x="394" y="446"/>
                      </a:cubicBezTo>
                      <a:cubicBezTo>
                        <a:pt x="394" y="446"/>
                        <a:pt x="394" y="446"/>
                        <a:pt x="394" y="446"/>
                      </a:cubicBezTo>
                      <a:cubicBezTo>
                        <a:pt x="394" y="446"/>
                        <a:pt x="394" y="446"/>
                        <a:pt x="394" y="446"/>
                      </a:cubicBezTo>
                      <a:cubicBezTo>
                        <a:pt x="394" y="446"/>
                        <a:pt x="394" y="446"/>
                        <a:pt x="394" y="446"/>
                      </a:cubicBezTo>
                      <a:cubicBezTo>
                        <a:pt x="395" y="446"/>
                        <a:pt x="395" y="445"/>
                        <a:pt x="395" y="445"/>
                      </a:cubicBezTo>
                      <a:cubicBezTo>
                        <a:pt x="395" y="445"/>
                        <a:pt x="395" y="445"/>
                        <a:pt x="395" y="445"/>
                      </a:cubicBezTo>
                      <a:cubicBezTo>
                        <a:pt x="395" y="445"/>
                        <a:pt x="396" y="445"/>
                        <a:pt x="396" y="445"/>
                      </a:cubicBezTo>
                      <a:cubicBezTo>
                        <a:pt x="396" y="445"/>
                        <a:pt x="396" y="446"/>
                        <a:pt x="396" y="446"/>
                      </a:cubicBezTo>
                      <a:cubicBezTo>
                        <a:pt x="396" y="446"/>
                        <a:pt x="395" y="446"/>
                        <a:pt x="395" y="446"/>
                      </a:cubicBezTo>
                      <a:cubicBezTo>
                        <a:pt x="395" y="447"/>
                        <a:pt x="395" y="447"/>
                        <a:pt x="395" y="447"/>
                      </a:cubicBezTo>
                      <a:cubicBezTo>
                        <a:pt x="395" y="447"/>
                        <a:pt x="395" y="447"/>
                        <a:pt x="395" y="447"/>
                      </a:cubicBezTo>
                      <a:cubicBezTo>
                        <a:pt x="394" y="447"/>
                        <a:pt x="394" y="448"/>
                        <a:pt x="394" y="448"/>
                      </a:cubicBezTo>
                      <a:cubicBezTo>
                        <a:pt x="394" y="448"/>
                        <a:pt x="394" y="448"/>
                        <a:pt x="394" y="449"/>
                      </a:cubicBezTo>
                      <a:cubicBezTo>
                        <a:pt x="394" y="449"/>
                        <a:pt x="394" y="449"/>
                        <a:pt x="395" y="449"/>
                      </a:cubicBezTo>
                      <a:cubicBezTo>
                        <a:pt x="395" y="449"/>
                        <a:pt x="395" y="449"/>
                        <a:pt x="395" y="449"/>
                      </a:cubicBezTo>
                      <a:cubicBezTo>
                        <a:pt x="395" y="450"/>
                        <a:pt x="395" y="450"/>
                        <a:pt x="395" y="450"/>
                      </a:cubicBezTo>
                      <a:cubicBezTo>
                        <a:pt x="395" y="451"/>
                        <a:pt x="396" y="451"/>
                        <a:pt x="396" y="452"/>
                      </a:cubicBezTo>
                      <a:cubicBezTo>
                        <a:pt x="396" y="452"/>
                        <a:pt x="397" y="452"/>
                        <a:pt x="397" y="453"/>
                      </a:cubicBezTo>
                      <a:cubicBezTo>
                        <a:pt x="397" y="453"/>
                        <a:pt x="398" y="453"/>
                        <a:pt x="398" y="454"/>
                      </a:cubicBezTo>
                      <a:cubicBezTo>
                        <a:pt x="398" y="454"/>
                        <a:pt x="398" y="454"/>
                        <a:pt x="398" y="454"/>
                      </a:cubicBezTo>
                      <a:cubicBezTo>
                        <a:pt x="398" y="455"/>
                        <a:pt x="399" y="455"/>
                        <a:pt x="400" y="456"/>
                      </a:cubicBezTo>
                      <a:cubicBezTo>
                        <a:pt x="400" y="456"/>
                        <a:pt x="400" y="456"/>
                        <a:pt x="400" y="456"/>
                      </a:cubicBezTo>
                      <a:cubicBezTo>
                        <a:pt x="400" y="457"/>
                        <a:pt x="400" y="457"/>
                        <a:pt x="400" y="457"/>
                      </a:cubicBezTo>
                      <a:cubicBezTo>
                        <a:pt x="401" y="457"/>
                        <a:pt x="401" y="457"/>
                        <a:pt x="401" y="458"/>
                      </a:cubicBezTo>
                      <a:cubicBezTo>
                        <a:pt x="401" y="458"/>
                        <a:pt x="401" y="459"/>
                        <a:pt x="401" y="459"/>
                      </a:cubicBezTo>
                      <a:cubicBezTo>
                        <a:pt x="400" y="460"/>
                        <a:pt x="400" y="460"/>
                        <a:pt x="400" y="461"/>
                      </a:cubicBezTo>
                      <a:cubicBezTo>
                        <a:pt x="400" y="461"/>
                        <a:pt x="400" y="461"/>
                        <a:pt x="400" y="462"/>
                      </a:cubicBezTo>
                      <a:cubicBezTo>
                        <a:pt x="400" y="462"/>
                        <a:pt x="400" y="462"/>
                        <a:pt x="400" y="463"/>
                      </a:cubicBezTo>
                      <a:cubicBezTo>
                        <a:pt x="400" y="463"/>
                        <a:pt x="399" y="464"/>
                        <a:pt x="399" y="465"/>
                      </a:cubicBezTo>
                      <a:cubicBezTo>
                        <a:pt x="399" y="465"/>
                        <a:pt x="399" y="465"/>
                        <a:pt x="399" y="465"/>
                      </a:cubicBezTo>
                      <a:cubicBezTo>
                        <a:pt x="399" y="465"/>
                        <a:pt x="399" y="465"/>
                        <a:pt x="399" y="466"/>
                      </a:cubicBezTo>
                      <a:cubicBezTo>
                        <a:pt x="399" y="466"/>
                        <a:pt x="398" y="466"/>
                        <a:pt x="398" y="466"/>
                      </a:cubicBezTo>
                      <a:cubicBezTo>
                        <a:pt x="398" y="466"/>
                        <a:pt x="398" y="466"/>
                        <a:pt x="398" y="466"/>
                      </a:cubicBezTo>
                      <a:cubicBezTo>
                        <a:pt x="397" y="466"/>
                        <a:pt x="397" y="466"/>
                        <a:pt x="397" y="466"/>
                      </a:cubicBezTo>
                      <a:cubicBezTo>
                        <a:pt x="397" y="466"/>
                        <a:pt x="396" y="466"/>
                        <a:pt x="396" y="466"/>
                      </a:cubicBezTo>
                      <a:cubicBezTo>
                        <a:pt x="396" y="467"/>
                        <a:pt x="395" y="468"/>
                        <a:pt x="395" y="468"/>
                      </a:cubicBezTo>
                      <a:cubicBezTo>
                        <a:pt x="395" y="469"/>
                        <a:pt x="395" y="469"/>
                        <a:pt x="395" y="469"/>
                      </a:cubicBezTo>
                      <a:cubicBezTo>
                        <a:pt x="395" y="469"/>
                        <a:pt x="395" y="469"/>
                        <a:pt x="395" y="469"/>
                      </a:cubicBezTo>
                      <a:cubicBezTo>
                        <a:pt x="394" y="469"/>
                        <a:pt x="394" y="470"/>
                        <a:pt x="394" y="470"/>
                      </a:cubicBezTo>
                      <a:cubicBezTo>
                        <a:pt x="394" y="470"/>
                        <a:pt x="394" y="470"/>
                        <a:pt x="394" y="470"/>
                      </a:cubicBezTo>
                      <a:cubicBezTo>
                        <a:pt x="394" y="470"/>
                        <a:pt x="394" y="470"/>
                        <a:pt x="394" y="470"/>
                      </a:cubicBezTo>
                      <a:cubicBezTo>
                        <a:pt x="394" y="470"/>
                        <a:pt x="393" y="470"/>
                        <a:pt x="393" y="470"/>
                      </a:cubicBezTo>
                      <a:cubicBezTo>
                        <a:pt x="393" y="470"/>
                        <a:pt x="393" y="470"/>
                        <a:pt x="393" y="470"/>
                      </a:cubicBezTo>
                      <a:cubicBezTo>
                        <a:pt x="393" y="471"/>
                        <a:pt x="393" y="471"/>
                        <a:pt x="392" y="471"/>
                      </a:cubicBezTo>
                      <a:cubicBezTo>
                        <a:pt x="392" y="471"/>
                        <a:pt x="392" y="471"/>
                        <a:pt x="392" y="471"/>
                      </a:cubicBezTo>
                      <a:cubicBezTo>
                        <a:pt x="392" y="471"/>
                        <a:pt x="393" y="471"/>
                        <a:pt x="393" y="471"/>
                      </a:cubicBezTo>
                      <a:cubicBezTo>
                        <a:pt x="393" y="471"/>
                        <a:pt x="393" y="471"/>
                        <a:pt x="393" y="471"/>
                      </a:cubicBezTo>
                      <a:cubicBezTo>
                        <a:pt x="393" y="472"/>
                        <a:pt x="392" y="472"/>
                        <a:pt x="392" y="472"/>
                      </a:cubicBezTo>
                      <a:cubicBezTo>
                        <a:pt x="392" y="472"/>
                        <a:pt x="392" y="472"/>
                        <a:pt x="392" y="472"/>
                      </a:cubicBezTo>
                      <a:cubicBezTo>
                        <a:pt x="392" y="472"/>
                        <a:pt x="392" y="472"/>
                        <a:pt x="392" y="472"/>
                      </a:cubicBezTo>
                      <a:cubicBezTo>
                        <a:pt x="392" y="473"/>
                        <a:pt x="392" y="473"/>
                        <a:pt x="391" y="473"/>
                      </a:cubicBezTo>
                      <a:cubicBezTo>
                        <a:pt x="391" y="473"/>
                        <a:pt x="391" y="473"/>
                        <a:pt x="391" y="473"/>
                      </a:cubicBezTo>
                      <a:cubicBezTo>
                        <a:pt x="390" y="473"/>
                        <a:pt x="390" y="473"/>
                        <a:pt x="390" y="473"/>
                      </a:cubicBezTo>
                      <a:cubicBezTo>
                        <a:pt x="390" y="473"/>
                        <a:pt x="390" y="473"/>
                        <a:pt x="389" y="473"/>
                      </a:cubicBezTo>
                      <a:cubicBezTo>
                        <a:pt x="389" y="473"/>
                        <a:pt x="389" y="473"/>
                        <a:pt x="389" y="473"/>
                      </a:cubicBezTo>
                      <a:cubicBezTo>
                        <a:pt x="389" y="474"/>
                        <a:pt x="389" y="474"/>
                        <a:pt x="389" y="475"/>
                      </a:cubicBezTo>
                      <a:cubicBezTo>
                        <a:pt x="388" y="475"/>
                        <a:pt x="388" y="475"/>
                        <a:pt x="387" y="476"/>
                      </a:cubicBezTo>
                      <a:cubicBezTo>
                        <a:pt x="387" y="476"/>
                        <a:pt x="387" y="476"/>
                        <a:pt x="386" y="476"/>
                      </a:cubicBezTo>
                      <a:cubicBezTo>
                        <a:pt x="386" y="476"/>
                        <a:pt x="386" y="477"/>
                        <a:pt x="385" y="477"/>
                      </a:cubicBezTo>
                      <a:cubicBezTo>
                        <a:pt x="385" y="476"/>
                        <a:pt x="385" y="476"/>
                        <a:pt x="385" y="476"/>
                      </a:cubicBezTo>
                      <a:cubicBezTo>
                        <a:pt x="385" y="476"/>
                        <a:pt x="385" y="476"/>
                        <a:pt x="385" y="476"/>
                      </a:cubicBezTo>
                      <a:cubicBezTo>
                        <a:pt x="385" y="476"/>
                        <a:pt x="385" y="476"/>
                        <a:pt x="385" y="476"/>
                      </a:cubicBezTo>
                      <a:cubicBezTo>
                        <a:pt x="385" y="476"/>
                        <a:pt x="385" y="475"/>
                        <a:pt x="385" y="475"/>
                      </a:cubicBezTo>
                      <a:cubicBezTo>
                        <a:pt x="385" y="475"/>
                        <a:pt x="385" y="475"/>
                        <a:pt x="385" y="475"/>
                      </a:cubicBezTo>
                      <a:cubicBezTo>
                        <a:pt x="385" y="475"/>
                        <a:pt x="385" y="475"/>
                        <a:pt x="385" y="474"/>
                      </a:cubicBezTo>
                      <a:cubicBezTo>
                        <a:pt x="384" y="474"/>
                        <a:pt x="384" y="474"/>
                        <a:pt x="384" y="474"/>
                      </a:cubicBezTo>
                      <a:cubicBezTo>
                        <a:pt x="384" y="474"/>
                        <a:pt x="384" y="474"/>
                        <a:pt x="384" y="474"/>
                      </a:cubicBezTo>
                      <a:cubicBezTo>
                        <a:pt x="384" y="474"/>
                        <a:pt x="384" y="473"/>
                        <a:pt x="383" y="473"/>
                      </a:cubicBezTo>
                      <a:cubicBezTo>
                        <a:pt x="383" y="473"/>
                        <a:pt x="383" y="473"/>
                        <a:pt x="383" y="473"/>
                      </a:cubicBezTo>
                      <a:cubicBezTo>
                        <a:pt x="382" y="472"/>
                        <a:pt x="382" y="472"/>
                        <a:pt x="382" y="472"/>
                      </a:cubicBezTo>
                      <a:cubicBezTo>
                        <a:pt x="382" y="472"/>
                        <a:pt x="382" y="471"/>
                        <a:pt x="382" y="471"/>
                      </a:cubicBezTo>
                      <a:cubicBezTo>
                        <a:pt x="382" y="471"/>
                        <a:pt x="382" y="471"/>
                        <a:pt x="382" y="471"/>
                      </a:cubicBezTo>
                      <a:cubicBezTo>
                        <a:pt x="382" y="471"/>
                        <a:pt x="382" y="471"/>
                        <a:pt x="383" y="471"/>
                      </a:cubicBezTo>
                      <a:cubicBezTo>
                        <a:pt x="383" y="470"/>
                        <a:pt x="383" y="470"/>
                        <a:pt x="383" y="470"/>
                      </a:cubicBezTo>
                      <a:cubicBezTo>
                        <a:pt x="383" y="470"/>
                        <a:pt x="383" y="470"/>
                        <a:pt x="383" y="469"/>
                      </a:cubicBezTo>
                      <a:cubicBezTo>
                        <a:pt x="383" y="469"/>
                        <a:pt x="383" y="468"/>
                        <a:pt x="383" y="468"/>
                      </a:cubicBezTo>
                      <a:cubicBezTo>
                        <a:pt x="383" y="467"/>
                        <a:pt x="383" y="467"/>
                        <a:pt x="383" y="467"/>
                      </a:cubicBezTo>
                      <a:cubicBezTo>
                        <a:pt x="383" y="467"/>
                        <a:pt x="382" y="467"/>
                        <a:pt x="382" y="468"/>
                      </a:cubicBezTo>
                      <a:cubicBezTo>
                        <a:pt x="382" y="468"/>
                        <a:pt x="382" y="468"/>
                        <a:pt x="382" y="468"/>
                      </a:cubicBezTo>
                      <a:cubicBezTo>
                        <a:pt x="382" y="469"/>
                        <a:pt x="382" y="469"/>
                        <a:pt x="382" y="470"/>
                      </a:cubicBezTo>
                      <a:cubicBezTo>
                        <a:pt x="382" y="470"/>
                        <a:pt x="382" y="470"/>
                        <a:pt x="382" y="470"/>
                      </a:cubicBezTo>
                      <a:cubicBezTo>
                        <a:pt x="382" y="470"/>
                        <a:pt x="382" y="470"/>
                        <a:pt x="382" y="470"/>
                      </a:cubicBezTo>
                      <a:cubicBezTo>
                        <a:pt x="381" y="470"/>
                        <a:pt x="381" y="471"/>
                        <a:pt x="381" y="470"/>
                      </a:cubicBezTo>
                      <a:cubicBezTo>
                        <a:pt x="380" y="470"/>
                        <a:pt x="380" y="470"/>
                        <a:pt x="380" y="470"/>
                      </a:cubicBezTo>
                      <a:cubicBezTo>
                        <a:pt x="380" y="469"/>
                        <a:pt x="380" y="469"/>
                        <a:pt x="380" y="469"/>
                      </a:cubicBezTo>
                      <a:cubicBezTo>
                        <a:pt x="380" y="469"/>
                        <a:pt x="380" y="469"/>
                        <a:pt x="380" y="469"/>
                      </a:cubicBezTo>
                      <a:cubicBezTo>
                        <a:pt x="380" y="469"/>
                        <a:pt x="380" y="469"/>
                        <a:pt x="380" y="468"/>
                      </a:cubicBezTo>
                      <a:cubicBezTo>
                        <a:pt x="379" y="468"/>
                        <a:pt x="379" y="468"/>
                        <a:pt x="379" y="468"/>
                      </a:cubicBezTo>
                      <a:cubicBezTo>
                        <a:pt x="379" y="467"/>
                        <a:pt x="379" y="467"/>
                        <a:pt x="379" y="467"/>
                      </a:cubicBezTo>
                      <a:cubicBezTo>
                        <a:pt x="379" y="467"/>
                        <a:pt x="379" y="467"/>
                        <a:pt x="379" y="467"/>
                      </a:cubicBezTo>
                      <a:cubicBezTo>
                        <a:pt x="379" y="466"/>
                        <a:pt x="379" y="466"/>
                        <a:pt x="379" y="466"/>
                      </a:cubicBezTo>
                      <a:cubicBezTo>
                        <a:pt x="379" y="466"/>
                        <a:pt x="378" y="466"/>
                        <a:pt x="378" y="466"/>
                      </a:cubicBezTo>
                      <a:cubicBezTo>
                        <a:pt x="378" y="466"/>
                        <a:pt x="377" y="466"/>
                        <a:pt x="377" y="466"/>
                      </a:cubicBezTo>
                      <a:cubicBezTo>
                        <a:pt x="377" y="466"/>
                        <a:pt x="376" y="466"/>
                        <a:pt x="375" y="466"/>
                      </a:cubicBezTo>
                      <a:cubicBezTo>
                        <a:pt x="375" y="467"/>
                        <a:pt x="374" y="467"/>
                        <a:pt x="374" y="467"/>
                      </a:cubicBezTo>
                      <a:cubicBezTo>
                        <a:pt x="374" y="467"/>
                        <a:pt x="374" y="467"/>
                        <a:pt x="374" y="467"/>
                      </a:cubicBezTo>
                      <a:cubicBezTo>
                        <a:pt x="374" y="468"/>
                        <a:pt x="374" y="468"/>
                        <a:pt x="374" y="468"/>
                      </a:cubicBezTo>
                      <a:cubicBezTo>
                        <a:pt x="374" y="468"/>
                        <a:pt x="375" y="468"/>
                        <a:pt x="375" y="468"/>
                      </a:cubicBezTo>
                      <a:cubicBezTo>
                        <a:pt x="375" y="468"/>
                        <a:pt x="376" y="468"/>
                        <a:pt x="376" y="468"/>
                      </a:cubicBezTo>
                      <a:cubicBezTo>
                        <a:pt x="376" y="468"/>
                        <a:pt x="376" y="467"/>
                        <a:pt x="376" y="467"/>
                      </a:cubicBezTo>
                      <a:cubicBezTo>
                        <a:pt x="376" y="467"/>
                        <a:pt x="376" y="467"/>
                        <a:pt x="376" y="467"/>
                      </a:cubicBezTo>
                      <a:cubicBezTo>
                        <a:pt x="377" y="466"/>
                        <a:pt x="378" y="466"/>
                        <a:pt x="378" y="467"/>
                      </a:cubicBezTo>
                      <a:cubicBezTo>
                        <a:pt x="378" y="467"/>
                        <a:pt x="378" y="467"/>
                        <a:pt x="378" y="467"/>
                      </a:cubicBezTo>
                      <a:cubicBezTo>
                        <a:pt x="378" y="468"/>
                        <a:pt x="379" y="468"/>
                        <a:pt x="379" y="469"/>
                      </a:cubicBezTo>
                      <a:cubicBezTo>
                        <a:pt x="379" y="469"/>
                        <a:pt x="379" y="469"/>
                        <a:pt x="379" y="469"/>
                      </a:cubicBezTo>
                      <a:cubicBezTo>
                        <a:pt x="379" y="469"/>
                        <a:pt x="380" y="469"/>
                        <a:pt x="380" y="470"/>
                      </a:cubicBezTo>
                      <a:cubicBezTo>
                        <a:pt x="380" y="470"/>
                        <a:pt x="380" y="470"/>
                        <a:pt x="380" y="470"/>
                      </a:cubicBezTo>
                      <a:cubicBezTo>
                        <a:pt x="380" y="470"/>
                        <a:pt x="380" y="470"/>
                        <a:pt x="380" y="471"/>
                      </a:cubicBezTo>
                      <a:cubicBezTo>
                        <a:pt x="380" y="471"/>
                        <a:pt x="381" y="471"/>
                        <a:pt x="381" y="471"/>
                      </a:cubicBezTo>
                      <a:cubicBezTo>
                        <a:pt x="381" y="471"/>
                        <a:pt x="381" y="471"/>
                        <a:pt x="381" y="471"/>
                      </a:cubicBezTo>
                      <a:cubicBezTo>
                        <a:pt x="381" y="471"/>
                        <a:pt x="381" y="471"/>
                        <a:pt x="381" y="471"/>
                      </a:cubicBezTo>
                      <a:cubicBezTo>
                        <a:pt x="381" y="472"/>
                        <a:pt x="381" y="472"/>
                        <a:pt x="381" y="472"/>
                      </a:cubicBezTo>
                      <a:cubicBezTo>
                        <a:pt x="381" y="473"/>
                        <a:pt x="381" y="473"/>
                        <a:pt x="381" y="473"/>
                      </a:cubicBezTo>
                      <a:cubicBezTo>
                        <a:pt x="381" y="473"/>
                        <a:pt x="382" y="473"/>
                        <a:pt x="382" y="474"/>
                      </a:cubicBezTo>
                      <a:cubicBezTo>
                        <a:pt x="383" y="474"/>
                        <a:pt x="383" y="475"/>
                        <a:pt x="383" y="476"/>
                      </a:cubicBezTo>
                      <a:cubicBezTo>
                        <a:pt x="383" y="476"/>
                        <a:pt x="383" y="476"/>
                        <a:pt x="383" y="476"/>
                      </a:cubicBezTo>
                      <a:cubicBezTo>
                        <a:pt x="383" y="477"/>
                        <a:pt x="383" y="477"/>
                        <a:pt x="383" y="477"/>
                      </a:cubicBezTo>
                      <a:cubicBezTo>
                        <a:pt x="384" y="477"/>
                        <a:pt x="384" y="478"/>
                        <a:pt x="384" y="478"/>
                      </a:cubicBezTo>
                      <a:cubicBezTo>
                        <a:pt x="384" y="478"/>
                        <a:pt x="384" y="479"/>
                        <a:pt x="384" y="479"/>
                      </a:cubicBezTo>
                      <a:cubicBezTo>
                        <a:pt x="384" y="479"/>
                        <a:pt x="384" y="479"/>
                        <a:pt x="384" y="479"/>
                      </a:cubicBezTo>
                      <a:cubicBezTo>
                        <a:pt x="384" y="479"/>
                        <a:pt x="384" y="479"/>
                        <a:pt x="384" y="479"/>
                      </a:cubicBezTo>
                      <a:cubicBezTo>
                        <a:pt x="384" y="479"/>
                        <a:pt x="384" y="479"/>
                        <a:pt x="384" y="479"/>
                      </a:cubicBezTo>
                      <a:cubicBezTo>
                        <a:pt x="384" y="479"/>
                        <a:pt x="384" y="480"/>
                        <a:pt x="384" y="480"/>
                      </a:cubicBezTo>
                      <a:cubicBezTo>
                        <a:pt x="384" y="480"/>
                        <a:pt x="384" y="480"/>
                        <a:pt x="384" y="480"/>
                      </a:cubicBezTo>
                      <a:cubicBezTo>
                        <a:pt x="383" y="480"/>
                        <a:pt x="384" y="479"/>
                        <a:pt x="383" y="479"/>
                      </a:cubicBezTo>
                      <a:cubicBezTo>
                        <a:pt x="383" y="479"/>
                        <a:pt x="383" y="479"/>
                        <a:pt x="383" y="479"/>
                      </a:cubicBezTo>
                      <a:cubicBezTo>
                        <a:pt x="383" y="479"/>
                        <a:pt x="383" y="479"/>
                        <a:pt x="382" y="479"/>
                      </a:cubicBezTo>
                      <a:cubicBezTo>
                        <a:pt x="382" y="479"/>
                        <a:pt x="382" y="478"/>
                        <a:pt x="381" y="478"/>
                      </a:cubicBezTo>
                      <a:cubicBezTo>
                        <a:pt x="381" y="478"/>
                        <a:pt x="381" y="478"/>
                        <a:pt x="381" y="478"/>
                      </a:cubicBezTo>
                      <a:cubicBezTo>
                        <a:pt x="381" y="478"/>
                        <a:pt x="381" y="478"/>
                        <a:pt x="381" y="478"/>
                      </a:cubicBezTo>
                      <a:cubicBezTo>
                        <a:pt x="381" y="478"/>
                        <a:pt x="381" y="478"/>
                        <a:pt x="381" y="478"/>
                      </a:cubicBezTo>
                      <a:cubicBezTo>
                        <a:pt x="381" y="477"/>
                        <a:pt x="381" y="477"/>
                        <a:pt x="381" y="477"/>
                      </a:cubicBezTo>
                      <a:cubicBezTo>
                        <a:pt x="381" y="477"/>
                        <a:pt x="380" y="477"/>
                        <a:pt x="380" y="477"/>
                      </a:cubicBezTo>
                      <a:cubicBezTo>
                        <a:pt x="380" y="477"/>
                        <a:pt x="380" y="477"/>
                        <a:pt x="380" y="478"/>
                      </a:cubicBezTo>
                      <a:cubicBezTo>
                        <a:pt x="380" y="478"/>
                        <a:pt x="380" y="478"/>
                        <a:pt x="380" y="478"/>
                      </a:cubicBezTo>
                      <a:cubicBezTo>
                        <a:pt x="380" y="478"/>
                        <a:pt x="380" y="478"/>
                        <a:pt x="380" y="478"/>
                      </a:cubicBezTo>
                      <a:cubicBezTo>
                        <a:pt x="380" y="478"/>
                        <a:pt x="380" y="478"/>
                        <a:pt x="380" y="478"/>
                      </a:cubicBezTo>
                      <a:cubicBezTo>
                        <a:pt x="380" y="477"/>
                        <a:pt x="380" y="477"/>
                        <a:pt x="380" y="477"/>
                      </a:cubicBezTo>
                      <a:cubicBezTo>
                        <a:pt x="380" y="477"/>
                        <a:pt x="379" y="477"/>
                        <a:pt x="379" y="477"/>
                      </a:cubicBezTo>
                      <a:cubicBezTo>
                        <a:pt x="379" y="477"/>
                        <a:pt x="379" y="477"/>
                        <a:pt x="379" y="476"/>
                      </a:cubicBezTo>
                      <a:cubicBezTo>
                        <a:pt x="379" y="476"/>
                        <a:pt x="379" y="476"/>
                        <a:pt x="379" y="476"/>
                      </a:cubicBezTo>
                      <a:cubicBezTo>
                        <a:pt x="379" y="476"/>
                        <a:pt x="378" y="476"/>
                        <a:pt x="378" y="477"/>
                      </a:cubicBezTo>
                      <a:cubicBezTo>
                        <a:pt x="378" y="477"/>
                        <a:pt x="379" y="477"/>
                        <a:pt x="379" y="477"/>
                      </a:cubicBezTo>
                      <a:cubicBezTo>
                        <a:pt x="379" y="477"/>
                        <a:pt x="379" y="478"/>
                        <a:pt x="379" y="478"/>
                      </a:cubicBezTo>
                      <a:cubicBezTo>
                        <a:pt x="379" y="478"/>
                        <a:pt x="380" y="479"/>
                        <a:pt x="380" y="479"/>
                      </a:cubicBezTo>
                      <a:cubicBezTo>
                        <a:pt x="380" y="479"/>
                        <a:pt x="380" y="479"/>
                        <a:pt x="380" y="479"/>
                      </a:cubicBezTo>
                      <a:cubicBezTo>
                        <a:pt x="380" y="479"/>
                        <a:pt x="380" y="479"/>
                        <a:pt x="380" y="480"/>
                      </a:cubicBezTo>
                      <a:cubicBezTo>
                        <a:pt x="380" y="480"/>
                        <a:pt x="380" y="480"/>
                        <a:pt x="380" y="480"/>
                      </a:cubicBezTo>
                      <a:cubicBezTo>
                        <a:pt x="380" y="480"/>
                        <a:pt x="380" y="480"/>
                        <a:pt x="379" y="480"/>
                      </a:cubicBezTo>
                      <a:cubicBezTo>
                        <a:pt x="379" y="480"/>
                        <a:pt x="379" y="479"/>
                        <a:pt x="379" y="479"/>
                      </a:cubicBezTo>
                      <a:cubicBezTo>
                        <a:pt x="379" y="479"/>
                        <a:pt x="378" y="479"/>
                        <a:pt x="378" y="479"/>
                      </a:cubicBezTo>
                      <a:cubicBezTo>
                        <a:pt x="378" y="479"/>
                        <a:pt x="378" y="479"/>
                        <a:pt x="378" y="479"/>
                      </a:cubicBezTo>
                      <a:cubicBezTo>
                        <a:pt x="377" y="479"/>
                        <a:pt x="377" y="479"/>
                        <a:pt x="377" y="478"/>
                      </a:cubicBezTo>
                      <a:cubicBezTo>
                        <a:pt x="377" y="478"/>
                        <a:pt x="377" y="478"/>
                        <a:pt x="376" y="478"/>
                      </a:cubicBezTo>
                      <a:cubicBezTo>
                        <a:pt x="376" y="478"/>
                        <a:pt x="376" y="478"/>
                        <a:pt x="376" y="478"/>
                      </a:cubicBezTo>
                      <a:cubicBezTo>
                        <a:pt x="376" y="478"/>
                        <a:pt x="376" y="478"/>
                        <a:pt x="376" y="478"/>
                      </a:cubicBezTo>
                      <a:cubicBezTo>
                        <a:pt x="376" y="478"/>
                        <a:pt x="376" y="478"/>
                        <a:pt x="376" y="478"/>
                      </a:cubicBezTo>
                      <a:cubicBezTo>
                        <a:pt x="375" y="478"/>
                        <a:pt x="375" y="478"/>
                        <a:pt x="375" y="478"/>
                      </a:cubicBezTo>
                      <a:cubicBezTo>
                        <a:pt x="374" y="478"/>
                        <a:pt x="374" y="478"/>
                        <a:pt x="374" y="477"/>
                      </a:cubicBezTo>
                      <a:cubicBezTo>
                        <a:pt x="374" y="477"/>
                        <a:pt x="374" y="477"/>
                        <a:pt x="374" y="477"/>
                      </a:cubicBezTo>
                      <a:cubicBezTo>
                        <a:pt x="374" y="476"/>
                        <a:pt x="373" y="476"/>
                        <a:pt x="373" y="475"/>
                      </a:cubicBezTo>
                      <a:cubicBezTo>
                        <a:pt x="373" y="475"/>
                        <a:pt x="373" y="474"/>
                        <a:pt x="373" y="474"/>
                      </a:cubicBezTo>
                      <a:cubicBezTo>
                        <a:pt x="373" y="473"/>
                        <a:pt x="373" y="473"/>
                        <a:pt x="372" y="473"/>
                      </a:cubicBezTo>
                      <a:cubicBezTo>
                        <a:pt x="372" y="473"/>
                        <a:pt x="372" y="473"/>
                        <a:pt x="371" y="473"/>
                      </a:cubicBezTo>
                      <a:cubicBezTo>
                        <a:pt x="371" y="473"/>
                        <a:pt x="371" y="473"/>
                        <a:pt x="370" y="474"/>
                      </a:cubicBezTo>
                      <a:cubicBezTo>
                        <a:pt x="370" y="474"/>
                        <a:pt x="370" y="474"/>
                        <a:pt x="370" y="474"/>
                      </a:cubicBezTo>
                      <a:cubicBezTo>
                        <a:pt x="370" y="474"/>
                        <a:pt x="370" y="474"/>
                        <a:pt x="370" y="474"/>
                      </a:cubicBezTo>
                      <a:cubicBezTo>
                        <a:pt x="369" y="474"/>
                        <a:pt x="369" y="474"/>
                        <a:pt x="369" y="474"/>
                      </a:cubicBezTo>
                      <a:cubicBezTo>
                        <a:pt x="368" y="474"/>
                        <a:pt x="368" y="474"/>
                        <a:pt x="367" y="474"/>
                      </a:cubicBezTo>
                      <a:cubicBezTo>
                        <a:pt x="367" y="474"/>
                        <a:pt x="366" y="474"/>
                        <a:pt x="366" y="474"/>
                      </a:cubicBezTo>
                      <a:cubicBezTo>
                        <a:pt x="366" y="473"/>
                        <a:pt x="365" y="473"/>
                        <a:pt x="365" y="473"/>
                      </a:cubicBezTo>
                      <a:cubicBezTo>
                        <a:pt x="365" y="473"/>
                        <a:pt x="365" y="473"/>
                        <a:pt x="365" y="473"/>
                      </a:cubicBezTo>
                      <a:cubicBezTo>
                        <a:pt x="365" y="473"/>
                        <a:pt x="365" y="473"/>
                        <a:pt x="365" y="473"/>
                      </a:cubicBezTo>
                      <a:cubicBezTo>
                        <a:pt x="365" y="474"/>
                        <a:pt x="364" y="474"/>
                        <a:pt x="364" y="474"/>
                      </a:cubicBezTo>
                      <a:cubicBezTo>
                        <a:pt x="364" y="474"/>
                        <a:pt x="364" y="474"/>
                        <a:pt x="364" y="474"/>
                      </a:cubicBezTo>
                      <a:cubicBezTo>
                        <a:pt x="364" y="474"/>
                        <a:pt x="364" y="474"/>
                        <a:pt x="364" y="474"/>
                      </a:cubicBezTo>
                      <a:cubicBezTo>
                        <a:pt x="364" y="475"/>
                        <a:pt x="364" y="475"/>
                        <a:pt x="364" y="475"/>
                      </a:cubicBezTo>
                      <a:cubicBezTo>
                        <a:pt x="364" y="475"/>
                        <a:pt x="364" y="475"/>
                        <a:pt x="364" y="475"/>
                      </a:cubicBezTo>
                      <a:cubicBezTo>
                        <a:pt x="364" y="475"/>
                        <a:pt x="364" y="475"/>
                        <a:pt x="364" y="475"/>
                      </a:cubicBezTo>
                      <a:cubicBezTo>
                        <a:pt x="364" y="475"/>
                        <a:pt x="364" y="475"/>
                        <a:pt x="363" y="475"/>
                      </a:cubicBezTo>
                      <a:cubicBezTo>
                        <a:pt x="363" y="475"/>
                        <a:pt x="363" y="475"/>
                        <a:pt x="363" y="475"/>
                      </a:cubicBezTo>
                      <a:cubicBezTo>
                        <a:pt x="364" y="476"/>
                        <a:pt x="364" y="476"/>
                        <a:pt x="365" y="477"/>
                      </a:cubicBezTo>
                      <a:cubicBezTo>
                        <a:pt x="365" y="477"/>
                        <a:pt x="365" y="477"/>
                        <a:pt x="365" y="477"/>
                      </a:cubicBezTo>
                      <a:cubicBezTo>
                        <a:pt x="365" y="477"/>
                        <a:pt x="366" y="477"/>
                        <a:pt x="366" y="477"/>
                      </a:cubicBezTo>
                      <a:cubicBezTo>
                        <a:pt x="366" y="477"/>
                        <a:pt x="367" y="478"/>
                        <a:pt x="367" y="478"/>
                      </a:cubicBezTo>
                      <a:cubicBezTo>
                        <a:pt x="368" y="478"/>
                        <a:pt x="368" y="479"/>
                        <a:pt x="369" y="479"/>
                      </a:cubicBezTo>
                      <a:cubicBezTo>
                        <a:pt x="369" y="479"/>
                        <a:pt x="369" y="479"/>
                        <a:pt x="369" y="479"/>
                      </a:cubicBezTo>
                      <a:cubicBezTo>
                        <a:pt x="369" y="479"/>
                        <a:pt x="369" y="479"/>
                        <a:pt x="369" y="479"/>
                      </a:cubicBezTo>
                      <a:cubicBezTo>
                        <a:pt x="369" y="480"/>
                        <a:pt x="369" y="480"/>
                        <a:pt x="369" y="480"/>
                      </a:cubicBezTo>
                      <a:cubicBezTo>
                        <a:pt x="369" y="480"/>
                        <a:pt x="369" y="480"/>
                        <a:pt x="369" y="480"/>
                      </a:cubicBezTo>
                      <a:cubicBezTo>
                        <a:pt x="369" y="480"/>
                        <a:pt x="369" y="480"/>
                        <a:pt x="369" y="480"/>
                      </a:cubicBezTo>
                      <a:cubicBezTo>
                        <a:pt x="369" y="481"/>
                        <a:pt x="369" y="481"/>
                        <a:pt x="369" y="482"/>
                      </a:cubicBezTo>
                      <a:cubicBezTo>
                        <a:pt x="369" y="482"/>
                        <a:pt x="369" y="482"/>
                        <a:pt x="369" y="482"/>
                      </a:cubicBezTo>
                      <a:cubicBezTo>
                        <a:pt x="368" y="482"/>
                        <a:pt x="368" y="482"/>
                        <a:pt x="368" y="483"/>
                      </a:cubicBezTo>
                      <a:cubicBezTo>
                        <a:pt x="368" y="483"/>
                        <a:pt x="367" y="483"/>
                        <a:pt x="367" y="483"/>
                      </a:cubicBezTo>
                      <a:cubicBezTo>
                        <a:pt x="367" y="484"/>
                        <a:pt x="366" y="484"/>
                        <a:pt x="366" y="484"/>
                      </a:cubicBezTo>
                      <a:cubicBezTo>
                        <a:pt x="366" y="485"/>
                        <a:pt x="366" y="485"/>
                        <a:pt x="366" y="485"/>
                      </a:cubicBezTo>
                      <a:cubicBezTo>
                        <a:pt x="366" y="486"/>
                        <a:pt x="366" y="486"/>
                        <a:pt x="366" y="486"/>
                      </a:cubicBezTo>
                      <a:cubicBezTo>
                        <a:pt x="365" y="486"/>
                        <a:pt x="365" y="486"/>
                        <a:pt x="365" y="486"/>
                      </a:cubicBezTo>
                      <a:cubicBezTo>
                        <a:pt x="365" y="486"/>
                        <a:pt x="366" y="487"/>
                        <a:pt x="366" y="487"/>
                      </a:cubicBezTo>
                      <a:cubicBezTo>
                        <a:pt x="366" y="487"/>
                        <a:pt x="366" y="487"/>
                        <a:pt x="366" y="487"/>
                      </a:cubicBezTo>
                      <a:cubicBezTo>
                        <a:pt x="366" y="487"/>
                        <a:pt x="365" y="487"/>
                        <a:pt x="365" y="488"/>
                      </a:cubicBezTo>
                      <a:cubicBezTo>
                        <a:pt x="365" y="488"/>
                        <a:pt x="365" y="488"/>
                        <a:pt x="365" y="488"/>
                      </a:cubicBezTo>
                      <a:cubicBezTo>
                        <a:pt x="365" y="488"/>
                        <a:pt x="365" y="488"/>
                        <a:pt x="365" y="488"/>
                      </a:cubicBezTo>
                      <a:cubicBezTo>
                        <a:pt x="364" y="488"/>
                        <a:pt x="364" y="488"/>
                        <a:pt x="364" y="488"/>
                      </a:cubicBezTo>
                      <a:cubicBezTo>
                        <a:pt x="364" y="488"/>
                        <a:pt x="364" y="489"/>
                        <a:pt x="364" y="489"/>
                      </a:cubicBezTo>
                      <a:cubicBezTo>
                        <a:pt x="364" y="489"/>
                        <a:pt x="363" y="489"/>
                        <a:pt x="363" y="490"/>
                      </a:cubicBezTo>
                      <a:cubicBezTo>
                        <a:pt x="362" y="490"/>
                        <a:pt x="362" y="490"/>
                        <a:pt x="362" y="491"/>
                      </a:cubicBezTo>
                      <a:cubicBezTo>
                        <a:pt x="362" y="491"/>
                        <a:pt x="362" y="491"/>
                        <a:pt x="362" y="491"/>
                      </a:cubicBezTo>
                      <a:cubicBezTo>
                        <a:pt x="361" y="492"/>
                        <a:pt x="362" y="492"/>
                        <a:pt x="361" y="492"/>
                      </a:cubicBezTo>
                      <a:cubicBezTo>
                        <a:pt x="361" y="492"/>
                        <a:pt x="361" y="492"/>
                        <a:pt x="361" y="492"/>
                      </a:cubicBezTo>
                      <a:cubicBezTo>
                        <a:pt x="361" y="493"/>
                        <a:pt x="360" y="493"/>
                        <a:pt x="360" y="493"/>
                      </a:cubicBezTo>
                      <a:cubicBezTo>
                        <a:pt x="360" y="493"/>
                        <a:pt x="359" y="493"/>
                        <a:pt x="359" y="493"/>
                      </a:cubicBezTo>
                      <a:cubicBezTo>
                        <a:pt x="358" y="493"/>
                        <a:pt x="358" y="493"/>
                        <a:pt x="357" y="493"/>
                      </a:cubicBezTo>
                      <a:cubicBezTo>
                        <a:pt x="356" y="493"/>
                        <a:pt x="356" y="493"/>
                        <a:pt x="355" y="493"/>
                      </a:cubicBezTo>
                      <a:cubicBezTo>
                        <a:pt x="355" y="493"/>
                        <a:pt x="355" y="492"/>
                        <a:pt x="354" y="492"/>
                      </a:cubicBezTo>
                      <a:cubicBezTo>
                        <a:pt x="354" y="492"/>
                        <a:pt x="354" y="492"/>
                        <a:pt x="354" y="491"/>
                      </a:cubicBezTo>
                      <a:cubicBezTo>
                        <a:pt x="353" y="491"/>
                        <a:pt x="353" y="491"/>
                        <a:pt x="353" y="490"/>
                      </a:cubicBezTo>
                      <a:cubicBezTo>
                        <a:pt x="353" y="490"/>
                        <a:pt x="353" y="490"/>
                        <a:pt x="353" y="490"/>
                      </a:cubicBezTo>
                      <a:cubicBezTo>
                        <a:pt x="353" y="490"/>
                        <a:pt x="352" y="490"/>
                        <a:pt x="352" y="489"/>
                      </a:cubicBezTo>
                      <a:cubicBezTo>
                        <a:pt x="352" y="489"/>
                        <a:pt x="351" y="489"/>
                        <a:pt x="351" y="489"/>
                      </a:cubicBezTo>
                      <a:cubicBezTo>
                        <a:pt x="350" y="489"/>
                        <a:pt x="350" y="489"/>
                        <a:pt x="350" y="488"/>
                      </a:cubicBezTo>
                      <a:cubicBezTo>
                        <a:pt x="350" y="488"/>
                        <a:pt x="350" y="488"/>
                        <a:pt x="350" y="488"/>
                      </a:cubicBezTo>
                      <a:cubicBezTo>
                        <a:pt x="350" y="488"/>
                        <a:pt x="351" y="488"/>
                        <a:pt x="351" y="488"/>
                      </a:cubicBezTo>
                      <a:cubicBezTo>
                        <a:pt x="351" y="488"/>
                        <a:pt x="351" y="488"/>
                        <a:pt x="351" y="488"/>
                      </a:cubicBezTo>
                      <a:cubicBezTo>
                        <a:pt x="351" y="488"/>
                        <a:pt x="351" y="488"/>
                        <a:pt x="350" y="487"/>
                      </a:cubicBezTo>
                      <a:cubicBezTo>
                        <a:pt x="350" y="487"/>
                        <a:pt x="350" y="487"/>
                        <a:pt x="350" y="487"/>
                      </a:cubicBezTo>
                      <a:cubicBezTo>
                        <a:pt x="349" y="487"/>
                        <a:pt x="349" y="487"/>
                        <a:pt x="349" y="487"/>
                      </a:cubicBezTo>
                      <a:cubicBezTo>
                        <a:pt x="349" y="487"/>
                        <a:pt x="349" y="487"/>
                        <a:pt x="349" y="487"/>
                      </a:cubicBezTo>
                      <a:cubicBezTo>
                        <a:pt x="348" y="486"/>
                        <a:pt x="347" y="486"/>
                        <a:pt x="346" y="485"/>
                      </a:cubicBezTo>
                      <a:cubicBezTo>
                        <a:pt x="346" y="485"/>
                        <a:pt x="346" y="484"/>
                        <a:pt x="346" y="484"/>
                      </a:cubicBezTo>
                      <a:cubicBezTo>
                        <a:pt x="345" y="484"/>
                        <a:pt x="345" y="484"/>
                        <a:pt x="345" y="484"/>
                      </a:cubicBezTo>
                      <a:cubicBezTo>
                        <a:pt x="345" y="484"/>
                        <a:pt x="344" y="484"/>
                        <a:pt x="344" y="483"/>
                      </a:cubicBezTo>
                      <a:cubicBezTo>
                        <a:pt x="344" y="483"/>
                        <a:pt x="344" y="483"/>
                        <a:pt x="343" y="483"/>
                      </a:cubicBezTo>
                      <a:cubicBezTo>
                        <a:pt x="343" y="483"/>
                        <a:pt x="343" y="483"/>
                        <a:pt x="344" y="483"/>
                      </a:cubicBezTo>
                      <a:cubicBezTo>
                        <a:pt x="343" y="483"/>
                        <a:pt x="343" y="483"/>
                        <a:pt x="342" y="483"/>
                      </a:cubicBezTo>
                      <a:cubicBezTo>
                        <a:pt x="342" y="483"/>
                        <a:pt x="342" y="483"/>
                        <a:pt x="342" y="483"/>
                      </a:cubicBezTo>
                      <a:cubicBezTo>
                        <a:pt x="342" y="483"/>
                        <a:pt x="343" y="483"/>
                        <a:pt x="343" y="484"/>
                      </a:cubicBezTo>
                      <a:cubicBezTo>
                        <a:pt x="343" y="484"/>
                        <a:pt x="343" y="484"/>
                        <a:pt x="344" y="484"/>
                      </a:cubicBezTo>
                      <a:cubicBezTo>
                        <a:pt x="344" y="484"/>
                        <a:pt x="344" y="485"/>
                        <a:pt x="343" y="485"/>
                      </a:cubicBezTo>
                      <a:cubicBezTo>
                        <a:pt x="343" y="485"/>
                        <a:pt x="343" y="485"/>
                        <a:pt x="343" y="485"/>
                      </a:cubicBezTo>
                      <a:cubicBezTo>
                        <a:pt x="342" y="484"/>
                        <a:pt x="341" y="484"/>
                        <a:pt x="340" y="484"/>
                      </a:cubicBezTo>
                      <a:cubicBezTo>
                        <a:pt x="340" y="485"/>
                        <a:pt x="341" y="485"/>
                        <a:pt x="342" y="485"/>
                      </a:cubicBezTo>
                      <a:cubicBezTo>
                        <a:pt x="343" y="486"/>
                        <a:pt x="343" y="486"/>
                        <a:pt x="344" y="487"/>
                      </a:cubicBezTo>
                      <a:cubicBezTo>
                        <a:pt x="344" y="488"/>
                        <a:pt x="345" y="488"/>
                        <a:pt x="345" y="488"/>
                      </a:cubicBezTo>
                      <a:cubicBezTo>
                        <a:pt x="345" y="489"/>
                        <a:pt x="346" y="489"/>
                        <a:pt x="346" y="489"/>
                      </a:cubicBezTo>
                      <a:cubicBezTo>
                        <a:pt x="346" y="489"/>
                        <a:pt x="346" y="490"/>
                        <a:pt x="346" y="490"/>
                      </a:cubicBezTo>
                      <a:cubicBezTo>
                        <a:pt x="346" y="490"/>
                        <a:pt x="347" y="491"/>
                        <a:pt x="347" y="491"/>
                      </a:cubicBezTo>
                      <a:cubicBezTo>
                        <a:pt x="347" y="492"/>
                        <a:pt x="348" y="492"/>
                        <a:pt x="348" y="492"/>
                      </a:cubicBezTo>
                      <a:cubicBezTo>
                        <a:pt x="348" y="493"/>
                        <a:pt x="348" y="493"/>
                        <a:pt x="349" y="493"/>
                      </a:cubicBezTo>
                      <a:cubicBezTo>
                        <a:pt x="349" y="493"/>
                        <a:pt x="349" y="493"/>
                        <a:pt x="349" y="493"/>
                      </a:cubicBezTo>
                      <a:cubicBezTo>
                        <a:pt x="349" y="493"/>
                        <a:pt x="349" y="493"/>
                        <a:pt x="350" y="493"/>
                      </a:cubicBezTo>
                      <a:cubicBezTo>
                        <a:pt x="351" y="493"/>
                        <a:pt x="353" y="494"/>
                        <a:pt x="355" y="494"/>
                      </a:cubicBezTo>
                      <a:cubicBezTo>
                        <a:pt x="355" y="494"/>
                        <a:pt x="355" y="494"/>
                        <a:pt x="355" y="494"/>
                      </a:cubicBezTo>
                      <a:cubicBezTo>
                        <a:pt x="355" y="494"/>
                        <a:pt x="356" y="494"/>
                        <a:pt x="356" y="494"/>
                      </a:cubicBezTo>
                      <a:cubicBezTo>
                        <a:pt x="356" y="494"/>
                        <a:pt x="357" y="494"/>
                        <a:pt x="357" y="494"/>
                      </a:cubicBezTo>
                      <a:cubicBezTo>
                        <a:pt x="357" y="494"/>
                        <a:pt x="357" y="494"/>
                        <a:pt x="358" y="494"/>
                      </a:cubicBezTo>
                      <a:cubicBezTo>
                        <a:pt x="358" y="494"/>
                        <a:pt x="358" y="494"/>
                        <a:pt x="359" y="494"/>
                      </a:cubicBezTo>
                      <a:cubicBezTo>
                        <a:pt x="359" y="494"/>
                        <a:pt x="359" y="494"/>
                        <a:pt x="359" y="494"/>
                      </a:cubicBezTo>
                      <a:cubicBezTo>
                        <a:pt x="360" y="494"/>
                        <a:pt x="361" y="494"/>
                        <a:pt x="361" y="495"/>
                      </a:cubicBezTo>
                      <a:cubicBezTo>
                        <a:pt x="361" y="495"/>
                        <a:pt x="361" y="495"/>
                        <a:pt x="362" y="495"/>
                      </a:cubicBezTo>
                      <a:cubicBezTo>
                        <a:pt x="362" y="495"/>
                        <a:pt x="362" y="495"/>
                        <a:pt x="362" y="495"/>
                      </a:cubicBezTo>
                      <a:cubicBezTo>
                        <a:pt x="362" y="496"/>
                        <a:pt x="362" y="496"/>
                        <a:pt x="362" y="496"/>
                      </a:cubicBezTo>
                      <a:cubicBezTo>
                        <a:pt x="363" y="496"/>
                        <a:pt x="362" y="497"/>
                        <a:pt x="362" y="497"/>
                      </a:cubicBezTo>
                      <a:cubicBezTo>
                        <a:pt x="362" y="497"/>
                        <a:pt x="362" y="497"/>
                        <a:pt x="362" y="497"/>
                      </a:cubicBezTo>
                      <a:cubicBezTo>
                        <a:pt x="362" y="498"/>
                        <a:pt x="362" y="498"/>
                        <a:pt x="362" y="498"/>
                      </a:cubicBezTo>
                      <a:cubicBezTo>
                        <a:pt x="362" y="498"/>
                        <a:pt x="362" y="498"/>
                        <a:pt x="362" y="498"/>
                      </a:cubicBezTo>
                      <a:cubicBezTo>
                        <a:pt x="361" y="498"/>
                        <a:pt x="361" y="498"/>
                        <a:pt x="361" y="498"/>
                      </a:cubicBezTo>
                      <a:cubicBezTo>
                        <a:pt x="361" y="499"/>
                        <a:pt x="361" y="499"/>
                        <a:pt x="361" y="499"/>
                      </a:cubicBezTo>
                      <a:cubicBezTo>
                        <a:pt x="361" y="499"/>
                        <a:pt x="361" y="499"/>
                        <a:pt x="362" y="499"/>
                      </a:cubicBezTo>
                      <a:cubicBezTo>
                        <a:pt x="362" y="499"/>
                        <a:pt x="362" y="499"/>
                        <a:pt x="362" y="499"/>
                      </a:cubicBezTo>
                      <a:cubicBezTo>
                        <a:pt x="362" y="499"/>
                        <a:pt x="362" y="499"/>
                        <a:pt x="362" y="499"/>
                      </a:cubicBezTo>
                      <a:cubicBezTo>
                        <a:pt x="361" y="500"/>
                        <a:pt x="361" y="500"/>
                        <a:pt x="361" y="500"/>
                      </a:cubicBezTo>
                      <a:cubicBezTo>
                        <a:pt x="361" y="500"/>
                        <a:pt x="361" y="500"/>
                        <a:pt x="361" y="500"/>
                      </a:cubicBezTo>
                      <a:cubicBezTo>
                        <a:pt x="360" y="501"/>
                        <a:pt x="360" y="501"/>
                        <a:pt x="360" y="502"/>
                      </a:cubicBezTo>
                      <a:cubicBezTo>
                        <a:pt x="360" y="502"/>
                        <a:pt x="360" y="502"/>
                        <a:pt x="360" y="503"/>
                      </a:cubicBezTo>
                      <a:cubicBezTo>
                        <a:pt x="360" y="503"/>
                        <a:pt x="360" y="503"/>
                        <a:pt x="360" y="503"/>
                      </a:cubicBezTo>
                      <a:cubicBezTo>
                        <a:pt x="359" y="503"/>
                        <a:pt x="359" y="503"/>
                        <a:pt x="359" y="503"/>
                      </a:cubicBezTo>
                      <a:cubicBezTo>
                        <a:pt x="359" y="503"/>
                        <a:pt x="359" y="503"/>
                        <a:pt x="359" y="504"/>
                      </a:cubicBezTo>
                      <a:cubicBezTo>
                        <a:pt x="359" y="504"/>
                        <a:pt x="359" y="505"/>
                        <a:pt x="358" y="505"/>
                      </a:cubicBezTo>
                      <a:cubicBezTo>
                        <a:pt x="358" y="505"/>
                        <a:pt x="358" y="505"/>
                        <a:pt x="358" y="506"/>
                      </a:cubicBezTo>
                      <a:cubicBezTo>
                        <a:pt x="358" y="506"/>
                        <a:pt x="358" y="506"/>
                        <a:pt x="358" y="506"/>
                      </a:cubicBezTo>
                      <a:cubicBezTo>
                        <a:pt x="357" y="506"/>
                        <a:pt x="356" y="506"/>
                        <a:pt x="356" y="507"/>
                      </a:cubicBezTo>
                      <a:cubicBezTo>
                        <a:pt x="356" y="507"/>
                        <a:pt x="356" y="508"/>
                        <a:pt x="356" y="508"/>
                      </a:cubicBezTo>
                      <a:cubicBezTo>
                        <a:pt x="356" y="508"/>
                        <a:pt x="356" y="509"/>
                        <a:pt x="356" y="509"/>
                      </a:cubicBezTo>
                      <a:cubicBezTo>
                        <a:pt x="355" y="510"/>
                        <a:pt x="355" y="510"/>
                        <a:pt x="355" y="511"/>
                      </a:cubicBezTo>
                      <a:cubicBezTo>
                        <a:pt x="355" y="511"/>
                        <a:pt x="355" y="511"/>
                        <a:pt x="355" y="512"/>
                      </a:cubicBezTo>
                      <a:cubicBezTo>
                        <a:pt x="354" y="512"/>
                        <a:pt x="354" y="512"/>
                        <a:pt x="354" y="512"/>
                      </a:cubicBezTo>
                      <a:cubicBezTo>
                        <a:pt x="354" y="512"/>
                        <a:pt x="353" y="512"/>
                        <a:pt x="353" y="512"/>
                      </a:cubicBezTo>
                      <a:cubicBezTo>
                        <a:pt x="353" y="512"/>
                        <a:pt x="353" y="512"/>
                        <a:pt x="353" y="512"/>
                      </a:cubicBezTo>
                      <a:cubicBezTo>
                        <a:pt x="352" y="513"/>
                        <a:pt x="352" y="513"/>
                        <a:pt x="352" y="513"/>
                      </a:cubicBezTo>
                      <a:cubicBezTo>
                        <a:pt x="352" y="513"/>
                        <a:pt x="352" y="514"/>
                        <a:pt x="351" y="514"/>
                      </a:cubicBezTo>
                      <a:cubicBezTo>
                        <a:pt x="351" y="514"/>
                        <a:pt x="351" y="514"/>
                        <a:pt x="351" y="514"/>
                      </a:cubicBezTo>
                      <a:cubicBezTo>
                        <a:pt x="350" y="514"/>
                        <a:pt x="350" y="514"/>
                        <a:pt x="350" y="514"/>
                      </a:cubicBezTo>
                      <a:cubicBezTo>
                        <a:pt x="349" y="514"/>
                        <a:pt x="349" y="514"/>
                        <a:pt x="348" y="514"/>
                      </a:cubicBezTo>
                      <a:cubicBezTo>
                        <a:pt x="348" y="514"/>
                        <a:pt x="348" y="513"/>
                        <a:pt x="348" y="514"/>
                      </a:cubicBezTo>
                      <a:cubicBezTo>
                        <a:pt x="348" y="514"/>
                        <a:pt x="348" y="514"/>
                        <a:pt x="348" y="514"/>
                      </a:cubicBezTo>
                      <a:cubicBezTo>
                        <a:pt x="348" y="514"/>
                        <a:pt x="348" y="514"/>
                        <a:pt x="348" y="514"/>
                      </a:cubicBezTo>
                      <a:cubicBezTo>
                        <a:pt x="348" y="514"/>
                        <a:pt x="348" y="514"/>
                        <a:pt x="348" y="514"/>
                      </a:cubicBezTo>
                      <a:cubicBezTo>
                        <a:pt x="348" y="515"/>
                        <a:pt x="348" y="515"/>
                        <a:pt x="348" y="515"/>
                      </a:cubicBezTo>
                      <a:cubicBezTo>
                        <a:pt x="348" y="515"/>
                        <a:pt x="348" y="515"/>
                        <a:pt x="348" y="515"/>
                      </a:cubicBezTo>
                      <a:cubicBezTo>
                        <a:pt x="347" y="515"/>
                        <a:pt x="347" y="515"/>
                        <a:pt x="347" y="514"/>
                      </a:cubicBezTo>
                      <a:cubicBezTo>
                        <a:pt x="346" y="514"/>
                        <a:pt x="346" y="513"/>
                        <a:pt x="345" y="513"/>
                      </a:cubicBezTo>
                      <a:cubicBezTo>
                        <a:pt x="345" y="514"/>
                        <a:pt x="345" y="514"/>
                        <a:pt x="345" y="514"/>
                      </a:cubicBezTo>
                      <a:cubicBezTo>
                        <a:pt x="345" y="514"/>
                        <a:pt x="345" y="514"/>
                        <a:pt x="345" y="514"/>
                      </a:cubicBezTo>
                      <a:cubicBezTo>
                        <a:pt x="345" y="514"/>
                        <a:pt x="345" y="514"/>
                        <a:pt x="345" y="514"/>
                      </a:cubicBezTo>
                      <a:cubicBezTo>
                        <a:pt x="345" y="514"/>
                        <a:pt x="345" y="514"/>
                        <a:pt x="345" y="514"/>
                      </a:cubicBezTo>
                      <a:cubicBezTo>
                        <a:pt x="345" y="514"/>
                        <a:pt x="345" y="513"/>
                        <a:pt x="344" y="513"/>
                      </a:cubicBezTo>
                      <a:cubicBezTo>
                        <a:pt x="344" y="513"/>
                        <a:pt x="344" y="513"/>
                        <a:pt x="344" y="513"/>
                      </a:cubicBezTo>
                      <a:cubicBezTo>
                        <a:pt x="344" y="514"/>
                        <a:pt x="344" y="514"/>
                        <a:pt x="344" y="514"/>
                      </a:cubicBezTo>
                      <a:cubicBezTo>
                        <a:pt x="344" y="514"/>
                        <a:pt x="344" y="514"/>
                        <a:pt x="344" y="514"/>
                      </a:cubicBezTo>
                      <a:cubicBezTo>
                        <a:pt x="344" y="513"/>
                        <a:pt x="344" y="513"/>
                        <a:pt x="344" y="513"/>
                      </a:cubicBezTo>
                      <a:cubicBezTo>
                        <a:pt x="343" y="513"/>
                        <a:pt x="343" y="513"/>
                        <a:pt x="343" y="512"/>
                      </a:cubicBezTo>
                      <a:cubicBezTo>
                        <a:pt x="343" y="512"/>
                        <a:pt x="343" y="512"/>
                        <a:pt x="343" y="512"/>
                      </a:cubicBezTo>
                      <a:cubicBezTo>
                        <a:pt x="344" y="512"/>
                        <a:pt x="343" y="511"/>
                        <a:pt x="343" y="511"/>
                      </a:cubicBezTo>
                      <a:cubicBezTo>
                        <a:pt x="343" y="511"/>
                        <a:pt x="343" y="511"/>
                        <a:pt x="343" y="511"/>
                      </a:cubicBezTo>
                      <a:cubicBezTo>
                        <a:pt x="343" y="511"/>
                        <a:pt x="343" y="511"/>
                        <a:pt x="343" y="511"/>
                      </a:cubicBezTo>
                      <a:cubicBezTo>
                        <a:pt x="343" y="511"/>
                        <a:pt x="343" y="511"/>
                        <a:pt x="343" y="511"/>
                      </a:cubicBezTo>
                      <a:cubicBezTo>
                        <a:pt x="343" y="512"/>
                        <a:pt x="343" y="512"/>
                        <a:pt x="342" y="512"/>
                      </a:cubicBezTo>
                      <a:cubicBezTo>
                        <a:pt x="342" y="512"/>
                        <a:pt x="342" y="512"/>
                        <a:pt x="342" y="512"/>
                      </a:cubicBezTo>
                      <a:cubicBezTo>
                        <a:pt x="342" y="512"/>
                        <a:pt x="342" y="512"/>
                        <a:pt x="342" y="512"/>
                      </a:cubicBezTo>
                      <a:cubicBezTo>
                        <a:pt x="342" y="512"/>
                        <a:pt x="342" y="512"/>
                        <a:pt x="342" y="512"/>
                      </a:cubicBezTo>
                      <a:cubicBezTo>
                        <a:pt x="342" y="512"/>
                        <a:pt x="342" y="512"/>
                        <a:pt x="342" y="512"/>
                      </a:cubicBezTo>
                      <a:cubicBezTo>
                        <a:pt x="343" y="513"/>
                        <a:pt x="343" y="513"/>
                        <a:pt x="343" y="513"/>
                      </a:cubicBezTo>
                      <a:cubicBezTo>
                        <a:pt x="343" y="513"/>
                        <a:pt x="343" y="513"/>
                        <a:pt x="343" y="514"/>
                      </a:cubicBezTo>
                      <a:cubicBezTo>
                        <a:pt x="343" y="514"/>
                        <a:pt x="343" y="514"/>
                        <a:pt x="343" y="514"/>
                      </a:cubicBezTo>
                      <a:cubicBezTo>
                        <a:pt x="343" y="514"/>
                        <a:pt x="343" y="514"/>
                        <a:pt x="343" y="514"/>
                      </a:cubicBezTo>
                      <a:cubicBezTo>
                        <a:pt x="343" y="514"/>
                        <a:pt x="343" y="514"/>
                        <a:pt x="343" y="515"/>
                      </a:cubicBezTo>
                      <a:cubicBezTo>
                        <a:pt x="343" y="515"/>
                        <a:pt x="343" y="515"/>
                        <a:pt x="343" y="515"/>
                      </a:cubicBezTo>
                      <a:cubicBezTo>
                        <a:pt x="343" y="515"/>
                        <a:pt x="343" y="515"/>
                        <a:pt x="343" y="515"/>
                      </a:cubicBezTo>
                      <a:cubicBezTo>
                        <a:pt x="342" y="515"/>
                        <a:pt x="342" y="515"/>
                        <a:pt x="342" y="515"/>
                      </a:cubicBezTo>
                      <a:cubicBezTo>
                        <a:pt x="342" y="516"/>
                        <a:pt x="342" y="516"/>
                        <a:pt x="342" y="515"/>
                      </a:cubicBezTo>
                      <a:cubicBezTo>
                        <a:pt x="342" y="515"/>
                        <a:pt x="342" y="515"/>
                        <a:pt x="342" y="515"/>
                      </a:cubicBezTo>
                      <a:cubicBezTo>
                        <a:pt x="342" y="515"/>
                        <a:pt x="342" y="515"/>
                        <a:pt x="341" y="515"/>
                      </a:cubicBezTo>
                      <a:cubicBezTo>
                        <a:pt x="341" y="515"/>
                        <a:pt x="341" y="514"/>
                        <a:pt x="341" y="514"/>
                      </a:cubicBezTo>
                      <a:cubicBezTo>
                        <a:pt x="341" y="514"/>
                        <a:pt x="341" y="515"/>
                        <a:pt x="341" y="515"/>
                      </a:cubicBezTo>
                      <a:cubicBezTo>
                        <a:pt x="341" y="515"/>
                        <a:pt x="341" y="515"/>
                        <a:pt x="341" y="515"/>
                      </a:cubicBezTo>
                      <a:cubicBezTo>
                        <a:pt x="341" y="516"/>
                        <a:pt x="341" y="516"/>
                        <a:pt x="342" y="516"/>
                      </a:cubicBezTo>
                      <a:cubicBezTo>
                        <a:pt x="342" y="516"/>
                        <a:pt x="342" y="516"/>
                        <a:pt x="342" y="516"/>
                      </a:cubicBezTo>
                      <a:cubicBezTo>
                        <a:pt x="342" y="516"/>
                        <a:pt x="342" y="517"/>
                        <a:pt x="342" y="517"/>
                      </a:cubicBezTo>
                      <a:cubicBezTo>
                        <a:pt x="342" y="517"/>
                        <a:pt x="342" y="517"/>
                        <a:pt x="342" y="517"/>
                      </a:cubicBezTo>
                      <a:cubicBezTo>
                        <a:pt x="342" y="517"/>
                        <a:pt x="342" y="517"/>
                        <a:pt x="342" y="517"/>
                      </a:cubicBezTo>
                      <a:cubicBezTo>
                        <a:pt x="342" y="518"/>
                        <a:pt x="341" y="518"/>
                        <a:pt x="342" y="518"/>
                      </a:cubicBezTo>
                      <a:cubicBezTo>
                        <a:pt x="342" y="519"/>
                        <a:pt x="341" y="519"/>
                        <a:pt x="341" y="520"/>
                      </a:cubicBezTo>
                      <a:cubicBezTo>
                        <a:pt x="341" y="520"/>
                        <a:pt x="341" y="520"/>
                        <a:pt x="341" y="520"/>
                      </a:cubicBezTo>
                      <a:cubicBezTo>
                        <a:pt x="341" y="520"/>
                        <a:pt x="340" y="520"/>
                        <a:pt x="340" y="520"/>
                      </a:cubicBezTo>
                      <a:cubicBezTo>
                        <a:pt x="340" y="520"/>
                        <a:pt x="339" y="520"/>
                        <a:pt x="338" y="520"/>
                      </a:cubicBezTo>
                      <a:cubicBezTo>
                        <a:pt x="337" y="520"/>
                        <a:pt x="336" y="520"/>
                        <a:pt x="335" y="520"/>
                      </a:cubicBezTo>
                      <a:cubicBezTo>
                        <a:pt x="333" y="520"/>
                        <a:pt x="332" y="518"/>
                        <a:pt x="330" y="518"/>
                      </a:cubicBezTo>
                      <a:cubicBezTo>
                        <a:pt x="329" y="518"/>
                        <a:pt x="329" y="518"/>
                        <a:pt x="328" y="518"/>
                      </a:cubicBezTo>
                      <a:cubicBezTo>
                        <a:pt x="327" y="518"/>
                        <a:pt x="326" y="517"/>
                        <a:pt x="326" y="517"/>
                      </a:cubicBezTo>
                      <a:cubicBezTo>
                        <a:pt x="323" y="516"/>
                        <a:pt x="321" y="515"/>
                        <a:pt x="319" y="514"/>
                      </a:cubicBezTo>
                      <a:cubicBezTo>
                        <a:pt x="319" y="514"/>
                        <a:pt x="318" y="513"/>
                        <a:pt x="318" y="513"/>
                      </a:cubicBezTo>
                      <a:cubicBezTo>
                        <a:pt x="318" y="513"/>
                        <a:pt x="318" y="513"/>
                        <a:pt x="318" y="512"/>
                      </a:cubicBezTo>
                      <a:cubicBezTo>
                        <a:pt x="318" y="512"/>
                        <a:pt x="318" y="512"/>
                        <a:pt x="317" y="512"/>
                      </a:cubicBezTo>
                      <a:cubicBezTo>
                        <a:pt x="317" y="512"/>
                        <a:pt x="317" y="513"/>
                        <a:pt x="318" y="513"/>
                      </a:cubicBezTo>
                      <a:cubicBezTo>
                        <a:pt x="318" y="514"/>
                        <a:pt x="318" y="514"/>
                        <a:pt x="318" y="514"/>
                      </a:cubicBezTo>
                      <a:cubicBezTo>
                        <a:pt x="318" y="515"/>
                        <a:pt x="317" y="514"/>
                        <a:pt x="316" y="515"/>
                      </a:cubicBezTo>
                      <a:cubicBezTo>
                        <a:pt x="316" y="515"/>
                        <a:pt x="317" y="515"/>
                        <a:pt x="317" y="515"/>
                      </a:cubicBezTo>
                      <a:cubicBezTo>
                        <a:pt x="317" y="515"/>
                        <a:pt x="318" y="515"/>
                        <a:pt x="318" y="515"/>
                      </a:cubicBezTo>
                      <a:cubicBezTo>
                        <a:pt x="318" y="516"/>
                        <a:pt x="318" y="516"/>
                        <a:pt x="319" y="516"/>
                      </a:cubicBezTo>
                      <a:cubicBezTo>
                        <a:pt x="319" y="517"/>
                        <a:pt x="319" y="517"/>
                        <a:pt x="319" y="516"/>
                      </a:cubicBezTo>
                      <a:cubicBezTo>
                        <a:pt x="320" y="516"/>
                        <a:pt x="319" y="516"/>
                        <a:pt x="319" y="515"/>
                      </a:cubicBezTo>
                      <a:cubicBezTo>
                        <a:pt x="319" y="515"/>
                        <a:pt x="319" y="515"/>
                        <a:pt x="320" y="515"/>
                      </a:cubicBezTo>
                      <a:cubicBezTo>
                        <a:pt x="320" y="515"/>
                        <a:pt x="320" y="516"/>
                        <a:pt x="321" y="516"/>
                      </a:cubicBezTo>
                      <a:cubicBezTo>
                        <a:pt x="321" y="516"/>
                        <a:pt x="322" y="516"/>
                        <a:pt x="322" y="516"/>
                      </a:cubicBezTo>
                      <a:cubicBezTo>
                        <a:pt x="323" y="516"/>
                        <a:pt x="323" y="517"/>
                        <a:pt x="324" y="517"/>
                      </a:cubicBezTo>
                      <a:cubicBezTo>
                        <a:pt x="325" y="517"/>
                        <a:pt x="325" y="517"/>
                        <a:pt x="325" y="517"/>
                      </a:cubicBezTo>
                      <a:cubicBezTo>
                        <a:pt x="325" y="517"/>
                        <a:pt x="325" y="518"/>
                        <a:pt x="326" y="518"/>
                      </a:cubicBezTo>
                      <a:cubicBezTo>
                        <a:pt x="326" y="518"/>
                        <a:pt x="327" y="518"/>
                        <a:pt x="328" y="519"/>
                      </a:cubicBezTo>
                      <a:cubicBezTo>
                        <a:pt x="328" y="519"/>
                        <a:pt x="327" y="519"/>
                        <a:pt x="327" y="519"/>
                      </a:cubicBezTo>
                      <a:cubicBezTo>
                        <a:pt x="327" y="519"/>
                        <a:pt x="327" y="520"/>
                        <a:pt x="327" y="520"/>
                      </a:cubicBezTo>
                      <a:cubicBezTo>
                        <a:pt x="327" y="520"/>
                        <a:pt x="326" y="520"/>
                        <a:pt x="326" y="520"/>
                      </a:cubicBezTo>
                      <a:cubicBezTo>
                        <a:pt x="326" y="520"/>
                        <a:pt x="326" y="520"/>
                        <a:pt x="326" y="521"/>
                      </a:cubicBezTo>
                      <a:cubicBezTo>
                        <a:pt x="326" y="521"/>
                        <a:pt x="326" y="521"/>
                        <a:pt x="326" y="521"/>
                      </a:cubicBezTo>
                      <a:cubicBezTo>
                        <a:pt x="326" y="521"/>
                        <a:pt x="326" y="521"/>
                        <a:pt x="326" y="521"/>
                      </a:cubicBezTo>
                      <a:cubicBezTo>
                        <a:pt x="327" y="521"/>
                        <a:pt x="327" y="521"/>
                        <a:pt x="327" y="521"/>
                      </a:cubicBezTo>
                      <a:cubicBezTo>
                        <a:pt x="327" y="520"/>
                        <a:pt x="327" y="520"/>
                        <a:pt x="327" y="520"/>
                      </a:cubicBezTo>
                      <a:cubicBezTo>
                        <a:pt x="327" y="520"/>
                        <a:pt x="328" y="520"/>
                        <a:pt x="328" y="520"/>
                      </a:cubicBezTo>
                      <a:cubicBezTo>
                        <a:pt x="328" y="519"/>
                        <a:pt x="329" y="519"/>
                        <a:pt x="329" y="519"/>
                      </a:cubicBezTo>
                      <a:cubicBezTo>
                        <a:pt x="330" y="519"/>
                        <a:pt x="330" y="519"/>
                        <a:pt x="331" y="519"/>
                      </a:cubicBezTo>
                      <a:cubicBezTo>
                        <a:pt x="331" y="519"/>
                        <a:pt x="331" y="520"/>
                        <a:pt x="331" y="520"/>
                      </a:cubicBezTo>
                      <a:cubicBezTo>
                        <a:pt x="331" y="521"/>
                        <a:pt x="332" y="520"/>
                        <a:pt x="333" y="520"/>
                      </a:cubicBezTo>
                      <a:cubicBezTo>
                        <a:pt x="333" y="520"/>
                        <a:pt x="333" y="520"/>
                        <a:pt x="333" y="520"/>
                      </a:cubicBezTo>
                      <a:cubicBezTo>
                        <a:pt x="333" y="521"/>
                        <a:pt x="333" y="521"/>
                        <a:pt x="333" y="521"/>
                      </a:cubicBezTo>
                      <a:cubicBezTo>
                        <a:pt x="332" y="521"/>
                        <a:pt x="332" y="521"/>
                        <a:pt x="332" y="521"/>
                      </a:cubicBezTo>
                      <a:cubicBezTo>
                        <a:pt x="332" y="521"/>
                        <a:pt x="333" y="521"/>
                        <a:pt x="334" y="521"/>
                      </a:cubicBezTo>
                      <a:cubicBezTo>
                        <a:pt x="334" y="521"/>
                        <a:pt x="334" y="521"/>
                        <a:pt x="334" y="521"/>
                      </a:cubicBezTo>
                      <a:cubicBezTo>
                        <a:pt x="334" y="521"/>
                        <a:pt x="334" y="522"/>
                        <a:pt x="334" y="522"/>
                      </a:cubicBezTo>
                      <a:cubicBezTo>
                        <a:pt x="334" y="522"/>
                        <a:pt x="335" y="522"/>
                        <a:pt x="335" y="522"/>
                      </a:cubicBezTo>
                      <a:cubicBezTo>
                        <a:pt x="335" y="522"/>
                        <a:pt x="335" y="522"/>
                        <a:pt x="335" y="522"/>
                      </a:cubicBezTo>
                      <a:cubicBezTo>
                        <a:pt x="335" y="522"/>
                        <a:pt x="336" y="522"/>
                        <a:pt x="336" y="522"/>
                      </a:cubicBezTo>
                      <a:cubicBezTo>
                        <a:pt x="336" y="522"/>
                        <a:pt x="336" y="523"/>
                        <a:pt x="336" y="523"/>
                      </a:cubicBezTo>
                      <a:cubicBezTo>
                        <a:pt x="336" y="523"/>
                        <a:pt x="337" y="523"/>
                        <a:pt x="337" y="523"/>
                      </a:cubicBezTo>
                      <a:cubicBezTo>
                        <a:pt x="337" y="523"/>
                        <a:pt x="337" y="523"/>
                        <a:pt x="336" y="524"/>
                      </a:cubicBezTo>
                      <a:cubicBezTo>
                        <a:pt x="337" y="524"/>
                        <a:pt x="337" y="524"/>
                        <a:pt x="337" y="524"/>
                      </a:cubicBezTo>
                      <a:cubicBezTo>
                        <a:pt x="337" y="524"/>
                        <a:pt x="337" y="524"/>
                        <a:pt x="337" y="524"/>
                      </a:cubicBezTo>
                      <a:cubicBezTo>
                        <a:pt x="337" y="525"/>
                        <a:pt x="337" y="525"/>
                        <a:pt x="337" y="526"/>
                      </a:cubicBezTo>
                      <a:cubicBezTo>
                        <a:pt x="337" y="526"/>
                        <a:pt x="338" y="527"/>
                        <a:pt x="338" y="527"/>
                      </a:cubicBezTo>
                      <a:cubicBezTo>
                        <a:pt x="338" y="527"/>
                        <a:pt x="337" y="527"/>
                        <a:pt x="337" y="527"/>
                      </a:cubicBezTo>
                      <a:cubicBezTo>
                        <a:pt x="337" y="528"/>
                        <a:pt x="337" y="528"/>
                        <a:pt x="338" y="528"/>
                      </a:cubicBezTo>
                      <a:cubicBezTo>
                        <a:pt x="337" y="529"/>
                        <a:pt x="337" y="529"/>
                        <a:pt x="337" y="530"/>
                      </a:cubicBezTo>
                      <a:cubicBezTo>
                        <a:pt x="336" y="530"/>
                        <a:pt x="335" y="530"/>
                        <a:pt x="334" y="531"/>
                      </a:cubicBezTo>
                      <a:cubicBezTo>
                        <a:pt x="334" y="531"/>
                        <a:pt x="334" y="531"/>
                        <a:pt x="333" y="531"/>
                      </a:cubicBezTo>
                      <a:cubicBezTo>
                        <a:pt x="333" y="531"/>
                        <a:pt x="333" y="531"/>
                        <a:pt x="333" y="531"/>
                      </a:cubicBezTo>
                      <a:cubicBezTo>
                        <a:pt x="333" y="532"/>
                        <a:pt x="333" y="532"/>
                        <a:pt x="333" y="532"/>
                      </a:cubicBezTo>
                      <a:cubicBezTo>
                        <a:pt x="333" y="532"/>
                        <a:pt x="333" y="532"/>
                        <a:pt x="332" y="532"/>
                      </a:cubicBezTo>
                      <a:cubicBezTo>
                        <a:pt x="332" y="532"/>
                        <a:pt x="331" y="532"/>
                        <a:pt x="331" y="532"/>
                      </a:cubicBezTo>
                      <a:cubicBezTo>
                        <a:pt x="330" y="532"/>
                        <a:pt x="330" y="532"/>
                        <a:pt x="330" y="532"/>
                      </a:cubicBezTo>
                      <a:cubicBezTo>
                        <a:pt x="330" y="531"/>
                        <a:pt x="329" y="531"/>
                        <a:pt x="329" y="531"/>
                      </a:cubicBezTo>
                      <a:cubicBezTo>
                        <a:pt x="328" y="531"/>
                        <a:pt x="328" y="531"/>
                        <a:pt x="328" y="531"/>
                      </a:cubicBezTo>
                      <a:cubicBezTo>
                        <a:pt x="328" y="532"/>
                        <a:pt x="328" y="532"/>
                        <a:pt x="328" y="532"/>
                      </a:cubicBezTo>
                      <a:cubicBezTo>
                        <a:pt x="328" y="532"/>
                        <a:pt x="328" y="532"/>
                        <a:pt x="328" y="532"/>
                      </a:cubicBezTo>
                      <a:cubicBezTo>
                        <a:pt x="327" y="532"/>
                        <a:pt x="327" y="532"/>
                        <a:pt x="327" y="532"/>
                      </a:cubicBezTo>
                      <a:cubicBezTo>
                        <a:pt x="326" y="532"/>
                        <a:pt x="326" y="532"/>
                        <a:pt x="326" y="532"/>
                      </a:cubicBezTo>
                      <a:cubicBezTo>
                        <a:pt x="326" y="532"/>
                        <a:pt x="326" y="532"/>
                        <a:pt x="326" y="532"/>
                      </a:cubicBezTo>
                      <a:cubicBezTo>
                        <a:pt x="326" y="533"/>
                        <a:pt x="327" y="533"/>
                        <a:pt x="327" y="534"/>
                      </a:cubicBezTo>
                      <a:cubicBezTo>
                        <a:pt x="328" y="534"/>
                        <a:pt x="328" y="534"/>
                        <a:pt x="329" y="534"/>
                      </a:cubicBezTo>
                      <a:cubicBezTo>
                        <a:pt x="329" y="534"/>
                        <a:pt x="329" y="534"/>
                        <a:pt x="329" y="534"/>
                      </a:cubicBezTo>
                      <a:cubicBezTo>
                        <a:pt x="330" y="535"/>
                        <a:pt x="329" y="535"/>
                        <a:pt x="329" y="535"/>
                      </a:cubicBezTo>
                      <a:cubicBezTo>
                        <a:pt x="329" y="535"/>
                        <a:pt x="329" y="535"/>
                        <a:pt x="329" y="536"/>
                      </a:cubicBezTo>
                      <a:cubicBezTo>
                        <a:pt x="329" y="536"/>
                        <a:pt x="329" y="536"/>
                        <a:pt x="329" y="536"/>
                      </a:cubicBezTo>
                      <a:cubicBezTo>
                        <a:pt x="329" y="536"/>
                        <a:pt x="329" y="536"/>
                        <a:pt x="329" y="536"/>
                      </a:cubicBezTo>
                      <a:cubicBezTo>
                        <a:pt x="328" y="536"/>
                        <a:pt x="328" y="536"/>
                        <a:pt x="328" y="536"/>
                      </a:cubicBezTo>
                      <a:cubicBezTo>
                        <a:pt x="327" y="536"/>
                        <a:pt x="327" y="535"/>
                        <a:pt x="327" y="536"/>
                      </a:cubicBezTo>
                      <a:cubicBezTo>
                        <a:pt x="327" y="536"/>
                        <a:pt x="327" y="536"/>
                        <a:pt x="327" y="536"/>
                      </a:cubicBezTo>
                      <a:cubicBezTo>
                        <a:pt x="326" y="536"/>
                        <a:pt x="326" y="535"/>
                        <a:pt x="325" y="536"/>
                      </a:cubicBezTo>
                      <a:cubicBezTo>
                        <a:pt x="325" y="536"/>
                        <a:pt x="325" y="537"/>
                        <a:pt x="325" y="537"/>
                      </a:cubicBezTo>
                      <a:cubicBezTo>
                        <a:pt x="325" y="537"/>
                        <a:pt x="324" y="537"/>
                        <a:pt x="324" y="537"/>
                      </a:cubicBezTo>
                      <a:cubicBezTo>
                        <a:pt x="324" y="538"/>
                        <a:pt x="324" y="538"/>
                        <a:pt x="324" y="538"/>
                      </a:cubicBezTo>
                      <a:cubicBezTo>
                        <a:pt x="324" y="538"/>
                        <a:pt x="324" y="539"/>
                        <a:pt x="324" y="539"/>
                      </a:cubicBezTo>
                      <a:cubicBezTo>
                        <a:pt x="324" y="539"/>
                        <a:pt x="325" y="539"/>
                        <a:pt x="325" y="539"/>
                      </a:cubicBezTo>
                      <a:cubicBezTo>
                        <a:pt x="325" y="539"/>
                        <a:pt x="325" y="540"/>
                        <a:pt x="325" y="540"/>
                      </a:cubicBezTo>
                      <a:cubicBezTo>
                        <a:pt x="325" y="540"/>
                        <a:pt x="325" y="540"/>
                        <a:pt x="325" y="540"/>
                      </a:cubicBezTo>
                      <a:cubicBezTo>
                        <a:pt x="325" y="540"/>
                        <a:pt x="325" y="540"/>
                        <a:pt x="325" y="540"/>
                      </a:cubicBezTo>
                      <a:cubicBezTo>
                        <a:pt x="325" y="540"/>
                        <a:pt x="324" y="540"/>
                        <a:pt x="324" y="540"/>
                      </a:cubicBezTo>
                      <a:cubicBezTo>
                        <a:pt x="324" y="540"/>
                        <a:pt x="324" y="540"/>
                        <a:pt x="324" y="540"/>
                      </a:cubicBezTo>
                      <a:cubicBezTo>
                        <a:pt x="324" y="540"/>
                        <a:pt x="324" y="540"/>
                        <a:pt x="324" y="540"/>
                      </a:cubicBezTo>
                      <a:cubicBezTo>
                        <a:pt x="323" y="539"/>
                        <a:pt x="322" y="539"/>
                        <a:pt x="322" y="539"/>
                      </a:cubicBezTo>
                      <a:cubicBezTo>
                        <a:pt x="322" y="539"/>
                        <a:pt x="321" y="539"/>
                        <a:pt x="321" y="539"/>
                      </a:cubicBezTo>
                      <a:cubicBezTo>
                        <a:pt x="321" y="539"/>
                        <a:pt x="321" y="540"/>
                        <a:pt x="322" y="540"/>
                      </a:cubicBezTo>
                      <a:cubicBezTo>
                        <a:pt x="322" y="540"/>
                        <a:pt x="322" y="539"/>
                        <a:pt x="322" y="539"/>
                      </a:cubicBezTo>
                      <a:cubicBezTo>
                        <a:pt x="322" y="539"/>
                        <a:pt x="322" y="539"/>
                        <a:pt x="322" y="540"/>
                      </a:cubicBezTo>
                      <a:cubicBezTo>
                        <a:pt x="323" y="540"/>
                        <a:pt x="323" y="540"/>
                        <a:pt x="323" y="540"/>
                      </a:cubicBezTo>
                      <a:cubicBezTo>
                        <a:pt x="323" y="540"/>
                        <a:pt x="323" y="540"/>
                        <a:pt x="323" y="540"/>
                      </a:cubicBezTo>
                      <a:cubicBezTo>
                        <a:pt x="323" y="540"/>
                        <a:pt x="323" y="540"/>
                        <a:pt x="323" y="540"/>
                      </a:cubicBezTo>
                      <a:cubicBezTo>
                        <a:pt x="322" y="541"/>
                        <a:pt x="322" y="541"/>
                        <a:pt x="322" y="541"/>
                      </a:cubicBezTo>
                      <a:cubicBezTo>
                        <a:pt x="321" y="542"/>
                        <a:pt x="321" y="542"/>
                        <a:pt x="321" y="542"/>
                      </a:cubicBezTo>
                      <a:cubicBezTo>
                        <a:pt x="321" y="542"/>
                        <a:pt x="322" y="542"/>
                        <a:pt x="322" y="542"/>
                      </a:cubicBezTo>
                      <a:cubicBezTo>
                        <a:pt x="322" y="542"/>
                        <a:pt x="322" y="542"/>
                        <a:pt x="322" y="542"/>
                      </a:cubicBezTo>
                      <a:cubicBezTo>
                        <a:pt x="322" y="542"/>
                        <a:pt x="322" y="542"/>
                        <a:pt x="322" y="542"/>
                      </a:cubicBezTo>
                      <a:cubicBezTo>
                        <a:pt x="322" y="543"/>
                        <a:pt x="321" y="543"/>
                        <a:pt x="321" y="543"/>
                      </a:cubicBezTo>
                      <a:cubicBezTo>
                        <a:pt x="321" y="543"/>
                        <a:pt x="321" y="544"/>
                        <a:pt x="321" y="544"/>
                      </a:cubicBezTo>
                      <a:cubicBezTo>
                        <a:pt x="320" y="544"/>
                        <a:pt x="320" y="544"/>
                        <a:pt x="320" y="544"/>
                      </a:cubicBezTo>
                      <a:cubicBezTo>
                        <a:pt x="320" y="543"/>
                        <a:pt x="320" y="543"/>
                        <a:pt x="320" y="543"/>
                      </a:cubicBezTo>
                      <a:cubicBezTo>
                        <a:pt x="319" y="543"/>
                        <a:pt x="319" y="543"/>
                        <a:pt x="320" y="544"/>
                      </a:cubicBezTo>
                      <a:cubicBezTo>
                        <a:pt x="320" y="544"/>
                        <a:pt x="320" y="544"/>
                        <a:pt x="320" y="544"/>
                      </a:cubicBezTo>
                      <a:cubicBezTo>
                        <a:pt x="320" y="544"/>
                        <a:pt x="320" y="545"/>
                        <a:pt x="320" y="545"/>
                      </a:cubicBezTo>
                      <a:cubicBezTo>
                        <a:pt x="320" y="545"/>
                        <a:pt x="321" y="545"/>
                        <a:pt x="321" y="545"/>
                      </a:cubicBezTo>
                      <a:cubicBezTo>
                        <a:pt x="321" y="545"/>
                        <a:pt x="321" y="545"/>
                        <a:pt x="321" y="545"/>
                      </a:cubicBezTo>
                      <a:cubicBezTo>
                        <a:pt x="321" y="545"/>
                        <a:pt x="321" y="545"/>
                        <a:pt x="321" y="545"/>
                      </a:cubicBezTo>
                      <a:cubicBezTo>
                        <a:pt x="321" y="545"/>
                        <a:pt x="322" y="545"/>
                        <a:pt x="322" y="545"/>
                      </a:cubicBezTo>
                      <a:cubicBezTo>
                        <a:pt x="322" y="545"/>
                        <a:pt x="322" y="546"/>
                        <a:pt x="321" y="546"/>
                      </a:cubicBezTo>
                      <a:cubicBezTo>
                        <a:pt x="321" y="546"/>
                        <a:pt x="321" y="546"/>
                        <a:pt x="321" y="546"/>
                      </a:cubicBezTo>
                      <a:cubicBezTo>
                        <a:pt x="321" y="546"/>
                        <a:pt x="321" y="546"/>
                        <a:pt x="321" y="545"/>
                      </a:cubicBezTo>
                      <a:cubicBezTo>
                        <a:pt x="320" y="545"/>
                        <a:pt x="319" y="545"/>
                        <a:pt x="319" y="545"/>
                      </a:cubicBezTo>
                      <a:cubicBezTo>
                        <a:pt x="319" y="545"/>
                        <a:pt x="319" y="545"/>
                        <a:pt x="319" y="545"/>
                      </a:cubicBezTo>
                      <a:cubicBezTo>
                        <a:pt x="319" y="545"/>
                        <a:pt x="318" y="545"/>
                        <a:pt x="318" y="545"/>
                      </a:cubicBezTo>
                      <a:cubicBezTo>
                        <a:pt x="318" y="545"/>
                        <a:pt x="318" y="545"/>
                        <a:pt x="318" y="546"/>
                      </a:cubicBezTo>
                      <a:cubicBezTo>
                        <a:pt x="318" y="546"/>
                        <a:pt x="317" y="546"/>
                        <a:pt x="317" y="546"/>
                      </a:cubicBezTo>
                      <a:cubicBezTo>
                        <a:pt x="317" y="546"/>
                        <a:pt x="318" y="546"/>
                        <a:pt x="318" y="546"/>
                      </a:cubicBezTo>
                      <a:cubicBezTo>
                        <a:pt x="318" y="546"/>
                        <a:pt x="318" y="546"/>
                        <a:pt x="318" y="546"/>
                      </a:cubicBezTo>
                      <a:cubicBezTo>
                        <a:pt x="318" y="546"/>
                        <a:pt x="319" y="546"/>
                        <a:pt x="319" y="546"/>
                      </a:cubicBezTo>
                      <a:cubicBezTo>
                        <a:pt x="319" y="546"/>
                        <a:pt x="319" y="546"/>
                        <a:pt x="319" y="546"/>
                      </a:cubicBezTo>
                      <a:cubicBezTo>
                        <a:pt x="319" y="546"/>
                        <a:pt x="319" y="546"/>
                        <a:pt x="319" y="546"/>
                      </a:cubicBezTo>
                      <a:cubicBezTo>
                        <a:pt x="319" y="547"/>
                        <a:pt x="319" y="547"/>
                        <a:pt x="319" y="547"/>
                      </a:cubicBezTo>
                      <a:cubicBezTo>
                        <a:pt x="319" y="547"/>
                        <a:pt x="320" y="547"/>
                        <a:pt x="320" y="547"/>
                      </a:cubicBezTo>
                      <a:cubicBezTo>
                        <a:pt x="320" y="547"/>
                        <a:pt x="320" y="547"/>
                        <a:pt x="320" y="548"/>
                      </a:cubicBezTo>
                      <a:cubicBezTo>
                        <a:pt x="320" y="547"/>
                        <a:pt x="319" y="547"/>
                        <a:pt x="319" y="547"/>
                      </a:cubicBezTo>
                      <a:cubicBezTo>
                        <a:pt x="319" y="547"/>
                        <a:pt x="319" y="547"/>
                        <a:pt x="319" y="547"/>
                      </a:cubicBezTo>
                      <a:cubicBezTo>
                        <a:pt x="319" y="548"/>
                        <a:pt x="319" y="548"/>
                        <a:pt x="319" y="548"/>
                      </a:cubicBezTo>
                      <a:cubicBezTo>
                        <a:pt x="319" y="548"/>
                        <a:pt x="319" y="548"/>
                        <a:pt x="319" y="548"/>
                      </a:cubicBezTo>
                      <a:cubicBezTo>
                        <a:pt x="318" y="548"/>
                        <a:pt x="318" y="548"/>
                        <a:pt x="318" y="549"/>
                      </a:cubicBezTo>
                      <a:cubicBezTo>
                        <a:pt x="317" y="549"/>
                        <a:pt x="317" y="550"/>
                        <a:pt x="316" y="550"/>
                      </a:cubicBezTo>
                      <a:cubicBezTo>
                        <a:pt x="316" y="551"/>
                        <a:pt x="315" y="551"/>
                        <a:pt x="315" y="551"/>
                      </a:cubicBezTo>
                      <a:cubicBezTo>
                        <a:pt x="315" y="551"/>
                        <a:pt x="315" y="552"/>
                        <a:pt x="315" y="552"/>
                      </a:cubicBezTo>
                      <a:cubicBezTo>
                        <a:pt x="315" y="552"/>
                        <a:pt x="315" y="552"/>
                        <a:pt x="316" y="552"/>
                      </a:cubicBezTo>
                      <a:cubicBezTo>
                        <a:pt x="316" y="552"/>
                        <a:pt x="316" y="553"/>
                        <a:pt x="316" y="553"/>
                      </a:cubicBezTo>
                      <a:cubicBezTo>
                        <a:pt x="316" y="553"/>
                        <a:pt x="316" y="553"/>
                        <a:pt x="316" y="553"/>
                      </a:cubicBezTo>
                      <a:cubicBezTo>
                        <a:pt x="315" y="553"/>
                        <a:pt x="315" y="553"/>
                        <a:pt x="315" y="553"/>
                      </a:cubicBezTo>
                      <a:cubicBezTo>
                        <a:pt x="315" y="553"/>
                        <a:pt x="315" y="554"/>
                        <a:pt x="315" y="554"/>
                      </a:cubicBezTo>
                      <a:cubicBezTo>
                        <a:pt x="315" y="554"/>
                        <a:pt x="315" y="555"/>
                        <a:pt x="315" y="555"/>
                      </a:cubicBezTo>
                      <a:cubicBezTo>
                        <a:pt x="315" y="555"/>
                        <a:pt x="315" y="555"/>
                        <a:pt x="314" y="555"/>
                      </a:cubicBezTo>
                      <a:cubicBezTo>
                        <a:pt x="314" y="556"/>
                        <a:pt x="314" y="556"/>
                        <a:pt x="315" y="556"/>
                      </a:cubicBezTo>
                      <a:cubicBezTo>
                        <a:pt x="315" y="556"/>
                        <a:pt x="315" y="556"/>
                        <a:pt x="315" y="556"/>
                      </a:cubicBezTo>
                      <a:cubicBezTo>
                        <a:pt x="315" y="556"/>
                        <a:pt x="315" y="556"/>
                        <a:pt x="315" y="556"/>
                      </a:cubicBezTo>
                      <a:cubicBezTo>
                        <a:pt x="315" y="557"/>
                        <a:pt x="314" y="557"/>
                        <a:pt x="314" y="557"/>
                      </a:cubicBezTo>
                      <a:cubicBezTo>
                        <a:pt x="314" y="557"/>
                        <a:pt x="314" y="557"/>
                        <a:pt x="314" y="558"/>
                      </a:cubicBezTo>
                      <a:cubicBezTo>
                        <a:pt x="313" y="558"/>
                        <a:pt x="313" y="558"/>
                        <a:pt x="313" y="559"/>
                      </a:cubicBezTo>
                      <a:cubicBezTo>
                        <a:pt x="313" y="559"/>
                        <a:pt x="313" y="559"/>
                        <a:pt x="313" y="559"/>
                      </a:cubicBezTo>
                      <a:cubicBezTo>
                        <a:pt x="313" y="559"/>
                        <a:pt x="313" y="559"/>
                        <a:pt x="313" y="560"/>
                      </a:cubicBezTo>
                      <a:cubicBezTo>
                        <a:pt x="313" y="560"/>
                        <a:pt x="312" y="560"/>
                        <a:pt x="312" y="560"/>
                      </a:cubicBezTo>
                      <a:cubicBezTo>
                        <a:pt x="312" y="561"/>
                        <a:pt x="312" y="561"/>
                        <a:pt x="312" y="561"/>
                      </a:cubicBezTo>
                      <a:cubicBezTo>
                        <a:pt x="312" y="561"/>
                        <a:pt x="312" y="561"/>
                        <a:pt x="312" y="561"/>
                      </a:cubicBezTo>
                      <a:cubicBezTo>
                        <a:pt x="313" y="561"/>
                        <a:pt x="312" y="562"/>
                        <a:pt x="312" y="562"/>
                      </a:cubicBezTo>
                      <a:cubicBezTo>
                        <a:pt x="312" y="563"/>
                        <a:pt x="312" y="563"/>
                        <a:pt x="311" y="563"/>
                      </a:cubicBezTo>
                      <a:cubicBezTo>
                        <a:pt x="311" y="564"/>
                        <a:pt x="311" y="564"/>
                        <a:pt x="311" y="564"/>
                      </a:cubicBezTo>
                      <a:cubicBezTo>
                        <a:pt x="311" y="564"/>
                        <a:pt x="311" y="564"/>
                        <a:pt x="310" y="564"/>
                      </a:cubicBezTo>
                      <a:cubicBezTo>
                        <a:pt x="310" y="564"/>
                        <a:pt x="310" y="564"/>
                        <a:pt x="309" y="564"/>
                      </a:cubicBezTo>
                      <a:cubicBezTo>
                        <a:pt x="309" y="564"/>
                        <a:pt x="309" y="564"/>
                        <a:pt x="309" y="564"/>
                      </a:cubicBezTo>
                      <a:cubicBezTo>
                        <a:pt x="309" y="565"/>
                        <a:pt x="309" y="565"/>
                        <a:pt x="310" y="565"/>
                      </a:cubicBezTo>
                      <a:cubicBezTo>
                        <a:pt x="310" y="565"/>
                        <a:pt x="311" y="565"/>
                        <a:pt x="311" y="566"/>
                      </a:cubicBezTo>
                      <a:cubicBezTo>
                        <a:pt x="311" y="566"/>
                        <a:pt x="311" y="567"/>
                        <a:pt x="310" y="567"/>
                      </a:cubicBezTo>
                      <a:cubicBezTo>
                        <a:pt x="310" y="568"/>
                        <a:pt x="310" y="568"/>
                        <a:pt x="310" y="569"/>
                      </a:cubicBezTo>
                      <a:cubicBezTo>
                        <a:pt x="310" y="569"/>
                        <a:pt x="310" y="570"/>
                        <a:pt x="310" y="570"/>
                      </a:cubicBezTo>
                      <a:cubicBezTo>
                        <a:pt x="310" y="571"/>
                        <a:pt x="310" y="571"/>
                        <a:pt x="310" y="571"/>
                      </a:cubicBezTo>
                      <a:cubicBezTo>
                        <a:pt x="309" y="572"/>
                        <a:pt x="309" y="573"/>
                        <a:pt x="309" y="573"/>
                      </a:cubicBezTo>
                      <a:cubicBezTo>
                        <a:pt x="309" y="574"/>
                        <a:pt x="310" y="574"/>
                        <a:pt x="310" y="575"/>
                      </a:cubicBezTo>
                      <a:cubicBezTo>
                        <a:pt x="310" y="575"/>
                        <a:pt x="309" y="576"/>
                        <a:pt x="309" y="577"/>
                      </a:cubicBezTo>
                      <a:cubicBezTo>
                        <a:pt x="309" y="578"/>
                        <a:pt x="310" y="578"/>
                        <a:pt x="310" y="579"/>
                      </a:cubicBezTo>
                      <a:cubicBezTo>
                        <a:pt x="310" y="580"/>
                        <a:pt x="310" y="581"/>
                        <a:pt x="310" y="582"/>
                      </a:cubicBezTo>
                      <a:cubicBezTo>
                        <a:pt x="310" y="583"/>
                        <a:pt x="309" y="583"/>
                        <a:pt x="309" y="583"/>
                      </a:cubicBezTo>
                      <a:cubicBezTo>
                        <a:pt x="309" y="584"/>
                        <a:pt x="308" y="584"/>
                        <a:pt x="308" y="584"/>
                      </a:cubicBezTo>
                      <a:cubicBezTo>
                        <a:pt x="307" y="584"/>
                        <a:pt x="307" y="585"/>
                        <a:pt x="307" y="585"/>
                      </a:cubicBezTo>
                      <a:cubicBezTo>
                        <a:pt x="307" y="585"/>
                        <a:pt x="307" y="585"/>
                        <a:pt x="308" y="585"/>
                      </a:cubicBezTo>
                      <a:cubicBezTo>
                        <a:pt x="308" y="585"/>
                        <a:pt x="308" y="584"/>
                        <a:pt x="308" y="584"/>
                      </a:cubicBezTo>
                      <a:cubicBezTo>
                        <a:pt x="308" y="584"/>
                        <a:pt x="308" y="584"/>
                        <a:pt x="309" y="584"/>
                      </a:cubicBezTo>
                      <a:cubicBezTo>
                        <a:pt x="309" y="584"/>
                        <a:pt x="309" y="584"/>
                        <a:pt x="309" y="584"/>
                      </a:cubicBezTo>
                      <a:cubicBezTo>
                        <a:pt x="309" y="584"/>
                        <a:pt x="309" y="584"/>
                        <a:pt x="310" y="584"/>
                      </a:cubicBezTo>
                      <a:cubicBezTo>
                        <a:pt x="310" y="584"/>
                        <a:pt x="310" y="584"/>
                        <a:pt x="310" y="584"/>
                      </a:cubicBezTo>
                      <a:cubicBezTo>
                        <a:pt x="310" y="585"/>
                        <a:pt x="310" y="585"/>
                        <a:pt x="311" y="585"/>
                      </a:cubicBezTo>
                      <a:cubicBezTo>
                        <a:pt x="311" y="585"/>
                        <a:pt x="311" y="585"/>
                        <a:pt x="311" y="585"/>
                      </a:cubicBezTo>
                      <a:cubicBezTo>
                        <a:pt x="311" y="585"/>
                        <a:pt x="311" y="586"/>
                        <a:pt x="311" y="586"/>
                      </a:cubicBezTo>
                      <a:cubicBezTo>
                        <a:pt x="311" y="587"/>
                        <a:pt x="312" y="587"/>
                        <a:pt x="312" y="588"/>
                      </a:cubicBezTo>
                      <a:cubicBezTo>
                        <a:pt x="312" y="588"/>
                        <a:pt x="312" y="588"/>
                        <a:pt x="313" y="588"/>
                      </a:cubicBezTo>
                      <a:cubicBezTo>
                        <a:pt x="313" y="588"/>
                        <a:pt x="313" y="588"/>
                        <a:pt x="314" y="587"/>
                      </a:cubicBezTo>
                      <a:cubicBezTo>
                        <a:pt x="314" y="587"/>
                        <a:pt x="314" y="587"/>
                        <a:pt x="314" y="587"/>
                      </a:cubicBezTo>
                      <a:cubicBezTo>
                        <a:pt x="314" y="587"/>
                        <a:pt x="314" y="588"/>
                        <a:pt x="314" y="588"/>
                      </a:cubicBezTo>
                      <a:cubicBezTo>
                        <a:pt x="314" y="588"/>
                        <a:pt x="314" y="589"/>
                        <a:pt x="314" y="589"/>
                      </a:cubicBezTo>
                      <a:cubicBezTo>
                        <a:pt x="314" y="589"/>
                        <a:pt x="314" y="589"/>
                        <a:pt x="314" y="588"/>
                      </a:cubicBezTo>
                      <a:cubicBezTo>
                        <a:pt x="314" y="588"/>
                        <a:pt x="314" y="588"/>
                        <a:pt x="314" y="588"/>
                      </a:cubicBezTo>
                      <a:cubicBezTo>
                        <a:pt x="314" y="587"/>
                        <a:pt x="314" y="587"/>
                        <a:pt x="314" y="587"/>
                      </a:cubicBezTo>
                      <a:cubicBezTo>
                        <a:pt x="315" y="587"/>
                        <a:pt x="315" y="587"/>
                        <a:pt x="315" y="587"/>
                      </a:cubicBezTo>
                      <a:cubicBezTo>
                        <a:pt x="315" y="588"/>
                        <a:pt x="316" y="588"/>
                        <a:pt x="316" y="588"/>
                      </a:cubicBezTo>
                      <a:cubicBezTo>
                        <a:pt x="317" y="588"/>
                        <a:pt x="317" y="587"/>
                        <a:pt x="317" y="587"/>
                      </a:cubicBezTo>
                      <a:cubicBezTo>
                        <a:pt x="318" y="587"/>
                        <a:pt x="318" y="587"/>
                        <a:pt x="318" y="587"/>
                      </a:cubicBezTo>
                      <a:cubicBezTo>
                        <a:pt x="318" y="587"/>
                        <a:pt x="319" y="587"/>
                        <a:pt x="319" y="587"/>
                      </a:cubicBezTo>
                      <a:cubicBezTo>
                        <a:pt x="319" y="588"/>
                        <a:pt x="319" y="588"/>
                        <a:pt x="319" y="588"/>
                      </a:cubicBezTo>
                      <a:cubicBezTo>
                        <a:pt x="319" y="588"/>
                        <a:pt x="319" y="588"/>
                        <a:pt x="319" y="588"/>
                      </a:cubicBezTo>
                      <a:cubicBezTo>
                        <a:pt x="319" y="588"/>
                        <a:pt x="319" y="588"/>
                        <a:pt x="319" y="588"/>
                      </a:cubicBezTo>
                      <a:cubicBezTo>
                        <a:pt x="320" y="588"/>
                        <a:pt x="320" y="588"/>
                        <a:pt x="320" y="588"/>
                      </a:cubicBezTo>
                      <a:cubicBezTo>
                        <a:pt x="321" y="588"/>
                        <a:pt x="321" y="588"/>
                        <a:pt x="321" y="589"/>
                      </a:cubicBezTo>
                      <a:cubicBezTo>
                        <a:pt x="321" y="589"/>
                        <a:pt x="321" y="589"/>
                        <a:pt x="321" y="590"/>
                      </a:cubicBezTo>
                      <a:cubicBezTo>
                        <a:pt x="321" y="590"/>
                        <a:pt x="321" y="590"/>
                        <a:pt x="321" y="590"/>
                      </a:cubicBezTo>
                      <a:cubicBezTo>
                        <a:pt x="321" y="591"/>
                        <a:pt x="321" y="591"/>
                        <a:pt x="321" y="592"/>
                      </a:cubicBezTo>
                      <a:cubicBezTo>
                        <a:pt x="322" y="593"/>
                        <a:pt x="322" y="594"/>
                        <a:pt x="322" y="594"/>
                      </a:cubicBezTo>
                      <a:cubicBezTo>
                        <a:pt x="322" y="595"/>
                        <a:pt x="322" y="595"/>
                        <a:pt x="323" y="596"/>
                      </a:cubicBezTo>
                      <a:cubicBezTo>
                        <a:pt x="323" y="596"/>
                        <a:pt x="323" y="597"/>
                        <a:pt x="323" y="598"/>
                      </a:cubicBezTo>
                      <a:cubicBezTo>
                        <a:pt x="323" y="599"/>
                        <a:pt x="324" y="601"/>
                        <a:pt x="325" y="602"/>
                      </a:cubicBezTo>
                      <a:cubicBezTo>
                        <a:pt x="325" y="604"/>
                        <a:pt x="326" y="605"/>
                        <a:pt x="326" y="607"/>
                      </a:cubicBezTo>
                      <a:cubicBezTo>
                        <a:pt x="325" y="608"/>
                        <a:pt x="325" y="608"/>
                        <a:pt x="325" y="609"/>
                      </a:cubicBezTo>
                      <a:cubicBezTo>
                        <a:pt x="324" y="609"/>
                        <a:pt x="324" y="610"/>
                        <a:pt x="324" y="610"/>
                      </a:cubicBezTo>
                      <a:cubicBezTo>
                        <a:pt x="323" y="610"/>
                        <a:pt x="322" y="610"/>
                        <a:pt x="322" y="610"/>
                      </a:cubicBezTo>
                      <a:cubicBezTo>
                        <a:pt x="321" y="610"/>
                        <a:pt x="321" y="610"/>
                        <a:pt x="321" y="611"/>
                      </a:cubicBezTo>
                      <a:cubicBezTo>
                        <a:pt x="322" y="611"/>
                        <a:pt x="322" y="611"/>
                        <a:pt x="323" y="611"/>
                      </a:cubicBezTo>
                      <a:cubicBezTo>
                        <a:pt x="324" y="611"/>
                        <a:pt x="324" y="610"/>
                        <a:pt x="325" y="610"/>
                      </a:cubicBezTo>
                      <a:cubicBezTo>
                        <a:pt x="326" y="609"/>
                        <a:pt x="326" y="609"/>
                        <a:pt x="327" y="609"/>
                      </a:cubicBezTo>
                      <a:cubicBezTo>
                        <a:pt x="327" y="609"/>
                        <a:pt x="327" y="609"/>
                        <a:pt x="326" y="609"/>
                      </a:cubicBezTo>
                      <a:cubicBezTo>
                        <a:pt x="326" y="610"/>
                        <a:pt x="326" y="610"/>
                        <a:pt x="326" y="610"/>
                      </a:cubicBezTo>
                      <a:cubicBezTo>
                        <a:pt x="326" y="610"/>
                        <a:pt x="327" y="610"/>
                        <a:pt x="327" y="610"/>
                      </a:cubicBezTo>
                      <a:cubicBezTo>
                        <a:pt x="328" y="609"/>
                        <a:pt x="330" y="609"/>
                        <a:pt x="331" y="608"/>
                      </a:cubicBezTo>
                      <a:cubicBezTo>
                        <a:pt x="333" y="607"/>
                        <a:pt x="334" y="607"/>
                        <a:pt x="336" y="606"/>
                      </a:cubicBezTo>
                      <a:cubicBezTo>
                        <a:pt x="337" y="606"/>
                        <a:pt x="338" y="607"/>
                        <a:pt x="339" y="607"/>
                      </a:cubicBezTo>
                      <a:cubicBezTo>
                        <a:pt x="340" y="608"/>
                        <a:pt x="340" y="609"/>
                        <a:pt x="341" y="609"/>
                      </a:cubicBezTo>
                      <a:cubicBezTo>
                        <a:pt x="342" y="609"/>
                        <a:pt x="342" y="609"/>
                        <a:pt x="342" y="610"/>
                      </a:cubicBezTo>
                      <a:cubicBezTo>
                        <a:pt x="343" y="610"/>
                        <a:pt x="344" y="610"/>
                        <a:pt x="344" y="610"/>
                      </a:cubicBezTo>
                      <a:cubicBezTo>
                        <a:pt x="345" y="611"/>
                        <a:pt x="345" y="611"/>
                        <a:pt x="345" y="611"/>
                      </a:cubicBezTo>
                      <a:cubicBezTo>
                        <a:pt x="346" y="611"/>
                        <a:pt x="346" y="611"/>
                        <a:pt x="347" y="611"/>
                      </a:cubicBezTo>
                      <a:cubicBezTo>
                        <a:pt x="347" y="611"/>
                        <a:pt x="348" y="612"/>
                        <a:pt x="348" y="612"/>
                      </a:cubicBezTo>
                      <a:cubicBezTo>
                        <a:pt x="349" y="612"/>
                        <a:pt x="349" y="612"/>
                        <a:pt x="349" y="612"/>
                      </a:cubicBezTo>
                      <a:cubicBezTo>
                        <a:pt x="350" y="612"/>
                        <a:pt x="350" y="612"/>
                        <a:pt x="351" y="613"/>
                      </a:cubicBezTo>
                      <a:cubicBezTo>
                        <a:pt x="351" y="614"/>
                        <a:pt x="352" y="615"/>
                        <a:pt x="354" y="615"/>
                      </a:cubicBezTo>
                      <a:cubicBezTo>
                        <a:pt x="354" y="616"/>
                        <a:pt x="355" y="616"/>
                        <a:pt x="355" y="616"/>
                      </a:cubicBezTo>
                      <a:cubicBezTo>
                        <a:pt x="355" y="616"/>
                        <a:pt x="356" y="617"/>
                        <a:pt x="356" y="617"/>
                      </a:cubicBezTo>
                      <a:cubicBezTo>
                        <a:pt x="356" y="619"/>
                        <a:pt x="357" y="620"/>
                        <a:pt x="359" y="622"/>
                      </a:cubicBezTo>
                      <a:cubicBezTo>
                        <a:pt x="360" y="623"/>
                        <a:pt x="363" y="623"/>
                        <a:pt x="364" y="624"/>
                      </a:cubicBezTo>
                      <a:cubicBezTo>
                        <a:pt x="365" y="624"/>
                        <a:pt x="366" y="625"/>
                        <a:pt x="367" y="626"/>
                      </a:cubicBezTo>
                      <a:cubicBezTo>
                        <a:pt x="368" y="626"/>
                        <a:pt x="369" y="626"/>
                        <a:pt x="369" y="626"/>
                      </a:cubicBezTo>
                      <a:cubicBezTo>
                        <a:pt x="370" y="626"/>
                        <a:pt x="370" y="627"/>
                        <a:pt x="370" y="627"/>
                      </a:cubicBezTo>
                      <a:cubicBezTo>
                        <a:pt x="371" y="627"/>
                        <a:pt x="371" y="627"/>
                        <a:pt x="371" y="628"/>
                      </a:cubicBezTo>
                      <a:cubicBezTo>
                        <a:pt x="372" y="628"/>
                        <a:pt x="372" y="629"/>
                        <a:pt x="373" y="629"/>
                      </a:cubicBezTo>
                      <a:cubicBezTo>
                        <a:pt x="373" y="629"/>
                        <a:pt x="374" y="629"/>
                        <a:pt x="374" y="630"/>
                      </a:cubicBezTo>
                      <a:cubicBezTo>
                        <a:pt x="374" y="630"/>
                        <a:pt x="375" y="630"/>
                        <a:pt x="375" y="630"/>
                      </a:cubicBezTo>
                      <a:cubicBezTo>
                        <a:pt x="375" y="631"/>
                        <a:pt x="375" y="631"/>
                        <a:pt x="375" y="631"/>
                      </a:cubicBezTo>
                      <a:cubicBezTo>
                        <a:pt x="376" y="631"/>
                        <a:pt x="376" y="631"/>
                        <a:pt x="377" y="631"/>
                      </a:cubicBezTo>
                      <a:cubicBezTo>
                        <a:pt x="377" y="631"/>
                        <a:pt x="378" y="631"/>
                        <a:pt x="379" y="631"/>
                      </a:cubicBezTo>
                      <a:cubicBezTo>
                        <a:pt x="379" y="631"/>
                        <a:pt x="380" y="630"/>
                        <a:pt x="381" y="631"/>
                      </a:cubicBezTo>
                      <a:cubicBezTo>
                        <a:pt x="381" y="631"/>
                        <a:pt x="381" y="631"/>
                        <a:pt x="381" y="631"/>
                      </a:cubicBezTo>
                      <a:cubicBezTo>
                        <a:pt x="382" y="631"/>
                        <a:pt x="382" y="631"/>
                        <a:pt x="382" y="630"/>
                      </a:cubicBezTo>
                      <a:cubicBezTo>
                        <a:pt x="383" y="630"/>
                        <a:pt x="383" y="630"/>
                        <a:pt x="384" y="631"/>
                      </a:cubicBezTo>
                      <a:cubicBezTo>
                        <a:pt x="384" y="631"/>
                        <a:pt x="384" y="631"/>
                        <a:pt x="384" y="631"/>
                      </a:cubicBezTo>
                      <a:cubicBezTo>
                        <a:pt x="384" y="631"/>
                        <a:pt x="384" y="631"/>
                        <a:pt x="384" y="631"/>
                      </a:cubicBezTo>
                      <a:cubicBezTo>
                        <a:pt x="384" y="631"/>
                        <a:pt x="385" y="631"/>
                        <a:pt x="385" y="631"/>
                      </a:cubicBezTo>
                      <a:cubicBezTo>
                        <a:pt x="385" y="631"/>
                        <a:pt x="385" y="631"/>
                        <a:pt x="385" y="631"/>
                      </a:cubicBezTo>
                      <a:cubicBezTo>
                        <a:pt x="386" y="631"/>
                        <a:pt x="386" y="631"/>
                        <a:pt x="387" y="631"/>
                      </a:cubicBezTo>
                      <a:cubicBezTo>
                        <a:pt x="387" y="631"/>
                        <a:pt x="388" y="631"/>
                        <a:pt x="389" y="631"/>
                      </a:cubicBezTo>
                      <a:cubicBezTo>
                        <a:pt x="389" y="631"/>
                        <a:pt x="389" y="631"/>
                        <a:pt x="389" y="631"/>
                      </a:cubicBezTo>
                      <a:cubicBezTo>
                        <a:pt x="390" y="632"/>
                        <a:pt x="390" y="632"/>
                        <a:pt x="390" y="632"/>
                      </a:cubicBezTo>
                      <a:cubicBezTo>
                        <a:pt x="391" y="632"/>
                        <a:pt x="391" y="632"/>
                        <a:pt x="391" y="632"/>
                      </a:cubicBezTo>
                      <a:cubicBezTo>
                        <a:pt x="391" y="632"/>
                        <a:pt x="392" y="632"/>
                        <a:pt x="392" y="632"/>
                      </a:cubicBezTo>
                      <a:cubicBezTo>
                        <a:pt x="393" y="633"/>
                        <a:pt x="393" y="633"/>
                        <a:pt x="393" y="633"/>
                      </a:cubicBezTo>
                      <a:cubicBezTo>
                        <a:pt x="394" y="634"/>
                        <a:pt x="394" y="634"/>
                        <a:pt x="394" y="635"/>
                      </a:cubicBezTo>
                      <a:cubicBezTo>
                        <a:pt x="394" y="635"/>
                        <a:pt x="394" y="636"/>
                        <a:pt x="394" y="637"/>
                      </a:cubicBezTo>
                      <a:cubicBezTo>
                        <a:pt x="394" y="637"/>
                        <a:pt x="394" y="637"/>
                        <a:pt x="394" y="638"/>
                      </a:cubicBezTo>
                      <a:cubicBezTo>
                        <a:pt x="394" y="638"/>
                        <a:pt x="394" y="638"/>
                        <a:pt x="394" y="639"/>
                      </a:cubicBezTo>
                      <a:cubicBezTo>
                        <a:pt x="393" y="639"/>
                        <a:pt x="393" y="640"/>
                        <a:pt x="393" y="641"/>
                      </a:cubicBezTo>
                      <a:cubicBezTo>
                        <a:pt x="393" y="642"/>
                        <a:pt x="393" y="642"/>
                        <a:pt x="393" y="643"/>
                      </a:cubicBezTo>
                      <a:cubicBezTo>
                        <a:pt x="393" y="644"/>
                        <a:pt x="394" y="645"/>
                        <a:pt x="394" y="645"/>
                      </a:cubicBezTo>
                      <a:cubicBezTo>
                        <a:pt x="394" y="646"/>
                        <a:pt x="394" y="646"/>
                        <a:pt x="395" y="646"/>
                      </a:cubicBezTo>
                      <a:cubicBezTo>
                        <a:pt x="395" y="647"/>
                        <a:pt x="395" y="648"/>
                        <a:pt x="395" y="649"/>
                      </a:cubicBezTo>
                      <a:cubicBezTo>
                        <a:pt x="394" y="649"/>
                        <a:pt x="394" y="650"/>
                        <a:pt x="394" y="651"/>
                      </a:cubicBezTo>
                      <a:cubicBezTo>
                        <a:pt x="394" y="651"/>
                        <a:pt x="394" y="651"/>
                        <a:pt x="394" y="652"/>
                      </a:cubicBezTo>
                      <a:cubicBezTo>
                        <a:pt x="395" y="652"/>
                        <a:pt x="395" y="653"/>
                        <a:pt x="394" y="654"/>
                      </a:cubicBezTo>
                      <a:cubicBezTo>
                        <a:pt x="394" y="655"/>
                        <a:pt x="394" y="655"/>
                        <a:pt x="394" y="656"/>
                      </a:cubicBezTo>
                      <a:cubicBezTo>
                        <a:pt x="394" y="657"/>
                        <a:pt x="394" y="658"/>
                        <a:pt x="394" y="658"/>
                      </a:cubicBezTo>
                      <a:cubicBezTo>
                        <a:pt x="395" y="658"/>
                        <a:pt x="395" y="658"/>
                        <a:pt x="395" y="658"/>
                      </a:cubicBezTo>
                      <a:cubicBezTo>
                        <a:pt x="395" y="658"/>
                        <a:pt x="395" y="659"/>
                        <a:pt x="396" y="659"/>
                      </a:cubicBezTo>
                      <a:cubicBezTo>
                        <a:pt x="396" y="660"/>
                        <a:pt x="397" y="661"/>
                        <a:pt x="398" y="662"/>
                      </a:cubicBezTo>
                      <a:cubicBezTo>
                        <a:pt x="398" y="662"/>
                        <a:pt x="398" y="662"/>
                        <a:pt x="398" y="663"/>
                      </a:cubicBezTo>
                      <a:cubicBezTo>
                        <a:pt x="399" y="663"/>
                        <a:pt x="398" y="664"/>
                        <a:pt x="398" y="664"/>
                      </a:cubicBezTo>
                      <a:cubicBezTo>
                        <a:pt x="398" y="664"/>
                        <a:pt x="398" y="664"/>
                        <a:pt x="398" y="664"/>
                      </a:cubicBezTo>
                      <a:cubicBezTo>
                        <a:pt x="398" y="664"/>
                        <a:pt x="398" y="664"/>
                        <a:pt x="398" y="664"/>
                      </a:cubicBezTo>
                      <a:cubicBezTo>
                        <a:pt x="399" y="665"/>
                        <a:pt x="399" y="665"/>
                        <a:pt x="399" y="666"/>
                      </a:cubicBezTo>
                      <a:cubicBezTo>
                        <a:pt x="400" y="666"/>
                        <a:pt x="400" y="666"/>
                        <a:pt x="400" y="666"/>
                      </a:cubicBezTo>
                      <a:cubicBezTo>
                        <a:pt x="400" y="667"/>
                        <a:pt x="401" y="667"/>
                        <a:pt x="402" y="667"/>
                      </a:cubicBezTo>
                      <a:cubicBezTo>
                        <a:pt x="403" y="668"/>
                        <a:pt x="403" y="668"/>
                        <a:pt x="403" y="669"/>
                      </a:cubicBezTo>
                      <a:cubicBezTo>
                        <a:pt x="404" y="669"/>
                        <a:pt x="404" y="669"/>
                        <a:pt x="404" y="669"/>
                      </a:cubicBezTo>
                      <a:cubicBezTo>
                        <a:pt x="404" y="670"/>
                        <a:pt x="404" y="670"/>
                        <a:pt x="405" y="670"/>
                      </a:cubicBezTo>
                      <a:cubicBezTo>
                        <a:pt x="405" y="671"/>
                        <a:pt x="406" y="672"/>
                        <a:pt x="406" y="674"/>
                      </a:cubicBezTo>
                      <a:cubicBezTo>
                        <a:pt x="406" y="674"/>
                        <a:pt x="406" y="674"/>
                        <a:pt x="406" y="674"/>
                      </a:cubicBezTo>
                      <a:cubicBezTo>
                        <a:pt x="406" y="674"/>
                        <a:pt x="406" y="674"/>
                        <a:pt x="407" y="674"/>
                      </a:cubicBezTo>
                      <a:cubicBezTo>
                        <a:pt x="407" y="675"/>
                        <a:pt x="408" y="675"/>
                        <a:pt x="409" y="676"/>
                      </a:cubicBezTo>
                      <a:cubicBezTo>
                        <a:pt x="409" y="676"/>
                        <a:pt x="410" y="676"/>
                        <a:pt x="410" y="676"/>
                      </a:cubicBezTo>
                      <a:cubicBezTo>
                        <a:pt x="410" y="676"/>
                        <a:pt x="411" y="676"/>
                        <a:pt x="411" y="675"/>
                      </a:cubicBezTo>
                      <a:cubicBezTo>
                        <a:pt x="411" y="675"/>
                        <a:pt x="411" y="675"/>
                        <a:pt x="411" y="674"/>
                      </a:cubicBezTo>
                      <a:cubicBezTo>
                        <a:pt x="411" y="674"/>
                        <a:pt x="411" y="674"/>
                        <a:pt x="411" y="674"/>
                      </a:cubicBezTo>
                      <a:cubicBezTo>
                        <a:pt x="412" y="673"/>
                        <a:pt x="412" y="672"/>
                        <a:pt x="412" y="672"/>
                      </a:cubicBezTo>
                      <a:cubicBezTo>
                        <a:pt x="413" y="671"/>
                        <a:pt x="413" y="671"/>
                        <a:pt x="414" y="671"/>
                      </a:cubicBezTo>
                      <a:cubicBezTo>
                        <a:pt x="414" y="672"/>
                        <a:pt x="414" y="672"/>
                        <a:pt x="414" y="673"/>
                      </a:cubicBezTo>
                      <a:cubicBezTo>
                        <a:pt x="414" y="673"/>
                        <a:pt x="415" y="673"/>
                        <a:pt x="415" y="673"/>
                      </a:cubicBezTo>
                      <a:cubicBezTo>
                        <a:pt x="415" y="673"/>
                        <a:pt x="416" y="673"/>
                        <a:pt x="416" y="674"/>
                      </a:cubicBezTo>
                      <a:cubicBezTo>
                        <a:pt x="416" y="674"/>
                        <a:pt x="416" y="675"/>
                        <a:pt x="416" y="675"/>
                      </a:cubicBezTo>
                      <a:cubicBezTo>
                        <a:pt x="416" y="675"/>
                        <a:pt x="416" y="675"/>
                        <a:pt x="416" y="675"/>
                      </a:cubicBezTo>
                      <a:cubicBezTo>
                        <a:pt x="416" y="675"/>
                        <a:pt x="416" y="675"/>
                        <a:pt x="416" y="675"/>
                      </a:cubicBezTo>
                      <a:cubicBezTo>
                        <a:pt x="417" y="674"/>
                        <a:pt x="417" y="672"/>
                        <a:pt x="416" y="671"/>
                      </a:cubicBezTo>
                      <a:cubicBezTo>
                        <a:pt x="416" y="671"/>
                        <a:pt x="415" y="670"/>
                        <a:pt x="415" y="670"/>
                      </a:cubicBezTo>
                      <a:cubicBezTo>
                        <a:pt x="416" y="670"/>
                        <a:pt x="416" y="669"/>
                        <a:pt x="416" y="669"/>
                      </a:cubicBezTo>
                      <a:cubicBezTo>
                        <a:pt x="416" y="669"/>
                        <a:pt x="416" y="668"/>
                        <a:pt x="416" y="668"/>
                      </a:cubicBezTo>
                      <a:cubicBezTo>
                        <a:pt x="417" y="668"/>
                        <a:pt x="417" y="668"/>
                        <a:pt x="417" y="668"/>
                      </a:cubicBezTo>
                      <a:cubicBezTo>
                        <a:pt x="417" y="667"/>
                        <a:pt x="418" y="667"/>
                        <a:pt x="418" y="666"/>
                      </a:cubicBezTo>
                      <a:cubicBezTo>
                        <a:pt x="419" y="665"/>
                        <a:pt x="419" y="664"/>
                        <a:pt x="418" y="663"/>
                      </a:cubicBezTo>
                      <a:cubicBezTo>
                        <a:pt x="418" y="663"/>
                        <a:pt x="418" y="662"/>
                        <a:pt x="418" y="662"/>
                      </a:cubicBezTo>
                      <a:cubicBezTo>
                        <a:pt x="418" y="662"/>
                        <a:pt x="418" y="662"/>
                        <a:pt x="418" y="661"/>
                      </a:cubicBezTo>
                      <a:cubicBezTo>
                        <a:pt x="417" y="661"/>
                        <a:pt x="417" y="660"/>
                        <a:pt x="417" y="659"/>
                      </a:cubicBezTo>
                      <a:cubicBezTo>
                        <a:pt x="417" y="659"/>
                        <a:pt x="417" y="659"/>
                        <a:pt x="417" y="659"/>
                      </a:cubicBezTo>
                      <a:cubicBezTo>
                        <a:pt x="417" y="659"/>
                        <a:pt x="417" y="659"/>
                        <a:pt x="417" y="659"/>
                      </a:cubicBezTo>
                      <a:cubicBezTo>
                        <a:pt x="417" y="658"/>
                        <a:pt x="417" y="658"/>
                        <a:pt x="416" y="658"/>
                      </a:cubicBezTo>
                      <a:cubicBezTo>
                        <a:pt x="416" y="657"/>
                        <a:pt x="416" y="656"/>
                        <a:pt x="416" y="655"/>
                      </a:cubicBezTo>
                      <a:cubicBezTo>
                        <a:pt x="416" y="655"/>
                        <a:pt x="416" y="654"/>
                        <a:pt x="416" y="654"/>
                      </a:cubicBezTo>
                      <a:cubicBezTo>
                        <a:pt x="416" y="653"/>
                        <a:pt x="416" y="653"/>
                        <a:pt x="416" y="653"/>
                      </a:cubicBezTo>
                      <a:cubicBezTo>
                        <a:pt x="416" y="653"/>
                        <a:pt x="416" y="652"/>
                        <a:pt x="416" y="652"/>
                      </a:cubicBezTo>
                      <a:cubicBezTo>
                        <a:pt x="416" y="652"/>
                        <a:pt x="415" y="652"/>
                        <a:pt x="415" y="652"/>
                      </a:cubicBezTo>
                      <a:cubicBezTo>
                        <a:pt x="415" y="652"/>
                        <a:pt x="415" y="651"/>
                        <a:pt x="415" y="651"/>
                      </a:cubicBezTo>
                      <a:cubicBezTo>
                        <a:pt x="415" y="651"/>
                        <a:pt x="415" y="651"/>
                        <a:pt x="415" y="650"/>
                      </a:cubicBezTo>
                      <a:cubicBezTo>
                        <a:pt x="415" y="650"/>
                        <a:pt x="415" y="650"/>
                        <a:pt x="416" y="650"/>
                      </a:cubicBezTo>
                      <a:cubicBezTo>
                        <a:pt x="416" y="650"/>
                        <a:pt x="416" y="650"/>
                        <a:pt x="416" y="650"/>
                      </a:cubicBezTo>
                      <a:cubicBezTo>
                        <a:pt x="416" y="650"/>
                        <a:pt x="416" y="650"/>
                        <a:pt x="416" y="650"/>
                      </a:cubicBezTo>
                      <a:cubicBezTo>
                        <a:pt x="415" y="649"/>
                        <a:pt x="415" y="649"/>
                        <a:pt x="415" y="648"/>
                      </a:cubicBezTo>
                      <a:cubicBezTo>
                        <a:pt x="415" y="648"/>
                        <a:pt x="415" y="648"/>
                        <a:pt x="415" y="648"/>
                      </a:cubicBezTo>
                      <a:cubicBezTo>
                        <a:pt x="415" y="647"/>
                        <a:pt x="415" y="647"/>
                        <a:pt x="415" y="647"/>
                      </a:cubicBezTo>
                      <a:cubicBezTo>
                        <a:pt x="415" y="646"/>
                        <a:pt x="415" y="646"/>
                        <a:pt x="415" y="646"/>
                      </a:cubicBezTo>
                      <a:cubicBezTo>
                        <a:pt x="415" y="646"/>
                        <a:pt x="415" y="645"/>
                        <a:pt x="415" y="645"/>
                      </a:cubicBezTo>
                      <a:cubicBezTo>
                        <a:pt x="415" y="645"/>
                        <a:pt x="415" y="645"/>
                        <a:pt x="415" y="645"/>
                      </a:cubicBezTo>
                      <a:cubicBezTo>
                        <a:pt x="415" y="644"/>
                        <a:pt x="415" y="644"/>
                        <a:pt x="414" y="643"/>
                      </a:cubicBezTo>
                      <a:cubicBezTo>
                        <a:pt x="414" y="643"/>
                        <a:pt x="414" y="643"/>
                        <a:pt x="414" y="643"/>
                      </a:cubicBezTo>
                      <a:cubicBezTo>
                        <a:pt x="414" y="643"/>
                        <a:pt x="414" y="643"/>
                        <a:pt x="414" y="643"/>
                      </a:cubicBezTo>
                      <a:cubicBezTo>
                        <a:pt x="413" y="643"/>
                        <a:pt x="413" y="642"/>
                        <a:pt x="413" y="642"/>
                      </a:cubicBezTo>
                      <a:cubicBezTo>
                        <a:pt x="413" y="641"/>
                        <a:pt x="412" y="641"/>
                        <a:pt x="412" y="640"/>
                      </a:cubicBezTo>
                      <a:cubicBezTo>
                        <a:pt x="412" y="639"/>
                        <a:pt x="412" y="639"/>
                        <a:pt x="411" y="638"/>
                      </a:cubicBezTo>
                      <a:cubicBezTo>
                        <a:pt x="411" y="638"/>
                        <a:pt x="411" y="638"/>
                        <a:pt x="411" y="638"/>
                      </a:cubicBezTo>
                      <a:cubicBezTo>
                        <a:pt x="411" y="637"/>
                        <a:pt x="411" y="637"/>
                        <a:pt x="411" y="637"/>
                      </a:cubicBezTo>
                      <a:cubicBezTo>
                        <a:pt x="412" y="637"/>
                        <a:pt x="412" y="637"/>
                        <a:pt x="412" y="637"/>
                      </a:cubicBezTo>
                      <a:cubicBezTo>
                        <a:pt x="417" y="635"/>
                        <a:pt x="422" y="632"/>
                        <a:pt x="426" y="628"/>
                      </a:cubicBezTo>
                      <a:cubicBezTo>
                        <a:pt x="425" y="628"/>
                        <a:pt x="425" y="628"/>
                        <a:pt x="426" y="628"/>
                      </a:cubicBezTo>
                      <a:cubicBezTo>
                        <a:pt x="426" y="627"/>
                        <a:pt x="426" y="627"/>
                        <a:pt x="426" y="627"/>
                      </a:cubicBezTo>
                      <a:cubicBezTo>
                        <a:pt x="426" y="627"/>
                        <a:pt x="426" y="627"/>
                        <a:pt x="426" y="627"/>
                      </a:cubicBezTo>
                      <a:cubicBezTo>
                        <a:pt x="427" y="627"/>
                        <a:pt x="427" y="627"/>
                        <a:pt x="427" y="626"/>
                      </a:cubicBezTo>
                      <a:cubicBezTo>
                        <a:pt x="428" y="626"/>
                        <a:pt x="428" y="625"/>
                        <a:pt x="428" y="625"/>
                      </a:cubicBezTo>
                      <a:cubicBezTo>
                        <a:pt x="429" y="624"/>
                        <a:pt x="430" y="623"/>
                        <a:pt x="431" y="622"/>
                      </a:cubicBezTo>
                      <a:cubicBezTo>
                        <a:pt x="431" y="621"/>
                        <a:pt x="432" y="620"/>
                        <a:pt x="432" y="619"/>
                      </a:cubicBezTo>
                      <a:cubicBezTo>
                        <a:pt x="433" y="614"/>
                        <a:pt x="432" y="610"/>
                        <a:pt x="431" y="606"/>
                      </a:cubicBezTo>
                      <a:cubicBezTo>
                        <a:pt x="431" y="603"/>
                        <a:pt x="430" y="600"/>
                        <a:pt x="428" y="598"/>
                      </a:cubicBezTo>
                      <a:cubicBezTo>
                        <a:pt x="427" y="596"/>
                        <a:pt x="425" y="595"/>
                        <a:pt x="424" y="593"/>
                      </a:cubicBezTo>
                      <a:cubicBezTo>
                        <a:pt x="423" y="593"/>
                        <a:pt x="423" y="593"/>
                        <a:pt x="423" y="593"/>
                      </a:cubicBezTo>
                      <a:cubicBezTo>
                        <a:pt x="423" y="593"/>
                        <a:pt x="423" y="593"/>
                        <a:pt x="422" y="593"/>
                      </a:cubicBezTo>
                      <a:cubicBezTo>
                        <a:pt x="422" y="592"/>
                        <a:pt x="422" y="592"/>
                        <a:pt x="422" y="592"/>
                      </a:cubicBezTo>
                      <a:cubicBezTo>
                        <a:pt x="422" y="592"/>
                        <a:pt x="422" y="592"/>
                        <a:pt x="422" y="592"/>
                      </a:cubicBezTo>
                      <a:cubicBezTo>
                        <a:pt x="422" y="592"/>
                        <a:pt x="421" y="592"/>
                        <a:pt x="421" y="592"/>
                      </a:cubicBezTo>
                      <a:cubicBezTo>
                        <a:pt x="421" y="592"/>
                        <a:pt x="421" y="591"/>
                        <a:pt x="421" y="591"/>
                      </a:cubicBezTo>
                      <a:cubicBezTo>
                        <a:pt x="421" y="591"/>
                        <a:pt x="421" y="591"/>
                        <a:pt x="420" y="591"/>
                      </a:cubicBezTo>
                      <a:cubicBezTo>
                        <a:pt x="420" y="591"/>
                        <a:pt x="420" y="590"/>
                        <a:pt x="420" y="590"/>
                      </a:cubicBezTo>
                      <a:cubicBezTo>
                        <a:pt x="420" y="590"/>
                        <a:pt x="420" y="590"/>
                        <a:pt x="420" y="590"/>
                      </a:cubicBezTo>
                      <a:cubicBezTo>
                        <a:pt x="421" y="590"/>
                        <a:pt x="421" y="589"/>
                        <a:pt x="421" y="589"/>
                      </a:cubicBezTo>
                      <a:cubicBezTo>
                        <a:pt x="420" y="589"/>
                        <a:pt x="420" y="589"/>
                        <a:pt x="420" y="589"/>
                      </a:cubicBezTo>
                      <a:cubicBezTo>
                        <a:pt x="420" y="589"/>
                        <a:pt x="420" y="589"/>
                        <a:pt x="419" y="589"/>
                      </a:cubicBezTo>
                      <a:cubicBezTo>
                        <a:pt x="419" y="589"/>
                        <a:pt x="419" y="590"/>
                        <a:pt x="419" y="590"/>
                      </a:cubicBezTo>
                      <a:cubicBezTo>
                        <a:pt x="419" y="590"/>
                        <a:pt x="419" y="590"/>
                        <a:pt x="419" y="590"/>
                      </a:cubicBezTo>
                      <a:cubicBezTo>
                        <a:pt x="419" y="590"/>
                        <a:pt x="419" y="590"/>
                        <a:pt x="419" y="590"/>
                      </a:cubicBezTo>
                      <a:cubicBezTo>
                        <a:pt x="419" y="590"/>
                        <a:pt x="419" y="590"/>
                        <a:pt x="419" y="590"/>
                      </a:cubicBezTo>
                      <a:cubicBezTo>
                        <a:pt x="419" y="590"/>
                        <a:pt x="419" y="590"/>
                        <a:pt x="419" y="590"/>
                      </a:cubicBezTo>
                      <a:cubicBezTo>
                        <a:pt x="419" y="590"/>
                        <a:pt x="419" y="590"/>
                        <a:pt x="419" y="590"/>
                      </a:cubicBezTo>
                      <a:cubicBezTo>
                        <a:pt x="419" y="590"/>
                        <a:pt x="418" y="590"/>
                        <a:pt x="418" y="589"/>
                      </a:cubicBezTo>
                      <a:cubicBezTo>
                        <a:pt x="418" y="589"/>
                        <a:pt x="418" y="589"/>
                        <a:pt x="418" y="589"/>
                      </a:cubicBezTo>
                      <a:cubicBezTo>
                        <a:pt x="418" y="589"/>
                        <a:pt x="418" y="589"/>
                        <a:pt x="418" y="589"/>
                      </a:cubicBezTo>
                      <a:cubicBezTo>
                        <a:pt x="418" y="589"/>
                        <a:pt x="418" y="589"/>
                        <a:pt x="418" y="589"/>
                      </a:cubicBezTo>
                      <a:cubicBezTo>
                        <a:pt x="418" y="589"/>
                        <a:pt x="419" y="589"/>
                        <a:pt x="419" y="589"/>
                      </a:cubicBezTo>
                      <a:cubicBezTo>
                        <a:pt x="419" y="589"/>
                        <a:pt x="419" y="589"/>
                        <a:pt x="419" y="589"/>
                      </a:cubicBezTo>
                      <a:cubicBezTo>
                        <a:pt x="419" y="588"/>
                        <a:pt x="419" y="588"/>
                        <a:pt x="419" y="588"/>
                      </a:cubicBezTo>
                      <a:cubicBezTo>
                        <a:pt x="419" y="588"/>
                        <a:pt x="419" y="588"/>
                        <a:pt x="419" y="588"/>
                      </a:cubicBezTo>
                      <a:cubicBezTo>
                        <a:pt x="418" y="588"/>
                        <a:pt x="418" y="588"/>
                        <a:pt x="418" y="587"/>
                      </a:cubicBezTo>
                      <a:cubicBezTo>
                        <a:pt x="418" y="587"/>
                        <a:pt x="418" y="587"/>
                        <a:pt x="418" y="587"/>
                      </a:cubicBezTo>
                      <a:cubicBezTo>
                        <a:pt x="418" y="587"/>
                        <a:pt x="418" y="587"/>
                        <a:pt x="418" y="586"/>
                      </a:cubicBezTo>
                      <a:cubicBezTo>
                        <a:pt x="419" y="586"/>
                        <a:pt x="419" y="586"/>
                        <a:pt x="419" y="586"/>
                      </a:cubicBezTo>
                      <a:cubicBezTo>
                        <a:pt x="418" y="586"/>
                        <a:pt x="418" y="586"/>
                        <a:pt x="418" y="586"/>
                      </a:cubicBezTo>
                      <a:cubicBezTo>
                        <a:pt x="418" y="586"/>
                        <a:pt x="418" y="586"/>
                        <a:pt x="418" y="585"/>
                      </a:cubicBezTo>
                      <a:cubicBezTo>
                        <a:pt x="419" y="585"/>
                        <a:pt x="419" y="585"/>
                        <a:pt x="419" y="585"/>
                      </a:cubicBezTo>
                      <a:cubicBezTo>
                        <a:pt x="419" y="585"/>
                        <a:pt x="420" y="585"/>
                        <a:pt x="420" y="585"/>
                      </a:cubicBezTo>
                      <a:cubicBezTo>
                        <a:pt x="421" y="584"/>
                        <a:pt x="421" y="583"/>
                        <a:pt x="422" y="582"/>
                      </a:cubicBezTo>
                      <a:cubicBezTo>
                        <a:pt x="422" y="581"/>
                        <a:pt x="423" y="581"/>
                        <a:pt x="423" y="580"/>
                      </a:cubicBezTo>
                      <a:cubicBezTo>
                        <a:pt x="423" y="580"/>
                        <a:pt x="424" y="580"/>
                        <a:pt x="424" y="580"/>
                      </a:cubicBezTo>
                      <a:cubicBezTo>
                        <a:pt x="424" y="580"/>
                        <a:pt x="424" y="579"/>
                        <a:pt x="424" y="579"/>
                      </a:cubicBezTo>
                      <a:cubicBezTo>
                        <a:pt x="424" y="579"/>
                        <a:pt x="423" y="579"/>
                        <a:pt x="423" y="579"/>
                      </a:cubicBezTo>
                      <a:cubicBezTo>
                        <a:pt x="423" y="579"/>
                        <a:pt x="423" y="579"/>
                        <a:pt x="423" y="579"/>
                      </a:cubicBezTo>
                      <a:cubicBezTo>
                        <a:pt x="423" y="579"/>
                        <a:pt x="423" y="579"/>
                        <a:pt x="423" y="579"/>
                      </a:cubicBezTo>
                      <a:cubicBezTo>
                        <a:pt x="423" y="579"/>
                        <a:pt x="423" y="579"/>
                        <a:pt x="423" y="578"/>
                      </a:cubicBezTo>
                      <a:cubicBezTo>
                        <a:pt x="423" y="578"/>
                        <a:pt x="423" y="578"/>
                        <a:pt x="423" y="578"/>
                      </a:cubicBezTo>
                      <a:cubicBezTo>
                        <a:pt x="423" y="578"/>
                        <a:pt x="423" y="578"/>
                        <a:pt x="424" y="577"/>
                      </a:cubicBezTo>
                      <a:cubicBezTo>
                        <a:pt x="424" y="577"/>
                        <a:pt x="424" y="577"/>
                        <a:pt x="424" y="577"/>
                      </a:cubicBezTo>
                      <a:cubicBezTo>
                        <a:pt x="424" y="577"/>
                        <a:pt x="424" y="576"/>
                        <a:pt x="424" y="576"/>
                      </a:cubicBezTo>
                      <a:cubicBezTo>
                        <a:pt x="424" y="576"/>
                        <a:pt x="424" y="576"/>
                        <a:pt x="424" y="576"/>
                      </a:cubicBezTo>
                      <a:cubicBezTo>
                        <a:pt x="424" y="576"/>
                        <a:pt x="424" y="576"/>
                        <a:pt x="424" y="575"/>
                      </a:cubicBezTo>
                      <a:cubicBezTo>
                        <a:pt x="424" y="575"/>
                        <a:pt x="424" y="575"/>
                        <a:pt x="425" y="575"/>
                      </a:cubicBezTo>
                      <a:cubicBezTo>
                        <a:pt x="425" y="575"/>
                        <a:pt x="425" y="575"/>
                        <a:pt x="425" y="575"/>
                      </a:cubicBezTo>
                      <a:cubicBezTo>
                        <a:pt x="425" y="575"/>
                        <a:pt x="425" y="575"/>
                        <a:pt x="425" y="575"/>
                      </a:cubicBezTo>
                      <a:cubicBezTo>
                        <a:pt x="425" y="576"/>
                        <a:pt x="425" y="576"/>
                        <a:pt x="425" y="576"/>
                      </a:cubicBezTo>
                      <a:cubicBezTo>
                        <a:pt x="426" y="576"/>
                        <a:pt x="425" y="577"/>
                        <a:pt x="426" y="577"/>
                      </a:cubicBezTo>
                      <a:cubicBezTo>
                        <a:pt x="426" y="577"/>
                        <a:pt x="426" y="577"/>
                        <a:pt x="426" y="577"/>
                      </a:cubicBezTo>
                      <a:cubicBezTo>
                        <a:pt x="426" y="577"/>
                        <a:pt x="426" y="577"/>
                        <a:pt x="426" y="576"/>
                      </a:cubicBezTo>
                      <a:cubicBezTo>
                        <a:pt x="426" y="576"/>
                        <a:pt x="426" y="576"/>
                        <a:pt x="426" y="576"/>
                      </a:cubicBezTo>
                      <a:cubicBezTo>
                        <a:pt x="426" y="576"/>
                        <a:pt x="425" y="575"/>
                        <a:pt x="425" y="575"/>
                      </a:cubicBezTo>
                      <a:cubicBezTo>
                        <a:pt x="425" y="575"/>
                        <a:pt x="425" y="575"/>
                        <a:pt x="425" y="575"/>
                      </a:cubicBezTo>
                      <a:cubicBezTo>
                        <a:pt x="425" y="574"/>
                        <a:pt x="426" y="574"/>
                        <a:pt x="426" y="574"/>
                      </a:cubicBezTo>
                      <a:cubicBezTo>
                        <a:pt x="426" y="574"/>
                        <a:pt x="426" y="574"/>
                        <a:pt x="426" y="574"/>
                      </a:cubicBezTo>
                      <a:cubicBezTo>
                        <a:pt x="427" y="574"/>
                        <a:pt x="427" y="574"/>
                        <a:pt x="427" y="574"/>
                      </a:cubicBezTo>
                      <a:cubicBezTo>
                        <a:pt x="427" y="573"/>
                        <a:pt x="427" y="573"/>
                        <a:pt x="426" y="573"/>
                      </a:cubicBezTo>
                      <a:cubicBezTo>
                        <a:pt x="426" y="573"/>
                        <a:pt x="426" y="573"/>
                        <a:pt x="426" y="573"/>
                      </a:cubicBezTo>
                      <a:cubicBezTo>
                        <a:pt x="426" y="573"/>
                        <a:pt x="426" y="573"/>
                        <a:pt x="426" y="572"/>
                      </a:cubicBezTo>
                      <a:cubicBezTo>
                        <a:pt x="426" y="572"/>
                        <a:pt x="426" y="572"/>
                        <a:pt x="427" y="572"/>
                      </a:cubicBezTo>
                      <a:cubicBezTo>
                        <a:pt x="427" y="572"/>
                        <a:pt x="427" y="572"/>
                        <a:pt x="427" y="571"/>
                      </a:cubicBezTo>
                      <a:cubicBezTo>
                        <a:pt x="427" y="571"/>
                        <a:pt x="427" y="571"/>
                        <a:pt x="427" y="571"/>
                      </a:cubicBezTo>
                      <a:cubicBezTo>
                        <a:pt x="427" y="571"/>
                        <a:pt x="427" y="571"/>
                        <a:pt x="427" y="571"/>
                      </a:cubicBezTo>
                      <a:cubicBezTo>
                        <a:pt x="427" y="571"/>
                        <a:pt x="427" y="571"/>
                        <a:pt x="426" y="571"/>
                      </a:cubicBezTo>
                      <a:cubicBezTo>
                        <a:pt x="426" y="571"/>
                        <a:pt x="426" y="571"/>
                        <a:pt x="426" y="571"/>
                      </a:cubicBezTo>
                      <a:cubicBezTo>
                        <a:pt x="426" y="571"/>
                        <a:pt x="426" y="571"/>
                        <a:pt x="426" y="571"/>
                      </a:cubicBezTo>
                      <a:cubicBezTo>
                        <a:pt x="425" y="571"/>
                        <a:pt x="425" y="571"/>
                        <a:pt x="425" y="570"/>
                      </a:cubicBezTo>
                      <a:cubicBezTo>
                        <a:pt x="425" y="570"/>
                        <a:pt x="425" y="570"/>
                        <a:pt x="425" y="570"/>
                      </a:cubicBezTo>
                      <a:cubicBezTo>
                        <a:pt x="425" y="570"/>
                        <a:pt x="425" y="570"/>
                        <a:pt x="425" y="569"/>
                      </a:cubicBezTo>
                      <a:cubicBezTo>
                        <a:pt x="425" y="569"/>
                        <a:pt x="426" y="569"/>
                        <a:pt x="426" y="569"/>
                      </a:cubicBezTo>
                      <a:cubicBezTo>
                        <a:pt x="426" y="569"/>
                        <a:pt x="426" y="569"/>
                        <a:pt x="426" y="569"/>
                      </a:cubicBezTo>
                      <a:cubicBezTo>
                        <a:pt x="425" y="569"/>
                        <a:pt x="425" y="569"/>
                        <a:pt x="425" y="569"/>
                      </a:cubicBezTo>
                      <a:cubicBezTo>
                        <a:pt x="425" y="569"/>
                        <a:pt x="425" y="568"/>
                        <a:pt x="425" y="568"/>
                      </a:cubicBezTo>
                      <a:cubicBezTo>
                        <a:pt x="425" y="568"/>
                        <a:pt x="425" y="568"/>
                        <a:pt x="425" y="568"/>
                      </a:cubicBezTo>
                      <a:cubicBezTo>
                        <a:pt x="425" y="568"/>
                        <a:pt x="426" y="568"/>
                        <a:pt x="426" y="568"/>
                      </a:cubicBezTo>
                      <a:cubicBezTo>
                        <a:pt x="426" y="568"/>
                        <a:pt x="426" y="568"/>
                        <a:pt x="426" y="568"/>
                      </a:cubicBezTo>
                      <a:cubicBezTo>
                        <a:pt x="426" y="568"/>
                        <a:pt x="426" y="567"/>
                        <a:pt x="426" y="567"/>
                      </a:cubicBezTo>
                      <a:cubicBezTo>
                        <a:pt x="425" y="567"/>
                        <a:pt x="425" y="567"/>
                        <a:pt x="425" y="567"/>
                      </a:cubicBezTo>
                      <a:cubicBezTo>
                        <a:pt x="425" y="567"/>
                        <a:pt x="424" y="566"/>
                        <a:pt x="424" y="566"/>
                      </a:cubicBezTo>
                      <a:cubicBezTo>
                        <a:pt x="424" y="566"/>
                        <a:pt x="424" y="566"/>
                        <a:pt x="424" y="566"/>
                      </a:cubicBezTo>
                      <a:cubicBezTo>
                        <a:pt x="424" y="566"/>
                        <a:pt x="424" y="566"/>
                        <a:pt x="424" y="566"/>
                      </a:cubicBezTo>
                      <a:cubicBezTo>
                        <a:pt x="424" y="566"/>
                        <a:pt x="424" y="565"/>
                        <a:pt x="424" y="565"/>
                      </a:cubicBezTo>
                      <a:cubicBezTo>
                        <a:pt x="425" y="565"/>
                        <a:pt x="425" y="565"/>
                        <a:pt x="425" y="565"/>
                      </a:cubicBezTo>
                      <a:cubicBezTo>
                        <a:pt x="425" y="565"/>
                        <a:pt x="425" y="565"/>
                        <a:pt x="425" y="564"/>
                      </a:cubicBezTo>
                      <a:cubicBezTo>
                        <a:pt x="425" y="564"/>
                        <a:pt x="425" y="564"/>
                        <a:pt x="425" y="564"/>
                      </a:cubicBezTo>
                      <a:cubicBezTo>
                        <a:pt x="425" y="564"/>
                        <a:pt x="425" y="564"/>
                        <a:pt x="425" y="564"/>
                      </a:cubicBezTo>
                      <a:cubicBezTo>
                        <a:pt x="425" y="564"/>
                        <a:pt x="425" y="564"/>
                        <a:pt x="425" y="564"/>
                      </a:cubicBezTo>
                      <a:cubicBezTo>
                        <a:pt x="425" y="564"/>
                        <a:pt x="425" y="564"/>
                        <a:pt x="424" y="564"/>
                      </a:cubicBezTo>
                      <a:cubicBezTo>
                        <a:pt x="424" y="564"/>
                        <a:pt x="424" y="563"/>
                        <a:pt x="424" y="563"/>
                      </a:cubicBezTo>
                      <a:cubicBezTo>
                        <a:pt x="424" y="563"/>
                        <a:pt x="424" y="563"/>
                        <a:pt x="424" y="563"/>
                      </a:cubicBezTo>
                      <a:cubicBezTo>
                        <a:pt x="424" y="563"/>
                        <a:pt x="424" y="563"/>
                        <a:pt x="424" y="563"/>
                      </a:cubicBezTo>
                      <a:cubicBezTo>
                        <a:pt x="424" y="563"/>
                        <a:pt x="424" y="563"/>
                        <a:pt x="424" y="563"/>
                      </a:cubicBezTo>
                      <a:cubicBezTo>
                        <a:pt x="424" y="563"/>
                        <a:pt x="424" y="563"/>
                        <a:pt x="423" y="563"/>
                      </a:cubicBezTo>
                      <a:cubicBezTo>
                        <a:pt x="423" y="562"/>
                        <a:pt x="424" y="562"/>
                        <a:pt x="424" y="562"/>
                      </a:cubicBezTo>
                      <a:cubicBezTo>
                        <a:pt x="424" y="562"/>
                        <a:pt x="424" y="562"/>
                        <a:pt x="424" y="562"/>
                      </a:cubicBezTo>
                      <a:cubicBezTo>
                        <a:pt x="424" y="562"/>
                        <a:pt x="424" y="562"/>
                        <a:pt x="424" y="562"/>
                      </a:cubicBezTo>
                      <a:cubicBezTo>
                        <a:pt x="424" y="562"/>
                        <a:pt x="424" y="562"/>
                        <a:pt x="424" y="562"/>
                      </a:cubicBezTo>
                      <a:cubicBezTo>
                        <a:pt x="424" y="562"/>
                        <a:pt x="424" y="562"/>
                        <a:pt x="424" y="562"/>
                      </a:cubicBezTo>
                      <a:cubicBezTo>
                        <a:pt x="425" y="562"/>
                        <a:pt x="425" y="562"/>
                        <a:pt x="425" y="561"/>
                      </a:cubicBezTo>
                      <a:cubicBezTo>
                        <a:pt x="425" y="561"/>
                        <a:pt x="425" y="561"/>
                        <a:pt x="425" y="561"/>
                      </a:cubicBezTo>
                      <a:cubicBezTo>
                        <a:pt x="424" y="561"/>
                        <a:pt x="424" y="561"/>
                        <a:pt x="424" y="561"/>
                      </a:cubicBezTo>
                      <a:cubicBezTo>
                        <a:pt x="424" y="561"/>
                        <a:pt x="424" y="561"/>
                        <a:pt x="423" y="561"/>
                      </a:cubicBezTo>
                      <a:cubicBezTo>
                        <a:pt x="423" y="561"/>
                        <a:pt x="423" y="561"/>
                        <a:pt x="423" y="561"/>
                      </a:cubicBezTo>
                      <a:cubicBezTo>
                        <a:pt x="423" y="561"/>
                        <a:pt x="422" y="561"/>
                        <a:pt x="422" y="560"/>
                      </a:cubicBezTo>
                      <a:cubicBezTo>
                        <a:pt x="422" y="560"/>
                        <a:pt x="422" y="560"/>
                        <a:pt x="422" y="560"/>
                      </a:cubicBezTo>
                      <a:cubicBezTo>
                        <a:pt x="422" y="560"/>
                        <a:pt x="421" y="560"/>
                        <a:pt x="421" y="560"/>
                      </a:cubicBezTo>
                      <a:cubicBezTo>
                        <a:pt x="421" y="560"/>
                        <a:pt x="421" y="560"/>
                        <a:pt x="421" y="560"/>
                      </a:cubicBezTo>
                      <a:cubicBezTo>
                        <a:pt x="421" y="561"/>
                        <a:pt x="421" y="561"/>
                        <a:pt x="421" y="561"/>
                      </a:cubicBezTo>
                      <a:cubicBezTo>
                        <a:pt x="420" y="561"/>
                        <a:pt x="420" y="561"/>
                        <a:pt x="420" y="561"/>
                      </a:cubicBezTo>
                      <a:cubicBezTo>
                        <a:pt x="420" y="561"/>
                        <a:pt x="419" y="561"/>
                        <a:pt x="419" y="561"/>
                      </a:cubicBezTo>
                      <a:cubicBezTo>
                        <a:pt x="419" y="561"/>
                        <a:pt x="419" y="561"/>
                        <a:pt x="419" y="561"/>
                      </a:cubicBezTo>
                      <a:cubicBezTo>
                        <a:pt x="418" y="561"/>
                        <a:pt x="418" y="561"/>
                        <a:pt x="418" y="561"/>
                      </a:cubicBezTo>
                      <a:cubicBezTo>
                        <a:pt x="418" y="561"/>
                        <a:pt x="418" y="561"/>
                        <a:pt x="418" y="561"/>
                      </a:cubicBezTo>
                      <a:cubicBezTo>
                        <a:pt x="418" y="561"/>
                        <a:pt x="418" y="561"/>
                        <a:pt x="418" y="561"/>
                      </a:cubicBezTo>
                      <a:cubicBezTo>
                        <a:pt x="419" y="561"/>
                        <a:pt x="419" y="560"/>
                        <a:pt x="419" y="560"/>
                      </a:cubicBezTo>
                      <a:cubicBezTo>
                        <a:pt x="420" y="560"/>
                        <a:pt x="420" y="560"/>
                        <a:pt x="421" y="560"/>
                      </a:cubicBezTo>
                      <a:cubicBezTo>
                        <a:pt x="421" y="560"/>
                        <a:pt x="421" y="560"/>
                        <a:pt x="421" y="559"/>
                      </a:cubicBezTo>
                      <a:cubicBezTo>
                        <a:pt x="422" y="559"/>
                        <a:pt x="422" y="559"/>
                        <a:pt x="422" y="558"/>
                      </a:cubicBezTo>
                      <a:cubicBezTo>
                        <a:pt x="422" y="558"/>
                        <a:pt x="422" y="558"/>
                        <a:pt x="422" y="558"/>
                      </a:cubicBezTo>
                      <a:cubicBezTo>
                        <a:pt x="423" y="558"/>
                        <a:pt x="423" y="557"/>
                        <a:pt x="423" y="557"/>
                      </a:cubicBezTo>
                      <a:cubicBezTo>
                        <a:pt x="423" y="557"/>
                        <a:pt x="423" y="557"/>
                        <a:pt x="424" y="557"/>
                      </a:cubicBezTo>
                      <a:cubicBezTo>
                        <a:pt x="424" y="556"/>
                        <a:pt x="424" y="556"/>
                        <a:pt x="424" y="556"/>
                      </a:cubicBezTo>
                      <a:cubicBezTo>
                        <a:pt x="424" y="556"/>
                        <a:pt x="424" y="555"/>
                        <a:pt x="424" y="555"/>
                      </a:cubicBezTo>
                      <a:cubicBezTo>
                        <a:pt x="424" y="555"/>
                        <a:pt x="424" y="555"/>
                        <a:pt x="424" y="555"/>
                      </a:cubicBezTo>
                      <a:cubicBezTo>
                        <a:pt x="424" y="555"/>
                        <a:pt x="424" y="555"/>
                        <a:pt x="424" y="554"/>
                      </a:cubicBezTo>
                      <a:cubicBezTo>
                        <a:pt x="424" y="554"/>
                        <a:pt x="424" y="553"/>
                        <a:pt x="424" y="552"/>
                      </a:cubicBezTo>
                      <a:cubicBezTo>
                        <a:pt x="424" y="552"/>
                        <a:pt x="424" y="552"/>
                        <a:pt x="424" y="552"/>
                      </a:cubicBezTo>
                      <a:cubicBezTo>
                        <a:pt x="424" y="552"/>
                        <a:pt x="424" y="551"/>
                        <a:pt x="424" y="551"/>
                      </a:cubicBezTo>
                      <a:cubicBezTo>
                        <a:pt x="424" y="551"/>
                        <a:pt x="425" y="551"/>
                        <a:pt x="425" y="551"/>
                      </a:cubicBezTo>
                      <a:cubicBezTo>
                        <a:pt x="425" y="551"/>
                        <a:pt x="425" y="551"/>
                        <a:pt x="425" y="551"/>
                      </a:cubicBezTo>
                      <a:cubicBezTo>
                        <a:pt x="425" y="551"/>
                        <a:pt x="425" y="551"/>
                        <a:pt x="425" y="551"/>
                      </a:cubicBezTo>
                      <a:cubicBezTo>
                        <a:pt x="425" y="551"/>
                        <a:pt x="425" y="551"/>
                        <a:pt x="425" y="551"/>
                      </a:cubicBezTo>
                      <a:cubicBezTo>
                        <a:pt x="425" y="551"/>
                        <a:pt x="425" y="550"/>
                        <a:pt x="425" y="550"/>
                      </a:cubicBezTo>
                      <a:cubicBezTo>
                        <a:pt x="425" y="550"/>
                        <a:pt x="424" y="550"/>
                        <a:pt x="424" y="550"/>
                      </a:cubicBezTo>
                      <a:cubicBezTo>
                        <a:pt x="424" y="550"/>
                        <a:pt x="425" y="550"/>
                        <a:pt x="425" y="550"/>
                      </a:cubicBezTo>
                      <a:cubicBezTo>
                        <a:pt x="425" y="550"/>
                        <a:pt x="425" y="550"/>
                        <a:pt x="425" y="549"/>
                      </a:cubicBezTo>
                      <a:cubicBezTo>
                        <a:pt x="425" y="549"/>
                        <a:pt x="425" y="549"/>
                        <a:pt x="424" y="549"/>
                      </a:cubicBezTo>
                      <a:cubicBezTo>
                        <a:pt x="424" y="549"/>
                        <a:pt x="424" y="549"/>
                        <a:pt x="424" y="548"/>
                      </a:cubicBezTo>
                      <a:cubicBezTo>
                        <a:pt x="423" y="548"/>
                        <a:pt x="423" y="548"/>
                        <a:pt x="422" y="548"/>
                      </a:cubicBezTo>
                      <a:cubicBezTo>
                        <a:pt x="422" y="548"/>
                        <a:pt x="422" y="547"/>
                        <a:pt x="422" y="547"/>
                      </a:cubicBezTo>
                      <a:cubicBezTo>
                        <a:pt x="422" y="546"/>
                        <a:pt x="422" y="546"/>
                        <a:pt x="422" y="546"/>
                      </a:cubicBezTo>
                      <a:cubicBezTo>
                        <a:pt x="422" y="546"/>
                        <a:pt x="422" y="545"/>
                        <a:pt x="422" y="545"/>
                      </a:cubicBezTo>
                      <a:cubicBezTo>
                        <a:pt x="422" y="544"/>
                        <a:pt x="421" y="543"/>
                        <a:pt x="421" y="543"/>
                      </a:cubicBezTo>
                      <a:cubicBezTo>
                        <a:pt x="421" y="541"/>
                        <a:pt x="421" y="540"/>
                        <a:pt x="421" y="539"/>
                      </a:cubicBezTo>
                      <a:cubicBezTo>
                        <a:pt x="422" y="538"/>
                        <a:pt x="423" y="538"/>
                        <a:pt x="423" y="537"/>
                      </a:cubicBezTo>
                      <a:cubicBezTo>
                        <a:pt x="424" y="537"/>
                        <a:pt x="424" y="537"/>
                        <a:pt x="425" y="536"/>
                      </a:cubicBezTo>
                      <a:cubicBezTo>
                        <a:pt x="425" y="536"/>
                        <a:pt x="425" y="536"/>
                        <a:pt x="425" y="536"/>
                      </a:cubicBezTo>
                      <a:cubicBezTo>
                        <a:pt x="426" y="535"/>
                        <a:pt x="427" y="536"/>
                        <a:pt x="429" y="536"/>
                      </a:cubicBezTo>
                      <a:cubicBezTo>
                        <a:pt x="429" y="536"/>
                        <a:pt x="429" y="536"/>
                        <a:pt x="430" y="536"/>
                      </a:cubicBezTo>
                      <a:cubicBezTo>
                        <a:pt x="430" y="536"/>
                        <a:pt x="431" y="536"/>
                        <a:pt x="431" y="537"/>
                      </a:cubicBezTo>
                      <a:cubicBezTo>
                        <a:pt x="432" y="537"/>
                        <a:pt x="434" y="537"/>
                        <a:pt x="434" y="538"/>
                      </a:cubicBezTo>
                      <a:cubicBezTo>
                        <a:pt x="435" y="538"/>
                        <a:pt x="435" y="538"/>
                        <a:pt x="435" y="539"/>
                      </a:cubicBezTo>
                      <a:cubicBezTo>
                        <a:pt x="435" y="539"/>
                        <a:pt x="436" y="539"/>
                        <a:pt x="436" y="539"/>
                      </a:cubicBezTo>
                      <a:cubicBezTo>
                        <a:pt x="437" y="539"/>
                        <a:pt x="438" y="539"/>
                        <a:pt x="438" y="540"/>
                      </a:cubicBezTo>
                      <a:cubicBezTo>
                        <a:pt x="438" y="540"/>
                        <a:pt x="437" y="541"/>
                        <a:pt x="436" y="541"/>
                      </a:cubicBezTo>
                      <a:cubicBezTo>
                        <a:pt x="437" y="541"/>
                        <a:pt x="438" y="541"/>
                        <a:pt x="438" y="540"/>
                      </a:cubicBezTo>
                      <a:cubicBezTo>
                        <a:pt x="439" y="540"/>
                        <a:pt x="439" y="539"/>
                        <a:pt x="439" y="539"/>
                      </a:cubicBezTo>
                      <a:cubicBezTo>
                        <a:pt x="440" y="539"/>
                        <a:pt x="440" y="539"/>
                        <a:pt x="440" y="539"/>
                      </a:cubicBezTo>
                      <a:cubicBezTo>
                        <a:pt x="441" y="539"/>
                        <a:pt x="441" y="540"/>
                        <a:pt x="441" y="539"/>
                      </a:cubicBezTo>
                      <a:cubicBezTo>
                        <a:pt x="442" y="540"/>
                        <a:pt x="442" y="540"/>
                        <a:pt x="442" y="540"/>
                      </a:cubicBezTo>
                      <a:cubicBezTo>
                        <a:pt x="442" y="540"/>
                        <a:pt x="443" y="540"/>
                        <a:pt x="444" y="541"/>
                      </a:cubicBezTo>
                      <a:cubicBezTo>
                        <a:pt x="444" y="541"/>
                        <a:pt x="445" y="542"/>
                        <a:pt x="445" y="542"/>
                      </a:cubicBezTo>
                      <a:cubicBezTo>
                        <a:pt x="445" y="541"/>
                        <a:pt x="445" y="541"/>
                        <a:pt x="444" y="541"/>
                      </a:cubicBezTo>
                      <a:cubicBezTo>
                        <a:pt x="444" y="541"/>
                        <a:pt x="444" y="540"/>
                        <a:pt x="444" y="540"/>
                      </a:cubicBezTo>
                      <a:cubicBezTo>
                        <a:pt x="444" y="540"/>
                        <a:pt x="445" y="540"/>
                        <a:pt x="445" y="540"/>
                      </a:cubicBezTo>
                      <a:cubicBezTo>
                        <a:pt x="445" y="540"/>
                        <a:pt x="446" y="540"/>
                        <a:pt x="446" y="540"/>
                      </a:cubicBezTo>
                      <a:cubicBezTo>
                        <a:pt x="447" y="540"/>
                        <a:pt x="447" y="539"/>
                        <a:pt x="448" y="539"/>
                      </a:cubicBezTo>
                      <a:cubicBezTo>
                        <a:pt x="448" y="539"/>
                        <a:pt x="449" y="538"/>
                        <a:pt x="449" y="538"/>
                      </a:cubicBezTo>
                      <a:cubicBezTo>
                        <a:pt x="450" y="538"/>
                        <a:pt x="450" y="537"/>
                        <a:pt x="450" y="537"/>
                      </a:cubicBezTo>
                      <a:cubicBezTo>
                        <a:pt x="451" y="537"/>
                        <a:pt x="451" y="537"/>
                        <a:pt x="451" y="537"/>
                      </a:cubicBezTo>
                      <a:cubicBezTo>
                        <a:pt x="452" y="537"/>
                        <a:pt x="452" y="537"/>
                        <a:pt x="452" y="537"/>
                      </a:cubicBezTo>
                      <a:cubicBezTo>
                        <a:pt x="452" y="538"/>
                        <a:pt x="453" y="538"/>
                        <a:pt x="454" y="538"/>
                      </a:cubicBezTo>
                      <a:cubicBezTo>
                        <a:pt x="455" y="539"/>
                        <a:pt x="455" y="540"/>
                        <a:pt x="456" y="541"/>
                      </a:cubicBezTo>
                      <a:cubicBezTo>
                        <a:pt x="456" y="541"/>
                        <a:pt x="456" y="541"/>
                        <a:pt x="456" y="541"/>
                      </a:cubicBezTo>
                      <a:cubicBezTo>
                        <a:pt x="457" y="542"/>
                        <a:pt x="457" y="542"/>
                        <a:pt x="457" y="542"/>
                      </a:cubicBezTo>
                      <a:cubicBezTo>
                        <a:pt x="457" y="542"/>
                        <a:pt x="457" y="542"/>
                        <a:pt x="457" y="542"/>
                      </a:cubicBezTo>
                      <a:cubicBezTo>
                        <a:pt x="457" y="542"/>
                        <a:pt x="458" y="542"/>
                        <a:pt x="458" y="542"/>
                      </a:cubicBezTo>
                      <a:cubicBezTo>
                        <a:pt x="458" y="542"/>
                        <a:pt x="458" y="542"/>
                        <a:pt x="458" y="542"/>
                      </a:cubicBezTo>
                      <a:cubicBezTo>
                        <a:pt x="458" y="542"/>
                        <a:pt x="458" y="542"/>
                        <a:pt x="458" y="542"/>
                      </a:cubicBezTo>
                      <a:cubicBezTo>
                        <a:pt x="458" y="542"/>
                        <a:pt x="458" y="543"/>
                        <a:pt x="458" y="543"/>
                      </a:cubicBezTo>
                      <a:cubicBezTo>
                        <a:pt x="459" y="543"/>
                        <a:pt x="459" y="543"/>
                        <a:pt x="459" y="543"/>
                      </a:cubicBezTo>
                      <a:cubicBezTo>
                        <a:pt x="459" y="544"/>
                        <a:pt x="459" y="544"/>
                        <a:pt x="458" y="544"/>
                      </a:cubicBezTo>
                      <a:cubicBezTo>
                        <a:pt x="458" y="544"/>
                        <a:pt x="458" y="545"/>
                        <a:pt x="458" y="545"/>
                      </a:cubicBezTo>
                      <a:cubicBezTo>
                        <a:pt x="458" y="545"/>
                        <a:pt x="458" y="545"/>
                        <a:pt x="458" y="545"/>
                      </a:cubicBezTo>
                      <a:cubicBezTo>
                        <a:pt x="458" y="545"/>
                        <a:pt x="458" y="545"/>
                        <a:pt x="458" y="545"/>
                      </a:cubicBezTo>
                      <a:cubicBezTo>
                        <a:pt x="458" y="545"/>
                        <a:pt x="458" y="545"/>
                        <a:pt x="458" y="545"/>
                      </a:cubicBezTo>
                      <a:cubicBezTo>
                        <a:pt x="458" y="545"/>
                        <a:pt x="459" y="545"/>
                        <a:pt x="459" y="544"/>
                      </a:cubicBezTo>
                      <a:cubicBezTo>
                        <a:pt x="459" y="544"/>
                        <a:pt x="459" y="544"/>
                        <a:pt x="459" y="544"/>
                      </a:cubicBezTo>
                      <a:cubicBezTo>
                        <a:pt x="459" y="544"/>
                        <a:pt x="459" y="544"/>
                        <a:pt x="459" y="544"/>
                      </a:cubicBezTo>
                      <a:cubicBezTo>
                        <a:pt x="460" y="545"/>
                        <a:pt x="460" y="545"/>
                        <a:pt x="461" y="545"/>
                      </a:cubicBezTo>
                      <a:cubicBezTo>
                        <a:pt x="461" y="545"/>
                        <a:pt x="461" y="545"/>
                        <a:pt x="461" y="546"/>
                      </a:cubicBezTo>
                      <a:cubicBezTo>
                        <a:pt x="462" y="546"/>
                        <a:pt x="461" y="546"/>
                        <a:pt x="462" y="546"/>
                      </a:cubicBezTo>
                      <a:cubicBezTo>
                        <a:pt x="462" y="546"/>
                        <a:pt x="462" y="546"/>
                        <a:pt x="462" y="546"/>
                      </a:cubicBezTo>
                      <a:cubicBezTo>
                        <a:pt x="462" y="546"/>
                        <a:pt x="462" y="546"/>
                        <a:pt x="462" y="546"/>
                      </a:cubicBezTo>
                      <a:cubicBezTo>
                        <a:pt x="462" y="546"/>
                        <a:pt x="462" y="547"/>
                        <a:pt x="461" y="547"/>
                      </a:cubicBezTo>
                      <a:cubicBezTo>
                        <a:pt x="461" y="547"/>
                        <a:pt x="461" y="547"/>
                        <a:pt x="461" y="547"/>
                      </a:cubicBezTo>
                      <a:cubicBezTo>
                        <a:pt x="461" y="547"/>
                        <a:pt x="461" y="547"/>
                        <a:pt x="461" y="547"/>
                      </a:cubicBezTo>
                      <a:cubicBezTo>
                        <a:pt x="462" y="547"/>
                        <a:pt x="462" y="547"/>
                        <a:pt x="462" y="547"/>
                      </a:cubicBezTo>
                      <a:cubicBezTo>
                        <a:pt x="462" y="547"/>
                        <a:pt x="462" y="547"/>
                        <a:pt x="462" y="547"/>
                      </a:cubicBezTo>
                      <a:cubicBezTo>
                        <a:pt x="463" y="548"/>
                        <a:pt x="463" y="548"/>
                        <a:pt x="463" y="548"/>
                      </a:cubicBezTo>
                      <a:cubicBezTo>
                        <a:pt x="463" y="548"/>
                        <a:pt x="462" y="549"/>
                        <a:pt x="462" y="549"/>
                      </a:cubicBezTo>
                      <a:cubicBezTo>
                        <a:pt x="462" y="549"/>
                        <a:pt x="463" y="549"/>
                        <a:pt x="463" y="549"/>
                      </a:cubicBezTo>
                      <a:cubicBezTo>
                        <a:pt x="463" y="549"/>
                        <a:pt x="463" y="549"/>
                        <a:pt x="463" y="548"/>
                      </a:cubicBezTo>
                      <a:cubicBezTo>
                        <a:pt x="463" y="548"/>
                        <a:pt x="463" y="548"/>
                        <a:pt x="463" y="548"/>
                      </a:cubicBezTo>
                      <a:cubicBezTo>
                        <a:pt x="463" y="548"/>
                        <a:pt x="463" y="548"/>
                        <a:pt x="463" y="548"/>
                      </a:cubicBezTo>
                      <a:cubicBezTo>
                        <a:pt x="464" y="548"/>
                        <a:pt x="464" y="548"/>
                        <a:pt x="464" y="548"/>
                      </a:cubicBezTo>
                      <a:cubicBezTo>
                        <a:pt x="464" y="548"/>
                        <a:pt x="464" y="548"/>
                        <a:pt x="464" y="548"/>
                      </a:cubicBezTo>
                      <a:cubicBezTo>
                        <a:pt x="464" y="548"/>
                        <a:pt x="465" y="548"/>
                        <a:pt x="465" y="548"/>
                      </a:cubicBezTo>
                      <a:cubicBezTo>
                        <a:pt x="465" y="548"/>
                        <a:pt x="465" y="548"/>
                        <a:pt x="465" y="549"/>
                      </a:cubicBezTo>
                      <a:cubicBezTo>
                        <a:pt x="466" y="549"/>
                        <a:pt x="466" y="549"/>
                        <a:pt x="466" y="549"/>
                      </a:cubicBezTo>
                      <a:cubicBezTo>
                        <a:pt x="466" y="549"/>
                        <a:pt x="466" y="550"/>
                        <a:pt x="465" y="550"/>
                      </a:cubicBezTo>
                      <a:cubicBezTo>
                        <a:pt x="465" y="550"/>
                        <a:pt x="465" y="550"/>
                        <a:pt x="465" y="550"/>
                      </a:cubicBezTo>
                      <a:cubicBezTo>
                        <a:pt x="465" y="550"/>
                        <a:pt x="465" y="550"/>
                        <a:pt x="465" y="550"/>
                      </a:cubicBezTo>
                      <a:cubicBezTo>
                        <a:pt x="464" y="550"/>
                        <a:pt x="464" y="551"/>
                        <a:pt x="464" y="551"/>
                      </a:cubicBezTo>
                      <a:cubicBezTo>
                        <a:pt x="464" y="551"/>
                        <a:pt x="464" y="551"/>
                        <a:pt x="464" y="552"/>
                      </a:cubicBezTo>
                      <a:cubicBezTo>
                        <a:pt x="464" y="552"/>
                        <a:pt x="464" y="552"/>
                        <a:pt x="464" y="552"/>
                      </a:cubicBezTo>
                      <a:cubicBezTo>
                        <a:pt x="465" y="552"/>
                        <a:pt x="465" y="552"/>
                        <a:pt x="465" y="552"/>
                      </a:cubicBezTo>
                      <a:cubicBezTo>
                        <a:pt x="465" y="552"/>
                        <a:pt x="465" y="552"/>
                        <a:pt x="465" y="552"/>
                      </a:cubicBezTo>
                      <a:cubicBezTo>
                        <a:pt x="465" y="552"/>
                        <a:pt x="465" y="552"/>
                        <a:pt x="465" y="552"/>
                      </a:cubicBezTo>
                      <a:cubicBezTo>
                        <a:pt x="465" y="552"/>
                        <a:pt x="465" y="552"/>
                        <a:pt x="465" y="552"/>
                      </a:cubicBezTo>
                      <a:cubicBezTo>
                        <a:pt x="465" y="552"/>
                        <a:pt x="465" y="552"/>
                        <a:pt x="465" y="553"/>
                      </a:cubicBezTo>
                      <a:cubicBezTo>
                        <a:pt x="465" y="553"/>
                        <a:pt x="465" y="553"/>
                        <a:pt x="465" y="553"/>
                      </a:cubicBezTo>
                      <a:cubicBezTo>
                        <a:pt x="465" y="553"/>
                        <a:pt x="465" y="553"/>
                        <a:pt x="465" y="553"/>
                      </a:cubicBezTo>
                      <a:cubicBezTo>
                        <a:pt x="465" y="553"/>
                        <a:pt x="465" y="553"/>
                        <a:pt x="465" y="553"/>
                      </a:cubicBezTo>
                      <a:cubicBezTo>
                        <a:pt x="465" y="553"/>
                        <a:pt x="465" y="553"/>
                        <a:pt x="465" y="553"/>
                      </a:cubicBezTo>
                      <a:cubicBezTo>
                        <a:pt x="465" y="553"/>
                        <a:pt x="465" y="553"/>
                        <a:pt x="465" y="554"/>
                      </a:cubicBezTo>
                      <a:cubicBezTo>
                        <a:pt x="465" y="554"/>
                        <a:pt x="465" y="554"/>
                        <a:pt x="465" y="554"/>
                      </a:cubicBezTo>
                      <a:cubicBezTo>
                        <a:pt x="465" y="554"/>
                        <a:pt x="466" y="555"/>
                        <a:pt x="466" y="555"/>
                      </a:cubicBezTo>
                      <a:cubicBezTo>
                        <a:pt x="466" y="555"/>
                        <a:pt x="466" y="555"/>
                        <a:pt x="466" y="555"/>
                      </a:cubicBezTo>
                      <a:cubicBezTo>
                        <a:pt x="466" y="555"/>
                        <a:pt x="466" y="555"/>
                        <a:pt x="466" y="555"/>
                      </a:cubicBezTo>
                      <a:cubicBezTo>
                        <a:pt x="467" y="555"/>
                        <a:pt x="466" y="555"/>
                        <a:pt x="466" y="555"/>
                      </a:cubicBezTo>
                      <a:cubicBezTo>
                        <a:pt x="467" y="555"/>
                        <a:pt x="467" y="555"/>
                        <a:pt x="467" y="555"/>
                      </a:cubicBezTo>
                      <a:cubicBezTo>
                        <a:pt x="467" y="555"/>
                        <a:pt x="467" y="555"/>
                        <a:pt x="468" y="555"/>
                      </a:cubicBezTo>
                      <a:cubicBezTo>
                        <a:pt x="468" y="555"/>
                        <a:pt x="468" y="555"/>
                        <a:pt x="468" y="555"/>
                      </a:cubicBezTo>
                      <a:cubicBezTo>
                        <a:pt x="468" y="556"/>
                        <a:pt x="468" y="556"/>
                        <a:pt x="468" y="556"/>
                      </a:cubicBezTo>
                      <a:cubicBezTo>
                        <a:pt x="468" y="556"/>
                        <a:pt x="468" y="556"/>
                        <a:pt x="468" y="556"/>
                      </a:cubicBezTo>
                      <a:cubicBezTo>
                        <a:pt x="468" y="556"/>
                        <a:pt x="469" y="556"/>
                        <a:pt x="469" y="556"/>
                      </a:cubicBezTo>
                      <a:cubicBezTo>
                        <a:pt x="469" y="556"/>
                        <a:pt x="469" y="556"/>
                        <a:pt x="469" y="556"/>
                      </a:cubicBezTo>
                      <a:cubicBezTo>
                        <a:pt x="470" y="556"/>
                        <a:pt x="470" y="556"/>
                        <a:pt x="470" y="556"/>
                      </a:cubicBezTo>
                      <a:cubicBezTo>
                        <a:pt x="470" y="556"/>
                        <a:pt x="470" y="557"/>
                        <a:pt x="471" y="557"/>
                      </a:cubicBezTo>
                      <a:cubicBezTo>
                        <a:pt x="471" y="557"/>
                        <a:pt x="471" y="557"/>
                        <a:pt x="471" y="557"/>
                      </a:cubicBezTo>
                      <a:cubicBezTo>
                        <a:pt x="471" y="557"/>
                        <a:pt x="471" y="557"/>
                        <a:pt x="471" y="557"/>
                      </a:cubicBezTo>
                      <a:cubicBezTo>
                        <a:pt x="471" y="557"/>
                        <a:pt x="471" y="557"/>
                        <a:pt x="472" y="557"/>
                      </a:cubicBezTo>
                      <a:cubicBezTo>
                        <a:pt x="472" y="557"/>
                        <a:pt x="472" y="557"/>
                        <a:pt x="472" y="557"/>
                      </a:cubicBezTo>
                      <a:cubicBezTo>
                        <a:pt x="472" y="557"/>
                        <a:pt x="472" y="557"/>
                        <a:pt x="473" y="557"/>
                      </a:cubicBezTo>
                      <a:cubicBezTo>
                        <a:pt x="473" y="557"/>
                        <a:pt x="473" y="557"/>
                        <a:pt x="473" y="557"/>
                      </a:cubicBezTo>
                      <a:cubicBezTo>
                        <a:pt x="473" y="557"/>
                        <a:pt x="473" y="557"/>
                        <a:pt x="473" y="557"/>
                      </a:cubicBezTo>
                      <a:cubicBezTo>
                        <a:pt x="473" y="557"/>
                        <a:pt x="473" y="557"/>
                        <a:pt x="474" y="557"/>
                      </a:cubicBezTo>
                      <a:cubicBezTo>
                        <a:pt x="474" y="557"/>
                        <a:pt x="474" y="557"/>
                        <a:pt x="474" y="557"/>
                      </a:cubicBezTo>
                      <a:cubicBezTo>
                        <a:pt x="474" y="557"/>
                        <a:pt x="474" y="557"/>
                        <a:pt x="474" y="557"/>
                      </a:cubicBezTo>
                      <a:cubicBezTo>
                        <a:pt x="474" y="556"/>
                        <a:pt x="475" y="556"/>
                        <a:pt x="475" y="556"/>
                      </a:cubicBezTo>
                      <a:cubicBezTo>
                        <a:pt x="475" y="556"/>
                        <a:pt x="475" y="556"/>
                        <a:pt x="475" y="557"/>
                      </a:cubicBezTo>
                      <a:cubicBezTo>
                        <a:pt x="475" y="557"/>
                        <a:pt x="475" y="557"/>
                        <a:pt x="475" y="557"/>
                      </a:cubicBezTo>
                      <a:cubicBezTo>
                        <a:pt x="475" y="557"/>
                        <a:pt x="475" y="558"/>
                        <a:pt x="475" y="558"/>
                      </a:cubicBezTo>
                      <a:cubicBezTo>
                        <a:pt x="475" y="558"/>
                        <a:pt x="475" y="558"/>
                        <a:pt x="476" y="558"/>
                      </a:cubicBezTo>
                      <a:cubicBezTo>
                        <a:pt x="476" y="558"/>
                        <a:pt x="476" y="558"/>
                        <a:pt x="476" y="558"/>
                      </a:cubicBezTo>
                      <a:cubicBezTo>
                        <a:pt x="476" y="558"/>
                        <a:pt x="476" y="558"/>
                        <a:pt x="476" y="558"/>
                      </a:cubicBezTo>
                      <a:cubicBezTo>
                        <a:pt x="476" y="558"/>
                        <a:pt x="476" y="558"/>
                        <a:pt x="476" y="558"/>
                      </a:cubicBezTo>
                      <a:cubicBezTo>
                        <a:pt x="475" y="558"/>
                        <a:pt x="475" y="559"/>
                        <a:pt x="475" y="559"/>
                      </a:cubicBezTo>
                      <a:cubicBezTo>
                        <a:pt x="475" y="559"/>
                        <a:pt x="475" y="559"/>
                        <a:pt x="475" y="559"/>
                      </a:cubicBezTo>
                      <a:cubicBezTo>
                        <a:pt x="475" y="559"/>
                        <a:pt x="475" y="560"/>
                        <a:pt x="475" y="560"/>
                      </a:cubicBezTo>
                      <a:cubicBezTo>
                        <a:pt x="475" y="560"/>
                        <a:pt x="475" y="560"/>
                        <a:pt x="476" y="560"/>
                      </a:cubicBezTo>
                      <a:cubicBezTo>
                        <a:pt x="476" y="560"/>
                        <a:pt x="476" y="560"/>
                        <a:pt x="476" y="560"/>
                      </a:cubicBezTo>
                      <a:cubicBezTo>
                        <a:pt x="476" y="560"/>
                        <a:pt x="477" y="560"/>
                        <a:pt x="477" y="559"/>
                      </a:cubicBezTo>
                      <a:cubicBezTo>
                        <a:pt x="477" y="559"/>
                        <a:pt x="477" y="559"/>
                        <a:pt x="477" y="559"/>
                      </a:cubicBezTo>
                      <a:cubicBezTo>
                        <a:pt x="478" y="559"/>
                        <a:pt x="478" y="559"/>
                        <a:pt x="478" y="559"/>
                      </a:cubicBezTo>
                      <a:cubicBezTo>
                        <a:pt x="478" y="559"/>
                        <a:pt x="478" y="559"/>
                        <a:pt x="478" y="559"/>
                      </a:cubicBezTo>
                      <a:cubicBezTo>
                        <a:pt x="478" y="559"/>
                        <a:pt x="478" y="559"/>
                        <a:pt x="478" y="558"/>
                      </a:cubicBezTo>
                      <a:cubicBezTo>
                        <a:pt x="478" y="558"/>
                        <a:pt x="478" y="558"/>
                        <a:pt x="478" y="558"/>
                      </a:cubicBezTo>
                      <a:cubicBezTo>
                        <a:pt x="478" y="558"/>
                        <a:pt x="478" y="558"/>
                        <a:pt x="478" y="557"/>
                      </a:cubicBezTo>
                      <a:cubicBezTo>
                        <a:pt x="478" y="557"/>
                        <a:pt x="478" y="557"/>
                        <a:pt x="478" y="557"/>
                      </a:cubicBezTo>
                      <a:cubicBezTo>
                        <a:pt x="479" y="557"/>
                        <a:pt x="479" y="557"/>
                        <a:pt x="479" y="557"/>
                      </a:cubicBezTo>
                      <a:cubicBezTo>
                        <a:pt x="479" y="557"/>
                        <a:pt x="479" y="557"/>
                        <a:pt x="479" y="557"/>
                      </a:cubicBezTo>
                      <a:cubicBezTo>
                        <a:pt x="479" y="557"/>
                        <a:pt x="479" y="557"/>
                        <a:pt x="479" y="557"/>
                      </a:cubicBezTo>
                      <a:cubicBezTo>
                        <a:pt x="479" y="558"/>
                        <a:pt x="479" y="558"/>
                        <a:pt x="479" y="558"/>
                      </a:cubicBezTo>
                      <a:cubicBezTo>
                        <a:pt x="479" y="558"/>
                        <a:pt x="480" y="559"/>
                        <a:pt x="480" y="559"/>
                      </a:cubicBezTo>
                      <a:cubicBezTo>
                        <a:pt x="480" y="559"/>
                        <a:pt x="480" y="559"/>
                        <a:pt x="480" y="559"/>
                      </a:cubicBezTo>
                      <a:cubicBezTo>
                        <a:pt x="480" y="559"/>
                        <a:pt x="480" y="560"/>
                        <a:pt x="480" y="560"/>
                      </a:cubicBezTo>
                      <a:cubicBezTo>
                        <a:pt x="480" y="560"/>
                        <a:pt x="480" y="560"/>
                        <a:pt x="480" y="560"/>
                      </a:cubicBezTo>
                      <a:cubicBezTo>
                        <a:pt x="480" y="560"/>
                        <a:pt x="480" y="560"/>
                        <a:pt x="480" y="561"/>
                      </a:cubicBezTo>
                      <a:cubicBezTo>
                        <a:pt x="480" y="561"/>
                        <a:pt x="480" y="561"/>
                        <a:pt x="480" y="561"/>
                      </a:cubicBezTo>
                      <a:cubicBezTo>
                        <a:pt x="479" y="561"/>
                        <a:pt x="479" y="561"/>
                        <a:pt x="478" y="562"/>
                      </a:cubicBezTo>
                      <a:cubicBezTo>
                        <a:pt x="478" y="562"/>
                        <a:pt x="478" y="562"/>
                        <a:pt x="478" y="562"/>
                      </a:cubicBezTo>
                      <a:cubicBezTo>
                        <a:pt x="478" y="563"/>
                        <a:pt x="478" y="563"/>
                        <a:pt x="478" y="563"/>
                      </a:cubicBezTo>
                      <a:cubicBezTo>
                        <a:pt x="478" y="563"/>
                        <a:pt x="478" y="564"/>
                        <a:pt x="478" y="564"/>
                      </a:cubicBezTo>
                      <a:cubicBezTo>
                        <a:pt x="478" y="564"/>
                        <a:pt x="478" y="564"/>
                        <a:pt x="477" y="564"/>
                      </a:cubicBezTo>
                      <a:cubicBezTo>
                        <a:pt x="477" y="564"/>
                        <a:pt x="477" y="564"/>
                        <a:pt x="477" y="564"/>
                      </a:cubicBezTo>
                      <a:cubicBezTo>
                        <a:pt x="478" y="565"/>
                        <a:pt x="478" y="566"/>
                        <a:pt x="478" y="566"/>
                      </a:cubicBezTo>
                      <a:cubicBezTo>
                        <a:pt x="478" y="566"/>
                        <a:pt x="478" y="567"/>
                        <a:pt x="478" y="567"/>
                      </a:cubicBezTo>
                      <a:cubicBezTo>
                        <a:pt x="478" y="567"/>
                        <a:pt x="478" y="567"/>
                        <a:pt x="478" y="567"/>
                      </a:cubicBezTo>
                      <a:cubicBezTo>
                        <a:pt x="478" y="567"/>
                        <a:pt x="478" y="568"/>
                        <a:pt x="478" y="568"/>
                      </a:cubicBezTo>
                      <a:cubicBezTo>
                        <a:pt x="478" y="568"/>
                        <a:pt x="478" y="568"/>
                        <a:pt x="478" y="568"/>
                      </a:cubicBezTo>
                      <a:cubicBezTo>
                        <a:pt x="479" y="569"/>
                        <a:pt x="479" y="569"/>
                        <a:pt x="478" y="570"/>
                      </a:cubicBezTo>
                      <a:cubicBezTo>
                        <a:pt x="478" y="570"/>
                        <a:pt x="478" y="570"/>
                        <a:pt x="478" y="570"/>
                      </a:cubicBezTo>
                      <a:cubicBezTo>
                        <a:pt x="478" y="571"/>
                        <a:pt x="477" y="571"/>
                        <a:pt x="477" y="571"/>
                      </a:cubicBezTo>
                      <a:cubicBezTo>
                        <a:pt x="477" y="571"/>
                        <a:pt x="477" y="571"/>
                        <a:pt x="476" y="571"/>
                      </a:cubicBezTo>
                      <a:cubicBezTo>
                        <a:pt x="476" y="571"/>
                        <a:pt x="475" y="571"/>
                        <a:pt x="475" y="571"/>
                      </a:cubicBezTo>
                      <a:cubicBezTo>
                        <a:pt x="474" y="571"/>
                        <a:pt x="473" y="571"/>
                        <a:pt x="473" y="571"/>
                      </a:cubicBezTo>
                      <a:cubicBezTo>
                        <a:pt x="473" y="571"/>
                        <a:pt x="473" y="572"/>
                        <a:pt x="474" y="572"/>
                      </a:cubicBezTo>
                      <a:cubicBezTo>
                        <a:pt x="474" y="572"/>
                        <a:pt x="474" y="572"/>
                        <a:pt x="474" y="572"/>
                      </a:cubicBezTo>
                      <a:cubicBezTo>
                        <a:pt x="475" y="572"/>
                        <a:pt x="475" y="572"/>
                        <a:pt x="476" y="572"/>
                      </a:cubicBezTo>
                      <a:cubicBezTo>
                        <a:pt x="476" y="572"/>
                        <a:pt x="477" y="572"/>
                        <a:pt x="477" y="572"/>
                      </a:cubicBezTo>
                      <a:cubicBezTo>
                        <a:pt x="477" y="572"/>
                        <a:pt x="478" y="572"/>
                        <a:pt x="478" y="572"/>
                      </a:cubicBezTo>
                      <a:cubicBezTo>
                        <a:pt x="478" y="572"/>
                        <a:pt x="478" y="572"/>
                        <a:pt x="478" y="572"/>
                      </a:cubicBezTo>
                      <a:cubicBezTo>
                        <a:pt x="478" y="573"/>
                        <a:pt x="478" y="573"/>
                        <a:pt x="478" y="573"/>
                      </a:cubicBezTo>
                      <a:cubicBezTo>
                        <a:pt x="478" y="573"/>
                        <a:pt x="478" y="573"/>
                        <a:pt x="478" y="573"/>
                      </a:cubicBezTo>
                      <a:cubicBezTo>
                        <a:pt x="478" y="573"/>
                        <a:pt x="479" y="573"/>
                        <a:pt x="479" y="573"/>
                      </a:cubicBezTo>
                      <a:cubicBezTo>
                        <a:pt x="479" y="573"/>
                        <a:pt x="479" y="573"/>
                        <a:pt x="479" y="573"/>
                      </a:cubicBezTo>
                      <a:cubicBezTo>
                        <a:pt x="479" y="574"/>
                        <a:pt x="479" y="574"/>
                        <a:pt x="478" y="575"/>
                      </a:cubicBezTo>
                      <a:cubicBezTo>
                        <a:pt x="478" y="575"/>
                        <a:pt x="478" y="575"/>
                        <a:pt x="479" y="576"/>
                      </a:cubicBezTo>
                      <a:cubicBezTo>
                        <a:pt x="479" y="576"/>
                        <a:pt x="479" y="576"/>
                        <a:pt x="479" y="576"/>
                      </a:cubicBezTo>
                      <a:cubicBezTo>
                        <a:pt x="479" y="576"/>
                        <a:pt x="479" y="576"/>
                        <a:pt x="479" y="576"/>
                      </a:cubicBezTo>
                      <a:cubicBezTo>
                        <a:pt x="478" y="577"/>
                        <a:pt x="478" y="577"/>
                        <a:pt x="477" y="578"/>
                      </a:cubicBezTo>
                      <a:cubicBezTo>
                        <a:pt x="477" y="578"/>
                        <a:pt x="478" y="578"/>
                        <a:pt x="478" y="578"/>
                      </a:cubicBezTo>
                      <a:cubicBezTo>
                        <a:pt x="478" y="579"/>
                        <a:pt x="478" y="579"/>
                        <a:pt x="478" y="579"/>
                      </a:cubicBezTo>
                      <a:cubicBezTo>
                        <a:pt x="478" y="579"/>
                        <a:pt x="478" y="579"/>
                        <a:pt x="478" y="579"/>
                      </a:cubicBezTo>
                      <a:cubicBezTo>
                        <a:pt x="478" y="580"/>
                        <a:pt x="478" y="580"/>
                        <a:pt x="478" y="580"/>
                      </a:cubicBezTo>
                      <a:cubicBezTo>
                        <a:pt x="478" y="580"/>
                        <a:pt x="478" y="580"/>
                        <a:pt x="477" y="580"/>
                      </a:cubicBezTo>
                      <a:cubicBezTo>
                        <a:pt x="478" y="580"/>
                        <a:pt x="478" y="581"/>
                        <a:pt x="479" y="580"/>
                      </a:cubicBezTo>
                      <a:cubicBezTo>
                        <a:pt x="479" y="580"/>
                        <a:pt x="479" y="580"/>
                        <a:pt x="479" y="580"/>
                      </a:cubicBezTo>
                      <a:cubicBezTo>
                        <a:pt x="479" y="580"/>
                        <a:pt x="480" y="580"/>
                        <a:pt x="481" y="580"/>
                      </a:cubicBezTo>
                      <a:cubicBezTo>
                        <a:pt x="481" y="580"/>
                        <a:pt x="481" y="580"/>
                        <a:pt x="481" y="581"/>
                      </a:cubicBezTo>
                      <a:cubicBezTo>
                        <a:pt x="481" y="581"/>
                        <a:pt x="480" y="582"/>
                        <a:pt x="480" y="582"/>
                      </a:cubicBezTo>
                      <a:cubicBezTo>
                        <a:pt x="480" y="582"/>
                        <a:pt x="479" y="582"/>
                        <a:pt x="479" y="582"/>
                      </a:cubicBezTo>
                      <a:cubicBezTo>
                        <a:pt x="479" y="582"/>
                        <a:pt x="479" y="582"/>
                        <a:pt x="479" y="583"/>
                      </a:cubicBezTo>
                      <a:cubicBezTo>
                        <a:pt x="479" y="583"/>
                        <a:pt x="479" y="583"/>
                        <a:pt x="479" y="583"/>
                      </a:cubicBezTo>
                      <a:cubicBezTo>
                        <a:pt x="480" y="583"/>
                        <a:pt x="480" y="583"/>
                        <a:pt x="480" y="583"/>
                      </a:cubicBezTo>
                      <a:cubicBezTo>
                        <a:pt x="480" y="583"/>
                        <a:pt x="480" y="583"/>
                        <a:pt x="480" y="584"/>
                      </a:cubicBezTo>
                      <a:cubicBezTo>
                        <a:pt x="480" y="584"/>
                        <a:pt x="480" y="584"/>
                        <a:pt x="480" y="584"/>
                      </a:cubicBezTo>
                      <a:cubicBezTo>
                        <a:pt x="479" y="585"/>
                        <a:pt x="479" y="585"/>
                        <a:pt x="479" y="586"/>
                      </a:cubicBezTo>
                      <a:cubicBezTo>
                        <a:pt x="479" y="586"/>
                        <a:pt x="479" y="586"/>
                        <a:pt x="479" y="586"/>
                      </a:cubicBezTo>
                      <a:cubicBezTo>
                        <a:pt x="479" y="586"/>
                        <a:pt x="479" y="586"/>
                        <a:pt x="479" y="586"/>
                      </a:cubicBezTo>
                      <a:cubicBezTo>
                        <a:pt x="479" y="586"/>
                        <a:pt x="479" y="587"/>
                        <a:pt x="479" y="587"/>
                      </a:cubicBezTo>
                      <a:cubicBezTo>
                        <a:pt x="479" y="587"/>
                        <a:pt x="479" y="587"/>
                        <a:pt x="479" y="587"/>
                      </a:cubicBezTo>
                      <a:cubicBezTo>
                        <a:pt x="478" y="587"/>
                        <a:pt x="478" y="587"/>
                        <a:pt x="478" y="587"/>
                      </a:cubicBezTo>
                      <a:cubicBezTo>
                        <a:pt x="478" y="586"/>
                        <a:pt x="478" y="586"/>
                        <a:pt x="478" y="586"/>
                      </a:cubicBezTo>
                      <a:cubicBezTo>
                        <a:pt x="478" y="586"/>
                        <a:pt x="478" y="586"/>
                        <a:pt x="478" y="586"/>
                      </a:cubicBezTo>
                      <a:cubicBezTo>
                        <a:pt x="478" y="586"/>
                        <a:pt x="478" y="585"/>
                        <a:pt x="478" y="585"/>
                      </a:cubicBezTo>
                      <a:cubicBezTo>
                        <a:pt x="478" y="585"/>
                        <a:pt x="477" y="585"/>
                        <a:pt x="477" y="584"/>
                      </a:cubicBezTo>
                      <a:cubicBezTo>
                        <a:pt x="477" y="584"/>
                        <a:pt x="477" y="584"/>
                        <a:pt x="477" y="584"/>
                      </a:cubicBezTo>
                      <a:cubicBezTo>
                        <a:pt x="477" y="584"/>
                        <a:pt x="477" y="585"/>
                        <a:pt x="477" y="585"/>
                      </a:cubicBezTo>
                      <a:cubicBezTo>
                        <a:pt x="477" y="585"/>
                        <a:pt x="477" y="585"/>
                        <a:pt x="477" y="585"/>
                      </a:cubicBezTo>
                      <a:cubicBezTo>
                        <a:pt x="477" y="586"/>
                        <a:pt x="477" y="586"/>
                        <a:pt x="477" y="587"/>
                      </a:cubicBezTo>
                      <a:cubicBezTo>
                        <a:pt x="477" y="587"/>
                        <a:pt x="477" y="587"/>
                        <a:pt x="477" y="586"/>
                      </a:cubicBezTo>
                      <a:cubicBezTo>
                        <a:pt x="476" y="587"/>
                        <a:pt x="476" y="587"/>
                        <a:pt x="475" y="587"/>
                      </a:cubicBezTo>
                      <a:cubicBezTo>
                        <a:pt x="475" y="587"/>
                        <a:pt x="475" y="587"/>
                        <a:pt x="475" y="587"/>
                      </a:cubicBezTo>
                      <a:cubicBezTo>
                        <a:pt x="475" y="587"/>
                        <a:pt x="475" y="588"/>
                        <a:pt x="475" y="588"/>
                      </a:cubicBezTo>
                      <a:cubicBezTo>
                        <a:pt x="475" y="588"/>
                        <a:pt x="476" y="588"/>
                        <a:pt x="476" y="588"/>
                      </a:cubicBezTo>
                      <a:cubicBezTo>
                        <a:pt x="476" y="588"/>
                        <a:pt x="476" y="588"/>
                        <a:pt x="476" y="588"/>
                      </a:cubicBezTo>
                      <a:cubicBezTo>
                        <a:pt x="477" y="588"/>
                        <a:pt x="477" y="588"/>
                        <a:pt x="477" y="588"/>
                      </a:cubicBezTo>
                      <a:cubicBezTo>
                        <a:pt x="477" y="588"/>
                        <a:pt x="477" y="589"/>
                        <a:pt x="477" y="589"/>
                      </a:cubicBezTo>
                      <a:cubicBezTo>
                        <a:pt x="477" y="589"/>
                        <a:pt x="477" y="589"/>
                        <a:pt x="477" y="590"/>
                      </a:cubicBezTo>
                      <a:cubicBezTo>
                        <a:pt x="477" y="590"/>
                        <a:pt x="477" y="590"/>
                        <a:pt x="477" y="589"/>
                      </a:cubicBezTo>
                      <a:cubicBezTo>
                        <a:pt x="477" y="589"/>
                        <a:pt x="477" y="589"/>
                        <a:pt x="478" y="589"/>
                      </a:cubicBezTo>
                      <a:cubicBezTo>
                        <a:pt x="478" y="589"/>
                        <a:pt x="478" y="589"/>
                        <a:pt x="478" y="589"/>
                      </a:cubicBezTo>
                      <a:cubicBezTo>
                        <a:pt x="478" y="589"/>
                        <a:pt x="478" y="589"/>
                        <a:pt x="478" y="589"/>
                      </a:cubicBezTo>
                      <a:cubicBezTo>
                        <a:pt x="478" y="588"/>
                        <a:pt x="478" y="588"/>
                        <a:pt x="478" y="588"/>
                      </a:cubicBezTo>
                      <a:cubicBezTo>
                        <a:pt x="478" y="588"/>
                        <a:pt x="478" y="588"/>
                        <a:pt x="479" y="588"/>
                      </a:cubicBezTo>
                      <a:cubicBezTo>
                        <a:pt x="479" y="588"/>
                        <a:pt x="479" y="588"/>
                        <a:pt x="479" y="587"/>
                      </a:cubicBezTo>
                      <a:cubicBezTo>
                        <a:pt x="479" y="587"/>
                        <a:pt x="480" y="587"/>
                        <a:pt x="480" y="587"/>
                      </a:cubicBezTo>
                      <a:cubicBezTo>
                        <a:pt x="480" y="586"/>
                        <a:pt x="480" y="586"/>
                        <a:pt x="480" y="586"/>
                      </a:cubicBezTo>
                      <a:cubicBezTo>
                        <a:pt x="480" y="586"/>
                        <a:pt x="480" y="586"/>
                        <a:pt x="480" y="586"/>
                      </a:cubicBezTo>
                      <a:cubicBezTo>
                        <a:pt x="481" y="586"/>
                        <a:pt x="482" y="586"/>
                        <a:pt x="483" y="586"/>
                      </a:cubicBezTo>
                      <a:cubicBezTo>
                        <a:pt x="483" y="586"/>
                        <a:pt x="483" y="586"/>
                        <a:pt x="483" y="586"/>
                      </a:cubicBezTo>
                      <a:cubicBezTo>
                        <a:pt x="484" y="586"/>
                        <a:pt x="484" y="586"/>
                        <a:pt x="484" y="586"/>
                      </a:cubicBezTo>
                      <a:cubicBezTo>
                        <a:pt x="485" y="586"/>
                        <a:pt x="485" y="586"/>
                        <a:pt x="485" y="586"/>
                      </a:cubicBezTo>
                      <a:cubicBezTo>
                        <a:pt x="485" y="586"/>
                        <a:pt x="485" y="586"/>
                        <a:pt x="486" y="587"/>
                      </a:cubicBezTo>
                      <a:cubicBezTo>
                        <a:pt x="486" y="587"/>
                        <a:pt x="486" y="587"/>
                        <a:pt x="487" y="587"/>
                      </a:cubicBezTo>
                      <a:cubicBezTo>
                        <a:pt x="487" y="587"/>
                        <a:pt x="487" y="587"/>
                        <a:pt x="487" y="587"/>
                      </a:cubicBezTo>
                      <a:cubicBezTo>
                        <a:pt x="487" y="588"/>
                        <a:pt x="487" y="589"/>
                        <a:pt x="487" y="589"/>
                      </a:cubicBezTo>
                      <a:cubicBezTo>
                        <a:pt x="487" y="590"/>
                        <a:pt x="487" y="590"/>
                        <a:pt x="488" y="590"/>
                      </a:cubicBezTo>
                      <a:cubicBezTo>
                        <a:pt x="488" y="591"/>
                        <a:pt x="489" y="591"/>
                        <a:pt x="490" y="591"/>
                      </a:cubicBezTo>
                      <a:cubicBezTo>
                        <a:pt x="490" y="591"/>
                        <a:pt x="490" y="591"/>
                        <a:pt x="490" y="591"/>
                      </a:cubicBezTo>
                      <a:cubicBezTo>
                        <a:pt x="490" y="592"/>
                        <a:pt x="490" y="592"/>
                        <a:pt x="490" y="592"/>
                      </a:cubicBezTo>
                      <a:cubicBezTo>
                        <a:pt x="490" y="593"/>
                        <a:pt x="490" y="593"/>
                        <a:pt x="490" y="593"/>
                      </a:cubicBezTo>
                      <a:cubicBezTo>
                        <a:pt x="490" y="594"/>
                        <a:pt x="490" y="594"/>
                        <a:pt x="489" y="595"/>
                      </a:cubicBezTo>
                      <a:cubicBezTo>
                        <a:pt x="489" y="595"/>
                        <a:pt x="488" y="596"/>
                        <a:pt x="489" y="596"/>
                      </a:cubicBezTo>
                      <a:cubicBezTo>
                        <a:pt x="489" y="595"/>
                        <a:pt x="489" y="595"/>
                        <a:pt x="490" y="595"/>
                      </a:cubicBezTo>
                      <a:cubicBezTo>
                        <a:pt x="490" y="595"/>
                        <a:pt x="490" y="594"/>
                        <a:pt x="490" y="594"/>
                      </a:cubicBezTo>
                      <a:cubicBezTo>
                        <a:pt x="491" y="594"/>
                        <a:pt x="491" y="594"/>
                        <a:pt x="491" y="594"/>
                      </a:cubicBezTo>
                      <a:cubicBezTo>
                        <a:pt x="491" y="593"/>
                        <a:pt x="490" y="593"/>
                        <a:pt x="491" y="592"/>
                      </a:cubicBezTo>
                      <a:cubicBezTo>
                        <a:pt x="491" y="592"/>
                        <a:pt x="491" y="592"/>
                        <a:pt x="491" y="591"/>
                      </a:cubicBezTo>
                      <a:cubicBezTo>
                        <a:pt x="491" y="591"/>
                        <a:pt x="491" y="591"/>
                        <a:pt x="491" y="591"/>
                      </a:cubicBezTo>
                      <a:cubicBezTo>
                        <a:pt x="491" y="591"/>
                        <a:pt x="491" y="591"/>
                        <a:pt x="491" y="591"/>
                      </a:cubicBezTo>
                      <a:cubicBezTo>
                        <a:pt x="491" y="592"/>
                        <a:pt x="491" y="592"/>
                        <a:pt x="491" y="593"/>
                      </a:cubicBezTo>
                      <a:cubicBezTo>
                        <a:pt x="491" y="593"/>
                        <a:pt x="491" y="593"/>
                        <a:pt x="491" y="593"/>
                      </a:cubicBezTo>
                      <a:cubicBezTo>
                        <a:pt x="491" y="593"/>
                        <a:pt x="491" y="593"/>
                        <a:pt x="491" y="594"/>
                      </a:cubicBezTo>
                      <a:cubicBezTo>
                        <a:pt x="491" y="594"/>
                        <a:pt x="491" y="594"/>
                        <a:pt x="491" y="594"/>
                      </a:cubicBezTo>
                      <a:cubicBezTo>
                        <a:pt x="491" y="594"/>
                        <a:pt x="491" y="595"/>
                        <a:pt x="491" y="595"/>
                      </a:cubicBezTo>
                      <a:cubicBezTo>
                        <a:pt x="491" y="596"/>
                        <a:pt x="491" y="596"/>
                        <a:pt x="491" y="597"/>
                      </a:cubicBezTo>
                      <a:cubicBezTo>
                        <a:pt x="491" y="597"/>
                        <a:pt x="491" y="597"/>
                        <a:pt x="491" y="597"/>
                      </a:cubicBezTo>
                      <a:cubicBezTo>
                        <a:pt x="491" y="597"/>
                        <a:pt x="492" y="597"/>
                        <a:pt x="492" y="597"/>
                      </a:cubicBezTo>
                      <a:cubicBezTo>
                        <a:pt x="492" y="596"/>
                        <a:pt x="492" y="596"/>
                        <a:pt x="492" y="595"/>
                      </a:cubicBezTo>
                      <a:cubicBezTo>
                        <a:pt x="492" y="595"/>
                        <a:pt x="492" y="594"/>
                        <a:pt x="492" y="594"/>
                      </a:cubicBezTo>
                      <a:cubicBezTo>
                        <a:pt x="493" y="594"/>
                        <a:pt x="493" y="594"/>
                        <a:pt x="494" y="594"/>
                      </a:cubicBezTo>
                      <a:cubicBezTo>
                        <a:pt x="494" y="593"/>
                        <a:pt x="494" y="593"/>
                        <a:pt x="495" y="592"/>
                      </a:cubicBezTo>
                      <a:cubicBezTo>
                        <a:pt x="495" y="592"/>
                        <a:pt x="495" y="593"/>
                        <a:pt x="495" y="593"/>
                      </a:cubicBezTo>
                      <a:cubicBezTo>
                        <a:pt x="495" y="593"/>
                        <a:pt x="496" y="592"/>
                        <a:pt x="496" y="592"/>
                      </a:cubicBezTo>
                      <a:cubicBezTo>
                        <a:pt x="496" y="592"/>
                        <a:pt x="496" y="592"/>
                        <a:pt x="496" y="591"/>
                      </a:cubicBezTo>
                      <a:cubicBezTo>
                        <a:pt x="496" y="591"/>
                        <a:pt x="496" y="591"/>
                        <a:pt x="496" y="591"/>
                      </a:cubicBezTo>
                      <a:cubicBezTo>
                        <a:pt x="497" y="591"/>
                        <a:pt x="497" y="592"/>
                        <a:pt x="497" y="592"/>
                      </a:cubicBezTo>
                      <a:cubicBezTo>
                        <a:pt x="497" y="592"/>
                        <a:pt x="497" y="592"/>
                        <a:pt x="497" y="592"/>
                      </a:cubicBezTo>
                      <a:cubicBezTo>
                        <a:pt x="497" y="591"/>
                        <a:pt x="497" y="591"/>
                        <a:pt x="497" y="591"/>
                      </a:cubicBezTo>
                      <a:cubicBezTo>
                        <a:pt x="498" y="591"/>
                        <a:pt x="498" y="591"/>
                        <a:pt x="498" y="591"/>
                      </a:cubicBezTo>
                      <a:cubicBezTo>
                        <a:pt x="499" y="590"/>
                        <a:pt x="499" y="589"/>
                        <a:pt x="499" y="589"/>
                      </a:cubicBezTo>
                      <a:cubicBezTo>
                        <a:pt x="499" y="588"/>
                        <a:pt x="500" y="588"/>
                        <a:pt x="500" y="587"/>
                      </a:cubicBezTo>
                      <a:cubicBezTo>
                        <a:pt x="500" y="587"/>
                        <a:pt x="500" y="587"/>
                        <a:pt x="500" y="587"/>
                      </a:cubicBezTo>
                      <a:cubicBezTo>
                        <a:pt x="500" y="587"/>
                        <a:pt x="500" y="587"/>
                        <a:pt x="500" y="587"/>
                      </a:cubicBezTo>
                      <a:cubicBezTo>
                        <a:pt x="500" y="587"/>
                        <a:pt x="501" y="587"/>
                        <a:pt x="501" y="587"/>
                      </a:cubicBezTo>
                      <a:cubicBezTo>
                        <a:pt x="501" y="587"/>
                        <a:pt x="502" y="588"/>
                        <a:pt x="502" y="588"/>
                      </a:cubicBezTo>
                      <a:cubicBezTo>
                        <a:pt x="502" y="589"/>
                        <a:pt x="502" y="589"/>
                        <a:pt x="503" y="589"/>
                      </a:cubicBezTo>
                      <a:cubicBezTo>
                        <a:pt x="503" y="589"/>
                        <a:pt x="503" y="590"/>
                        <a:pt x="503" y="590"/>
                      </a:cubicBezTo>
                      <a:cubicBezTo>
                        <a:pt x="503" y="590"/>
                        <a:pt x="503" y="591"/>
                        <a:pt x="503" y="591"/>
                      </a:cubicBezTo>
                      <a:cubicBezTo>
                        <a:pt x="503" y="592"/>
                        <a:pt x="502" y="592"/>
                        <a:pt x="502" y="592"/>
                      </a:cubicBezTo>
                      <a:cubicBezTo>
                        <a:pt x="502" y="593"/>
                        <a:pt x="503" y="592"/>
                        <a:pt x="503" y="592"/>
                      </a:cubicBezTo>
                      <a:cubicBezTo>
                        <a:pt x="503" y="592"/>
                        <a:pt x="503" y="592"/>
                        <a:pt x="503" y="591"/>
                      </a:cubicBezTo>
                      <a:cubicBezTo>
                        <a:pt x="503" y="591"/>
                        <a:pt x="503" y="591"/>
                        <a:pt x="503" y="590"/>
                      </a:cubicBezTo>
                      <a:cubicBezTo>
                        <a:pt x="503" y="590"/>
                        <a:pt x="504" y="590"/>
                        <a:pt x="503" y="589"/>
                      </a:cubicBezTo>
                      <a:cubicBezTo>
                        <a:pt x="503" y="589"/>
                        <a:pt x="503" y="589"/>
                        <a:pt x="503" y="589"/>
                      </a:cubicBezTo>
                      <a:cubicBezTo>
                        <a:pt x="502" y="588"/>
                        <a:pt x="502" y="588"/>
                        <a:pt x="502" y="587"/>
                      </a:cubicBezTo>
                      <a:cubicBezTo>
                        <a:pt x="502" y="587"/>
                        <a:pt x="502" y="586"/>
                        <a:pt x="503" y="586"/>
                      </a:cubicBezTo>
                      <a:cubicBezTo>
                        <a:pt x="503" y="587"/>
                        <a:pt x="503" y="587"/>
                        <a:pt x="503" y="587"/>
                      </a:cubicBezTo>
                      <a:cubicBezTo>
                        <a:pt x="504" y="587"/>
                        <a:pt x="504" y="587"/>
                        <a:pt x="504" y="587"/>
                      </a:cubicBezTo>
                      <a:cubicBezTo>
                        <a:pt x="504" y="587"/>
                        <a:pt x="504" y="587"/>
                        <a:pt x="504" y="587"/>
                      </a:cubicBezTo>
                      <a:cubicBezTo>
                        <a:pt x="504" y="587"/>
                        <a:pt x="504" y="587"/>
                        <a:pt x="504" y="587"/>
                      </a:cubicBezTo>
                      <a:cubicBezTo>
                        <a:pt x="504" y="587"/>
                        <a:pt x="504" y="587"/>
                        <a:pt x="504" y="587"/>
                      </a:cubicBezTo>
                      <a:cubicBezTo>
                        <a:pt x="504" y="586"/>
                        <a:pt x="504" y="586"/>
                        <a:pt x="504" y="586"/>
                      </a:cubicBezTo>
                      <a:cubicBezTo>
                        <a:pt x="504" y="586"/>
                        <a:pt x="504" y="586"/>
                        <a:pt x="504" y="586"/>
                      </a:cubicBezTo>
                      <a:cubicBezTo>
                        <a:pt x="504" y="586"/>
                        <a:pt x="503" y="586"/>
                        <a:pt x="503" y="586"/>
                      </a:cubicBezTo>
                      <a:cubicBezTo>
                        <a:pt x="503" y="586"/>
                        <a:pt x="503" y="586"/>
                        <a:pt x="503" y="586"/>
                      </a:cubicBezTo>
                      <a:cubicBezTo>
                        <a:pt x="503" y="586"/>
                        <a:pt x="503" y="586"/>
                        <a:pt x="503" y="586"/>
                      </a:cubicBezTo>
                      <a:cubicBezTo>
                        <a:pt x="503" y="585"/>
                        <a:pt x="504" y="585"/>
                        <a:pt x="504" y="585"/>
                      </a:cubicBezTo>
                      <a:cubicBezTo>
                        <a:pt x="504" y="585"/>
                        <a:pt x="504" y="585"/>
                        <a:pt x="504" y="585"/>
                      </a:cubicBezTo>
                      <a:cubicBezTo>
                        <a:pt x="504" y="585"/>
                        <a:pt x="504" y="585"/>
                        <a:pt x="505" y="585"/>
                      </a:cubicBezTo>
                      <a:cubicBezTo>
                        <a:pt x="505" y="585"/>
                        <a:pt x="504" y="585"/>
                        <a:pt x="504" y="585"/>
                      </a:cubicBezTo>
                      <a:cubicBezTo>
                        <a:pt x="504" y="585"/>
                        <a:pt x="504" y="585"/>
                        <a:pt x="504" y="585"/>
                      </a:cubicBezTo>
                      <a:cubicBezTo>
                        <a:pt x="504" y="585"/>
                        <a:pt x="504" y="585"/>
                        <a:pt x="504" y="585"/>
                      </a:cubicBezTo>
                      <a:cubicBezTo>
                        <a:pt x="504" y="586"/>
                        <a:pt x="505" y="585"/>
                        <a:pt x="505" y="585"/>
                      </a:cubicBezTo>
                      <a:cubicBezTo>
                        <a:pt x="505" y="585"/>
                        <a:pt x="505" y="585"/>
                        <a:pt x="505" y="585"/>
                      </a:cubicBezTo>
                      <a:cubicBezTo>
                        <a:pt x="505" y="585"/>
                        <a:pt x="505" y="584"/>
                        <a:pt x="505" y="584"/>
                      </a:cubicBezTo>
                      <a:cubicBezTo>
                        <a:pt x="505" y="584"/>
                        <a:pt x="505" y="584"/>
                        <a:pt x="504" y="584"/>
                      </a:cubicBezTo>
                      <a:cubicBezTo>
                        <a:pt x="504" y="584"/>
                        <a:pt x="504" y="584"/>
                        <a:pt x="505" y="584"/>
                      </a:cubicBezTo>
                      <a:cubicBezTo>
                        <a:pt x="505" y="584"/>
                        <a:pt x="505" y="584"/>
                        <a:pt x="505" y="584"/>
                      </a:cubicBezTo>
                      <a:cubicBezTo>
                        <a:pt x="505" y="584"/>
                        <a:pt x="506" y="584"/>
                        <a:pt x="506" y="584"/>
                      </a:cubicBezTo>
                      <a:cubicBezTo>
                        <a:pt x="506" y="585"/>
                        <a:pt x="506" y="585"/>
                        <a:pt x="506" y="585"/>
                      </a:cubicBezTo>
                      <a:cubicBezTo>
                        <a:pt x="506" y="584"/>
                        <a:pt x="506" y="584"/>
                        <a:pt x="506" y="584"/>
                      </a:cubicBezTo>
                      <a:cubicBezTo>
                        <a:pt x="506" y="584"/>
                        <a:pt x="506" y="584"/>
                        <a:pt x="506" y="584"/>
                      </a:cubicBezTo>
                      <a:cubicBezTo>
                        <a:pt x="506" y="584"/>
                        <a:pt x="506" y="584"/>
                        <a:pt x="506" y="584"/>
                      </a:cubicBezTo>
                      <a:cubicBezTo>
                        <a:pt x="506" y="584"/>
                        <a:pt x="506" y="584"/>
                        <a:pt x="506" y="584"/>
                      </a:cubicBezTo>
                      <a:cubicBezTo>
                        <a:pt x="507" y="584"/>
                        <a:pt x="507" y="584"/>
                        <a:pt x="507" y="584"/>
                      </a:cubicBezTo>
                      <a:cubicBezTo>
                        <a:pt x="507" y="584"/>
                        <a:pt x="507" y="584"/>
                        <a:pt x="507" y="583"/>
                      </a:cubicBezTo>
                      <a:cubicBezTo>
                        <a:pt x="506" y="583"/>
                        <a:pt x="506" y="583"/>
                        <a:pt x="506" y="583"/>
                      </a:cubicBezTo>
                      <a:cubicBezTo>
                        <a:pt x="505" y="583"/>
                        <a:pt x="505" y="583"/>
                        <a:pt x="505" y="583"/>
                      </a:cubicBezTo>
                      <a:cubicBezTo>
                        <a:pt x="505" y="583"/>
                        <a:pt x="505" y="583"/>
                        <a:pt x="505" y="583"/>
                      </a:cubicBezTo>
                      <a:cubicBezTo>
                        <a:pt x="505" y="583"/>
                        <a:pt x="505" y="583"/>
                        <a:pt x="505" y="583"/>
                      </a:cubicBezTo>
                      <a:cubicBezTo>
                        <a:pt x="505" y="583"/>
                        <a:pt x="505" y="583"/>
                        <a:pt x="505" y="583"/>
                      </a:cubicBezTo>
                      <a:cubicBezTo>
                        <a:pt x="505" y="583"/>
                        <a:pt x="505" y="582"/>
                        <a:pt x="505" y="582"/>
                      </a:cubicBezTo>
                      <a:cubicBezTo>
                        <a:pt x="505" y="582"/>
                        <a:pt x="505" y="582"/>
                        <a:pt x="505" y="582"/>
                      </a:cubicBezTo>
                      <a:cubicBezTo>
                        <a:pt x="505" y="582"/>
                        <a:pt x="505" y="582"/>
                        <a:pt x="505" y="582"/>
                      </a:cubicBezTo>
                      <a:cubicBezTo>
                        <a:pt x="505" y="582"/>
                        <a:pt x="505" y="582"/>
                        <a:pt x="505" y="582"/>
                      </a:cubicBezTo>
                      <a:cubicBezTo>
                        <a:pt x="505" y="582"/>
                        <a:pt x="505" y="582"/>
                        <a:pt x="506" y="582"/>
                      </a:cubicBezTo>
                      <a:cubicBezTo>
                        <a:pt x="506" y="582"/>
                        <a:pt x="506" y="582"/>
                        <a:pt x="506" y="582"/>
                      </a:cubicBezTo>
                      <a:cubicBezTo>
                        <a:pt x="506" y="582"/>
                        <a:pt x="506" y="582"/>
                        <a:pt x="506" y="582"/>
                      </a:cubicBezTo>
                      <a:cubicBezTo>
                        <a:pt x="506" y="582"/>
                        <a:pt x="506" y="582"/>
                        <a:pt x="506" y="581"/>
                      </a:cubicBezTo>
                      <a:cubicBezTo>
                        <a:pt x="506" y="581"/>
                        <a:pt x="506" y="581"/>
                        <a:pt x="506" y="580"/>
                      </a:cubicBezTo>
                      <a:cubicBezTo>
                        <a:pt x="506" y="580"/>
                        <a:pt x="506" y="580"/>
                        <a:pt x="506" y="580"/>
                      </a:cubicBezTo>
                      <a:cubicBezTo>
                        <a:pt x="506" y="580"/>
                        <a:pt x="506" y="580"/>
                        <a:pt x="506" y="580"/>
                      </a:cubicBezTo>
                      <a:cubicBezTo>
                        <a:pt x="506" y="580"/>
                        <a:pt x="506" y="580"/>
                        <a:pt x="506" y="580"/>
                      </a:cubicBezTo>
                      <a:cubicBezTo>
                        <a:pt x="506" y="580"/>
                        <a:pt x="506" y="580"/>
                        <a:pt x="507" y="580"/>
                      </a:cubicBezTo>
                      <a:cubicBezTo>
                        <a:pt x="507" y="580"/>
                        <a:pt x="507" y="580"/>
                        <a:pt x="507" y="580"/>
                      </a:cubicBezTo>
                      <a:cubicBezTo>
                        <a:pt x="507" y="580"/>
                        <a:pt x="507" y="580"/>
                        <a:pt x="507" y="580"/>
                      </a:cubicBezTo>
                      <a:cubicBezTo>
                        <a:pt x="507" y="580"/>
                        <a:pt x="507" y="579"/>
                        <a:pt x="507" y="579"/>
                      </a:cubicBezTo>
                      <a:cubicBezTo>
                        <a:pt x="506" y="579"/>
                        <a:pt x="506" y="579"/>
                        <a:pt x="506" y="579"/>
                      </a:cubicBezTo>
                      <a:cubicBezTo>
                        <a:pt x="506" y="579"/>
                        <a:pt x="506" y="579"/>
                        <a:pt x="506" y="579"/>
                      </a:cubicBezTo>
                      <a:cubicBezTo>
                        <a:pt x="506" y="578"/>
                        <a:pt x="506" y="578"/>
                        <a:pt x="506" y="579"/>
                      </a:cubicBezTo>
                      <a:cubicBezTo>
                        <a:pt x="507" y="579"/>
                        <a:pt x="507" y="579"/>
                        <a:pt x="507" y="579"/>
                      </a:cubicBezTo>
                      <a:cubicBezTo>
                        <a:pt x="507" y="579"/>
                        <a:pt x="507" y="578"/>
                        <a:pt x="507" y="578"/>
                      </a:cubicBezTo>
                      <a:cubicBezTo>
                        <a:pt x="507" y="578"/>
                        <a:pt x="508" y="578"/>
                        <a:pt x="508" y="578"/>
                      </a:cubicBezTo>
                      <a:cubicBezTo>
                        <a:pt x="508" y="578"/>
                        <a:pt x="508" y="578"/>
                        <a:pt x="508" y="578"/>
                      </a:cubicBezTo>
                      <a:cubicBezTo>
                        <a:pt x="508" y="579"/>
                        <a:pt x="508" y="579"/>
                        <a:pt x="509" y="579"/>
                      </a:cubicBezTo>
                      <a:cubicBezTo>
                        <a:pt x="509" y="579"/>
                        <a:pt x="509" y="579"/>
                        <a:pt x="509" y="579"/>
                      </a:cubicBezTo>
                      <a:cubicBezTo>
                        <a:pt x="509" y="579"/>
                        <a:pt x="509" y="579"/>
                        <a:pt x="509" y="579"/>
                      </a:cubicBezTo>
                      <a:cubicBezTo>
                        <a:pt x="509" y="579"/>
                        <a:pt x="509" y="579"/>
                        <a:pt x="509" y="579"/>
                      </a:cubicBezTo>
                      <a:cubicBezTo>
                        <a:pt x="509" y="579"/>
                        <a:pt x="508" y="579"/>
                        <a:pt x="508" y="578"/>
                      </a:cubicBezTo>
                      <a:cubicBezTo>
                        <a:pt x="508" y="578"/>
                        <a:pt x="508" y="578"/>
                        <a:pt x="508" y="578"/>
                      </a:cubicBezTo>
                      <a:cubicBezTo>
                        <a:pt x="508" y="578"/>
                        <a:pt x="507" y="578"/>
                        <a:pt x="507" y="578"/>
                      </a:cubicBezTo>
                      <a:cubicBezTo>
                        <a:pt x="507" y="578"/>
                        <a:pt x="507" y="577"/>
                        <a:pt x="507" y="577"/>
                      </a:cubicBezTo>
                      <a:cubicBezTo>
                        <a:pt x="507" y="577"/>
                        <a:pt x="506" y="576"/>
                        <a:pt x="506" y="576"/>
                      </a:cubicBezTo>
                      <a:cubicBezTo>
                        <a:pt x="506" y="576"/>
                        <a:pt x="506" y="575"/>
                        <a:pt x="506" y="575"/>
                      </a:cubicBezTo>
                      <a:cubicBezTo>
                        <a:pt x="506" y="575"/>
                        <a:pt x="506" y="574"/>
                        <a:pt x="507" y="574"/>
                      </a:cubicBezTo>
                      <a:cubicBezTo>
                        <a:pt x="507" y="574"/>
                        <a:pt x="507" y="574"/>
                        <a:pt x="507" y="573"/>
                      </a:cubicBezTo>
                      <a:cubicBezTo>
                        <a:pt x="507" y="573"/>
                        <a:pt x="508" y="574"/>
                        <a:pt x="508" y="574"/>
                      </a:cubicBezTo>
                      <a:cubicBezTo>
                        <a:pt x="508" y="574"/>
                        <a:pt x="508" y="574"/>
                        <a:pt x="508" y="574"/>
                      </a:cubicBezTo>
                      <a:cubicBezTo>
                        <a:pt x="508" y="574"/>
                        <a:pt x="508" y="574"/>
                        <a:pt x="508" y="574"/>
                      </a:cubicBezTo>
                      <a:cubicBezTo>
                        <a:pt x="509" y="574"/>
                        <a:pt x="509" y="574"/>
                        <a:pt x="509" y="574"/>
                      </a:cubicBezTo>
                      <a:cubicBezTo>
                        <a:pt x="508" y="574"/>
                        <a:pt x="508" y="574"/>
                        <a:pt x="508" y="574"/>
                      </a:cubicBezTo>
                      <a:cubicBezTo>
                        <a:pt x="508" y="574"/>
                        <a:pt x="508" y="574"/>
                        <a:pt x="508" y="574"/>
                      </a:cubicBezTo>
                      <a:cubicBezTo>
                        <a:pt x="508" y="574"/>
                        <a:pt x="508" y="573"/>
                        <a:pt x="508" y="573"/>
                      </a:cubicBezTo>
                      <a:cubicBezTo>
                        <a:pt x="508" y="572"/>
                        <a:pt x="509" y="572"/>
                        <a:pt x="509" y="572"/>
                      </a:cubicBezTo>
                      <a:cubicBezTo>
                        <a:pt x="509" y="572"/>
                        <a:pt x="509" y="572"/>
                        <a:pt x="509" y="572"/>
                      </a:cubicBezTo>
                      <a:cubicBezTo>
                        <a:pt x="509" y="572"/>
                        <a:pt x="509" y="572"/>
                        <a:pt x="509" y="572"/>
                      </a:cubicBezTo>
                      <a:cubicBezTo>
                        <a:pt x="509" y="572"/>
                        <a:pt x="509" y="572"/>
                        <a:pt x="509" y="571"/>
                      </a:cubicBezTo>
                      <a:cubicBezTo>
                        <a:pt x="509" y="571"/>
                        <a:pt x="508" y="571"/>
                        <a:pt x="509" y="571"/>
                      </a:cubicBezTo>
                      <a:cubicBezTo>
                        <a:pt x="509" y="570"/>
                        <a:pt x="509" y="570"/>
                        <a:pt x="509" y="570"/>
                      </a:cubicBezTo>
                      <a:cubicBezTo>
                        <a:pt x="509" y="570"/>
                        <a:pt x="509" y="570"/>
                        <a:pt x="509" y="569"/>
                      </a:cubicBezTo>
                      <a:cubicBezTo>
                        <a:pt x="509" y="569"/>
                        <a:pt x="509" y="569"/>
                        <a:pt x="509" y="569"/>
                      </a:cubicBezTo>
                      <a:cubicBezTo>
                        <a:pt x="510" y="569"/>
                        <a:pt x="510" y="569"/>
                        <a:pt x="510" y="568"/>
                      </a:cubicBezTo>
                      <a:cubicBezTo>
                        <a:pt x="510" y="568"/>
                        <a:pt x="510" y="568"/>
                        <a:pt x="510" y="568"/>
                      </a:cubicBezTo>
                      <a:cubicBezTo>
                        <a:pt x="510" y="568"/>
                        <a:pt x="510" y="568"/>
                        <a:pt x="510" y="568"/>
                      </a:cubicBezTo>
                      <a:cubicBezTo>
                        <a:pt x="510" y="568"/>
                        <a:pt x="510" y="568"/>
                        <a:pt x="510" y="568"/>
                      </a:cubicBezTo>
                      <a:cubicBezTo>
                        <a:pt x="510" y="568"/>
                        <a:pt x="510" y="568"/>
                        <a:pt x="510" y="568"/>
                      </a:cubicBezTo>
                      <a:cubicBezTo>
                        <a:pt x="510" y="567"/>
                        <a:pt x="510" y="567"/>
                        <a:pt x="510" y="567"/>
                      </a:cubicBezTo>
                      <a:cubicBezTo>
                        <a:pt x="510" y="567"/>
                        <a:pt x="510" y="567"/>
                        <a:pt x="510" y="567"/>
                      </a:cubicBezTo>
                      <a:cubicBezTo>
                        <a:pt x="511" y="567"/>
                        <a:pt x="511" y="567"/>
                        <a:pt x="511" y="567"/>
                      </a:cubicBezTo>
                      <a:cubicBezTo>
                        <a:pt x="511" y="567"/>
                        <a:pt x="511" y="567"/>
                        <a:pt x="511" y="567"/>
                      </a:cubicBezTo>
                      <a:cubicBezTo>
                        <a:pt x="512" y="567"/>
                        <a:pt x="512" y="567"/>
                        <a:pt x="513" y="568"/>
                      </a:cubicBezTo>
                      <a:cubicBezTo>
                        <a:pt x="513" y="568"/>
                        <a:pt x="513" y="568"/>
                        <a:pt x="513" y="569"/>
                      </a:cubicBezTo>
                      <a:cubicBezTo>
                        <a:pt x="513" y="569"/>
                        <a:pt x="513" y="569"/>
                        <a:pt x="513" y="569"/>
                      </a:cubicBezTo>
                      <a:cubicBezTo>
                        <a:pt x="513" y="569"/>
                        <a:pt x="513" y="570"/>
                        <a:pt x="513" y="570"/>
                      </a:cubicBezTo>
                      <a:cubicBezTo>
                        <a:pt x="513" y="570"/>
                        <a:pt x="513" y="570"/>
                        <a:pt x="512" y="570"/>
                      </a:cubicBezTo>
                      <a:cubicBezTo>
                        <a:pt x="512" y="570"/>
                        <a:pt x="512" y="570"/>
                        <a:pt x="512" y="570"/>
                      </a:cubicBezTo>
                      <a:cubicBezTo>
                        <a:pt x="512" y="570"/>
                        <a:pt x="513" y="570"/>
                        <a:pt x="513" y="571"/>
                      </a:cubicBezTo>
                      <a:cubicBezTo>
                        <a:pt x="513" y="571"/>
                        <a:pt x="513" y="571"/>
                        <a:pt x="513" y="571"/>
                      </a:cubicBezTo>
                      <a:cubicBezTo>
                        <a:pt x="513" y="571"/>
                        <a:pt x="513" y="571"/>
                        <a:pt x="513" y="571"/>
                      </a:cubicBezTo>
                      <a:cubicBezTo>
                        <a:pt x="513" y="571"/>
                        <a:pt x="513" y="571"/>
                        <a:pt x="513" y="571"/>
                      </a:cubicBezTo>
                      <a:cubicBezTo>
                        <a:pt x="513" y="571"/>
                        <a:pt x="513" y="571"/>
                        <a:pt x="513" y="571"/>
                      </a:cubicBezTo>
                      <a:cubicBezTo>
                        <a:pt x="513" y="571"/>
                        <a:pt x="513" y="571"/>
                        <a:pt x="513" y="571"/>
                      </a:cubicBezTo>
                      <a:cubicBezTo>
                        <a:pt x="513" y="572"/>
                        <a:pt x="513" y="571"/>
                        <a:pt x="513" y="572"/>
                      </a:cubicBezTo>
                      <a:cubicBezTo>
                        <a:pt x="513" y="572"/>
                        <a:pt x="513" y="572"/>
                        <a:pt x="513" y="572"/>
                      </a:cubicBezTo>
                      <a:cubicBezTo>
                        <a:pt x="513" y="572"/>
                        <a:pt x="513" y="572"/>
                        <a:pt x="513" y="572"/>
                      </a:cubicBezTo>
                      <a:cubicBezTo>
                        <a:pt x="513" y="572"/>
                        <a:pt x="514" y="572"/>
                        <a:pt x="514" y="572"/>
                      </a:cubicBezTo>
                      <a:cubicBezTo>
                        <a:pt x="514" y="572"/>
                        <a:pt x="514" y="571"/>
                        <a:pt x="514" y="571"/>
                      </a:cubicBezTo>
                      <a:cubicBezTo>
                        <a:pt x="514" y="571"/>
                        <a:pt x="514" y="571"/>
                        <a:pt x="514" y="571"/>
                      </a:cubicBezTo>
                      <a:cubicBezTo>
                        <a:pt x="514" y="571"/>
                        <a:pt x="514" y="571"/>
                        <a:pt x="514" y="571"/>
                      </a:cubicBezTo>
                      <a:cubicBezTo>
                        <a:pt x="514" y="571"/>
                        <a:pt x="514" y="571"/>
                        <a:pt x="514" y="571"/>
                      </a:cubicBezTo>
                      <a:cubicBezTo>
                        <a:pt x="514" y="571"/>
                        <a:pt x="514" y="571"/>
                        <a:pt x="515" y="571"/>
                      </a:cubicBezTo>
                      <a:cubicBezTo>
                        <a:pt x="515" y="571"/>
                        <a:pt x="515" y="571"/>
                        <a:pt x="515" y="572"/>
                      </a:cubicBezTo>
                      <a:cubicBezTo>
                        <a:pt x="515" y="572"/>
                        <a:pt x="514" y="572"/>
                        <a:pt x="514" y="572"/>
                      </a:cubicBezTo>
                      <a:cubicBezTo>
                        <a:pt x="514" y="572"/>
                        <a:pt x="515" y="572"/>
                        <a:pt x="515" y="572"/>
                      </a:cubicBezTo>
                      <a:cubicBezTo>
                        <a:pt x="515" y="572"/>
                        <a:pt x="515" y="573"/>
                        <a:pt x="515" y="573"/>
                      </a:cubicBezTo>
                      <a:cubicBezTo>
                        <a:pt x="515" y="573"/>
                        <a:pt x="515" y="573"/>
                        <a:pt x="515" y="573"/>
                      </a:cubicBezTo>
                      <a:cubicBezTo>
                        <a:pt x="515" y="573"/>
                        <a:pt x="515" y="574"/>
                        <a:pt x="515" y="574"/>
                      </a:cubicBezTo>
                      <a:cubicBezTo>
                        <a:pt x="515" y="574"/>
                        <a:pt x="514" y="575"/>
                        <a:pt x="515" y="575"/>
                      </a:cubicBezTo>
                      <a:cubicBezTo>
                        <a:pt x="515" y="575"/>
                        <a:pt x="515" y="576"/>
                        <a:pt x="516" y="576"/>
                      </a:cubicBezTo>
                      <a:cubicBezTo>
                        <a:pt x="516" y="576"/>
                        <a:pt x="516" y="576"/>
                        <a:pt x="516" y="576"/>
                      </a:cubicBezTo>
                      <a:cubicBezTo>
                        <a:pt x="516" y="576"/>
                        <a:pt x="516" y="576"/>
                        <a:pt x="516" y="576"/>
                      </a:cubicBezTo>
                      <a:cubicBezTo>
                        <a:pt x="516" y="576"/>
                        <a:pt x="517" y="576"/>
                        <a:pt x="517" y="577"/>
                      </a:cubicBezTo>
                      <a:cubicBezTo>
                        <a:pt x="517" y="577"/>
                        <a:pt x="517" y="577"/>
                        <a:pt x="517" y="577"/>
                      </a:cubicBezTo>
                      <a:cubicBezTo>
                        <a:pt x="517" y="577"/>
                        <a:pt x="517" y="577"/>
                        <a:pt x="517" y="577"/>
                      </a:cubicBezTo>
                      <a:cubicBezTo>
                        <a:pt x="517" y="578"/>
                        <a:pt x="518" y="578"/>
                        <a:pt x="518" y="578"/>
                      </a:cubicBezTo>
                      <a:cubicBezTo>
                        <a:pt x="518" y="578"/>
                        <a:pt x="518" y="579"/>
                        <a:pt x="517" y="579"/>
                      </a:cubicBezTo>
                      <a:cubicBezTo>
                        <a:pt x="517" y="579"/>
                        <a:pt x="517" y="579"/>
                        <a:pt x="517" y="579"/>
                      </a:cubicBezTo>
                      <a:cubicBezTo>
                        <a:pt x="516" y="579"/>
                        <a:pt x="516" y="579"/>
                        <a:pt x="516" y="579"/>
                      </a:cubicBezTo>
                      <a:cubicBezTo>
                        <a:pt x="516" y="579"/>
                        <a:pt x="516" y="579"/>
                        <a:pt x="516" y="579"/>
                      </a:cubicBezTo>
                      <a:cubicBezTo>
                        <a:pt x="516" y="579"/>
                        <a:pt x="516" y="579"/>
                        <a:pt x="516" y="579"/>
                      </a:cubicBezTo>
                      <a:cubicBezTo>
                        <a:pt x="516" y="580"/>
                        <a:pt x="517" y="579"/>
                        <a:pt x="517" y="580"/>
                      </a:cubicBezTo>
                      <a:cubicBezTo>
                        <a:pt x="518" y="580"/>
                        <a:pt x="518" y="580"/>
                        <a:pt x="518" y="581"/>
                      </a:cubicBezTo>
                      <a:cubicBezTo>
                        <a:pt x="517" y="581"/>
                        <a:pt x="517" y="581"/>
                        <a:pt x="517" y="581"/>
                      </a:cubicBezTo>
                      <a:cubicBezTo>
                        <a:pt x="517" y="581"/>
                        <a:pt x="518" y="581"/>
                        <a:pt x="518" y="581"/>
                      </a:cubicBezTo>
                      <a:cubicBezTo>
                        <a:pt x="518" y="581"/>
                        <a:pt x="518" y="580"/>
                        <a:pt x="518" y="580"/>
                      </a:cubicBezTo>
                      <a:cubicBezTo>
                        <a:pt x="518" y="580"/>
                        <a:pt x="519" y="580"/>
                        <a:pt x="519" y="580"/>
                      </a:cubicBezTo>
                      <a:cubicBezTo>
                        <a:pt x="519" y="580"/>
                        <a:pt x="519" y="581"/>
                        <a:pt x="519" y="581"/>
                      </a:cubicBezTo>
                      <a:cubicBezTo>
                        <a:pt x="519" y="581"/>
                        <a:pt x="519" y="581"/>
                        <a:pt x="519" y="581"/>
                      </a:cubicBezTo>
                      <a:cubicBezTo>
                        <a:pt x="519" y="581"/>
                        <a:pt x="520" y="581"/>
                        <a:pt x="520" y="581"/>
                      </a:cubicBezTo>
                      <a:cubicBezTo>
                        <a:pt x="520" y="581"/>
                        <a:pt x="520" y="581"/>
                        <a:pt x="520" y="581"/>
                      </a:cubicBezTo>
                      <a:cubicBezTo>
                        <a:pt x="520" y="581"/>
                        <a:pt x="520" y="582"/>
                        <a:pt x="520" y="582"/>
                      </a:cubicBezTo>
                      <a:cubicBezTo>
                        <a:pt x="520" y="582"/>
                        <a:pt x="520" y="582"/>
                        <a:pt x="520" y="582"/>
                      </a:cubicBezTo>
                      <a:cubicBezTo>
                        <a:pt x="520" y="582"/>
                        <a:pt x="520" y="582"/>
                        <a:pt x="520" y="582"/>
                      </a:cubicBezTo>
                      <a:cubicBezTo>
                        <a:pt x="520" y="583"/>
                        <a:pt x="520" y="583"/>
                        <a:pt x="519" y="583"/>
                      </a:cubicBezTo>
                      <a:cubicBezTo>
                        <a:pt x="519" y="583"/>
                        <a:pt x="519" y="584"/>
                        <a:pt x="518" y="584"/>
                      </a:cubicBezTo>
                      <a:cubicBezTo>
                        <a:pt x="518" y="584"/>
                        <a:pt x="518" y="583"/>
                        <a:pt x="517" y="583"/>
                      </a:cubicBezTo>
                      <a:cubicBezTo>
                        <a:pt x="517" y="583"/>
                        <a:pt x="516" y="584"/>
                        <a:pt x="516" y="585"/>
                      </a:cubicBezTo>
                      <a:cubicBezTo>
                        <a:pt x="516" y="585"/>
                        <a:pt x="516" y="585"/>
                        <a:pt x="517" y="585"/>
                      </a:cubicBezTo>
                      <a:cubicBezTo>
                        <a:pt x="517" y="585"/>
                        <a:pt x="517" y="585"/>
                        <a:pt x="517" y="585"/>
                      </a:cubicBezTo>
                      <a:cubicBezTo>
                        <a:pt x="517" y="585"/>
                        <a:pt x="517" y="585"/>
                        <a:pt x="517" y="584"/>
                      </a:cubicBezTo>
                      <a:cubicBezTo>
                        <a:pt x="517" y="584"/>
                        <a:pt x="518" y="584"/>
                        <a:pt x="518" y="584"/>
                      </a:cubicBezTo>
                      <a:cubicBezTo>
                        <a:pt x="518" y="584"/>
                        <a:pt x="518" y="584"/>
                        <a:pt x="518" y="584"/>
                      </a:cubicBezTo>
                      <a:cubicBezTo>
                        <a:pt x="518" y="584"/>
                        <a:pt x="518" y="584"/>
                        <a:pt x="518" y="584"/>
                      </a:cubicBezTo>
                      <a:cubicBezTo>
                        <a:pt x="519" y="584"/>
                        <a:pt x="519" y="584"/>
                        <a:pt x="520" y="584"/>
                      </a:cubicBezTo>
                      <a:cubicBezTo>
                        <a:pt x="520" y="584"/>
                        <a:pt x="520" y="584"/>
                        <a:pt x="520" y="583"/>
                      </a:cubicBezTo>
                      <a:cubicBezTo>
                        <a:pt x="520" y="583"/>
                        <a:pt x="520" y="583"/>
                        <a:pt x="521" y="583"/>
                      </a:cubicBezTo>
                      <a:cubicBezTo>
                        <a:pt x="521" y="584"/>
                        <a:pt x="521" y="584"/>
                        <a:pt x="521" y="584"/>
                      </a:cubicBezTo>
                      <a:cubicBezTo>
                        <a:pt x="521" y="584"/>
                        <a:pt x="521" y="584"/>
                        <a:pt x="521" y="584"/>
                      </a:cubicBezTo>
                      <a:cubicBezTo>
                        <a:pt x="521" y="584"/>
                        <a:pt x="521" y="584"/>
                        <a:pt x="521" y="584"/>
                      </a:cubicBezTo>
                      <a:cubicBezTo>
                        <a:pt x="521" y="584"/>
                        <a:pt x="521" y="585"/>
                        <a:pt x="521" y="585"/>
                      </a:cubicBezTo>
                      <a:cubicBezTo>
                        <a:pt x="521" y="585"/>
                        <a:pt x="521" y="585"/>
                        <a:pt x="521" y="585"/>
                      </a:cubicBezTo>
                      <a:cubicBezTo>
                        <a:pt x="521" y="585"/>
                        <a:pt x="521" y="585"/>
                        <a:pt x="521" y="585"/>
                      </a:cubicBezTo>
                      <a:cubicBezTo>
                        <a:pt x="521" y="585"/>
                        <a:pt x="521" y="585"/>
                        <a:pt x="521" y="585"/>
                      </a:cubicBezTo>
                      <a:cubicBezTo>
                        <a:pt x="521" y="585"/>
                        <a:pt x="521" y="585"/>
                        <a:pt x="521" y="586"/>
                      </a:cubicBezTo>
                      <a:cubicBezTo>
                        <a:pt x="521" y="586"/>
                        <a:pt x="521" y="586"/>
                        <a:pt x="521" y="586"/>
                      </a:cubicBezTo>
                      <a:cubicBezTo>
                        <a:pt x="521" y="586"/>
                        <a:pt x="521" y="586"/>
                        <a:pt x="521" y="586"/>
                      </a:cubicBezTo>
                      <a:cubicBezTo>
                        <a:pt x="522" y="586"/>
                        <a:pt x="522" y="587"/>
                        <a:pt x="522" y="586"/>
                      </a:cubicBezTo>
                      <a:cubicBezTo>
                        <a:pt x="522" y="586"/>
                        <a:pt x="523" y="586"/>
                        <a:pt x="523" y="586"/>
                      </a:cubicBezTo>
                      <a:cubicBezTo>
                        <a:pt x="523" y="586"/>
                        <a:pt x="523" y="587"/>
                        <a:pt x="523" y="587"/>
                      </a:cubicBezTo>
                      <a:cubicBezTo>
                        <a:pt x="523" y="587"/>
                        <a:pt x="523" y="587"/>
                        <a:pt x="523" y="587"/>
                      </a:cubicBezTo>
                      <a:cubicBezTo>
                        <a:pt x="523" y="587"/>
                        <a:pt x="523" y="587"/>
                        <a:pt x="523" y="588"/>
                      </a:cubicBezTo>
                      <a:cubicBezTo>
                        <a:pt x="523" y="588"/>
                        <a:pt x="523" y="588"/>
                        <a:pt x="522" y="588"/>
                      </a:cubicBezTo>
                      <a:cubicBezTo>
                        <a:pt x="522" y="588"/>
                        <a:pt x="522" y="588"/>
                        <a:pt x="522" y="588"/>
                      </a:cubicBezTo>
                      <a:cubicBezTo>
                        <a:pt x="522" y="588"/>
                        <a:pt x="522" y="588"/>
                        <a:pt x="522" y="588"/>
                      </a:cubicBezTo>
                      <a:cubicBezTo>
                        <a:pt x="522" y="588"/>
                        <a:pt x="523" y="588"/>
                        <a:pt x="523" y="588"/>
                      </a:cubicBezTo>
                      <a:cubicBezTo>
                        <a:pt x="523" y="588"/>
                        <a:pt x="523" y="588"/>
                        <a:pt x="523" y="588"/>
                      </a:cubicBezTo>
                      <a:cubicBezTo>
                        <a:pt x="523" y="588"/>
                        <a:pt x="523" y="588"/>
                        <a:pt x="523" y="589"/>
                      </a:cubicBezTo>
                      <a:cubicBezTo>
                        <a:pt x="523" y="589"/>
                        <a:pt x="523" y="589"/>
                        <a:pt x="523" y="589"/>
                      </a:cubicBezTo>
                      <a:cubicBezTo>
                        <a:pt x="523" y="589"/>
                        <a:pt x="523" y="590"/>
                        <a:pt x="523" y="590"/>
                      </a:cubicBezTo>
                      <a:cubicBezTo>
                        <a:pt x="523" y="590"/>
                        <a:pt x="523" y="590"/>
                        <a:pt x="522" y="590"/>
                      </a:cubicBezTo>
                      <a:cubicBezTo>
                        <a:pt x="522" y="590"/>
                        <a:pt x="522" y="591"/>
                        <a:pt x="521" y="591"/>
                      </a:cubicBezTo>
                      <a:cubicBezTo>
                        <a:pt x="521" y="591"/>
                        <a:pt x="520" y="591"/>
                        <a:pt x="520" y="591"/>
                      </a:cubicBezTo>
                      <a:cubicBezTo>
                        <a:pt x="519" y="591"/>
                        <a:pt x="520" y="591"/>
                        <a:pt x="520" y="591"/>
                      </a:cubicBezTo>
                      <a:cubicBezTo>
                        <a:pt x="520" y="591"/>
                        <a:pt x="520" y="591"/>
                        <a:pt x="520" y="591"/>
                      </a:cubicBezTo>
                      <a:cubicBezTo>
                        <a:pt x="520" y="591"/>
                        <a:pt x="520" y="592"/>
                        <a:pt x="520" y="592"/>
                      </a:cubicBezTo>
                      <a:cubicBezTo>
                        <a:pt x="520" y="592"/>
                        <a:pt x="519" y="592"/>
                        <a:pt x="519" y="593"/>
                      </a:cubicBezTo>
                      <a:cubicBezTo>
                        <a:pt x="519" y="593"/>
                        <a:pt x="519" y="593"/>
                        <a:pt x="519" y="593"/>
                      </a:cubicBezTo>
                      <a:cubicBezTo>
                        <a:pt x="519" y="593"/>
                        <a:pt x="519" y="593"/>
                        <a:pt x="519" y="593"/>
                      </a:cubicBezTo>
                      <a:cubicBezTo>
                        <a:pt x="520" y="593"/>
                        <a:pt x="520" y="592"/>
                        <a:pt x="520" y="592"/>
                      </a:cubicBezTo>
                      <a:cubicBezTo>
                        <a:pt x="521" y="592"/>
                        <a:pt x="521" y="592"/>
                        <a:pt x="521" y="591"/>
                      </a:cubicBezTo>
                      <a:cubicBezTo>
                        <a:pt x="521" y="591"/>
                        <a:pt x="522" y="591"/>
                        <a:pt x="522" y="591"/>
                      </a:cubicBezTo>
                      <a:cubicBezTo>
                        <a:pt x="522" y="592"/>
                        <a:pt x="522" y="592"/>
                        <a:pt x="522" y="592"/>
                      </a:cubicBezTo>
                      <a:cubicBezTo>
                        <a:pt x="522" y="592"/>
                        <a:pt x="522" y="592"/>
                        <a:pt x="522" y="592"/>
                      </a:cubicBezTo>
                      <a:cubicBezTo>
                        <a:pt x="522" y="592"/>
                        <a:pt x="522" y="592"/>
                        <a:pt x="522" y="592"/>
                      </a:cubicBezTo>
                      <a:cubicBezTo>
                        <a:pt x="522" y="592"/>
                        <a:pt x="523" y="592"/>
                        <a:pt x="523" y="592"/>
                      </a:cubicBezTo>
                      <a:cubicBezTo>
                        <a:pt x="523" y="591"/>
                        <a:pt x="524" y="592"/>
                        <a:pt x="524" y="591"/>
                      </a:cubicBezTo>
                      <a:cubicBezTo>
                        <a:pt x="524" y="591"/>
                        <a:pt x="524" y="591"/>
                        <a:pt x="525" y="591"/>
                      </a:cubicBezTo>
                      <a:cubicBezTo>
                        <a:pt x="525" y="591"/>
                        <a:pt x="525" y="591"/>
                        <a:pt x="525" y="591"/>
                      </a:cubicBezTo>
                      <a:cubicBezTo>
                        <a:pt x="525" y="592"/>
                        <a:pt x="525" y="592"/>
                        <a:pt x="525" y="592"/>
                      </a:cubicBezTo>
                      <a:cubicBezTo>
                        <a:pt x="525" y="592"/>
                        <a:pt x="525" y="592"/>
                        <a:pt x="525" y="592"/>
                      </a:cubicBezTo>
                      <a:cubicBezTo>
                        <a:pt x="525" y="593"/>
                        <a:pt x="525" y="593"/>
                        <a:pt x="525" y="593"/>
                      </a:cubicBezTo>
                      <a:cubicBezTo>
                        <a:pt x="525" y="593"/>
                        <a:pt x="525" y="594"/>
                        <a:pt x="525" y="594"/>
                      </a:cubicBezTo>
                      <a:cubicBezTo>
                        <a:pt x="525" y="594"/>
                        <a:pt x="525" y="594"/>
                        <a:pt x="525" y="594"/>
                      </a:cubicBezTo>
                      <a:cubicBezTo>
                        <a:pt x="525" y="594"/>
                        <a:pt x="525" y="594"/>
                        <a:pt x="525" y="594"/>
                      </a:cubicBezTo>
                      <a:cubicBezTo>
                        <a:pt x="525" y="594"/>
                        <a:pt x="525" y="594"/>
                        <a:pt x="525" y="594"/>
                      </a:cubicBezTo>
                      <a:cubicBezTo>
                        <a:pt x="525" y="594"/>
                        <a:pt x="525" y="594"/>
                        <a:pt x="525" y="595"/>
                      </a:cubicBezTo>
                      <a:cubicBezTo>
                        <a:pt x="525" y="595"/>
                        <a:pt x="525" y="595"/>
                        <a:pt x="525" y="595"/>
                      </a:cubicBezTo>
                      <a:cubicBezTo>
                        <a:pt x="525" y="595"/>
                        <a:pt x="525" y="595"/>
                        <a:pt x="525" y="595"/>
                      </a:cubicBezTo>
                      <a:cubicBezTo>
                        <a:pt x="525" y="595"/>
                        <a:pt x="525" y="595"/>
                        <a:pt x="525" y="595"/>
                      </a:cubicBezTo>
                      <a:cubicBezTo>
                        <a:pt x="524" y="595"/>
                        <a:pt x="524" y="595"/>
                        <a:pt x="523" y="595"/>
                      </a:cubicBezTo>
                      <a:cubicBezTo>
                        <a:pt x="522" y="596"/>
                        <a:pt x="522" y="596"/>
                        <a:pt x="522" y="596"/>
                      </a:cubicBezTo>
                      <a:cubicBezTo>
                        <a:pt x="521" y="597"/>
                        <a:pt x="521" y="597"/>
                        <a:pt x="520" y="597"/>
                      </a:cubicBezTo>
                      <a:cubicBezTo>
                        <a:pt x="520" y="597"/>
                        <a:pt x="520" y="598"/>
                        <a:pt x="520" y="598"/>
                      </a:cubicBezTo>
                      <a:cubicBezTo>
                        <a:pt x="520" y="598"/>
                        <a:pt x="520" y="598"/>
                        <a:pt x="520" y="598"/>
                      </a:cubicBezTo>
                      <a:cubicBezTo>
                        <a:pt x="520" y="598"/>
                        <a:pt x="521" y="598"/>
                        <a:pt x="521" y="598"/>
                      </a:cubicBezTo>
                      <a:cubicBezTo>
                        <a:pt x="521" y="598"/>
                        <a:pt x="521" y="598"/>
                        <a:pt x="521" y="597"/>
                      </a:cubicBezTo>
                      <a:cubicBezTo>
                        <a:pt x="522" y="597"/>
                        <a:pt x="522" y="597"/>
                        <a:pt x="522" y="597"/>
                      </a:cubicBezTo>
                      <a:cubicBezTo>
                        <a:pt x="523" y="596"/>
                        <a:pt x="523" y="596"/>
                        <a:pt x="524" y="596"/>
                      </a:cubicBezTo>
                      <a:cubicBezTo>
                        <a:pt x="524" y="596"/>
                        <a:pt x="524" y="596"/>
                        <a:pt x="525" y="596"/>
                      </a:cubicBezTo>
                      <a:cubicBezTo>
                        <a:pt x="525" y="596"/>
                        <a:pt x="526" y="595"/>
                        <a:pt x="526" y="595"/>
                      </a:cubicBezTo>
                      <a:cubicBezTo>
                        <a:pt x="526" y="595"/>
                        <a:pt x="526" y="596"/>
                        <a:pt x="526" y="596"/>
                      </a:cubicBezTo>
                      <a:cubicBezTo>
                        <a:pt x="526" y="596"/>
                        <a:pt x="526" y="596"/>
                        <a:pt x="527" y="596"/>
                      </a:cubicBezTo>
                      <a:cubicBezTo>
                        <a:pt x="527" y="596"/>
                        <a:pt x="527" y="596"/>
                        <a:pt x="527" y="597"/>
                      </a:cubicBezTo>
                      <a:cubicBezTo>
                        <a:pt x="527" y="597"/>
                        <a:pt x="527" y="597"/>
                        <a:pt x="527" y="597"/>
                      </a:cubicBezTo>
                      <a:cubicBezTo>
                        <a:pt x="527" y="597"/>
                        <a:pt x="527" y="597"/>
                        <a:pt x="527" y="597"/>
                      </a:cubicBezTo>
                      <a:cubicBezTo>
                        <a:pt x="526" y="597"/>
                        <a:pt x="526" y="597"/>
                        <a:pt x="526" y="597"/>
                      </a:cubicBezTo>
                      <a:cubicBezTo>
                        <a:pt x="526" y="597"/>
                        <a:pt x="525" y="597"/>
                        <a:pt x="525" y="598"/>
                      </a:cubicBezTo>
                      <a:cubicBezTo>
                        <a:pt x="525" y="598"/>
                        <a:pt x="526" y="598"/>
                        <a:pt x="526" y="598"/>
                      </a:cubicBezTo>
                      <a:cubicBezTo>
                        <a:pt x="526" y="598"/>
                        <a:pt x="526" y="598"/>
                        <a:pt x="526" y="598"/>
                      </a:cubicBezTo>
                      <a:cubicBezTo>
                        <a:pt x="526" y="598"/>
                        <a:pt x="526" y="598"/>
                        <a:pt x="526" y="598"/>
                      </a:cubicBezTo>
                      <a:cubicBezTo>
                        <a:pt x="526" y="599"/>
                        <a:pt x="527" y="599"/>
                        <a:pt x="527" y="599"/>
                      </a:cubicBezTo>
                      <a:cubicBezTo>
                        <a:pt x="527" y="599"/>
                        <a:pt x="527" y="598"/>
                        <a:pt x="527" y="598"/>
                      </a:cubicBezTo>
                      <a:cubicBezTo>
                        <a:pt x="527" y="598"/>
                        <a:pt x="527" y="598"/>
                        <a:pt x="527" y="598"/>
                      </a:cubicBezTo>
                      <a:cubicBezTo>
                        <a:pt x="527" y="599"/>
                        <a:pt x="528" y="598"/>
                        <a:pt x="528" y="598"/>
                      </a:cubicBezTo>
                      <a:cubicBezTo>
                        <a:pt x="528" y="598"/>
                        <a:pt x="528" y="598"/>
                        <a:pt x="528" y="598"/>
                      </a:cubicBezTo>
                      <a:cubicBezTo>
                        <a:pt x="528" y="598"/>
                        <a:pt x="528" y="598"/>
                        <a:pt x="528" y="598"/>
                      </a:cubicBezTo>
                      <a:cubicBezTo>
                        <a:pt x="528" y="598"/>
                        <a:pt x="529" y="598"/>
                        <a:pt x="529" y="598"/>
                      </a:cubicBezTo>
                      <a:cubicBezTo>
                        <a:pt x="529" y="598"/>
                        <a:pt x="529" y="598"/>
                        <a:pt x="529" y="598"/>
                      </a:cubicBezTo>
                      <a:cubicBezTo>
                        <a:pt x="529" y="599"/>
                        <a:pt x="529" y="599"/>
                        <a:pt x="529" y="599"/>
                      </a:cubicBezTo>
                      <a:cubicBezTo>
                        <a:pt x="530" y="599"/>
                        <a:pt x="530" y="599"/>
                        <a:pt x="530" y="599"/>
                      </a:cubicBezTo>
                      <a:cubicBezTo>
                        <a:pt x="530" y="599"/>
                        <a:pt x="530" y="599"/>
                        <a:pt x="530" y="599"/>
                      </a:cubicBezTo>
                      <a:cubicBezTo>
                        <a:pt x="530" y="600"/>
                        <a:pt x="531" y="600"/>
                        <a:pt x="531" y="600"/>
                      </a:cubicBezTo>
                      <a:cubicBezTo>
                        <a:pt x="531" y="600"/>
                        <a:pt x="531" y="600"/>
                        <a:pt x="531" y="600"/>
                      </a:cubicBezTo>
                      <a:cubicBezTo>
                        <a:pt x="531" y="600"/>
                        <a:pt x="531" y="600"/>
                        <a:pt x="531" y="601"/>
                      </a:cubicBezTo>
                      <a:cubicBezTo>
                        <a:pt x="531" y="601"/>
                        <a:pt x="531" y="601"/>
                        <a:pt x="531" y="601"/>
                      </a:cubicBezTo>
                      <a:cubicBezTo>
                        <a:pt x="531" y="601"/>
                        <a:pt x="531" y="601"/>
                        <a:pt x="531" y="601"/>
                      </a:cubicBezTo>
                      <a:cubicBezTo>
                        <a:pt x="530" y="600"/>
                        <a:pt x="530" y="600"/>
                        <a:pt x="529" y="600"/>
                      </a:cubicBezTo>
                      <a:cubicBezTo>
                        <a:pt x="529" y="600"/>
                        <a:pt x="529" y="600"/>
                        <a:pt x="529" y="600"/>
                      </a:cubicBezTo>
                      <a:cubicBezTo>
                        <a:pt x="529" y="600"/>
                        <a:pt x="529" y="600"/>
                        <a:pt x="529" y="600"/>
                      </a:cubicBezTo>
                      <a:cubicBezTo>
                        <a:pt x="529" y="600"/>
                        <a:pt x="529" y="600"/>
                        <a:pt x="529" y="601"/>
                      </a:cubicBezTo>
                      <a:cubicBezTo>
                        <a:pt x="529" y="601"/>
                        <a:pt x="529" y="601"/>
                        <a:pt x="530" y="601"/>
                      </a:cubicBezTo>
                      <a:cubicBezTo>
                        <a:pt x="530" y="601"/>
                        <a:pt x="530" y="601"/>
                        <a:pt x="530" y="602"/>
                      </a:cubicBezTo>
                      <a:cubicBezTo>
                        <a:pt x="530" y="602"/>
                        <a:pt x="530" y="602"/>
                        <a:pt x="530" y="602"/>
                      </a:cubicBezTo>
                      <a:cubicBezTo>
                        <a:pt x="530" y="602"/>
                        <a:pt x="530" y="602"/>
                        <a:pt x="530" y="602"/>
                      </a:cubicBezTo>
                      <a:cubicBezTo>
                        <a:pt x="529" y="602"/>
                        <a:pt x="529" y="602"/>
                        <a:pt x="529" y="602"/>
                      </a:cubicBezTo>
                      <a:cubicBezTo>
                        <a:pt x="529" y="603"/>
                        <a:pt x="529" y="603"/>
                        <a:pt x="528" y="603"/>
                      </a:cubicBezTo>
                      <a:cubicBezTo>
                        <a:pt x="528" y="603"/>
                        <a:pt x="528" y="603"/>
                        <a:pt x="528" y="603"/>
                      </a:cubicBezTo>
                      <a:cubicBezTo>
                        <a:pt x="528" y="603"/>
                        <a:pt x="528" y="604"/>
                        <a:pt x="527" y="604"/>
                      </a:cubicBezTo>
                      <a:cubicBezTo>
                        <a:pt x="527" y="604"/>
                        <a:pt x="527" y="604"/>
                        <a:pt x="527" y="604"/>
                      </a:cubicBezTo>
                      <a:cubicBezTo>
                        <a:pt x="527" y="604"/>
                        <a:pt x="526" y="604"/>
                        <a:pt x="526" y="604"/>
                      </a:cubicBezTo>
                      <a:cubicBezTo>
                        <a:pt x="526" y="604"/>
                        <a:pt x="526" y="604"/>
                        <a:pt x="526" y="604"/>
                      </a:cubicBezTo>
                      <a:cubicBezTo>
                        <a:pt x="526" y="604"/>
                        <a:pt x="526" y="604"/>
                        <a:pt x="526" y="604"/>
                      </a:cubicBezTo>
                      <a:cubicBezTo>
                        <a:pt x="526" y="604"/>
                        <a:pt x="526" y="604"/>
                        <a:pt x="526" y="604"/>
                      </a:cubicBezTo>
                      <a:cubicBezTo>
                        <a:pt x="527" y="604"/>
                        <a:pt x="528" y="604"/>
                        <a:pt x="528" y="604"/>
                      </a:cubicBezTo>
                      <a:cubicBezTo>
                        <a:pt x="529" y="604"/>
                        <a:pt x="529" y="604"/>
                        <a:pt x="529" y="604"/>
                      </a:cubicBezTo>
                      <a:cubicBezTo>
                        <a:pt x="529" y="605"/>
                        <a:pt x="529" y="605"/>
                        <a:pt x="529" y="605"/>
                      </a:cubicBezTo>
                      <a:cubicBezTo>
                        <a:pt x="530" y="605"/>
                        <a:pt x="530" y="605"/>
                        <a:pt x="530" y="605"/>
                      </a:cubicBezTo>
                      <a:cubicBezTo>
                        <a:pt x="530" y="605"/>
                        <a:pt x="530" y="605"/>
                        <a:pt x="530" y="605"/>
                      </a:cubicBezTo>
                      <a:cubicBezTo>
                        <a:pt x="530" y="606"/>
                        <a:pt x="530" y="606"/>
                        <a:pt x="530" y="606"/>
                      </a:cubicBezTo>
                      <a:cubicBezTo>
                        <a:pt x="530" y="606"/>
                        <a:pt x="530" y="607"/>
                        <a:pt x="530" y="607"/>
                      </a:cubicBezTo>
                      <a:cubicBezTo>
                        <a:pt x="530" y="607"/>
                        <a:pt x="530" y="607"/>
                        <a:pt x="530" y="607"/>
                      </a:cubicBezTo>
                      <a:cubicBezTo>
                        <a:pt x="530" y="607"/>
                        <a:pt x="529" y="607"/>
                        <a:pt x="529" y="607"/>
                      </a:cubicBezTo>
                      <a:cubicBezTo>
                        <a:pt x="530" y="607"/>
                        <a:pt x="530" y="607"/>
                        <a:pt x="530" y="607"/>
                      </a:cubicBezTo>
                      <a:cubicBezTo>
                        <a:pt x="530" y="607"/>
                        <a:pt x="530" y="607"/>
                        <a:pt x="530" y="608"/>
                      </a:cubicBezTo>
                      <a:cubicBezTo>
                        <a:pt x="530" y="608"/>
                        <a:pt x="531" y="608"/>
                        <a:pt x="531" y="608"/>
                      </a:cubicBezTo>
                      <a:cubicBezTo>
                        <a:pt x="532" y="608"/>
                        <a:pt x="532" y="608"/>
                        <a:pt x="533" y="608"/>
                      </a:cubicBezTo>
                      <a:cubicBezTo>
                        <a:pt x="533" y="608"/>
                        <a:pt x="533" y="608"/>
                        <a:pt x="533" y="608"/>
                      </a:cubicBezTo>
                      <a:cubicBezTo>
                        <a:pt x="533" y="608"/>
                        <a:pt x="533" y="608"/>
                        <a:pt x="533" y="608"/>
                      </a:cubicBezTo>
                      <a:cubicBezTo>
                        <a:pt x="534" y="609"/>
                        <a:pt x="534" y="609"/>
                        <a:pt x="534" y="610"/>
                      </a:cubicBezTo>
                      <a:cubicBezTo>
                        <a:pt x="534" y="610"/>
                        <a:pt x="534" y="610"/>
                        <a:pt x="534" y="610"/>
                      </a:cubicBezTo>
                      <a:cubicBezTo>
                        <a:pt x="534" y="610"/>
                        <a:pt x="533" y="610"/>
                        <a:pt x="533" y="610"/>
                      </a:cubicBezTo>
                      <a:cubicBezTo>
                        <a:pt x="533" y="610"/>
                        <a:pt x="533" y="610"/>
                        <a:pt x="533" y="610"/>
                      </a:cubicBezTo>
                      <a:cubicBezTo>
                        <a:pt x="533" y="610"/>
                        <a:pt x="532" y="610"/>
                        <a:pt x="532" y="610"/>
                      </a:cubicBezTo>
                      <a:cubicBezTo>
                        <a:pt x="532" y="610"/>
                        <a:pt x="532" y="611"/>
                        <a:pt x="532" y="611"/>
                      </a:cubicBezTo>
                      <a:cubicBezTo>
                        <a:pt x="532" y="611"/>
                        <a:pt x="533" y="611"/>
                        <a:pt x="533" y="611"/>
                      </a:cubicBezTo>
                      <a:cubicBezTo>
                        <a:pt x="534" y="610"/>
                        <a:pt x="534" y="612"/>
                        <a:pt x="533" y="612"/>
                      </a:cubicBezTo>
                      <a:cubicBezTo>
                        <a:pt x="533" y="612"/>
                        <a:pt x="533" y="612"/>
                        <a:pt x="533" y="612"/>
                      </a:cubicBezTo>
                      <a:cubicBezTo>
                        <a:pt x="533" y="612"/>
                        <a:pt x="533" y="612"/>
                        <a:pt x="533" y="612"/>
                      </a:cubicBezTo>
                      <a:cubicBezTo>
                        <a:pt x="534" y="612"/>
                        <a:pt x="534" y="612"/>
                        <a:pt x="534" y="612"/>
                      </a:cubicBezTo>
                      <a:cubicBezTo>
                        <a:pt x="534" y="613"/>
                        <a:pt x="534" y="613"/>
                        <a:pt x="534" y="614"/>
                      </a:cubicBezTo>
                      <a:cubicBezTo>
                        <a:pt x="533" y="614"/>
                        <a:pt x="533" y="614"/>
                        <a:pt x="533" y="614"/>
                      </a:cubicBezTo>
                      <a:cubicBezTo>
                        <a:pt x="533" y="614"/>
                        <a:pt x="533" y="614"/>
                        <a:pt x="533" y="614"/>
                      </a:cubicBezTo>
                      <a:cubicBezTo>
                        <a:pt x="533" y="614"/>
                        <a:pt x="532" y="614"/>
                        <a:pt x="532" y="614"/>
                      </a:cubicBezTo>
                      <a:cubicBezTo>
                        <a:pt x="532" y="614"/>
                        <a:pt x="532" y="614"/>
                        <a:pt x="532" y="614"/>
                      </a:cubicBezTo>
                      <a:cubicBezTo>
                        <a:pt x="531" y="613"/>
                        <a:pt x="531" y="613"/>
                        <a:pt x="532" y="613"/>
                      </a:cubicBezTo>
                      <a:cubicBezTo>
                        <a:pt x="532" y="613"/>
                        <a:pt x="532" y="613"/>
                        <a:pt x="532" y="612"/>
                      </a:cubicBezTo>
                      <a:cubicBezTo>
                        <a:pt x="532" y="612"/>
                        <a:pt x="532" y="612"/>
                        <a:pt x="532" y="612"/>
                      </a:cubicBezTo>
                      <a:cubicBezTo>
                        <a:pt x="532" y="612"/>
                        <a:pt x="531" y="612"/>
                        <a:pt x="531" y="612"/>
                      </a:cubicBezTo>
                      <a:cubicBezTo>
                        <a:pt x="531" y="612"/>
                        <a:pt x="531" y="612"/>
                        <a:pt x="531" y="612"/>
                      </a:cubicBezTo>
                      <a:cubicBezTo>
                        <a:pt x="530" y="612"/>
                        <a:pt x="530" y="612"/>
                        <a:pt x="530" y="613"/>
                      </a:cubicBezTo>
                      <a:cubicBezTo>
                        <a:pt x="530" y="613"/>
                        <a:pt x="530" y="613"/>
                        <a:pt x="530" y="613"/>
                      </a:cubicBezTo>
                      <a:cubicBezTo>
                        <a:pt x="530" y="613"/>
                        <a:pt x="530" y="613"/>
                        <a:pt x="530" y="613"/>
                      </a:cubicBezTo>
                      <a:cubicBezTo>
                        <a:pt x="530" y="613"/>
                        <a:pt x="530" y="613"/>
                        <a:pt x="530" y="613"/>
                      </a:cubicBezTo>
                      <a:cubicBezTo>
                        <a:pt x="531" y="613"/>
                        <a:pt x="531" y="613"/>
                        <a:pt x="531" y="613"/>
                      </a:cubicBezTo>
                      <a:cubicBezTo>
                        <a:pt x="531" y="614"/>
                        <a:pt x="531" y="614"/>
                        <a:pt x="531" y="614"/>
                      </a:cubicBezTo>
                      <a:cubicBezTo>
                        <a:pt x="531" y="614"/>
                        <a:pt x="531" y="614"/>
                        <a:pt x="531" y="614"/>
                      </a:cubicBezTo>
                      <a:cubicBezTo>
                        <a:pt x="531" y="614"/>
                        <a:pt x="531" y="614"/>
                        <a:pt x="530" y="614"/>
                      </a:cubicBezTo>
                      <a:cubicBezTo>
                        <a:pt x="530" y="614"/>
                        <a:pt x="530" y="614"/>
                        <a:pt x="530" y="614"/>
                      </a:cubicBezTo>
                      <a:cubicBezTo>
                        <a:pt x="530" y="614"/>
                        <a:pt x="530" y="614"/>
                        <a:pt x="530" y="614"/>
                      </a:cubicBezTo>
                      <a:cubicBezTo>
                        <a:pt x="530" y="614"/>
                        <a:pt x="530" y="614"/>
                        <a:pt x="530" y="614"/>
                      </a:cubicBezTo>
                      <a:cubicBezTo>
                        <a:pt x="530" y="614"/>
                        <a:pt x="529" y="614"/>
                        <a:pt x="529" y="614"/>
                      </a:cubicBezTo>
                      <a:cubicBezTo>
                        <a:pt x="529" y="614"/>
                        <a:pt x="528" y="614"/>
                        <a:pt x="528" y="613"/>
                      </a:cubicBezTo>
                      <a:cubicBezTo>
                        <a:pt x="528" y="613"/>
                        <a:pt x="528" y="614"/>
                        <a:pt x="528" y="614"/>
                      </a:cubicBezTo>
                      <a:cubicBezTo>
                        <a:pt x="528" y="614"/>
                        <a:pt x="528" y="614"/>
                        <a:pt x="529" y="614"/>
                      </a:cubicBezTo>
                      <a:cubicBezTo>
                        <a:pt x="529" y="614"/>
                        <a:pt x="529" y="614"/>
                        <a:pt x="529" y="614"/>
                      </a:cubicBezTo>
                      <a:cubicBezTo>
                        <a:pt x="529" y="614"/>
                        <a:pt x="529" y="615"/>
                        <a:pt x="529" y="615"/>
                      </a:cubicBezTo>
                      <a:cubicBezTo>
                        <a:pt x="529" y="615"/>
                        <a:pt x="529" y="615"/>
                        <a:pt x="530" y="615"/>
                      </a:cubicBezTo>
                      <a:cubicBezTo>
                        <a:pt x="530" y="615"/>
                        <a:pt x="530" y="615"/>
                        <a:pt x="530" y="615"/>
                      </a:cubicBezTo>
                      <a:cubicBezTo>
                        <a:pt x="531" y="615"/>
                        <a:pt x="531" y="615"/>
                        <a:pt x="532" y="615"/>
                      </a:cubicBezTo>
                      <a:cubicBezTo>
                        <a:pt x="532" y="615"/>
                        <a:pt x="532" y="616"/>
                        <a:pt x="532" y="616"/>
                      </a:cubicBezTo>
                      <a:cubicBezTo>
                        <a:pt x="531" y="616"/>
                        <a:pt x="531" y="616"/>
                        <a:pt x="531" y="616"/>
                      </a:cubicBezTo>
                      <a:cubicBezTo>
                        <a:pt x="530" y="616"/>
                        <a:pt x="530" y="616"/>
                        <a:pt x="529" y="616"/>
                      </a:cubicBezTo>
                      <a:cubicBezTo>
                        <a:pt x="529" y="616"/>
                        <a:pt x="529" y="616"/>
                        <a:pt x="529" y="616"/>
                      </a:cubicBezTo>
                      <a:cubicBezTo>
                        <a:pt x="529" y="616"/>
                        <a:pt x="529" y="616"/>
                        <a:pt x="529" y="616"/>
                      </a:cubicBezTo>
                      <a:cubicBezTo>
                        <a:pt x="529" y="616"/>
                        <a:pt x="529" y="616"/>
                        <a:pt x="529" y="616"/>
                      </a:cubicBezTo>
                      <a:cubicBezTo>
                        <a:pt x="529" y="616"/>
                        <a:pt x="529" y="617"/>
                        <a:pt x="529" y="617"/>
                      </a:cubicBezTo>
                      <a:cubicBezTo>
                        <a:pt x="529" y="617"/>
                        <a:pt x="529" y="617"/>
                        <a:pt x="529" y="617"/>
                      </a:cubicBezTo>
                      <a:cubicBezTo>
                        <a:pt x="529" y="617"/>
                        <a:pt x="529" y="617"/>
                        <a:pt x="529" y="617"/>
                      </a:cubicBezTo>
                      <a:cubicBezTo>
                        <a:pt x="530" y="617"/>
                        <a:pt x="530" y="617"/>
                        <a:pt x="530" y="617"/>
                      </a:cubicBezTo>
                      <a:cubicBezTo>
                        <a:pt x="530" y="617"/>
                        <a:pt x="530" y="617"/>
                        <a:pt x="531" y="617"/>
                      </a:cubicBezTo>
                      <a:cubicBezTo>
                        <a:pt x="531" y="618"/>
                        <a:pt x="531" y="618"/>
                        <a:pt x="531" y="618"/>
                      </a:cubicBezTo>
                      <a:cubicBezTo>
                        <a:pt x="531" y="618"/>
                        <a:pt x="531" y="618"/>
                        <a:pt x="532" y="618"/>
                      </a:cubicBezTo>
                      <a:cubicBezTo>
                        <a:pt x="532" y="618"/>
                        <a:pt x="532" y="618"/>
                        <a:pt x="532" y="619"/>
                      </a:cubicBezTo>
                      <a:cubicBezTo>
                        <a:pt x="532" y="619"/>
                        <a:pt x="532" y="619"/>
                        <a:pt x="532" y="619"/>
                      </a:cubicBezTo>
                      <a:cubicBezTo>
                        <a:pt x="531" y="619"/>
                        <a:pt x="530" y="619"/>
                        <a:pt x="530" y="618"/>
                      </a:cubicBezTo>
                      <a:cubicBezTo>
                        <a:pt x="529" y="618"/>
                        <a:pt x="529" y="618"/>
                        <a:pt x="529" y="618"/>
                      </a:cubicBezTo>
                      <a:cubicBezTo>
                        <a:pt x="529" y="618"/>
                        <a:pt x="529" y="618"/>
                        <a:pt x="529" y="619"/>
                      </a:cubicBezTo>
                      <a:cubicBezTo>
                        <a:pt x="529" y="619"/>
                        <a:pt x="529" y="619"/>
                        <a:pt x="529" y="619"/>
                      </a:cubicBezTo>
                      <a:cubicBezTo>
                        <a:pt x="530" y="619"/>
                        <a:pt x="531" y="619"/>
                        <a:pt x="532" y="619"/>
                      </a:cubicBezTo>
                      <a:cubicBezTo>
                        <a:pt x="533" y="619"/>
                        <a:pt x="533" y="619"/>
                        <a:pt x="533" y="620"/>
                      </a:cubicBezTo>
                      <a:cubicBezTo>
                        <a:pt x="533" y="620"/>
                        <a:pt x="533" y="620"/>
                        <a:pt x="533" y="620"/>
                      </a:cubicBezTo>
                      <a:cubicBezTo>
                        <a:pt x="533" y="621"/>
                        <a:pt x="533" y="621"/>
                        <a:pt x="533" y="621"/>
                      </a:cubicBezTo>
                      <a:cubicBezTo>
                        <a:pt x="534" y="621"/>
                        <a:pt x="534" y="621"/>
                        <a:pt x="534" y="621"/>
                      </a:cubicBezTo>
                      <a:cubicBezTo>
                        <a:pt x="534" y="621"/>
                        <a:pt x="534" y="622"/>
                        <a:pt x="534" y="622"/>
                      </a:cubicBezTo>
                      <a:cubicBezTo>
                        <a:pt x="534" y="622"/>
                        <a:pt x="534" y="622"/>
                        <a:pt x="534" y="622"/>
                      </a:cubicBezTo>
                      <a:cubicBezTo>
                        <a:pt x="533" y="622"/>
                        <a:pt x="533" y="622"/>
                        <a:pt x="532" y="622"/>
                      </a:cubicBezTo>
                      <a:cubicBezTo>
                        <a:pt x="532" y="621"/>
                        <a:pt x="532" y="621"/>
                        <a:pt x="532" y="622"/>
                      </a:cubicBezTo>
                      <a:cubicBezTo>
                        <a:pt x="532" y="622"/>
                        <a:pt x="533" y="622"/>
                        <a:pt x="533" y="622"/>
                      </a:cubicBezTo>
                      <a:cubicBezTo>
                        <a:pt x="534" y="622"/>
                        <a:pt x="534" y="622"/>
                        <a:pt x="534" y="622"/>
                      </a:cubicBezTo>
                      <a:cubicBezTo>
                        <a:pt x="534" y="622"/>
                        <a:pt x="535" y="623"/>
                        <a:pt x="535" y="623"/>
                      </a:cubicBezTo>
                      <a:cubicBezTo>
                        <a:pt x="535" y="623"/>
                        <a:pt x="536" y="623"/>
                        <a:pt x="536" y="623"/>
                      </a:cubicBezTo>
                      <a:cubicBezTo>
                        <a:pt x="536" y="623"/>
                        <a:pt x="535" y="623"/>
                        <a:pt x="535" y="623"/>
                      </a:cubicBezTo>
                      <a:cubicBezTo>
                        <a:pt x="535" y="623"/>
                        <a:pt x="535" y="623"/>
                        <a:pt x="535" y="623"/>
                      </a:cubicBezTo>
                      <a:cubicBezTo>
                        <a:pt x="536" y="624"/>
                        <a:pt x="536" y="624"/>
                        <a:pt x="537" y="624"/>
                      </a:cubicBezTo>
                      <a:cubicBezTo>
                        <a:pt x="537" y="624"/>
                        <a:pt x="537" y="624"/>
                        <a:pt x="538" y="624"/>
                      </a:cubicBezTo>
                      <a:cubicBezTo>
                        <a:pt x="538" y="624"/>
                        <a:pt x="538" y="624"/>
                        <a:pt x="538" y="624"/>
                      </a:cubicBezTo>
                      <a:cubicBezTo>
                        <a:pt x="538" y="625"/>
                        <a:pt x="537" y="625"/>
                        <a:pt x="537" y="625"/>
                      </a:cubicBezTo>
                      <a:cubicBezTo>
                        <a:pt x="537" y="625"/>
                        <a:pt x="537" y="625"/>
                        <a:pt x="538" y="625"/>
                      </a:cubicBezTo>
                      <a:cubicBezTo>
                        <a:pt x="538" y="625"/>
                        <a:pt x="538" y="625"/>
                        <a:pt x="538" y="625"/>
                      </a:cubicBezTo>
                      <a:cubicBezTo>
                        <a:pt x="538" y="625"/>
                        <a:pt x="538" y="624"/>
                        <a:pt x="538" y="624"/>
                      </a:cubicBezTo>
                      <a:cubicBezTo>
                        <a:pt x="538" y="625"/>
                        <a:pt x="538" y="625"/>
                        <a:pt x="538" y="626"/>
                      </a:cubicBezTo>
                      <a:cubicBezTo>
                        <a:pt x="538" y="626"/>
                        <a:pt x="539" y="626"/>
                        <a:pt x="539" y="626"/>
                      </a:cubicBezTo>
                      <a:cubicBezTo>
                        <a:pt x="539" y="626"/>
                        <a:pt x="539" y="625"/>
                        <a:pt x="539" y="624"/>
                      </a:cubicBezTo>
                      <a:cubicBezTo>
                        <a:pt x="540" y="625"/>
                        <a:pt x="540" y="625"/>
                        <a:pt x="540" y="625"/>
                      </a:cubicBezTo>
                      <a:cubicBezTo>
                        <a:pt x="540" y="625"/>
                        <a:pt x="541" y="625"/>
                        <a:pt x="541" y="625"/>
                      </a:cubicBezTo>
                      <a:cubicBezTo>
                        <a:pt x="541" y="625"/>
                        <a:pt x="541" y="625"/>
                        <a:pt x="541" y="625"/>
                      </a:cubicBezTo>
                      <a:cubicBezTo>
                        <a:pt x="541" y="625"/>
                        <a:pt x="540" y="625"/>
                        <a:pt x="540" y="626"/>
                      </a:cubicBezTo>
                      <a:cubicBezTo>
                        <a:pt x="540" y="626"/>
                        <a:pt x="540" y="626"/>
                        <a:pt x="540" y="626"/>
                      </a:cubicBezTo>
                      <a:cubicBezTo>
                        <a:pt x="540" y="626"/>
                        <a:pt x="540" y="626"/>
                        <a:pt x="540" y="626"/>
                      </a:cubicBezTo>
                      <a:cubicBezTo>
                        <a:pt x="540" y="626"/>
                        <a:pt x="540" y="627"/>
                        <a:pt x="540" y="627"/>
                      </a:cubicBezTo>
                      <a:cubicBezTo>
                        <a:pt x="541" y="627"/>
                        <a:pt x="541" y="627"/>
                        <a:pt x="541" y="628"/>
                      </a:cubicBezTo>
                      <a:cubicBezTo>
                        <a:pt x="541" y="628"/>
                        <a:pt x="540" y="628"/>
                        <a:pt x="540" y="628"/>
                      </a:cubicBezTo>
                      <a:cubicBezTo>
                        <a:pt x="540" y="628"/>
                        <a:pt x="541" y="628"/>
                        <a:pt x="541" y="629"/>
                      </a:cubicBezTo>
                      <a:cubicBezTo>
                        <a:pt x="541" y="629"/>
                        <a:pt x="541" y="629"/>
                        <a:pt x="541" y="629"/>
                      </a:cubicBezTo>
                      <a:cubicBezTo>
                        <a:pt x="541" y="629"/>
                        <a:pt x="541" y="629"/>
                        <a:pt x="541" y="629"/>
                      </a:cubicBezTo>
                      <a:cubicBezTo>
                        <a:pt x="540" y="629"/>
                        <a:pt x="540" y="630"/>
                        <a:pt x="540" y="630"/>
                      </a:cubicBezTo>
                      <a:cubicBezTo>
                        <a:pt x="540" y="630"/>
                        <a:pt x="539" y="631"/>
                        <a:pt x="539" y="631"/>
                      </a:cubicBezTo>
                      <a:cubicBezTo>
                        <a:pt x="539" y="631"/>
                        <a:pt x="539" y="632"/>
                        <a:pt x="540" y="632"/>
                      </a:cubicBezTo>
                      <a:cubicBezTo>
                        <a:pt x="540" y="632"/>
                        <a:pt x="540" y="632"/>
                        <a:pt x="540" y="632"/>
                      </a:cubicBezTo>
                      <a:cubicBezTo>
                        <a:pt x="540" y="631"/>
                        <a:pt x="541" y="631"/>
                        <a:pt x="541" y="631"/>
                      </a:cubicBezTo>
                      <a:cubicBezTo>
                        <a:pt x="541" y="630"/>
                        <a:pt x="542" y="631"/>
                        <a:pt x="542" y="631"/>
                      </a:cubicBezTo>
                      <a:cubicBezTo>
                        <a:pt x="542" y="631"/>
                        <a:pt x="542" y="631"/>
                        <a:pt x="542" y="631"/>
                      </a:cubicBezTo>
                      <a:cubicBezTo>
                        <a:pt x="543" y="631"/>
                        <a:pt x="543" y="631"/>
                        <a:pt x="543" y="631"/>
                      </a:cubicBezTo>
                      <a:cubicBezTo>
                        <a:pt x="543" y="631"/>
                        <a:pt x="543" y="631"/>
                        <a:pt x="544" y="630"/>
                      </a:cubicBezTo>
                      <a:cubicBezTo>
                        <a:pt x="544" y="630"/>
                        <a:pt x="544" y="630"/>
                        <a:pt x="544" y="631"/>
                      </a:cubicBezTo>
                      <a:cubicBezTo>
                        <a:pt x="545" y="631"/>
                        <a:pt x="544" y="631"/>
                        <a:pt x="544" y="631"/>
                      </a:cubicBezTo>
                      <a:cubicBezTo>
                        <a:pt x="544" y="631"/>
                        <a:pt x="544" y="632"/>
                        <a:pt x="544" y="632"/>
                      </a:cubicBezTo>
                      <a:cubicBezTo>
                        <a:pt x="544" y="632"/>
                        <a:pt x="545" y="632"/>
                        <a:pt x="546" y="632"/>
                      </a:cubicBezTo>
                      <a:cubicBezTo>
                        <a:pt x="546" y="632"/>
                        <a:pt x="546" y="632"/>
                        <a:pt x="546" y="632"/>
                      </a:cubicBezTo>
                      <a:cubicBezTo>
                        <a:pt x="546" y="632"/>
                        <a:pt x="546" y="632"/>
                        <a:pt x="546" y="632"/>
                      </a:cubicBezTo>
                      <a:cubicBezTo>
                        <a:pt x="546" y="633"/>
                        <a:pt x="546" y="633"/>
                        <a:pt x="546" y="633"/>
                      </a:cubicBezTo>
                      <a:cubicBezTo>
                        <a:pt x="546" y="633"/>
                        <a:pt x="545" y="634"/>
                        <a:pt x="545" y="634"/>
                      </a:cubicBezTo>
                      <a:cubicBezTo>
                        <a:pt x="545" y="634"/>
                        <a:pt x="544" y="635"/>
                        <a:pt x="544" y="635"/>
                      </a:cubicBezTo>
                      <a:cubicBezTo>
                        <a:pt x="544" y="635"/>
                        <a:pt x="545" y="635"/>
                        <a:pt x="545" y="635"/>
                      </a:cubicBezTo>
                      <a:cubicBezTo>
                        <a:pt x="545" y="635"/>
                        <a:pt x="545" y="634"/>
                        <a:pt x="545" y="634"/>
                      </a:cubicBezTo>
                      <a:cubicBezTo>
                        <a:pt x="546" y="634"/>
                        <a:pt x="546" y="633"/>
                        <a:pt x="547" y="633"/>
                      </a:cubicBezTo>
                      <a:cubicBezTo>
                        <a:pt x="547" y="633"/>
                        <a:pt x="548" y="632"/>
                        <a:pt x="548" y="631"/>
                      </a:cubicBezTo>
                      <a:cubicBezTo>
                        <a:pt x="548" y="631"/>
                        <a:pt x="548" y="631"/>
                        <a:pt x="548" y="631"/>
                      </a:cubicBezTo>
                      <a:cubicBezTo>
                        <a:pt x="548" y="631"/>
                        <a:pt x="548" y="631"/>
                        <a:pt x="548" y="631"/>
                      </a:cubicBezTo>
                      <a:cubicBezTo>
                        <a:pt x="548" y="631"/>
                        <a:pt x="549" y="631"/>
                        <a:pt x="549" y="632"/>
                      </a:cubicBezTo>
                      <a:cubicBezTo>
                        <a:pt x="549" y="632"/>
                        <a:pt x="549" y="632"/>
                        <a:pt x="548" y="632"/>
                      </a:cubicBezTo>
                      <a:cubicBezTo>
                        <a:pt x="548" y="633"/>
                        <a:pt x="547" y="633"/>
                        <a:pt x="547" y="634"/>
                      </a:cubicBezTo>
                      <a:cubicBezTo>
                        <a:pt x="547" y="634"/>
                        <a:pt x="548" y="634"/>
                        <a:pt x="548" y="633"/>
                      </a:cubicBezTo>
                      <a:cubicBezTo>
                        <a:pt x="548" y="633"/>
                        <a:pt x="548" y="633"/>
                        <a:pt x="548" y="633"/>
                      </a:cubicBezTo>
                      <a:cubicBezTo>
                        <a:pt x="548" y="633"/>
                        <a:pt x="549" y="633"/>
                        <a:pt x="549" y="633"/>
                      </a:cubicBezTo>
                      <a:cubicBezTo>
                        <a:pt x="549" y="633"/>
                        <a:pt x="549" y="632"/>
                        <a:pt x="549" y="632"/>
                      </a:cubicBezTo>
                      <a:cubicBezTo>
                        <a:pt x="549" y="632"/>
                        <a:pt x="550" y="632"/>
                        <a:pt x="550" y="633"/>
                      </a:cubicBezTo>
                      <a:cubicBezTo>
                        <a:pt x="550" y="633"/>
                        <a:pt x="550" y="633"/>
                        <a:pt x="550" y="633"/>
                      </a:cubicBezTo>
                      <a:cubicBezTo>
                        <a:pt x="549" y="633"/>
                        <a:pt x="549" y="633"/>
                        <a:pt x="549" y="633"/>
                      </a:cubicBezTo>
                      <a:cubicBezTo>
                        <a:pt x="549" y="634"/>
                        <a:pt x="549" y="634"/>
                        <a:pt x="549" y="634"/>
                      </a:cubicBezTo>
                      <a:cubicBezTo>
                        <a:pt x="549" y="634"/>
                        <a:pt x="550" y="634"/>
                        <a:pt x="550" y="634"/>
                      </a:cubicBezTo>
                      <a:cubicBezTo>
                        <a:pt x="550" y="634"/>
                        <a:pt x="549" y="635"/>
                        <a:pt x="549" y="635"/>
                      </a:cubicBezTo>
                      <a:cubicBezTo>
                        <a:pt x="549" y="635"/>
                        <a:pt x="550" y="635"/>
                        <a:pt x="550" y="636"/>
                      </a:cubicBezTo>
                      <a:cubicBezTo>
                        <a:pt x="551" y="636"/>
                        <a:pt x="552" y="636"/>
                        <a:pt x="553" y="636"/>
                      </a:cubicBezTo>
                      <a:cubicBezTo>
                        <a:pt x="553" y="636"/>
                        <a:pt x="553" y="636"/>
                        <a:pt x="553" y="636"/>
                      </a:cubicBezTo>
                      <a:cubicBezTo>
                        <a:pt x="553" y="636"/>
                        <a:pt x="553" y="636"/>
                        <a:pt x="554" y="636"/>
                      </a:cubicBezTo>
                      <a:cubicBezTo>
                        <a:pt x="554" y="636"/>
                        <a:pt x="554" y="636"/>
                        <a:pt x="554" y="636"/>
                      </a:cubicBezTo>
                      <a:cubicBezTo>
                        <a:pt x="555" y="636"/>
                        <a:pt x="555" y="636"/>
                        <a:pt x="555" y="636"/>
                      </a:cubicBezTo>
                      <a:cubicBezTo>
                        <a:pt x="555" y="635"/>
                        <a:pt x="556" y="635"/>
                        <a:pt x="556" y="635"/>
                      </a:cubicBezTo>
                      <a:cubicBezTo>
                        <a:pt x="556" y="635"/>
                        <a:pt x="556" y="635"/>
                        <a:pt x="557" y="635"/>
                      </a:cubicBezTo>
                      <a:cubicBezTo>
                        <a:pt x="557" y="635"/>
                        <a:pt x="557" y="635"/>
                        <a:pt x="557" y="635"/>
                      </a:cubicBezTo>
                      <a:cubicBezTo>
                        <a:pt x="557" y="635"/>
                        <a:pt x="556" y="635"/>
                        <a:pt x="556" y="635"/>
                      </a:cubicBezTo>
                      <a:cubicBezTo>
                        <a:pt x="557" y="635"/>
                        <a:pt x="557" y="636"/>
                        <a:pt x="557" y="636"/>
                      </a:cubicBezTo>
                      <a:cubicBezTo>
                        <a:pt x="557" y="636"/>
                        <a:pt x="556" y="636"/>
                        <a:pt x="556" y="636"/>
                      </a:cubicBezTo>
                      <a:cubicBezTo>
                        <a:pt x="556" y="637"/>
                        <a:pt x="555" y="637"/>
                        <a:pt x="555" y="637"/>
                      </a:cubicBezTo>
                      <a:cubicBezTo>
                        <a:pt x="556" y="637"/>
                        <a:pt x="557" y="637"/>
                        <a:pt x="557" y="637"/>
                      </a:cubicBezTo>
                      <a:cubicBezTo>
                        <a:pt x="557" y="637"/>
                        <a:pt x="558" y="637"/>
                        <a:pt x="558" y="637"/>
                      </a:cubicBezTo>
                      <a:cubicBezTo>
                        <a:pt x="558" y="637"/>
                        <a:pt x="558" y="637"/>
                        <a:pt x="558" y="638"/>
                      </a:cubicBezTo>
                      <a:cubicBezTo>
                        <a:pt x="558" y="638"/>
                        <a:pt x="558" y="638"/>
                        <a:pt x="559" y="638"/>
                      </a:cubicBezTo>
                      <a:cubicBezTo>
                        <a:pt x="559" y="638"/>
                        <a:pt x="560" y="638"/>
                        <a:pt x="560" y="638"/>
                      </a:cubicBezTo>
                      <a:cubicBezTo>
                        <a:pt x="560" y="638"/>
                        <a:pt x="561" y="639"/>
                        <a:pt x="561" y="639"/>
                      </a:cubicBezTo>
                      <a:cubicBezTo>
                        <a:pt x="561" y="639"/>
                        <a:pt x="561" y="639"/>
                        <a:pt x="560" y="640"/>
                      </a:cubicBezTo>
                      <a:cubicBezTo>
                        <a:pt x="560" y="640"/>
                        <a:pt x="559" y="641"/>
                        <a:pt x="559" y="641"/>
                      </a:cubicBezTo>
                      <a:cubicBezTo>
                        <a:pt x="558" y="641"/>
                        <a:pt x="558" y="641"/>
                        <a:pt x="558" y="641"/>
                      </a:cubicBezTo>
                      <a:cubicBezTo>
                        <a:pt x="557" y="641"/>
                        <a:pt x="556" y="641"/>
                        <a:pt x="555" y="642"/>
                      </a:cubicBezTo>
                      <a:cubicBezTo>
                        <a:pt x="555" y="642"/>
                        <a:pt x="554" y="642"/>
                        <a:pt x="554" y="642"/>
                      </a:cubicBezTo>
                      <a:cubicBezTo>
                        <a:pt x="554" y="642"/>
                        <a:pt x="554" y="642"/>
                        <a:pt x="554" y="642"/>
                      </a:cubicBezTo>
                      <a:cubicBezTo>
                        <a:pt x="554" y="643"/>
                        <a:pt x="553" y="643"/>
                        <a:pt x="552" y="643"/>
                      </a:cubicBezTo>
                      <a:cubicBezTo>
                        <a:pt x="553" y="643"/>
                        <a:pt x="553" y="643"/>
                        <a:pt x="553" y="644"/>
                      </a:cubicBezTo>
                      <a:cubicBezTo>
                        <a:pt x="553" y="644"/>
                        <a:pt x="553" y="644"/>
                        <a:pt x="553" y="644"/>
                      </a:cubicBezTo>
                      <a:cubicBezTo>
                        <a:pt x="553" y="644"/>
                        <a:pt x="553" y="644"/>
                        <a:pt x="553" y="644"/>
                      </a:cubicBezTo>
                      <a:cubicBezTo>
                        <a:pt x="552" y="645"/>
                        <a:pt x="551" y="645"/>
                        <a:pt x="550" y="644"/>
                      </a:cubicBezTo>
                      <a:cubicBezTo>
                        <a:pt x="550" y="644"/>
                        <a:pt x="550" y="644"/>
                        <a:pt x="550" y="644"/>
                      </a:cubicBezTo>
                      <a:cubicBezTo>
                        <a:pt x="549" y="644"/>
                        <a:pt x="547" y="645"/>
                        <a:pt x="546" y="645"/>
                      </a:cubicBezTo>
                      <a:cubicBezTo>
                        <a:pt x="547" y="645"/>
                        <a:pt x="547" y="645"/>
                        <a:pt x="548" y="645"/>
                      </a:cubicBezTo>
                      <a:cubicBezTo>
                        <a:pt x="548" y="645"/>
                        <a:pt x="549" y="645"/>
                        <a:pt x="549" y="645"/>
                      </a:cubicBezTo>
                      <a:cubicBezTo>
                        <a:pt x="549" y="645"/>
                        <a:pt x="549" y="645"/>
                        <a:pt x="549" y="645"/>
                      </a:cubicBezTo>
                      <a:cubicBezTo>
                        <a:pt x="549" y="645"/>
                        <a:pt x="549" y="645"/>
                        <a:pt x="549" y="645"/>
                      </a:cubicBezTo>
                      <a:cubicBezTo>
                        <a:pt x="548" y="647"/>
                        <a:pt x="546" y="647"/>
                        <a:pt x="545" y="647"/>
                      </a:cubicBezTo>
                      <a:cubicBezTo>
                        <a:pt x="544" y="648"/>
                        <a:pt x="543" y="648"/>
                        <a:pt x="543" y="648"/>
                      </a:cubicBezTo>
                      <a:cubicBezTo>
                        <a:pt x="542" y="649"/>
                        <a:pt x="542" y="649"/>
                        <a:pt x="542" y="650"/>
                      </a:cubicBezTo>
                      <a:cubicBezTo>
                        <a:pt x="542" y="650"/>
                        <a:pt x="542" y="651"/>
                        <a:pt x="542" y="651"/>
                      </a:cubicBezTo>
                      <a:cubicBezTo>
                        <a:pt x="542" y="651"/>
                        <a:pt x="542" y="651"/>
                        <a:pt x="542" y="651"/>
                      </a:cubicBezTo>
                      <a:cubicBezTo>
                        <a:pt x="542" y="651"/>
                        <a:pt x="542" y="651"/>
                        <a:pt x="542" y="651"/>
                      </a:cubicBezTo>
                      <a:cubicBezTo>
                        <a:pt x="542" y="652"/>
                        <a:pt x="541" y="652"/>
                        <a:pt x="541" y="652"/>
                      </a:cubicBezTo>
                      <a:cubicBezTo>
                        <a:pt x="541" y="652"/>
                        <a:pt x="540" y="652"/>
                        <a:pt x="540" y="652"/>
                      </a:cubicBezTo>
                      <a:cubicBezTo>
                        <a:pt x="540" y="652"/>
                        <a:pt x="541" y="653"/>
                        <a:pt x="541" y="653"/>
                      </a:cubicBezTo>
                      <a:cubicBezTo>
                        <a:pt x="541" y="652"/>
                        <a:pt x="541" y="652"/>
                        <a:pt x="541" y="652"/>
                      </a:cubicBezTo>
                      <a:cubicBezTo>
                        <a:pt x="541" y="652"/>
                        <a:pt x="542" y="652"/>
                        <a:pt x="542" y="652"/>
                      </a:cubicBezTo>
                      <a:cubicBezTo>
                        <a:pt x="542" y="653"/>
                        <a:pt x="542" y="652"/>
                        <a:pt x="543" y="652"/>
                      </a:cubicBezTo>
                      <a:cubicBezTo>
                        <a:pt x="543" y="652"/>
                        <a:pt x="543" y="652"/>
                        <a:pt x="543" y="651"/>
                      </a:cubicBezTo>
                      <a:cubicBezTo>
                        <a:pt x="543" y="651"/>
                        <a:pt x="543" y="651"/>
                        <a:pt x="544" y="651"/>
                      </a:cubicBezTo>
                      <a:cubicBezTo>
                        <a:pt x="544" y="651"/>
                        <a:pt x="544" y="651"/>
                        <a:pt x="544" y="651"/>
                      </a:cubicBezTo>
                      <a:cubicBezTo>
                        <a:pt x="545" y="651"/>
                        <a:pt x="545" y="651"/>
                        <a:pt x="546" y="650"/>
                      </a:cubicBezTo>
                      <a:cubicBezTo>
                        <a:pt x="547" y="650"/>
                        <a:pt x="547" y="649"/>
                        <a:pt x="548" y="649"/>
                      </a:cubicBezTo>
                      <a:cubicBezTo>
                        <a:pt x="549" y="649"/>
                        <a:pt x="549" y="649"/>
                        <a:pt x="549" y="649"/>
                      </a:cubicBezTo>
                      <a:cubicBezTo>
                        <a:pt x="549" y="649"/>
                        <a:pt x="550" y="648"/>
                        <a:pt x="550" y="648"/>
                      </a:cubicBezTo>
                      <a:cubicBezTo>
                        <a:pt x="550" y="648"/>
                        <a:pt x="549" y="648"/>
                        <a:pt x="549" y="648"/>
                      </a:cubicBezTo>
                      <a:cubicBezTo>
                        <a:pt x="549" y="647"/>
                        <a:pt x="550" y="647"/>
                        <a:pt x="550" y="647"/>
                      </a:cubicBezTo>
                      <a:cubicBezTo>
                        <a:pt x="550" y="647"/>
                        <a:pt x="550" y="646"/>
                        <a:pt x="551" y="646"/>
                      </a:cubicBezTo>
                      <a:cubicBezTo>
                        <a:pt x="551" y="646"/>
                        <a:pt x="551" y="646"/>
                        <a:pt x="552" y="646"/>
                      </a:cubicBezTo>
                      <a:cubicBezTo>
                        <a:pt x="553" y="645"/>
                        <a:pt x="554" y="645"/>
                        <a:pt x="555" y="644"/>
                      </a:cubicBezTo>
                      <a:cubicBezTo>
                        <a:pt x="555" y="644"/>
                        <a:pt x="556" y="644"/>
                        <a:pt x="556" y="644"/>
                      </a:cubicBezTo>
                      <a:cubicBezTo>
                        <a:pt x="556" y="644"/>
                        <a:pt x="557" y="645"/>
                        <a:pt x="557" y="644"/>
                      </a:cubicBezTo>
                      <a:cubicBezTo>
                        <a:pt x="556" y="644"/>
                        <a:pt x="556" y="644"/>
                        <a:pt x="555" y="644"/>
                      </a:cubicBezTo>
                      <a:cubicBezTo>
                        <a:pt x="554" y="644"/>
                        <a:pt x="554" y="644"/>
                        <a:pt x="553" y="644"/>
                      </a:cubicBezTo>
                      <a:cubicBezTo>
                        <a:pt x="553" y="643"/>
                        <a:pt x="554" y="643"/>
                        <a:pt x="554" y="643"/>
                      </a:cubicBezTo>
                      <a:cubicBezTo>
                        <a:pt x="555" y="643"/>
                        <a:pt x="556" y="643"/>
                        <a:pt x="557" y="643"/>
                      </a:cubicBezTo>
                      <a:cubicBezTo>
                        <a:pt x="558" y="643"/>
                        <a:pt x="559" y="643"/>
                        <a:pt x="560" y="643"/>
                      </a:cubicBezTo>
                      <a:cubicBezTo>
                        <a:pt x="560" y="643"/>
                        <a:pt x="560" y="643"/>
                        <a:pt x="560" y="644"/>
                      </a:cubicBezTo>
                      <a:cubicBezTo>
                        <a:pt x="560" y="644"/>
                        <a:pt x="560" y="644"/>
                        <a:pt x="560" y="644"/>
                      </a:cubicBezTo>
                      <a:cubicBezTo>
                        <a:pt x="561" y="645"/>
                        <a:pt x="562" y="646"/>
                        <a:pt x="562" y="646"/>
                      </a:cubicBezTo>
                      <a:cubicBezTo>
                        <a:pt x="562" y="647"/>
                        <a:pt x="562" y="647"/>
                        <a:pt x="562" y="647"/>
                      </a:cubicBezTo>
                      <a:cubicBezTo>
                        <a:pt x="562" y="647"/>
                        <a:pt x="562" y="647"/>
                        <a:pt x="562" y="647"/>
                      </a:cubicBezTo>
                      <a:cubicBezTo>
                        <a:pt x="562" y="647"/>
                        <a:pt x="562" y="648"/>
                        <a:pt x="562" y="648"/>
                      </a:cubicBezTo>
                      <a:cubicBezTo>
                        <a:pt x="561" y="649"/>
                        <a:pt x="560" y="649"/>
                        <a:pt x="560" y="650"/>
                      </a:cubicBezTo>
                      <a:cubicBezTo>
                        <a:pt x="560" y="650"/>
                        <a:pt x="561" y="650"/>
                        <a:pt x="561" y="650"/>
                      </a:cubicBezTo>
                      <a:cubicBezTo>
                        <a:pt x="561" y="650"/>
                        <a:pt x="561" y="650"/>
                        <a:pt x="561" y="650"/>
                      </a:cubicBezTo>
                      <a:cubicBezTo>
                        <a:pt x="561" y="651"/>
                        <a:pt x="561" y="651"/>
                        <a:pt x="561" y="651"/>
                      </a:cubicBezTo>
                      <a:cubicBezTo>
                        <a:pt x="562" y="651"/>
                        <a:pt x="562" y="650"/>
                        <a:pt x="562" y="649"/>
                      </a:cubicBezTo>
                      <a:cubicBezTo>
                        <a:pt x="562" y="649"/>
                        <a:pt x="562" y="649"/>
                        <a:pt x="562" y="649"/>
                      </a:cubicBezTo>
                      <a:cubicBezTo>
                        <a:pt x="562" y="649"/>
                        <a:pt x="562" y="649"/>
                        <a:pt x="562" y="649"/>
                      </a:cubicBezTo>
                      <a:cubicBezTo>
                        <a:pt x="563" y="648"/>
                        <a:pt x="564" y="649"/>
                        <a:pt x="566" y="648"/>
                      </a:cubicBezTo>
                      <a:cubicBezTo>
                        <a:pt x="566" y="648"/>
                        <a:pt x="566" y="648"/>
                        <a:pt x="567" y="648"/>
                      </a:cubicBezTo>
                      <a:cubicBezTo>
                        <a:pt x="567" y="648"/>
                        <a:pt x="566" y="648"/>
                        <a:pt x="566" y="648"/>
                      </a:cubicBezTo>
                      <a:cubicBezTo>
                        <a:pt x="566" y="649"/>
                        <a:pt x="566" y="649"/>
                        <a:pt x="566" y="649"/>
                      </a:cubicBezTo>
                      <a:cubicBezTo>
                        <a:pt x="566" y="650"/>
                        <a:pt x="568" y="650"/>
                        <a:pt x="568" y="650"/>
                      </a:cubicBezTo>
                      <a:cubicBezTo>
                        <a:pt x="568" y="650"/>
                        <a:pt x="568" y="650"/>
                        <a:pt x="569" y="650"/>
                      </a:cubicBezTo>
                      <a:cubicBezTo>
                        <a:pt x="569" y="650"/>
                        <a:pt x="569" y="650"/>
                        <a:pt x="569" y="650"/>
                      </a:cubicBezTo>
                      <a:cubicBezTo>
                        <a:pt x="569" y="650"/>
                        <a:pt x="570" y="650"/>
                        <a:pt x="569" y="651"/>
                      </a:cubicBezTo>
                      <a:cubicBezTo>
                        <a:pt x="569" y="651"/>
                        <a:pt x="569" y="651"/>
                        <a:pt x="569" y="651"/>
                      </a:cubicBezTo>
                      <a:cubicBezTo>
                        <a:pt x="569" y="651"/>
                        <a:pt x="569" y="651"/>
                        <a:pt x="569" y="651"/>
                      </a:cubicBezTo>
                      <a:cubicBezTo>
                        <a:pt x="569" y="651"/>
                        <a:pt x="568" y="651"/>
                        <a:pt x="568" y="651"/>
                      </a:cubicBezTo>
                      <a:cubicBezTo>
                        <a:pt x="568" y="651"/>
                        <a:pt x="568" y="651"/>
                        <a:pt x="569" y="651"/>
                      </a:cubicBezTo>
                      <a:cubicBezTo>
                        <a:pt x="569" y="651"/>
                        <a:pt x="569" y="651"/>
                        <a:pt x="569" y="651"/>
                      </a:cubicBezTo>
                      <a:cubicBezTo>
                        <a:pt x="570" y="652"/>
                        <a:pt x="570" y="652"/>
                        <a:pt x="570" y="652"/>
                      </a:cubicBezTo>
                      <a:cubicBezTo>
                        <a:pt x="570" y="652"/>
                        <a:pt x="570" y="653"/>
                        <a:pt x="571" y="653"/>
                      </a:cubicBezTo>
                      <a:cubicBezTo>
                        <a:pt x="571" y="653"/>
                        <a:pt x="571" y="654"/>
                        <a:pt x="571" y="654"/>
                      </a:cubicBezTo>
                      <a:cubicBezTo>
                        <a:pt x="571" y="654"/>
                        <a:pt x="571" y="654"/>
                        <a:pt x="571" y="654"/>
                      </a:cubicBezTo>
                      <a:cubicBezTo>
                        <a:pt x="571" y="654"/>
                        <a:pt x="571" y="654"/>
                        <a:pt x="571" y="654"/>
                      </a:cubicBezTo>
                      <a:cubicBezTo>
                        <a:pt x="571" y="655"/>
                        <a:pt x="571" y="655"/>
                        <a:pt x="571" y="656"/>
                      </a:cubicBezTo>
                      <a:cubicBezTo>
                        <a:pt x="571" y="656"/>
                        <a:pt x="571" y="656"/>
                        <a:pt x="571" y="656"/>
                      </a:cubicBezTo>
                      <a:cubicBezTo>
                        <a:pt x="571" y="656"/>
                        <a:pt x="570" y="656"/>
                        <a:pt x="569" y="656"/>
                      </a:cubicBezTo>
                      <a:cubicBezTo>
                        <a:pt x="570" y="657"/>
                        <a:pt x="570" y="657"/>
                        <a:pt x="570" y="657"/>
                      </a:cubicBezTo>
                      <a:cubicBezTo>
                        <a:pt x="570" y="657"/>
                        <a:pt x="570" y="657"/>
                        <a:pt x="571" y="658"/>
                      </a:cubicBezTo>
                      <a:cubicBezTo>
                        <a:pt x="571" y="658"/>
                        <a:pt x="571" y="658"/>
                        <a:pt x="571" y="658"/>
                      </a:cubicBezTo>
                      <a:cubicBezTo>
                        <a:pt x="571" y="658"/>
                        <a:pt x="571" y="658"/>
                        <a:pt x="571" y="658"/>
                      </a:cubicBezTo>
                      <a:cubicBezTo>
                        <a:pt x="570" y="658"/>
                        <a:pt x="570" y="659"/>
                        <a:pt x="570" y="659"/>
                      </a:cubicBezTo>
                      <a:cubicBezTo>
                        <a:pt x="570" y="659"/>
                        <a:pt x="570" y="659"/>
                        <a:pt x="570" y="659"/>
                      </a:cubicBezTo>
                      <a:cubicBezTo>
                        <a:pt x="570" y="659"/>
                        <a:pt x="570" y="659"/>
                        <a:pt x="570" y="659"/>
                      </a:cubicBezTo>
                      <a:cubicBezTo>
                        <a:pt x="569" y="659"/>
                        <a:pt x="569" y="659"/>
                        <a:pt x="569" y="659"/>
                      </a:cubicBezTo>
                      <a:cubicBezTo>
                        <a:pt x="569" y="659"/>
                        <a:pt x="569" y="659"/>
                        <a:pt x="569" y="659"/>
                      </a:cubicBezTo>
                      <a:cubicBezTo>
                        <a:pt x="569" y="659"/>
                        <a:pt x="569" y="659"/>
                        <a:pt x="569" y="659"/>
                      </a:cubicBezTo>
                      <a:cubicBezTo>
                        <a:pt x="570" y="659"/>
                        <a:pt x="570" y="660"/>
                        <a:pt x="570" y="660"/>
                      </a:cubicBezTo>
                      <a:cubicBezTo>
                        <a:pt x="570" y="660"/>
                        <a:pt x="570" y="660"/>
                        <a:pt x="571" y="660"/>
                      </a:cubicBezTo>
                      <a:cubicBezTo>
                        <a:pt x="571" y="660"/>
                        <a:pt x="571" y="660"/>
                        <a:pt x="571" y="660"/>
                      </a:cubicBezTo>
                      <a:cubicBezTo>
                        <a:pt x="571" y="660"/>
                        <a:pt x="571" y="661"/>
                        <a:pt x="571" y="661"/>
                      </a:cubicBezTo>
                      <a:cubicBezTo>
                        <a:pt x="571" y="661"/>
                        <a:pt x="571" y="662"/>
                        <a:pt x="571" y="662"/>
                      </a:cubicBezTo>
                      <a:cubicBezTo>
                        <a:pt x="571" y="662"/>
                        <a:pt x="570" y="661"/>
                        <a:pt x="569" y="661"/>
                      </a:cubicBezTo>
                      <a:cubicBezTo>
                        <a:pt x="569" y="661"/>
                        <a:pt x="569" y="661"/>
                        <a:pt x="569" y="661"/>
                      </a:cubicBezTo>
                      <a:cubicBezTo>
                        <a:pt x="569" y="661"/>
                        <a:pt x="569" y="662"/>
                        <a:pt x="569" y="662"/>
                      </a:cubicBezTo>
                      <a:cubicBezTo>
                        <a:pt x="570" y="662"/>
                        <a:pt x="570" y="662"/>
                        <a:pt x="571" y="662"/>
                      </a:cubicBezTo>
                      <a:cubicBezTo>
                        <a:pt x="571" y="662"/>
                        <a:pt x="572" y="662"/>
                        <a:pt x="572" y="663"/>
                      </a:cubicBezTo>
                      <a:cubicBezTo>
                        <a:pt x="572" y="663"/>
                        <a:pt x="572" y="663"/>
                        <a:pt x="572" y="663"/>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1" name="Freeform 776">
                  <a:extLst>
                    <a:ext uri="{FF2B5EF4-FFF2-40B4-BE49-F238E27FC236}">
                      <a16:creationId xmlns:a16="http://schemas.microsoft.com/office/drawing/2014/main" id="{850AE72A-19E0-9930-9032-51CFBB365A7A}"/>
                    </a:ext>
                  </a:extLst>
                </p:cNvPr>
                <p:cNvSpPr>
                  <a:spLocks noEditPoints="1"/>
                </p:cNvSpPr>
                <p:nvPr/>
              </p:nvSpPr>
              <p:spPr bwMode="auto">
                <a:xfrm>
                  <a:off x="3128963" y="4075113"/>
                  <a:ext cx="211137" cy="184150"/>
                </a:xfrm>
                <a:custGeom>
                  <a:avLst/>
                  <a:gdLst>
                    <a:gd name="T0" fmla="*/ 5 w 51"/>
                    <a:gd name="T1" fmla="*/ 16 h 44"/>
                    <a:gd name="T2" fmla="*/ 6 w 51"/>
                    <a:gd name="T3" fmla="*/ 13 h 44"/>
                    <a:gd name="T4" fmla="*/ 8 w 51"/>
                    <a:gd name="T5" fmla="*/ 18 h 44"/>
                    <a:gd name="T6" fmla="*/ 7 w 51"/>
                    <a:gd name="T7" fmla="*/ 20 h 44"/>
                    <a:gd name="T8" fmla="*/ 10 w 51"/>
                    <a:gd name="T9" fmla="*/ 23 h 44"/>
                    <a:gd name="T10" fmla="*/ 8 w 51"/>
                    <a:gd name="T11" fmla="*/ 19 h 44"/>
                    <a:gd name="T12" fmla="*/ 7 w 51"/>
                    <a:gd name="T13" fmla="*/ 21 h 44"/>
                    <a:gd name="T14" fmla="*/ 37 w 51"/>
                    <a:gd name="T15" fmla="*/ 44 h 44"/>
                    <a:gd name="T16" fmla="*/ 40 w 51"/>
                    <a:gd name="T17" fmla="*/ 42 h 44"/>
                    <a:gd name="T18" fmla="*/ 36 w 51"/>
                    <a:gd name="T19" fmla="*/ 43 h 44"/>
                    <a:gd name="T20" fmla="*/ 49 w 51"/>
                    <a:gd name="T21" fmla="*/ 38 h 44"/>
                    <a:gd name="T22" fmla="*/ 40 w 51"/>
                    <a:gd name="T23" fmla="*/ 34 h 44"/>
                    <a:gd name="T24" fmla="*/ 42 w 51"/>
                    <a:gd name="T25" fmla="*/ 34 h 44"/>
                    <a:gd name="T26" fmla="*/ 40 w 51"/>
                    <a:gd name="T27" fmla="*/ 34 h 44"/>
                    <a:gd name="T28" fmla="*/ 50 w 51"/>
                    <a:gd name="T29" fmla="*/ 39 h 44"/>
                    <a:gd name="T30" fmla="*/ 10 w 51"/>
                    <a:gd name="T31" fmla="*/ 14 h 44"/>
                    <a:gd name="T32" fmla="*/ 25 w 51"/>
                    <a:gd name="T33" fmla="*/ 26 h 44"/>
                    <a:gd name="T34" fmla="*/ 27 w 51"/>
                    <a:gd name="T35" fmla="*/ 29 h 44"/>
                    <a:gd name="T36" fmla="*/ 27 w 51"/>
                    <a:gd name="T37" fmla="*/ 29 h 44"/>
                    <a:gd name="T38" fmla="*/ 25 w 51"/>
                    <a:gd name="T39" fmla="*/ 26 h 44"/>
                    <a:gd name="T40" fmla="*/ 2 w 51"/>
                    <a:gd name="T41" fmla="*/ 3 h 44"/>
                    <a:gd name="T42" fmla="*/ 7 w 51"/>
                    <a:gd name="T43" fmla="*/ 2 h 44"/>
                    <a:gd name="T44" fmla="*/ 4 w 51"/>
                    <a:gd name="T45" fmla="*/ 2 h 44"/>
                    <a:gd name="T46" fmla="*/ 1 w 51"/>
                    <a:gd name="T47" fmla="*/ 2 h 44"/>
                    <a:gd name="T48" fmla="*/ 22 w 51"/>
                    <a:gd name="T49" fmla="*/ 26 h 44"/>
                    <a:gd name="T50" fmla="*/ 20 w 51"/>
                    <a:gd name="T51" fmla="*/ 24 h 44"/>
                    <a:gd name="T52" fmla="*/ 30 w 51"/>
                    <a:gd name="T53" fmla="*/ 22 h 44"/>
                    <a:gd name="T54" fmla="*/ 18 w 51"/>
                    <a:gd name="T55" fmla="*/ 12 h 44"/>
                    <a:gd name="T56" fmla="*/ 19 w 51"/>
                    <a:gd name="T57" fmla="*/ 15 h 44"/>
                    <a:gd name="T58" fmla="*/ 19 w 51"/>
                    <a:gd name="T59" fmla="*/ 17 h 44"/>
                    <a:gd name="T60" fmla="*/ 19 w 51"/>
                    <a:gd name="T61" fmla="*/ 14 h 44"/>
                    <a:gd name="T62" fmla="*/ 16 w 51"/>
                    <a:gd name="T63" fmla="*/ 11 h 44"/>
                    <a:gd name="T64" fmla="*/ 15 w 51"/>
                    <a:gd name="T65" fmla="*/ 11 h 44"/>
                    <a:gd name="T66" fmla="*/ 41 w 51"/>
                    <a:gd name="T67" fmla="*/ 40 h 44"/>
                    <a:gd name="T68" fmla="*/ 9 w 51"/>
                    <a:gd name="T69" fmla="*/ 0 h 44"/>
                    <a:gd name="T70" fmla="*/ 12 w 51"/>
                    <a:gd name="T71" fmla="*/ 3 h 44"/>
                    <a:gd name="T72" fmla="*/ 12 w 51"/>
                    <a:gd name="T73" fmla="*/ 6 h 44"/>
                    <a:gd name="T74" fmla="*/ 12 w 51"/>
                    <a:gd name="T75" fmla="*/ 8 h 44"/>
                    <a:gd name="T76" fmla="*/ 12 w 51"/>
                    <a:gd name="T77" fmla="*/ 6 h 44"/>
                    <a:gd name="T78" fmla="*/ 12 w 51"/>
                    <a:gd name="T79" fmla="*/ 3 h 44"/>
                    <a:gd name="T80" fmla="*/ 10 w 51"/>
                    <a:gd name="T81" fmla="*/ 0 h 44"/>
                    <a:gd name="T82" fmla="*/ 9 w 51"/>
                    <a:gd name="T83" fmla="*/ 0 h 44"/>
                    <a:gd name="T84" fmla="*/ 22 w 51"/>
                    <a:gd name="T85" fmla="*/ 26 h 44"/>
                    <a:gd name="T86" fmla="*/ 22 w 51"/>
                    <a:gd name="T87" fmla="*/ 17 h 44"/>
                    <a:gd name="T88" fmla="*/ 24 w 51"/>
                    <a:gd name="T89" fmla="*/ 20 h 44"/>
                    <a:gd name="T90" fmla="*/ 25 w 51"/>
                    <a:gd name="T91" fmla="*/ 21 h 44"/>
                    <a:gd name="T92" fmla="*/ 23 w 51"/>
                    <a:gd name="T93" fmla="*/ 18 h 44"/>
                    <a:gd name="T94" fmla="*/ 32 w 51"/>
                    <a:gd name="T95" fmla="*/ 31 h 44"/>
                    <a:gd name="T96" fmla="*/ 32 w 51"/>
                    <a:gd name="T97" fmla="*/ 31 h 44"/>
                    <a:gd name="T98" fmla="*/ 34 w 51"/>
                    <a:gd name="T99" fmla="*/ 32 h 44"/>
                    <a:gd name="T100" fmla="*/ 34 w 51"/>
                    <a:gd name="T101" fmla="*/ 32 h 44"/>
                    <a:gd name="T102" fmla="*/ 33 w 51"/>
                    <a:gd name="T103" fmla="*/ 34 h 44"/>
                    <a:gd name="T104" fmla="*/ 34 w 51"/>
                    <a:gd name="T105" fmla="*/ 33 h 44"/>
                    <a:gd name="T106" fmla="*/ 34 w 51"/>
                    <a:gd name="T10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 h="44">
                      <a:moveTo>
                        <a:pt x="6" y="19"/>
                      </a:moveTo>
                      <a:cubicBezTo>
                        <a:pt x="6" y="19"/>
                        <a:pt x="6" y="19"/>
                        <a:pt x="5" y="19"/>
                      </a:cubicBezTo>
                      <a:cubicBezTo>
                        <a:pt x="5" y="19"/>
                        <a:pt x="4" y="18"/>
                        <a:pt x="4" y="18"/>
                      </a:cubicBezTo>
                      <a:cubicBezTo>
                        <a:pt x="4" y="17"/>
                        <a:pt x="4" y="17"/>
                        <a:pt x="4" y="17"/>
                      </a:cubicBezTo>
                      <a:cubicBezTo>
                        <a:pt x="4" y="17"/>
                        <a:pt x="5" y="16"/>
                        <a:pt x="5" y="16"/>
                      </a:cubicBezTo>
                      <a:cubicBezTo>
                        <a:pt x="5" y="15"/>
                        <a:pt x="5" y="15"/>
                        <a:pt x="5" y="15"/>
                      </a:cubicBezTo>
                      <a:cubicBezTo>
                        <a:pt x="5" y="15"/>
                        <a:pt x="5" y="14"/>
                        <a:pt x="5" y="14"/>
                      </a:cubicBezTo>
                      <a:cubicBezTo>
                        <a:pt x="5" y="14"/>
                        <a:pt x="5" y="13"/>
                        <a:pt x="5" y="13"/>
                      </a:cubicBezTo>
                      <a:cubicBezTo>
                        <a:pt x="5" y="13"/>
                        <a:pt x="5" y="13"/>
                        <a:pt x="6" y="13"/>
                      </a:cubicBezTo>
                      <a:cubicBezTo>
                        <a:pt x="6" y="13"/>
                        <a:pt x="6" y="13"/>
                        <a:pt x="6" y="13"/>
                      </a:cubicBezTo>
                      <a:cubicBezTo>
                        <a:pt x="6" y="14"/>
                        <a:pt x="7" y="14"/>
                        <a:pt x="7" y="14"/>
                      </a:cubicBezTo>
                      <a:cubicBezTo>
                        <a:pt x="7" y="15"/>
                        <a:pt x="7" y="15"/>
                        <a:pt x="7" y="15"/>
                      </a:cubicBezTo>
                      <a:cubicBezTo>
                        <a:pt x="7" y="15"/>
                        <a:pt x="7" y="16"/>
                        <a:pt x="7" y="16"/>
                      </a:cubicBezTo>
                      <a:cubicBezTo>
                        <a:pt x="8" y="16"/>
                        <a:pt x="8" y="16"/>
                        <a:pt x="8" y="16"/>
                      </a:cubicBezTo>
                      <a:cubicBezTo>
                        <a:pt x="8" y="17"/>
                        <a:pt x="8" y="17"/>
                        <a:pt x="8" y="18"/>
                      </a:cubicBezTo>
                      <a:cubicBezTo>
                        <a:pt x="8" y="18"/>
                        <a:pt x="9" y="18"/>
                        <a:pt x="8" y="18"/>
                      </a:cubicBezTo>
                      <a:cubicBezTo>
                        <a:pt x="8" y="19"/>
                        <a:pt x="8" y="19"/>
                        <a:pt x="8" y="19"/>
                      </a:cubicBezTo>
                      <a:cubicBezTo>
                        <a:pt x="8" y="19"/>
                        <a:pt x="7" y="19"/>
                        <a:pt x="7" y="19"/>
                      </a:cubicBezTo>
                      <a:cubicBezTo>
                        <a:pt x="7" y="19"/>
                        <a:pt x="7" y="19"/>
                        <a:pt x="7" y="19"/>
                      </a:cubicBezTo>
                      <a:cubicBezTo>
                        <a:pt x="7" y="19"/>
                        <a:pt x="7" y="19"/>
                        <a:pt x="7" y="20"/>
                      </a:cubicBezTo>
                      <a:cubicBezTo>
                        <a:pt x="6" y="20"/>
                        <a:pt x="6" y="20"/>
                        <a:pt x="6" y="20"/>
                      </a:cubicBezTo>
                      <a:cubicBezTo>
                        <a:pt x="6" y="19"/>
                        <a:pt x="6" y="19"/>
                        <a:pt x="6" y="19"/>
                      </a:cubicBezTo>
                      <a:close/>
                      <a:moveTo>
                        <a:pt x="8" y="23"/>
                      </a:moveTo>
                      <a:cubicBezTo>
                        <a:pt x="8" y="24"/>
                        <a:pt x="8" y="24"/>
                        <a:pt x="9" y="24"/>
                      </a:cubicBezTo>
                      <a:cubicBezTo>
                        <a:pt x="10" y="24"/>
                        <a:pt x="10" y="24"/>
                        <a:pt x="10" y="23"/>
                      </a:cubicBezTo>
                      <a:cubicBezTo>
                        <a:pt x="10" y="22"/>
                        <a:pt x="10" y="22"/>
                        <a:pt x="10" y="21"/>
                      </a:cubicBezTo>
                      <a:cubicBezTo>
                        <a:pt x="9" y="21"/>
                        <a:pt x="9" y="20"/>
                        <a:pt x="9" y="20"/>
                      </a:cubicBezTo>
                      <a:cubicBezTo>
                        <a:pt x="9" y="20"/>
                        <a:pt x="9" y="20"/>
                        <a:pt x="9" y="20"/>
                      </a:cubicBezTo>
                      <a:cubicBezTo>
                        <a:pt x="9" y="20"/>
                        <a:pt x="9" y="20"/>
                        <a:pt x="9" y="20"/>
                      </a:cubicBezTo>
                      <a:cubicBezTo>
                        <a:pt x="9" y="19"/>
                        <a:pt x="9" y="19"/>
                        <a:pt x="8" y="19"/>
                      </a:cubicBezTo>
                      <a:cubicBezTo>
                        <a:pt x="8" y="19"/>
                        <a:pt x="8" y="19"/>
                        <a:pt x="8" y="20"/>
                      </a:cubicBezTo>
                      <a:cubicBezTo>
                        <a:pt x="8" y="20"/>
                        <a:pt x="8" y="20"/>
                        <a:pt x="8" y="20"/>
                      </a:cubicBezTo>
                      <a:cubicBezTo>
                        <a:pt x="8" y="20"/>
                        <a:pt x="7" y="20"/>
                        <a:pt x="7" y="20"/>
                      </a:cubicBezTo>
                      <a:cubicBezTo>
                        <a:pt x="7" y="20"/>
                        <a:pt x="7" y="20"/>
                        <a:pt x="7" y="20"/>
                      </a:cubicBezTo>
                      <a:cubicBezTo>
                        <a:pt x="7" y="21"/>
                        <a:pt x="7" y="21"/>
                        <a:pt x="7" y="21"/>
                      </a:cubicBezTo>
                      <a:cubicBezTo>
                        <a:pt x="8" y="21"/>
                        <a:pt x="8" y="22"/>
                        <a:pt x="8" y="22"/>
                      </a:cubicBezTo>
                      <a:cubicBezTo>
                        <a:pt x="8" y="22"/>
                        <a:pt x="8" y="22"/>
                        <a:pt x="8" y="22"/>
                      </a:cubicBezTo>
                      <a:cubicBezTo>
                        <a:pt x="8" y="22"/>
                        <a:pt x="8" y="23"/>
                        <a:pt x="8" y="23"/>
                      </a:cubicBezTo>
                      <a:close/>
                      <a:moveTo>
                        <a:pt x="36" y="44"/>
                      </a:moveTo>
                      <a:cubicBezTo>
                        <a:pt x="36" y="44"/>
                        <a:pt x="36" y="44"/>
                        <a:pt x="37" y="44"/>
                      </a:cubicBezTo>
                      <a:cubicBezTo>
                        <a:pt x="37" y="44"/>
                        <a:pt x="37" y="44"/>
                        <a:pt x="37" y="44"/>
                      </a:cubicBezTo>
                      <a:cubicBezTo>
                        <a:pt x="37" y="44"/>
                        <a:pt x="38" y="44"/>
                        <a:pt x="38" y="44"/>
                      </a:cubicBezTo>
                      <a:cubicBezTo>
                        <a:pt x="39" y="44"/>
                        <a:pt x="39" y="44"/>
                        <a:pt x="39" y="43"/>
                      </a:cubicBezTo>
                      <a:cubicBezTo>
                        <a:pt x="40" y="43"/>
                        <a:pt x="40" y="42"/>
                        <a:pt x="40" y="41"/>
                      </a:cubicBezTo>
                      <a:cubicBezTo>
                        <a:pt x="40" y="41"/>
                        <a:pt x="40" y="41"/>
                        <a:pt x="40" y="42"/>
                      </a:cubicBezTo>
                      <a:cubicBezTo>
                        <a:pt x="39" y="42"/>
                        <a:pt x="39" y="42"/>
                        <a:pt x="39" y="43"/>
                      </a:cubicBezTo>
                      <a:cubicBezTo>
                        <a:pt x="39" y="43"/>
                        <a:pt x="38" y="43"/>
                        <a:pt x="38" y="42"/>
                      </a:cubicBezTo>
                      <a:cubicBezTo>
                        <a:pt x="38" y="42"/>
                        <a:pt x="37" y="42"/>
                        <a:pt x="37" y="42"/>
                      </a:cubicBezTo>
                      <a:cubicBezTo>
                        <a:pt x="37" y="42"/>
                        <a:pt x="36" y="43"/>
                        <a:pt x="36" y="43"/>
                      </a:cubicBezTo>
                      <a:cubicBezTo>
                        <a:pt x="36" y="43"/>
                        <a:pt x="36" y="43"/>
                        <a:pt x="36" y="43"/>
                      </a:cubicBezTo>
                      <a:cubicBezTo>
                        <a:pt x="35" y="44"/>
                        <a:pt x="36" y="44"/>
                        <a:pt x="36" y="44"/>
                      </a:cubicBezTo>
                      <a:cubicBezTo>
                        <a:pt x="36" y="44"/>
                        <a:pt x="36" y="44"/>
                        <a:pt x="36" y="44"/>
                      </a:cubicBezTo>
                      <a:close/>
                      <a:moveTo>
                        <a:pt x="48" y="38"/>
                      </a:moveTo>
                      <a:cubicBezTo>
                        <a:pt x="48" y="39"/>
                        <a:pt x="49" y="39"/>
                        <a:pt x="49" y="38"/>
                      </a:cubicBezTo>
                      <a:cubicBezTo>
                        <a:pt x="49" y="38"/>
                        <a:pt x="49" y="38"/>
                        <a:pt x="49" y="38"/>
                      </a:cubicBezTo>
                      <a:cubicBezTo>
                        <a:pt x="48" y="38"/>
                        <a:pt x="48" y="38"/>
                        <a:pt x="48" y="37"/>
                      </a:cubicBezTo>
                      <a:cubicBezTo>
                        <a:pt x="48" y="37"/>
                        <a:pt x="47" y="37"/>
                        <a:pt x="47" y="37"/>
                      </a:cubicBezTo>
                      <a:cubicBezTo>
                        <a:pt x="47" y="37"/>
                        <a:pt x="47" y="37"/>
                        <a:pt x="47" y="37"/>
                      </a:cubicBezTo>
                      <a:cubicBezTo>
                        <a:pt x="47" y="38"/>
                        <a:pt x="48" y="38"/>
                        <a:pt x="48" y="38"/>
                      </a:cubicBezTo>
                      <a:close/>
                      <a:moveTo>
                        <a:pt x="40" y="34"/>
                      </a:moveTo>
                      <a:cubicBezTo>
                        <a:pt x="40" y="34"/>
                        <a:pt x="40" y="34"/>
                        <a:pt x="40" y="34"/>
                      </a:cubicBezTo>
                      <a:cubicBezTo>
                        <a:pt x="40" y="34"/>
                        <a:pt x="40" y="34"/>
                        <a:pt x="41" y="34"/>
                      </a:cubicBezTo>
                      <a:cubicBezTo>
                        <a:pt x="41" y="34"/>
                        <a:pt x="41" y="34"/>
                        <a:pt x="42" y="34"/>
                      </a:cubicBezTo>
                      <a:cubicBezTo>
                        <a:pt x="42" y="34"/>
                        <a:pt x="42" y="34"/>
                        <a:pt x="42" y="34"/>
                      </a:cubicBezTo>
                      <a:cubicBezTo>
                        <a:pt x="42" y="34"/>
                        <a:pt x="42" y="34"/>
                        <a:pt x="42" y="34"/>
                      </a:cubicBezTo>
                      <a:cubicBezTo>
                        <a:pt x="42" y="34"/>
                        <a:pt x="42" y="34"/>
                        <a:pt x="42" y="34"/>
                      </a:cubicBezTo>
                      <a:cubicBezTo>
                        <a:pt x="42" y="34"/>
                        <a:pt x="41" y="34"/>
                        <a:pt x="41" y="34"/>
                      </a:cubicBezTo>
                      <a:cubicBezTo>
                        <a:pt x="41" y="34"/>
                        <a:pt x="40" y="33"/>
                        <a:pt x="40" y="33"/>
                      </a:cubicBezTo>
                      <a:cubicBezTo>
                        <a:pt x="39" y="33"/>
                        <a:pt x="39" y="33"/>
                        <a:pt x="39" y="33"/>
                      </a:cubicBezTo>
                      <a:cubicBezTo>
                        <a:pt x="39" y="34"/>
                        <a:pt x="39" y="34"/>
                        <a:pt x="40" y="34"/>
                      </a:cubicBezTo>
                      <a:close/>
                      <a:moveTo>
                        <a:pt x="50" y="39"/>
                      </a:moveTo>
                      <a:cubicBezTo>
                        <a:pt x="50" y="39"/>
                        <a:pt x="50" y="39"/>
                        <a:pt x="50" y="39"/>
                      </a:cubicBezTo>
                      <a:cubicBezTo>
                        <a:pt x="51" y="39"/>
                        <a:pt x="51" y="39"/>
                        <a:pt x="50" y="39"/>
                      </a:cubicBezTo>
                      <a:cubicBezTo>
                        <a:pt x="50" y="38"/>
                        <a:pt x="50" y="38"/>
                        <a:pt x="49" y="38"/>
                      </a:cubicBezTo>
                      <a:cubicBezTo>
                        <a:pt x="49" y="39"/>
                        <a:pt x="49" y="39"/>
                        <a:pt x="50" y="39"/>
                      </a:cubicBezTo>
                      <a:close/>
                      <a:moveTo>
                        <a:pt x="11" y="14"/>
                      </a:moveTo>
                      <a:cubicBezTo>
                        <a:pt x="12" y="14"/>
                        <a:pt x="12" y="14"/>
                        <a:pt x="11" y="14"/>
                      </a:cubicBezTo>
                      <a:cubicBezTo>
                        <a:pt x="11" y="14"/>
                        <a:pt x="11" y="14"/>
                        <a:pt x="10" y="14"/>
                      </a:cubicBezTo>
                      <a:cubicBezTo>
                        <a:pt x="10" y="14"/>
                        <a:pt x="10" y="14"/>
                        <a:pt x="10" y="14"/>
                      </a:cubicBezTo>
                      <a:cubicBezTo>
                        <a:pt x="10" y="14"/>
                        <a:pt x="10" y="14"/>
                        <a:pt x="10" y="14"/>
                      </a:cubicBezTo>
                      <a:cubicBezTo>
                        <a:pt x="10" y="15"/>
                        <a:pt x="10" y="15"/>
                        <a:pt x="10" y="15"/>
                      </a:cubicBezTo>
                      <a:cubicBezTo>
                        <a:pt x="11" y="15"/>
                        <a:pt x="11" y="15"/>
                        <a:pt x="11" y="14"/>
                      </a:cubicBezTo>
                      <a:close/>
                      <a:moveTo>
                        <a:pt x="25" y="24"/>
                      </a:moveTo>
                      <a:cubicBezTo>
                        <a:pt x="24" y="24"/>
                        <a:pt x="24" y="25"/>
                        <a:pt x="25" y="25"/>
                      </a:cubicBezTo>
                      <a:cubicBezTo>
                        <a:pt x="25" y="25"/>
                        <a:pt x="25" y="26"/>
                        <a:pt x="25" y="26"/>
                      </a:cubicBezTo>
                      <a:cubicBezTo>
                        <a:pt x="26" y="26"/>
                        <a:pt x="26" y="27"/>
                        <a:pt x="26" y="28"/>
                      </a:cubicBezTo>
                      <a:cubicBezTo>
                        <a:pt x="26" y="28"/>
                        <a:pt x="26" y="28"/>
                        <a:pt x="26" y="28"/>
                      </a:cubicBezTo>
                      <a:cubicBezTo>
                        <a:pt x="26" y="28"/>
                        <a:pt x="26" y="28"/>
                        <a:pt x="25" y="28"/>
                      </a:cubicBezTo>
                      <a:cubicBezTo>
                        <a:pt x="26" y="28"/>
                        <a:pt x="26" y="28"/>
                        <a:pt x="26" y="29"/>
                      </a:cubicBezTo>
                      <a:cubicBezTo>
                        <a:pt x="27" y="29"/>
                        <a:pt x="27" y="29"/>
                        <a:pt x="27" y="29"/>
                      </a:cubicBezTo>
                      <a:cubicBezTo>
                        <a:pt x="27" y="29"/>
                        <a:pt x="27" y="30"/>
                        <a:pt x="27" y="30"/>
                      </a:cubicBezTo>
                      <a:cubicBezTo>
                        <a:pt x="27" y="30"/>
                        <a:pt x="27" y="30"/>
                        <a:pt x="27" y="30"/>
                      </a:cubicBezTo>
                      <a:cubicBezTo>
                        <a:pt x="28" y="30"/>
                        <a:pt x="28" y="30"/>
                        <a:pt x="28" y="30"/>
                      </a:cubicBezTo>
                      <a:cubicBezTo>
                        <a:pt x="28" y="30"/>
                        <a:pt x="28" y="30"/>
                        <a:pt x="28" y="30"/>
                      </a:cubicBezTo>
                      <a:cubicBezTo>
                        <a:pt x="28" y="30"/>
                        <a:pt x="28" y="29"/>
                        <a:pt x="27" y="29"/>
                      </a:cubicBezTo>
                      <a:cubicBezTo>
                        <a:pt x="27" y="29"/>
                        <a:pt x="27" y="28"/>
                        <a:pt x="26" y="28"/>
                      </a:cubicBezTo>
                      <a:cubicBezTo>
                        <a:pt x="26" y="28"/>
                        <a:pt x="26" y="28"/>
                        <a:pt x="26" y="28"/>
                      </a:cubicBezTo>
                      <a:cubicBezTo>
                        <a:pt x="26" y="28"/>
                        <a:pt x="26" y="28"/>
                        <a:pt x="26" y="28"/>
                      </a:cubicBezTo>
                      <a:cubicBezTo>
                        <a:pt x="26" y="28"/>
                        <a:pt x="26" y="27"/>
                        <a:pt x="26" y="27"/>
                      </a:cubicBezTo>
                      <a:cubicBezTo>
                        <a:pt x="26" y="26"/>
                        <a:pt x="26" y="26"/>
                        <a:pt x="25" y="26"/>
                      </a:cubicBezTo>
                      <a:cubicBezTo>
                        <a:pt x="26" y="25"/>
                        <a:pt x="25" y="25"/>
                        <a:pt x="25" y="24"/>
                      </a:cubicBezTo>
                      <a:cubicBezTo>
                        <a:pt x="25" y="24"/>
                        <a:pt x="25" y="24"/>
                        <a:pt x="25" y="24"/>
                      </a:cubicBezTo>
                      <a:close/>
                      <a:moveTo>
                        <a:pt x="1" y="3"/>
                      </a:moveTo>
                      <a:cubicBezTo>
                        <a:pt x="1" y="3"/>
                        <a:pt x="1" y="3"/>
                        <a:pt x="2" y="3"/>
                      </a:cubicBezTo>
                      <a:cubicBezTo>
                        <a:pt x="2" y="3"/>
                        <a:pt x="2" y="3"/>
                        <a:pt x="2" y="3"/>
                      </a:cubicBezTo>
                      <a:cubicBezTo>
                        <a:pt x="2" y="3"/>
                        <a:pt x="3" y="3"/>
                        <a:pt x="3" y="3"/>
                      </a:cubicBezTo>
                      <a:cubicBezTo>
                        <a:pt x="4" y="2"/>
                        <a:pt x="5" y="2"/>
                        <a:pt x="6" y="2"/>
                      </a:cubicBezTo>
                      <a:cubicBezTo>
                        <a:pt x="6" y="2"/>
                        <a:pt x="6" y="2"/>
                        <a:pt x="6" y="2"/>
                      </a:cubicBezTo>
                      <a:cubicBezTo>
                        <a:pt x="6" y="2"/>
                        <a:pt x="6" y="2"/>
                        <a:pt x="6" y="2"/>
                      </a:cubicBezTo>
                      <a:cubicBezTo>
                        <a:pt x="6" y="2"/>
                        <a:pt x="7" y="2"/>
                        <a:pt x="7" y="2"/>
                      </a:cubicBezTo>
                      <a:cubicBezTo>
                        <a:pt x="7" y="2"/>
                        <a:pt x="7" y="3"/>
                        <a:pt x="8" y="3"/>
                      </a:cubicBezTo>
                      <a:cubicBezTo>
                        <a:pt x="8" y="3"/>
                        <a:pt x="8" y="3"/>
                        <a:pt x="8" y="2"/>
                      </a:cubicBezTo>
                      <a:cubicBezTo>
                        <a:pt x="8" y="2"/>
                        <a:pt x="7" y="1"/>
                        <a:pt x="7" y="2"/>
                      </a:cubicBezTo>
                      <a:cubicBezTo>
                        <a:pt x="7" y="2"/>
                        <a:pt x="6" y="2"/>
                        <a:pt x="6" y="2"/>
                      </a:cubicBezTo>
                      <a:cubicBezTo>
                        <a:pt x="5" y="2"/>
                        <a:pt x="5" y="2"/>
                        <a:pt x="4" y="2"/>
                      </a:cubicBezTo>
                      <a:cubicBezTo>
                        <a:pt x="3" y="2"/>
                        <a:pt x="3" y="1"/>
                        <a:pt x="3" y="1"/>
                      </a:cubicBezTo>
                      <a:cubicBezTo>
                        <a:pt x="3" y="2"/>
                        <a:pt x="2" y="2"/>
                        <a:pt x="2" y="3"/>
                      </a:cubicBezTo>
                      <a:cubicBezTo>
                        <a:pt x="2" y="3"/>
                        <a:pt x="2" y="3"/>
                        <a:pt x="2" y="3"/>
                      </a:cubicBezTo>
                      <a:cubicBezTo>
                        <a:pt x="2" y="3"/>
                        <a:pt x="2" y="3"/>
                        <a:pt x="1" y="3"/>
                      </a:cubicBezTo>
                      <a:cubicBezTo>
                        <a:pt x="1" y="2"/>
                        <a:pt x="1" y="2"/>
                        <a:pt x="1" y="2"/>
                      </a:cubicBezTo>
                      <a:cubicBezTo>
                        <a:pt x="0" y="2"/>
                        <a:pt x="0" y="2"/>
                        <a:pt x="0" y="2"/>
                      </a:cubicBezTo>
                      <a:cubicBezTo>
                        <a:pt x="0" y="2"/>
                        <a:pt x="0" y="3"/>
                        <a:pt x="1" y="3"/>
                      </a:cubicBezTo>
                      <a:close/>
                      <a:moveTo>
                        <a:pt x="20" y="25"/>
                      </a:moveTo>
                      <a:cubicBezTo>
                        <a:pt x="20" y="25"/>
                        <a:pt x="21" y="25"/>
                        <a:pt x="21" y="25"/>
                      </a:cubicBezTo>
                      <a:cubicBezTo>
                        <a:pt x="21" y="25"/>
                        <a:pt x="22" y="26"/>
                        <a:pt x="22" y="26"/>
                      </a:cubicBezTo>
                      <a:cubicBezTo>
                        <a:pt x="21" y="25"/>
                        <a:pt x="21" y="25"/>
                        <a:pt x="21" y="25"/>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5"/>
                        <a:pt x="20" y="25"/>
                      </a:cubicBezTo>
                      <a:close/>
                      <a:moveTo>
                        <a:pt x="30" y="21"/>
                      </a:moveTo>
                      <a:cubicBezTo>
                        <a:pt x="30" y="21"/>
                        <a:pt x="30" y="21"/>
                        <a:pt x="30" y="21"/>
                      </a:cubicBezTo>
                      <a:cubicBezTo>
                        <a:pt x="30" y="21"/>
                        <a:pt x="30" y="21"/>
                        <a:pt x="30" y="21"/>
                      </a:cubicBezTo>
                      <a:cubicBezTo>
                        <a:pt x="30" y="21"/>
                        <a:pt x="30" y="22"/>
                        <a:pt x="30" y="22"/>
                      </a:cubicBezTo>
                      <a:cubicBezTo>
                        <a:pt x="30" y="22"/>
                        <a:pt x="31" y="22"/>
                        <a:pt x="30" y="21"/>
                      </a:cubicBezTo>
                      <a:close/>
                      <a:moveTo>
                        <a:pt x="15" y="11"/>
                      </a:moveTo>
                      <a:cubicBezTo>
                        <a:pt x="15" y="11"/>
                        <a:pt x="16" y="11"/>
                        <a:pt x="16" y="11"/>
                      </a:cubicBezTo>
                      <a:cubicBezTo>
                        <a:pt x="16" y="12"/>
                        <a:pt x="17" y="12"/>
                        <a:pt x="17" y="12"/>
                      </a:cubicBezTo>
                      <a:cubicBezTo>
                        <a:pt x="17" y="12"/>
                        <a:pt x="17" y="12"/>
                        <a:pt x="18" y="12"/>
                      </a:cubicBezTo>
                      <a:cubicBezTo>
                        <a:pt x="18" y="13"/>
                        <a:pt x="18" y="13"/>
                        <a:pt x="19" y="13"/>
                      </a:cubicBezTo>
                      <a:cubicBezTo>
                        <a:pt x="19" y="13"/>
                        <a:pt x="19" y="14"/>
                        <a:pt x="19" y="14"/>
                      </a:cubicBezTo>
                      <a:cubicBezTo>
                        <a:pt x="19" y="14"/>
                        <a:pt x="19" y="14"/>
                        <a:pt x="19" y="14"/>
                      </a:cubicBezTo>
                      <a:cubicBezTo>
                        <a:pt x="19" y="14"/>
                        <a:pt x="19" y="15"/>
                        <a:pt x="19" y="15"/>
                      </a:cubicBezTo>
                      <a:cubicBezTo>
                        <a:pt x="19" y="15"/>
                        <a:pt x="19" y="15"/>
                        <a:pt x="19" y="15"/>
                      </a:cubicBezTo>
                      <a:cubicBezTo>
                        <a:pt x="19" y="15"/>
                        <a:pt x="19" y="16"/>
                        <a:pt x="19" y="16"/>
                      </a:cubicBezTo>
                      <a:cubicBezTo>
                        <a:pt x="18" y="16"/>
                        <a:pt x="18" y="16"/>
                        <a:pt x="18" y="16"/>
                      </a:cubicBezTo>
                      <a:cubicBezTo>
                        <a:pt x="18" y="16"/>
                        <a:pt x="18" y="16"/>
                        <a:pt x="18" y="16"/>
                      </a:cubicBezTo>
                      <a:cubicBezTo>
                        <a:pt x="18" y="16"/>
                        <a:pt x="18" y="16"/>
                        <a:pt x="18" y="16"/>
                      </a:cubicBezTo>
                      <a:cubicBezTo>
                        <a:pt x="18" y="16"/>
                        <a:pt x="19" y="17"/>
                        <a:pt x="19" y="17"/>
                      </a:cubicBezTo>
                      <a:cubicBezTo>
                        <a:pt x="19" y="17"/>
                        <a:pt x="19" y="17"/>
                        <a:pt x="19" y="17"/>
                      </a:cubicBezTo>
                      <a:cubicBezTo>
                        <a:pt x="19" y="17"/>
                        <a:pt x="19" y="16"/>
                        <a:pt x="19" y="16"/>
                      </a:cubicBezTo>
                      <a:cubicBezTo>
                        <a:pt x="19" y="16"/>
                        <a:pt x="19" y="16"/>
                        <a:pt x="19" y="16"/>
                      </a:cubicBezTo>
                      <a:cubicBezTo>
                        <a:pt x="19" y="16"/>
                        <a:pt x="19" y="16"/>
                        <a:pt x="19" y="15"/>
                      </a:cubicBezTo>
                      <a:cubicBezTo>
                        <a:pt x="19" y="15"/>
                        <a:pt x="19" y="15"/>
                        <a:pt x="19" y="14"/>
                      </a:cubicBezTo>
                      <a:cubicBezTo>
                        <a:pt x="19" y="14"/>
                        <a:pt x="19" y="14"/>
                        <a:pt x="19" y="14"/>
                      </a:cubicBezTo>
                      <a:cubicBezTo>
                        <a:pt x="19" y="14"/>
                        <a:pt x="19" y="13"/>
                        <a:pt x="19" y="13"/>
                      </a:cubicBezTo>
                      <a:cubicBezTo>
                        <a:pt x="18" y="13"/>
                        <a:pt x="18" y="13"/>
                        <a:pt x="18" y="13"/>
                      </a:cubicBezTo>
                      <a:cubicBezTo>
                        <a:pt x="18" y="12"/>
                        <a:pt x="18" y="12"/>
                        <a:pt x="17" y="12"/>
                      </a:cubicBezTo>
                      <a:cubicBezTo>
                        <a:pt x="17" y="12"/>
                        <a:pt x="16" y="12"/>
                        <a:pt x="16" y="11"/>
                      </a:cubicBezTo>
                      <a:cubicBezTo>
                        <a:pt x="16" y="11"/>
                        <a:pt x="16" y="11"/>
                        <a:pt x="16" y="11"/>
                      </a:cubicBezTo>
                      <a:cubicBezTo>
                        <a:pt x="16" y="11"/>
                        <a:pt x="15" y="11"/>
                        <a:pt x="15" y="10"/>
                      </a:cubicBezTo>
                      <a:cubicBezTo>
                        <a:pt x="15" y="10"/>
                        <a:pt x="15" y="10"/>
                        <a:pt x="15" y="10"/>
                      </a:cubicBezTo>
                      <a:cubicBezTo>
                        <a:pt x="15" y="10"/>
                        <a:pt x="15" y="10"/>
                        <a:pt x="15" y="10"/>
                      </a:cubicBezTo>
                      <a:cubicBezTo>
                        <a:pt x="15" y="11"/>
                        <a:pt x="15" y="11"/>
                        <a:pt x="15" y="11"/>
                      </a:cubicBezTo>
                      <a:cubicBezTo>
                        <a:pt x="15" y="11"/>
                        <a:pt x="15" y="11"/>
                        <a:pt x="15" y="11"/>
                      </a:cubicBezTo>
                      <a:close/>
                      <a:moveTo>
                        <a:pt x="40" y="40"/>
                      </a:moveTo>
                      <a:cubicBezTo>
                        <a:pt x="40" y="40"/>
                        <a:pt x="40" y="40"/>
                        <a:pt x="40" y="40"/>
                      </a:cubicBezTo>
                      <a:cubicBezTo>
                        <a:pt x="40" y="40"/>
                        <a:pt x="40" y="41"/>
                        <a:pt x="40" y="41"/>
                      </a:cubicBezTo>
                      <a:cubicBezTo>
                        <a:pt x="40" y="41"/>
                        <a:pt x="41" y="41"/>
                        <a:pt x="41" y="40"/>
                      </a:cubicBezTo>
                      <a:cubicBezTo>
                        <a:pt x="41" y="40"/>
                        <a:pt x="40" y="40"/>
                        <a:pt x="40" y="40"/>
                      </a:cubicBezTo>
                      <a:close/>
                      <a:moveTo>
                        <a:pt x="46" y="38"/>
                      </a:moveTo>
                      <a:cubicBezTo>
                        <a:pt x="45" y="38"/>
                        <a:pt x="45" y="38"/>
                        <a:pt x="45" y="38"/>
                      </a:cubicBezTo>
                      <a:cubicBezTo>
                        <a:pt x="45" y="38"/>
                        <a:pt x="45" y="38"/>
                        <a:pt x="46" y="38"/>
                      </a:cubicBezTo>
                      <a:close/>
                      <a:moveTo>
                        <a:pt x="9" y="0"/>
                      </a:moveTo>
                      <a:cubicBezTo>
                        <a:pt x="9" y="0"/>
                        <a:pt x="9" y="0"/>
                        <a:pt x="10" y="0"/>
                      </a:cubicBezTo>
                      <a:cubicBezTo>
                        <a:pt x="10" y="1"/>
                        <a:pt x="10" y="1"/>
                        <a:pt x="10" y="1"/>
                      </a:cubicBezTo>
                      <a:cubicBezTo>
                        <a:pt x="10" y="2"/>
                        <a:pt x="10" y="2"/>
                        <a:pt x="11" y="2"/>
                      </a:cubicBezTo>
                      <a:cubicBezTo>
                        <a:pt x="11" y="2"/>
                        <a:pt x="11" y="2"/>
                        <a:pt x="11" y="2"/>
                      </a:cubicBezTo>
                      <a:cubicBezTo>
                        <a:pt x="11" y="2"/>
                        <a:pt x="11" y="3"/>
                        <a:pt x="12" y="3"/>
                      </a:cubicBezTo>
                      <a:cubicBezTo>
                        <a:pt x="12" y="3"/>
                        <a:pt x="12" y="3"/>
                        <a:pt x="12" y="3"/>
                      </a:cubicBezTo>
                      <a:cubicBezTo>
                        <a:pt x="12" y="3"/>
                        <a:pt x="12" y="3"/>
                        <a:pt x="12" y="4"/>
                      </a:cubicBezTo>
                      <a:cubicBezTo>
                        <a:pt x="12" y="4"/>
                        <a:pt x="12" y="5"/>
                        <a:pt x="12" y="5"/>
                      </a:cubicBezTo>
                      <a:cubicBezTo>
                        <a:pt x="12" y="6"/>
                        <a:pt x="12" y="6"/>
                        <a:pt x="12" y="6"/>
                      </a:cubicBezTo>
                      <a:cubicBezTo>
                        <a:pt x="12" y="6"/>
                        <a:pt x="12" y="6"/>
                        <a:pt x="12" y="6"/>
                      </a:cubicBezTo>
                      <a:cubicBezTo>
                        <a:pt x="11" y="6"/>
                        <a:pt x="11" y="6"/>
                        <a:pt x="11" y="7"/>
                      </a:cubicBezTo>
                      <a:cubicBezTo>
                        <a:pt x="11" y="7"/>
                        <a:pt x="11" y="7"/>
                        <a:pt x="11" y="7"/>
                      </a:cubicBezTo>
                      <a:cubicBezTo>
                        <a:pt x="11" y="7"/>
                        <a:pt x="11" y="7"/>
                        <a:pt x="10" y="7"/>
                      </a:cubicBezTo>
                      <a:cubicBezTo>
                        <a:pt x="10" y="7"/>
                        <a:pt x="10" y="7"/>
                        <a:pt x="11" y="7"/>
                      </a:cubicBezTo>
                      <a:cubicBezTo>
                        <a:pt x="11" y="7"/>
                        <a:pt x="11" y="7"/>
                        <a:pt x="12" y="8"/>
                      </a:cubicBezTo>
                      <a:cubicBezTo>
                        <a:pt x="12" y="8"/>
                        <a:pt x="12" y="8"/>
                        <a:pt x="12" y="8"/>
                      </a:cubicBezTo>
                      <a:cubicBezTo>
                        <a:pt x="12" y="8"/>
                        <a:pt x="12" y="8"/>
                        <a:pt x="12" y="8"/>
                      </a:cubicBezTo>
                      <a:cubicBezTo>
                        <a:pt x="12" y="8"/>
                        <a:pt x="12" y="8"/>
                        <a:pt x="12" y="8"/>
                      </a:cubicBezTo>
                      <a:cubicBezTo>
                        <a:pt x="12" y="7"/>
                        <a:pt x="12" y="7"/>
                        <a:pt x="12" y="7"/>
                      </a:cubicBezTo>
                      <a:cubicBezTo>
                        <a:pt x="12" y="7"/>
                        <a:pt x="12" y="6"/>
                        <a:pt x="12" y="6"/>
                      </a:cubicBezTo>
                      <a:cubicBezTo>
                        <a:pt x="12" y="5"/>
                        <a:pt x="12" y="5"/>
                        <a:pt x="13" y="5"/>
                      </a:cubicBezTo>
                      <a:cubicBezTo>
                        <a:pt x="13" y="5"/>
                        <a:pt x="13" y="4"/>
                        <a:pt x="13" y="4"/>
                      </a:cubicBezTo>
                      <a:cubicBezTo>
                        <a:pt x="13" y="4"/>
                        <a:pt x="13" y="4"/>
                        <a:pt x="13" y="3"/>
                      </a:cubicBezTo>
                      <a:cubicBezTo>
                        <a:pt x="13" y="3"/>
                        <a:pt x="13" y="3"/>
                        <a:pt x="13" y="3"/>
                      </a:cubicBezTo>
                      <a:cubicBezTo>
                        <a:pt x="13" y="3"/>
                        <a:pt x="12" y="3"/>
                        <a:pt x="12" y="3"/>
                      </a:cubicBezTo>
                      <a:cubicBezTo>
                        <a:pt x="12" y="2"/>
                        <a:pt x="12" y="2"/>
                        <a:pt x="11" y="2"/>
                      </a:cubicBezTo>
                      <a:cubicBezTo>
                        <a:pt x="11" y="2"/>
                        <a:pt x="11" y="2"/>
                        <a:pt x="11" y="2"/>
                      </a:cubicBezTo>
                      <a:cubicBezTo>
                        <a:pt x="10" y="1"/>
                        <a:pt x="10" y="1"/>
                        <a:pt x="10" y="0"/>
                      </a:cubicBezTo>
                      <a:cubicBezTo>
                        <a:pt x="10" y="0"/>
                        <a:pt x="10" y="0"/>
                        <a:pt x="10" y="0"/>
                      </a:cubicBezTo>
                      <a:cubicBezTo>
                        <a:pt x="10" y="0"/>
                        <a:pt x="10" y="0"/>
                        <a:pt x="10" y="0"/>
                      </a:cubicBezTo>
                      <a:cubicBezTo>
                        <a:pt x="10" y="0"/>
                        <a:pt x="9" y="0"/>
                        <a:pt x="9" y="0"/>
                      </a:cubicBezTo>
                      <a:cubicBezTo>
                        <a:pt x="9" y="0"/>
                        <a:pt x="8" y="0"/>
                        <a:pt x="8" y="0"/>
                      </a:cubicBezTo>
                      <a:cubicBezTo>
                        <a:pt x="8" y="0"/>
                        <a:pt x="8" y="0"/>
                        <a:pt x="8" y="0"/>
                      </a:cubicBezTo>
                      <a:cubicBezTo>
                        <a:pt x="8" y="0"/>
                        <a:pt x="8" y="0"/>
                        <a:pt x="9" y="0"/>
                      </a:cubicBezTo>
                      <a:cubicBezTo>
                        <a:pt x="9" y="0"/>
                        <a:pt x="9" y="0"/>
                        <a:pt x="9" y="0"/>
                      </a:cubicBezTo>
                      <a:close/>
                      <a:moveTo>
                        <a:pt x="28" y="24"/>
                      </a:moveTo>
                      <a:cubicBezTo>
                        <a:pt x="28" y="24"/>
                        <a:pt x="28" y="24"/>
                        <a:pt x="27" y="24"/>
                      </a:cubicBezTo>
                      <a:cubicBezTo>
                        <a:pt x="28" y="24"/>
                        <a:pt x="28" y="24"/>
                        <a:pt x="28" y="24"/>
                      </a:cubicBezTo>
                      <a:cubicBezTo>
                        <a:pt x="28" y="25"/>
                        <a:pt x="28" y="24"/>
                        <a:pt x="28" y="24"/>
                      </a:cubicBezTo>
                      <a:close/>
                      <a:moveTo>
                        <a:pt x="22" y="26"/>
                      </a:moveTo>
                      <a:cubicBezTo>
                        <a:pt x="22" y="26"/>
                        <a:pt x="23" y="26"/>
                        <a:pt x="23" y="26"/>
                      </a:cubicBezTo>
                      <a:cubicBezTo>
                        <a:pt x="23" y="26"/>
                        <a:pt x="23" y="26"/>
                        <a:pt x="23" y="26"/>
                      </a:cubicBezTo>
                      <a:cubicBezTo>
                        <a:pt x="23" y="26"/>
                        <a:pt x="22" y="26"/>
                        <a:pt x="22" y="26"/>
                      </a:cubicBezTo>
                      <a:close/>
                      <a:moveTo>
                        <a:pt x="22" y="17"/>
                      </a:moveTo>
                      <a:cubicBezTo>
                        <a:pt x="22" y="17"/>
                        <a:pt x="22" y="17"/>
                        <a:pt x="22" y="17"/>
                      </a:cubicBezTo>
                      <a:cubicBezTo>
                        <a:pt x="22" y="18"/>
                        <a:pt x="22" y="18"/>
                        <a:pt x="23" y="18"/>
                      </a:cubicBezTo>
                      <a:cubicBezTo>
                        <a:pt x="23" y="18"/>
                        <a:pt x="23" y="19"/>
                        <a:pt x="23" y="19"/>
                      </a:cubicBezTo>
                      <a:cubicBezTo>
                        <a:pt x="23" y="19"/>
                        <a:pt x="23" y="19"/>
                        <a:pt x="23" y="19"/>
                      </a:cubicBezTo>
                      <a:cubicBezTo>
                        <a:pt x="23" y="19"/>
                        <a:pt x="23" y="19"/>
                        <a:pt x="23" y="19"/>
                      </a:cubicBezTo>
                      <a:cubicBezTo>
                        <a:pt x="24" y="19"/>
                        <a:pt x="24" y="19"/>
                        <a:pt x="24" y="20"/>
                      </a:cubicBezTo>
                      <a:cubicBezTo>
                        <a:pt x="24" y="20"/>
                        <a:pt x="24" y="20"/>
                        <a:pt x="24" y="20"/>
                      </a:cubicBezTo>
                      <a:cubicBezTo>
                        <a:pt x="24" y="20"/>
                        <a:pt x="24" y="20"/>
                        <a:pt x="24" y="20"/>
                      </a:cubicBezTo>
                      <a:cubicBezTo>
                        <a:pt x="23" y="20"/>
                        <a:pt x="23" y="20"/>
                        <a:pt x="23" y="21"/>
                      </a:cubicBezTo>
                      <a:cubicBezTo>
                        <a:pt x="23" y="21"/>
                        <a:pt x="23" y="21"/>
                        <a:pt x="23" y="21"/>
                      </a:cubicBezTo>
                      <a:cubicBezTo>
                        <a:pt x="24" y="21"/>
                        <a:pt x="24" y="21"/>
                        <a:pt x="25" y="21"/>
                      </a:cubicBezTo>
                      <a:cubicBezTo>
                        <a:pt x="25" y="21"/>
                        <a:pt x="25" y="20"/>
                        <a:pt x="25" y="20"/>
                      </a:cubicBezTo>
                      <a:cubicBezTo>
                        <a:pt x="24" y="20"/>
                        <a:pt x="24" y="19"/>
                        <a:pt x="23" y="19"/>
                      </a:cubicBezTo>
                      <a:cubicBezTo>
                        <a:pt x="23" y="19"/>
                        <a:pt x="23" y="19"/>
                        <a:pt x="23" y="19"/>
                      </a:cubicBezTo>
                      <a:cubicBezTo>
                        <a:pt x="23" y="18"/>
                        <a:pt x="23" y="18"/>
                        <a:pt x="23" y="18"/>
                      </a:cubicBezTo>
                      <a:cubicBezTo>
                        <a:pt x="23" y="18"/>
                        <a:pt x="23" y="18"/>
                        <a:pt x="23" y="18"/>
                      </a:cubicBezTo>
                      <a:cubicBezTo>
                        <a:pt x="23" y="18"/>
                        <a:pt x="22" y="17"/>
                        <a:pt x="22" y="17"/>
                      </a:cubicBezTo>
                      <a:cubicBezTo>
                        <a:pt x="22" y="17"/>
                        <a:pt x="22" y="17"/>
                        <a:pt x="22" y="17"/>
                      </a:cubicBezTo>
                      <a:cubicBezTo>
                        <a:pt x="22" y="17"/>
                        <a:pt x="22" y="17"/>
                        <a:pt x="22" y="17"/>
                      </a:cubicBezTo>
                      <a:close/>
                      <a:moveTo>
                        <a:pt x="31" y="31"/>
                      </a:moveTo>
                      <a:cubicBezTo>
                        <a:pt x="31" y="31"/>
                        <a:pt x="32" y="31"/>
                        <a:pt x="32" y="31"/>
                      </a:cubicBezTo>
                      <a:cubicBezTo>
                        <a:pt x="32" y="32"/>
                        <a:pt x="33" y="32"/>
                        <a:pt x="33" y="31"/>
                      </a:cubicBezTo>
                      <a:cubicBezTo>
                        <a:pt x="33" y="31"/>
                        <a:pt x="33" y="31"/>
                        <a:pt x="33" y="31"/>
                      </a:cubicBezTo>
                      <a:cubicBezTo>
                        <a:pt x="33" y="31"/>
                        <a:pt x="33" y="31"/>
                        <a:pt x="33" y="31"/>
                      </a:cubicBezTo>
                      <a:cubicBezTo>
                        <a:pt x="33" y="31"/>
                        <a:pt x="33" y="31"/>
                        <a:pt x="33" y="31"/>
                      </a:cubicBezTo>
                      <a:cubicBezTo>
                        <a:pt x="32" y="31"/>
                        <a:pt x="32" y="31"/>
                        <a:pt x="32" y="31"/>
                      </a:cubicBezTo>
                      <a:cubicBezTo>
                        <a:pt x="32" y="31"/>
                        <a:pt x="32" y="31"/>
                        <a:pt x="32" y="31"/>
                      </a:cubicBezTo>
                      <a:cubicBezTo>
                        <a:pt x="32" y="31"/>
                        <a:pt x="32" y="31"/>
                        <a:pt x="32" y="31"/>
                      </a:cubicBezTo>
                      <a:cubicBezTo>
                        <a:pt x="32" y="30"/>
                        <a:pt x="31" y="30"/>
                        <a:pt x="31" y="31"/>
                      </a:cubicBezTo>
                      <a:cubicBezTo>
                        <a:pt x="31" y="31"/>
                        <a:pt x="31" y="31"/>
                        <a:pt x="31" y="31"/>
                      </a:cubicBezTo>
                      <a:close/>
                      <a:moveTo>
                        <a:pt x="34" y="32"/>
                      </a:moveTo>
                      <a:cubicBezTo>
                        <a:pt x="34" y="32"/>
                        <a:pt x="34" y="32"/>
                        <a:pt x="34" y="32"/>
                      </a:cubicBezTo>
                      <a:cubicBezTo>
                        <a:pt x="34" y="32"/>
                        <a:pt x="34" y="32"/>
                        <a:pt x="34" y="32"/>
                      </a:cubicBezTo>
                      <a:cubicBezTo>
                        <a:pt x="34" y="32"/>
                        <a:pt x="33" y="32"/>
                        <a:pt x="33" y="32"/>
                      </a:cubicBezTo>
                      <a:cubicBezTo>
                        <a:pt x="33" y="32"/>
                        <a:pt x="34" y="32"/>
                        <a:pt x="34" y="32"/>
                      </a:cubicBezTo>
                      <a:cubicBezTo>
                        <a:pt x="34" y="32"/>
                        <a:pt x="34" y="32"/>
                        <a:pt x="34" y="32"/>
                      </a:cubicBezTo>
                      <a:cubicBezTo>
                        <a:pt x="34" y="33"/>
                        <a:pt x="34" y="33"/>
                        <a:pt x="34" y="33"/>
                      </a:cubicBezTo>
                      <a:cubicBezTo>
                        <a:pt x="34" y="33"/>
                        <a:pt x="34" y="33"/>
                        <a:pt x="34" y="33"/>
                      </a:cubicBezTo>
                      <a:cubicBezTo>
                        <a:pt x="34" y="33"/>
                        <a:pt x="34" y="33"/>
                        <a:pt x="34" y="33"/>
                      </a:cubicBezTo>
                      <a:cubicBezTo>
                        <a:pt x="34" y="33"/>
                        <a:pt x="33" y="33"/>
                        <a:pt x="33" y="33"/>
                      </a:cubicBezTo>
                      <a:cubicBezTo>
                        <a:pt x="33" y="33"/>
                        <a:pt x="33" y="34"/>
                        <a:pt x="33" y="34"/>
                      </a:cubicBezTo>
                      <a:cubicBezTo>
                        <a:pt x="33" y="34"/>
                        <a:pt x="33" y="34"/>
                        <a:pt x="33" y="34"/>
                      </a:cubicBezTo>
                      <a:cubicBezTo>
                        <a:pt x="32" y="34"/>
                        <a:pt x="32" y="35"/>
                        <a:pt x="31" y="35"/>
                      </a:cubicBezTo>
                      <a:cubicBezTo>
                        <a:pt x="32" y="35"/>
                        <a:pt x="32" y="35"/>
                        <a:pt x="33" y="34"/>
                      </a:cubicBezTo>
                      <a:cubicBezTo>
                        <a:pt x="33" y="34"/>
                        <a:pt x="33" y="34"/>
                        <a:pt x="34" y="34"/>
                      </a:cubicBezTo>
                      <a:cubicBezTo>
                        <a:pt x="34" y="34"/>
                        <a:pt x="34" y="34"/>
                        <a:pt x="34" y="33"/>
                      </a:cubicBezTo>
                      <a:cubicBezTo>
                        <a:pt x="34" y="33"/>
                        <a:pt x="34" y="33"/>
                        <a:pt x="34" y="33"/>
                      </a:cubicBezTo>
                      <a:cubicBezTo>
                        <a:pt x="34" y="33"/>
                        <a:pt x="34" y="33"/>
                        <a:pt x="34" y="33"/>
                      </a:cubicBezTo>
                      <a:cubicBezTo>
                        <a:pt x="34" y="33"/>
                        <a:pt x="35" y="33"/>
                        <a:pt x="35" y="33"/>
                      </a:cubicBezTo>
                      <a:cubicBezTo>
                        <a:pt x="34" y="32"/>
                        <a:pt x="35" y="32"/>
                        <a:pt x="34" y="31"/>
                      </a:cubicBezTo>
                      <a:cubicBezTo>
                        <a:pt x="34" y="31"/>
                        <a:pt x="34" y="31"/>
                        <a:pt x="34" y="32"/>
                      </a:cubicBezTo>
                      <a:cubicBezTo>
                        <a:pt x="34" y="31"/>
                        <a:pt x="34" y="31"/>
                        <a:pt x="33" y="31"/>
                      </a:cubicBezTo>
                      <a:cubicBezTo>
                        <a:pt x="34" y="31"/>
                        <a:pt x="34" y="31"/>
                        <a:pt x="34" y="32"/>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4" name="Asia">
                <a:extLst>
                  <a:ext uri="{FF2B5EF4-FFF2-40B4-BE49-F238E27FC236}">
                    <a16:creationId xmlns:a16="http://schemas.microsoft.com/office/drawing/2014/main" id="{73426684-C5ED-31AA-0B3F-FDB639654C99}"/>
                  </a:ext>
                </a:extLst>
              </p:cNvPr>
              <p:cNvGrpSpPr/>
              <p:nvPr/>
            </p:nvGrpSpPr>
            <p:grpSpPr>
              <a:xfrm>
                <a:off x="5934075" y="614363"/>
                <a:ext cx="4873625" cy="4589463"/>
                <a:chOff x="5934075" y="614363"/>
                <a:chExt cx="4873625" cy="4589463"/>
              </a:xfrm>
              <a:grpFill/>
            </p:grpSpPr>
            <p:sp>
              <p:nvSpPr>
                <p:cNvPr id="840" name="Freeform 824">
                  <a:extLst>
                    <a:ext uri="{FF2B5EF4-FFF2-40B4-BE49-F238E27FC236}">
                      <a16:creationId xmlns:a16="http://schemas.microsoft.com/office/drawing/2014/main" id="{A607D500-5B87-2A1C-8445-CD1234FD4541}"/>
                    </a:ext>
                  </a:extLst>
                </p:cNvPr>
                <p:cNvSpPr>
                  <a:spLocks noEditPoints="1"/>
                </p:cNvSpPr>
                <p:nvPr/>
              </p:nvSpPr>
              <p:spPr bwMode="auto">
                <a:xfrm>
                  <a:off x="6583363" y="4346575"/>
                  <a:ext cx="331787" cy="187325"/>
                </a:xfrm>
                <a:custGeom>
                  <a:avLst/>
                  <a:gdLst>
                    <a:gd name="T0" fmla="*/ 80 w 80"/>
                    <a:gd name="T1" fmla="*/ 44 h 45"/>
                    <a:gd name="T2" fmla="*/ 74 w 80"/>
                    <a:gd name="T3" fmla="*/ 45 h 45"/>
                    <a:gd name="T4" fmla="*/ 73 w 80"/>
                    <a:gd name="T5" fmla="*/ 43 h 45"/>
                    <a:gd name="T6" fmla="*/ 75 w 80"/>
                    <a:gd name="T7" fmla="*/ 43 h 45"/>
                    <a:gd name="T8" fmla="*/ 76 w 80"/>
                    <a:gd name="T9" fmla="*/ 43 h 45"/>
                    <a:gd name="T10" fmla="*/ 80 w 80"/>
                    <a:gd name="T11" fmla="*/ 44 h 45"/>
                    <a:gd name="T12" fmla="*/ 41 w 80"/>
                    <a:gd name="T13" fmla="*/ 3 h 45"/>
                    <a:gd name="T14" fmla="*/ 36 w 80"/>
                    <a:gd name="T15" fmla="*/ 6 h 45"/>
                    <a:gd name="T16" fmla="*/ 30 w 80"/>
                    <a:gd name="T17" fmla="*/ 14 h 45"/>
                    <a:gd name="T18" fmla="*/ 25 w 80"/>
                    <a:gd name="T19" fmla="*/ 12 h 45"/>
                    <a:gd name="T20" fmla="*/ 14 w 80"/>
                    <a:gd name="T21" fmla="*/ 11 h 45"/>
                    <a:gd name="T22" fmla="*/ 4 w 80"/>
                    <a:gd name="T23" fmla="*/ 11 h 45"/>
                    <a:gd name="T24" fmla="*/ 3 w 80"/>
                    <a:gd name="T25" fmla="*/ 15 h 45"/>
                    <a:gd name="T26" fmla="*/ 3 w 80"/>
                    <a:gd name="T27" fmla="*/ 17 h 45"/>
                    <a:gd name="T28" fmla="*/ 0 w 80"/>
                    <a:gd name="T29" fmla="*/ 19 h 45"/>
                    <a:gd name="T30" fmla="*/ 0 w 80"/>
                    <a:gd name="T31" fmla="*/ 19 h 45"/>
                    <a:gd name="T32" fmla="*/ 1 w 80"/>
                    <a:gd name="T33" fmla="*/ 30 h 45"/>
                    <a:gd name="T34" fmla="*/ 2 w 80"/>
                    <a:gd name="T35" fmla="*/ 36 h 45"/>
                    <a:gd name="T36" fmla="*/ 3 w 80"/>
                    <a:gd name="T37" fmla="*/ 41 h 45"/>
                    <a:gd name="T38" fmla="*/ 6 w 80"/>
                    <a:gd name="T39" fmla="*/ 43 h 45"/>
                    <a:gd name="T40" fmla="*/ 11 w 80"/>
                    <a:gd name="T41" fmla="*/ 43 h 45"/>
                    <a:gd name="T42" fmla="*/ 14 w 80"/>
                    <a:gd name="T43" fmla="*/ 42 h 45"/>
                    <a:gd name="T44" fmla="*/ 20 w 80"/>
                    <a:gd name="T45" fmla="*/ 38 h 45"/>
                    <a:gd name="T46" fmla="*/ 27 w 80"/>
                    <a:gd name="T47" fmla="*/ 37 h 45"/>
                    <a:gd name="T48" fmla="*/ 31 w 80"/>
                    <a:gd name="T49" fmla="*/ 36 h 45"/>
                    <a:gd name="T50" fmla="*/ 33 w 80"/>
                    <a:gd name="T51" fmla="*/ 35 h 45"/>
                    <a:gd name="T52" fmla="*/ 38 w 80"/>
                    <a:gd name="T53" fmla="*/ 34 h 45"/>
                    <a:gd name="T54" fmla="*/ 42 w 80"/>
                    <a:gd name="T55" fmla="*/ 32 h 45"/>
                    <a:gd name="T56" fmla="*/ 44 w 80"/>
                    <a:gd name="T57" fmla="*/ 30 h 45"/>
                    <a:gd name="T58" fmla="*/ 49 w 80"/>
                    <a:gd name="T59" fmla="*/ 28 h 45"/>
                    <a:gd name="T60" fmla="*/ 53 w 80"/>
                    <a:gd name="T61" fmla="*/ 27 h 45"/>
                    <a:gd name="T62" fmla="*/ 55 w 80"/>
                    <a:gd name="T63" fmla="*/ 26 h 45"/>
                    <a:gd name="T64" fmla="*/ 61 w 80"/>
                    <a:gd name="T65" fmla="*/ 24 h 45"/>
                    <a:gd name="T66" fmla="*/ 64 w 80"/>
                    <a:gd name="T67" fmla="*/ 23 h 45"/>
                    <a:gd name="T68" fmla="*/ 65 w 80"/>
                    <a:gd name="T69" fmla="*/ 21 h 45"/>
                    <a:gd name="T70" fmla="*/ 65 w 80"/>
                    <a:gd name="T71" fmla="*/ 18 h 45"/>
                    <a:gd name="T72" fmla="*/ 69 w 80"/>
                    <a:gd name="T73" fmla="*/ 15 h 45"/>
                    <a:gd name="T74" fmla="*/ 62 w 80"/>
                    <a:gd name="T75" fmla="*/ 0 h 45"/>
                    <a:gd name="T76" fmla="*/ 51 w 80"/>
                    <a:gd name="T77" fmla="*/ 2 h 45"/>
                    <a:gd name="T78" fmla="*/ 41 w 80"/>
                    <a:gd name="T79"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45">
                      <a:moveTo>
                        <a:pt x="80" y="44"/>
                      </a:moveTo>
                      <a:cubicBezTo>
                        <a:pt x="78" y="45"/>
                        <a:pt x="76" y="45"/>
                        <a:pt x="74" y="45"/>
                      </a:cubicBezTo>
                      <a:cubicBezTo>
                        <a:pt x="74" y="45"/>
                        <a:pt x="73" y="45"/>
                        <a:pt x="73" y="43"/>
                      </a:cubicBezTo>
                      <a:cubicBezTo>
                        <a:pt x="73" y="42"/>
                        <a:pt x="74" y="43"/>
                        <a:pt x="75" y="43"/>
                      </a:cubicBezTo>
                      <a:cubicBezTo>
                        <a:pt x="75" y="43"/>
                        <a:pt x="76" y="44"/>
                        <a:pt x="76" y="43"/>
                      </a:cubicBezTo>
                      <a:cubicBezTo>
                        <a:pt x="78" y="42"/>
                        <a:pt x="79" y="43"/>
                        <a:pt x="80" y="44"/>
                      </a:cubicBezTo>
                      <a:close/>
                      <a:moveTo>
                        <a:pt x="41" y="3"/>
                      </a:moveTo>
                      <a:cubicBezTo>
                        <a:pt x="41" y="3"/>
                        <a:pt x="37" y="6"/>
                        <a:pt x="36" y="6"/>
                      </a:cubicBezTo>
                      <a:cubicBezTo>
                        <a:pt x="36" y="6"/>
                        <a:pt x="30" y="14"/>
                        <a:pt x="30" y="14"/>
                      </a:cubicBezTo>
                      <a:cubicBezTo>
                        <a:pt x="30" y="15"/>
                        <a:pt x="25" y="12"/>
                        <a:pt x="25" y="12"/>
                      </a:cubicBezTo>
                      <a:cubicBezTo>
                        <a:pt x="24" y="12"/>
                        <a:pt x="14" y="11"/>
                        <a:pt x="14" y="11"/>
                      </a:cubicBezTo>
                      <a:cubicBezTo>
                        <a:pt x="4" y="11"/>
                        <a:pt x="4" y="11"/>
                        <a:pt x="4" y="11"/>
                      </a:cubicBezTo>
                      <a:cubicBezTo>
                        <a:pt x="4" y="11"/>
                        <a:pt x="3" y="15"/>
                        <a:pt x="3" y="15"/>
                      </a:cubicBezTo>
                      <a:cubicBezTo>
                        <a:pt x="3" y="16"/>
                        <a:pt x="3" y="17"/>
                        <a:pt x="3" y="17"/>
                      </a:cubicBezTo>
                      <a:cubicBezTo>
                        <a:pt x="3" y="17"/>
                        <a:pt x="1" y="18"/>
                        <a:pt x="0" y="19"/>
                      </a:cubicBezTo>
                      <a:cubicBezTo>
                        <a:pt x="0" y="19"/>
                        <a:pt x="0" y="19"/>
                        <a:pt x="0" y="19"/>
                      </a:cubicBezTo>
                      <a:cubicBezTo>
                        <a:pt x="1" y="23"/>
                        <a:pt x="0" y="26"/>
                        <a:pt x="1" y="30"/>
                      </a:cubicBezTo>
                      <a:cubicBezTo>
                        <a:pt x="1" y="31"/>
                        <a:pt x="2" y="35"/>
                        <a:pt x="2" y="36"/>
                      </a:cubicBezTo>
                      <a:cubicBezTo>
                        <a:pt x="3" y="37"/>
                        <a:pt x="3" y="40"/>
                        <a:pt x="3" y="41"/>
                      </a:cubicBezTo>
                      <a:cubicBezTo>
                        <a:pt x="4" y="42"/>
                        <a:pt x="5" y="43"/>
                        <a:pt x="6" y="43"/>
                      </a:cubicBezTo>
                      <a:cubicBezTo>
                        <a:pt x="7" y="43"/>
                        <a:pt x="10" y="44"/>
                        <a:pt x="11" y="43"/>
                      </a:cubicBezTo>
                      <a:cubicBezTo>
                        <a:pt x="12" y="43"/>
                        <a:pt x="14" y="42"/>
                        <a:pt x="14" y="42"/>
                      </a:cubicBezTo>
                      <a:cubicBezTo>
                        <a:pt x="16" y="42"/>
                        <a:pt x="18" y="40"/>
                        <a:pt x="20" y="38"/>
                      </a:cubicBezTo>
                      <a:cubicBezTo>
                        <a:pt x="22" y="37"/>
                        <a:pt x="25" y="37"/>
                        <a:pt x="27" y="37"/>
                      </a:cubicBezTo>
                      <a:cubicBezTo>
                        <a:pt x="28" y="37"/>
                        <a:pt x="30" y="37"/>
                        <a:pt x="31" y="36"/>
                      </a:cubicBezTo>
                      <a:cubicBezTo>
                        <a:pt x="32" y="36"/>
                        <a:pt x="33" y="36"/>
                        <a:pt x="33" y="35"/>
                      </a:cubicBezTo>
                      <a:cubicBezTo>
                        <a:pt x="35" y="34"/>
                        <a:pt x="36" y="33"/>
                        <a:pt x="38" y="34"/>
                      </a:cubicBezTo>
                      <a:cubicBezTo>
                        <a:pt x="39" y="34"/>
                        <a:pt x="41" y="34"/>
                        <a:pt x="42" y="32"/>
                      </a:cubicBezTo>
                      <a:cubicBezTo>
                        <a:pt x="43" y="32"/>
                        <a:pt x="43" y="30"/>
                        <a:pt x="44" y="30"/>
                      </a:cubicBezTo>
                      <a:cubicBezTo>
                        <a:pt x="46" y="29"/>
                        <a:pt x="47" y="28"/>
                        <a:pt x="49" y="28"/>
                      </a:cubicBezTo>
                      <a:cubicBezTo>
                        <a:pt x="51" y="28"/>
                        <a:pt x="52" y="27"/>
                        <a:pt x="53" y="27"/>
                      </a:cubicBezTo>
                      <a:cubicBezTo>
                        <a:pt x="53" y="26"/>
                        <a:pt x="54" y="26"/>
                        <a:pt x="55" y="26"/>
                      </a:cubicBezTo>
                      <a:cubicBezTo>
                        <a:pt x="57" y="26"/>
                        <a:pt x="59" y="25"/>
                        <a:pt x="61" y="24"/>
                      </a:cubicBezTo>
                      <a:cubicBezTo>
                        <a:pt x="62" y="24"/>
                        <a:pt x="63" y="23"/>
                        <a:pt x="64" y="23"/>
                      </a:cubicBezTo>
                      <a:cubicBezTo>
                        <a:pt x="65" y="22"/>
                        <a:pt x="65" y="22"/>
                        <a:pt x="65" y="21"/>
                      </a:cubicBezTo>
                      <a:cubicBezTo>
                        <a:pt x="64" y="20"/>
                        <a:pt x="64" y="19"/>
                        <a:pt x="65" y="18"/>
                      </a:cubicBezTo>
                      <a:cubicBezTo>
                        <a:pt x="67" y="17"/>
                        <a:pt x="68" y="16"/>
                        <a:pt x="69" y="15"/>
                      </a:cubicBezTo>
                      <a:cubicBezTo>
                        <a:pt x="62" y="0"/>
                        <a:pt x="62" y="0"/>
                        <a:pt x="62" y="0"/>
                      </a:cubicBezTo>
                      <a:cubicBezTo>
                        <a:pt x="62" y="0"/>
                        <a:pt x="51" y="2"/>
                        <a:pt x="51" y="2"/>
                      </a:cubicBezTo>
                      <a:cubicBezTo>
                        <a:pt x="51" y="2"/>
                        <a:pt x="41" y="3"/>
                        <a:pt x="41" y="3"/>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1" name="Freeform 829">
                  <a:extLst>
                    <a:ext uri="{FF2B5EF4-FFF2-40B4-BE49-F238E27FC236}">
                      <a16:creationId xmlns:a16="http://schemas.microsoft.com/office/drawing/2014/main" id="{D37DB448-81B4-0E10-D8AD-DD0C3BDFE779}"/>
                    </a:ext>
                  </a:extLst>
                </p:cNvPr>
                <p:cNvSpPr>
                  <a:spLocks noEditPoints="1"/>
                </p:cNvSpPr>
                <p:nvPr/>
              </p:nvSpPr>
              <p:spPr bwMode="auto">
                <a:xfrm>
                  <a:off x="6100763" y="3575050"/>
                  <a:ext cx="536575" cy="230188"/>
                </a:xfrm>
                <a:custGeom>
                  <a:avLst/>
                  <a:gdLst>
                    <a:gd name="T0" fmla="*/ 16 w 129"/>
                    <a:gd name="T1" fmla="*/ 4 h 55"/>
                    <a:gd name="T2" fmla="*/ 22 w 129"/>
                    <a:gd name="T3" fmla="*/ 10 h 55"/>
                    <a:gd name="T4" fmla="*/ 15 w 129"/>
                    <a:gd name="T5" fmla="*/ 10 h 55"/>
                    <a:gd name="T6" fmla="*/ 11 w 129"/>
                    <a:gd name="T7" fmla="*/ 12 h 55"/>
                    <a:gd name="T8" fmla="*/ 4 w 129"/>
                    <a:gd name="T9" fmla="*/ 18 h 55"/>
                    <a:gd name="T10" fmla="*/ 8 w 129"/>
                    <a:gd name="T11" fmla="*/ 13 h 55"/>
                    <a:gd name="T12" fmla="*/ 4 w 129"/>
                    <a:gd name="T13" fmla="*/ 11 h 55"/>
                    <a:gd name="T14" fmla="*/ 6 w 129"/>
                    <a:gd name="T15" fmla="*/ 7 h 55"/>
                    <a:gd name="T16" fmla="*/ 4 w 129"/>
                    <a:gd name="T17" fmla="*/ 3 h 55"/>
                    <a:gd name="T18" fmla="*/ 10 w 129"/>
                    <a:gd name="T19" fmla="*/ 1 h 55"/>
                    <a:gd name="T20" fmla="*/ 13 w 129"/>
                    <a:gd name="T21" fmla="*/ 2 h 55"/>
                    <a:gd name="T22" fmla="*/ 126 w 129"/>
                    <a:gd name="T23" fmla="*/ 19 h 55"/>
                    <a:gd name="T24" fmla="*/ 122 w 129"/>
                    <a:gd name="T25" fmla="*/ 12 h 55"/>
                    <a:gd name="T26" fmla="*/ 118 w 129"/>
                    <a:gd name="T27" fmla="*/ 7 h 55"/>
                    <a:gd name="T28" fmla="*/ 114 w 129"/>
                    <a:gd name="T29" fmla="*/ 5 h 55"/>
                    <a:gd name="T30" fmla="*/ 107 w 129"/>
                    <a:gd name="T31" fmla="*/ 5 h 55"/>
                    <a:gd name="T32" fmla="*/ 95 w 129"/>
                    <a:gd name="T33" fmla="*/ 10 h 55"/>
                    <a:gd name="T34" fmla="*/ 89 w 129"/>
                    <a:gd name="T35" fmla="*/ 10 h 55"/>
                    <a:gd name="T36" fmla="*/ 83 w 129"/>
                    <a:gd name="T37" fmla="*/ 10 h 55"/>
                    <a:gd name="T38" fmla="*/ 77 w 129"/>
                    <a:gd name="T39" fmla="*/ 8 h 55"/>
                    <a:gd name="T40" fmla="*/ 71 w 129"/>
                    <a:gd name="T41" fmla="*/ 5 h 55"/>
                    <a:gd name="T42" fmla="*/ 64 w 129"/>
                    <a:gd name="T43" fmla="*/ 2 h 55"/>
                    <a:gd name="T44" fmla="*/ 55 w 129"/>
                    <a:gd name="T45" fmla="*/ 1 h 55"/>
                    <a:gd name="T46" fmla="*/ 41 w 129"/>
                    <a:gd name="T47" fmla="*/ 6 h 55"/>
                    <a:gd name="T48" fmla="*/ 34 w 129"/>
                    <a:gd name="T49" fmla="*/ 9 h 55"/>
                    <a:gd name="T50" fmla="*/ 24 w 129"/>
                    <a:gd name="T51" fmla="*/ 8 h 55"/>
                    <a:gd name="T52" fmla="*/ 27 w 129"/>
                    <a:gd name="T53" fmla="*/ 12 h 55"/>
                    <a:gd name="T54" fmla="*/ 23 w 129"/>
                    <a:gd name="T55" fmla="*/ 15 h 55"/>
                    <a:gd name="T56" fmla="*/ 15 w 129"/>
                    <a:gd name="T57" fmla="*/ 16 h 55"/>
                    <a:gd name="T58" fmla="*/ 6 w 129"/>
                    <a:gd name="T59" fmla="*/ 16 h 55"/>
                    <a:gd name="T60" fmla="*/ 3 w 129"/>
                    <a:gd name="T61" fmla="*/ 20 h 55"/>
                    <a:gd name="T62" fmla="*/ 7 w 129"/>
                    <a:gd name="T63" fmla="*/ 25 h 55"/>
                    <a:gd name="T64" fmla="*/ 9 w 129"/>
                    <a:gd name="T65" fmla="*/ 29 h 55"/>
                    <a:gd name="T66" fmla="*/ 7 w 129"/>
                    <a:gd name="T67" fmla="*/ 32 h 55"/>
                    <a:gd name="T68" fmla="*/ 6 w 129"/>
                    <a:gd name="T69" fmla="*/ 33 h 55"/>
                    <a:gd name="T70" fmla="*/ 9 w 129"/>
                    <a:gd name="T71" fmla="*/ 36 h 55"/>
                    <a:gd name="T72" fmla="*/ 10 w 129"/>
                    <a:gd name="T73" fmla="*/ 39 h 55"/>
                    <a:gd name="T74" fmla="*/ 12 w 129"/>
                    <a:gd name="T75" fmla="*/ 42 h 55"/>
                    <a:gd name="T76" fmla="*/ 18 w 129"/>
                    <a:gd name="T77" fmla="*/ 44 h 55"/>
                    <a:gd name="T78" fmla="*/ 18 w 129"/>
                    <a:gd name="T79" fmla="*/ 46 h 55"/>
                    <a:gd name="T80" fmla="*/ 23 w 129"/>
                    <a:gd name="T81" fmla="*/ 48 h 55"/>
                    <a:gd name="T82" fmla="*/ 31 w 129"/>
                    <a:gd name="T83" fmla="*/ 51 h 55"/>
                    <a:gd name="T84" fmla="*/ 35 w 129"/>
                    <a:gd name="T85" fmla="*/ 46 h 55"/>
                    <a:gd name="T86" fmla="*/ 51 w 129"/>
                    <a:gd name="T87" fmla="*/ 52 h 55"/>
                    <a:gd name="T88" fmla="*/ 57 w 129"/>
                    <a:gd name="T89" fmla="*/ 49 h 55"/>
                    <a:gd name="T90" fmla="*/ 66 w 129"/>
                    <a:gd name="T91" fmla="*/ 48 h 55"/>
                    <a:gd name="T92" fmla="*/ 71 w 129"/>
                    <a:gd name="T93" fmla="*/ 46 h 55"/>
                    <a:gd name="T94" fmla="*/ 70 w 129"/>
                    <a:gd name="T95" fmla="*/ 54 h 55"/>
                    <a:gd name="T96" fmla="*/ 74 w 129"/>
                    <a:gd name="T97" fmla="*/ 51 h 55"/>
                    <a:gd name="T98" fmla="*/ 76 w 129"/>
                    <a:gd name="T99" fmla="*/ 47 h 55"/>
                    <a:gd name="T100" fmla="*/ 85 w 129"/>
                    <a:gd name="T101" fmla="*/ 46 h 55"/>
                    <a:gd name="T102" fmla="*/ 101 w 129"/>
                    <a:gd name="T103" fmla="*/ 44 h 55"/>
                    <a:gd name="T104" fmla="*/ 112 w 129"/>
                    <a:gd name="T105" fmla="*/ 43 h 55"/>
                    <a:gd name="T106" fmla="*/ 120 w 129"/>
                    <a:gd name="T107" fmla="*/ 42 h 55"/>
                    <a:gd name="T108" fmla="*/ 125 w 129"/>
                    <a:gd name="T109" fmla="*/ 45 h 55"/>
                    <a:gd name="T110" fmla="*/ 129 w 129"/>
                    <a:gd name="T111" fmla="*/ 42 h 55"/>
                    <a:gd name="T112" fmla="*/ 127 w 129"/>
                    <a:gd name="T113" fmla="*/ 39 h 55"/>
                    <a:gd name="T114" fmla="*/ 126 w 129"/>
                    <a:gd name="T115" fmla="*/ 34 h 55"/>
                    <a:gd name="T116" fmla="*/ 124 w 129"/>
                    <a:gd name="T117" fmla="*/ 26 h 55"/>
                    <a:gd name="T118" fmla="*/ 129 w 129"/>
                    <a:gd name="T119" fmla="*/ 22 h 55"/>
                    <a:gd name="T120" fmla="*/ 0 w 129"/>
                    <a:gd name="T121" fmla="*/ 17 h 55"/>
                    <a:gd name="T122" fmla="*/ 1 w 129"/>
                    <a:gd name="T123" fmla="*/ 17 h 55"/>
                    <a:gd name="T124" fmla="*/ 12 w 129"/>
                    <a:gd name="T125" fmla="*/ 4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 h="55">
                      <a:moveTo>
                        <a:pt x="15" y="1"/>
                      </a:moveTo>
                      <a:cubicBezTo>
                        <a:pt x="15" y="1"/>
                        <a:pt x="15" y="1"/>
                        <a:pt x="16" y="1"/>
                      </a:cubicBezTo>
                      <a:cubicBezTo>
                        <a:pt x="16" y="2"/>
                        <a:pt x="16" y="2"/>
                        <a:pt x="16" y="2"/>
                      </a:cubicBezTo>
                      <a:cubicBezTo>
                        <a:pt x="16" y="3"/>
                        <a:pt x="16" y="4"/>
                        <a:pt x="16" y="4"/>
                      </a:cubicBezTo>
                      <a:cubicBezTo>
                        <a:pt x="17" y="5"/>
                        <a:pt x="19" y="6"/>
                        <a:pt x="20" y="7"/>
                      </a:cubicBezTo>
                      <a:cubicBezTo>
                        <a:pt x="21" y="7"/>
                        <a:pt x="22" y="7"/>
                        <a:pt x="22" y="8"/>
                      </a:cubicBezTo>
                      <a:cubicBezTo>
                        <a:pt x="23" y="8"/>
                        <a:pt x="23" y="8"/>
                        <a:pt x="23" y="9"/>
                      </a:cubicBezTo>
                      <a:cubicBezTo>
                        <a:pt x="22" y="9"/>
                        <a:pt x="22" y="10"/>
                        <a:pt x="22" y="10"/>
                      </a:cubicBezTo>
                      <a:cubicBezTo>
                        <a:pt x="21" y="10"/>
                        <a:pt x="20" y="10"/>
                        <a:pt x="20" y="10"/>
                      </a:cubicBezTo>
                      <a:cubicBezTo>
                        <a:pt x="20" y="10"/>
                        <a:pt x="19" y="10"/>
                        <a:pt x="18" y="10"/>
                      </a:cubicBezTo>
                      <a:cubicBezTo>
                        <a:pt x="18" y="9"/>
                        <a:pt x="17" y="9"/>
                        <a:pt x="16" y="9"/>
                      </a:cubicBezTo>
                      <a:cubicBezTo>
                        <a:pt x="16" y="10"/>
                        <a:pt x="16" y="10"/>
                        <a:pt x="15" y="10"/>
                      </a:cubicBezTo>
                      <a:cubicBezTo>
                        <a:pt x="15" y="10"/>
                        <a:pt x="15" y="10"/>
                        <a:pt x="14" y="10"/>
                      </a:cubicBezTo>
                      <a:cubicBezTo>
                        <a:pt x="14" y="10"/>
                        <a:pt x="13" y="10"/>
                        <a:pt x="12" y="10"/>
                      </a:cubicBezTo>
                      <a:cubicBezTo>
                        <a:pt x="12" y="10"/>
                        <a:pt x="12" y="11"/>
                        <a:pt x="12" y="11"/>
                      </a:cubicBezTo>
                      <a:cubicBezTo>
                        <a:pt x="12" y="12"/>
                        <a:pt x="11" y="12"/>
                        <a:pt x="11" y="12"/>
                      </a:cubicBezTo>
                      <a:cubicBezTo>
                        <a:pt x="10" y="13"/>
                        <a:pt x="10" y="13"/>
                        <a:pt x="9" y="14"/>
                      </a:cubicBezTo>
                      <a:cubicBezTo>
                        <a:pt x="8" y="14"/>
                        <a:pt x="7" y="14"/>
                        <a:pt x="7" y="15"/>
                      </a:cubicBezTo>
                      <a:cubicBezTo>
                        <a:pt x="6" y="15"/>
                        <a:pt x="6" y="16"/>
                        <a:pt x="5" y="17"/>
                      </a:cubicBezTo>
                      <a:cubicBezTo>
                        <a:pt x="5" y="17"/>
                        <a:pt x="4" y="18"/>
                        <a:pt x="4" y="18"/>
                      </a:cubicBezTo>
                      <a:cubicBezTo>
                        <a:pt x="3" y="18"/>
                        <a:pt x="3" y="18"/>
                        <a:pt x="4" y="17"/>
                      </a:cubicBezTo>
                      <a:cubicBezTo>
                        <a:pt x="4" y="17"/>
                        <a:pt x="4" y="16"/>
                        <a:pt x="4" y="16"/>
                      </a:cubicBezTo>
                      <a:cubicBezTo>
                        <a:pt x="5" y="15"/>
                        <a:pt x="6" y="15"/>
                        <a:pt x="6" y="14"/>
                      </a:cubicBezTo>
                      <a:cubicBezTo>
                        <a:pt x="7" y="14"/>
                        <a:pt x="8" y="14"/>
                        <a:pt x="8" y="13"/>
                      </a:cubicBezTo>
                      <a:cubicBezTo>
                        <a:pt x="7" y="13"/>
                        <a:pt x="6" y="13"/>
                        <a:pt x="6" y="13"/>
                      </a:cubicBezTo>
                      <a:cubicBezTo>
                        <a:pt x="5" y="14"/>
                        <a:pt x="5" y="14"/>
                        <a:pt x="4" y="14"/>
                      </a:cubicBezTo>
                      <a:cubicBezTo>
                        <a:pt x="3" y="14"/>
                        <a:pt x="3" y="13"/>
                        <a:pt x="3" y="12"/>
                      </a:cubicBezTo>
                      <a:cubicBezTo>
                        <a:pt x="3" y="12"/>
                        <a:pt x="3" y="11"/>
                        <a:pt x="4" y="11"/>
                      </a:cubicBezTo>
                      <a:cubicBezTo>
                        <a:pt x="4" y="10"/>
                        <a:pt x="5" y="11"/>
                        <a:pt x="5" y="10"/>
                      </a:cubicBezTo>
                      <a:cubicBezTo>
                        <a:pt x="5" y="9"/>
                        <a:pt x="4" y="9"/>
                        <a:pt x="4" y="8"/>
                      </a:cubicBezTo>
                      <a:cubicBezTo>
                        <a:pt x="5" y="8"/>
                        <a:pt x="5" y="8"/>
                        <a:pt x="6" y="7"/>
                      </a:cubicBezTo>
                      <a:cubicBezTo>
                        <a:pt x="6" y="7"/>
                        <a:pt x="6" y="7"/>
                        <a:pt x="6" y="7"/>
                      </a:cubicBezTo>
                      <a:cubicBezTo>
                        <a:pt x="6" y="7"/>
                        <a:pt x="6" y="7"/>
                        <a:pt x="6" y="7"/>
                      </a:cubicBezTo>
                      <a:cubicBezTo>
                        <a:pt x="7" y="7"/>
                        <a:pt x="7" y="6"/>
                        <a:pt x="7" y="6"/>
                      </a:cubicBezTo>
                      <a:cubicBezTo>
                        <a:pt x="6" y="5"/>
                        <a:pt x="6" y="5"/>
                        <a:pt x="6" y="4"/>
                      </a:cubicBezTo>
                      <a:cubicBezTo>
                        <a:pt x="5" y="4"/>
                        <a:pt x="5" y="4"/>
                        <a:pt x="4" y="3"/>
                      </a:cubicBezTo>
                      <a:cubicBezTo>
                        <a:pt x="4" y="3"/>
                        <a:pt x="5" y="3"/>
                        <a:pt x="6" y="3"/>
                      </a:cubicBezTo>
                      <a:cubicBezTo>
                        <a:pt x="6" y="2"/>
                        <a:pt x="6" y="2"/>
                        <a:pt x="6" y="2"/>
                      </a:cubicBezTo>
                      <a:cubicBezTo>
                        <a:pt x="7" y="1"/>
                        <a:pt x="9" y="2"/>
                        <a:pt x="10" y="0"/>
                      </a:cubicBezTo>
                      <a:cubicBezTo>
                        <a:pt x="10" y="0"/>
                        <a:pt x="10" y="0"/>
                        <a:pt x="10" y="1"/>
                      </a:cubicBezTo>
                      <a:cubicBezTo>
                        <a:pt x="11" y="1"/>
                        <a:pt x="11" y="0"/>
                        <a:pt x="11" y="0"/>
                      </a:cubicBezTo>
                      <a:cubicBezTo>
                        <a:pt x="11" y="0"/>
                        <a:pt x="11" y="0"/>
                        <a:pt x="11" y="0"/>
                      </a:cubicBezTo>
                      <a:cubicBezTo>
                        <a:pt x="12" y="1"/>
                        <a:pt x="12" y="1"/>
                        <a:pt x="12" y="1"/>
                      </a:cubicBezTo>
                      <a:cubicBezTo>
                        <a:pt x="12" y="1"/>
                        <a:pt x="12" y="2"/>
                        <a:pt x="13" y="2"/>
                      </a:cubicBezTo>
                      <a:cubicBezTo>
                        <a:pt x="13" y="2"/>
                        <a:pt x="13" y="2"/>
                        <a:pt x="14" y="1"/>
                      </a:cubicBezTo>
                      <a:cubicBezTo>
                        <a:pt x="14" y="1"/>
                        <a:pt x="14" y="2"/>
                        <a:pt x="15" y="1"/>
                      </a:cubicBezTo>
                      <a:close/>
                      <a:moveTo>
                        <a:pt x="128" y="20"/>
                      </a:moveTo>
                      <a:cubicBezTo>
                        <a:pt x="127" y="20"/>
                        <a:pt x="127" y="19"/>
                        <a:pt x="126" y="19"/>
                      </a:cubicBezTo>
                      <a:cubicBezTo>
                        <a:pt x="126" y="18"/>
                        <a:pt x="125" y="19"/>
                        <a:pt x="124" y="19"/>
                      </a:cubicBezTo>
                      <a:cubicBezTo>
                        <a:pt x="122" y="19"/>
                        <a:pt x="122" y="18"/>
                        <a:pt x="121" y="16"/>
                      </a:cubicBezTo>
                      <a:cubicBezTo>
                        <a:pt x="121" y="16"/>
                        <a:pt x="121" y="15"/>
                        <a:pt x="121" y="14"/>
                      </a:cubicBezTo>
                      <a:cubicBezTo>
                        <a:pt x="121" y="13"/>
                        <a:pt x="122" y="13"/>
                        <a:pt x="122" y="12"/>
                      </a:cubicBezTo>
                      <a:cubicBezTo>
                        <a:pt x="121" y="11"/>
                        <a:pt x="121" y="11"/>
                        <a:pt x="120" y="10"/>
                      </a:cubicBezTo>
                      <a:cubicBezTo>
                        <a:pt x="120" y="10"/>
                        <a:pt x="120" y="9"/>
                        <a:pt x="120" y="8"/>
                      </a:cubicBezTo>
                      <a:cubicBezTo>
                        <a:pt x="119" y="8"/>
                        <a:pt x="118" y="9"/>
                        <a:pt x="118" y="8"/>
                      </a:cubicBezTo>
                      <a:cubicBezTo>
                        <a:pt x="118" y="8"/>
                        <a:pt x="118" y="7"/>
                        <a:pt x="118" y="7"/>
                      </a:cubicBezTo>
                      <a:cubicBezTo>
                        <a:pt x="118" y="7"/>
                        <a:pt x="117" y="7"/>
                        <a:pt x="117" y="7"/>
                      </a:cubicBezTo>
                      <a:cubicBezTo>
                        <a:pt x="117" y="6"/>
                        <a:pt x="116" y="6"/>
                        <a:pt x="116" y="5"/>
                      </a:cubicBezTo>
                      <a:cubicBezTo>
                        <a:pt x="115" y="5"/>
                        <a:pt x="116" y="5"/>
                        <a:pt x="116" y="5"/>
                      </a:cubicBezTo>
                      <a:cubicBezTo>
                        <a:pt x="115" y="5"/>
                        <a:pt x="115" y="5"/>
                        <a:pt x="114" y="5"/>
                      </a:cubicBezTo>
                      <a:cubicBezTo>
                        <a:pt x="114" y="5"/>
                        <a:pt x="114" y="5"/>
                        <a:pt x="113" y="6"/>
                      </a:cubicBezTo>
                      <a:cubicBezTo>
                        <a:pt x="113" y="6"/>
                        <a:pt x="112" y="6"/>
                        <a:pt x="112" y="6"/>
                      </a:cubicBezTo>
                      <a:cubicBezTo>
                        <a:pt x="111" y="5"/>
                        <a:pt x="110" y="6"/>
                        <a:pt x="109" y="6"/>
                      </a:cubicBezTo>
                      <a:cubicBezTo>
                        <a:pt x="108" y="6"/>
                        <a:pt x="108" y="6"/>
                        <a:pt x="107" y="5"/>
                      </a:cubicBezTo>
                      <a:cubicBezTo>
                        <a:pt x="106" y="7"/>
                        <a:pt x="104" y="8"/>
                        <a:pt x="102" y="9"/>
                      </a:cubicBezTo>
                      <a:cubicBezTo>
                        <a:pt x="101" y="9"/>
                        <a:pt x="100" y="10"/>
                        <a:pt x="99" y="10"/>
                      </a:cubicBezTo>
                      <a:cubicBezTo>
                        <a:pt x="98" y="11"/>
                        <a:pt x="97" y="10"/>
                        <a:pt x="96" y="10"/>
                      </a:cubicBezTo>
                      <a:cubicBezTo>
                        <a:pt x="96" y="10"/>
                        <a:pt x="95" y="10"/>
                        <a:pt x="95" y="10"/>
                      </a:cubicBezTo>
                      <a:cubicBezTo>
                        <a:pt x="95" y="10"/>
                        <a:pt x="94" y="10"/>
                        <a:pt x="94" y="9"/>
                      </a:cubicBezTo>
                      <a:cubicBezTo>
                        <a:pt x="93" y="9"/>
                        <a:pt x="92" y="9"/>
                        <a:pt x="92" y="9"/>
                      </a:cubicBezTo>
                      <a:cubicBezTo>
                        <a:pt x="91" y="9"/>
                        <a:pt x="91" y="9"/>
                        <a:pt x="90" y="10"/>
                      </a:cubicBezTo>
                      <a:cubicBezTo>
                        <a:pt x="90" y="10"/>
                        <a:pt x="89" y="10"/>
                        <a:pt x="89" y="10"/>
                      </a:cubicBezTo>
                      <a:cubicBezTo>
                        <a:pt x="88" y="10"/>
                        <a:pt x="88" y="10"/>
                        <a:pt x="87" y="10"/>
                      </a:cubicBezTo>
                      <a:cubicBezTo>
                        <a:pt x="87" y="10"/>
                        <a:pt x="87" y="11"/>
                        <a:pt x="86" y="11"/>
                      </a:cubicBezTo>
                      <a:cubicBezTo>
                        <a:pt x="86" y="11"/>
                        <a:pt x="86" y="11"/>
                        <a:pt x="86" y="11"/>
                      </a:cubicBezTo>
                      <a:cubicBezTo>
                        <a:pt x="85" y="11"/>
                        <a:pt x="84" y="10"/>
                        <a:pt x="83" y="10"/>
                      </a:cubicBezTo>
                      <a:cubicBezTo>
                        <a:pt x="83" y="10"/>
                        <a:pt x="82" y="10"/>
                        <a:pt x="82" y="9"/>
                      </a:cubicBezTo>
                      <a:cubicBezTo>
                        <a:pt x="81" y="9"/>
                        <a:pt x="81" y="10"/>
                        <a:pt x="80" y="10"/>
                      </a:cubicBezTo>
                      <a:cubicBezTo>
                        <a:pt x="79" y="10"/>
                        <a:pt x="79" y="9"/>
                        <a:pt x="78" y="9"/>
                      </a:cubicBezTo>
                      <a:cubicBezTo>
                        <a:pt x="77" y="9"/>
                        <a:pt x="78" y="9"/>
                        <a:pt x="77" y="8"/>
                      </a:cubicBezTo>
                      <a:cubicBezTo>
                        <a:pt x="77" y="8"/>
                        <a:pt x="76" y="7"/>
                        <a:pt x="76" y="7"/>
                      </a:cubicBezTo>
                      <a:cubicBezTo>
                        <a:pt x="75" y="7"/>
                        <a:pt x="74" y="7"/>
                        <a:pt x="74" y="7"/>
                      </a:cubicBezTo>
                      <a:cubicBezTo>
                        <a:pt x="73" y="7"/>
                        <a:pt x="74" y="8"/>
                        <a:pt x="73" y="8"/>
                      </a:cubicBezTo>
                      <a:cubicBezTo>
                        <a:pt x="72" y="8"/>
                        <a:pt x="71" y="6"/>
                        <a:pt x="71" y="5"/>
                      </a:cubicBezTo>
                      <a:cubicBezTo>
                        <a:pt x="70" y="4"/>
                        <a:pt x="70" y="3"/>
                        <a:pt x="69" y="4"/>
                      </a:cubicBezTo>
                      <a:cubicBezTo>
                        <a:pt x="68" y="4"/>
                        <a:pt x="68" y="4"/>
                        <a:pt x="67" y="4"/>
                      </a:cubicBezTo>
                      <a:cubicBezTo>
                        <a:pt x="66" y="4"/>
                        <a:pt x="66" y="4"/>
                        <a:pt x="65" y="3"/>
                      </a:cubicBezTo>
                      <a:cubicBezTo>
                        <a:pt x="65" y="3"/>
                        <a:pt x="64" y="3"/>
                        <a:pt x="64" y="2"/>
                      </a:cubicBezTo>
                      <a:cubicBezTo>
                        <a:pt x="64" y="1"/>
                        <a:pt x="64" y="1"/>
                        <a:pt x="64" y="1"/>
                      </a:cubicBezTo>
                      <a:cubicBezTo>
                        <a:pt x="64" y="1"/>
                        <a:pt x="64" y="0"/>
                        <a:pt x="63" y="0"/>
                      </a:cubicBezTo>
                      <a:cubicBezTo>
                        <a:pt x="62" y="1"/>
                        <a:pt x="62" y="1"/>
                        <a:pt x="61" y="1"/>
                      </a:cubicBezTo>
                      <a:cubicBezTo>
                        <a:pt x="59" y="1"/>
                        <a:pt x="57" y="1"/>
                        <a:pt x="55" y="1"/>
                      </a:cubicBezTo>
                      <a:cubicBezTo>
                        <a:pt x="55" y="1"/>
                        <a:pt x="54" y="1"/>
                        <a:pt x="53" y="1"/>
                      </a:cubicBezTo>
                      <a:cubicBezTo>
                        <a:pt x="52" y="1"/>
                        <a:pt x="51" y="1"/>
                        <a:pt x="50" y="2"/>
                      </a:cubicBezTo>
                      <a:cubicBezTo>
                        <a:pt x="48" y="2"/>
                        <a:pt x="46" y="3"/>
                        <a:pt x="45" y="4"/>
                      </a:cubicBezTo>
                      <a:cubicBezTo>
                        <a:pt x="43" y="4"/>
                        <a:pt x="42" y="6"/>
                        <a:pt x="41" y="6"/>
                      </a:cubicBezTo>
                      <a:cubicBezTo>
                        <a:pt x="40" y="7"/>
                        <a:pt x="39" y="7"/>
                        <a:pt x="39" y="7"/>
                      </a:cubicBezTo>
                      <a:cubicBezTo>
                        <a:pt x="39" y="8"/>
                        <a:pt x="39" y="9"/>
                        <a:pt x="38" y="9"/>
                      </a:cubicBezTo>
                      <a:cubicBezTo>
                        <a:pt x="37" y="9"/>
                        <a:pt x="36" y="9"/>
                        <a:pt x="36" y="9"/>
                      </a:cubicBezTo>
                      <a:cubicBezTo>
                        <a:pt x="35" y="9"/>
                        <a:pt x="34" y="9"/>
                        <a:pt x="34" y="9"/>
                      </a:cubicBezTo>
                      <a:cubicBezTo>
                        <a:pt x="33" y="9"/>
                        <a:pt x="32" y="8"/>
                        <a:pt x="32" y="8"/>
                      </a:cubicBezTo>
                      <a:cubicBezTo>
                        <a:pt x="31" y="8"/>
                        <a:pt x="30" y="9"/>
                        <a:pt x="29" y="8"/>
                      </a:cubicBezTo>
                      <a:cubicBezTo>
                        <a:pt x="28" y="8"/>
                        <a:pt x="27" y="8"/>
                        <a:pt x="26" y="8"/>
                      </a:cubicBezTo>
                      <a:cubicBezTo>
                        <a:pt x="25" y="8"/>
                        <a:pt x="24" y="8"/>
                        <a:pt x="24" y="8"/>
                      </a:cubicBezTo>
                      <a:cubicBezTo>
                        <a:pt x="23" y="8"/>
                        <a:pt x="23" y="9"/>
                        <a:pt x="23" y="10"/>
                      </a:cubicBezTo>
                      <a:cubicBezTo>
                        <a:pt x="23" y="10"/>
                        <a:pt x="24" y="11"/>
                        <a:pt x="24" y="11"/>
                      </a:cubicBezTo>
                      <a:cubicBezTo>
                        <a:pt x="26" y="12"/>
                        <a:pt x="27" y="12"/>
                        <a:pt x="29" y="12"/>
                      </a:cubicBezTo>
                      <a:cubicBezTo>
                        <a:pt x="28" y="13"/>
                        <a:pt x="28" y="12"/>
                        <a:pt x="27" y="12"/>
                      </a:cubicBezTo>
                      <a:cubicBezTo>
                        <a:pt x="27" y="12"/>
                        <a:pt x="26" y="13"/>
                        <a:pt x="25" y="13"/>
                      </a:cubicBezTo>
                      <a:cubicBezTo>
                        <a:pt x="25" y="13"/>
                        <a:pt x="24" y="13"/>
                        <a:pt x="23" y="13"/>
                      </a:cubicBezTo>
                      <a:cubicBezTo>
                        <a:pt x="22" y="13"/>
                        <a:pt x="21" y="14"/>
                        <a:pt x="21" y="14"/>
                      </a:cubicBezTo>
                      <a:cubicBezTo>
                        <a:pt x="22" y="15"/>
                        <a:pt x="23" y="15"/>
                        <a:pt x="23" y="15"/>
                      </a:cubicBezTo>
                      <a:cubicBezTo>
                        <a:pt x="23" y="15"/>
                        <a:pt x="23" y="16"/>
                        <a:pt x="23" y="16"/>
                      </a:cubicBezTo>
                      <a:cubicBezTo>
                        <a:pt x="22" y="16"/>
                        <a:pt x="22" y="15"/>
                        <a:pt x="22" y="15"/>
                      </a:cubicBezTo>
                      <a:cubicBezTo>
                        <a:pt x="21" y="15"/>
                        <a:pt x="20" y="16"/>
                        <a:pt x="19" y="15"/>
                      </a:cubicBezTo>
                      <a:cubicBezTo>
                        <a:pt x="18" y="15"/>
                        <a:pt x="16" y="16"/>
                        <a:pt x="15" y="16"/>
                      </a:cubicBezTo>
                      <a:cubicBezTo>
                        <a:pt x="14" y="16"/>
                        <a:pt x="12" y="16"/>
                        <a:pt x="11" y="15"/>
                      </a:cubicBezTo>
                      <a:cubicBezTo>
                        <a:pt x="10" y="15"/>
                        <a:pt x="10" y="15"/>
                        <a:pt x="9" y="15"/>
                      </a:cubicBezTo>
                      <a:cubicBezTo>
                        <a:pt x="9" y="15"/>
                        <a:pt x="8" y="15"/>
                        <a:pt x="8" y="15"/>
                      </a:cubicBezTo>
                      <a:cubicBezTo>
                        <a:pt x="7" y="15"/>
                        <a:pt x="7" y="16"/>
                        <a:pt x="6" y="16"/>
                      </a:cubicBezTo>
                      <a:cubicBezTo>
                        <a:pt x="6" y="17"/>
                        <a:pt x="5" y="17"/>
                        <a:pt x="5" y="17"/>
                      </a:cubicBezTo>
                      <a:cubicBezTo>
                        <a:pt x="5" y="18"/>
                        <a:pt x="5" y="18"/>
                        <a:pt x="5" y="18"/>
                      </a:cubicBezTo>
                      <a:cubicBezTo>
                        <a:pt x="5" y="18"/>
                        <a:pt x="5" y="19"/>
                        <a:pt x="4" y="19"/>
                      </a:cubicBezTo>
                      <a:cubicBezTo>
                        <a:pt x="4" y="19"/>
                        <a:pt x="3" y="19"/>
                        <a:pt x="3" y="20"/>
                      </a:cubicBezTo>
                      <a:cubicBezTo>
                        <a:pt x="3" y="20"/>
                        <a:pt x="4" y="21"/>
                        <a:pt x="4" y="22"/>
                      </a:cubicBezTo>
                      <a:cubicBezTo>
                        <a:pt x="3" y="22"/>
                        <a:pt x="3" y="22"/>
                        <a:pt x="3" y="23"/>
                      </a:cubicBezTo>
                      <a:cubicBezTo>
                        <a:pt x="3" y="25"/>
                        <a:pt x="8" y="22"/>
                        <a:pt x="8" y="23"/>
                      </a:cubicBezTo>
                      <a:cubicBezTo>
                        <a:pt x="9" y="23"/>
                        <a:pt x="7" y="25"/>
                        <a:pt x="7" y="25"/>
                      </a:cubicBezTo>
                      <a:cubicBezTo>
                        <a:pt x="6" y="26"/>
                        <a:pt x="8" y="26"/>
                        <a:pt x="8" y="27"/>
                      </a:cubicBezTo>
                      <a:cubicBezTo>
                        <a:pt x="8" y="27"/>
                        <a:pt x="8" y="28"/>
                        <a:pt x="8" y="28"/>
                      </a:cubicBezTo>
                      <a:cubicBezTo>
                        <a:pt x="9" y="28"/>
                        <a:pt x="9" y="28"/>
                        <a:pt x="10" y="28"/>
                      </a:cubicBezTo>
                      <a:cubicBezTo>
                        <a:pt x="9" y="29"/>
                        <a:pt x="9" y="29"/>
                        <a:pt x="9" y="29"/>
                      </a:cubicBezTo>
                      <a:cubicBezTo>
                        <a:pt x="8" y="30"/>
                        <a:pt x="8" y="30"/>
                        <a:pt x="8" y="30"/>
                      </a:cubicBezTo>
                      <a:cubicBezTo>
                        <a:pt x="7" y="31"/>
                        <a:pt x="8" y="32"/>
                        <a:pt x="9" y="32"/>
                      </a:cubicBezTo>
                      <a:cubicBezTo>
                        <a:pt x="10" y="32"/>
                        <a:pt x="11" y="32"/>
                        <a:pt x="10" y="33"/>
                      </a:cubicBezTo>
                      <a:cubicBezTo>
                        <a:pt x="9" y="33"/>
                        <a:pt x="7" y="34"/>
                        <a:pt x="7" y="32"/>
                      </a:cubicBezTo>
                      <a:cubicBezTo>
                        <a:pt x="7" y="32"/>
                        <a:pt x="7" y="33"/>
                        <a:pt x="7" y="33"/>
                      </a:cubicBezTo>
                      <a:cubicBezTo>
                        <a:pt x="7" y="33"/>
                        <a:pt x="6" y="32"/>
                        <a:pt x="6" y="31"/>
                      </a:cubicBezTo>
                      <a:cubicBezTo>
                        <a:pt x="6" y="31"/>
                        <a:pt x="6" y="30"/>
                        <a:pt x="6" y="30"/>
                      </a:cubicBezTo>
                      <a:cubicBezTo>
                        <a:pt x="4" y="31"/>
                        <a:pt x="6" y="32"/>
                        <a:pt x="6" y="33"/>
                      </a:cubicBezTo>
                      <a:cubicBezTo>
                        <a:pt x="5" y="33"/>
                        <a:pt x="4" y="33"/>
                        <a:pt x="4" y="34"/>
                      </a:cubicBezTo>
                      <a:cubicBezTo>
                        <a:pt x="5" y="34"/>
                        <a:pt x="5" y="35"/>
                        <a:pt x="6" y="35"/>
                      </a:cubicBezTo>
                      <a:cubicBezTo>
                        <a:pt x="6" y="35"/>
                        <a:pt x="7" y="34"/>
                        <a:pt x="7" y="35"/>
                      </a:cubicBezTo>
                      <a:cubicBezTo>
                        <a:pt x="8" y="35"/>
                        <a:pt x="9" y="35"/>
                        <a:pt x="9" y="36"/>
                      </a:cubicBezTo>
                      <a:cubicBezTo>
                        <a:pt x="9" y="36"/>
                        <a:pt x="11" y="36"/>
                        <a:pt x="11" y="37"/>
                      </a:cubicBezTo>
                      <a:cubicBezTo>
                        <a:pt x="11" y="37"/>
                        <a:pt x="11" y="38"/>
                        <a:pt x="11" y="38"/>
                      </a:cubicBezTo>
                      <a:cubicBezTo>
                        <a:pt x="11" y="39"/>
                        <a:pt x="10" y="39"/>
                        <a:pt x="10" y="39"/>
                      </a:cubicBezTo>
                      <a:cubicBezTo>
                        <a:pt x="10" y="39"/>
                        <a:pt x="10" y="39"/>
                        <a:pt x="10" y="39"/>
                      </a:cubicBezTo>
                      <a:cubicBezTo>
                        <a:pt x="10" y="39"/>
                        <a:pt x="10" y="40"/>
                        <a:pt x="10" y="40"/>
                      </a:cubicBezTo>
                      <a:cubicBezTo>
                        <a:pt x="11" y="40"/>
                        <a:pt x="11" y="40"/>
                        <a:pt x="11" y="40"/>
                      </a:cubicBezTo>
                      <a:cubicBezTo>
                        <a:pt x="11" y="41"/>
                        <a:pt x="11" y="41"/>
                        <a:pt x="11" y="41"/>
                      </a:cubicBezTo>
                      <a:cubicBezTo>
                        <a:pt x="11" y="41"/>
                        <a:pt x="12" y="42"/>
                        <a:pt x="12" y="42"/>
                      </a:cubicBezTo>
                      <a:cubicBezTo>
                        <a:pt x="12" y="42"/>
                        <a:pt x="14" y="43"/>
                        <a:pt x="13" y="43"/>
                      </a:cubicBezTo>
                      <a:cubicBezTo>
                        <a:pt x="12" y="44"/>
                        <a:pt x="11" y="43"/>
                        <a:pt x="11" y="44"/>
                      </a:cubicBezTo>
                      <a:cubicBezTo>
                        <a:pt x="11" y="45"/>
                        <a:pt x="12" y="45"/>
                        <a:pt x="13" y="45"/>
                      </a:cubicBezTo>
                      <a:cubicBezTo>
                        <a:pt x="15" y="44"/>
                        <a:pt x="16" y="44"/>
                        <a:pt x="18" y="44"/>
                      </a:cubicBezTo>
                      <a:cubicBezTo>
                        <a:pt x="17" y="45"/>
                        <a:pt x="16" y="45"/>
                        <a:pt x="16" y="45"/>
                      </a:cubicBezTo>
                      <a:cubicBezTo>
                        <a:pt x="16" y="46"/>
                        <a:pt x="16" y="46"/>
                        <a:pt x="16" y="46"/>
                      </a:cubicBezTo>
                      <a:cubicBezTo>
                        <a:pt x="16" y="47"/>
                        <a:pt x="16" y="47"/>
                        <a:pt x="16" y="48"/>
                      </a:cubicBezTo>
                      <a:cubicBezTo>
                        <a:pt x="16" y="47"/>
                        <a:pt x="17" y="47"/>
                        <a:pt x="18" y="46"/>
                      </a:cubicBezTo>
                      <a:cubicBezTo>
                        <a:pt x="18" y="46"/>
                        <a:pt x="19" y="46"/>
                        <a:pt x="19" y="46"/>
                      </a:cubicBezTo>
                      <a:cubicBezTo>
                        <a:pt x="20" y="47"/>
                        <a:pt x="21" y="48"/>
                        <a:pt x="21" y="47"/>
                      </a:cubicBezTo>
                      <a:cubicBezTo>
                        <a:pt x="22" y="47"/>
                        <a:pt x="22" y="47"/>
                        <a:pt x="23" y="47"/>
                      </a:cubicBezTo>
                      <a:cubicBezTo>
                        <a:pt x="23" y="48"/>
                        <a:pt x="23" y="48"/>
                        <a:pt x="23" y="48"/>
                      </a:cubicBezTo>
                      <a:cubicBezTo>
                        <a:pt x="23" y="49"/>
                        <a:pt x="23" y="49"/>
                        <a:pt x="24" y="50"/>
                      </a:cubicBezTo>
                      <a:cubicBezTo>
                        <a:pt x="25" y="51"/>
                        <a:pt x="26" y="51"/>
                        <a:pt x="28" y="51"/>
                      </a:cubicBezTo>
                      <a:cubicBezTo>
                        <a:pt x="29" y="51"/>
                        <a:pt x="29" y="51"/>
                        <a:pt x="30" y="51"/>
                      </a:cubicBezTo>
                      <a:cubicBezTo>
                        <a:pt x="30" y="51"/>
                        <a:pt x="31" y="50"/>
                        <a:pt x="31" y="51"/>
                      </a:cubicBezTo>
                      <a:cubicBezTo>
                        <a:pt x="31" y="51"/>
                        <a:pt x="32" y="51"/>
                        <a:pt x="32" y="51"/>
                      </a:cubicBezTo>
                      <a:cubicBezTo>
                        <a:pt x="33" y="51"/>
                        <a:pt x="33" y="48"/>
                        <a:pt x="33" y="48"/>
                      </a:cubicBezTo>
                      <a:cubicBezTo>
                        <a:pt x="33" y="47"/>
                        <a:pt x="33" y="46"/>
                        <a:pt x="33" y="46"/>
                      </a:cubicBezTo>
                      <a:cubicBezTo>
                        <a:pt x="34" y="45"/>
                        <a:pt x="35" y="46"/>
                        <a:pt x="35" y="46"/>
                      </a:cubicBezTo>
                      <a:cubicBezTo>
                        <a:pt x="37" y="46"/>
                        <a:pt x="38" y="47"/>
                        <a:pt x="40" y="48"/>
                      </a:cubicBezTo>
                      <a:cubicBezTo>
                        <a:pt x="41" y="48"/>
                        <a:pt x="43" y="49"/>
                        <a:pt x="44" y="50"/>
                      </a:cubicBezTo>
                      <a:cubicBezTo>
                        <a:pt x="45" y="52"/>
                        <a:pt x="46" y="53"/>
                        <a:pt x="48" y="52"/>
                      </a:cubicBezTo>
                      <a:cubicBezTo>
                        <a:pt x="49" y="52"/>
                        <a:pt x="50" y="52"/>
                        <a:pt x="51" y="52"/>
                      </a:cubicBezTo>
                      <a:cubicBezTo>
                        <a:pt x="52" y="52"/>
                        <a:pt x="53" y="52"/>
                        <a:pt x="54" y="51"/>
                      </a:cubicBezTo>
                      <a:cubicBezTo>
                        <a:pt x="54" y="51"/>
                        <a:pt x="54" y="51"/>
                        <a:pt x="55" y="51"/>
                      </a:cubicBezTo>
                      <a:cubicBezTo>
                        <a:pt x="55" y="51"/>
                        <a:pt x="55" y="51"/>
                        <a:pt x="56" y="51"/>
                      </a:cubicBezTo>
                      <a:cubicBezTo>
                        <a:pt x="57" y="51"/>
                        <a:pt x="57" y="50"/>
                        <a:pt x="57" y="49"/>
                      </a:cubicBezTo>
                      <a:cubicBezTo>
                        <a:pt x="58" y="49"/>
                        <a:pt x="59" y="48"/>
                        <a:pt x="60" y="47"/>
                      </a:cubicBezTo>
                      <a:cubicBezTo>
                        <a:pt x="60" y="47"/>
                        <a:pt x="60" y="46"/>
                        <a:pt x="61" y="46"/>
                      </a:cubicBezTo>
                      <a:cubicBezTo>
                        <a:pt x="63" y="47"/>
                        <a:pt x="64" y="47"/>
                        <a:pt x="65" y="48"/>
                      </a:cubicBezTo>
                      <a:cubicBezTo>
                        <a:pt x="65" y="48"/>
                        <a:pt x="66" y="48"/>
                        <a:pt x="66" y="48"/>
                      </a:cubicBezTo>
                      <a:cubicBezTo>
                        <a:pt x="67" y="48"/>
                        <a:pt x="67" y="47"/>
                        <a:pt x="67" y="47"/>
                      </a:cubicBezTo>
                      <a:cubicBezTo>
                        <a:pt x="68" y="47"/>
                        <a:pt x="68" y="47"/>
                        <a:pt x="69" y="46"/>
                      </a:cubicBezTo>
                      <a:cubicBezTo>
                        <a:pt x="69" y="46"/>
                        <a:pt x="70" y="45"/>
                        <a:pt x="70" y="45"/>
                      </a:cubicBezTo>
                      <a:cubicBezTo>
                        <a:pt x="70" y="45"/>
                        <a:pt x="71" y="46"/>
                        <a:pt x="71" y="46"/>
                      </a:cubicBezTo>
                      <a:cubicBezTo>
                        <a:pt x="71" y="47"/>
                        <a:pt x="71" y="48"/>
                        <a:pt x="71" y="48"/>
                      </a:cubicBezTo>
                      <a:cubicBezTo>
                        <a:pt x="70" y="49"/>
                        <a:pt x="70" y="49"/>
                        <a:pt x="69" y="49"/>
                      </a:cubicBezTo>
                      <a:cubicBezTo>
                        <a:pt x="69" y="50"/>
                        <a:pt x="68" y="50"/>
                        <a:pt x="68" y="51"/>
                      </a:cubicBezTo>
                      <a:cubicBezTo>
                        <a:pt x="69" y="51"/>
                        <a:pt x="69" y="53"/>
                        <a:pt x="70" y="54"/>
                      </a:cubicBezTo>
                      <a:cubicBezTo>
                        <a:pt x="70" y="55"/>
                        <a:pt x="71" y="54"/>
                        <a:pt x="71" y="54"/>
                      </a:cubicBezTo>
                      <a:cubicBezTo>
                        <a:pt x="71" y="53"/>
                        <a:pt x="72" y="53"/>
                        <a:pt x="72" y="53"/>
                      </a:cubicBezTo>
                      <a:cubicBezTo>
                        <a:pt x="72" y="53"/>
                        <a:pt x="72" y="52"/>
                        <a:pt x="72" y="52"/>
                      </a:cubicBezTo>
                      <a:cubicBezTo>
                        <a:pt x="72" y="51"/>
                        <a:pt x="73" y="52"/>
                        <a:pt x="74" y="51"/>
                      </a:cubicBezTo>
                      <a:cubicBezTo>
                        <a:pt x="74" y="51"/>
                        <a:pt x="74" y="50"/>
                        <a:pt x="74" y="50"/>
                      </a:cubicBezTo>
                      <a:cubicBezTo>
                        <a:pt x="73" y="49"/>
                        <a:pt x="74" y="49"/>
                        <a:pt x="74" y="49"/>
                      </a:cubicBezTo>
                      <a:cubicBezTo>
                        <a:pt x="74" y="48"/>
                        <a:pt x="74" y="46"/>
                        <a:pt x="74" y="46"/>
                      </a:cubicBezTo>
                      <a:cubicBezTo>
                        <a:pt x="75" y="46"/>
                        <a:pt x="76" y="47"/>
                        <a:pt x="76" y="47"/>
                      </a:cubicBezTo>
                      <a:cubicBezTo>
                        <a:pt x="77" y="47"/>
                        <a:pt x="79" y="48"/>
                        <a:pt x="80" y="47"/>
                      </a:cubicBezTo>
                      <a:cubicBezTo>
                        <a:pt x="80" y="47"/>
                        <a:pt x="81" y="47"/>
                        <a:pt x="81" y="47"/>
                      </a:cubicBezTo>
                      <a:cubicBezTo>
                        <a:pt x="82" y="47"/>
                        <a:pt x="82" y="46"/>
                        <a:pt x="83" y="46"/>
                      </a:cubicBezTo>
                      <a:cubicBezTo>
                        <a:pt x="83" y="46"/>
                        <a:pt x="85" y="46"/>
                        <a:pt x="85" y="46"/>
                      </a:cubicBezTo>
                      <a:cubicBezTo>
                        <a:pt x="86" y="46"/>
                        <a:pt x="87" y="47"/>
                        <a:pt x="88" y="47"/>
                      </a:cubicBezTo>
                      <a:cubicBezTo>
                        <a:pt x="89" y="47"/>
                        <a:pt x="90" y="47"/>
                        <a:pt x="91" y="47"/>
                      </a:cubicBezTo>
                      <a:cubicBezTo>
                        <a:pt x="93" y="47"/>
                        <a:pt x="94" y="47"/>
                        <a:pt x="95" y="46"/>
                      </a:cubicBezTo>
                      <a:cubicBezTo>
                        <a:pt x="97" y="46"/>
                        <a:pt x="99" y="44"/>
                        <a:pt x="101" y="44"/>
                      </a:cubicBezTo>
                      <a:cubicBezTo>
                        <a:pt x="102" y="43"/>
                        <a:pt x="103" y="44"/>
                        <a:pt x="104" y="44"/>
                      </a:cubicBezTo>
                      <a:cubicBezTo>
                        <a:pt x="105" y="44"/>
                        <a:pt x="106" y="43"/>
                        <a:pt x="108" y="43"/>
                      </a:cubicBezTo>
                      <a:cubicBezTo>
                        <a:pt x="109" y="43"/>
                        <a:pt x="109" y="43"/>
                        <a:pt x="110" y="43"/>
                      </a:cubicBezTo>
                      <a:cubicBezTo>
                        <a:pt x="111" y="42"/>
                        <a:pt x="111" y="42"/>
                        <a:pt x="112" y="43"/>
                      </a:cubicBezTo>
                      <a:cubicBezTo>
                        <a:pt x="113" y="43"/>
                        <a:pt x="113" y="44"/>
                        <a:pt x="114" y="43"/>
                      </a:cubicBezTo>
                      <a:cubicBezTo>
                        <a:pt x="115" y="43"/>
                        <a:pt x="115" y="42"/>
                        <a:pt x="116" y="42"/>
                      </a:cubicBezTo>
                      <a:cubicBezTo>
                        <a:pt x="117" y="41"/>
                        <a:pt x="118" y="42"/>
                        <a:pt x="119" y="42"/>
                      </a:cubicBezTo>
                      <a:cubicBezTo>
                        <a:pt x="119" y="42"/>
                        <a:pt x="120" y="42"/>
                        <a:pt x="120" y="42"/>
                      </a:cubicBezTo>
                      <a:cubicBezTo>
                        <a:pt x="121" y="42"/>
                        <a:pt x="121" y="43"/>
                        <a:pt x="122" y="43"/>
                      </a:cubicBezTo>
                      <a:cubicBezTo>
                        <a:pt x="123" y="43"/>
                        <a:pt x="123" y="42"/>
                        <a:pt x="124" y="42"/>
                      </a:cubicBezTo>
                      <a:cubicBezTo>
                        <a:pt x="125" y="42"/>
                        <a:pt x="125" y="43"/>
                        <a:pt x="125" y="44"/>
                      </a:cubicBezTo>
                      <a:cubicBezTo>
                        <a:pt x="125" y="44"/>
                        <a:pt x="125" y="44"/>
                        <a:pt x="125" y="45"/>
                      </a:cubicBezTo>
                      <a:cubicBezTo>
                        <a:pt x="126" y="45"/>
                        <a:pt x="126" y="44"/>
                        <a:pt x="126" y="44"/>
                      </a:cubicBezTo>
                      <a:cubicBezTo>
                        <a:pt x="126" y="44"/>
                        <a:pt x="127" y="43"/>
                        <a:pt x="127" y="43"/>
                      </a:cubicBezTo>
                      <a:cubicBezTo>
                        <a:pt x="128" y="43"/>
                        <a:pt x="128" y="44"/>
                        <a:pt x="128" y="43"/>
                      </a:cubicBezTo>
                      <a:cubicBezTo>
                        <a:pt x="128" y="43"/>
                        <a:pt x="129" y="43"/>
                        <a:pt x="129" y="42"/>
                      </a:cubicBezTo>
                      <a:cubicBezTo>
                        <a:pt x="129" y="41"/>
                        <a:pt x="128" y="41"/>
                        <a:pt x="127" y="41"/>
                      </a:cubicBezTo>
                      <a:cubicBezTo>
                        <a:pt x="127" y="41"/>
                        <a:pt x="128" y="40"/>
                        <a:pt x="128" y="40"/>
                      </a:cubicBezTo>
                      <a:cubicBezTo>
                        <a:pt x="128" y="40"/>
                        <a:pt x="127" y="40"/>
                        <a:pt x="127" y="40"/>
                      </a:cubicBezTo>
                      <a:cubicBezTo>
                        <a:pt x="127" y="39"/>
                        <a:pt x="127" y="39"/>
                        <a:pt x="127" y="39"/>
                      </a:cubicBezTo>
                      <a:cubicBezTo>
                        <a:pt x="127" y="38"/>
                        <a:pt x="127" y="38"/>
                        <a:pt x="127" y="38"/>
                      </a:cubicBezTo>
                      <a:cubicBezTo>
                        <a:pt x="126" y="37"/>
                        <a:pt x="126" y="37"/>
                        <a:pt x="125" y="37"/>
                      </a:cubicBezTo>
                      <a:cubicBezTo>
                        <a:pt x="125" y="36"/>
                        <a:pt x="125" y="36"/>
                        <a:pt x="126" y="36"/>
                      </a:cubicBezTo>
                      <a:cubicBezTo>
                        <a:pt x="126" y="35"/>
                        <a:pt x="126" y="35"/>
                        <a:pt x="126" y="34"/>
                      </a:cubicBezTo>
                      <a:cubicBezTo>
                        <a:pt x="127" y="33"/>
                        <a:pt x="126" y="33"/>
                        <a:pt x="126" y="32"/>
                      </a:cubicBezTo>
                      <a:cubicBezTo>
                        <a:pt x="125" y="32"/>
                        <a:pt x="126" y="31"/>
                        <a:pt x="125" y="31"/>
                      </a:cubicBezTo>
                      <a:cubicBezTo>
                        <a:pt x="125" y="30"/>
                        <a:pt x="125" y="29"/>
                        <a:pt x="125" y="29"/>
                      </a:cubicBezTo>
                      <a:cubicBezTo>
                        <a:pt x="125" y="28"/>
                        <a:pt x="125" y="27"/>
                        <a:pt x="124" y="26"/>
                      </a:cubicBezTo>
                      <a:cubicBezTo>
                        <a:pt x="124" y="26"/>
                        <a:pt x="123" y="25"/>
                        <a:pt x="124" y="24"/>
                      </a:cubicBezTo>
                      <a:cubicBezTo>
                        <a:pt x="124" y="24"/>
                        <a:pt x="125" y="24"/>
                        <a:pt x="126" y="24"/>
                      </a:cubicBezTo>
                      <a:cubicBezTo>
                        <a:pt x="127" y="24"/>
                        <a:pt x="126" y="23"/>
                        <a:pt x="127" y="22"/>
                      </a:cubicBezTo>
                      <a:cubicBezTo>
                        <a:pt x="127" y="21"/>
                        <a:pt x="128" y="21"/>
                        <a:pt x="129" y="22"/>
                      </a:cubicBezTo>
                      <a:cubicBezTo>
                        <a:pt x="129" y="21"/>
                        <a:pt x="129" y="21"/>
                        <a:pt x="128" y="20"/>
                      </a:cubicBezTo>
                      <a:cubicBezTo>
                        <a:pt x="128" y="20"/>
                        <a:pt x="129" y="21"/>
                        <a:pt x="128" y="20"/>
                      </a:cubicBezTo>
                      <a:close/>
                      <a:moveTo>
                        <a:pt x="1" y="17"/>
                      </a:moveTo>
                      <a:cubicBezTo>
                        <a:pt x="1" y="17"/>
                        <a:pt x="0" y="17"/>
                        <a:pt x="0" y="17"/>
                      </a:cubicBezTo>
                      <a:cubicBezTo>
                        <a:pt x="0" y="18"/>
                        <a:pt x="0" y="18"/>
                        <a:pt x="1" y="18"/>
                      </a:cubicBezTo>
                      <a:cubicBezTo>
                        <a:pt x="1" y="18"/>
                        <a:pt x="2" y="18"/>
                        <a:pt x="2" y="18"/>
                      </a:cubicBezTo>
                      <a:cubicBezTo>
                        <a:pt x="3" y="17"/>
                        <a:pt x="2" y="17"/>
                        <a:pt x="1" y="17"/>
                      </a:cubicBezTo>
                      <a:cubicBezTo>
                        <a:pt x="1" y="17"/>
                        <a:pt x="2" y="17"/>
                        <a:pt x="1" y="17"/>
                      </a:cubicBezTo>
                      <a:close/>
                      <a:moveTo>
                        <a:pt x="15" y="46"/>
                      </a:moveTo>
                      <a:cubicBezTo>
                        <a:pt x="15" y="46"/>
                        <a:pt x="14" y="46"/>
                        <a:pt x="14" y="46"/>
                      </a:cubicBezTo>
                      <a:cubicBezTo>
                        <a:pt x="13" y="46"/>
                        <a:pt x="13" y="47"/>
                        <a:pt x="13" y="47"/>
                      </a:cubicBezTo>
                      <a:cubicBezTo>
                        <a:pt x="13" y="47"/>
                        <a:pt x="12" y="47"/>
                        <a:pt x="12" y="47"/>
                      </a:cubicBezTo>
                      <a:cubicBezTo>
                        <a:pt x="12" y="47"/>
                        <a:pt x="12" y="47"/>
                        <a:pt x="12" y="47"/>
                      </a:cubicBezTo>
                      <a:cubicBezTo>
                        <a:pt x="13" y="48"/>
                        <a:pt x="13" y="47"/>
                        <a:pt x="14" y="47"/>
                      </a:cubicBezTo>
                      <a:cubicBezTo>
                        <a:pt x="14" y="47"/>
                        <a:pt x="16" y="47"/>
                        <a:pt x="15" y="46"/>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2" name="Freeform 836">
                  <a:extLst>
                    <a:ext uri="{FF2B5EF4-FFF2-40B4-BE49-F238E27FC236}">
                      <a16:creationId xmlns:a16="http://schemas.microsoft.com/office/drawing/2014/main" id="{D5ECDE50-C714-A3A4-19B8-A26457635C70}"/>
                    </a:ext>
                  </a:extLst>
                </p:cNvPr>
                <p:cNvSpPr>
                  <a:spLocks/>
                </p:cNvSpPr>
                <p:nvPr/>
              </p:nvSpPr>
              <p:spPr bwMode="auto">
                <a:xfrm>
                  <a:off x="6353175" y="3929063"/>
                  <a:ext cx="592137" cy="496888"/>
                </a:xfrm>
                <a:custGeom>
                  <a:avLst/>
                  <a:gdLst>
                    <a:gd name="T0" fmla="*/ 121 w 142"/>
                    <a:gd name="T1" fmla="*/ 71 h 119"/>
                    <a:gd name="T2" fmla="*/ 115 w 142"/>
                    <a:gd name="T3" fmla="*/ 58 h 119"/>
                    <a:gd name="T4" fmla="*/ 113 w 142"/>
                    <a:gd name="T5" fmla="*/ 59 h 119"/>
                    <a:gd name="T6" fmla="*/ 109 w 142"/>
                    <a:gd name="T7" fmla="*/ 58 h 119"/>
                    <a:gd name="T8" fmla="*/ 109 w 142"/>
                    <a:gd name="T9" fmla="*/ 55 h 119"/>
                    <a:gd name="T10" fmla="*/ 106 w 142"/>
                    <a:gd name="T11" fmla="*/ 46 h 119"/>
                    <a:gd name="T12" fmla="*/ 105 w 142"/>
                    <a:gd name="T13" fmla="*/ 42 h 119"/>
                    <a:gd name="T14" fmla="*/ 97 w 142"/>
                    <a:gd name="T15" fmla="*/ 34 h 119"/>
                    <a:gd name="T16" fmla="*/ 95 w 142"/>
                    <a:gd name="T17" fmla="*/ 28 h 119"/>
                    <a:gd name="T18" fmla="*/ 88 w 142"/>
                    <a:gd name="T19" fmla="*/ 26 h 119"/>
                    <a:gd name="T20" fmla="*/ 81 w 142"/>
                    <a:gd name="T21" fmla="*/ 24 h 119"/>
                    <a:gd name="T22" fmla="*/ 49 w 142"/>
                    <a:gd name="T23" fmla="*/ 8 h 119"/>
                    <a:gd name="T24" fmla="*/ 31 w 142"/>
                    <a:gd name="T25" fmla="*/ 0 h 119"/>
                    <a:gd name="T26" fmla="*/ 25 w 142"/>
                    <a:gd name="T27" fmla="*/ 3 h 119"/>
                    <a:gd name="T28" fmla="*/ 23 w 142"/>
                    <a:gd name="T29" fmla="*/ 13 h 119"/>
                    <a:gd name="T30" fmla="*/ 19 w 142"/>
                    <a:gd name="T31" fmla="*/ 17 h 119"/>
                    <a:gd name="T32" fmla="*/ 14 w 142"/>
                    <a:gd name="T33" fmla="*/ 18 h 119"/>
                    <a:gd name="T34" fmla="*/ 2 w 142"/>
                    <a:gd name="T35" fmla="*/ 22 h 119"/>
                    <a:gd name="T36" fmla="*/ 0 w 142"/>
                    <a:gd name="T37" fmla="*/ 29 h 119"/>
                    <a:gd name="T38" fmla="*/ 2 w 142"/>
                    <a:gd name="T39" fmla="*/ 32 h 119"/>
                    <a:gd name="T40" fmla="*/ 8 w 142"/>
                    <a:gd name="T41" fmla="*/ 42 h 119"/>
                    <a:gd name="T42" fmla="*/ 17 w 142"/>
                    <a:gd name="T43" fmla="*/ 53 h 119"/>
                    <a:gd name="T44" fmla="*/ 18 w 142"/>
                    <a:gd name="T45" fmla="*/ 61 h 119"/>
                    <a:gd name="T46" fmla="*/ 25 w 142"/>
                    <a:gd name="T47" fmla="*/ 66 h 119"/>
                    <a:gd name="T48" fmla="*/ 28 w 142"/>
                    <a:gd name="T49" fmla="*/ 71 h 119"/>
                    <a:gd name="T50" fmla="*/ 34 w 142"/>
                    <a:gd name="T51" fmla="*/ 89 h 119"/>
                    <a:gd name="T52" fmla="*/ 44 w 142"/>
                    <a:gd name="T53" fmla="*/ 100 h 119"/>
                    <a:gd name="T54" fmla="*/ 45 w 142"/>
                    <a:gd name="T55" fmla="*/ 105 h 119"/>
                    <a:gd name="T56" fmla="*/ 55 w 142"/>
                    <a:gd name="T57" fmla="*/ 119 h 119"/>
                    <a:gd name="T58" fmla="*/ 58 w 142"/>
                    <a:gd name="T59" fmla="*/ 115 h 119"/>
                    <a:gd name="T60" fmla="*/ 69 w 142"/>
                    <a:gd name="T61" fmla="*/ 111 h 119"/>
                    <a:gd name="T62" fmla="*/ 85 w 142"/>
                    <a:gd name="T63" fmla="*/ 114 h 119"/>
                    <a:gd name="T64" fmla="*/ 96 w 142"/>
                    <a:gd name="T65" fmla="*/ 103 h 119"/>
                    <a:gd name="T66" fmla="*/ 117 w 142"/>
                    <a:gd name="T67" fmla="*/ 100 h 119"/>
                    <a:gd name="T68" fmla="*/ 138 w 142"/>
                    <a:gd name="T69" fmla="*/ 92 h 119"/>
                    <a:gd name="T70" fmla="*/ 139 w 142"/>
                    <a:gd name="T71" fmla="*/ 7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2" h="119">
                      <a:moveTo>
                        <a:pt x="139" y="73"/>
                      </a:moveTo>
                      <a:cubicBezTo>
                        <a:pt x="121" y="71"/>
                        <a:pt x="121" y="71"/>
                        <a:pt x="121" y="71"/>
                      </a:cubicBezTo>
                      <a:cubicBezTo>
                        <a:pt x="115" y="60"/>
                        <a:pt x="115" y="60"/>
                        <a:pt x="115" y="60"/>
                      </a:cubicBezTo>
                      <a:cubicBezTo>
                        <a:pt x="114" y="60"/>
                        <a:pt x="114" y="59"/>
                        <a:pt x="115" y="58"/>
                      </a:cubicBezTo>
                      <a:cubicBezTo>
                        <a:pt x="115" y="58"/>
                        <a:pt x="115" y="58"/>
                        <a:pt x="115" y="58"/>
                      </a:cubicBezTo>
                      <a:cubicBezTo>
                        <a:pt x="113" y="59"/>
                        <a:pt x="113" y="59"/>
                        <a:pt x="113" y="59"/>
                      </a:cubicBezTo>
                      <a:cubicBezTo>
                        <a:pt x="111" y="59"/>
                        <a:pt x="111" y="59"/>
                        <a:pt x="111" y="59"/>
                      </a:cubicBezTo>
                      <a:cubicBezTo>
                        <a:pt x="109" y="58"/>
                        <a:pt x="109" y="58"/>
                        <a:pt x="109" y="58"/>
                      </a:cubicBezTo>
                      <a:cubicBezTo>
                        <a:pt x="110" y="56"/>
                        <a:pt x="110" y="56"/>
                        <a:pt x="110" y="56"/>
                      </a:cubicBezTo>
                      <a:cubicBezTo>
                        <a:pt x="110" y="56"/>
                        <a:pt x="110" y="55"/>
                        <a:pt x="109" y="55"/>
                      </a:cubicBezTo>
                      <a:cubicBezTo>
                        <a:pt x="109" y="52"/>
                        <a:pt x="106" y="49"/>
                        <a:pt x="105" y="46"/>
                      </a:cubicBezTo>
                      <a:cubicBezTo>
                        <a:pt x="105" y="46"/>
                        <a:pt x="106" y="47"/>
                        <a:pt x="106" y="46"/>
                      </a:cubicBezTo>
                      <a:cubicBezTo>
                        <a:pt x="107" y="46"/>
                        <a:pt x="106" y="45"/>
                        <a:pt x="106" y="44"/>
                      </a:cubicBezTo>
                      <a:cubicBezTo>
                        <a:pt x="106" y="44"/>
                        <a:pt x="105" y="43"/>
                        <a:pt x="105" y="42"/>
                      </a:cubicBezTo>
                      <a:cubicBezTo>
                        <a:pt x="105" y="41"/>
                        <a:pt x="104" y="40"/>
                        <a:pt x="103" y="40"/>
                      </a:cubicBezTo>
                      <a:cubicBezTo>
                        <a:pt x="101" y="38"/>
                        <a:pt x="100" y="35"/>
                        <a:pt x="97" y="34"/>
                      </a:cubicBezTo>
                      <a:cubicBezTo>
                        <a:pt x="97" y="34"/>
                        <a:pt x="97" y="34"/>
                        <a:pt x="97" y="34"/>
                      </a:cubicBezTo>
                      <a:cubicBezTo>
                        <a:pt x="97" y="32"/>
                        <a:pt x="95" y="30"/>
                        <a:pt x="95" y="28"/>
                      </a:cubicBezTo>
                      <a:cubicBezTo>
                        <a:pt x="88" y="29"/>
                        <a:pt x="88" y="29"/>
                        <a:pt x="88" y="29"/>
                      </a:cubicBezTo>
                      <a:cubicBezTo>
                        <a:pt x="88" y="26"/>
                        <a:pt x="88" y="26"/>
                        <a:pt x="88" y="26"/>
                      </a:cubicBezTo>
                      <a:cubicBezTo>
                        <a:pt x="86" y="25"/>
                        <a:pt x="86" y="25"/>
                        <a:pt x="86" y="25"/>
                      </a:cubicBezTo>
                      <a:cubicBezTo>
                        <a:pt x="86" y="25"/>
                        <a:pt x="80" y="24"/>
                        <a:pt x="81" y="24"/>
                      </a:cubicBezTo>
                      <a:cubicBezTo>
                        <a:pt x="68" y="23"/>
                        <a:pt x="68" y="23"/>
                        <a:pt x="68" y="23"/>
                      </a:cubicBezTo>
                      <a:cubicBezTo>
                        <a:pt x="49" y="8"/>
                        <a:pt x="49" y="8"/>
                        <a:pt x="49" y="8"/>
                      </a:cubicBezTo>
                      <a:cubicBezTo>
                        <a:pt x="38" y="1"/>
                        <a:pt x="38" y="1"/>
                        <a:pt x="38" y="1"/>
                      </a:cubicBezTo>
                      <a:cubicBezTo>
                        <a:pt x="31" y="0"/>
                        <a:pt x="31" y="0"/>
                        <a:pt x="31" y="0"/>
                      </a:cubicBezTo>
                      <a:cubicBezTo>
                        <a:pt x="29" y="2"/>
                        <a:pt x="29" y="2"/>
                        <a:pt x="29" y="2"/>
                      </a:cubicBezTo>
                      <a:cubicBezTo>
                        <a:pt x="29" y="2"/>
                        <a:pt x="25" y="3"/>
                        <a:pt x="25" y="3"/>
                      </a:cubicBezTo>
                      <a:cubicBezTo>
                        <a:pt x="24" y="3"/>
                        <a:pt x="16" y="5"/>
                        <a:pt x="16" y="5"/>
                      </a:cubicBezTo>
                      <a:cubicBezTo>
                        <a:pt x="23" y="13"/>
                        <a:pt x="23" y="13"/>
                        <a:pt x="23" y="13"/>
                      </a:cubicBezTo>
                      <a:cubicBezTo>
                        <a:pt x="20" y="15"/>
                        <a:pt x="20" y="15"/>
                        <a:pt x="20" y="15"/>
                      </a:cubicBezTo>
                      <a:cubicBezTo>
                        <a:pt x="19" y="17"/>
                        <a:pt x="19" y="17"/>
                        <a:pt x="19" y="17"/>
                      </a:cubicBezTo>
                      <a:cubicBezTo>
                        <a:pt x="17" y="18"/>
                        <a:pt x="17" y="18"/>
                        <a:pt x="17" y="18"/>
                      </a:cubicBezTo>
                      <a:cubicBezTo>
                        <a:pt x="14" y="18"/>
                        <a:pt x="14" y="18"/>
                        <a:pt x="14" y="18"/>
                      </a:cubicBezTo>
                      <a:cubicBezTo>
                        <a:pt x="10" y="23"/>
                        <a:pt x="10" y="23"/>
                        <a:pt x="10" y="23"/>
                      </a:cubicBezTo>
                      <a:cubicBezTo>
                        <a:pt x="2" y="22"/>
                        <a:pt x="2" y="22"/>
                        <a:pt x="2" y="22"/>
                      </a:cubicBezTo>
                      <a:cubicBezTo>
                        <a:pt x="2" y="23"/>
                        <a:pt x="2" y="23"/>
                        <a:pt x="2" y="23"/>
                      </a:cubicBezTo>
                      <a:cubicBezTo>
                        <a:pt x="0" y="29"/>
                        <a:pt x="0" y="29"/>
                        <a:pt x="0" y="29"/>
                      </a:cubicBezTo>
                      <a:cubicBezTo>
                        <a:pt x="0" y="31"/>
                        <a:pt x="0" y="31"/>
                        <a:pt x="0" y="31"/>
                      </a:cubicBezTo>
                      <a:cubicBezTo>
                        <a:pt x="2" y="32"/>
                        <a:pt x="2" y="32"/>
                        <a:pt x="2" y="32"/>
                      </a:cubicBezTo>
                      <a:cubicBezTo>
                        <a:pt x="4" y="34"/>
                        <a:pt x="5" y="36"/>
                        <a:pt x="6" y="37"/>
                      </a:cubicBezTo>
                      <a:cubicBezTo>
                        <a:pt x="7" y="39"/>
                        <a:pt x="8" y="40"/>
                        <a:pt x="8" y="42"/>
                      </a:cubicBezTo>
                      <a:cubicBezTo>
                        <a:pt x="9" y="43"/>
                        <a:pt x="9" y="44"/>
                        <a:pt x="10" y="45"/>
                      </a:cubicBezTo>
                      <a:cubicBezTo>
                        <a:pt x="11" y="48"/>
                        <a:pt x="14" y="50"/>
                        <a:pt x="17" y="53"/>
                      </a:cubicBezTo>
                      <a:cubicBezTo>
                        <a:pt x="17" y="55"/>
                        <a:pt x="17" y="57"/>
                        <a:pt x="18" y="60"/>
                      </a:cubicBezTo>
                      <a:cubicBezTo>
                        <a:pt x="18" y="60"/>
                        <a:pt x="18" y="61"/>
                        <a:pt x="18" y="61"/>
                      </a:cubicBezTo>
                      <a:cubicBezTo>
                        <a:pt x="19" y="62"/>
                        <a:pt x="19" y="62"/>
                        <a:pt x="20" y="62"/>
                      </a:cubicBezTo>
                      <a:cubicBezTo>
                        <a:pt x="22" y="62"/>
                        <a:pt x="24" y="64"/>
                        <a:pt x="25" y="66"/>
                      </a:cubicBezTo>
                      <a:cubicBezTo>
                        <a:pt x="26" y="68"/>
                        <a:pt x="26" y="69"/>
                        <a:pt x="27" y="70"/>
                      </a:cubicBezTo>
                      <a:cubicBezTo>
                        <a:pt x="27" y="70"/>
                        <a:pt x="28" y="71"/>
                        <a:pt x="28" y="71"/>
                      </a:cubicBezTo>
                      <a:cubicBezTo>
                        <a:pt x="29" y="73"/>
                        <a:pt x="29" y="76"/>
                        <a:pt x="29" y="78"/>
                      </a:cubicBezTo>
                      <a:cubicBezTo>
                        <a:pt x="30" y="82"/>
                        <a:pt x="30" y="86"/>
                        <a:pt x="34" y="89"/>
                      </a:cubicBezTo>
                      <a:cubicBezTo>
                        <a:pt x="35" y="90"/>
                        <a:pt x="37" y="91"/>
                        <a:pt x="39" y="92"/>
                      </a:cubicBezTo>
                      <a:cubicBezTo>
                        <a:pt x="41" y="94"/>
                        <a:pt x="43" y="97"/>
                        <a:pt x="44" y="100"/>
                      </a:cubicBezTo>
                      <a:cubicBezTo>
                        <a:pt x="44" y="101"/>
                        <a:pt x="44" y="102"/>
                        <a:pt x="44" y="103"/>
                      </a:cubicBezTo>
                      <a:cubicBezTo>
                        <a:pt x="44" y="103"/>
                        <a:pt x="45" y="104"/>
                        <a:pt x="45" y="105"/>
                      </a:cubicBezTo>
                      <a:cubicBezTo>
                        <a:pt x="48" y="107"/>
                        <a:pt x="50" y="110"/>
                        <a:pt x="52" y="113"/>
                      </a:cubicBezTo>
                      <a:cubicBezTo>
                        <a:pt x="53" y="115"/>
                        <a:pt x="54" y="117"/>
                        <a:pt x="55" y="119"/>
                      </a:cubicBezTo>
                      <a:cubicBezTo>
                        <a:pt x="56" y="118"/>
                        <a:pt x="58" y="117"/>
                        <a:pt x="58" y="117"/>
                      </a:cubicBezTo>
                      <a:cubicBezTo>
                        <a:pt x="58" y="117"/>
                        <a:pt x="58" y="116"/>
                        <a:pt x="58" y="115"/>
                      </a:cubicBezTo>
                      <a:cubicBezTo>
                        <a:pt x="58" y="115"/>
                        <a:pt x="59" y="111"/>
                        <a:pt x="59" y="111"/>
                      </a:cubicBezTo>
                      <a:cubicBezTo>
                        <a:pt x="69" y="111"/>
                        <a:pt x="69" y="111"/>
                        <a:pt x="69" y="111"/>
                      </a:cubicBezTo>
                      <a:cubicBezTo>
                        <a:pt x="69" y="111"/>
                        <a:pt x="79" y="112"/>
                        <a:pt x="80" y="112"/>
                      </a:cubicBezTo>
                      <a:cubicBezTo>
                        <a:pt x="80" y="112"/>
                        <a:pt x="85" y="115"/>
                        <a:pt x="85" y="114"/>
                      </a:cubicBezTo>
                      <a:cubicBezTo>
                        <a:pt x="85" y="114"/>
                        <a:pt x="91" y="106"/>
                        <a:pt x="91" y="106"/>
                      </a:cubicBezTo>
                      <a:cubicBezTo>
                        <a:pt x="92" y="106"/>
                        <a:pt x="96" y="103"/>
                        <a:pt x="96" y="103"/>
                      </a:cubicBezTo>
                      <a:cubicBezTo>
                        <a:pt x="96" y="103"/>
                        <a:pt x="106" y="102"/>
                        <a:pt x="106" y="102"/>
                      </a:cubicBezTo>
                      <a:cubicBezTo>
                        <a:pt x="106" y="102"/>
                        <a:pt x="117" y="100"/>
                        <a:pt x="117" y="100"/>
                      </a:cubicBezTo>
                      <a:cubicBezTo>
                        <a:pt x="130" y="95"/>
                        <a:pt x="130" y="95"/>
                        <a:pt x="130" y="95"/>
                      </a:cubicBezTo>
                      <a:cubicBezTo>
                        <a:pt x="138" y="92"/>
                        <a:pt x="138" y="92"/>
                        <a:pt x="138" y="92"/>
                      </a:cubicBezTo>
                      <a:cubicBezTo>
                        <a:pt x="142" y="78"/>
                        <a:pt x="142" y="78"/>
                        <a:pt x="142" y="78"/>
                      </a:cubicBezTo>
                      <a:lnTo>
                        <a:pt x="139" y="73"/>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3" name="Freeform 862">
                  <a:extLst>
                    <a:ext uri="{FF2B5EF4-FFF2-40B4-BE49-F238E27FC236}">
                      <a16:creationId xmlns:a16="http://schemas.microsoft.com/office/drawing/2014/main" id="{ECCEEF8C-4961-AFBF-002B-238B3EF34EAE}"/>
                    </a:ext>
                  </a:extLst>
                </p:cNvPr>
                <p:cNvSpPr>
                  <a:spLocks noEditPoints="1"/>
                </p:cNvSpPr>
                <p:nvPr/>
              </p:nvSpPr>
              <p:spPr bwMode="auto">
                <a:xfrm>
                  <a:off x="8081963" y="4741863"/>
                  <a:ext cx="1273175" cy="461963"/>
                </a:xfrm>
                <a:custGeom>
                  <a:avLst/>
                  <a:gdLst>
                    <a:gd name="T0" fmla="*/ 144 w 306"/>
                    <a:gd name="T1" fmla="*/ 97 h 111"/>
                    <a:gd name="T2" fmla="*/ 149 w 306"/>
                    <a:gd name="T3" fmla="*/ 93 h 111"/>
                    <a:gd name="T4" fmla="*/ 172 w 306"/>
                    <a:gd name="T5" fmla="*/ 47 h 111"/>
                    <a:gd name="T6" fmla="*/ 179 w 306"/>
                    <a:gd name="T7" fmla="*/ 53 h 111"/>
                    <a:gd name="T8" fmla="*/ 174 w 306"/>
                    <a:gd name="T9" fmla="*/ 62 h 111"/>
                    <a:gd name="T10" fmla="*/ 164 w 306"/>
                    <a:gd name="T11" fmla="*/ 64 h 111"/>
                    <a:gd name="T12" fmla="*/ 182 w 306"/>
                    <a:gd name="T13" fmla="*/ 31 h 111"/>
                    <a:gd name="T14" fmla="*/ 35 w 306"/>
                    <a:gd name="T15" fmla="*/ 59 h 111"/>
                    <a:gd name="T16" fmla="*/ 187 w 306"/>
                    <a:gd name="T17" fmla="*/ 64 h 111"/>
                    <a:gd name="T18" fmla="*/ 141 w 306"/>
                    <a:gd name="T19" fmla="*/ 65 h 111"/>
                    <a:gd name="T20" fmla="*/ 64 w 306"/>
                    <a:gd name="T21" fmla="*/ 31 h 111"/>
                    <a:gd name="T22" fmla="*/ 59 w 306"/>
                    <a:gd name="T23" fmla="*/ 32 h 111"/>
                    <a:gd name="T24" fmla="*/ 61 w 306"/>
                    <a:gd name="T25" fmla="*/ 36 h 111"/>
                    <a:gd name="T26" fmla="*/ 48 w 306"/>
                    <a:gd name="T27" fmla="*/ 29 h 111"/>
                    <a:gd name="T28" fmla="*/ 54 w 306"/>
                    <a:gd name="T29" fmla="*/ 34 h 111"/>
                    <a:gd name="T30" fmla="*/ 18 w 306"/>
                    <a:gd name="T31" fmla="*/ 33 h 111"/>
                    <a:gd name="T32" fmla="*/ 203 w 306"/>
                    <a:gd name="T33" fmla="*/ 50 h 111"/>
                    <a:gd name="T34" fmla="*/ 222 w 306"/>
                    <a:gd name="T35" fmla="*/ 43 h 111"/>
                    <a:gd name="T36" fmla="*/ 219 w 306"/>
                    <a:gd name="T37" fmla="*/ 32 h 111"/>
                    <a:gd name="T38" fmla="*/ 222 w 306"/>
                    <a:gd name="T39" fmla="*/ 22 h 111"/>
                    <a:gd name="T40" fmla="*/ 222 w 306"/>
                    <a:gd name="T41" fmla="*/ 62 h 111"/>
                    <a:gd name="T42" fmla="*/ 214 w 306"/>
                    <a:gd name="T43" fmla="*/ 60 h 111"/>
                    <a:gd name="T44" fmla="*/ 254 w 306"/>
                    <a:gd name="T45" fmla="*/ 75 h 111"/>
                    <a:gd name="T46" fmla="*/ 264 w 306"/>
                    <a:gd name="T47" fmla="*/ 81 h 111"/>
                    <a:gd name="T48" fmla="*/ 219 w 306"/>
                    <a:gd name="T49" fmla="*/ 59 h 111"/>
                    <a:gd name="T50" fmla="*/ 235 w 306"/>
                    <a:gd name="T51" fmla="*/ 39 h 111"/>
                    <a:gd name="T52" fmla="*/ 238 w 306"/>
                    <a:gd name="T53" fmla="*/ 46 h 111"/>
                    <a:gd name="T54" fmla="*/ 253 w 306"/>
                    <a:gd name="T55" fmla="*/ 42 h 111"/>
                    <a:gd name="T56" fmla="*/ 244 w 306"/>
                    <a:gd name="T57" fmla="*/ 49 h 111"/>
                    <a:gd name="T58" fmla="*/ 255 w 306"/>
                    <a:gd name="T59" fmla="*/ 55 h 111"/>
                    <a:gd name="T60" fmla="*/ 250 w 306"/>
                    <a:gd name="T61" fmla="*/ 64 h 111"/>
                    <a:gd name="T62" fmla="*/ 258 w 306"/>
                    <a:gd name="T63" fmla="*/ 63 h 111"/>
                    <a:gd name="T64" fmla="*/ 274 w 306"/>
                    <a:gd name="T65" fmla="*/ 45 h 111"/>
                    <a:gd name="T66" fmla="*/ 290 w 306"/>
                    <a:gd name="T67" fmla="*/ 84 h 111"/>
                    <a:gd name="T68" fmla="*/ 305 w 306"/>
                    <a:gd name="T69" fmla="*/ 80 h 111"/>
                    <a:gd name="T70" fmla="*/ 264 w 306"/>
                    <a:gd name="T71" fmla="*/ 57 h 111"/>
                    <a:gd name="T72" fmla="*/ 281 w 306"/>
                    <a:gd name="T73" fmla="*/ 72 h 111"/>
                    <a:gd name="T74" fmla="*/ 288 w 306"/>
                    <a:gd name="T75" fmla="*/ 76 h 111"/>
                    <a:gd name="T76" fmla="*/ 294 w 306"/>
                    <a:gd name="T77" fmla="*/ 93 h 111"/>
                    <a:gd name="T78" fmla="*/ 243 w 306"/>
                    <a:gd name="T79" fmla="*/ 86 h 111"/>
                    <a:gd name="T80" fmla="*/ 41 w 306"/>
                    <a:gd name="T81" fmla="*/ 56 h 111"/>
                    <a:gd name="T82" fmla="*/ 0 w 306"/>
                    <a:gd name="T83" fmla="*/ 1 h 111"/>
                    <a:gd name="T84" fmla="*/ 41 w 306"/>
                    <a:gd name="T85" fmla="*/ 25 h 111"/>
                    <a:gd name="T86" fmla="*/ 63 w 306"/>
                    <a:gd name="T87" fmla="*/ 50 h 111"/>
                    <a:gd name="T88" fmla="*/ 188 w 306"/>
                    <a:gd name="T89" fmla="*/ 109 h 111"/>
                    <a:gd name="T90" fmla="*/ 192 w 306"/>
                    <a:gd name="T91" fmla="*/ 101 h 111"/>
                    <a:gd name="T92" fmla="*/ 164 w 306"/>
                    <a:gd name="T93" fmla="*/ 95 h 111"/>
                    <a:gd name="T94" fmla="*/ 190 w 306"/>
                    <a:gd name="T95" fmla="*/ 94 h 111"/>
                    <a:gd name="T96" fmla="*/ 177 w 306"/>
                    <a:gd name="T97" fmla="*/ 109 h 111"/>
                    <a:gd name="T98" fmla="*/ 177 w 306"/>
                    <a:gd name="T99" fmla="*/ 95 h 111"/>
                    <a:gd name="T100" fmla="*/ 179 w 306"/>
                    <a:gd name="T101" fmla="*/ 97 h 111"/>
                    <a:gd name="T102" fmla="*/ 128 w 306"/>
                    <a:gd name="T103" fmla="*/ 96 h 111"/>
                    <a:gd name="T104" fmla="*/ 74 w 306"/>
                    <a:gd name="T105" fmla="*/ 86 h 111"/>
                    <a:gd name="T106" fmla="*/ 103 w 306"/>
                    <a:gd name="T107" fmla="*/ 83 h 111"/>
                    <a:gd name="T108" fmla="*/ 124 w 306"/>
                    <a:gd name="T109" fmla="*/ 85 h 111"/>
                    <a:gd name="T110" fmla="*/ 78 w 306"/>
                    <a:gd name="T111" fmla="*/ 57 h 111"/>
                    <a:gd name="T112" fmla="*/ 129 w 306"/>
                    <a:gd name="T113" fmla="*/ 92 h 111"/>
                    <a:gd name="T114" fmla="*/ 99 w 306"/>
                    <a:gd name="T115" fmla="*/ 27 h 111"/>
                    <a:gd name="T116" fmla="*/ 101 w 306"/>
                    <a:gd name="T117" fmla="*/ 58 h 111"/>
                    <a:gd name="T118" fmla="*/ 139 w 306"/>
                    <a:gd name="T119" fmla="*/ 61 h 111"/>
                    <a:gd name="T120" fmla="*/ 144 w 306"/>
                    <a:gd name="T121" fmla="*/ 45 h 111"/>
                    <a:gd name="T122" fmla="*/ 152 w 306"/>
                    <a:gd name="T123" fmla="*/ 31 h 111"/>
                    <a:gd name="T124" fmla="*/ 150 w 306"/>
                    <a:gd name="T125" fmla="*/ 1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6" h="111">
                      <a:moveTo>
                        <a:pt x="159" y="96"/>
                      </a:moveTo>
                      <a:cubicBezTo>
                        <a:pt x="159" y="96"/>
                        <a:pt x="159" y="96"/>
                        <a:pt x="159" y="96"/>
                      </a:cubicBezTo>
                      <a:cubicBezTo>
                        <a:pt x="159" y="96"/>
                        <a:pt x="158" y="96"/>
                        <a:pt x="158" y="96"/>
                      </a:cubicBezTo>
                      <a:cubicBezTo>
                        <a:pt x="158" y="96"/>
                        <a:pt x="158" y="96"/>
                        <a:pt x="158" y="96"/>
                      </a:cubicBezTo>
                      <a:cubicBezTo>
                        <a:pt x="158" y="96"/>
                        <a:pt x="158" y="96"/>
                        <a:pt x="158" y="97"/>
                      </a:cubicBezTo>
                      <a:cubicBezTo>
                        <a:pt x="158" y="97"/>
                        <a:pt x="158" y="96"/>
                        <a:pt x="157" y="96"/>
                      </a:cubicBezTo>
                      <a:cubicBezTo>
                        <a:pt x="157" y="96"/>
                        <a:pt x="157" y="96"/>
                        <a:pt x="157" y="96"/>
                      </a:cubicBezTo>
                      <a:cubicBezTo>
                        <a:pt x="157" y="96"/>
                        <a:pt x="157" y="96"/>
                        <a:pt x="158" y="96"/>
                      </a:cubicBezTo>
                      <a:cubicBezTo>
                        <a:pt x="158" y="96"/>
                        <a:pt x="158" y="96"/>
                        <a:pt x="158" y="96"/>
                      </a:cubicBezTo>
                      <a:cubicBezTo>
                        <a:pt x="158" y="96"/>
                        <a:pt x="158" y="96"/>
                        <a:pt x="158" y="96"/>
                      </a:cubicBezTo>
                      <a:cubicBezTo>
                        <a:pt x="158" y="96"/>
                        <a:pt x="158" y="96"/>
                        <a:pt x="158" y="96"/>
                      </a:cubicBezTo>
                      <a:cubicBezTo>
                        <a:pt x="158" y="96"/>
                        <a:pt x="158" y="96"/>
                        <a:pt x="158" y="96"/>
                      </a:cubicBezTo>
                      <a:cubicBezTo>
                        <a:pt x="158" y="96"/>
                        <a:pt x="158" y="96"/>
                        <a:pt x="159" y="96"/>
                      </a:cubicBezTo>
                      <a:cubicBezTo>
                        <a:pt x="159" y="96"/>
                        <a:pt x="159" y="96"/>
                        <a:pt x="159" y="96"/>
                      </a:cubicBezTo>
                      <a:cubicBezTo>
                        <a:pt x="159" y="96"/>
                        <a:pt x="159" y="96"/>
                        <a:pt x="159" y="96"/>
                      </a:cubicBezTo>
                      <a:cubicBezTo>
                        <a:pt x="159" y="96"/>
                        <a:pt x="159" y="96"/>
                        <a:pt x="159" y="96"/>
                      </a:cubicBezTo>
                      <a:cubicBezTo>
                        <a:pt x="159" y="96"/>
                        <a:pt x="159" y="96"/>
                        <a:pt x="159" y="96"/>
                      </a:cubicBezTo>
                      <a:cubicBezTo>
                        <a:pt x="159" y="96"/>
                        <a:pt x="159" y="96"/>
                        <a:pt x="160" y="96"/>
                      </a:cubicBezTo>
                      <a:cubicBezTo>
                        <a:pt x="160" y="96"/>
                        <a:pt x="160" y="96"/>
                        <a:pt x="160" y="96"/>
                      </a:cubicBezTo>
                      <a:cubicBezTo>
                        <a:pt x="160" y="96"/>
                        <a:pt x="160" y="96"/>
                        <a:pt x="160" y="96"/>
                      </a:cubicBezTo>
                      <a:cubicBezTo>
                        <a:pt x="160" y="96"/>
                        <a:pt x="160" y="96"/>
                        <a:pt x="160" y="96"/>
                      </a:cubicBezTo>
                      <a:cubicBezTo>
                        <a:pt x="160" y="96"/>
                        <a:pt x="160" y="96"/>
                        <a:pt x="160" y="96"/>
                      </a:cubicBezTo>
                      <a:cubicBezTo>
                        <a:pt x="160" y="96"/>
                        <a:pt x="160" y="96"/>
                        <a:pt x="161" y="96"/>
                      </a:cubicBezTo>
                      <a:cubicBezTo>
                        <a:pt x="161" y="96"/>
                        <a:pt x="161" y="96"/>
                        <a:pt x="161" y="96"/>
                      </a:cubicBezTo>
                      <a:cubicBezTo>
                        <a:pt x="161" y="96"/>
                        <a:pt x="161" y="96"/>
                        <a:pt x="161" y="96"/>
                      </a:cubicBezTo>
                      <a:cubicBezTo>
                        <a:pt x="161" y="95"/>
                        <a:pt x="161" y="95"/>
                        <a:pt x="161" y="95"/>
                      </a:cubicBezTo>
                      <a:cubicBezTo>
                        <a:pt x="161" y="95"/>
                        <a:pt x="161" y="95"/>
                        <a:pt x="161" y="95"/>
                      </a:cubicBezTo>
                      <a:cubicBezTo>
                        <a:pt x="161" y="95"/>
                        <a:pt x="160" y="95"/>
                        <a:pt x="160" y="95"/>
                      </a:cubicBezTo>
                      <a:cubicBezTo>
                        <a:pt x="160" y="95"/>
                        <a:pt x="160" y="95"/>
                        <a:pt x="160" y="95"/>
                      </a:cubicBezTo>
                      <a:cubicBezTo>
                        <a:pt x="160" y="95"/>
                        <a:pt x="160" y="96"/>
                        <a:pt x="160" y="96"/>
                      </a:cubicBezTo>
                      <a:cubicBezTo>
                        <a:pt x="160" y="96"/>
                        <a:pt x="160" y="96"/>
                        <a:pt x="160" y="96"/>
                      </a:cubicBezTo>
                      <a:cubicBezTo>
                        <a:pt x="160" y="95"/>
                        <a:pt x="160" y="95"/>
                        <a:pt x="160" y="95"/>
                      </a:cubicBezTo>
                      <a:cubicBezTo>
                        <a:pt x="160" y="95"/>
                        <a:pt x="160" y="95"/>
                        <a:pt x="160" y="95"/>
                      </a:cubicBezTo>
                      <a:cubicBezTo>
                        <a:pt x="160" y="95"/>
                        <a:pt x="160" y="95"/>
                        <a:pt x="160" y="95"/>
                      </a:cubicBezTo>
                      <a:cubicBezTo>
                        <a:pt x="160" y="95"/>
                        <a:pt x="160" y="95"/>
                        <a:pt x="160" y="95"/>
                      </a:cubicBezTo>
                      <a:cubicBezTo>
                        <a:pt x="160" y="95"/>
                        <a:pt x="160" y="94"/>
                        <a:pt x="160" y="94"/>
                      </a:cubicBezTo>
                      <a:cubicBezTo>
                        <a:pt x="160" y="94"/>
                        <a:pt x="160" y="94"/>
                        <a:pt x="160" y="94"/>
                      </a:cubicBezTo>
                      <a:cubicBezTo>
                        <a:pt x="160" y="94"/>
                        <a:pt x="159" y="94"/>
                        <a:pt x="159" y="94"/>
                      </a:cubicBezTo>
                      <a:cubicBezTo>
                        <a:pt x="159" y="94"/>
                        <a:pt x="159" y="94"/>
                        <a:pt x="159" y="94"/>
                      </a:cubicBezTo>
                      <a:cubicBezTo>
                        <a:pt x="159" y="93"/>
                        <a:pt x="159" y="93"/>
                        <a:pt x="159" y="93"/>
                      </a:cubicBezTo>
                      <a:cubicBezTo>
                        <a:pt x="159" y="93"/>
                        <a:pt x="159" y="93"/>
                        <a:pt x="159" y="93"/>
                      </a:cubicBezTo>
                      <a:cubicBezTo>
                        <a:pt x="159" y="93"/>
                        <a:pt x="159" y="93"/>
                        <a:pt x="159" y="93"/>
                      </a:cubicBezTo>
                      <a:cubicBezTo>
                        <a:pt x="158" y="93"/>
                        <a:pt x="158" y="93"/>
                        <a:pt x="158" y="93"/>
                      </a:cubicBezTo>
                      <a:cubicBezTo>
                        <a:pt x="158" y="93"/>
                        <a:pt x="158" y="93"/>
                        <a:pt x="158" y="93"/>
                      </a:cubicBezTo>
                      <a:cubicBezTo>
                        <a:pt x="158" y="93"/>
                        <a:pt x="158" y="93"/>
                        <a:pt x="158" y="93"/>
                      </a:cubicBezTo>
                      <a:cubicBezTo>
                        <a:pt x="158" y="94"/>
                        <a:pt x="158" y="94"/>
                        <a:pt x="158" y="94"/>
                      </a:cubicBezTo>
                      <a:cubicBezTo>
                        <a:pt x="158" y="94"/>
                        <a:pt x="158" y="94"/>
                        <a:pt x="158" y="94"/>
                      </a:cubicBezTo>
                      <a:cubicBezTo>
                        <a:pt x="158" y="94"/>
                        <a:pt x="158" y="94"/>
                        <a:pt x="157" y="95"/>
                      </a:cubicBezTo>
                      <a:cubicBezTo>
                        <a:pt x="157" y="95"/>
                        <a:pt x="157" y="95"/>
                        <a:pt x="157" y="95"/>
                      </a:cubicBezTo>
                      <a:cubicBezTo>
                        <a:pt x="157" y="95"/>
                        <a:pt x="157" y="95"/>
                        <a:pt x="157" y="95"/>
                      </a:cubicBezTo>
                      <a:cubicBezTo>
                        <a:pt x="157" y="95"/>
                        <a:pt x="157" y="95"/>
                        <a:pt x="157" y="94"/>
                      </a:cubicBezTo>
                      <a:cubicBezTo>
                        <a:pt x="157" y="94"/>
                        <a:pt x="157" y="94"/>
                        <a:pt x="157" y="94"/>
                      </a:cubicBezTo>
                      <a:cubicBezTo>
                        <a:pt x="157" y="94"/>
                        <a:pt x="157" y="94"/>
                        <a:pt x="157" y="94"/>
                      </a:cubicBezTo>
                      <a:cubicBezTo>
                        <a:pt x="157" y="93"/>
                        <a:pt x="157" y="93"/>
                        <a:pt x="157" y="93"/>
                      </a:cubicBezTo>
                      <a:cubicBezTo>
                        <a:pt x="157" y="93"/>
                        <a:pt x="157" y="93"/>
                        <a:pt x="157" y="93"/>
                      </a:cubicBezTo>
                      <a:cubicBezTo>
                        <a:pt x="157" y="93"/>
                        <a:pt x="157" y="93"/>
                        <a:pt x="157" y="93"/>
                      </a:cubicBezTo>
                      <a:cubicBezTo>
                        <a:pt x="156" y="93"/>
                        <a:pt x="156" y="93"/>
                        <a:pt x="156" y="93"/>
                      </a:cubicBezTo>
                      <a:cubicBezTo>
                        <a:pt x="156" y="93"/>
                        <a:pt x="156" y="93"/>
                        <a:pt x="156" y="93"/>
                      </a:cubicBezTo>
                      <a:cubicBezTo>
                        <a:pt x="156" y="93"/>
                        <a:pt x="156" y="93"/>
                        <a:pt x="156" y="93"/>
                      </a:cubicBezTo>
                      <a:cubicBezTo>
                        <a:pt x="156" y="93"/>
                        <a:pt x="156" y="93"/>
                        <a:pt x="156" y="93"/>
                      </a:cubicBezTo>
                      <a:cubicBezTo>
                        <a:pt x="156" y="93"/>
                        <a:pt x="155" y="93"/>
                        <a:pt x="155" y="94"/>
                      </a:cubicBezTo>
                      <a:cubicBezTo>
                        <a:pt x="155" y="94"/>
                        <a:pt x="155" y="94"/>
                        <a:pt x="155" y="94"/>
                      </a:cubicBezTo>
                      <a:cubicBezTo>
                        <a:pt x="154" y="94"/>
                        <a:pt x="154" y="94"/>
                        <a:pt x="154" y="93"/>
                      </a:cubicBezTo>
                      <a:cubicBezTo>
                        <a:pt x="154" y="93"/>
                        <a:pt x="154" y="93"/>
                        <a:pt x="154" y="93"/>
                      </a:cubicBezTo>
                      <a:cubicBezTo>
                        <a:pt x="154" y="93"/>
                        <a:pt x="154" y="93"/>
                        <a:pt x="154" y="93"/>
                      </a:cubicBezTo>
                      <a:cubicBezTo>
                        <a:pt x="154" y="93"/>
                        <a:pt x="154" y="93"/>
                        <a:pt x="154" y="93"/>
                      </a:cubicBezTo>
                      <a:cubicBezTo>
                        <a:pt x="154" y="93"/>
                        <a:pt x="154" y="93"/>
                        <a:pt x="154" y="93"/>
                      </a:cubicBezTo>
                      <a:cubicBezTo>
                        <a:pt x="154" y="92"/>
                        <a:pt x="154" y="92"/>
                        <a:pt x="154" y="92"/>
                      </a:cubicBezTo>
                      <a:cubicBezTo>
                        <a:pt x="154" y="92"/>
                        <a:pt x="154" y="92"/>
                        <a:pt x="153" y="92"/>
                      </a:cubicBezTo>
                      <a:cubicBezTo>
                        <a:pt x="153" y="92"/>
                        <a:pt x="153" y="92"/>
                        <a:pt x="153" y="92"/>
                      </a:cubicBezTo>
                      <a:cubicBezTo>
                        <a:pt x="153" y="92"/>
                        <a:pt x="153" y="92"/>
                        <a:pt x="153" y="92"/>
                      </a:cubicBezTo>
                      <a:cubicBezTo>
                        <a:pt x="153" y="92"/>
                        <a:pt x="153" y="92"/>
                        <a:pt x="153" y="92"/>
                      </a:cubicBezTo>
                      <a:cubicBezTo>
                        <a:pt x="152" y="92"/>
                        <a:pt x="152" y="92"/>
                        <a:pt x="152" y="92"/>
                      </a:cubicBezTo>
                      <a:cubicBezTo>
                        <a:pt x="152" y="92"/>
                        <a:pt x="152" y="92"/>
                        <a:pt x="152" y="92"/>
                      </a:cubicBezTo>
                      <a:cubicBezTo>
                        <a:pt x="152" y="92"/>
                        <a:pt x="152" y="92"/>
                        <a:pt x="152" y="92"/>
                      </a:cubicBezTo>
                      <a:cubicBezTo>
                        <a:pt x="151" y="92"/>
                        <a:pt x="151" y="92"/>
                        <a:pt x="151" y="92"/>
                      </a:cubicBezTo>
                      <a:cubicBezTo>
                        <a:pt x="151" y="92"/>
                        <a:pt x="151" y="92"/>
                        <a:pt x="151" y="92"/>
                      </a:cubicBezTo>
                      <a:cubicBezTo>
                        <a:pt x="151" y="92"/>
                        <a:pt x="151" y="93"/>
                        <a:pt x="151" y="93"/>
                      </a:cubicBezTo>
                      <a:cubicBezTo>
                        <a:pt x="151" y="93"/>
                        <a:pt x="151" y="93"/>
                        <a:pt x="151" y="93"/>
                      </a:cubicBezTo>
                      <a:cubicBezTo>
                        <a:pt x="151" y="93"/>
                        <a:pt x="151" y="93"/>
                        <a:pt x="151" y="93"/>
                      </a:cubicBezTo>
                      <a:cubicBezTo>
                        <a:pt x="151" y="93"/>
                        <a:pt x="151" y="94"/>
                        <a:pt x="152" y="94"/>
                      </a:cubicBezTo>
                      <a:cubicBezTo>
                        <a:pt x="152" y="94"/>
                        <a:pt x="152" y="94"/>
                        <a:pt x="152" y="94"/>
                      </a:cubicBezTo>
                      <a:cubicBezTo>
                        <a:pt x="152" y="94"/>
                        <a:pt x="153" y="94"/>
                        <a:pt x="153" y="94"/>
                      </a:cubicBezTo>
                      <a:cubicBezTo>
                        <a:pt x="153" y="94"/>
                        <a:pt x="153" y="94"/>
                        <a:pt x="153" y="94"/>
                      </a:cubicBezTo>
                      <a:cubicBezTo>
                        <a:pt x="153" y="95"/>
                        <a:pt x="154" y="95"/>
                        <a:pt x="154" y="95"/>
                      </a:cubicBezTo>
                      <a:cubicBezTo>
                        <a:pt x="154" y="95"/>
                        <a:pt x="154" y="95"/>
                        <a:pt x="154" y="95"/>
                      </a:cubicBezTo>
                      <a:cubicBezTo>
                        <a:pt x="154" y="95"/>
                        <a:pt x="155" y="95"/>
                        <a:pt x="155" y="95"/>
                      </a:cubicBezTo>
                      <a:cubicBezTo>
                        <a:pt x="155" y="96"/>
                        <a:pt x="154" y="96"/>
                        <a:pt x="154" y="96"/>
                      </a:cubicBezTo>
                      <a:cubicBezTo>
                        <a:pt x="154" y="96"/>
                        <a:pt x="154" y="96"/>
                        <a:pt x="154" y="96"/>
                      </a:cubicBezTo>
                      <a:cubicBezTo>
                        <a:pt x="154" y="96"/>
                        <a:pt x="154" y="96"/>
                        <a:pt x="153" y="96"/>
                      </a:cubicBezTo>
                      <a:cubicBezTo>
                        <a:pt x="153" y="96"/>
                        <a:pt x="153" y="96"/>
                        <a:pt x="153" y="96"/>
                      </a:cubicBezTo>
                      <a:cubicBezTo>
                        <a:pt x="152" y="96"/>
                        <a:pt x="153" y="96"/>
                        <a:pt x="153" y="96"/>
                      </a:cubicBezTo>
                      <a:cubicBezTo>
                        <a:pt x="152" y="96"/>
                        <a:pt x="152" y="96"/>
                        <a:pt x="152" y="96"/>
                      </a:cubicBezTo>
                      <a:cubicBezTo>
                        <a:pt x="152" y="96"/>
                        <a:pt x="152" y="96"/>
                        <a:pt x="152" y="96"/>
                      </a:cubicBezTo>
                      <a:cubicBezTo>
                        <a:pt x="152" y="96"/>
                        <a:pt x="152" y="96"/>
                        <a:pt x="152" y="96"/>
                      </a:cubicBezTo>
                      <a:cubicBezTo>
                        <a:pt x="152" y="96"/>
                        <a:pt x="152" y="96"/>
                        <a:pt x="152" y="96"/>
                      </a:cubicBezTo>
                      <a:cubicBezTo>
                        <a:pt x="152" y="96"/>
                        <a:pt x="152" y="96"/>
                        <a:pt x="152" y="96"/>
                      </a:cubicBezTo>
                      <a:cubicBezTo>
                        <a:pt x="152" y="96"/>
                        <a:pt x="151" y="96"/>
                        <a:pt x="151" y="96"/>
                      </a:cubicBezTo>
                      <a:cubicBezTo>
                        <a:pt x="151" y="96"/>
                        <a:pt x="151" y="96"/>
                        <a:pt x="151" y="96"/>
                      </a:cubicBezTo>
                      <a:cubicBezTo>
                        <a:pt x="151" y="96"/>
                        <a:pt x="151" y="96"/>
                        <a:pt x="151" y="96"/>
                      </a:cubicBezTo>
                      <a:cubicBezTo>
                        <a:pt x="151" y="96"/>
                        <a:pt x="151" y="95"/>
                        <a:pt x="151" y="95"/>
                      </a:cubicBezTo>
                      <a:cubicBezTo>
                        <a:pt x="151" y="95"/>
                        <a:pt x="151" y="95"/>
                        <a:pt x="151" y="95"/>
                      </a:cubicBezTo>
                      <a:cubicBezTo>
                        <a:pt x="151" y="95"/>
                        <a:pt x="151" y="95"/>
                        <a:pt x="151" y="95"/>
                      </a:cubicBezTo>
                      <a:cubicBezTo>
                        <a:pt x="151" y="95"/>
                        <a:pt x="150" y="95"/>
                        <a:pt x="150" y="95"/>
                      </a:cubicBezTo>
                      <a:cubicBezTo>
                        <a:pt x="150" y="95"/>
                        <a:pt x="150" y="95"/>
                        <a:pt x="150" y="95"/>
                      </a:cubicBezTo>
                      <a:cubicBezTo>
                        <a:pt x="150" y="95"/>
                        <a:pt x="150" y="94"/>
                        <a:pt x="150" y="94"/>
                      </a:cubicBezTo>
                      <a:cubicBezTo>
                        <a:pt x="150" y="94"/>
                        <a:pt x="150" y="94"/>
                        <a:pt x="150" y="94"/>
                      </a:cubicBezTo>
                      <a:cubicBezTo>
                        <a:pt x="150" y="94"/>
                        <a:pt x="150" y="95"/>
                        <a:pt x="150" y="95"/>
                      </a:cubicBezTo>
                      <a:cubicBezTo>
                        <a:pt x="150" y="95"/>
                        <a:pt x="150" y="95"/>
                        <a:pt x="150" y="95"/>
                      </a:cubicBezTo>
                      <a:cubicBezTo>
                        <a:pt x="150" y="95"/>
                        <a:pt x="150" y="94"/>
                        <a:pt x="150" y="94"/>
                      </a:cubicBezTo>
                      <a:cubicBezTo>
                        <a:pt x="150" y="94"/>
                        <a:pt x="150" y="94"/>
                        <a:pt x="150" y="94"/>
                      </a:cubicBezTo>
                      <a:cubicBezTo>
                        <a:pt x="149" y="94"/>
                        <a:pt x="149" y="94"/>
                        <a:pt x="149" y="94"/>
                      </a:cubicBezTo>
                      <a:cubicBezTo>
                        <a:pt x="149" y="94"/>
                        <a:pt x="149" y="94"/>
                        <a:pt x="149" y="94"/>
                      </a:cubicBezTo>
                      <a:cubicBezTo>
                        <a:pt x="149" y="94"/>
                        <a:pt x="149" y="94"/>
                        <a:pt x="149" y="94"/>
                      </a:cubicBezTo>
                      <a:cubicBezTo>
                        <a:pt x="148" y="94"/>
                        <a:pt x="148" y="94"/>
                        <a:pt x="148" y="94"/>
                      </a:cubicBezTo>
                      <a:cubicBezTo>
                        <a:pt x="148" y="94"/>
                        <a:pt x="148" y="94"/>
                        <a:pt x="147" y="94"/>
                      </a:cubicBezTo>
                      <a:cubicBezTo>
                        <a:pt x="147" y="94"/>
                        <a:pt x="147" y="94"/>
                        <a:pt x="147" y="94"/>
                      </a:cubicBezTo>
                      <a:cubicBezTo>
                        <a:pt x="147" y="94"/>
                        <a:pt x="147" y="94"/>
                        <a:pt x="147" y="94"/>
                      </a:cubicBezTo>
                      <a:cubicBezTo>
                        <a:pt x="146" y="94"/>
                        <a:pt x="147" y="94"/>
                        <a:pt x="147" y="94"/>
                      </a:cubicBezTo>
                      <a:cubicBezTo>
                        <a:pt x="146" y="94"/>
                        <a:pt x="146" y="94"/>
                        <a:pt x="146" y="94"/>
                      </a:cubicBezTo>
                      <a:cubicBezTo>
                        <a:pt x="146" y="94"/>
                        <a:pt x="146" y="94"/>
                        <a:pt x="146" y="95"/>
                      </a:cubicBezTo>
                      <a:cubicBezTo>
                        <a:pt x="146" y="95"/>
                        <a:pt x="146" y="95"/>
                        <a:pt x="146" y="95"/>
                      </a:cubicBezTo>
                      <a:cubicBezTo>
                        <a:pt x="146" y="95"/>
                        <a:pt x="146" y="95"/>
                        <a:pt x="146" y="95"/>
                      </a:cubicBezTo>
                      <a:cubicBezTo>
                        <a:pt x="146" y="95"/>
                        <a:pt x="145" y="95"/>
                        <a:pt x="145" y="95"/>
                      </a:cubicBezTo>
                      <a:cubicBezTo>
                        <a:pt x="145" y="95"/>
                        <a:pt x="145" y="95"/>
                        <a:pt x="145" y="95"/>
                      </a:cubicBezTo>
                      <a:cubicBezTo>
                        <a:pt x="145" y="95"/>
                        <a:pt x="145" y="95"/>
                        <a:pt x="145" y="95"/>
                      </a:cubicBezTo>
                      <a:cubicBezTo>
                        <a:pt x="144" y="95"/>
                        <a:pt x="145" y="95"/>
                        <a:pt x="144" y="95"/>
                      </a:cubicBezTo>
                      <a:cubicBezTo>
                        <a:pt x="144" y="95"/>
                        <a:pt x="144" y="96"/>
                        <a:pt x="144" y="96"/>
                      </a:cubicBezTo>
                      <a:cubicBezTo>
                        <a:pt x="144" y="96"/>
                        <a:pt x="144" y="96"/>
                        <a:pt x="144" y="96"/>
                      </a:cubicBezTo>
                      <a:cubicBezTo>
                        <a:pt x="144" y="96"/>
                        <a:pt x="144" y="96"/>
                        <a:pt x="145" y="96"/>
                      </a:cubicBezTo>
                      <a:cubicBezTo>
                        <a:pt x="145" y="96"/>
                        <a:pt x="144" y="96"/>
                        <a:pt x="144" y="96"/>
                      </a:cubicBezTo>
                      <a:cubicBezTo>
                        <a:pt x="144" y="96"/>
                        <a:pt x="144" y="96"/>
                        <a:pt x="144" y="96"/>
                      </a:cubicBezTo>
                      <a:cubicBezTo>
                        <a:pt x="144" y="96"/>
                        <a:pt x="145" y="96"/>
                        <a:pt x="145" y="97"/>
                      </a:cubicBezTo>
                      <a:cubicBezTo>
                        <a:pt x="145" y="97"/>
                        <a:pt x="145" y="97"/>
                        <a:pt x="145" y="97"/>
                      </a:cubicBezTo>
                      <a:cubicBezTo>
                        <a:pt x="145" y="97"/>
                        <a:pt x="144" y="97"/>
                        <a:pt x="144" y="97"/>
                      </a:cubicBezTo>
                      <a:cubicBezTo>
                        <a:pt x="144" y="97"/>
                        <a:pt x="144" y="97"/>
                        <a:pt x="144" y="97"/>
                      </a:cubicBezTo>
                      <a:cubicBezTo>
                        <a:pt x="144" y="97"/>
                        <a:pt x="144" y="97"/>
                        <a:pt x="144" y="97"/>
                      </a:cubicBezTo>
                      <a:cubicBezTo>
                        <a:pt x="144" y="97"/>
                        <a:pt x="144" y="97"/>
                        <a:pt x="144" y="98"/>
                      </a:cubicBezTo>
                      <a:cubicBezTo>
                        <a:pt x="144" y="98"/>
                        <a:pt x="144" y="98"/>
                        <a:pt x="144" y="98"/>
                      </a:cubicBezTo>
                      <a:cubicBezTo>
                        <a:pt x="144" y="98"/>
                        <a:pt x="144" y="98"/>
                        <a:pt x="144" y="98"/>
                      </a:cubicBezTo>
                      <a:cubicBezTo>
                        <a:pt x="144" y="98"/>
                        <a:pt x="144" y="98"/>
                        <a:pt x="144" y="98"/>
                      </a:cubicBezTo>
                      <a:cubicBezTo>
                        <a:pt x="144" y="98"/>
                        <a:pt x="145" y="98"/>
                        <a:pt x="145" y="98"/>
                      </a:cubicBezTo>
                      <a:cubicBezTo>
                        <a:pt x="145" y="98"/>
                        <a:pt x="145" y="98"/>
                        <a:pt x="145" y="98"/>
                      </a:cubicBezTo>
                      <a:cubicBezTo>
                        <a:pt x="145" y="98"/>
                        <a:pt x="145" y="98"/>
                        <a:pt x="146" y="98"/>
                      </a:cubicBezTo>
                      <a:cubicBezTo>
                        <a:pt x="146" y="98"/>
                        <a:pt x="146" y="99"/>
                        <a:pt x="146" y="99"/>
                      </a:cubicBezTo>
                      <a:cubicBezTo>
                        <a:pt x="146" y="99"/>
                        <a:pt x="146" y="99"/>
                        <a:pt x="147" y="99"/>
                      </a:cubicBezTo>
                      <a:cubicBezTo>
                        <a:pt x="147" y="99"/>
                        <a:pt x="147" y="98"/>
                        <a:pt x="147" y="98"/>
                      </a:cubicBezTo>
                      <a:cubicBezTo>
                        <a:pt x="147" y="98"/>
                        <a:pt x="147" y="98"/>
                        <a:pt x="147" y="98"/>
                      </a:cubicBezTo>
                      <a:cubicBezTo>
                        <a:pt x="147" y="98"/>
                        <a:pt x="147" y="98"/>
                        <a:pt x="148" y="98"/>
                      </a:cubicBezTo>
                      <a:cubicBezTo>
                        <a:pt x="148" y="98"/>
                        <a:pt x="148" y="98"/>
                        <a:pt x="148" y="98"/>
                      </a:cubicBezTo>
                      <a:cubicBezTo>
                        <a:pt x="148" y="98"/>
                        <a:pt x="149" y="98"/>
                        <a:pt x="149" y="98"/>
                      </a:cubicBezTo>
                      <a:cubicBezTo>
                        <a:pt x="149" y="98"/>
                        <a:pt x="149" y="98"/>
                        <a:pt x="149" y="98"/>
                      </a:cubicBezTo>
                      <a:cubicBezTo>
                        <a:pt x="149" y="98"/>
                        <a:pt x="149" y="98"/>
                        <a:pt x="150" y="98"/>
                      </a:cubicBezTo>
                      <a:cubicBezTo>
                        <a:pt x="150" y="98"/>
                        <a:pt x="150" y="98"/>
                        <a:pt x="150" y="98"/>
                      </a:cubicBezTo>
                      <a:cubicBezTo>
                        <a:pt x="150" y="98"/>
                        <a:pt x="151" y="98"/>
                        <a:pt x="151" y="97"/>
                      </a:cubicBezTo>
                      <a:cubicBezTo>
                        <a:pt x="151" y="97"/>
                        <a:pt x="151" y="97"/>
                        <a:pt x="151" y="98"/>
                      </a:cubicBezTo>
                      <a:cubicBezTo>
                        <a:pt x="151" y="98"/>
                        <a:pt x="151" y="98"/>
                        <a:pt x="151" y="97"/>
                      </a:cubicBezTo>
                      <a:cubicBezTo>
                        <a:pt x="151" y="97"/>
                        <a:pt x="151" y="97"/>
                        <a:pt x="151" y="97"/>
                      </a:cubicBezTo>
                      <a:cubicBezTo>
                        <a:pt x="151" y="97"/>
                        <a:pt x="152" y="97"/>
                        <a:pt x="152" y="98"/>
                      </a:cubicBezTo>
                      <a:cubicBezTo>
                        <a:pt x="152" y="98"/>
                        <a:pt x="152" y="98"/>
                        <a:pt x="152" y="98"/>
                      </a:cubicBezTo>
                      <a:cubicBezTo>
                        <a:pt x="152" y="98"/>
                        <a:pt x="152" y="98"/>
                        <a:pt x="152" y="97"/>
                      </a:cubicBezTo>
                      <a:cubicBezTo>
                        <a:pt x="152" y="97"/>
                        <a:pt x="152" y="97"/>
                        <a:pt x="152" y="97"/>
                      </a:cubicBezTo>
                      <a:cubicBezTo>
                        <a:pt x="153" y="97"/>
                        <a:pt x="153" y="97"/>
                        <a:pt x="153" y="97"/>
                      </a:cubicBezTo>
                      <a:cubicBezTo>
                        <a:pt x="153" y="97"/>
                        <a:pt x="153" y="97"/>
                        <a:pt x="153" y="97"/>
                      </a:cubicBezTo>
                      <a:cubicBezTo>
                        <a:pt x="153" y="97"/>
                        <a:pt x="153" y="97"/>
                        <a:pt x="153" y="97"/>
                      </a:cubicBezTo>
                      <a:cubicBezTo>
                        <a:pt x="153" y="97"/>
                        <a:pt x="153" y="97"/>
                        <a:pt x="153" y="97"/>
                      </a:cubicBezTo>
                      <a:cubicBezTo>
                        <a:pt x="154" y="97"/>
                        <a:pt x="154" y="97"/>
                        <a:pt x="154" y="97"/>
                      </a:cubicBezTo>
                      <a:cubicBezTo>
                        <a:pt x="154" y="97"/>
                        <a:pt x="154" y="97"/>
                        <a:pt x="154" y="97"/>
                      </a:cubicBezTo>
                      <a:cubicBezTo>
                        <a:pt x="154" y="97"/>
                        <a:pt x="154" y="97"/>
                        <a:pt x="154" y="97"/>
                      </a:cubicBezTo>
                      <a:cubicBezTo>
                        <a:pt x="154" y="97"/>
                        <a:pt x="154" y="97"/>
                        <a:pt x="154" y="96"/>
                      </a:cubicBezTo>
                      <a:cubicBezTo>
                        <a:pt x="155" y="96"/>
                        <a:pt x="155" y="96"/>
                        <a:pt x="155" y="96"/>
                      </a:cubicBezTo>
                      <a:cubicBezTo>
                        <a:pt x="155" y="96"/>
                        <a:pt x="155" y="96"/>
                        <a:pt x="155" y="96"/>
                      </a:cubicBezTo>
                      <a:cubicBezTo>
                        <a:pt x="155" y="96"/>
                        <a:pt x="155" y="96"/>
                        <a:pt x="155" y="96"/>
                      </a:cubicBezTo>
                      <a:cubicBezTo>
                        <a:pt x="155" y="96"/>
                        <a:pt x="155" y="96"/>
                        <a:pt x="155" y="95"/>
                      </a:cubicBezTo>
                      <a:cubicBezTo>
                        <a:pt x="155" y="95"/>
                        <a:pt x="155" y="95"/>
                        <a:pt x="155" y="95"/>
                      </a:cubicBezTo>
                      <a:cubicBezTo>
                        <a:pt x="155" y="95"/>
                        <a:pt x="156" y="95"/>
                        <a:pt x="156" y="95"/>
                      </a:cubicBezTo>
                      <a:cubicBezTo>
                        <a:pt x="156" y="96"/>
                        <a:pt x="156" y="96"/>
                        <a:pt x="156" y="96"/>
                      </a:cubicBezTo>
                      <a:cubicBezTo>
                        <a:pt x="156" y="96"/>
                        <a:pt x="156" y="96"/>
                        <a:pt x="156" y="96"/>
                      </a:cubicBezTo>
                      <a:cubicBezTo>
                        <a:pt x="156" y="96"/>
                        <a:pt x="155" y="96"/>
                        <a:pt x="155" y="96"/>
                      </a:cubicBezTo>
                      <a:cubicBezTo>
                        <a:pt x="155" y="96"/>
                        <a:pt x="155" y="96"/>
                        <a:pt x="155" y="96"/>
                      </a:cubicBezTo>
                      <a:cubicBezTo>
                        <a:pt x="155" y="97"/>
                        <a:pt x="155" y="97"/>
                        <a:pt x="155" y="97"/>
                      </a:cubicBezTo>
                      <a:cubicBezTo>
                        <a:pt x="155" y="97"/>
                        <a:pt x="155" y="97"/>
                        <a:pt x="155" y="97"/>
                      </a:cubicBezTo>
                      <a:cubicBezTo>
                        <a:pt x="156" y="97"/>
                        <a:pt x="156" y="97"/>
                        <a:pt x="156" y="97"/>
                      </a:cubicBezTo>
                      <a:cubicBezTo>
                        <a:pt x="156" y="97"/>
                        <a:pt x="156" y="97"/>
                        <a:pt x="156" y="97"/>
                      </a:cubicBezTo>
                      <a:cubicBezTo>
                        <a:pt x="157" y="97"/>
                        <a:pt x="157" y="97"/>
                        <a:pt x="157" y="97"/>
                      </a:cubicBezTo>
                      <a:cubicBezTo>
                        <a:pt x="157" y="97"/>
                        <a:pt x="157" y="97"/>
                        <a:pt x="157" y="97"/>
                      </a:cubicBezTo>
                      <a:cubicBezTo>
                        <a:pt x="157" y="97"/>
                        <a:pt x="157" y="97"/>
                        <a:pt x="158" y="97"/>
                      </a:cubicBezTo>
                      <a:cubicBezTo>
                        <a:pt x="158" y="97"/>
                        <a:pt x="158" y="97"/>
                        <a:pt x="158" y="97"/>
                      </a:cubicBezTo>
                      <a:cubicBezTo>
                        <a:pt x="158" y="97"/>
                        <a:pt x="158" y="97"/>
                        <a:pt x="158" y="97"/>
                      </a:cubicBezTo>
                      <a:cubicBezTo>
                        <a:pt x="158" y="97"/>
                        <a:pt x="159" y="97"/>
                        <a:pt x="159" y="97"/>
                      </a:cubicBezTo>
                      <a:cubicBezTo>
                        <a:pt x="159" y="97"/>
                        <a:pt x="159" y="97"/>
                        <a:pt x="159" y="97"/>
                      </a:cubicBezTo>
                      <a:cubicBezTo>
                        <a:pt x="159" y="97"/>
                        <a:pt x="159" y="97"/>
                        <a:pt x="159" y="97"/>
                      </a:cubicBezTo>
                      <a:cubicBezTo>
                        <a:pt x="159" y="96"/>
                        <a:pt x="159" y="97"/>
                        <a:pt x="159" y="96"/>
                      </a:cubicBezTo>
                      <a:close/>
                      <a:moveTo>
                        <a:pt x="144" y="93"/>
                      </a:moveTo>
                      <a:cubicBezTo>
                        <a:pt x="144" y="93"/>
                        <a:pt x="144" y="93"/>
                        <a:pt x="144" y="93"/>
                      </a:cubicBezTo>
                      <a:cubicBezTo>
                        <a:pt x="143" y="93"/>
                        <a:pt x="143" y="93"/>
                        <a:pt x="143" y="93"/>
                      </a:cubicBezTo>
                      <a:cubicBezTo>
                        <a:pt x="143" y="93"/>
                        <a:pt x="143" y="93"/>
                        <a:pt x="143" y="93"/>
                      </a:cubicBezTo>
                      <a:cubicBezTo>
                        <a:pt x="143" y="93"/>
                        <a:pt x="143" y="93"/>
                        <a:pt x="143" y="93"/>
                      </a:cubicBezTo>
                      <a:cubicBezTo>
                        <a:pt x="142" y="93"/>
                        <a:pt x="142" y="93"/>
                        <a:pt x="142" y="93"/>
                      </a:cubicBezTo>
                      <a:cubicBezTo>
                        <a:pt x="142" y="93"/>
                        <a:pt x="142" y="93"/>
                        <a:pt x="142" y="93"/>
                      </a:cubicBezTo>
                      <a:cubicBezTo>
                        <a:pt x="141" y="93"/>
                        <a:pt x="141" y="93"/>
                        <a:pt x="141" y="93"/>
                      </a:cubicBezTo>
                      <a:cubicBezTo>
                        <a:pt x="141" y="93"/>
                        <a:pt x="141" y="93"/>
                        <a:pt x="140" y="93"/>
                      </a:cubicBezTo>
                      <a:cubicBezTo>
                        <a:pt x="140" y="94"/>
                        <a:pt x="140" y="94"/>
                        <a:pt x="140" y="94"/>
                      </a:cubicBezTo>
                      <a:cubicBezTo>
                        <a:pt x="140" y="94"/>
                        <a:pt x="140" y="94"/>
                        <a:pt x="140" y="94"/>
                      </a:cubicBezTo>
                      <a:cubicBezTo>
                        <a:pt x="140" y="94"/>
                        <a:pt x="140" y="94"/>
                        <a:pt x="140" y="94"/>
                      </a:cubicBezTo>
                      <a:cubicBezTo>
                        <a:pt x="140" y="94"/>
                        <a:pt x="140" y="94"/>
                        <a:pt x="140" y="94"/>
                      </a:cubicBezTo>
                      <a:cubicBezTo>
                        <a:pt x="139" y="94"/>
                        <a:pt x="139" y="94"/>
                        <a:pt x="139" y="94"/>
                      </a:cubicBezTo>
                      <a:cubicBezTo>
                        <a:pt x="139" y="95"/>
                        <a:pt x="140" y="95"/>
                        <a:pt x="140" y="95"/>
                      </a:cubicBezTo>
                      <a:cubicBezTo>
                        <a:pt x="140" y="95"/>
                        <a:pt x="140" y="96"/>
                        <a:pt x="140" y="96"/>
                      </a:cubicBezTo>
                      <a:cubicBezTo>
                        <a:pt x="140" y="96"/>
                        <a:pt x="140" y="96"/>
                        <a:pt x="140" y="96"/>
                      </a:cubicBezTo>
                      <a:cubicBezTo>
                        <a:pt x="140" y="96"/>
                        <a:pt x="139" y="96"/>
                        <a:pt x="139" y="96"/>
                      </a:cubicBezTo>
                      <a:cubicBezTo>
                        <a:pt x="139" y="96"/>
                        <a:pt x="139" y="96"/>
                        <a:pt x="139" y="96"/>
                      </a:cubicBezTo>
                      <a:cubicBezTo>
                        <a:pt x="139" y="96"/>
                        <a:pt x="139" y="96"/>
                        <a:pt x="139" y="96"/>
                      </a:cubicBezTo>
                      <a:cubicBezTo>
                        <a:pt x="139" y="96"/>
                        <a:pt x="139" y="96"/>
                        <a:pt x="139" y="96"/>
                      </a:cubicBezTo>
                      <a:cubicBezTo>
                        <a:pt x="139" y="96"/>
                        <a:pt x="139" y="96"/>
                        <a:pt x="139" y="96"/>
                      </a:cubicBezTo>
                      <a:cubicBezTo>
                        <a:pt x="138" y="96"/>
                        <a:pt x="138" y="96"/>
                        <a:pt x="138" y="96"/>
                      </a:cubicBezTo>
                      <a:cubicBezTo>
                        <a:pt x="138" y="96"/>
                        <a:pt x="138" y="96"/>
                        <a:pt x="138" y="96"/>
                      </a:cubicBezTo>
                      <a:cubicBezTo>
                        <a:pt x="138" y="96"/>
                        <a:pt x="138" y="96"/>
                        <a:pt x="138" y="97"/>
                      </a:cubicBezTo>
                      <a:cubicBezTo>
                        <a:pt x="138" y="97"/>
                        <a:pt x="138" y="97"/>
                        <a:pt x="138" y="97"/>
                      </a:cubicBezTo>
                      <a:cubicBezTo>
                        <a:pt x="139" y="97"/>
                        <a:pt x="139" y="97"/>
                        <a:pt x="139" y="97"/>
                      </a:cubicBezTo>
                      <a:cubicBezTo>
                        <a:pt x="139" y="97"/>
                        <a:pt x="139" y="97"/>
                        <a:pt x="139" y="97"/>
                      </a:cubicBezTo>
                      <a:cubicBezTo>
                        <a:pt x="139" y="97"/>
                        <a:pt x="139" y="97"/>
                        <a:pt x="139" y="97"/>
                      </a:cubicBezTo>
                      <a:cubicBezTo>
                        <a:pt x="139" y="97"/>
                        <a:pt x="139" y="97"/>
                        <a:pt x="139" y="97"/>
                      </a:cubicBezTo>
                      <a:cubicBezTo>
                        <a:pt x="139" y="97"/>
                        <a:pt x="139" y="97"/>
                        <a:pt x="140" y="97"/>
                      </a:cubicBezTo>
                      <a:cubicBezTo>
                        <a:pt x="140" y="97"/>
                        <a:pt x="140" y="97"/>
                        <a:pt x="140" y="97"/>
                      </a:cubicBezTo>
                      <a:cubicBezTo>
                        <a:pt x="140" y="97"/>
                        <a:pt x="140" y="97"/>
                        <a:pt x="140" y="97"/>
                      </a:cubicBezTo>
                      <a:cubicBezTo>
                        <a:pt x="140" y="97"/>
                        <a:pt x="140" y="97"/>
                        <a:pt x="140" y="97"/>
                      </a:cubicBezTo>
                      <a:cubicBezTo>
                        <a:pt x="140" y="97"/>
                        <a:pt x="140" y="97"/>
                        <a:pt x="140" y="97"/>
                      </a:cubicBezTo>
                      <a:cubicBezTo>
                        <a:pt x="140" y="97"/>
                        <a:pt x="140" y="97"/>
                        <a:pt x="140" y="97"/>
                      </a:cubicBezTo>
                      <a:cubicBezTo>
                        <a:pt x="140" y="97"/>
                        <a:pt x="140" y="97"/>
                        <a:pt x="140" y="97"/>
                      </a:cubicBezTo>
                      <a:cubicBezTo>
                        <a:pt x="140" y="97"/>
                        <a:pt x="141" y="97"/>
                        <a:pt x="141" y="97"/>
                      </a:cubicBezTo>
                      <a:cubicBezTo>
                        <a:pt x="141" y="97"/>
                        <a:pt x="141" y="97"/>
                        <a:pt x="141" y="97"/>
                      </a:cubicBezTo>
                      <a:cubicBezTo>
                        <a:pt x="141" y="97"/>
                        <a:pt x="141" y="97"/>
                        <a:pt x="141" y="97"/>
                      </a:cubicBezTo>
                      <a:cubicBezTo>
                        <a:pt x="141" y="97"/>
                        <a:pt x="141" y="97"/>
                        <a:pt x="142" y="97"/>
                      </a:cubicBezTo>
                      <a:cubicBezTo>
                        <a:pt x="142" y="97"/>
                        <a:pt x="142" y="97"/>
                        <a:pt x="142" y="97"/>
                      </a:cubicBezTo>
                      <a:cubicBezTo>
                        <a:pt x="142" y="97"/>
                        <a:pt x="142" y="98"/>
                        <a:pt x="142" y="98"/>
                      </a:cubicBezTo>
                      <a:cubicBezTo>
                        <a:pt x="142" y="98"/>
                        <a:pt x="142" y="97"/>
                        <a:pt x="142" y="97"/>
                      </a:cubicBezTo>
                      <a:cubicBezTo>
                        <a:pt x="142" y="97"/>
                        <a:pt x="142" y="97"/>
                        <a:pt x="142" y="97"/>
                      </a:cubicBezTo>
                      <a:cubicBezTo>
                        <a:pt x="142" y="97"/>
                        <a:pt x="142" y="97"/>
                        <a:pt x="142" y="97"/>
                      </a:cubicBezTo>
                      <a:cubicBezTo>
                        <a:pt x="142" y="97"/>
                        <a:pt x="142" y="97"/>
                        <a:pt x="142" y="97"/>
                      </a:cubicBezTo>
                      <a:cubicBezTo>
                        <a:pt x="142" y="97"/>
                        <a:pt x="142" y="97"/>
                        <a:pt x="142" y="97"/>
                      </a:cubicBezTo>
                      <a:cubicBezTo>
                        <a:pt x="142" y="97"/>
                        <a:pt x="142" y="97"/>
                        <a:pt x="142" y="97"/>
                      </a:cubicBezTo>
                      <a:cubicBezTo>
                        <a:pt x="142" y="97"/>
                        <a:pt x="142" y="97"/>
                        <a:pt x="143" y="97"/>
                      </a:cubicBezTo>
                      <a:cubicBezTo>
                        <a:pt x="143" y="97"/>
                        <a:pt x="143" y="97"/>
                        <a:pt x="143" y="97"/>
                      </a:cubicBezTo>
                      <a:cubicBezTo>
                        <a:pt x="143" y="97"/>
                        <a:pt x="143" y="97"/>
                        <a:pt x="143" y="97"/>
                      </a:cubicBezTo>
                      <a:cubicBezTo>
                        <a:pt x="143" y="97"/>
                        <a:pt x="143" y="97"/>
                        <a:pt x="143" y="97"/>
                      </a:cubicBezTo>
                      <a:cubicBezTo>
                        <a:pt x="143" y="97"/>
                        <a:pt x="143" y="97"/>
                        <a:pt x="143" y="97"/>
                      </a:cubicBezTo>
                      <a:cubicBezTo>
                        <a:pt x="143" y="97"/>
                        <a:pt x="143" y="97"/>
                        <a:pt x="143" y="97"/>
                      </a:cubicBezTo>
                      <a:cubicBezTo>
                        <a:pt x="142" y="97"/>
                        <a:pt x="143" y="97"/>
                        <a:pt x="143" y="97"/>
                      </a:cubicBezTo>
                      <a:cubicBezTo>
                        <a:pt x="143" y="97"/>
                        <a:pt x="143" y="97"/>
                        <a:pt x="143" y="97"/>
                      </a:cubicBezTo>
                      <a:cubicBezTo>
                        <a:pt x="143" y="96"/>
                        <a:pt x="143" y="96"/>
                        <a:pt x="143" y="96"/>
                      </a:cubicBezTo>
                      <a:cubicBezTo>
                        <a:pt x="143" y="96"/>
                        <a:pt x="143" y="96"/>
                        <a:pt x="143" y="96"/>
                      </a:cubicBezTo>
                      <a:cubicBezTo>
                        <a:pt x="143" y="96"/>
                        <a:pt x="143" y="95"/>
                        <a:pt x="143" y="95"/>
                      </a:cubicBezTo>
                      <a:cubicBezTo>
                        <a:pt x="144" y="95"/>
                        <a:pt x="144" y="95"/>
                        <a:pt x="144" y="95"/>
                      </a:cubicBezTo>
                      <a:cubicBezTo>
                        <a:pt x="144" y="95"/>
                        <a:pt x="144" y="95"/>
                        <a:pt x="144" y="95"/>
                      </a:cubicBezTo>
                      <a:cubicBezTo>
                        <a:pt x="144" y="95"/>
                        <a:pt x="144" y="94"/>
                        <a:pt x="144" y="94"/>
                      </a:cubicBezTo>
                      <a:cubicBezTo>
                        <a:pt x="144" y="94"/>
                        <a:pt x="144" y="94"/>
                        <a:pt x="144" y="94"/>
                      </a:cubicBezTo>
                      <a:cubicBezTo>
                        <a:pt x="144" y="94"/>
                        <a:pt x="144" y="94"/>
                        <a:pt x="144" y="93"/>
                      </a:cubicBezTo>
                      <a:close/>
                      <a:moveTo>
                        <a:pt x="149" y="93"/>
                      </a:moveTo>
                      <a:cubicBezTo>
                        <a:pt x="149" y="93"/>
                        <a:pt x="149" y="94"/>
                        <a:pt x="149" y="94"/>
                      </a:cubicBezTo>
                      <a:cubicBezTo>
                        <a:pt x="149" y="94"/>
                        <a:pt x="149" y="94"/>
                        <a:pt x="149" y="94"/>
                      </a:cubicBezTo>
                      <a:cubicBezTo>
                        <a:pt x="149" y="94"/>
                        <a:pt x="150" y="94"/>
                        <a:pt x="150" y="94"/>
                      </a:cubicBezTo>
                      <a:cubicBezTo>
                        <a:pt x="150" y="94"/>
                        <a:pt x="150" y="93"/>
                        <a:pt x="150" y="93"/>
                      </a:cubicBezTo>
                      <a:cubicBezTo>
                        <a:pt x="150" y="93"/>
                        <a:pt x="150" y="93"/>
                        <a:pt x="150" y="93"/>
                      </a:cubicBezTo>
                      <a:cubicBezTo>
                        <a:pt x="150" y="93"/>
                        <a:pt x="150" y="93"/>
                        <a:pt x="150" y="93"/>
                      </a:cubicBezTo>
                      <a:cubicBezTo>
                        <a:pt x="150" y="93"/>
                        <a:pt x="150" y="93"/>
                        <a:pt x="150" y="93"/>
                      </a:cubicBezTo>
                      <a:cubicBezTo>
                        <a:pt x="151" y="92"/>
                        <a:pt x="150" y="92"/>
                        <a:pt x="150" y="92"/>
                      </a:cubicBezTo>
                      <a:cubicBezTo>
                        <a:pt x="150" y="92"/>
                        <a:pt x="150" y="92"/>
                        <a:pt x="150" y="92"/>
                      </a:cubicBezTo>
                      <a:cubicBezTo>
                        <a:pt x="150" y="92"/>
                        <a:pt x="150" y="92"/>
                        <a:pt x="150" y="92"/>
                      </a:cubicBezTo>
                      <a:cubicBezTo>
                        <a:pt x="150" y="92"/>
                        <a:pt x="150" y="92"/>
                        <a:pt x="150" y="92"/>
                      </a:cubicBezTo>
                      <a:cubicBezTo>
                        <a:pt x="150" y="92"/>
                        <a:pt x="150" y="92"/>
                        <a:pt x="149" y="92"/>
                      </a:cubicBezTo>
                      <a:cubicBezTo>
                        <a:pt x="149" y="92"/>
                        <a:pt x="149" y="92"/>
                        <a:pt x="149" y="93"/>
                      </a:cubicBezTo>
                      <a:cubicBezTo>
                        <a:pt x="149" y="93"/>
                        <a:pt x="149" y="93"/>
                        <a:pt x="149" y="93"/>
                      </a:cubicBezTo>
                      <a:cubicBezTo>
                        <a:pt x="149" y="93"/>
                        <a:pt x="149" y="93"/>
                        <a:pt x="149" y="93"/>
                      </a:cubicBezTo>
                      <a:cubicBezTo>
                        <a:pt x="149" y="93"/>
                        <a:pt x="149" y="93"/>
                        <a:pt x="149" y="93"/>
                      </a:cubicBezTo>
                      <a:cubicBezTo>
                        <a:pt x="149" y="93"/>
                        <a:pt x="149" y="93"/>
                        <a:pt x="149" y="93"/>
                      </a:cubicBezTo>
                      <a:close/>
                      <a:moveTo>
                        <a:pt x="160" y="92"/>
                      </a:moveTo>
                      <a:cubicBezTo>
                        <a:pt x="160" y="92"/>
                        <a:pt x="160" y="92"/>
                        <a:pt x="160" y="92"/>
                      </a:cubicBezTo>
                      <a:cubicBezTo>
                        <a:pt x="160" y="92"/>
                        <a:pt x="160" y="92"/>
                        <a:pt x="160" y="92"/>
                      </a:cubicBezTo>
                      <a:cubicBezTo>
                        <a:pt x="160" y="92"/>
                        <a:pt x="160" y="92"/>
                        <a:pt x="160" y="92"/>
                      </a:cubicBezTo>
                      <a:cubicBezTo>
                        <a:pt x="160" y="92"/>
                        <a:pt x="160" y="92"/>
                        <a:pt x="160" y="92"/>
                      </a:cubicBezTo>
                      <a:cubicBezTo>
                        <a:pt x="160" y="92"/>
                        <a:pt x="159" y="92"/>
                        <a:pt x="159" y="92"/>
                      </a:cubicBezTo>
                      <a:cubicBezTo>
                        <a:pt x="159" y="92"/>
                        <a:pt x="159" y="93"/>
                        <a:pt x="159" y="93"/>
                      </a:cubicBezTo>
                      <a:cubicBezTo>
                        <a:pt x="159" y="93"/>
                        <a:pt x="160" y="93"/>
                        <a:pt x="160" y="93"/>
                      </a:cubicBezTo>
                      <a:cubicBezTo>
                        <a:pt x="160" y="93"/>
                        <a:pt x="160" y="93"/>
                        <a:pt x="160" y="93"/>
                      </a:cubicBezTo>
                      <a:cubicBezTo>
                        <a:pt x="160" y="93"/>
                        <a:pt x="160" y="93"/>
                        <a:pt x="160" y="93"/>
                      </a:cubicBezTo>
                      <a:cubicBezTo>
                        <a:pt x="160" y="93"/>
                        <a:pt x="160" y="93"/>
                        <a:pt x="160" y="93"/>
                      </a:cubicBezTo>
                      <a:cubicBezTo>
                        <a:pt x="160" y="93"/>
                        <a:pt x="160" y="93"/>
                        <a:pt x="160" y="92"/>
                      </a:cubicBezTo>
                      <a:cubicBezTo>
                        <a:pt x="160" y="92"/>
                        <a:pt x="160" y="92"/>
                        <a:pt x="160" y="92"/>
                      </a:cubicBezTo>
                      <a:cubicBezTo>
                        <a:pt x="160" y="92"/>
                        <a:pt x="160" y="92"/>
                        <a:pt x="160" y="92"/>
                      </a:cubicBezTo>
                      <a:close/>
                      <a:moveTo>
                        <a:pt x="202" y="28"/>
                      </a:moveTo>
                      <a:cubicBezTo>
                        <a:pt x="202" y="28"/>
                        <a:pt x="201" y="28"/>
                        <a:pt x="201" y="28"/>
                      </a:cubicBezTo>
                      <a:cubicBezTo>
                        <a:pt x="201" y="28"/>
                        <a:pt x="201" y="28"/>
                        <a:pt x="201" y="29"/>
                      </a:cubicBezTo>
                      <a:cubicBezTo>
                        <a:pt x="201" y="29"/>
                        <a:pt x="201" y="29"/>
                        <a:pt x="201" y="29"/>
                      </a:cubicBezTo>
                      <a:cubicBezTo>
                        <a:pt x="201" y="29"/>
                        <a:pt x="201" y="29"/>
                        <a:pt x="201" y="29"/>
                      </a:cubicBezTo>
                      <a:cubicBezTo>
                        <a:pt x="201" y="30"/>
                        <a:pt x="200" y="30"/>
                        <a:pt x="200" y="30"/>
                      </a:cubicBezTo>
                      <a:cubicBezTo>
                        <a:pt x="200" y="30"/>
                        <a:pt x="200" y="31"/>
                        <a:pt x="200" y="31"/>
                      </a:cubicBezTo>
                      <a:cubicBezTo>
                        <a:pt x="200" y="31"/>
                        <a:pt x="199" y="31"/>
                        <a:pt x="199" y="31"/>
                      </a:cubicBezTo>
                      <a:cubicBezTo>
                        <a:pt x="199" y="31"/>
                        <a:pt x="199" y="31"/>
                        <a:pt x="199" y="31"/>
                      </a:cubicBezTo>
                      <a:cubicBezTo>
                        <a:pt x="199" y="32"/>
                        <a:pt x="199" y="32"/>
                        <a:pt x="198" y="32"/>
                      </a:cubicBezTo>
                      <a:cubicBezTo>
                        <a:pt x="198" y="32"/>
                        <a:pt x="198" y="32"/>
                        <a:pt x="198" y="32"/>
                      </a:cubicBezTo>
                      <a:cubicBezTo>
                        <a:pt x="198" y="32"/>
                        <a:pt x="198" y="32"/>
                        <a:pt x="198" y="32"/>
                      </a:cubicBezTo>
                      <a:cubicBezTo>
                        <a:pt x="198" y="33"/>
                        <a:pt x="198" y="33"/>
                        <a:pt x="198" y="33"/>
                      </a:cubicBezTo>
                      <a:cubicBezTo>
                        <a:pt x="198" y="33"/>
                        <a:pt x="198" y="33"/>
                        <a:pt x="198" y="33"/>
                      </a:cubicBezTo>
                      <a:cubicBezTo>
                        <a:pt x="198" y="33"/>
                        <a:pt x="197" y="33"/>
                        <a:pt x="197" y="33"/>
                      </a:cubicBezTo>
                      <a:cubicBezTo>
                        <a:pt x="197" y="33"/>
                        <a:pt x="197" y="33"/>
                        <a:pt x="197" y="33"/>
                      </a:cubicBezTo>
                      <a:cubicBezTo>
                        <a:pt x="197" y="34"/>
                        <a:pt x="197" y="34"/>
                        <a:pt x="197" y="34"/>
                      </a:cubicBezTo>
                      <a:cubicBezTo>
                        <a:pt x="197" y="34"/>
                        <a:pt x="197" y="34"/>
                        <a:pt x="197" y="34"/>
                      </a:cubicBezTo>
                      <a:cubicBezTo>
                        <a:pt x="197" y="34"/>
                        <a:pt x="197" y="34"/>
                        <a:pt x="197" y="34"/>
                      </a:cubicBezTo>
                      <a:cubicBezTo>
                        <a:pt x="197" y="34"/>
                        <a:pt x="197" y="34"/>
                        <a:pt x="197" y="34"/>
                      </a:cubicBezTo>
                      <a:cubicBezTo>
                        <a:pt x="197" y="35"/>
                        <a:pt x="197" y="35"/>
                        <a:pt x="197" y="35"/>
                      </a:cubicBezTo>
                      <a:cubicBezTo>
                        <a:pt x="197" y="35"/>
                        <a:pt x="197" y="35"/>
                        <a:pt x="197" y="35"/>
                      </a:cubicBezTo>
                      <a:cubicBezTo>
                        <a:pt x="196" y="35"/>
                        <a:pt x="196" y="35"/>
                        <a:pt x="196" y="35"/>
                      </a:cubicBezTo>
                      <a:cubicBezTo>
                        <a:pt x="196" y="35"/>
                        <a:pt x="196" y="35"/>
                        <a:pt x="196" y="35"/>
                      </a:cubicBezTo>
                      <a:cubicBezTo>
                        <a:pt x="196" y="35"/>
                        <a:pt x="196" y="35"/>
                        <a:pt x="195" y="35"/>
                      </a:cubicBezTo>
                      <a:cubicBezTo>
                        <a:pt x="195" y="35"/>
                        <a:pt x="195" y="35"/>
                        <a:pt x="195" y="35"/>
                      </a:cubicBezTo>
                      <a:cubicBezTo>
                        <a:pt x="195" y="35"/>
                        <a:pt x="195" y="35"/>
                        <a:pt x="194" y="35"/>
                      </a:cubicBezTo>
                      <a:cubicBezTo>
                        <a:pt x="194" y="35"/>
                        <a:pt x="194" y="35"/>
                        <a:pt x="193" y="35"/>
                      </a:cubicBezTo>
                      <a:cubicBezTo>
                        <a:pt x="193" y="35"/>
                        <a:pt x="193" y="35"/>
                        <a:pt x="193" y="35"/>
                      </a:cubicBezTo>
                      <a:cubicBezTo>
                        <a:pt x="193" y="35"/>
                        <a:pt x="193" y="35"/>
                        <a:pt x="193" y="35"/>
                      </a:cubicBezTo>
                      <a:cubicBezTo>
                        <a:pt x="193" y="35"/>
                        <a:pt x="192" y="35"/>
                        <a:pt x="192" y="35"/>
                      </a:cubicBezTo>
                      <a:cubicBezTo>
                        <a:pt x="192" y="36"/>
                        <a:pt x="192" y="36"/>
                        <a:pt x="192" y="36"/>
                      </a:cubicBezTo>
                      <a:cubicBezTo>
                        <a:pt x="191" y="36"/>
                        <a:pt x="191" y="36"/>
                        <a:pt x="191" y="36"/>
                      </a:cubicBezTo>
                      <a:cubicBezTo>
                        <a:pt x="191" y="36"/>
                        <a:pt x="191" y="36"/>
                        <a:pt x="191" y="36"/>
                      </a:cubicBezTo>
                      <a:cubicBezTo>
                        <a:pt x="191" y="35"/>
                        <a:pt x="190" y="36"/>
                        <a:pt x="190" y="35"/>
                      </a:cubicBezTo>
                      <a:cubicBezTo>
                        <a:pt x="190" y="35"/>
                        <a:pt x="190" y="35"/>
                        <a:pt x="190" y="35"/>
                      </a:cubicBezTo>
                      <a:cubicBezTo>
                        <a:pt x="190" y="35"/>
                        <a:pt x="189" y="36"/>
                        <a:pt x="189" y="35"/>
                      </a:cubicBezTo>
                      <a:cubicBezTo>
                        <a:pt x="189" y="35"/>
                        <a:pt x="188" y="35"/>
                        <a:pt x="188" y="35"/>
                      </a:cubicBezTo>
                      <a:cubicBezTo>
                        <a:pt x="188" y="35"/>
                        <a:pt x="188" y="35"/>
                        <a:pt x="188" y="35"/>
                      </a:cubicBezTo>
                      <a:cubicBezTo>
                        <a:pt x="188" y="35"/>
                        <a:pt x="188" y="35"/>
                        <a:pt x="188" y="34"/>
                      </a:cubicBezTo>
                      <a:cubicBezTo>
                        <a:pt x="187" y="34"/>
                        <a:pt x="187" y="34"/>
                        <a:pt x="187" y="34"/>
                      </a:cubicBezTo>
                      <a:cubicBezTo>
                        <a:pt x="187" y="34"/>
                        <a:pt x="187" y="34"/>
                        <a:pt x="187" y="34"/>
                      </a:cubicBezTo>
                      <a:cubicBezTo>
                        <a:pt x="187" y="34"/>
                        <a:pt x="187" y="34"/>
                        <a:pt x="187" y="34"/>
                      </a:cubicBezTo>
                      <a:cubicBezTo>
                        <a:pt x="187" y="34"/>
                        <a:pt x="187" y="34"/>
                        <a:pt x="186" y="34"/>
                      </a:cubicBezTo>
                      <a:cubicBezTo>
                        <a:pt x="186" y="34"/>
                        <a:pt x="186" y="34"/>
                        <a:pt x="185" y="34"/>
                      </a:cubicBezTo>
                      <a:cubicBezTo>
                        <a:pt x="185" y="34"/>
                        <a:pt x="185" y="34"/>
                        <a:pt x="185" y="34"/>
                      </a:cubicBezTo>
                      <a:cubicBezTo>
                        <a:pt x="185" y="34"/>
                        <a:pt x="185" y="34"/>
                        <a:pt x="185" y="34"/>
                      </a:cubicBezTo>
                      <a:cubicBezTo>
                        <a:pt x="185" y="34"/>
                        <a:pt x="185" y="34"/>
                        <a:pt x="185" y="34"/>
                      </a:cubicBezTo>
                      <a:cubicBezTo>
                        <a:pt x="185" y="34"/>
                        <a:pt x="184" y="34"/>
                        <a:pt x="184" y="34"/>
                      </a:cubicBezTo>
                      <a:cubicBezTo>
                        <a:pt x="184" y="34"/>
                        <a:pt x="184" y="34"/>
                        <a:pt x="184" y="34"/>
                      </a:cubicBezTo>
                      <a:cubicBezTo>
                        <a:pt x="184" y="34"/>
                        <a:pt x="184" y="34"/>
                        <a:pt x="183" y="34"/>
                      </a:cubicBezTo>
                      <a:cubicBezTo>
                        <a:pt x="183" y="34"/>
                        <a:pt x="183" y="34"/>
                        <a:pt x="183" y="34"/>
                      </a:cubicBezTo>
                      <a:cubicBezTo>
                        <a:pt x="182" y="34"/>
                        <a:pt x="182" y="34"/>
                        <a:pt x="182" y="34"/>
                      </a:cubicBezTo>
                      <a:cubicBezTo>
                        <a:pt x="182" y="34"/>
                        <a:pt x="182" y="34"/>
                        <a:pt x="182" y="34"/>
                      </a:cubicBezTo>
                      <a:cubicBezTo>
                        <a:pt x="181" y="34"/>
                        <a:pt x="181" y="35"/>
                        <a:pt x="181" y="34"/>
                      </a:cubicBezTo>
                      <a:cubicBezTo>
                        <a:pt x="181" y="34"/>
                        <a:pt x="181" y="34"/>
                        <a:pt x="181" y="34"/>
                      </a:cubicBezTo>
                      <a:cubicBezTo>
                        <a:pt x="180" y="35"/>
                        <a:pt x="180" y="35"/>
                        <a:pt x="179" y="35"/>
                      </a:cubicBezTo>
                      <a:cubicBezTo>
                        <a:pt x="179" y="35"/>
                        <a:pt x="179" y="35"/>
                        <a:pt x="179" y="35"/>
                      </a:cubicBezTo>
                      <a:cubicBezTo>
                        <a:pt x="179" y="35"/>
                        <a:pt x="179" y="35"/>
                        <a:pt x="179" y="34"/>
                      </a:cubicBezTo>
                      <a:cubicBezTo>
                        <a:pt x="179" y="34"/>
                        <a:pt x="178" y="34"/>
                        <a:pt x="178" y="34"/>
                      </a:cubicBezTo>
                      <a:cubicBezTo>
                        <a:pt x="178" y="34"/>
                        <a:pt x="178" y="34"/>
                        <a:pt x="178" y="34"/>
                      </a:cubicBezTo>
                      <a:cubicBezTo>
                        <a:pt x="178" y="34"/>
                        <a:pt x="178" y="34"/>
                        <a:pt x="178" y="34"/>
                      </a:cubicBezTo>
                      <a:cubicBezTo>
                        <a:pt x="177" y="34"/>
                        <a:pt x="177" y="34"/>
                        <a:pt x="177" y="34"/>
                      </a:cubicBezTo>
                      <a:cubicBezTo>
                        <a:pt x="177" y="34"/>
                        <a:pt x="177" y="34"/>
                        <a:pt x="177" y="34"/>
                      </a:cubicBezTo>
                      <a:cubicBezTo>
                        <a:pt x="177" y="34"/>
                        <a:pt x="177" y="34"/>
                        <a:pt x="177" y="34"/>
                      </a:cubicBezTo>
                      <a:cubicBezTo>
                        <a:pt x="177" y="34"/>
                        <a:pt x="176" y="34"/>
                        <a:pt x="176" y="34"/>
                      </a:cubicBezTo>
                      <a:cubicBezTo>
                        <a:pt x="176" y="34"/>
                        <a:pt x="176" y="34"/>
                        <a:pt x="176" y="34"/>
                      </a:cubicBezTo>
                      <a:cubicBezTo>
                        <a:pt x="176" y="34"/>
                        <a:pt x="176" y="34"/>
                        <a:pt x="176" y="34"/>
                      </a:cubicBezTo>
                      <a:cubicBezTo>
                        <a:pt x="176" y="34"/>
                        <a:pt x="175" y="34"/>
                        <a:pt x="175" y="34"/>
                      </a:cubicBezTo>
                      <a:cubicBezTo>
                        <a:pt x="175" y="34"/>
                        <a:pt x="175" y="35"/>
                        <a:pt x="175" y="35"/>
                      </a:cubicBezTo>
                      <a:cubicBezTo>
                        <a:pt x="175" y="35"/>
                        <a:pt x="175" y="35"/>
                        <a:pt x="175" y="35"/>
                      </a:cubicBezTo>
                      <a:cubicBezTo>
                        <a:pt x="175" y="35"/>
                        <a:pt x="175" y="35"/>
                        <a:pt x="175" y="35"/>
                      </a:cubicBezTo>
                      <a:cubicBezTo>
                        <a:pt x="174" y="35"/>
                        <a:pt x="174" y="35"/>
                        <a:pt x="174" y="35"/>
                      </a:cubicBezTo>
                      <a:cubicBezTo>
                        <a:pt x="174" y="35"/>
                        <a:pt x="174" y="35"/>
                        <a:pt x="174" y="35"/>
                      </a:cubicBezTo>
                      <a:cubicBezTo>
                        <a:pt x="174" y="35"/>
                        <a:pt x="174" y="35"/>
                        <a:pt x="174" y="35"/>
                      </a:cubicBezTo>
                      <a:cubicBezTo>
                        <a:pt x="174" y="35"/>
                        <a:pt x="174" y="35"/>
                        <a:pt x="173" y="35"/>
                      </a:cubicBezTo>
                      <a:cubicBezTo>
                        <a:pt x="173" y="35"/>
                        <a:pt x="173" y="35"/>
                        <a:pt x="173" y="35"/>
                      </a:cubicBezTo>
                      <a:cubicBezTo>
                        <a:pt x="173" y="35"/>
                        <a:pt x="173" y="35"/>
                        <a:pt x="173" y="35"/>
                      </a:cubicBezTo>
                      <a:cubicBezTo>
                        <a:pt x="173" y="35"/>
                        <a:pt x="173" y="35"/>
                        <a:pt x="173" y="35"/>
                      </a:cubicBezTo>
                      <a:cubicBezTo>
                        <a:pt x="173" y="35"/>
                        <a:pt x="173" y="35"/>
                        <a:pt x="173" y="35"/>
                      </a:cubicBezTo>
                      <a:cubicBezTo>
                        <a:pt x="172" y="35"/>
                        <a:pt x="172" y="35"/>
                        <a:pt x="172" y="35"/>
                      </a:cubicBezTo>
                      <a:cubicBezTo>
                        <a:pt x="172" y="35"/>
                        <a:pt x="172" y="35"/>
                        <a:pt x="172" y="34"/>
                      </a:cubicBezTo>
                      <a:cubicBezTo>
                        <a:pt x="172" y="34"/>
                        <a:pt x="172" y="34"/>
                        <a:pt x="172" y="34"/>
                      </a:cubicBezTo>
                      <a:cubicBezTo>
                        <a:pt x="171" y="34"/>
                        <a:pt x="171" y="34"/>
                        <a:pt x="171" y="34"/>
                      </a:cubicBezTo>
                      <a:cubicBezTo>
                        <a:pt x="170" y="34"/>
                        <a:pt x="170" y="34"/>
                        <a:pt x="170" y="34"/>
                      </a:cubicBezTo>
                      <a:cubicBezTo>
                        <a:pt x="170" y="34"/>
                        <a:pt x="170" y="34"/>
                        <a:pt x="170" y="35"/>
                      </a:cubicBezTo>
                      <a:cubicBezTo>
                        <a:pt x="169" y="35"/>
                        <a:pt x="169" y="35"/>
                        <a:pt x="169" y="35"/>
                      </a:cubicBezTo>
                      <a:cubicBezTo>
                        <a:pt x="169" y="35"/>
                        <a:pt x="169" y="35"/>
                        <a:pt x="169" y="35"/>
                      </a:cubicBezTo>
                      <a:cubicBezTo>
                        <a:pt x="169" y="35"/>
                        <a:pt x="169" y="35"/>
                        <a:pt x="169" y="35"/>
                      </a:cubicBezTo>
                      <a:cubicBezTo>
                        <a:pt x="168" y="36"/>
                        <a:pt x="168" y="36"/>
                        <a:pt x="168" y="36"/>
                      </a:cubicBezTo>
                      <a:cubicBezTo>
                        <a:pt x="168" y="36"/>
                        <a:pt x="168" y="36"/>
                        <a:pt x="168" y="36"/>
                      </a:cubicBezTo>
                      <a:cubicBezTo>
                        <a:pt x="168" y="36"/>
                        <a:pt x="168" y="37"/>
                        <a:pt x="168" y="37"/>
                      </a:cubicBezTo>
                      <a:cubicBezTo>
                        <a:pt x="168" y="37"/>
                        <a:pt x="168" y="37"/>
                        <a:pt x="168" y="38"/>
                      </a:cubicBezTo>
                      <a:cubicBezTo>
                        <a:pt x="168" y="38"/>
                        <a:pt x="167" y="38"/>
                        <a:pt x="167" y="38"/>
                      </a:cubicBezTo>
                      <a:cubicBezTo>
                        <a:pt x="167" y="38"/>
                        <a:pt x="167" y="38"/>
                        <a:pt x="167" y="39"/>
                      </a:cubicBezTo>
                      <a:cubicBezTo>
                        <a:pt x="167" y="39"/>
                        <a:pt x="167" y="39"/>
                        <a:pt x="167" y="39"/>
                      </a:cubicBezTo>
                      <a:cubicBezTo>
                        <a:pt x="167" y="39"/>
                        <a:pt x="167" y="39"/>
                        <a:pt x="167" y="39"/>
                      </a:cubicBezTo>
                      <a:cubicBezTo>
                        <a:pt x="167" y="40"/>
                        <a:pt x="167" y="40"/>
                        <a:pt x="167" y="40"/>
                      </a:cubicBezTo>
                      <a:cubicBezTo>
                        <a:pt x="167" y="40"/>
                        <a:pt x="167" y="40"/>
                        <a:pt x="167" y="41"/>
                      </a:cubicBezTo>
                      <a:cubicBezTo>
                        <a:pt x="167" y="41"/>
                        <a:pt x="167" y="41"/>
                        <a:pt x="167" y="41"/>
                      </a:cubicBezTo>
                      <a:cubicBezTo>
                        <a:pt x="167" y="41"/>
                        <a:pt x="167" y="41"/>
                        <a:pt x="167" y="41"/>
                      </a:cubicBezTo>
                      <a:cubicBezTo>
                        <a:pt x="167" y="42"/>
                        <a:pt x="167" y="42"/>
                        <a:pt x="167" y="42"/>
                      </a:cubicBezTo>
                      <a:cubicBezTo>
                        <a:pt x="168" y="42"/>
                        <a:pt x="168" y="42"/>
                        <a:pt x="168" y="43"/>
                      </a:cubicBezTo>
                      <a:cubicBezTo>
                        <a:pt x="168" y="43"/>
                        <a:pt x="168" y="43"/>
                        <a:pt x="168" y="43"/>
                      </a:cubicBezTo>
                      <a:cubicBezTo>
                        <a:pt x="168" y="43"/>
                        <a:pt x="169" y="43"/>
                        <a:pt x="169" y="43"/>
                      </a:cubicBezTo>
                      <a:cubicBezTo>
                        <a:pt x="169" y="43"/>
                        <a:pt x="169" y="44"/>
                        <a:pt x="169" y="44"/>
                      </a:cubicBezTo>
                      <a:cubicBezTo>
                        <a:pt x="169" y="44"/>
                        <a:pt x="169" y="44"/>
                        <a:pt x="169" y="44"/>
                      </a:cubicBezTo>
                      <a:cubicBezTo>
                        <a:pt x="169" y="44"/>
                        <a:pt x="169" y="44"/>
                        <a:pt x="169" y="44"/>
                      </a:cubicBezTo>
                      <a:cubicBezTo>
                        <a:pt x="169" y="44"/>
                        <a:pt x="169" y="44"/>
                        <a:pt x="169" y="44"/>
                      </a:cubicBezTo>
                      <a:cubicBezTo>
                        <a:pt x="169" y="44"/>
                        <a:pt x="170" y="44"/>
                        <a:pt x="170" y="44"/>
                      </a:cubicBezTo>
                      <a:cubicBezTo>
                        <a:pt x="170" y="44"/>
                        <a:pt x="170" y="44"/>
                        <a:pt x="170" y="44"/>
                      </a:cubicBezTo>
                      <a:cubicBezTo>
                        <a:pt x="170" y="44"/>
                        <a:pt x="170" y="44"/>
                        <a:pt x="170" y="44"/>
                      </a:cubicBezTo>
                      <a:cubicBezTo>
                        <a:pt x="170" y="44"/>
                        <a:pt x="170" y="44"/>
                        <a:pt x="170" y="44"/>
                      </a:cubicBezTo>
                      <a:cubicBezTo>
                        <a:pt x="170" y="44"/>
                        <a:pt x="171" y="44"/>
                        <a:pt x="171" y="45"/>
                      </a:cubicBezTo>
                      <a:cubicBezTo>
                        <a:pt x="171" y="45"/>
                        <a:pt x="171" y="45"/>
                        <a:pt x="171" y="45"/>
                      </a:cubicBezTo>
                      <a:cubicBezTo>
                        <a:pt x="171" y="45"/>
                        <a:pt x="171" y="45"/>
                        <a:pt x="171" y="46"/>
                      </a:cubicBezTo>
                      <a:cubicBezTo>
                        <a:pt x="171" y="46"/>
                        <a:pt x="171" y="46"/>
                        <a:pt x="171" y="46"/>
                      </a:cubicBezTo>
                      <a:cubicBezTo>
                        <a:pt x="171" y="46"/>
                        <a:pt x="171" y="46"/>
                        <a:pt x="171" y="46"/>
                      </a:cubicBezTo>
                      <a:cubicBezTo>
                        <a:pt x="171" y="46"/>
                        <a:pt x="171" y="46"/>
                        <a:pt x="171" y="46"/>
                      </a:cubicBezTo>
                      <a:cubicBezTo>
                        <a:pt x="171" y="46"/>
                        <a:pt x="171" y="46"/>
                        <a:pt x="171" y="47"/>
                      </a:cubicBezTo>
                      <a:cubicBezTo>
                        <a:pt x="171" y="47"/>
                        <a:pt x="171"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3" y="47"/>
                        <a:pt x="173" y="47"/>
                        <a:pt x="173" y="47"/>
                      </a:cubicBezTo>
                      <a:cubicBezTo>
                        <a:pt x="173" y="47"/>
                        <a:pt x="173" y="47"/>
                        <a:pt x="173" y="47"/>
                      </a:cubicBezTo>
                      <a:cubicBezTo>
                        <a:pt x="173" y="47"/>
                        <a:pt x="173" y="47"/>
                        <a:pt x="173" y="47"/>
                      </a:cubicBezTo>
                      <a:cubicBezTo>
                        <a:pt x="173" y="47"/>
                        <a:pt x="173" y="47"/>
                        <a:pt x="173" y="47"/>
                      </a:cubicBezTo>
                      <a:cubicBezTo>
                        <a:pt x="173" y="47"/>
                        <a:pt x="174" y="47"/>
                        <a:pt x="174" y="47"/>
                      </a:cubicBezTo>
                      <a:cubicBezTo>
                        <a:pt x="174" y="47"/>
                        <a:pt x="174" y="47"/>
                        <a:pt x="174" y="47"/>
                      </a:cubicBezTo>
                      <a:cubicBezTo>
                        <a:pt x="174" y="47"/>
                        <a:pt x="174" y="47"/>
                        <a:pt x="174" y="47"/>
                      </a:cubicBezTo>
                      <a:cubicBezTo>
                        <a:pt x="174" y="47"/>
                        <a:pt x="174" y="47"/>
                        <a:pt x="175" y="47"/>
                      </a:cubicBezTo>
                      <a:cubicBezTo>
                        <a:pt x="175" y="47"/>
                        <a:pt x="175" y="47"/>
                        <a:pt x="175" y="47"/>
                      </a:cubicBezTo>
                      <a:cubicBezTo>
                        <a:pt x="175" y="47"/>
                        <a:pt x="175" y="46"/>
                        <a:pt x="175" y="46"/>
                      </a:cubicBezTo>
                      <a:cubicBezTo>
                        <a:pt x="175" y="46"/>
                        <a:pt x="175" y="46"/>
                        <a:pt x="175" y="46"/>
                      </a:cubicBezTo>
                      <a:cubicBezTo>
                        <a:pt x="175" y="45"/>
                        <a:pt x="176" y="45"/>
                        <a:pt x="176" y="45"/>
                      </a:cubicBezTo>
                      <a:cubicBezTo>
                        <a:pt x="176" y="45"/>
                        <a:pt x="176" y="45"/>
                        <a:pt x="176" y="45"/>
                      </a:cubicBezTo>
                      <a:cubicBezTo>
                        <a:pt x="176" y="45"/>
                        <a:pt x="176" y="45"/>
                        <a:pt x="176" y="45"/>
                      </a:cubicBezTo>
                      <a:cubicBezTo>
                        <a:pt x="176" y="45"/>
                        <a:pt x="176" y="44"/>
                        <a:pt x="176" y="44"/>
                      </a:cubicBezTo>
                      <a:cubicBezTo>
                        <a:pt x="176" y="44"/>
                        <a:pt x="176" y="44"/>
                        <a:pt x="176" y="44"/>
                      </a:cubicBezTo>
                      <a:cubicBezTo>
                        <a:pt x="176" y="44"/>
                        <a:pt x="177" y="44"/>
                        <a:pt x="177" y="44"/>
                      </a:cubicBezTo>
                      <a:cubicBezTo>
                        <a:pt x="177" y="44"/>
                        <a:pt x="177" y="44"/>
                        <a:pt x="177" y="44"/>
                      </a:cubicBezTo>
                      <a:cubicBezTo>
                        <a:pt x="177" y="44"/>
                        <a:pt x="177" y="44"/>
                        <a:pt x="177" y="44"/>
                      </a:cubicBezTo>
                      <a:cubicBezTo>
                        <a:pt x="177" y="44"/>
                        <a:pt x="177" y="43"/>
                        <a:pt x="177" y="43"/>
                      </a:cubicBezTo>
                      <a:cubicBezTo>
                        <a:pt x="177" y="43"/>
                        <a:pt x="177" y="43"/>
                        <a:pt x="178" y="43"/>
                      </a:cubicBezTo>
                      <a:cubicBezTo>
                        <a:pt x="178" y="43"/>
                        <a:pt x="178" y="43"/>
                        <a:pt x="178" y="43"/>
                      </a:cubicBezTo>
                      <a:cubicBezTo>
                        <a:pt x="178" y="43"/>
                        <a:pt x="178" y="43"/>
                        <a:pt x="178" y="43"/>
                      </a:cubicBezTo>
                      <a:cubicBezTo>
                        <a:pt x="178" y="43"/>
                        <a:pt x="178" y="43"/>
                        <a:pt x="178" y="43"/>
                      </a:cubicBezTo>
                      <a:cubicBezTo>
                        <a:pt x="178" y="43"/>
                        <a:pt x="178" y="43"/>
                        <a:pt x="178" y="44"/>
                      </a:cubicBezTo>
                      <a:cubicBezTo>
                        <a:pt x="178" y="44"/>
                        <a:pt x="178" y="44"/>
                        <a:pt x="178" y="44"/>
                      </a:cubicBezTo>
                      <a:cubicBezTo>
                        <a:pt x="179" y="44"/>
                        <a:pt x="179" y="44"/>
                        <a:pt x="179" y="44"/>
                      </a:cubicBezTo>
                      <a:cubicBezTo>
                        <a:pt x="179" y="44"/>
                        <a:pt x="179" y="44"/>
                        <a:pt x="179" y="44"/>
                      </a:cubicBezTo>
                      <a:cubicBezTo>
                        <a:pt x="180" y="44"/>
                        <a:pt x="180" y="44"/>
                        <a:pt x="180" y="44"/>
                      </a:cubicBezTo>
                      <a:cubicBezTo>
                        <a:pt x="180" y="44"/>
                        <a:pt x="180" y="44"/>
                        <a:pt x="180" y="44"/>
                      </a:cubicBezTo>
                      <a:cubicBezTo>
                        <a:pt x="180" y="44"/>
                        <a:pt x="180" y="44"/>
                        <a:pt x="180" y="44"/>
                      </a:cubicBezTo>
                      <a:cubicBezTo>
                        <a:pt x="181" y="44"/>
                        <a:pt x="181" y="44"/>
                        <a:pt x="181" y="44"/>
                      </a:cubicBezTo>
                      <a:cubicBezTo>
                        <a:pt x="181" y="44"/>
                        <a:pt x="181" y="44"/>
                        <a:pt x="181" y="44"/>
                      </a:cubicBezTo>
                      <a:cubicBezTo>
                        <a:pt x="181" y="44"/>
                        <a:pt x="181" y="44"/>
                        <a:pt x="181" y="44"/>
                      </a:cubicBezTo>
                      <a:cubicBezTo>
                        <a:pt x="181" y="44"/>
                        <a:pt x="181" y="44"/>
                        <a:pt x="181" y="44"/>
                      </a:cubicBezTo>
                      <a:cubicBezTo>
                        <a:pt x="181" y="43"/>
                        <a:pt x="181" y="43"/>
                        <a:pt x="181" y="43"/>
                      </a:cubicBezTo>
                      <a:cubicBezTo>
                        <a:pt x="181" y="43"/>
                        <a:pt x="182" y="43"/>
                        <a:pt x="182" y="43"/>
                      </a:cubicBezTo>
                      <a:cubicBezTo>
                        <a:pt x="182" y="43"/>
                        <a:pt x="182" y="43"/>
                        <a:pt x="182" y="43"/>
                      </a:cubicBezTo>
                      <a:cubicBezTo>
                        <a:pt x="183" y="43"/>
                        <a:pt x="183" y="43"/>
                        <a:pt x="183" y="43"/>
                      </a:cubicBezTo>
                      <a:cubicBezTo>
                        <a:pt x="183" y="43"/>
                        <a:pt x="183" y="43"/>
                        <a:pt x="184" y="43"/>
                      </a:cubicBezTo>
                      <a:cubicBezTo>
                        <a:pt x="184" y="43"/>
                        <a:pt x="184" y="43"/>
                        <a:pt x="184" y="43"/>
                      </a:cubicBezTo>
                      <a:cubicBezTo>
                        <a:pt x="184" y="43"/>
                        <a:pt x="184" y="43"/>
                        <a:pt x="185" y="43"/>
                      </a:cubicBezTo>
                      <a:cubicBezTo>
                        <a:pt x="185" y="43"/>
                        <a:pt x="185" y="43"/>
                        <a:pt x="185" y="43"/>
                      </a:cubicBezTo>
                      <a:cubicBezTo>
                        <a:pt x="185" y="43"/>
                        <a:pt x="185" y="43"/>
                        <a:pt x="185" y="43"/>
                      </a:cubicBezTo>
                      <a:cubicBezTo>
                        <a:pt x="185" y="43"/>
                        <a:pt x="185" y="43"/>
                        <a:pt x="185" y="43"/>
                      </a:cubicBezTo>
                      <a:cubicBezTo>
                        <a:pt x="186" y="43"/>
                        <a:pt x="186" y="43"/>
                        <a:pt x="186" y="43"/>
                      </a:cubicBezTo>
                      <a:cubicBezTo>
                        <a:pt x="186" y="43"/>
                        <a:pt x="186" y="43"/>
                        <a:pt x="186" y="43"/>
                      </a:cubicBezTo>
                      <a:cubicBezTo>
                        <a:pt x="186" y="43"/>
                        <a:pt x="187" y="43"/>
                        <a:pt x="187" y="43"/>
                      </a:cubicBezTo>
                      <a:cubicBezTo>
                        <a:pt x="187" y="42"/>
                        <a:pt x="186" y="43"/>
                        <a:pt x="186" y="43"/>
                      </a:cubicBezTo>
                      <a:cubicBezTo>
                        <a:pt x="186" y="43"/>
                        <a:pt x="186" y="42"/>
                        <a:pt x="186" y="42"/>
                      </a:cubicBezTo>
                      <a:cubicBezTo>
                        <a:pt x="186" y="42"/>
                        <a:pt x="186" y="42"/>
                        <a:pt x="186" y="42"/>
                      </a:cubicBezTo>
                      <a:cubicBezTo>
                        <a:pt x="185" y="42"/>
                        <a:pt x="185" y="42"/>
                        <a:pt x="185" y="42"/>
                      </a:cubicBezTo>
                      <a:cubicBezTo>
                        <a:pt x="185" y="42"/>
                        <a:pt x="185" y="42"/>
                        <a:pt x="185" y="42"/>
                      </a:cubicBezTo>
                      <a:cubicBezTo>
                        <a:pt x="185" y="42"/>
                        <a:pt x="186" y="42"/>
                        <a:pt x="186" y="42"/>
                      </a:cubicBezTo>
                      <a:cubicBezTo>
                        <a:pt x="186" y="42"/>
                        <a:pt x="186" y="42"/>
                        <a:pt x="186" y="42"/>
                      </a:cubicBezTo>
                      <a:cubicBezTo>
                        <a:pt x="186" y="42"/>
                        <a:pt x="186" y="42"/>
                        <a:pt x="186" y="42"/>
                      </a:cubicBezTo>
                      <a:cubicBezTo>
                        <a:pt x="186" y="42"/>
                        <a:pt x="186" y="42"/>
                        <a:pt x="187" y="42"/>
                      </a:cubicBezTo>
                      <a:cubicBezTo>
                        <a:pt x="187" y="42"/>
                        <a:pt x="187" y="42"/>
                        <a:pt x="187" y="42"/>
                      </a:cubicBezTo>
                      <a:cubicBezTo>
                        <a:pt x="187" y="42"/>
                        <a:pt x="187" y="42"/>
                        <a:pt x="187" y="42"/>
                      </a:cubicBezTo>
                      <a:cubicBezTo>
                        <a:pt x="187" y="42"/>
                        <a:pt x="187" y="41"/>
                        <a:pt x="188" y="41"/>
                      </a:cubicBezTo>
                      <a:cubicBezTo>
                        <a:pt x="188" y="41"/>
                        <a:pt x="188" y="41"/>
                        <a:pt x="188" y="41"/>
                      </a:cubicBezTo>
                      <a:cubicBezTo>
                        <a:pt x="189" y="41"/>
                        <a:pt x="189" y="41"/>
                        <a:pt x="189" y="41"/>
                      </a:cubicBezTo>
                      <a:cubicBezTo>
                        <a:pt x="189" y="42"/>
                        <a:pt x="189" y="42"/>
                        <a:pt x="189" y="42"/>
                      </a:cubicBezTo>
                      <a:cubicBezTo>
                        <a:pt x="189" y="42"/>
                        <a:pt x="190" y="42"/>
                        <a:pt x="190" y="42"/>
                      </a:cubicBezTo>
                      <a:cubicBezTo>
                        <a:pt x="190" y="42"/>
                        <a:pt x="190" y="42"/>
                        <a:pt x="190" y="42"/>
                      </a:cubicBezTo>
                      <a:cubicBezTo>
                        <a:pt x="190" y="42"/>
                        <a:pt x="190" y="42"/>
                        <a:pt x="190" y="42"/>
                      </a:cubicBezTo>
                      <a:cubicBezTo>
                        <a:pt x="190" y="43"/>
                        <a:pt x="190" y="43"/>
                        <a:pt x="190" y="43"/>
                      </a:cubicBezTo>
                      <a:cubicBezTo>
                        <a:pt x="190" y="43"/>
                        <a:pt x="190" y="43"/>
                        <a:pt x="190" y="43"/>
                      </a:cubicBezTo>
                      <a:cubicBezTo>
                        <a:pt x="190" y="43"/>
                        <a:pt x="190" y="43"/>
                        <a:pt x="190" y="43"/>
                      </a:cubicBezTo>
                      <a:cubicBezTo>
                        <a:pt x="189" y="44"/>
                        <a:pt x="190" y="44"/>
                        <a:pt x="189" y="44"/>
                      </a:cubicBezTo>
                      <a:cubicBezTo>
                        <a:pt x="189" y="44"/>
                        <a:pt x="189" y="44"/>
                        <a:pt x="189" y="45"/>
                      </a:cubicBezTo>
                      <a:cubicBezTo>
                        <a:pt x="189" y="45"/>
                        <a:pt x="189" y="45"/>
                        <a:pt x="189" y="44"/>
                      </a:cubicBezTo>
                      <a:cubicBezTo>
                        <a:pt x="189" y="44"/>
                        <a:pt x="189" y="44"/>
                        <a:pt x="189" y="44"/>
                      </a:cubicBezTo>
                      <a:cubicBezTo>
                        <a:pt x="189" y="44"/>
                        <a:pt x="189" y="44"/>
                        <a:pt x="188" y="44"/>
                      </a:cubicBezTo>
                      <a:cubicBezTo>
                        <a:pt x="188" y="44"/>
                        <a:pt x="188" y="44"/>
                        <a:pt x="188" y="44"/>
                      </a:cubicBezTo>
                      <a:cubicBezTo>
                        <a:pt x="188" y="44"/>
                        <a:pt x="188" y="44"/>
                        <a:pt x="188" y="44"/>
                      </a:cubicBezTo>
                      <a:cubicBezTo>
                        <a:pt x="188" y="44"/>
                        <a:pt x="188" y="43"/>
                        <a:pt x="188" y="43"/>
                      </a:cubicBezTo>
                      <a:cubicBezTo>
                        <a:pt x="188" y="43"/>
                        <a:pt x="188" y="43"/>
                        <a:pt x="187" y="43"/>
                      </a:cubicBezTo>
                      <a:cubicBezTo>
                        <a:pt x="187" y="44"/>
                        <a:pt x="187" y="44"/>
                        <a:pt x="187" y="44"/>
                      </a:cubicBezTo>
                      <a:cubicBezTo>
                        <a:pt x="187" y="44"/>
                        <a:pt x="187" y="44"/>
                        <a:pt x="187" y="44"/>
                      </a:cubicBezTo>
                      <a:cubicBezTo>
                        <a:pt x="186" y="44"/>
                        <a:pt x="186" y="44"/>
                        <a:pt x="186" y="44"/>
                      </a:cubicBezTo>
                      <a:cubicBezTo>
                        <a:pt x="186" y="44"/>
                        <a:pt x="186" y="44"/>
                        <a:pt x="186" y="44"/>
                      </a:cubicBezTo>
                      <a:cubicBezTo>
                        <a:pt x="186" y="44"/>
                        <a:pt x="186" y="44"/>
                        <a:pt x="186" y="44"/>
                      </a:cubicBezTo>
                      <a:cubicBezTo>
                        <a:pt x="186" y="44"/>
                        <a:pt x="185" y="45"/>
                        <a:pt x="185" y="45"/>
                      </a:cubicBezTo>
                      <a:cubicBezTo>
                        <a:pt x="185" y="45"/>
                        <a:pt x="185" y="45"/>
                        <a:pt x="185" y="45"/>
                      </a:cubicBezTo>
                      <a:cubicBezTo>
                        <a:pt x="185" y="45"/>
                        <a:pt x="185" y="45"/>
                        <a:pt x="185" y="45"/>
                      </a:cubicBezTo>
                      <a:cubicBezTo>
                        <a:pt x="185" y="45"/>
                        <a:pt x="185" y="45"/>
                        <a:pt x="185" y="45"/>
                      </a:cubicBezTo>
                      <a:cubicBezTo>
                        <a:pt x="185" y="46"/>
                        <a:pt x="184" y="46"/>
                        <a:pt x="184" y="46"/>
                      </a:cubicBezTo>
                      <a:cubicBezTo>
                        <a:pt x="184" y="46"/>
                        <a:pt x="184" y="46"/>
                        <a:pt x="184" y="46"/>
                      </a:cubicBezTo>
                      <a:cubicBezTo>
                        <a:pt x="184" y="46"/>
                        <a:pt x="184" y="46"/>
                        <a:pt x="184" y="46"/>
                      </a:cubicBezTo>
                      <a:cubicBezTo>
                        <a:pt x="184" y="46"/>
                        <a:pt x="184" y="46"/>
                        <a:pt x="184" y="46"/>
                      </a:cubicBezTo>
                      <a:cubicBezTo>
                        <a:pt x="184" y="46"/>
                        <a:pt x="184" y="47"/>
                        <a:pt x="184" y="47"/>
                      </a:cubicBezTo>
                      <a:cubicBezTo>
                        <a:pt x="183" y="47"/>
                        <a:pt x="183" y="47"/>
                        <a:pt x="183" y="47"/>
                      </a:cubicBezTo>
                      <a:cubicBezTo>
                        <a:pt x="183" y="47"/>
                        <a:pt x="183" y="47"/>
                        <a:pt x="183" y="47"/>
                      </a:cubicBezTo>
                      <a:cubicBezTo>
                        <a:pt x="183" y="48"/>
                        <a:pt x="183" y="48"/>
                        <a:pt x="183" y="48"/>
                      </a:cubicBezTo>
                      <a:cubicBezTo>
                        <a:pt x="183" y="48"/>
                        <a:pt x="182" y="48"/>
                        <a:pt x="182" y="48"/>
                      </a:cubicBezTo>
                      <a:cubicBezTo>
                        <a:pt x="182" y="48"/>
                        <a:pt x="182" y="48"/>
                        <a:pt x="182" y="48"/>
                      </a:cubicBezTo>
                      <a:cubicBezTo>
                        <a:pt x="181" y="48"/>
                        <a:pt x="181" y="48"/>
                        <a:pt x="181" y="48"/>
                      </a:cubicBezTo>
                      <a:cubicBezTo>
                        <a:pt x="181" y="48"/>
                        <a:pt x="180" y="48"/>
                        <a:pt x="180" y="48"/>
                      </a:cubicBezTo>
                      <a:cubicBezTo>
                        <a:pt x="180" y="49"/>
                        <a:pt x="180" y="49"/>
                        <a:pt x="180" y="49"/>
                      </a:cubicBezTo>
                      <a:cubicBezTo>
                        <a:pt x="180" y="49"/>
                        <a:pt x="180" y="49"/>
                        <a:pt x="180" y="49"/>
                      </a:cubicBezTo>
                      <a:cubicBezTo>
                        <a:pt x="180" y="49"/>
                        <a:pt x="179" y="49"/>
                        <a:pt x="179" y="49"/>
                      </a:cubicBezTo>
                      <a:cubicBezTo>
                        <a:pt x="179" y="49"/>
                        <a:pt x="179" y="50"/>
                        <a:pt x="179" y="50"/>
                      </a:cubicBezTo>
                      <a:cubicBezTo>
                        <a:pt x="179" y="50"/>
                        <a:pt x="178" y="51"/>
                        <a:pt x="178" y="51"/>
                      </a:cubicBezTo>
                      <a:cubicBezTo>
                        <a:pt x="178" y="51"/>
                        <a:pt x="178" y="51"/>
                        <a:pt x="177" y="51"/>
                      </a:cubicBezTo>
                      <a:cubicBezTo>
                        <a:pt x="177" y="51"/>
                        <a:pt x="177" y="51"/>
                        <a:pt x="177" y="50"/>
                      </a:cubicBezTo>
                      <a:cubicBezTo>
                        <a:pt x="177" y="50"/>
                        <a:pt x="177" y="50"/>
                        <a:pt x="177" y="50"/>
                      </a:cubicBezTo>
                      <a:cubicBezTo>
                        <a:pt x="177" y="50"/>
                        <a:pt x="177" y="50"/>
                        <a:pt x="177" y="50"/>
                      </a:cubicBezTo>
                      <a:cubicBezTo>
                        <a:pt x="177" y="50"/>
                        <a:pt x="177" y="50"/>
                        <a:pt x="177" y="50"/>
                      </a:cubicBezTo>
                      <a:cubicBezTo>
                        <a:pt x="177" y="50"/>
                        <a:pt x="177" y="50"/>
                        <a:pt x="177" y="50"/>
                      </a:cubicBezTo>
                      <a:cubicBezTo>
                        <a:pt x="177" y="50"/>
                        <a:pt x="177" y="50"/>
                        <a:pt x="176" y="50"/>
                      </a:cubicBezTo>
                      <a:cubicBezTo>
                        <a:pt x="176" y="50"/>
                        <a:pt x="176" y="50"/>
                        <a:pt x="176" y="50"/>
                      </a:cubicBezTo>
                      <a:cubicBezTo>
                        <a:pt x="176" y="50"/>
                        <a:pt x="176" y="49"/>
                        <a:pt x="176" y="49"/>
                      </a:cubicBezTo>
                      <a:cubicBezTo>
                        <a:pt x="176" y="49"/>
                        <a:pt x="176" y="50"/>
                        <a:pt x="176" y="50"/>
                      </a:cubicBezTo>
                      <a:cubicBezTo>
                        <a:pt x="176" y="50"/>
                        <a:pt x="176" y="50"/>
                        <a:pt x="176" y="50"/>
                      </a:cubicBezTo>
                      <a:cubicBezTo>
                        <a:pt x="176" y="50"/>
                        <a:pt x="176" y="50"/>
                        <a:pt x="176" y="50"/>
                      </a:cubicBezTo>
                      <a:cubicBezTo>
                        <a:pt x="176" y="50"/>
                        <a:pt x="176" y="50"/>
                        <a:pt x="176" y="50"/>
                      </a:cubicBezTo>
                      <a:cubicBezTo>
                        <a:pt x="176" y="50"/>
                        <a:pt x="176" y="51"/>
                        <a:pt x="176" y="51"/>
                      </a:cubicBezTo>
                      <a:cubicBezTo>
                        <a:pt x="176" y="51"/>
                        <a:pt x="176" y="51"/>
                        <a:pt x="176" y="51"/>
                      </a:cubicBezTo>
                      <a:cubicBezTo>
                        <a:pt x="176" y="51"/>
                        <a:pt x="176" y="51"/>
                        <a:pt x="176" y="51"/>
                      </a:cubicBezTo>
                      <a:cubicBezTo>
                        <a:pt x="176" y="51"/>
                        <a:pt x="176" y="51"/>
                        <a:pt x="176" y="50"/>
                      </a:cubicBezTo>
                      <a:cubicBezTo>
                        <a:pt x="176" y="50"/>
                        <a:pt x="176" y="50"/>
                        <a:pt x="176" y="50"/>
                      </a:cubicBezTo>
                      <a:cubicBezTo>
                        <a:pt x="176" y="50"/>
                        <a:pt x="176" y="50"/>
                        <a:pt x="176" y="50"/>
                      </a:cubicBezTo>
                      <a:cubicBezTo>
                        <a:pt x="176" y="51"/>
                        <a:pt x="176" y="51"/>
                        <a:pt x="177" y="51"/>
                      </a:cubicBezTo>
                      <a:cubicBezTo>
                        <a:pt x="177" y="51"/>
                        <a:pt x="177" y="51"/>
                        <a:pt x="177" y="51"/>
                      </a:cubicBezTo>
                      <a:cubicBezTo>
                        <a:pt x="177" y="51"/>
                        <a:pt x="177" y="51"/>
                        <a:pt x="177" y="51"/>
                      </a:cubicBezTo>
                      <a:cubicBezTo>
                        <a:pt x="177" y="51"/>
                        <a:pt x="177" y="51"/>
                        <a:pt x="177" y="52"/>
                      </a:cubicBezTo>
                      <a:cubicBezTo>
                        <a:pt x="177" y="52"/>
                        <a:pt x="177" y="52"/>
                        <a:pt x="178" y="52"/>
                      </a:cubicBezTo>
                      <a:cubicBezTo>
                        <a:pt x="178" y="52"/>
                        <a:pt x="178" y="52"/>
                        <a:pt x="178" y="52"/>
                      </a:cubicBezTo>
                      <a:cubicBezTo>
                        <a:pt x="178" y="52"/>
                        <a:pt x="178" y="52"/>
                        <a:pt x="178" y="52"/>
                      </a:cubicBezTo>
                      <a:cubicBezTo>
                        <a:pt x="178" y="52"/>
                        <a:pt x="178" y="52"/>
                        <a:pt x="178" y="52"/>
                      </a:cubicBezTo>
                      <a:cubicBezTo>
                        <a:pt x="179" y="52"/>
                        <a:pt x="179" y="52"/>
                        <a:pt x="179" y="53"/>
                      </a:cubicBezTo>
                      <a:cubicBezTo>
                        <a:pt x="179" y="53"/>
                        <a:pt x="179" y="53"/>
                        <a:pt x="179" y="53"/>
                      </a:cubicBezTo>
                      <a:cubicBezTo>
                        <a:pt x="179" y="53"/>
                        <a:pt x="179" y="53"/>
                        <a:pt x="179" y="53"/>
                      </a:cubicBezTo>
                      <a:cubicBezTo>
                        <a:pt x="179" y="53"/>
                        <a:pt x="179" y="53"/>
                        <a:pt x="179" y="53"/>
                      </a:cubicBezTo>
                      <a:cubicBezTo>
                        <a:pt x="179" y="53"/>
                        <a:pt x="179" y="53"/>
                        <a:pt x="179" y="53"/>
                      </a:cubicBezTo>
                      <a:cubicBezTo>
                        <a:pt x="180" y="54"/>
                        <a:pt x="180" y="54"/>
                        <a:pt x="180" y="54"/>
                      </a:cubicBezTo>
                      <a:cubicBezTo>
                        <a:pt x="180" y="54"/>
                        <a:pt x="180" y="54"/>
                        <a:pt x="180" y="54"/>
                      </a:cubicBezTo>
                      <a:cubicBezTo>
                        <a:pt x="180" y="54"/>
                        <a:pt x="180" y="55"/>
                        <a:pt x="180" y="55"/>
                      </a:cubicBezTo>
                      <a:cubicBezTo>
                        <a:pt x="180" y="55"/>
                        <a:pt x="180" y="55"/>
                        <a:pt x="180" y="55"/>
                      </a:cubicBezTo>
                      <a:cubicBezTo>
                        <a:pt x="180" y="55"/>
                        <a:pt x="180" y="55"/>
                        <a:pt x="180" y="55"/>
                      </a:cubicBezTo>
                      <a:cubicBezTo>
                        <a:pt x="180" y="55"/>
                        <a:pt x="180" y="55"/>
                        <a:pt x="180" y="55"/>
                      </a:cubicBezTo>
                      <a:cubicBezTo>
                        <a:pt x="181" y="55"/>
                        <a:pt x="180" y="55"/>
                        <a:pt x="180" y="55"/>
                      </a:cubicBezTo>
                      <a:cubicBezTo>
                        <a:pt x="180" y="56"/>
                        <a:pt x="180" y="56"/>
                        <a:pt x="180" y="56"/>
                      </a:cubicBezTo>
                      <a:cubicBezTo>
                        <a:pt x="181" y="56"/>
                        <a:pt x="181" y="56"/>
                        <a:pt x="181" y="56"/>
                      </a:cubicBezTo>
                      <a:cubicBezTo>
                        <a:pt x="181" y="56"/>
                        <a:pt x="181" y="56"/>
                        <a:pt x="181" y="56"/>
                      </a:cubicBezTo>
                      <a:cubicBezTo>
                        <a:pt x="181" y="56"/>
                        <a:pt x="181" y="56"/>
                        <a:pt x="181" y="56"/>
                      </a:cubicBezTo>
                      <a:cubicBezTo>
                        <a:pt x="181" y="56"/>
                        <a:pt x="181" y="56"/>
                        <a:pt x="181" y="56"/>
                      </a:cubicBezTo>
                      <a:cubicBezTo>
                        <a:pt x="181" y="56"/>
                        <a:pt x="182" y="56"/>
                        <a:pt x="182" y="56"/>
                      </a:cubicBezTo>
                      <a:cubicBezTo>
                        <a:pt x="182" y="56"/>
                        <a:pt x="182" y="56"/>
                        <a:pt x="182" y="56"/>
                      </a:cubicBezTo>
                      <a:cubicBezTo>
                        <a:pt x="182" y="57"/>
                        <a:pt x="182" y="57"/>
                        <a:pt x="182" y="57"/>
                      </a:cubicBezTo>
                      <a:cubicBezTo>
                        <a:pt x="182" y="57"/>
                        <a:pt x="182" y="57"/>
                        <a:pt x="182" y="57"/>
                      </a:cubicBezTo>
                      <a:cubicBezTo>
                        <a:pt x="182" y="57"/>
                        <a:pt x="182" y="57"/>
                        <a:pt x="182" y="57"/>
                      </a:cubicBezTo>
                      <a:cubicBezTo>
                        <a:pt x="182" y="57"/>
                        <a:pt x="182" y="57"/>
                        <a:pt x="182" y="58"/>
                      </a:cubicBezTo>
                      <a:cubicBezTo>
                        <a:pt x="182" y="58"/>
                        <a:pt x="182" y="58"/>
                        <a:pt x="182" y="58"/>
                      </a:cubicBezTo>
                      <a:cubicBezTo>
                        <a:pt x="182" y="58"/>
                        <a:pt x="182" y="58"/>
                        <a:pt x="182" y="58"/>
                      </a:cubicBezTo>
                      <a:cubicBezTo>
                        <a:pt x="183" y="58"/>
                        <a:pt x="183" y="58"/>
                        <a:pt x="183" y="58"/>
                      </a:cubicBezTo>
                      <a:cubicBezTo>
                        <a:pt x="183" y="58"/>
                        <a:pt x="183" y="58"/>
                        <a:pt x="183" y="58"/>
                      </a:cubicBezTo>
                      <a:cubicBezTo>
                        <a:pt x="183" y="58"/>
                        <a:pt x="183" y="58"/>
                        <a:pt x="183" y="59"/>
                      </a:cubicBezTo>
                      <a:cubicBezTo>
                        <a:pt x="183" y="59"/>
                        <a:pt x="183" y="59"/>
                        <a:pt x="183" y="59"/>
                      </a:cubicBezTo>
                      <a:cubicBezTo>
                        <a:pt x="183" y="59"/>
                        <a:pt x="183" y="59"/>
                        <a:pt x="183" y="59"/>
                      </a:cubicBezTo>
                      <a:cubicBezTo>
                        <a:pt x="183" y="59"/>
                        <a:pt x="183" y="59"/>
                        <a:pt x="183" y="59"/>
                      </a:cubicBezTo>
                      <a:cubicBezTo>
                        <a:pt x="183" y="59"/>
                        <a:pt x="183" y="59"/>
                        <a:pt x="182" y="59"/>
                      </a:cubicBezTo>
                      <a:cubicBezTo>
                        <a:pt x="182" y="59"/>
                        <a:pt x="182" y="59"/>
                        <a:pt x="182" y="59"/>
                      </a:cubicBezTo>
                      <a:cubicBezTo>
                        <a:pt x="182" y="59"/>
                        <a:pt x="182" y="59"/>
                        <a:pt x="182" y="59"/>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1"/>
                      </a:cubicBezTo>
                      <a:cubicBezTo>
                        <a:pt x="182" y="61"/>
                        <a:pt x="182" y="61"/>
                        <a:pt x="182" y="61"/>
                      </a:cubicBezTo>
                      <a:cubicBezTo>
                        <a:pt x="182" y="61"/>
                        <a:pt x="182" y="61"/>
                        <a:pt x="182" y="61"/>
                      </a:cubicBezTo>
                      <a:cubicBezTo>
                        <a:pt x="182" y="61"/>
                        <a:pt x="182" y="61"/>
                        <a:pt x="182" y="61"/>
                      </a:cubicBezTo>
                      <a:cubicBezTo>
                        <a:pt x="182" y="61"/>
                        <a:pt x="182" y="61"/>
                        <a:pt x="182" y="62"/>
                      </a:cubicBezTo>
                      <a:cubicBezTo>
                        <a:pt x="182" y="62"/>
                        <a:pt x="182" y="62"/>
                        <a:pt x="182" y="62"/>
                      </a:cubicBezTo>
                      <a:cubicBezTo>
                        <a:pt x="182" y="62"/>
                        <a:pt x="182" y="62"/>
                        <a:pt x="182" y="62"/>
                      </a:cubicBezTo>
                      <a:cubicBezTo>
                        <a:pt x="182" y="62"/>
                        <a:pt x="182" y="62"/>
                        <a:pt x="182" y="62"/>
                      </a:cubicBezTo>
                      <a:cubicBezTo>
                        <a:pt x="182" y="62"/>
                        <a:pt x="182" y="62"/>
                        <a:pt x="182" y="62"/>
                      </a:cubicBezTo>
                      <a:cubicBezTo>
                        <a:pt x="182" y="62"/>
                        <a:pt x="183" y="63"/>
                        <a:pt x="183" y="63"/>
                      </a:cubicBezTo>
                      <a:cubicBezTo>
                        <a:pt x="183" y="63"/>
                        <a:pt x="183" y="62"/>
                        <a:pt x="183" y="63"/>
                      </a:cubicBezTo>
                      <a:cubicBezTo>
                        <a:pt x="183" y="63"/>
                        <a:pt x="183" y="63"/>
                        <a:pt x="183" y="63"/>
                      </a:cubicBezTo>
                      <a:cubicBezTo>
                        <a:pt x="183" y="63"/>
                        <a:pt x="183" y="63"/>
                        <a:pt x="183" y="63"/>
                      </a:cubicBezTo>
                      <a:cubicBezTo>
                        <a:pt x="184" y="63"/>
                        <a:pt x="184" y="63"/>
                        <a:pt x="184" y="63"/>
                      </a:cubicBezTo>
                      <a:cubicBezTo>
                        <a:pt x="184" y="63"/>
                        <a:pt x="184" y="64"/>
                        <a:pt x="184" y="64"/>
                      </a:cubicBezTo>
                      <a:cubicBezTo>
                        <a:pt x="184" y="64"/>
                        <a:pt x="184" y="64"/>
                        <a:pt x="184" y="64"/>
                      </a:cubicBezTo>
                      <a:cubicBezTo>
                        <a:pt x="184" y="64"/>
                        <a:pt x="185" y="63"/>
                        <a:pt x="185" y="64"/>
                      </a:cubicBezTo>
                      <a:cubicBezTo>
                        <a:pt x="185" y="64"/>
                        <a:pt x="185" y="64"/>
                        <a:pt x="185" y="64"/>
                      </a:cubicBezTo>
                      <a:cubicBezTo>
                        <a:pt x="185" y="64"/>
                        <a:pt x="185" y="64"/>
                        <a:pt x="185" y="64"/>
                      </a:cubicBezTo>
                      <a:cubicBezTo>
                        <a:pt x="184" y="64"/>
                        <a:pt x="184" y="64"/>
                        <a:pt x="184" y="64"/>
                      </a:cubicBezTo>
                      <a:cubicBezTo>
                        <a:pt x="184" y="64"/>
                        <a:pt x="184" y="64"/>
                        <a:pt x="184" y="64"/>
                      </a:cubicBezTo>
                      <a:cubicBezTo>
                        <a:pt x="184" y="64"/>
                        <a:pt x="184" y="64"/>
                        <a:pt x="184" y="64"/>
                      </a:cubicBezTo>
                      <a:cubicBezTo>
                        <a:pt x="185" y="64"/>
                        <a:pt x="185" y="64"/>
                        <a:pt x="185" y="64"/>
                      </a:cubicBezTo>
                      <a:cubicBezTo>
                        <a:pt x="185" y="65"/>
                        <a:pt x="185" y="65"/>
                        <a:pt x="185" y="65"/>
                      </a:cubicBezTo>
                      <a:cubicBezTo>
                        <a:pt x="185" y="65"/>
                        <a:pt x="185" y="65"/>
                        <a:pt x="185" y="65"/>
                      </a:cubicBezTo>
                      <a:cubicBezTo>
                        <a:pt x="185" y="65"/>
                        <a:pt x="185" y="65"/>
                        <a:pt x="185" y="65"/>
                      </a:cubicBezTo>
                      <a:cubicBezTo>
                        <a:pt x="185" y="65"/>
                        <a:pt x="186" y="65"/>
                        <a:pt x="186" y="65"/>
                      </a:cubicBezTo>
                      <a:cubicBezTo>
                        <a:pt x="186" y="65"/>
                        <a:pt x="185" y="65"/>
                        <a:pt x="185" y="65"/>
                      </a:cubicBezTo>
                      <a:cubicBezTo>
                        <a:pt x="186" y="65"/>
                        <a:pt x="186" y="65"/>
                        <a:pt x="186" y="65"/>
                      </a:cubicBezTo>
                      <a:cubicBezTo>
                        <a:pt x="186" y="65"/>
                        <a:pt x="186" y="65"/>
                        <a:pt x="186" y="65"/>
                      </a:cubicBezTo>
                      <a:cubicBezTo>
                        <a:pt x="186" y="65"/>
                        <a:pt x="186" y="65"/>
                        <a:pt x="186" y="65"/>
                      </a:cubicBezTo>
                      <a:cubicBezTo>
                        <a:pt x="186" y="65"/>
                        <a:pt x="186" y="66"/>
                        <a:pt x="186" y="66"/>
                      </a:cubicBezTo>
                      <a:cubicBezTo>
                        <a:pt x="186" y="66"/>
                        <a:pt x="186" y="66"/>
                        <a:pt x="186" y="66"/>
                      </a:cubicBezTo>
                      <a:cubicBezTo>
                        <a:pt x="186" y="66"/>
                        <a:pt x="186" y="66"/>
                        <a:pt x="186" y="67"/>
                      </a:cubicBezTo>
                      <a:cubicBezTo>
                        <a:pt x="186" y="67"/>
                        <a:pt x="186" y="67"/>
                        <a:pt x="186" y="67"/>
                      </a:cubicBezTo>
                      <a:cubicBezTo>
                        <a:pt x="186" y="67"/>
                        <a:pt x="186" y="67"/>
                        <a:pt x="186" y="67"/>
                      </a:cubicBezTo>
                      <a:cubicBezTo>
                        <a:pt x="186" y="67"/>
                        <a:pt x="186" y="67"/>
                        <a:pt x="186" y="67"/>
                      </a:cubicBezTo>
                      <a:cubicBezTo>
                        <a:pt x="185" y="67"/>
                        <a:pt x="185" y="67"/>
                        <a:pt x="185" y="67"/>
                      </a:cubicBezTo>
                      <a:cubicBezTo>
                        <a:pt x="185" y="67"/>
                        <a:pt x="185" y="66"/>
                        <a:pt x="185" y="66"/>
                      </a:cubicBezTo>
                      <a:cubicBezTo>
                        <a:pt x="185" y="66"/>
                        <a:pt x="185" y="66"/>
                        <a:pt x="185" y="67"/>
                      </a:cubicBezTo>
                      <a:cubicBezTo>
                        <a:pt x="185" y="67"/>
                        <a:pt x="185" y="67"/>
                        <a:pt x="185" y="67"/>
                      </a:cubicBezTo>
                      <a:cubicBezTo>
                        <a:pt x="185" y="67"/>
                        <a:pt x="185" y="67"/>
                        <a:pt x="185" y="67"/>
                      </a:cubicBezTo>
                      <a:cubicBezTo>
                        <a:pt x="185" y="67"/>
                        <a:pt x="185" y="68"/>
                        <a:pt x="185" y="68"/>
                      </a:cubicBezTo>
                      <a:cubicBezTo>
                        <a:pt x="185" y="68"/>
                        <a:pt x="185" y="67"/>
                        <a:pt x="185" y="67"/>
                      </a:cubicBezTo>
                      <a:cubicBezTo>
                        <a:pt x="185" y="67"/>
                        <a:pt x="185" y="68"/>
                        <a:pt x="185" y="68"/>
                      </a:cubicBezTo>
                      <a:cubicBezTo>
                        <a:pt x="185" y="68"/>
                        <a:pt x="185" y="67"/>
                        <a:pt x="185" y="67"/>
                      </a:cubicBezTo>
                      <a:cubicBezTo>
                        <a:pt x="185" y="67"/>
                        <a:pt x="185" y="67"/>
                        <a:pt x="185" y="67"/>
                      </a:cubicBezTo>
                      <a:cubicBezTo>
                        <a:pt x="185" y="67"/>
                        <a:pt x="185" y="67"/>
                        <a:pt x="185" y="67"/>
                      </a:cubicBezTo>
                      <a:cubicBezTo>
                        <a:pt x="184" y="67"/>
                        <a:pt x="184" y="67"/>
                        <a:pt x="184" y="67"/>
                      </a:cubicBezTo>
                      <a:cubicBezTo>
                        <a:pt x="184" y="67"/>
                        <a:pt x="184" y="67"/>
                        <a:pt x="184" y="67"/>
                      </a:cubicBezTo>
                      <a:cubicBezTo>
                        <a:pt x="184" y="67"/>
                        <a:pt x="184" y="67"/>
                        <a:pt x="184" y="67"/>
                      </a:cubicBezTo>
                      <a:cubicBezTo>
                        <a:pt x="183" y="67"/>
                        <a:pt x="183" y="67"/>
                        <a:pt x="183" y="67"/>
                      </a:cubicBezTo>
                      <a:cubicBezTo>
                        <a:pt x="183" y="67"/>
                        <a:pt x="183" y="67"/>
                        <a:pt x="183" y="67"/>
                      </a:cubicBezTo>
                      <a:cubicBezTo>
                        <a:pt x="183" y="67"/>
                        <a:pt x="183" y="67"/>
                        <a:pt x="183" y="67"/>
                      </a:cubicBezTo>
                      <a:cubicBezTo>
                        <a:pt x="183" y="67"/>
                        <a:pt x="183" y="67"/>
                        <a:pt x="182" y="67"/>
                      </a:cubicBezTo>
                      <a:cubicBezTo>
                        <a:pt x="182" y="67"/>
                        <a:pt x="182" y="68"/>
                        <a:pt x="182" y="67"/>
                      </a:cubicBezTo>
                      <a:cubicBezTo>
                        <a:pt x="182" y="67"/>
                        <a:pt x="182" y="67"/>
                        <a:pt x="182" y="67"/>
                      </a:cubicBezTo>
                      <a:cubicBezTo>
                        <a:pt x="182" y="67"/>
                        <a:pt x="182" y="67"/>
                        <a:pt x="182" y="68"/>
                      </a:cubicBezTo>
                      <a:cubicBezTo>
                        <a:pt x="182" y="68"/>
                        <a:pt x="181" y="68"/>
                        <a:pt x="181" y="68"/>
                      </a:cubicBezTo>
                      <a:cubicBezTo>
                        <a:pt x="181" y="68"/>
                        <a:pt x="181" y="68"/>
                        <a:pt x="181" y="68"/>
                      </a:cubicBezTo>
                      <a:cubicBezTo>
                        <a:pt x="181" y="68"/>
                        <a:pt x="181" y="68"/>
                        <a:pt x="181" y="68"/>
                      </a:cubicBezTo>
                      <a:cubicBezTo>
                        <a:pt x="181" y="69"/>
                        <a:pt x="180" y="69"/>
                        <a:pt x="180" y="69"/>
                      </a:cubicBezTo>
                      <a:cubicBezTo>
                        <a:pt x="180" y="69"/>
                        <a:pt x="181" y="69"/>
                        <a:pt x="181" y="69"/>
                      </a:cubicBezTo>
                      <a:cubicBezTo>
                        <a:pt x="181" y="69"/>
                        <a:pt x="181" y="70"/>
                        <a:pt x="181" y="70"/>
                      </a:cubicBezTo>
                      <a:cubicBezTo>
                        <a:pt x="181" y="70"/>
                        <a:pt x="181" y="70"/>
                        <a:pt x="181" y="70"/>
                      </a:cubicBezTo>
                      <a:cubicBezTo>
                        <a:pt x="181" y="70"/>
                        <a:pt x="181" y="70"/>
                        <a:pt x="181" y="70"/>
                      </a:cubicBezTo>
                      <a:cubicBezTo>
                        <a:pt x="181" y="70"/>
                        <a:pt x="181" y="70"/>
                        <a:pt x="181" y="70"/>
                      </a:cubicBezTo>
                      <a:cubicBezTo>
                        <a:pt x="180" y="70"/>
                        <a:pt x="180" y="70"/>
                        <a:pt x="180" y="70"/>
                      </a:cubicBezTo>
                      <a:cubicBezTo>
                        <a:pt x="180" y="70"/>
                        <a:pt x="180" y="70"/>
                        <a:pt x="180" y="70"/>
                      </a:cubicBezTo>
                      <a:cubicBezTo>
                        <a:pt x="180" y="70"/>
                        <a:pt x="180" y="70"/>
                        <a:pt x="180" y="70"/>
                      </a:cubicBezTo>
                      <a:cubicBezTo>
                        <a:pt x="180" y="70"/>
                        <a:pt x="179" y="70"/>
                        <a:pt x="179" y="70"/>
                      </a:cubicBezTo>
                      <a:cubicBezTo>
                        <a:pt x="179" y="70"/>
                        <a:pt x="179" y="70"/>
                        <a:pt x="178" y="70"/>
                      </a:cubicBezTo>
                      <a:cubicBezTo>
                        <a:pt x="178" y="70"/>
                        <a:pt x="178" y="70"/>
                        <a:pt x="178" y="70"/>
                      </a:cubicBezTo>
                      <a:cubicBezTo>
                        <a:pt x="178" y="70"/>
                        <a:pt x="178" y="70"/>
                        <a:pt x="178" y="70"/>
                      </a:cubicBezTo>
                      <a:cubicBezTo>
                        <a:pt x="178" y="70"/>
                        <a:pt x="178" y="70"/>
                        <a:pt x="178" y="70"/>
                      </a:cubicBezTo>
                      <a:cubicBezTo>
                        <a:pt x="177" y="69"/>
                        <a:pt x="177" y="69"/>
                        <a:pt x="177" y="69"/>
                      </a:cubicBezTo>
                      <a:cubicBezTo>
                        <a:pt x="177" y="69"/>
                        <a:pt x="177" y="69"/>
                        <a:pt x="177" y="69"/>
                      </a:cubicBezTo>
                      <a:cubicBezTo>
                        <a:pt x="177" y="69"/>
                        <a:pt x="177" y="69"/>
                        <a:pt x="177" y="69"/>
                      </a:cubicBezTo>
                      <a:cubicBezTo>
                        <a:pt x="177" y="69"/>
                        <a:pt x="177" y="69"/>
                        <a:pt x="177" y="69"/>
                      </a:cubicBezTo>
                      <a:cubicBezTo>
                        <a:pt x="177" y="69"/>
                        <a:pt x="177" y="69"/>
                        <a:pt x="177" y="68"/>
                      </a:cubicBezTo>
                      <a:cubicBezTo>
                        <a:pt x="177" y="68"/>
                        <a:pt x="177" y="68"/>
                        <a:pt x="177" y="67"/>
                      </a:cubicBezTo>
                      <a:cubicBezTo>
                        <a:pt x="177" y="67"/>
                        <a:pt x="177" y="67"/>
                        <a:pt x="177" y="67"/>
                      </a:cubicBezTo>
                      <a:cubicBezTo>
                        <a:pt x="177" y="67"/>
                        <a:pt x="177" y="66"/>
                        <a:pt x="177" y="66"/>
                      </a:cubicBezTo>
                      <a:cubicBezTo>
                        <a:pt x="177" y="66"/>
                        <a:pt x="177" y="66"/>
                        <a:pt x="177" y="66"/>
                      </a:cubicBezTo>
                      <a:cubicBezTo>
                        <a:pt x="177" y="66"/>
                        <a:pt x="177" y="66"/>
                        <a:pt x="177" y="66"/>
                      </a:cubicBezTo>
                      <a:cubicBezTo>
                        <a:pt x="178" y="66"/>
                        <a:pt x="178" y="66"/>
                        <a:pt x="178" y="66"/>
                      </a:cubicBezTo>
                      <a:cubicBezTo>
                        <a:pt x="178" y="65"/>
                        <a:pt x="178" y="65"/>
                        <a:pt x="178" y="65"/>
                      </a:cubicBezTo>
                      <a:cubicBezTo>
                        <a:pt x="178" y="65"/>
                        <a:pt x="178" y="65"/>
                        <a:pt x="178" y="65"/>
                      </a:cubicBezTo>
                      <a:cubicBezTo>
                        <a:pt x="178" y="65"/>
                        <a:pt x="178" y="65"/>
                        <a:pt x="178" y="65"/>
                      </a:cubicBezTo>
                      <a:cubicBezTo>
                        <a:pt x="177" y="65"/>
                        <a:pt x="177" y="64"/>
                        <a:pt x="177" y="64"/>
                      </a:cubicBezTo>
                      <a:cubicBezTo>
                        <a:pt x="177" y="64"/>
                        <a:pt x="177" y="64"/>
                        <a:pt x="176" y="64"/>
                      </a:cubicBezTo>
                      <a:cubicBezTo>
                        <a:pt x="176" y="64"/>
                        <a:pt x="176" y="64"/>
                        <a:pt x="176" y="64"/>
                      </a:cubicBezTo>
                      <a:cubicBezTo>
                        <a:pt x="176" y="64"/>
                        <a:pt x="176" y="63"/>
                        <a:pt x="176" y="63"/>
                      </a:cubicBezTo>
                      <a:cubicBezTo>
                        <a:pt x="175" y="63"/>
                        <a:pt x="175" y="64"/>
                        <a:pt x="175" y="64"/>
                      </a:cubicBezTo>
                      <a:cubicBezTo>
                        <a:pt x="175" y="64"/>
                        <a:pt x="175" y="64"/>
                        <a:pt x="175" y="64"/>
                      </a:cubicBezTo>
                      <a:cubicBezTo>
                        <a:pt x="175" y="64"/>
                        <a:pt x="175" y="64"/>
                        <a:pt x="175" y="64"/>
                      </a:cubicBezTo>
                      <a:cubicBezTo>
                        <a:pt x="175" y="63"/>
                        <a:pt x="175" y="63"/>
                        <a:pt x="175" y="63"/>
                      </a:cubicBezTo>
                      <a:cubicBezTo>
                        <a:pt x="175" y="63"/>
                        <a:pt x="175" y="63"/>
                        <a:pt x="175" y="63"/>
                      </a:cubicBezTo>
                      <a:cubicBezTo>
                        <a:pt x="175" y="63"/>
                        <a:pt x="175" y="63"/>
                        <a:pt x="175" y="63"/>
                      </a:cubicBezTo>
                      <a:cubicBezTo>
                        <a:pt x="175" y="63"/>
                        <a:pt x="175" y="63"/>
                        <a:pt x="174" y="63"/>
                      </a:cubicBezTo>
                      <a:cubicBezTo>
                        <a:pt x="174" y="62"/>
                        <a:pt x="174" y="62"/>
                        <a:pt x="174" y="62"/>
                      </a:cubicBezTo>
                      <a:cubicBezTo>
                        <a:pt x="174" y="62"/>
                        <a:pt x="174" y="62"/>
                        <a:pt x="174" y="62"/>
                      </a:cubicBezTo>
                      <a:cubicBezTo>
                        <a:pt x="174" y="62"/>
                        <a:pt x="173" y="62"/>
                        <a:pt x="173" y="62"/>
                      </a:cubicBezTo>
                      <a:cubicBezTo>
                        <a:pt x="173" y="62"/>
                        <a:pt x="173" y="62"/>
                        <a:pt x="173" y="61"/>
                      </a:cubicBezTo>
                      <a:cubicBezTo>
                        <a:pt x="173" y="61"/>
                        <a:pt x="173" y="61"/>
                        <a:pt x="173" y="61"/>
                      </a:cubicBezTo>
                      <a:cubicBezTo>
                        <a:pt x="173" y="60"/>
                        <a:pt x="173" y="60"/>
                        <a:pt x="173" y="60"/>
                      </a:cubicBezTo>
                      <a:cubicBezTo>
                        <a:pt x="173" y="60"/>
                        <a:pt x="173" y="60"/>
                        <a:pt x="173" y="60"/>
                      </a:cubicBezTo>
                      <a:cubicBezTo>
                        <a:pt x="173" y="59"/>
                        <a:pt x="174" y="59"/>
                        <a:pt x="174" y="59"/>
                      </a:cubicBezTo>
                      <a:cubicBezTo>
                        <a:pt x="174" y="59"/>
                        <a:pt x="174" y="59"/>
                        <a:pt x="174" y="59"/>
                      </a:cubicBezTo>
                      <a:cubicBezTo>
                        <a:pt x="174" y="59"/>
                        <a:pt x="174" y="59"/>
                        <a:pt x="174" y="59"/>
                      </a:cubicBezTo>
                      <a:cubicBezTo>
                        <a:pt x="174" y="59"/>
                        <a:pt x="174" y="58"/>
                        <a:pt x="174" y="58"/>
                      </a:cubicBezTo>
                      <a:cubicBezTo>
                        <a:pt x="174" y="58"/>
                        <a:pt x="174" y="58"/>
                        <a:pt x="174" y="58"/>
                      </a:cubicBezTo>
                      <a:cubicBezTo>
                        <a:pt x="174" y="58"/>
                        <a:pt x="174" y="58"/>
                        <a:pt x="174" y="58"/>
                      </a:cubicBezTo>
                      <a:cubicBezTo>
                        <a:pt x="174" y="58"/>
                        <a:pt x="174" y="58"/>
                        <a:pt x="174" y="58"/>
                      </a:cubicBezTo>
                      <a:cubicBezTo>
                        <a:pt x="174" y="57"/>
                        <a:pt x="174" y="57"/>
                        <a:pt x="174" y="57"/>
                      </a:cubicBezTo>
                      <a:cubicBezTo>
                        <a:pt x="174" y="57"/>
                        <a:pt x="174" y="57"/>
                        <a:pt x="174" y="57"/>
                      </a:cubicBezTo>
                      <a:cubicBezTo>
                        <a:pt x="174" y="57"/>
                        <a:pt x="174" y="57"/>
                        <a:pt x="174" y="57"/>
                      </a:cubicBezTo>
                      <a:cubicBezTo>
                        <a:pt x="174" y="57"/>
                        <a:pt x="174" y="57"/>
                        <a:pt x="174" y="57"/>
                      </a:cubicBezTo>
                      <a:cubicBezTo>
                        <a:pt x="174" y="56"/>
                        <a:pt x="174" y="57"/>
                        <a:pt x="174" y="56"/>
                      </a:cubicBezTo>
                      <a:cubicBezTo>
                        <a:pt x="174" y="56"/>
                        <a:pt x="173" y="56"/>
                        <a:pt x="173" y="56"/>
                      </a:cubicBezTo>
                      <a:cubicBezTo>
                        <a:pt x="173" y="56"/>
                        <a:pt x="174" y="56"/>
                        <a:pt x="174" y="56"/>
                      </a:cubicBezTo>
                      <a:cubicBezTo>
                        <a:pt x="174" y="56"/>
                        <a:pt x="174" y="56"/>
                        <a:pt x="174" y="56"/>
                      </a:cubicBezTo>
                      <a:cubicBezTo>
                        <a:pt x="174" y="56"/>
                        <a:pt x="174" y="56"/>
                        <a:pt x="174" y="56"/>
                      </a:cubicBezTo>
                      <a:cubicBezTo>
                        <a:pt x="174" y="56"/>
                        <a:pt x="174" y="56"/>
                        <a:pt x="174" y="56"/>
                      </a:cubicBezTo>
                      <a:cubicBezTo>
                        <a:pt x="174" y="56"/>
                        <a:pt x="174" y="56"/>
                        <a:pt x="174" y="56"/>
                      </a:cubicBezTo>
                      <a:cubicBezTo>
                        <a:pt x="174" y="55"/>
                        <a:pt x="174" y="55"/>
                        <a:pt x="174" y="55"/>
                      </a:cubicBezTo>
                      <a:cubicBezTo>
                        <a:pt x="174" y="55"/>
                        <a:pt x="174" y="55"/>
                        <a:pt x="174" y="55"/>
                      </a:cubicBezTo>
                      <a:cubicBezTo>
                        <a:pt x="174"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1" y="55"/>
                        <a:pt x="171" y="55"/>
                        <a:pt x="171" y="55"/>
                      </a:cubicBezTo>
                      <a:cubicBezTo>
                        <a:pt x="171" y="56"/>
                        <a:pt x="171" y="55"/>
                        <a:pt x="171" y="56"/>
                      </a:cubicBezTo>
                      <a:cubicBezTo>
                        <a:pt x="171" y="56"/>
                        <a:pt x="171" y="56"/>
                        <a:pt x="171" y="56"/>
                      </a:cubicBezTo>
                      <a:cubicBezTo>
                        <a:pt x="170" y="56"/>
                        <a:pt x="170" y="56"/>
                        <a:pt x="170" y="56"/>
                      </a:cubicBezTo>
                      <a:cubicBezTo>
                        <a:pt x="170" y="57"/>
                        <a:pt x="170" y="57"/>
                        <a:pt x="170" y="57"/>
                      </a:cubicBezTo>
                      <a:cubicBezTo>
                        <a:pt x="169" y="57"/>
                        <a:pt x="169" y="57"/>
                        <a:pt x="169" y="57"/>
                      </a:cubicBezTo>
                      <a:cubicBezTo>
                        <a:pt x="169" y="57"/>
                        <a:pt x="169" y="57"/>
                        <a:pt x="168" y="57"/>
                      </a:cubicBezTo>
                      <a:cubicBezTo>
                        <a:pt x="168" y="57"/>
                        <a:pt x="168" y="57"/>
                        <a:pt x="168" y="57"/>
                      </a:cubicBezTo>
                      <a:cubicBezTo>
                        <a:pt x="168" y="58"/>
                        <a:pt x="168" y="58"/>
                        <a:pt x="168" y="58"/>
                      </a:cubicBezTo>
                      <a:cubicBezTo>
                        <a:pt x="169" y="58"/>
                        <a:pt x="169" y="58"/>
                        <a:pt x="169" y="58"/>
                      </a:cubicBezTo>
                      <a:cubicBezTo>
                        <a:pt x="169" y="58"/>
                        <a:pt x="169" y="58"/>
                        <a:pt x="169" y="58"/>
                      </a:cubicBezTo>
                      <a:cubicBezTo>
                        <a:pt x="169" y="58"/>
                        <a:pt x="169" y="59"/>
                        <a:pt x="169" y="59"/>
                      </a:cubicBezTo>
                      <a:cubicBezTo>
                        <a:pt x="169" y="59"/>
                        <a:pt x="169" y="59"/>
                        <a:pt x="169" y="59"/>
                      </a:cubicBezTo>
                      <a:cubicBezTo>
                        <a:pt x="169" y="59"/>
                        <a:pt x="169" y="59"/>
                        <a:pt x="169" y="59"/>
                      </a:cubicBezTo>
                      <a:cubicBezTo>
                        <a:pt x="169" y="59"/>
                        <a:pt x="170" y="59"/>
                        <a:pt x="170" y="59"/>
                      </a:cubicBezTo>
                      <a:cubicBezTo>
                        <a:pt x="170" y="59"/>
                        <a:pt x="170" y="59"/>
                        <a:pt x="170" y="59"/>
                      </a:cubicBezTo>
                      <a:cubicBezTo>
                        <a:pt x="170" y="59"/>
                        <a:pt x="170" y="59"/>
                        <a:pt x="170" y="59"/>
                      </a:cubicBezTo>
                      <a:cubicBezTo>
                        <a:pt x="170" y="60"/>
                        <a:pt x="170" y="60"/>
                        <a:pt x="170" y="60"/>
                      </a:cubicBezTo>
                      <a:cubicBezTo>
                        <a:pt x="170" y="60"/>
                        <a:pt x="170" y="60"/>
                        <a:pt x="170" y="61"/>
                      </a:cubicBezTo>
                      <a:cubicBezTo>
                        <a:pt x="170" y="61"/>
                        <a:pt x="170" y="61"/>
                        <a:pt x="170" y="61"/>
                      </a:cubicBezTo>
                      <a:cubicBezTo>
                        <a:pt x="170" y="61"/>
                        <a:pt x="170" y="61"/>
                        <a:pt x="170" y="61"/>
                      </a:cubicBezTo>
                      <a:cubicBezTo>
                        <a:pt x="170" y="61"/>
                        <a:pt x="170" y="61"/>
                        <a:pt x="170" y="61"/>
                      </a:cubicBezTo>
                      <a:cubicBezTo>
                        <a:pt x="170" y="61"/>
                        <a:pt x="170" y="62"/>
                        <a:pt x="170" y="62"/>
                      </a:cubicBezTo>
                      <a:cubicBezTo>
                        <a:pt x="170" y="62"/>
                        <a:pt x="170" y="62"/>
                        <a:pt x="170" y="62"/>
                      </a:cubicBezTo>
                      <a:cubicBezTo>
                        <a:pt x="170" y="62"/>
                        <a:pt x="170" y="62"/>
                        <a:pt x="170" y="62"/>
                      </a:cubicBezTo>
                      <a:cubicBezTo>
                        <a:pt x="170" y="63"/>
                        <a:pt x="170" y="63"/>
                        <a:pt x="170" y="63"/>
                      </a:cubicBezTo>
                      <a:cubicBezTo>
                        <a:pt x="170" y="63"/>
                        <a:pt x="170" y="63"/>
                        <a:pt x="170" y="63"/>
                      </a:cubicBezTo>
                      <a:cubicBezTo>
                        <a:pt x="170" y="63"/>
                        <a:pt x="169" y="63"/>
                        <a:pt x="169" y="63"/>
                      </a:cubicBezTo>
                      <a:cubicBezTo>
                        <a:pt x="169" y="63"/>
                        <a:pt x="169" y="64"/>
                        <a:pt x="169" y="64"/>
                      </a:cubicBezTo>
                      <a:cubicBezTo>
                        <a:pt x="169" y="64"/>
                        <a:pt x="169" y="64"/>
                        <a:pt x="169" y="64"/>
                      </a:cubicBezTo>
                      <a:cubicBezTo>
                        <a:pt x="169" y="64"/>
                        <a:pt x="169" y="64"/>
                        <a:pt x="169" y="64"/>
                      </a:cubicBezTo>
                      <a:cubicBezTo>
                        <a:pt x="169" y="64"/>
                        <a:pt x="169" y="64"/>
                        <a:pt x="169" y="65"/>
                      </a:cubicBezTo>
                      <a:cubicBezTo>
                        <a:pt x="169" y="65"/>
                        <a:pt x="169" y="65"/>
                        <a:pt x="169" y="65"/>
                      </a:cubicBezTo>
                      <a:cubicBezTo>
                        <a:pt x="169" y="65"/>
                        <a:pt x="170" y="65"/>
                        <a:pt x="170" y="65"/>
                      </a:cubicBezTo>
                      <a:cubicBezTo>
                        <a:pt x="170" y="66"/>
                        <a:pt x="170" y="66"/>
                        <a:pt x="170" y="66"/>
                      </a:cubicBezTo>
                      <a:cubicBezTo>
                        <a:pt x="169" y="66"/>
                        <a:pt x="169" y="66"/>
                        <a:pt x="169" y="66"/>
                      </a:cubicBezTo>
                      <a:cubicBezTo>
                        <a:pt x="169" y="66"/>
                        <a:pt x="170" y="66"/>
                        <a:pt x="170" y="66"/>
                      </a:cubicBezTo>
                      <a:cubicBezTo>
                        <a:pt x="170" y="67"/>
                        <a:pt x="169" y="67"/>
                        <a:pt x="169" y="67"/>
                      </a:cubicBezTo>
                      <a:cubicBezTo>
                        <a:pt x="169" y="67"/>
                        <a:pt x="170" y="67"/>
                        <a:pt x="170" y="67"/>
                      </a:cubicBezTo>
                      <a:cubicBezTo>
                        <a:pt x="170" y="67"/>
                        <a:pt x="170" y="67"/>
                        <a:pt x="170" y="68"/>
                      </a:cubicBezTo>
                      <a:cubicBezTo>
                        <a:pt x="170" y="68"/>
                        <a:pt x="170" y="68"/>
                        <a:pt x="170" y="68"/>
                      </a:cubicBezTo>
                      <a:cubicBezTo>
                        <a:pt x="170" y="68"/>
                        <a:pt x="170" y="68"/>
                        <a:pt x="170" y="68"/>
                      </a:cubicBezTo>
                      <a:cubicBezTo>
                        <a:pt x="170" y="68"/>
                        <a:pt x="170" y="68"/>
                        <a:pt x="170" y="68"/>
                      </a:cubicBezTo>
                      <a:cubicBezTo>
                        <a:pt x="170" y="69"/>
                        <a:pt x="170" y="69"/>
                        <a:pt x="170" y="69"/>
                      </a:cubicBezTo>
                      <a:cubicBezTo>
                        <a:pt x="170" y="69"/>
                        <a:pt x="170" y="69"/>
                        <a:pt x="170" y="69"/>
                      </a:cubicBezTo>
                      <a:cubicBezTo>
                        <a:pt x="170" y="69"/>
                        <a:pt x="170" y="69"/>
                        <a:pt x="170" y="69"/>
                      </a:cubicBezTo>
                      <a:cubicBezTo>
                        <a:pt x="170" y="70"/>
                        <a:pt x="170" y="70"/>
                        <a:pt x="170" y="70"/>
                      </a:cubicBezTo>
                      <a:cubicBezTo>
                        <a:pt x="169" y="70"/>
                        <a:pt x="169" y="70"/>
                        <a:pt x="169" y="70"/>
                      </a:cubicBezTo>
                      <a:cubicBezTo>
                        <a:pt x="169" y="70"/>
                        <a:pt x="169" y="70"/>
                        <a:pt x="169" y="70"/>
                      </a:cubicBezTo>
                      <a:cubicBezTo>
                        <a:pt x="169" y="71"/>
                        <a:pt x="169" y="71"/>
                        <a:pt x="169" y="71"/>
                      </a:cubicBezTo>
                      <a:cubicBezTo>
                        <a:pt x="169" y="71"/>
                        <a:pt x="169" y="71"/>
                        <a:pt x="169" y="72"/>
                      </a:cubicBezTo>
                      <a:cubicBezTo>
                        <a:pt x="169" y="72"/>
                        <a:pt x="169" y="72"/>
                        <a:pt x="169" y="72"/>
                      </a:cubicBezTo>
                      <a:cubicBezTo>
                        <a:pt x="169" y="72"/>
                        <a:pt x="169" y="72"/>
                        <a:pt x="169" y="72"/>
                      </a:cubicBezTo>
                      <a:cubicBezTo>
                        <a:pt x="169" y="72"/>
                        <a:pt x="169" y="73"/>
                        <a:pt x="169" y="73"/>
                      </a:cubicBezTo>
                      <a:cubicBezTo>
                        <a:pt x="169" y="73"/>
                        <a:pt x="169" y="73"/>
                        <a:pt x="169" y="73"/>
                      </a:cubicBezTo>
                      <a:cubicBezTo>
                        <a:pt x="169" y="73"/>
                        <a:pt x="169" y="73"/>
                        <a:pt x="169" y="73"/>
                      </a:cubicBezTo>
                      <a:cubicBezTo>
                        <a:pt x="170" y="73"/>
                        <a:pt x="170" y="73"/>
                        <a:pt x="170" y="73"/>
                      </a:cubicBezTo>
                      <a:cubicBezTo>
                        <a:pt x="170" y="73"/>
                        <a:pt x="170" y="74"/>
                        <a:pt x="170" y="74"/>
                      </a:cubicBezTo>
                      <a:cubicBezTo>
                        <a:pt x="170" y="74"/>
                        <a:pt x="170" y="74"/>
                        <a:pt x="170" y="74"/>
                      </a:cubicBezTo>
                      <a:cubicBezTo>
                        <a:pt x="170" y="74"/>
                        <a:pt x="170" y="75"/>
                        <a:pt x="170" y="75"/>
                      </a:cubicBezTo>
                      <a:cubicBezTo>
                        <a:pt x="170" y="75"/>
                        <a:pt x="170" y="75"/>
                        <a:pt x="170" y="74"/>
                      </a:cubicBezTo>
                      <a:cubicBezTo>
                        <a:pt x="169" y="74"/>
                        <a:pt x="169" y="74"/>
                        <a:pt x="169" y="74"/>
                      </a:cubicBezTo>
                      <a:cubicBezTo>
                        <a:pt x="168" y="75"/>
                        <a:pt x="168" y="75"/>
                        <a:pt x="168" y="75"/>
                      </a:cubicBezTo>
                      <a:cubicBezTo>
                        <a:pt x="167" y="75"/>
                        <a:pt x="167" y="75"/>
                        <a:pt x="167" y="75"/>
                      </a:cubicBezTo>
                      <a:cubicBezTo>
                        <a:pt x="167" y="75"/>
                        <a:pt x="167" y="74"/>
                        <a:pt x="167" y="75"/>
                      </a:cubicBezTo>
                      <a:cubicBezTo>
                        <a:pt x="166" y="75"/>
                        <a:pt x="166" y="75"/>
                        <a:pt x="166" y="75"/>
                      </a:cubicBezTo>
                      <a:cubicBezTo>
                        <a:pt x="166" y="75"/>
                        <a:pt x="166" y="75"/>
                        <a:pt x="166" y="75"/>
                      </a:cubicBezTo>
                      <a:cubicBezTo>
                        <a:pt x="166" y="75"/>
                        <a:pt x="166" y="75"/>
                        <a:pt x="166" y="75"/>
                      </a:cubicBezTo>
                      <a:cubicBezTo>
                        <a:pt x="166" y="75"/>
                        <a:pt x="166" y="75"/>
                        <a:pt x="166" y="75"/>
                      </a:cubicBezTo>
                      <a:cubicBezTo>
                        <a:pt x="166" y="75"/>
                        <a:pt x="166" y="75"/>
                        <a:pt x="166" y="75"/>
                      </a:cubicBezTo>
                      <a:cubicBezTo>
                        <a:pt x="166" y="76"/>
                        <a:pt x="165" y="76"/>
                        <a:pt x="165" y="76"/>
                      </a:cubicBezTo>
                      <a:cubicBezTo>
                        <a:pt x="165" y="76"/>
                        <a:pt x="165" y="76"/>
                        <a:pt x="165" y="75"/>
                      </a:cubicBezTo>
                      <a:cubicBezTo>
                        <a:pt x="165" y="75"/>
                        <a:pt x="165" y="75"/>
                        <a:pt x="165" y="75"/>
                      </a:cubicBezTo>
                      <a:cubicBezTo>
                        <a:pt x="164" y="75"/>
                        <a:pt x="164" y="75"/>
                        <a:pt x="164" y="75"/>
                      </a:cubicBezTo>
                      <a:cubicBezTo>
                        <a:pt x="164" y="75"/>
                        <a:pt x="164" y="75"/>
                        <a:pt x="164" y="75"/>
                      </a:cubicBezTo>
                      <a:cubicBezTo>
                        <a:pt x="164" y="75"/>
                        <a:pt x="164" y="75"/>
                        <a:pt x="164" y="75"/>
                      </a:cubicBezTo>
                      <a:cubicBezTo>
                        <a:pt x="164" y="75"/>
                        <a:pt x="164" y="75"/>
                        <a:pt x="164" y="75"/>
                      </a:cubicBezTo>
                      <a:cubicBezTo>
                        <a:pt x="164" y="75"/>
                        <a:pt x="164" y="75"/>
                        <a:pt x="164" y="75"/>
                      </a:cubicBezTo>
                      <a:cubicBezTo>
                        <a:pt x="164" y="75"/>
                        <a:pt x="164" y="75"/>
                        <a:pt x="164" y="75"/>
                      </a:cubicBezTo>
                      <a:cubicBezTo>
                        <a:pt x="163" y="75"/>
                        <a:pt x="163" y="75"/>
                        <a:pt x="163" y="74"/>
                      </a:cubicBezTo>
                      <a:cubicBezTo>
                        <a:pt x="163" y="74"/>
                        <a:pt x="163" y="74"/>
                        <a:pt x="163" y="73"/>
                      </a:cubicBezTo>
                      <a:cubicBezTo>
                        <a:pt x="163" y="73"/>
                        <a:pt x="163" y="73"/>
                        <a:pt x="163" y="73"/>
                      </a:cubicBezTo>
                      <a:cubicBezTo>
                        <a:pt x="163" y="73"/>
                        <a:pt x="163" y="72"/>
                        <a:pt x="163" y="72"/>
                      </a:cubicBezTo>
                      <a:cubicBezTo>
                        <a:pt x="163" y="72"/>
                        <a:pt x="163" y="72"/>
                        <a:pt x="163" y="72"/>
                      </a:cubicBezTo>
                      <a:cubicBezTo>
                        <a:pt x="163" y="72"/>
                        <a:pt x="163" y="72"/>
                        <a:pt x="163" y="72"/>
                      </a:cubicBezTo>
                      <a:cubicBezTo>
                        <a:pt x="164" y="71"/>
                        <a:pt x="164" y="71"/>
                        <a:pt x="164" y="71"/>
                      </a:cubicBezTo>
                      <a:cubicBezTo>
                        <a:pt x="164" y="71"/>
                        <a:pt x="164" y="71"/>
                        <a:pt x="164" y="71"/>
                      </a:cubicBezTo>
                      <a:cubicBezTo>
                        <a:pt x="164" y="71"/>
                        <a:pt x="164" y="71"/>
                        <a:pt x="164" y="71"/>
                      </a:cubicBezTo>
                      <a:cubicBezTo>
                        <a:pt x="164" y="71"/>
                        <a:pt x="164" y="70"/>
                        <a:pt x="164" y="70"/>
                      </a:cubicBezTo>
                      <a:cubicBezTo>
                        <a:pt x="164" y="70"/>
                        <a:pt x="164" y="70"/>
                        <a:pt x="164" y="70"/>
                      </a:cubicBezTo>
                      <a:cubicBezTo>
                        <a:pt x="164" y="70"/>
                        <a:pt x="164" y="70"/>
                        <a:pt x="164" y="70"/>
                      </a:cubicBezTo>
                      <a:cubicBezTo>
                        <a:pt x="164" y="69"/>
                        <a:pt x="164" y="69"/>
                        <a:pt x="164" y="69"/>
                      </a:cubicBezTo>
                      <a:cubicBezTo>
                        <a:pt x="164" y="69"/>
                        <a:pt x="164" y="69"/>
                        <a:pt x="164" y="68"/>
                      </a:cubicBezTo>
                      <a:cubicBezTo>
                        <a:pt x="164" y="68"/>
                        <a:pt x="164" y="68"/>
                        <a:pt x="164" y="67"/>
                      </a:cubicBezTo>
                      <a:cubicBezTo>
                        <a:pt x="164" y="67"/>
                        <a:pt x="164" y="67"/>
                        <a:pt x="165" y="67"/>
                      </a:cubicBezTo>
                      <a:cubicBezTo>
                        <a:pt x="165" y="67"/>
                        <a:pt x="165" y="66"/>
                        <a:pt x="165" y="66"/>
                      </a:cubicBezTo>
                      <a:cubicBezTo>
                        <a:pt x="165" y="66"/>
                        <a:pt x="164" y="66"/>
                        <a:pt x="164" y="66"/>
                      </a:cubicBezTo>
                      <a:cubicBezTo>
                        <a:pt x="164" y="66"/>
                        <a:pt x="165" y="66"/>
                        <a:pt x="165" y="66"/>
                      </a:cubicBezTo>
                      <a:cubicBezTo>
                        <a:pt x="165" y="65"/>
                        <a:pt x="165" y="65"/>
                        <a:pt x="165" y="65"/>
                      </a:cubicBezTo>
                      <a:cubicBezTo>
                        <a:pt x="164" y="65"/>
                        <a:pt x="165" y="65"/>
                        <a:pt x="165" y="64"/>
                      </a:cubicBezTo>
                      <a:cubicBezTo>
                        <a:pt x="165" y="64"/>
                        <a:pt x="165" y="64"/>
                        <a:pt x="164" y="64"/>
                      </a:cubicBezTo>
                      <a:cubicBezTo>
                        <a:pt x="164" y="64"/>
                        <a:pt x="164" y="64"/>
                        <a:pt x="164" y="64"/>
                      </a:cubicBezTo>
                      <a:cubicBezTo>
                        <a:pt x="164" y="64"/>
                        <a:pt x="164" y="64"/>
                        <a:pt x="164" y="63"/>
                      </a:cubicBezTo>
                      <a:cubicBezTo>
                        <a:pt x="164" y="63"/>
                        <a:pt x="164" y="63"/>
                        <a:pt x="164" y="63"/>
                      </a:cubicBezTo>
                      <a:cubicBezTo>
                        <a:pt x="164" y="63"/>
                        <a:pt x="163" y="63"/>
                        <a:pt x="163" y="62"/>
                      </a:cubicBezTo>
                      <a:cubicBezTo>
                        <a:pt x="163" y="62"/>
                        <a:pt x="164" y="62"/>
                        <a:pt x="164" y="62"/>
                      </a:cubicBezTo>
                      <a:cubicBezTo>
                        <a:pt x="164" y="61"/>
                        <a:pt x="164" y="61"/>
                        <a:pt x="163" y="61"/>
                      </a:cubicBezTo>
                      <a:cubicBezTo>
                        <a:pt x="163" y="61"/>
                        <a:pt x="163" y="61"/>
                        <a:pt x="163" y="61"/>
                      </a:cubicBezTo>
                      <a:cubicBezTo>
                        <a:pt x="163" y="61"/>
                        <a:pt x="163" y="60"/>
                        <a:pt x="162" y="60"/>
                      </a:cubicBezTo>
                      <a:cubicBezTo>
                        <a:pt x="162" y="60"/>
                        <a:pt x="162" y="61"/>
                        <a:pt x="162" y="61"/>
                      </a:cubicBezTo>
                      <a:cubicBezTo>
                        <a:pt x="162" y="61"/>
                        <a:pt x="162" y="61"/>
                        <a:pt x="161" y="61"/>
                      </a:cubicBezTo>
                      <a:cubicBezTo>
                        <a:pt x="161" y="61"/>
                        <a:pt x="161" y="61"/>
                        <a:pt x="161" y="61"/>
                      </a:cubicBezTo>
                      <a:cubicBezTo>
                        <a:pt x="161" y="61"/>
                        <a:pt x="161" y="61"/>
                        <a:pt x="161" y="61"/>
                      </a:cubicBezTo>
                      <a:cubicBezTo>
                        <a:pt x="161" y="61"/>
                        <a:pt x="160" y="61"/>
                        <a:pt x="160" y="61"/>
                      </a:cubicBezTo>
                      <a:cubicBezTo>
                        <a:pt x="160" y="61"/>
                        <a:pt x="160" y="61"/>
                        <a:pt x="160" y="61"/>
                      </a:cubicBezTo>
                      <a:cubicBezTo>
                        <a:pt x="160" y="60"/>
                        <a:pt x="159" y="60"/>
                        <a:pt x="159" y="60"/>
                      </a:cubicBezTo>
                      <a:cubicBezTo>
                        <a:pt x="159" y="59"/>
                        <a:pt x="159" y="59"/>
                        <a:pt x="159" y="59"/>
                      </a:cubicBezTo>
                      <a:cubicBezTo>
                        <a:pt x="159" y="58"/>
                        <a:pt x="159" y="58"/>
                        <a:pt x="159" y="58"/>
                      </a:cubicBezTo>
                      <a:cubicBezTo>
                        <a:pt x="159" y="58"/>
                        <a:pt x="159" y="58"/>
                        <a:pt x="159" y="58"/>
                      </a:cubicBezTo>
                      <a:cubicBezTo>
                        <a:pt x="159" y="58"/>
                        <a:pt x="159" y="57"/>
                        <a:pt x="159" y="57"/>
                      </a:cubicBezTo>
                      <a:cubicBezTo>
                        <a:pt x="159" y="57"/>
                        <a:pt x="159" y="57"/>
                        <a:pt x="159" y="57"/>
                      </a:cubicBezTo>
                      <a:cubicBezTo>
                        <a:pt x="159" y="56"/>
                        <a:pt x="159" y="57"/>
                        <a:pt x="159" y="56"/>
                      </a:cubicBezTo>
                      <a:cubicBezTo>
                        <a:pt x="159" y="56"/>
                        <a:pt x="159" y="56"/>
                        <a:pt x="159" y="56"/>
                      </a:cubicBezTo>
                      <a:cubicBezTo>
                        <a:pt x="159" y="56"/>
                        <a:pt x="159" y="55"/>
                        <a:pt x="159" y="55"/>
                      </a:cubicBezTo>
                      <a:cubicBezTo>
                        <a:pt x="159" y="55"/>
                        <a:pt x="159" y="55"/>
                        <a:pt x="159" y="55"/>
                      </a:cubicBezTo>
                      <a:cubicBezTo>
                        <a:pt x="160" y="55"/>
                        <a:pt x="160" y="55"/>
                        <a:pt x="160" y="55"/>
                      </a:cubicBezTo>
                      <a:cubicBezTo>
                        <a:pt x="160" y="55"/>
                        <a:pt x="160" y="55"/>
                        <a:pt x="161" y="55"/>
                      </a:cubicBezTo>
                      <a:cubicBezTo>
                        <a:pt x="161" y="54"/>
                        <a:pt x="161" y="54"/>
                        <a:pt x="161" y="54"/>
                      </a:cubicBezTo>
                      <a:cubicBezTo>
                        <a:pt x="161" y="54"/>
                        <a:pt x="161" y="54"/>
                        <a:pt x="161" y="53"/>
                      </a:cubicBezTo>
                      <a:cubicBezTo>
                        <a:pt x="161" y="53"/>
                        <a:pt x="161" y="53"/>
                        <a:pt x="161" y="53"/>
                      </a:cubicBezTo>
                      <a:cubicBezTo>
                        <a:pt x="161" y="53"/>
                        <a:pt x="161" y="53"/>
                        <a:pt x="161" y="53"/>
                      </a:cubicBezTo>
                      <a:cubicBezTo>
                        <a:pt x="161" y="52"/>
                        <a:pt x="161" y="52"/>
                        <a:pt x="161" y="52"/>
                      </a:cubicBezTo>
                      <a:cubicBezTo>
                        <a:pt x="162" y="52"/>
                        <a:pt x="162" y="52"/>
                        <a:pt x="162" y="51"/>
                      </a:cubicBezTo>
                      <a:cubicBezTo>
                        <a:pt x="162" y="51"/>
                        <a:pt x="162" y="51"/>
                        <a:pt x="163" y="51"/>
                      </a:cubicBezTo>
                      <a:cubicBezTo>
                        <a:pt x="163" y="51"/>
                        <a:pt x="163" y="50"/>
                        <a:pt x="163" y="50"/>
                      </a:cubicBezTo>
                      <a:cubicBezTo>
                        <a:pt x="162" y="50"/>
                        <a:pt x="162" y="49"/>
                        <a:pt x="162" y="49"/>
                      </a:cubicBezTo>
                      <a:cubicBezTo>
                        <a:pt x="162" y="49"/>
                        <a:pt x="162" y="49"/>
                        <a:pt x="162" y="48"/>
                      </a:cubicBezTo>
                      <a:cubicBezTo>
                        <a:pt x="162" y="48"/>
                        <a:pt x="162" y="48"/>
                        <a:pt x="162" y="47"/>
                      </a:cubicBezTo>
                      <a:cubicBezTo>
                        <a:pt x="162" y="47"/>
                        <a:pt x="162" y="47"/>
                        <a:pt x="162" y="47"/>
                      </a:cubicBezTo>
                      <a:cubicBezTo>
                        <a:pt x="162" y="47"/>
                        <a:pt x="162" y="47"/>
                        <a:pt x="162" y="47"/>
                      </a:cubicBezTo>
                      <a:cubicBezTo>
                        <a:pt x="163" y="47"/>
                        <a:pt x="163" y="47"/>
                        <a:pt x="163" y="47"/>
                      </a:cubicBezTo>
                      <a:cubicBezTo>
                        <a:pt x="163" y="46"/>
                        <a:pt x="162" y="46"/>
                        <a:pt x="163" y="46"/>
                      </a:cubicBezTo>
                      <a:cubicBezTo>
                        <a:pt x="163" y="46"/>
                        <a:pt x="163" y="45"/>
                        <a:pt x="163" y="45"/>
                      </a:cubicBezTo>
                      <a:cubicBezTo>
                        <a:pt x="163" y="45"/>
                        <a:pt x="163" y="45"/>
                        <a:pt x="163" y="45"/>
                      </a:cubicBezTo>
                      <a:cubicBezTo>
                        <a:pt x="163" y="45"/>
                        <a:pt x="163" y="45"/>
                        <a:pt x="163" y="45"/>
                      </a:cubicBezTo>
                      <a:cubicBezTo>
                        <a:pt x="163" y="45"/>
                        <a:pt x="163" y="45"/>
                        <a:pt x="164" y="44"/>
                      </a:cubicBezTo>
                      <a:cubicBezTo>
                        <a:pt x="164" y="44"/>
                        <a:pt x="164" y="44"/>
                        <a:pt x="164" y="44"/>
                      </a:cubicBezTo>
                      <a:cubicBezTo>
                        <a:pt x="164" y="44"/>
                        <a:pt x="164" y="43"/>
                        <a:pt x="164" y="43"/>
                      </a:cubicBezTo>
                      <a:cubicBezTo>
                        <a:pt x="164" y="43"/>
                        <a:pt x="164" y="43"/>
                        <a:pt x="164" y="43"/>
                      </a:cubicBezTo>
                      <a:cubicBezTo>
                        <a:pt x="164" y="44"/>
                        <a:pt x="164" y="44"/>
                        <a:pt x="164" y="44"/>
                      </a:cubicBezTo>
                      <a:cubicBezTo>
                        <a:pt x="164" y="43"/>
                        <a:pt x="164" y="43"/>
                        <a:pt x="164" y="43"/>
                      </a:cubicBezTo>
                      <a:cubicBezTo>
                        <a:pt x="164" y="43"/>
                        <a:pt x="164" y="43"/>
                        <a:pt x="164" y="43"/>
                      </a:cubicBezTo>
                      <a:cubicBezTo>
                        <a:pt x="164" y="43"/>
                        <a:pt x="164" y="43"/>
                        <a:pt x="165" y="43"/>
                      </a:cubicBezTo>
                      <a:cubicBezTo>
                        <a:pt x="165" y="43"/>
                        <a:pt x="165" y="43"/>
                        <a:pt x="165" y="42"/>
                      </a:cubicBezTo>
                      <a:cubicBezTo>
                        <a:pt x="165" y="42"/>
                        <a:pt x="165" y="42"/>
                        <a:pt x="165" y="42"/>
                      </a:cubicBezTo>
                      <a:cubicBezTo>
                        <a:pt x="165" y="42"/>
                        <a:pt x="165" y="42"/>
                        <a:pt x="165" y="42"/>
                      </a:cubicBezTo>
                      <a:cubicBezTo>
                        <a:pt x="165" y="42"/>
                        <a:pt x="166" y="43"/>
                        <a:pt x="166" y="43"/>
                      </a:cubicBezTo>
                      <a:cubicBezTo>
                        <a:pt x="166" y="43"/>
                        <a:pt x="166" y="43"/>
                        <a:pt x="166" y="43"/>
                      </a:cubicBezTo>
                      <a:cubicBezTo>
                        <a:pt x="166" y="44"/>
                        <a:pt x="166" y="43"/>
                        <a:pt x="166" y="43"/>
                      </a:cubicBezTo>
                      <a:cubicBezTo>
                        <a:pt x="166" y="43"/>
                        <a:pt x="166" y="43"/>
                        <a:pt x="166" y="42"/>
                      </a:cubicBezTo>
                      <a:cubicBezTo>
                        <a:pt x="166" y="42"/>
                        <a:pt x="166" y="42"/>
                        <a:pt x="166" y="42"/>
                      </a:cubicBezTo>
                      <a:cubicBezTo>
                        <a:pt x="165" y="41"/>
                        <a:pt x="165" y="41"/>
                        <a:pt x="165" y="40"/>
                      </a:cubicBezTo>
                      <a:cubicBezTo>
                        <a:pt x="166" y="40"/>
                        <a:pt x="166" y="40"/>
                        <a:pt x="166" y="39"/>
                      </a:cubicBezTo>
                      <a:cubicBezTo>
                        <a:pt x="166" y="39"/>
                        <a:pt x="166" y="39"/>
                        <a:pt x="166" y="39"/>
                      </a:cubicBezTo>
                      <a:cubicBezTo>
                        <a:pt x="166" y="38"/>
                        <a:pt x="165" y="39"/>
                        <a:pt x="165" y="39"/>
                      </a:cubicBezTo>
                      <a:cubicBezTo>
                        <a:pt x="165" y="39"/>
                        <a:pt x="165" y="38"/>
                        <a:pt x="165" y="38"/>
                      </a:cubicBezTo>
                      <a:cubicBezTo>
                        <a:pt x="165" y="38"/>
                        <a:pt x="164" y="38"/>
                        <a:pt x="164" y="38"/>
                      </a:cubicBezTo>
                      <a:cubicBezTo>
                        <a:pt x="165" y="38"/>
                        <a:pt x="165" y="38"/>
                        <a:pt x="165" y="38"/>
                      </a:cubicBezTo>
                      <a:cubicBezTo>
                        <a:pt x="165" y="38"/>
                        <a:pt x="165" y="38"/>
                        <a:pt x="165" y="38"/>
                      </a:cubicBezTo>
                      <a:cubicBezTo>
                        <a:pt x="165" y="37"/>
                        <a:pt x="165" y="38"/>
                        <a:pt x="165" y="38"/>
                      </a:cubicBezTo>
                      <a:cubicBezTo>
                        <a:pt x="165" y="38"/>
                        <a:pt x="166" y="39"/>
                        <a:pt x="166" y="38"/>
                      </a:cubicBezTo>
                      <a:cubicBezTo>
                        <a:pt x="166" y="38"/>
                        <a:pt x="166" y="38"/>
                        <a:pt x="166" y="38"/>
                      </a:cubicBezTo>
                      <a:cubicBezTo>
                        <a:pt x="166" y="38"/>
                        <a:pt x="166" y="38"/>
                        <a:pt x="166" y="38"/>
                      </a:cubicBezTo>
                      <a:cubicBezTo>
                        <a:pt x="166" y="37"/>
                        <a:pt x="166" y="37"/>
                        <a:pt x="166" y="37"/>
                      </a:cubicBezTo>
                      <a:cubicBezTo>
                        <a:pt x="166" y="37"/>
                        <a:pt x="166" y="37"/>
                        <a:pt x="166" y="36"/>
                      </a:cubicBezTo>
                      <a:cubicBezTo>
                        <a:pt x="166" y="36"/>
                        <a:pt x="166" y="36"/>
                        <a:pt x="166" y="36"/>
                      </a:cubicBezTo>
                      <a:cubicBezTo>
                        <a:pt x="166" y="36"/>
                        <a:pt x="166" y="36"/>
                        <a:pt x="166" y="36"/>
                      </a:cubicBezTo>
                      <a:cubicBezTo>
                        <a:pt x="166" y="36"/>
                        <a:pt x="166" y="36"/>
                        <a:pt x="166" y="36"/>
                      </a:cubicBezTo>
                      <a:cubicBezTo>
                        <a:pt x="167" y="36"/>
                        <a:pt x="166" y="36"/>
                        <a:pt x="166" y="35"/>
                      </a:cubicBezTo>
                      <a:cubicBezTo>
                        <a:pt x="166" y="35"/>
                        <a:pt x="166" y="35"/>
                        <a:pt x="166" y="35"/>
                      </a:cubicBezTo>
                      <a:cubicBezTo>
                        <a:pt x="166" y="35"/>
                        <a:pt x="166" y="35"/>
                        <a:pt x="166" y="35"/>
                      </a:cubicBezTo>
                      <a:cubicBezTo>
                        <a:pt x="166" y="34"/>
                        <a:pt x="167" y="35"/>
                        <a:pt x="167" y="34"/>
                      </a:cubicBezTo>
                      <a:cubicBezTo>
                        <a:pt x="168" y="34"/>
                        <a:pt x="167" y="34"/>
                        <a:pt x="167" y="33"/>
                      </a:cubicBezTo>
                      <a:cubicBezTo>
                        <a:pt x="167" y="33"/>
                        <a:pt x="168" y="33"/>
                        <a:pt x="168" y="33"/>
                      </a:cubicBezTo>
                      <a:cubicBezTo>
                        <a:pt x="168" y="33"/>
                        <a:pt x="169" y="33"/>
                        <a:pt x="169" y="32"/>
                      </a:cubicBezTo>
                      <a:cubicBezTo>
                        <a:pt x="169" y="32"/>
                        <a:pt x="169" y="32"/>
                        <a:pt x="169" y="32"/>
                      </a:cubicBezTo>
                      <a:cubicBezTo>
                        <a:pt x="169" y="32"/>
                        <a:pt x="169" y="32"/>
                        <a:pt x="169" y="32"/>
                      </a:cubicBezTo>
                      <a:cubicBezTo>
                        <a:pt x="169" y="32"/>
                        <a:pt x="169" y="32"/>
                        <a:pt x="169" y="31"/>
                      </a:cubicBezTo>
                      <a:cubicBezTo>
                        <a:pt x="169" y="31"/>
                        <a:pt x="169" y="31"/>
                        <a:pt x="169" y="31"/>
                      </a:cubicBezTo>
                      <a:cubicBezTo>
                        <a:pt x="169" y="31"/>
                        <a:pt x="169" y="31"/>
                        <a:pt x="169" y="31"/>
                      </a:cubicBezTo>
                      <a:cubicBezTo>
                        <a:pt x="169" y="31"/>
                        <a:pt x="169" y="31"/>
                        <a:pt x="169" y="31"/>
                      </a:cubicBezTo>
                      <a:cubicBezTo>
                        <a:pt x="169" y="31"/>
                        <a:pt x="169" y="32"/>
                        <a:pt x="169" y="32"/>
                      </a:cubicBezTo>
                      <a:cubicBezTo>
                        <a:pt x="169" y="32"/>
                        <a:pt x="169" y="32"/>
                        <a:pt x="169" y="32"/>
                      </a:cubicBezTo>
                      <a:cubicBezTo>
                        <a:pt x="169" y="32"/>
                        <a:pt x="169" y="32"/>
                        <a:pt x="169" y="32"/>
                      </a:cubicBezTo>
                      <a:cubicBezTo>
                        <a:pt x="169" y="32"/>
                        <a:pt x="170" y="32"/>
                        <a:pt x="170" y="32"/>
                      </a:cubicBezTo>
                      <a:cubicBezTo>
                        <a:pt x="170" y="32"/>
                        <a:pt x="170" y="32"/>
                        <a:pt x="170" y="32"/>
                      </a:cubicBezTo>
                      <a:cubicBezTo>
                        <a:pt x="170" y="32"/>
                        <a:pt x="170" y="32"/>
                        <a:pt x="170" y="32"/>
                      </a:cubicBezTo>
                      <a:cubicBezTo>
                        <a:pt x="170" y="32"/>
                        <a:pt x="170" y="32"/>
                        <a:pt x="171" y="32"/>
                      </a:cubicBezTo>
                      <a:cubicBezTo>
                        <a:pt x="171" y="32"/>
                        <a:pt x="171" y="33"/>
                        <a:pt x="171" y="33"/>
                      </a:cubicBezTo>
                      <a:cubicBezTo>
                        <a:pt x="171" y="33"/>
                        <a:pt x="171" y="33"/>
                        <a:pt x="171" y="32"/>
                      </a:cubicBezTo>
                      <a:cubicBezTo>
                        <a:pt x="171" y="32"/>
                        <a:pt x="171" y="32"/>
                        <a:pt x="171" y="32"/>
                      </a:cubicBezTo>
                      <a:cubicBezTo>
                        <a:pt x="171" y="32"/>
                        <a:pt x="171" y="32"/>
                        <a:pt x="171" y="32"/>
                      </a:cubicBezTo>
                      <a:cubicBezTo>
                        <a:pt x="171" y="32"/>
                        <a:pt x="171" y="31"/>
                        <a:pt x="171" y="31"/>
                      </a:cubicBezTo>
                      <a:cubicBezTo>
                        <a:pt x="172" y="31"/>
                        <a:pt x="172" y="31"/>
                        <a:pt x="172" y="31"/>
                      </a:cubicBezTo>
                      <a:cubicBezTo>
                        <a:pt x="172" y="31"/>
                        <a:pt x="172" y="31"/>
                        <a:pt x="172" y="31"/>
                      </a:cubicBezTo>
                      <a:cubicBezTo>
                        <a:pt x="172" y="31"/>
                        <a:pt x="172" y="31"/>
                        <a:pt x="172" y="31"/>
                      </a:cubicBezTo>
                      <a:cubicBezTo>
                        <a:pt x="172" y="31"/>
                        <a:pt x="172" y="30"/>
                        <a:pt x="172" y="30"/>
                      </a:cubicBezTo>
                      <a:cubicBezTo>
                        <a:pt x="172" y="30"/>
                        <a:pt x="172" y="30"/>
                        <a:pt x="172" y="30"/>
                      </a:cubicBezTo>
                      <a:cubicBezTo>
                        <a:pt x="172" y="30"/>
                        <a:pt x="172" y="30"/>
                        <a:pt x="173" y="30"/>
                      </a:cubicBezTo>
                      <a:cubicBezTo>
                        <a:pt x="173" y="30"/>
                        <a:pt x="172" y="30"/>
                        <a:pt x="172" y="29"/>
                      </a:cubicBezTo>
                      <a:cubicBezTo>
                        <a:pt x="172" y="29"/>
                        <a:pt x="172" y="29"/>
                        <a:pt x="172" y="29"/>
                      </a:cubicBezTo>
                      <a:cubicBezTo>
                        <a:pt x="172" y="29"/>
                        <a:pt x="172" y="29"/>
                        <a:pt x="173" y="29"/>
                      </a:cubicBezTo>
                      <a:cubicBezTo>
                        <a:pt x="173" y="29"/>
                        <a:pt x="173" y="29"/>
                        <a:pt x="173" y="29"/>
                      </a:cubicBezTo>
                      <a:cubicBezTo>
                        <a:pt x="173" y="29"/>
                        <a:pt x="173" y="29"/>
                        <a:pt x="173" y="29"/>
                      </a:cubicBezTo>
                      <a:cubicBezTo>
                        <a:pt x="173" y="29"/>
                        <a:pt x="173" y="29"/>
                        <a:pt x="173" y="29"/>
                      </a:cubicBezTo>
                      <a:cubicBezTo>
                        <a:pt x="174" y="29"/>
                        <a:pt x="174" y="29"/>
                        <a:pt x="174" y="29"/>
                      </a:cubicBezTo>
                      <a:cubicBezTo>
                        <a:pt x="174" y="29"/>
                        <a:pt x="174" y="29"/>
                        <a:pt x="174" y="29"/>
                      </a:cubicBezTo>
                      <a:cubicBezTo>
                        <a:pt x="174" y="29"/>
                        <a:pt x="174" y="29"/>
                        <a:pt x="175" y="29"/>
                      </a:cubicBezTo>
                      <a:cubicBezTo>
                        <a:pt x="175" y="29"/>
                        <a:pt x="175" y="29"/>
                        <a:pt x="175" y="29"/>
                      </a:cubicBezTo>
                      <a:cubicBezTo>
                        <a:pt x="175" y="29"/>
                        <a:pt x="175" y="29"/>
                        <a:pt x="175" y="29"/>
                      </a:cubicBezTo>
                      <a:cubicBezTo>
                        <a:pt x="176" y="29"/>
                        <a:pt x="176" y="29"/>
                        <a:pt x="176" y="29"/>
                      </a:cubicBezTo>
                      <a:cubicBezTo>
                        <a:pt x="176" y="29"/>
                        <a:pt x="176" y="29"/>
                        <a:pt x="176" y="29"/>
                      </a:cubicBezTo>
                      <a:cubicBezTo>
                        <a:pt x="176" y="29"/>
                        <a:pt x="177" y="29"/>
                        <a:pt x="177" y="29"/>
                      </a:cubicBezTo>
                      <a:cubicBezTo>
                        <a:pt x="177" y="29"/>
                        <a:pt x="177" y="29"/>
                        <a:pt x="177" y="29"/>
                      </a:cubicBezTo>
                      <a:cubicBezTo>
                        <a:pt x="177" y="29"/>
                        <a:pt x="177" y="29"/>
                        <a:pt x="177" y="29"/>
                      </a:cubicBezTo>
                      <a:cubicBezTo>
                        <a:pt x="177" y="29"/>
                        <a:pt x="177" y="29"/>
                        <a:pt x="177" y="29"/>
                      </a:cubicBezTo>
                      <a:cubicBezTo>
                        <a:pt x="176" y="30"/>
                        <a:pt x="177" y="30"/>
                        <a:pt x="177" y="30"/>
                      </a:cubicBezTo>
                      <a:cubicBezTo>
                        <a:pt x="177" y="31"/>
                        <a:pt x="178" y="31"/>
                        <a:pt x="178" y="31"/>
                      </a:cubicBezTo>
                      <a:cubicBezTo>
                        <a:pt x="179" y="31"/>
                        <a:pt x="179" y="30"/>
                        <a:pt x="179" y="30"/>
                      </a:cubicBezTo>
                      <a:cubicBezTo>
                        <a:pt x="179" y="30"/>
                        <a:pt x="179" y="30"/>
                        <a:pt x="180" y="30"/>
                      </a:cubicBezTo>
                      <a:cubicBezTo>
                        <a:pt x="180" y="30"/>
                        <a:pt x="180" y="30"/>
                        <a:pt x="180" y="30"/>
                      </a:cubicBezTo>
                      <a:cubicBezTo>
                        <a:pt x="180" y="31"/>
                        <a:pt x="180" y="31"/>
                        <a:pt x="180" y="31"/>
                      </a:cubicBezTo>
                      <a:cubicBezTo>
                        <a:pt x="180" y="31"/>
                        <a:pt x="181" y="31"/>
                        <a:pt x="181" y="31"/>
                      </a:cubicBezTo>
                      <a:cubicBezTo>
                        <a:pt x="181" y="31"/>
                        <a:pt x="181" y="31"/>
                        <a:pt x="181" y="31"/>
                      </a:cubicBezTo>
                      <a:cubicBezTo>
                        <a:pt x="181" y="31"/>
                        <a:pt x="181" y="31"/>
                        <a:pt x="181" y="31"/>
                      </a:cubicBezTo>
                      <a:cubicBezTo>
                        <a:pt x="181" y="31"/>
                        <a:pt x="181" y="31"/>
                        <a:pt x="182" y="31"/>
                      </a:cubicBezTo>
                      <a:cubicBezTo>
                        <a:pt x="182" y="31"/>
                        <a:pt x="182" y="31"/>
                        <a:pt x="182" y="31"/>
                      </a:cubicBezTo>
                      <a:cubicBezTo>
                        <a:pt x="182" y="31"/>
                        <a:pt x="182" y="31"/>
                        <a:pt x="182" y="31"/>
                      </a:cubicBezTo>
                      <a:cubicBezTo>
                        <a:pt x="182" y="31"/>
                        <a:pt x="182" y="31"/>
                        <a:pt x="182" y="31"/>
                      </a:cubicBezTo>
                      <a:cubicBezTo>
                        <a:pt x="182" y="31"/>
                        <a:pt x="182" y="31"/>
                        <a:pt x="182" y="31"/>
                      </a:cubicBezTo>
                      <a:cubicBezTo>
                        <a:pt x="182" y="31"/>
                        <a:pt x="182" y="31"/>
                        <a:pt x="182" y="31"/>
                      </a:cubicBezTo>
                      <a:cubicBezTo>
                        <a:pt x="182" y="31"/>
                        <a:pt x="183" y="31"/>
                        <a:pt x="183" y="31"/>
                      </a:cubicBezTo>
                      <a:cubicBezTo>
                        <a:pt x="183" y="31"/>
                        <a:pt x="183" y="31"/>
                        <a:pt x="183" y="31"/>
                      </a:cubicBezTo>
                      <a:cubicBezTo>
                        <a:pt x="183" y="31"/>
                        <a:pt x="183" y="31"/>
                        <a:pt x="183" y="31"/>
                      </a:cubicBezTo>
                      <a:cubicBezTo>
                        <a:pt x="183" y="31"/>
                        <a:pt x="183" y="31"/>
                        <a:pt x="183" y="31"/>
                      </a:cubicBezTo>
                      <a:cubicBezTo>
                        <a:pt x="183" y="31"/>
                        <a:pt x="183" y="31"/>
                        <a:pt x="183" y="31"/>
                      </a:cubicBezTo>
                      <a:cubicBezTo>
                        <a:pt x="183" y="31"/>
                        <a:pt x="183" y="31"/>
                        <a:pt x="183" y="31"/>
                      </a:cubicBezTo>
                      <a:cubicBezTo>
                        <a:pt x="183" y="31"/>
                        <a:pt x="184" y="31"/>
                        <a:pt x="184" y="31"/>
                      </a:cubicBezTo>
                      <a:cubicBezTo>
                        <a:pt x="184" y="31"/>
                        <a:pt x="184" y="31"/>
                        <a:pt x="185" y="31"/>
                      </a:cubicBezTo>
                      <a:cubicBezTo>
                        <a:pt x="185" y="32"/>
                        <a:pt x="185" y="32"/>
                        <a:pt x="185" y="32"/>
                      </a:cubicBezTo>
                      <a:cubicBezTo>
                        <a:pt x="185" y="32"/>
                        <a:pt x="185" y="32"/>
                        <a:pt x="186" y="32"/>
                      </a:cubicBezTo>
                      <a:cubicBezTo>
                        <a:pt x="186" y="32"/>
                        <a:pt x="186" y="32"/>
                        <a:pt x="186" y="32"/>
                      </a:cubicBezTo>
                      <a:cubicBezTo>
                        <a:pt x="186" y="32"/>
                        <a:pt x="186" y="32"/>
                        <a:pt x="186" y="32"/>
                      </a:cubicBezTo>
                      <a:cubicBezTo>
                        <a:pt x="186" y="32"/>
                        <a:pt x="186" y="32"/>
                        <a:pt x="186" y="32"/>
                      </a:cubicBezTo>
                      <a:cubicBezTo>
                        <a:pt x="186" y="32"/>
                        <a:pt x="186" y="32"/>
                        <a:pt x="186" y="32"/>
                      </a:cubicBezTo>
                      <a:cubicBezTo>
                        <a:pt x="186" y="32"/>
                        <a:pt x="186" y="32"/>
                        <a:pt x="186" y="32"/>
                      </a:cubicBezTo>
                      <a:cubicBezTo>
                        <a:pt x="187" y="32"/>
                        <a:pt x="186" y="32"/>
                        <a:pt x="187" y="32"/>
                      </a:cubicBezTo>
                      <a:cubicBezTo>
                        <a:pt x="187" y="32"/>
                        <a:pt x="187" y="32"/>
                        <a:pt x="187" y="31"/>
                      </a:cubicBezTo>
                      <a:cubicBezTo>
                        <a:pt x="187" y="31"/>
                        <a:pt x="187" y="31"/>
                        <a:pt x="187" y="31"/>
                      </a:cubicBezTo>
                      <a:cubicBezTo>
                        <a:pt x="187" y="31"/>
                        <a:pt x="187" y="31"/>
                        <a:pt x="187" y="31"/>
                      </a:cubicBezTo>
                      <a:cubicBezTo>
                        <a:pt x="187" y="31"/>
                        <a:pt x="187" y="31"/>
                        <a:pt x="187" y="31"/>
                      </a:cubicBezTo>
                      <a:cubicBezTo>
                        <a:pt x="187" y="31"/>
                        <a:pt x="187" y="31"/>
                        <a:pt x="188" y="31"/>
                      </a:cubicBezTo>
                      <a:cubicBezTo>
                        <a:pt x="188" y="31"/>
                        <a:pt x="188" y="31"/>
                        <a:pt x="188" y="31"/>
                      </a:cubicBezTo>
                      <a:cubicBezTo>
                        <a:pt x="188" y="31"/>
                        <a:pt x="188" y="32"/>
                        <a:pt x="188" y="32"/>
                      </a:cubicBezTo>
                      <a:cubicBezTo>
                        <a:pt x="188" y="32"/>
                        <a:pt x="188" y="31"/>
                        <a:pt x="188" y="31"/>
                      </a:cubicBezTo>
                      <a:cubicBezTo>
                        <a:pt x="188" y="31"/>
                        <a:pt x="189" y="31"/>
                        <a:pt x="189" y="31"/>
                      </a:cubicBezTo>
                      <a:cubicBezTo>
                        <a:pt x="189" y="32"/>
                        <a:pt x="189" y="32"/>
                        <a:pt x="189" y="32"/>
                      </a:cubicBezTo>
                      <a:cubicBezTo>
                        <a:pt x="189" y="32"/>
                        <a:pt x="189" y="32"/>
                        <a:pt x="189" y="32"/>
                      </a:cubicBezTo>
                      <a:cubicBezTo>
                        <a:pt x="190" y="32"/>
                        <a:pt x="190" y="32"/>
                        <a:pt x="190" y="32"/>
                      </a:cubicBezTo>
                      <a:cubicBezTo>
                        <a:pt x="190" y="32"/>
                        <a:pt x="190" y="32"/>
                        <a:pt x="190" y="32"/>
                      </a:cubicBezTo>
                      <a:cubicBezTo>
                        <a:pt x="190" y="32"/>
                        <a:pt x="190" y="32"/>
                        <a:pt x="191" y="32"/>
                      </a:cubicBezTo>
                      <a:cubicBezTo>
                        <a:pt x="191" y="32"/>
                        <a:pt x="191" y="32"/>
                        <a:pt x="191" y="32"/>
                      </a:cubicBezTo>
                      <a:cubicBezTo>
                        <a:pt x="191" y="32"/>
                        <a:pt x="192" y="32"/>
                        <a:pt x="192" y="32"/>
                      </a:cubicBezTo>
                      <a:cubicBezTo>
                        <a:pt x="192" y="32"/>
                        <a:pt x="192" y="32"/>
                        <a:pt x="192" y="32"/>
                      </a:cubicBezTo>
                      <a:cubicBezTo>
                        <a:pt x="192" y="32"/>
                        <a:pt x="192" y="32"/>
                        <a:pt x="192" y="32"/>
                      </a:cubicBezTo>
                      <a:cubicBezTo>
                        <a:pt x="192" y="32"/>
                        <a:pt x="193" y="32"/>
                        <a:pt x="193" y="32"/>
                      </a:cubicBezTo>
                      <a:cubicBezTo>
                        <a:pt x="193" y="32"/>
                        <a:pt x="193" y="32"/>
                        <a:pt x="193" y="32"/>
                      </a:cubicBezTo>
                      <a:cubicBezTo>
                        <a:pt x="193" y="32"/>
                        <a:pt x="193" y="32"/>
                        <a:pt x="193" y="32"/>
                      </a:cubicBezTo>
                      <a:cubicBezTo>
                        <a:pt x="193" y="32"/>
                        <a:pt x="193" y="32"/>
                        <a:pt x="194" y="32"/>
                      </a:cubicBezTo>
                      <a:cubicBezTo>
                        <a:pt x="194" y="32"/>
                        <a:pt x="194" y="32"/>
                        <a:pt x="194" y="32"/>
                      </a:cubicBezTo>
                      <a:cubicBezTo>
                        <a:pt x="194" y="32"/>
                        <a:pt x="194" y="32"/>
                        <a:pt x="195" y="31"/>
                      </a:cubicBezTo>
                      <a:cubicBezTo>
                        <a:pt x="195" y="31"/>
                        <a:pt x="195" y="31"/>
                        <a:pt x="195" y="31"/>
                      </a:cubicBezTo>
                      <a:cubicBezTo>
                        <a:pt x="195" y="31"/>
                        <a:pt x="195" y="31"/>
                        <a:pt x="196" y="31"/>
                      </a:cubicBezTo>
                      <a:cubicBezTo>
                        <a:pt x="196" y="31"/>
                        <a:pt x="196" y="30"/>
                        <a:pt x="196" y="30"/>
                      </a:cubicBezTo>
                      <a:cubicBezTo>
                        <a:pt x="196" y="30"/>
                        <a:pt x="196" y="30"/>
                        <a:pt x="196" y="30"/>
                      </a:cubicBezTo>
                      <a:cubicBezTo>
                        <a:pt x="196" y="30"/>
                        <a:pt x="196" y="30"/>
                        <a:pt x="196" y="30"/>
                      </a:cubicBezTo>
                      <a:cubicBezTo>
                        <a:pt x="196" y="30"/>
                        <a:pt x="197" y="30"/>
                        <a:pt x="197" y="30"/>
                      </a:cubicBezTo>
                      <a:cubicBezTo>
                        <a:pt x="197" y="30"/>
                        <a:pt x="197" y="30"/>
                        <a:pt x="197" y="30"/>
                      </a:cubicBezTo>
                      <a:cubicBezTo>
                        <a:pt x="197" y="30"/>
                        <a:pt x="197" y="30"/>
                        <a:pt x="197" y="30"/>
                      </a:cubicBezTo>
                      <a:cubicBezTo>
                        <a:pt x="197" y="30"/>
                        <a:pt x="197" y="30"/>
                        <a:pt x="197" y="30"/>
                      </a:cubicBezTo>
                      <a:cubicBezTo>
                        <a:pt x="197" y="30"/>
                        <a:pt x="198" y="30"/>
                        <a:pt x="198" y="30"/>
                      </a:cubicBezTo>
                      <a:cubicBezTo>
                        <a:pt x="198" y="29"/>
                        <a:pt x="198" y="29"/>
                        <a:pt x="198" y="29"/>
                      </a:cubicBezTo>
                      <a:cubicBezTo>
                        <a:pt x="198" y="29"/>
                        <a:pt x="198" y="29"/>
                        <a:pt x="197" y="29"/>
                      </a:cubicBezTo>
                      <a:cubicBezTo>
                        <a:pt x="197" y="29"/>
                        <a:pt x="197" y="29"/>
                        <a:pt x="197" y="29"/>
                      </a:cubicBezTo>
                      <a:cubicBezTo>
                        <a:pt x="197" y="29"/>
                        <a:pt x="197" y="29"/>
                        <a:pt x="197" y="29"/>
                      </a:cubicBezTo>
                      <a:cubicBezTo>
                        <a:pt x="197" y="29"/>
                        <a:pt x="197" y="29"/>
                        <a:pt x="197" y="29"/>
                      </a:cubicBezTo>
                      <a:cubicBezTo>
                        <a:pt x="197" y="29"/>
                        <a:pt x="197" y="29"/>
                        <a:pt x="197" y="28"/>
                      </a:cubicBezTo>
                      <a:cubicBezTo>
                        <a:pt x="197" y="28"/>
                        <a:pt x="197" y="28"/>
                        <a:pt x="197" y="28"/>
                      </a:cubicBezTo>
                      <a:cubicBezTo>
                        <a:pt x="198" y="28"/>
                        <a:pt x="198" y="28"/>
                        <a:pt x="198" y="28"/>
                      </a:cubicBezTo>
                      <a:cubicBezTo>
                        <a:pt x="198" y="28"/>
                        <a:pt x="198" y="28"/>
                        <a:pt x="198" y="28"/>
                      </a:cubicBezTo>
                      <a:cubicBezTo>
                        <a:pt x="198" y="28"/>
                        <a:pt x="198" y="28"/>
                        <a:pt x="199" y="28"/>
                      </a:cubicBezTo>
                      <a:cubicBezTo>
                        <a:pt x="199" y="28"/>
                        <a:pt x="199" y="28"/>
                        <a:pt x="199" y="28"/>
                      </a:cubicBezTo>
                      <a:cubicBezTo>
                        <a:pt x="199" y="28"/>
                        <a:pt x="199" y="28"/>
                        <a:pt x="199" y="28"/>
                      </a:cubicBezTo>
                      <a:cubicBezTo>
                        <a:pt x="199" y="28"/>
                        <a:pt x="199" y="28"/>
                        <a:pt x="199" y="28"/>
                      </a:cubicBezTo>
                      <a:cubicBezTo>
                        <a:pt x="199" y="28"/>
                        <a:pt x="199" y="28"/>
                        <a:pt x="199" y="28"/>
                      </a:cubicBezTo>
                      <a:cubicBezTo>
                        <a:pt x="199" y="27"/>
                        <a:pt x="199" y="27"/>
                        <a:pt x="199" y="27"/>
                      </a:cubicBezTo>
                      <a:cubicBezTo>
                        <a:pt x="199" y="27"/>
                        <a:pt x="199" y="27"/>
                        <a:pt x="199" y="27"/>
                      </a:cubicBezTo>
                      <a:cubicBezTo>
                        <a:pt x="199" y="27"/>
                        <a:pt x="199" y="27"/>
                        <a:pt x="199" y="27"/>
                      </a:cubicBezTo>
                      <a:cubicBezTo>
                        <a:pt x="199" y="27"/>
                        <a:pt x="199" y="27"/>
                        <a:pt x="199" y="27"/>
                      </a:cubicBezTo>
                      <a:cubicBezTo>
                        <a:pt x="200" y="27"/>
                        <a:pt x="200" y="27"/>
                        <a:pt x="200" y="27"/>
                      </a:cubicBezTo>
                      <a:cubicBezTo>
                        <a:pt x="200" y="26"/>
                        <a:pt x="200" y="26"/>
                        <a:pt x="200" y="26"/>
                      </a:cubicBezTo>
                      <a:cubicBezTo>
                        <a:pt x="200" y="26"/>
                        <a:pt x="200" y="26"/>
                        <a:pt x="200" y="26"/>
                      </a:cubicBezTo>
                      <a:cubicBezTo>
                        <a:pt x="200" y="26"/>
                        <a:pt x="200" y="26"/>
                        <a:pt x="200" y="26"/>
                      </a:cubicBezTo>
                      <a:cubicBezTo>
                        <a:pt x="200" y="26"/>
                        <a:pt x="200" y="26"/>
                        <a:pt x="200" y="26"/>
                      </a:cubicBezTo>
                      <a:cubicBezTo>
                        <a:pt x="201" y="26"/>
                        <a:pt x="201" y="26"/>
                        <a:pt x="201" y="26"/>
                      </a:cubicBezTo>
                      <a:cubicBezTo>
                        <a:pt x="201" y="26"/>
                        <a:pt x="201" y="27"/>
                        <a:pt x="201" y="27"/>
                      </a:cubicBezTo>
                      <a:cubicBezTo>
                        <a:pt x="201" y="27"/>
                        <a:pt x="201" y="26"/>
                        <a:pt x="201" y="26"/>
                      </a:cubicBezTo>
                      <a:cubicBezTo>
                        <a:pt x="201" y="27"/>
                        <a:pt x="201" y="27"/>
                        <a:pt x="201" y="27"/>
                      </a:cubicBezTo>
                      <a:cubicBezTo>
                        <a:pt x="201" y="27"/>
                        <a:pt x="201" y="27"/>
                        <a:pt x="201" y="27"/>
                      </a:cubicBezTo>
                      <a:cubicBezTo>
                        <a:pt x="202" y="27"/>
                        <a:pt x="202" y="27"/>
                        <a:pt x="202" y="27"/>
                      </a:cubicBezTo>
                      <a:cubicBezTo>
                        <a:pt x="202" y="28"/>
                        <a:pt x="202" y="28"/>
                        <a:pt x="202" y="28"/>
                      </a:cubicBezTo>
                      <a:close/>
                      <a:moveTo>
                        <a:pt x="27" y="49"/>
                      </a:moveTo>
                      <a:cubicBezTo>
                        <a:pt x="27" y="48"/>
                        <a:pt x="27" y="48"/>
                        <a:pt x="27" y="48"/>
                      </a:cubicBezTo>
                      <a:cubicBezTo>
                        <a:pt x="27" y="48"/>
                        <a:pt x="27" y="48"/>
                        <a:pt x="27" y="48"/>
                      </a:cubicBezTo>
                      <a:cubicBezTo>
                        <a:pt x="27" y="48"/>
                        <a:pt x="27" y="48"/>
                        <a:pt x="27" y="48"/>
                      </a:cubicBezTo>
                      <a:cubicBezTo>
                        <a:pt x="27" y="48"/>
                        <a:pt x="27" y="48"/>
                        <a:pt x="27" y="48"/>
                      </a:cubicBezTo>
                      <a:cubicBezTo>
                        <a:pt x="27" y="48"/>
                        <a:pt x="27" y="48"/>
                        <a:pt x="27" y="48"/>
                      </a:cubicBezTo>
                      <a:cubicBezTo>
                        <a:pt x="27" y="48"/>
                        <a:pt x="27" y="48"/>
                        <a:pt x="27" y="48"/>
                      </a:cubicBezTo>
                      <a:cubicBezTo>
                        <a:pt x="27" y="48"/>
                        <a:pt x="27" y="48"/>
                        <a:pt x="27" y="48"/>
                      </a:cubicBezTo>
                      <a:cubicBezTo>
                        <a:pt x="26" y="48"/>
                        <a:pt x="26" y="47"/>
                        <a:pt x="26" y="47"/>
                      </a:cubicBezTo>
                      <a:cubicBezTo>
                        <a:pt x="26" y="47"/>
                        <a:pt x="26" y="47"/>
                        <a:pt x="27" y="47"/>
                      </a:cubicBezTo>
                      <a:cubicBezTo>
                        <a:pt x="27" y="47"/>
                        <a:pt x="26" y="47"/>
                        <a:pt x="26" y="47"/>
                      </a:cubicBezTo>
                      <a:cubicBezTo>
                        <a:pt x="26" y="47"/>
                        <a:pt x="26" y="47"/>
                        <a:pt x="26" y="47"/>
                      </a:cubicBezTo>
                      <a:cubicBezTo>
                        <a:pt x="26" y="47"/>
                        <a:pt x="26" y="47"/>
                        <a:pt x="26" y="47"/>
                      </a:cubicBezTo>
                      <a:cubicBezTo>
                        <a:pt x="26" y="47"/>
                        <a:pt x="26" y="47"/>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5"/>
                        <a:pt x="25" y="45"/>
                        <a:pt x="25" y="45"/>
                      </a:cubicBezTo>
                      <a:cubicBezTo>
                        <a:pt x="25" y="45"/>
                        <a:pt x="25" y="45"/>
                        <a:pt x="25" y="45"/>
                      </a:cubicBezTo>
                      <a:cubicBezTo>
                        <a:pt x="25" y="45"/>
                        <a:pt x="25" y="45"/>
                        <a:pt x="25" y="45"/>
                      </a:cubicBezTo>
                      <a:cubicBezTo>
                        <a:pt x="25" y="45"/>
                        <a:pt x="25" y="45"/>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4" y="44"/>
                      </a:cubicBezTo>
                      <a:cubicBezTo>
                        <a:pt x="24" y="44"/>
                        <a:pt x="24" y="44"/>
                        <a:pt x="24" y="44"/>
                      </a:cubicBezTo>
                      <a:cubicBezTo>
                        <a:pt x="24" y="44"/>
                        <a:pt x="24" y="44"/>
                        <a:pt x="23" y="44"/>
                      </a:cubicBezTo>
                      <a:cubicBezTo>
                        <a:pt x="23" y="44"/>
                        <a:pt x="23" y="44"/>
                        <a:pt x="23" y="44"/>
                      </a:cubicBezTo>
                      <a:cubicBezTo>
                        <a:pt x="23" y="44"/>
                        <a:pt x="23" y="44"/>
                        <a:pt x="23" y="44"/>
                      </a:cubicBezTo>
                      <a:cubicBezTo>
                        <a:pt x="23" y="45"/>
                        <a:pt x="23" y="45"/>
                        <a:pt x="23" y="45"/>
                      </a:cubicBezTo>
                      <a:cubicBezTo>
                        <a:pt x="23" y="45"/>
                        <a:pt x="23" y="45"/>
                        <a:pt x="23" y="45"/>
                      </a:cubicBezTo>
                      <a:cubicBezTo>
                        <a:pt x="23" y="45"/>
                        <a:pt x="23" y="46"/>
                        <a:pt x="23" y="46"/>
                      </a:cubicBezTo>
                      <a:cubicBezTo>
                        <a:pt x="23" y="46"/>
                        <a:pt x="23" y="46"/>
                        <a:pt x="23" y="46"/>
                      </a:cubicBezTo>
                      <a:cubicBezTo>
                        <a:pt x="23" y="46"/>
                        <a:pt x="23" y="46"/>
                        <a:pt x="23" y="46"/>
                      </a:cubicBezTo>
                      <a:cubicBezTo>
                        <a:pt x="23" y="47"/>
                        <a:pt x="23" y="47"/>
                        <a:pt x="24" y="47"/>
                      </a:cubicBezTo>
                      <a:cubicBezTo>
                        <a:pt x="24" y="47"/>
                        <a:pt x="24" y="47"/>
                        <a:pt x="24" y="48"/>
                      </a:cubicBezTo>
                      <a:cubicBezTo>
                        <a:pt x="24" y="48"/>
                        <a:pt x="24" y="48"/>
                        <a:pt x="24" y="48"/>
                      </a:cubicBezTo>
                      <a:cubicBezTo>
                        <a:pt x="24" y="48"/>
                        <a:pt x="24" y="48"/>
                        <a:pt x="24" y="48"/>
                      </a:cubicBezTo>
                      <a:cubicBezTo>
                        <a:pt x="24" y="48"/>
                        <a:pt x="24" y="48"/>
                        <a:pt x="24" y="48"/>
                      </a:cubicBezTo>
                      <a:cubicBezTo>
                        <a:pt x="24" y="49"/>
                        <a:pt x="24" y="49"/>
                        <a:pt x="25" y="49"/>
                      </a:cubicBezTo>
                      <a:cubicBezTo>
                        <a:pt x="25" y="49"/>
                        <a:pt x="25" y="49"/>
                        <a:pt x="26" y="50"/>
                      </a:cubicBezTo>
                      <a:cubicBezTo>
                        <a:pt x="26" y="50"/>
                        <a:pt x="26" y="50"/>
                        <a:pt x="26" y="50"/>
                      </a:cubicBezTo>
                      <a:cubicBezTo>
                        <a:pt x="26" y="50"/>
                        <a:pt x="26" y="50"/>
                        <a:pt x="26" y="50"/>
                      </a:cubicBezTo>
                      <a:cubicBezTo>
                        <a:pt x="27" y="50"/>
                        <a:pt x="27" y="49"/>
                        <a:pt x="27" y="50"/>
                      </a:cubicBezTo>
                      <a:cubicBezTo>
                        <a:pt x="27" y="50"/>
                        <a:pt x="27" y="50"/>
                        <a:pt x="27" y="50"/>
                      </a:cubicBezTo>
                      <a:cubicBezTo>
                        <a:pt x="27" y="50"/>
                        <a:pt x="27" y="49"/>
                        <a:pt x="27" y="49"/>
                      </a:cubicBezTo>
                      <a:cubicBezTo>
                        <a:pt x="27" y="49"/>
                        <a:pt x="27" y="49"/>
                        <a:pt x="27" y="49"/>
                      </a:cubicBezTo>
                      <a:cubicBezTo>
                        <a:pt x="27" y="49"/>
                        <a:pt x="27" y="49"/>
                        <a:pt x="27" y="49"/>
                      </a:cubicBezTo>
                      <a:cubicBezTo>
                        <a:pt x="27" y="49"/>
                        <a:pt x="27" y="49"/>
                        <a:pt x="27" y="49"/>
                      </a:cubicBezTo>
                      <a:cubicBezTo>
                        <a:pt x="27" y="49"/>
                        <a:pt x="27" y="49"/>
                        <a:pt x="27" y="49"/>
                      </a:cubicBezTo>
                      <a:cubicBezTo>
                        <a:pt x="27" y="49"/>
                        <a:pt x="27" y="49"/>
                        <a:pt x="27" y="49"/>
                      </a:cubicBezTo>
                      <a:cubicBezTo>
                        <a:pt x="27" y="49"/>
                        <a:pt x="27" y="49"/>
                        <a:pt x="27" y="49"/>
                      </a:cubicBezTo>
                      <a:close/>
                      <a:moveTo>
                        <a:pt x="35" y="59"/>
                      </a:moveTo>
                      <a:cubicBezTo>
                        <a:pt x="35" y="59"/>
                        <a:pt x="35" y="59"/>
                        <a:pt x="35" y="58"/>
                      </a:cubicBezTo>
                      <a:cubicBezTo>
                        <a:pt x="35" y="58"/>
                        <a:pt x="35" y="58"/>
                        <a:pt x="35" y="58"/>
                      </a:cubicBezTo>
                      <a:cubicBezTo>
                        <a:pt x="35" y="58"/>
                        <a:pt x="35" y="58"/>
                        <a:pt x="35" y="58"/>
                      </a:cubicBezTo>
                      <a:cubicBezTo>
                        <a:pt x="35" y="58"/>
                        <a:pt x="35" y="58"/>
                        <a:pt x="35" y="58"/>
                      </a:cubicBezTo>
                      <a:cubicBezTo>
                        <a:pt x="35" y="58"/>
                        <a:pt x="35" y="58"/>
                        <a:pt x="35" y="57"/>
                      </a:cubicBezTo>
                      <a:cubicBezTo>
                        <a:pt x="35" y="57"/>
                        <a:pt x="34" y="57"/>
                        <a:pt x="34" y="57"/>
                      </a:cubicBezTo>
                      <a:cubicBezTo>
                        <a:pt x="34" y="57"/>
                        <a:pt x="34" y="57"/>
                        <a:pt x="34" y="57"/>
                      </a:cubicBezTo>
                      <a:cubicBezTo>
                        <a:pt x="34" y="57"/>
                        <a:pt x="34" y="57"/>
                        <a:pt x="34" y="57"/>
                      </a:cubicBezTo>
                      <a:cubicBezTo>
                        <a:pt x="34" y="57"/>
                        <a:pt x="34" y="56"/>
                        <a:pt x="34" y="56"/>
                      </a:cubicBezTo>
                      <a:cubicBezTo>
                        <a:pt x="34" y="56"/>
                        <a:pt x="33" y="56"/>
                        <a:pt x="33" y="56"/>
                      </a:cubicBezTo>
                      <a:cubicBezTo>
                        <a:pt x="33" y="56"/>
                        <a:pt x="33" y="57"/>
                        <a:pt x="33" y="57"/>
                      </a:cubicBezTo>
                      <a:cubicBezTo>
                        <a:pt x="33" y="57"/>
                        <a:pt x="33" y="57"/>
                        <a:pt x="33" y="57"/>
                      </a:cubicBezTo>
                      <a:cubicBezTo>
                        <a:pt x="33" y="57"/>
                        <a:pt x="33" y="57"/>
                        <a:pt x="33" y="57"/>
                      </a:cubicBezTo>
                      <a:cubicBezTo>
                        <a:pt x="33" y="58"/>
                        <a:pt x="33" y="58"/>
                        <a:pt x="33" y="58"/>
                      </a:cubicBezTo>
                      <a:cubicBezTo>
                        <a:pt x="33" y="58"/>
                        <a:pt x="33" y="58"/>
                        <a:pt x="33" y="58"/>
                      </a:cubicBezTo>
                      <a:cubicBezTo>
                        <a:pt x="33" y="58"/>
                        <a:pt x="34" y="58"/>
                        <a:pt x="34" y="58"/>
                      </a:cubicBezTo>
                      <a:cubicBezTo>
                        <a:pt x="34" y="58"/>
                        <a:pt x="34" y="58"/>
                        <a:pt x="34" y="58"/>
                      </a:cubicBezTo>
                      <a:cubicBezTo>
                        <a:pt x="34" y="58"/>
                        <a:pt x="34" y="58"/>
                        <a:pt x="34" y="58"/>
                      </a:cubicBezTo>
                      <a:cubicBezTo>
                        <a:pt x="34" y="58"/>
                        <a:pt x="34" y="58"/>
                        <a:pt x="34" y="58"/>
                      </a:cubicBezTo>
                      <a:cubicBezTo>
                        <a:pt x="34" y="58"/>
                        <a:pt x="34" y="59"/>
                        <a:pt x="34" y="59"/>
                      </a:cubicBezTo>
                      <a:cubicBezTo>
                        <a:pt x="34" y="59"/>
                        <a:pt x="34" y="59"/>
                        <a:pt x="34" y="59"/>
                      </a:cubicBezTo>
                      <a:cubicBezTo>
                        <a:pt x="34" y="59"/>
                        <a:pt x="34" y="59"/>
                        <a:pt x="34" y="59"/>
                      </a:cubicBezTo>
                      <a:cubicBezTo>
                        <a:pt x="34" y="59"/>
                        <a:pt x="34" y="59"/>
                        <a:pt x="34" y="59"/>
                      </a:cubicBezTo>
                      <a:cubicBezTo>
                        <a:pt x="35" y="59"/>
                        <a:pt x="35" y="60"/>
                        <a:pt x="35" y="60"/>
                      </a:cubicBezTo>
                      <a:cubicBezTo>
                        <a:pt x="35" y="60"/>
                        <a:pt x="35" y="60"/>
                        <a:pt x="35" y="60"/>
                      </a:cubicBezTo>
                      <a:cubicBezTo>
                        <a:pt x="35" y="60"/>
                        <a:pt x="35" y="59"/>
                        <a:pt x="35" y="59"/>
                      </a:cubicBezTo>
                      <a:cubicBezTo>
                        <a:pt x="35" y="59"/>
                        <a:pt x="35" y="59"/>
                        <a:pt x="35" y="59"/>
                      </a:cubicBezTo>
                      <a:cubicBezTo>
                        <a:pt x="35" y="59"/>
                        <a:pt x="35" y="59"/>
                        <a:pt x="35" y="59"/>
                      </a:cubicBezTo>
                      <a:cubicBezTo>
                        <a:pt x="35" y="59"/>
                        <a:pt x="35" y="59"/>
                        <a:pt x="35" y="59"/>
                      </a:cubicBezTo>
                      <a:cubicBezTo>
                        <a:pt x="35" y="59"/>
                        <a:pt x="35" y="59"/>
                        <a:pt x="35" y="59"/>
                      </a:cubicBezTo>
                      <a:close/>
                      <a:moveTo>
                        <a:pt x="31" y="53"/>
                      </a:moveTo>
                      <a:cubicBezTo>
                        <a:pt x="31" y="53"/>
                        <a:pt x="31" y="53"/>
                        <a:pt x="31" y="53"/>
                      </a:cubicBezTo>
                      <a:cubicBezTo>
                        <a:pt x="31" y="53"/>
                        <a:pt x="31" y="53"/>
                        <a:pt x="30" y="53"/>
                      </a:cubicBezTo>
                      <a:cubicBezTo>
                        <a:pt x="30" y="53"/>
                        <a:pt x="30" y="52"/>
                        <a:pt x="30" y="52"/>
                      </a:cubicBezTo>
                      <a:cubicBezTo>
                        <a:pt x="30" y="52"/>
                        <a:pt x="30" y="52"/>
                        <a:pt x="30" y="52"/>
                      </a:cubicBezTo>
                      <a:cubicBezTo>
                        <a:pt x="30" y="52"/>
                        <a:pt x="30" y="51"/>
                        <a:pt x="30" y="51"/>
                      </a:cubicBezTo>
                      <a:cubicBezTo>
                        <a:pt x="30" y="51"/>
                        <a:pt x="29" y="51"/>
                        <a:pt x="29" y="51"/>
                      </a:cubicBezTo>
                      <a:cubicBezTo>
                        <a:pt x="29" y="51"/>
                        <a:pt x="29" y="52"/>
                        <a:pt x="29" y="52"/>
                      </a:cubicBezTo>
                      <a:cubicBezTo>
                        <a:pt x="29" y="52"/>
                        <a:pt x="29" y="52"/>
                        <a:pt x="29" y="52"/>
                      </a:cubicBezTo>
                      <a:cubicBezTo>
                        <a:pt x="29" y="52"/>
                        <a:pt x="29" y="52"/>
                        <a:pt x="29" y="52"/>
                      </a:cubicBezTo>
                      <a:cubicBezTo>
                        <a:pt x="29" y="52"/>
                        <a:pt x="29" y="52"/>
                        <a:pt x="29" y="52"/>
                      </a:cubicBezTo>
                      <a:cubicBezTo>
                        <a:pt x="29" y="53"/>
                        <a:pt x="29" y="53"/>
                        <a:pt x="29" y="53"/>
                      </a:cubicBezTo>
                      <a:cubicBezTo>
                        <a:pt x="29" y="53"/>
                        <a:pt x="29" y="53"/>
                        <a:pt x="29" y="53"/>
                      </a:cubicBezTo>
                      <a:cubicBezTo>
                        <a:pt x="30" y="53"/>
                        <a:pt x="30" y="53"/>
                        <a:pt x="30" y="53"/>
                      </a:cubicBezTo>
                      <a:cubicBezTo>
                        <a:pt x="30" y="53"/>
                        <a:pt x="30" y="53"/>
                        <a:pt x="30" y="53"/>
                      </a:cubicBezTo>
                      <a:cubicBezTo>
                        <a:pt x="30" y="53"/>
                        <a:pt x="30" y="53"/>
                        <a:pt x="30" y="53"/>
                      </a:cubicBezTo>
                      <a:cubicBezTo>
                        <a:pt x="30" y="53"/>
                        <a:pt x="30" y="53"/>
                        <a:pt x="31" y="53"/>
                      </a:cubicBezTo>
                      <a:cubicBezTo>
                        <a:pt x="31" y="53"/>
                        <a:pt x="31" y="53"/>
                        <a:pt x="31" y="53"/>
                      </a:cubicBezTo>
                      <a:cubicBezTo>
                        <a:pt x="31" y="53"/>
                        <a:pt x="31" y="54"/>
                        <a:pt x="31" y="54"/>
                      </a:cubicBezTo>
                      <a:cubicBezTo>
                        <a:pt x="31" y="54"/>
                        <a:pt x="31" y="54"/>
                        <a:pt x="31" y="53"/>
                      </a:cubicBezTo>
                      <a:cubicBezTo>
                        <a:pt x="31" y="53"/>
                        <a:pt x="31" y="53"/>
                        <a:pt x="31" y="53"/>
                      </a:cubicBezTo>
                      <a:close/>
                      <a:moveTo>
                        <a:pt x="33" y="56"/>
                      </a:moveTo>
                      <a:cubicBezTo>
                        <a:pt x="33" y="56"/>
                        <a:pt x="33" y="56"/>
                        <a:pt x="33" y="56"/>
                      </a:cubicBezTo>
                      <a:cubicBezTo>
                        <a:pt x="33" y="55"/>
                        <a:pt x="33" y="55"/>
                        <a:pt x="33" y="55"/>
                      </a:cubicBezTo>
                      <a:cubicBezTo>
                        <a:pt x="33" y="55"/>
                        <a:pt x="33" y="55"/>
                        <a:pt x="33" y="55"/>
                      </a:cubicBezTo>
                      <a:cubicBezTo>
                        <a:pt x="33" y="55"/>
                        <a:pt x="32" y="55"/>
                        <a:pt x="32" y="55"/>
                      </a:cubicBezTo>
                      <a:cubicBezTo>
                        <a:pt x="32" y="55"/>
                        <a:pt x="32" y="54"/>
                        <a:pt x="32" y="54"/>
                      </a:cubicBezTo>
                      <a:cubicBezTo>
                        <a:pt x="32" y="54"/>
                        <a:pt x="32" y="54"/>
                        <a:pt x="32" y="54"/>
                      </a:cubicBezTo>
                      <a:cubicBezTo>
                        <a:pt x="32" y="54"/>
                        <a:pt x="32" y="54"/>
                        <a:pt x="32" y="54"/>
                      </a:cubicBezTo>
                      <a:cubicBezTo>
                        <a:pt x="32" y="54"/>
                        <a:pt x="32" y="54"/>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6"/>
                        <a:pt x="32" y="56"/>
                        <a:pt x="32" y="56"/>
                      </a:cubicBezTo>
                      <a:cubicBezTo>
                        <a:pt x="32" y="56"/>
                        <a:pt x="32" y="56"/>
                        <a:pt x="32" y="56"/>
                      </a:cubicBezTo>
                      <a:cubicBezTo>
                        <a:pt x="32" y="56"/>
                        <a:pt x="32" y="56"/>
                        <a:pt x="32" y="56"/>
                      </a:cubicBezTo>
                      <a:cubicBezTo>
                        <a:pt x="32" y="56"/>
                        <a:pt x="32" y="57"/>
                        <a:pt x="32" y="57"/>
                      </a:cubicBezTo>
                      <a:cubicBezTo>
                        <a:pt x="32" y="57"/>
                        <a:pt x="32" y="56"/>
                        <a:pt x="32" y="56"/>
                      </a:cubicBezTo>
                      <a:cubicBezTo>
                        <a:pt x="33" y="56"/>
                        <a:pt x="33" y="56"/>
                        <a:pt x="33" y="56"/>
                      </a:cubicBezTo>
                      <a:cubicBezTo>
                        <a:pt x="33" y="56"/>
                        <a:pt x="33" y="56"/>
                        <a:pt x="33" y="56"/>
                      </a:cubicBezTo>
                      <a:cubicBezTo>
                        <a:pt x="33" y="56"/>
                        <a:pt x="33" y="56"/>
                        <a:pt x="33" y="56"/>
                      </a:cubicBezTo>
                      <a:cubicBezTo>
                        <a:pt x="33" y="56"/>
                        <a:pt x="33" y="56"/>
                        <a:pt x="33" y="56"/>
                      </a:cubicBezTo>
                      <a:close/>
                      <a:moveTo>
                        <a:pt x="184" y="74"/>
                      </a:moveTo>
                      <a:cubicBezTo>
                        <a:pt x="184" y="74"/>
                        <a:pt x="184" y="74"/>
                        <a:pt x="184" y="74"/>
                      </a:cubicBezTo>
                      <a:cubicBezTo>
                        <a:pt x="184" y="74"/>
                        <a:pt x="184" y="74"/>
                        <a:pt x="184" y="74"/>
                      </a:cubicBezTo>
                      <a:cubicBezTo>
                        <a:pt x="184" y="74"/>
                        <a:pt x="184" y="73"/>
                        <a:pt x="184" y="73"/>
                      </a:cubicBezTo>
                      <a:cubicBezTo>
                        <a:pt x="184" y="73"/>
                        <a:pt x="185" y="73"/>
                        <a:pt x="185" y="73"/>
                      </a:cubicBezTo>
                      <a:cubicBezTo>
                        <a:pt x="185" y="73"/>
                        <a:pt x="185" y="73"/>
                        <a:pt x="185" y="73"/>
                      </a:cubicBezTo>
                      <a:cubicBezTo>
                        <a:pt x="185" y="73"/>
                        <a:pt x="184" y="73"/>
                        <a:pt x="184" y="73"/>
                      </a:cubicBezTo>
                      <a:cubicBezTo>
                        <a:pt x="184" y="72"/>
                        <a:pt x="185" y="72"/>
                        <a:pt x="184" y="72"/>
                      </a:cubicBezTo>
                      <a:cubicBezTo>
                        <a:pt x="184" y="72"/>
                        <a:pt x="184" y="72"/>
                        <a:pt x="184" y="72"/>
                      </a:cubicBezTo>
                      <a:cubicBezTo>
                        <a:pt x="184" y="72"/>
                        <a:pt x="184" y="72"/>
                        <a:pt x="184" y="72"/>
                      </a:cubicBezTo>
                      <a:cubicBezTo>
                        <a:pt x="185" y="71"/>
                        <a:pt x="185" y="71"/>
                        <a:pt x="185" y="71"/>
                      </a:cubicBezTo>
                      <a:cubicBezTo>
                        <a:pt x="185" y="71"/>
                        <a:pt x="185" y="71"/>
                        <a:pt x="185" y="71"/>
                      </a:cubicBezTo>
                      <a:cubicBezTo>
                        <a:pt x="185" y="71"/>
                        <a:pt x="185" y="70"/>
                        <a:pt x="185" y="70"/>
                      </a:cubicBezTo>
                      <a:cubicBezTo>
                        <a:pt x="185" y="70"/>
                        <a:pt x="185" y="70"/>
                        <a:pt x="185" y="70"/>
                      </a:cubicBezTo>
                      <a:cubicBezTo>
                        <a:pt x="185" y="70"/>
                        <a:pt x="185" y="70"/>
                        <a:pt x="185" y="70"/>
                      </a:cubicBezTo>
                      <a:cubicBezTo>
                        <a:pt x="185" y="70"/>
                        <a:pt x="185" y="69"/>
                        <a:pt x="185" y="69"/>
                      </a:cubicBezTo>
                      <a:cubicBezTo>
                        <a:pt x="185" y="69"/>
                        <a:pt x="185" y="69"/>
                        <a:pt x="185" y="69"/>
                      </a:cubicBezTo>
                      <a:cubicBezTo>
                        <a:pt x="185" y="68"/>
                        <a:pt x="185" y="68"/>
                        <a:pt x="185" y="68"/>
                      </a:cubicBezTo>
                      <a:cubicBezTo>
                        <a:pt x="185" y="68"/>
                        <a:pt x="185" y="68"/>
                        <a:pt x="184" y="68"/>
                      </a:cubicBezTo>
                      <a:cubicBezTo>
                        <a:pt x="184" y="69"/>
                        <a:pt x="184" y="69"/>
                        <a:pt x="184" y="69"/>
                      </a:cubicBezTo>
                      <a:cubicBezTo>
                        <a:pt x="184" y="69"/>
                        <a:pt x="184" y="69"/>
                        <a:pt x="184" y="69"/>
                      </a:cubicBezTo>
                      <a:cubicBezTo>
                        <a:pt x="183" y="69"/>
                        <a:pt x="183" y="69"/>
                        <a:pt x="183" y="69"/>
                      </a:cubicBezTo>
                      <a:cubicBezTo>
                        <a:pt x="183" y="69"/>
                        <a:pt x="183" y="69"/>
                        <a:pt x="183" y="69"/>
                      </a:cubicBezTo>
                      <a:cubicBezTo>
                        <a:pt x="183" y="69"/>
                        <a:pt x="183" y="69"/>
                        <a:pt x="183" y="70"/>
                      </a:cubicBezTo>
                      <a:cubicBezTo>
                        <a:pt x="182" y="70"/>
                        <a:pt x="182" y="70"/>
                        <a:pt x="183" y="70"/>
                      </a:cubicBezTo>
                      <a:cubicBezTo>
                        <a:pt x="183" y="70"/>
                        <a:pt x="183" y="71"/>
                        <a:pt x="183" y="71"/>
                      </a:cubicBezTo>
                      <a:cubicBezTo>
                        <a:pt x="183" y="71"/>
                        <a:pt x="183" y="71"/>
                        <a:pt x="183" y="71"/>
                      </a:cubicBezTo>
                      <a:cubicBezTo>
                        <a:pt x="183" y="71"/>
                        <a:pt x="183" y="71"/>
                        <a:pt x="183" y="71"/>
                      </a:cubicBezTo>
                      <a:cubicBezTo>
                        <a:pt x="183" y="71"/>
                        <a:pt x="183" y="71"/>
                        <a:pt x="182" y="72"/>
                      </a:cubicBezTo>
                      <a:cubicBezTo>
                        <a:pt x="182" y="72"/>
                        <a:pt x="182" y="72"/>
                        <a:pt x="182" y="72"/>
                      </a:cubicBezTo>
                      <a:cubicBezTo>
                        <a:pt x="182" y="72"/>
                        <a:pt x="182" y="72"/>
                        <a:pt x="182" y="72"/>
                      </a:cubicBezTo>
                      <a:cubicBezTo>
                        <a:pt x="182" y="72"/>
                        <a:pt x="182" y="73"/>
                        <a:pt x="182" y="73"/>
                      </a:cubicBezTo>
                      <a:cubicBezTo>
                        <a:pt x="182" y="73"/>
                        <a:pt x="182" y="73"/>
                        <a:pt x="182" y="73"/>
                      </a:cubicBezTo>
                      <a:cubicBezTo>
                        <a:pt x="182" y="73"/>
                        <a:pt x="182" y="73"/>
                        <a:pt x="182" y="73"/>
                      </a:cubicBezTo>
                      <a:cubicBezTo>
                        <a:pt x="182" y="74"/>
                        <a:pt x="183" y="73"/>
                        <a:pt x="183" y="73"/>
                      </a:cubicBezTo>
                      <a:cubicBezTo>
                        <a:pt x="183" y="73"/>
                        <a:pt x="183" y="73"/>
                        <a:pt x="183" y="73"/>
                      </a:cubicBezTo>
                      <a:cubicBezTo>
                        <a:pt x="183" y="73"/>
                        <a:pt x="183" y="73"/>
                        <a:pt x="183" y="73"/>
                      </a:cubicBezTo>
                      <a:cubicBezTo>
                        <a:pt x="183" y="74"/>
                        <a:pt x="183" y="74"/>
                        <a:pt x="183" y="73"/>
                      </a:cubicBezTo>
                      <a:cubicBezTo>
                        <a:pt x="184" y="73"/>
                        <a:pt x="184" y="73"/>
                        <a:pt x="184" y="73"/>
                      </a:cubicBezTo>
                      <a:cubicBezTo>
                        <a:pt x="184" y="73"/>
                        <a:pt x="183" y="73"/>
                        <a:pt x="183" y="73"/>
                      </a:cubicBezTo>
                      <a:cubicBezTo>
                        <a:pt x="184" y="73"/>
                        <a:pt x="184" y="73"/>
                        <a:pt x="184" y="73"/>
                      </a:cubicBezTo>
                      <a:cubicBezTo>
                        <a:pt x="184" y="73"/>
                        <a:pt x="184" y="73"/>
                        <a:pt x="184" y="73"/>
                      </a:cubicBezTo>
                      <a:cubicBezTo>
                        <a:pt x="184" y="73"/>
                        <a:pt x="184" y="73"/>
                        <a:pt x="184" y="74"/>
                      </a:cubicBezTo>
                      <a:cubicBezTo>
                        <a:pt x="184" y="74"/>
                        <a:pt x="184" y="74"/>
                        <a:pt x="184" y="74"/>
                      </a:cubicBezTo>
                      <a:close/>
                      <a:moveTo>
                        <a:pt x="181" y="72"/>
                      </a:moveTo>
                      <a:cubicBezTo>
                        <a:pt x="181" y="72"/>
                        <a:pt x="181" y="72"/>
                        <a:pt x="181" y="72"/>
                      </a:cubicBezTo>
                      <a:cubicBezTo>
                        <a:pt x="181" y="72"/>
                        <a:pt x="180" y="72"/>
                        <a:pt x="180" y="72"/>
                      </a:cubicBezTo>
                      <a:cubicBezTo>
                        <a:pt x="180" y="72"/>
                        <a:pt x="180" y="72"/>
                        <a:pt x="180" y="71"/>
                      </a:cubicBezTo>
                      <a:cubicBezTo>
                        <a:pt x="180" y="71"/>
                        <a:pt x="180" y="72"/>
                        <a:pt x="180" y="72"/>
                      </a:cubicBezTo>
                      <a:cubicBezTo>
                        <a:pt x="180" y="71"/>
                        <a:pt x="180" y="71"/>
                        <a:pt x="179" y="71"/>
                      </a:cubicBezTo>
                      <a:cubicBezTo>
                        <a:pt x="179" y="71"/>
                        <a:pt x="179" y="71"/>
                        <a:pt x="179" y="72"/>
                      </a:cubicBezTo>
                      <a:cubicBezTo>
                        <a:pt x="179" y="72"/>
                        <a:pt x="179" y="72"/>
                        <a:pt x="179" y="72"/>
                      </a:cubicBezTo>
                      <a:cubicBezTo>
                        <a:pt x="180" y="72"/>
                        <a:pt x="179" y="72"/>
                        <a:pt x="179" y="72"/>
                      </a:cubicBezTo>
                      <a:cubicBezTo>
                        <a:pt x="179" y="72"/>
                        <a:pt x="179" y="72"/>
                        <a:pt x="179" y="72"/>
                      </a:cubicBezTo>
                      <a:cubicBezTo>
                        <a:pt x="179" y="72"/>
                        <a:pt x="179" y="72"/>
                        <a:pt x="179" y="72"/>
                      </a:cubicBezTo>
                      <a:cubicBezTo>
                        <a:pt x="179" y="73"/>
                        <a:pt x="179" y="73"/>
                        <a:pt x="179" y="73"/>
                      </a:cubicBezTo>
                      <a:cubicBezTo>
                        <a:pt x="179" y="73"/>
                        <a:pt x="179" y="73"/>
                        <a:pt x="180" y="73"/>
                      </a:cubicBezTo>
                      <a:cubicBezTo>
                        <a:pt x="180" y="74"/>
                        <a:pt x="180" y="74"/>
                        <a:pt x="180" y="74"/>
                      </a:cubicBezTo>
                      <a:cubicBezTo>
                        <a:pt x="180" y="74"/>
                        <a:pt x="180" y="74"/>
                        <a:pt x="180" y="74"/>
                      </a:cubicBezTo>
                      <a:cubicBezTo>
                        <a:pt x="180" y="74"/>
                        <a:pt x="180" y="74"/>
                        <a:pt x="180" y="74"/>
                      </a:cubicBezTo>
                      <a:cubicBezTo>
                        <a:pt x="181" y="74"/>
                        <a:pt x="181" y="74"/>
                        <a:pt x="181" y="74"/>
                      </a:cubicBezTo>
                      <a:cubicBezTo>
                        <a:pt x="181" y="73"/>
                        <a:pt x="181" y="73"/>
                        <a:pt x="181" y="73"/>
                      </a:cubicBezTo>
                      <a:cubicBezTo>
                        <a:pt x="181" y="73"/>
                        <a:pt x="181" y="73"/>
                        <a:pt x="181" y="72"/>
                      </a:cubicBezTo>
                      <a:close/>
                      <a:moveTo>
                        <a:pt x="187" y="64"/>
                      </a:moveTo>
                      <a:cubicBezTo>
                        <a:pt x="187" y="65"/>
                        <a:pt x="187" y="65"/>
                        <a:pt x="187" y="65"/>
                      </a:cubicBezTo>
                      <a:cubicBezTo>
                        <a:pt x="187" y="65"/>
                        <a:pt x="187" y="65"/>
                        <a:pt x="187" y="65"/>
                      </a:cubicBezTo>
                      <a:cubicBezTo>
                        <a:pt x="187" y="65"/>
                        <a:pt x="187" y="65"/>
                        <a:pt x="187" y="66"/>
                      </a:cubicBezTo>
                      <a:cubicBezTo>
                        <a:pt x="187" y="66"/>
                        <a:pt x="187" y="66"/>
                        <a:pt x="187" y="66"/>
                      </a:cubicBezTo>
                      <a:cubicBezTo>
                        <a:pt x="188" y="66"/>
                        <a:pt x="188" y="66"/>
                        <a:pt x="188" y="66"/>
                      </a:cubicBezTo>
                      <a:cubicBezTo>
                        <a:pt x="188" y="66"/>
                        <a:pt x="188" y="66"/>
                        <a:pt x="188" y="66"/>
                      </a:cubicBezTo>
                      <a:cubicBezTo>
                        <a:pt x="188" y="65"/>
                        <a:pt x="188" y="65"/>
                        <a:pt x="188" y="65"/>
                      </a:cubicBezTo>
                      <a:cubicBezTo>
                        <a:pt x="189" y="65"/>
                        <a:pt x="189" y="65"/>
                        <a:pt x="189" y="65"/>
                      </a:cubicBezTo>
                      <a:cubicBezTo>
                        <a:pt x="188" y="64"/>
                        <a:pt x="188" y="64"/>
                        <a:pt x="188" y="64"/>
                      </a:cubicBezTo>
                      <a:cubicBezTo>
                        <a:pt x="188" y="64"/>
                        <a:pt x="188" y="64"/>
                        <a:pt x="187" y="64"/>
                      </a:cubicBezTo>
                      <a:cubicBezTo>
                        <a:pt x="187" y="64"/>
                        <a:pt x="187" y="64"/>
                        <a:pt x="187" y="64"/>
                      </a:cubicBezTo>
                      <a:cubicBezTo>
                        <a:pt x="187" y="64"/>
                        <a:pt x="187" y="64"/>
                        <a:pt x="187" y="64"/>
                      </a:cubicBezTo>
                      <a:close/>
                      <a:moveTo>
                        <a:pt x="186" y="74"/>
                      </a:moveTo>
                      <a:cubicBezTo>
                        <a:pt x="186" y="74"/>
                        <a:pt x="187" y="74"/>
                        <a:pt x="187" y="74"/>
                      </a:cubicBezTo>
                      <a:cubicBezTo>
                        <a:pt x="187" y="74"/>
                        <a:pt x="187" y="74"/>
                        <a:pt x="187" y="74"/>
                      </a:cubicBezTo>
                      <a:cubicBezTo>
                        <a:pt x="187" y="74"/>
                        <a:pt x="187" y="74"/>
                        <a:pt x="187" y="74"/>
                      </a:cubicBezTo>
                      <a:cubicBezTo>
                        <a:pt x="187" y="74"/>
                        <a:pt x="188" y="74"/>
                        <a:pt x="188" y="74"/>
                      </a:cubicBezTo>
                      <a:cubicBezTo>
                        <a:pt x="188" y="73"/>
                        <a:pt x="188" y="73"/>
                        <a:pt x="188" y="73"/>
                      </a:cubicBezTo>
                      <a:cubicBezTo>
                        <a:pt x="188" y="73"/>
                        <a:pt x="188" y="73"/>
                        <a:pt x="188" y="73"/>
                      </a:cubicBezTo>
                      <a:cubicBezTo>
                        <a:pt x="188" y="73"/>
                        <a:pt x="188" y="73"/>
                        <a:pt x="188" y="73"/>
                      </a:cubicBezTo>
                      <a:cubicBezTo>
                        <a:pt x="188" y="73"/>
                        <a:pt x="188" y="73"/>
                        <a:pt x="188" y="73"/>
                      </a:cubicBezTo>
                      <a:cubicBezTo>
                        <a:pt x="188" y="73"/>
                        <a:pt x="188" y="72"/>
                        <a:pt x="188" y="72"/>
                      </a:cubicBezTo>
                      <a:cubicBezTo>
                        <a:pt x="188" y="72"/>
                        <a:pt x="187" y="72"/>
                        <a:pt x="187" y="72"/>
                      </a:cubicBezTo>
                      <a:cubicBezTo>
                        <a:pt x="187" y="72"/>
                        <a:pt x="187" y="72"/>
                        <a:pt x="187" y="72"/>
                      </a:cubicBezTo>
                      <a:cubicBezTo>
                        <a:pt x="187" y="72"/>
                        <a:pt x="187" y="72"/>
                        <a:pt x="187" y="72"/>
                      </a:cubicBezTo>
                      <a:cubicBezTo>
                        <a:pt x="187" y="72"/>
                        <a:pt x="187" y="72"/>
                        <a:pt x="187" y="72"/>
                      </a:cubicBezTo>
                      <a:cubicBezTo>
                        <a:pt x="187" y="72"/>
                        <a:pt x="187" y="72"/>
                        <a:pt x="187" y="71"/>
                      </a:cubicBezTo>
                      <a:cubicBezTo>
                        <a:pt x="187" y="71"/>
                        <a:pt x="187" y="71"/>
                        <a:pt x="187" y="71"/>
                      </a:cubicBezTo>
                      <a:cubicBezTo>
                        <a:pt x="187" y="71"/>
                        <a:pt x="187" y="71"/>
                        <a:pt x="187" y="71"/>
                      </a:cubicBezTo>
                      <a:cubicBezTo>
                        <a:pt x="187" y="71"/>
                        <a:pt x="187" y="71"/>
                        <a:pt x="187" y="71"/>
                      </a:cubicBezTo>
                      <a:cubicBezTo>
                        <a:pt x="187" y="70"/>
                        <a:pt x="187" y="70"/>
                        <a:pt x="187" y="70"/>
                      </a:cubicBezTo>
                      <a:cubicBezTo>
                        <a:pt x="187" y="70"/>
                        <a:pt x="187" y="70"/>
                        <a:pt x="187" y="70"/>
                      </a:cubicBezTo>
                      <a:cubicBezTo>
                        <a:pt x="187" y="70"/>
                        <a:pt x="187" y="70"/>
                        <a:pt x="187" y="70"/>
                      </a:cubicBezTo>
                      <a:cubicBezTo>
                        <a:pt x="187" y="69"/>
                        <a:pt x="187" y="69"/>
                        <a:pt x="187" y="69"/>
                      </a:cubicBezTo>
                      <a:cubicBezTo>
                        <a:pt x="187" y="69"/>
                        <a:pt x="187" y="69"/>
                        <a:pt x="187" y="69"/>
                      </a:cubicBezTo>
                      <a:cubicBezTo>
                        <a:pt x="187" y="69"/>
                        <a:pt x="187" y="70"/>
                        <a:pt x="187" y="70"/>
                      </a:cubicBezTo>
                      <a:cubicBezTo>
                        <a:pt x="187" y="70"/>
                        <a:pt x="187" y="70"/>
                        <a:pt x="188" y="70"/>
                      </a:cubicBezTo>
                      <a:cubicBezTo>
                        <a:pt x="188" y="70"/>
                        <a:pt x="188" y="69"/>
                        <a:pt x="188" y="69"/>
                      </a:cubicBezTo>
                      <a:cubicBezTo>
                        <a:pt x="188" y="69"/>
                        <a:pt x="188" y="69"/>
                        <a:pt x="188" y="69"/>
                      </a:cubicBezTo>
                      <a:cubicBezTo>
                        <a:pt x="188" y="70"/>
                        <a:pt x="188" y="70"/>
                        <a:pt x="188" y="70"/>
                      </a:cubicBezTo>
                      <a:cubicBezTo>
                        <a:pt x="188" y="70"/>
                        <a:pt x="188" y="70"/>
                        <a:pt x="188" y="69"/>
                      </a:cubicBezTo>
                      <a:cubicBezTo>
                        <a:pt x="188" y="69"/>
                        <a:pt x="188" y="69"/>
                        <a:pt x="188" y="69"/>
                      </a:cubicBezTo>
                      <a:cubicBezTo>
                        <a:pt x="188" y="69"/>
                        <a:pt x="188" y="69"/>
                        <a:pt x="188" y="69"/>
                      </a:cubicBezTo>
                      <a:cubicBezTo>
                        <a:pt x="188" y="68"/>
                        <a:pt x="188" y="68"/>
                        <a:pt x="188" y="68"/>
                      </a:cubicBezTo>
                      <a:cubicBezTo>
                        <a:pt x="188" y="68"/>
                        <a:pt x="188" y="68"/>
                        <a:pt x="188" y="68"/>
                      </a:cubicBezTo>
                      <a:cubicBezTo>
                        <a:pt x="188" y="68"/>
                        <a:pt x="188" y="68"/>
                        <a:pt x="188" y="68"/>
                      </a:cubicBezTo>
                      <a:cubicBezTo>
                        <a:pt x="188" y="67"/>
                        <a:pt x="188" y="67"/>
                        <a:pt x="188" y="67"/>
                      </a:cubicBezTo>
                      <a:cubicBezTo>
                        <a:pt x="188" y="67"/>
                        <a:pt x="188" y="67"/>
                        <a:pt x="188" y="67"/>
                      </a:cubicBezTo>
                      <a:cubicBezTo>
                        <a:pt x="187" y="67"/>
                        <a:pt x="187" y="67"/>
                        <a:pt x="187" y="67"/>
                      </a:cubicBezTo>
                      <a:cubicBezTo>
                        <a:pt x="187" y="67"/>
                        <a:pt x="187" y="67"/>
                        <a:pt x="187" y="67"/>
                      </a:cubicBezTo>
                      <a:cubicBezTo>
                        <a:pt x="187" y="67"/>
                        <a:pt x="187" y="67"/>
                        <a:pt x="187" y="67"/>
                      </a:cubicBezTo>
                      <a:cubicBezTo>
                        <a:pt x="187" y="67"/>
                        <a:pt x="187" y="67"/>
                        <a:pt x="187" y="67"/>
                      </a:cubicBezTo>
                      <a:cubicBezTo>
                        <a:pt x="187" y="67"/>
                        <a:pt x="187" y="67"/>
                        <a:pt x="187" y="67"/>
                      </a:cubicBezTo>
                      <a:cubicBezTo>
                        <a:pt x="187" y="67"/>
                        <a:pt x="187" y="67"/>
                        <a:pt x="187" y="67"/>
                      </a:cubicBezTo>
                      <a:cubicBezTo>
                        <a:pt x="187" y="67"/>
                        <a:pt x="187" y="67"/>
                        <a:pt x="187" y="67"/>
                      </a:cubicBezTo>
                      <a:cubicBezTo>
                        <a:pt x="186" y="67"/>
                        <a:pt x="186" y="68"/>
                        <a:pt x="186" y="69"/>
                      </a:cubicBezTo>
                      <a:cubicBezTo>
                        <a:pt x="186" y="69"/>
                        <a:pt x="186" y="69"/>
                        <a:pt x="186" y="69"/>
                      </a:cubicBezTo>
                      <a:cubicBezTo>
                        <a:pt x="186" y="69"/>
                        <a:pt x="186" y="70"/>
                        <a:pt x="186" y="70"/>
                      </a:cubicBezTo>
                      <a:cubicBezTo>
                        <a:pt x="186" y="70"/>
                        <a:pt x="186" y="70"/>
                        <a:pt x="186" y="70"/>
                      </a:cubicBezTo>
                      <a:cubicBezTo>
                        <a:pt x="186" y="70"/>
                        <a:pt x="186" y="70"/>
                        <a:pt x="186" y="70"/>
                      </a:cubicBezTo>
                      <a:cubicBezTo>
                        <a:pt x="186" y="70"/>
                        <a:pt x="186" y="70"/>
                        <a:pt x="186" y="70"/>
                      </a:cubicBezTo>
                      <a:cubicBezTo>
                        <a:pt x="186" y="71"/>
                        <a:pt x="186" y="71"/>
                        <a:pt x="186" y="71"/>
                      </a:cubicBezTo>
                      <a:cubicBezTo>
                        <a:pt x="185" y="71"/>
                        <a:pt x="185" y="71"/>
                        <a:pt x="185" y="71"/>
                      </a:cubicBezTo>
                      <a:cubicBezTo>
                        <a:pt x="185" y="71"/>
                        <a:pt x="185" y="71"/>
                        <a:pt x="186" y="71"/>
                      </a:cubicBezTo>
                      <a:cubicBezTo>
                        <a:pt x="186" y="71"/>
                        <a:pt x="186" y="71"/>
                        <a:pt x="185" y="71"/>
                      </a:cubicBezTo>
                      <a:cubicBezTo>
                        <a:pt x="185" y="71"/>
                        <a:pt x="185" y="71"/>
                        <a:pt x="185" y="72"/>
                      </a:cubicBezTo>
                      <a:cubicBezTo>
                        <a:pt x="186" y="72"/>
                        <a:pt x="186" y="72"/>
                        <a:pt x="186" y="72"/>
                      </a:cubicBezTo>
                      <a:cubicBezTo>
                        <a:pt x="186" y="72"/>
                        <a:pt x="185" y="72"/>
                        <a:pt x="185" y="72"/>
                      </a:cubicBezTo>
                      <a:cubicBezTo>
                        <a:pt x="185" y="72"/>
                        <a:pt x="185" y="72"/>
                        <a:pt x="185" y="72"/>
                      </a:cubicBezTo>
                      <a:cubicBezTo>
                        <a:pt x="185" y="72"/>
                        <a:pt x="185" y="72"/>
                        <a:pt x="186" y="72"/>
                      </a:cubicBezTo>
                      <a:cubicBezTo>
                        <a:pt x="186" y="72"/>
                        <a:pt x="186" y="72"/>
                        <a:pt x="185" y="73"/>
                      </a:cubicBezTo>
                      <a:cubicBezTo>
                        <a:pt x="185" y="73"/>
                        <a:pt x="185" y="73"/>
                        <a:pt x="185" y="73"/>
                      </a:cubicBezTo>
                      <a:cubicBezTo>
                        <a:pt x="185" y="74"/>
                        <a:pt x="185" y="74"/>
                        <a:pt x="185" y="74"/>
                      </a:cubicBezTo>
                      <a:cubicBezTo>
                        <a:pt x="185" y="74"/>
                        <a:pt x="184" y="74"/>
                        <a:pt x="184" y="74"/>
                      </a:cubicBezTo>
                      <a:cubicBezTo>
                        <a:pt x="184" y="74"/>
                        <a:pt x="184" y="75"/>
                        <a:pt x="184" y="75"/>
                      </a:cubicBezTo>
                      <a:cubicBezTo>
                        <a:pt x="184" y="75"/>
                        <a:pt x="184" y="75"/>
                        <a:pt x="185" y="75"/>
                      </a:cubicBezTo>
                      <a:cubicBezTo>
                        <a:pt x="185" y="75"/>
                        <a:pt x="185" y="75"/>
                        <a:pt x="185" y="75"/>
                      </a:cubicBezTo>
                      <a:cubicBezTo>
                        <a:pt x="185" y="75"/>
                        <a:pt x="185" y="75"/>
                        <a:pt x="185" y="75"/>
                      </a:cubicBezTo>
                      <a:cubicBezTo>
                        <a:pt x="185" y="75"/>
                        <a:pt x="185" y="75"/>
                        <a:pt x="185" y="75"/>
                      </a:cubicBezTo>
                      <a:cubicBezTo>
                        <a:pt x="185" y="75"/>
                        <a:pt x="185" y="76"/>
                        <a:pt x="186" y="76"/>
                      </a:cubicBezTo>
                      <a:cubicBezTo>
                        <a:pt x="186" y="76"/>
                        <a:pt x="186" y="75"/>
                        <a:pt x="186" y="75"/>
                      </a:cubicBezTo>
                      <a:cubicBezTo>
                        <a:pt x="186" y="75"/>
                        <a:pt x="186" y="75"/>
                        <a:pt x="186" y="75"/>
                      </a:cubicBezTo>
                      <a:cubicBezTo>
                        <a:pt x="186" y="75"/>
                        <a:pt x="186" y="74"/>
                        <a:pt x="186" y="74"/>
                      </a:cubicBezTo>
                      <a:cubicBezTo>
                        <a:pt x="186" y="74"/>
                        <a:pt x="186" y="74"/>
                        <a:pt x="186" y="74"/>
                      </a:cubicBezTo>
                      <a:cubicBezTo>
                        <a:pt x="186" y="74"/>
                        <a:pt x="186" y="74"/>
                        <a:pt x="186" y="74"/>
                      </a:cubicBezTo>
                      <a:close/>
                      <a:moveTo>
                        <a:pt x="170" y="77"/>
                      </a:moveTo>
                      <a:cubicBezTo>
                        <a:pt x="170" y="77"/>
                        <a:pt x="170" y="76"/>
                        <a:pt x="170" y="76"/>
                      </a:cubicBezTo>
                      <a:cubicBezTo>
                        <a:pt x="170" y="76"/>
                        <a:pt x="170" y="76"/>
                        <a:pt x="170" y="77"/>
                      </a:cubicBezTo>
                      <a:cubicBezTo>
                        <a:pt x="170" y="77"/>
                        <a:pt x="170" y="77"/>
                        <a:pt x="170" y="77"/>
                      </a:cubicBezTo>
                      <a:cubicBezTo>
                        <a:pt x="170" y="77"/>
                        <a:pt x="170" y="78"/>
                        <a:pt x="170" y="79"/>
                      </a:cubicBezTo>
                      <a:cubicBezTo>
                        <a:pt x="170" y="79"/>
                        <a:pt x="170" y="79"/>
                        <a:pt x="170" y="79"/>
                      </a:cubicBezTo>
                      <a:cubicBezTo>
                        <a:pt x="170" y="80"/>
                        <a:pt x="170" y="80"/>
                        <a:pt x="170" y="81"/>
                      </a:cubicBezTo>
                      <a:cubicBezTo>
                        <a:pt x="170" y="81"/>
                        <a:pt x="170" y="81"/>
                        <a:pt x="170" y="81"/>
                      </a:cubicBezTo>
                      <a:cubicBezTo>
                        <a:pt x="170" y="81"/>
                        <a:pt x="170" y="80"/>
                        <a:pt x="170" y="80"/>
                      </a:cubicBezTo>
                      <a:cubicBezTo>
                        <a:pt x="170" y="80"/>
                        <a:pt x="170" y="80"/>
                        <a:pt x="170" y="80"/>
                      </a:cubicBezTo>
                      <a:cubicBezTo>
                        <a:pt x="171" y="80"/>
                        <a:pt x="170" y="79"/>
                        <a:pt x="171" y="79"/>
                      </a:cubicBezTo>
                      <a:cubicBezTo>
                        <a:pt x="171" y="78"/>
                        <a:pt x="171" y="77"/>
                        <a:pt x="170" y="77"/>
                      </a:cubicBezTo>
                      <a:close/>
                      <a:moveTo>
                        <a:pt x="143" y="62"/>
                      </a:moveTo>
                      <a:cubicBezTo>
                        <a:pt x="143" y="62"/>
                        <a:pt x="143" y="62"/>
                        <a:pt x="143" y="61"/>
                      </a:cubicBezTo>
                      <a:cubicBezTo>
                        <a:pt x="143" y="61"/>
                        <a:pt x="143" y="61"/>
                        <a:pt x="143" y="61"/>
                      </a:cubicBezTo>
                      <a:cubicBezTo>
                        <a:pt x="143" y="61"/>
                        <a:pt x="143" y="61"/>
                        <a:pt x="143" y="60"/>
                      </a:cubicBezTo>
                      <a:cubicBezTo>
                        <a:pt x="143" y="60"/>
                        <a:pt x="143" y="60"/>
                        <a:pt x="143" y="60"/>
                      </a:cubicBezTo>
                      <a:cubicBezTo>
                        <a:pt x="143" y="60"/>
                        <a:pt x="143" y="60"/>
                        <a:pt x="143" y="60"/>
                      </a:cubicBezTo>
                      <a:cubicBezTo>
                        <a:pt x="143" y="60"/>
                        <a:pt x="143" y="60"/>
                        <a:pt x="143" y="60"/>
                      </a:cubicBezTo>
                      <a:cubicBezTo>
                        <a:pt x="143" y="61"/>
                        <a:pt x="143" y="61"/>
                        <a:pt x="143" y="61"/>
                      </a:cubicBezTo>
                      <a:cubicBezTo>
                        <a:pt x="143" y="61"/>
                        <a:pt x="143" y="61"/>
                        <a:pt x="143" y="61"/>
                      </a:cubicBezTo>
                      <a:cubicBezTo>
                        <a:pt x="143" y="61"/>
                        <a:pt x="143" y="61"/>
                        <a:pt x="143" y="61"/>
                      </a:cubicBezTo>
                      <a:cubicBezTo>
                        <a:pt x="143" y="61"/>
                        <a:pt x="143" y="62"/>
                        <a:pt x="143" y="62"/>
                      </a:cubicBezTo>
                      <a:close/>
                      <a:moveTo>
                        <a:pt x="142" y="63"/>
                      </a:moveTo>
                      <a:cubicBezTo>
                        <a:pt x="142" y="63"/>
                        <a:pt x="143" y="63"/>
                        <a:pt x="143" y="62"/>
                      </a:cubicBezTo>
                      <a:cubicBezTo>
                        <a:pt x="143" y="62"/>
                        <a:pt x="143" y="62"/>
                        <a:pt x="142" y="62"/>
                      </a:cubicBezTo>
                      <a:cubicBezTo>
                        <a:pt x="142" y="62"/>
                        <a:pt x="142" y="62"/>
                        <a:pt x="142" y="62"/>
                      </a:cubicBezTo>
                      <a:cubicBezTo>
                        <a:pt x="142" y="62"/>
                        <a:pt x="142" y="62"/>
                        <a:pt x="142" y="61"/>
                      </a:cubicBezTo>
                      <a:cubicBezTo>
                        <a:pt x="142" y="61"/>
                        <a:pt x="142" y="61"/>
                        <a:pt x="142" y="61"/>
                      </a:cubicBezTo>
                      <a:cubicBezTo>
                        <a:pt x="142" y="61"/>
                        <a:pt x="143" y="61"/>
                        <a:pt x="143" y="61"/>
                      </a:cubicBezTo>
                      <a:cubicBezTo>
                        <a:pt x="143" y="61"/>
                        <a:pt x="143" y="61"/>
                        <a:pt x="142" y="60"/>
                      </a:cubicBezTo>
                      <a:cubicBezTo>
                        <a:pt x="142" y="60"/>
                        <a:pt x="142" y="60"/>
                        <a:pt x="142" y="60"/>
                      </a:cubicBezTo>
                      <a:cubicBezTo>
                        <a:pt x="142" y="60"/>
                        <a:pt x="142" y="60"/>
                        <a:pt x="142" y="60"/>
                      </a:cubicBezTo>
                      <a:cubicBezTo>
                        <a:pt x="142" y="60"/>
                        <a:pt x="142" y="60"/>
                        <a:pt x="142" y="59"/>
                      </a:cubicBezTo>
                      <a:cubicBezTo>
                        <a:pt x="142" y="59"/>
                        <a:pt x="142" y="59"/>
                        <a:pt x="142" y="59"/>
                      </a:cubicBezTo>
                      <a:cubicBezTo>
                        <a:pt x="142" y="59"/>
                        <a:pt x="142" y="59"/>
                        <a:pt x="142" y="59"/>
                      </a:cubicBezTo>
                      <a:cubicBezTo>
                        <a:pt x="142" y="59"/>
                        <a:pt x="142" y="59"/>
                        <a:pt x="142" y="59"/>
                      </a:cubicBezTo>
                      <a:cubicBezTo>
                        <a:pt x="142" y="60"/>
                        <a:pt x="141" y="60"/>
                        <a:pt x="141" y="60"/>
                      </a:cubicBezTo>
                      <a:cubicBezTo>
                        <a:pt x="141" y="60"/>
                        <a:pt x="141" y="60"/>
                        <a:pt x="141" y="60"/>
                      </a:cubicBezTo>
                      <a:cubicBezTo>
                        <a:pt x="141" y="60"/>
                        <a:pt x="141" y="60"/>
                        <a:pt x="141" y="60"/>
                      </a:cubicBezTo>
                      <a:cubicBezTo>
                        <a:pt x="141" y="61"/>
                        <a:pt x="141" y="61"/>
                        <a:pt x="141" y="61"/>
                      </a:cubicBezTo>
                      <a:cubicBezTo>
                        <a:pt x="141" y="61"/>
                        <a:pt x="141" y="61"/>
                        <a:pt x="141" y="62"/>
                      </a:cubicBezTo>
                      <a:cubicBezTo>
                        <a:pt x="141" y="62"/>
                        <a:pt x="141" y="62"/>
                        <a:pt x="140" y="62"/>
                      </a:cubicBezTo>
                      <a:cubicBezTo>
                        <a:pt x="140" y="62"/>
                        <a:pt x="140" y="62"/>
                        <a:pt x="141" y="62"/>
                      </a:cubicBezTo>
                      <a:cubicBezTo>
                        <a:pt x="141" y="62"/>
                        <a:pt x="141" y="62"/>
                        <a:pt x="141" y="62"/>
                      </a:cubicBezTo>
                      <a:cubicBezTo>
                        <a:pt x="141" y="63"/>
                        <a:pt x="141" y="63"/>
                        <a:pt x="141" y="63"/>
                      </a:cubicBezTo>
                      <a:cubicBezTo>
                        <a:pt x="141" y="63"/>
                        <a:pt x="141" y="63"/>
                        <a:pt x="141" y="63"/>
                      </a:cubicBezTo>
                      <a:cubicBezTo>
                        <a:pt x="141" y="63"/>
                        <a:pt x="141" y="63"/>
                        <a:pt x="141" y="63"/>
                      </a:cubicBezTo>
                      <a:cubicBezTo>
                        <a:pt x="141" y="64"/>
                        <a:pt x="141" y="64"/>
                        <a:pt x="141" y="64"/>
                      </a:cubicBezTo>
                      <a:cubicBezTo>
                        <a:pt x="141" y="64"/>
                        <a:pt x="141" y="64"/>
                        <a:pt x="141" y="64"/>
                      </a:cubicBezTo>
                      <a:cubicBezTo>
                        <a:pt x="141" y="64"/>
                        <a:pt x="141" y="64"/>
                        <a:pt x="141" y="65"/>
                      </a:cubicBezTo>
                      <a:cubicBezTo>
                        <a:pt x="141" y="65"/>
                        <a:pt x="141" y="65"/>
                        <a:pt x="141" y="65"/>
                      </a:cubicBezTo>
                      <a:cubicBezTo>
                        <a:pt x="141" y="65"/>
                        <a:pt x="141" y="65"/>
                        <a:pt x="141" y="65"/>
                      </a:cubicBezTo>
                      <a:cubicBezTo>
                        <a:pt x="141" y="65"/>
                        <a:pt x="141" y="65"/>
                        <a:pt x="141" y="65"/>
                      </a:cubicBezTo>
                      <a:cubicBezTo>
                        <a:pt x="141" y="65"/>
                        <a:pt x="141" y="65"/>
                        <a:pt x="141" y="64"/>
                      </a:cubicBezTo>
                      <a:cubicBezTo>
                        <a:pt x="141" y="64"/>
                        <a:pt x="142" y="64"/>
                        <a:pt x="142" y="64"/>
                      </a:cubicBezTo>
                      <a:cubicBezTo>
                        <a:pt x="142" y="64"/>
                        <a:pt x="142" y="64"/>
                        <a:pt x="142" y="64"/>
                      </a:cubicBezTo>
                      <a:cubicBezTo>
                        <a:pt x="142" y="64"/>
                        <a:pt x="142" y="64"/>
                        <a:pt x="142" y="64"/>
                      </a:cubicBezTo>
                      <a:cubicBezTo>
                        <a:pt x="142" y="64"/>
                        <a:pt x="142" y="64"/>
                        <a:pt x="142" y="64"/>
                      </a:cubicBezTo>
                      <a:cubicBezTo>
                        <a:pt x="142" y="64"/>
                        <a:pt x="142" y="64"/>
                        <a:pt x="142" y="64"/>
                      </a:cubicBezTo>
                      <a:cubicBezTo>
                        <a:pt x="142" y="64"/>
                        <a:pt x="142" y="64"/>
                        <a:pt x="142" y="64"/>
                      </a:cubicBezTo>
                      <a:cubicBezTo>
                        <a:pt x="143" y="64"/>
                        <a:pt x="143" y="64"/>
                        <a:pt x="143" y="63"/>
                      </a:cubicBezTo>
                      <a:cubicBezTo>
                        <a:pt x="142" y="63"/>
                        <a:pt x="142" y="63"/>
                        <a:pt x="142" y="63"/>
                      </a:cubicBezTo>
                      <a:cubicBezTo>
                        <a:pt x="142" y="63"/>
                        <a:pt x="142" y="63"/>
                        <a:pt x="142" y="63"/>
                      </a:cubicBezTo>
                      <a:cubicBezTo>
                        <a:pt x="142" y="63"/>
                        <a:pt x="142" y="63"/>
                        <a:pt x="142" y="63"/>
                      </a:cubicBezTo>
                      <a:cubicBezTo>
                        <a:pt x="142" y="63"/>
                        <a:pt x="142" y="63"/>
                        <a:pt x="142" y="63"/>
                      </a:cubicBezTo>
                      <a:close/>
                      <a:moveTo>
                        <a:pt x="57" y="31"/>
                      </a:move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lose/>
                      <a:moveTo>
                        <a:pt x="58" y="32"/>
                      </a:moveTo>
                      <a:cubicBezTo>
                        <a:pt x="58" y="32"/>
                        <a:pt x="58" y="32"/>
                        <a:pt x="58" y="32"/>
                      </a:cubicBezTo>
                      <a:cubicBezTo>
                        <a:pt x="58" y="32"/>
                        <a:pt x="58" y="32"/>
                        <a:pt x="58" y="33"/>
                      </a:cubicBezTo>
                      <a:cubicBezTo>
                        <a:pt x="58" y="33"/>
                        <a:pt x="58" y="33"/>
                        <a:pt x="58" y="33"/>
                      </a:cubicBezTo>
                      <a:cubicBezTo>
                        <a:pt x="58" y="32"/>
                        <a:pt x="58" y="32"/>
                        <a:pt x="58" y="32"/>
                      </a:cubicBezTo>
                      <a:cubicBezTo>
                        <a:pt x="58" y="32"/>
                        <a:pt x="58" y="32"/>
                        <a:pt x="58" y="32"/>
                      </a:cubicBezTo>
                      <a:cubicBezTo>
                        <a:pt x="58" y="32"/>
                        <a:pt x="58" y="32"/>
                        <a:pt x="58" y="32"/>
                      </a:cubicBezTo>
                      <a:cubicBezTo>
                        <a:pt x="57" y="32"/>
                        <a:pt x="57" y="32"/>
                        <a:pt x="57" y="32"/>
                      </a:cubicBezTo>
                      <a:cubicBezTo>
                        <a:pt x="57" y="32"/>
                        <a:pt x="57" y="32"/>
                        <a:pt x="57" y="32"/>
                      </a:cubicBezTo>
                      <a:cubicBezTo>
                        <a:pt x="57" y="32"/>
                        <a:pt x="58" y="32"/>
                        <a:pt x="58" y="32"/>
                      </a:cubicBezTo>
                      <a:close/>
                      <a:moveTo>
                        <a:pt x="57" y="32"/>
                      </a:moveTo>
                      <a:cubicBezTo>
                        <a:pt x="57" y="32"/>
                        <a:pt x="57" y="33"/>
                        <a:pt x="57" y="33"/>
                      </a:cubicBezTo>
                      <a:cubicBezTo>
                        <a:pt x="57" y="33"/>
                        <a:pt x="57" y="33"/>
                        <a:pt x="58" y="33"/>
                      </a:cubicBezTo>
                      <a:cubicBezTo>
                        <a:pt x="58" y="33"/>
                        <a:pt x="58" y="32"/>
                        <a:pt x="58" y="32"/>
                      </a:cubicBezTo>
                      <a:cubicBezTo>
                        <a:pt x="58" y="32"/>
                        <a:pt x="58"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lose/>
                      <a:moveTo>
                        <a:pt x="58" y="31"/>
                      </a:moveTo>
                      <a:cubicBezTo>
                        <a:pt x="58" y="31"/>
                        <a:pt x="58" y="31"/>
                        <a:pt x="58" y="31"/>
                      </a:cubicBezTo>
                      <a:cubicBezTo>
                        <a:pt x="58" y="31"/>
                        <a:pt x="58" y="31"/>
                        <a:pt x="58" y="31"/>
                      </a:cubicBezTo>
                      <a:cubicBezTo>
                        <a:pt x="58" y="32"/>
                        <a:pt x="58" y="32"/>
                        <a:pt x="58" y="32"/>
                      </a:cubicBezTo>
                      <a:cubicBezTo>
                        <a:pt x="58" y="32"/>
                        <a:pt x="58" y="31"/>
                        <a:pt x="58" y="31"/>
                      </a:cubicBezTo>
                      <a:cubicBezTo>
                        <a:pt x="58" y="31"/>
                        <a:pt x="58" y="31"/>
                        <a:pt x="58" y="31"/>
                      </a:cubicBezTo>
                      <a:cubicBezTo>
                        <a:pt x="58" y="31"/>
                        <a:pt x="58" y="31"/>
                        <a:pt x="58" y="31"/>
                      </a:cubicBezTo>
                      <a:cubicBezTo>
                        <a:pt x="58" y="31"/>
                        <a:pt x="58" y="31"/>
                        <a:pt x="58" y="31"/>
                      </a:cubicBezTo>
                      <a:cubicBezTo>
                        <a:pt x="58" y="31"/>
                        <a:pt x="58" y="31"/>
                        <a:pt x="58" y="31"/>
                      </a:cubicBezTo>
                      <a:cubicBezTo>
                        <a:pt x="58" y="31"/>
                        <a:pt x="58" y="31"/>
                        <a:pt x="58" y="31"/>
                      </a:cubicBezTo>
                      <a:cubicBezTo>
                        <a:pt x="58" y="31"/>
                        <a:pt x="58" y="31"/>
                        <a:pt x="58" y="31"/>
                      </a:cubicBezTo>
                      <a:cubicBezTo>
                        <a:pt x="58" y="31"/>
                        <a:pt x="58" y="31"/>
                        <a:pt x="58" y="31"/>
                      </a:cubicBezTo>
                      <a:cubicBezTo>
                        <a:pt x="58" y="31"/>
                        <a:pt x="58" y="31"/>
                        <a:pt x="58" y="31"/>
                      </a:cubicBezTo>
                      <a:cubicBezTo>
                        <a:pt x="58" y="31"/>
                        <a:pt x="58" y="31"/>
                        <a:pt x="58" y="31"/>
                      </a:cubicBezTo>
                      <a:cubicBezTo>
                        <a:pt x="58" y="31"/>
                        <a:pt x="58" y="31"/>
                        <a:pt x="58" y="31"/>
                      </a:cubicBezTo>
                      <a:cubicBezTo>
                        <a:pt x="58" y="31"/>
                        <a:pt x="58" y="31"/>
                        <a:pt x="58" y="31"/>
                      </a:cubicBezTo>
                      <a:close/>
                      <a:moveTo>
                        <a:pt x="63" y="33"/>
                      </a:moveTo>
                      <a:cubicBezTo>
                        <a:pt x="63" y="33"/>
                        <a:pt x="63" y="33"/>
                        <a:pt x="63" y="33"/>
                      </a:cubicBezTo>
                      <a:cubicBezTo>
                        <a:pt x="63" y="33"/>
                        <a:pt x="64" y="33"/>
                        <a:pt x="64" y="33"/>
                      </a:cubicBezTo>
                      <a:cubicBezTo>
                        <a:pt x="64" y="33"/>
                        <a:pt x="63" y="33"/>
                        <a:pt x="63" y="33"/>
                      </a:cubicBezTo>
                      <a:cubicBezTo>
                        <a:pt x="63" y="33"/>
                        <a:pt x="64" y="33"/>
                        <a:pt x="64" y="33"/>
                      </a:cubicBezTo>
                      <a:cubicBezTo>
                        <a:pt x="64" y="33"/>
                        <a:pt x="64" y="33"/>
                        <a:pt x="64" y="33"/>
                      </a:cubicBezTo>
                      <a:cubicBezTo>
                        <a:pt x="64" y="32"/>
                        <a:pt x="64" y="32"/>
                        <a:pt x="63" y="32"/>
                      </a:cubicBezTo>
                      <a:cubicBezTo>
                        <a:pt x="63" y="32"/>
                        <a:pt x="63" y="32"/>
                        <a:pt x="63" y="32"/>
                      </a:cubicBezTo>
                      <a:cubicBezTo>
                        <a:pt x="63" y="32"/>
                        <a:pt x="63" y="33"/>
                        <a:pt x="63" y="33"/>
                      </a:cubicBezTo>
                      <a:cubicBezTo>
                        <a:pt x="63" y="33"/>
                        <a:pt x="63" y="33"/>
                        <a:pt x="63" y="33"/>
                      </a:cubicBezTo>
                      <a:cubicBezTo>
                        <a:pt x="63" y="33"/>
                        <a:pt x="63" y="33"/>
                        <a:pt x="63" y="33"/>
                      </a:cubicBezTo>
                      <a:close/>
                      <a:moveTo>
                        <a:pt x="58" y="31"/>
                      </a:moveTo>
                      <a:cubicBezTo>
                        <a:pt x="58" y="31"/>
                        <a:pt x="58" y="31"/>
                        <a:pt x="58" y="31"/>
                      </a:cubicBezTo>
                      <a:cubicBezTo>
                        <a:pt x="58" y="31"/>
                        <a:pt x="58" y="31"/>
                        <a:pt x="58" y="31"/>
                      </a:cubicBezTo>
                      <a:cubicBezTo>
                        <a:pt x="59" y="31"/>
                        <a:pt x="59" y="31"/>
                        <a:pt x="59" y="31"/>
                      </a:cubicBezTo>
                      <a:cubicBezTo>
                        <a:pt x="59" y="31"/>
                        <a:pt x="59" y="31"/>
                        <a:pt x="59" y="31"/>
                      </a:cubicBezTo>
                      <a:cubicBezTo>
                        <a:pt x="59" y="31"/>
                        <a:pt x="59" y="31"/>
                        <a:pt x="59" y="31"/>
                      </a:cubicBezTo>
                      <a:cubicBezTo>
                        <a:pt x="59" y="31"/>
                        <a:pt x="59" y="31"/>
                        <a:pt x="59" y="31"/>
                      </a:cubicBezTo>
                      <a:cubicBezTo>
                        <a:pt x="59" y="31"/>
                        <a:pt x="59" y="31"/>
                        <a:pt x="59" y="31"/>
                      </a:cubicBezTo>
                      <a:cubicBezTo>
                        <a:pt x="59" y="31"/>
                        <a:pt x="59" y="31"/>
                        <a:pt x="59" y="31"/>
                      </a:cubicBezTo>
                      <a:cubicBezTo>
                        <a:pt x="59" y="31"/>
                        <a:pt x="59" y="31"/>
                        <a:pt x="59" y="31"/>
                      </a:cubicBezTo>
                      <a:cubicBezTo>
                        <a:pt x="59" y="31"/>
                        <a:pt x="59" y="31"/>
                        <a:pt x="59" y="31"/>
                      </a:cubicBezTo>
                      <a:cubicBezTo>
                        <a:pt x="59" y="31"/>
                        <a:pt x="59" y="31"/>
                        <a:pt x="60" y="31"/>
                      </a:cubicBezTo>
                      <a:cubicBezTo>
                        <a:pt x="60" y="31"/>
                        <a:pt x="60" y="31"/>
                        <a:pt x="60" y="31"/>
                      </a:cubicBezTo>
                      <a:cubicBezTo>
                        <a:pt x="60" y="30"/>
                        <a:pt x="60" y="30"/>
                        <a:pt x="60" y="30"/>
                      </a:cubicBezTo>
                      <a:cubicBezTo>
                        <a:pt x="60" y="30"/>
                        <a:pt x="59" y="30"/>
                        <a:pt x="59" y="30"/>
                      </a:cubicBezTo>
                      <a:cubicBezTo>
                        <a:pt x="59" y="30"/>
                        <a:pt x="59" y="30"/>
                        <a:pt x="59" y="30"/>
                      </a:cubicBezTo>
                      <a:cubicBezTo>
                        <a:pt x="59" y="30"/>
                        <a:pt x="59" y="30"/>
                        <a:pt x="59" y="30"/>
                      </a:cubicBezTo>
                      <a:cubicBezTo>
                        <a:pt x="59" y="30"/>
                        <a:pt x="59" y="30"/>
                        <a:pt x="59" y="30"/>
                      </a:cubicBezTo>
                      <a:cubicBezTo>
                        <a:pt x="59" y="30"/>
                        <a:pt x="59" y="30"/>
                        <a:pt x="59" y="30"/>
                      </a:cubicBezTo>
                      <a:cubicBezTo>
                        <a:pt x="59" y="30"/>
                        <a:pt x="59" y="30"/>
                        <a:pt x="59" y="30"/>
                      </a:cubicBezTo>
                      <a:cubicBezTo>
                        <a:pt x="59" y="30"/>
                        <a:pt x="59" y="30"/>
                        <a:pt x="59" y="30"/>
                      </a:cubicBezTo>
                      <a:cubicBezTo>
                        <a:pt x="59" y="30"/>
                        <a:pt x="59" y="30"/>
                        <a:pt x="59" y="30"/>
                      </a:cubicBezTo>
                      <a:cubicBezTo>
                        <a:pt x="59" y="30"/>
                        <a:pt x="59" y="30"/>
                        <a:pt x="59" y="30"/>
                      </a:cubicBezTo>
                      <a:cubicBezTo>
                        <a:pt x="59" y="30"/>
                        <a:pt x="59" y="30"/>
                        <a:pt x="58" y="30"/>
                      </a:cubicBezTo>
                      <a:cubicBezTo>
                        <a:pt x="58" y="30"/>
                        <a:pt x="58" y="30"/>
                        <a:pt x="58" y="30"/>
                      </a:cubicBezTo>
                      <a:cubicBezTo>
                        <a:pt x="58" y="30"/>
                        <a:pt x="58" y="30"/>
                        <a:pt x="58" y="30"/>
                      </a:cubicBezTo>
                      <a:cubicBezTo>
                        <a:pt x="58" y="30"/>
                        <a:pt x="58" y="30"/>
                        <a:pt x="58" y="30"/>
                      </a:cubicBezTo>
                      <a:cubicBezTo>
                        <a:pt x="58" y="30"/>
                        <a:pt x="58" y="31"/>
                        <a:pt x="58" y="31"/>
                      </a:cubicBezTo>
                      <a:close/>
                      <a:moveTo>
                        <a:pt x="60" y="19"/>
                      </a:moveTo>
                      <a:cubicBezTo>
                        <a:pt x="60" y="19"/>
                        <a:pt x="60" y="20"/>
                        <a:pt x="60" y="20"/>
                      </a:cubicBezTo>
                      <a:cubicBezTo>
                        <a:pt x="60" y="20"/>
                        <a:pt x="60" y="19"/>
                        <a:pt x="60" y="19"/>
                      </a:cubicBezTo>
                      <a:cubicBezTo>
                        <a:pt x="60" y="19"/>
                        <a:pt x="60" y="19"/>
                        <a:pt x="60" y="19"/>
                      </a:cubicBezTo>
                      <a:cubicBezTo>
                        <a:pt x="60" y="19"/>
                        <a:pt x="60" y="19"/>
                        <a:pt x="60" y="19"/>
                      </a:cubicBezTo>
                      <a:cubicBezTo>
                        <a:pt x="60" y="18"/>
                        <a:pt x="60" y="18"/>
                        <a:pt x="60" y="19"/>
                      </a:cubicBezTo>
                      <a:cubicBezTo>
                        <a:pt x="60" y="19"/>
                        <a:pt x="60" y="19"/>
                        <a:pt x="60" y="19"/>
                      </a:cubicBezTo>
                      <a:cubicBezTo>
                        <a:pt x="60" y="19"/>
                        <a:pt x="60" y="19"/>
                        <a:pt x="60" y="19"/>
                      </a:cubicBezTo>
                      <a:cubicBezTo>
                        <a:pt x="59" y="19"/>
                        <a:pt x="59" y="19"/>
                        <a:pt x="60" y="19"/>
                      </a:cubicBezTo>
                      <a:close/>
                      <a:moveTo>
                        <a:pt x="73" y="16"/>
                      </a:moveTo>
                      <a:cubicBezTo>
                        <a:pt x="73" y="16"/>
                        <a:pt x="73" y="16"/>
                        <a:pt x="73" y="16"/>
                      </a:cubicBezTo>
                      <a:cubicBezTo>
                        <a:pt x="73" y="16"/>
                        <a:pt x="73" y="16"/>
                        <a:pt x="73" y="16"/>
                      </a:cubicBezTo>
                      <a:cubicBezTo>
                        <a:pt x="73" y="16"/>
                        <a:pt x="73" y="15"/>
                        <a:pt x="73" y="15"/>
                      </a:cubicBezTo>
                      <a:cubicBezTo>
                        <a:pt x="73" y="15"/>
                        <a:pt x="73" y="15"/>
                        <a:pt x="73" y="15"/>
                      </a:cubicBezTo>
                      <a:cubicBezTo>
                        <a:pt x="73" y="15"/>
                        <a:pt x="73" y="16"/>
                        <a:pt x="73" y="16"/>
                      </a:cubicBezTo>
                      <a:cubicBezTo>
                        <a:pt x="73" y="16"/>
                        <a:pt x="73" y="16"/>
                        <a:pt x="73" y="16"/>
                      </a:cubicBezTo>
                      <a:close/>
                      <a:moveTo>
                        <a:pt x="73" y="16"/>
                      </a:moveTo>
                      <a:cubicBezTo>
                        <a:pt x="73" y="16"/>
                        <a:pt x="73" y="16"/>
                        <a:pt x="73" y="16"/>
                      </a:cubicBezTo>
                      <a:cubicBezTo>
                        <a:pt x="73" y="17"/>
                        <a:pt x="73" y="17"/>
                        <a:pt x="74" y="17"/>
                      </a:cubicBezTo>
                      <a:cubicBezTo>
                        <a:pt x="74" y="17"/>
                        <a:pt x="74" y="17"/>
                        <a:pt x="74" y="16"/>
                      </a:cubicBezTo>
                      <a:cubicBezTo>
                        <a:pt x="74" y="16"/>
                        <a:pt x="74" y="16"/>
                        <a:pt x="73" y="16"/>
                      </a:cubicBezTo>
                      <a:close/>
                      <a:moveTo>
                        <a:pt x="70" y="19"/>
                      </a:moveTo>
                      <a:cubicBezTo>
                        <a:pt x="70" y="19"/>
                        <a:pt x="70" y="19"/>
                        <a:pt x="70" y="19"/>
                      </a:cubicBezTo>
                      <a:cubicBezTo>
                        <a:pt x="70" y="19"/>
                        <a:pt x="70" y="19"/>
                        <a:pt x="70" y="19"/>
                      </a:cubicBezTo>
                      <a:cubicBezTo>
                        <a:pt x="70" y="19"/>
                        <a:pt x="70" y="19"/>
                        <a:pt x="70" y="18"/>
                      </a:cubicBezTo>
                      <a:cubicBezTo>
                        <a:pt x="70" y="18"/>
                        <a:pt x="70" y="18"/>
                        <a:pt x="70" y="18"/>
                      </a:cubicBezTo>
                      <a:cubicBezTo>
                        <a:pt x="71" y="18"/>
                        <a:pt x="71" y="18"/>
                        <a:pt x="71" y="18"/>
                      </a:cubicBezTo>
                      <a:cubicBezTo>
                        <a:pt x="71" y="18"/>
                        <a:pt x="71" y="18"/>
                        <a:pt x="71" y="18"/>
                      </a:cubicBezTo>
                      <a:cubicBezTo>
                        <a:pt x="71" y="18"/>
                        <a:pt x="71" y="18"/>
                        <a:pt x="71" y="18"/>
                      </a:cubicBezTo>
                      <a:cubicBezTo>
                        <a:pt x="71" y="18"/>
                        <a:pt x="71" y="18"/>
                        <a:pt x="71" y="18"/>
                      </a:cubicBezTo>
                      <a:cubicBezTo>
                        <a:pt x="71" y="18"/>
                        <a:pt x="70" y="18"/>
                        <a:pt x="70" y="18"/>
                      </a:cubicBezTo>
                      <a:cubicBezTo>
                        <a:pt x="70" y="18"/>
                        <a:pt x="70" y="18"/>
                        <a:pt x="70" y="18"/>
                      </a:cubicBezTo>
                      <a:cubicBezTo>
                        <a:pt x="70" y="18"/>
                        <a:pt x="70" y="17"/>
                        <a:pt x="70" y="18"/>
                      </a:cubicBezTo>
                      <a:cubicBezTo>
                        <a:pt x="70" y="18"/>
                        <a:pt x="70" y="18"/>
                        <a:pt x="70" y="18"/>
                      </a:cubicBezTo>
                      <a:cubicBezTo>
                        <a:pt x="70" y="18"/>
                        <a:pt x="70" y="18"/>
                        <a:pt x="70" y="18"/>
                      </a:cubicBezTo>
                      <a:cubicBezTo>
                        <a:pt x="70" y="18"/>
                        <a:pt x="70" y="18"/>
                        <a:pt x="70" y="18"/>
                      </a:cubicBezTo>
                      <a:cubicBezTo>
                        <a:pt x="70" y="18"/>
                        <a:pt x="70" y="18"/>
                        <a:pt x="70" y="19"/>
                      </a:cubicBezTo>
                      <a:cubicBezTo>
                        <a:pt x="70" y="19"/>
                        <a:pt x="70" y="19"/>
                        <a:pt x="70" y="19"/>
                      </a:cubicBezTo>
                      <a:close/>
                      <a:moveTo>
                        <a:pt x="64" y="31"/>
                      </a:moveTo>
                      <a:cubicBezTo>
                        <a:pt x="64" y="31"/>
                        <a:pt x="64" y="31"/>
                        <a:pt x="64" y="31"/>
                      </a:cubicBezTo>
                      <a:cubicBezTo>
                        <a:pt x="64" y="31"/>
                        <a:pt x="64" y="31"/>
                        <a:pt x="64" y="31"/>
                      </a:cubicBezTo>
                      <a:cubicBezTo>
                        <a:pt x="64" y="31"/>
                        <a:pt x="64" y="31"/>
                        <a:pt x="64" y="31"/>
                      </a:cubicBezTo>
                      <a:cubicBezTo>
                        <a:pt x="64" y="31"/>
                        <a:pt x="64" y="31"/>
                        <a:pt x="64" y="31"/>
                      </a:cubicBezTo>
                      <a:cubicBezTo>
                        <a:pt x="64" y="31"/>
                        <a:pt x="64" y="31"/>
                        <a:pt x="64" y="31"/>
                      </a:cubicBezTo>
                      <a:cubicBezTo>
                        <a:pt x="64" y="31"/>
                        <a:pt x="64" y="31"/>
                        <a:pt x="64" y="31"/>
                      </a:cubicBezTo>
                      <a:cubicBezTo>
                        <a:pt x="64" y="31"/>
                        <a:pt x="64" y="31"/>
                        <a:pt x="64" y="31"/>
                      </a:cubicBezTo>
                      <a:cubicBezTo>
                        <a:pt x="64" y="31"/>
                        <a:pt x="64" y="31"/>
                        <a:pt x="64" y="31"/>
                      </a:cubicBezTo>
                      <a:close/>
                      <a:moveTo>
                        <a:pt x="85" y="11"/>
                      </a:moveTo>
                      <a:cubicBezTo>
                        <a:pt x="85" y="11"/>
                        <a:pt x="85" y="11"/>
                        <a:pt x="85" y="11"/>
                      </a:cubicBezTo>
                      <a:cubicBezTo>
                        <a:pt x="85" y="12"/>
                        <a:pt x="85" y="12"/>
                        <a:pt x="85" y="12"/>
                      </a:cubicBezTo>
                      <a:cubicBezTo>
                        <a:pt x="85" y="12"/>
                        <a:pt x="85" y="12"/>
                        <a:pt x="85" y="12"/>
                      </a:cubicBezTo>
                      <a:cubicBezTo>
                        <a:pt x="85" y="12"/>
                        <a:pt x="85" y="12"/>
                        <a:pt x="85" y="12"/>
                      </a:cubicBezTo>
                      <a:cubicBezTo>
                        <a:pt x="85" y="12"/>
                        <a:pt x="85" y="12"/>
                        <a:pt x="86" y="12"/>
                      </a:cubicBezTo>
                      <a:cubicBezTo>
                        <a:pt x="86" y="12"/>
                        <a:pt x="86" y="12"/>
                        <a:pt x="86" y="12"/>
                      </a:cubicBezTo>
                      <a:cubicBezTo>
                        <a:pt x="86" y="12"/>
                        <a:pt x="86" y="12"/>
                        <a:pt x="86" y="12"/>
                      </a:cubicBezTo>
                      <a:cubicBezTo>
                        <a:pt x="86" y="12"/>
                        <a:pt x="86" y="12"/>
                        <a:pt x="87" y="12"/>
                      </a:cubicBezTo>
                      <a:cubicBezTo>
                        <a:pt x="87" y="12"/>
                        <a:pt x="87" y="12"/>
                        <a:pt x="87" y="13"/>
                      </a:cubicBezTo>
                      <a:cubicBezTo>
                        <a:pt x="87" y="13"/>
                        <a:pt x="87" y="13"/>
                        <a:pt x="87" y="13"/>
                      </a:cubicBezTo>
                      <a:cubicBezTo>
                        <a:pt x="87" y="13"/>
                        <a:pt x="87" y="13"/>
                        <a:pt x="87" y="13"/>
                      </a:cubicBezTo>
                      <a:cubicBezTo>
                        <a:pt x="87" y="13"/>
                        <a:pt x="87" y="13"/>
                        <a:pt x="86" y="13"/>
                      </a:cubicBezTo>
                      <a:cubicBezTo>
                        <a:pt x="86" y="13"/>
                        <a:pt x="86" y="13"/>
                        <a:pt x="86" y="13"/>
                      </a:cubicBezTo>
                      <a:cubicBezTo>
                        <a:pt x="86" y="13"/>
                        <a:pt x="86" y="13"/>
                        <a:pt x="86" y="13"/>
                      </a:cubicBezTo>
                      <a:cubicBezTo>
                        <a:pt x="86" y="13"/>
                        <a:pt x="86" y="13"/>
                        <a:pt x="86" y="13"/>
                      </a:cubicBezTo>
                      <a:cubicBezTo>
                        <a:pt x="86" y="13"/>
                        <a:pt x="86" y="13"/>
                        <a:pt x="86" y="13"/>
                      </a:cubicBezTo>
                      <a:cubicBezTo>
                        <a:pt x="86" y="13"/>
                        <a:pt x="86" y="14"/>
                        <a:pt x="86" y="14"/>
                      </a:cubicBezTo>
                      <a:cubicBezTo>
                        <a:pt x="87" y="13"/>
                        <a:pt x="87" y="13"/>
                        <a:pt x="87" y="13"/>
                      </a:cubicBezTo>
                      <a:cubicBezTo>
                        <a:pt x="87" y="13"/>
                        <a:pt x="87" y="13"/>
                        <a:pt x="87" y="13"/>
                      </a:cubicBezTo>
                      <a:cubicBezTo>
                        <a:pt x="87" y="13"/>
                        <a:pt x="87" y="13"/>
                        <a:pt x="87" y="13"/>
                      </a:cubicBezTo>
                      <a:cubicBezTo>
                        <a:pt x="87" y="13"/>
                        <a:pt x="88" y="13"/>
                        <a:pt x="88" y="13"/>
                      </a:cubicBezTo>
                      <a:cubicBezTo>
                        <a:pt x="88" y="13"/>
                        <a:pt x="88" y="13"/>
                        <a:pt x="88" y="12"/>
                      </a:cubicBezTo>
                      <a:cubicBezTo>
                        <a:pt x="88" y="12"/>
                        <a:pt x="88" y="12"/>
                        <a:pt x="88" y="12"/>
                      </a:cubicBezTo>
                      <a:cubicBezTo>
                        <a:pt x="88" y="12"/>
                        <a:pt x="88" y="12"/>
                        <a:pt x="88" y="12"/>
                      </a:cubicBezTo>
                      <a:cubicBezTo>
                        <a:pt x="88" y="12"/>
                        <a:pt x="88" y="12"/>
                        <a:pt x="88" y="12"/>
                      </a:cubicBezTo>
                      <a:cubicBezTo>
                        <a:pt x="88" y="12"/>
                        <a:pt x="88" y="12"/>
                        <a:pt x="88" y="12"/>
                      </a:cubicBezTo>
                      <a:cubicBezTo>
                        <a:pt x="88" y="12"/>
                        <a:pt x="88" y="12"/>
                        <a:pt x="88" y="12"/>
                      </a:cubicBezTo>
                      <a:cubicBezTo>
                        <a:pt x="88" y="12"/>
                        <a:pt x="88" y="11"/>
                        <a:pt x="88" y="11"/>
                      </a:cubicBezTo>
                      <a:cubicBezTo>
                        <a:pt x="88" y="11"/>
                        <a:pt x="88" y="11"/>
                        <a:pt x="88" y="11"/>
                      </a:cubicBezTo>
                      <a:cubicBezTo>
                        <a:pt x="87" y="11"/>
                        <a:pt x="87" y="11"/>
                        <a:pt x="87" y="11"/>
                      </a:cubicBezTo>
                      <a:cubicBezTo>
                        <a:pt x="87" y="11"/>
                        <a:pt x="87" y="11"/>
                        <a:pt x="87" y="11"/>
                      </a:cubicBezTo>
                      <a:cubicBezTo>
                        <a:pt x="87" y="10"/>
                        <a:pt x="87" y="10"/>
                        <a:pt x="87" y="10"/>
                      </a:cubicBezTo>
                      <a:cubicBezTo>
                        <a:pt x="87" y="10"/>
                        <a:pt x="87" y="10"/>
                        <a:pt x="87" y="10"/>
                      </a:cubicBezTo>
                      <a:cubicBezTo>
                        <a:pt x="87" y="10"/>
                        <a:pt x="87" y="10"/>
                        <a:pt x="87" y="10"/>
                      </a:cubicBezTo>
                      <a:cubicBezTo>
                        <a:pt x="87" y="10"/>
                        <a:pt x="87" y="10"/>
                        <a:pt x="87" y="10"/>
                      </a:cubicBezTo>
                      <a:cubicBezTo>
                        <a:pt x="86" y="10"/>
                        <a:pt x="86" y="10"/>
                        <a:pt x="86" y="10"/>
                      </a:cubicBezTo>
                      <a:cubicBezTo>
                        <a:pt x="86" y="10"/>
                        <a:pt x="86" y="10"/>
                        <a:pt x="86" y="10"/>
                      </a:cubicBezTo>
                      <a:cubicBezTo>
                        <a:pt x="86" y="10"/>
                        <a:pt x="86" y="10"/>
                        <a:pt x="86" y="11"/>
                      </a:cubicBezTo>
                      <a:cubicBezTo>
                        <a:pt x="86" y="11"/>
                        <a:pt x="86" y="11"/>
                        <a:pt x="85" y="11"/>
                      </a:cubicBezTo>
                      <a:cubicBezTo>
                        <a:pt x="85" y="11"/>
                        <a:pt x="85" y="11"/>
                        <a:pt x="85" y="11"/>
                      </a:cubicBezTo>
                      <a:cubicBezTo>
                        <a:pt x="85" y="11"/>
                        <a:pt x="85" y="11"/>
                        <a:pt x="85" y="11"/>
                      </a:cubicBezTo>
                      <a:cubicBezTo>
                        <a:pt x="85" y="11"/>
                        <a:pt x="85" y="11"/>
                        <a:pt x="85" y="11"/>
                      </a:cubicBezTo>
                      <a:cubicBezTo>
                        <a:pt x="85" y="11"/>
                        <a:pt x="85" y="11"/>
                        <a:pt x="85" y="11"/>
                      </a:cubicBezTo>
                      <a:close/>
                      <a:moveTo>
                        <a:pt x="74" y="16"/>
                      </a:moveTo>
                      <a:cubicBezTo>
                        <a:pt x="74" y="16"/>
                        <a:pt x="74" y="16"/>
                        <a:pt x="74" y="16"/>
                      </a:cubicBezTo>
                      <a:cubicBezTo>
                        <a:pt x="74" y="16"/>
                        <a:pt x="74" y="16"/>
                        <a:pt x="74" y="16"/>
                      </a:cubicBezTo>
                      <a:cubicBezTo>
                        <a:pt x="74" y="16"/>
                        <a:pt x="74" y="16"/>
                        <a:pt x="74" y="16"/>
                      </a:cubicBezTo>
                      <a:cubicBezTo>
                        <a:pt x="74" y="16"/>
                        <a:pt x="74" y="15"/>
                        <a:pt x="74" y="15"/>
                      </a:cubicBezTo>
                      <a:cubicBezTo>
                        <a:pt x="74" y="15"/>
                        <a:pt x="74" y="15"/>
                        <a:pt x="74" y="15"/>
                      </a:cubicBezTo>
                      <a:cubicBezTo>
                        <a:pt x="74" y="15"/>
                        <a:pt x="74" y="15"/>
                        <a:pt x="74" y="15"/>
                      </a:cubicBezTo>
                      <a:cubicBezTo>
                        <a:pt x="74" y="15"/>
                        <a:pt x="74" y="15"/>
                        <a:pt x="74" y="15"/>
                      </a:cubicBezTo>
                      <a:cubicBezTo>
                        <a:pt x="74" y="16"/>
                        <a:pt x="74" y="16"/>
                        <a:pt x="74" y="16"/>
                      </a:cubicBezTo>
                      <a:cubicBezTo>
                        <a:pt x="73" y="16"/>
                        <a:pt x="74" y="16"/>
                        <a:pt x="74" y="16"/>
                      </a:cubicBezTo>
                      <a:close/>
                      <a:moveTo>
                        <a:pt x="91" y="19"/>
                      </a:moveTo>
                      <a:cubicBezTo>
                        <a:pt x="91" y="19"/>
                        <a:pt x="91" y="19"/>
                        <a:pt x="91" y="19"/>
                      </a:cubicBezTo>
                      <a:cubicBezTo>
                        <a:pt x="91" y="18"/>
                        <a:pt x="91" y="18"/>
                        <a:pt x="91" y="18"/>
                      </a:cubicBezTo>
                      <a:cubicBezTo>
                        <a:pt x="91" y="18"/>
                        <a:pt x="91" y="18"/>
                        <a:pt x="91" y="18"/>
                      </a:cubicBezTo>
                      <a:cubicBezTo>
                        <a:pt x="91" y="18"/>
                        <a:pt x="91" y="17"/>
                        <a:pt x="91" y="17"/>
                      </a:cubicBezTo>
                      <a:cubicBezTo>
                        <a:pt x="91" y="17"/>
                        <a:pt x="91" y="18"/>
                        <a:pt x="91" y="18"/>
                      </a:cubicBezTo>
                      <a:cubicBezTo>
                        <a:pt x="91" y="18"/>
                        <a:pt x="91" y="18"/>
                        <a:pt x="91" y="18"/>
                      </a:cubicBezTo>
                      <a:cubicBezTo>
                        <a:pt x="91" y="18"/>
                        <a:pt x="90" y="18"/>
                        <a:pt x="90" y="18"/>
                      </a:cubicBezTo>
                      <a:cubicBezTo>
                        <a:pt x="90" y="19"/>
                        <a:pt x="91" y="19"/>
                        <a:pt x="91" y="19"/>
                      </a:cubicBezTo>
                      <a:close/>
                      <a:moveTo>
                        <a:pt x="92" y="21"/>
                      </a:moveTo>
                      <a:cubicBezTo>
                        <a:pt x="92" y="21"/>
                        <a:pt x="92" y="21"/>
                        <a:pt x="92" y="21"/>
                      </a:cubicBezTo>
                      <a:cubicBezTo>
                        <a:pt x="92" y="21"/>
                        <a:pt x="92" y="21"/>
                        <a:pt x="92" y="21"/>
                      </a:cubicBezTo>
                      <a:cubicBezTo>
                        <a:pt x="92" y="21"/>
                        <a:pt x="92" y="21"/>
                        <a:pt x="92" y="21"/>
                      </a:cubicBezTo>
                      <a:cubicBezTo>
                        <a:pt x="93" y="21"/>
                        <a:pt x="93" y="21"/>
                        <a:pt x="92" y="21"/>
                      </a:cubicBezTo>
                      <a:cubicBezTo>
                        <a:pt x="92" y="21"/>
                        <a:pt x="92" y="21"/>
                        <a:pt x="92" y="21"/>
                      </a:cubicBezTo>
                      <a:cubicBezTo>
                        <a:pt x="92" y="21"/>
                        <a:pt x="92" y="21"/>
                        <a:pt x="92" y="21"/>
                      </a:cubicBezTo>
                      <a:cubicBezTo>
                        <a:pt x="92" y="21"/>
                        <a:pt x="92" y="21"/>
                        <a:pt x="92" y="21"/>
                      </a:cubicBezTo>
                      <a:cubicBezTo>
                        <a:pt x="92" y="21"/>
                        <a:pt x="92" y="21"/>
                        <a:pt x="92" y="21"/>
                      </a:cubicBezTo>
                      <a:close/>
                      <a:moveTo>
                        <a:pt x="64" y="39"/>
                      </a:moveTo>
                      <a:cubicBezTo>
                        <a:pt x="63" y="39"/>
                        <a:pt x="63" y="38"/>
                        <a:pt x="63" y="38"/>
                      </a:cubicBezTo>
                      <a:cubicBezTo>
                        <a:pt x="63" y="38"/>
                        <a:pt x="63" y="38"/>
                        <a:pt x="63" y="38"/>
                      </a:cubicBezTo>
                      <a:cubicBezTo>
                        <a:pt x="63" y="38"/>
                        <a:pt x="63" y="38"/>
                        <a:pt x="63" y="38"/>
                      </a:cubicBezTo>
                      <a:cubicBezTo>
                        <a:pt x="63" y="38"/>
                        <a:pt x="63" y="38"/>
                        <a:pt x="63" y="38"/>
                      </a:cubicBezTo>
                      <a:cubicBezTo>
                        <a:pt x="63" y="38"/>
                        <a:pt x="63" y="38"/>
                        <a:pt x="63" y="38"/>
                      </a:cubicBezTo>
                      <a:cubicBezTo>
                        <a:pt x="63" y="38"/>
                        <a:pt x="63" y="38"/>
                        <a:pt x="63" y="38"/>
                      </a:cubicBezTo>
                      <a:cubicBezTo>
                        <a:pt x="63" y="38"/>
                        <a:pt x="63" y="38"/>
                        <a:pt x="63" y="38"/>
                      </a:cubicBezTo>
                      <a:cubicBezTo>
                        <a:pt x="63" y="38"/>
                        <a:pt x="63" y="38"/>
                        <a:pt x="63" y="38"/>
                      </a:cubicBezTo>
                      <a:cubicBezTo>
                        <a:pt x="63" y="38"/>
                        <a:pt x="63" y="38"/>
                        <a:pt x="63" y="38"/>
                      </a:cubicBezTo>
                      <a:cubicBezTo>
                        <a:pt x="63" y="38"/>
                        <a:pt x="62" y="38"/>
                        <a:pt x="62" y="38"/>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2" y="39"/>
                        <a:pt x="62" y="39"/>
                      </a:cubicBezTo>
                      <a:cubicBezTo>
                        <a:pt x="62" y="39"/>
                        <a:pt x="62" y="39"/>
                        <a:pt x="62" y="39"/>
                      </a:cubicBezTo>
                      <a:cubicBezTo>
                        <a:pt x="62" y="39"/>
                        <a:pt x="62" y="39"/>
                        <a:pt x="62" y="39"/>
                      </a:cubicBezTo>
                      <a:cubicBezTo>
                        <a:pt x="62" y="39"/>
                        <a:pt x="61" y="39"/>
                        <a:pt x="61" y="39"/>
                      </a:cubicBezTo>
                      <a:cubicBezTo>
                        <a:pt x="61" y="39"/>
                        <a:pt x="61"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40"/>
                        <a:pt x="62" y="39"/>
                        <a:pt x="62" y="39"/>
                      </a:cubicBezTo>
                      <a:cubicBezTo>
                        <a:pt x="62" y="39"/>
                        <a:pt x="62" y="39"/>
                        <a:pt x="62" y="39"/>
                      </a:cubicBezTo>
                      <a:cubicBezTo>
                        <a:pt x="62"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4" y="39"/>
                      </a:cubicBezTo>
                      <a:cubicBezTo>
                        <a:pt x="64" y="39"/>
                        <a:pt x="64" y="39"/>
                        <a:pt x="64" y="39"/>
                      </a:cubicBezTo>
                      <a:cubicBezTo>
                        <a:pt x="64" y="39"/>
                        <a:pt x="64" y="39"/>
                        <a:pt x="64" y="39"/>
                      </a:cubicBezTo>
                      <a:cubicBezTo>
                        <a:pt x="64" y="39"/>
                        <a:pt x="64" y="39"/>
                        <a:pt x="64" y="40"/>
                      </a:cubicBezTo>
                      <a:cubicBezTo>
                        <a:pt x="64" y="40"/>
                        <a:pt x="64" y="40"/>
                        <a:pt x="64" y="40"/>
                      </a:cubicBezTo>
                      <a:cubicBezTo>
                        <a:pt x="64" y="40"/>
                        <a:pt x="64" y="40"/>
                        <a:pt x="64" y="40"/>
                      </a:cubicBezTo>
                      <a:cubicBezTo>
                        <a:pt x="64" y="40"/>
                        <a:pt x="64" y="40"/>
                        <a:pt x="64" y="40"/>
                      </a:cubicBezTo>
                      <a:cubicBezTo>
                        <a:pt x="64" y="40"/>
                        <a:pt x="64" y="40"/>
                        <a:pt x="64" y="40"/>
                      </a:cubicBezTo>
                      <a:cubicBezTo>
                        <a:pt x="64"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4" y="39"/>
                        <a:pt x="64" y="39"/>
                      </a:cubicBezTo>
                      <a:cubicBezTo>
                        <a:pt x="64" y="39"/>
                        <a:pt x="64" y="39"/>
                        <a:pt x="64" y="39"/>
                      </a:cubicBezTo>
                      <a:cubicBezTo>
                        <a:pt x="64" y="39"/>
                        <a:pt x="64" y="39"/>
                        <a:pt x="64" y="39"/>
                      </a:cubicBezTo>
                      <a:cubicBezTo>
                        <a:pt x="64" y="39"/>
                        <a:pt x="64" y="39"/>
                        <a:pt x="64" y="39"/>
                      </a:cubicBezTo>
                      <a:cubicBezTo>
                        <a:pt x="64" y="39"/>
                        <a:pt x="64" y="39"/>
                        <a:pt x="64" y="39"/>
                      </a:cubicBezTo>
                      <a:cubicBezTo>
                        <a:pt x="64" y="39"/>
                        <a:pt x="64" y="39"/>
                        <a:pt x="64" y="39"/>
                      </a:cubicBezTo>
                      <a:cubicBezTo>
                        <a:pt x="64" y="39"/>
                        <a:pt x="64" y="39"/>
                        <a:pt x="64" y="39"/>
                      </a:cubicBezTo>
                      <a:close/>
                      <a:moveTo>
                        <a:pt x="59" y="32"/>
                      </a:moveTo>
                      <a:cubicBezTo>
                        <a:pt x="59" y="32"/>
                        <a:pt x="59" y="32"/>
                        <a:pt x="59" y="32"/>
                      </a:cubicBezTo>
                      <a:cubicBezTo>
                        <a:pt x="60" y="32"/>
                        <a:pt x="60" y="32"/>
                        <a:pt x="60" y="32"/>
                      </a:cubicBezTo>
                      <a:cubicBezTo>
                        <a:pt x="60" y="32"/>
                        <a:pt x="60" y="32"/>
                        <a:pt x="60" y="32"/>
                      </a:cubicBezTo>
                      <a:cubicBezTo>
                        <a:pt x="60" y="32"/>
                        <a:pt x="60" y="32"/>
                        <a:pt x="60" y="33"/>
                      </a:cubicBezTo>
                      <a:cubicBezTo>
                        <a:pt x="60" y="33"/>
                        <a:pt x="60" y="33"/>
                        <a:pt x="60" y="33"/>
                      </a:cubicBezTo>
                      <a:cubicBezTo>
                        <a:pt x="60" y="33"/>
                        <a:pt x="60" y="33"/>
                        <a:pt x="60" y="33"/>
                      </a:cubicBezTo>
                      <a:cubicBezTo>
                        <a:pt x="60" y="33"/>
                        <a:pt x="60" y="34"/>
                        <a:pt x="60" y="33"/>
                      </a:cubicBezTo>
                      <a:cubicBezTo>
                        <a:pt x="61" y="33"/>
                        <a:pt x="60" y="33"/>
                        <a:pt x="60" y="33"/>
                      </a:cubicBezTo>
                      <a:cubicBezTo>
                        <a:pt x="60" y="33"/>
                        <a:pt x="60" y="33"/>
                        <a:pt x="60" y="33"/>
                      </a:cubicBezTo>
                      <a:cubicBezTo>
                        <a:pt x="60" y="33"/>
                        <a:pt x="60" y="33"/>
                        <a:pt x="60" y="33"/>
                      </a:cubicBezTo>
                      <a:cubicBezTo>
                        <a:pt x="60" y="33"/>
                        <a:pt x="60" y="33"/>
                        <a:pt x="61" y="33"/>
                      </a:cubicBezTo>
                      <a:cubicBezTo>
                        <a:pt x="61" y="33"/>
                        <a:pt x="61" y="33"/>
                        <a:pt x="61" y="33"/>
                      </a:cubicBezTo>
                      <a:cubicBezTo>
                        <a:pt x="61" y="33"/>
                        <a:pt x="60" y="33"/>
                        <a:pt x="60" y="33"/>
                      </a:cubicBezTo>
                      <a:cubicBezTo>
                        <a:pt x="60" y="33"/>
                        <a:pt x="60" y="33"/>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1"/>
                        <a:pt x="60" y="31"/>
                      </a:cubicBezTo>
                      <a:cubicBezTo>
                        <a:pt x="60" y="31"/>
                        <a:pt x="60" y="32"/>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59" y="31"/>
                        <a:pt x="59" y="31"/>
                        <a:pt x="59" y="31"/>
                      </a:cubicBezTo>
                      <a:cubicBezTo>
                        <a:pt x="59" y="31"/>
                        <a:pt x="59" y="31"/>
                        <a:pt x="59" y="31"/>
                      </a:cubicBezTo>
                      <a:cubicBezTo>
                        <a:pt x="59" y="31"/>
                        <a:pt x="59" y="31"/>
                        <a:pt x="59" y="31"/>
                      </a:cubicBezTo>
                      <a:cubicBezTo>
                        <a:pt x="59" y="31"/>
                        <a:pt x="59" y="31"/>
                        <a:pt x="59" y="31"/>
                      </a:cubicBezTo>
                      <a:cubicBezTo>
                        <a:pt x="59" y="31"/>
                        <a:pt x="59" y="31"/>
                        <a:pt x="59" y="31"/>
                      </a:cubicBezTo>
                      <a:cubicBezTo>
                        <a:pt x="59" y="32"/>
                        <a:pt x="59" y="32"/>
                        <a:pt x="59" y="32"/>
                      </a:cubicBezTo>
                      <a:cubicBezTo>
                        <a:pt x="59" y="32"/>
                        <a:pt x="59" y="32"/>
                        <a:pt x="59" y="32"/>
                      </a:cubicBezTo>
                      <a:cubicBezTo>
                        <a:pt x="59" y="32"/>
                        <a:pt x="59" y="32"/>
                        <a:pt x="59" y="32"/>
                      </a:cubicBezTo>
                      <a:close/>
                      <a:moveTo>
                        <a:pt x="63" y="33"/>
                      </a:moveTo>
                      <a:cubicBezTo>
                        <a:pt x="63" y="33"/>
                        <a:pt x="63" y="33"/>
                        <a:pt x="63" y="33"/>
                      </a:cubicBezTo>
                      <a:cubicBezTo>
                        <a:pt x="63" y="33"/>
                        <a:pt x="63" y="33"/>
                        <a:pt x="63" y="33"/>
                      </a:cubicBezTo>
                      <a:cubicBezTo>
                        <a:pt x="63" y="33"/>
                        <a:pt x="63" y="33"/>
                        <a:pt x="63" y="33"/>
                      </a:cubicBezTo>
                      <a:cubicBezTo>
                        <a:pt x="63" y="33"/>
                        <a:pt x="63" y="33"/>
                        <a:pt x="63" y="33"/>
                      </a:cubicBezTo>
                      <a:cubicBezTo>
                        <a:pt x="63" y="33"/>
                        <a:pt x="63" y="33"/>
                        <a:pt x="63" y="33"/>
                      </a:cubicBezTo>
                      <a:close/>
                      <a:moveTo>
                        <a:pt x="62" y="37"/>
                      </a:moveTo>
                      <a:cubicBezTo>
                        <a:pt x="62" y="37"/>
                        <a:pt x="62"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2" y="37"/>
                        <a:pt x="62" y="37"/>
                        <a:pt x="62" y="37"/>
                      </a:cubicBezTo>
                      <a:cubicBezTo>
                        <a:pt x="62" y="37"/>
                        <a:pt x="62" y="37"/>
                        <a:pt x="62" y="37"/>
                      </a:cubicBezTo>
                      <a:cubicBezTo>
                        <a:pt x="62" y="37"/>
                        <a:pt x="62" y="38"/>
                        <a:pt x="62" y="38"/>
                      </a:cubicBezTo>
                      <a:cubicBezTo>
                        <a:pt x="62" y="37"/>
                        <a:pt x="62" y="37"/>
                        <a:pt x="62" y="37"/>
                      </a:cubicBezTo>
                      <a:cubicBezTo>
                        <a:pt x="62" y="37"/>
                        <a:pt x="62" y="37"/>
                        <a:pt x="62" y="37"/>
                      </a:cubicBezTo>
                      <a:cubicBezTo>
                        <a:pt x="62" y="37"/>
                        <a:pt x="62" y="37"/>
                        <a:pt x="62" y="37"/>
                      </a:cubicBezTo>
                      <a:cubicBezTo>
                        <a:pt x="62" y="37"/>
                        <a:pt x="62" y="37"/>
                        <a:pt x="62" y="37"/>
                      </a:cubicBezTo>
                      <a:close/>
                      <a:moveTo>
                        <a:pt x="63" y="32"/>
                      </a:moveTo>
                      <a:cubicBezTo>
                        <a:pt x="63" y="32"/>
                        <a:pt x="62" y="33"/>
                        <a:pt x="62" y="33"/>
                      </a:cubicBezTo>
                      <a:cubicBezTo>
                        <a:pt x="62" y="33"/>
                        <a:pt x="63" y="33"/>
                        <a:pt x="63" y="33"/>
                      </a:cubicBezTo>
                      <a:cubicBezTo>
                        <a:pt x="63" y="33"/>
                        <a:pt x="63" y="33"/>
                        <a:pt x="63" y="33"/>
                      </a:cubicBezTo>
                      <a:cubicBezTo>
                        <a:pt x="63" y="32"/>
                        <a:pt x="63" y="32"/>
                        <a:pt x="63" y="32"/>
                      </a:cubicBezTo>
                      <a:close/>
                      <a:moveTo>
                        <a:pt x="61" y="40"/>
                      </a:moveTo>
                      <a:cubicBezTo>
                        <a:pt x="61" y="40"/>
                        <a:pt x="61" y="40"/>
                        <a:pt x="61" y="40"/>
                      </a:cubicBezTo>
                      <a:cubicBezTo>
                        <a:pt x="61" y="40"/>
                        <a:pt x="61" y="40"/>
                        <a:pt x="62" y="40"/>
                      </a:cubicBezTo>
                      <a:cubicBezTo>
                        <a:pt x="62" y="40"/>
                        <a:pt x="62" y="40"/>
                        <a:pt x="62" y="40"/>
                      </a:cubicBezTo>
                      <a:cubicBezTo>
                        <a:pt x="62" y="40"/>
                        <a:pt x="62" y="40"/>
                        <a:pt x="62" y="40"/>
                      </a:cubicBezTo>
                      <a:cubicBezTo>
                        <a:pt x="62" y="40"/>
                        <a:pt x="61" y="40"/>
                        <a:pt x="61" y="40"/>
                      </a:cubicBezTo>
                      <a:cubicBezTo>
                        <a:pt x="61" y="40"/>
                        <a:pt x="61" y="40"/>
                        <a:pt x="61" y="40"/>
                      </a:cubicBezTo>
                      <a:close/>
                      <a:moveTo>
                        <a:pt x="62" y="36"/>
                      </a:moveTo>
                      <a:cubicBezTo>
                        <a:pt x="62" y="36"/>
                        <a:pt x="62" y="36"/>
                        <a:pt x="62" y="36"/>
                      </a:cubicBezTo>
                      <a:cubicBezTo>
                        <a:pt x="62" y="36"/>
                        <a:pt x="62" y="36"/>
                        <a:pt x="62" y="37"/>
                      </a:cubicBezTo>
                      <a:cubicBezTo>
                        <a:pt x="62" y="37"/>
                        <a:pt x="62" y="37"/>
                        <a:pt x="62" y="37"/>
                      </a:cubicBezTo>
                      <a:cubicBezTo>
                        <a:pt x="62" y="37"/>
                        <a:pt x="63" y="37"/>
                        <a:pt x="63" y="37"/>
                      </a:cubicBezTo>
                      <a:cubicBezTo>
                        <a:pt x="63" y="37"/>
                        <a:pt x="63" y="37"/>
                        <a:pt x="63" y="37"/>
                      </a:cubicBezTo>
                      <a:cubicBezTo>
                        <a:pt x="63" y="37"/>
                        <a:pt x="63" y="37"/>
                        <a:pt x="63" y="37"/>
                      </a:cubicBezTo>
                      <a:cubicBezTo>
                        <a:pt x="63" y="37"/>
                        <a:pt x="63" y="37"/>
                        <a:pt x="63" y="38"/>
                      </a:cubicBezTo>
                      <a:cubicBezTo>
                        <a:pt x="63" y="38"/>
                        <a:pt x="63" y="37"/>
                        <a:pt x="63" y="37"/>
                      </a:cubicBezTo>
                      <a:cubicBezTo>
                        <a:pt x="63" y="37"/>
                        <a:pt x="63" y="37"/>
                        <a:pt x="63" y="37"/>
                      </a:cubicBezTo>
                      <a:cubicBezTo>
                        <a:pt x="63" y="37"/>
                        <a:pt x="63" y="37"/>
                        <a:pt x="63" y="37"/>
                      </a:cubicBezTo>
                      <a:cubicBezTo>
                        <a:pt x="63" y="37"/>
                        <a:pt x="63" y="37"/>
                        <a:pt x="63" y="37"/>
                      </a:cubicBezTo>
                      <a:cubicBezTo>
                        <a:pt x="63" y="37"/>
                        <a:pt x="63" y="37"/>
                        <a:pt x="63" y="37"/>
                      </a:cubicBezTo>
                      <a:cubicBezTo>
                        <a:pt x="63" y="37"/>
                        <a:pt x="63" y="37"/>
                        <a:pt x="63" y="37"/>
                      </a:cubicBezTo>
                      <a:cubicBezTo>
                        <a:pt x="63" y="37"/>
                        <a:pt x="63" y="37"/>
                        <a:pt x="63" y="37"/>
                      </a:cubicBezTo>
                      <a:cubicBezTo>
                        <a:pt x="63" y="37"/>
                        <a:pt x="62" y="36"/>
                        <a:pt x="62" y="36"/>
                      </a:cubicBezTo>
                      <a:cubicBezTo>
                        <a:pt x="62" y="36"/>
                        <a:pt x="62" y="36"/>
                        <a:pt x="62" y="36"/>
                      </a:cubicBezTo>
                      <a:cubicBezTo>
                        <a:pt x="62" y="36"/>
                        <a:pt x="62" y="36"/>
                        <a:pt x="62" y="36"/>
                      </a:cubicBezTo>
                      <a:close/>
                      <a:moveTo>
                        <a:pt x="61" y="41"/>
                      </a:moveTo>
                      <a:cubicBezTo>
                        <a:pt x="61" y="41"/>
                        <a:pt x="61" y="42"/>
                        <a:pt x="61" y="42"/>
                      </a:cubicBezTo>
                      <a:cubicBezTo>
                        <a:pt x="61" y="42"/>
                        <a:pt x="61" y="42"/>
                        <a:pt x="61" y="42"/>
                      </a:cubicBezTo>
                      <a:cubicBezTo>
                        <a:pt x="61" y="42"/>
                        <a:pt x="61" y="42"/>
                        <a:pt x="61" y="42"/>
                      </a:cubicBezTo>
                      <a:cubicBezTo>
                        <a:pt x="61" y="42"/>
                        <a:pt x="61" y="42"/>
                        <a:pt x="61" y="42"/>
                      </a:cubicBezTo>
                      <a:cubicBezTo>
                        <a:pt x="61" y="42"/>
                        <a:pt x="61" y="42"/>
                        <a:pt x="61" y="42"/>
                      </a:cubicBezTo>
                      <a:cubicBezTo>
                        <a:pt x="61" y="42"/>
                        <a:pt x="62" y="42"/>
                        <a:pt x="62" y="42"/>
                      </a:cubicBezTo>
                      <a:cubicBezTo>
                        <a:pt x="62" y="42"/>
                        <a:pt x="62" y="42"/>
                        <a:pt x="62" y="42"/>
                      </a:cubicBezTo>
                      <a:cubicBezTo>
                        <a:pt x="62" y="42"/>
                        <a:pt x="62" y="42"/>
                        <a:pt x="62" y="41"/>
                      </a:cubicBezTo>
                      <a:cubicBezTo>
                        <a:pt x="62" y="41"/>
                        <a:pt x="62" y="41"/>
                        <a:pt x="62" y="41"/>
                      </a:cubicBezTo>
                      <a:cubicBezTo>
                        <a:pt x="63" y="41"/>
                        <a:pt x="63" y="41"/>
                        <a:pt x="63" y="41"/>
                      </a:cubicBezTo>
                      <a:cubicBezTo>
                        <a:pt x="63" y="41"/>
                        <a:pt x="62" y="41"/>
                        <a:pt x="62" y="41"/>
                      </a:cubicBezTo>
                      <a:cubicBezTo>
                        <a:pt x="62" y="40"/>
                        <a:pt x="62" y="40"/>
                        <a:pt x="62" y="40"/>
                      </a:cubicBezTo>
                      <a:cubicBezTo>
                        <a:pt x="62" y="40"/>
                        <a:pt x="62" y="40"/>
                        <a:pt x="62" y="40"/>
                      </a:cubicBezTo>
                      <a:cubicBezTo>
                        <a:pt x="62" y="40"/>
                        <a:pt x="62" y="40"/>
                        <a:pt x="62" y="40"/>
                      </a:cubicBezTo>
                      <a:cubicBezTo>
                        <a:pt x="62" y="40"/>
                        <a:pt x="62" y="40"/>
                        <a:pt x="62" y="40"/>
                      </a:cubicBezTo>
                      <a:cubicBezTo>
                        <a:pt x="61" y="40"/>
                        <a:pt x="61" y="40"/>
                        <a:pt x="61" y="40"/>
                      </a:cubicBezTo>
                      <a:cubicBezTo>
                        <a:pt x="61" y="40"/>
                        <a:pt x="61" y="40"/>
                        <a:pt x="61" y="40"/>
                      </a:cubicBezTo>
                      <a:cubicBezTo>
                        <a:pt x="61" y="40"/>
                        <a:pt x="61" y="40"/>
                        <a:pt x="61" y="40"/>
                      </a:cubicBezTo>
                      <a:cubicBezTo>
                        <a:pt x="61" y="40"/>
                        <a:pt x="61" y="40"/>
                        <a:pt x="61" y="40"/>
                      </a:cubicBezTo>
                      <a:cubicBezTo>
                        <a:pt x="61" y="41"/>
                        <a:pt x="61" y="41"/>
                        <a:pt x="61" y="41"/>
                      </a:cubicBezTo>
                      <a:cubicBezTo>
                        <a:pt x="61" y="41"/>
                        <a:pt x="61" y="40"/>
                        <a:pt x="61" y="40"/>
                      </a:cubicBezTo>
                      <a:cubicBezTo>
                        <a:pt x="61" y="40"/>
                        <a:pt x="61" y="40"/>
                        <a:pt x="61" y="40"/>
                      </a:cubicBezTo>
                      <a:cubicBezTo>
                        <a:pt x="61" y="40"/>
                        <a:pt x="61" y="40"/>
                        <a:pt x="61" y="40"/>
                      </a:cubicBezTo>
                      <a:cubicBezTo>
                        <a:pt x="61" y="40"/>
                        <a:pt x="61" y="40"/>
                        <a:pt x="61" y="40"/>
                      </a:cubicBezTo>
                      <a:cubicBezTo>
                        <a:pt x="61" y="40"/>
                        <a:pt x="61" y="40"/>
                        <a:pt x="61" y="40"/>
                      </a:cubicBezTo>
                      <a:cubicBezTo>
                        <a:pt x="61" y="40"/>
                        <a:pt x="60" y="40"/>
                        <a:pt x="60" y="40"/>
                      </a:cubicBezTo>
                      <a:cubicBezTo>
                        <a:pt x="60" y="40"/>
                        <a:pt x="60" y="41"/>
                        <a:pt x="60" y="41"/>
                      </a:cubicBezTo>
                      <a:cubicBezTo>
                        <a:pt x="60" y="41"/>
                        <a:pt x="60" y="41"/>
                        <a:pt x="60" y="41"/>
                      </a:cubicBezTo>
                      <a:cubicBezTo>
                        <a:pt x="60" y="41"/>
                        <a:pt x="60" y="41"/>
                        <a:pt x="60" y="41"/>
                      </a:cubicBezTo>
                      <a:cubicBezTo>
                        <a:pt x="61" y="41"/>
                        <a:pt x="61" y="41"/>
                        <a:pt x="61" y="41"/>
                      </a:cubicBezTo>
                      <a:close/>
                      <a:moveTo>
                        <a:pt x="61" y="35"/>
                      </a:move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6"/>
                        <a:pt x="61" y="36"/>
                        <a:pt x="61" y="36"/>
                      </a:cubicBezTo>
                      <a:cubicBezTo>
                        <a:pt x="61" y="36"/>
                        <a:pt x="61" y="36"/>
                        <a:pt x="61" y="36"/>
                      </a:cubicBezTo>
                      <a:cubicBezTo>
                        <a:pt x="61" y="36"/>
                        <a:pt x="61" y="36"/>
                        <a:pt x="61" y="36"/>
                      </a:cubicBezTo>
                      <a:cubicBezTo>
                        <a:pt x="61" y="36"/>
                        <a:pt x="61" y="36"/>
                        <a:pt x="61" y="36"/>
                      </a:cubicBezTo>
                      <a:cubicBezTo>
                        <a:pt x="61" y="35"/>
                        <a:pt x="61" y="35"/>
                        <a:pt x="61" y="35"/>
                      </a:cubicBezTo>
                      <a:close/>
                      <a:moveTo>
                        <a:pt x="62" y="35"/>
                      </a:move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lose/>
                      <a:moveTo>
                        <a:pt x="60" y="31"/>
                      </a:moveTo>
                      <a:cubicBezTo>
                        <a:pt x="60" y="31"/>
                        <a:pt x="60" y="31"/>
                        <a:pt x="60" y="31"/>
                      </a:cubicBezTo>
                      <a:cubicBezTo>
                        <a:pt x="60" y="31"/>
                        <a:pt x="60"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1" y="31"/>
                        <a:pt x="61" y="31"/>
                      </a:cubicBezTo>
                      <a:cubicBezTo>
                        <a:pt x="61" y="31"/>
                        <a:pt x="61" y="31"/>
                        <a:pt x="61" y="31"/>
                      </a:cubicBezTo>
                      <a:cubicBezTo>
                        <a:pt x="61" y="31"/>
                        <a:pt x="61" y="31"/>
                        <a:pt x="62" y="31"/>
                      </a:cubicBezTo>
                      <a:cubicBezTo>
                        <a:pt x="62" y="31"/>
                        <a:pt x="62" y="31"/>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2"/>
                        <a:pt x="63" y="32"/>
                        <a:pt x="63" y="32"/>
                      </a:cubicBezTo>
                      <a:cubicBezTo>
                        <a:pt x="63" y="31"/>
                        <a:pt x="63" y="31"/>
                        <a:pt x="63" y="31"/>
                      </a:cubicBezTo>
                      <a:cubicBezTo>
                        <a:pt x="63" y="31"/>
                        <a:pt x="63" y="31"/>
                        <a:pt x="63" y="31"/>
                      </a:cubicBezTo>
                      <a:cubicBezTo>
                        <a:pt x="63" y="31"/>
                        <a:pt x="63" y="31"/>
                        <a:pt x="63" y="31"/>
                      </a:cubicBezTo>
                      <a:cubicBezTo>
                        <a:pt x="63" y="31"/>
                        <a:pt x="63" y="31"/>
                        <a:pt x="63" y="31"/>
                      </a:cubicBezTo>
                      <a:cubicBezTo>
                        <a:pt x="63" y="31"/>
                        <a:pt x="63" y="31"/>
                        <a:pt x="63" y="31"/>
                      </a:cubicBezTo>
                      <a:cubicBezTo>
                        <a:pt x="63" y="31"/>
                        <a:pt x="63" y="31"/>
                        <a:pt x="63" y="31"/>
                      </a:cubicBezTo>
                      <a:cubicBezTo>
                        <a:pt x="63" y="31"/>
                        <a:pt x="63" y="31"/>
                        <a:pt x="63" y="31"/>
                      </a:cubicBezTo>
                      <a:cubicBezTo>
                        <a:pt x="63" y="30"/>
                        <a:pt x="63" y="30"/>
                        <a:pt x="63" y="30"/>
                      </a:cubicBezTo>
                      <a:cubicBezTo>
                        <a:pt x="63" y="30"/>
                        <a:pt x="63" y="30"/>
                        <a:pt x="63" y="30"/>
                      </a:cubicBezTo>
                      <a:cubicBezTo>
                        <a:pt x="63" y="30"/>
                        <a:pt x="62" y="30"/>
                        <a:pt x="62" y="30"/>
                      </a:cubicBezTo>
                      <a:cubicBezTo>
                        <a:pt x="62" y="30"/>
                        <a:pt x="62" y="30"/>
                        <a:pt x="62" y="30"/>
                      </a:cubicBezTo>
                      <a:cubicBezTo>
                        <a:pt x="62" y="30"/>
                        <a:pt x="62" y="30"/>
                        <a:pt x="62" y="30"/>
                      </a:cubicBezTo>
                      <a:cubicBezTo>
                        <a:pt x="62" y="30"/>
                        <a:pt x="62" y="30"/>
                        <a:pt x="62" y="30"/>
                      </a:cubicBezTo>
                      <a:cubicBezTo>
                        <a:pt x="62" y="30"/>
                        <a:pt x="62" y="30"/>
                        <a:pt x="62" y="30"/>
                      </a:cubicBezTo>
                      <a:cubicBezTo>
                        <a:pt x="62" y="29"/>
                        <a:pt x="62" y="29"/>
                        <a:pt x="62" y="30"/>
                      </a:cubicBezTo>
                      <a:cubicBezTo>
                        <a:pt x="62" y="30"/>
                        <a:pt x="62" y="30"/>
                        <a:pt x="62" y="30"/>
                      </a:cubicBezTo>
                      <a:cubicBezTo>
                        <a:pt x="62" y="30"/>
                        <a:pt x="62" y="30"/>
                        <a:pt x="62" y="30"/>
                      </a:cubicBezTo>
                      <a:cubicBezTo>
                        <a:pt x="62" y="30"/>
                        <a:pt x="62" y="30"/>
                        <a:pt x="62" y="30"/>
                      </a:cubicBezTo>
                      <a:cubicBezTo>
                        <a:pt x="62" y="30"/>
                        <a:pt x="62" y="30"/>
                        <a:pt x="62" y="30"/>
                      </a:cubicBezTo>
                      <a:cubicBezTo>
                        <a:pt x="62" y="30"/>
                        <a:pt x="62" y="30"/>
                        <a:pt x="62" y="30"/>
                      </a:cubicBezTo>
                      <a:cubicBezTo>
                        <a:pt x="62" y="30"/>
                        <a:pt x="62" y="30"/>
                        <a:pt x="62" y="30"/>
                      </a:cubicBezTo>
                      <a:cubicBezTo>
                        <a:pt x="62" y="30"/>
                        <a:pt x="62" y="30"/>
                        <a:pt x="62" y="30"/>
                      </a:cubicBezTo>
                      <a:cubicBezTo>
                        <a:pt x="62" y="30"/>
                        <a:pt x="62" y="30"/>
                        <a:pt x="62" y="30"/>
                      </a:cubicBezTo>
                      <a:cubicBezTo>
                        <a:pt x="62"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0" y="30"/>
                      </a:cubicBezTo>
                      <a:cubicBezTo>
                        <a:pt x="60" y="30"/>
                        <a:pt x="60" y="30"/>
                        <a:pt x="60" y="30"/>
                      </a:cubicBezTo>
                      <a:cubicBezTo>
                        <a:pt x="60" y="30"/>
                        <a:pt x="60" y="30"/>
                        <a:pt x="60" y="30"/>
                      </a:cubicBezTo>
                      <a:cubicBezTo>
                        <a:pt x="60" y="30"/>
                        <a:pt x="60" y="30"/>
                        <a:pt x="60" y="31"/>
                      </a:cubicBezTo>
                      <a:cubicBezTo>
                        <a:pt x="60" y="31"/>
                        <a:pt x="60" y="31"/>
                        <a:pt x="60" y="31"/>
                      </a:cubicBezTo>
                      <a:cubicBezTo>
                        <a:pt x="60" y="31"/>
                        <a:pt x="60" y="31"/>
                        <a:pt x="60" y="31"/>
                      </a:cubicBezTo>
                      <a:close/>
                      <a:moveTo>
                        <a:pt x="54" y="41"/>
                      </a:moveTo>
                      <a:cubicBezTo>
                        <a:pt x="54" y="41"/>
                        <a:pt x="55" y="41"/>
                        <a:pt x="55" y="41"/>
                      </a:cubicBezTo>
                      <a:cubicBezTo>
                        <a:pt x="55" y="41"/>
                        <a:pt x="55" y="41"/>
                        <a:pt x="55" y="41"/>
                      </a:cubicBezTo>
                      <a:cubicBezTo>
                        <a:pt x="55" y="41"/>
                        <a:pt x="55" y="41"/>
                        <a:pt x="55" y="41"/>
                      </a:cubicBezTo>
                      <a:cubicBezTo>
                        <a:pt x="55" y="41"/>
                        <a:pt x="55" y="41"/>
                        <a:pt x="55" y="41"/>
                      </a:cubicBezTo>
                      <a:cubicBezTo>
                        <a:pt x="55" y="41"/>
                        <a:pt x="55" y="41"/>
                        <a:pt x="55" y="41"/>
                      </a:cubicBezTo>
                      <a:cubicBezTo>
                        <a:pt x="55" y="41"/>
                        <a:pt x="55" y="41"/>
                        <a:pt x="55" y="41"/>
                      </a:cubicBezTo>
                      <a:cubicBezTo>
                        <a:pt x="56" y="41"/>
                        <a:pt x="56" y="41"/>
                        <a:pt x="56" y="41"/>
                      </a:cubicBezTo>
                      <a:cubicBezTo>
                        <a:pt x="56" y="41"/>
                        <a:pt x="56" y="41"/>
                        <a:pt x="56" y="41"/>
                      </a:cubicBezTo>
                      <a:cubicBezTo>
                        <a:pt x="56" y="41"/>
                        <a:pt x="56" y="41"/>
                        <a:pt x="56" y="41"/>
                      </a:cubicBezTo>
                      <a:cubicBezTo>
                        <a:pt x="56" y="41"/>
                        <a:pt x="56" y="41"/>
                        <a:pt x="56" y="41"/>
                      </a:cubicBezTo>
                      <a:cubicBezTo>
                        <a:pt x="56" y="40"/>
                        <a:pt x="56" y="40"/>
                        <a:pt x="56" y="40"/>
                      </a:cubicBezTo>
                      <a:cubicBezTo>
                        <a:pt x="56" y="40"/>
                        <a:pt x="55" y="40"/>
                        <a:pt x="55" y="40"/>
                      </a:cubicBezTo>
                      <a:cubicBezTo>
                        <a:pt x="55" y="40"/>
                        <a:pt x="55" y="40"/>
                        <a:pt x="55" y="40"/>
                      </a:cubicBezTo>
                      <a:cubicBezTo>
                        <a:pt x="55" y="40"/>
                        <a:pt x="55" y="40"/>
                        <a:pt x="55" y="40"/>
                      </a:cubicBezTo>
                      <a:cubicBezTo>
                        <a:pt x="55" y="40"/>
                        <a:pt x="54" y="40"/>
                        <a:pt x="54" y="40"/>
                      </a:cubicBezTo>
                      <a:cubicBezTo>
                        <a:pt x="54" y="40"/>
                        <a:pt x="54" y="40"/>
                        <a:pt x="54" y="40"/>
                      </a:cubicBezTo>
                      <a:cubicBezTo>
                        <a:pt x="54" y="41"/>
                        <a:pt x="54" y="41"/>
                        <a:pt x="54" y="41"/>
                      </a:cubicBezTo>
                      <a:close/>
                      <a:moveTo>
                        <a:pt x="47" y="31"/>
                      </a:moveTo>
                      <a:cubicBezTo>
                        <a:pt x="47" y="31"/>
                        <a:pt x="47" y="31"/>
                        <a:pt x="47" y="31"/>
                      </a:cubicBezTo>
                      <a:cubicBezTo>
                        <a:pt x="47" y="31"/>
                        <a:pt x="48" y="31"/>
                        <a:pt x="48" y="31"/>
                      </a:cubicBezTo>
                      <a:cubicBezTo>
                        <a:pt x="48" y="32"/>
                        <a:pt x="48" y="32"/>
                        <a:pt x="48" y="32"/>
                      </a:cubicBezTo>
                      <a:cubicBezTo>
                        <a:pt x="48" y="31"/>
                        <a:pt x="48" y="31"/>
                        <a:pt x="48" y="31"/>
                      </a:cubicBezTo>
                      <a:cubicBezTo>
                        <a:pt x="48" y="31"/>
                        <a:pt x="48" y="31"/>
                        <a:pt x="48" y="31"/>
                      </a:cubicBezTo>
                      <a:cubicBezTo>
                        <a:pt x="49" y="31"/>
                        <a:pt x="48" y="31"/>
                        <a:pt x="48" y="31"/>
                      </a:cubicBezTo>
                      <a:cubicBezTo>
                        <a:pt x="48" y="31"/>
                        <a:pt x="48" y="31"/>
                        <a:pt x="48" y="30"/>
                      </a:cubicBezTo>
                      <a:cubicBezTo>
                        <a:pt x="48" y="30"/>
                        <a:pt x="48" y="30"/>
                        <a:pt x="48" y="30"/>
                      </a:cubicBezTo>
                      <a:cubicBezTo>
                        <a:pt x="48" y="30"/>
                        <a:pt x="48" y="30"/>
                        <a:pt x="48" y="30"/>
                      </a:cubicBezTo>
                      <a:cubicBezTo>
                        <a:pt x="48" y="30"/>
                        <a:pt x="48" y="30"/>
                        <a:pt x="48" y="30"/>
                      </a:cubicBezTo>
                      <a:cubicBezTo>
                        <a:pt x="48" y="29"/>
                        <a:pt x="48" y="29"/>
                        <a:pt x="48" y="29"/>
                      </a:cubicBezTo>
                      <a:cubicBezTo>
                        <a:pt x="48" y="29"/>
                        <a:pt x="48" y="29"/>
                        <a:pt x="47" y="29"/>
                      </a:cubicBezTo>
                      <a:cubicBezTo>
                        <a:pt x="47" y="29"/>
                        <a:pt x="47" y="28"/>
                        <a:pt x="47" y="28"/>
                      </a:cubicBezTo>
                      <a:cubicBezTo>
                        <a:pt x="47" y="28"/>
                        <a:pt x="47" y="29"/>
                        <a:pt x="47" y="29"/>
                      </a:cubicBezTo>
                      <a:cubicBezTo>
                        <a:pt x="47" y="29"/>
                        <a:pt x="47" y="29"/>
                        <a:pt x="47" y="29"/>
                      </a:cubicBezTo>
                      <a:cubicBezTo>
                        <a:pt x="47" y="29"/>
                        <a:pt x="47" y="29"/>
                        <a:pt x="47" y="29"/>
                      </a:cubicBezTo>
                      <a:cubicBezTo>
                        <a:pt x="47" y="29"/>
                        <a:pt x="47" y="29"/>
                        <a:pt x="47" y="30"/>
                      </a:cubicBezTo>
                      <a:cubicBezTo>
                        <a:pt x="47" y="30"/>
                        <a:pt x="47" y="30"/>
                        <a:pt x="47" y="30"/>
                      </a:cubicBezTo>
                      <a:cubicBezTo>
                        <a:pt x="47" y="30"/>
                        <a:pt x="47" y="31"/>
                        <a:pt x="47" y="31"/>
                      </a:cubicBezTo>
                      <a:close/>
                      <a:moveTo>
                        <a:pt x="46" y="28"/>
                      </a:moveTo>
                      <a:cubicBezTo>
                        <a:pt x="46" y="28"/>
                        <a:pt x="47" y="28"/>
                        <a:pt x="47" y="28"/>
                      </a:cubicBezTo>
                      <a:cubicBezTo>
                        <a:pt x="47" y="28"/>
                        <a:pt x="47" y="28"/>
                        <a:pt x="48" y="28"/>
                      </a:cubicBezTo>
                      <a:cubicBezTo>
                        <a:pt x="48" y="29"/>
                        <a:pt x="48" y="29"/>
                        <a:pt x="48" y="29"/>
                      </a:cubicBezTo>
                      <a:cubicBezTo>
                        <a:pt x="48" y="29"/>
                        <a:pt x="48" y="29"/>
                        <a:pt x="49" y="29"/>
                      </a:cubicBezTo>
                      <a:cubicBezTo>
                        <a:pt x="49" y="29"/>
                        <a:pt x="49" y="29"/>
                        <a:pt x="49" y="28"/>
                      </a:cubicBezTo>
                      <a:cubicBezTo>
                        <a:pt x="49" y="28"/>
                        <a:pt x="48" y="28"/>
                        <a:pt x="48" y="28"/>
                      </a:cubicBezTo>
                      <a:cubicBezTo>
                        <a:pt x="48" y="27"/>
                        <a:pt x="48" y="27"/>
                        <a:pt x="47" y="27"/>
                      </a:cubicBezTo>
                      <a:cubicBezTo>
                        <a:pt x="47" y="27"/>
                        <a:pt x="47" y="27"/>
                        <a:pt x="46" y="27"/>
                      </a:cubicBezTo>
                      <a:cubicBezTo>
                        <a:pt x="46" y="27"/>
                        <a:pt x="46" y="27"/>
                        <a:pt x="45" y="27"/>
                      </a:cubicBezTo>
                      <a:cubicBezTo>
                        <a:pt x="45" y="27"/>
                        <a:pt x="46" y="27"/>
                        <a:pt x="46" y="27"/>
                      </a:cubicBezTo>
                      <a:cubicBezTo>
                        <a:pt x="46" y="28"/>
                        <a:pt x="46" y="28"/>
                        <a:pt x="46" y="28"/>
                      </a:cubicBezTo>
                      <a:close/>
                      <a:moveTo>
                        <a:pt x="42" y="26"/>
                      </a:moveTo>
                      <a:cubicBezTo>
                        <a:pt x="42" y="26"/>
                        <a:pt x="42" y="26"/>
                        <a:pt x="42" y="26"/>
                      </a:cubicBezTo>
                      <a:cubicBezTo>
                        <a:pt x="42" y="26"/>
                        <a:pt x="42" y="26"/>
                        <a:pt x="42" y="26"/>
                      </a:cubicBezTo>
                      <a:cubicBezTo>
                        <a:pt x="42" y="26"/>
                        <a:pt x="42" y="26"/>
                        <a:pt x="42" y="26"/>
                      </a:cubicBezTo>
                      <a:cubicBezTo>
                        <a:pt x="42" y="26"/>
                        <a:pt x="43" y="26"/>
                        <a:pt x="43" y="26"/>
                      </a:cubicBezTo>
                      <a:cubicBezTo>
                        <a:pt x="43" y="26"/>
                        <a:pt x="43" y="26"/>
                        <a:pt x="43" y="26"/>
                      </a:cubicBezTo>
                      <a:cubicBezTo>
                        <a:pt x="43" y="26"/>
                        <a:pt x="43" y="26"/>
                        <a:pt x="43" y="26"/>
                      </a:cubicBezTo>
                      <a:cubicBezTo>
                        <a:pt x="44" y="26"/>
                        <a:pt x="44" y="26"/>
                        <a:pt x="44" y="26"/>
                      </a:cubicBezTo>
                      <a:cubicBezTo>
                        <a:pt x="44" y="25"/>
                        <a:pt x="44" y="25"/>
                        <a:pt x="44" y="25"/>
                      </a:cubicBezTo>
                      <a:cubicBezTo>
                        <a:pt x="44" y="25"/>
                        <a:pt x="44" y="25"/>
                        <a:pt x="44" y="25"/>
                      </a:cubicBezTo>
                      <a:cubicBezTo>
                        <a:pt x="44" y="25"/>
                        <a:pt x="44" y="24"/>
                        <a:pt x="44" y="24"/>
                      </a:cubicBezTo>
                      <a:cubicBezTo>
                        <a:pt x="44" y="24"/>
                        <a:pt x="44" y="24"/>
                        <a:pt x="44" y="24"/>
                      </a:cubicBezTo>
                      <a:cubicBezTo>
                        <a:pt x="43" y="24"/>
                        <a:pt x="43" y="24"/>
                        <a:pt x="43" y="24"/>
                      </a:cubicBezTo>
                      <a:cubicBezTo>
                        <a:pt x="43" y="24"/>
                        <a:pt x="43" y="24"/>
                        <a:pt x="43" y="24"/>
                      </a:cubicBezTo>
                      <a:cubicBezTo>
                        <a:pt x="43" y="24"/>
                        <a:pt x="43" y="24"/>
                        <a:pt x="42" y="24"/>
                      </a:cubicBezTo>
                      <a:cubicBezTo>
                        <a:pt x="42" y="24"/>
                        <a:pt x="42" y="24"/>
                        <a:pt x="42" y="24"/>
                      </a:cubicBezTo>
                      <a:cubicBezTo>
                        <a:pt x="42" y="24"/>
                        <a:pt x="42" y="24"/>
                        <a:pt x="42" y="24"/>
                      </a:cubicBezTo>
                      <a:cubicBezTo>
                        <a:pt x="42" y="24"/>
                        <a:pt x="42" y="24"/>
                        <a:pt x="41" y="24"/>
                      </a:cubicBezTo>
                      <a:cubicBezTo>
                        <a:pt x="41" y="24"/>
                        <a:pt x="41" y="25"/>
                        <a:pt x="41" y="25"/>
                      </a:cubicBezTo>
                      <a:cubicBezTo>
                        <a:pt x="41" y="25"/>
                        <a:pt x="41" y="25"/>
                        <a:pt x="41" y="25"/>
                      </a:cubicBezTo>
                      <a:cubicBezTo>
                        <a:pt x="41" y="25"/>
                        <a:pt x="42" y="26"/>
                        <a:pt x="42" y="26"/>
                      </a:cubicBezTo>
                      <a:close/>
                      <a:moveTo>
                        <a:pt x="56" y="40"/>
                      </a:moveTo>
                      <a:cubicBezTo>
                        <a:pt x="56" y="40"/>
                        <a:pt x="57" y="40"/>
                        <a:pt x="57" y="40"/>
                      </a:cubicBezTo>
                      <a:cubicBezTo>
                        <a:pt x="57" y="40"/>
                        <a:pt x="57" y="40"/>
                        <a:pt x="57" y="40"/>
                      </a:cubicBezTo>
                      <a:cubicBezTo>
                        <a:pt x="57" y="40"/>
                        <a:pt x="57" y="40"/>
                        <a:pt x="57" y="40"/>
                      </a:cubicBezTo>
                      <a:cubicBezTo>
                        <a:pt x="57" y="40"/>
                        <a:pt x="57" y="40"/>
                        <a:pt x="57" y="40"/>
                      </a:cubicBezTo>
                      <a:cubicBezTo>
                        <a:pt x="57" y="40"/>
                        <a:pt x="57" y="40"/>
                        <a:pt x="57" y="39"/>
                      </a:cubicBezTo>
                      <a:cubicBezTo>
                        <a:pt x="57" y="39"/>
                        <a:pt x="57" y="39"/>
                        <a:pt x="56" y="39"/>
                      </a:cubicBezTo>
                      <a:cubicBezTo>
                        <a:pt x="56" y="39"/>
                        <a:pt x="56" y="39"/>
                        <a:pt x="56" y="39"/>
                      </a:cubicBezTo>
                      <a:cubicBezTo>
                        <a:pt x="56" y="39"/>
                        <a:pt x="56" y="39"/>
                        <a:pt x="56" y="39"/>
                      </a:cubicBezTo>
                      <a:cubicBezTo>
                        <a:pt x="56" y="39"/>
                        <a:pt x="56" y="39"/>
                        <a:pt x="55" y="39"/>
                      </a:cubicBezTo>
                      <a:cubicBezTo>
                        <a:pt x="55" y="39"/>
                        <a:pt x="55" y="40"/>
                        <a:pt x="55" y="40"/>
                      </a:cubicBezTo>
                      <a:cubicBezTo>
                        <a:pt x="55" y="40"/>
                        <a:pt x="55" y="40"/>
                        <a:pt x="55" y="40"/>
                      </a:cubicBezTo>
                      <a:cubicBezTo>
                        <a:pt x="55" y="40"/>
                        <a:pt x="55" y="40"/>
                        <a:pt x="55" y="40"/>
                      </a:cubicBezTo>
                      <a:cubicBezTo>
                        <a:pt x="55" y="40"/>
                        <a:pt x="55" y="40"/>
                        <a:pt x="56" y="40"/>
                      </a:cubicBezTo>
                      <a:cubicBezTo>
                        <a:pt x="56" y="40"/>
                        <a:pt x="56" y="40"/>
                        <a:pt x="56" y="40"/>
                      </a:cubicBezTo>
                      <a:cubicBezTo>
                        <a:pt x="56" y="40"/>
                        <a:pt x="56" y="40"/>
                        <a:pt x="56" y="40"/>
                      </a:cubicBezTo>
                      <a:cubicBezTo>
                        <a:pt x="56" y="40"/>
                        <a:pt x="56" y="40"/>
                        <a:pt x="56" y="40"/>
                      </a:cubicBezTo>
                      <a:close/>
                      <a:moveTo>
                        <a:pt x="48" y="30"/>
                      </a:moveTo>
                      <a:cubicBezTo>
                        <a:pt x="48" y="31"/>
                        <a:pt x="49" y="31"/>
                        <a:pt x="49" y="31"/>
                      </a:cubicBezTo>
                      <a:cubicBezTo>
                        <a:pt x="49" y="31"/>
                        <a:pt x="49" y="31"/>
                        <a:pt x="48" y="32"/>
                      </a:cubicBezTo>
                      <a:cubicBezTo>
                        <a:pt x="48" y="32"/>
                        <a:pt x="48" y="32"/>
                        <a:pt x="48" y="32"/>
                      </a:cubicBezTo>
                      <a:cubicBezTo>
                        <a:pt x="48" y="32"/>
                        <a:pt x="48" y="32"/>
                        <a:pt x="48" y="32"/>
                      </a:cubicBezTo>
                      <a:cubicBezTo>
                        <a:pt x="48" y="32"/>
                        <a:pt x="48" y="32"/>
                        <a:pt x="49" y="32"/>
                      </a:cubicBezTo>
                      <a:cubicBezTo>
                        <a:pt x="49" y="33"/>
                        <a:pt x="49" y="33"/>
                        <a:pt x="50" y="33"/>
                      </a:cubicBezTo>
                      <a:cubicBezTo>
                        <a:pt x="50" y="32"/>
                        <a:pt x="50" y="32"/>
                        <a:pt x="51" y="32"/>
                      </a:cubicBezTo>
                      <a:cubicBezTo>
                        <a:pt x="51" y="32"/>
                        <a:pt x="51" y="32"/>
                        <a:pt x="51" y="32"/>
                      </a:cubicBezTo>
                      <a:cubicBezTo>
                        <a:pt x="51" y="33"/>
                        <a:pt x="51" y="33"/>
                        <a:pt x="51" y="33"/>
                      </a:cubicBezTo>
                      <a:cubicBezTo>
                        <a:pt x="52" y="33"/>
                        <a:pt x="52" y="33"/>
                        <a:pt x="52" y="33"/>
                      </a:cubicBezTo>
                      <a:cubicBezTo>
                        <a:pt x="52" y="33"/>
                        <a:pt x="52" y="32"/>
                        <a:pt x="52" y="32"/>
                      </a:cubicBezTo>
                      <a:cubicBezTo>
                        <a:pt x="52" y="32"/>
                        <a:pt x="52" y="32"/>
                        <a:pt x="52" y="32"/>
                      </a:cubicBezTo>
                      <a:cubicBezTo>
                        <a:pt x="51" y="32"/>
                        <a:pt x="51" y="32"/>
                        <a:pt x="51" y="32"/>
                      </a:cubicBezTo>
                      <a:cubicBezTo>
                        <a:pt x="51" y="31"/>
                        <a:pt x="51" y="31"/>
                        <a:pt x="51" y="31"/>
                      </a:cubicBezTo>
                      <a:cubicBezTo>
                        <a:pt x="50" y="31"/>
                        <a:pt x="50" y="31"/>
                        <a:pt x="50" y="31"/>
                      </a:cubicBezTo>
                      <a:cubicBezTo>
                        <a:pt x="50" y="31"/>
                        <a:pt x="50" y="31"/>
                        <a:pt x="50" y="31"/>
                      </a:cubicBezTo>
                      <a:cubicBezTo>
                        <a:pt x="49" y="31"/>
                        <a:pt x="49" y="31"/>
                        <a:pt x="49" y="31"/>
                      </a:cubicBezTo>
                      <a:cubicBezTo>
                        <a:pt x="49" y="31"/>
                        <a:pt x="49" y="30"/>
                        <a:pt x="49" y="30"/>
                      </a:cubicBezTo>
                      <a:cubicBezTo>
                        <a:pt x="49" y="30"/>
                        <a:pt x="49" y="30"/>
                        <a:pt x="48" y="30"/>
                      </a:cubicBezTo>
                      <a:close/>
                      <a:moveTo>
                        <a:pt x="55" y="40"/>
                      </a:moveTo>
                      <a:cubicBezTo>
                        <a:pt x="55" y="40"/>
                        <a:pt x="55" y="40"/>
                        <a:pt x="55" y="40"/>
                      </a:cubicBezTo>
                      <a:cubicBezTo>
                        <a:pt x="55" y="40"/>
                        <a:pt x="55" y="40"/>
                        <a:pt x="55" y="40"/>
                      </a:cubicBezTo>
                      <a:cubicBezTo>
                        <a:pt x="55" y="39"/>
                        <a:pt x="55" y="39"/>
                        <a:pt x="55" y="39"/>
                      </a:cubicBezTo>
                      <a:cubicBezTo>
                        <a:pt x="55" y="39"/>
                        <a:pt x="55" y="39"/>
                        <a:pt x="55" y="39"/>
                      </a:cubicBezTo>
                      <a:cubicBezTo>
                        <a:pt x="55" y="39"/>
                        <a:pt x="55" y="39"/>
                        <a:pt x="56" y="39"/>
                      </a:cubicBezTo>
                      <a:cubicBezTo>
                        <a:pt x="56" y="39"/>
                        <a:pt x="55" y="39"/>
                        <a:pt x="55" y="39"/>
                      </a:cubicBezTo>
                      <a:cubicBezTo>
                        <a:pt x="55" y="39"/>
                        <a:pt x="55" y="39"/>
                        <a:pt x="55" y="39"/>
                      </a:cubicBezTo>
                      <a:cubicBezTo>
                        <a:pt x="55" y="39"/>
                        <a:pt x="55" y="39"/>
                        <a:pt x="55" y="39"/>
                      </a:cubicBezTo>
                      <a:cubicBezTo>
                        <a:pt x="55" y="39"/>
                        <a:pt x="54" y="39"/>
                        <a:pt x="54" y="39"/>
                      </a:cubicBezTo>
                      <a:cubicBezTo>
                        <a:pt x="54" y="39"/>
                        <a:pt x="54" y="39"/>
                        <a:pt x="54" y="39"/>
                      </a:cubicBezTo>
                      <a:cubicBezTo>
                        <a:pt x="54" y="40"/>
                        <a:pt x="54" y="40"/>
                        <a:pt x="54" y="40"/>
                      </a:cubicBezTo>
                      <a:cubicBezTo>
                        <a:pt x="54" y="40"/>
                        <a:pt x="54" y="40"/>
                        <a:pt x="54" y="40"/>
                      </a:cubicBezTo>
                      <a:cubicBezTo>
                        <a:pt x="54" y="40"/>
                        <a:pt x="54" y="40"/>
                        <a:pt x="55" y="40"/>
                      </a:cubicBezTo>
                      <a:close/>
                      <a:moveTo>
                        <a:pt x="55" y="32"/>
                      </a:moveTo>
                      <a:cubicBezTo>
                        <a:pt x="55" y="32"/>
                        <a:pt x="55" y="32"/>
                        <a:pt x="55" y="32"/>
                      </a:cubicBezTo>
                      <a:cubicBezTo>
                        <a:pt x="55" y="32"/>
                        <a:pt x="55" y="32"/>
                        <a:pt x="55" y="32"/>
                      </a:cubicBezTo>
                      <a:cubicBezTo>
                        <a:pt x="54" y="32"/>
                        <a:pt x="54" y="32"/>
                        <a:pt x="54" y="32"/>
                      </a:cubicBezTo>
                      <a:cubicBezTo>
                        <a:pt x="54" y="32"/>
                        <a:pt x="54" y="32"/>
                        <a:pt x="54" y="32"/>
                      </a:cubicBezTo>
                      <a:cubicBezTo>
                        <a:pt x="54" y="32"/>
                        <a:pt x="54" y="32"/>
                        <a:pt x="54" y="32"/>
                      </a:cubicBezTo>
                      <a:cubicBezTo>
                        <a:pt x="54" y="33"/>
                        <a:pt x="54" y="33"/>
                        <a:pt x="54" y="33"/>
                      </a:cubicBezTo>
                      <a:cubicBezTo>
                        <a:pt x="54" y="33"/>
                        <a:pt x="54" y="33"/>
                        <a:pt x="54" y="33"/>
                      </a:cubicBezTo>
                      <a:cubicBezTo>
                        <a:pt x="55" y="33"/>
                        <a:pt x="55" y="33"/>
                        <a:pt x="55" y="33"/>
                      </a:cubicBezTo>
                      <a:cubicBezTo>
                        <a:pt x="55" y="33"/>
                        <a:pt x="55" y="33"/>
                        <a:pt x="55" y="33"/>
                      </a:cubicBezTo>
                      <a:cubicBezTo>
                        <a:pt x="55" y="33"/>
                        <a:pt x="55" y="33"/>
                        <a:pt x="55" y="33"/>
                      </a:cubicBezTo>
                      <a:cubicBezTo>
                        <a:pt x="55" y="33"/>
                        <a:pt x="55" y="33"/>
                        <a:pt x="55" y="33"/>
                      </a:cubicBezTo>
                      <a:cubicBezTo>
                        <a:pt x="55" y="33"/>
                        <a:pt x="55" y="33"/>
                        <a:pt x="55" y="33"/>
                      </a:cubicBezTo>
                      <a:cubicBezTo>
                        <a:pt x="55" y="33"/>
                        <a:pt x="55" y="33"/>
                        <a:pt x="55" y="33"/>
                      </a:cubicBezTo>
                      <a:cubicBezTo>
                        <a:pt x="55" y="33"/>
                        <a:pt x="55" y="33"/>
                        <a:pt x="55" y="32"/>
                      </a:cubicBezTo>
                      <a:cubicBezTo>
                        <a:pt x="55" y="32"/>
                        <a:pt x="55" y="32"/>
                        <a:pt x="55" y="32"/>
                      </a:cubicBezTo>
                      <a:cubicBezTo>
                        <a:pt x="55" y="32"/>
                        <a:pt x="55" y="33"/>
                        <a:pt x="56" y="33"/>
                      </a:cubicBezTo>
                      <a:cubicBezTo>
                        <a:pt x="56" y="33"/>
                        <a:pt x="55" y="32"/>
                        <a:pt x="55" y="32"/>
                      </a:cubicBezTo>
                      <a:cubicBezTo>
                        <a:pt x="55" y="32"/>
                        <a:pt x="55" y="32"/>
                        <a:pt x="55" y="32"/>
                      </a:cubicBezTo>
                      <a:cubicBezTo>
                        <a:pt x="55" y="32"/>
                        <a:pt x="55" y="31"/>
                        <a:pt x="55" y="31"/>
                      </a:cubicBezTo>
                      <a:cubicBezTo>
                        <a:pt x="55" y="31"/>
                        <a:pt x="55" y="31"/>
                        <a:pt x="55" y="31"/>
                      </a:cubicBezTo>
                      <a:cubicBezTo>
                        <a:pt x="55" y="31"/>
                        <a:pt x="55" y="31"/>
                        <a:pt x="55" y="32"/>
                      </a:cubicBezTo>
                      <a:close/>
                      <a:moveTo>
                        <a:pt x="50" y="31"/>
                      </a:moveTo>
                      <a:cubicBezTo>
                        <a:pt x="50" y="31"/>
                        <a:pt x="50" y="31"/>
                        <a:pt x="51" y="31"/>
                      </a:cubicBezTo>
                      <a:cubicBezTo>
                        <a:pt x="51" y="31"/>
                        <a:pt x="51" y="31"/>
                        <a:pt x="51" y="31"/>
                      </a:cubicBezTo>
                      <a:cubicBezTo>
                        <a:pt x="51" y="31"/>
                        <a:pt x="51" y="31"/>
                        <a:pt x="51" y="31"/>
                      </a:cubicBezTo>
                      <a:cubicBezTo>
                        <a:pt x="52" y="32"/>
                        <a:pt x="52" y="32"/>
                        <a:pt x="52" y="32"/>
                      </a:cubicBezTo>
                      <a:cubicBezTo>
                        <a:pt x="52" y="32"/>
                        <a:pt x="52" y="32"/>
                        <a:pt x="52" y="32"/>
                      </a:cubicBezTo>
                      <a:cubicBezTo>
                        <a:pt x="52" y="32"/>
                        <a:pt x="52" y="32"/>
                        <a:pt x="53" y="32"/>
                      </a:cubicBezTo>
                      <a:cubicBezTo>
                        <a:pt x="53" y="32"/>
                        <a:pt x="53" y="32"/>
                        <a:pt x="53" y="32"/>
                      </a:cubicBezTo>
                      <a:cubicBezTo>
                        <a:pt x="53" y="32"/>
                        <a:pt x="53" y="32"/>
                        <a:pt x="53" y="32"/>
                      </a:cubicBezTo>
                      <a:cubicBezTo>
                        <a:pt x="53" y="32"/>
                        <a:pt x="53" y="31"/>
                        <a:pt x="53" y="31"/>
                      </a:cubicBezTo>
                      <a:cubicBezTo>
                        <a:pt x="52" y="31"/>
                        <a:pt x="52" y="31"/>
                        <a:pt x="52" y="31"/>
                      </a:cubicBezTo>
                      <a:cubicBezTo>
                        <a:pt x="52" y="30"/>
                        <a:pt x="52" y="30"/>
                        <a:pt x="51" y="30"/>
                      </a:cubicBezTo>
                      <a:cubicBezTo>
                        <a:pt x="51" y="30"/>
                        <a:pt x="51" y="30"/>
                        <a:pt x="51" y="30"/>
                      </a:cubicBezTo>
                      <a:cubicBezTo>
                        <a:pt x="51" y="30"/>
                        <a:pt x="51" y="30"/>
                        <a:pt x="51" y="30"/>
                      </a:cubicBezTo>
                      <a:cubicBezTo>
                        <a:pt x="50" y="30"/>
                        <a:pt x="50" y="30"/>
                        <a:pt x="50" y="30"/>
                      </a:cubicBezTo>
                      <a:cubicBezTo>
                        <a:pt x="50" y="30"/>
                        <a:pt x="50" y="30"/>
                        <a:pt x="50" y="30"/>
                      </a:cubicBezTo>
                      <a:cubicBezTo>
                        <a:pt x="50" y="30"/>
                        <a:pt x="50" y="30"/>
                        <a:pt x="50" y="31"/>
                      </a:cubicBezTo>
                      <a:cubicBezTo>
                        <a:pt x="50" y="31"/>
                        <a:pt x="50" y="31"/>
                        <a:pt x="50" y="31"/>
                      </a:cubicBezTo>
                      <a:cubicBezTo>
                        <a:pt x="50" y="31"/>
                        <a:pt x="50" y="31"/>
                        <a:pt x="50" y="31"/>
                      </a:cubicBezTo>
                      <a:close/>
                      <a:moveTo>
                        <a:pt x="52" y="34"/>
                      </a:moveTo>
                      <a:cubicBezTo>
                        <a:pt x="52" y="33"/>
                        <a:pt x="52" y="33"/>
                        <a:pt x="52" y="33"/>
                      </a:cubicBezTo>
                      <a:cubicBezTo>
                        <a:pt x="52" y="33"/>
                        <a:pt x="52" y="33"/>
                        <a:pt x="52" y="33"/>
                      </a:cubicBezTo>
                      <a:cubicBezTo>
                        <a:pt x="52" y="33"/>
                        <a:pt x="52" y="33"/>
                        <a:pt x="52" y="33"/>
                      </a:cubicBezTo>
                      <a:cubicBezTo>
                        <a:pt x="52" y="33"/>
                        <a:pt x="52" y="34"/>
                        <a:pt x="52" y="34"/>
                      </a:cubicBezTo>
                      <a:cubicBezTo>
                        <a:pt x="52" y="34"/>
                        <a:pt x="52" y="34"/>
                        <a:pt x="52" y="34"/>
                      </a:cubicBezTo>
                      <a:cubicBezTo>
                        <a:pt x="52" y="34"/>
                        <a:pt x="52" y="34"/>
                        <a:pt x="52" y="34"/>
                      </a:cubicBezTo>
                      <a:cubicBezTo>
                        <a:pt x="53" y="34"/>
                        <a:pt x="53" y="34"/>
                        <a:pt x="53" y="34"/>
                      </a:cubicBezTo>
                      <a:cubicBezTo>
                        <a:pt x="53" y="34"/>
                        <a:pt x="53" y="34"/>
                        <a:pt x="52" y="34"/>
                      </a:cubicBezTo>
                      <a:cubicBezTo>
                        <a:pt x="52" y="34"/>
                        <a:pt x="52" y="34"/>
                        <a:pt x="52" y="34"/>
                      </a:cubicBezTo>
                      <a:close/>
                      <a:moveTo>
                        <a:pt x="53" y="33"/>
                      </a:moveTo>
                      <a:cubicBezTo>
                        <a:pt x="53" y="34"/>
                        <a:pt x="53" y="34"/>
                        <a:pt x="53" y="34"/>
                      </a:cubicBezTo>
                      <a:cubicBezTo>
                        <a:pt x="53" y="34"/>
                        <a:pt x="53" y="34"/>
                        <a:pt x="53" y="34"/>
                      </a:cubicBezTo>
                      <a:cubicBezTo>
                        <a:pt x="53" y="34"/>
                        <a:pt x="53" y="34"/>
                        <a:pt x="53" y="34"/>
                      </a:cubicBezTo>
                      <a:cubicBezTo>
                        <a:pt x="53" y="34"/>
                        <a:pt x="54" y="34"/>
                        <a:pt x="54" y="34"/>
                      </a:cubicBezTo>
                      <a:cubicBezTo>
                        <a:pt x="54" y="34"/>
                        <a:pt x="54" y="34"/>
                        <a:pt x="54" y="34"/>
                      </a:cubicBezTo>
                      <a:cubicBezTo>
                        <a:pt x="54" y="34"/>
                        <a:pt x="54" y="34"/>
                        <a:pt x="54" y="33"/>
                      </a:cubicBezTo>
                      <a:cubicBezTo>
                        <a:pt x="54" y="33"/>
                        <a:pt x="54" y="33"/>
                        <a:pt x="54" y="33"/>
                      </a:cubicBezTo>
                      <a:cubicBezTo>
                        <a:pt x="53" y="33"/>
                        <a:pt x="53" y="33"/>
                        <a:pt x="53" y="33"/>
                      </a:cubicBezTo>
                      <a:cubicBezTo>
                        <a:pt x="53" y="33"/>
                        <a:pt x="53" y="33"/>
                        <a:pt x="53" y="33"/>
                      </a:cubicBezTo>
                      <a:cubicBezTo>
                        <a:pt x="53" y="33"/>
                        <a:pt x="53" y="33"/>
                        <a:pt x="53" y="33"/>
                      </a:cubicBezTo>
                      <a:close/>
                      <a:moveTo>
                        <a:pt x="54" y="31"/>
                      </a:moveTo>
                      <a:cubicBezTo>
                        <a:pt x="54" y="31"/>
                        <a:pt x="54" y="31"/>
                        <a:pt x="55" y="31"/>
                      </a:cubicBezTo>
                      <a:cubicBezTo>
                        <a:pt x="55" y="31"/>
                        <a:pt x="55" y="31"/>
                        <a:pt x="55" y="31"/>
                      </a:cubicBezTo>
                      <a:cubicBezTo>
                        <a:pt x="55" y="31"/>
                        <a:pt x="55" y="31"/>
                        <a:pt x="55" y="31"/>
                      </a:cubicBezTo>
                      <a:cubicBezTo>
                        <a:pt x="55" y="31"/>
                        <a:pt x="55" y="31"/>
                        <a:pt x="55" y="30"/>
                      </a:cubicBezTo>
                      <a:cubicBezTo>
                        <a:pt x="55" y="30"/>
                        <a:pt x="54" y="30"/>
                        <a:pt x="54" y="30"/>
                      </a:cubicBezTo>
                      <a:cubicBezTo>
                        <a:pt x="54" y="30"/>
                        <a:pt x="54" y="30"/>
                        <a:pt x="54" y="30"/>
                      </a:cubicBezTo>
                      <a:cubicBezTo>
                        <a:pt x="54" y="30"/>
                        <a:pt x="54" y="30"/>
                        <a:pt x="54" y="30"/>
                      </a:cubicBezTo>
                      <a:cubicBezTo>
                        <a:pt x="54" y="30"/>
                        <a:pt x="54" y="30"/>
                        <a:pt x="54" y="31"/>
                      </a:cubicBezTo>
                      <a:cubicBezTo>
                        <a:pt x="54" y="31"/>
                        <a:pt x="54" y="31"/>
                        <a:pt x="54" y="31"/>
                      </a:cubicBezTo>
                      <a:close/>
                      <a:moveTo>
                        <a:pt x="22" y="39"/>
                      </a:moveTo>
                      <a:cubicBezTo>
                        <a:pt x="22" y="39"/>
                        <a:pt x="22" y="39"/>
                        <a:pt x="22" y="39"/>
                      </a:cubicBezTo>
                      <a:cubicBezTo>
                        <a:pt x="22" y="39"/>
                        <a:pt x="22" y="39"/>
                        <a:pt x="22" y="40"/>
                      </a:cubicBezTo>
                      <a:cubicBezTo>
                        <a:pt x="22" y="40"/>
                        <a:pt x="21" y="40"/>
                        <a:pt x="21" y="40"/>
                      </a:cubicBezTo>
                      <a:cubicBezTo>
                        <a:pt x="21" y="40"/>
                        <a:pt x="21" y="40"/>
                        <a:pt x="21" y="40"/>
                      </a:cubicBezTo>
                      <a:cubicBezTo>
                        <a:pt x="21" y="40"/>
                        <a:pt x="21" y="40"/>
                        <a:pt x="21" y="40"/>
                      </a:cubicBezTo>
                      <a:cubicBezTo>
                        <a:pt x="21" y="40"/>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2"/>
                        <a:pt x="21" y="42"/>
                      </a:cubicBezTo>
                      <a:cubicBezTo>
                        <a:pt x="21" y="42"/>
                        <a:pt x="21" y="41"/>
                        <a:pt x="22" y="41"/>
                      </a:cubicBezTo>
                      <a:cubicBezTo>
                        <a:pt x="22" y="41"/>
                        <a:pt x="22" y="41"/>
                        <a:pt x="22" y="41"/>
                      </a:cubicBezTo>
                      <a:cubicBezTo>
                        <a:pt x="22" y="41"/>
                        <a:pt x="22" y="41"/>
                        <a:pt x="22" y="41"/>
                      </a:cubicBezTo>
                      <a:cubicBezTo>
                        <a:pt x="22" y="41"/>
                        <a:pt x="22" y="41"/>
                        <a:pt x="22" y="41"/>
                      </a:cubicBezTo>
                      <a:cubicBezTo>
                        <a:pt x="22" y="41"/>
                        <a:pt x="22" y="41"/>
                        <a:pt x="22" y="41"/>
                      </a:cubicBezTo>
                      <a:cubicBezTo>
                        <a:pt x="22" y="41"/>
                        <a:pt x="22" y="41"/>
                        <a:pt x="22" y="41"/>
                      </a:cubicBezTo>
                      <a:cubicBezTo>
                        <a:pt x="22" y="41"/>
                        <a:pt x="22" y="41"/>
                        <a:pt x="22" y="41"/>
                      </a:cubicBezTo>
                      <a:cubicBezTo>
                        <a:pt x="22" y="40"/>
                        <a:pt x="22" y="40"/>
                        <a:pt x="22" y="40"/>
                      </a:cubicBezTo>
                      <a:cubicBezTo>
                        <a:pt x="22" y="40"/>
                        <a:pt x="22" y="40"/>
                        <a:pt x="22" y="40"/>
                      </a:cubicBezTo>
                      <a:cubicBezTo>
                        <a:pt x="22" y="40"/>
                        <a:pt x="22" y="40"/>
                        <a:pt x="22" y="39"/>
                      </a:cubicBezTo>
                      <a:close/>
                      <a:moveTo>
                        <a:pt x="23" y="37"/>
                      </a:moveTo>
                      <a:cubicBezTo>
                        <a:pt x="23"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6"/>
                        <a:pt x="24" y="37"/>
                        <a:pt x="24" y="37"/>
                      </a:cubicBezTo>
                      <a:cubicBezTo>
                        <a:pt x="24" y="37"/>
                        <a:pt x="24" y="37"/>
                        <a:pt x="24" y="37"/>
                      </a:cubicBezTo>
                      <a:cubicBezTo>
                        <a:pt x="24" y="37"/>
                        <a:pt x="23" y="37"/>
                        <a:pt x="23" y="37"/>
                      </a:cubicBezTo>
                      <a:cubicBezTo>
                        <a:pt x="23" y="37"/>
                        <a:pt x="23" y="37"/>
                        <a:pt x="23" y="37"/>
                      </a:cubicBezTo>
                      <a:cubicBezTo>
                        <a:pt x="23" y="37"/>
                        <a:pt x="23" y="36"/>
                        <a:pt x="23" y="36"/>
                      </a:cubicBezTo>
                      <a:cubicBezTo>
                        <a:pt x="23" y="36"/>
                        <a:pt x="23" y="36"/>
                        <a:pt x="23" y="36"/>
                      </a:cubicBezTo>
                      <a:cubicBezTo>
                        <a:pt x="23" y="36"/>
                        <a:pt x="22" y="37"/>
                        <a:pt x="22" y="37"/>
                      </a:cubicBezTo>
                      <a:cubicBezTo>
                        <a:pt x="22" y="37"/>
                        <a:pt x="22" y="37"/>
                        <a:pt x="22" y="37"/>
                      </a:cubicBezTo>
                      <a:cubicBezTo>
                        <a:pt x="23" y="37"/>
                        <a:pt x="23" y="37"/>
                        <a:pt x="23" y="37"/>
                      </a:cubicBezTo>
                      <a:cubicBezTo>
                        <a:pt x="23" y="37"/>
                        <a:pt x="23" y="37"/>
                        <a:pt x="23" y="37"/>
                      </a:cubicBezTo>
                      <a:cubicBezTo>
                        <a:pt x="23" y="37"/>
                        <a:pt x="23" y="37"/>
                        <a:pt x="23" y="37"/>
                      </a:cubicBezTo>
                      <a:close/>
                      <a:moveTo>
                        <a:pt x="22" y="40"/>
                      </a:moveTo>
                      <a:cubicBezTo>
                        <a:pt x="22" y="39"/>
                        <a:pt x="22" y="39"/>
                        <a:pt x="22" y="39"/>
                      </a:cubicBezTo>
                      <a:cubicBezTo>
                        <a:pt x="22" y="39"/>
                        <a:pt x="22" y="39"/>
                        <a:pt x="22" y="39"/>
                      </a:cubicBezTo>
                      <a:cubicBezTo>
                        <a:pt x="22" y="39"/>
                        <a:pt x="22" y="39"/>
                        <a:pt x="22" y="39"/>
                      </a:cubicBezTo>
                      <a:cubicBezTo>
                        <a:pt x="22" y="39"/>
                        <a:pt x="22" y="39"/>
                        <a:pt x="22" y="39"/>
                      </a:cubicBezTo>
                      <a:cubicBezTo>
                        <a:pt x="22" y="38"/>
                        <a:pt x="22" y="38"/>
                        <a:pt x="22" y="38"/>
                      </a:cubicBezTo>
                      <a:cubicBezTo>
                        <a:pt x="22" y="38"/>
                        <a:pt x="22" y="38"/>
                        <a:pt x="22" y="38"/>
                      </a:cubicBezTo>
                      <a:cubicBezTo>
                        <a:pt x="22" y="38"/>
                        <a:pt x="22"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9"/>
                        <a:pt x="21" y="39"/>
                        <a:pt x="21" y="39"/>
                      </a:cubicBezTo>
                      <a:cubicBezTo>
                        <a:pt x="21" y="39"/>
                        <a:pt x="22" y="39"/>
                        <a:pt x="22" y="39"/>
                      </a:cubicBezTo>
                      <a:cubicBezTo>
                        <a:pt x="22" y="39"/>
                        <a:pt x="22" y="39"/>
                        <a:pt x="22" y="39"/>
                      </a:cubicBezTo>
                      <a:cubicBezTo>
                        <a:pt x="22" y="39"/>
                        <a:pt x="22" y="39"/>
                        <a:pt x="22" y="39"/>
                      </a:cubicBezTo>
                      <a:cubicBezTo>
                        <a:pt x="22" y="39"/>
                        <a:pt x="22" y="39"/>
                        <a:pt x="22" y="39"/>
                      </a:cubicBezTo>
                      <a:cubicBezTo>
                        <a:pt x="22" y="39"/>
                        <a:pt x="22" y="40"/>
                        <a:pt x="22" y="40"/>
                      </a:cubicBezTo>
                      <a:cubicBezTo>
                        <a:pt x="22" y="40"/>
                        <a:pt x="22" y="40"/>
                        <a:pt x="22" y="40"/>
                      </a:cubicBezTo>
                      <a:cubicBezTo>
                        <a:pt x="22" y="40"/>
                        <a:pt x="23" y="40"/>
                        <a:pt x="23" y="40"/>
                      </a:cubicBezTo>
                      <a:cubicBezTo>
                        <a:pt x="23" y="40"/>
                        <a:pt x="22" y="40"/>
                        <a:pt x="22" y="40"/>
                      </a:cubicBezTo>
                      <a:close/>
                      <a:moveTo>
                        <a:pt x="18" y="38"/>
                      </a:move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lose/>
                      <a:moveTo>
                        <a:pt x="18" y="31"/>
                      </a:moveTo>
                      <a:cubicBezTo>
                        <a:pt x="18" y="31"/>
                        <a:pt x="18" y="31"/>
                        <a:pt x="18" y="31"/>
                      </a:cubicBezTo>
                      <a:cubicBezTo>
                        <a:pt x="18" y="30"/>
                        <a:pt x="18" y="30"/>
                        <a:pt x="17" y="30"/>
                      </a:cubicBezTo>
                      <a:cubicBezTo>
                        <a:pt x="17" y="30"/>
                        <a:pt x="17" y="30"/>
                        <a:pt x="17" y="30"/>
                      </a:cubicBezTo>
                      <a:cubicBezTo>
                        <a:pt x="17" y="30"/>
                        <a:pt x="17" y="30"/>
                        <a:pt x="17" y="30"/>
                      </a:cubicBezTo>
                      <a:cubicBezTo>
                        <a:pt x="17" y="30"/>
                        <a:pt x="16" y="29"/>
                        <a:pt x="16" y="29"/>
                      </a:cubicBezTo>
                      <a:cubicBezTo>
                        <a:pt x="16" y="29"/>
                        <a:pt x="16" y="29"/>
                        <a:pt x="16" y="29"/>
                      </a:cubicBezTo>
                      <a:cubicBezTo>
                        <a:pt x="16" y="29"/>
                        <a:pt x="16" y="29"/>
                        <a:pt x="16" y="29"/>
                      </a:cubicBezTo>
                      <a:cubicBezTo>
                        <a:pt x="16" y="29"/>
                        <a:pt x="16" y="29"/>
                        <a:pt x="16" y="28"/>
                      </a:cubicBezTo>
                      <a:cubicBezTo>
                        <a:pt x="16" y="28"/>
                        <a:pt x="16" y="28"/>
                        <a:pt x="16" y="28"/>
                      </a:cubicBezTo>
                      <a:cubicBezTo>
                        <a:pt x="16" y="28"/>
                        <a:pt x="16" y="28"/>
                        <a:pt x="16"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5" y="27"/>
                        <a:pt x="15" y="27"/>
                        <a:pt x="14" y="27"/>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3" y="28"/>
                        <a:pt x="13" y="28"/>
                        <a:pt x="13" y="28"/>
                      </a:cubicBezTo>
                      <a:cubicBezTo>
                        <a:pt x="13" y="28"/>
                        <a:pt x="13" y="28"/>
                        <a:pt x="13" y="28"/>
                      </a:cubicBezTo>
                      <a:cubicBezTo>
                        <a:pt x="13" y="28"/>
                        <a:pt x="13" y="28"/>
                        <a:pt x="13" y="28"/>
                      </a:cubicBezTo>
                      <a:cubicBezTo>
                        <a:pt x="13" y="29"/>
                        <a:pt x="13" y="29"/>
                        <a:pt x="13" y="29"/>
                      </a:cubicBezTo>
                      <a:cubicBezTo>
                        <a:pt x="13" y="29"/>
                        <a:pt x="13" y="29"/>
                        <a:pt x="13" y="29"/>
                      </a:cubicBezTo>
                      <a:cubicBezTo>
                        <a:pt x="14" y="29"/>
                        <a:pt x="14" y="29"/>
                        <a:pt x="14" y="29"/>
                      </a:cubicBezTo>
                      <a:cubicBezTo>
                        <a:pt x="14" y="29"/>
                        <a:pt x="14" y="30"/>
                        <a:pt x="14" y="30"/>
                      </a:cubicBezTo>
                      <a:cubicBezTo>
                        <a:pt x="14" y="30"/>
                        <a:pt x="14" y="30"/>
                        <a:pt x="14" y="30"/>
                      </a:cubicBezTo>
                      <a:cubicBezTo>
                        <a:pt x="14" y="30"/>
                        <a:pt x="14" y="30"/>
                        <a:pt x="15" y="31"/>
                      </a:cubicBezTo>
                      <a:cubicBezTo>
                        <a:pt x="15" y="31"/>
                        <a:pt x="15" y="31"/>
                        <a:pt x="15" y="31"/>
                      </a:cubicBezTo>
                      <a:cubicBezTo>
                        <a:pt x="15" y="31"/>
                        <a:pt x="15" y="31"/>
                        <a:pt x="15" y="31"/>
                      </a:cubicBezTo>
                      <a:cubicBezTo>
                        <a:pt x="15" y="31"/>
                        <a:pt x="15" y="31"/>
                        <a:pt x="15" y="31"/>
                      </a:cubicBezTo>
                      <a:cubicBezTo>
                        <a:pt x="15" y="32"/>
                        <a:pt x="15" y="31"/>
                        <a:pt x="15" y="32"/>
                      </a:cubicBezTo>
                      <a:cubicBezTo>
                        <a:pt x="16" y="32"/>
                        <a:pt x="16" y="32"/>
                        <a:pt x="16" y="32"/>
                      </a:cubicBezTo>
                      <a:cubicBezTo>
                        <a:pt x="16" y="32"/>
                        <a:pt x="16" y="32"/>
                        <a:pt x="16" y="33"/>
                      </a:cubicBezTo>
                      <a:cubicBezTo>
                        <a:pt x="16" y="33"/>
                        <a:pt x="16" y="33"/>
                        <a:pt x="17" y="33"/>
                      </a:cubicBezTo>
                      <a:cubicBezTo>
                        <a:pt x="17" y="33"/>
                        <a:pt x="17" y="33"/>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8" y="34"/>
                        <a:pt x="18" y="34"/>
                        <a:pt x="18" y="34"/>
                      </a:cubicBezTo>
                      <a:cubicBezTo>
                        <a:pt x="18" y="34"/>
                        <a:pt x="18" y="34"/>
                        <a:pt x="18" y="34"/>
                      </a:cubicBezTo>
                      <a:cubicBezTo>
                        <a:pt x="18" y="33"/>
                        <a:pt x="18" y="33"/>
                        <a:pt x="18" y="33"/>
                      </a:cubicBezTo>
                      <a:cubicBezTo>
                        <a:pt x="18" y="33"/>
                        <a:pt x="18" y="33"/>
                        <a:pt x="18" y="33"/>
                      </a:cubicBezTo>
                      <a:cubicBezTo>
                        <a:pt x="18" y="33"/>
                        <a:pt x="18" y="33"/>
                        <a:pt x="18" y="33"/>
                      </a:cubicBezTo>
                      <a:cubicBezTo>
                        <a:pt x="18" y="32"/>
                        <a:pt x="18" y="32"/>
                        <a:pt x="18" y="32"/>
                      </a:cubicBezTo>
                      <a:cubicBezTo>
                        <a:pt x="18" y="32"/>
                        <a:pt x="18" y="32"/>
                        <a:pt x="18" y="32"/>
                      </a:cubicBezTo>
                      <a:cubicBezTo>
                        <a:pt x="18" y="32"/>
                        <a:pt x="18" y="32"/>
                        <a:pt x="18" y="32"/>
                      </a:cubicBezTo>
                      <a:cubicBezTo>
                        <a:pt x="18" y="32"/>
                        <a:pt x="18" y="32"/>
                        <a:pt x="18" y="32"/>
                      </a:cubicBezTo>
                      <a:cubicBezTo>
                        <a:pt x="18" y="31"/>
                        <a:pt x="18" y="31"/>
                        <a:pt x="18" y="31"/>
                      </a:cubicBezTo>
                      <a:cubicBezTo>
                        <a:pt x="18" y="31"/>
                        <a:pt x="18" y="31"/>
                        <a:pt x="18" y="31"/>
                      </a:cubicBezTo>
                      <a:close/>
                      <a:moveTo>
                        <a:pt x="203" y="20"/>
                      </a:moveTo>
                      <a:cubicBezTo>
                        <a:pt x="203" y="20"/>
                        <a:pt x="203" y="20"/>
                        <a:pt x="203" y="20"/>
                      </a:cubicBezTo>
                      <a:cubicBezTo>
                        <a:pt x="203" y="20"/>
                        <a:pt x="203" y="20"/>
                        <a:pt x="203" y="20"/>
                      </a:cubicBezTo>
                      <a:cubicBezTo>
                        <a:pt x="203" y="20"/>
                        <a:pt x="203" y="20"/>
                        <a:pt x="203" y="20"/>
                      </a:cubicBezTo>
                      <a:cubicBezTo>
                        <a:pt x="203" y="19"/>
                        <a:pt x="203" y="19"/>
                        <a:pt x="203" y="19"/>
                      </a:cubicBezTo>
                      <a:cubicBezTo>
                        <a:pt x="203" y="19"/>
                        <a:pt x="203" y="19"/>
                        <a:pt x="203" y="19"/>
                      </a:cubicBezTo>
                      <a:cubicBezTo>
                        <a:pt x="203" y="19"/>
                        <a:pt x="203" y="19"/>
                        <a:pt x="203" y="20"/>
                      </a:cubicBezTo>
                      <a:cubicBezTo>
                        <a:pt x="203" y="20"/>
                        <a:pt x="203" y="20"/>
                        <a:pt x="203" y="20"/>
                      </a:cubicBezTo>
                      <a:close/>
                      <a:moveTo>
                        <a:pt x="203" y="13"/>
                      </a:moveTo>
                      <a:cubicBezTo>
                        <a:pt x="203" y="14"/>
                        <a:pt x="204" y="14"/>
                        <a:pt x="204" y="14"/>
                      </a:cubicBezTo>
                      <a:cubicBezTo>
                        <a:pt x="204" y="14"/>
                        <a:pt x="204" y="14"/>
                        <a:pt x="204" y="14"/>
                      </a:cubicBezTo>
                      <a:cubicBezTo>
                        <a:pt x="204" y="15"/>
                        <a:pt x="204" y="15"/>
                        <a:pt x="204" y="15"/>
                      </a:cubicBezTo>
                      <a:cubicBezTo>
                        <a:pt x="204" y="15"/>
                        <a:pt x="204" y="15"/>
                        <a:pt x="204" y="15"/>
                      </a:cubicBezTo>
                      <a:cubicBezTo>
                        <a:pt x="204" y="15"/>
                        <a:pt x="204" y="15"/>
                        <a:pt x="204" y="15"/>
                      </a:cubicBezTo>
                      <a:cubicBezTo>
                        <a:pt x="205" y="15"/>
                        <a:pt x="205" y="15"/>
                        <a:pt x="205" y="14"/>
                      </a:cubicBezTo>
                      <a:cubicBezTo>
                        <a:pt x="205" y="14"/>
                        <a:pt x="204" y="14"/>
                        <a:pt x="204" y="14"/>
                      </a:cubicBezTo>
                      <a:cubicBezTo>
                        <a:pt x="204" y="14"/>
                        <a:pt x="204" y="14"/>
                        <a:pt x="204" y="14"/>
                      </a:cubicBezTo>
                      <a:cubicBezTo>
                        <a:pt x="204" y="13"/>
                        <a:pt x="204" y="13"/>
                        <a:pt x="204" y="13"/>
                      </a:cubicBezTo>
                      <a:cubicBezTo>
                        <a:pt x="203" y="13"/>
                        <a:pt x="203" y="13"/>
                        <a:pt x="203" y="13"/>
                      </a:cubicBezTo>
                      <a:cubicBezTo>
                        <a:pt x="203" y="13"/>
                        <a:pt x="203" y="13"/>
                        <a:pt x="203" y="13"/>
                      </a:cubicBezTo>
                      <a:close/>
                      <a:moveTo>
                        <a:pt x="212" y="12"/>
                      </a:moveTo>
                      <a:cubicBezTo>
                        <a:pt x="212" y="12"/>
                        <a:pt x="212" y="12"/>
                        <a:pt x="212" y="11"/>
                      </a:cubicBezTo>
                      <a:cubicBezTo>
                        <a:pt x="212" y="11"/>
                        <a:pt x="211" y="11"/>
                        <a:pt x="211" y="11"/>
                      </a:cubicBezTo>
                      <a:cubicBezTo>
                        <a:pt x="211" y="11"/>
                        <a:pt x="211" y="10"/>
                        <a:pt x="211" y="11"/>
                      </a:cubicBezTo>
                      <a:cubicBezTo>
                        <a:pt x="211" y="11"/>
                        <a:pt x="211" y="11"/>
                        <a:pt x="211" y="11"/>
                      </a:cubicBezTo>
                      <a:cubicBezTo>
                        <a:pt x="211" y="12"/>
                        <a:pt x="211" y="12"/>
                        <a:pt x="212" y="12"/>
                      </a:cubicBezTo>
                      <a:close/>
                      <a:moveTo>
                        <a:pt x="212" y="11"/>
                      </a:moveTo>
                      <a:cubicBezTo>
                        <a:pt x="212" y="11"/>
                        <a:pt x="212" y="11"/>
                        <a:pt x="212" y="11"/>
                      </a:cubicBezTo>
                      <a:cubicBezTo>
                        <a:pt x="212" y="11"/>
                        <a:pt x="212" y="11"/>
                        <a:pt x="212" y="10"/>
                      </a:cubicBezTo>
                      <a:cubicBezTo>
                        <a:pt x="212" y="10"/>
                        <a:pt x="212" y="10"/>
                        <a:pt x="212" y="10"/>
                      </a:cubicBezTo>
                      <a:cubicBezTo>
                        <a:pt x="212" y="10"/>
                        <a:pt x="212" y="10"/>
                        <a:pt x="213" y="10"/>
                      </a:cubicBezTo>
                      <a:cubicBezTo>
                        <a:pt x="213" y="10"/>
                        <a:pt x="213" y="9"/>
                        <a:pt x="213" y="9"/>
                      </a:cubicBezTo>
                      <a:cubicBezTo>
                        <a:pt x="213" y="9"/>
                        <a:pt x="213" y="9"/>
                        <a:pt x="213" y="9"/>
                      </a:cubicBezTo>
                      <a:cubicBezTo>
                        <a:pt x="213" y="8"/>
                        <a:pt x="213" y="8"/>
                        <a:pt x="213" y="8"/>
                      </a:cubicBezTo>
                      <a:cubicBezTo>
                        <a:pt x="213" y="8"/>
                        <a:pt x="212" y="7"/>
                        <a:pt x="212" y="7"/>
                      </a:cubicBezTo>
                      <a:cubicBezTo>
                        <a:pt x="212" y="7"/>
                        <a:pt x="212" y="7"/>
                        <a:pt x="212" y="7"/>
                      </a:cubicBezTo>
                      <a:cubicBezTo>
                        <a:pt x="212" y="7"/>
                        <a:pt x="212" y="8"/>
                        <a:pt x="212" y="8"/>
                      </a:cubicBezTo>
                      <a:cubicBezTo>
                        <a:pt x="212" y="8"/>
                        <a:pt x="212" y="8"/>
                        <a:pt x="212" y="8"/>
                      </a:cubicBezTo>
                      <a:cubicBezTo>
                        <a:pt x="212" y="8"/>
                        <a:pt x="212" y="9"/>
                        <a:pt x="212" y="9"/>
                      </a:cubicBezTo>
                      <a:cubicBezTo>
                        <a:pt x="212" y="9"/>
                        <a:pt x="212" y="9"/>
                        <a:pt x="212" y="9"/>
                      </a:cubicBezTo>
                      <a:cubicBezTo>
                        <a:pt x="212" y="9"/>
                        <a:pt x="212" y="9"/>
                        <a:pt x="212" y="9"/>
                      </a:cubicBezTo>
                      <a:cubicBezTo>
                        <a:pt x="212" y="10"/>
                        <a:pt x="212" y="10"/>
                        <a:pt x="212" y="10"/>
                      </a:cubicBezTo>
                      <a:cubicBezTo>
                        <a:pt x="212" y="10"/>
                        <a:pt x="211" y="10"/>
                        <a:pt x="212" y="11"/>
                      </a:cubicBezTo>
                      <a:close/>
                      <a:moveTo>
                        <a:pt x="212" y="12"/>
                      </a:moveTo>
                      <a:cubicBezTo>
                        <a:pt x="212" y="12"/>
                        <a:pt x="212" y="13"/>
                        <a:pt x="212" y="13"/>
                      </a:cubicBezTo>
                      <a:cubicBezTo>
                        <a:pt x="213" y="13"/>
                        <a:pt x="213" y="12"/>
                        <a:pt x="213" y="12"/>
                      </a:cubicBezTo>
                      <a:cubicBezTo>
                        <a:pt x="212" y="12"/>
                        <a:pt x="212" y="12"/>
                        <a:pt x="212" y="12"/>
                      </a:cubicBezTo>
                      <a:close/>
                      <a:moveTo>
                        <a:pt x="214" y="41"/>
                      </a:moveTo>
                      <a:cubicBezTo>
                        <a:pt x="214" y="41"/>
                        <a:pt x="214" y="41"/>
                        <a:pt x="215" y="41"/>
                      </a:cubicBezTo>
                      <a:cubicBezTo>
                        <a:pt x="215" y="41"/>
                        <a:pt x="215" y="41"/>
                        <a:pt x="215" y="41"/>
                      </a:cubicBezTo>
                      <a:cubicBezTo>
                        <a:pt x="215" y="41"/>
                        <a:pt x="215" y="41"/>
                        <a:pt x="215" y="41"/>
                      </a:cubicBezTo>
                      <a:cubicBezTo>
                        <a:pt x="215" y="41"/>
                        <a:pt x="215" y="41"/>
                        <a:pt x="215" y="41"/>
                      </a:cubicBezTo>
                      <a:cubicBezTo>
                        <a:pt x="215" y="40"/>
                        <a:pt x="215" y="40"/>
                        <a:pt x="215" y="40"/>
                      </a:cubicBezTo>
                      <a:cubicBezTo>
                        <a:pt x="215" y="40"/>
                        <a:pt x="215" y="40"/>
                        <a:pt x="215" y="40"/>
                      </a:cubicBezTo>
                      <a:cubicBezTo>
                        <a:pt x="215" y="40"/>
                        <a:pt x="215" y="40"/>
                        <a:pt x="215" y="40"/>
                      </a:cubicBezTo>
                      <a:cubicBezTo>
                        <a:pt x="215" y="39"/>
                        <a:pt x="215" y="39"/>
                        <a:pt x="215" y="39"/>
                      </a:cubicBezTo>
                      <a:cubicBezTo>
                        <a:pt x="215" y="39"/>
                        <a:pt x="215" y="39"/>
                        <a:pt x="215" y="39"/>
                      </a:cubicBezTo>
                      <a:cubicBezTo>
                        <a:pt x="214" y="40"/>
                        <a:pt x="214" y="40"/>
                        <a:pt x="214" y="40"/>
                      </a:cubicBezTo>
                      <a:cubicBezTo>
                        <a:pt x="214" y="40"/>
                        <a:pt x="214" y="40"/>
                        <a:pt x="214" y="40"/>
                      </a:cubicBezTo>
                      <a:cubicBezTo>
                        <a:pt x="214" y="40"/>
                        <a:pt x="214" y="40"/>
                        <a:pt x="214" y="41"/>
                      </a:cubicBezTo>
                      <a:cubicBezTo>
                        <a:pt x="214" y="41"/>
                        <a:pt x="214" y="41"/>
                        <a:pt x="214" y="41"/>
                      </a:cubicBezTo>
                      <a:close/>
                      <a:moveTo>
                        <a:pt x="215" y="42"/>
                      </a:moveTo>
                      <a:cubicBezTo>
                        <a:pt x="215" y="42"/>
                        <a:pt x="216" y="42"/>
                        <a:pt x="215" y="42"/>
                      </a:cubicBezTo>
                      <a:cubicBezTo>
                        <a:pt x="215" y="42"/>
                        <a:pt x="215" y="42"/>
                        <a:pt x="215" y="42"/>
                      </a:cubicBezTo>
                      <a:cubicBezTo>
                        <a:pt x="215" y="42"/>
                        <a:pt x="215" y="42"/>
                        <a:pt x="215" y="42"/>
                      </a:cubicBezTo>
                      <a:cubicBezTo>
                        <a:pt x="215" y="42"/>
                        <a:pt x="215" y="42"/>
                        <a:pt x="215" y="42"/>
                      </a:cubicBezTo>
                      <a:cubicBezTo>
                        <a:pt x="215" y="42"/>
                        <a:pt x="215" y="42"/>
                        <a:pt x="215" y="42"/>
                      </a:cubicBezTo>
                      <a:cubicBezTo>
                        <a:pt x="215" y="42"/>
                        <a:pt x="215" y="42"/>
                        <a:pt x="215" y="42"/>
                      </a:cubicBezTo>
                      <a:cubicBezTo>
                        <a:pt x="215" y="42"/>
                        <a:pt x="215" y="42"/>
                        <a:pt x="215" y="42"/>
                      </a:cubicBezTo>
                      <a:cubicBezTo>
                        <a:pt x="215" y="43"/>
                        <a:pt x="215" y="43"/>
                        <a:pt x="215" y="43"/>
                      </a:cubicBezTo>
                      <a:cubicBezTo>
                        <a:pt x="215" y="43"/>
                        <a:pt x="215" y="43"/>
                        <a:pt x="215" y="43"/>
                      </a:cubicBezTo>
                      <a:cubicBezTo>
                        <a:pt x="215" y="43"/>
                        <a:pt x="215" y="43"/>
                        <a:pt x="215" y="43"/>
                      </a:cubicBezTo>
                      <a:cubicBezTo>
                        <a:pt x="215" y="43"/>
                        <a:pt x="215" y="43"/>
                        <a:pt x="215" y="43"/>
                      </a:cubicBezTo>
                      <a:cubicBezTo>
                        <a:pt x="215" y="43"/>
                        <a:pt x="216" y="43"/>
                        <a:pt x="216" y="43"/>
                      </a:cubicBezTo>
                      <a:cubicBezTo>
                        <a:pt x="216" y="43"/>
                        <a:pt x="215" y="43"/>
                        <a:pt x="215" y="42"/>
                      </a:cubicBezTo>
                      <a:close/>
                      <a:moveTo>
                        <a:pt x="206" y="52"/>
                      </a:moveTo>
                      <a:cubicBezTo>
                        <a:pt x="206" y="52"/>
                        <a:pt x="206" y="52"/>
                        <a:pt x="206" y="52"/>
                      </a:cubicBezTo>
                      <a:cubicBezTo>
                        <a:pt x="206" y="53"/>
                        <a:pt x="207" y="53"/>
                        <a:pt x="207" y="53"/>
                      </a:cubicBezTo>
                      <a:cubicBezTo>
                        <a:pt x="207" y="53"/>
                        <a:pt x="207" y="53"/>
                        <a:pt x="207" y="53"/>
                      </a:cubicBezTo>
                      <a:cubicBezTo>
                        <a:pt x="207" y="54"/>
                        <a:pt x="207" y="54"/>
                        <a:pt x="207" y="54"/>
                      </a:cubicBezTo>
                      <a:cubicBezTo>
                        <a:pt x="207" y="54"/>
                        <a:pt x="207" y="54"/>
                        <a:pt x="207" y="54"/>
                      </a:cubicBezTo>
                      <a:cubicBezTo>
                        <a:pt x="207" y="54"/>
                        <a:pt x="207" y="54"/>
                        <a:pt x="207" y="54"/>
                      </a:cubicBezTo>
                      <a:cubicBezTo>
                        <a:pt x="207" y="54"/>
                        <a:pt x="207" y="54"/>
                        <a:pt x="207" y="54"/>
                      </a:cubicBezTo>
                      <a:cubicBezTo>
                        <a:pt x="207" y="54"/>
                        <a:pt x="207" y="54"/>
                        <a:pt x="207" y="54"/>
                      </a:cubicBezTo>
                      <a:cubicBezTo>
                        <a:pt x="207" y="54"/>
                        <a:pt x="207" y="54"/>
                        <a:pt x="207" y="54"/>
                      </a:cubicBezTo>
                      <a:cubicBezTo>
                        <a:pt x="207" y="53"/>
                        <a:pt x="207" y="53"/>
                        <a:pt x="207" y="53"/>
                      </a:cubicBezTo>
                      <a:cubicBezTo>
                        <a:pt x="207" y="53"/>
                        <a:pt x="207" y="53"/>
                        <a:pt x="207" y="52"/>
                      </a:cubicBezTo>
                      <a:cubicBezTo>
                        <a:pt x="207" y="52"/>
                        <a:pt x="207" y="52"/>
                        <a:pt x="207" y="52"/>
                      </a:cubicBezTo>
                      <a:cubicBezTo>
                        <a:pt x="207" y="52"/>
                        <a:pt x="207" y="52"/>
                        <a:pt x="207" y="52"/>
                      </a:cubicBezTo>
                      <a:cubicBezTo>
                        <a:pt x="207" y="51"/>
                        <a:pt x="207" y="51"/>
                        <a:pt x="207" y="51"/>
                      </a:cubicBezTo>
                      <a:cubicBezTo>
                        <a:pt x="207" y="51"/>
                        <a:pt x="207" y="51"/>
                        <a:pt x="207" y="51"/>
                      </a:cubicBezTo>
                      <a:cubicBezTo>
                        <a:pt x="207" y="51"/>
                        <a:pt x="207" y="51"/>
                        <a:pt x="207" y="51"/>
                      </a:cubicBezTo>
                      <a:cubicBezTo>
                        <a:pt x="207" y="51"/>
                        <a:pt x="207" y="51"/>
                        <a:pt x="207" y="51"/>
                      </a:cubicBezTo>
                      <a:cubicBezTo>
                        <a:pt x="207" y="51"/>
                        <a:pt x="206" y="51"/>
                        <a:pt x="206" y="51"/>
                      </a:cubicBezTo>
                      <a:cubicBezTo>
                        <a:pt x="206" y="51"/>
                        <a:pt x="206" y="51"/>
                        <a:pt x="206" y="51"/>
                      </a:cubicBezTo>
                      <a:cubicBezTo>
                        <a:pt x="206" y="51"/>
                        <a:pt x="206" y="51"/>
                        <a:pt x="206" y="51"/>
                      </a:cubicBezTo>
                      <a:cubicBezTo>
                        <a:pt x="206" y="51"/>
                        <a:pt x="206" y="51"/>
                        <a:pt x="206" y="51"/>
                      </a:cubicBezTo>
                      <a:cubicBezTo>
                        <a:pt x="206" y="51"/>
                        <a:pt x="206" y="51"/>
                        <a:pt x="206" y="51"/>
                      </a:cubicBezTo>
                      <a:cubicBezTo>
                        <a:pt x="206" y="52"/>
                        <a:pt x="206" y="52"/>
                        <a:pt x="206" y="52"/>
                      </a:cubicBezTo>
                      <a:close/>
                      <a:moveTo>
                        <a:pt x="206" y="50"/>
                      </a:moveTo>
                      <a:cubicBezTo>
                        <a:pt x="206" y="50"/>
                        <a:pt x="206" y="50"/>
                        <a:pt x="206" y="50"/>
                      </a:cubicBezTo>
                      <a:cubicBezTo>
                        <a:pt x="206" y="50"/>
                        <a:pt x="206" y="51"/>
                        <a:pt x="206" y="51"/>
                      </a:cubicBezTo>
                      <a:cubicBezTo>
                        <a:pt x="206" y="51"/>
                        <a:pt x="206" y="50"/>
                        <a:pt x="207" y="50"/>
                      </a:cubicBezTo>
                      <a:cubicBezTo>
                        <a:pt x="207" y="50"/>
                        <a:pt x="207" y="50"/>
                        <a:pt x="207" y="50"/>
                      </a:cubicBezTo>
                      <a:cubicBezTo>
                        <a:pt x="207" y="50"/>
                        <a:pt x="207" y="50"/>
                        <a:pt x="208" y="50"/>
                      </a:cubicBezTo>
                      <a:cubicBezTo>
                        <a:pt x="208" y="50"/>
                        <a:pt x="208" y="50"/>
                        <a:pt x="208" y="50"/>
                      </a:cubicBezTo>
                      <a:cubicBezTo>
                        <a:pt x="208" y="50"/>
                        <a:pt x="208" y="50"/>
                        <a:pt x="208" y="50"/>
                      </a:cubicBezTo>
                      <a:cubicBezTo>
                        <a:pt x="209" y="50"/>
                        <a:pt x="209" y="50"/>
                        <a:pt x="209" y="50"/>
                      </a:cubicBezTo>
                      <a:cubicBezTo>
                        <a:pt x="209" y="50"/>
                        <a:pt x="209" y="50"/>
                        <a:pt x="209" y="50"/>
                      </a:cubicBezTo>
                      <a:cubicBezTo>
                        <a:pt x="209" y="50"/>
                        <a:pt x="208" y="50"/>
                        <a:pt x="208" y="50"/>
                      </a:cubicBezTo>
                      <a:cubicBezTo>
                        <a:pt x="208" y="50"/>
                        <a:pt x="208" y="50"/>
                        <a:pt x="208" y="50"/>
                      </a:cubicBezTo>
                      <a:cubicBezTo>
                        <a:pt x="208" y="50"/>
                        <a:pt x="208" y="50"/>
                        <a:pt x="208" y="50"/>
                      </a:cubicBezTo>
                      <a:cubicBezTo>
                        <a:pt x="208" y="50"/>
                        <a:pt x="207" y="50"/>
                        <a:pt x="207" y="50"/>
                      </a:cubicBezTo>
                      <a:cubicBezTo>
                        <a:pt x="207" y="50"/>
                        <a:pt x="207" y="50"/>
                        <a:pt x="206" y="50"/>
                      </a:cubicBezTo>
                      <a:cubicBezTo>
                        <a:pt x="206" y="50"/>
                        <a:pt x="206" y="50"/>
                        <a:pt x="206" y="50"/>
                      </a:cubicBezTo>
                      <a:cubicBezTo>
                        <a:pt x="206" y="50"/>
                        <a:pt x="206" y="50"/>
                        <a:pt x="205" y="50"/>
                      </a:cubicBezTo>
                      <a:cubicBezTo>
                        <a:pt x="205" y="50"/>
                        <a:pt x="205" y="50"/>
                        <a:pt x="205" y="50"/>
                      </a:cubicBezTo>
                      <a:cubicBezTo>
                        <a:pt x="205" y="50"/>
                        <a:pt x="205" y="50"/>
                        <a:pt x="205" y="50"/>
                      </a:cubicBezTo>
                      <a:cubicBezTo>
                        <a:pt x="204" y="50"/>
                        <a:pt x="204" y="50"/>
                        <a:pt x="204" y="50"/>
                      </a:cubicBezTo>
                      <a:cubicBezTo>
                        <a:pt x="204" y="50"/>
                        <a:pt x="204" y="50"/>
                        <a:pt x="204" y="50"/>
                      </a:cubicBezTo>
                      <a:cubicBezTo>
                        <a:pt x="204" y="50"/>
                        <a:pt x="204" y="50"/>
                        <a:pt x="204" y="50"/>
                      </a:cubicBezTo>
                      <a:cubicBezTo>
                        <a:pt x="204" y="50"/>
                        <a:pt x="203" y="50"/>
                        <a:pt x="203" y="50"/>
                      </a:cubicBezTo>
                      <a:cubicBezTo>
                        <a:pt x="203" y="50"/>
                        <a:pt x="203" y="49"/>
                        <a:pt x="203" y="49"/>
                      </a:cubicBezTo>
                      <a:cubicBezTo>
                        <a:pt x="203" y="49"/>
                        <a:pt x="203" y="49"/>
                        <a:pt x="203" y="49"/>
                      </a:cubicBezTo>
                      <a:cubicBezTo>
                        <a:pt x="203" y="49"/>
                        <a:pt x="203" y="49"/>
                        <a:pt x="203" y="50"/>
                      </a:cubicBezTo>
                      <a:cubicBezTo>
                        <a:pt x="203" y="50"/>
                        <a:pt x="203" y="50"/>
                        <a:pt x="203" y="50"/>
                      </a:cubicBezTo>
                      <a:cubicBezTo>
                        <a:pt x="203" y="50"/>
                        <a:pt x="203" y="49"/>
                        <a:pt x="203" y="49"/>
                      </a:cubicBezTo>
                      <a:cubicBezTo>
                        <a:pt x="203" y="49"/>
                        <a:pt x="203" y="50"/>
                        <a:pt x="203" y="50"/>
                      </a:cubicBezTo>
                      <a:cubicBezTo>
                        <a:pt x="202" y="50"/>
                        <a:pt x="202" y="50"/>
                        <a:pt x="203" y="50"/>
                      </a:cubicBezTo>
                      <a:cubicBezTo>
                        <a:pt x="203" y="50"/>
                        <a:pt x="203" y="50"/>
                        <a:pt x="203" y="50"/>
                      </a:cubicBezTo>
                      <a:cubicBezTo>
                        <a:pt x="203" y="50"/>
                        <a:pt x="203" y="50"/>
                        <a:pt x="203" y="50"/>
                      </a:cubicBezTo>
                      <a:cubicBezTo>
                        <a:pt x="203" y="50"/>
                        <a:pt x="203" y="50"/>
                        <a:pt x="203" y="50"/>
                      </a:cubicBezTo>
                      <a:cubicBezTo>
                        <a:pt x="203" y="50"/>
                        <a:pt x="203" y="50"/>
                        <a:pt x="203" y="50"/>
                      </a:cubicBezTo>
                      <a:cubicBezTo>
                        <a:pt x="203" y="50"/>
                        <a:pt x="203" y="50"/>
                        <a:pt x="203" y="50"/>
                      </a:cubicBezTo>
                      <a:cubicBezTo>
                        <a:pt x="203" y="51"/>
                        <a:pt x="203" y="51"/>
                        <a:pt x="203" y="51"/>
                      </a:cubicBezTo>
                      <a:cubicBezTo>
                        <a:pt x="203" y="51"/>
                        <a:pt x="203" y="50"/>
                        <a:pt x="203" y="50"/>
                      </a:cubicBezTo>
                      <a:cubicBezTo>
                        <a:pt x="203" y="50"/>
                        <a:pt x="203" y="50"/>
                        <a:pt x="204" y="51"/>
                      </a:cubicBezTo>
                      <a:cubicBezTo>
                        <a:pt x="204" y="51"/>
                        <a:pt x="204" y="51"/>
                        <a:pt x="204" y="51"/>
                      </a:cubicBezTo>
                      <a:cubicBezTo>
                        <a:pt x="204" y="51"/>
                        <a:pt x="204" y="51"/>
                        <a:pt x="204" y="50"/>
                      </a:cubicBezTo>
                      <a:cubicBezTo>
                        <a:pt x="204" y="50"/>
                        <a:pt x="204" y="50"/>
                        <a:pt x="204" y="50"/>
                      </a:cubicBezTo>
                      <a:cubicBezTo>
                        <a:pt x="204" y="50"/>
                        <a:pt x="205" y="50"/>
                        <a:pt x="205" y="50"/>
                      </a:cubicBezTo>
                      <a:cubicBezTo>
                        <a:pt x="205" y="50"/>
                        <a:pt x="205" y="50"/>
                        <a:pt x="205" y="50"/>
                      </a:cubicBezTo>
                      <a:cubicBezTo>
                        <a:pt x="205" y="50"/>
                        <a:pt x="205" y="50"/>
                        <a:pt x="206" y="50"/>
                      </a:cubicBezTo>
                      <a:cubicBezTo>
                        <a:pt x="206" y="50"/>
                        <a:pt x="206" y="50"/>
                        <a:pt x="206" y="50"/>
                      </a:cubicBezTo>
                      <a:close/>
                      <a:moveTo>
                        <a:pt x="202" y="50"/>
                      </a:moveTo>
                      <a:cubicBezTo>
                        <a:pt x="202" y="49"/>
                        <a:pt x="202" y="49"/>
                        <a:pt x="202" y="49"/>
                      </a:cubicBezTo>
                      <a:cubicBezTo>
                        <a:pt x="202" y="49"/>
                        <a:pt x="202" y="49"/>
                        <a:pt x="202" y="49"/>
                      </a:cubicBezTo>
                      <a:cubicBezTo>
                        <a:pt x="202" y="49"/>
                        <a:pt x="202" y="49"/>
                        <a:pt x="202" y="49"/>
                      </a:cubicBezTo>
                      <a:cubicBezTo>
                        <a:pt x="202" y="49"/>
                        <a:pt x="202" y="49"/>
                        <a:pt x="202" y="49"/>
                      </a:cubicBezTo>
                      <a:cubicBezTo>
                        <a:pt x="202" y="49"/>
                        <a:pt x="202" y="49"/>
                        <a:pt x="202" y="50"/>
                      </a:cubicBezTo>
                      <a:cubicBezTo>
                        <a:pt x="201" y="50"/>
                        <a:pt x="202" y="49"/>
                        <a:pt x="202" y="49"/>
                      </a:cubicBezTo>
                      <a:cubicBezTo>
                        <a:pt x="202" y="49"/>
                        <a:pt x="202" y="49"/>
                        <a:pt x="202" y="49"/>
                      </a:cubicBezTo>
                      <a:cubicBezTo>
                        <a:pt x="202" y="49"/>
                        <a:pt x="202"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0" y="49"/>
                      </a:cubicBezTo>
                      <a:cubicBezTo>
                        <a:pt x="200" y="49"/>
                        <a:pt x="200" y="49"/>
                        <a:pt x="200" y="49"/>
                      </a:cubicBezTo>
                      <a:cubicBezTo>
                        <a:pt x="200" y="49"/>
                        <a:pt x="200" y="49"/>
                        <a:pt x="200" y="49"/>
                      </a:cubicBezTo>
                      <a:cubicBezTo>
                        <a:pt x="200" y="49"/>
                        <a:pt x="200" y="49"/>
                        <a:pt x="200" y="49"/>
                      </a:cubicBezTo>
                      <a:cubicBezTo>
                        <a:pt x="200" y="49"/>
                        <a:pt x="200" y="49"/>
                        <a:pt x="199" y="49"/>
                      </a:cubicBezTo>
                      <a:cubicBezTo>
                        <a:pt x="199" y="49"/>
                        <a:pt x="199" y="49"/>
                        <a:pt x="199" y="49"/>
                      </a:cubicBezTo>
                      <a:cubicBezTo>
                        <a:pt x="199" y="49"/>
                        <a:pt x="199" y="49"/>
                        <a:pt x="199" y="49"/>
                      </a:cubicBezTo>
                      <a:cubicBezTo>
                        <a:pt x="199" y="49"/>
                        <a:pt x="198" y="49"/>
                        <a:pt x="198" y="49"/>
                      </a:cubicBezTo>
                      <a:cubicBezTo>
                        <a:pt x="198" y="49"/>
                        <a:pt x="197" y="49"/>
                        <a:pt x="197" y="49"/>
                      </a:cubicBezTo>
                      <a:cubicBezTo>
                        <a:pt x="197" y="49"/>
                        <a:pt x="197" y="49"/>
                        <a:pt x="197" y="49"/>
                      </a:cubicBezTo>
                      <a:cubicBezTo>
                        <a:pt x="196" y="49"/>
                        <a:pt x="196" y="49"/>
                        <a:pt x="196" y="49"/>
                      </a:cubicBezTo>
                      <a:cubicBezTo>
                        <a:pt x="196" y="49"/>
                        <a:pt x="196" y="49"/>
                        <a:pt x="196" y="49"/>
                      </a:cubicBezTo>
                      <a:cubicBezTo>
                        <a:pt x="196" y="49"/>
                        <a:pt x="196" y="49"/>
                        <a:pt x="196" y="49"/>
                      </a:cubicBezTo>
                      <a:cubicBezTo>
                        <a:pt x="196" y="50"/>
                        <a:pt x="196" y="50"/>
                        <a:pt x="196" y="50"/>
                      </a:cubicBezTo>
                      <a:cubicBezTo>
                        <a:pt x="196" y="50"/>
                        <a:pt x="196" y="50"/>
                        <a:pt x="196" y="51"/>
                      </a:cubicBezTo>
                      <a:cubicBezTo>
                        <a:pt x="196" y="51"/>
                        <a:pt x="196" y="51"/>
                        <a:pt x="196" y="51"/>
                      </a:cubicBezTo>
                      <a:cubicBezTo>
                        <a:pt x="197" y="51"/>
                        <a:pt x="197" y="51"/>
                        <a:pt x="197" y="51"/>
                      </a:cubicBezTo>
                      <a:cubicBezTo>
                        <a:pt x="197" y="51"/>
                        <a:pt x="198" y="51"/>
                        <a:pt x="198" y="51"/>
                      </a:cubicBezTo>
                      <a:cubicBezTo>
                        <a:pt x="198" y="51"/>
                        <a:pt x="198" y="51"/>
                        <a:pt x="198" y="51"/>
                      </a:cubicBezTo>
                      <a:cubicBezTo>
                        <a:pt x="199" y="50"/>
                        <a:pt x="199" y="50"/>
                        <a:pt x="199" y="50"/>
                      </a:cubicBezTo>
                      <a:cubicBezTo>
                        <a:pt x="199" y="50"/>
                        <a:pt x="199" y="50"/>
                        <a:pt x="199" y="50"/>
                      </a:cubicBezTo>
                      <a:cubicBezTo>
                        <a:pt x="200" y="50"/>
                        <a:pt x="200" y="50"/>
                        <a:pt x="200" y="50"/>
                      </a:cubicBezTo>
                      <a:cubicBezTo>
                        <a:pt x="200" y="51"/>
                        <a:pt x="200" y="51"/>
                        <a:pt x="200" y="50"/>
                      </a:cubicBezTo>
                      <a:cubicBezTo>
                        <a:pt x="200"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2" y="50"/>
                        <a:pt x="202" y="50"/>
                        <a:pt x="202" y="50"/>
                      </a:cubicBezTo>
                      <a:cubicBezTo>
                        <a:pt x="202" y="50"/>
                        <a:pt x="202" y="50"/>
                        <a:pt x="202" y="50"/>
                      </a:cubicBezTo>
                      <a:cubicBezTo>
                        <a:pt x="202" y="50"/>
                        <a:pt x="202" y="50"/>
                        <a:pt x="202" y="50"/>
                      </a:cubicBezTo>
                      <a:cubicBezTo>
                        <a:pt x="202" y="49"/>
                        <a:pt x="202" y="50"/>
                        <a:pt x="202" y="50"/>
                      </a:cubicBezTo>
                      <a:close/>
                      <a:moveTo>
                        <a:pt x="216" y="42"/>
                      </a:moveTo>
                      <a:cubicBezTo>
                        <a:pt x="217" y="42"/>
                        <a:pt x="217" y="42"/>
                        <a:pt x="217" y="42"/>
                      </a:cubicBezTo>
                      <a:cubicBezTo>
                        <a:pt x="217" y="42"/>
                        <a:pt x="217" y="42"/>
                        <a:pt x="217" y="43"/>
                      </a:cubicBezTo>
                      <a:cubicBezTo>
                        <a:pt x="216" y="43"/>
                        <a:pt x="217" y="43"/>
                        <a:pt x="217" y="43"/>
                      </a:cubicBezTo>
                      <a:cubicBezTo>
                        <a:pt x="217" y="43"/>
                        <a:pt x="217" y="43"/>
                        <a:pt x="217" y="43"/>
                      </a:cubicBezTo>
                      <a:cubicBezTo>
                        <a:pt x="217" y="43"/>
                        <a:pt x="217" y="43"/>
                        <a:pt x="217" y="43"/>
                      </a:cubicBezTo>
                      <a:cubicBezTo>
                        <a:pt x="217" y="43"/>
                        <a:pt x="218" y="42"/>
                        <a:pt x="218" y="43"/>
                      </a:cubicBezTo>
                      <a:cubicBezTo>
                        <a:pt x="218" y="43"/>
                        <a:pt x="218" y="43"/>
                        <a:pt x="218" y="43"/>
                      </a:cubicBezTo>
                      <a:cubicBezTo>
                        <a:pt x="218" y="43"/>
                        <a:pt x="218" y="43"/>
                        <a:pt x="218" y="43"/>
                      </a:cubicBezTo>
                      <a:cubicBezTo>
                        <a:pt x="218" y="43"/>
                        <a:pt x="218" y="43"/>
                        <a:pt x="218" y="43"/>
                      </a:cubicBezTo>
                      <a:cubicBezTo>
                        <a:pt x="218" y="43"/>
                        <a:pt x="219" y="43"/>
                        <a:pt x="219" y="43"/>
                      </a:cubicBezTo>
                      <a:cubicBezTo>
                        <a:pt x="219" y="43"/>
                        <a:pt x="219" y="43"/>
                        <a:pt x="219" y="43"/>
                      </a:cubicBezTo>
                      <a:cubicBezTo>
                        <a:pt x="219" y="43"/>
                        <a:pt x="219" y="43"/>
                        <a:pt x="219" y="43"/>
                      </a:cubicBezTo>
                      <a:cubicBezTo>
                        <a:pt x="219" y="43"/>
                        <a:pt x="219" y="43"/>
                        <a:pt x="219" y="43"/>
                      </a:cubicBezTo>
                      <a:cubicBezTo>
                        <a:pt x="219" y="43"/>
                        <a:pt x="219" y="42"/>
                        <a:pt x="219" y="42"/>
                      </a:cubicBezTo>
                      <a:cubicBezTo>
                        <a:pt x="219" y="42"/>
                        <a:pt x="219" y="42"/>
                        <a:pt x="218" y="42"/>
                      </a:cubicBezTo>
                      <a:cubicBezTo>
                        <a:pt x="218" y="42"/>
                        <a:pt x="218" y="42"/>
                        <a:pt x="218" y="42"/>
                      </a:cubicBezTo>
                      <a:cubicBezTo>
                        <a:pt x="218" y="42"/>
                        <a:pt x="218" y="42"/>
                        <a:pt x="218" y="42"/>
                      </a:cubicBezTo>
                      <a:cubicBezTo>
                        <a:pt x="218" y="42"/>
                        <a:pt x="218" y="42"/>
                        <a:pt x="218" y="42"/>
                      </a:cubicBezTo>
                      <a:cubicBezTo>
                        <a:pt x="217" y="41"/>
                        <a:pt x="219" y="41"/>
                        <a:pt x="218" y="41"/>
                      </a:cubicBezTo>
                      <a:cubicBezTo>
                        <a:pt x="218" y="41"/>
                        <a:pt x="218" y="40"/>
                        <a:pt x="218" y="40"/>
                      </a:cubicBezTo>
                      <a:cubicBezTo>
                        <a:pt x="218" y="40"/>
                        <a:pt x="218" y="40"/>
                        <a:pt x="218" y="40"/>
                      </a:cubicBezTo>
                      <a:cubicBezTo>
                        <a:pt x="217" y="40"/>
                        <a:pt x="217" y="40"/>
                        <a:pt x="217" y="40"/>
                      </a:cubicBezTo>
                      <a:cubicBezTo>
                        <a:pt x="217" y="40"/>
                        <a:pt x="217" y="40"/>
                        <a:pt x="217" y="40"/>
                      </a:cubicBezTo>
                      <a:cubicBezTo>
                        <a:pt x="217" y="40"/>
                        <a:pt x="217" y="40"/>
                        <a:pt x="217" y="40"/>
                      </a:cubicBezTo>
                      <a:cubicBezTo>
                        <a:pt x="217" y="40"/>
                        <a:pt x="217" y="40"/>
                        <a:pt x="217" y="40"/>
                      </a:cubicBezTo>
                      <a:cubicBezTo>
                        <a:pt x="216" y="40"/>
                        <a:pt x="216" y="40"/>
                        <a:pt x="216" y="40"/>
                      </a:cubicBezTo>
                      <a:cubicBezTo>
                        <a:pt x="216" y="40"/>
                        <a:pt x="216" y="40"/>
                        <a:pt x="216" y="40"/>
                      </a:cubicBezTo>
                      <a:cubicBezTo>
                        <a:pt x="216" y="40"/>
                        <a:pt x="216" y="40"/>
                        <a:pt x="216" y="40"/>
                      </a:cubicBezTo>
                      <a:cubicBezTo>
                        <a:pt x="216" y="40"/>
                        <a:pt x="216" y="40"/>
                        <a:pt x="216" y="41"/>
                      </a:cubicBezTo>
                      <a:cubicBezTo>
                        <a:pt x="215" y="41"/>
                        <a:pt x="216" y="41"/>
                        <a:pt x="216" y="41"/>
                      </a:cubicBezTo>
                      <a:cubicBezTo>
                        <a:pt x="216" y="41"/>
                        <a:pt x="216" y="41"/>
                        <a:pt x="216" y="41"/>
                      </a:cubicBezTo>
                      <a:cubicBezTo>
                        <a:pt x="216" y="42"/>
                        <a:pt x="216" y="42"/>
                        <a:pt x="216" y="42"/>
                      </a:cubicBezTo>
                      <a:close/>
                      <a:moveTo>
                        <a:pt x="216" y="31"/>
                      </a:moveTo>
                      <a:cubicBezTo>
                        <a:pt x="216" y="31"/>
                        <a:pt x="216" y="31"/>
                        <a:pt x="217" y="31"/>
                      </a:cubicBezTo>
                      <a:cubicBezTo>
                        <a:pt x="217" y="31"/>
                        <a:pt x="217" y="31"/>
                        <a:pt x="217" y="31"/>
                      </a:cubicBezTo>
                      <a:cubicBezTo>
                        <a:pt x="217" y="31"/>
                        <a:pt x="217" y="31"/>
                        <a:pt x="217" y="31"/>
                      </a:cubicBezTo>
                      <a:cubicBezTo>
                        <a:pt x="217" y="31"/>
                        <a:pt x="217" y="32"/>
                        <a:pt x="217" y="32"/>
                      </a:cubicBezTo>
                      <a:cubicBezTo>
                        <a:pt x="217" y="32"/>
                        <a:pt x="218" y="32"/>
                        <a:pt x="218" y="32"/>
                      </a:cubicBezTo>
                      <a:cubicBezTo>
                        <a:pt x="218" y="32"/>
                        <a:pt x="217" y="32"/>
                        <a:pt x="217" y="33"/>
                      </a:cubicBezTo>
                      <a:cubicBezTo>
                        <a:pt x="217" y="33"/>
                        <a:pt x="217" y="33"/>
                        <a:pt x="217" y="33"/>
                      </a:cubicBezTo>
                      <a:cubicBezTo>
                        <a:pt x="217" y="34"/>
                        <a:pt x="217" y="34"/>
                        <a:pt x="217" y="34"/>
                      </a:cubicBezTo>
                      <a:cubicBezTo>
                        <a:pt x="217" y="34"/>
                        <a:pt x="217" y="34"/>
                        <a:pt x="217" y="34"/>
                      </a:cubicBezTo>
                      <a:cubicBezTo>
                        <a:pt x="217" y="35"/>
                        <a:pt x="217" y="35"/>
                        <a:pt x="217" y="35"/>
                      </a:cubicBezTo>
                      <a:cubicBezTo>
                        <a:pt x="217" y="35"/>
                        <a:pt x="218" y="35"/>
                        <a:pt x="218" y="35"/>
                      </a:cubicBezTo>
                      <a:cubicBezTo>
                        <a:pt x="218" y="35"/>
                        <a:pt x="218" y="35"/>
                        <a:pt x="218" y="35"/>
                      </a:cubicBezTo>
                      <a:cubicBezTo>
                        <a:pt x="218" y="35"/>
                        <a:pt x="218" y="35"/>
                        <a:pt x="218" y="36"/>
                      </a:cubicBezTo>
                      <a:cubicBezTo>
                        <a:pt x="218" y="36"/>
                        <a:pt x="218" y="36"/>
                        <a:pt x="218" y="36"/>
                      </a:cubicBezTo>
                      <a:cubicBezTo>
                        <a:pt x="218" y="37"/>
                        <a:pt x="218" y="37"/>
                        <a:pt x="218" y="37"/>
                      </a:cubicBezTo>
                      <a:cubicBezTo>
                        <a:pt x="218" y="37"/>
                        <a:pt x="218" y="37"/>
                        <a:pt x="218" y="37"/>
                      </a:cubicBezTo>
                      <a:cubicBezTo>
                        <a:pt x="218" y="37"/>
                        <a:pt x="218" y="38"/>
                        <a:pt x="218" y="38"/>
                      </a:cubicBezTo>
                      <a:cubicBezTo>
                        <a:pt x="218" y="38"/>
                        <a:pt x="218" y="38"/>
                        <a:pt x="218" y="38"/>
                      </a:cubicBezTo>
                      <a:cubicBezTo>
                        <a:pt x="218" y="39"/>
                        <a:pt x="218" y="39"/>
                        <a:pt x="218" y="39"/>
                      </a:cubicBezTo>
                      <a:cubicBezTo>
                        <a:pt x="218" y="39"/>
                        <a:pt x="218" y="39"/>
                        <a:pt x="218" y="40"/>
                      </a:cubicBezTo>
                      <a:cubicBezTo>
                        <a:pt x="219" y="40"/>
                        <a:pt x="219" y="40"/>
                        <a:pt x="219" y="40"/>
                      </a:cubicBezTo>
                      <a:cubicBezTo>
                        <a:pt x="219" y="40"/>
                        <a:pt x="219" y="40"/>
                        <a:pt x="219" y="40"/>
                      </a:cubicBezTo>
                      <a:cubicBezTo>
                        <a:pt x="219" y="40"/>
                        <a:pt x="219" y="40"/>
                        <a:pt x="219" y="40"/>
                      </a:cubicBezTo>
                      <a:cubicBezTo>
                        <a:pt x="220" y="41"/>
                        <a:pt x="220" y="41"/>
                        <a:pt x="220" y="41"/>
                      </a:cubicBezTo>
                      <a:cubicBezTo>
                        <a:pt x="220" y="41"/>
                        <a:pt x="220" y="41"/>
                        <a:pt x="220" y="41"/>
                      </a:cubicBezTo>
                      <a:cubicBezTo>
                        <a:pt x="220" y="41"/>
                        <a:pt x="220" y="41"/>
                        <a:pt x="220" y="41"/>
                      </a:cubicBezTo>
                      <a:cubicBezTo>
                        <a:pt x="220" y="41"/>
                        <a:pt x="220" y="41"/>
                        <a:pt x="220" y="42"/>
                      </a:cubicBezTo>
                      <a:cubicBezTo>
                        <a:pt x="220" y="42"/>
                        <a:pt x="220" y="42"/>
                        <a:pt x="220" y="42"/>
                      </a:cubicBezTo>
                      <a:cubicBezTo>
                        <a:pt x="220" y="42"/>
                        <a:pt x="220" y="42"/>
                        <a:pt x="221" y="42"/>
                      </a:cubicBezTo>
                      <a:cubicBezTo>
                        <a:pt x="221" y="42"/>
                        <a:pt x="221" y="43"/>
                        <a:pt x="222" y="43"/>
                      </a:cubicBezTo>
                      <a:cubicBezTo>
                        <a:pt x="222" y="43"/>
                        <a:pt x="222" y="43"/>
                        <a:pt x="222" y="43"/>
                      </a:cubicBezTo>
                      <a:cubicBezTo>
                        <a:pt x="222" y="43"/>
                        <a:pt x="222" y="43"/>
                        <a:pt x="222" y="43"/>
                      </a:cubicBezTo>
                      <a:cubicBezTo>
                        <a:pt x="222" y="43"/>
                        <a:pt x="222" y="43"/>
                        <a:pt x="222" y="43"/>
                      </a:cubicBezTo>
                      <a:cubicBezTo>
                        <a:pt x="222" y="43"/>
                        <a:pt x="222" y="43"/>
                        <a:pt x="222" y="43"/>
                      </a:cubicBezTo>
                      <a:cubicBezTo>
                        <a:pt x="222" y="43"/>
                        <a:pt x="222" y="43"/>
                        <a:pt x="222" y="43"/>
                      </a:cubicBezTo>
                      <a:cubicBezTo>
                        <a:pt x="222" y="43"/>
                        <a:pt x="222" y="43"/>
                        <a:pt x="222" y="43"/>
                      </a:cubicBezTo>
                      <a:cubicBezTo>
                        <a:pt x="222" y="43"/>
                        <a:pt x="222" y="43"/>
                        <a:pt x="222" y="43"/>
                      </a:cubicBezTo>
                      <a:cubicBezTo>
                        <a:pt x="222" y="43"/>
                        <a:pt x="222" y="43"/>
                        <a:pt x="222" y="43"/>
                      </a:cubicBezTo>
                      <a:cubicBezTo>
                        <a:pt x="222" y="43"/>
                        <a:pt x="222" y="43"/>
                        <a:pt x="223" y="44"/>
                      </a:cubicBezTo>
                      <a:cubicBezTo>
                        <a:pt x="223" y="44"/>
                        <a:pt x="223" y="44"/>
                        <a:pt x="223" y="44"/>
                      </a:cubicBezTo>
                      <a:cubicBezTo>
                        <a:pt x="223" y="44"/>
                        <a:pt x="223" y="44"/>
                        <a:pt x="223" y="44"/>
                      </a:cubicBezTo>
                      <a:cubicBezTo>
                        <a:pt x="223" y="44"/>
                        <a:pt x="223" y="44"/>
                        <a:pt x="223" y="44"/>
                      </a:cubicBezTo>
                      <a:cubicBezTo>
                        <a:pt x="223" y="43"/>
                        <a:pt x="223" y="43"/>
                        <a:pt x="223" y="43"/>
                      </a:cubicBezTo>
                      <a:cubicBezTo>
                        <a:pt x="223" y="43"/>
                        <a:pt x="222" y="43"/>
                        <a:pt x="222" y="43"/>
                      </a:cubicBezTo>
                      <a:cubicBezTo>
                        <a:pt x="222" y="43"/>
                        <a:pt x="222" y="43"/>
                        <a:pt x="222" y="43"/>
                      </a:cubicBezTo>
                      <a:cubicBezTo>
                        <a:pt x="222" y="43"/>
                        <a:pt x="222" y="43"/>
                        <a:pt x="222" y="43"/>
                      </a:cubicBezTo>
                      <a:cubicBezTo>
                        <a:pt x="222" y="42"/>
                        <a:pt x="222" y="42"/>
                        <a:pt x="222" y="42"/>
                      </a:cubicBezTo>
                      <a:cubicBezTo>
                        <a:pt x="222" y="42"/>
                        <a:pt x="222" y="42"/>
                        <a:pt x="222" y="42"/>
                      </a:cubicBezTo>
                      <a:cubicBezTo>
                        <a:pt x="222" y="42"/>
                        <a:pt x="222" y="42"/>
                        <a:pt x="221" y="42"/>
                      </a:cubicBezTo>
                      <a:cubicBezTo>
                        <a:pt x="221" y="42"/>
                        <a:pt x="221" y="42"/>
                        <a:pt x="221" y="42"/>
                      </a:cubicBezTo>
                      <a:cubicBezTo>
                        <a:pt x="221" y="41"/>
                        <a:pt x="221" y="41"/>
                        <a:pt x="221" y="41"/>
                      </a:cubicBezTo>
                      <a:cubicBezTo>
                        <a:pt x="221" y="40"/>
                        <a:pt x="220" y="40"/>
                        <a:pt x="220" y="40"/>
                      </a:cubicBezTo>
                      <a:cubicBezTo>
                        <a:pt x="220" y="40"/>
                        <a:pt x="220" y="40"/>
                        <a:pt x="220" y="40"/>
                      </a:cubicBezTo>
                      <a:cubicBezTo>
                        <a:pt x="220" y="39"/>
                        <a:pt x="220" y="39"/>
                        <a:pt x="220" y="39"/>
                      </a:cubicBezTo>
                      <a:cubicBezTo>
                        <a:pt x="220" y="39"/>
                        <a:pt x="220" y="39"/>
                        <a:pt x="220" y="39"/>
                      </a:cubicBezTo>
                      <a:cubicBezTo>
                        <a:pt x="220" y="39"/>
                        <a:pt x="220" y="38"/>
                        <a:pt x="220" y="38"/>
                      </a:cubicBezTo>
                      <a:cubicBezTo>
                        <a:pt x="220" y="38"/>
                        <a:pt x="220" y="38"/>
                        <a:pt x="220" y="38"/>
                      </a:cubicBezTo>
                      <a:cubicBezTo>
                        <a:pt x="219" y="38"/>
                        <a:pt x="219" y="38"/>
                        <a:pt x="219" y="38"/>
                      </a:cubicBezTo>
                      <a:cubicBezTo>
                        <a:pt x="219" y="37"/>
                        <a:pt x="220" y="37"/>
                        <a:pt x="219" y="37"/>
                      </a:cubicBezTo>
                      <a:cubicBezTo>
                        <a:pt x="219" y="37"/>
                        <a:pt x="219" y="37"/>
                        <a:pt x="220" y="37"/>
                      </a:cubicBezTo>
                      <a:cubicBezTo>
                        <a:pt x="220" y="37"/>
                        <a:pt x="220" y="37"/>
                        <a:pt x="220" y="37"/>
                      </a:cubicBezTo>
                      <a:cubicBezTo>
                        <a:pt x="220" y="37"/>
                        <a:pt x="220" y="37"/>
                        <a:pt x="220" y="37"/>
                      </a:cubicBezTo>
                      <a:cubicBezTo>
                        <a:pt x="220" y="37"/>
                        <a:pt x="220" y="36"/>
                        <a:pt x="220" y="36"/>
                      </a:cubicBezTo>
                      <a:cubicBezTo>
                        <a:pt x="220" y="36"/>
                        <a:pt x="220" y="36"/>
                        <a:pt x="220" y="36"/>
                      </a:cubicBezTo>
                      <a:cubicBezTo>
                        <a:pt x="220" y="36"/>
                        <a:pt x="220" y="36"/>
                        <a:pt x="220" y="36"/>
                      </a:cubicBezTo>
                      <a:cubicBezTo>
                        <a:pt x="220" y="36"/>
                        <a:pt x="220" y="36"/>
                        <a:pt x="220" y="36"/>
                      </a:cubicBezTo>
                      <a:cubicBezTo>
                        <a:pt x="219" y="36"/>
                        <a:pt x="219" y="36"/>
                        <a:pt x="219" y="36"/>
                      </a:cubicBezTo>
                      <a:cubicBezTo>
                        <a:pt x="219" y="35"/>
                        <a:pt x="219" y="35"/>
                        <a:pt x="219" y="35"/>
                      </a:cubicBezTo>
                      <a:cubicBezTo>
                        <a:pt x="219" y="35"/>
                        <a:pt x="220" y="35"/>
                        <a:pt x="220" y="35"/>
                      </a:cubicBezTo>
                      <a:cubicBezTo>
                        <a:pt x="220" y="35"/>
                        <a:pt x="219" y="35"/>
                        <a:pt x="220" y="35"/>
                      </a:cubicBezTo>
                      <a:cubicBezTo>
                        <a:pt x="220" y="35"/>
                        <a:pt x="220" y="35"/>
                        <a:pt x="220" y="34"/>
                      </a:cubicBezTo>
                      <a:cubicBezTo>
                        <a:pt x="220" y="34"/>
                        <a:pt x="220" y="34"/>
                        <a:pt x="220" y="34"/>
                      </a:cubicBezTo>
                      <a:cubicBezTo>
                        <a:pt x="220" y="34"/>
                        <a:pt x="220" y="34"/>
                        <a:pt x="221" y="34"/>
                      </a:cubicBezTo>
                      <a:cubicBezTo>
                        <a:pt x="221" y="34"/>
                        <a:pt x="221" y="35"/>
                        <a:pt x="221" y="35"/>
                      </a:cubicBezTo>
                      <a:cubicBezTo>
                        <a:pt x="221" y="35"/>
                        <a:pt x="221" y="35"/>
                        <a:pt x="221" y="35"/>
                      </a:cubicBezTo>
                      <a:cubicBezTo>
                        <a:pt x="221" y="35"/>
                        <a:pt x="221" y="35"/>
                        <a:pt x="221" y="35"/>
                      </a:cubicBezTo>
                      <a:cubicBezTo>
                        <a:pt x="221" y="35"/>
                        <a:pt x="221" y="35"/>
                        <a:pt x="221" y="35"/>
                      </a:cubicBezTo>
                      <a:cubicBezTo>
                        <a:pt x="221" y="35"/>
                        <a:pt x="222" y="35"/>
                        <a:pt x="222" y="35"/>
                      </a:cubicBezTo>
                      <a:cubicBezTo>
                        <a:pt x="222" y="35"/>
                        <a:pt x="222" y="35"/>
                        <a:pt x="222" y="35"/>
                      </a:cubicBezTo>
                      <a:cubicBezTo>
                        <a:pt x="222" y="35"/>
                        <a:pt x="223" y="35"/>
                        <a:pt x="223" y="35"/>
                      </a:cubicBezTo>
                      <a:cubicBezTo>
                        <a:pt x="223" y="35"/>
                        <a:pt x="223" y="35"/>
                        <a:pt x="223" y="35"/>
                      </a:cubicBezTo>
                      <a:cubicBezTo>
                        <a:pt x="223" y="35"/>
                        <a:pt x="223" y="35"/>
                        <a:pt x="223" y="35"/>
                      </a:cubicBezTo>
                      <a:cubicBezTo>
                        <a:pt x="224" y="35"/>
                        <a:pt x="224" y="35"/>
                        <a:pt x="224" y="35"/>
                      </a:cubicBezTo>
                      <a:cubicBezTo>
                        <a:pt x="224" y="36"/>
                        <a:pt x="224" y="36"/>
                        <a:pt x="225" y="36"/>
                      </a:cubicBezTo>
                      <a:cubicBezTo>
                        <a:pt x="225" y="36"/>
                        <a:pt x="225" y="36"/>
                        <a:pt x="226" y="36"/>
                      </a:cubicBezTo>
                      <a:cubicBezTo>
                        <a:pt x="226" y="36"/>
                        <a:pt x="226" y="36"/>
                        <a:pt x="226" y="36"/>
                      </a:cubicBezTo>
                      <a:cubicBezTo>
                        <a:pt x="226" y="36"/>
                        <a:pt x="226" y="36"/>
                        <a:pt x="226" y="36"/>
                      </a:cubicBezTo>
                      <a:cubicBezTo>
                        <a:pt x="226" y="36"/>
                        <a:pt x="226" y="36"/>
                        <a:pt x="226" y="36"/>
                      </a:cubicBezTo>
                      <a:cubicBezTo>
                        <a:pt x="226" y="36"/>
                        <a:pt x="226" y="36"/>
                        <a:pt x="226" y="36"/>
                      </a:cubicBezTo>
                      <a:cubicBezTo>
                        <a:pt x="226" y="36"/>
                        <a:pt x="226" y="36"/>
                        <a:pt x="226" y="36"/>
                      </a:cubicBezTo>
                      <a:cubicBezTo>
                        <a:pt x="226" y="36"/>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4"/>
                        <a:pt x="225" y="34"/>
                      </a:cubicBezTo>
                      <a:cubicBezTo>
                        <a:pt x="225" y="34"/>
                        <a:pt x="225" y="34"/>
                        <a:pt x="225" y="34"/>
                      </a:cubicBezTo>
                      <a:cubicBezTo>
                        <a:pt x="225" y="34"/>
                        <a:pt x="224" y="34"/>
                        <a:pt x="224" y="34"/>
                      </a:cubicBezTo>
                      <a:cubicBezTo>
                        <a:pt x="224" y="34"/>
                        <a:pt x="224" y="34"/>
                        <a:pt x="224" y="34"/>
                      </a:cubicBezTo>
                      <a:cubicBezTo>
                        <a:pt x="224" y="34"/>
                        <a:pt x="224" y="34"/>
                        <a:pt x="224" y="34"/>
                      </a:cubicBezTo>
                      <a:cubicBezTo>
                        <a:pt x="224" y="34"/>
                        <a:pt x="224" y="34"/>
                        <a:pt x="223" y="34"/>
                      </a:cubicBezTo>
                      <a:cubicBezTo>
                        <a:pt x="223" y="34"/>
                        <a:pt x="223" y="34"/>
                        <a:pt x="223" y="34"/>
                      </a:cubicBezTo>
                      <a:cubicBezTo>
                        <a:pt x="223" y="34"/>
                        <a:pt x="223" y="34"/>
                        <a:pt x="223" y="34"/>
                      </a:cubicBezTo>
                      <a:cubicBezTo>
                        <a:pt x="223" y="33"/>
                        <a:pt x="223" y="33"/>
                        <a:pt x="223" y="33"/>
                      </a:cubicBezTo>
                      <a:cubicBezTo>
                        <a:pt x="223" y="33"/>
                        <a:pt x="223" y="33"/>
                        <a:pt x="223" y="33"/>
                      </a:cubicBezTo>
                      <a:cubicBezTo>
                        <a:pt x="223" y="33"/>
                        <a:pt x="223" y="33"/>
                        <a:pt x="222" y="33"/>
                      </a:cubicBezTo>
                      <a:cubicBezTo>
                        <a:pt x="222" y="33"/>
                        <a:pt x="222" y="33"/>
                        <a:pt x="222" y="33"/>
                      </a:cubicBezTo>
                      <a:cubicBezTo>
                        <a:pt x="222" y="33"/>
                        <a:pt x="222" y="33"/>
                        <a:pt x="222" y="33"/>
                      </a:cubicBezTo>
                      <a:cubicBezTo>
                        <a:pt x="222" y="33"/>
                        <a:pt x="222" y="33"/>
                        <a:pt x="222" y="33"/>
                      </a:cubicBezTo>
                      <a:cubicBezTo>
                        <a:pt x="222" y="33"/>
                        <a:pt x="222" y="33"/>
                        <a:pt x="222" y="33"/>
                      </a:cubicBezTo>
                      <a:cubicBezTo>
                        <a:pt x="222" y="33"/>
                        <a:pt x="222" y="33"/>
                        <a:pt x="222" y="33"/>
                      </a:cubicBezTo>
                      <a:cubicBezTo>
                        <a:pt x="222" y="33"/>
                        <a:pt x="222" y="33"/>
                        <a:pt x="222" y="33"/>
                      </a:cubicBezTo>
                      <a:cubicBezTo>
                        <a:pt x="222" y="33"/>
                        <a:pt x="222" y="33"/>
                        <a:pt x="222" y="33"/>
                      </a:cubicBezTo>
                      <a:cubicBezTo>
                        <a:pt x="222" y="33"/>
                        <a:pt x="222" y="33"/>
                        <a:pt x="222" y="32"/>
                      </a:cubicBezTo>
                      <a:cubicBezTo>
                        <a:pt x="222" y="32"/>
                        <a:pt x="222" y="32"/>
                        <a:pt x="222" y="32"/>
                      </a:cubicBezTo>
                      <a:cubicBezTo>
                        <a:pt x="222" y="32"/>
                        <a:pt x="222" y="32"/>
                        <a:pt x="222" y="32"/>
                      </a:cubicBezTo>
                      <a:cubicBezTo>
                        <a:pt x="222" y="32"/>
                        <a:pt x="222" y="32"/>
                        <a:pt x="222" y="32"/>
                      </a:cubicBezTo>
                      <a:cubicBezTo>
                        <a:pt x="222" y="32"/>
                        <a:pt x="222" y="32"/>
                        <a:pt x="222" y="32"/>
                      </a:cubicBezTo>
                      <a:cubicBezTo>
                        <a:pt x="222" y="32"/>
                        <a:pt x="222" y="32"/>
                        <a:pt x="222" y="32"/>
                      </a:cubicBezTo>
                      <a:cubicBezTo>
                        <a:pt x="222" y="32"/>
                        <a:pt x="222" y="32"/>
                        <a:pt x="222" y="32"/>
                      </a:cubicBezTo>
                      <a:cubicBezTo>
                        <a:pt x="222" y="32"/>
                        <a:pt x="222" y="32"/>
                        <a:pt x="222" y="32"/>
                      </a:cubicBezTo>
                      <a:cubicBezTo>
                        <a:pt x="222" y="32"/>
                        <a:pt x="222" y="32"/>
                        <a:pt x="222" y="32"/>
                      </a:cubicBezTo>
                      <a:cubicBezTo>
                        <a:pt x="222" y="32"/>
                        <a:pt x="222" y="32"/>
                        <a:pt x="222" y="32"/>
                      </a:cubicBezTo>
                      <a:cubicBezTo>
                        <a:pt x="223" y="32"/>
                        <a:pt x="223" y="32"/>
                        <a:pt x="223" y="31"/>
                      </a:cubicBezTo>
                      <a:cubicBezTo>
                        <a:pt x="223" y="31"/>
                        <a:pt x="223" y="31"/>
                        <a:pt x="223" y="31"/>
                      </a:cubicBezTo>
                      <a:cubicBezTo>
                        <a:pt x="224" y="31"/>
                        <a:pt x="224" y="31"/>
                        <a:pt x="224" y="31"/>
                      </a:cubicBezTo>
                      <a:cubicBezTo>
                        <a:pt x="224" y="31"/>
                        <a:pt x="224" y="31"/>
                        <a:pt x="224" y="31"/>
                      </a:cubicBezTo>
                      <a:cubicBezTo>
                        <a:pt x="224" y="31"/>
                        <a:pt x="224" y="31"/>
                        <a:pt x="224" y="31"/>
                      </a:cubicBezTo>
                      <a:cubicBezTo>
                        <a:pt x="224" y="31"/>
                        <a:pt x="224" y="31"/>
                        <a:pt x="225" y="31"/>
                      </a:cubicBezTo>
                      <a:cubicBezTo>
                        <a:pt x="225" y="31"/>
                        <a:pt x="225" y="31"/>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7"/>
                        <a:pt x="225" y="27"/>
                        <a:pt x="225" y="27"/>
                      </a:cubicBezTo>
                      <a:cubicBezTo>
                        <a:pt x="225" y="27"/>
                        <a:pt x="225" y="27"/>
                        <a:pt x="225" y="27"/>
                      </a:cubicBezTo>
                      <a:cubicBezTo>
                        <a:pt x="225" y="27"/>
                        <a:pt x="225" y="27"/>
                        <a:pt x="225" y="27"/>
                      </a:cubicBezTo>
                      <a:cubicBezTo>
                        <a:pt x="224" y="27"/>
                        <a:pt x="224" y="27"/>
                        <a:pt x="224" y="27"/>
                      </a:cubicBezTo>
                      <a:cubicBezTo>
                        <a:pt x="224" y="27"/>
                        <a:pt x="224" y="27"/>
                        <a:pt x="224" y="27"/>
                      </a:cubicBezTo>
                      <a:cubicBezTo>
                        <a:pt x="224" y="27"/>
                        <a:pt x="224" y="27"/>
                        <a:pt x="224" y="27"/>
                      </a:cubicBezTo>
                      <a:cubicBezTo>
                        <a:pt x="224" y="27"/>
                        <a:pt x="224" y="27"/>
                        <a:pt x="224" y="27"/>
                      </a:cubicBezTo>
                      <a:cubicBezTo>
                        <a:pt x="224" y="27"/>
                        <a:pt x="224" y="27"/>
                        <a:pt x="224" y="27"/>
                      </a:cubicBezTo>
                      <a:cubicBezTo>
                        <a:pt x="223" y="27"/>
                        <a:pt x="223" y="27"/>
                        <a:pt x="223" y="27"/>
                      </a:cubicBezTo>
                      <a:cubicBezTo>
                        <a:pt x="223" y="27"/>
                        <a:pt x="223" y="27"/>
                        <a:pt x="223" y="27"/>
                      </a:cubicBezTo>
                      <a:cubicBezTo>
                        <a:pt x="223" y="28"/>
                        <a:pt x="223" y="28"/>
                        <a:pt x="222" y="28"/>
                      </a:cubicBezTo>
                      <a:cubicBezTo>
                        <a:pt x="222" y="28"/>
                        <a:pt x="222" y="28"/>
                        <a:pt x="222" y="28"/>
                      </a:cubicBezTo>
                      <a:cubicBezTo>
                        <a:pt x="222" y="28"/>
                        <a:pt x="222" y="28"/>
                        <a:pt x="222" y="28"/>
                      </a:cubicBezTo>
                      <a:cubicBezTo>
                        <a:pt x="222" y="28"/>
                        <a:pt x="222" y="28"/>
                        <a:pt x="222" y="28"/>
                      </a:cubicBezTo>
                      <a:cubicBezTo>
                        <a:pt x="221" y="28"/>
                        <a:pt x="221" y="28"/>
                        <a:pt x="221" y="29"/>
                      </a:cubicBezTo>
                      <a:cubicBezTo>
                        <a:pt x="221" y="29"/>
                        <a:pt x="221" y="29"/>
                        <a:pt x="221" y="29"/>
                      </a:cubicBezTo>
                      <a:cubicBezTo>
                        <a:pt x="221" y="29"/>
                        <a:pt x="221" y="29"/>
                        <a:pt x="221" y="29"/>
                      </a:cubicBezTo>
                      <a:cubicBezTo>
                        <a:pt x="221" y="29"/>
                        <a:pt x="221" y="29"/>
                        <a:pt x="221" y="29"/>
                      </a:cubicBezTo>
                      <a:cubicBezTo>
                        <a:pt x="221" y="29"/>
                        <a:pt x="221" y="29"/>
                        <a:pt x="221" y="29"/>
                      </a:cubicBezTo>
                      <a:cubicBezTo>
                        <a:pt x="221" y="29"/>
                        <a:pt x="221" y="29"/>
                        <a:pt x="221" y="29"/>
                      </a:cubicBezTo>
                      <a:cubicBezTo>
                        <a:pt x="221" y="29"/>
                        <a:pt x="221" y="29"/>
                        <a:pt x="221" y="29"/>
                      </a:cubicBezTo>
                      <a:cubicBezTo>
                        <a:pt x="221" y="29"/>
                        <a:pt x="222" y="29"/>
                        <a:pt x="222" y="30"/>
                      </a:cubicBezTo>
                      <a:cubicBezTo>
                        <a:pt x="222" y="30"/>
                        <a:pt x="221" y="30"/>
                        <a:pt x="221" y="30"/>
                      </a:cubicBezTo>
                      <a:cubicBezTo>
                        <a:pt x="221" y="30"/>
                        <a:pt x="221" y="30"/>
                        <a:pt x="221" y="30"/>
                      </a:cubicBezTo>
                      <a:cubicBezTo>
                        <a:pt x="221" y="30"/>
                        <a:pt x="221" y="30"/>
                        <a:pt x="220" y="30"/>
                      </a:cubicBezTo>
                      <a:cubicBezTo>
                        <a:pt x="220" y="30"/>
                        <a:pt x="220" y="30"/>
                        <a:pt x="220" y="30"/>
                      </a:cubicBezTo>
                      <a:cubicBezTo>
                        <a:pt x="220" y="30"/>
                        <a:pt x="220" y="31"/>
                        <a:pt x="220" y="31"/>
                      </a:cubicBezTo>
                      <a:cubicBezTo>
                        <a:pt x="220" y="31"/>
                        <a:pt x="220" y="31"/>
                        <a:pt x="220" y="31"/>
                      </a:cubicBezTo>
                      <a:cubicBezTo>
                        <a:pt x="220" y="31"/>
                        <a:pt x="220" y="31"/>
                        <a:pt x="220" y="32"/>
                      </a:cubicBezTo>
                      <a:cubicBezTo>
                        <a:pt x="220" y="32"/>
                        <a:pt x="220" y="32"/>
                        <a:pt x="220" y="32"/>
                      </a:cubicBezTo>
                      <a:cubicBezTo>
                        <a:pt x="220" y="32"/>
                        <a:pt x="220" y="32"/>
                        <a:pt x="219" y="32"/>
                      </a:cubicBezTo>
                      <a:cubicBezTo>
                        <a:pt x="219" y="32"/>
                        <a:pt x="219" y="32"/>
                        <a:pt x="219" y="32"/>
                      </a:cubicBezTo>
                      <a:cubicBezTo>
                        <a:pt x="219" y="32"/>
                        <a:pt x="219" y="32"/>
                        <a:pt x="219" y="32"/>
                      </a:cubicBezTo>
                      <a:cubicBezTo>
                        <a:pt x="219" y="32"/>
                        <a:pt x="219" y="32"/>
                        <a:pt x="219" y="32"/>
                      </a:cubicBezTo>
                      <a:cubicBezTo>
                        <a:pt x="219" y="32"/>
                        <a:pt x="219" y="32"/>
                        <a:pt x="219" y="32"/>
                      </a:cubicBezTo>
                      <a:cubicBezTo>
                        <a:pt x="219" y="32"/>
                        <a:pt x="219" y="32"/>
                        <a:pt x="219" y="32"/>
                      </a:cubicBezTo>
                      <a:cubicBezTo>
                        <a:pt x="218" y="32"/>
                        <a:pt x="218" y="32"/>
                        <a:pt x="218" y="32"/>
                      </a:cubicBezTo>
                      <a:cubicBezTo>
                        <a:pt x="218" y="32"/>
                        <a:pt x="218" y="32"/>
                        <a:pt x="218" y="32"/>
                      </a:cubicBezTo>
                      <a:cubicBezTo>
                        <a:pt x="218" y="32"/>
                        <a:pt x="218" y="32"/>
                        <a:pt x="218" y="32"/>
                      </a:cubicBezTo>
                      <a:cubicBezTo>
                        <a:pt x="218" y="32"/>
                        <a:pt x="218" y="32"/>
                        <a:pt x="218" y="32"/>
                      </a:cubicBezTo>
                      <a:cubicBezTo>
                        <a:pt x="218" y="32"/>
                        <a:pt x="218" y="32"/>
                        <a:pt x="218" y="32"/>
                      </a:cubicBezTo>
                      <a:cubicBezTo>
                        <a:pt x="218" y="32"/>
                        <a:pt x="218" y="32"/>
                        <a:pt x="218" y="32"/>
                      </a:cubicBezTo>
                      <a:cubicBezTo>
                        <a:pt x="218" y="32"/>
                        <a:pt x="218" y="32"/>
                        <a:pt x="218" y="32"/>
                      </a:cubicBezTo>
                      <a:cubicBezTo>
                        <a:pt x="218" y="32"/>
                        <a:pt x="218" y="32"/>
                        <a:pt x="218" y="31"/>
                      </a:cubicBezTo>
                      <a:cubicBezTo>
                        <a:pt x="218" y="31"/>
                        <a:pt x="218" y="31"/>
                        <a:pt x="218" y="31"/>
                      </a:cubicBezTo>
                      <a:cubicBezTo>
                        <a:pt x="218" y="31"/>
                        <a:pt x="218" y="31"/>
                        <a:pt x="218" y="31"/>
                      </a:cubicBezTo>
                      <a:cubicBezTo>
                        <a:pt x="218" y="31"/>
                        <a:pt x="218" y="31"/>
                        <a:pt x="218" y="31"/>
                      </a:cubicBezTo>
                      <a:cubicBezTo>
                        <a:pt x="218" y="31"/>
                        <a:pt x="218" y="31"/>
                        <a:pt x="218" y="31"/>
                      </a:cubicBezTo>
                      <a:cubicBezTo>
                        <a:pt x="218" y="31"/>
                        <a:pt x="218" y="31"/>
                        <a:pt x="218" y="31"/>
                      </a:cubicBezTo>
                      <a:cubicBezTo>
                        <a:pt x="218" y="31"/>
                        <a:pt x="219" y="31"/>
                        <a:pt x="219" y="31"/>
                      </a:cubicBezTo>
                      <a:cubicBezTo>
                        <a:pt x="219" y="31"/>
                        <a:pt x="219" y="30"/>
                        <a:pt x="219" y="30"/>
                      </a:cubicBezTo>
                      <a:cubicBezTo>
                        <a:pt x="219" y="30"/>
                        <a:pt x="219" y="30"/>
                        <a:pt x="219" y="30"/>
                      </a:cubicBezTo>
                      <a:cubicBezTo>
                        <a:pt x="219" y="30"/>
                        <a:pt x="219" y="30"/>
                        <a:pt x="219" y="30"/>
                      </a:cubicBezTo>
                      <a:cubicBezTo>
                        <a:pt x="219" y="30"/>
                        <a:pt x="219" y="30"/>
                        <a:pt x="219" y="30"/>
                      </a:cubicBezTo>
                      <a:cubicBezTo>
                        <a:pt x="219" y="30"/>
                        <a:pt x="219" y="30"/>
                        <a:pt x="220" y="30"/>
                      </a:cubicBezTo>
                      <a:cubicBezTo>
                        <a:pt x="220" y="30"/>
                        <a:pt x="220" y="30"/>
                        <a:pt x="220" y="30"/>
                      </a:cubicBezTo>
                      <a:cubicBezTo>
                        <a:pt x="220" y="30"/>
                        <a:pt x="220" y="30"/>
                        <a:pt x="220" y="29"/>
                      </a:cubicBezTo>
                      <a:cubicBezTo>
                        <a:pt x="220" y="29"/>
                        <a:pt x="220" y="29"/>
                        <a:pt x="220" y="29"/>
                      </a:cubicBezTo>
                      <a:cubicBezTo>
                        <a:pt x="220" y="29"/>
                        <a:pt x="220" y="29"/>
                        <a:pt x="220" y="29"/>
                      </a:cubicBezTo>
                      <a:cubicBezTo>
                        <a:pt x="220" y="29"/>
                        <a:pt x="220" y="29"/>
                        <a:pt x="220" y="29"/>
                      </a:cubicBezTo>
                      <a:cubicBezTo>
                        <a:pt x="220" y="29"/>
                        <a:pt x="220" y="29"/>
                        <a:pt x="220" y="29"/>
                      </a:cubicBezTo>
                      <a:cubicBezTo>
                        <a:pt x="220" y="29"/>
                        <a:pt x="220" y="29"/>
                        <a:pt x="220" y="29"/>
                      </a:cubicBezTo>
                      <a:cubicBezTo>
                        <a:pt x="220" y="29"/>
                        <a:pt x="220" y="29"/>
                        <a:pt x="220" y="29"/>
                      </a:cubicBezTo>
                      <a:cubicBezTo>
                        <a:pt x="220" y="29"/>
                        <a:pt x="220" y="28"/>
                        <a:pt x="220" y="28"/>
                      </a:cubicBezTo>
                      <a:cubicBezTo>
                        <a:pt x="220" y="28"/>
                        <a:pt x="220" y="28"/>
                        <a:pt x="220" y="28"/>
                      </a:cubicBezTo>
                      <a:cubicBezTo>
                        <a:pt x="220" y="28"/>
                        <a:pt x="220" y="28"/>
                        <a:pt x="220" y="28"/>
                      </a:cubicBezTo>
                      <a:cubicBezTo>
                        <a:pt x="220" y="28"/>
                        <a:pt x="220" y="28"/>
                        <a:pt x="220" y="28"/>
                      </a:cubicBezTo>
                      <a:cubicBezTo>
                        <a:pt x="220" y="28"/>
                        <a:pt x="220" y="28"/>
                        <a:pt x="220" y="28"/>
                      </a:cubicBezTo>
                      <a:cubicBezTo>
                        <a:pt x="220" y="28"/>
                        <a:pt x="220" y="28"/>
                        <a:pt x="220" y="28"/>
                      </a:cubicBezTo>
                      <a:cubicBezTo>
                        <a:pt x="220" y="28"/>
                        <a:pt x="220" y="27"/>
                        <a:pt x="220" y="27"/>
                      </a:cubicBezTo>
                      <a:cubicBezTo>
                        <a:pt x="220" y="27"/>
                        <a:pt x="220" y="27"/>
                        <a:pt x="220" y="27"/>
                      </a:cubicBezTo>
                      <a:cubicBezTo>
                        <a:pt x="220" y="27"/>
                        <a:pt x="220" y="27"/>
                        <a:pt x="220" y="27"/>
                      </a:cubicBezTo>
                      <a:cubicBezTo>
                        <a:pt x="220" y="27"/>
                        <a:pt x="220" y="27"/>
                        <a:pt x="220" y="27"/>
                      </a:cubicBezTo>
                      <a:cubicBezTo>
                        <a:pt x="220" y="27"/>
                        <a:pt x="220" y="27"/>
                        <a:pt x="220" y="27"/>
                      </a:cubicBezTo>
                      <a:cubicBezTo>
                        <a:pt x="220" y="27"/>
                        <a:pt x="220" y="26"/>
                        <a:pt x="220" y="26"/>
                      </a:cubicBezTo>
                      <a:cubicBezTo>
                        <a:pt x="220" y="26"/>
                        <a:pt x="220" y="26"/>
                        <a:pt x="220" y="26"/>
                      </a:cubicBezTo>
                      <a:cubicBezTo>
                        <a:pt x="220" y="26"/>
                        <a:pt x="220" y="26"/>
                        <a:pt x="220" y="26"/>
                      </a:cubicBezTo>
                      <a:cubicBezTo>
                        <a:pt x="220" y="26"/>
                        <a:pt x="220" y="26"/>
                        <a:pt x="220" y="26"/>
                      </a:cubicBezTo>
                      <a:cubicBezTo>
                        <a:pt x="220" y="26"/>
                        <a:pt x="220" y="26"/>
                        <a:pt x="220" y="26"/>
                      </a:cubicBezTo>
                      <a:cubicBezTo>
                        <a:pt x="220" y="26"/>
                        <a:pt x="220" y="26"/>
                        <a:pt x="220" y="26"/>
                      </a:cubicBezTo>
                      <a:cubicBezTo>
                        <a:pt x="219" y="26"/>
                        <a:pt x="219" y="26"/>
                        <a:pt x="219" y="26"/>
                      </a:cubicBezTo>
                      <a:cubicBezTo>
                        <a:pt x="219" y="26"/>
                        <a:pt x="219" y="26"/>
                        <a:pt x="219" y="25"/>
                      </a:cubicBezTo>
                      <a:cubicBezTo>
                        <a:pt x="219" y="25"/>
                        <a:pt x="219" y="25"/>
                        <a:pt x="219" y="25"/>
                      </a:cubicBezTo>
                      <a:cubicBezTo>
                        <a:pt x="219" y="25"/>
                        <a:pt x="219" y="25"/>
                        <a:pt x="219" y="25"/>
                      </a:cubicBezTo>
                      <a:cubicBezTo>
                        <a:pt x="219" y="25"/>
                        <a:pt x="219" y="25"/>
                        <a:pt x="219" y="25"/>
                      </a:cubicBezTo>
                      <a:cubicBezTo>
                        <a:pt x="219" y="25"/>
                        <a:pt x="220" y="25"/>
                        <a:pt x="220" y="25"/>
                      </a:cubicBezTo>
                      <a:cubicBezTo>
                        <a:pt x="220" y="25"/>
                        <a:pt x="220" y="25"/>
                        <a:pt x="220" y="24"/>
                      </a:cubicBezTo>
                      <a:cubicBezTo>
                        <a:pt x="220" y="24"/>
                        <a:pt x="220" y="24"/>
                        <a:pt x="220" y="24"/>
                      </a:cubicBezTo>
                      <a:cubicBezTo>
                        <a:pt x="220" y="24"/>
                        <a:pt x="220" y="24"/>
                        <a:pt x="220" y="24"/>
                      </a:cubicBezTo>
                      <a:cubicBezTo>
                        <a:pt x="220" y="24"/>
                        <a:pt x="220" y="24"/>
                        <a:pt x="220" y="24"/>
                      </a:cubicBezTo>
                      <a:cubicBezTo>
                        <a:pt x="220" y="23"/>
                        <a:pt x="220" y="23"/>
                        <a:pt x="221" y="23"/>
                      </a:cubicBezTo>
                      <a:cubicBezTo>
                        <a:pt x="221" y="23"/>
                        <a:pt x="221" y="23"/>
                        <a:pt x="221" y="23"/>
                      </a:cubicBezTo>
                      <a:cubicBezTo>
                        <a:pt x="220" y="23"/>
                        <a:pt x="220" y="23"/>
                        <a:pt x="220" y="23"/>
                      </a:cubicBezTo>
                      <a:cubicBezTo>
                        <a:pt x="220" y="23"/>
                        <a:pt x="220" y="23"/>
                        <a:pt x="220" y="23"/>
                      </a:cubicBezTo>
                      <a:cubicBezTo>
                        <a:pt x="220" y="23"/>
                        <a:pt x="220" y="23"/>
                        <a:pt x="220" y="23"/>
                      </a:cubicBezTo>
                      <a:cubicBezTo>
                        <a:pt x="220" y="23"/>
                        <a:pt x="220" y="23"/>
                        <a:pt x="220" y="23"/>
                      </a:cubicBezTo>
                      <a:cubicBezTo>
                        <a:pt x="220" y="23"/>
                        <a:pt x="220" y="23"/>
                        <a:pt x="219" y="24"/>
                      </a:cubicBezTo>
                      <a:cubicBezTo>
                        <a:pt x="219" y="24"/>
                        <a:pt x="219" y="24"/>
                        <a:pt x="219" y="24"/>
                      </a:cubicBezTo>
                      <a:cubicBezTo>
                        <a:pt x="219" y="24"/>
                        <a:pt x="219" y="24"/>
                        <a:pt x="219" y="24"/>
                      </a:cubicBezTo>
                      <a:cubicBezTo>
                        <a:pt x="219" y="25"/>
                        <a:pt x="218" y="25"/>
                        <a:pt x="218" y="25"/>
                      </a:cubicBezTo>
                      <a:cubicBezTo>
                        <a:pt x="218" y="25"/>
                        <a:pt x="218" y="25"/>
                        <a:pt x="218" y="25"/>
                      </a:cubicBezTo>
                      <a:cubicBezTo>
                        <a:pt x="218" y="25"/>
                        <a:pt x="218" y="25"/>
                        <a:pt x="218" y="26"/>
                      </a:cubicBezTo>
                      <a:cubicBezTo>
                        <a:pt x="218" y="26"/>
                        <a:pt x="217" y="26"/>
                        <a:pt x="217" y="26"/>
                      </a:cubicBezTo>
                      <a:cubicBezTo>
                        <a:pt x="217" y="26"/>
                        <a:pt x="217" y="26"/>
                        <a:pt x="217" y="26"/>
                      </a:cubicBezTo>
                      <a:cubicBezTo>
                        <a:pt x="217" y="26"/>
                        <a:pt x="217" y="26"/>
                        <a:pt x="217" y="27"/>
                      </a:cubicBezTo>
                      <a:cubicBezTo>
                        <a:pt x="217" y="27"/>
                        <a:pt x="217" y="26"/>
                        <a:pt x="217" y="27"/>
                      </a:cubicBezTo>
                      <a:cubicBezTo>
                        <a:pt x="217" y="27"/>
                        <a:pt x="217" y="27"/>
                        <a:pt x="217" y="27"/>
                      </a:cubicBezTo>
                      <a:cubicBezTo>
                        <a:pt x="217" y="27"/>
                        <a:pt x="217" y="27"/>
                        <a:pt x="217" y="27"/>
                      </a:cubicBezTo>
                      <a:cubicBezTo>
                        <a:pt x="217" y="27"/>
                        <a:pt x="217" y="27"/>
                        <a:pt x="217" y="27"/>
                      </a:cubicBezTo>
                      <a:cubicBezTo>
                        <a:pt x="217" y="27"/>
                        <a:pt x="217" y="27"/>
                        <a:pt x="217" y="28"/>
                      </a:cubicBezTo>
                      <a:cubicBezTo>
                        <a:pt x="217" y="28"/>
                        <a:pt x="217" y="28"/>
                        <a:pt x="217" y="28"/>
                      </a:cubicBezTo>
                      <a:cubicBezTo>
                        <a:pt x="217" y="28"/>
                        <a:pt x="217" y="28"/>
                        <a:pt x="217" y="28"/>
                      </a:cubicBezTo>
                      <a:cubicBezTo>
                        <a:pt x="217" y="28"/>
                        <a:pt x="217" y="28"/>
                        <a:pt x="217" y="28"/>
                      </a:cubicBezTo>
                      <a:cubicBezTo>
                        <a:pt x="217" y="29"/>
                        <a:pt x="217" y="29"/>
                        <a:pt x="216" y="29"/>
                      </a:cubicBezTo>
                      <a:cubicBezTo>
                        <a:pt x="216" y="30"/>
                        <a:pt x="216" y="30"/>
                        <a:pt x="216" y="30"/>
                      </a:cubicBezTo>
                      <a:cubicBezTo>
                        <a:pt x="216" y="30"/>
                        <a:pt x="216" y="30"/>
                        <a:pt x="216" y="30"/>
                      </a:cubicBezTo>
                      <a:cubicBezTo>
                        <a:pt x="216" y="30"/>
                        <a:pt x="216" y="30"/>
                        <a:pt x="216" y="31"/>
                      </a:cubicBezTo>
                      <a:close/>
                      <a:moveTo>
                        <a:pt x="218" y="49"/>
                      </a:moveTo>
                      <a:cubicBezTo>
                        <a:pt x="218" y="49"/>
                        <a:pt x="218" y="49"/>
                        <a:pt x="218" y="49"/>
                      </a:cubicBezTo>
                      <a:cubicBezTo>
                        <a:pt x="218" y="49"/>
                        <a:pt x="219" y="49"/>
                        <a:pt x="219" y="49"/>
                      </a:cubicBezTo>
                      <a:cubicBezTo>
                        <a:pt x="219" y="49"/>
                        <a:pt x="220" y="49"/>
                        <a:pt x="220" y="49"/>
                      </a:cubicBezTo>
                      <a:cubicBezTo>
                        <a:pt x="220" y="49"/>
                        <a:pt x="220" y="49"/>
                        <a:pt x="220" y="49"/>
                      </a:cubicBezTo>
                      <a:cubicBezTo>
                        <a:pt x="220" y="49"/>
                        <a:pt x="220" y="49"/>
                        <a:pt x="220" y="49"/>
                      </a:cubicBezTo>
                      <a:cubicBezTo>
                        <a:pt x="221" y="49"/>
                        <a:pt x="221" y="49"/>
                        <a:pt x="221" y="49"/>
                      </a:cubicBezTo>
                      <a:cubicBezTo>
                        <a:pt x="221" y="49"/>
                        <a:pt x="221" y="49"/>
                        <a:pt x="221" y="48"/>
                      </a:cubicBezTo>
                      <a:cubicBezTo>
                        <a:pt x="221" y="48"/>
                        <a:pt x="221" y="48"/>
                        <a:pt x="221" y="48"/>
                      </a:cubicBezTo>
                      <a:cubicBezTo>
                        <a:pt x="221" y="48"/>
                        <a:pt x="221" y="48"/>
                        <a:pt x="221" y="48"/>
                      </a:cubicBezTo>
                      <a:cubicBezTo>
                        <a:pt x="221" y="48"/>
                        <a:pt x="221" y="48"/>
                        <a:pt x="221" y="48"/>
                      </a:cubicBezTo>
                      <a:cubicBezTo>
                        <a:pt x="220" y="48"/>
                        <a:pt x="220" y="48"/>
                        <a:pt x="220" y="48"/>
                      </a:cubicBezTo>
                      <a:cubicBezTo>
                        <a:pt x="220" y="47"/>
                        <a:pt x="220" y="47"/>
                        <a:pt x="220" y="47"/>
                      </a:cubicBezTo>
                      <a:cubicBezTo>
                        <a:pt x="220" y="47"/>
                        <a:pt x="220" y="47"/>
                        <a:pt x="219" y="47"/>
                      </a:cubicBezTo>
                      <a:cubicBezTo>
                        <a:pt x="219" y="47"/>
                        <a:pt x="219" y="47"/>
                        <a:pt x="219" y="47"/>
                      </a:cubicBezTo>
                      <a:cubicBezTo>
                        <a:pt x="219" y="47"/>
                        <a:pt x="219" y="47"/>
                        <a:pt x="219" y="47"/>
                      </a:cubicBezTo>
                      <a:cubicBezTo>
                        <a:pt x="219" y="47"/>
                        <a:pt x="219" y="47"/>
                        <a:pt x="219" y="47"/>
                      </a:cubicBezTo>
                      <a:cubicBezTo>
                        <a:pt x="219" y="46"/>
                        <a:pt x="218" y="46"/>
                        <a:pt x="218" y="46"/>
                      </a:cubicBezTo>
                      <a:cubicBezTo>
                        <a:pt x="218" y="47"/>
                        <a:pt x="218" y="46"/>
                        <a:pt x="218" y="47"/>
                      </a:cubicBezTo>
                      <a:cubicBezTo>
                        <a:pt x="218" y="47"/>
                        <a:pt x="217" y="47"/>
                        <a:pt x="217" y="47"/>
                      </a:cubicBezTo>
                      <a:cubicBezTo>
                        <a:pt x="217" y="47"/>
                        <a:pt x="217" y="47"/>
                        <a:pt x="217" y="47"/>
                      </a:cubicBezTo>
                      <a:cubicBezTo>
                        <a:pt x="217" y="47"/>
                        <a:pt x="217" y="47"/>
                        <a:pt x="216" y="47"/>
                      </a:cubicBezTo>
                      <a:cubicBezTo>
                        <a:pt x="216" y="47"/>
                        <a:pt x="216" y="47"/>
                        <a:pt x="216" y="48"/>
                      </a:cubicBezTo>
                      <a:cubicBezTo>
                        <a:pt x="216" y="48"/>
                        <a:pt x="216" y="48"/>
                        <a:pt x="216" y="48"/>
                      </a:cubicBezTo>
                      <a:cubicBezTo>
                        <a:pt x="216" y="48"/>
                        <a:pt x="216" y="48"/>
                        <a:pt x="216" y="49"/>
                      </a:cubicBezTo>
                      <a:cubicBezTo>
                        <a:pt x="216" y="49"/>
                        <a:pt x="217" y="49"/>
                        <a:pt x="217" y="49"/>
                      </a:cubicBezTo>
                      <a:cubicBezTo>
                        <a:pt x="217" y="49"/>
                        <a:pt x="217" y="49"/>
                        <a:pt x="217" y="49"/>
                      </a:cubicBezTo>
                      <a:cubicBezTo>
                        <a:pt x="217" y="49"/>
                        <a:pt x="218" y="49"/>
                        <a:pt x="218" y="49"/>
                      </a:cubicBezTo>
                      <a:close/>
                      <a:moveTo>
                        <a:pt x="222" y="23"/>
                      </a:moveTo>
                      <a:cubicBezTo>
                        <a:pt x="222" y="23"/>
                        <a:pt x="222" y="23"/>
                        <a:pt x="222" y="23"/>
                      </a:cubicBezTo>
                      <a:cubicBezTo>
                        <a:pt x="222" y="23"/>
                        <a:pt x="222" y="23"/>
                        <a:pt x="222" y="24"/>
                      </a:cubicBezTo>
                      <a:cubicBezTo>
                        <a:pt x="222" y="24"/>
                        <a:pt x="222" y="24"/>
                        <a:pt x="222" y="24"/>
                      </a:cubicBezTo>
                      <a:cubicBezTo>
                        <a:pt x="222" y="24"/>
                        <a:pt x="222" y="24"/>
                        <a:pt x="222" y="24"/>
                      </a:cubicBezTo>
                      <a:cubicBezTo>
                        <a:pt x="222" y="24"/>
                        <a:pt x="222" y="24"/>
                        <a:pt x="222" y="24"/>
                      </a:cubicBezTo>
                      <a:cubicBezTo>
                        <a:pt x="223" y="24"/>
                        <a:pt x="223" y="24"/>
                        <a:pt x="223" y="24"/>
                      </a:cubicBezTo>
                      <a:cubicBezTo>
                        <a:pt x="223" y="24"/>
                        <a:pt x="224" y="24"/>
                        <a:pt x="224" y="24"/>
                      </a:cubicBezTo>
                      <a:cubicBezTo>
                        <a:pt x="224" y="24"/>
                        <a:pt x="224" y="24"/>
                        <a:pt x="224" y="24"/>
                      </a:cubicBezTo>
                      <a:cubicBezTo>
                        <a:pt x="224" y="23"/>
                        <a:pt x="224" y="23"/>
                        <a:pt x="224" y="23"/>
                      </a:cubicBezTo>
                      <a:cubicBezTo>
                        <a:pt x="224" y="23"/>
                        <a:pt x="224" y="23"/>
                        <a:pt x="224" y="23"/>
                      </a:cubicBezTo>
                      <a:cubicBezTo>
                        <a:pt x="224" y="23"/>
                        <a:pt x="224" y="22"/>
                        <a:pt x="224" y="22"/>
                      </a:cubicBezTo>
                      <a:cubicBezTo>
                        <a:pt x="224" y="22"/>
                        <a:pt x="224" y="22"/>
                        <a:pt x="224" y="22"/>
                      </a:cubicBezTo>
                      <a:cubicBezTo>
                        <a:pt x="225" y="22"/>
                        <a:pt x="225" y="22"/>
                        <a:pt x="225" y="21"/>
                      </a:cubicBezTo>
                      <a:cubicBezTo>
                        <a:pt x="225" y="21"/>
                        <a:pt x="225" y="21"/>
                        <a:pt x="225" y="21"/>
                      </a:cubicBezTo>
                      <a:cubicBezTo>
                        <a:pt x="225" y="21"/>
                        <a:pt x="224" y="21"/>
                        <a:pt x="224" y="21"/>
                      </a:cubicBezTo>
                      <a:cubicBezTo>
                        <a:pt x="224" y="20"/>
                        <a:pt x="224" y="20"/>
                        <a:pt x="224" y="20"/>
                      </a:cubicBezTo>
                      <a:cubicBezTo>
                        <a:pt x="224" y="20"/>
                        <a:pt x="224" y="20"/>
                        <a:pt x="224" y="20"/>
                      </a:cubicBezTo>
                      <a:cubicBezTo>
                        <a:pt x="224" y="20"/>
                        <a:pt x="224" y="20"/>
                        <a:pt x="224" y="20"/>
                      </a:cubicBezTo>
                      <a:cubicBezTo>
                        <a:pt x="224" y="20"/>
                        <a:pt x="223" y="20"/>
                        <a:pt x="223" y="20"/>
                      </a:cubicBezTo>
                      <a:cubicBezTo>
                        <a:pt x="223" y="20"/>
                        <a:pt x="223" y="21"/>
                        <a:pt x="223" y="21"/>
                      </a:cubicBezTo>
                      <a:cubicBezTo>
                        <a:pt x="223" y="21"/>
                        <a:pt x="223" y="21"/>
                        <a:pt x="223" y="21"/>
                      </a:cubicBezTo>
                      <a:cubicBezTo>
                        <a:pt x="222" y="21"/>
                        <a:pt x="222" y="21"/>
                        <a:pt x="222" y="21"/>
                      </a:cubicBezTo>
                      <a:cubicBezTo>
                        <a:pt x="222" y="22"/>
                        <a:pt x="222" y="22"/>
                        <a:pt x="222" y="22"/>
                      </a:cubicBezTo>
                      <a:cubicBezTo>
                        <a:pt x="222" y="22"/>
                        <a:pt x="222" y="22"/>
                        <a:pt x="222" y="22"/>
                      </a:cubicBezTo>
                      <a:cubicBezTo>
                        <a:pt x="222" y="22"/>
                        <a:pt x="222" y="22"/>
                        <a:pt x="222" y="23"/>
                      </a:cubicBezTo>
                      <a:close/>
                      <a:moveTo>
                        <a:pt x="151" y="10"/>
                      </a:moveTo>
                      <a:cubicBezTo>
                        <a:pt x="151" y="11"/>
                        <a:pt x="151" y="11"/>
                        <a:pt x="151" y="11"/>
                      </a:cubicBezTo>
                      <a:cubicBezTo>
                        <a:pt x="151" y="11"/>
                        <a:pt x="151" y="11"/>
                        <a:pt x="151" y="11"/>
                      </a:cubicBezTo>
                      <a:cubicBezTo>
                        <a:pt x="151" y="11"/>
                        <a:pt x="151" y="11"/>
                        <a:pt x="152" y="11"/>
                      </a:cubicBezTo>
                      <a:cubicBezTo>
                        <a:pt x="152" y="11"/>
                        <a:pt x="152" y="11"/>
                        <a:pt x="152" y="11"/>
                      </a:cubicBezTo>
                      <a:cubicBezTo>
                        <a:pt x="152" y="11"/>
                        <a:pt x="152" y="11"/>
                        <a:pt x="152" y="11"/>
                      </a:cubicBezTo>
                      <a:cubicBezTo>
                        <a:pt x="152" y="11"/>
                        <a:pt x="152" y="11"/>
                        <a:pt x="152" y="11"/>
                      </a:cubicBezTo>
                      <a:cubicBezTo>
                        <a:pt x="152" y="11"/>
                        <a:pt x="152" y="10"/>
                        <a:pt x="152" y="10"/>
                      </a:cubicBezTo>
                      <a:cubicBezTo>
                        <a:pt x="152" y="10"/>
                        <a:pt x="152" y="10"/>
                        <a:pt x="152" y="10"/>
                      </a:cubicBezTo>
                      <a:cubicBezTo>
                        <a:pt x="151" y="10"/>
                        <a:pt x="151" y="10"/>
                        <a:pt x="151" y="10"/>
                      </a:cubicBezTo>
                      <a:cubicBezTo>
                        <a:pt x="151" y="10"/>
                        <a:pt x="151" y="10"/>
                        <a:pt x="151" y="10"/>
                      </a:cubicBezTo>
                      <a:cubicBezTo>
                        <a:pt x="151" y="10"/>
                        <a:pt x="151" y="10"/>
                        <a:pt x="151" y="10"/>
                      </a:cubicBezTo>
                      <a:close/>
                      <a:moveTo>
                        <a:pt x="152" y="10"/>
                      </a:moveTo>
                      <a:cubicBezTo>
                        <a:pt x="152" y="10"/>
                        <a:pt x="152" y="10"/>
                        <a:pt x="152" y="10"/>
                      </a:cubicBezTo>
                      <a:cubicBezTo>
                        <a:pt x="152" y="10"/>
                        <a:pt x="152" y="10"/>
                        <a:pt x="153" y="11"/>
                      </a:cubicBezTo>
                      <a:cubicBezTo>
                        <a:pt x="153" y="11"/>
                        <a:pt x="153" y="11"/>
                        <a:pt x="153" y="11"/>
                      </a:cubicBezTo>
                      <a:cubicBezTo>
                        <a:pt x="153" y="11"/>
                        <a:pt x="153" y="11"/>
                        <a:pt x="153" y="11"/>
                      </a:cubicBezTo>
                      <a:cubicBezTo>
                        <a:pt x="153" y="11"/>
                        <a:pt x="153" y="11"/>
                        <a:pt x="153" y="10"/>
                      </a:cubicBezTo>
                      <a:cubicBezTo>
                        <a:pt x="153" y="10"/>
                        <a:pt x="153" y="10"/>
                        <a:pt x="153" y="10"/>
                      </a:cubicBezTo>
                      <a:cubicBezTo>
                        <a:pt x="152" y="10"/>
                        <a:pt x="152" y="10"/>
                        <a:pt x="152" y="10"/>
                      </a:cubicBezTo>
                      <a:cubicBezTo>
                        <a:pt x="152" y="10"/>
                        <a:pt x="152" y="10"/>
                        <a:pt x="152" y="10"/>
                      </a:cubicBezTo>
                      <a:cubicBezTo>
                        <a:pt x="152" y="10"/>
                        <a:pt x="152" y="10"/>
                        <a:pt x="152" y="10"/>
                      </a:cubicBezTo>
                      <a:close/>
                      <a:moveTo>
                        <a:pt x="153" y="14"/>
                      </a:moveTo>
                      <a:cubicBezTo>
                        <a:pt x="153" y="14"/>
                        <a:pt x="153" y="14"/>
                        <a:pt x="152" y="14"/>
                      </a:cubicBezTo>
                      <a:cubicBezTo>
                        <a:pt x="152" y="14"/>
                        <a:pt x="152" y="14"/>
                        <a:pt x="152" y="14"/>
                      </a:cubicBezTo>
                      <a:cubicBezTo>
                        <a:pt x="152" y="14"/>
                        <a:pt x="152" y="14"/>
                        <a:pt x="152" y="14"/>
                      </a:cubicBezTo>
                      <a:cubicBezTo>
                        <a:pt x="152" y="14"/>
                        <a:pt x="152" y="14"/>
                        <a:pt x="152" y="14"/>
                      </a:cubicBezTo>
                      <a:cubicBezTo>
                        <a:pt x="152" y="14"/>
                        <a:pt x="152" y="14"/>
                        <a:pt x="152" y="14"/>
                      </a:cubicBezTo>
                      <a:cubicBezTo>
                        <a:pt x="152" y="14"/>
                        <a:pt x="152" y="14"/>
                        <a:pt x="152" y="14"/>
                      </a:cubicBezTo>
                      <a:cubicBezTo>
                        <a:pt x="152" y="14"/>
                        <a:pt x="152" y="14"/>
                        <a:pt x="152" y="14"/>
                      </a:cubicBezTo>
                      <a:cubicBezTo>
                        <a:pt x="153" y="15"/>
                        <a:pt x="153" y="15"/>
                        <a:pt x="153" y="15"/>
                      </a:cubicBezTo>
                      <a:cubicBezTo>
                        <a:pt x="153" y="15"/>
                        <a:pt x="153" y="15"/>
                        <a:pt x="153" y="15"/>
                      </a:cubicBezTo>
                      <a:cubicBezTo>
                        <a:pt x="153" y="15"/>
                        <a:pt x="153" y="15"/>
                        <a:pt x="153" y="14"/>
                      </a:cubicBezTo>
                      <a:cubicBezTo>
                        <a:pt x="153" y="14"/>
                        <a:pt x="153" y="14"/>
                        <a:pt x="153" y="14"/>
                      </a:cubicBezTo>
                      <a:cubicBezTo>
                        <a:pt x="153" y="14"/>
                        <a:pt x="153" y="14"/>
                        <a:pt x="153" y="14"/>
                      </a:cubicBezTo>
                      <a:cubicBezTo>
                        <a:pt x="153" y="14"/>
                        <a:pt x="153" y="14"/>
                        <a:pt x="153" y="14"/>
                      </a:cubicBezTo>
                      <a:close/>
                      <a:moveTo>
                        <a:pt x="152" y="15"/>
                      </a:moveTo>
                      <a:cubicBezTo>
                        <a:pt x="152" y="15"/>
                        <a:pt x="152" y="15"/>
                        <a:pt x="151" y="15"/>
                      </a:cubicBezTo>
                      <a:cubicBezTo>
                        <a:pt x="151" y="15"/>
                        <a:pt x="151" y="15"/>
                        <a:pt x="151" y="15"/>
                      </a:cubicBezTo>
                      <a:cubicBezTo>
                        <a:pt x="151" y="15"/>
                        <a:pt x="151" y="15"/>
                        <a:pt x="151" y="15"/>
                      </a:cubicBezTo>
                      <a:cubicBezTo>
                        <a:pt x="151" y="15"/>
                        <a:pt x="150" y="15"/>
                        <a:pt x="151" y="15"/>
                      </a:cubicBezTo>
                      <a:cubicBezTo>
                        <a:pt x="151" y="15"/>
                        <a:pt x="151" y="15"/>
                        <a:pt x="151" y="16"/>
                      </a:cubicBezTo>
                      <a:cubicBezTo>
                        <a:pt x="151" y="16"/>
                        <a:pt x="151" y="16"/>
                        <a:pt x="151" y="16"/>
                      </a:cubicBezTo>
                      <a:cubicBezTo>
                        <a:pt x="151" y="16"/>
                        <a:pt x="151" y="16"/>
                        <a:pt x="151" y="16"/>
                      </a:cubicBezTo>
                      <a:cubicBezTo>
                        <a:pt x="151" y="16"/>
                        <a:pt x="151" y="16"/>
                        <a:pt x="151" y="16"/>
                      </a:cubicBezTo>
                      <a:cubicBezTo>
                        <a:pt x="151" y="16"/>
                        <a:pt x="151" y="16"/>
                        <a:pt x="151" y="16"/>
                      </a:cubicBezTo>
                      <a:cubicBezTo>
                        <a:pt x="151" y="16"/>
                        <a:pt x="151" y="16"/>
                        <a:pt x="151" y="16"/>
                      </a:cubicBezTo>
                      <a:cubicBezTo>
                        <a:pt x="151" y="16"/>
                        <a:pt x="151" y="15"/>
                        <a:pt x="151" y="15"/>
                      </a:cubicBezTo>
                      <a:cubicBezTo>
                        <a:pt x="152" y="15"/>
                        <a:pt x="152" y="15"/>
                        <a:pt x="152" y="15"/>
                      </a:cubicBezTo>
                      <a:close/>
                      <a:moveTo>
                        <a:pt x="151" y="14"/>
                      </a:moveTo>
                      <a:cubicBezTo>
                        <a:pt x="151" y="15"/>
                        <a:pt x="151" y="14"/>
                        <a:pt x="151" y="14"/>
                      </a:cubicBezTo>
                      <a:cubicBezTo>
                        <a:pt x="151" y="14"/>
                        <a:pt x="151" y="14"/>
                        <a:pt x="151" y="14"/>
                      </a:cubicBezTo>
                      <a:cubicBezTo>
                        <a:pt x="151" y="14"/>
                        <a:pt x="151" y="14"/>
                        <a:pt x="150" y="14"/>
                      </a:cubicBezTo>
                      <a:cubicBezTo>
                        <a:pt x="150" y="14"/>
                        <a:pt x="150" y="14"/>
                        <a:pt x="150" y="14"/>
                      </a:cubicBezTo>
                      <a:cubicBezTo>
                        <a:pt x="150" y="14"/>
                        <a:pt x="150" y="14"/>
                        <a:pt x="150" y="14"/>
                      </a:cubicBezTo>
                      <a:cubicBezTo>
                        <a:pt x="151" y="14"/>
                        <a:pt x="151" y="14"/>
                        <a:pt x="151" y="14"/>
                      </a:cubicBezTo>
                      <a:close/>
                      <a:moveTo>
                        <a:pt x="149" y="14"/>
                      </a:moveTo>
                      <a:cubicBezTo>
                        <a:pt x="149" y="14"/>
                        <a:pt x="149" y="14"/>
                        <a:pt x="149" y="14"/>
                      </a:cubicBezTo>
                      <a:cubicBezTo>
                        <a:pt x="149" y="14"/>
                        <a:pt x="149" y="14"/>
                        <a:pt x="149" y="14"/>
                      </a:cubicBezTo>
                      <a:cubicBezTo>
                        <a:pt x="149" y="14"/>
                        <a:pt x="149" y="14"/>
                        <a:pt x="150" y="14"/>
                      </a:cubicBezTo>
                      <a:cubicBezTo>
                        <a:pt x="150" y="15"/>
                        <a:pt x="150" y="15"/>
                        <a:pt x="150" y="15"/>
                      </a:cubicBezTo>
                      <a:cubicBezTo>
                        <a:pt x="150" y="15"/>
                        <a:pt x="150" y="15"/>
                        <a:pt x="150" y="15"/>
                      </a:cubicBezTo>
                      <a:cubicBezTo>
                        <a:pt x="150" y="14"/>
                        <a:pt x="150" y="14"/>
                        <a:pt x="150" y="14"/>
                      </a:cubicBezTo>
                      <a:cubicBezTo>
                        <a:pt x="150" y="14"/>
                        <a:pt x="150" y="14"/>
                        <a:pt x="150" y="14"/>
                      </a:cubicBezTo>
                      <a:cubicBezTo>
                        <a:pt x="150" y="14"/>
                        <a:pt x="149" y="14"/>
                        <a:pt x="149" y="14"/>
                      </a:cubicBezTo>
                      <a:cubicBezTo>
                        <a:pt x="149" y="14"/>
                        <a:pt x="149" y="14"/>
                        <a:pt x="149" y="14"/>
                      </a:cubicBezTo>
                      <a:cubicBezTo>
                        <a:pt x="149" y="14"/>
                        <a:pt x="149" y="14"/>
                        <a:pt x="149" y="14"/>
                      </a:cubicBezTo>
                      <a:cubicBezTo>
                        <a:pt x="149" y="14"/>
                        <a:pt x="149" y="14"/>
                        <a:pt x="149" y="14"/>
                      </a:cubicBezTo>
                      <a:close/>
                      <a:moveTo>
                        <a:pt x="239" y="88"/>
                      </a:moveTo>
                      <a:cubicBezTo>
                        <a:pt x="239" y="88"/>
                        <a:pt x="239" y="88"/>
                        <a:pt x="239" y="88"/>
                      </a:cubicBezTo>
                      <a:cubicBezTo>
                        <a:pt x="239" y="88"/>
                        <a:pt x="239" y="88"/>
                        <a:pt x="239" y="88"/>
                      </a:cubicBezTo>
                      <a:cubicBezTo>
                        <a:pt x="239" y="88"/>
                        <a:pt x="239" y="88"/>
                        <a:pt x="239" y="88"/>
                      </a:cubicBezTo>
                      <a:cubicBezTo>
                        <a:pt x="239" y="88"/>
                        <a:pt x="240" y="88"/>
                        <a:pt x="240" y="88"/>
                      </a:cubicBezTo>
                      <a:cubicBezTo>
                        <a:pt x="240" y="88"/>
                        <a:pt x="240" y="88"/>
                        <a:pt x="240" y="88"/>
                      </a:cubicBezTo>
                      <a:cubicBezTo>
                        <a:pt x="240" y="88"/>
                        <a:pt x="240" y="88"/>
                        <a:pt x="240" y="88"/>
                      </a:cubicBezTo>
                      <a:cubicBezTo>
                        <a:pt x="240" y="88"/>
                        <a:pt x="240" y="88"/>
                        <a:pt x="240" y="88"/>
                      </a:cubicBezTo>
                      <a:cubicBezTo>
                        <a:pt x="240" y="88"/>
                        <a:pt x="240" y="88"/>
                        <a:pt x="240" y="88"/>
                      </a:cubicBezTo>
                      <a:cubicBezTo>
                        <a:pt x="240" y="88"/>
                        <a:pt x="240" y="88"/>
                        <a:pt x="240" y="88"/>
                      </a:cubicBezTo>
                      <a:cubicBezTo>
                        <a:pt x="240" y="88"/>
                        <a:pt x="239" y="88"/>
                        <a:pt x="239" y="88"/>
                      </a:cubicBezTo>
                      <a:close/>
                      <a:moveTo>
                        <a:pt x="221" y="92"/>
                      </a:moveTo>
                      <a:cubicBezTo>
                        <a:pt x="221" y="92"/>
                        <a:pt x="221" y="92"/>
                        <a:pt x="221" y="92"/>
                      </a:cubicBezTo>
                      <a:cubicBezTo>
                        <a:pt x="220" y="92"/>
                        <a:pt x="220" y="92"/>
                        <a:pt x="220" y="92"/>
                      </a:cubicBezTo>
                      <a:cubicBezTo>
                        <a:pt x="220" y="92"/>
                        <a:pt x="220" y="92"/>
                        <a:pt x="220" y="92"/>
                      </a:cubicBezTo>
                      <a:cubicBezTo>
                        <a:pt x="220" y="92"/>
                        <a:pt x="220" y="92"/>
                        <a:pt x="220" y="92"/>
                      </a:cubicBezTo>
                      <a:cubicBezTo>
                        <a:pt x="220" y="92"/>
                        <a:pt x="220" y="92"/>
                        <a:pt x="219" y="92"/>
                      </a:cubicBezTo>
                      <a:cubicBezTo>
                        <a:pt x="219" y="92"/>
                        <a:pt x="219" y="92"/>
                        <a:pt x="219" y="92"/>
                      </a:cubicBezTo>
                      <a:cubicBezTo>
                        <a:pt x="219" y="92"/>
                        <a:pt x="219" y="92"/>
                        <a:pt x="219" y="92"/>
                      </a:cubicBezTo>
                      <a:cubicBezTo>
                        <a:pt x="219" y="92"/>
                        <a:pt x="219" y="92"/>
                        <a:pt x="219" y="92"/>
                      </a:cubicBezTo>
                      <a:cubicBezTo>
                        <a:pt x="219" y="92"/>
                        <a:pt x="219" y="92"/>
                        <a:pt x="219" y="92"/>
                      </a:cubicBezTo>
                      <a:cubicBezTo>
                        <a:pt x="219" y="92"/>
                        <a:pt x="219" y="92"/>
                        <a:pt x="219" y="92"/>
                      </a:cubicBezTo>
                      <a:cubicBezTo>
                        <a:pt x="219" y="92"/>
                        <a:pt x="219" y="92"/>
                        <a:pt x="219" y="93"/>
                      </a:cubicBezTo>
                      <a:cubicBezTo>
                        <a:pt x="219" y="93"/>
                        <a:pt x="219" y="93"/>
                        <a:pt x="219" y="93"/>
                      </a:cubicBezTo>
                      <a:cubicBezTo>
                        <a:pt x="219" y="93"/>
                        <a:pt x="220" y="93"/>
                        <a:pt x="220" y="93"/>
                      </a:cubicBezTo>
                      <a:cubicBezTo>
                        <a:pt x="220" y="93"/>
                        <a:pt x="220" y="93"/>
                        <a:pt x="220" y="93"/>
                      </a:cubicBezTo>
                      <a:cubicBezTo>
                        <a:pt x="220" y="93"/>
                        <a:pt x="220" y="93"/>
                        <a:pt x="220" y="93"/>
                      </a:cubicBezTo>
                      <a:cubicBezTo>
                        <a:pt x="220" y="93"/>
                        <a:pt x="220" y="93"/>
                        <a:pt x="220" y="93"/>
                      </a:cubicBezTo>
                      <a:cubicBezTo>
                        <a:pt x="220" y="93"/>
                        <a:pt x="220" y="93"/>
                        <a:pt x="220" y="93"/>
                      </a:cubicBezTo>
                      <a:cubicBezTo>
                        <a:pt x="221" y="93"/>
                        <a:pt x="221" y="93"/>
                        <a:pt x="221" y="93"/>
                      </a:cubicBezTo>
                      <a:cubicBezTo>
                        <a:pt x="221" y="93"/>
                        <a:pt x="221" y="92"/>
                        <a:pt x="221" y="92"/>
                      </a:cubicBezTo>
                      <a:cubicBezTo>
                        <a:pt x="221" y="92"/>
                        <a:pt x="221" y="92"/>
                        <a:pt x="221" y="92"/>
                      </a:cubicBezTo>
                      <a:close/>
                      <a:moveTo>
                        <a:pt x="223" y="61"/>
                      </a:moveTo>
                      <a:cubicBezTo>
                        <a:pt x="223" y="61"/>
                        <a:pt x="223" y="61"/>
                        <a:pt x="222" y="61"/>
                      </a:cubicBezTo>
                      <a:cubicBezTo>
                        <a:pt x="222" y="61"/>
                        <a:pt x="222" y="61"/>
                        <a:pt x="222" y="61"/>
                      </a:cubicBezTo>
                      <a:cubicBezTo>
                        <a:pt x="222" y="61"/>
                        <a:pt x="222" y="61"/>
                        <a:pt x="222" y="61"/>
                      </a:cubicBezTo>
                      <a:cubicBezTo>
                        <a:pt x="222" y="61"/>
                        <a:pt x="222" y="61"/>
                        <a:pt x="222" y="61"/>
                      </a:cubicBezTo>
                      <a:cubicBezTo>
                        <a:pt x="222" y="61"/>
                        <a:pt x="222" y="61"/>
                        <a:pt x="222" y="61"/>
                      </a:cubicBezTo>
                      <a:cubicBezTo>
                        <a:pt x="222" y="61"/>
                        <a:pt x="222" y="61"/>
                        <a:pt x="222" y="61"/>
                      </a:cubicBezTo>
                      <a:cubicBezTo>
                        <a:pt x="221" y="61"/>
                        <a:pt x="221" y="61"/>
                        <a:pt x="221" y="61"/>
                      </a:cubicBezTo>
                      <a:cubicBezTo>
                        <a:pt x="221" y="62"/>
                        <a:pt x="221" y="61"/>
                        <a:pt x="221" y="62"/>
                      </a:cubicBezTo>
                      <a:cubicBezTo>
                        <a:pt x="221" y="62"/>
                        <a:pt x="220" y="62"/>
                        <a:pt x="220" y="62"/>
                      </a:cubicBezTo>
                      <a:cubicBezTo>
                        <a:pt x="220" y="62"/>
                        <a:pt x="220" y="62"/>
                        <a:pt x="220" y="62"/>
                      </a:cubicBezTo>
                      <a:cubicBezTo>
                        <a:pt x="220" y="62"/>
                        <a:pt x="220" y="62"/>
                        <a:pt x="220" y="62"/>
                      </a:cubicBezTo>
                      <a:cubicBezTo>
                        <a:pt x="220" y="62"/>
                        <a:pt x="220" y="62"/>
                        <a:pt x="220" y="62"/>
                      </a:cubicBezTo>
                      <a:cubicBezTo>
                        <a:pt x="220" y="62"/>
                        <a:pt x="220" y="62"/>
                        <a:pt x="220" y="62"/>
                      </a:cubicBezTo>
                      <a:cubicBezTo>
                        <a:pt x="220" y="62"/>
                        <a:pt x="220" y="62"/>
                        <a:pt x="220" y="62"/>
                      </a:cubicBezTo>
                      <a:cubicBezTo>
                        <a:pt x="220" y="63"/>
                        <a:pt x="220" y="63"/>
                        <a:pt x="220" y="63"/>
                      </a:cubicBezTo>
                      <a:cubicBezTo>
                        <a:pt x="220" y="63"/>
                        <a:pt x="220" y="63"/>
                        <a:pt x="220" y="63"/>
                      </a:cubicBezTo>
                      <a:cubicBezTo>
                        <a:pt x="220" y="63"/>
                        <a:pt x="220" y="63"/>
                        <a:pt x="220" y="63"/>
                      </a:cubicBezTo>
                      <a:cubicBezTo>
                        <a:pt x="220" y="63"/>
                        <a:pt x="220" y="63"/>
                        <a:pt x="220" y="63"/>
                      </a:cubicBezTo>
                      <a:cubicBezTo>
                        <a:pt x="220" y="63"/>
                        <a:pt x="220" y="62"/>
                        <a:pt x="220" y="62"/>
                      </a:cubicBezTo>
                      <a:cubicBezTo>
                        <a:pt x="221" y="62"/>
                        <a:pt x="221" y="62"/>
                        <a:pt x="221" y="62"/>
                      </a:cubicBezTo>
                      <a:cubicBezTo>
                        <a:pt x="221" y="62"/>
                        <a:pt x="221" y="62"/>
                        <a:pt x="221" y="62"/>
                      </a:cubicBezTo>
                      <a:cubicBezTo>
                        <a:pt x="221" y="62"/>
                        <a:pt x="221" y="62"/>
                        <a:pt x="221" y="62"/>
                      </a:cubicBezTo>
                      <a:cubicBezTo>
                        <a:pt x="222" y="62"/>
                        <a:pt x="222" y="62"/>
                        <a:pt x="222" y="62"/>
                      </a:cubicBezTo>
                      <a:cubicBezTo>
                        <a:pt x="222" y="62"/>
                        <a:pt x="222" y="62"/>
                        <a:pt x="222" y="62"/>
                      </a:cubicBezTo>
                      <a:cubicBezTo>
                        <a:pt x="222" y="62"/>
                        <a:pt x="221" y="62"/>
                        <a:pt x="221" y="62"/>
                      </a:cubicBezTo>
                      <a:cubicBezTo>
                        <a:pt x="221" y="62"/>
                        <a:pt x="221" y="62"/>
                        <a:pt x="221" y="63"/>
                      </a:cubicBezTo>
                      <a:cubicBezTo>
                        <a:pt x="221" y="63"/>
                        <a:pt x="221" y="63"/>
                        <a:pt x="221" y="63"/>
                      </a:cubicBezTo>
                      <a:cubicBezTo>
                        <a:pt x="221" y="63"/>
                        <a:pt x="221" y="63"/>
                        <a:pt x="221" y="63"/>
                      </a:cubicBezTo>
                      <a:cubicBezTo>
                        <a:pt x="221" y="63"/>
                        <a:pt x="221" y="63"/>
                        <a:pt x="222" y="63"/>
                      </a:cubicBezTo>
                      <a:cubicBezTo>
                        <a:pt x="222" y="63"/>
                        <a:pt x="222" y="62"/>
                        <a:pt x="222" y="62"/>
                      </a:cubicBezTo>
                      <a:cubicBezTo>
                        <a:pt x="222" y="62"/>
                        <a:pt x="222" y="62"/>
                        <a:pt x="222" y="62"/>
                      </a:cubicBezTo>
                      <a:cubicBezTo>
                        <a:pt x="222" y="62"/>
                        <a:pt x="222" y="62"/>
                        <a:pt x="222" y="62"/>
                      </a:cubicBezTo>
                      <a:cubicBezTo>
                        <a:pt x="222" y="62"/>
                        <a:pt x="222" y="62"/>
                        <a:pt x="222" y="62"/>
                      </a:cubicBezTo>
                      <a:cubicBezTo>
                        <a:pt x="222" y="62"/>
                        <a:pt x="222" y="62"/>
                        <a:pt x="222" y="62"/>
                      </a:cubicBezTo>
                      <a:cubicBezTo>
                        <a:pt x="222" y="62"/>
                        <a:pt x="222" y="62"/>
                        <a:pt x="222" y="62"/>
                      </a:cubicBezTo>
                      <a:cubicBezTo>
                        <a:pt x="222" y="62"/>
                        <a:pt x="223" y="62"/>
                        <a:pt x="223" y="62"/>
                      </a:cubicBezTo>
                      <a:cubicBezTo>
                        <a:pt x="223" y="62"/>
                        <a:pt x="222" y="62"/>
                        <a:pt x="222" y="62"/>
                      </a:cubicBezTo>
                      <a:cubicBezTo>
                        <a:pt x="222" y="62"/>
                        <a:pt x="222" y="62"/>
                        <a:pt x="222" y="61"/>
                      </a:cubicBezTo>
                      <a:cubicBezTo>
                        <a:pt x="222" y="61"/>
                        <a:pt x="222" y="61"/>
                        <a:pt x="222" y="61"/>
                      </a:cubicBezTo>
                      <a:cubicBezTo>
                        <a:pt x="222" y="61"/>
                        <a:pt x="222" y="61"/>
                        <a:pt x="222" y="61"/>
                      </a:cubicBezTo>
                      <a:cubicBezTo>
                        <a:pt x="222" y="61"/>
                        <a:pt x="223" y="61"/>
                        <a:pt x="223" y="61"/>
                      </a:cubicBezTo>
                      <a:close/>
                      <a:moveTo>
                        <a:pt x="222" y="93"/>
                      </a:moveTo>
                      <a:cubicBezTo>
                        <a:pt x="222" y="93"/>
                        <a:pt x="222" y="93"/>
                        <a:pt x="222" y="93"/>
                      </a:cubicBezTo>
                      <a:cubicBezTo>
                        <a:pt x="222" y="93"/>
                        <a:pt x="222" y="93"/>
                        <a:pt x="222" y="93"/>
                      </a:cubicBezTo>
                      <a:cubicBezTo>
                        <a:pt x="221" y="93"/>
                        <a:pt x="221" y="93"/>
                        <a:pt x="221" y="93"/>
                      </a:cubicBezTo>
                      <a:cubicBezTo>
                        <a:pt x="221" y="93"/>
                        <a:pt x="221" y="93"/>
                        <a:pt x="221" y="93"/>
                      </a:cubicBezTo>
                      <a:cubicBezTo>
                        <a:pt x="221" y="93"/>
                        <a:pt x="221" y="93"/>
                        <a:pt x="221" y="93"/>
                      </a:cubicBezTo>
                      <a:cubicBezTo>
                        <a:pt x="221" y="93"/>
                        <a:pt x="221" y="93"/>
                        <a:pt x="221" y="93"/>
                      </a:cubicBezTo>
                      <a:cubicBezTo>
                        <a:pt x="221" y="93"/>
                        <a:pt x="221" y="93"/>
                        <a:pt x="221" y="93"/>
                      </a:cubicBezTo>
                      <a:cubicBezTo>
                        <a:pt x="221" y="93"/>
                        <a:pt x="221" y="93"/>
                        <a:pt x="221" y="93"/>
                      </a:cubicBezTo>
                      <a:cubicBezTo>
                        <a:pt x="221" y="93"/>
                        <a:pt x="221" y="93"/>
                        <a:pt x="221" y="93"/>
                      </a:cubicBezTo>
                      <a:cubicBezTo>
                        <a:pt x="221" y="93"/>
                        <a:pt x="221" y="93"/>
                        <a:pt x="221" y="93"/>
                      </a:cubicBezTo>
                      <a:cubicBezTo>
                        <a:pt x="221" y="93"/>
                        <a:pt x="221" y="93"/>
                        <a:pt x="222" y="93"/>
                      </a:cubicBezTo>
                      <a:cubicBezTo>
                        <a:pt x="222" y="93"/>
                        <a:pt x="222" y="93"/>
                        <a:pt x="222" y="93"/>
                      </a:cubicBezTo>
                      <a:cubicBezTo>
                        <a:pt x="222" y="93"/>
                        <a:pt x="222" y="93"/>
                        <a:pt x="222" y="93"/>
                      </a:cubicBezTo>
                      <a:close/>
                      <a:moveTo>
                        <a:pt x="225" y="61"/>
                      </a:moveTo>
                      <a:cubicBezTo>
                        <a:pt x="225" y="61"/>
                        <a:pt x="225" y="61"/>
                        <a:pt x="225" y="61"/>
                      </a:cubicBezTo>
                      <a:cubicBezTo>
                        <a:pt x="225" y="61"/>
                        <a:pt x="225" y="61"/>
                        <a:pt x="225" y="61"/>
                      </a:cubicBezTo>
                      <a:cubicBezTo>
                        <a:pt x="225" y="61"/>
                        <a:pt x="224" y="61"/>
                        <a:pt x="224" y="61"/>
                      </a:cubicBezTo>
                      <a:cubicBezTo>
                        <a:pt x="224" y="61"/>
                        <a:pt x="224" y="61"/>
                        <a:pt x="224" y="61"/>
                      </a:cubicBezTo>
                      <a:cubicBezTo>
                        <a:pt x="224" y="61"/>
                        <a:pt x="224" y="61"/>
                        <a:pt x="224" y="61"/>
                      </a:cubicBezTo>
                      <a:cubicBezTo>
                        <a:pt x="224" y="61"/>
                        <a:pt x="224" y="61"/>
                        <a:pt x="224" y="61"/>
                      </a:cubicBezTo>
                      <a:cubicBezTo>
                        <a:pt x="224" y="61"/>
                        <a:pt x="224" y="61"/>
                        <a:pt x="224" y="61"/>
                      </a:cubicBezTo>
                      <a:cubicBezTo>
                        <a:pt x="224" y="61"/>
                        <a:pt x="224" y="62"/>
                        <a:pt x="224" y="62"/>
                      </a:cubicBezTo>
                      <a:cubicBezTo>
                        <a:pt x="225" y="62"/>
                        <a:pt x="225" y="62"/>
                        <a:pt x="225" y="62"/>
                      </a:cubicBezTo>
                      <a:cubicBezTo>
                        <a:pt x="225" y="62"/>
                        <a:pt x="225" y="61"/>
                        <a:pt x="225" y="62"/>
                      </a:cubicBezTo>
                      <a:cubicBezTo>
                        <a:pt x="225" y="62"/>
                        <a:pt x="225" y="62"/>
                        <a:pt x="225" y="62"/>
                      </a:cubicBezTo>
                      <a:cubicBezTo>
                        <a:pt x="225" y="62"/>
                        <a:pt x="225" y="62"/>
                        <a:pt x="225" y="62"/>
                      </a:cubicBezTo>
                      <a:cubicBezTo>
                        <a:pt x="225" y="62"/>
                        <a:pt x="225" y="62"/>
                        <a:pt x="225" y="62"/>
                      </a:cubicBezTo>
                      <a:cubicBezTo>
                        <a:pt x="225" y="61"/>
                        <a:pt x="225" y="61"/>
                        <a:pt x="225" y="61"/>
                      </a:cubicBezTo>
                      <a:close/>
                      <a:moveTo>
                        <a:pt x="224" y="61"/>
                      </a:moveTo>
                      <a:cubicBezTo>
                        <a:pt x="224" y="61"/>
                        <a:pt x="224" y="61"/>
                        <a:pt x="223" y="61"/>
                      </a:cubicBezTo>
                      <a:cubicBezTo>
                        <a:pt x="223" y="61"/>
                        <a:pt x="223" y="61"/>
                        <a:pt x="223" y="61"/>
                      </a:cubicBezTo>
                      <a:cubicBezTo>
                        <a:pt x="223" y="61"/>
                        <a:pt x="223" y="61"/>
                        <a:pt x="223" y="61"/>
                      </a:cubicBezTo>
                      <a:cubicBezTo>
                        <a:pt x="223" y="61"/>
                        <a:pt x="223" y="61"/>
                        <a:pt x="223" y="62"/>
                      </a:cubicBezTo>
                      <a:cubicBezTo>
                        <a:pt x="223" y="62"/>
                        <a:pt x="223" y="62"/>
                        <a:pt x="223" y="62"/>
                      </a:cubicBezTo>
                      <a:cubicBezTo>
                        <a:pt x="223" y="62"/>
                        <a:pt x="223" y="62"/>
                        <a:pt x="223" y="62"/>
                      </a:cubicBezTo>
                      <a:cubicBezTo>
                        <a:pt x="223" y="62"/>
                        <a:pt x="223" y="62"/>
                        <a:pt x="223" y="62"/>
                      </a:cubicBezTo>
                      <a:cubicBezTo>
                        <a:pt x="224" y="62"/>
                        <a:pt x="224" y="62"/>
                        <a:pt x="224" y="62"/>
                      </a:cubicBezTo>
                      <a:cubicBezTo>
                        <a:pt x="224" y="62"/>
                        <a:pt x="224" y="62"/>
                        <a:pt x="224" y="61"/>
                      </a:cubicBezTo>
                      <a:cubicBezTo>
                        <a:pt x="224" y="61"/>
                        <a:pt x="224" y="61"/>
                        <a:pt x="224" y="61"/>
                      </a:cubicBezTo>
                      <a:cubicBezTo>
                        <a:pt x="224" y="61"/>
                        <a:pt x="224" y="61"/>
                        <a:pt x="224" y="61"/>
                      </a:cubicBezTo>
                      <a:close/>
                      <a:moveTo>
                        <a:pt x="232" y="90"/>
                      </a:moveTo>
                      <a:cubicBezTo>
                        <a:pt x="232" y="90"/>
                        <a:pt x="232" y="90"/>
                        <a:pt x="232" y="90"/>
                      </a:cubicBezTo>
                      <a:cubicBezTo>
                        <a:pt x="232" y="90"/>
                        <a:pt x="232" y="90"/>
                        <a:pt x="231" y="90"/>
                      </a:cubicBezTo>
                      <a:cubicBezTo>
                        <a:pt x="231" y="90"/>
                        <a:pt x="231" y="90"/>
                        <a:pt x="231" y="90"/>
                      </a:cubicBezTo>
                      <a:cubicBezTo>
                        <a:pt x="231" y="90"/>
                        <a:pt x="231" y="90"/>
                        <a:pt x="231" y="90"/>
                      </a:cubicBezTo>
                      <a:cubicBezTo>
                        <a:pt x="231" y="90"/>
                        <a:pt x="231" y="90"/>
                        <a:pt x="231" y="90"/>
                      </a:cubicBezTo>
                      <a:cubicBezTo>
                        <a:pt x="231" y="90"/>
                        <a:pt x="231" y="90"/>
                        <a:pt x="231" y="90"/>
                      </a:cubicBezTo>
                      <a:cubicBezTo>
                        <a:pt x="231" y="90"/>
                        <a:pt x="231" y="90"/>
                        <a:pt x="231" y="91"/>
                      </a:cubicBezTo>
                      <a:cubicBezTo>
                        <a:pt x="231" y="91"/>
                        <a:pt x="231" y="91"/>
                        <a:pt x="231" y="91"/>
                      </a:cubicBezTo>
                      <a:cubicBezTo>
                        <a:pt x="231" y="91"/>
                        <a:pt x="231" y="91"/>
                        <a:pt x="231" y="91"/>
                      </a:cubicBezTo>
                      <a:cubicBezTo>
                        <a:pt x="231" y="91"/>
                        <a:pt x="231" y="91"/>
                        <a:pt x="232" y="92"/>
                      </a:cubicBezTo>
                      <a:cubicBezTo>
                        <a:pt x="232" y="92"/>
                        <a:pt x="232" y="92"/>
                        <a:pt x="232" y="91"/>
                      </a:cubicBezTo>
                      <a:cubicBezTo>
                        <a:pt x="232" y="91"/>
                        <a:pt x="232" y="91"/>
                        <a:pt x="232" y="91"/>
                      </a:cubicBezTo>
                      <a:cubicBezTo>
                        <a:pt x="233" y="91"/>
                        <a:pt x="233" y="91"/>
                        <a:pt x="232" y="91"/>
                      </a:cubicBezTo>
                      <a:cubicBezTo>
                        <a:pt x="232" y="90"/>
                        <a:pt x="232" y="90"/>
                        <a:pt x="232" y="90"/>
                      </a:cubicBezTo>
                      <a:close/>
                      <a:moveTo>
                        <a:pt x="218" y="92"/>
                      </a:moveTo>
                      <a:cubicBezTo>
                        <a:pt x="218" y="92"/>
                        <a:pt x="218" y="92"/>
                        <a:pt x="218" y="92"/>
                      </a:cubicBezTo>
                      <a:cubicBezTo>
                        <a:pt x="218" y="92"/>
                        <a:pt x="218" y="92"/>
                        <a:pt x="218"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3"/>
                        <a:pt x="219" y="93"/>
                        <a:pt x="218" y="93"/>
                      </a:cubicBezTo>
                      <a:cubicBezTo>
                        <a:pt x="218" y="92"/>
                        <a:pt x="218" y="92"/>
                        <a:pt x="218" y="92"/>
                      </a:cubicBezTo>
                      <a:close/>
                      <a:moveTo>
                        <a:pt x="212" y="89"/>
                      </a:moveTo>
                      <a:cubicBezTo>
                        <a:pt x="212" y="89"/>
                        <a:pt x="212" y="89"/>
                        <a:pt x="212" y="89"/>
                      </a:cubicBezTo>
                      <a:cubicBezTo>
                        <a:pt x="212" y="89"/>
                        <a:pt x="212" y="89"/>
                        <a:pt x="211" y="89"/>
                      </a:cubicBezTo>
                      <a:cubicBezTo>
                        <a:pt x="211" y="89"/>
                        <a:pt x="211" y="89"/>
                        <a:pt x="211" y="89"/>
                      </a:cubicBezTo>
                      <a:cubicBezTo>
                        <a:pt x="211" y="89"/>
                        <a:pt x="211" y="89"/>
                        <a:pt x="211" y="89"/>
                      </a:cubicBezTo>
                      <a:cubicBezTo>
                        <a:pt x="211" y="89"/>
                        <a:pt x="211" y="89"/>
                        <a:pt x="211" y="89"/>
                      </a:cubicBezTo>
                      <a:cubicBezTo>
                        <a:pt x="211" y="89"/>
                        <a:pt x="211" y="88"/>
                        <a:pt x="211" y="88"/>
                      </a:cubicBezTo>
                      <a:cubicBezTo>
                        <a:pt x="211" y="88"/>
                        <a:pt x="211" y="88"/>
                        <a:pt x="211" y="88"/>
                      </a:cubicBezTo>
                      <a:cubicBezTo>
                        <a:pt x="211" y="88"/>
                        <a:pt x="211" y="88"/>
                        <a:pt x="210" y="88"/>
                      </a:cubicBezTo>
                      <a:cubicBezTo>
                        <a:pt x="210" y="88"/>
                        <a:pt x="210" y="88"/>
                        <a:pt x="210" y="88"/>
                      </a:cubicBezTo>
                      <a:cubicBezTo>
                        <a:pt x="210" y="88"/>
                        <a:pt x="210" y="88"/>
                        <a:pt x="210" y="89"/>
                      </a:cubicBezTo>
                      <a:cubicBezTo>
                        <a:pt x="210" y="89"/>
                        <a:pt x="210" y="89"/>
                        <a:pt x="210" y="89"/>
                      </a:cubicBezTo>
                      <a:cubicBezTo>
                        <a:pt x="210" y="89"/>
                        <a:pt x="210" y="89"/>
                        <a:pt x="209" y="89"/>
                      </a:cubicBezTo>
                      <a:cubicBezTo>
                        <a:pt x="209" y="89"/>
                        <a:pt x="209" y="89"/>
                        <a:pt x="209" y="89"/>
                      </a:cubicBezTo>
                      <a:cubicBezTo>
                        <a:pt x="209" y="89"/>
                        <a:pt x="209" y="89"/>
                        <a:pt x="209" y="89"/>
                      </a:cubicBezTo>
                      <a:cubicBezTo>
                        <a:pt x="209" y="89"/>
                        <a:pt x="209" y="89"/>
                        <a:pt x="208" y="89"/>
                      </a:cubicBezTo>
                      <a:cubicBezTo>
                        <a:pt x="208" y="89"/>
                        <a:pt x="208" y="89"/>
                        <a:pt x="208" y="89"/>
                      </a:cubicBezTo>
                      <a:cubicBezTo>
                        <a:pt x="208" y="89"/>
                        <a:pt x="208" y="89"/>
                        <a:pt x="208" y="89"/>
                      </a:cubicBezTo>
                      <a:cubicBezTo>
                        <a:pt x="208" y="89"/>
                        <a:pt x="208" y="89"/>
                        <a:pt x="208" y="89"/>
                      </a:cubicBezTo>
                      <a:cubicBezTo>
                        <a:pt x="208" y="89"/>
                        <a:pt x="208" y="89"/>
                        <a:pt x="208" y="89"/>
                      </a:cubicBezTo>
                      <a:cubicBezTo>
                        <a:pt x="207" y="89"/>
                        <a:pt x="207" y="89"/>
                        <a:pt x="207" y="89"/>
                      </a:cubicBezTo>
                      <a:cubicBezTo>
                        <a:pt x="207" y="89"/>
                        <a:pt x="207" y="89"/>
                        <a:pt x="207" y="89"/>
                      </a:cubicBezTo>
                      <a:cubicBezTo>
                        <a:pt x="207" y="89"/>
                        <a:pt x="207" y="89"/>
                        <a:pt x="207" y="89"/>
                      </a:cubicBezTo>
                      <a:cubicBezTo>
                        <a:pt x="207" y="89"/>
                        <a:pt x="207" y="89"/>
                        <a:pt x="207" y="89"/>
                      </a:cubicBezTo>
                      <a:cubicBezTo>
                        <a:pt x="207" y="89"/>
                        <a:pt x="207" y="89"/>
                        <a:pt x="207" y="89"/>
                      </a:cubicBezTo>
                      <a:cubicBezTo>
                        <a:pt x="207" y="89"/>
                        <a:pt x="206" y="89"/>
                        <a:pt x="206" y="89"/>
                      </a:cubicBezTo>
                      <a:cubicBezTo>
                        <a:pt x="206" y="89"/>
                        <a:pt x="206" y="89"/>
                        <a:pt x="206" y="89"/>
                      </a:cubicBezTo>
                      <a:cubicBezTo>
                        <a:pt x="206" y="89"/>
                        <a:pt x="206" y="89"/>
                        <a:pt x="206" y="89"/>
                      </a:cubicBezTo>
                      <a:cubicBezTo>
                        <a:pt x="206" y="90"/>
                        <a:pt x="206" y="90"/>
                        <a:pt x="206" y="90"/>
                      </a:cubicBezTo>
                      <a:cubicBezTo>
                        <a:pt x="206" y="90"/>
                        <a:pt x="206" y="90"/>
                        <a:pt x="206" y="90"/>
                      </a:cubicBezTo>
                      <a:cubicBezTo>
                        <a:pt x="206" y="90"/>
                        <a:pt x="206" y="90"/>
                        <a:pt x="206" y="90"/>
                      </a:cubicBezTo>
                      <a:cubicBezTo>
                        <a:pt x="206" y="90"/>
                        <a:pt x="206" y="90"/>
                        <a:pt x="206" y="90"/>
                      </a:cubicBezTo>
                      <a:cubicBezTo>
                        <a:pt x="206" y="90"/>
                        <a:pt x="206" y="90"/>
                        <a:pt x="206" y="90"/>
                      </a:cubicBezTo>
                      <a:cubicBezTo>
                        <a:pt x="206" y="90"/>
                        <a:pt x="205" y="90"/>
                        <a:pt x="205" y="90"/>
                      </a:cubicBezTo>
                      <a:cubicBezTo>
                        <a:pt x="205" y="90"/>
                        <a:pt x="205" y="90"/>
                        <a:pt x="205" y="90"/>
                      </a:cubicBezTo>
                      <a:cubicBezTo>
                        <a:pt x="205" y="91"/>
                        <a:pt x="206" y="91"/>
                        <a:pt x="206" y="91"/>
                      </a:cubicBezTo>
                      <a:cubicBezTo>
                        <a:pt x="206" y="91"/>
                        <a:pt x="205" y="91"/>
                        <a:pt x="205" y="91"/>
                      </a:cubicBezTo>
                      <a:cubicBezTo>
                        <a:pt x="205" y="91"/>
                        <a:pt x="205" y="91"/>
                        <a:pt x="205" y="91"/>
                      </a:cubicBezTo>
                      <a:cubicBezTo>
                        <a:pt x="205" y="91"/>
                        <a:pt x="205" y="91"/>
                        <a:pt x="205" y="91"/>
                      </a:cubicBezTo>
                      <a:cubicBezTo>
                        <a:pt x="205" y="91"/>
                        <a:pt x="206" y="91"/>
                        <a:pt x="206" y="91"/>
                      </a:cubicBezTo>
                      <a:cubicBezTo>
                        <a:pt x="206" y="91"/>
                        <a:pt x="206" y="91"/>
                        <a:pt x="206" y="91"/>
                      </a:cubicBezTo>
                      <a:cubicBezTo>
                        <a:pt x="206" y="91"/>
                        <a:pt x="206" y="91"/>
                        <a:pt x="206" y="91"/>
                      </a:cubicBezTo>
                      <a:cubicBezTo>
                        <a:pt x="206" y="91"/>
                        <a:pt x="206" y="91"/>
                        <a:pt x="206" y="91"/>
                      </a:cubicBezTo>
                      <a:cubicBezTo>
                        <a:pt x="206" y="91"/>
                        <a:pt x="206" y="91"/>
                        <a:pt x="207" y="91"/>
                      </a:cubicBezTo>
                      <a:cubicBezTo>
                        <a:pt x="207" y="91"/>
                        <a:pt x="207" y="90"/>
                        <a:pt x="207" y="90"/>
                      </a:cubicBezTo>
                      <a:cubicBezTo>
                        <a:pt x="207" y="90"/>
                        <a:pt x="207" y="90"/>
                        <a:pt x="207" y="90"/>
                      </a:cubicBezTo>
                      <a:cubicBezTo>
                        <a:pt x="207" y="90"/>
                        <a:pt x="208" y="91"/>
                        <a:pt x="208" y="91"/>
                      </a:cubicBezTo>
                      <a:cubicBezTo>
                        <a:pt x="208" y="91"/>
                        <a:pt x="208" y="91"/>
                        <a:pt x="208" y="91"/>
                      </a:cubicBezTo>
                      <a:cubicBezTo>
                        <a:pt x="208" y="91"/>
                        <a:pt x="208" y="91"/>
                        <a:pt x="208" y="91"/>
                      </a:cubicBezTo>
                      <a:cubicBezTo>
                        <a:pt x="208" y="91"/>
                        <a:pt x="208" y="91"/>
                        <a:pt x="209" y="91"/>
                      </a:cubicBezTo>
                      <a:cubicBezTo>
                        <a:pt x="209" y="91"/>
                        <a:pt x="209" y="91"/>
                        <a:pt x="209" y="91"/>
                      </a:cubicBezTo>
                      <a:cubicBezTo>
                        <a:pt x="209" y="91"/>
                        <a:pt x="209" y="91"/>
                        <a:pt x="209" y="91"/>
                      </a:cubicBezTo>
                      <a:cubicBezTo>
                        <a:pt x="210" y="91"/>
                        <a:pt x="210" y="91"/>
                        <a:pt x="210" y="91"/>
                      </a:cubicBezTo>
                      <a:cubicBezTo>
                        <a:pt x="210" y="91"/>
                        <a:pt x="210" y="91"/>
                        <a:pt x="210" y="91"/>
                      </a:cubicBezTo>
                      <a:cubicBezTo>
                        <a:pt x="210" y="90"/>
                        <a:pt x="210" y="90"/>
                        <a:pt x="210" y="90"/>
                      </a:cubicBezTo>
                      <a:cubicBezTo>
                        <a:pt x="211" y="90"/>
                        <a:pt x="211" y="90"/>
                        <a:pt x="211" y="90"/>
                      </a:cubicBezTo>
                      <a:cubicBezTo>
                        <a:pt x="211" y="89"/>
                        <a:pt x="212" y="89"/>
                        <a:pt x="212" y="89"/>
                      </a:cubicBezTo>
                      <a:cubicBezTo>
                        <a:pt x="212" y="89"/>
                        <a:pt x="212" y="90"/>
                        <a:pt x="212" y="89"/>
                      </a:cubicBezTo>
                      <a:cubicBezTo>
                        <a:pt x="212" y="89"/>
                        <a:pt x="212" y="89"/>
                        <a:pt x="212" y="89"/>
                      </a:cubicBezTo>
                      <a:cubicBezTo>
                        <a:pt x="212" y="89"/>
                        <a:pt x="212" y="89"/>
                        <a:pt x="212" y="89"/>
                      </a:cubicBezTo>
                      <a:close/>
                      <a:moveTo>
                        <a:pt x="215" y="60"/>
                      </a:moveTo>
                      <a:cubicBezTo>
                        <a:pt x="215" y="60"/>
                        <a:pt x="215" y="60"/>
                        <a:pt x="215" y="60"/>
                      </a:cubicBezTo>
                      <a:cubicBezTo>
                        <a:pt x="215" y="60"/>
                        <a:pt x="215" y="60"/>
                        <a:pt x="214" y="60"/>
                      </a:cubicBezTo>
                      <a:cubicBezTo>
                        <a:pt x="214" y="60"/>
                        <a:pt x="214" y="60"/>
                        <a:pt x="214" y="60"/>
                      </a:cubicBezTo>
                      <a:cubicBezTo>
                        <a:pt x="214" y="60"/>
                        <a:pt x="214" y="60"/>
                        <a:pt x="214" y="60"/>
                      </a:cubicBezTo>
                      <a:cubicBezTo>
                        <a:pt x="214" y="60"/>
                        <a:pt x="214" y="60"/>
                        <a:pt x="214" y="60"/>
                      </a:cubicBezTo>
                      <a:cubicBezTo>
                        <a:pt x="214" y="60"/>
                        <a:pt x="214" y="60"/>
                        <a:pt x="214" y="59"/>
                      </a:cubicBezTo>
                      <a:cubicBezTo>
                        <a:pt x="214" y="59"/>
                        <a:pt x="214" y="59"/>
                        <a:pt x="214" y="59"/>
                      </a:cubicBezTo>
                      <a:cubicBezTo>
                        <a:pt x="214" y="59"/>
                        <a:pt x="214" y="59"/>
                        <a:pt x="214" y="59"/>
                      </a:cubicBezTo>
                      <a:cubicBezTo>
                        <a:pt x="214" y="59"/>
                        <a:pt x="214" y="59"/>
                        <a:pt x="214" y="59"/>
                      </a:cubicBezTo>
                      <a:cubicBezTo>
                        <a:pt x="214" y="59"/>
                        <a:pt x="214" y="59"/>
                        <a:pt x="214" y="59"/>
                      </a:cubicBezTo>
                      <a:cubicBezTo>
                        <a:pt x="214" y="59"/>
                        <a:pt x="214" y="59"/>
                        <a:pt x="214" y="59"/>
                      </a:cubicBezTo>
                      <a:cubicBezTo>
                        <a:pt x="214" y="59"/>
                        <a:pt x="214" y="59"/>
                        <a:pt x="214" y="59"/>
                      </a:cubicBezTo>
                      <a:cubicBezTo>
                        <a:pt x="214" y="58"/>
                        <a:pt x="213" y="59"/>
                        <a:pt x="213" y="59"/>
                      </a:cubicBezTo>
                      <a:cubicBezTo>
                        <a:pt x="213" y="59"/>
                        <a:pt x="213" y="58"/>
                        <a:pt x="213" y="58"/>
                      </a:cubicBezTo>
                      <a:cubicBezTo>
                        <a:pt x="213" y="58"/>
                        <a:pt x="213" y="58"/>
                        <a:pt x="213" y="58"/>
                      </a:cubicBezTo>
                      <a:cubicBezTo>
                        <a:pt x="212" y="58"/>
                        <a:pt x="212" y="58"/>
                        <a:pt x="212" y="58"/>
                      </a:cubicBezTo>
                      <a:cubicBezTo>
                        <a:pt x="212" y="58"/>
                        <a:pt x="211" y="58"/>
                        <a:pt x="211" y="58"/>
                      </a:cubicBezTo>
                      <a:cubicBezTo>
                        <a:pt x="211" y="58"/>
                        <a:pt x="210" y="58"/>
                        <a:pt x="210" y="58"/>
                      </a:cubicBezTo>
                      <a:cubicBezTo>
                        <a:pt x="210" y="58"/>
                        <a:pt x="209" y="58"/>
                        <a:pt x="209" y="58"/>
                      </a:cubicBezTo>
                      <a:cubicBezTo>
                        <a:pt x="209" y="58"/>
                        <a:pt x="209" y="58"/>
                        <a:pt x="209" y="58"/>
                      </a:cubicBezTo>
                      <a:cubicBezTo>
                        <a:pt x="209" y="58"/>
                        <a:pt x="209" y="58"/>
                        <a:pt x="209" y="58"/>
                      </a:cubicBezTo>
                      <a:cubicBezTo>
                        <a:pt x="209" y="59"/>
                        <a:pt x="209" y="59"/>
                        <a:pt x="208" y="59"/>
                      </a:cubicBezTo>
                      <a:cubicBezTo>
                        <a:pt x="208" y="59"/>
                        <a:pt x="208" y="59"/>
                        <a:pt x="208" y="59"/>
                      </a:cubicBezTo>
                      <a:cubicBezTo>
                        <a:pt x="208" y="59"/>
                        <a:pt x="208" y="59"/>
                        <a:pt x="208" y="58"/>
                      </a:cubicBezTo>
                      <a:cubicBezTo>
                        <a:pt x="208" y="58"/>
                        <a:pt x="208" y="58"/>
                        <a:pt x="208" y="58"/>
                      </a:cubicBezTo>
                      <a:cubicBezTo>
                        <a:pt x="207" y="58"/>
                        <a:pt x="207" y="58"/>
                        <a:pt x="207" y="59"/>
                      </a:cubicBezTo>
                      <a:cubicBezTo>
                        <a:pt x="207" y="59"/>
                        <a:pt x="207" y="59"/>
                        <a:pt x="207" y="59"/>
                      </a:cubicBezTo>
                      <a:cubicBezTo>
                        <a:pt x="207" y="59"/>
                        <a:pt x="207" y="59"/>
                        <a:pt x="207" y="59"/>
                      </a:cubicBezTo>
                      <a:cubicBezTo>
                        <a:pt x="207" y="59"/>
                        <a:pt x="207" y="59"/>
                        <a:pt x="207" y="59"/>
                      </a:cubicBezTo>
                      <a:cubicBezTo>
                        <a:pt x="207" y="60"/>
                        <a:pt x="207" y="60"/>
                        <a:pt x="207" y="60"/>
                      </a:cubicBezTo>
                      <a:cubicBezTo>
                        <a:pt x="207" y="60"/>
                        <a:pt x="207" y="60"/>
                        <a:pt x="207" y="60"/>
                      </a:cubicBezTo>
                      <a:cubicBezTo>
                        <a:pt x="207" y="60"/>
                        <a:pt x="207" y="60"/>
                        <a:pt x="207" y="60"/>
                      </a:cubicBezTo>
                      <a:cubicBezTo>
                        <a:pt x="207" y="60"/>
                        <a:pt x="207" y="60"/>
                        <a:pt x="207" y="60"/>
                      </a:cubicBezTo>
                      <a:cubicBezTo>
                        <a:pt x="207" y="60"/>
                        <a:pt x="207" y="60"/>
                        <a:pt x="207" y="60"/>
                      </a:cubicBezTo>
                      <a:cubicBezTo>
                        <a:pt x="207" y="61"/>
                        <a:pt x="207" y="61"/>
                        <a:pt x="207" y="61"/>
                      </a:cubicBezTo>
                      <a:cubicBezTo>
                        <a:pt x="208" y="61"/>
                        <a:pt x="208" y="61"/>
                        <a:pt x="208" y="61"/>
                      </a:cubicBezTo>
                      <a:cubicBezTo>
                        <a:pt x="208" y="61"/>
                        <a:pt x="208" y="61"/>
                        <a:pt x="208" y="61"/>
                      </a:cubicBezTo>
                      <a:cubicBezTo>
                        <a:pt x="208" y="61"/>
                        <a:pt x="208" y="62"/>
                        <a:pt x="208" y="62"/>
                      </a:cubicBezTo>
                      <a:cubicBezTo>
                        <a:pt x="208" y="62"/>
                        <a:pt x="208" y="62"/>
                        <a:pt x="208" y="62"/>
                      </a:cubicBezTo>
                      <a:cubicBezTo>
                        <a:pt x="209" y="62"/>
                        <a:pt x="209" y="62"/>
                        <a:pt x="209" y="62"/>
                      </a:cubicBezTo>
                      <a:cubicBezTo>
                        <a:pt x="209" y="62"/>
                        <a:pt x="209" y="62"/>
                        <a:pt x="209" y="62"/>
                      </a:cubicBezTo>
                      <a:cubicBezTo>
                        <a:pt x="209" y="62"/>
                        <a:pt x="209" y="62"/>
                        <a:pt x="209" y="62"/>
                      </a:cubicBezTo>
                      <a:cubicBezTo>
                        <a:pt x="209" y="62"/>
                        <a:pt x="209" y="62"/>
                        <a:pt x="210" y="62"/>
                      </a:cubicBezTo>
                      <a:cubicBezTo>
                        <a:pt x="210" y="62"/>
                        <a:pt x="210" y="63"/>
                        <a:pt x="210" y="63"/>
                      </a:cubicBezTo>
                      <a:cubicBezTo>
                        <a:pt x="210" y="63"/>
                        <a:pt x="210" y="63"/>
                        <a:pt x="211" y="63"/>
                      </a:cubicBezTo>
                      <a:cubicBezTo>
                        <a:pt x="211" y="63"/>
                        <a:pt x="211" y="63"/>
                        <a:pt x="211" y="63"/>
                      </a:cubicBezTo>
                      <a:cubicBezTo>
                        <a:pt x="211" y="63"/>
                        <a:pt x="211" y="63"/>
                        <a:pt x="211" y="63"/>
                      </a:cubicBezTo>
                      <a:cubicBezTo>
                        <a:pt x="212" y="63"/>
                        <a:pt x="212" y="63"/>
                        <a:pt x="212" y="63"/>
                      </a:cubicBezTo>
                      <a:cubicBezTo>
                        <a:pt x="212" y="63"/>
                        <a:pt x="212" y="63"/>
                        <a:pt x="212" y="63"/>
                      </a:cubicBezTo>
                      <a:cubicBezTo>
                        <a:pt x="212" y="63"/>
                        <a:pt x="213" y="63"/>
                        <a:pt x="213" y="63"/>
                      </a:cubicBezTo>
                      <a:cubicBezTo>
                        <a:pt x="213" y="63"/>
                        <a:pt x="213" y="63"/>
                        <a:pt x="213" y="63"/>
                      </a:cubicBezTo>
                      <a:cubicBezTo>
                        <a:pt x="213" y="62"/>
                        <a:pt x="214" y="62"/>
                        <a:pt x="214" y="62"/>
                      </a:cubicBezTo>
                      <a:cubicBezTo>
                        <a:pt x="214" y="62"/>
                        <a:pt x="214" y="62"/>
                        <a:pt x="214" y="62"/>
                      </a:cubicBezTo>
                      <a:cubicBezTo>
                        <a:pt x="214" y="62"/>
                        <a:pt x="214" y="62"/>
                        <a:pt x="215" y="62"/>
                      </a:cubicBezTo>
                      <a:cubicBezTo>
                        <a:pt x="215" y="62"/>
                        <a:pt x="215" y="62"/>
                        <a:pt x="215" y="62"/>
                      </a:cubicBezTo>
                      <a:cubicBezTo>
                        <a:pt x="215" y="62"/>
                        <a:pt x="215" y="62"/>
                        <a:pt x="215" y="61"/>
                      </a:cubicBezTo>
                      <a:cubicBezTo>
                        <a:pt x="215" y="61"/>
                        <a:pt x="215" y="61"/>
                        <a:pt x="215" y="60"/>
                      </a:cubicBezTo>
                      <a:cubicBezTo>
                        <a:pt x="215" y="60"/>
                        <a:pt x="215" y="60"/>
                        <a:pt x="215" y="60"/>
                      </a:cubicBezTo>
                      <a:cubicBezTo>
                        <a:pt x="215" y="60"/>
                        <a:pt x="215" y="60"/>
                        <a:pt x="215" y="60"/>
                      </a:cubicBezTo>
                      <a:close/>
                      <a:moveTo>
                        <a:pt x="218" y="60"/>
                      </a:moveTo>
                      <a:cubicBezTo>
                        <a:pt x="218" y="60"/>
                        <a:pt x="218" y="60"/>
                        <a:pt x="218" y="60"/>
                      </a:cubicBezTo>
                      <a:cubicBezTo>
                        <a:pt x="218" y="60"/>
                        <a:pt x="218" y="60"/>
                        <a:pt x="218" y="60"/>
                      </a:cubicBezTo>
                      <a:cubicBezTo>
                        <a:pt x="218" y="60"/>
                        <a:pt x="218" y="60"/>
                        <a:pt x="218" y="59"/>
                      </a:cubicBezTo>
                      <a:cubicBezTo>
                        <a:pt x="217" y="59"/>
                        <a:pt x="217" y="59"/>
                        <a:pt x="217" y="59"/>
                      </a:cubicBezTo>
                      <a:cubicBezTo>
                        <a:pt x="217" y="59"/>
                        <a:pt x="217" y="59"/>
                        <a:pt x="217" y="59"/>
                      </a:cubicBezTo>
                      <a:cubicBezTo>
                        <a:pt x="217" y="59"/>
                        <a:pt x="217" y="59"/>
                        <a:pt x="217" y="60"/>
                      </a:cubicBezTo>
                      <a:cubicBezTo>
                        <a:pt x="217" y="60"/>
                        <a:pt x="217" y="60"/>
                        <a:pt x="217" y="60"/>
                      </a:cubicBezTo>
                      <a:cubicBezTo>
                        <a:pt x="217" y="60"/>
                        <a:pt x="217" y="60"/>
                        <a:pt x="217" y="60"/>
                      </a:cubicBezTo>
                      <a:cubicBezTo>
                        <a:pt x="217" y="60"/>
                        <a:pt x="217" y="60"/>
                        <a:pt x="218" y="60"/>
                      </a:cubicBezTo>
                      <a:cubicBezTo>
                        <a:pt x="218" y="60"/>
                        <a:pt x="218" y="60"/>
                        <a:pt x="218" y="60"/>
                      </a:cubicBezTo>
                      <a:close/>
                      <a:moveTo>
                        <a:pt x="204" y="92"/>
                      </a:moveTo>
                      <a:cubicBezTo>
                        <a:pt x="204" y="92"/>
                        <a:pt x="204" y="92"/>
                        <a:pt x="204" y="92"/>
                      </a:cubicBezTo>
                      <a:cubicBezTo>
                        <a:pt x="204" y="93"/>
                        <a:pt x="204" y="93"/>
                        <a:pt x="204" y="93"/>
                      </a:cubicBezTo>
                      <a:cubicBezTo>
                        <a:pt x="203" y="93"/>
                        <a:pt x="203" y="93"/>
                        <a:pt x="203" y="93"/>
                      </a:cubicBezTo>
                      <a:cubicBezTo>
                        <a:pt x="203" y="93"/>
                        <a:pt x="203" y="93"/>
                        <a:pt x="203" y="93"/>
                      </a:cubicBezTo>
                      <a:cubicBezTo>
                        <a:pt x="203"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2"/>
                      </a:cubicBezTo>
                      <a:cubicBezTo>
                        <a:pt x="204" y="92"/>
                        <a:pt x="204" y="92"/>
                        <a:pt x="204" y="92"/>
                      </a:cubicBezTo>
                      <a:cubicBezTo>
                        <a:pt x="204" y="92"/>
                        <a:pt x="204" y="92"/>
                        <a:pt x="204" y="92"/>
                      </a:cubicBezTo>
                      <a:close/>
                      <a:moveTo>
                        <a:pt x="220" y="57"/>
                      </a:moveTo>
                      <a:cubicBezTo>
                        <a:pt x="220" y="57"/>
                        <a:pt x="220" y="57"/>
                        <a:pt x="220" y="57"/>
                      </a:cubicBezTo>
                      <a:cubicBezTo>
                        <a:pt x="219" y="57"/>
                        <a:pt x="219" y="57"/>
                        <a:pt x="219" y="57"/>
                      </a:cubicBezTo>
                      <a:cubicBezTo>
                        <a:pt x="219" y="58"/>
                        <a:pt x="219" y="58"/>
                        <a:pt x="219" y="58"/>
                      </a:cubicBezTo>
                      <a:cubicBezTo>
                        <a:pt x="219" y="58"/>
                        <a:pt x="219" y="58"/>
                        <a:pt x="219" y="58"/>
                      </a:cubicBezTo>
                      <a:cubicBezTo>
                        <a:pt x="219" y="58"/>
                        <a:pt x="219" y="58"/>
                        <a:pt x="220" y="58"/>
                      </a:cubicBezTo>
                      <a:cubicBezTo>
                        <a:pt x="220" y="58"/>
                        <a:pt x="220" y="58"/>
                        <a:pt x="220" y="58"/>
                      </a:cubicBezTo>
                      <a:cubicBezTo>
                        <a:pt x="220" y="57"/>
                        <a:pt x="220" y="57"/>
                        <a:pt x="220" y="57"/>
                      </a:cubicBezTo>
                      <a:cubicBezTo>
                        <a:pt x="220" y="57"/>
                        <a:pt x="220" y="57"/>
                        <a:pt x="220" y="57"/>
                      </a:cubicBezTo>
                      <a:cubicBezTo>
                        <a:pt x="220" y="57"/>
                        <a:pt x="220" y="57"/>
                        <a:pt x="220" y="57"/>
                      </a:cubicBezTo>
                      <a:close/>
                      <a:moveTo>
                        <a:pt x="216" y="88"/>
                      </a:moveTo>
                      <a:cubicBezTo>
                        <a:pt x="216" y="88"/>
                        <a:pt x="216" y="88"/>
                        <a:pt x="216" y="88"/>
                      </a:cubicBezTo>
                      <a:cubicBezTo>
                        <a:pt x="216" y="88"/>
                        <a:pt x="216" y="88"/>
                        <a:pt x="216" y="88"/>
                      </a:cubicBezTo>
                      <a:cubicBezTo>
                        <a:pt x="216" y="88"/>
                        <a:pt x="216" y="88"/>
                        <a:pt x="216" y="89"/>
                      </a:cubicBezTo>
                      <a:cubicBezTo>
                        <a:pt x="216" y="89"/>
                        <a:pt x="216" y="89"/>
                        <a:pt x="216" y="89"/>
                      </a:cubicBezTo>
                      <a:cubicBezTo>
                        <a:pt x="216" y="89"/>
                        <a:pt x="216" y="89"/>
                        <a:pt x="216" y="89"/>
                      </a:cubicBezTo>
                      <a:cubicBezTo>
                        <a:pt x="216" y="89"/>
                        <a:pt x="216" y="89"/>
                        <a:pt x="216" y="88"/>
                      </a:cubicBezTo>
                      <a:cubicBezTo>
                        <a:pt x="216" y="88"/>
                        <a:pt x="216" y="88"/>
                        <a:pt x="217" y="88"/>
                      </a:cubicBezTo>
                      <a:cubicBezTo>
                        <a:pt x="217" y="88"/>
                        <a:pt x="217" y="88"/>
                        <a:pt x="217" y="88"/>
                      </a:cubicBezTo>
                      <a:cubicBezTo>
                        <a:pt x="217" y="88"/>
                        <a:pt x="217" y="88"/>
                        <a:pt x="217" y="88"/>
                      </a:cubicBezTo>
                      <a:cubicBezTo>
                        <a:pt x="217" y="88"/>
                        <a:pt x="217" y="88"/>
                        <a:pt x="216" y="88"/>
                      </a:cubicBezTo>
                      <a:close/>
                      <a:moveTo>
                        <a:pt x="265" y="82"/>
                      </a:moveTo>
                      <a:cubicBezTo>
                        <a:pt x="265" y="82"/>
                        <a:pt x="265" y="82"/>
                        <a:pt x="265" y="82"/>
                      </a:cubicBezTo>
                      <a:cubicBezTo>
                        <a:pt x="265" y="82"/>
                        <a:pt x="265" y="82"/>
                        <a:pt x="265" y="82"/>
                      </a:cubicBezTo>
                      <a:cubicBezTo>
                        <a:pt x="265" y="82"/>
                        <a:pt x="265" y="82"/>
                        <a:pt x="265" y="82"/>
                      </a:cubicBezTo>
                      <a:cubicBezTo>
                        <a:pt x="265" y="82"/>
                        <a:pt x="265" y="82"/>
                        <a:pt x="265" y="82"/>
                      </a:cubicBezTo>
                      <a:cubicBezTo>
                        <a:pt x="265" y="82"/>
                        <a:pt x="265" y="82"/>
                        <a:pt x="265" y="82"/>
                      </a:cubicBezTo>
                      <a:cubicBezTo>
                        <a:pt x="265" y="83"/>
                        <a:pt x="264" y="83"/>
                        <a:pt x="264" y="83"/>
                      </a:cubicBezTo>
                      <a:cubicBezTo>
                        <a:pt x="264" y="83"/>
                        <a:pt x="264" y="83"/>
                        <a:pt x="264" y="83"/>
                      </a:cubicBezTo>
                      <a:cubicBezTo>
                        <a:pt x="264" y="83"/>
                        <a:pt x="264" y="83"/>
                        <a:pt x="265" y="83"/>
                      </a:cubicBezTo>
                      <a:cubicBezTo>
                        <a:pt x="265" y="83"/>
                        <a:pt x="265" y="83"/>
                        <a:pt x="265" y="83"/>
                      </a:cubicBezTo>
                      <a:cubicBezTo>
                        <a:pt x="265" y="83"/>
                        <a:pt x="265" y="83"/>
                        <a:pt x="265" y="83"/>
                      </a:cubicBezTo>
                      <a:cubicBezTo>
                        <a:pt x="265" y="83"/>
                        <a:pt x="265" y="83"/>
                        <a:pt x="265" y="83"/>
                      </a:cubicBezTo>
                      <a:cubicBezTo>
                        <a:pt x="265" y="83"/>
                        <a:pt x="265" y="83"/>
                        <a:pt x="265" y="83"/>
                      </a:cubicBezTo>
                      <a:cubicBezTo>
                        <a:pt x="265" y="83"/>
                        <a:pt x="265" y="83"/>
                        <a:pt x="265" y="83"/>
                      </a:cubicBezTo>
                      <a:cubicBezTo>
                        <a:pt x="265" y="83"/>
                        <a:pt x="265" y="83"/>
                        <a:pt x="265" y="83"/>
                      </a:cubicBezTo>
                      <a:cubicBezTo>
                        <a:pt x="265" y="82"/>
                        <a:pt x="265" y="82"/>
                        <a:pt x="265" y="82"/>
                      </a:cubicBezTo>
                      <a:cubicBezTo>
                        <a:pt x="265" y="82"/>
                        <a:pt x="265" y="82"/>
                        <a:pt x="265" y="82"/>
                      </a:cubicBezTo>
                      <a:cubicBezTo>
                        <a:pt x="265" y="82"/>
                        <a:pt x="265" y="82"/>
                        <a:pt x="265" y="82"/>
                      </a:cubicBezTo>
                      <a:cubicBezTo>
                        <a:pt x="265" y="82"/>
                        <a:pt x="265" y="82"/>
                        <a:pt x="265" y="82"/>
                      </a:cubicBezTo>
                      <a:close/>
                      <a:moveTo>
                        <a:pt x="265" y="81"/>
                      </a:moveTo>
                      <a:cubicBezTo>
                        <a:pt x="265" y="81"/>
                        <a:pt x="265" y="81"/>
                        <a:pt x="265" y="81"/>
                      </a:cubicBezTo>
                      <a:cubicBezTo>
                        <a:pt x="265" y="81"/>
                        <a:pt x="265" y="81"/>
                        <a:pt x="265" y="81"/>
                      </a:cubicBezTo>
                      <a:cubicBezTo>
                        <a:pt x="265" y="81"/>
                        <a:pt x="264" y="81"/>
                        <a:pt x="265" y="81"/>
                      </a:cubicBezTo>
                      <a:cubicBezTo>
                        <a:pt x="265" y="81"/>
                        <a:pt x="265" y="81"/>
                        <a:pt x="265" y="81"/>
                      </a:cubicBezTo>
                      <a:cubicBezTo>
                        <a:pt x="265" y="81"/>
                        <a:pt x="265" y="81"/>
                        <a:pt x="265" y="81"/>
                      </a:cubicBezTo>
                      <a:cubicBezTo>
                        <a:pt x="265" y="82"/>
                        <a:pt x="265" y="82"/>
                        <a:pt x="265" y="82"/>
                      </a:cubicBezTo>
                      <a:cubicBezTo>
                        <a:pt x="265" y="82"/>
                        <a:pt x="265" y="82"/>
                        <a:pt x="265" y="82"/>
                      </a:cubicBezTo>
                      <a:cubicBezTo>
                        <a:pt x="265" y="82"/>
                        <a:pt x="265" y="82"/>
                        <a:pt x="265" y="82"/>
                      </a:cubicBezTo>
                      <a:cubicBezTo>
                        <a:pt x="265" y="82"/>
                        <a:pt x="265" y="82"/>
                        <a:pt x="265" y="82"/>
                      </a:cubicBezTo>
                      <a:cubicBezTo>
                        <a:pt x="265" y="81"/>
                        <a:pt x="265" y="81"/>
                        <a:pt x="265" y="81"/>
                      </a:cubicBezTo>
                      <a:cubicBezTo>
                        <a:pt x="265" y="81"/>
                        <a:pt x="265" y="81"/>
                        <a:pt x="265" y="81"/>
                      </a:cubicBezTo>
                      <a:cubicBezTo>
                        <a:pt x="265" y="81"/>
                        <a:pt x="265" y="81"/>
                        <a:pt x="265" y="81"/>
                      </a:cubicBezTo>
                      <a:cubicBezTo>
                        <a:pt x="265" y="81"/>
                        <a:pt x="265" y="81"/>
                        <a:pt x="265" y="81"/>
                      </a:cubicBezTo>
                      <a:close/>
                      <a:moveTo>
                        <a:pt x="255" y="73"/>
                      </a:moveTo>
                      <a:cubicBezTo>
                        <a:pt x="254" y="73"/>
                        <a:pt x="254" y="73"/>
                        <a:pt x="254" y="73"/>
                      </a:cubicBezTo>
                      <a:cubicBezTo>
                        <a:pt x="254" y="73"/>
                        <a:pt x="254" y="73"/>
                        <a:pt x="254" y="73"/>
                      </a:cubicBezTo>
                      <a:cubicBezTo>
                        <a:pt x="254" y="73"/>
                        <a:pt x="254" y="74"/>
                        <a:pt x="254" y="74"/>
                      </a:cubicBezTo>
                      <a:cubicBezTo>
                        <a:pt x="254" y="74"/>
                        <a:pt x="254" y="74"/>
                        <a:pt x="254" y="75"/>
                      </a:cubicBezTo>
                      <a:cubicBezTo>
                        <a:pt x="254" y="75"/>
                        <a:pt x="254" y="75"/>
                        <a:pt x="254" y="75"/>
                      </a:cubicBezTo>
                      <a:cubicBezTo>
                        <a:pt x="254" y="75"/>
                        <a:pt x="253" y="75"/>
                        <a:pt x="253" y="76"/>
                      </a:cubicBezTo>
                      <a:cubicBezTo>
                        <a:pt x="253" y="76"/>
                        <a:pt x="253" y="76"/>
                        <a:pt x="253" y="76"/>
                      </a:cubicBezTo>
                      <a:cubicBezTo>
                        <a:pt x="253" y="76"/>
                        <a:pt x="253" y="76"/>
                        <a:pt x="253" y="77"/>
                      </a:cubicBezTo>
                      <a:cubicBezTo>
                        <a:pt x="253" y="77"/>
                        <a:pt x="253" y="77"/>
                        <a:pt x="253" y="77"/>
                      </a:cubicBezTo>
                      <a:cubicBezTo>
                        <a:pt x="253" y="77"/>
                        <a:pt x="253" y="77"/>
                        <a:pt x="253" y="77"/>
                      </a:cubicBezTo>
                      <a:cubicBezTo>
                        <a:pt x="253" y="77"/>
                        <a:pt x="253" y="77"/>
                        <a:pt x="253" y="78"/>
                      </a:cubicBezTo>
                      <a:cubicBezTo>
                        <a:pt x="252" y="78"/>
                        <a:pt x="252" y="78"/>
                        <a:pt x="252" y="78"/>
                      </a:cubicBezTo>
                      <a:cubicBezTo>
                        <a:pt x="253" y="78"/>
                        <a:pt x="253" y="78"/>
                        <a:pt x="253" y="77"/>
                      </a:cubicBezTo>
                      <a:cubicBezTo>
                        <a:pt x="253" y="77"/>
                        <a:pt x="253" y="77"/>
                        <a:pt x="253" y="77"/>
                      </a:cubicBezTo>
                      <a:cubicBezTo>
                        <a:pt x="253" y="77"/>
                        <a:pt x="253" y="77"/>
                        <a:pt x="253" y="77"/>
                      </a:cubicBezTo>
                      <a:cubicBezTo>
                        <a:pt x="253" y="77"/>
                        <a:pt x="253" y="77"/>
                        <a:pt x="253" y="77"/>
                      </a:cubicBezTo>
                      <a:cubicBezTo>
                        <a:pt x="253" y="77"/>
                        <a:pt x="253" y="77"/>
                        <a:pt x="253" y="77"/>
                      </a:cubicBezTo>
                      <a:cubicBezTo>
                        <a:pt x="253" y="76"/>
                        <a:pt x="253" y="76"/>
                        <a:pt x="253" y="76"/>
                      </a:cubicBezTo>
                      <a:cubicBezTo>
                        <a:pt x="254" y="76"/>
                        <a:pt x="254" y="76"/>
                        <a:pt x="254" y="76"/>
                      </a:cubicBezTo>
                      <a:cubicBezTo>
                        <a:pt x="254" y="75"/>
                        <a:pt x="254" y="75"/>
                        <a:pt x="254" y="75"/>
                      </a:cubicBezTo>
                      <a:cubicBezTo>
                        <a:pt x="254" y="75"/>
                        <a:pt x="254" y="74"/>
                        <a:pt x="255" y="74"/>
                      </a:cubicBezTo>
                      <a:cubicBezTo>
                        <a:pt x="255" y="74"/>
                        <a:pt x="255" y="74"/>
                        <a:pt x="255" y="73"/>
                      </a:cubicBezTo>
                      <a:cubicBezTo>
                        <a:pt x="255" y="73"/>
                        <a:pt x="255" y="73"/>
                        <a:pt x="255" y="73"/>
                      </a:cubicBezTo>
                      <a:cubicBezTo>
                        <a:pt x="255" y="73"/>
                        <a:pt x="255" y="73"/>
                        <a:pt x="255" y="73"/>
                      </a:cubicBezTo>
                      <a:close/>
                      <a:moveTo>
                        <a:pt x="265" y="78"/>
                      </a:moveTo>
                      <a:cubicBezTo>
                        <a:pt x="265" y="78"/>
                        <a:pt x="265" y="78"/>
                        <a:pt x="264" y="77"/>
                      </a:cubicBezTo>
                      <a:cubicBezTo>
                        <a:pt x="265" y="77"/>
                        <a:pt x="265" y="77"/>
                        <a:pt x="265" y="77"/>
                      </a:cubicBezTo>
                      <a:cubicBezTo>
                        <a:pt x="265" y="77"/>
                        <a:pt x="265" y="78"/>
                        <a:pt x="265" y="78"/>
                      </a:cubicBezTo>
                      <a:cubicBezTo>
                        <a:pt x="265" y="78"/>
                        <a:pt x="265" y="77"/>
                        <a:pt x="265" y="77"/>
                      </a:cubicBezTo>
                      <a:cubicBezTo>
                        <a:pt x="265" y="77"/>
                        <a:pt x="265" y="77"/>
                        <a:pt x="265" y="77"/>
                      </a:cubicBezTo>
                      <a:cubicBezTo>
                        <a:pt x="265" y="77"/>
                        <a:pt x="265" y="77"/>
                        <a:pt x="265" y="77"/>
                      </a:cubicBezTo>
                      <a:cubicBezTo>
                        <a:pt x="265" y="77"/>
                        <a:pt x="265" y="77"/>
                        <a:pt x="265" y="77"/>
                      </a:cubicBezTo>
                      <a:cubicBezTo>
                        <a:pt x="265" y="77"/>
                        <a:pt x="265" y="77"/>
                        <a:pt x="265" y="77"/>
                      </a:cubicBezTo>
                      <a:cubicBezTo>
                        <a:pt x="265" y="77"/>
                        <a:pt x="265" y="77"/>
                        <a:pt x="265" y="76"/>
                      </a:cubicBezTo>
                      <a:cubicBezTo>
                        <a:pt x="265" y="76"/>
                        <a:pt x="265" y="76"/>
                        <a:pt x="265" y="76"/>
                      </a:cubicBezTo>
                      <a:cubicBezTo>
                        <a:pt x="265" y="76"/>
                        <a:pt x="265" y="76"/>
                        <a:pt x="265" y="76"/>
                      </a:cubicBezTo>
                      <a:cubicBezTo>
                        <a:pt x="265" y="76"/>
                        <a:pt x="265" y="76"/>
                        <a:pt x="265" y="76"/>
                      </a:cubicBezTo>
                      <a:cubicBezTo>
                        <a:pt x="265" y="76"/>
                        <a:pt x="265" y="76"/>
                        <a:pt x="265" y="75"/>
                      </a:cubicBezTo>
                      <a:cubicBezTo>
                        <a:pt x="265" y="75"/>
                        <a:pt x="265" y="75"/>
                        <a:pt x="265" y="75"/>
                      </a:cubicBezTo>
                      <a:cubicBezTo>
                        <a:pt x="265" y="75"/>
                        <a:pt x="265" y="75"/>
                        <a:pt x="265" y="75"/>
                      </a:cubicBezTo>
                      <a:cubicBezTo>
                        <a:pt x="265" y="75"/>
                        <a:pt x="265" y="75"/>
                        <a:pt x="265" y="75"/>
                      </a:cubicBezTo>
                      <a:cubicBezTo>
                        <a:pt x="265" y="75"/>
                        <a:pt x="265" y="75"/>
                        <a:pt x="265" y="75"/>
                      </a:cubicBezTo>
                      <a:cubicBezTo>
                        <a:pt x="265" y="75"/>
                        <a:pt x="265" y="75"/>
                        <a:pt x="265" y="75"/>
                      </a:cubicBezTo>
                      <a:cubicBezTo>
                        <a:pt x="265" y="75"/>
                        <a:pt x="265" y="75"/>
                        <a:pt x="265" y="75"/>
                      </a:cubicBezTo>
                      <a:cubicBezTo>
                        <a:pt x="265" y="75"/>
                        <a:pt x="265" y="75"/>
                        <a:pt x="265" y="75"/>
                      </a:cubicBezTo>
                      <a:cubicBezTo>
                        <a:pt x="265" y="74"/>
                        <a:pt x="264" y="74"/>
                        <a:pt x="264" y="74"/>
                      </a:cubicBezTo>
                      <a:cubicBezTo>
                        <a:pt x="264" y="74"/>
                        <a:pt x="264" y="74"/>
                        <a:pt x="264" y="74"/>
                      </a:cubicBezTo>
                      <a:cubicBezTo>
                        <a:pt x="264" y="74"/>
                        <a:pt x="263" y="74"/>
                        <a:pt x="263" y="74"/>
                      </a:cubicBezTo>
                      <a:cubicBezTo>
                        <a:pt x="264" y="74"/>
                        <a:pt x="263" y="74"/>
                        <a:pt x="263" y="74"/>
                      </a:cubicBezTo>
                      <a:cubicBezTo>
                        <a:pt x="263" y="75"/>
                        <a:pt x="264" y="74"/>
                        <a:pt x="264" y="75"/>
                      </a:cubicBezTo>
                      <a:cubicBezTo>
                        <a:pt x="264" y="75"/>
                        <a:pt x="264" y="75"/>
                        <a:pt x="264" y="75"/>
                      </a:cubicBezTo>
                      <a:cubicBezTo>
                        <a:pt x="263" y="75"/>
                        <a:pt x="263" y="75"/>
                        <a:pt x="263" y="75"/>
                      </a:cubicBezTo>
                      <a:cubicBezTo>
                        <a:pt x="263" y="75"/>
                        <a:pt x="263" y="75"/>
                        <a:pt x="263" y="75"/>
                      </a:cubicBezTo>
                      <a:cubicBezTo>
                        <a:pt x="263" y="75"/>
                        <a:pt x="263" y="75"/>
                        <a:pt x="263" y="75"/>
                      </a:cubicBezTo>
                      <a:cubicBezTo>
                        <a:pt x="263" y="75"/>
                        <a:pt x="263" y="75"/>
                        <a:pt x="263" y="75"/>
                      </a:cubicBezTo>
                      <a:cubicBezTo>
                        <a:pt x="263" y="75"/>
                        <a:pt x="263" y="75"/>
                        <a:pt x="263" y="75"/>
                      </a:cubicBezTo>
                      <a:cubicBezTo>
                        <a:pt x="263" y="75"/>
                        <a:pt x="263" y="75"/>
                        <a:pt x="263" y="76"/>
                      </a:cubicBezTo>
                      <a:cubicBezTo>
                        <a:pt x="263" y="76"/>
                        <a:pt x="263" y="76"/>
                        <a:pt x="263" y="76"/>
                      </a:cubicBezTo>
                      <a:cubicBezTo>
                        <a:pt x="263" y="76"/>
                        <a:pt x="263" y="76"/>
                        <a:pt x="263" y="76"/>
                      </a:cubicBezTo>
                      <a:cubicBezTo>
                        <a:pt x="262" y="76"/>
                        <a:pt x="262" y="76"/>
                        <a:pt x="262" y="76"/>
                      </a:cubicBezTo>
                      <a:cubicBezTo>
                        <a:pt x="262" y="76"/>
                        <a:pt x="262" y="76"/>
                        <a:pt x="262" y="76"/>
                      </a:cubicBezTo>
                      <a:cubicBezTo>
                        <a:pt x="262" y="76"/>
                        <a:pt x="262" y="76"/>
                        <a:pt x="262" y="76"/>
                      </a:cubicBezTo>
                      <a:cubicBezTo>
                        <a:pt x="262" y="76"/>
                        <a:pt x="262" y="76"/>
                        <a:pt x="262" y="76"/>
                      </a:cubicBezTo>
                      <a:cubicBezTo>
                        <a:pt x="262" y="76"/>
                        <a:pt x="262" y="76"/>
                        <a:pt x="262" y="76"/>
                      </a:cubicBezTo>
                      <a:cubicBezTo>
                        <a:pt x="262" y="76"/>
                        <a:pt x="263" y="76"/>
                        <a:pt x="263" y="76"/>
                      </a:cubicBezTo>
                      <a:cubicBezTo>
                        <a:pt x="263" y="76"/>
                        <a:pt x="263" y="76"/>
                        <a:pt x="263" y="76"/>
                      </a:cubicBezTo>
                      <a:cubicBezTo>
                        <a:pt x="263" y="76"/>
                        <a:pt x="263" y="76"/>
                        <a:pt x="263" y="76"/>
                      </a:cubicBezTo>
                      <a:cubicBezTo>
                        <a:pt x="263" y="77"/>
                        <a:pt x="263" y="77"/>
                        <a:pt x="263" y="77"/>
                      </a:cubicBezTo>
                      <a:cubicBezTo>
                        <a:pt x="263" y="77"/>
                        <a:pt x="263" y="77"/>
                        <a:pt x="262" y="77"/>
                      </a:cubicBezTo>
                      <a:cubicBezTo>
                        <a:pt x="262" y="77"/>
                        <a:pt x="262" y="77"/>
                        <a:pt x="262" y="77"/>
                      </a:cubicBezTo>
                      <a:cubicBezTo>
                        <a:pt x="262" y="77"/>
                        <a:pt x="262" y="77"/>
                        <a:pt x="262" y="77"/>
                      </a:cubicBezTo>
                      <a:cubicBezTo>
                        <a:pt x="262" y="77"/>
                        <a:pt x="262" y="77"/>
                        <a:pt x="262" y="77"/>
                      </a:cubicBezTo>
                      <a:cubicBezTo>
                        <a:pt x="262" y="77"/>
                        <a:pt x="262" y="78"/>
                        <a:pt x="262" y="78"/>
                      </a:cubicBezTo>
                      <a:cubicBezTo>
                        <a:pt x="262" y="78"/>
                        <a:pt x="262" y="78"/>
                        <a:pt x="262" y="78"/>
                      </a:cubicBezTo>
                      <a:cubicBezTo>
                        <a:pt x="262" y="78"/>
                        <a:pt x="262" y="78"/>
                        <a:pt x="262" y="78"/>
                      </a:cubicBezTo>
                      <a:cubicBezTo>
                        <a:pt x="262" y="78"/>
                        <a:pt x="262" y="79"/>
                        <a:pt x="262" y="79"/>
                      </a:cubicBezTo>
                      <a:cubicBezTo>
                        <a:pt x="262" y="79"/>
                        <a:pt x="262" y="79"/>
                        <a:pt x="262" y="79"/>
                      </a:cubicBezTo>
                      <a:cubicBezTo>
                        <a:pt x="262" y="79"/>
                        <a:pt x="262" y="78"/>
                        <a:pt x="262" y="78"/>
                      </a:cubicBezTo>
                      <a:cubicBezTo>
                        <a:pt x="262" y="78"/>
                        <a:pt x="262" y="78"/>
                        <a:pt x="262" y="78"/>
                      </a:cubicBezTo>
                      <a:cubicBezTo>
                        <a:pt x="262" y="78"/>
                        <a:pt x="262" y="78"/>
                        <a:pt x="262" y="78"/>
                      </a:cubicBezTo>
                      <a:cubicBezTo>
                        <a:pt x="262" y="78"/>
                        <a:pt x="261" y="78"/>
                        <a:pt x="261" y="78"/>
                      </a:cubicBezTo>
                      <a:cubicBezTo>
                        <a:pt x="261" y="78"/>
                        <a:pt x="261" y="78"/>
                        <a:pt x="261" y="78"/>
                      </a:cubicBezTo>
                      <a:cubicBezTo>
                        <a:pt x="261" y="78"/>
                        <a:pt x="261" y="78"/>
                        <a:pt x="261" y="79"/>
                      </a:cubicBezTo>
                      <a:cubicBezTo>
                        <a:pt x="261" y="79"/>
                        <a:pt x="261" y="79"/>
                        <a:pt x="261" y="79"/>
                      </a:cubicBezTo>
                      <a:cubicBezTo>
                        <a:pt x="261" y="79"/>
                        <a:pt x="261" y="79"/>
                        <a:pt x="261" y="79"/>
                      </a:cubicBezTo>
                      <a:cubicBezTo>
                        <a:pt x="261" y="79"/>
                        <a:pt x="262" y="79"/>
                        <a:pt x="262" y="79"/>
                      </a:cubicBezTo>
                      <a:cubicBezTo>
                        <a:pt x="262" y="79"/>
                        <a:pt x="262" y="79"/>
                        <a:pt x="262" y="79"/>
                      </a:cubicBezTo>
                      <a:cubicBezTo>
                        <a:pt x="262" y="79"/>
                        <a:pt x="262" y="79"/>
                        <a:pt x="262" y="80"/>
                      </a:cubicBezTo>
                      <a:cubicBezTo>
                        <a:pt x="262" y="80"/>
                        <a:pt x="262" y="80"/>
                        <a:pt x="262" y="80"/>
                      </a:cubicBezTo>
                      <a:cubicBezTo>
                        <a:pt x="263" y="80"/>
                        <a:pt x="263" y="80"/>
                        <a:pt x="263" y="80"/>
                      </a:cubicBezTo>
                      <a:cubicBezTo>
                        <a:pt x="263" y="80"/>
                        <a:pt x="263" y="80"/>
                        <a:pt x="263" y="80"/>
                      </a:cubicBezTo>
                      <a:cubicBezTo>
                        <a:pt x="263" y="80"/>
                        <a:pt x="263" y="80"/>
                        <a:pt x="263" y="80"/>
                      </a:cubicBezTo>
                      <a:cubicBezTo>
                        <a:pt x="263" y="80"/>
                        <a:pt x="263" y="80"/>
                        <a:pt x="263" y="80"/>
                      </a:cubicBezTo>
                      <a:cubicBezTo>
                        <a:pt x="263" y="80"/>
                        <a:pt x="263" y="80"/>
                        <a:pt x="263" y="80"/>
                      </a:cubicBezTo>
                      <a:cubicBezTo>
                        <a:pt x="263" y="80"/>
                        <a:pt x="263" y="81"/>
                        <a:pt x="262" y="80"/>
                      </a:cubicBezTo>
                      <a:cubicBezTo>
                        <a:pt x="262" y="80"/>
                        <a:pt x="262" y="80"/>
                        <a:pt x="262" y="80"/>
                      </a:cubicBezTo>
                      <a:cubicBezTo>
                        <a:pt x="262" y="80"/>
                        <a:pt x="262" y="80"/>
                        <a:pt x="262" y="80"/>
                      </a:cubicBezTo>
                      <a:cubicBezTo>
                        <a:pt x="262" y="80"/>
                        <a:pt x="262" y="80"/>
                        <a:pt x="262" y="79"/>
                      </a:cubicBezTo>
                      <a:cubicBezTo>
                        <a:pt x="262" y="79"/>
                        <a:pt x="262" y="79"/>
                        <a:pt x="262" y="79"/>
                      </a:cubicBezTo>
                      <a:cubicBezTo>
                        <a:pt x="261" y="79"/>
                        <a:pt x="261" y="79"/>
                        <a:pt x="261" y="79"/>
                      </a:cubicBezTo>
                      <a:cubicBezTo>
                        <a:pt x="261" y="79"/>
                        <a:pt x="261" y="79"/>
                        <a:pt x="261" y="79"/>
                      </a:cubicBezTo>
                      <a:cubicBezTo>
                        <a:pt x="261" y="79"/>
                        <a:pt x="261" y="79"/>
                        <a:pt x="261" y="79"/>
                      </a:cubicBezTo>
                      <a:cubicBezTo>
                        <a:pt x="261" y="79"/>
                        <a:pt x="261" y="80"/>
                        <a:pt x="261" y="80"/>
                      </a:cubicBezTo>
                      <a:cubicBezTo>
                        <a:pt x="261" y="80"/>
                        <a:pt x="261" y="80"/>
                        <a:pt x="261" y="80"/>
                      </a:cubicBezTo>
                      <a:cubicBezTo>
                        <a:pt x="261" y="80"/>
                        <a:pt x="261" y="81"/>
                        <a:pt x="261" y="81"/>
                      </a:cubicBezTo>
                      <a:cubicBezTo>
                        <a:pt x="261" y="81"/>
                        <a:pt x="261" y="81"/>
                        <a:pt x="261" y="81"/>
                      </a:cubicBezTo>
                      <a:cubicBezTo>
                        <a:pt x="261" y="81"/>
                        <a:pt x="261" y="81"/>
                        <a:pt x="261" y="81"/>
                      </a:cubicBezTo>
                      <a:cubicBezTo>
                        <a:pt x="261" y="81"/>
                        <a:pt x="261" y="81"/>
                        <a:pt x="262" y="81"/>
                      </a:cubicBezTo>
                      <a:cubicBezTo>
                        <a:pt x="262" y="81"/>
                        <a:pt x="262" y="81"/>
                        <a:pt x="262" y="81"/>
                      </a:cubicBezTo>
                      <a:cubicBezTo>
                        <a:pt x="262" y="81"/>
                        <a:pt x="262" y="82"/>
                        <a:pt x="262" y="81"/>
                      </a:cubicBezTo>
                      <a:cubicBezTo>
                        <a:pt x="261" y="81"/>
                        <a:pt x="261" y="81"/>
                        <a:pt x="261" y="81"/>
                      </a:cubicBezTo>
                      <a:cubicBezTo>
                        <a:pt x="261" y="81"/>
                        <a:pt x="261" y="81"/>
                        <a:pt x="261" y="81"/>
                      </a:cubicBezTo>
                      <a:cubicBezTo>
                        <a:pt x="261" y="81"/>
                        <a:pt x="261" y="81"/>
                        <a:pt x="261" y="81"/>
                      </a:cubicBezTo>
                      <a:cubicBezTo>
                        <a:pt x="261" y="81"/>
                        <a:pt x="261" y="81"/>
                        <a:pt x="261" y="81"/>
                      </a:cubicBezTo>
                      <a:cubicBezTo>
                        <a:pt x="261" y="82"/>
                        <a:pt x="261" y="82"/>
                        <a:pt x="261" y="82"/>
                      </a:cubicBezTo>
                      <a:cubicBezTo>
                        <a:pt x="261" y="82"/>
                        <a:pt x="261" y="83"/>
                        <a:pt x="261" y="83"/>
                      </a:cubicBezTo>
                      <a:cubicBezTo>
                        <a:pt x="261" y="83"/>
                        <a:pt x="261" y="83"/>
                        <a:pt x="261" y="83"/>
                      </a:cubicBezTo>
                      <a:cubicBezTo>
                        <a:pt x="261" y="83"/>
                        <a:pt x="261" y="83"/>
                        <a:pt x="261" y="84"/>
                      </a:cubicBezTo>
                      <a:cubicBezTo>
                        <a:pt x="261" y="84"/>
                        <a:pt x="261" y="84"/>
                        <a:pt x="261" y="84"/>
                      </a:cubicBezTo>
                      <a:cubicBezTo>
                        <a:pt x="261" y="84"/>
                        <a:pt x="261" y="84"/>
                        <a:pt x="262" y="84"/>
                      </a:cubicBezTo>
                      <a:cubicBezTo>
                        <a:pt x="262" y="84"/>
                        <a:pt x="262" y="84"/>
                        <a:pt x="262" y="84"/>
                      </a:cubicBezTo>
                      <a:cubicBezTo>
                        <a:pt x="262" y="84"/>
                        <a:pt x="262" y="84"/>
                        <a:pt x="262" y="84"/>
                      </a:cubicBezTo>
                      <a:cubicBezTo>
                        <a:pt x="263" y="83"/>
                        <a:pt x="263" y="83"/>
                        <a:pt x="263" y="83"/>
                      </a:cubicBezTo>
                      <a:cubicBezTo>
                        <a:pt x="263" y="83"/>
                        <a:pt x="263" y="83"/>
                        <a:pt x="263" y="83"/>
                      </a:cubicBezTo>
                      <a:cubicBezTo>
                        <a:pt x="263" y="83"/>
                        <a:pt x="263" y="83"/>
                        <a:pt x="263" y="83"/>
                      </a:cubicBezTo>
                      <a:cubicBezTo>
                        <a:pt x="263" y="83"/>
                        <a:pt x="263" y="83"/>
                        <a:pt x="263" y="83"/>
                      </a:cubicBezTo>
                      <a:cubicBezTo>
                        <a:pt x="263" y="83"/>
                        <a:pt x="263" y="83"/>
                        <a:pt x="263" y="83"/>
                      </a:cubicBezTo>
                      <a:cubicBezTo>
                        <a:pt x="263" y="82"/>
                        <a:pt x="263" y="82"/>
                        <a:pt x="263" y="82"/>
                      </a:cubicBezTo>
                      <a:cubicBezTo>
                        <a:pt x="263" y="82"/>
                        <a:pt x="263" y="82"/>
                        <a:pt x="263" y="82"/>
                      </a:cubicBezTo>
                      <a:cubicBezTo>
                        <a:pt x="264" y="82"/>
                        <a:pt x="264" y="82"/>
                        <a:pt x="264" y="82"/>
                      </a:cubicBezTo>
                      <a:cubicBezTo>
                        <a:pt x="264" y="82"/>
                        <a:pt x="264" y="82"/>
                        <a:pt x="264" y="82"/>
                      </a:cubicBezTo>
                      <a:cubicBezTo>
                        <a:pt x="264" y="82"/>
                        <a:pt x="264" y="82"/>
                        <a:pt x="263" y="82"/>
                      </a:cubicBezTo>
                      <a:cubicBezTo>
                        <a:pt x="263" y="82"/>
                        <a:pt x="264" y="81"/>
                        <a:pt x="263" y="81"/>
                      </a:cubicBezTo>
                      <a:cubicBezTo>
                        <a:pt x="263" y="81"/>
                        <a:pt x="263" y="81"/>
                        <a:pt x="263" y="81"/>
                      </a:cubicBezTo>
                      <a:cubicBezTo>
                        <a:pt x="264" y="81"/>
                        <a:pt x="264" y="81"/>
                        <a:pt x="264" y="81"/>
                      </a:cubicBezTo>
                      <a:cubicBezTo>
                        <a:pt x="264" y="81"/>
                        <a:pt x="264" y="81"/>
                        <a:pt x="264" y="81"/>
                      </a:cubicBezTo>
                      <a:cubicBezTo>
                        <a:pt x="264" y="81"/>
                        <a:pt x="264" y="82"/>
                        <a:pt x="264" y="81"/>
                      </a:cubicBezTo>
                      <a:cubicBezTo>
                        <a:pt x="264" y="81"/>
                        <a:pt x="264" y="81"/>
                        <a:pt x="264" y="81"/>
                      </a:cubicBezTo>
                      <a:cubicBezTo>
                        <a:pt x="264" y="81"/>
                        <a:pt x="264" y="81"/>
                        <a:pt x="264" y="81"/>
                      </a:cubicBezTo>
                      <a:cubicBezTo>
                        <a:pt x="264" y="81"/>
                        <a:pt x="264" y="81"/>
                        <a:pt x="264" y="81"/>
                      </a:cubicBezTo>
                      <a:cubicBezTo>
                        <a:pt x="264" y="81"/>
                        <a:pt x="264" y="81"/>
                        <a:pt x="264" y="81"/>
                      </a:cubicBezTo>
                      <a:cubicBezTo>
                        <a:pt x="264" y="81"/>
                        <a:pt x="264" y="81"/>
                        <a:pt x="264" y="81"/>
                      </a:cubicBezTo>
                      <a:cubicBezTo>
                        <a:pt x="264" y="80"/>
                        <a:pt x="264" y="80"/>
                        <a:pt x="264" y="80"/>
                      </a:cubicBezTo>
                      <a:cubicBezTo>
                        <a:pt x="264" y="80"/>
                        <a:pt x="264" y="80"/>
                        <a:pt x="264" y="80"/>
                      </a:cubicBezTo>
                      <a:cubicBezTo>
                        <a:pt x="264" y="80"/>
                        <a:pt x="263" y="80"/>
                        <a:pt x="264" y="80"/>
                      </a:cubicBezTo>
                      <a:cubicBezTo>
                        <a:pt x="264" y="80"/>
                        <a:pt x="264" y="80"/>
                        <a:pt x="264" y="80"/>
                      </a:cubicBezTo>
                      <a:cubicBezTo>
                        <a:pt x="264" y="80"/>
                        <a:pt x="264" y="80"/>
                        <a:pt x="264" y="80"/>
                      </a:cubicBezTo>
                      <a:cubicBezTo>
                        <a:pt x="264" y="80"/>
                        <a:pt x="264" y="80"/>
                        <a:pt x="265" y="80"/>
                      </a:cubicBezTo>
                      <a:cubicBezTo>
                        <a:pt x="265" y="80"/>
                        <a:pt x="265" y="80"/>
                        <a:pt x="265" y="80"/>
                      </a:cubicBezTo>
                      <a:cubicBezTo>
                        <a:pt x="265" y="80"/>
                        <a:pt x="265" y="80"/>
                        <a:pt x="265" y="80"/>
                      </a:cubicBezTo>
                      <a:cubicBezTo>
                        <a:pt x="265" y="80"/>
                        <a:pt x="265" y="79"/>
                        <a:pt x="265" y="79"/>
                      </a:cubicBezTo>
                      <a:cubicBezTo>
                        <a:pt x="265" y="79"/>
                        <a:pt x="265" y="79"/>
                        <a:pt x="265" y="79"/>
                      </a:cubicBezTo>
                      <a:cubicBezTo>
                        <a:pt x="265" y="79"/>
                        <a:pt x="265" y="79"/>
                        <a:pt x="265" y="79"/>
                      </a:cubicBezTo>
                      <a:cubicBezTo>
                        <a:pt x="265" y="79"/>
                        <a:pt x="265" y="79"/>
                        <a:pt x="265" y="79"/>
                      </a:cubicBezTo>
                      <a:cubicBezTo>
                        <a:pt x="265" y="79"/>
                        <a:pt x="265" y="79"/>
                        <a:pt x="265" y="79"/>
                      </a:cubicBezTo>
                      <a:cubicBezTo>
                        <a:pt x="265" y="78"/>
                        <a:pt x="265" y="78"/>
                        <a:pt x="265" y="78"/>
                      </a:cubicBezTo>
                      <a:cubicBezTo>
                        <a:pt x="265" y="78"/>
                        <a:pt x="265" y="78"/>
                        <a:pt x="265" y="78"/>
                      </a:cubicBezTo>
                      <a:close/>
                      <a:moveTo>
                        <a:pt x="266" y="80"/>
                      </a:moveTo>
                      <a:cubicBezTo>
                        <a:pt x="266" y="80"/>
                        <a:pt x="266" y="80"/>
                        <a:pt x="266" y="80"/>
                      </a:cubicBezTo>
                      <a:cubicBezTo>
                        <a:pt x="266" y="80"/>
                        <a:pt x="266" y="80"/>
                        <a:pt x="266" y="80"/>
                      </a:cubicBezTo>
                      <a:cubicBezTo>
                        <a:pt x="266" y="80"/>
                        <a:pt x="266" y="80"/>
                        <a:pt x="266" y="80"/>
                      </a:cubicBezTo>
                      <a:cubicBezTo>
                        <a:pt x="266" y="80"/>
                        <a:pt x="266" y="80"/>
                        <a:pt x="266" y="80"/>
                      </a:cubicBezTo>
                      <a:cubicBezTo>
                        <a:pt x="266" y="80"/>
                        <a:pt x="266" y="81"/>
                        <a:pt x="266" y="81"/>
                      </a:cubicBezTo>
                      <a:cubicBezTo>
                        <a:pt x="266" y="81"/>
                        <a:pt x="266" y="81"/>
                        <a:pt x="266" y="81"/>
                      </a:cubicBezTo>
                      <a:cubicBezTo>
                        <a:pt x="266" y="81"/>
                        <a:pt x="266" y="81"/>
                        <a:pt x="266" y="81"/>
                      </a:cubicBezTo>
                      <a:cubicBezTo>
                        <a:pt x="266" y="81"/>
                        <a:pt x="266" y="81"/>
                        <a:pt x="266" y="81"/>
                      </a:cubicBezTo>
                      <a:cubicBezTo>
                        <a:pt x="266" y="81"/>
                        <a:pt x="266" y="81"/>
                        <a:pt x="266" y="81"/>
                      </a:cubicBezTo>
                      <a:cubicBezTo>
                        <a:pt x="266" y="81"/>
                        <a:pt x="266" y="81"/>
                        <a:pt x="266" y="81"/>
                      </a:cubicBezTo>
                      <a:cubicBezTo>
                        <a:pt x="266" y="81"/>
                        <a:pt x="266" y="80"/>
                        <a:pt x="266" y="80"/>
                      </a:cubicBezTo>
                      <a:cubicBezTo>
                        <a:pt x="266" y="80"/>
                        <a:pt x="266" y="80"/>
                        <a:pt x="266" y="80"/>
                      </a:cubicBezTo>
                      <a:cubicBezTo>
                        <a:pt x="266" y="80"/>
                        <a:pt x="266" y="80"/>
                        <a:pt x="266" y="80"/>
                      </a:cubicBezTo>
                      <a:cubicBezTo>
                        <a:pt x="266" y="80"/>
                        <a:pt x="266" y="80"/>
                        <a:pt x="266" y="80"/>
                      </a:cubicBezTo>
                      <a:cubicBezTo>
                        <a:pt x="266" y="80"/>
                        <a:pt x="266" y="80"/>
                        <a:pt x="266" y="80"/>
                      </a:cubicBezTo>
                      <a:close/>
                      <a:moveTo>
                        <a:pt x="239" y="63"/>
                      </a:moveTo>
                      <a:cubicBezTo>
                        <a:pt x="239" y="63"/>
                        <a:pt x="239" y="63"/>
                        <a:pt x="239" y="63"/>
                      </a:cubicBezTo>
                      <a:cubicBezTo>
                        <a:pt x="239" y="63"/>
                        <a:pt x="239" y="63"/>
                        <a:pt x="239" y="63"/>
                      </a:cubicBezTo>
                      <a:cubicBezTo>
                        <a:pt x="239" y="63"/>
                        <a:pt x="239" y="63"/>
                        <a:pt x="239" y="63"/>
                      </a:cubicBezTo>
                      <a:cubicBezTo>
                        <a:pt x="239" y="63"/>
                        <a:pt x="239" y="63"/>
                        <a:pt x="239" y="62"/>
                      </a:cubicBezTo>
                      <a:cubicBezTo>
                        <a:pt x="239" y="62"/>
                        <a:pt x="239" y="62"/>
                        <a:pt x="239" y="62"/>
                      </a:cubicBezTo>
                      <a:cubicBezTo>
                        <a:pt x="239" y="62"/>
                        <a:pt x="239" y="62"/>
                        <a:pt x="239" y="62"/>
                      </a:cubicBezTo>
                      <a:cubicBezTo>
                        <a:pt x="239" y="62"/>
                        <a:pt x="239" y="62"/>
                        <a:pt x="239" y="62"/>
                      </a:cubicBezTo>
                      <a:cubicBezTo>
                        <a:pt x="239" y="62"/>
                        <a:pt x="239" y="62"/>
                        <a:pt x="239" y="62"/>
                      </a:cubicBezTo>
                      <a:cubicBezTo>
                        <a:pt x="239" y="61"/>
                        <a:pt x="239" y="61"/>
                        <a:pt x="239" y="61"/>
                      </a:cubicBezTo>
                      <a:cubicBezTo>
                        <a:pt x="239" y="61"/>
                        <a:pt x="239" y="61"/>
                        <a:pt x="239" y="61"/>
                      </a:cubicBezTo>
                      <a:cubicBezTo>
                        <a:pt x="239" y="61"/>
                        <a:pt x="239" y="61"/>
                        <a:pt x="239" y="61"/>
                      </a:cubicBezTo>
                      <a:cubicBezTo>
                        <a:pt x="239" y="61"/>
                        <a:pt x="239" y="61"/>
                        <a:pt x="239" y="61"/>
                      </a:cubicBezTo>
                      <a:cubicBezTo>
                        <a:pt x="239" y="61"/>
                        <a:pt x="239" y="61"/>
                        <a:pt x="239" y="61"/>
                      </a:cubicBezTo>
                      <a:cubicBezTo>
                        <a:pt x="239" y="61"/>
                        <a:pt x="239" y="61"/>
                        <a:pt x="239" y="61"/>
                      </a:cubicBezTo>
                      <a:cubicBezTo>
                        <a:pt x="239" y="61"/>
                        <a:pt x="239" y="61"/>
                        <a:pt x="239" y="61"/>
                      </a:cubicBezTo>
                      <a:cubicBezTo>
                        <a:pt x="239" y="60"/>
                        <a:pt x="239" y="60"/>
                        <a:pt x="239" y="60"/>
                      </a:cubicBezTo>
                      <a:cubicBezTo>
                        <a:pt x="239" y="60"/>
                        <a:pt x="239" y="60"/>
                        <a:pt x="239" y="60"/>
                      </a:cubicBezTo>
                      <a:cubicBezTo>
                        <a:pt x="239" y="60"/>
                        <a:pt x="238" y="60"/>
                        <a:pt x="238" y="60"/>
                      </a:cubicBezTo>
                      <a:cubicBezTo>
                        <a:pt x="238" y="60"/>
                        <a:pt x="238" y="60"/>
                        <a:pt x="238" y="60"/>
                      </a:cubicBezTo>
                      <a:cubicBezTo>
                        <a:pt x="238" y="60"/>
                        <a:pt x="238" y="60"/>
                        <a:pt x="238" y="60"/>
                      </a:cubicBezTo>
                      <a:cubicBezTo>
                        <a:pt x="238" y="60"/>
                        <a:pt x="238" y="60"/>
                        <a:pt x="238" y="60"/>
                      </a:cubicBezTo>
                      <a:cubicBezTo>
                        <a:pt x="238" y="60"/>
                        <a:pt x="238" y="60"/>
                        <a:pt x="238" y="60"/>
                      </a:cubicBezTo>
                      <a:cubicBezTo>
                        <a:pt x="238" y="59"/>
                        <a:pt x="238" y="59"/>
                        <a:pt x="238" y="59"/>
                      </a:cubicBezTo>
                      <a:cubicBezTo>
                        <a:pt x="237" y="59"/>
                        <a:pt x="237" y="59"/>
                        <a:pt x="237" y="58"/>
                      </a:cubicBezTo>
                      <a:cubicBezTo>
                        <a:pt x="237" y="58"/>
                        <a:pt x="237" y="58"/>
                        <a:pt x="237" y="58"/>
                      </a:cubicBezTo>
                      <a:cubicBezTo>
                        <a:pt x="237" y="58"/>
                        <a:pt x="237" y="58"/>
                        <a:pt x="237" y="58"/>
                      </a:cubicBezTo>
                      <a:cubicBezTo>
                        <a:pt x="237" y="58"/>
                        <a:pt x="237" y="58"/>
                        <a:pt x="237" y="58"/>
                      </a:cubicBezTo>
                      <a:cubicBezTo>
                        <a:pt x="237" y="58"/>
                        <a:pt x="237" y="58"/>
                        <a:pt x="236" y="58"/>
                      </a:cubicBezTo>
                      <a:cubicBezTo>
                        <a:pt x="236" y="58"/>
                        <a:pt x="236" y="58"/>
                        <a:pt x="236" y="58"/>
                      </a:cubicBezTo>
                      <a:cubicBezTo>
                        <a:pt x="236" y="57"/>
                        <a:pt x="235" y="57"/>
                        <a:pt x="235" y="58"/>
                      </a:cubicBezTo>
                      <a:cubicBezTo>
                        <a:pt x="235" y="58"/>
                        <a:pt x="235" y="58"/>
                        <a:pt x="235" y="57"/>
                      </a:cubicBezTo>
                      <a:cubicBezTo>
                        <a:pt x="235" y="57"/>
                        <a:pt x="235" y="57"/>
                        <a:pt x="234" y="57"/>
                      </a:cubicBezTo>
                      <a:cubicBezTo>
                        <a:pt x="234" y="58"/>
                        <a:pt x="234" y="58"/>
                        <a:pt x="234" y="58"/>
                      </a:cubicBezTo>
                      <a:cubicBezTo>
                        <a:pt x="234" y="58"/>
                        <a:pt x="234" y="58"/>
                        <a:pt x="234" y="58"/>
                      </a:cubicBezTo>
                      <a:cubicBezTo>
                        <a:pt x="234" y="58"/>
                        <a:pt x="234" y="58"/>
                        <a:pt x="234" y="58"/>
                      </a:cubicBezTo>
                      <a:cubicBezTo>
                        <a:pt x="234" y="58"/>
                        <a:pt x="234" y="58"/>
                        <a:pt x="234" y="58"/>
                      </a:cubicBezTo>
                      <a:cubicBezTo>
                        <a:pt x="234" y="58"/>
                        <a:pt x="234" y="58"/>
                        <a:pt x="234" y="57"/>
                      </a:cubicBezTo>
                      <a:cubicBezTo>
                        <a:pt x="233" y="57"/>
                        <a:pt x="233" y="57"/>
                        <a:pt x="233" y="57"/>
                      </a:cubicBezTo>
                      <a:cubicBezTo>
                        <a:pt x="233" y="57"/>
                        <a:pt x="233" y="57"/>
                        <a:pt x="233" y="57"/>
                      </a:cubicBezTo>
                      <a:cubicBezTo>
                        <a:pt x="233" y="57"/>
                        <a:pt x="233" y="57"/>
                        <a:pt x="233" y="57"/>
                      </a:cubicBezTo>
                      <a:cubicBezTo>
                        <a:pt x="233" y="57"/>
                        <a:pt x="233" y="57"/>
                        <a:pt x="233" y="57"/>
                      </a:cubicBezTo>
                      <a:cubicBezTo>
                        <a:pt x="233" y="57"/>
                        <a:pt x="232" y="57"/>
                        <a:pt x="232" y="57"/>
                      </a:cubicBezTo>
                      <a:cubicBezTo>
                        <a:pt x="232" y="57"/>
                        <a:pt x="232" y="57"/>
                        <a:pt x="232" y="57"/>
                      </a:cubicBezTo>
                      <a:cubicBezTo>
                        <a:pt x="232" y="57"/>
                        <a:pt x="232" y="57"/>
                        <a:pt x="232" y="57"/>
                      </a:cubicBezTo>
                      <a:cubicBezTo>
                        <a:pt x="232" y="57"/>
                        <a:pt x="232" y="57"/>
                        <a:pt x="232" y="57"/>
                      </a:cubicBezTo>
                      <a:cubicBezTo>
                        <a:pt x="232" y="57"/>
                        <a:pt x="232" y="57"/>
                        <a:pt x="232" y="57"/>
                      </a:cubicBezTo>
                      <a:cubicBezTo>
                        <a:pt x="232" y="57"/>
                        <a:pt x="232" y="57"/>
                        <a:pt x="232" y="57"/>
                      </a:cubicBezTo>
                      <a:cubicBezTo>
                        <a:pt x="232" y="57"/>
                        <a:pt x="231" y="56"/>
                        <a:pt x="231" y="56"/>
                      </a:cubicBezTo>
                      <a:cubicBezTo>
                        <a:pt x="231" y="56"/>
                        <a:pt x="231" y="56"/>
                        <a:pt x="231" y="56"/>
                      </a:cubicBezTo>
                      <a:cubicBezTo>
                        <a:pt x="231" y="56"/>
                        <a:pt x="231" y="56"/>
                        <a:pt x="231" y="56"/>
                      </a:cubicBezTo>
                      <a:cubicBezTo>
                        <a:pt x="231" y="56"/>
                        <a:pt x="231" y="56"/>
                        <a:pt x="231" y="56"/>
                      </a:cubicBezTo>
                      <a:cubicBezTo>
                        <a:pt x="231" y="56"/>
                        <a:pt x="231" y="56"/>
                        <a:pt x="231" y="56"/>
                      </a:cubicBezTo>
                      <a:cubicBezTo>
                        <a:pt x="230" y="56"/>
                        <a:pt x="230" y="56"/>
                        <a:pt x="230" y="56"/>
                      </a:cubicBezTo>
                      <a:cubicBezTo>
                        <a:pt x="230" y="56"/>
                        <a:pt x="230" y="56"/>
                        <a:pt x="230" y="56"/>
                      </a:cubicBezTo>
                      <a:cubicBezTo>
                        <a:pt x="230" y="56"/>
                        <a:pt x="230" y="56"/>
                        <a:pt x="230" y="56"/>
                      </a:cubicBezTo>
                      <a:cubicBezTo>
                        <a:pt x="230" y="56"/>
                        <a:pt x="230" y="56"/>
                        <a:pt x="230" y="56"/>
                      </a:cubicBezTo>
                      <a:cubicBezTo>
                        <a:pt x="230" y="56"/>
                        <a:pt x="229" y="56"/>
                        <a:pt x="229" y="56"/>
                      </a:cubicBezTo>
                      <a:cubicBezTo>
                        <a:pt x="229" y="56"/>
                        <a:pt x="229" y="56"/>
                        <a:pt x="229" y="56"/>
                      </a:cubicBezTo>
                      <a:cubicBezTo>
                        <a:pt x="229" y="56"/>
                        <a:pt x="229" y="56"/>
                        <a:pt x="229" y="57"/>
                      </a:cubicBezTo>
                      <a:cubicBezTo>
                        <a:pt x="229" y="57"/>
                        <a:pt x="229" y="57"/>
                        <a:pt x="229" y="57"/>
                      </a:cubicBezTo>
                      <a:cubicBezTo>
                        <a:pt x="229" y="57"/>
                        <a:pt x="229" y="57"/>
                        <a:pt x="229" y="57"/>
                      </a:cubicBezTo>
                      <a:cubicBezTo>
                        <a:pt x="229" y="57"/>
                        <a:pt x="228" y="57"/>
                        <a:pt x="228" y="57"/>
                      </a:cubicBezTo>
                      <a:cubicBezTo>
                        <a:pt x="228" y="57"/>
                        <a:pt x="228" y="57"/>
                        <a:pt x="228" y="57"/>
                      </a:cubicBezTo>
                      <a:cubicBezTo>
                        <a:pt x="228" y="57"/>
                        <a:pt x="228" y="57"/>
                        <a:pt x="228" y="57"/>
                      </a:cubicBezTo>
                      <a:cubicBezTo>
                        <a:pt x="227" y="57"/>
                        <a:pt x="227" y="57"/>
                        <a:pt x="227" y="57"/>
                      </a:cubicBezTo>
                      <a:cubicBezTo>
                        <a:pt x="227" y="57"/>
                        <a:pt x="227" y="57"/>
                        <a:pt x="227" y="56"/>
                      </a:cubicBezTo>
                      <a:cubicBezTo>
                        <a:pt x="227" y="56"/>
                        <a:pt x="227" y="56"/>
                        <a:pt x="227" y="56"/>
                      </a:cubicBezTo>
                      <a:cubicBezTo>
                        <a:pt x="227" y="56"/>
                        <a:pt x="227" y="56"/>
                        <a:pt x="227" y="56"/>
                      </a:cubicBezTo>
                      <a:cubicBezTo>
                        <a:pt x="227" y="56"/>
                        <a:pt x="226" y="57"/>
                        <a:pt x="226" y="57"/>
                      </a:cubicBezTo>
                      <a:cubicBezTo>
                        <a:pt x="226" y="57"/>
                        <a:pt x="226" y="57"/>
                        <a:pt x="226" y="57"/>
                      </a:cubicBezTo>
                      <a:cubicBezTo>
                        <a:pt x="226" y="57"/>
                        <a:pt x="225" y="57"/>
                        <a:pt x="225" y="57"/>
                      </a:cubicBezTo>
                      <a:cubicBezTo>
                        <a:pt x="225" y="57"/>
                        <a:pt x="225" y="57"/>
                        <a:pt x="225" y="57"/>
                      </a:cubicBezTo>
                      <a:cubicBezTo>
                        <a:pt x="225" y="57"/>
                        <a:pt x="225" y="57"/>
                        <a:pt x="225" y="57"/>
                      </a:cubicBezTo>
                      <a:cubicBezTo>
                        <a:pt x="225" y="57"/>
                        <a:pt x="225" y="57"/>
                        <a:pt x="225" y="57"/>
                      </a:cubicBezTo>
                      <a:cubicBezTo>
                        <a:pt x="225" y="56"/>
                        <a:pt x="224" y="57"/>
                        <a:pt x="224" y="57"/>
                      </a:cubicBezTo>
                      <a:cubicBezTo>
                        <a:pt x="224" y="57"/>
                        <a:pt x="224" y="57"/>
                        <a:pt x="224" y="57"/>
                      </a:cubicBezTo>
                      <a:cubicBezTo>
                        <a:pt x="224" y="57"/>
                        <a:pt x="224" y="57"/>
                        <a:pt x="223" y="57"/>
                      </a:cubicBezTo>
                      <a:cubicBezTo>
                        <a:pt x="223" y="57"/>
                        <a:pt x="223" y="57"/>
                        <a:pt x="223" y="57"/>
                      </a:cubicBezTo>
                      <a:cubicBezTo>
                        <a:pt x="223" y="57"/>
                        <a:pt x="223" y="57"/>
                        <a:pt x="223" y="57"/>
                      </a:cubicBezTo>
                      <a:cubicBezTo>
                        <a:pt x="223" y="57"/>
                        <a:pt x="223" y="57"/>
                        <a:pt x="223" y="57"/>
                      </a:cubicBezTo>
                      <a:cubicBezTo>
                        <a:pt x="223" y="57"/>
                        <a:pt x="222" y="57"/>
                        <a:pt x="222" y="57"/>
                      </a:cubicBezTo>
                      <a:cubicBezTo>
                        <a:pt x="222" y="57"/>
                        <a:pt x="222" y="57"/>
                        <a:pt x="222" y="57"/>
                      </a:cubicBezTo>
                      <a:cubicBezTo>
                        <a:pt x="222" y="57"/>
                        <a:pt x="221" y="57"/>
                        <a:pt x="221" y="57"/>
                      </a:cubicBezTo>
                      <a:cubicBezTo>
                        <a:pt x="221" y="57"/>
                        <a:pt x="221" y="57"/>
                        <a:pt x="221" y="57"/>
                      </a:cubicBezTo>
                      <a:cubicBezTo>
                        <a:pt x="221" y="57"/>
                        <a:pt x="221" y="57"/>
                        <a:pt x="221" y="57"/>
                      </a:cubicBezTo>
                      <a:cubicBezTo>
                        <a:pt x="221" y="57"/>
                        <a:pt x="221" y="57"/>
                        <a:pt x="221" y="57"/>
                      </a:cubicBezTo>
                      <a:cubicBezTo>
                        <a:pt x="221" y="57"/>
                        <a:pt x="221" y="57"/>
                        <a:pt x="221" y="57"/>
                      </a:cubicBezTo>
                      <a:cubicBezTo>
                        <a:pt x="221" y="57"/>
                        <a:pt x="221" y="58"/>
                        <a:pt x="221" y="58"/>
                      </a:cubicBezTo>
                      <a:cubicBezTo>
                        <a:pt x="221" y="58"/>
                        <a:pt x="221" y="58"/>
                        <a:pt x="221" y="58"/>
                      </a:cubicBezTo>
                      <a:cubicBezTo>
                        <a:pt x="221" y="58"/>
                        <a:pt x="221" y="58"/>
                        <a:pt x="221" y="58"/>
                      </a:cubicBezTo>
                      <a:cubicBezTo>
                        <a:pt x="221" y="58"/>
                        <a:pt x="221" y="58"/>
                        <a:pt x="221" y="58"/>
                      </a:cubicBezTo>
                      <a:cubicBezTo>
                        <a:pt x="221" y="58"/>
                        <a:pt x="221" y="58"/>
                        <a:pt x="221" y="58"/>
                      </a:cubicBezTo>
                      <a:cubicBezTo>
                        <a:pt x="221" y="58"/>
                        <a:pt x="220" y="58"/>
                        <a:pt x="220" y="58"/>
                      </a:cubicBezTo>
                      <a:cubicBezTo>
                        <a:pt x="220" y="58"/>
                        <a:pt x="220" y="58"/>
                        <a:pt x="220" y="58"/>
                      </a:cubicBezTo>
                      <a:cubicBezTo>
                        <a:pt x="220" y="58"/>
                        <a:pt x="220" y="58"/>
                        <a:pt x="220" y="58"/>
                      </a:cubicBezTo>
                      <a:cubicBezTo>
                        <a:pt x="220" y="58"/>
                        <a:pt x="220" y="58"/>
                        <a:pt x="220" y="58"/>
                      </a:cubicBezTo>
                      <a:cubicBezTo>
                        <a:pt x="220" y="58"/>
                        <a:pt x="220" y="58"/>
                        <a:pt x="220" y="58"/>
                      </a:cubicBezTo>
                      <a:cubicBezTo>
                        <a:pt x="220" y="58"/>
                        <a:pt x="220" y="58"/>
                        <a:pt x="220" y="58"/>
                      </a:cubicBezTo>
                      <a:cubicBezTo>
                        <a:pt x="220" y="58"/>
                        <a:pt x="220" y="58"/>
                        <a:pt x="220" y="58"/>
                      </a:cubicBezTo>
                      <a:cubicBezTo>
                        <a:pt x="220" y="58"/>
                        <a:pt x="220" y="59"/>
                        <a:pt x="220" y="59"/>
                      </a:cubicBezTo>
                      <a:cubicBezTo>
                        <a:pt x="220" y="59"/>
                        <a:pt x="220" y="59"/>
                        <a:pt x="219" y="59"/>
                      </a:cubicBezTo>
                      <a:cubicBezTo>
                        <a:pt x="219" y="59"/>
                        <a:pt x="219" y="59"/>
                        <a:pt x="219" y="59"/>
                      </a:cubicBezTo>
                      <a:cubicBezTo>
                        <a:pt x="219" y="59"/>
                        <a:pt x="219" y="59"/>
                        <a:pt x="219" y="59"/>
                      </a:cubicBezTo>
                      <a:cubicBezTo>
                        <a:pt x="219" y="59"/>
                        <a:pt x="219" y="59"/>
                        <a:pt x="219" y="59"/>
                      </a:cubicBezTo>
                      <a:cubicBezTo>
                        <a:pt x="220" y="59"/>
                        <a:pt x="220" y="60"/>
                        <a:pt x="220" y="60"/>
                      </a:cubicBezTo>
                      <a:cubicBezTo>
                        <a:pt x="220" y="60"/>
                        <a:pt x="220" y="60"/>
                        <a:pt x="220" y="60"/>
                      </a:cubicBezTo>
                      <a:cubicBezTo>
                        <a:pt x="220" y="60"/>
                        <a:pt x="220" y="61"/>
                        <a:pt x="219" y="61"/>
                      </a:cubicBezTo>
                      <a:cubicBezTo>
                        <a:pt x="219" y="61"/>
                        <a:pt x="220" y="61"/>
                        <a:pt x="220" y="61"/>
                      </a:cubicBezTo>
                      <a:cubicBezTo>
                        <a:pt x="220" y="61"/>
                        <a:pt x="220" y="61"/>
                        <a:pt x="220" y="61"/>
                      </a:cubicBezTo>
                      <a:cubicBezTo>
                        <a:pt x="220" y="61"/>
                        <a:pt x="220" y="61"/>
                        <a:pt x="220" y="61"/>
                      </a:cubicBezTo>
                      <a:cubicBezTo>
                        <a:pt x="220" y="61"/>
                        <a:pt x="220" y="60"/>
                        <a:pt x="220" y="60"/>
                      </a:cubicBezTo>
                      <a:cubicBezTo>
                        <a:pt x="220" y="60"/>
                        <a:pt x="220" y="60"/>
                        <a:pt x="220" y="60"/>
                      </a:cubicBezTo>
                      <a:cubicBezTo>
                        <a:pt x="220" y="60"/>
                        <a:pt x="220" y="60"/>
                        <a:pt x="220" y="60"/>
                      </a:cubicBezTo>
                      <a:cubicBezTo>
                        <a:pt x="220" y="60"/>
                        <a:pt x="220" y="60"/>
                        <a:pt x="221" y="60"/>
                      </a:cubicBezTo>
                      <a:cubicBezTo>
                        <a:pt x="221" y="60"/>
                        <a:pt x="221" y="59"/>
                        <a:pt x="221" y="59"/>
                      </a:cubicBezTo>
                      <a:cubicBezTo>
                        <a:pt x="221" y="59"/>
                        <a:pt x="221" y="59"/>
                        <a:pt x="221" y="59"/>
                      </a:cubicBezTo>
                      <a:cubicBezTo>
                        <a:pt x="221" y="59"/>
                        <a:pt x="221" y="59"/>
                        <a:pt x="221" y="59"/>
                      </a:cubicBezTo>
                      <a:cubicBezTo>
                        <a:pt x="221" y="58"/>
                        <a:pt x="221" y="58"/>
                        <a:pt x="221" y="58"/>
                      </a:cubicBezTo>
                      <a:cubicBezTo>
                        <a:pt x="221" y="58"/>
                        <a:pt x="221" y="58"/>
                        <a:pt x="221" y="58"/>
                      </a:cubicBezTo>
                      <a:cubicBezTo>
                        <a:pt x="221" y="58"/>
                        <a:pt x="221" y="58"/>
                        <a:pt x="221" y="58"/>
                      </a:cubicBezTo>
                      <a:cubicBezTo>
                        <a:pt x="221" y="58"/>
                        <a:pt x="221" y="58"/>
                        <a:pt x="221" y="58"/>
                      </a:cubicBezTo>
                      <a:cubicBezTo>
                        <a:pt x="222" y="58"/>
                        <a:pt x="222" y="58"/>
                        <a:pt x="222" y="58"/>
                      </a:cubicBezTo>
                      <a:cubicBezTo>
                        <a:pt x="221" y="59"/>
                        <a:pt x="221" y="59"/>
                        <a:pt x="221" y="59"/>
                      </a:cubicBezTo>
                      <a:cubicBezTo>
                        <a:pt x="221" y="59"/>
                        <a:pt x="221" y="59"/>
                        <a:pt x="221" y="59"/>
                      </a:cubicBezTo>
                      <a:cubicBezTo>
                        <a:pt x="221" y="59"/>
                        <a:pt x="222" y="59"/>
                        <a:pt x="222" y="59"/>
                      </a:cubicBezTo>
                      <a:cubicBezTo>
                        <a:pt x="222" y="59"/>
                        <a:pt x="222" y="59"/>
                        <a:pt x="222" y="59"/>
                      </a:cubicBezTo>
                      <a:cubicBezTo>
                        <a:pt x="222" y="59"/>
                        <a:pt x="222" y="59"/>
                        <a:pt x="222" y="59"/>
                      </a:cubicBezTo>
                      <a:cubicBezTo>
                        <a:pt x="222" y="60"/>
                        <a:pt x="222" y="60"/>
                        <a:pt x="222" y="60"/>
                      </a:cubicBezTo>
                      <a:cubicBezTo>
                        <a:pt x="222" y="60"/>
                        <a:pt x="222" y="60"/>
                        <a:pt x="223" y="60"/>
                      </a:cubicBezTo>
                      <a:cubicBezTo>
                        <a:pt x="223" y="60"/>
                        <a:pt x="223" y="60"/>
                        <a:pt x="223" y="60"/>
                      </a:cubicBezTo>
                      <a:cubicBezTo>
                        <a:pt x="223" y="60"/>
                        <a:pt x="223" y="60"/>
                        <a:pt x="223" y="60"/>
                      </a:cubicBezTo>
                      <a:cubicBezTo>
                        <a:pt x="223" y="60"/>
                        <a:pt x="223" y="61"/>
                        <a:pt x="223" y="61"/>
                      </a:cubicBezTo>
                      <a:cubicBezTo>
                        <a:pt x="223" y="61"/>
                        <a:pt x="223" y="61"/>
                        <a:pt x="224" y="61"/>
                      </a:cubicBezTo>
                      <a:cubicBezTo>
                        <a:pt x="224" y="61"/>
                        <a:pt x="224" y="60"/>
                        <a:pt x="224" y="60"/>
                      </a:cubicBezTo>
                      <a:cubicBezTo>
                        <a:pt x="224" y="60"/>
                        <a:pt x="224" y="60"/>
                        <a:pt x="224" y="60"/>
                      </a:cubicBezTo>
                      <a:cubicBezTo>
                        <a:pt x="225" y="60"/>
                        <a:pt x="225" y="61"/>
                        <a:pt x="225" y="60"/>
                      </a:cubicBezTo>
                      <a:cubicBezTo>
                        <a:pt x="225" y="60"/>
                        <a:pt x="225" y="60"/>
                        <a:pt x="225" y="60"/>
                      </a:cubicBezTo>
                      <a:cubicBezTo>
                        <a:pt x="225" y="60"/>
                        <a:pt x="225" y="60"/>
                        <a:pt x="225" y="60"/>
                      </a:cubicBezTo>
                      <a:cubicBezTo>
                        <a:pt x="225" y="60"/>
                        <a:pt x="225" y="60"/>
                        <a:pt x="225" y="60"/>
                      </a:cubicBezTo>
                      <a:cubicBezTo>
                        <a:pt x="225" y="59"/>
                        <a:pt x="225" y="59"/>
                        <a:pt x="226" y="59"/>
                      </a:cubicBezTo>
                      <a:cubicBezTo>
                        <a:pt x="226" y="59"/>
                        <a:pt x="226" y="59"/>
                        <a:pt x="226" y="59"/>
                      </a:cubicBezTo>
                      <a:cubicBezTo>
                        <a:pt x="226" y="59"/>
                        <a:pt x="226" y="59"/>
                        <a:pt x="226" y="59"/>
                      </a:cubicBezTo>
                      <a:cubicBezTo>
                        <a:pt x="226" y="59"/>
                        <a:pt x="226" y="59"/>
                        <a:pt x="226" y="59"/>
                      </a:cubicBezTo>
                      <a:cubicBezTo>
                        <a:pt x="226" y="59"/>
                        <a:pt x="226" y="59"/>
                        <a:pt x="226" y="59"/>
                      </a:cubicBezTo>
                      <a:cubicBezTo>
                        <a:pt x="226" y="59"/>
                        <a:pt x="226" y="59"/>
                        <a:pt x="226" y="59"/>
                      </a:cubicBezTo>
                      <a:cubicBezTo>
                        <a:pt x="226" y="59"/>
                        <a:pt x="226" y="59"/>
                        <a:pt x="226" y="59"/>
                      </a:cubicBezTo>
                      <a:cubicBezTo>
                        <a:pt x="227" y="59"/>
                        <a:pt x="227" y="59"/>
                        <a:pt x="227" y="59"/>
                      </a:cubicBezTo>
                      <a:cubicBezTo>
                        <a:pt x="227" y="60"/>
                        <a:pt x="226" y="60"/>
                        <a:pt x="226" y="60"/>
                      </a:cubicBezTo>
                      <a:cubicBezTo>
                        <a:pt x="226" y="60"/>
                        <a:pt x="226" y="60"/>
                        <a:pt x="226" y="60"/>
                      </a:cubicBezTo>
                      <a:cubicBezTo>
                        <a:pt x="226" y="60"/>
                        <a:pt x="227" y="60"/>
                        <a:pt x="227" y="60"/>
                      </a:cubicBezTo>
                      <a:cubicBezTo>
                        <a:pt x="227" y="60"/>
                        <a:pt x="227" y="60"/>
                        <a:pt x="227" y="60"/>
                      </a:cubicBezTo>
                      <a:cubicBezTo>
                        <a:pt x="227" y="60"/>
                        <a:pt x="227" y="60"/>
                        <a:pt x="227" y="60"/>
                      </a:cubicBezTo>
                      <a:cubicBezTo>
                        <a:pt x="228" y="60"/>
                        <a:pt x="228" y="60"/>
                        <a:pt x="228" y="60"/>
                      </a:cubicBezTo>
                      <a:cubicBezTo>
                        <a:pt x="228" y="60"/>
                        <a:pt x="228" y="60"/>
                        <a:pt x="229" y="60"/>
                      </a:cubicBezTo>
                      <a:cubicBezTo>
                        <a:pt x="229" y="60"/>
                        <a:pt x="229" y="60"/>
                        <a:pt x="229" y="60"/>
                      </a:cubicBezTo>
                      <a:cubicBezTo>
                        <a:pt x="230" y="60"/>
                        <a:pt x="230" y="60"/>
                        <a:pt x="230" y="60"/>
                      </a:cubicBezTo>
                      <a:cubicBezTo>
                        <a:pt x="230" y="61"/>
                        <a:pt x="230" y="61"/>
                        <a:pt x="230" y="61"/>
                      </a:cubicBezTo>
                      <a:cubicBezTo>
                        <a:pt x="230" y="61"/>
                        <a:pt x="230" y="61"/>
                        <a:pt x="231" y="61"/>
                      </a:cubicBezTo>
                      <a:cubicBezTo>
                        <a:pt x="231" y="60"/>
                        <a:pt x="231" y="60"/>
                        <a:pt x="231" y="60"/>
                      </a:cubicBezTo>
                      <a:cubicBezTo>
                        <a:pt x="230" y="60"/>
                        <a:pt x="230" y="60"/>
                        <a:pt x="230" y="60"/>
                      </a:cubicBezTo>
                      <a:cubicBezTo>
                        <a:pt x="230" y="60"/>
                        <a:pt x="230" y="60"/>
                        <a:pt x="230" y="60"/>
                      </a:cubicBezTo>
                      <a:cubicBezTo>
                        <a:pt x="230" y="60"/>
                        <a:pt x="230" y="60"/>
                        <a:pt x="230" y="60"/>
                      </a:cubicBezTo>
                      <a:cubicBezTo>
                        <a:pt x="230" y="60"/>
                        <a:pt x="231" y="60"/>
                        <a:pt x="231" y="60"/>
                      </a:cubicBezTo>
                      <a:cubicBezTo>
                        <a:pt x="231" y="60"/>
                        <a:pt x="231" y="60"/>
                        <a:pt x="231" y="60"/>
                      </a:cubicBezTo>
                      <a:cubicBezTo>
                        <a:pt x="232" y="60"/>
                        <a:pt x="232" y="60"/>
                        <a:pt x="232" y="60"/>
                      </a:cubicBezTo>
                      <a:cubicBezTo>
                        <a:pt x="232" y="60"/>
                        <a:pt x="232" y="60"/>
                        <a:pt x="233" y="60"/>
                      </a:cubicBezTo>
                      <a:cubicBezTo>
                        <a:pt x="233" y="60"/>
                        <a:pt x="233" y="60"/>
                        <a:pt x="233" y="60"/>
                      </a:cubicBezTo>
                      <a:cubicBezTo>
                        <a:pt x="233" y="60"/>
                        <a:pt x="233" y="60"/>
                        <a:pt x="233" y="60"/>
                      </a:cubicBezTo>
                      <a:cubicBezTo>
                        <a:pt x="233" y="60"/>
                        <a:pt x="233" y="60"/>
                        <a:pt x="233" y="60"/>
                      </a:cubicBezTo>
                      <a:cubicBezTo>
                        <a:pt x="233" y="60"/>
                        <a:pt x="233" y="60"/>
                        <a:pt x="233" y="61"/>
                      </a:cubicBezTo>
                      <a:cubicBezTo>
                        <a:pt x="234" y="61"/>
                        <a:pt x="234" y="61"/>
                        <a:pt x="234" y="61"/>
                      </a:cubicBezTo>
                      <a:cubicBezTo>
                        <a:pt x="234" y="61"/>
                        <a:pt x="234" y="61"/>
                        <a:pt x="234" y="61"/>
                      </a:cubicBezTo>
                      <a:cubicBezTo>
                        <a:pt x="234" y="61"/>
                        <a:pt x="235" y="61"/>
                        <a:pt x="235" y="61"/>
                      </a:cubicBezTo>
                      <a:cubicBezTo>
                        <a:pt x="235" y="61"/>
                        <a:pt x="235" y="61"/>
                        <a:pt x="235" y="61"/>
                      </a:cubicBezTo>
                      <a:cubicBezTo>
                        <a:pt x="235" y="61"/>
                        <a:pt x="235" y="61"/>
                        <a:pt x="235" y="62"/>
                      </a:cubicBezTo>
                      <a:cubicBezTo>
                        <a:pt x="236" y="62"/>
                        <a:pt x="236" y="62"/>
                        <a:pt x="236" y="62"/>
                      </a:cubicBezTo>
                      <a:cubicBezTo>
                        <a:pt x="236" y="62"/>
                        <a:pt x="236" y="62"/>
                        <a:pt x="236" y="62"/>
                      </a:cubicBezTo>
                      <a:cubicBezTo>
                        <a:pt x="236" y="62"/>
                        <a:pt x="237" y="62"/>
                        <a:pt x="237" y="62"/>
                      </a:cubicBezTo>
                      <a:cubicBezTo>
                        <a:pt x="237" y="62"/>
                        <a:pt x="237" y="62"/>
                        <a:pt x="237" y="62"/>
                      </a:cubicBezTo>
                      <a:cubicBezTo>
                        <a:pt x="237" y="62"/>
                        <a:pt x="237" y="62"/>
                        <a:pt x="237" y="62"/>
                      </a:cubicBezTo>
                      <a:cubicBezTo>
                        <a:pt x="237" y="63"/>
                        <a:pt x="237" y="63"/>
                        <a:pt x="237" y="63"/>
                      </a:cubicBezTo>
                      <a:cubicBezTo>
                        <a:pt x="237" y="63"/>
                        <a:pt x="238" y="63"/>
                        <a:pt x="238" y="63"/>
                      </a:cubicBezTo>
                      <a:cubicBezTo>
                        <a:pt x="238" y="63"/>
                        <a:pt x="238" y="63"/>
                        <a:pt x="238" y="63"/>
                      </a:cubicBezTo>
                      <a:cubicBezTo>
                        <a:pt x="238" y="63"/>
                        <a:pt x="238" y="63"/>
                        <a:pt x="239" y="63"/>
                      </a:cubicBezTo>
                      <a:cubicBezTo>
                        <a:pt x="239" y="63"/>
                        <a:pt x="239" y="63"/>
                        <a:pt x="239" y="63"/>
                      </a:cubicBezTo>
                      <a:close/>
                      <a:moveTo>
                        <a:pt x="233" y="51"/>
                      </a:moveTo>
                      <a:cubicBezTo>
                        <a:pt x="233" y="51"/>
                        <a:pt x="233" y="51"/>
                        <a:pt x="233" y="51"/>
                      </a:cubicBezTo>
                      <a:cubicBezTo>
                        <a:pt x="233" y="51"/>
                        <a:pt x="233" y="51"/>
                        <a:pt x="233" y="51"/>
                      </a:cubicBezTo>
                      <a:cubicBezTo>
                        <a:pt x="233" y="51"/>
                        <a:pt x="232" y="51"/>
                        <a:pt x="232" y="51"/>
                      </a:cubicBezTo>
                      <a:cubicBezTo>
                        <a:pt x="232" y="51"/>
                        <a:pt x="232" y="51"/>
                        <a:pt x="232" y="51"/>
                      </a:cubicBezTo>
                      <a:cubicBezTo>
                        <a:pt x="232" y="51"/>
                        <a:pt x="232" y="51"/>
                        <a:pt x="231" y="51"/>
                      </a:cubicBezTo>
                      <a:cubicBezTo>
                        <a:pt x="231" y="51"/>
                        <a:pt x="231" y="51"/>
                        <a:pt x="231" y="51"/>
                      </a:cubicBezTo>
                      <a:cubicBezTo>
                        <a:pt x="231" y="51"/>
                        <a:pt x="231" y="51"/>
                        <a:pt x="231" y="51"/>
                      </a:cubicBezTo>
                      <a:cubicBezTo>
                        <a:pt x="230" y="51"/>
                        <a:pt x="230" y="51"/>
                        <a:pt x="230" y="51"/>
                      </a:cubicBezTo>
                      <a:cubicBezTo>
                        <a:pt x="230" y="51"/>
                        <a:pt x="230" y="50"/>
                        <a:pt x="230" y="50"/>
                      </a:cubicBezTo>
                      <a:cubicBezTo>
                        <a:pt x="230" y="50"/>
                        <a:pt x="229" y="50"/>
                        <a:pt x="229" y="50"/>
                      </a:cubicBezTo>
                      <a:cubicBezTo>
                        <a:pt x="229" y="50"/>
                        <a:pt x="229" y="50"/>
                        <a:pt x="229" y="50"/>
                      </a:cubicBezTo>
                      <a:cubicBezTo>
                        <a:pt x="229" y="50"/>
                        <a:pt x="229" y="50"/>
                        <a:pt x="229" y="50"/>
                      </a:cubicBezTo>
                      <a:cubicBezTo>
                        <a:pt x="229" y="50"/>
                        <a:pt x="230" y="50"/>
                        <a:pt x="230" y="50"/>
                      </a:cubicBezTo>
                      <a:cubicBezTo>
                        <a:pt x="230" y="50"/>
                        <a:pt x="230" y="49"/>
                        <a:pt x="230" y="49"/>
                      </a:cubicBezTo>
                      <a:cubicBezTo>
                        <a:pt x="230" y="49"/>
                        <a:pt x="230" y="49"/>
                        <a:pt x="231" y="49"/>
                      </a:cubicBezTo>
                      <a:cubicBezTo>
                        <a:pt x="231" y="49"/>
                        <a:pt x="231" y="49"/>
                        <a:pt x="231" y="49"/>
                      </a:cubicBezTo>
                      <a:cubicBezTo>
                        <a:pt x="231" y="49"/>
                        <a:pt x="231" y="49"/>
                        <a:pt x="231" y="49"/>
                      </a:cubicBezTo>
                      <a:cubicBezTo>
                        <a:pt x="231" y="49"/>
                        <a:pt x="231" y="49"/>
                        <a:pt x="231" y="49"/>
                      </a:cubicBezTo>
                      <a:cubicBezTo>
                        <a:pt x="232" y="49"/>
                        <a:pt x="232" y="49"/>
                        <a:pt x="232" y="49"/>
                      </a:cubicBezTo>
                      <a:cubicBezTo>
                        <a:pt x="232" y="49"/>
                        <a:pt x="232" y="49"/>
                        <a:pt x="232" y="49"/>
                      </a:cubicBezTo>
                      <a:cubicBezTo>
                        <a:pt x="232" y="49"/>
                        <a:pt x="233" y="49"/>
                        <a:pt x="233" y="49"/>
                      </a:cubicBezTo>
                      <a:cubicBezTo>
                        <a:pt x="233" y="49"/>
                        <a:pt x="233" y="49"/>
                        <a:pt x="233" y="49"/>
                      </a:cubicBezTo>
                      <a:cubicBezTo>
                        <a:pt x="233" y="49"/>
                        <a:pt x="233" y="49"/>
                        <a:pt x="233" y="49"/>
                      </a:cubicBezTo>
                      <a:cubicBezTo>
                        <a:pt x="233" y="49"/>
                        <a:pt x="233" y="49"/>
                        <a:pt x="233" y="49"/>
                      </a:cubicBezTo>
                      <a:cubicBezTo>
                        <a:pt x="233" y="49"/>
                        <a:pt x="233" y="49"/>
                        <a:pt x="233" y="49"/>
                      </a:cubicBezTo>
                      <a:cubicBezTo>
                        <a:pt x="233" y="49"/>
                        <a:pt x="234" y="49"/>
                        <a:pt x="234" y="49"/>
                      </a:cubicBezTo>
                      <a:cubicBezTo>
                        <a:pt x="234" y="49"/>
                        <a:pt x="234" y="50"/>
                        <a:pt x="233" y="50"/>
                      </a:cubicBezTo>
                      <a:cubicBezTo>
                        <a:pt x="233" y="50"/>
                        <a:pt x="233" y="50"/>
                        <a:pt x="233" y="50"/>
                      </a:cubicBezTo>
                      <a:cubicBezTo>
                        <a:pt x="233" y="50"/>
                        <a:pt x="233" y="50"/>
                        <a:pt x="233" y="50"/>
                      </a:cubicBezTo>
                      <a:cubicBezTo>
                        <a:pt x="233" y="50"/>
                        <a:pt x="233" y="50"/>
                        <a:pt x="233" y="51"/>
                      </a:cubicBezTo>
                      <a:cubicBezTo>
                        <a:pt x="233" y="51"/>
                        <a:pt x="234" y="51"/>
                        <a:pt x="234" y="51"/>
                      </a:cubicBezTo>
                      <a:cubicBezTo>
                        <a:pt x="234" y="51"/>
                        <a:pt x="234" y="51"/>
                        <a:pt x="234" y="51"/>
                      </a:cubicBezTo>
                      <a:cubicBezTo>
                        <a:pt x="234" y="51"/>
                        <a:pt x="234" y="51"/>
                        <a:pt x="234" y="51"/>
                      </a:cubicBezTo>
                      <a:cubicBezTo>
                        <a:pt x="234" y="51"/>
                        <a:pt x="233" y="51"/>
                        <a:pt x="233" y="51"/>
                      </a:cubicBezTo>
                      <a:cubicBezTo>
                        <a:pt x="233" y="51"/>
                        <a:pt x="233" y="51"/>
                        <a:pt x="233" y="51"/>
                      </a:cubicBezTo>
                      <a:close/>
                      <a:moveTo>
                        <a:pt x="234" y="40"/>
                      </a:moveTo>
                      <a:cubicBezTo>
                        <a:pt x="234" y="40"/>
                        <a:pt x="234" y="40"/>
                        <a:pt x="234" y="41"/>
                      </a:cubicBezTo>
                      <a:cubicBezTo>
                        <a:pt x="234" y="41"/>
                        <a:pt x="234" y="41"/>
                        <a:pt x="234" y="41"/>
                      </a:cubicBezTo>
                      <a:cubicBezTo>
                        <a:pt x="234" y="41"/>
                        <a:pt x="234" y="41"/>
                        <a:pt x="234" y="41"/>
                      </a:cubicBezTo>
                      <a:cubicBezTo>
                        <a:pt x="234" y="41"/>
                        <a:pt x="234" y="41"/>
                        <a:pt x="235" y="41"/>
                      </a:cubicBezTo>
                      <a:cubicBezTo>
                        <a:pt x="235" y="41"/>
                        <a:pt x="235" y="40"/>
                        <a:pt x="235" y="40"/>
                      </a:cubicBezTo>
                      <a:cubicBezTo>
                        <a:pt x="235" y="40"/>
                        <a:pt x="235" y="40"/>
                        <a:pt x="235" y="41"/>
                      </a:cubicBezTo>
                      <a:cubicBezTo>
                        <a:pt x="235" y="41"/>
                        <a:pt x="235" y="41"/>
                        <a:pt x="235" y="41"/>
                      </a:cubicBezTo>
                      <a:cubicBezTo>
                        <a:pt x="235" y="41"/>
                        <a:pt x="235" y="41"/>
                        <a:pt x="235" y="41"/>
                      </a:cubicBezTo>
                      <a:cubicBezTo>
                        <a:pt x="235" y="41"/>
                        <a:pt x="235" y="41"/>
                        <a:pt x="235" y="41"/>
                      </a:cubicBezTo>
                      <a:cubicBezTo>
                        <a:pt x="235" y="41"/>
                        <a:pt x="235" y="40"/>
                        <a:pt x="235" y="40"/>
                      </a:cubicBezTo>
                      <a:cubicBezTo>
                        <a:pt x="235" y="40"/>
                        <a:pt x="235" y="40"/>
                        <a:pt x="235" y="40"/>
                      </a:cubicBezTo>
                      <a:cubicBezTo>
                        <a:pt x="235" y="40"/>
                        <a:pt x="235" y="40"/>
                        <a:pt x="235" y="40"/>
                      </a:cubicBezTo>
                      <a:cubicBezTo>
                        <a:pt x="235" y="40"/>
                        <a:pt x="235" y="40"/>
                        <a:pt x="235" y="40"/>
                      </a:cubicBezTo>
                      <a:cubicBezTo>
                        <a:pt x="235" y="40"/>
                        <a:pt x="235" y="40"/>
                        <a:pt x="235" y="40"/>
                      </a:cubicBezTo>
                      <a:cubicBezTo>
                        <a:pt x="235" y="40"/>
                        <a:pt x="235" y="40"/>
                        <a:pt x="235" y="40"/>
                      </a:cubicBezTo>
                      <a:cubicBezTo>
                        <a:pt x="235" y="40"/>
                        <a:pt x="235" y="40"/>
                        <a:pt x="235" y="40"/>
                      </a:cubicBezTo>
                      <a:cubicBezTo>
                        <a:pt x="235" y="40"/>
                        <a:pt x="235" y="40"/>
                        <a:pt x="235" y="40"/>
                      </a:cubicBezTo>
                      <a:cubicBezTo>
                        <a:pt x="235" y="39"/>
                        <a:pt x="235" y="39"/>
                        <a:pt x="235" y="39"/>
                      </a:cubicBezTo>
                      <a:cubicBezTo>
                        <a:pt x="235" y="39"/>
                        <a:pt x="235" y="39"/>
                        <a:pt x="235" y="39"/>
                      </a:cubicBezTo>
                      <a:cubicBezTo>
                        <a:pt x="235" y="39"/>
                        <a:pt x="235" y="39"/>
                        <a:pt x="235" y="40"/>
                      </a:cubicBezTo>
                      <a:cubicBezTo>
                        <a:pt x="235" y="40"/>
                        <a:pt x="235" y="40"/>
                        <a:pt x="235" y="40"/>
                      </a:cubicBezTo>
                      <a:cubicBezTo>
                        <a:pt x="235" y="40"/>
                        <a:pt x="235" y="40"/>
                        <a:pt x="235" y="40"/>
                      </a:cubicBezTo>
                      <a:cubicBezTo>
                        <a:pt x="235" y="40"/>
                        <a:pt x="236" y="40"/>
                        <a:pt x="236" y="40"/>
                      </a:cubicBezTo>
                      <a:cubicBezTo>
                        <a:pt x="236" y="40"/>
                        <a:pt x="236" y="40"/>
                        <a:pt x="236" y="40"/>
                      </a:cubicBezTo>
                      <a:cubicBezTo>
                        <a:pt x="236" y="40"/>
                        <a:pt x="236" y="40"/>
                        <a:pt x="237" y="40"/>
                      </a:cubicBezTo>
                      <a:cubicBezTo>
                        <a:pt x="237" y="40"/>
                        <a:pt x="237" y="40"/>
                        <a:pt x="237" y="40"/>
                      </a:cubicBezTo>
                      <a:cubicBezTo>
                        <a:pt x="237" y="40"/>
                        <a:pt x="237" y="40"/>
                        <a:pt x="237" y="40"/>
                      </a:cubicBezTo>
                      <a:cubicBezTo>
                        <a:pt x="237" y="40"/>
                        <a:pt x="237" y="40"/>
                        <a:pt x="237" y="40"/>
                      </a:cubicBezTo>
                      <a:cubicBezTo>
                        <a:pt x="237" y="39"/>
                        <a:pt x="237" y="39"/>
                        <a:pt x="236" y="39"/>
                      </a:cubicBezTo>
                      <a:cubicBezTo>
                        <a:pt x="236" y="39"/>
                        <a:pt x="236" y="39"/>
                        <a:pt x="236" y="39"/>
                      </a:cubicBezTo>
                      <a:cubicBezTo>
                        <a:pt x="236" y="39"/>
                        <a:pt x="236" y="39"/>
                        <a:pt x="236" y="39"/>
                      </a:cubicBezTo>
                      <a:cubicBezTo>
                        <a:pt x="236" y="39"/>
                        <a:pt x="236" y="39"/>
                        <a:pt x="236" y="39"/>
                      </a:cubicBezTo>
                      <a:cubicBezTo>
                        <a:pt x="236" y="39"/>
                        <a:pt x="235" y="38"/>
                        <a:pt x="235" y="38"/>
                      </a:cubicBezTo>
                      <a:cubicBezTo>
                        <a:pt x="235" y="38"/>
                        <a:pt x="235" y="38"/>
                        <a:pt x="235" y="38"/>
                      </a:cubicBezTo>
                      <a:cubicBezTo>
                        <a:pt x="235" y="38"/>
                        <a:pt x="235" y="38"/>
                        <a:pt x="235" y="38"/>
                      </a:cubicBezTo>
                      <a:cubicBezTo>
                        <a:pt x="235" y="38"/>
                        <a:pt x="235" y="38"/>
                        <a:pt x="235" y="38"/>
                      </a:cubicBezTo>
                      <a:cubicBezTo>
                        <a:pt x="235" y="38"/>
                        <a:pt x="235" y="38"/>
                        <a:pt x="235" y="38"/>
                      </a:cubicBezTo>
                      <a:cubicBezTo>
                        <a:pt x="236" y="38"/>
                        <a:pt x="236" y="38"/>
                        <a:pt x="236" y="38"/>
                      </a:cubicBezTo>
                      <a:cubicBezTo>
                        <a:pt x="236" y="38"/>
                        <a:pt x="236" y="38"/>
                        <a:pt x="236" y="38"/>
                      </a:cubicBezTo>
                      <a:cubicBezTo>
                        <a:pt x="236" y="38"/>
                        <a:pt x="236" y="38"/>
                        <a:pt x="236" y="38"/>
                      </a:cubicBezTo>
                      <a:cubicBezTo>
                        <a:pt x="236" y="39"/>
                        <a:pt x="236" y="39"/>
                        <a:pt x="236" y="39"/>
                      </a:cubicBezTo>
                      <a:cubicBezTo>
                        <a:pt x="236" y="39"/>
                        <a:pt x="236" y="39"/>
                        <a:pt x="236" y="39"/>
                      </a:cubicBezTo>
                      <a:cubicBezTo>
                        <a:pt x="236" y="39"/>
                        <a:pt x="237" y="39"/>
                        <a:pt x="237" y="39"/>
                      </a:cubicBezTo>
                      <a:cubicBezTo>
                        <a:pt x="237" y="39"/>
                        <a:pt x="237" y="39"/>
                        <a:pt x="237" y="39"/>
                      </a:cubicBezTo>
                      <a:cubicBezTo>
                        <a:pt x="237" y="39"/>
                        <a:pt x="237" y="39"/>
                        <a:pt x="237" y="39"/>
                      </a:cubicBezTo>
                      <a:cubicBezTo>
                        <a:pt x="237" y="39"/>
                        <a:pt x="237" y="39"/>
                        <a:pt x="237" y="39"/>
                      </a:cubicBezTo>
                      <a:cubicBezTo>
                        <a:pt x="237" y="40"/>
                        <a:pt x="237" y="40"/>
                        <a:pt x="237" y="40"/>
                      </a:cubicBezTo>
                      <a:cubicBezTo>
                        <a:pt x="238" y="40"/>
                        <a:pt x="238" y="40"/>
                        <a:pt x="238" y="39"/>
                      </a:cubicBezTo>
                      <a:cubicBezTo>
                        <a:pt x="238" y="39"/>
                        <a:pt x="238" y="40"/>
                        <a:pt x="239" y="40"/>
                      </a:cubicBezTo>
                      <a:cubicBezTo>
                        <a:pt x="239" y="40"/>
                        <a:pt x="239" y="40"/>
                        <a:pt x="239" y="40"/>
                      </a:cubicBezTo>
                      <a:cubicBezTo>
                        <a:pt x="239" y="40"/>
                        <a:pt x="239" y="40"/>
                        <a:pt x="239" y="40"/>
                      </a:cubicBezTo>
                      <a:cubicBezTo>
                        <a:pt x="239" y="39"/>
                        <a:pt x="240" y="39"/>
                        <a:pt x="240" y="39"/>
                      </a:cubicBezTo>
                      <a:cubicBezTo>
                        <a:pt x="240" y="39"/>
                        <a:pt x="239" y="39"/>
                        <a:pt x="240" y="39"/>
                      </a:cubicBezTo>
                      <a:cubicBezTo>
                        <a:pt x="240" y="39"/>
                        <a:pt x="240" y="38"/>
                        <a:pt x="239" y="38"/>
                      </a:cubicBezTo>
                      <a:cubicBezTo>
                        <a:pt x="239" y="38"/>
                        <a:pt x="239" y="38"/>
                        <a:pt x="239" y="38"/>
                      </a:cubicBezTo>
                      <a:cubicBezTo>
                        <a:pt x="239" y="38"/>
                        <a:pt x="239" y="38"/>
                        <a:pt x="239" y="38"/>
                      </a:cubicBezTo>
                      <a:cubicBezTo>
                        <a:pt x="239" y="38"/>
                        <a:pt x="238" y="38"/>
                        <a:pt x="238" y="38"/>
                      </a:cubicBezTo>
                      <a:cubicBezTo>
                        <a:pt x="238" y="38"/>
                        <a:pt x="238" y="38"/>
                        <a:pt x="238" y="38"/>
                      </a:cubicBezTo>
                      <a:cubicBezTo>
                        <a:pt x="238" y="38"/>
                        <a:pt x="238" y="37"/>
                        <a:pt x="238" y="37"/>
                      </a:cubicBezTo>
                      <a:cubicBezTo>
                        <a:pt x="238" y="37"/>
                        <a:pt x="238" y="37"/>
                        <a:pt x="238" y="38"/>
                      </a:cubicBezTo>
                      <a:cubicBezTo>
                        <a:pt x="237" y="38"/>
                        <a:pt x="237" y="38"/>
                        <a:pt x="237" y="38"/>
                      </a:cubicBezTo>
                      <a:cubicBezTo>
                        <a:pt x="237" y="38"/>
                        <a:pt x="237" y="38"/>
                        <a:pt x="237" y="38"/>
                      </a:cubicBezTo>
                      <a:cubicBezTo>
                        <a:pt x="237" y="37"/>
                        <a:pt x="237" y="37"/>
                        <a:pt x="237" y="37"/>
                      </a:cubicBezTo>
                      <a:cubicBezTo>
                        <a:pt x="237" y="37"/>
                        <a:pt x="237" y="37"/>
                        <a:pt x="237" y="37"/>
                      </a:cubicBezTo>
                      <a:cubicBezTo>
                        <a:pt x="237" y="37"/>
                        <a:pt x="236" y="37"/>
                        <a:pt x="236" y="37"/>
                      </a:cubicBezTo>
                      <a:cubicBezTo>
                        <a:pt x="236" y="37"/>
                        <a:pt x="236" y="37"/>
                        <a:pt x="236" y="37"/>
                      </a:cubicBezTo>
                      <a:cubicBezTo>
                        <a:pt x="236" y="37"/>
                        <a:pt x="236" y="37"/>
                        <a:pt x="236" y="38"/>
                      </a:cubicBezTo>
                      <a:cubicBezTo>
                        <a:pt x="236" y="38"/>
                        <a:pt x="236" y="38"/>
                        <a:pt x="236" y="37"/>
                      </a:cubicBezTo>
                      <a:cubicBezTo>
                        <a:pt x="236" y="37"/>
                        <a:pt x="235" y="38"/>
                        <a:pt x="235" y="38"/>
                      </a:cubicBezTo>
                      <a:cubicBezTo>
                        <a:pt x="235" y="38"/>
                        <a:pt x="235" y="38"/>
                        <a:pt x="235" y="38"/>
                      </a:cubicBezTo>
                      <a:cubicBezTo>
                        <a:pt x="235" y="38"/>
                        <a:pt x="235" y="38"/>
                        <a:pt x="235" y="38"/>
                      </a:cubicBezTo>
                      <a:cubicBezTo>
                        <a:pt x="235" y="38"/>
                        <a:pt x="235" y="38"/>
                        <a:pt x="235" y="38"/>
                      </a:cubicBezTo>
                      <a:cubicBezTo>
                        <a:pt x="235" y="38"/>
                        <a:pt x="234" y="38"/>
                        <a:pt x="234" y="38"/>
                      </a:cubicBezTo>
                      <a:cubicBezTo>
                        <a:pt x="234" y="38"/>
                        <a:pt x="234" y="38"/>
                        <a:pt x="234" y="38"/>
                      </a:cubicBezTo>
                      <a:cubicBezTo>
                        <a:pt x="234" y="38"/>
                        <a:pt x="234" y="38"/>
                        <a:pt x="234" y="38"/>
                      </a:cubicBezTo>
                      <a:cubicBezTo>
                        <a:pt x="234" y="38"/>
                        <a:pt x="234" y="38"/>
                        <a:pt x="233" y="38"/>
                      </a:cubicBezTo>
                      <a:cubicBezTo>
                        <a:pt x="233" y="38"/>
                        <a:pt x="233" y="38"/>
                        <a:pt x="233" y="38"/>
                      </a:cubicBezTo>
                      <a:cubicBezTo>
                        <a:pt x="233" y="38"/>
                        <a:pt x="233" y="38"/>
                        <a:pt x="233" y="38"/>
                      </a:cubicBezTo>
                      <a:cubicBezTo>
                        <a:pt x="233" y="38"/>
                        <a:pt x="233" y="38"/>
                        <a:pt x="233" y="38"/>
                      </a:cubicBezTo>
                      <a:cubicBezTo>
                        <a:pt x="233" y="38"/>
                        <a:pt x="233" y="38"/>
                        <a:pt x="233" y="38"/>
                      </a:cubicBezTo>
                      <a:cubicBezTo>
                        <a:pt x="233" y="38"/>
                        <a:pt x="233" y="38"/>
                        <a:pt x="233" y="38"/>
                      </a:cubicBezTo>
                      <a:cubicBezTo>
                        <a:pt x="233" y="38"/>
                        <a:pt x="233" y="38"/>
                        <a:pt x="233" y="38"/>
                      </a:cubicBezTo>
                      <a:cubicBezTo>
                        <a:pt x="233" y="38"/>
                        <a:pt x="233" y="38"/>
                        <a:pt x="233" y="38"/>
                      </a:cubicBezTo>
                      <a:cubicBezTo>
                        <a:pt x="233" y="38"/>
                        <a:pt x="233" y="38"/>
                        <a:pt x="233" y="38"/>
                      </a:cubicBezTo>
                      <a:cubicBezTo>
                        <a:pt x="233" y="38"/>
                        <a:pt x="233" y="38"/>
                        <a:pt x="233" y="38"/>
                      </a:cubicBezTo>
                      <a:cubicBezTo>
                        <a:pt x="233" y="38"/>
                        <a:pt x="233" y="38"/>
                        <a:pt x="233" y="38"/>
                      </a:cubicBezTo>
                      <a:cubicBezTo>
                        <a:pt x="233" y="38"/>
                        <a:pt x="234" y="38"/>
                        <a:pt x="234" y="38"/>
                      </a:cubicBezTo>
                      <a:cubicBezTo>
                        <a:pt x="234" y="38"/>
                        <a:pt x="234" y="38"/>
                        <a:pt x="234" y="38"/>
                      </a:cubicBezTo>
                      <a:cubicBezTo>
                        <a:pt x="234" y="38"/>
                        <a:pt x="234" y="38"/>
                        <a:pt x="234" y="38"/>
                      </a:cubicBezTo>
                      <a:cubicBezTo>
                        <a:pt x="234" y="38"/>
                        <a:pt x="234" y="39"/>
                        <a:pt x="234" y="39"/>
                      </a:cubicBezTo>
                      <a:cubicBezTo>
                        <a:pt x="234" y="39"/>
                        <a:pt x="234" y="39"/>
                        <a:pt x="234" y="39"/>
                      </a:cubicBezTo>
                      <a:cubicBezTo>
                        <a:pt x="234" y="39"/>
                        <a:pt x="233" y="39"/>
                        <a:pt x="233" y="39"/>
                      </a:cubicBezTo>
                      <a:cubicBezTo>
                        <a:pt x="233" y="39"/>
                        <a:pt x="233" y="39"/>
                        <a:pt x="233" y="39"/>
                      </a:cubicBezTo>
                      <a:cubicBezTo>
                        <a:pt x="233" y="39"/>
                        <a:pt x="233" y="39"/>
                        <a:pt x="233" y="39"/>
                      </a:cubicBezTo>
                      <a:cubicBezTo>
                        <a:pt x="233" y="39"/>
                        <a:pt x="233" y="39"/>
                        <a:pt x="233" y="39"/>
                      </a:cubicBezTo>
                      <a:cubicBezTo>
                        <a:pt x="233" y="39"/>
                        <a:pt x="232" y="39"/>
                        <a:pt x="232" y="39"/>
                      </a:cubicBezTo>
                      <a:cubicBezTo>
                        <a:pt x="232" y="39"/>
                        <a:pt x="233" y="39"/>
                        <a:pt x="233" y="39"/>
                      </a:cubicBezTo>
                      <a:cubicBezTo>
                        <a:pt x="233" y="39"/>
                        <a:pt x="233" y="39"/>
                        <a:pt x="233" y="39"/>
                      </a:cubicBezTo>
                      <a:cubicBezTo>
                        <a:pt x="233" y="39"/>
                        <a:pt x="233" y="39"/>
                        <a:pt x="233" y="39"/>
                      </a:cubicBezTo>
                      <a:cubicBezTo>
                        <a:pt x="233" y="39"/>
                        <a:pt x="233" y="39"/>
                        <a:pt x="233" y="39"/>
                      </a:cubicBezTo>
                      <a:cubicBezTo>
                        <a:pt x="234" y="39"/>
                        <a:pt x="234" y="39"/>
                        <a:pt x="234" y="39"/>
                      </a:cubicBezTo>
                      <a:cubicBezTo>
                        <a:pt x="234" y="39"/>
                        <a:pt x="234" y="39"/>
                        <a:pt x="234" y="39"/>
                      </a:cubicBezTo>
                      <a:cubicBezTo>
                        <a:pt x="234" y="39"/>
                        <a:pt x="234" y="39"/>
                        <a:pt x="234" y="39"/>
                      </a:cubicBezTo>
                      <a:cubicBezTo>
                        <a:pt x="234" y="39"/>
                        <a:pt x="234" y="39"/>
                        <a:pt x="234" y="39"/>
                      </a:cubicBezTo>
                      <a:cubicBezTo>
                        <a:pt x="234" y="39"/>
                        <a:pt x="234" y="39"/>
                        <a:pt x="234" y="39"/>
                      </a:cubicBezTo>
                      <a:cubicBezTo>
                        <a:pt x="234" y="39"/>
                        <a:pt x="234" y="39"/>
                        <a:pt x="234" y="39"/>
                      </a:cubicBezTo>
                      <a:cubicBezTo>
                        <a:pt x="234" y="39"/>
                        <a:pt x="234" y="40"/>
                        <a:pt x="234" y="40"/>
                      </a:cubicBezTo>
                      <a:cubicBezTo>
                        <a:pt x="234" y="40"/>
                        <a:pt x="234" y="40"/>
                        <a:pt x="234" y="40"/>
                      </a:cubicBezTo>
                      <a:cubicBezTo>
                        <a:pt x="234" y="40"/>
                        <a:pt x="234" y="40"/>
                        <a:pt x="234" y="40"/>
                      </a:cubicBezTo>
                      <a:close/>
                      <a:moveTo>
                        <a:pt x="234" y="43"/>
                      </a:moveTo>
                      <a:cubicBezTo>
                        <a:pt x="234" y="43"/>
                        <a:pt x="234" y="43"/>
                        <a:pt x="234" y="43"/>
                      </a:cubicBezTo>
                      <a:cubicBezTo>
                        <a:pt x="234" y="43"/>
                        <a:pt x="235" y="43"/>
                        <a:pt x="235" y="43"/>
                      </a:cubicBezTo>
                      <a:cubicBezTo>
                        <a:pt x="235" y="43"/>
                        <a:pt x="235" y="43"/>
                        <a:pt x="236" y="43"/>
                      </a:cubicBezTo>
                      <a:cubicBezTo>
                        <a:pt x="236" y="43"/>
                        <a:pt x="236" y="43"/>
                        <a:pt x="236" y="43"/>
                      </a:cubicBezTo>
                      <a:cubicBezTo>
                        <a:pt x="236" y="43"/>
                        <a:pt x="236" y="43"/>
                        <a:pt x="236" y="43"/>
                      </a:cubicBezTo>
                      <a:cubicBezTo>
                        <a:pt x="237" y="43"/>
                        <a:pt x="237" y="43"/>
                        <a:pt x="237" y="43"/>
                      </a:cubicBezTo>
                      <a:cubicBezTo>
                        <a:pt x="237" y="43"/>
                        <a:pt x="237" y="43"/>
                        <a:pt x="237" y="43"/>
                      </a:cubicBezTo>
                      <a:cubicBezTo>
                        <a:pt x="237" y="43"/>
                        <a:pt x="237" y="43"/>
                        <a:pt x="237" y="43"/>
                      </a:cubicBezTo>
                      <a:cubicBezTo>
                        <a:pt x="237" y="43"/>
                        <a:pt x="237" y="43"/>
                        <a:pt x="237" y="43"/>
                      </a:cubicBezTo>
                      <a:cubicBezTo>
                        <a:pt x="237" y="43"/>
                        <a:pt x="236" y="42"/>
                        <a:pt x="236" y="43"/>
                      </a:cubicBezTo>
                      <a:cubicBezTo>
                        <a:pt x="236" y="43"/>
                        <a:pt x="236" y="43"/>
                        <a:pt x="236" y="43"/>
                      </a:cubicBezTo>
                      <a:cubicBezTo>
                        <a:pt x="236" y="43"/>
                        <a:pt x="236" y="43"/>
                        <a:pt x="236" y="43"/>
                      </a:cubicBezTo>
                      <a:cubicBezTo>
                        <a:pt x="236" y="43"/>
                        <a:pt x="236" y="43"/>
                        <a:pt x="236" y="43"/>
                      </a:cubicBezTo>
                      <a:cubicBezTo>
                        <a:pt x="236" y="43"/>
                        <a:pt x="236" y="43"/>
                        <a:pt x="236" y="43"/>
                      </a:cubicBezTo>
                      <a:cubicBezTo>
                        <a:pt x="236" y="43"/>
                        <a:pt x="236" y="43"/>
                        <a:pt x="236" y="43"/>
                      </a:cubicBezTo>
                      <a:cubicBezTo>
                        <a:pt x="236" y="43"/>
                        <a:pt x="236" y="43"/>
                        <a:pt x="236" y="43"/>
                      </a:cubicBezTo>
                      <a:cubicBezTo>
                        <a:pt x="236" y="43"/>
                        <a:pt x="236" y="43"/>
                        <a:pt x="236" y="43"/>
                      </a:cubicBezTo>
                      <a:cubicBezTo>
                        <a:pt x="236" y="43"/>
                        <a:pt x="235" y="43"/>
                        <a:pt x="235" y="43"/>
                      </a:cubicBezTo>
                      <a:cubicBezTo>
                        <a:pt x="235" y="43"/>
                        <a:pt x="235" y="43"/>
                        <a:pt x="235" y="43"/>
                      </a:cubicBezTo>
                      <a:cubicBezTo>
                        <a:pt x="235" y="43"/>
                        <a:pt x="235" y="43"/>
                        <a:pt x="235" y="43"/>
                      </a:cubicBezTo>
                      <a:cubicBezTo>
                        <a:pt x="235" y="43"/>
                        <a:pt x="235" y="43"/>
                        <a:pt x="235" y="43"/>
                      </a:cubicBezTo>
                      <a:cubicBezTo>
                        <a:pt x="235" y="43"/>
                        <a:pt x="235" y="43"/>
                        <a:pt x="235" y="43"/>
                      </a:cubicBezTo>
                      <a:cubicBezTo>
                        <a:pt x="235" y="43"/>
                        <a:pt x="235" y="43"/>
                        <a:pt x="235" y="43"/>
                      </a:cubicBezTo>
                      <a:cubicBezTo>
                        <a:pt x="235" y="43"/>
                        <a:pt x="235" y="43"/>
                        <a:pt x="234" y="43"/>
                      </a:cubicBezTo>
                      <a:cubicBezTo>
                        <a:pt x="234" y="43"/>
                        <a:pt x="234" y="43"/>
                        <a:pt x="234" y="43"/>
                      </a:cubicBezTo>
                      <a:cubicBezTo>
                        <a:pt x="234" y="43"/>
                        <a:pt x="234" y="43"/>
                        <a:pt x="234" y="43"/>
                      </a:cubicBezTo>
                      <a:cubicBezTo>
                        <a:pt x="234" y="43"/>
                        <a:pt x="234" y="43"/>
                        <a:pt x="234" y="43"/>
                      </a:cubicBezTo>
                      <a:cubicBezTo>
                        <a:pt x="234" y="43"/>
                        <a:pt x="234" y="43"/>
                        <a:pt x="234" y="43"/>
                      </a:cubicBezTo>
                      <a:cubicBezTo>
                        <a:pt x="234" y="43"/>
                        <a:pt x="234" y="43"/>
                        <a:pt x="234" y="43"/>
                      </a:cubicBezTo>
                      <a:cubicBezTo>
                        <a:pt x="234" y="43"/>
                        <a:pt x="234" y="43"/>
                        <a:pt x="234" y="43"/>
                      </a:cubicBezTo>
                      <a:cubicBezTo>
                        <a:pt x="234" y="43"/>
                        <a:pt x="234" y="43"/>
                        <a:pt x="234" y="43"/>
                      </a:cubicBezTo>
                      <a:cubicBezTo>
                        <a:pt x="234" y="43"/>
                        <a:pt x="234" y="43"/>
                        <a:pt x="234" y="43"/>
                      </a:cubicBezTo>
                      <a:cubicBezTo>
                        <a:pt x="234" y="43"/>
                        <a:pt x="234" y="43"/>
                        <a:pt x="234" y="43"/>
                      </a:cubicBezTo>
                      <a:close/>
                      <a:moveTo>
                        <a:pt x="236" y="45"/>
                      </a:moveTo>
                      <a:cubicBezTo>
                        <a:pt x="236" y="45"/>
                        <a:pt x="236" y="45"/>
                        <a:pt x="236" y="45"/>
                      </a:cubicBezTo>
                      <a:cubicBezTo>
                        <a:pt x="236" y="46"/>
                        <a:pt x="236" y="46"/>
                        <a:pt x="236" y="46"/>
                      </a:cubicBezTo>
                      <a:cubicBezTo>
                        <a:pt x="236" y="46"/>
                        <a:pt x="236" y="46"/>
                        <a:pt x="236" y="46"/>
                      </a:cubicBezTo>
                      <a:cubicBezTo>
                        <a:pt x="236" y="46"/>
                        <a:pt x="236" y="46"/>
                        <a:pt x="237" y="46"/>
                      </a:cubicBezTo>
                      <a:cubicBezTo>
                        <a:pt x="237" y="46"/>
                        <a:pt x="237" y="46"/>
                        <a:pt x="237" y="46"/>
                      </a:cubicBezTo>
                      <a:cubicBezTo>
                        <a:pt x="237" y="46"/>
                        <a:pt x="237" y="46"/>
                        <a:pt x="237" y="46"/>
                      </a:cubicBezTo>
                      <a:cubicBezTo>
                        <a:pt x="237" y="46"/>
                        <a:pt x="237" y="46"/>
                        <a:pt x="237" y="46"/>
                      </a:cubicBezTo>
                      <a:cubicBezTo>
                        <a:pt x="237" y="46"/>
                        <a:pt x="237" y="46"/>
                        <a:pt x="237" y="46"/>
                      </a:cubicBezTo>
                      <a:cubicBezTo>
                        <a:pt x="237" y="46"/>
                        <a:pt x="237" y="46"/>
                        <a:pt x="237" y="46"/>
                      </a:cubicBezTo>
                      <a:cubicBezTo>
                        <a:pt x="238" y="46"/>
                        <a:pt x="238" y="46"/>
                        <a:pt x="238" y="46"/>
                      </a:cubicBezTo>
                      <a:cubicBezTo>
                        <a:pt x="238" y="46"/>
                        <a:pt x="238" y="46"/>
                        <a:pt x="238" y="46"/>
                      </a:cubicBezTo>
                      <a:cubicBezTo>
                        <a:pt x="238" y="46"/>
                        <a:pt x="238" y="46"/>
                        <a:pt x="238" y="46"/>
                      </a:cubicBezTo>
                      <a:cubicBezTo>
                        <a:pt x="238" y="45"/>
                        <a:pt x="238" y="45"/>
                        <a:pt x="238" y="45"/>
                      </a:cubicBezTo>
                      <a:cubicBezTo>
                        <a:pt x="238" y="45"/>
                        <a:pt x="238" y="44"/>
                        <a:pt x="238" y="44"/>
                      </a:cubicBezTo>
                      <a:cubicBezTo>
                        <a:pt x="238" y="44"/>
                        <a:pt x="238" y="44"/>
                        <a:pt x="238" y="44"/>
                      </a:cubicBezTo>
                      <a:cubicBezTo>
                        <a:pt x="238" y="44"/>
                        <a:pt x="238" y="43"/>
                        <a:pt x="238" y="43"/>
                      </a:cubicBezTo>
                      <a:cubicBezTo>
                        <a:pt x="238" y="43"/>
                        <a:pt x="238" y="43"/>
                        <a:pt x="237" y="43"/>
                      </a:cubicBezTo>
                      <a:cubicBezTo>
                        <a:pt x="237" y="44"/>
                        <a:pt x="237" y="44"/>
                        <a:pt x="237" y="44"/>
                      </a:cubicBezTo>
                      <a:cubicBezTo>
                        <a:pt x="237" y="43"/>
                        <a:pt x="237" y="43"/>
                        <a:pt x="237" y="43"/>
                      </a:cubicBezTo>
                      <a:cubicBezTo>
                        <a:pt x="237" y="43"/>
                        <a:pt x="237" y="43"/>
                        <a:pt x="237" y="43"/>
                      </a:cubicBezTo>
                      <a:cubicBezTo>
                        <a:pt x="237" y="43"/>
                        <a:pt x="237" y="43"/>
                        <a:pt x="236" y="43"/>
                      </a:cubicBezTo>
                      <a:cubicBezTo>
                        <a:pt x="236" y="43"/>
                        <a:pt x="236" y="43"/>
                        <a:pt x="236" y="43"/>
                      </a:cubicBezTo>
                      <a:cubicBezTo>
                        <a:pt x="236" y="43"/>
                        <a:pt x="236" y="44"/>
                        <a:pt x="236" y="44"/>
                      </a:cubicBezTo>
                      <a:cubicBezTo>
                        <a:pt x="236" y="44"/>
                        <a:pt x="236" y="44"/>
                        <a:pt x="236" y="44"/>
                      </a:cubicBezTo>
                      <a:cubicBezTo>
                        <a:pt x="235" y="44"/>
                        <a:pt x="235" y="44"/>
                        <a:pt x="235" y="44"/>
                      </a:cubicBezTo>
                      <a:cubicBezTo>
                        <a:pt x="235" y="44"/>
                        <a:pt x="235" y="44"/>
                        <a:pt x="235" y="44"/>
                      </a:cubicBezTo>
                      <a:cubicBezTo>
                        <a:pt x="235" y="44"/>
                        <a:pt x="235" y="44"/>
                        <a:pt x="236" y="44"/>
                      </a:cubicBezTo>
                      <a:cubicBezTo>
                        <a:pt x="236" y="44"/>
                        <a:pt x="236" y="45"/>
                        <a:pt x="235" y="45"/>
                      </a:cubicBezTo>
                      <a:cubicBezTo>
                        <a:pt x="235" y="45"/>
                        <a:pt x="235" y="45"/>
                        <a:pt x="235" y="45"/>
                      </a:cubicBezTo>
                      <a:cubicBezTo>
                        <a:pt x="235" y="45"/>
                        <a:pt x="236" y="45"/>
                        <a:pt x="236" y="45"/>
                      </a:cubicBezTo>
                      <a:close/>
                      <a:moveTo>
                        <a:pt x="255" y="54"/>
                      </a:moveTo>
                      <a:cubicBezTo>
                        <a:pt x="255" y="54"/>
                        <a:pt x="255" y="54"/>
                        <a:pt x="255" y="54"/>
                      </a:cubicBezTo>
                      <a:cubicBezTo>
                        <a:pt x="255" y="54"/>
                        <a:pt x="255" y="54"/>
                        <a:pt x="255" y="54"/>
                      </a:cubicBezTo>
                      <a:cubicBezTo>
                        <a:pt x="255" y="54"/>
                        <a:pt x="255" y="54"/>
                        <a:pt x="255" y="54"/>
                      </a:cubicBezTo>
                      <a:cubicBezTo>
                        <a:pt x="255" y="54"/>
                        <a:pt x="255" y="54"/>
                        <a:pt x="255" y="54"/>
                      </a:cubicBezTo>
                      <a:cubicBezTo>
                        <a:pt x="255" y="54"/>
                        <a:pt x="255" y="54"/>
                        <a:pt x="255" y="54"/>
                      </a:cubicBezTo>
                      <a:cubicBezTo>
                        <a:pt x="255" y="54"/>
                        <a:pt x="255" y="54"/>
                        <a:pt x="255" y="54"/>
                      </a:cubicBezTo>
                      <a:cubicBezTo>
                        <a:pt x="255" y="54"/>
                        <a:pt x="255" y="54"/>
                        <a:pt x="255" y="54"/>
                      </a:cubicBezTo>
                      <a:cubicBezTo>
                        <a:pt x="255" y="54"/>
                        <a:pt x="255" y="54"/>
                        <a:pt x="255" y="54"/>
                      </a:cubicBezTo>
                      <a:cubicBezTo>
                        <a:pt x="255" y="54"/>
                        <a:pt x="254" y="54"/>
                        <a:pt x="254" y="54"/>
                      </a:cubicBezTo>
                      <a:cubicBezTo>
                        <a:pt x="254" y="54"/>
                        <a:pt x="255" y="54"/>
                        <a:pt x="255" y="54"/>
                      </a:cubicBezTo>
                      <a:close/>
                      <a:moveTo>
                        <a:pt x="257" y="52"/>
                      </a:moveTo>
                      <a:cubicBezTo>
                        <a:pt x="257" y="52"/>
                        <a:pt x="257" y="52"/>
                        <a:pt x="256" y="52"/>
                      </a:cubicBezTo>
                      <a:cubicBezTo>
                        <a:pt x="256" y="52"/>
                        <a:pt x="256" y="52"/>
                        <a:pt x="256" y="53"/>
                      </a:cubicBezTo>
                      <a:cubicBezTo>
                        <a:pt x="256" y="53"/>
                        <a:pt x="256" y="53"/>
                        <a:pt x="256" y="53"/>
                      </a:cubicBezTo>
                      <a:cubicBezTo>
                        <a:pt x="257" y="53"/>
                        <a:pt x="257" y="53"/>
                        <a:pt x="257" y="53"/>
                      </a:cubicBezTo>
                      <a:cubicBezTo>
                        <a:pt x="257" y="53"/>
                        <a:pt x="257" y="53"/>
                        <a:pt x="257" y="53"/>
                      </a:cubicBezTo>
                      <a:cubicBezTo>
                        <a:pt x="257" y="53"/>
                        <a:pt x="257" y="53"/>
                        <a:pt x="257" y="53"/>
                      </a:cubicBezTo>
                      <a:cubicBezTo>
                        <a:pt x="257" y="53"/>
                        <a:pt x="257" y="52"/>
                        <a:pt x="257" y="52"/>
                      </a:cubicBezTo>
                      <a:cubicBezTo>
                        <a:pt x="257" y="52"/>
                        <a:pt x="257" y="52"/>
                        <a:pt x="257" y="52"/>
                      </a:cubicBezTo>
                      <a:cubicBezTo>
                        <a:pt x="257" y="52"/>
                        <a:pt x="257" y="52"/>
                        <a:pt x="257" y="52"/>
                      </a:cubicBezTo>
                      <a:cubicBezTo>
                        <a:pt x="257" y="52"/>
                        <a:pt x="257" y="52"/>
                        <a:pt x="257" y="52"/>
                      </a:cubicBezTo>
                      <a:cubicBezTo>
                        <a:pt x="257" y="52"/>
                        <a:pt x="257" y="52"/>
                        <a:pt x="257" y="52"/>
                      </a:cubicBezTo>
                      <a:close/>
                      <a:moveTo>
                        <a:pt x="253" y="65"/>
                      </a:moveTo>
                      <a:cubicBezTo>
                        <a:pt x="253" y="65"/>
                        <a:pt x="253" y="65"/>
                        <a:pt x="253" y="66"/>
                      </a:cubicBezTo>
                      <a:cubicBezTo>
                        <a:pt x="254" y="66"/>
                        <a:pt x="254" y="66"/>
                        <a:pt x="254" y="66"/>
                      </a:cubicBezTo>
                      <a:cubicBezTo>
                        <a:pt x="254" y="66"/>
                        <a:pt x="254" y="66"/>
                        <a:pt x="254" y="66"/>
                      </a:cubicBezTo>
                      <a:cubicBezTo>
                        <a:pt x="254" y="66"/>
                        <a:pt x="254" y="66"/>
                        <a:pt x="254" y="66"/>
                      </a:cubicBezTo>
                      <a:cubicBezTo>
                        <a:pt x="255" y="66"/>
                        <a:pt x="255" y="66"/>
                        <a:pt x="255" y="66"/>
                      </a:cubicBezTo>
                      <a:cubicBezTo>
                        <a:pt x="255" y="66"/>
                        <a:pt x="255" y="66"/>
                        <a:pt x="255" y="66"/>
                      </a:cubicBezTo>
                      <a:cubicBezTo>
                        <a:pt x="255" y="66"/>
                        <a:pt x="255" y="66"/>
                        <a:pt x="255" y="66"/>
                      </a:cubicBezTo>
                      <a:cubicBezTo>
                        <a:pt x="255" y="66"/>
                        <a:pt x="255" y="66"/>
                        <a:pt x="255" y="66"/>
                      </a:cubicBezTo>
                      <a:cubicBezTo>
                        <a:pt x="255" y="66"/>
                        <a:pt x="255" y="66"/>
                        <a:pt x="255" y="66"/>
                      </a:cubicBezTo>
                      <a:cubicBezTo>
                        <a:pt x="255" y="66"/>
                        <a:pt x="254" y="66"/>
                        <a:pt x="254" y="66"/>
                      </a:cubicBezTo>
                      <a:cubicBezTo>
                        <a:pt x="254" y="66"/>
                        <a:pt x="254" y="66"/>
                        <a:pt x="254" y="66"/>
                      </a:cubicBezTo>
                      <a:cubicBezTo>
                        <a:pt x="254" y="66"/>
                        <a:pt x="254" y="65"/>
                        <a:pt x="254" y="65"/>
                      </a:cubicBezTo>
                      <a:cubicBezTo>
                        <a:pt x="254" y="65"/>
                        <a:pt x="254" y="65"/>
                        <a:pt x="254" y="65"/>
                      </a:cubicBezTo>
                      <a:cubicBezTo>
                        <a:pt x="254" y="65"/>
                        <a:pt x="253" y="65"/>
                        <a:pt x="253" y="65"/>
                      </a:cubicBezTo>
                      <a:close/>
                      <a:moveTo>
                        <a:pt x="266" y="63"/>
                      </a:moveTo>
                      <a:cubicBezTo>
                        <a:pt x="264" y="62"/>
                        <a:pt x="264" y="62"/>
                        <a:pt x="264" y="62"/>
                      </a:cubicBezTo>
                      <a:cubicBezTo>
                        <a:pt x="262" y="61"/>
                        <a:pt x="262" y="61"/>
                        <a:pt x="262" y="61"/>
                      </a:cubicBezTo>
                      <a:cubicBezTo>
                        <a:pt x="262" y="61"/>
                        <a:pt x="262" y="61"/>
                        <a:pt x="262" y="61"/>
                      </a:cubicBezTo>
                      <a:cubicBezTo>
                        <a:pt x="263" y="60"/>
                        <a:pt x="263" y="60"/>
                        <a:pt x="263" y="60"/>
                      </a:cubicBezTo>
                      <a:cubicBezTo>
                        <a:pt x="263" y="60"/>
                        <a:pt x="263" y="60"/>
                        <a:pt x="263" y="60"/>
                      </a:cubicBezTo>
                      <a:cubicBezTo>
                        <a:pt x="263" y="60"/>
                        <a:pt x="263" y="60"/>
                        <a:pt x="263" y="60"/>
                      </a:cubicBezTo>
                      <a:cubicBezTo>
                        <a:pt x="262" y="54"/>
                        <a:pt x="262" y="54"/>
                        <a:pt x="262" y="54"/>
                      </a:cubicBezTo>
                      <a:cubicBezTo>
                        <a:pt x="262" y="54"/>
                        <a:pt x="262" y="54"/>
                        <a:pt x="262" y="54"/>
                      </a:cubicBezTo>
                      <a:cubicBezTo>
                        <a:pt x="262" y="54"/>
                        <a:pt x="262" y="54"/>
                        <a:pt x="262" y="54"/>
                      </a:cubicBezTo>
                      <a:cubicBezTo>
                        <a:pt x="262" y="54"/>
                        <a:pt x="261" y="54"/>
                        <a:pt x="261" y="54"/>
                      </a:cubicBezTo>
                      <a:cubicBezTo>
                        <a:pt x="261" y="54"/>
                        <a:pt x="261" y="54"/>
                        <a:pt x="261" y="54"/>
                      </a:cubicBezTo>
                      <a:cubicBezTo>
                        <a:pt x="261" y="55"/>
                        <a:pt x="261" y="55"/>
                        <a:pt x="261" y="55"/>
                      </a:cubicBezTo>
                      <a:cubicBezTo>
                        <a:pt x="261" y="55"/>
                        <a:pt x="261" y="55"/>
                        <a:pt x="261" y="55"/>
                      </a:cubicBezTo>
                      <a:cubicBezTo>
                        <a:pt x="261" y="55"/>
                        <a:pt x="261" y="55"/>
                        <a:pt x="261" y="56"/>
                      </a:cubicBezTo>
                      <a:cubicBezTo>
                        <a:pt x="261" y="56"/>
                        <a:pt x="261" y="56"/>
                        <a:pt x="261" y="56"/>
                      </a:cubicBezTo>
                      <a:cubicBezTo>
                        <a:pt x="261" y="56"/>
                        <a:pt x="261" y="57"/>
                        <a:pt x="261" y="57"/>
                      </a:cubicBezTo>
                      <a:cubicBezTo>
                        <a:pt x="261" y="57"/>
                        <a:pt x="261" y="57"/>
                        <a:pt x="261" y="57"/>
                      </a:cubicBezTo>
                      <a:cubicBezTo>
                        <a:pt x="261" y="57"/>
                        <a:pt x="261" y="56"/>
                        <a:pt x="261" y="56"/>
                      </a:cubicBezTo>
                      <a:cubicBezTo>
                        <a:pt x="261" y="56"/>
                        <a:pt x="261" y="56"/>
                        <a:pt x="261" y="56"/>
                      </a:cubicBezTo>
                      <a:cubicBezTo>
                        <a:pt x="261" y="56"/>
                        <a:pt x="261" y="56"/>
                        <a:pt x="260" y="55"/>
                      </a:cubicBezTo>
                      <a:cubicBezTo>
                        <a:pt x="260" y="55"/>
                        <a:pt x="260" y="55"/>
                        <a:pt x="260" y="55"/>
                      </a:cubicBezTo>
                      <a:cubicBezTo>
                        <a:pt x="260" y="55"/>
                        <a:pt x="260" y="55"/>
                        <a:pt x="260" y="55"/>
                      </a:cubicBezTo>
                      <a:cubicBezTo>
                        <a:pt x="260" y="55"/>
                        <a:pt x="260" y="55"/>
                        <a:pt x="260" y="55"/>
                      </a:cubicBezTo>
                      <a:cubicBezTo>
                        <a:pt x="260" y="55"/>
                        <a:pt x="260" y="54"/>
                        <a:pt x="260" y="54"/>
                      </a:cubicBezTo>
                      <a:cubicBezTo>
                        <a:pt x="260" y="54"/>
                        <a:pt x="260" y="54"/>
                        <a:pt x="260" y="54"/>
                      </a:cubicBezTo>
                      <a:cubicBezTo>
                        <a:pt x="260" y="54"/>
                        <a:pt x="260" y="54"/>
                        <a:pt x="260" y="54"/>
                      </a:cubicBezTo>
                      <a:cubicBezTo>
                        <a:pt x="260" y="54"/>
                        <a:pt x="260" y="54"/>
                        <a:pt x="259" y="54"/>
                      </a:cubicBezTo>
                      <a:cubicBezTo>
                        <a:pt x="259" y="54"/>
                        <a:pt x="259" y="54"/>
                        <a:pt x="259" y="53"/>
                      </a:cubicBezTo>
                      <a:cubicBezTo>
                        <a:pt x="259" y="53"/>
                        <a:pt x="259" y="53"/>
                        <a:pt x="259" y="53"/>
                      </a:cubicBezTo>
                      <a:cubicBezTo>
                        <a:pt x="259" y="53"/>
                        <a:pt x="259" y="53"/>
                        <a:pt x="259" y="53"/>
                      </a:cubicBezTo>
                      <a:cubicBezTo>
                        <a:pt x="259" y="52"/>
                        <a:pt x="259" y="52"/>
                        <a:pt x="259" y="52"/>
                      </a:cubicBezTo>
                      <a:cubicBezTo>
                        <a:pt x="259" y="52"/>
                        <a:pt x="259" y="52"/>
                        <a:pt x="259" y="52"/>
                      </a:cubicBezTo>
                      <a:cubicBezTo>
                        <a:pt x="258" y="52"/>
                        <a:pt x="258" y="51"/>
                        <a:pt x="259" y="51"/>
                      </a:cubicBezTo>
                      <a:cubicBezTo>
                        <a:pt x="259" y="51"/>
                        <a:pt x="259" y="51"/>
                        <a:pt x="259" y="51"/>
                      </a:cubicBezTo>
                      <a:cubicBezTo>
                        <a:pt x="259" y="50"/>
                        <a:pt x="259" y="50"/>
                        <a:pt x="259" y="50"/>
                      </a:cubicBezTo>
                      <a:cubicBezTo>
                        <a:pt x="259" y="50"/>
                        <a:pt x="258" y="50"/>
                        <a:pt x="258" y="50"/>
                      </a:cubicBezTo>
                      <a:cubicBezTo>
                        <a:pt x="258" y="50"/>
                        <a:pt x="258" y="49"/>
                        <a:pt x="258" y="49"/>
                      </a:cubicBezTo>
                      <a:cubicBezTo>
                        <a:pt x="258" y="49"/>
                        <a:pt x="258" y="49"/>
                        <a:pt x="258" y="49"/>
                      </a:cubicBezTo>
                      <a:cubicBezTo>
                        <a:pt x="258" y="49"/>
                        <a:pt x="258" y="49"/>
                        <a:pt x="258" y="49"/>
                      </a:cubicBezTo>
                      <a:cubicBezTo>
                        <a:pt x="258" y="49"/>
                        <a:pt x="258" y="49"/>
                        <a:pt x="258" y="48"/>
                      </a:cubicBezTo>
                      <a:cubicBezTo>
                        <a:pt x="258" y="48"/>
                        <a:pt x="258" y="48"/>
                        <a:pt x="258" y="48"/>
                      </a:cubicBezTo>
                      <a:cubicBezTo>
                        <a:pt x="259" y="48"/>
                        <a:pt x="259" y="48"/>
                        <a:pt x="259" y="48"/>
                      </a:cubicBezTo>
                      <a:cubicBezTo>
                        <a:pt x="259" y="48"/>
                        <a:pt x="259" y="48"/>
                        <a:pt x="259" y="48"/>
                      </a:cubicBezTo>
                      <a:cubicBezTo>
                        <a:pt x="259" y="48"/>
                        <a:pt x="259" y="48"/>
                        <a:pt x="259" y="48"/>
                      </a:cubicBezTo>
                      <a:cubicBezTo>
                        <a:pt x="259" y="48"/>
                        <a:pt x="259" y="48"/>
                        <a:pt x="259" y="48"/>
                      </a:cubicBezTo>
                      <a:cubicBezTo>
                        <a:pt x="259" y="48"/>
                        <a:pt x="259" y="48"/>
                        <a:pt x="259" y="48"/>
                      </a:cubicBezTo>
                      <a:cubicBezTo>
                        <a:pt x="259" y="48"/>
                        <a:pt x="259" y="48"/>
                        <a:pt x="259" y="47"/>
                      </a:cubicBezTo>
                      <a:cubicBezTo>
                        <a:pt x="259" y="47"/>
                        <a:pt x="259" y="47"/>
                        <a:pt x="259" y="47"/>
                      </a:cubicBezTo>
                      <a:cubicBezTo>
                        <a:pt x="259" y="47"/>
                        <a:pt x="259" y="47"/>
                        <a:pt x="259" y="47"/>
                      </a:cubicBezTo>
                      <a:cubicBezTo>
                        <a:pt x="259" y="47"/>
                        <a:pt x="259" y="47"/>
                        <a:pt x="259" y="46"/>
                      </a:cubicBezTo>
                      <a:cubicBezTo>
                        <a:pt x="260" y="46"/>
                        <a:pt x="260" y="46"/>
                        <a:pt x="260" y="46"/>
                      </a:cubicBezTo>
                      <a:cubicBezTo>
                        <a:pt x="260" y="46"/>
                        <a:pt x="259" y="46"/>
                        <a:pt x="259" y="46"/>
                      </a:cubicBezTo>
                      <a:cubicBezTo>
                        <a:pt x="259" y="46"/>
                        <a:pt x="259" y="46"/>
                        <a:pt x="259" y="46"/>
                      </a:cubicBezTo>
                      <a:cubicBezTo>
                        <a:pt x="259" y="46"/>
                        <a:pt x="259" y="46"/>
                        <a:pt x="259" y="46"/>
                      </a:cubicBezTo>
                      <a:cubicBezTo>
                        <a:pt x="259" y="45"/>
                        <a:pt x="259" y="45"/>
                        <a:pt x="259" y="45"/>
                      </a:cubicBezTo>
                      <a:cubicBezTo>
                        <a:pt x="259" y="45"/>
                        <a:pt x="259" y="45"/>
                        <a:pt x="259" y="45"/>
                      </a:cubicBezTo>
                      <a:cubicBezTo>
                        <a:pt x="259" y="45"/>
                        <a:pt x="259" y="45"/>
                        <a:pt x="258" y="45"/>
                      </a:cubicBezTo>
                      <a:cubicBezTo>
                        <a:pt x="258" y="45"/>
                        <a:pt x="258" y="45"/>
                        <a:pt x="258" y="44"/>
                      </a:cubicBezTo>
                      <a:cubicBezTo>
                        <a:pt x="258" y="44"/>
                        <a:pt x="258" y="44"/>
                        <a:pt x="258" y="44"/>
                      </a:cubicBezTo>
                      <a:cubicBezTo>
                        <a:pt x="258" y="44"/>
                        <a:pt x="258" y="44"/>
                        <a:pt x="258" y="44"/>
                      </a:cubicBezTo>
                      <a:cubicBezTo>
                        <a:pt x="258" y="44"/>
                        <a:pt x="258" y="44"/>
                        <a:pt x="258" y="44"/>
                      </a:cubicBezTo>
                      <a:cubicBezTo>
                        <a:pt x="258" y="44"/>
                        <a:pt x="258" y="44"/>
                        <a:pt x="258" y="43"/>
                      </a:cubicBezTo>
                      <a:cubicBezTo>
                        <a:pt x="258" y="43"/>
                        <a:pt x="258" y="43"/>
                        <a:pt x="258" y="43"/>
                      </a:cubicBezTo>
                      <a:cubicBezTo>
                        <a:pt x="258" y="43"/>
                        <a:pt x="258" y="43"/>
                        <a:pt x="258" y="43"/>
                      </a:cubicBezTo>
                      <a:cubicBezTo>
                        <a:pt x="258" y="43"/>
                        <a:pt x="259" y="43"/>
                        <a:pt x="259" y="43"/>
                      </a:cubicBezTo>
                      <a:cubicBezTo>
                        <a:pt x="259" y="43"/>
                        <a:pt x="258" y="43"/>
                        <a:pt x="258" y="43"/>
                      </a:cubicBezTo>
                      <a:cubicBezTo>
                        <a:pt x="258" y="43"/>
                        <a:pt x="258" y="43"/>
                        <a:pt x="258" y="42"/>
                      </a:cubicBezTo>
                      <a:cubicBezTo>
                        <a:pt x="258" y="42"/>
                        <a:pt x="258" y="42"/>
                        <a:pt x="258" y="42"/>
                      </a:cubicBezTo>
                      <a:cubicBezTo>
                        <a:pt x="258" y="42"/>
                        <a:pt x="258" y="42"/>
                        <a:pt x="258" y="42"/>
                      </a:cubicBezTo>
                      <a:cubicBezTo>
                        <a:pt x="257" y="42"/>
                        <a:pt x="257" y="42"/>
                        <a:pt x="257" y="42"/>
                      </a:cubicBezTo>
                      <a:cubicBezTo>
                        <a:pt x="257" y="42"/>
                        <a:pt x="257" y="42"/>
                        <a:pt x="257" y="42"/>
                      </a:cubicBezTo>
                      <a:cubicBezTo>
                        <a:pt x="256" y="42"/>
                        <a:pt x="256" y="42"/>
                        <a:pt x="256" y="42"/>
                      </a:cubicBezTo>
                      <a:cubicBezTo>
                        <a:pt x="256" y="42"/>
                        <a:pt x="256" y="42"/>
                        <a:pt x="256" y="42"/>
                      </a:cubicBezTo>
                      <a:cubicBezTo>
                        <a:pt x="256" y="42"/>
                        <a:pt x="256" y="42"/>
                        <a:pt x="255" y="42"/>
                      </a:cubicBezTo>
                      <a:cubicBezTo>
                        <a:pt x="255" y="42"/>
                        <a:pt x="255" y="42"/>
                        <a:pt x="255" y="42"/>
                      </a:cubicBezTo>
                      <a:cubicBezTo>
                        <a:pt x="255" y="42"/>
                        <a:pt x="255" y="42"/>
                        <a:pt x="255" y="42"/>
                      </a:cubicBezTo>
                      <a:cubicBezTo>
                        <a:pt x="255" y="42"/>
                        <a:pt x="255" y="42"/>
                        <a:pt x="255" y="42"/>
                      </a:cubicBezTo>
                      <a:cubicBezTo>
                        <a:pt x="255" y="42"/>
                        <a:pt x="255" y="42"/>
                        <a:pt x="255" y="42"/>
                      </a:cubicBezTo>
                      <a:cubicBezTo>
                        <a:pt x="254" y="42"/>
                        <a:pt x="254" y="42"/>
                        <a:pt x="254" y="42"/>
                      </a:cubicBezTo>
                      <a:cubicBezTo>
                        <a:pt x="253" y="42"/>
                        <a:pt x="253" y="42"/>
                        <a:pt x="253" y="42"/>
                      </a:cubicBezTo>
                      <a:cubicBezTo>
                        <a:pt x="253" y="42"/>
                        <a:pt x="253" y="42"/>
                        <a:pt x="253" y="41"/>
                      </a:cubicBezTo>
                      <a:cubicBezTo>
                        <a:pt x="253" y="41"/>
                        <a:pt x="253" y="41"/>
                        <a:pt x="252" y="41"/>
                      </a:cubicBezTo>
                      <a:cubicBezTo>
                        <a:pt x="252" y="41"/>
                        <a:pt x="252" y="41"/>
                        <a:pt x="252" y="41"/>
                      </a:cubicBezTo>
                      <a:cubicBezTo>
                        <a:pt x="252" y="41"/>
                        <a:pt x="252" y="41"/>
                        <a:pt x="252" y="41"/>
                      </a:cubicBezTo>
                      <a:cubicBezTo>
                        <a:pt x="252" y="41"/>
                        <a:pt x="252" y="41"/>
                        <a:pt x="252" y="41"/>
                      </a:cubicBezTo>
                      <a:cubicBezTo>
                        <a:pt x="252" y="41"/>
                        <a:pt x="252" y="41"/>
                        <a:pt x="252" y="41"/>
                      </a:cubicBezTo>
                      <a:cubicBezTo>
                        <a:pt x="252" y="41"/>
                        <a:pt x="252" y="41"/>
                        <a:pt x="252" y="41"/>
                      </a:cubicBezTo>
                      <a:cubicBezTo>
                        <a:pt x="252" y="41"/>
                        <a:pt x="252" y="41"/>
                        <a:pt x="252" y="41"/>
                      </a:cubicBezTo>
                      <a:cubicBezTo>
                        <a:pt x="251" y="41"/>
                        <a:pt x="251" y="41"/>
                        <a:pt x="251" y="41"/>
                      </a:cubicBezTo>
                      <a:cubicBezTo>
                        <a:pt x="251" y="41"/>
                        <a:pt x="251" y="41"/>
                        <a:pt x="251" y="41"/>
                      </a:cubicBezTo>
                      <a:cubicBezTo>
                        <a:pt x="251" y="41"/>
                        <a:pt x="251" y="41"/>
                        <a:pt x="251" y="41"/>
                      </a:cubicBezTo>
                      <a:cubicBezTo>
                        <a:pt x="251" y="41"/>
                        <a:pt x="251" y="40"/>
                        <a:pt x="251" y="40"/>
                      </a:cubicBezTo>
                      <a:cubicBezTo>
                        <a:pt x="251" y="40"/>
                        <a:pt x="251" y="40"/>
                        <a:pt x="250" y="40"/>
                      </a:cubicBezTo>
                      <a:cubicBezTo>
                        <a:pt x="250" y="40"/>
                        <a:pt x="250" y="40"/>
                        <a:pt x="250" y="40"/>
                      </a:cubicBezTo>
                      <a:cubicBezTo>
                        <a:pt x="250" y="40"/>
                        <a:pt x="250" y="40"/>
                        <a:pt x="249" y="40"/>
                      </a:cubicBezTo>
                      <a:cubicBezTo>
                        <a:pt x="249" y="40"/>
                        <a:pt x="249" y="40"/>
                        <a:pt x="249" y="40"/>
                      </a:cubicBezTo>
                      <a:cubicBezTo>
                        <a:pt x="249" y="40"/>
                        <a:pt x="249" y="40"/>
                        <a:pt x="249" y="40"/>
                      </a:cubicBezTo>
                      <a:cubicBezTo>
                        <a:pt x="248" y="40"/>
                        <a:pt x="248" y="40"/>
                        <a:pt x="248" y="40"/>
                      </a:cubicBezTo>
                      <a:cubicBezTo>
                        <a:pt x="248" y="40"/>
                        <a:pt x="248" y="40"/>
                        <a:pt x="248" y="40"/>
                      </a:cubicBezTo>
                      <a:cubicBezTo>
                        <a:pt x="248" y="40"/>
                        <a:pt x="248" y="40"/>
                        <a:pt x="247" y="40"/>
                      </a:cubicBezTo>
                      <a:cubicBezTo>
                        <a:pt x="247" y="40"/>
                        <a:pt x="247" y="40"/>
                        <a:pt x="247" y="40"/>
                      </a:cubicBezTo>
                      <a:cubicBezTo>
                        <a:pt x="247" y="40"/>
                        <a:pt x="246" y="40"/>
                        <a:pt x="246" y="40"/>
                      </a:cubicBezTo>
                      <a:cubicBezTo>
                        <a:pt x="246" y="40"/>
                        <a:pt x="246" y="40"/>
                        <a:pt x="246" y="40"/>
                      </a:cubicBezTo>
                      <a:cubicBezTo>
                        <a:pt x="246" y="40"/>
                        <a:pt x="246" y="40"/>
                        <a:pt x="246" y="40"/>
                      </a:cubicBezTo>
                      <a:cubicBezTo>
                        <a:pt x="245" y="40"/>
                        <a:pt x="245" y="40"/>
                        <a:pt x="245" y="40"/>
                      </a:cubicBezTo>
                      <a:cubicBezTo>
                        <a:pt x="245" y="40"/>
                        <a:pt x="245" y="41"/>
                        <a:pt x="245" y="41"/>
                      </a:cubicBezTo>
                      <a:cubicBezTo>
                        <a:pt x="245" y="41"/>
                        <a:pt x="245" y="41"/>
                        <a:pt x="245" y="41"/>
                      </a:cubicBezTo>
                      <a:cubicBezTo>
                        <a:pt x="244" y="41"/>
                        <a:pt x="244" y="41"/>
                        <a:pt x="244" y="41"/>
                      </a:cubicBezTo>
                      <a:cubicBezTo>
                        <a:pt x="244" y="41"/>
                        <a:pt x="244" y="42"/>
                        <a:pt x="243" y="42"/>
                      </a:cubicBezTo>
                      <a:cubicBezTo>
                        <a:pt x="243" y="42"/>
                        <a:pt x="243" y="42"/>
                        <a:pt x="243" y="42"/>
                      </a:cubicBezTo>
                      <a:cubicBezTo>
                        <a:pt x="243" y="42"/>
                        <a:pt x="242" y="42"/>
                        <a:pt x="242" y="42"/>
                      </a:cubicBezTo>
                      <a:cubicBezTo>
                        <a:pt x="242" y="42"/>
                        <a:pt x="242" y="42"/>
                        <a:pt x="242" y="42"/>
                      </a:cubicBezTo>
                      <a:cubicBezTo>
                        <a:pt x="242" y="42"/>
                        <a:pt x="241" y="42"/>
                        <a:pt x="241" y="42"/>
                      </a:cubicBezTo>
                      <a:cubicBezTo>
                        <a:pt x="241" y="43"/>
                        <a:pt x="241" y="43"/>
                        <a:pt x="241" y="42"/>
                      </a:cubicBezTo>
                      <a:cubicBezTo>
                        <a:pt x="241" y="42"/>
                        <a:pt x="241" y="42"/>
                        <a:pt x="241" y="42"/>
                      </a:cubicBezTo>
                      <a:cubicBezTo>
                        <a:pt x="241" y="42"/>
                        <a:pt x="241" y="42"/>
                        <a:pt x="241" y="42"/>
                      </a:cubicBezTo>
                      <a:cubicBezTo>
                        <a:pt x="241" y="42"/>
                        <a:pt x="240" y="42"/>
                        <a:pt x="240" y="43"/>
                      </a:cubicBezTo>
                      <a:cubicBezTo>
                        <a:pt x="240" y="43"/>
                        <a:pt x="240" y="43"/>
                        <a:pt x="240" y="43"/>
                      </a:cubicBezTo>
                      <a:cubicBezTo>
                        <a:pt x="239" y="43"/>
                        <a:pt x="239" y="43"/>
                        <a:pt x="239" y="43"/>
                      </a:cubicBezTo>
                      <a:cubicBezTo>
                        <a:pt x="239" y="43"/>
                        <a:pt x="239" y="43"/>
                        <a:pt x="239" y="43"/>
                      </a:cubicBezTo>
                      <a:cubicBezTo>
                        <a:pt x="239" y="43"/>
                        <a:pt x="239" y="43"/>
                        <a:pt x="239" y="43"/>
                      </a:cubicBezTo>
                      <a:cubicBezTo>
                        <a:pt x="239" y="44"/>
                        <a:pt x="239" y="44"/>
                        <a:pt x="239" y="44"/>
                      </a:cubicBezTo>
                      <a:cubicBezTo>
                        <a:pt x="239" y="44"/>
                        <a:pt x="239" y="44"/>
                        <a:pt x="239" y="44"/>
                      </a:cubicBezTo>
                      <a:cubicBezTo>
                        <a:pt x="239" y="44"/>
                        <a:pt x="239" y="44"/>
                        <a:pt x="239" y="45"/>
                      </a:cubicBezTo>
                      <a:cubicBezTo>
                        <a:pt x="239" y="45"/>
                        <a:pt x="239" y="45"/>
                        <a:pt x="239" y="45"/>
                      </a:cubicBezTo>
                      <a:cubicBezTo>
                        <a:pt x="239" y="45"/>
                        <a:pt x="239" y="45"/>
                        <a:pt x="239" y="45"/>
                      </a:cubicBezTo>
                      <a:cubicBezTo>
                        <a:pt x="239" y="45"/>
                        <a:pt x="239" y="45"/>
                        <a:pt x="239" y="45"/>
                      </a:cubicBezTo>
                      <a:cubicBezTo>
                        <a:pt x="239" y="45"/>
                        <a:pt x="239" y="45"/>
                        <a:pt x="239" y="45"/>
                      </a:cubicBezTo>
                      <a:cubicBezTo>
                        <a:pt x="239" y="46"/>
                        <a:pt x="239" y="46"/>
                        <a:pt x="238" y="46"/>
                      </a:cubicBezTo>
                      <a:cubicBezTo>
                        <a:pt x="238" y="46"/>
                        <a:pt x="238" y="46"/>
                        <a:pt x="238" y="46"/>
                      </a:cubicBezTo>
                      <a:cubicBezTo>
                        <a:pt x="238" y="46"/>
                        <a:pt x="238" y="46"/>
                        <a:pt x="238" y="46"/>
                      </a:cubicBezTo>
                      <a:cubicBezTo>
                        <a:pt x="238" y="46"/>
                        <a:pt x="238" y="46"/>
                        <a:pt x="238" y="46"/>
                      </a:cubicBezTo>
                      <a:cubicBezTo>
                        <a:pt x="238" y="46"/>
                        <a:pt x="238" y="46"/>
                        <a:pt x="237" y="47"/>
                      </a:cubicBezTo>
                      <a:cubicBezTo>
                        <a:pt x="237" y="47"/>
                        <a:pt x="237" y="47"/>
                        <a:pt x="237" y="47"/>
                      </a:cubicBezTo>
                      <a:cubicBezTo>
                        <a:pt x="237" y="47"/>
                        <a:pt x="237" y="47"/>
                        <a:pt x="237" y="47"/>
                      </a:cubicBezTo>
                      <a:cubicBezTo>
                        <a:pt x="237" y="47"/>
                        <a:pt x="237" y="47"/>
                        <a:pt x="237" y="47"/>
                      </a:cubicBezTo>
                      <a:cubicBezTo>
                        <a:pt x="237" y="47"/>
                        <a:pt x="237" y="47"/>
                        <a:pt x="237" y="47"/>
                      </a:cubicBezTo>
                      <a:cubicBezTo>
                        <a:pt x="237" y="47"/>
                        <a:pt x="237" y="47"/>
                        <a:pt x="237" y="47"/>
                      </a:cubicBezTo>
                      <a:cubicBezTo>
                        <a:pt x="238" y="47"/>
                        <a:pt x="238" y="47"/>
                        <a:pt x="238" y="47"/>
                      </a:cubicBezTo>
                      <a:cubicBezTo>
                        <a:pt x="238" y="47"/>
                        <a:pt x="238" y="47"/>
                        <a:pt x="239" y="47"/>
                      </a:cubicBezTo>
                      <a:cubicBezTo>
                        <a:pt x="239" y="47"/>
                        <a:pt x="239" y="47"/>
                        <a:pt x="239" y="47"/>
                      </a:cubicBezTo>
                      <a:cubicBezTo>
                        <a:pt x="239" y="48"/>
                        <a:pt x="239" y="48"/>
                        <a:pt x="239" y="48"/>
                      </a:cubicBezTo>
                      <a:cubicBezTo>
                        <a:pt x="239" y="48"/>
                        <a:pt x="239" y="47"/>
                        <a:pt x="240" y="47"/>
                      </a:cubicBezTo>
                      <a:cubicBezTo>
                        <a:pt x="240" y="47"/>
                        <a:pt x="240" y="47"/>
                        <a:pt x="240" y="47"/>
                      </a:cubicBezTo>
                      <a:cubicBezTo>
                        <a:pt x="240" y="47"/>
                        <a:pt x="240" y="47"/>
                        <a:pt x="240" y="47"/>
                      </a:cubicBezTo>
                      <a:cubicBezTo>
                        <a:pt x="240" y="47"/>
                        <a:pt x="240" y="47"/>
                        <a:pt x="240" y="47"/>
                      </a:cubicBezTo>
                      <a:cubicBezTo>
                        <a:pt x="240" y="47"/>
                        <a:pt x="240" y="47"/>
                        <a:pt x="240" y="47"/>
                      </a:cubicBezTo>
                      <a:cubicBezTo>
                        <a:pt x="240" y="47"/>
                        <a:pt x="240" y="47"/>
                        <a:pt x="240" y="47"/>
                      </a:cubicBezTo>
                      <a:cubicBezTo>
                        <a:pt x="240" y="47"/>
                        <a:pt x="240" y="47"/>
                        <a:pt x="240" y="47"/>
                      </a:cubicBezTo>
                      <a:cubicBezTo>
                        <a:pt x="240" y="47"/>
                        <a:pt x="240" y="47"/>
                        <a:pt x="240" y="47"/>
                      </a:cubicBezTo>
                      <a:cubicBezTo>
                        <a:pt x="240" y="47"/>
                        <a:pt x="240" y="47"/>
                        <a:pt x="240" y="47"/>
                      </a:cubicBezTo>
                      <a:cubicBezTo>
                        <a:pt x="240" y="47"/>
                        <a:pt x="240" y="47"/>
                        <a:pt x="240" y="47"/>
                      </a:cubicBezTo>
                      <a:cubicBezTo>
                        <a:pt x="240" y="47"/>
                        <a:pt x="240" y="47"/>
                        <a:pt x="240" y="47"/>
                      </a:cubicBezTo>
                      <a:cubicBezTo>
                        <a:pt x="240" y="47"/>
                        <a:pt x="241" y="47"/>
                        <a:pt x="241" y="47"/>
                      </a:cubicBezTo>
                      <a:cubicBezTo>
                        <a:pt x="241" y="47"/>
                        <a:pt x="241" y="47"/>
                        <a:pt x="241" y="47"/>
                      </a:cubicBezTo>
                      <a:cubicBezTo>
                        <a:pt x="241" y="47"/>
                        <a:pt x="241" y="47"/>
                        <a:pt x="241" y="47"/>
                      </a:cubicBezTo>
                      <a:cubicBezTo>
                        <a:pt x="241" y="47"/>
                        <a:pt x="241" y="47"/>
                        <a:pt x="241" y="47"/>
                      </a:cubicBezTo>
                      <a:cubicBezTo>
                        <a:pt x="241" y="47"/>
                        <a:pt x="241" y="47"/>
                        <a:pt x="241" y="47"/>
                      </a:cubicBezTo>
                      <a:cubicBezTo>
                        <a:pt x="241" y="47"/>
                        <a:pt x="241" y="47"/>
                        <a:pt x="241" y="47"/>
                      </a:cubicBezTo>
                      <a:cubicBezTo>
                        <a:pt x="241" y="47"/>
                        <a:pt x="241" y="47"/>
                        <a:pt x="241" y="47"/>
                      </a:cubicBezTo>
                      <a:cubicBezTo>
                        <a:pt x="241" y="47"/>
                        <a:pt x="241" y="47"/>
                        <a:pt x="241" y="47"/>
                      </a:cubicBezTo>
                      <a:cubicBezTo>
                        <a:pt x="241" y="47"/>
                        <a:pt x="241" y="47"/>
                        <a:pt x="241" y="47"/>
                      </a:cubicBezTo>
                      <a:cubicBezTo>
                        <a:pt x="241" y="47"/>
                        <a:pt x="241" y="47"/>
                        <a:pt x="241" y="47"/>
                      </a:cubicBezTo>
                      <a:cubicBezTo>
                        <a:pt x="241" y="47"/>
                        <a:pt x="241" y="47"/>
                        <a:pt x="242" y="47"/>
                      </a:cubicBezTo>
                      <a:cubicBezTo>
                        <a:pt x="242" y="47"/>
                        <a:pt x="242" y="47"/>
                        <a:pt x="242" y="47"/>
                      </a:cubicBezTo>
                      <a:cubicBezTo>
                        <a:pt x="242" y="47"/>
                        <a:pt x="242" y="47"/>
                        <a:pt x="242" y="47"/>
                      </a:cubicBezTo>
                      <a:cubicBezTo>
                        <a:pt x="242" y="47"/>
                        <a:pt x="242" y="47"/>
                        <a:pt x="242" y="47"/>
                      </a:cubicBezTo>
                      <a:cubicBezTo>
                        <a:pt x="242" y="47"/>
                        <a:pt x="242" y="47"/>
                        <a:pt x="242" y="47"/>
                      </a:cubicBezTo>
                      <a:cubicBezTo>
                        <a:pt x="242" y="47"/>
                        <a:pt x="242" y="47"/>
                        <a:pt x="242" y="47"/>
                      </a:cubicBezTo>
                      <a:cubicBezTo>
                        <a:pt x="242" y="47"/>
                        <a:pt x="242" y="47"/>
                        <a:pt x="242" y="47"/>
                      </a:cubicBezTo>
                      <a:cubicBezTo>
                        <a:pt x="242" y="47"/>
                        <a:pt x="242" y="47"/>
                        <a:pt x="242" y="47"/>
                      </a:cubicBezTo>
                      <a:cubicBezTo>
                        <a:pt x="242" y="48"/>
                        <a:pt x="242" y="48"/>
                        <a:pt x="242" y="48"/>
                      </a:cubicBezTo>
                      <a:cubicBezTo>
                        <a:pt x="242" y="48"/>
                        <a:pt x="242" y="48"/>
                        <a:pt x="242" y="48"/>
                      </a:cubicBezTo>
                      <a:cubicBezTo>
                        <a:pt x="242" y="48"/>
                        <a:pt x="242" y="48"/>
                        <a:pt x="242" y="48"/>
                      </a:cubicBezTo>
                      <a:cubicBezTo>
                        <a:pt x="242" y="48"/>
                        <a:pt x="242" y="47"/>
                        <a:pt x="242" y="47"/>
                      </a:cubicBezTo>
                      <a:cubicBezTo>
                        <a:pt x="243" y="47"/>
                        <a:pt x="242" y="47"/>
                        <a:pt x="243" y="47"/>
                      </a:cubicBezTo>
                      <a:cubicBezTo>
                        <a:pt x="243" y="47"/>
                        <a:pt x="243" y="47"/>
                        <a:pt x="243" y="47"/>
                      </a:cubicBezTo>
                      <a:cubicBezTo>
                        <a:pt x="243" y="47"/>
                        <a:pt x="243" y="47"/>
                        <a:pt x="243" y="48"/>
                      </a:cubicBezTo>
                      <a:cubicBezTo>
                        <a:pt x="243" y="48"/>
                        <a:pt x="242" y="48"/>
                        <a:pt x="242" y="48"/>
                      </a:cubicBezTo>
                      <a:cubicBezTo>
                        <a:pt x="242" y="48"/>
                        <a:pt x="242" y="48"/>
                        <a:pt x="242" y="48"/>
                      </a:cubicBezTo>
                      <a:cubicBezTo>
                        <a:pt x="242" y="48"/>
                        <a:pt x="242" y="48"/>
                        <a:pt x="242" y="48"/>
                      </a:cubicBezTo>
                      <a:cubicBezTo>
                        <a:pt x="243" y="48"/>
                        <a:pt x="243" y="48"/>
                        <a:pt x="243" y="48"/>
                      </a:cubicBezTo>
                      <a:cubicBezTo>
                        <a:pt x="243" y="48"/>
                        <a:pt x="243" y="48"/>
                        <a:pt x="243" y="48"/>
                      </a:cubicBezTo>
                      <a:cubicBezTo>
                        <a:pt x="243" y="48"/>
                        <a:pt x="243" y="48"/>
                        <a:pt x="243" y="48"/>
                      </a:cubicBezTo>
                      <a:cubicBezTo>
                        <a:pt x="243" y="48"/>
                        <a:pt x="243" y="48"/>
                        <a:pt x="243" y="48"/>
                      </a:cubicBezTo>
                      <a:cubicBezTo>
                        <a:pt x="243" y="48"/>
                        <a:pt x="243" y="48"/>
                        <a:pt x="243" y="48"/>
                      </a:cubicBezTo>
                      <a:cubicBezTo>
                        <a:pt x="243" y="48"/>
                        <a:pt x="243" y="48"/>
                        <a:pt x="243" y="48"/>
                      </a:cubicBezTo>
                      <a:cubicBezTo>
                        <a:pt x="243" y="48"/>
                        <a:pt x="244" y="48"/>
                        <a:pt x="244" y="48"/>
                      </a:cubicBezTo>
                      <a:cubicBezTo>
                        <a:pt x="244" y="48"/>
                        <a:pt x="244" y="48"/>
                        <a:pt x="244" y="48"/>
                      </a:cubicBezTo>
                      <a:cubicBezTo>
                        <a:pt x="244" y="48"/>
                        <a:pt x="244" y="48"/>
                        <a:pt x="244" y="48"/>
                      </a:cubicBezTo>
                      <a:cubicBezTo>
                        <a:pt x="244" y="48"/>
                        <a:pt x="244" y="48"/>
                        <a:pt x="244" y="48"/>
                      </a:cubicBezTo>
                      <a:cubicBezTo>
                        <a:pt x="244" y="48"/>
                        <a:pt x="244" y="48"/>
                        <a:pt x="244" y="47"/>
                      </a:cubicBezTo>
                      <a:cubicBezTo>
                        <a:pt x="244" y="47"/>
                        <a:pt x="244" y="47"/>
                        <a:pt x="244" y="47"/>
                      </a:cubicBezTo>
                      <a:cubicBezTo>
                        <a:pt x="244" y="47"/>
                        <a:pt x="244" y="47"/>
                        <a:pt x="244" y="47"/>
                      </a:cubicBezTo>
                      <a:cubicBezTo>
                        <a:pt x="244" y="47"/>
                        <a:pt x="244" y="47"/>
                        <a:pt x="244" y="47"/>
                      </a:cubicBezTo>
                      <a:cubicBezTo>
                        <a:pt x="244" y="47"/>
                        <a:pt x="244" y="47"/>
                        <a:pt x="244" y="47"/>
                      </a:cubicBezTo>
                      <a:cubicBezTo>
                        <a:pt x="244" y="48"/>
                        <a:pt x="244" y="48"/>
                        <a:pt x="244" y="48"/>
                      </a:cubicBezTo>
                      <a:cubicBezTo>
                        <a:pt x="244" y="48"/>
                        <a:pt x="244" y="48"/>
                        <a:pt x="244" y="48"/>
                      </a:cubicBezTo>
                      <a:cubicBezTo>
                        <a:pt x="244" y="48"/>
                        <a:pt x="244" y="48"/>
                        <a:pt x="244" y="48"/>
                      </a:cubicBezTo>
                      <a:cubicBezTo>
                        <a:pt x="244" y="48"/>
                        <a:pt x="244" y="48"/>
                        <a:pt x="244" y="48"/>
                      </a:cubicBezTo>
                      <a:cubicBezTo>
                        <a:pt x="244" y="48"/>
                        <a:pt x="243" y="48"/>
                        <a:pt x="244" y="49"/>
                      </a:cubicBezTo>
                      <a:cubicBezTo>
                        <a:pt x="244" y="49"/>
                        <a:pt x="244" y="49"/>
                        <a:pt x="244" y="49"/>
                      </a:cubicBezTo>
                      <a:cubicBezTo>
                        <a:pt x="244" y="49"/>
                        <a:pt x="244" y="49"/>
                        <a:pt x="244" y="49"/>
                      </a:cubicBezTo>
                      <a:cubicBezTo>
                        <a:pt x="244" y="49"/>
                        <a:pt x="244" y="49"/>
                        <a:pt x="244" y="49"/>
                      </a:cubicBezTo>
                      <a:cubicBezTo>
                        <a:pt x="244" y="49"/>
                        <a:pt x="244" y="49"/>
                        <a:pt x="244" y="49"/>
                      </a:cubicBezTo>
                      <a:cubicBezTo>
                        <a:pt x="244" y="49"/>
                        <a:pt x="244" y="49"/>
                        <a:pt x="244" y="49"/>
                      </a:cubicBezTo>
                      <a:cubicBezTo>
                        <a:pt x="245" y="49"/>
                        <a:pt x="245" y="49"/>
                        <a:pt x="245" y="49"/>
                      </a:cubicBezTo>
                      <a:cubicBezTo>
                        <a:pt x="245" y="49"/>
                        <a:pt x="245" y="48"/>
                        <a:pt x="245" y="48"/>
                      </a:cubicBezTo>
                      <a:cubicBezTo>
                        <a:pt x="245" y="48"/>
                        <a:pt x="245" y="48"/>
                        <a:pt x="245" y="48"/>
                      </a:cubicBezTo>
                      <a:cubicBezTo>
                        <a:pt x="245" y="48"/>
                        <a:pt x="245" y="48"/>
                        <a:pt x="245" y="48"/>
                      </a:cubicBezTo>
                      <a:cubicBezTo>
                        <a:pt x="245" y="48"/>
                        <a:pt x="245" y="48"/>
                        <a:pt x="245" y="49"/>
                      </a:cubicBezTo>
                      <a:cubicBezTo>
                        <a:pt x="245" y="49"/>
                        <a:pt x="245" y="49"/>
                        <a:pt x="245" y="49"/>
                      </a:cubicBezTo>
                      <a:cubicBezTo>
                        <a:pt x="245" y="49"/>
                        <a:pt x="245" y="49"/>
                        <a:pt x="245" y="49"/>
                      </a:cubicBezTo>
                      <a:cubicBezTo>
                        <a:pt x="245" y="49"/>
                        <a:pt x="244" y="49"/>
                        <a:pt x="244" y="49"/>
                      </a:cubicBezTo>
                      <a:cubicBezTo>
                        <a:pt x="245" y="49"/>
                        <a:pt x="245" y="49"/>
                        <a:pt x="245" y="49"/>
                      </a:cubicBezTo>
                      <a:cubicBezTo>
                        <a:pt x="245" y="49"/>
                        <a:pt x="245" y="49"/>
                        <a:pt x="245" y="49"/>
                      </a:cubicBezTo>
                      <a:cubicBezTo>
                        <a:pt x="244" y="49"/>
                        <a:pt x="244" y="49"/>
                        <a:pt x="244" y="49"/>
                      </a:cubicBezTo>
                      <a:cubicBezTo>
                        <a:pt x="244" y="49"/>
                        <a:pt x="244" y="49"/>
                        <a:pt x="244" y="50"/>
                      </a:cubicBezTo>
                      <a:cubicBezTo>
                        <a:pt x="244" y="50"/>
                        <a:pt x="244" y="50"/>
                        <a:pt x="244" y="50"/>
                      </a:cubicBezTo>
                      <a:cubicBezTo>
                        <a:pt x="244" y="50"/>
                        <a:pt x="244" y="50"/>
                        <a:pt x="244" y="50"/>
                      </a:cubicBezTo>
                      <a:cubicBezTo>
                        <a:pt x="244" y="50"/>
                        <a:pt x="244" y="50"/>
                        <a:pt x="244" y="50"/>
                      </a:cubicBezTo>
                      <a:cubicBezTo>
                        <a:pt x="244" y="50"/>
                        <a:pt x="244" y="50"/>
                        <a:pt x="244" y="50"/>
                      </a:cubicBezTo>
                      <a:cubicBezTo>
                        <a:pt x="244" y="50"/>
                        <a:pt x="244" y="50"/>
                        <a:pt x="244" y="50"/>
                      </a:cubicBezTo>
                      <a:cubicBezTo>
                        <a:pt x="244" y="50"/>
                        <a:pt x="244" y="50"/>
                        <a:pt x="244" y="51"/>
                      </a:cubicBezTo>
                      <a:cubicBezTo>
                        <a:pt x="244" y="51"/>
                        <a:pt x="244" y="51"/>
                        <a:pt x="244" y="51"/>
                      </a:cubicBezTo>
                      <a:cubicBezTo>
                        <a:pt x="244" y="51"/>
                        <a:pt x="244" y="51"/>
                        <a:pt x="244" y="51"/>
                      </a:cubicBezTo>
                      <a:cubicBezTo>
                        <a:pt x="244" y="51"/>
                        <a:pt x="245" y="51"/>
                        <a:pt x="245" y="51"/>
                      </a:cubicBezTo>
                      <a:cubicBezTo>
                        <a:pt x="245" y="51"/>
                        <a:pt x="245" y="51"/>
                        <a:pt x="245" y="51"/>
                      </a:cubicBezTo>
                      <a:cubicBezTo>
                        <a:pt x="245" y="51"/>
                        <a:pt x="245" y="51"/>
                        <a:pt x="245" y="51"/>
                      </a:cubicBezTo>
                      <a:cubicBezTo>
                        <a:pt x="245" y="50"/>
                        <a:pt x="245" y="50"/>
                        <a:pt x="245" y="50"/>
                      </a:cubicBezTo>
                      <a:cubicBezTo>
                        <a:pt x="245" y="50"/>
                        <a:pt x="245" y="51"/>
                        <a:pt x="245" y="51"/>
                      </a:cubicBezTo>
                      <a:cubicBezTo>
                        <a:pt x="245" y="51"/>
                        <a:pt x="245" y="51"/>
                        <a:pt x="245" y="51"/>
                      </a:cubicBezTo>
                      <a:cubicBezTo>
                        <a:pt x="245" y="51"/>
                        <a:pt x="245" y="51"/>
                        <a:pt x="245" y="51"/>
                      </a:cubicBezTo>
                      <a:cubicBezTo>
                        <a:pt x="245" y="51"/>
                        <a:pt x="245" y="51"/>
                        <a:pt x="245" y="51"/>
                      </a:cubicBezTo>
                      <a:cubicBezTo>
                        <a:pt x="245" y="51"/>
                        <a:pt x="245" y="51"/>
                        <a:pt x="245" y="51"/>
                      </a:cubicBezTo>
                      <a:cubicBezTo>
                        <a:pt x="245" y="51"/>
                        <a:pt x="245" y="52"/>
                        <a:pt x="245" y="52"/>
                      </a:cubicBezTo>
                      <a:cubicBezTo>
                        <a:pt x="245" y="52"/>
                        <a:pt x="245" y="52"/>
                        <a:pt x="245" y="52"/>
                      </a:cubicBezTo>
                      <a:cubicBezTo>
                        <a:pt x="245" y="52"/>
                        <a:pt x="245" y="52"/>
                        <a:pt x="245" y="52"/>
                      </a:cubicBezTo>
                      <a:cubicBezTo>
                        <a:pt x="245" y="52"/>
                        <a:pt x="246" y="52"/>
                        <a:pt x="246" y="52"/>
                      </a:cubicBezTo>
                      <a:cubicBezTo>
                        <a:pt x="246" y="52"/>
                        <a:pt x="246" y="52"/>
                        <a:pt x="246" y="52"/>
                      </a:cubicBezTo>
                      <a:cubicBezTo>
                        <a:pt x="246" y="52"/>
                        <a:pt x="246" y="52"/>
                        <a:pt x="246" y="52"/>
                      </a:cubicBezTo>
                      <a:cubicBezTo>
                        <a:pt x="246" y="53"/>
                        <a:pt x="246" y="53"/>
                        <a:pt x="246" y="53"/>
                      </a:cubicBezTo>
                      <a:cubicBezTo>
                        <a:pt x="246" y="53"/>
                        <a:pt x="247" y="53"/>
                        <a:pt x="247" y="53"/>
                      </a:cubicBezTo>
                      <a:cubicBezTo>
                        <a:pt x="247" y="53"/>
                        <a:pt x="247" y="53"/>
                        <a:pt x="247" y="53"/>
                      </a:cubicBezTo>
                      <a:cubicBezTo>
                        <a:pt x="247" y="53"/>
                        <a:pt x="247" y="53"/>
                        <a:pt x="247" y="53"/>
                      </a:cubicBezTo>
                      <a:cubicBezTo>
                        <a:pt x="247" y="52"/>
                        <a:pt x="248" y="52"/>
                        <a:pt x="248" y="52"/>
                      </a:cubicBezTo>
                      <a:cubicBezTo>
                        <a:pt x="248" y="52"/>
                        <a:pt x="248" y="52"/>
                        <a:pt x="248" y="52"/>
                      </a:cubicBezTo>
                      <a:cubicBezTo>
                        <a:pt x="248" y="52"/>
                        <a:pt x="248" y="52"/>
                        <a:pt x="248" y="52"/>
                      </a:cubicBezTo>
                      <a:cubicBezTo>
                        <a:pt x="248" y="52"/>
                        <a:pt x="248" y="52"/>
                        <a:pt x="248" y="52"/>
                      </a:cubicBezTo>
                      <a:cubicBezTo>
                        <a:pt x="249" y="53"/>
                        <a:pt x="249" y="53"/>
                        <a:pt x="249" y="53"/>
                      </a:cubicBezTo>
                      <a:cubicBezTo>
                        <a:pt x="249" y="53"/>
                        <a:pt x="249" y="53"/>
                        <a:pt x="249" y="53"/>
                      </a:cubicBezTo>
                      <a:cubicBezTo>
                        <a:pt x="249" y="53"/>
                        <a:pt x="249" y="53"/>
                        <a:pt x="249" y="53"/>
                      </a:cubicBezTo>
                      <a:cubicBezTo>
                        <a:pt x="249" y="53"/>
                        <a:pt x="249" y="53"/>
                        <a:pt x="249" y="53"/>
                      </a:cubicBezTo>
                      <a:cubicBezTo>
                        <a:pt x="249" y="53"/>
                        <a:pt x="249" y="53"/>
                        <a:pt x="249" y="53"/>
                      </a:cubicBezTo>
                      <a:cubicBezTo>
                        <a:pt x="249" y="53"/>
                        <a:pt x="250" y="53"/>
                        <a:pt x="250" y="53"/>
                      </a:cubicBezTo>
                      <a:cubicBezTo>
                        <a:pt x="250" y="53"/>
                        <a:pt x="250" y="53"/>
                        <a:pt x="250" y="53"/>
                      </a:cubicBezTo>
                      <a:cubicBezTo>
                        <a:pt x="250" y="53"/>
                        <a:pt x="250" y="53"/>
                        <a:pt x="251" y="53"/>
                      </a:cubicBezTo>
                      <a:cubicBezTo>
                        <a:pt x="251" y="53"/>
                        <a:pt x="251" y="53"/>
                        <a:pt x="251" y="53"/>
                      </a:cubicBezTo>
                      <a:cubicBezTo>
                        <a:pt x="251" y="53"/>
                        <a:pt x="251" y="53"/>
                        <a:pt x="251" y="53"/>
                      </a:cubicBezTo>
                      <a:cubicBezTo>
                        <a:pt x="251" y="53"/>
                        <a:pt x="251" y="53"/>
                        <a:pt x="251" y="53"/>
                      </a:cubicBezTo>
                      <a:cubicBezTo>
                        <a:pt x="251" y="53"/>
                        <a:pt x="251" y="53"/>
                        <a:pt x="251" y="53"/>
                      </a:cubicBezTo>
                      <a:cubicBezTo>
                        <a:pt x="251" y="53"/>
                        <a:pt x="252" y="52"/>
                        <a:pt x="252" y="52"/>
                      </a:cubicBezTo>
                      <a:cubicBezTo>
                        <a:pt x="252" y="52"/>
                        <a:pt x="252" y="52"/>
                        <a:pt x="252" y="52"/>
                      </a:cubicBezTo>
                      <a:cubicBezTo>
                        <a:pt x="252" y="52"/>
                        <a:pt x="252" y="52"/>
                        <a:pt x="252" y="52"/>
                      </a:cubicBezTo>
                      <a:cubicBezTo>
                        <a:pt x="252" y="52"/>
                        <a:pt x="252" y="52"/>
                        <a:pt x="252" y="52"/>
                      </a:cubicBezTo>
                      <a:cubicBezTo>
                        <a:pt x="252" y="52"/>
                        <a:pt x="252" y="52"/>
                        <a:pt x="253" y="52"/>
                      </a:cubicBezTo>
                      <a:cubicBezTo>
                        <a:pt x="253" y="52"/>
                        <a:pt x="253" y="52"/>
                        <a:pt x="253" y="52"/>
                      </a:cubicBezTo>
                      <a:cubicBezTo>
                        <a:pt x="253" y="52"/>
                        <a:pt x="253" y="52"/>
                        <a:pt x="253" y="52"/>
                      </a:cubicBezTo>
                      <a:cubicBezTo>
                        <a:pt x="253" y="52"/>
                        <a:pt x="253" y="52"/>
                        <a:pt x="253" y="52"/>
                      </a:cubicBezTo>
                      <a:cubicBezTo>
                        <a:pt x="253" y="52"/>
                        <a:pt x="254" y="52"/>
                        <a:pt x="254" y="52"/>
                      </a:cubicBezTo>
                      <a:cubicBezTo>
                        <a:pt x="254" y="52"/>
                        <a:pt x="254" y="52"/>
                        <a:pt x="254" y="52"/>
                      </a:cubicBezTo>
                      <a:cubicBezTo>
                        <a:pt x="254" y="52"/>
                        <a:pt x="254" y="52"/>
                        <a:pt x="254" y="52"/>
                      </a:cubicBezTo>
                      <a:cubicBezTo>
                        <a:pt x="254" y="53"/>
                        <a:pt x="254" y="52"/>
                        <a:pt x="254" y="52"/>
                      </a:cubicBezTo>
                      <a:cubicBezTo>
                        <a:pt x="255" y="52"/>
                        <a:pt x="255" y="52"/>
                        <a:pt x="255" y="52"/>
                      </a:cubicBezTo>
                      <a:cubicBezTo>
                        <a:pt x="255" y="52"/>
                        <a:pt x="255" y="52"/>
                        <a:pt x="255" y="52"/>
                      </a:cubicBezTo>
                      <a:cubicBezTo>
                        <a:pt x="255" y="52"/>
                        <a:pt x="255" y="52"/>
                        <a:pt x="255" y="52"/>
                      </a:cubicBezTo>
                      <a:cubicBezTo>
                        <a:pt x="255" y="52"/>
                        <a:pt x="255" y="52"/>
                        <a:pt x="255" y="52"/>
                      </a:cubicBezTo>
                      <a:cubicBezTo>
                        <a:pt x="255" y="52"/>
                        <a:pt x="255" y="52"/>
                        <a:pt x="255" y="52"/>
                      </a:cubicBezTo>
                      <a:cubicBezTo>
                        <a:pt x="255" y="52"/>
                        <a:pt x="255" y="52"/>
                        <a:pt x="255" y="52"/>
                      </a:cubicBezTo>
                      <a:cubicBezTo>
                        <a:pt x="255" y="52"/>
                        <a:pt x="255" y="52"/>
                        <a:pt x="256" y="52"/>
                      </a:cubicBezTo>
                      <a:cubicBezTo>
                        <a:pt x="256" y="52"/>
                        <a:pt x="256" y="52"/>
                        <a:pt x="256" y="52"/>
                      </a:cubicBezTo>
                      <a:cubicBezTo>
                        <a:pt x="256" y="52"/>
                        <a:pt x="256" y="52"/>
                        <a:pt x="256" y="52"/>
                      </a:cubicBezTo>
                      <a:cubicBezTo>
                        <a:pt x="256" y="52"/>
                        <a:pt x="256" y="52"/>
                        <a:pt x="256" y="52"/>
                      </a:cubicBezTo>
                      <a:cubicBezTo>
                        <a:pt x="256" y="52"/>
                        <a:pt x="256" y="52"/>
                        <a:pt x="256" y="52"/>
                      </a:cubicBezTo>
                      <a:cubicBezTo>
                        <a:pt x="256" y="52"/>
                        <a:pt x="256" y="52"/>
                        <a:pt x="256" y="52"/>
                      </a:cubicBezTo>
                      <a:cubicBezTo>
                        <a:pt x="256" y="52"/>
                        <a:pt x="256" y="52"/>
                        <a:pt x="256" y="52"/>
                      </a:cubicBezTo>
                      <a:cubicBezTo>
                        <a:pt x="256" y="52"/>
                        <a:pt x="256" y="52"/>
                        <a:pt x="256" y="52"/>
                      </a:cubicBezTo>
                      <a:cubicBezTo>
                        <a:pt x="256" y="52"/>
                        <a:pt x="256" y="52"/>
                        <a:pt x="257" y="52"/>
                      </a:cubicBezTo>
                      <a:cubicBezTo>
                        <a:pt x="257" y="52"/>
                        <a:pt x="257" y="52"/>
                        <a:pt x="257" y="52"/>
                      </a:cubicBezTo>
                      <a:cubicBezTo>
                        <a:pt x="257" y="52"/>
                        <a:pt x="257" y="52"/>
                        <a:pt x="257" y="52"/>
                      </a:cubicBezTo>
                      <a:cubicBezTo>
                        <a:pt x="257" y="52"/>
                        <a:pt x="257" y="52"/>
                        <a:pt x="257" y="52"/>
                      </a:cubicBezTo>
                      <a:cubicBezTo>
                        <a:pt x="257" y="52"/>
                        <a:pt x="257" y="52"/>
                        <a:pt x="257" y="52"/>
                      </a:cubicBezTo>
                      <a:cubicBezTo>
                        <a:pt x="257" y="52"/>
                        <a:pt x="257" y="52"/>
                        <a:pt x="257" y="52"/>
                      </a:cubicBezTo>
                      <a:cubicBezTo>
                        <a:pt x="257" y="52"/>
                        <a:pt x="257" y="52"/>
                        <a:pt x="257" y="52"/>
                      </a:cubicBezTo>
                      <a:cubicBezTo>
                        <a:pt x="257" y="52"/>
                        <a:pt x="257" y="52"/>
                        <a:pt x="257" y="52"/>
                      </a:cubicBezTo>
                      <a:cubicBezTo>
                        <a:pt x="257" y="52"/>
                        <a:pt x="258" y="52"/>
                        <a:pt x="258" y="52"/>
                      </a:cubicBezTo>
                      <a:cubicBezTo>
                        <a:pt x="258" y="52"/>
                        <a:pt x="258" y="52"/>
                        <a:pt x="258" y="52"/>
                      </a:cubicBezTo>
                      <a:cubicBezTo>
                        <a:pt x="258" y="52"/>
                        <a:pt x="258" y="52"/>
                        <a:pt x="258" y="52"/>
                      </a:cubicBezTo>
                      <a:cubicBezTo>
                        <a:pt x="258" y="52"/>
                        <a:pt x="258" y="52"/>
                        <a:pt x="258" y="52"/>
                      </a:cubicBezTo>
                      <a:cubicBezTo>
                        <a:pt x="258" y="52"/>
                        <a:pt x="258" y="53"/>
                        <a:pt x="258" y="53"/>
                      </a:cubicBezTo>
                      <a:cubicBezTo>
                        <a:pt x="258" y="53"/>
                        <a:pt x="258" y="53"/>
                        <a:pt x="258" y="53"/>
                      </a:cubicBezTo>
                      <a:cubicBezTo>
                        <a:pt x="257" y="53"/>
                        <a:pt x="257" y="53"/>
                        <a:pt x="257" y="53"/>
                      </a:cubicBezTo>
                      <a:cubicBezTo>
                        <a:pt x="257" y="53"/>
                        <a:pt x="257" y="53"/>
                        <a:pt x="257" y="53"/>
                      </a:cubicBezTo>
                      <a:cubicBezTo>
                        <a:pt x="257" y="53"/>
                        <a:pt x="257" y="53"/>
                        <a:pt x="257" y="53"/>
                      </a:cubicBezTo>
                      <a:cubicBezTo>
                        <a:pt x="257" y="53"/>
                        <a:pt x="257" y="53"/>
                        <a:pt x="257" y="53"/>
                      </a:cubicBezTo>
                      <a:cubicBezTo>
                        <a:pt x="257" y="53"/>
                        <a:pt x="257" y="53"/>
                        <a:pt x="257" y="53"/>
                      </a:cubicBezTo>
                      <a:cubicBezTo>
                        <a:pt x="257" y="53"/>
                        <a:pt x="257" y="53"/>
                        <a:pt x="257" y="53"/>
                      </a:cubicBezTo>
                      <a:cubicBezTo>
                        <a:pt x="258" y="53"/>
                        <a:pt x="258" y="53"/>
                        <a:pt x="258" y="53"/>
                      </a:cubicBezTo>
                      <a:cubicBezTo>
                        <a:pt x="258" y="53"/>
                        <a:pt x="258" y="53"/>
                        <a:pt x="258" y="53"/>
                      </a:cubicBezTo>
                      <a:cubicBezTo>
                        <a:pt x="257" y="53"/>
                        <a:pt x="257" y="53"/>
                        <a:pt x="257" y="53"/>
                      </a:cubicBezTo>
                      <a:cubicBezTo>
                        <a:pt x="257" y="53"/>
                        <a:pt x="257" y="53"/>
                        <a:pt x="257" y="53"/>
                      </a:cubicBezTo>
                      <a:cubicBezTo>
                        <a:pt x="257" y="53"/>
                        <a:pt x="257" y="53"/>
                        <a:pt x="257" y="53"/>
                      </a:cubicBezTo>
                      <a:cubicBezTo>
                        <a:pt x="257" y="53"/>
                        <a:pt x="258" y="53"/>
                        <a:pt x="258" y="54"/>
                      </a:cubicBezTo>
                      <a:cubicBezTo>
                        <a:pt x="258" y="54"/>
                        <a:pt x="258" y="54"/>
                        <a:pt x="258" y="54"/>
                      </a:cubicBezTo>
                      <a:cubicBezTo>
                        <a:pt x="258" y="54"/>
                        <a:pt x="258" y="54"/>
                        <a:pt x="258" y="54"/>
                      </a:cubicBezTo>
                      <a:cubicBezTo>
                        <a:pt x="258" y="54"/>
                        <a:pt x="257" y="54"/>
                        <a:pt x="257" y="54"/>
                      </a:cubicBezTo>
                      <a:cubicBezTo>
                        <a:pt x="257" y="54"/>
                        <a:pt x="257" y="54"/>
                        <a:pt x="257" y="54"/>
                      </a:cubicBezTo>
                      <a:cubicBezTo>
                        <a:pt x="257" y="54"/>
                        <a:pt x="257" y="54"/>
                        <a:pt x="257" y="54"/>
                      </a:cubicBezTo>
                      <a:cubicBezTo>
                        <a:pt x="257" y="54"/>
                        <a:pt x="256" y="54"/>
                        <a:pt x="256" y="54"/>
                      </a:cubicBezTo>
                      <a:cubicBezTo>
                        <a:pt x="256" y="54"/>
                        <a:pt x="256" y="54"/>
                        <a:pt x="256" y="54"/>
                      </a:cubicBezTo>
                      <a:cubicBezTo>
                        <a:pt x="256" y="54"/>
                        <a:pt x="256" y="54"/>
                        <a:pt x="256" y="54"/>
                      </a:cubicBezTo>
                      <a:cubicBezTo>
                        <a:pt x="256" y="54"/>
                        <a:pt x="256" y="54"/>
                        <a:pt x="256" y="54"/>
                      </a:cubicBezTo>
                      <a:cubicBezTo>
                        <a:pt x="256" y="54"/>
                        <a:pt x="256" y="54"/>
                        <a:pt x="257" y="54"/>
                      </a:cubicBezTo>
                      <a:cubicBezTo>
                        <a:pt x="257" y="54"/>
                        <a:pt x="257" y="54"/>
                        <a:pt x="257" y="54"/>
                      </a:cubicBezTo>
                      <a:cubicBezTo>
                        <a:pt x="257" y="54"/>
                        <a:pt x="256" y="54"/>
                        <a:pt x="256" y="54"/>
                      </a:cubicBezTo>
                      <a:cubicBezTo>
                        <a:pt x="256" y="54"/>
                        <a:pt x="257" y="54"/>
                        <a:pt x="257" y="54"/>
                      </a:cubicBezTo>
                      <a:cubicBezTo>
                        <a:pt x="257" y="55"/>
                        <a:pt x="257" y="55"/>
                        <a:pt x="257" y="55"/>
                      </a:cubicBezTo>
                      <a:cubicBezTo>
                        <a:pt x="257" y="55"/>
                        <a:pt x="257" y="55"/>
                        <a:pt x="257" y="55"/>
                      </a:cubicBezTo>
                      <a:cubicBezTo>
                        <a:pt x="257" y="55"/>
                        <a:pt x="256" y="54"/>
                        <a:pt x="256" y="54"/>
                      </a:cubicBezTo>
                      <a:cubicBezTo>
                        <a:pt x="256" y="54"/>
                        <a:pt x="256" y="55"/>
                        <a:pt x="256" y="55"/>
                      </a:cubicBezTo>
                      <a:cubicBezTo>
                        <a:pt x="256" y="55"/>
                        <a:pt x="256" y="55"/>
                        <a:pt x="257" y="55"/>
                      </a:cubicBezTo>
                      <a:cubicBezTo>
                        <a:pt x="257" y="55"/>
                        <a:pt x="257" y="55"/>
                        <a:pt x="257" y="55"/>
                      </a:cubicBezTo>
                      <a:cubicBezTo>
                        <a:pt x="257" y="55"/>
                        <a:pt x="257" y="55"/>
                        <a:pt x="257" y="55"/>
                      </a:cubicBezTo>
                      <a:cubicBezTo>
                        <a:pt x="257" y="55"/>
                        <a:pt x="257" y="55"/>
                        <a:pt x="257" y="55"/>
                      </a:cubicBezTo>
                      <a:cubicBezTo>
                        <a:pt x="257" y="55"/>
                        <a:pt x="257" y="55"/>
                        <a:pt x="257" y="55"/>
                      </a:cubicBezTo>
                      <a:cubicBezTo>
                        <a:pt x="257" y="55"/>
                        <a:pt x="257" y="55"/>
                        <a:pt x="257" y="55"/>
                      </a:cubicBezTo>
                      <a:cubicBezTo>
                        <a:pt x="256" y="55"/>
                        <a:pt x="256" y="55"/>
                        <a:pt x="256" y="55"/>
                      </a:cubicBezTo>
                      <a:cubicBezTo>
                        <a:pt x="256" y="55"/>
                        <a:pt x="256" y="55"/>
                        <a:pt x="256" y="55"/>
                      </a:cubicBezTo>
                      <a:cubicBezTo>
                        <a:pt x="256" y="55"/>
                        <a:pt x="256" y="54"/>
                        <a:pt x="256" y="54"/>
                      </a:cubicBezTo>
                      <a:cubicBezTo>
                        <a:pt x="256" y="54"/>
                        <a:pt x="256" y="54"/>
                        <a:pt x="256" y="54"/>
                      </a:cubicBezTo>
                      <a:cubicBezTo>
                        <a:pt x="256" y="54"/>
                        <a:pt x="256" y="54"/>
                        <a:pt x="256" y="54"/>
                      </a:cubicBezTo>
                      <a:cubicBezTo>
                        <a:pt x="256" y="55"/>
                        <a:pt x="256" y="55"/>
                        <a:pt x="256" y="55"/>
                      </a:cubicBezTo>
                      <a:cubicBezTo>
                        <a:pt x="256" y="55"/>
                        <a:pt x="256" y="55"/>
                        <a:pt x="256" y="55"/>
                      </a:cubicBezTo>
                      <a:cubicBezTo>
                        <a:pt x="256" y="55"/>
                        <a:pt x="256" y="55"/>
                        <a:pt x="256" y="55"/>
                      </a:cubicBezTo>
                      <a:cubicBezTo>
                        <a:pt x="256" y="55"/>
                        <a:pt x="256" y="56"/>
                        <a:pt x="256" y="56"/>
                      </a:cubicBezTo>
                      <a:cubicBezTo>
                        <a:pt x="256" y="56"/>
                        <a:pt x="256" y="56"/>
                        <a:pt x="256" y="56"/>
                      </a:cubicBezTo>
                      <a:cubicBezTo>
                        <a:pt x="256" y="56"/>
                        <a:pt x="256" y="56"/>
                        <a:pt x="256" y="56"/>
                      </a:cubicBezTo>
                      <a:cubicBezTo>
                        <a:pt x="256" y="56"/>
                        <a:pt x="256" y="56"/>
                        <a:pt x="256" y="56"/>
                      </a:cubicBezTo>
                      <a:cubicBezTo>
                        <a:pt x="256" y="55"/>
                        <a:pt x="256" y="55"/>
                        <a:pt x="256" y="55"/>
                      </a:cubicBezTo>
                      <a:cubicBezTo>
                        <a:pt x="256" y="55"/>
                        <a:pt x="256" y="55"/>
                        <a:pt x="256" y="55"/>
                      </a:cubicBezTo>
                      <a:cubicBezTo>
                        <a:pt x="256" y="55"/>
                        <a:pt x="255" y="55"/>
                        <a:pt x="255" y="55"/>
                      </a:cubicBezTo>
                      <a:cubicBezTo>
                        <a:pt x="255" y="55"/>
                        <a:pt x="255" y="55"/>
                        <a:pt x="255" y="55"/>
                      </a:cubicBezTo>
                      <a:cubicBezTo>
                        <a:pt x="255" y="55"/>
                        <a:pt x="255" y="55"/>
                        <a:pt x="255" y="55"/>
                      </a:cubicBezTo>
                      <a:cubicBezTo>
                        <a:pt x="255" y="55"/>
                        <a:pt x="255" y="55"/>
                        <a:pt x="255" y="55"/>
                      </a:cubicBezTo>
                      <a:cubicBezTo>
                        <a:pt x="255" y="55"/>
                        <a:pt x="255" y="55"/>
                        <a:pt x="255" y="55"/>
                      </a:cubicBezTo>
                      <a:cubicBezTo>
                        <a:pt x="255" y="55"/>
                        <a:pt x="255" y="55"/>
                        <a:pt x="255" y="55"/>
                      </a:cubicBezTo>
                      <a:cubicBezTo>
                        <a:pt x="255" y="55"/>
                        <a:pt x="255" y="55"/>
                        <a:pt x="255" y="55"/>
                      </a:cubicBezTo>
                      <a:cubicBezTo>
                        <a:pt x="255" y="55"/>
                        <a:pt x="255" y="55"/>
                        <a:pt x="255" y="55"/>
                      </a:cubicBezTo>
                      <a:cubicBezTo>
                        <a:pt x="255" y="55"/>
                        <a:pt x="255" y="55"/>
                        <a:pt x="255" y="55"/>
                      </a:cubicBezTo>
                      <a:cubicBezTo>
                        <a:pt x="255" y="55"/>
                        <a:pt x="255" y="55"/>
                        <a:pt x="255" y="55"/>
                      </a:cubicBezTo>
                      <a:cubicBezTo>
                        <a:pt x="255" y="55"/>
                        <a:pt x="255" y="55"/>
                        <a:pt x="255" y="55"/>
                      </a:cubicBezTo>
                      <a:cubicBezTo>
                        <a:pt x="255" y="55"/>
                        <a:pt x="255" y="55"/>
                        <a:pt x="255" y="55"/>
                      </a:cubicBezTo>
                      <a:cubicBezTo>
                        <a:pt x="255" y="55"/>
                        <a:pt x="255" y="55"/>
                        <a:pt x="255" y="55"/>
                      </a:cubicBezTo>
                      <a:cubicBezTo>
                        <a:pt x="255" y="55"/>
                        <a:pt x="255" y="55"/>
                        <a:pt x="255" y="55"/>
                      </a:cubicBezTo>
                      <a:cubicBezTo>
                        <a:pt x="255" y="55"/>
                        <a:pt x="255" y="55"/>
                        <a:pt x="255" y="55"/>
                      </a:cubicBezTo>
                      <a:cubicBezTo>
                        <a:pt x="255" y="55"/>
                        <a:pt x="255" y="55"/>
                        <a:pt x="254" y="55"/>
                      </a:cubicBezTo>
                      <a:cubicBezTo>
                        <a:pt x="254" y="55"/>
                        <a:pt x="255" y="55"/>
                        <a:pt x="255" y="55"/>
                      </a:cubicBezTo>
                      <a:cubicBezTo>
                        <a:pt x="255" y="55"/>
                        <a:pt x="255" y="55"/>
                        <a:pt x="255" y="55"/>
                      </a:cubicBezTo>
                      <a:cubicBezTo>
                        <a:pt x="254" y="55"/>
                        <a:pt x="254" y="55"/>
                        <a:pt x="254" y="55"/>
                      </a:cubicBezTo>
                      <a:cubicBezTo>
                        <a:pt x="254" y="55"/>
                        <a:pt x="254" y="54"/>
                        <a:pt x="254" y="54"/>
                      </a:cubicBezTo>
                      <a:cubicBezTo>
                        <a:pt x="254" y="54"/>
                        <a:pt x="254" y="55"/>
                        <a:pt x="254" y="55"/>
                      </a:cubicBezTo>
                      <a:cubicBezTo>
                        <a:pt x="254" y="55"/>
                        <a:pt x="254" y="55"/>
                        <a:pt x="254" y="55"/>
                      </a:cubicBezTo>
                      <a:cubicBezTo>
                        <a:pt x="254" y="55"/>
                        <a:pt x="254" y="55"/>
                        <a:pt x="254" y="55"/>
                      </a:cubicBezTo>
                      <a:cubicBezTo>
                        <a:pt x="254" y="55"/>
                        <a:pt x="254" y="55"/>
                        <a:pt x="254" y="55"/>
                      </a:cubicBezTo>
                      <a:cubicBezTo>
                        <a:pt x="254" y="55"/>
                        <a:pt x="254" y="55"/>
                        <a:pt x="254" y="55"/>
                      </a:cubicBezTo>
                      <a:cubicBezTo>
                        <a:pt x="254" y="55"/>
                        <a:pt x="254" y="55"/>
                        <a:pt x="254" y="55"/>
                      </a:cubicBezTo>
                      <a:cubicBezTo>
                        <a:pt x="254" y="55"/>
                        <a:pt x="254" y="55"/>
                        <a:pt x="254" y="55"/>
                      </a:cubicBezTo>
                      <a:cubicBezTo>
                        <a:pt x="254" y="55"/>
                        <a:pt x="254" y="55"/>
                        <a:pt x="254" y="55"/>
                      </a:cubicBezTo>
                      <a:cubicBezTo>
                        <a:pt x="254" y="55"/>
                        <a:pt x="254" y="55"/>
                        <a:pt x="254" y="55"/>
                      </a:cubicBezTo>
                      <a:cubicBezTo>
                        <a:pt x="254" y="54"/>
                        <a:pt x="254" y="54"/>
                        <a:pt x="254" y="54"/>
                      </a:cubicBezTo>
                      <a:cubicBezTo>
                        <a:pt x="254" y="54"/>
                        <a:pt x="254" y="54"/>
                        <a:pt x="254" y="54"/>
                      </a:cubicBezTo>
                      <a:cubicBezTo>
                        <a:pt x="254" y="54"/>
                        <a:pt x="254" y="55"/>
                        <a:pt x="254" y="55"/>
                      </a:cubicBezTo>
                      <a:cubicBezTo>
                        <a:pt x="254" y="55"/>
                        <a:pt x="254" y="55"/>
                        <a:pt x="254" y="55"/>
                      </a:cubicBezTo>
                      <a:cubicBezTo>
                        <a:pt x="254" y="55"/>
                        <a:pt x="254" y="55"/>
                        <a:pt x="254" y="55"/>
                      </a:cubicBezTo>
                      <a:cubicBezTo>
                        <a:pt x="254" y="55"/>
                        <a:pt x="254" y="55"/>
                        <a:pt x="254" y="55"/>
                      </a:cubicBezTo>
                      <a:cubicBezTo>
                        <a:pt x="254" y="55"/>
                        <a:pt x="254" y="56"/>
                        <a:pt x="254" y="56"/>
                      </a:cubicBezTo>
                      <a:cubicBezTo>
                        <a:pt x="254" y="55"/>
                        <a:pt x="254" y="55"/>
                        <a:pt x="254" y="55"/>
                      </a:cubicBezTo>
                      <a:cubicBezTo>
                        <a:pt x="254" y="55"/>
                        <a:pt x="254" y="55"/>
                        <a:pt x="254" y="55"/>
                      </a:cubicBezTo>
                      <a:cubicBezTo>
                        <a:pt x="254" y="55"/>
                        <a:pt x="254" y="55"/>
                        <a:pt x="254" y="54"/>
                      </a:cubicBezTo>
                      <a:cubicBezTo>
                        <a:pt x="254" y="54"/>
                        <a:pt x="253" y="54"/>
                        <a:pt x="253" y="54"/>
                      </a:cubicBezTo>
                      <a:cubicBezTo>
                        <a:pt x="253" y="54"/>
                        <a:pt x="253" y="54"/>
                        <a:pt x="253" y="54"/>
                      </a:cubicBezTo>
                      <a:cubicBezTo>
                        <a:pt x="253" y="54"/>
                        <a:pt x="253" y="54"/>
                        <a:pt x="253" y="54"/>
                      </a:cubicBezTo>
                      <a:cubicBezTo>
                        <a:pt x="253" y="54"/>
                        <a:pt x="253" y="54"/>
                        <a:pt x="253" y="54"/>
                      </a:cubicBezTo>
                      <a:cubicBezTo>
                        <a:pt x="253" y="54"/>
                        <a:pt x="253" y="54"/>
                        <a:pt x="253" y="54"/>
                      </a:cubicBezTo>
                      <a:cubicBezTo>
                        <a:pt x="252" y="54"/>
                        <a:pt x="252" y="54"/>
                        <a:pt x="252" y="54"/>
                      </a:cubicBezTo>
                      <a:cubicBezTo>
                        <a:pt x="252" y="54"/>
                        <a:pt x="252" y="54"/>
                        <a:pt x="252" y="54"/>
                      </a:cubicBezTo>
                      <a:cubicBezTo>
                        <a:pt x="251" y="54"/>
                        <a:pt x="251" y="54"/>
                        <a:pt x="251" y="55"/>
                      </a:cubicBezTo>
                      <a:cubicBezTo>
                        <a:pt x="251" y="55"/>
                        <a:pt x="251" y="55"/>
                        <a:pt x="251" y="55"/>
                      </a:cubicBezTo>
                      <a:cubicBezTo>
                        <a:pt x="251" y="55"/>
                        <a:pt x="251" y="55"/>
                        <a:pt x="251" y="55"/>
                      </a:cubicBezTo>
                      <a:cubicBezTo>
                        <a:pt x="250" y="56"/>
                        <a:pt x="250" y="56"/>
                        <a:pt x="250" y="56"/>
                      </a:cubicBezTo>
                      <a:cubicBezTo>
                        <a:pt x="250" y="56"/>
                        <a:pt x="250" y="56"/>
                        <a:pt x="250" y="56"/>
                      </a:cubicBezTo>
                      <a:cubicBezTo>
                        <a:pt x="250" y="56"/>
                        <a:pt x="250" y="56"/>
                        <a:pt x="250" y="56"/>
                      </a:cubicBezTo>
                      <a:cubicBezTo>
                        <a:pt x="249" y="56"/>
                        <a:pt x="249" y="56"/>
                        <a:pt x="249" y="56"/>
                      </a:cubicBezTo>
                      <a:cubicBezTo>
                        <a:pt x="249" y="56"/>
                        <a:pt x="249" y="56"/>
                        <a:pt x="249" y="56"/>
                      </a:cubicBezTo>
                      <a:cubicBezTo>
                        <a:pt x="249" y="56"/>
                        <a:pt x="249" y="56"/>
                        <a:pt x="248" y="56"/>
                      </a:cubicBezTo>
                      <a:cubicBezTo>
                        <a:pt x="248" y="56"/>
                        <a:pt x="248" y="56"/>
                        <a:pt x="248" y="56"/>
                      </a:cubicBezTo>
                      <a:cubicBezTo>
                        <a:pt x="248" y="56"/>
                        <a:pt x="248" y="55"/>
                        <a:pt x="248" y="56"/>
                      </a:cubicBezTo>
                      <a:cubicBezTo>
                        <a:pt x="248" y="56"/>
                        <a:pt x="248" y="56"/>
                        <a:pt x="248" y="56"/>
                      </a:cubicBezTo>
                      <a:cubicBezTo>
                        <a:pt x="248" y="56"/>
                        <a:pt x="247" y="56"/>
                        <a:pt x="247" y="56"/>
                      </a:cubicBezTo>
                      <a:cubicBezTo>
                        <a:pt x="247" y="56"/>
                        <a:pt x="247" y="56"/>
                        <a:pt x="247" y="56"/>
                      </a:cubicBezTo>
                      <a:cubicBezTo>
                        <a:pt x="247" y="56"/>
                        <a:pt x="247" y="56"/>
                        <a:pt x="247" y="56"/>
                      </a:cubicBezTo>
                      <a:cubicBezTo>
                        <a:pt x="247" y="56"/>
                        <a:pt x="247" y="56"/>
                        <a:pt x="247" y="55"/>
                      </a:cubicBezTo>
                      <a:cubicBezTo>
                        <a:pt x="247" y="55"/>
                        <a:pt x="247" y="55"/>
                        <a:pt x="247" y="55"/>
                      </a:cubicBezTo>
                      <a:cubicBezTo>
                        <a:pt x="247" y="55"/>
                        <a:pt x="247" y="55"/>
                        <a:pt x="247" y="55"/>
                      </a:cubicBezTo>
                      <a:cubicBezTo>
                        <a:pt x="247" y="55"/>
                        <a:pt x="246" y="55"/>
                        <a:pt x="246" y="55"/>
                      </a:cubicBezTo>
                      <a:cubicBezTo>
                        <a:pt x="246" y="55"/>
                        <a:pt x="246" y="55"/>
                        <a:pt x="246" y="55"/>
                      </a:cubicBezTo>
                      <a:cubicBezTo>
                        <a:pt x="245" y="55"/>
                        <a:pt x="245" y="55"/>
                        <a:pt x="245" y="56"/>
                      </a:cubicBezTo>
                      <a:cubicBezTo>
                        <a:pt x="245" y="56"/>
                        <a:pt x="245" y="56"/>
                        <a:pt x="245" y="56"/>
                      </a:cubicBezTo>
                      <a:cubicBezTo>
                        <a:pt x="245" y="56"/>
                        <a:pt x="245" y="56"/>
                        <a:pt x="246" y="56"/>
                      </a:cubicBezTo>
                      <a:cubicBezTo>
                        <a:pt x="246" y="56"/>
                        <a:pt x="246" y="56"/>
                        <a:pt x="245" y="56"/>
                      </a:cubicBezTo>
                      <a:cubicBezTo>
                        <a:pt x="245" y="56"/>
                        <a:pt x="245" y="56"/>
                        <a:pt x="245" y="56"/>
                      </a:cubicBezTo>
                      <a:cubicBezTo>
                        <a:pt x="245" y="56"/>
                        <a:pt x="245" y="56"/>
                        <a:pt x="245" y="56"/>
                      </a:cubicBezTo>
                      <a:cubicBezTo>
                        <a:pt x="245" y="56"/>
                        <a:pt x="245" y="56"/>
                        <a:pt x="245" y="56"/>
                      </a:cubicBezTo>
                      <a:cubicBezTo>
                        <a:pt x="245" y="56"/>
                        <a:pt x="245" y="56"/>
                        <a:pt x="245" y="56"/>
                      </a:cubicBezTo>
                      <a:cubicBezTo>
                        <a:pt x="245" y="56"/>
                        <a:pt x="244" y="56"/>
                        <a:pt x="244" y="56"/>
                      </a:cubicBezTo>
                      <a:cubicBezTo>
                        <a:pt x="244" y="56"/>
                        <a:pt x="244" y="56"/>
                        <a:pt x="244" y="56"/>
                      </a:cubicBezTo>
                      <a:cubicBezTo>
                        <a:pt x="244" y="56"/>
                        <a:pt x="244" y="56"/>
                        <a:pt x="244" y="56"/>
                      </a:cubicBezTo>
                      <a:cubicBezTo>
                        <a:pt x="244" y="56"/>
                        <a:pt x="245" y="56"/>
                        <a:pt x="245" y="56"/>
                      </a:cubicBezTo>
                      <a:cubicBezTo>
                        <a:pt x="245" y="56"/>
                        <a:pt x="245" y="56"/>
                        <a:pt x="245" y="56"/>
                      </a:cubicBezTo>
                      <a:cubicBezTo>
                        <a:pt x="244" y="56"/>
                        <a:pt x="244" y="56"/>
                        <a:pt x="244" y="57"/>
                      </a:cubicBezTo>
                      <a:cubicBezTo>
                        <a:pt x="244" y="57"/>
                        <a:pt x="244" y="57"/>
                        <a:pt x="245" y="57"/>
                      </a:cubicBezTo>
                      <a:cubicBezTo>
                        <a:pt x="245" y="57"/>
                        <a:pt x="245" y="57"/>
                        <a:pt x="245" y="57"/>
                      </a:cubicBezTo>
                      <a:cubicBezTo>
                        <a:pt x="244" y="57"/>
                        <a:pt x="244" y="57"/>
                        <a:pt x="244" y="57"/>
                      </a:cubicBezTo>
                      <a:cubicBezTo>
                        <a:pt x="244" y="57"/>
                        <a:pt x="244" y="57"/>
                        <a:pt x="244" y="57"/>
                      </a:cubicBezTo>
                      <a:cubicBezTo>
                        <a:pt x="244" y="57"/>
                        <a:pt x="244" y="57"/>
                        <a:pt x="244" y="57"/>
                      </a:cubicBezTo>
                      <a:cubicBezTo>
                        <a:pt x="244" y="57"/>
                        <a:pt x="244" y="57"/>
                        <a:pt x="244" y="57"/>
                      </a:cubicBezTo>
                      <a:cubicBezTo>
                        <a:pt x="244" y="57"/>
                        <a:pt x="244" y="57"/>
                        <a:pt x="244" y="57"/>
                      </a:cubicBezTo>
                      <a:cubicBezTo>
                        <a:pt x="245" y="57"/>
                        <a:pt x="245" y="57"/>
                        <a:pt x="245" y="57"/>
                      </a:cubicBezTo>
                      <a:cubicBezTo>
                        <a:pt x="245" y="57"/>
                        <a:pt x="245" y="57"/>
                        <a:pt x="245" y="57"/>
                      </a:cubicBezTo>
                      <a:cubicBezTo>
                        <a:pt x="245" y="57"/>
                        <a:pt x="245" y="57"/>
                        <a:pt x="245" y="57"/>
                      </a:cubicBezTo>
                      <a:cubicBezTo>
                        <a:pt x="245" y="57"/>
                        <a:pt x="245" y="57"/>
                        <a:pt x="245" y="57"/>
                      </a:cubicBezTo>
                      <a:cubicBezTo>
                        <a:pt x="245" y="57"/>
                        <a:pt x="245" y="57"/>
                        <a:pt x="245" y="57"/>
                      </a:cubicBezTo>
                      <a:cubicBezTo>
                        <a:pt x="245" y="57"/>
                        <a:pt x="245" y="57"/>
                        <a:pt x="245" y="57"/>
                      </a:cubicBezTo>
                      <a:cubicBezTo>
                        <a:pt x="245" y="57"/>
                        <a:pt x="245" y="57"/>
                        <a:pt x="245" y="57"/>
                      </a:cubicBezTo>
                      <a:cubicBezTo>
                        <a:pt x="246" y="57"/>
                        <a:pt x="246" y="57"/>
                        <a:pt x="246" y="57"/>
                      </a:cubicBezTo>
                      <a:cubicBezTo>
                        <a:pt x="246" y="57"/>
                        <a:pt x="246" y="57"/>
                        <a:pt x="246" y="57"/>
                      </a:cubicBezTo>
                      <a:cubicBezTo>
                        <a:pt x="246" y="57"/>
                        <a:pt x="247" y="57"/>
                        <a:pt x="247" y="57"/>
                      </a:cubicBezTo>
                      <a:cubicBezTo>
                        <a:pt x="247" y="57"/>
                        <a:pt x="247" y="57"/>
                        <a:pt x="247" y="57"/>
                      </a:cubicBezTo>
                      <a:cubicBezTo>
                        <a:pt x="247" y="57"/>
                        <a:pt x="247" y="57"/>
                        <a:pt x="247" y="57"/>
                      </a:cubicBezTo>
                      <a:cubicBezTo>
                        <a:pt x="247" y="57"/>
                        <a:pt x="247" y="57"/>
                        <a:pt x="247" y="57"/>
                      </a:cubicBezTo>
                      <a:cubicBezTo>
                        <a:pt x="247" y="57"/>
                        <a:pt x="247" y="57"/>
                        <a:pt x="247" y="58"/>
                      </a:cubicBezTo>
                      <a:cubicBezTo>
                        <a:pt x="247" y="58"/>
                        <a:pt x="247" y="58"/>
                        <a:pt x="247" y="58"/>
                      </a:cubicBezTo>
                      <a:cubicBezTo>
                        <a:pt x="248" y="58"/>
                        <a:pt x="248" y="58"/>
                        <a:pt x="248" y="58"/>
                      </a:cubicBezTo>
                      <a:cubicBezTo>
                        <a:pt x="248" y="58"/>
                        <a:pt x="248" y="59"/>
                        <a:pt x="248" y="59"/>
                      </a:cubicBezTo>
                      <a:cubicBezTo>
                        <a:pt x="248" y="59"/>
                        <a:pt x="248" y="59"/>
                        <a:pt x="249" y="59"/>
                      </a:cubicBezTo>
                      <a:cubicBezTo>
                        <a:pt x="249" y="59"/>
                        <a:pt x="249" y="59"/>
                        <a:pt x="249" y="59"/>
                      </a:cubicBezTo>
                      <a:cubicBezTo>
                        <a:pt x="249" y="59"/>
                        <a:pt x="249" y="59"/>
                        <a:pt x="249" y="59"/>
                      </a:cubicBezTo>
                      <a:cubicBezTo>
                        <a:pt x="248" y="59"/>
                        <a:pt x="248" y="59"/>
                        <a:pt x="248" y="59"/>
                      </a:cubicBezTo>
                      <a:cubicBezTo>
                        <a:pt x="248" y="59"/>
                        <a:pt x="248" y="59"/>
                        <a:pt x="248" y="59"/>
                      </a:cubicBezTo>
                      <a:cubicBezTo>
                        <a:pt x="249" y="59"/>
                        <a:pt x="249" y="59"/>
                        <a:pt x="249" y="60"/>
                      </a:cubicBezTo>
                      <a:cubicBezTo>
                        <a:pt x="249" y="60"/>
                        <a:pt x="249" y="60"/>
                        <a:pt x="249" y="60"/>
                      </a:cubicBezTo>
                      <a:cubicBezTo>
                        <a:pt x="249" y="60"/>
                        <a:pt x="249" y="60"/>
                        <a:pt x="249" y="60"/>
                      </a:cubicBezTo>
                      <a:cubicBezTo>
                        <a:pt x="249" y="60"/>
                        <a:pt x="249" y="60"/>
                        <a:pt x="249" y="60"/>
                      </a:cubicBezTo>
                      <a:cubicBezTo>
                        <a:pt x="249" y="60"/>
                        <a:pt x="249" y="60"/>
                        <a:pt x="249" y="60"/>
                      </a:cubicBezTo>
                      <a:cubicBezTo>
                        <a:pt x="249" y="60"/>
                        <a:pt x="249" y="60"/>
                        <a:pt x="249" y="60"/>
                      </a:cubicBezTo>
                      <a:cubicBezTo>
                        <a:pt x="249" y="60"/>
                        <a:pt x="249" y="60"/>
                        <a:pt x="250" y="60"/>
                      </a:cubicBezTo>
                      <a:cubicBezTo>
                        <a:pt x="250" y="59"/>
                        <a:pt x="250" y="59"/>
                        <a:pt x="250" y="59"/>
                      </a:cubicBezTo>
                      <a:cubicBezTo>
                        <a:pt x="250" y="60"/>
                        <a:pt x="250" y="60"/>
                        <a:pt x="250" y="60"/>
                      </a:cubicBezTo>
                      <a:cubicBezTo>
                        <a:pt x="250" y="60"/>
                        <a:pt x="250" y="60"/>
                        <a:pt x="250" y="60"/>
                      </a:cubicBezTo>
                      <a:cubicBezTo>
                        <a:pt x="250" y="60"/>
                        <a:pt x="250" y="60"/>
                        <a:pt x="250" y="60"/>
                      </a:cubicBezTo>
                      <a:cubicBezTo>
                        <a:pt x="250" y="60"/>
                        <a:pt x="250" y="60"/>
                        <a:pt x="250" y="60"/>
                      </a:cubicBezTo>
                      <a:cubicBezTo>
                        <a:pt x="250" y="60"/>
                        <a:pt x="250" y="60"/>
                        <a:pt x="250" y="60"/>
                      </a:cubicBezTo>
                      <a:cubicBezTo>
                        <a:pt x="250" y="60"/>
                        <a:pt x="250" y="60"/>
                        <a:pt x="250" y="60"/>
                      </a:cubicBezTo>
                      <a:cubicBezTo>
                        <a:pt x="250" y="60"/>
                        <a:pt x="250" y="61"/>
                        <a:pt x="250" y="61"/>
                      </a:cubicBezTo>
                      <a:cubicBezTo>
                        <a:pt x="250" y="61"/>
                        <a:pt x="250" y="61"/>
                        <a:pt x="250" y="61"/>
                      </a:cubicBezTo>
                      <a:cubicBezTo>
                        <a:pt x="250" y="61"/>
                        <a:pt x="250" y="61"/>
                        <a:pt x="250" y="61"/>
                      </a:cubicBezTo>
                      <a:cubicBezTo>
                        <a:pt x="250" y="61"/>
                        <a:pt x="250" y="61"/>
                        <a:pt x="250" y="61"/>
                      </a:cubicBezTo>
                      <a:cubicBezTo>
                        <a:pt x="250" y="61"/>
                        <a:pt x="250" y="61"/>
                        <a:pt x="250" y="61"/>
                      </a:cubicBezTo>
                      <a:cubicBezTo>
                        <a:pt x="251" y="61"/>
                        <a:pt x="251" y="61"/>
                        <a:pt x="251" y="62"/>
                      </a:cubicBezTo>
                      <a:cubicBezTo>
                        <a:pt x="251" y="62"/>
                        <a:pt x="251" y="62"/>
                        <a:pt x="250" y="62"/>
                      </a:cubicBezTo>
                      <a:cubicBezTo>
                        <a:pt x="250" y="62"/>
                        <a:pt x="250" y="62"/>
                        <a:pt x="250" y="62"/>
                      </a:cubicBezTo>
                      <a:cubicBezTo>
                        <a:pt x="250" y="62"/>
                        <a:pt x="250" y="62"/>
                        <a:pt x="250" y="62"/>
                      </a:cubicBezTo>
                      <a:cubicBezTo>
                        <a:pt x="250" y="62"/>
                        <a:pt x="250" y="62"/>
                        <a:pt x="250" y="62"/>
                      </a:cubicBezTo>
                      <a:cubicBezTo>
                        <a:pt x="250" y="62"/>
                        <a:pt x="250" y="62"/>
                        <a:pt x="250" y="62"/>
                      </a:cubicBezTo>
                      <a:cubicBezTo>
                        <a:pt x="250" y="62"/>
                        <a:pt x="250" y="62"/>
                        <a:pt x="250" y="62"/>
                      </a:cubicBezTo>
                      <a:cubicBezTo>
                        <a:pt x="250" y="62"/>
                        <a:pt x="249" y="62"/>
                        <a:pt x="249" y="62"/>
                      </a:cubicBezTo>
                      <a:cubicBezTo>
                        <a:pt x="249" y="62"/>
                        <a:pt x="249" y="62"/>
                        <a:pt x="249" y="62"/>
                      </a:cubicBezTo>
                      <a:cubicBezTo>
                        <a:pt x="249" y="63"/>
                        <a:pt x="250" y="63"/>
                        <a:pt x="250" y="63"/>
                      </a:cubicBezTo>
                      <a:cubicBezTo>
                        <a:pt x="250" y="63"/>
                        <a:pt x="250" y="63"/>
                        <a:pt x="250" y="63"/>
                      </a:cubicBezTo>
                      <a:cubicBezTo>
                        <a:pt x="250" y="63"/>
                        <a:pt x="250" y="63"/>
                        <a:pt x="250" y="63"/>
                      </a:cubicBezTo>
                      <a:cubicBezTo>
                        <a:pt x="250" y="64"/>
                        <a:pt x="250" y="64"/>
                        <a:pt x="250" y="64"/>
                      </a:cubicBezTo>
                      <a:cubicBezTo>
                        <a:pt x="250" y="64"/>
                        <a:pt x="250" y="64"/>
                        <a:pt x="250" y="64"/>
                      </a:cubicBezTo>
                      <a:cubicBezTo>
                        <a:pt x="250" y="64"/>
                        <a:pt x="250" y="64"/>
                        <a:pt x="250" y="64"/>
                      </a:cubicBezTo>
                      <a:cubicBezTo>
                        <a:pt x="250" y="64"/>
                        <a:pt x="250" y="64"/>
                        <a:pt x="250" y="64"/>
                      </a:cubicBezTo>
                      <a:cubicBezTo>
                        <a:pt x="250" y="64"/>
                        <a:pt x="250" y="64"/>
                        <a:pt x="250" y="64"/>
                      </a:cubicBezTo>
                      <a:cubicBezTo>
                        <a:pt x="250" y="64"/>
                        <a:pt x="250" y="64"/>
                        <a:pt x="250" y="64"/>
                      </a:cubicBezTo>
                      <a:cubicBezTo>
                        <a:pt x="250" y="64"/>
                        <a:pt x="250" y="64"/>
                        <a:pt x="250" y="65"/>
                      </a:cubicBezTo>
                      <a:cubicBezTo>
                        <a:pt x="250" y="65"/>
                        <a:pt x="250" y="65"/>
                        <a:pt x="250" y="65"/>
                      </a:cubicBezTo>
                      <a:cubicBezTo>
                        <a:pt x="250" y="65"/>
                        <a:pt x="250" y="65"/>
                        <a:pt x="251" y="65"/>
                      </a:cubicBezTo>
                      <a:cubicBezTo>
                        <a:pt x="251" y="65"/>
                        <a:pt x="251" y="65"/>
                        <a:pt x="251" y="65"/>
                      </a:cubicBezTo>
                      <a:cubicBezTo>
                        <a:pt x="251" y="65"/>
                        <a:pt x="251" y="65"/>
                        <a:pt x="251" y="65"/>
                      </a:cubicBezTo>
                      <a:cubicBezTo>
                        <a:pt x="251" y="65"/>
                        <a:pt x="251" y="65"/>
                        <a:pt x="251" y="65"/>
                      </a:cubicBezTo>
                      <a:cubicBezTo>
                        <a:pt x="251" y="65"/>
                        <a:pt x="251" y="65"/>
                        <a:pt x="252" y="65"/>
                      </a:cubicBezTo>
                      <a:cubicBezTo>
                        <a:pt x="252" y="65"/>
                        <a:pt x="252" y="65"/>
                        <a:pt x="252" y="65"/>
                      </a:cubicBezTo>
                      <a:cubicBezTo>
                        <a:pt x="252" y="65"/>
                        <a:pt x="252" y="65"/>
                        <a:pt x="252" y="65"/>
                      </a:cubicBezTo>
                      <a:cubicBezTo>
                        <a:pt x="252" y="65"/>
                        <a:pt x="252" y="65"/>
                        <a:pt x="252" y="65"/>
                      </a:cubicBezTo>
                      <a:cubicBezTo>
                        <a:pt x="253" y="65"/>
                        <a:pt x="253" y="65"/>
                        <a:pt x="253" y="65"/>
                      </a:cubicBezTo>
                      <a:cubicBezTo>
                        <a:pt x="253" y="65"/>
                        <a:pt x="253" y="65"/>
                        <a:pt x="253" y="65"/>
                      </a:cubicBezTo>
                      <a:cubicBezTo>
                        <a:pt x="253" y="65"/>
                        <a:pt x="253" y="65"/>
                        <a:pt x="253" y="64"/>
                      </a:cubicBezTo>
                      <a:cubicBezTo>
                        <a:pt x="253" y="64"/>
                        <a:pt x="253" y="64"/>
                        <a:pt x="253" y="64"/>
                      </a:cubicBezTo>
                      <a:cubicBezTo>
                        <a:pt x="253" y="64"/>
                        <a:pt x="253" y="64"/>
                        <a:pt x="253" y="64"/>
                      </a:cubicBezTo>
                      <a:cubicBezTo>
                        <a:pt x="254" y="64"/>
                        <a:pt x="254" y="64"/>
                        <a:pt x="254" y="64"/>
                      </a:cubicBezTo>
                      <a:cubicBezTo>
                        <a:pt x="254" y="64"/>
                        <a:pt x="254" y="64"/>
                        <a:pt x="254" y="64"/>
                      </a:cubicBezTo>
                      <a:cubicBezTo>
                        <a:pt x="254" y="64"/>
                        <a:pt x="254" y="64"/>
                        <a:pt x="254" y="64"/>
                      </a:cubicBezTo>
                      <a:cubicBezTo>
                        <a:pt x="254" y="64"/>
                        <a:pt x="254" y="64"/>
                        <a:pt x="254" y="64"/>
                      </a:cubicBezTo>
                      <a:cubicBezTo>
                        <a:pt x="253" y="64"/>
                        <a:pt x="253" y="64"/>
                        <a:pt x="253" y="64"/>
                      </a:cubicBezTo>
                      <a:cubicBezTo>
                        <a:pt x="253" y="64"/>
                        <a:pt x="253" y="64"/>
                        <a:pt x="253" y="63"/>
                      </a:cubicBezTo>
                      <a:cubicBezTo>
                        <a:pt x="253" y="64"/>
                        <a:pt x="253" y="64"/>
                        <a:pt x="254" y="64"/>
                      </a:cubicBezTo>
                      <a:cubicBezTo>
                        <a:pt x="254" y="64"/>
                        <a:pt x="254" y="64"/>
                        <a:pt x="254" y="64"/>
                      </a:cubicBezTo>
                      <a:cubicBezTo>
                        <a:pt x="254" y="64"/>
                        <a:pt x="254" y="64"/>
                        <a:pt x="254" y="64"/>
                      </a:cubicBezTo>
                      <a:cubicBezTo>
                        <a:pt x="254" y="64"/>
                        <a:pt x="254" y="64"/>
                        <a:pt x="254" y="64"/>
                      </a:cubicBezTo>
                      <a:cubicBezTo>
                        <a:pt x="254" y="64"/>
                        <a:pt x="254" y="64"/>
                        <a:pt x="254" y="64"/>
                      </a:cubicBezTo>
                      <a:cubicBezTo>
                        <a:pt x="254" y="64"/>
                        <a:pt x="254" y="63"/>
                        <a:pt x="254" y="63"/>
                      </a:cubicBezTo>
                      <a:cubicBezTo>
                        <a:pt x="254" y="63"/>
                        <a:pt x="254" y="63"/>
                        <a:pt x="254" y="63"/>
                      </a:cubicBezTo>
                      <a:cubicBezTo>
                        <a:pt x="254" y="63"/>
                        <a:pt x="254" y="63"/>
                        <a:pt x="254" y="63"/>
                      </a:cubicBezTo>
                      <a:cubicBezTo>
                        <a:pt x="254" y="63"/>
                        <a:pt x="254" y="63"/>
                        <a:pt x="254" y="63"/>
                      </a:cubicBezTo>
                      <a:cubicBezTo>
                        <a:pt x="254" y="63"/>
                        <a:pt x="254" y="63"/>
                        <a:pt x="254" y="63"/>
                      </a:cubicBezTo>
                      <a:cubicBezTo>
                        <a:pt x="254" y="63"/>
                        <a:pt x="254" y="63"/>
                        <a:pt x="254" y="62"/>
                      </a:cubicBezTo>
                      <a:cubicBezTo>
                        <a:pt x="254" y="62"/>
                        <a:pt x="254" y="62"/>
                        <a:pt x="254" y="62"/>
                      </a:cubicBezTo>
                      <a:cubicBezTo>
                        <a:pt x="254" y="62"/>
                        <a:pt x="254" y="62"/>
                        <a:pt x="254" y="62"/>
                      </a:cubicBezTo>
                      <a:cubicBezTo>
                        <a:pt x="254" y="62"/>
                        <a:pt x="253" y="62"/>
                        <a:pt x="253" y="62"/>
                      </a:cubicBezTo>
                      <a:cubicBezTo>
                        <a:pt x="253" y="62"/>
                        <a:pt x="253" y="62"/>
                        <a:pt x="254" y="62"/>
                      </a:cubicBezTo>
                      <a:cubicBezTo>
                        <a:pt x="254" y="62"/>
                        <a:pt x="254" y="62"/>
                        <a:pt x="254" y="62"/>
                      </a:cubicBezTo>
                      <a:cubicBezTo>
                        <a:pt x="254" y="62"/>
                        <a:pt x="254" y="62"/>
                        <a:pt x="254" y="62"/>
                      </a:cubicBezTo>
                      <a:cubicBezTo>
                        <a:pt x="254" y="62"/>
                        <a:pt x="254" y="62"/>
                        <a:pt x="254" y="61"/>
                      </a:cubicBezTo>
                      <a:cubicBezTo>
                        <a:pt x="254" y="62"/>
                        <a:pt x="254" y="62"/>
                        <a:pt x="254" y="62"/>
                      </a:cubicBezTo>
                      <a:cubicBezTo>
                        <a:pt x="254" y="62"/>
                        <a:pt x="254" y="62"/>
                        <a:pt x="254" y="62"/>
                      </a:cubicBezTo>
                      <a:cubicBezTo>
                        <a:pt x="254" y="62"/>
                        <a:pt x="254" y="62"/>
                        <a:pt x="254" y="62"/>
                      </a:cubicBezTo>
                      <a:cubicBezTo>
                        <a:pt x="254" y="62"/>
                        <a:pt x="254" y="62"/>
                        <a:pt x="254" y="62"/>
                      </a:cubicBezTo>
                      <a:cubicBezTo>
                        <a:pt x="254" y="62"/>
                        <a:pt x="254" y="62"/>
                        <a:pt x="255" y="62"/>
                      </a:cubicBezTo>
                      <a:cubicBezTo>
                        <a:pt x="255" y="62"/>
                        <a:pt x="255" y="62"/>
                        <a:pt x="255" y="62"/>
                      </a:cubicBezTo>
                      <a:cubicBezTo>
                        <a:pt x="255" y="62"/>
                        <a:pt x="255" y="62"/>
                        <a:pt x="255" y="61"/>
                      </a:cubicBezTo>
                      <a:cubicBezTo>
                        <a:pt x="255" y="61"/>
                        <a:pt x="255" y="61"/>
                        <a:pt x="255" y="61"/>
                      </a:cubicBezTo>
                      <a:cubicBezTo>
                        <a:pt x="255" y="61"/>
                        <a:pt x="255" y="61"/>
                        <a:pt x="255" y="61"/>
                      </a:cubicBezTo>
                      <a:cubicBezTo>
                        <a:pt x="255" y="61"/>
                        <a:pt x="255" y="61"/>
                        <a:pt x="254" y="61"/>
                      </a:cubicBezTo>
                      <a:cubicBezTo>
                        <a:pt x="254" y="61"/>
                        <a:pt x="254" y="61"/>
                        <a:pt x="254" y="61"/>
                      </a:cubicBezTo>
                      <a:cubicBezTo>
                        <a:pt x="254" y="61"/>
                        <a:pt x="254" y="61"/>
                        <a:pt x="254" y="60"/>
                      </a:cubicBezTo>
                      <a:cubicBezTo>
                        <a:pt x="254" y="60"/>
                        <a:pt x="254" y="60"/>
                        <a:pt x="254" y="60"/>
                      </a:cubicBezTo>
                      <a:cubicBezTo>
                        <a:pt x="254" y="60"/>
                        <a:pt x="254" y="60"/>
                        <a:pt x="254" y="60"/>
                      </a:cubicBezTo>
                      <a:cubicBezTo>
                        <a:pt x="254" y="60"/>
                        <a:pt x="254" y="60"/>
                        <a:pt x="254" y="60"/>
                      </a:cubicBezTo>
                      <a:cubicBezTo>
                        <a:pt x="254" y="60"/>
                        <a:pt x="254" y="60"/>
                        <a:pt x="254" y="60"/>
                      </a:cubicBezTo>
                      <a:cubicBezTo>
                        <a:pt x="254" y="60"/>
                        <a:pt x="254" y="61"/>
                        <a:pt x="254" y="61"/>
                      </a:cubicBezTo>
                      <a:cubicBezTo>
                        <a:pt x="254" y="61"/>
                        <a:pt x="255" y="61"/>
                        <a:pt x="255" y="61"/>
                      </a:cubicBezTo>
                      <a:cubicBezTo>
                        <a:pt x="255" y="60"/>
                        <a:pt x="254" y="60"/>
                        <a:pt x="254" y="60"/>
                      </a:cubicBezTo>
                      <a:cubicBezTo>
                        <a:pt x="254" y="60"/>
                        <a:pt x="255" y="60"/>
                        <a:pt x="255" y="60"/>
                      </a:cubicBezTo>
                      <a:cubicBezTo>
                        <a:pt x="255" y="60"/>
                        <a:pt x="255" y="60"/>
                        <a:pt x="255" y="60"/>
                      </a:cubicBezTo>
                      <a:cubicBezTo>
                        <a:pt x="255" y="60"/>
                        <a:pt x="255" y="60"/>
                        <a:pt x="255" y="60"/>
                      </a:cubicBezTo>
                      <a:cubicBezTo>
                        <a:pt x="255" y="60"/>
                        <a:pt x="255" y="60"/>
                        <a:pt x="255" y="61"/>
                      </a:cubicBezTo>
                      <a:cubicBezTo>
                        <a:pt x="255" y="61"/>
                        <a:pt x="255" y="61"/>
                        <a:pt x="255" y="61"/>
                      </a:cubicBezTo>
                      <a:cubicBezTo>
                        <a:pt x="255" y="61"/>
                        <a:pt x="255" y="60"/>
                        <a:pt x="255" y="60"/>
                      </a:cubicBezTo>
                      <a:cubicBezTo>
                        <a:pt x="255" y="60"/>
                        <a:pt x="256" y="60"/>
                        <a:pt x="256" y="60"/>
                      </a:cubicBezTo>
                      <a:cubicBezTo>
                        <a:pt x="256" y="60"/>
                        <a:pt x="256" y="60"/>
                        <a:pt x="256" y="60"/>
                      </a:cubicBezTo>
                      <a:cubicBezTo>
                        <a:pt x="256" y="60"/>
                        <a:pt x="256" y="60"/>
                        <a:pt x="256" y="60"/>
                      </a:cubicBezTo>
                      <a:cubicBezTo>
                        <a:pt x="256" y="60"/>
                        <a:pt x="255" y="59"/>
                        <a:pt x="256" y="59"/>
                      </a:cubicBezTo>
                      <a:cubicBezTo>
                        <a:pt x="256" y="59"/>
                        <a:pt x="256" y="59"/>
                        <a:pt x="256" y="59"/>
                      </a:cubicBezTo>
                      <a:cubicBezTo>
                        <a:pt x="256" y="59"/>
                        <a:pt x="256" y="59"/>
                        <a:pt x="256" y="59"/>
                      </a:cubicBezTo>
                      <a:cubicBezTo>
                        <a:pt x="256" y="59"/>
                        <a:pt x="256" y="59"/>
                        <a:pt x="256" y="59"/>
                      </a:cubicBezTo>
                      <a:cubicBezTo>
                        <a:pt x="256" y="59"/>
                        <a:pt x="256" y="58"/>
                        <a:pt x="256" y="58"/>
                      </a:cubicBezTo>
                      <a:cubicBezTo>
                        <a:pt x="256" y="58"/>
                        <a:pt x="256" y="58"/>
                        <a:pt x="256" y="58"/>
                      </a:cubicBezTo>
                      <a:cubicBezTo>
                        <a:pt x="256" y="58"/>
                        <a:pt x="256" y="58"/>
                        <a:pt x="256" y="58"/>
                      </a:cubicBezTo>
                      <a:cubicBezTo>
                        <a:pt x="256" y="58"/>
                        <a:pt x="256" y="58"/>
                        <a:pt x="256" y="58"/>
                      </a:cubicBezTo>
                      <a:cubicBezTo>
                        <a:pt x="256" y="58"/>
                        <a:pt x="257" y="58"/>
                        <a:pt x="257" y="58"/>
                      </a:cubicBezTo>
                      <a:cubicBezTo>
                        <a:pt x="257" y="58"/>
                        <a:pt x="257" y="58"/>
                        <a:pt x="257" y="58"/>
                      </a:cubicBezTo>
                      <a:cubicBezTo>
                        <a:pt x="257" y="58"/>
                        <a:pt x="257" y="58"/>
                        <a:pt x="257" y="58"/>
                      </a:cubicBezTo>
                      <a:cubicBezTo>
                        <a:pt x="257" y="57"/>
                        <a:pt x="257" y="57"/>
                        <a:pt x="257" y="57"/>
                      </a:cubicBezTo>
                      <a:cubicBezTo>
                        <a:pt x="257" y="57"/>
                        <a:pt x="257" y="57"/>
                        <a:pt x="257" y="57"/>
                      </a:cubicBezTo>
                      <a:cubicBezTo>
                        <a:pt x="257" y="57"/>
                        <a:pt x="257" y="58"/>
                        <a:pt x="257" y="58"/>
                      </a:cubicBezTo>
                      <a:cubicBezTo>
                        <a:pt x="257" y="58"/>
                        <a:pt x="257" y="58"/>
                        <a:pt x="257" y="58"/>
                      </a:cubicBezTo>
                      <a:cubicBezTo>
                        <a:pt x="257" y="58"/>
                        <a:pt x="257" y="58"/>
                        <a:pt x="257" y="58"/>
                      </a:cubicBezTo>
                      <a:cubicBezTo>
                        <a:pt x="257" y="58"/>
                        <a:pt x="257" y="58"/>
                        <a:pt x="257" y="58"/>
                      </a:cubicBezTo>
                      <a:cubicBezTo>
                        <a:pt x="257" y="58"/>
                        <a:pt x="257" y="58"/>
                        <a:pt x="257" y="58"/>
                      </a:cubicBezTo>
                      <a:cubicBezTo>
                        <a:pt x="257" y="58"/>
                        <a:pt x="257" y="58"/>
                        <a:pt x="257" y="58"/>
                      </a:cubicBezTo>
                      <a:cubicBezTo>
                        <a:pt x="257" y="58"/>
                        <a:pt x="257" y="58"/>
                        <a:pt x="257" y="58"/>
                      </a:cubicBezTo>
                      <a:cubicBezTo>
                        <a:pt x="257" y="58"/>
                        <a:pt x="257" y="58"/>
                        <a:pt x="257" y="58"/>
                      </a:cubicBezTo>
                      <a:cubicBezTo>
                        <a:pt x="257" y="58"/>
                        <a:pt x="257" y="58"/>
                        <a:pt x="257" y="58"/>
                      </a:cubicBezTo>
                      <a:cubicBezTo>
                        <a:pt x="257" y="58"/>
                        <a:pt x="257" y="58"/>
                        <a:pt x="257" y="58"/>
                      </a:cubicBezTo>
                      <a:cubicBezTo>
                        <a:pt x="257" y="58"/>
                        <a:pt x="256" y="58"/>
                        <a:pt x="256" y="58"/>
                      </a:cubicBezTo>
                      <a:cubicBezTo>
                        <a:pt x="256" y="59"/>
                        <a:pt x="256" y="59"/>
                        <a:pt x="256" y="59"/>
                      </a:cubicBezTo>
                      <a:cubicBezTo>
                        <a:pt x="256" y="59"/>
                        <a:pt x="256" y="59"/>
                        <a:pt x="256" y="59"/>
                      </a:cubicBezTo>
                      <a:cubicBezTo>
                        <a:pt x="256" y="59"/>
                        <a:pt x="256" y="59"/>
                        <a:pt x="256" y="59"/>
                      </a:cubicBezTo>
                      <a:cubicBezTo>
                        <a:pt x="256" y="59"/>
                        <a:pt x="256" y="59"/>
                        <a:pt x="256" y="59"/>
                      </a:cubicBezTo>
                      <a:cubicBezTo>
                        <a:pt x="256" y="59"/>
                        <a:pt x="256" y="59"/>
                        <a:pt x="256" y="59"/>
                      </a:cubicBezTo>
                      <a:cubicBezTo>
                        <a:pt x="256" y="59"/>
                        <a:pt x="256" y="59"/>
                        <a:pt x="256" y="59"/>
                      </a:cubicBezTo>
                      <a:cubicBezTo>
                        <a:pt x="256" y="60"/>
                        <a:pt x="256" y="60"/>
                        <a:pt x="256" y="60"/>
                      </a:cubicBezTo>
                      <a:cubicBezTo>
                        <a:pt x="256" y="60"/>
                        <a:pt x="256" y="60"/>
                        <a:pt x="256" y="60"/>
                      </a:cubicBezTo>
                      <a:cubicBezTo>
                        <a:pt x="256" y="60"/>
                        <a:pt x="256" y="60"/>
                        <a:pt x="256" y="60"/>
                      </a:cubicBezTo>
                      <a:cubicBezTo>
                        <a:pt x="256" y="60"/>
                        <a:pt x="256" y="61"/>
                        <a:pt x="256" y="61"/>
                      </a:cubicBezTo>
                      <a:cubicBezTo>
                        <a:pt x="256" y="61"/>
                        <a:pt x="256" y="61"/>
                        <a:pt x="256" y="61"/>
                      </a:cubicBezTo>
                      <a:cubicBezTo>
                        <a:pt x="255" y="61"/>
                        <a:pt x="255" y="61"/>
                        <a:pt x="255" y="61"/>
                      </a:cubicBezTo>
                      <a:cubicBezTo>
                        <a:pt x="255" y="61"/>
                        <a:pt x="255" y="61"/>
                        <a:pt x="255" y="61"/>
                      </a:cubicBezTo>
                      <a:cubicBezTo>
                        <a:pt x="255" y="61"/>
                        <a:pt x="255" y="61"/>
                        <a:pt x="256" y="61"/>
                      </a:cubicBezTo>
                      <a:cubicBezTo>
                        <a:pt x="256" y="61"/>
                        <a:pt x="256" y="62"/>
                        <a:pt x="256" y="62"/>
                      </a:cubicBezTo>
                      <a:cubicBezTo>
                        <a:pt x="256" y="62"/>
                        <a:pt x="256" y="62"/>
                        <a:pt x="256" y="62"/>
                      </a:cubicBezTo>
                      <a:cubicBezTo>
                        <a:pt x="256" y="62"/>
                        <a:pt x="256" y="62"/>
                        <a:pt x="256" y="62"/>
                      </a:cubicBezTo>
                      <a:cubicBezTo>
                        <a:pt x="256" y="62"/>
                        <a:pt x="256" y="62"/>
                        <a:pt x="256" y="62"/>
                      </a:cubicBezTo>
                      <a:cubicBezTo>
                        <a:pt x="256" y="62"/>
                        <a:pt x="256" y="62"/>
                        <a:pt x="256" y="62"/>
                      </a:cubicBezTo>
                      <a:cubicBezTo>
                        <a:pt x="256" y="62"/>
                        <a:pt x="256" y="62"/>
                        <a:pt x="256" y="62"/>
                      </a:cubicBezTo>
                      <a:cubicBezTo>
                        <a:pt x="257" y="63"/>
                        <a:pt x="257" y="63"/>
                        <a:pt x="257" y="63"/>
                      </a:cubicBezTo>
                      <a:cubicBezTo>
                        <a:pt x="257" y="62"/>
                        <a:pt x="257" y="62"/>
                        <a:pt x="257" y="62"/>
                      </a:cubicBezTo>
                      <a:cubicBezTo>
                        <a:pt x="257" y="62"/>
                        <a:pt x="256" y="62"/>
                        <a:pt x="256" y="62"/>
                      </a:cubicBezTo>
                      <a:cubicBezTo>
                        <a:pt x="256" y="62"/>
                        <a:pt x="257" y="62"/>
                        <a:pt x="257" y="61"/>
                      </a:cubicBezTo>
                      <a:cubicBezTo>
                        <a:pt x="257" y="62"/>
                        <a:pt x="257" y="62"/>
                        <a:pt x="257" y="62"/>
                      </a:cubicBezTo>
                      <a:cubicBezTo>
                        <a:pt x="257" y="62"/>
                        <a:pt x="257" y="62"/>
                        <a:pt x="257" y="62"/>
                      </a:cubicBezTo>
                      <a:cubicBezTo>
                        <a:pt x="257" y="62"/>
                        <a:pt x="257" y="62"/>
                        <a:pt x="257" y="62"/>
                      </a:cubicBezTo>
                      <a:cubicBezTo>
                        <a:pt x="257" y="62"/>
                        <a:pt x="257" y="62"/>
                        <a:pt x="257" y="63"/>
                      </a:cubicBezTo>
                      <a:cubicBezTo>
                        <a:pt x="257" y="63"/>
                        <a:pt x="257" y="63"/>
                        <a:pt x="257" y="63"/>
                      </a:cubicBezTo>
                      <a:cubicBezTo>
                        <a:pt x="257" y="63"/>
                        <a:pt x="257" y="63"/>
                        <a:pt x="257" y="63"/>
                      </a:cubicBezTo>
                      <a:cubicBezTo>
                        <a:pt x="257" y="63"/>
                        <a:pt x="257" y="63"/>
                        <a:pt x="257" y="63"/>
                      </a:cubicBezTo>
                      <a:cubicBezTo>
                        <a:pt x="257" y="63"/>
                        <a:pt x="257" y="63"/>
                        <a:pt x="258" y="63"/>
                      </a:cubicBezTo>
                      <a:cubicBezTo>
                        <a:pt x="258" y="63"/>
                        <a:pt x="258" y="63"/>
                        <a:pt x="258" y="63"/>
                      </a:cubicBezTo>
                      <a:cubicBezTo>
                        <a:pt x="258" y="63"/>
                        <a:pt x="258" y="63"/>
                        <a:pt x="258" y="63"/>
                      </a:cubicBezTo>
                      <a:cubicBezTo>
                        <a:pt x="258" y="63"/>
                        <a:pt x="258" y="63"/>
                        <a:pt x="258" y="63"/>
                      </a:cubicBezTo>
                      <a:cubicBezTo>
                        <a:pt x="258" y="63"/>
                        <a:pt x="258" y="63"/>
                        <a:pt x="258" y="63"/>
                      </a:cubicBezTo>
                      <a:cubicBezTo>
                        <a:pt x="258" y="63"/>
                        <a:pt x="258" y="63"/>
                        <a:pt x="258" y="63"/>
                      </a:cubicBezTo>
                      <a:cubicBezTo>
                        <a:pt x="258" y="63"/>
                        <a:pt x="258" y="63"/>
                        <a:pt x="258" y="63"/>
                      </a:cubicBezTo>
                      <a:cubicBezTo>
                        <a:pt x="258" y="63"/>
                        <a:pt x="258" y="63"/>
                        <a:pt x="258" y="63"/>
                      </a:cubicBezTo>
                      <a:cubicBezTo>
                        <a:pt x="258" y="63"/>
                        <a:pt x="258" y="63"/>
                        <a:pt x="258" y="63"/>
                      </a:cubicBezTo>
                      <a:cubicBezTo>
                        <a:pt x="258" y="63"/>
                        <a:pt x="258" y="63"/>
                        <a:pt x="258" y="63"/>
                      </a:cubicBezTo>
                      <a:cubicBezTo>
                        <a:pt x="259" y="63"/>
                        <a:pt x="259" y="63"/>
                        <a:pt x="259" y="63"/>
                      </a:cubicBezTo>
                      <a:cubicBezTo>
                        <a:pt x="259" y="63"/>
                        <a:pt x="259" y="63"/>
                        <a:pt x="259" y="63"/>
                      </a:cubicBezTo>
                      <a:cubicBezTo>
                        <a:pt x="259" y="63"/>
                        <a:pt x="259" y="63"/>
                        <a:pt x="259" y="63"/>
                      </a:cubicBezTo>
                      <a:cubicBezTo>
                        <a:pt x="259" y="63"/>
                        <a:pt x="259" y="63"/>
                        <a:pt x="259" y="63"/>
                      </a:cubicBezTo>
                      <a:cubicBezTo>
                        <a:pt x="259" y="63"/>
                        <a:pt x="259" y="63"/>
                        <a:pt x="259" y="63"/>
                      </a:cubicBezTo>
                      <a:cubicBezTo>
                        <a:pt x="259" y="63"/>
                        <a:pt x="259" y="63"/>
                        <a:pt x="259" y="64"/>
                      </a:cubicBezTo>
                      <a:cubicBezTo>
                        <a:pt x="259" y="64"/>
                        <a:pt x="259" y="64"/>
                        <a:pt x="259" y="64"/>
                      </a:cubicBezTo>
                      <a:cubicBezTo>
                        <a:pt x="259" y="64"/>
                        <a:pt x="259" y="64"/>
                        <a:pt x="259" y="64"/>
                      </a:cubicBezTo>
                      <a:cubicBezTo>
                        <a:pt x="259" y="64"/>
                        <a:pt x="259" y="64"/>
                        <a:pt x="259" y="64"/>
                      </a:cubicBezTo>
                      <a:cubicBezTo>
                        <a:pt x="259" y="64"/>
                        <a:pt x="259" y="64"/>
                        <a:pt x="259" y="64"/>
                      </a:cubicBezTo>
                      <a:cubicBezTo>
                        <a:pt x="259" y="64"/>
                        <a:pt x="259" y="64"/>
                        <a:pt x="259" y="64"/>
                      </a:cubicBezTo>
                      <a:cubicBezTo>
                        <a:pt x="259" y="64"/>
                        <a:pt x="259" y="64"/>
                        <a:pt x="260" y="64"/>
                      </a:cubicBezTo>
                      <a:cubicBezTo>
                        <a:pt x="260" y="64"/>
                        <a:pt x="260" y="64"/>
                        <a:pt x="260" y="65"/>
                      </a:cubicBezTo>
                      <a:cubicBezTo>
                        <a:pt x="260" y="65"/>
                        <a:pt x="260" y="65"/>
                        <a:pt x="260" y="65"/>
                      </a:cubicBezTo>
                      <a:cubicBezTo>
                        <a:pt x="260" y="65"/>
                        <a:pt x="260" y="65"/>
                        <a:pt x="260" y="65"/>
                      </a:cubicBezTo>
                      <a:cubicBezTo>
                        <a:pt x="260" y="65"/>
                        <a:pt x="260" y="65"/>
                        <a:pt x="260" y="64"/>
                      </a:cubicBezTo>
                      <a:cubicBezTo>
                        <a:pt x="260" y="64"/>
                        <a:pt x="260" y="64"/>
                        <a:pt x="260" y="64"/>
                      </a:cubicBezTo>
                      <a:cubicBezTo>
                        <a:pt x="260" y="64"/>
                        <a:pt x="260" y="64"/>
                        <a:pt x="260" y="64"/>
                      </a:cubicBezTo>
                      <a:cubicBezTo>
                        <a:pt x="260" y="64"/>
                        <a:pt x="260" y="64"/>
                        <a:pt x="260" y="64"/>
                      </a:cubicBezTo>
                      <a:cubicBezTo>
                        <a:pt x="260" y="64"/>
                        <a:pt x="260" y="64"/>
                        <a:pt x="260" y="64"/>
                      </a:cubicBezTo>
                      <a:cubicBezTo>
                        <a:pt x="260" y="64"/>
                        <a:pt x="260" y="64"/>
                        <a:pt x="260" y="64"/>
                      </a:cubicBezTo>
                      <a:cubicBezTo>
                        <a:pt x="260" y="64"/>
                        <a:pt x="260" y="64"/>
                        <a:pt x="260" y="64"/>
                      </a:cubicBezTo>
                      <a:cubicBezTo>
                        <a:pt x="260" y="64"/>
                        <a:pt x="260" y="64"/>
                        <a:pt x="260" y="64"/>
                      </a:cubicBezTo>
                      <a:cubicBezTo>
                        <a:pt x="260" y="64"/>
                        <a:pt x="260" y="64"/>
                        <a:pt x="260" y="64"/>
                      </a:cubicBezTo>
                      <a:cubicBezTo>
                        <a:pt x="260" y="64"/>
                        <a:pt x="260" y="64"/>
                        <a:pt x="260" y="64"/>
                      </a:cubicBezTo>
                      <a:cubicBezTo>
                        <a:pt x="260" y="64"/>
                        <a:pt x="261" y="64"/>
                        <a:pt x="261" y="64"/>
                      </a:cubicBezTo>
                      <a:cubicBezTo>
                        <a:pt x="261" y="64"/>
                        <a:pt x="261" y="64"/>
                        <a:pt x="261" y="64"/>
                      </a:cubicBezTo>
                      <a:cubicBezTo>
                        <a:pt x="261" y="64"/>
                        <a:pt x="261" y="64"/>
                        <a:pt x="261" y="64"/>
                      </a:cubicBezTo>
                      <a:cubicBezTo>
                        <a:pt x="261" y="64"/>
                        <a:pt x="261" y="64"/>
                        <a:pt x="261" y="64"/>
                      </a:cubicBezTo>
                      <a:cubicBezTo>
                        <a:pt x="261" y="64"/>
                        <a:pt x="261" y="64"/>
                        <a:pt x="261" y="65"/>
                      </a:cubicBezTo>
                      <a:cubicBezTo>
                        <a:pt x="261" y="65"/>
                        <a:pt x="261" y="65"/>
                        <a:pt x="261" y="65"/>
                      </a:cubicBezTo>
                      <a:cubicBezTo>
                        <a:pt x="261" y="65"/>
                        <a:pt x="261" y="65"/>
                        <a:pt x="261" y="65"/>
                      </a:cubicBezTo>
                      <a:cubicBezTo>
                        <a:pt x="262" y="65"/>
                        <a:pt x="262" y="65"/>
                        <a:pt x="262" y="65"/>
                      </a:cubicBezTo>
                      <a:cubicBezTo>
                        <a:pt x="262" y="64"/>
                        <a:pt x="262" y="65"/>
                        <a:pt x="262" y="64"/>
                      </a:cubicBezTo>
                      <a:cubicBezTo>
                        <a:pt x="262" y="64"/>
                        <a:pt x="262" y="64"/>
                        <a:pt x="262" y="64"/>
                      </a:cubicBezTo>
                      <a:cubicBezTo>
                        <a:pt x="262" y="64"/>
                        <a:pt x="262" y="64"/>
                        <a:pt x="262" y="64"/>
                      </a:cubicBezTo>
                      <a:cubicBezTo>
                        <a:pt x="262" y="64"/>
                        <a:pt x="262" y="64"/>
                        <a:pt x="263" y="64"/>
                      </a:cubicBezTo>
                      <a:cubicBezTo>
                        <a:pt x="263" y="64"/>
                        <a:pt x="263" y="64"/>
                        <a:pt x="263" y="64"/>
                      </a:cubicBezTo>
                      <a:cubicBezTo>
                        <a:pt x="263" y="64"/>
                        <a:pt x="263" y="64"/>
                        <a:pt x="263" y="64"/>
                      </a:cubicBezTo>
                      <a:cubicBezTo>
                        <a:pt x="263" y="64"/>
                        <a:pt x="263" y="64"/>
                        <a:pt x="263" y="64"/>
                      </a:cubicBezTo>
                      <a:cubicBezTo>
                        <a:pt x="263" y="64"/>
                        <a:pt x="263" y="64"/>
                        <a:pt x="264" y="64"/>
                      </a:cubicBezTo>
                      <a:cubicBezTo>
                        <a:pt x="264" y="64"/>
                        <a:pt x="264" y="64"/>
                        <a:pt x="264" y="64"/>
                      </a:cubicBezTo>
                      <a:cubicBezTo>
                        <a:pt x="264" y="64"/>
                        <a:pt x="264" y="64"/>
                        <a:pt x="264" y="64"/>
                      </a:cubicBezTo>
                      <a:cubicBezTo>
                        <a:pt x="264" y="64"/>
                        <a:pt x="264" y="64"/>
                        <a:pt x="264" y="64"/>
                      </a:cubicBezTo>
                      <a:cubicBezTo>
                        <a:pt x="264" y="64"/>
                        <a:pt x="264" y="64"/>
                        <a:pt x="264" y="64"/>
                      </a:cubicBezTo>
                      <a:cubicBezTo>
                        <a:pt x="264" y="64"/>
                        <a:pt x="264" y="64"/>
                        <a:pt x="264" y="64"/>
                      </a:cubicBezTo>
                      <a:cubicBezTo>
                        <a:pt x="264" y="64"/>
                        <a:pt x="264" y="64"/>
                        <a:pt x="264" y="64"/>
                      </a:cubicBezTo>
                      <a:cubicBezTo>
                        <a:pt x="264" y="64"/>
                        <a:pt x="264" y="64"/>
                        <a:pt x="264" y="64"/>
                      </a:cubicBezTo>
                      <a:cubicBezTo>
                        <a:pt x="264" y="64"/>
                        <a:pt x="264" y="64"/>
                        <a:pt x="264" y="64"/>
                      </a:cubicBezTo>
                      <a:cubicBezTo>
                        <a:pt x="264" y="64"/>
                        <a:pt x="264" y="64"/>
                        <a:pt x="263" y="64"/>
                      </a:cubicBezTo>
                      <a:cubicBezTo>
                        <a:pt x="263" y="64"/>
                        <a:pt x="263" y="64"/>
                        <a:pt x="263" y="64"/>
                      </a:cubicBezTo>
                      <a:cubicBezTo>
                        <a:pt x="263" y="64"/>
                        <a:pt x="263" y="64"/>
                        <a:pt x="263" y="64"/>
                      </a:cubicBezTo>
                      <a:cubicBezTo>
                        <a:pt x="263" y="64"/>
                        <a:pt x="263" y="64"/>
                        <a:pt x="263" y="64"/>
                      </a:cubicBezTo>
                      <a:cubicBezTo>
                        <a:pt x="263" y="64"/>
                        <a:pt x="263" y="64"/>
                        <a:pt x="263" y="64"/>
                      </a:cubicBezTo>
                      <a:cubicBezTo>
                        <a:pt x="263" y="64"/>
                        <a:pt x="263" y="64"/>
                        <a:pt x="263" y="64"/>
                      </a:cubicBezTo>
                      <a:cubicBezTo>
                        <a:pt x="263" y="64"/>
                        <a:pt x="262" y="64"/>
                        <a:pt x="262" y="64"/>
                      </a:cubicBezTo>
                      <a:cubicBezTo>
                        <a:pt x="262" y="64"/>
                        <a:pt x="262" y="64"/>
                        <a:pt x="262" y="65"/>
                      </a:cubicBezTo>
                      <a:cubicBezTo>
                        <a:pt x="262" y="65"/>
                        <a:pt x="262" y="65"/>
                        <a:pt x="262" y="65"/>
                      </a:cubicBezTo>
                      <a:cubicBezTo>
                        <a:pt x="262" y="65"/>
                        <a:pt x="263" y="65"/>
                        <a:pt x="263" y="65"/>
                      </a:cubicBezTo>
                      <a:cubicBezTo>
                        <a:pt x="263" y="65"/>
                        <a:pt x="263" y="65"/>
                        <a:pt x="263" y="65"/>
                      </a:cubicBezTo>
                      <a:cubicBezTo>
                        <a:pt x="263" y="65"/>
                        <a:pt x="263" y="65"/>
                        <a:pt x="263" y="65"/>
                      </a:cubicBezTo>
                      <a:cubicBezTo>
                        <a:pt x="262" y="65"/>
                        <a:pt x="262" y="65"/>
                        <a:pt x="262" y="65"/>
                      </a:cubicBezTo>
                      <a:cubicBezTo>
                        <a:pt x="262" y="65"/>
                        <a:pt x="262" y="65"/>
                        <a:pt x="262" y="65"/>
                      </a:cubicBezTo>
                      <a:cubicBezTo>
                        <a:pt x="262" y="65"/>
                        <a:pt x="262" y="65"/>
                        <a:pt x="262" y="65"/>
                      </a:cubicBezTo>
                      <a:cubicBezTo>
                        <a:pt x="262" y="65"/>
                        <a:pt x="262" y="65"/>
                        <a:pt x="262" y="65"/>
                      </a:cubicBezTo>
                      <a:cubicBezTo>
                        <a:pt x="262" y="65"/>
                        <a:pt x="262" y="65"/>
                        <a:pt x="262" y="65"/>
                      </a:cubicBezTo>
                      <a:cubicBezTo>
                        <a:pt x="263" y="65"/>
                        <a:pt x="263" y="65"/>
                        <a:pt x="263" y="65"/>
                      </a:cubicBezTo>
                      <a:cubicBezTo>
                        <a:pt x="263" y="66"/>
                        <a:pt x="263" y="66"/>
                        <a:pt x="263" y="66"/>
                      </a:cubicBezTo>
                      <a:cubicBezTo>
                        <a:pt x="263" y="66"/>
                        <a:pt x="263" y="66"/>
                        <a:pt x="263" y="66"/>
                      </a:cubicBezTo>
                      <a:cubicBezTo>
                        <a:pt x="263" y="66"/>
                        <a:pt x="263" y="66"/>
                        <a:pt x="263" y="66"/>
                      </a:cubicBezTo>
                      <a:cubicBezTo>
                        <a:pt x="263" y="66"/>
                        <a:pt x="264" y="66"/>
                        <a:pt x="264" y="66"/>
                      </a:cubicBezTo>
                      <a:cubicBezTo>
                        <a:pt x="264" y="66"/>
                        <a:pt x="264" y="66"/>
                        <a:pt x="264" y="66"/>
                      </a:cubicBezTo>
                      <a:cubicBezTo>
                        <a:pt x="264" y="66"/>
                        <a:pt x="264" y="66"/>
                        <a:pt x="264" y="66"/>
                      </a:cubicBezTo>
                      <a:lnTo>
                        <a:pt x="266" y="63"/>
                      </a:lnTo>
                      <a:close/>
                      <a:moveTo>
                        <a:pt x="291" y="94"/>
                      </a:moveTo>
                      <a:cubicBezTo>
                        <a:pt x="291" y="94"/>
                        <a:pt x="291" y="94"/>
                        <a:pt x="291" y="94"/>
                      </a:cubicBezTo>
                      <a:cubicBezTo>
                        <a:pt x="291" y="94"/>
                        <a:pt x="291" y="94"/>
                        <a:pt x="291" y="94"/>
                      </a:cubicBezTo>
                      <a:cubicBezTo>
                        <a:pt x="291" y="95"/>
                        <a:pt x="291" y="94"/>
                        <a:pt x="290" y="94"/>
                      </a:cubicBezTo>
                      <a:cubicBezTo>
                        <a:pt x="290" y="94"/>
                        <a:pt x="290" y="94"/>
                        <a:pt x="289" y="94"/>
                      </a:cubicBezTo>
                      <a:cubicBezTo>
                        <a:pt x="289" y="94"/>
                        <a:pt x="289" y="94"/>
                        <a:pt x="289" y="94"/>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3"/>
                        <a:pt x="290" y="93"/>
                        <a:pt x="290" y="93"/>
                      </a:cubicBezTo>
                      <a:cubicBezTo>
                        <a:pt x="291" y="93"/>
                        <a:pt x="291" y="94"/>
                        <a:pt x="291" y="94"/>
                      </a:cubicBezTo>
                      <a:close/>
                      <a:moveTo>
                        <a:pt x="291" y="92"/>
                      </a:moveTo>
                      <a:cubicBezTo>
                        <a:pt x="291" y="92"/>
                        <a:pt x="291" y="92"/>
                        <a:pt x="291" y="92"/>
                      </a:cubicBezTo>
                      <a:cubicBezTo>
                        <a:pt x="291" y="92"/>
                        <a:pt x="291" y="92"/>
                        <a:pt x="291" y="91"/>
                      </a:cubicBezTo>
                      <a:cubicBezTo>
                        <a:pt x="291" y="91"/>
                        <a:pt x="291" y="91"/>
                        <a:pt x="292" y="91"/>
                      </a:cubicBezTo>
                      <a:cubicBezTo>
                        <a:pt x="292" y="91"/>
                        <a:pt x="292" y="91"/>
                        <a:pt x="292" y="91"/>
                      </a:cubicBezTo>
                      <a:cubicBezTo>
                        <a:pt x="292" y="91"/>
                        <a:pt x="292" y="91"/>
                        <a:pt x="292" y="90"/>
                      </a:cubicBezTo>
                      <a:cubicBezTo>
                        <a:pt x="292" y="90"/>
                        <a:pt x="292" y="90"/>
                        <a:pt x="292" y="90"/>
                      </a:cubicBezTo>
                      <a:cubicBezTo>
                        <a:pt x="292" y="90"/>
                        <a:pt x="292" y="90"/>
                        <a:pt x="292" y="90"/>
                      </a:cubicBezTo>
                      <a:cubicBezTo>
                        <a:pt x="292" y="89"/>
                        <a:pt x="292" y="89"/>
                        <a:pt x="292" y="89"/>
                      </a:cubicBezTo>
                      <a:cubicBezTo>
                        <a:pt x="292" y="89"/>
                        <a:pt x="292" y="89"/>
                        <a:pt x="292" y="89"/>
                      </a:cubicBezTo>
                      <a:cubicBezTo>
                        <a:pt x="292" y="89"/>
                        <a:pt x="292" y="89"/>
                        <a:pt x="292" y="89"/>
                      </a:cubicBezTo>
                      <a:cubicBezTo>
                        <a:pt x="292" y="89"/>
                        <a:pt x="292" y="89"/>
                        <a:pt x="292" y="89"/>
                      </a:cubicBezTo>
                      <a:cubicBezTo>
                        <a:pt x="292" y="89"/>
                        <a:pt x="292" y="89"/>
                        <a:pt x="291" y="89"/>
                      </a:cubicBezTo>
                      <a:cubicBezTo>
                        <a:pt x="291" y="88"/>
                        <a:pt x="291" y="88"/>
                        <a:pt x="291" y="88"/>
                      </a:cubicBezTo>
                      <a:cubicBezTo>
                        <a:pt x="291" y="88"/>
                        <a:pt x="291" y="88"/>
                        <a:pt x="290" y="88"/>
                      </a:cubicBezTo>
                      <a:cubicBezTo>
                        <a:pt x="290" y="87"/>
                        <a:pt x="290" y="88"/>
                        <a:pt x="289" y="88"/>
                      </a:cubicBezTo>
                      <a:cubicBezTo>
                        <a:pt x="289" y="88"/>
                        <a:pt x="288" y="88"/>
                        <a:pt x="288" y="88"/>
                      </a:cubicBezTo>
                      <a:cubicBezTo>
                        <a:pt x="287" y="88"/>
                        <a:pt x="287" y="88"/>
                        <a:pt x="286" y="88"/>
                      </a:cubicBezTo>
                      <a:cubicBezTo>
                        <a:pt x="286" y="89"/>
                        <a:pt x="286" y="89"/>
                        <a:pt x="285" y="89"/>
                      </a:cubicBezTo>
                      <a:cubicBezTo>
                        <a:pt x="285" y="89"/>
                        <a:pt x="285" y="90"/>
                        <a:pt x="285" y="90"/>
                      </a:cubicBezTo>
                      <a:cubicBezTo>
                        <a:pt x="284" y="90"/>
                        <a:pt x="284" y="91"/>
                        <a:pt x="284" y="92"/>
                      </a:cubicBezTo>
                      <a:cubicBezTo>
                        <a:pt x="284" y="92"/>
                        <a:pt x="284" y="92"/>
                        <a:pt x="284" y="92"/>
                      </a:cubicBezTo>
                      <a:cubicBezTo>
                        <a:pt x="284" y="92"/>
                        <a:pt x="283" y="93"/>
                        <a:pt x="283" y="93"/>
                      </a:cubicBezTo>
                      <a:cubicBezTo>
                        <a:pt x="283" y="93"/>
                        <a:pt x="283" y="93"/>
                        <a:pt x="283" y="93"/>
                      </a:cubicBezTo>
                      <a:cubicBezTo>
                        <a:pt x="283" y="94"/>
                        <a:pt x="283" y="94"/>
                        <a:pt x="283" y="94"/>
                      </a:cubicBezTo>
                      <a:cubicBezTo>
                        <a:pt x="283" y="94"/>
                        <a:pt x="283" y="95"/>
                        <a:pt x="283" y="95"/>
                      </a:cubicBezTo>
                      <a:cubicBezTo>
                        <a:pt x="283" y="95"/>
                        <a:pt x="283" y="95"/>
                        <a:pt x="283" y="95"/>
                      </a:cubicBezTo>
                      <a:cubicBezTo>
                        <a:pt x="283" y="95"/>
                        <a:pt x="284" y="95"/>
                        <a:pt x="284" y="94"/>
                      </a:cubicBezTo>
                      <a:cubicBezTo>
                        <a:pt x="284" y="94"/>
                        <a:pt x="284" y="94"/>
                        <a:pt x="285" y="94"/>
                      </a:cubicBezTo>
                      <a:cubicBezTo>
                        <a:pt x="285" y="94"/>
                        <a:pt x="286" y="94"/>
                        <a:pt x="287" y="94"/>
                      </a:cubicBezTo>
                      <a:cubicBezTo>
                        <a:pt x="287" y="95"/>
                        <a:pt x="287" y="94"/>
                        <a:pt x="288" y="94"/>
                      </a:cubicBezTo>
                      <a:cubicBezTo>
                        <a:pt x="288" y="94"/>
                        <a:pt x="288" y="94"/>
                        <a:pt x="288" y="94"/>
                      </a:cubicBezTo>
                      <a:cubicBezTo>
                        <a:pt x="289" y="94"/>
                        <a:pt x="289" y="94"/>
                        <a:pt x="289" y="94"/>
                      </a:cubicBezTo>
                      <a:cubicBezTo>
                        <a:pt x="289" y="93"/>
                        <a:pt x="289" y="93"/>
                        <a:pt x="289" y="93"/>
                      </a:cubicBezTo>
                      <a:cubicBezTo>
                        <a:pt x="290" y="93"/>
                        <a:pt x="290" y="93"/>
                        <a:pt x="290" y="93"/>
                      </a:cubicBezTo>
                      <a:cubicBezTo>
                        <a:pt x="290" y="93"/>
                        <a:pt x="290" y="93"/>
                        <a:pt x="290" y="93"/>
                      </a:cubicBezTo>
                      <a:cubicBezTo>
                        <a:pt x="291" y="92"/>
                        <a:pt x="291" y="92"/>
                        <a:pt x="291" y="92"/>
                      </a:cubicBezTo>
                      <a:cubicBezTo>
                        <a:pt x="291" y="92"/>
                        <a:pt x="291" y="92"/>
                        <a:pt x="291" y="92"/>
                      </a:cubicBezTo>
                      <a:close/>
                      <a:moveTo>
                        <a:pt x="270" y="43"/>
                      </a:moveTo>
                      <a:cubicBezTo>
                        <a:pt x="270" y="43"/>
                        <a:pt x="270" y="43"/>
                        <a:pt x="270" y="43"/>
                      </a:cubicBezTo>
                      <a:cubicBezTo>
                        <a:pt x="270" y="43"/>
                        <a:pt x="270" y="43"/>
                        <a:pt x="270" y="43"/>
                      </a:cubicBezTo>
                      <a:cubicBezTo>
                        <a:pt x="270" y="44"/>
                        <a:pt x="270" y="44"/>
                        <a:pt x="270" y="44"/>
                      </a:cubicBezTo>
                      <a:cubicBezTo>
                        <a:pt x="270" y="44"/>
                        <a:pt x="270" y="44"/>
                        <a:pt x="270" y="45"/>
                      </a:cubicBezTo>
                      <a:cubicBezTo>
                        <a:pt x="270" y="45"/>
                        <a:pt x="270" y="45"/>
                        <a:pt x="270" y="45"/>
                      </a:cubicBezTo>
                      <a:cubicBezTo>
                        <a:pt x="271" y="45"/>
                        <a:pt x="271" y="45"/>
                        <a:pt x="271" y="45"/>
                      </a:cubicBezTo>
                      <a:cubicBezTo>
                        <a:pt x="271" y="45"/>
                        <a:pt x="272" y="45"/>
                        <a:pt x="272" y="45"/>
                      </a:cubicBezTo>
                      <a:cubicBezTo>
                        <a:pt x="272" y="45"/>
                        <a:pt x="272" y="45"/>
                        <a:pt x="272" y="45"/>
                      </a:cubicBezTo>
                      <a:cubicBezTo>
                        <a:pt x="272" y="45"/>
                        <a:pt x="273" y="45"/>
                        <a:pt x="273" y="45"/>
                      </a:cubicBezTo>
                      <a:cubicBezTo>
                        <a:pt x="273" y="45"/>
                        <a:pt x="273" y="45"/>
                        <a:pt x="273" y="45"/>
                      </a:cubicBezTo>
                      <a:cubicBezTo>
                        <a:pt x="273" y="45"/>
                        <a:pt x="273" y="45"/>
                        <a:pt x="274" y="45"/>
                      </a:cubicBezTo>
                      <a:cubicBezTo>
                        <a:pt x="274" y="45"/>
                        <a:pt x="274" y="45"/>
                        <a:pt x="274" y="45"/>
                      </a:cubicBezTo>
                      <a:cubicBezTo>
                        <a:pt x="274" y="45"/>
                        <a:pt x="274" y="45"/>
                        <a:pt x="274" y="44"/>
                      </a:cubicBezTo>
                      <a:cubicBezTo>
                        <a:pt x="273" y="44"/>
                        <a:pt x="274" y="44"/>
                        <a:pt x="273" y="44"/>
                      </a:cubicBezTo>
                      <a:cubicBezTo>
                        <a:pt x="273" y="44"/>
                        <a:pt x="273" y="44"/>
                        <a:pt x="273" y="44"/>
                      </a:cubicBezTo>
                      <a:cubicBezTo>
                        <a:pt x="273" y="44"/>
                        <a:pt x="273" y="44"/>
                        <a:pt x="272" y="44"/>
                      </a:cubicBezTo>
                      <a:cubicBezTo>
                        <a:pt x="272" y="44"/>
                        <a:pt x="272" y="44"/>
                        <a:pt x="272" y="44"/>
                      </a:cubicBezTo>
                      <a:cubicBezTo>
                        <a:pt x="272" y="44"/>
                        <a:pt x="272" y="44"/>
                        <a:pt x="272" y="44"/>
                      </a:cubicBezTo>
                      <a:cubicBezTo>
                        <a:pt x="272" y="44"/>
                        <a:pt x="272" y="44"/>
                        <a:pt x="272" y="43"/>
                      </a:cubicBezTo>
                      <a:cubicBezTo>
                        <a:pt x="272" y="43"/>
                        <a:pt x="272" y="43"/>
                        <a:pt x="272" y="43"/>
                      </a:cubicBezTo>
                      <a:cubicBezTo>
                        <a:pt x="272" y="43"/>
                        <a:pt x="272" y="43"/>
                        <a:pt x="272" y="43"/>
                      </a:cubicBezTo>
                      <a:cubicBezTo>
                        <a:pt x="272" y="43"/>
                        <a:pt x="271" y="43"/>
                        <a:pt x="271" y="43"/>
                      </a:cubicBezTo>
                      <a:cubicBezTo>
                        <a:pt x="271" y="43"/>
                        <a:pt x="271" y="43"/>
                        <a:pt x="271" y="43"/>
                      </a:cubicBezTo>
                      <a:cubicBezTo>
                        <a:pt x="271" y="42"/>
                        <a:pt x="271" y="42"/>
                        <a:pt x="271" y="42"/>
                      </a:cubicBezTo>
                      <a:cubicBezTo>
                        <a:pt x="271" y="42"/>
                        <a:pt x="271" y="42"/>
                        <a:pt x="271" y="42"/>
                      </a:cubicBezTo>
                      <a:cubicBezTo>
                        <a:pt x="270" y="42"/>
                        <a:pt x="270" y="42"/>
                        <a:pt x="270" y="42"/>
                      </a:cubicBezTo>
                      <a:cubicBezTo>
                        <a:pt x="270" y="42"/>
                        <a:pt x="270" y="42"/>
                        <a:pt x="270" y="42"/>
                      </a:cubicBezTo>
                      <a:cubicBezTo>
                        <a:pt x="270" y="42"/>
                        <a:pt x="270" y="42"/>
                        <a:pt x="270" y="42"/>
                      </a:cubicBezTo>
                      <a:cubicBezTo>
                        <a:pt x="270" y="42"/>
                        <a:pt x="269" y="42"/>
                        <a:pt x="269" y="42"/>
                      </a:cubicBezTo>
                      <a:cubicBezTo>
                        <a:pt x="269" y="42"/>
                        <a:pt x="269" y="42"/>
                        <a:pt x="269" y="42"/>
                      </a:cubicBezTo>
                      <a:cubicBezTo>
                        <a:pt x="269" y="42"/>
                        <a:pt x="269" y="42"/>
                        <a:pt x="269" y="42"/>
                      </a:cubicBezTo>
                      <a:cubicBezTo>
                        <a:pt x="269" y="42"/>
                        <a:pt x="269" y="42"/>
                        <a:pt x="269" y="42"/>
                      </a:cubicBezTo>
                      <a:cubicBezTo>
                        <a:pt x="269" y="42"/>
                        <a:pt x="269" y="42"/>
                        <a:pt x="269" y="42"/>
                      </a:cubicBezTo>
                      <a:cubicBezTo>
                        <a:pt x="269" y="42"/>
                        <a:pt x="268" y="42"/>
                        <a:pt x="268" y="42"/>
                      </a:cubicBezTo>
                      <a:cubicBezTo>
                        <a:pt x="268" y="42"/>
                        <a:pt x="268" y="42"/>
                        <a:pt x="268" y="42"/>
                      </a:cubicBezTo>
                      <a:cubicBezTo>
                        <a:pt x="268" y="42"/>
                        <a:pt x="268" y="42"/>
                        <a:pt x="267" y="42"/>
                      </a:cubicBezTo>
                      <a:cubicBezTo>
                        <a:pt x="267" y="42"/>
                        <a:pt x="267" y="41"/>
                        <a:pt x="267" y="42"/>
                      </a:cubicBezTo>
                      <a:cubicBezTo>
                        <a:pt x="267" y="42"/>
                        <a:pt x="267" y="42"/>
                        <a:pt x="267" y="42"/>
                      </a:cubicBezTo>
                      <a:cubicBezTo>
                        <a:pt x="267" y="42"/>
                        <a:pt x="267" y="42"/>
                        <a:pt x="267" y="42"/>
                      </a:cubicBezTo>
                      <a:cubicBezTo>
                        <a:pt x="267" y="42"/>
                        <a:pt x="268" y="42"/>
                        <a:pt x="268" y="43"/>
                      </a:cubicBezTo>
                      <a:cubicBezTo>
                        <a:pt x="268" y="43"/>
                        <a:pt x="268" y="43"/>
                        <a:pt x="268" y="43"/>
                      </a:cubicBezTo>
                      <a:cubicBezTo>
                        <a:pt x="268" y="43"/>
                        <a:pt x="268" y="43"/>
                        <a:pt x="268" y="43"/>
                      </a:cubicBezTo>
                      <a:cubicBezTo>
                        <a:pt x="268" y="43"/>
                        <a:pt x="268" y="43"/>
                        <a:pt x="268" y="43"/>
                      </a:cubicBezTo>
                      <a:cubicBezTo>
                        <a:pt x="268" y="43"/>
                        <a:pt x="268" y="43"/>
                        <a:pt x="268" y="42"/>
                      </a:cubicBezTo>
                      <a:cubicBezTo>
                        <a:pt x="268" y="43"/>
                        <a:pt x="269" y="43"/>
                        <a:pt x="269" y="43"/>
                      </a:cubicBezTo>
                      <a:cubicBezTo>
                        <a:pt x="269" y="43"/>
                        <a:pt x="269" y="43"/>
                        <a:pt x="269" y="43"/>
                      </a:cubicBezTo>
                      <a:cubicBezTo>
                        <a:pt x="269" y="43"/>
                        <a:pt x="269" y="43"/>
                        <a:pt x="270" y="43"/>
                      </a:cubicBezTo>
                      <a:close/>
                      <a:moveTo>
                        <a:pt x="277" y="50"/>
                      </a:moveTo>
                      <a:cubicBezTo>
                        <a:pt x="277" y="50"/>
                        <a:pt x="277" y="50"/>
                        <a:pt x="278" y="50"/>
                      </a:cubicBezTo>
                      <a:cubicBezTo>
                        <a:pt x="278" y="49"/>
                        <a:pt x="277" y="49"/>
                        <a:pt x="277" y="49"/>
                      </a:cubicBezTo>
                      <a:cubicBezTo>
                        <a:pt x="277" y="49"/>
                        <a:pt x="277" y="49"/>
                        <a:pt x="277" y="49"/>
                      </a:cubicBezTo>
                      <a:cubicBezTo>
                        <a:pt x="277" y="49"/>
                        <a:pt x="277" y="49"/>
                        <a:pt x="277" y="49"/>
                      </a:cubicBezTo>
                      <a:cubicBezTo>
                        <a:pt x="276" y="49"/>
                        <a:pt x="276" y="49"/>
                        <a:pt x="276" y="49"/>
                      </a:cubicBezTo>
                      <a:cubicBezTo>
                        <a:pt x="276" y="49"/>
                        <a:pt x="275" y="49"/>
                        <a:pt x="275" y="49"/>
                      </a:cubicBezTo>
                      <a:cubicBezTo>
                        <a:pt x="275" y="49"/>
                        <a:pt x="275" y="49"/>
                        <a:pt x="275" y="49"/>
                      </a:cubicBezTo>
                      <a:cubicBezTo>
                        <a:pt x="275" y="49"/>
                        <a:pt x="275" y="49"/>
                        <a:pt x="275" y="49"/>
                      </a:cubicBezTo>
                      <a:cubicBezTo>
                        <a:pt x="274" y="49"/>
                        <a:pt x="274" y="49"/>
                        <a:pt x="274" y="49"/>
                      </a:cubicBezTo>
                      <a:cubicBezTo>
                        <a:pt x="274" y="49"/>
                        <a:pt x="274" y="49"/>
                        <a:pt x="274" y="49"/>
                      </a:cubicBezTo>
                      <a:cubicBezTo>
                        <a:pt x="274" y="49"/>
                        <a:pt x="273" y="49"/>
                        <a:pt x="273" y="49"/>
                      </a:cubicBezTo>
                      <a:cubicBezTo>
                        <a:pt x="273" y="49"/>
                        <a:pt x="273" y="49"/>
                        <a:pt x="273" y="49"/>
                      </a:cubicBezTo>
                      <a:cubicBezTo>
                        <a:pt x="273" y="48"/>
                        <a:pt x="272" y="49"/>
                        <a:pt x="272" y="49"/>
                      </a:cubicBezTo>
                      <a:cubicBezTo>
                        <a:pt x="272" y="49"/>
                        <a:pt x="272" y="48"/>
                        <a:pt x="272" y="48"/>
                      </a:cubicBezTo>
                      <a:cubicBezTo>
                        <a:pt x="271" y="48"/>
                        <a:pt x="271" y="48"/>
                        <a:pt x="270" y="48"/>
                      </a:cubicBezTo>
                      <a:cubicBezTo>
                        <a:pt x="270" y="48"/>
                        <a:pt x="270" y="48"/>
                        <a:pt x="270" y="48"/>
                      </a:cubicBezTo>
                      <a:cubicBezTo>
                        <a:pt x="270" y="48"/>
                        <a:pt x="270" y="48"/>
                        <a:pt x="269" y="48"/>
                      </a:cubicBezTo>
                      <a:cubicBezTo>
                        <a:pt x="269" y="48"/>
                        <a:pt x="269" y="48"/>
                        <a:pt x="269" y="48"/>
                      </a:cubicBezTo>
                      <a:cubicBezTo>
                        <a:pt x="269" y="48"/>
                        <a:pt x="269" y="48"/>
                        <a:pt x="268" y="48"/>
                      </a:cubicBezTo>
                      <a:cubicBezTo>
                        <a:pt x="268" y="48"/>
                        <a:pt x="268" y="48"/>
                        <a:pt x="268" y="48"/>
                      </a:cubicBezTo>
                      <a:cubicBezTo>
                        <a:pt x="268" y="48"/>
                        <a:pt x="268" y="48"/>
                        <a:pt x="268" y="48"/>
                      </a:cubicBezTo>
                      <a:cubicBezTo>
                        <a:pt x="268" y="48"/>
                        <a:pt x="268" y="49"/>
                        <a:pt x="268" y="49"/>
                      </a:cubicBezTo>
                      <a:cubicBezTo>
                        <a:pt x="268" y="49"/>
                        <a:pt x="268" y="49"/>
                        <a:pt x="268" y="49"/>
                      </a:cubicBezTo>
                      <a:cubicBezTo>
                        <a:pt x="268" y="49"/>
                        <a:pt x="268" y="49"/>
                        <a:pt x="268" y="49"/>
                      </a:cubicBezTo>
                      <a:cubicBezTo>
                        <a:pt x="269" y="49"/>
                        <a:pt x="269" y="49"/>
                        <a:pt x="269" y="49"/>
                      </a:cubicBezTo>
                      <a:cubicBezTo>
                        <a:pt x="269" y="49"/>
                        <a:pt x="269" y="49"/>
                        <a:pt x="269" y="49"/>
                      </a:cubicBezTo>
                      <a:cubicBezTo>
                        <a:pt x="269" y="49"/>
                        <a:pt x="269" y="49"/>
                        <a:pt x="269" y="49"/>
                      </a:cubicBezTo>
                      <a:cubicBezTo>
                        <a:pt x="270" y="49"/>
                        <a:pt x="270" y="49"/>
                        <a:pt x="270" y="49"/>
                      </a:cubicBezTo>
                      <a:cubicBezTo>
                        <a:pt x="270" y="49"/>
                        <a:pt x="270" y="49"/>
                        <a:pt x="270" y="49"/>
                      </a:cubicBezTo>
                      <a:cubicBezTo>
                        <a:pt x="270" y="49"/>
                        <a:pt x="270" y="49"/>
                        <a:pt x="271" y="49"/>
                      </a:cubicBezTo>
                      <a:cubicBezTo>
                        <a:pt x="271" y="49"/>
                        <a:pt x="271" y="49"/>
                        <a:pt x="271" y="49"/>
                      </a:cubicBezTo>
                      <a:cubicBezTo>
                        <a:pt x="271" y="49"/>
                        <a:pt x="271" y="49"/>
                        <a:pt x="271" y="49"/>
                      </a:cubicBezTo>
                      <a:cubicBezTo>
                        <a:pt x="271" y="49"/>
                        <a:pt x="271" y="49"/>
                        <a:pt x="271" y="49"/>
                      </a:cubicBezTo>
                      <a:cubicBezTo>
                        <a:pt x="271" y="50"/>
                        <a:pt x="271" y="50"/>
                        <a:pt x="272" y="50"/>
                      </a:cubicBezTo>
                      <a:cubicBezTo>
                        <a:pt x="272" y="50"/>
                        <a:pt x="272" y="50"/>
                        <a:pt x="272" y="50"/>
                      </a:cubicBezTo>
                      <a:cubicBezTo>
                        <a:pt x="273" y="50"/>
                        <a:pt x="273" y="50"/>
                        <a:pt x="273" y="50"/>
                      </a:cubicBezTo>
                      <a:cubicBezTo>
                        <a:pt x="273" y="50"/>
                        <a:pt x="273" y="50"/>
                        <a:pt x="273" y="50"/>
                      </a:cubicBezTo>
                      <a:cubicBezTo>
                        <a:pt x="273" y="50"/>
                        <a:pt x="273" y="50"/>
                        <a:pt x="273" y="50"/>
                      </a:cubicBezTo>
                      <a:cubicBezTo>
                        <a:pt x="274" y="50"/>
                        <a:pt x="274" y="50"/>
                        <a:pt x="274" y="50"/>
                      </a:cubicBezTo>
                      <a:cubicBezTo>
                        <a:pt x="274" y="50"/>
                        <a:pt x="274" y="50"/>
                        <a:pt x="274" y="50"/>
                      </a:cubicBezTo>
                      <a:cubicBezTo>
                        <a:pt x="274" y="50"/>
                        <a:pt x="274" y="50"/>
                        <a:pt x="275" y="50"/>
                      </a:cubicBezTo>
                      <a:cubicBezTo>
                        <a:pt x="275" y="50"/>
                        <a:pt x="275" y="50"/>
                        <a:pt x="275" y="50"/>
                      </a:cubicBezTo>
                      <a:cubicBezTo>
                        <a:pt x="275" y="50"/>
                        <a:pt x="275" y="50"/>
                        <a:pt x="275" y="50"/>
                      </a:cubicBezTo>
                      <a:cubicBezTo>
                        <a:pt x="275" y="50"/>
                        <a:pt x="275" y="50"/>
                        <a:pt x="275" y="50"/>
                      </a:cubicBezTo>
                      <a:cubicBezTo>
                        <a:pt x="275" y="50"/>
                        <a:pt x="276" y="50"/>
                        <a:pt x="276" y="50"/>
                      </a:cubicBezTo>
                      <a:cubicBezTo>
                        <a:pt x="276" y="50"/>
                        <a:pt x="276" y="50"/>
                        <a:pt x="276" y="50"/>
                      </a:cubicBezTo>
                      <a:cubicBezTo>
                        <a:pt x="276" y="50"/>
                        <a:pt x="276" y="50"/>
                        <a:pt x="276" y="50"/>
                      </a:cubicBezTo>
                      <a:cubicBezTo>
                        <a:pt x="277" y="50"/>
                        <a:pt x="277" y="50"/>
                        <a:pt x="277" y="50"/>
                      </a:cubicBezTo>
                      <a:close/>
                      <a:moveTo>
                        <a:pt x="264" y="44"/>
                      </a:moveTo>
                      <a:cubicBezTo>
                        <a:pt x="264" y="44"/>
                        <a:pt x="264" y="44"/>
                        <a:pt x="264" y="44"/>
                      </a:cubicBezTo>
                      <a:cubicBezTo>
                        <a:pt x="264" y="44"/>
                        <a:pt x="264" y="44"/>
                        <a:pt x="264" y="44"/>
                      </a:cubicBezTo>
                      <a:cubicBezTo>
                        <a:pt x="263" y="44"/>
                        <a:pt x="263" y="44"/>
                        <a:pt x="263" y="44"/>
                      </a:cubicBezTo>
                      <a:cubicBezTo>
                        <a:pt x="263" y="44"/>
                        <a:pt x="263" y="44"/>
                        <a:pt x="263" y="44"/>
                      </a:cubicBezTo>
                      <a:cubicBezTo>
                        <a:pt x="263" y="44"/>
                        <a:pt x="263" y="44"/>
                        <a:pt x="264" y="45"/>
                      </a:cubicBezTo>
                      <a:cubicBezTo>
                        <a:pt x="264" y="45"/>
                        <a:pt x="264" y="45"/>
                        <a:pt x="264" y="45"/>
                      </a:cubicBezTo>
                      <a:cubicBezTo>
                        <a:pt x="264" y="45"/>
                        <a:pt x="264" y="45"/>
                        <a:pt x="264" y="45"/>
                      </a:cubicBezTo>
                      <a:cubicBezTo>
                        <a:pt x="264" y="45"/>
                        <a:pt x="264" y="45"/>
                        <a:pt x="264" y="45"/>
                      </a:cubicBezTo>
                      <a:cubicBezTo>
                        <a:pt x="265" y="45"/>
                        <a:pt x="265" y="44"/>
                        <a:pt x="265" y="44"/>
                      </a:cubicBezTo>
                      <a:cubicBezTo>
                        <a:pt x="264" y="44"/>
                        <a:pt x="264" y="45"/>
                        <a:pt x="264" y="44"/>
                      </a:cubicBezTo>
                      <a:cubicBezTo>
                        <a:pt x="264" y="44"/>
                        <a:pt x="264" y="44"/>
                        <a:pt x="264" y="44"/>
                      </a:cubicBezTo>
                      <a:close/>
                      <a:moveTo>
                        <a:pt x="290" y="84"/>
                      </a:moveTo>
                      <a:cubicBezTo>
                        <a:pt x="290" y="84"/>
                        <a:pt x="290" y="84"/>
                        <a:pt x="290" y="84"/>
                      </a:cubicBezTo>
                      <a:cubicBezTo>
                        <a:pt x="290" y="84"/>
                        <a:pt x="290" y="84"/>
                        <a:pt x="290" y="84"/>
                      </a:cubicBezTo>
                      <a:cubicBezTo>
                        <a:pt x="289" y="84"/>
                        <a:pt x="289" y="84"/>
                        <a:pt x="289" y="84"/>
                      </a:cubicBezTo>
                      <a:cubicBezTo>
                        <a:pt x="289" y="84"/>
                        <a:pt x="289" y="84"/>
                        <a:pt x="289" y="85"/>
                      </a:cubicBezTo>
                      <a:cubicBezTo>
                        <a:pt x="289" y="85"/>
                        <a:pt x="289" y="85"/>
                        <a:pt x="289" y="85"/>
                      </a:cubicBezTo>
                      <a:cubicBezTo>
                        <a:pt x="289" y="85"/>
                        <a:pt x="289" y="85"/>
                        <a:pt x="290" y="85"/>
                      </a:cubicBezTo>
                      <a:cubicBezTo>
                        <a:pt x="290" y="85"/>
                        <a:pt x="290" y="86"/>
                        <a:pt x="291" y="86"/>
                      </a:cubicBezTo>
                      <a:cubicBezTo>
                        <a:pt x="291" y="86"/>
                        <a:pt x="291" y="86"/>
                        <a:pt x="291" y="86"/>
                      </a:cubicBezTo>
                      <a:cubicBezTo>
                        <a:pt x="292" y="86"/>
                        <a:pt x="292" y="86"/>
                        <a:pt x="292" y="86"/>
                      </a:cubicBezTo>
                      <a:cubicBezTo>
                        <a:pt x="292" y="86"/>
                        <a:pt x="293" y="87"/>
                        <a:pt x="293" y="86"/>
                      </a:cubicBezTo>
                      <a:cubicBezTo>
                        <a:pt x="293" y="86"/>
                        <a:pt x="293" y="86"/>
                        <a:pt x="294" y="86"/>
                      </a:cubicBezTo>
                      <a:cubicBezTo>
                        <a:pt x="294" y="86"/>
                        <a:pt x="294" y="86"/>
                        <a:pt x="294" y="86"/>
                      </a:cubicBezTo>
                      <a:cubicBezTo>
                        <a:pt x="294" y="86"/>
                        <a:pt x="294" y="86"/>
                        <a:pt x="294" y="86"/>
                      </a:cubicBezTo>
                      <a:cubicBezTo>
                        <a:pt x="294" y="86"/>
                        <a:pt x="294" y="86"/>
                        <a:pt x="294" y="86"/>
                      </a:cubicBezTo>
                      <a:cubicBezTo>
                        <a:pt x="294" y="86"/>
                        <a:pt x="294" y="86"/>
                        <a:pt x="294" y="86"/>
                      </a:cubicBezTo>
                      <a:cubicBezTo>
                        <a:pt x="294" y="86"/>
                        <a:pt x="294" y="86"/>
                        <a:pt x="294" y="86"/>
                      </a:cubicBezTo>
                      <a:cubicBezTo>
                        <a:pt x="294" y="86"/>
                        <a:pt x="294" y="86"/>
                        <a:pt x="294" y="86"/>
                      </a:cubicBezTo>
                      <a:cubicBezTo>
                        <a:pt x="294" y="86"/>
                        <a:pt x="294" y="85"/>
                        <a:pt x="294" y="85"/>
                      </a:cubicBezTo>
                      <a:cubicBezTo>
                        <a:pt x="294" y="85"/>
                        <a:pt x="294" y="85"/>
                        <a:pt x="294" y="85"/>
                      </a:cubicBezTo>
                      <a:cubicBezTo>
                        <a:pt x="293" y="85"/>
                        <a:pt x="293" y="85"/>
                        <a:pt x="293" y="85"/>
                      </a:cubicBezTo>
                      <a:cubicBezTo>
                        <a:pt x="293" y="85"/>
                        <a:pt x="293" y="85"/>
                        <a:pt x="293" y="85"/>
                      </a:cubicBezTo>
                      <a:cubicBezTo>
                        <a:pt x="293" y="85"/>
                        <a:pt x="293" y="85"/>
                        <a:pt x="293" y="85"/>
                      </a:cubicBezTo>
                      <a:cubicBezTo>
                        <a:pt x="292" y="85"/>
                        <a:pt x="292" y="84"/>
                        <a:pt x="292" y="84"/>
                      </a:cubicBezTo>
                      <a:cubicBezTo>
                        <a:pt x="292" y="84"/>
                        <a:pt x="292" y="84"/>
                        <a:pt x="291" y="84"/>
                      </a:cubicBezTo>
                      <a:cubicBezTo>
                        <a:pt x="291" y="84"/>
                        <a:pt x="291" y="84"/>
                        <a:pt x="291" y="84"/>
                      </a:cubicBezTo>
                      <a:cubicBezTo>
                        <a:pt x="290" y="84"/>
                        <a:pt x="290" y="84"/>
                        <a:pt x="290" y="84"/>
                      </a:cubicBezTo>
                      <a:close/>
                      <a:moveTo>
                        <a:pt x="290" y="84"/>
                      </a:moveTo>
                      <a:cubicBezTo>
                        <a:pt x="290" y="84"/>
                        <a:pt x="290" y="84"/>
                        <a:pt x="290" y="84"/>
                      </a:cubicBezTo>
                      <a:cubicBezTo>
                        <a:pt x="290" y="83"/>
                        <a:pt x="290" y="83"/>
                        <a:pt x="290" y="83"/>
                      </a:cubicBezTo>
                      <a:cubicBezTo>
                        <a:pt x="290" y="83"/>
                        <a:pt x="290" y="83"/>
                        <a:pt x="290" y="83"/>
                      </a:cubicBezTo>
                      <a:cubicBezTo>
                        <a:pt x="290" y="83"/>
                        <a:pt x="290" y="83"/>
                        <a:pt x="290" y="83"/>
                      </a:cubicBezTo>
                      <a:cubicBezTo>
                        <a:pt x="290" y="83"/>
                        <a:pt x="290" y="83"/>
                        <a:pt x="290" y="83"/>
                      </a:cubicBezTo>
                      <a:cubicBezTo>
                        <a:pt x="290" y="83"/>
                        <a:pt x="289" y="83"/>
                        <a:pt x="289" y="83"/>
                      </a:cubicBezTo>
                      <a:cubicBezTo>
                        <a:pt x="289" y="83"/>
                        <a:pt x="289" y="83"/>
                        <a:pt x="289" y="83"/>
                      </a:cubicBezTo>
                      <a:cubicBezTo>
                        <a:pt x="289" y="84"/>
                        <a:pt x="289" y="84"/>
                        <a:pt x="289" y="84"/>
                      </a:cubicBezTo>
                      <a:cubicBezTo>
                        <a:pt x="289" y="84"/>
                        <a:pt x="290" y="84"/>
                        <a:pt x="290" y="84"/>
                      </a:cubicBezTo>
                      <a:cubicBezTo>
                        <a:pt x="290" y="84"/>
                        <a:pt x="290" y="84"/>
                        <a:pt x="290" y="84"/>
                      </a:cubicBezTo>
                      <a:cubicBezTo>
                        <a:pt x="290" y="84"/>
                        <a:pt x="290" y="84"/>
                        <a:pt x="290" y="84"/>
                      </a:cubicBezTo>
                      <a:cubicBezTo>
                        <a:pt x="290" y="84"/>
                        <a:pt x="290" y="84"/>
                        <a:pt x="290" y="84"/>
                      </a:cubicBezTo>
                      <a:cubicBezTo>
                        <a:pt x="290" y="84"/>
                        <a:pt x="290" y="84"/>
                        <a:pt x="290" y="84"/>
                      </a:cubicBezTo>
                      <a:cubicBezTo>
                        <a:pt x="290" y="84"/>
                        <a:pt x="290" y="84"/>
                        <a:pt x="290" y="84"/>
                      </a:cubicBezTo>
                      <a:cubicBezTo>
                        <a:pt x="290" y="84"/>
                        <a:pt x="290" y="84"/>
                        <a:pt x="290" y="84"/>
                      </a:cubicBezTo>
                      <a:cubicBezTo>
                        <a:pt x="290" y="84"/>
                        <a:pt x="290" y="84"/>
                        <a:pt x="290" y="84"/>
                      </a:cubicBezTo>
                      <a:close/>
                      <a:moveTo>
                        <a:pt x="291" y="84"/>
                      </a:moveTo>
                      <a:cubicBezTo>
                        <a:pt x="291" y="84"/>
                        <a:pt x="291" y="84"/>
                        <a:pt x="291" y="84"/>
                      </a:cubicBezTo>
                      <a:cubicBezTo>
                        <a:pt x="291" y="84"/>
                        <a:pt x="291" y="84"/>
                        <a:pt x="291" y="84"/>
                      </a:cubicBezTo>
                      <a:cubicBezTo>
                        <a:pt x="291" y="84"/>
                        <a:pt x="291" y="84"/>
                        <a:pt x="291" y="84"/>
                      </a:cubicBezTo>
                      <a:cubicBezTo>
                        <a:pt x="291" y="84"/>
                        <a:pt x="291" y="84"/>
                        <a:pt x="291" y="83"/>
                      </a:cubicBezTo>
                      <a:cubicBezTo>
                        <a:pt x="291" y="83"/>
                        <a:pt x="291" y="83"/>
                        <a:pt x="291" y="83"/>
                      </a:cubicBezTo>
                      <a:cubicBezTo>
                        <a:pt x="291" y="83"/>
                        <a:pt x="291" y="83"/>
                        <a:pt x="291" y="83"/>
                      </a:cubicBezTo>
                      <a:cubicBezTo>
                        <a:pt x="291" y="83"/>
                        <a:pt x="291" y="83"/>
                        <a:pt x="290" y="83"/>
                      </a:cubicBezTo>
                      <a:cubicBezTo>
                        <a:pt x="290" y="83"/>
                        <a:pt x="290" y="83"/>
                        <a:pt x="290" y="83"/>
                      </a:cubicBezTo>
                      <a:cubicBezTo>
                        <a:pt x="290" y="83"/>
                        <a:pt x="290" y="83"/>
                        <a:pt x="290" y="83"/>
                      </a:cubicBezTo>
                      <a:cubicBezTo>
                        <a:pt x="290" y="83"/>
                        <a:pt x="290" y="82"/>
                        <a:pt x="290" y="83"/>
                      </a:cubicBezTo>
                      <a:cubicBezTo>
                        <a:pt x="290" y="83"/>
                        <a:pt x="290" y="83"/>
                        <a:pt x="290" y="83"/>
                      </a:cubicBezTo>
                      <a:cubicBezTo>
                        <a:pt x="290" y="83"/>
                        <a:pt x="290" y="83"/>
                        <a:pt x="290" y="83"/>
                      </a:cubicBezTo>
                      <a:cubicBezTo>
                        <a:pt x="290" y="83"/>
                        <a:pt x="290" y="83"/>
                        <a:pt x="290" y="83"/>
                      </a:cubicBezTo>
                      <a:cubicBezTo>
                        <a:pt x="290" y="83"/>
                        <a:pt x="290" y="83"/>
                        <a:pt x="290" y="83"/>
                      </a:cubicBezTo>
                      <a:cubicBezTo>
                        <a:pt x="290" y="83"/>
                        <a:pt x="290" y="83"/>
                        <a:pt x="290" y="83"/>
                      </a:cubicBezTo>
                      <a:cubicBezTo>
                        <a:pt x="291" y="84"/>
                        <a:pt x="291" y="84"/>
                        <a:pt x="291" y="84"/>
                      </a:cubicBezTo>
                      <a:cubicBezTo>
                        <a:pt x="291" y="84"/>
                        <a:pt x="291" y="84"/>
                        <a:pt x="291" y="84"/>
                      </a:cubicBezTo>
                      <a:cubicBezTo>
                        <a:pt x="291" y="84"/>
                        <a:pt x="291" y="84"/>
                        <a:pt x="291" y="84"/>
                      </a:cubicBezTo>
                      <a:close/>
                      <a:moveTo>
                        <a:pt x="282" y="48"/>
                      </a:moveTo>
                      <a:cubicBezTo>
                        <a:pt x="282" y="48"/>
                        <a:pt x="282" y="48"/>
                        <a:pt x="282" y="48"/>
                      </a:cubicBezTo>
                      <a:cubicBezTo>
                        <a:pt x="282" y="48"/>
                        <a:pt x="282" y="48"/>
                        <a:pt x="282" y="48"/>
                      </a:cubicBezTo>
                      <a:cubicBezTo>
                        <a:pt x="282" y="48"/>
                        <a:pt x="282" y="48"/>
                        <a:pt x="282" y="48"/>
                      </a:cubicBezTo>
                      <a:cubicBezTo>
                        <a:pt x="282" y="48"/>
                        <a:pt x="282" y="48"/>
                        <a:pt x="282" y="48"/>
                      </a:cubicBezTo>
                      <a:close/>
                      <a:moveTo>
                        <a:pt x="306" y="84"/>
                      </a:moveTo>
                      <a:cubicBezTo>
                        <a:pt x="306" y="84"/>
                        <a:pt x="306" y="84"/>
                        <a:pt x="306"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4"/>
                        <a:pt x="305" y="84"/>
                      </a:cubicBezTo>
                      <a:cubicBezTo>
                        <a:pt x="305" y="84"/>
                        <a:pt x="305" y="83"/>
                        <a:pt x="305" y="83"/>
                      </a:cubicBezTo>
                      <a:cubicBezTo>
                        <a:pt x="305" y="83"/>
                        <a:pt x="305" y="83"/>
                        <a:pt x="305" y="83"/>
                      </a:cubicBezTo>
                      <a:cubicBezTo>
                        <a:pt x="305" y="83"/>
                        <a:pt x="304" y="83"/>
                        <a:pt x="304" y="83"/>
                      </a:cubicBezTo>
                      <a:cubicBezTo>
                        <a:pt x="304" y="83"/>
                        <a:pt x="304" y="83"/>
                        <a:pt x="304" y="83"/>
                      </a:cubicBezTo>
                      <a:cubicBezTo>
                        <a:pt x="304" y="83"/>
                        <a:pt x="304" y="83"/>
                        <a:pt x="304" y="83"/>
                      </a:cubicBezTo>
                      <a:cubicBezTo>
                        <a:pt x="304" y="83"/>
                        <a:pt x="304" y="83"/>
                        <a:pt x="304" y="83"/>
                      </a:cubicBezTo>
                      <a:cubicBezTo>
                        <a:pt x="304" y="83"/>
                        <a:pt x="304" y="83"/>
                        <a:pt x="304" y="83"/>
                      </a:cubicBezTo>
                      <a:cubicBezTo>
                        <a:pt x="304" y="83"/>
                        <a:pt x="304" y="83"/>
                        <a:pt x="304" y="83"/>
                      </a:cubicBezTo>
                      <a:cubicBezTo>
                        <a:pt x="305" y="83"/>
                        <a:pt x="305" y="83"/>
                        <a:pt x="305" y="83"/>
                      </a:cubicBezTo>
                      <a:cubicBezTo>
                        <a:pt x="305" y="83"/>
                        <a:pt x="305" y="83"/>
                        <a:pt x="305" y="83"/>
                      </a:cubicBezTo>
                      <a:cubicBezTo>
                        <a:pt x="305" y="83"/>
                        <a:pt x="305" y="83"/>
                        <a:pt x="305" y="83"/>
                      </a:cubicBezTo>
                      <a:cubicBezTo>
                        <a:pt x="305" y="83"/>
                        <a:pt x="305" y="83"/>
                        <a:pt x="305" y="83"/>
                      </a:cubicBezTo>
                      <a:cubicBezTo>
                        <a:pt x="305" y="83"/>
                        <a:pt x="305" y="83"/>
                        <a:pt x="304" y="83"/>
                      </a:cubicBezTo>
                      <a:cubicBezTo>
                        <a:pt x="304" y="83"/>
                        <a:pt x="304" y="83"/>
                        <a:pt x="304" y="83"/>
                      </a:cubicBezTo>
                      <a:cubicBezTo>
                        <a:pt x="305" y="83"/>
                        <a:pt x="305" y="82"/>
                        <a:pt x="305" y="82"/>
                      </a:cubicBezTo>
                      <a:cubicBezTo>
                        <a:pt x="305" y="82"/>
                        <a:pt x="305" y="82"/>
                        <a:pt x="305" y="82"/>
                      </a:cubicBezTo>
                      <a:cubicBezTo>
                        <a:pt x="305" y="82"/>
                        <a:pt x="305" y="82"/>
                        <a:pt x="305" y="82"/>
                      </a:cubicBezTo>
                      <a:cubicBezTo>
                        <a:pt x="305" y="82"/>
                        <a:pt x="305" y="82"/>
                        <a:pt x="305" y="82"/>
                      </a:cubicBezTo>
                      <a:cubicBezTo>
                        <a:pt x="305" y="82"/>
                        <a:pt x="305" y="82"/>
                        <a:pt x="304" y="82"/>
                      </a:cubicBezTo>
                      <a:cubicBezTo>
                        <a:pt x="304" y="82"/>
                        <a:pt x="304" y="82"/>
                        <a:pt x="304" y="82"/>
                      </a:cubicBezTo>
                      <a:cubicBezTo>
                        <a:pt x="304" y="82"/>
                        <a:pt x="304" y="82"/>
                        <a:pt x="304" y="82"/>
                      </a:cubicBezTo>
                      <a:cubicBezTo>
                        <a:pt x="304" y="82"/>
                        <a:pt x="304" y="82"/>
                        <a:pt x="304" y="82"/>
                      </a:cubicBezTo>
                      <a:cubicBezTo>
                        <a:pt x="304" y="82"/>
                        <a:pt x="304" y="82"/>
                        <a:pt x="304" y="82"/>
                      </a:cubicBezTo>
                      <a:cubicBezTo>
                        <a:pt x="304" y="82"/>
                        <a:pt x="305" y="82"/>
                        <a:pt x="305" y="82"/>
                      </a:cubicBezTo>
                      <a:cubicBezTo>
                        <a:pt x="305" y="82"/>
                        <a:pt x="305" y="82"/>
                        <a:pt x="305" y="82"/>
                      </a:cubicBezTo>
                      <a:cubicBezTo>
                        <a:pt x="305" y="82"/>
                        <a:pt x="305" y="82"/>
                        <a:pt x="305" y="82"/>
                      </a:cubicBezTo>
                      <a:cubicBezTo>
                        <a:pt x="305" y="82"/>
                        <a:pt x="305" y="82"/>
                        <a:pt x="305" y="82"/>
                      </a:cubicBezTo>
                      <a:cubicBezTo>
                        <a:pt x="305" y="82"/>
                        <a:pt x="305" y="82"/>
                        <a:pt x="305" y="82"/>
                      </a:cubicBezTo>
                      <a:cubicBezTo>
                        <a:pt x="305" y="82"/>
                        <a:pt x="305" y="82"/>
                        <a:pt x="305" y="82"/>
                      </a:cubicBezTo>
                      <a:cubicBezTo>
                        <a:pt x="305" y="82"/>
                        <a:pt x="305" y="82"/>
                        <a:pt x="305" y="82"/>
                      </a:cubicBezTo>
                      <a:cubicBezTo>
                        <a:pt x="305" y="82"/>
                        <a:pt x="305" y="82"/>
                        <a:pt x="305" y="82"/>
                      </a:cubicBezTo>
                      <a:cubicBezTo>
                        <a:pt x="305" y="82"/>
                        <a:pt x="305" y="82"/>
                        <a:pt x="305" y="82"/>
                      </a:cubicBezTo>
                      <a:cubicBezTo>
                        <a:pt x="305" y="82"/>
                        <a:pt x="305" y="82"/>
                        <a:pt x="305" y="82"/>
                      </a:cubicBezTo>
                      <a:cubicBezTo>
                        <a:pt x="305" y="82"/>
                        <a:pt x="305" y="82"/>
                        <a:pt x="305" y="82"/>
                      </a:cubicBezTo>
                      <a:cubicBezTo>
                        <a:pt x="305" y="82"/>
                        <a:pt x="305" y="82"/>
                        <a:pt x="305" y="82"/>
                      </a:cubicBezTo>
                      <a:cubicBezTo>
                        <a:pt x="305" y="82"/>
                        <a:pt x="305" y="82"/>
                        <a:pt x="305" y="82"/>
                      </a:cubicBezTo>
                      <a:cubicBezTo>
                        <a:pt x="305" y="82"/>
                        <a:pt x="305" y="82"/>
                        <a:pt x="305" y="82"/>
                      </a:cubicBezTo>
                      <a:cubicBezTo>
                        <a:pt x="305" y="82"/>
                        <a:pt x="305" y="82"/>
                        <a:pt x="305" y="82"/>
                      </a:cubicBezTo>
                      <a:cubicBezTo>
                        <a:pt x="305" y="82"/>
                        <a:pt x="305" y="82"/>
                        <a:pt x="305" y="82"/>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1"/>
                        <a:pt x="305" y="81"/>
                        <a:pt x="305" y="81"/>
                      </a:cubicBezTo>
                      <a:cubicBezTo>
                        <a:pt x="305" y="80"/>
                        <a:pt x="305" y="80"/>
                        <a:pt x="305" y="80"/>
                      </a:cubicBezTo>
                      <a:cubicBezTo>
                        <a:pt x="305" y="80"/>
                        <a:pt x="305" y="80"/>
                        <a:pt x="305" y="80"/>
                      </a:cubicBezTo>
                      <a:cubicBezTo>
                        <a:pt x="305" y="80"/>
                        <a:pt x="305" y="80"/>
                        <a:pt x="305" y="80"/>
                      </a:cubicBezTo>
                      <a:cubicBezTo>
                        <a:pt x="305" y="80"/>
                        <a:pt x="305" y="80"/>
                        <a:pt x="305" y="80"/>
                      </a:cubicBezTo>
                      <a:cubicBezTo>
                        <a:pt x="305" y="80"/>
                        <a:pt x="305" y="80"/>
                        <a:pt x="305" y="80"/>
                      </a:cubicBezTo>
                      <a:cubicBezTo>
                        <a:pt x="305" y="80"/>
                        <a:pt x="305" y="80"/>
                        <a:pt x="305" y="80"/>
                      </a:cubicBezTo>
                      <a:cubicBezTo>
                        <a:pt x="305" y="80"/>
                        <a:pt x="305" y="80"/>
                        <a:pt x="305" y="80"/>
                      </a:cubicBezTo>
                      <a:cubicBezTo>
                        <a:pt x="305" y="71"/>
                        <a:pt x="305" y="71"/>
                        <a:pt x="305" y="71"/>
                      </a:cubicBezTo>
                      <a:cubicBezTo>
                        <a:pt x="305" y="55"/>
                        <a:pt x="305" y="55"/>
                        <a:pt x="305" y="55"/>
                      </a:cubicBezTo>
                      <a:cubicBezTo>
                        <a:pt x="305" y="55"/>
                        <a:pt x="305" y="55"/>
                        <a:pt x="305" y="55"/>
                      </a:cubicBezTo>
                      <a:cubicBezTo>
                        <a:pt x="305" y="55"/>
                        <a:pt x="305" y="55"/>
                        <a:pt x="305" y="55"/>
                      </a:cubicBezTo>
                      <a:cubicBezTo>
                        <a:pt x="305" y="55"/>
                        <a:pt x="305" y="55"/>
                        <a:pt x="304" y="55"/>
                      </a:cubicBezTo>
                      <a:cubicBezTo>
                        <a:pt x="304" y="55"/>
                        <a:pt x="304" y="55"/>
                        <a:pt x="304" y="55"/>
                      </a:cubicBezTo>
                      <a:cubicBezTo>
                        <a:pt x="304" y="55"/>
                        <a:pt x="304" y="55"/>
                        <a:pt x="304" y="55"/>
                      </a:cubicBezTo>
                      <a:cubicBezTo>
                        <a:pt x="304" y="55"/>
                        <a:pt x="303" y="55"/>
                        <a:pt x="303" y="55"/>
                      </a:cubicBezTo>
                      <a:cubicBezTo>
                        <a:pt x="303" y="55"/>
                        <a:pt x="303" y="55"/>
                        <a:pt x="303" y="55"/>
                      </a:cubicBezTo>
                      <a:cubicBezTo>
                        <a:pt x="304" y="55"/>
                        <a:pt x="304" y="54"/>
                        <a:pt x="304" y="54"/>
                      </a:cubicBezTo>
                      <a:cubicBezTo>
                        <a:pt x="304" y="54"/>
                        <a:pt x="303" y="54"/>
                        <a:pt x="303" y="54"/>
                      </a:cubicBezTo>
                      <a:cubicBezTo>
                        <a:pt x="303" y="54"/>
                        <a:pt x="303" y="54"/>
                        <a:pt x="303" y="54"/>
                      </a:cubicBezTo>
                      <a:cubicBezTo>
                        <a:pt x="303" y="54"/>
                        <a:pt x="303" y="54"/>
                        <a:pt x="303" y="54"/>
                      </a:cubicBezTo>
                      <a:cubicBezTo>
                        <a:pt x="303" y="54"/>
                        <a:pt x="303" y="54"/>
                        <a:pt x="303" y="54"/>
                      </a:cubicBezTo>
                      <a:cubicBezTo>
                        <a:pt x="302" y="54"/>
                        <a:pt x="302" y="54"/>
                        <a:pt x="302" y="54"/>
                      </a:cubicBezTo>
                      <a:cubicBezTo>
                        <a:pt x="302" y="54"/>
                        <a:pt x="302" y="54"/>
                        <a:pt x="302" y="54"/>
                      </a:cubicBezTo>
                      <a:cubicBezTo>
                        <a:pt x="302" y="54"/>
                        <a:pt x="302" y="54"/>
                        <a:pt x="301" y="54"/>
                      </a:cubicBezTo>
                      <a:cubicBezTo>
                        <a:pt x="301" y="54"/>
                        <a:pt x="301" y="54"/>
                        <a:pt x="301" y="54"/>
                      </a:cubicBezTo>
                      <a:cubicBezTo>
                        <a:pt x="301" y="54"/>
                        <a:pt x="301" y="54"/>
                        <a:pt x="301" y="54"/>
                      </a:cubicBezTo>
                      <a:cubicBezTo>
                        <a:pt x="301" y="54"/>
                        <a:pt x="301" y="54"/>
                        <a:pt x="301" y="54"/>
                      </a:cubicBezTo>
                      <a:cubicBezTo>
                        <a:pt x="301" y="54"/>
                        <a:pt x="301" y="54"/>
                        <a:pt x="301" y="54"/>
                      </a:cubicBezTo>
                      <a:cubicBezTo>
                        <a:pt x="301" y="54"/>
                        <a:pt x="301" y="54"/>
                        <a:pt x="301" y="54"/>
                      </a:cubicBezTo>
                      <a:cubicBezTo>
                        <a:pt x="300" y="54"/>
                        <a:pt x="300" y="54"/>
                        <a:pt x="300" y="54"/>
                      </a:cubicBezTo>
                      <a:cubicBezTo>
                        <a:pt x="300" y="54"/>
                        <a:pt x="300" y="54"/>
                        <a:pt x="300" y="54"/>
                      </a:cubicBezTo>
                      <a:cubicBezTo>
                        <a:pt x="300" y="53"/>
                        <a:pt x="300" y="53"/>
                        <a:pt x="300" y="53"/>
                      </a:cubicBezTo>
                      <a:cubicBezTo>
                        <a:pt x="300" y="53"/>
                        <a:pt x="300" y="53"/>
                        <a:pt x="299" y="53"/>
                      </a:cubicBezTo>
                      <a:cubicBezTo>
                        <a:pt x="299" y="53"/>
                        <a:pt x="299" y="53"/>
                        <a:pt x="299" y="53"/>
                      </a:cubicBezTo>
                      <a:cubicBezTo>
                        <a:pt x="299" y="53"/>
                        <a:pt x="298" y="53"/>
                        <a:pt x="298" y="53"/>
                      </a:cubicBezTo>
                      <a:cubicBezTo>
                        <a:pt x="298" y="53"/>
                        <a:pt x="297" y="53"/>
                        <a:pt x="297" y="53"/>
                      </a:cubicBezTo>
                      <a:cubicBezTo>
                        <a:pt x="297" y="53"/>
                        <a:pt x="297" y="53"/>
                        <a:pt x="297" y="53"/>
                      </a:cubicBezTo>
                      <a:cubicBezTo>
                        <a:pt x="297" y="53"/>
                        <a:pt x="297" y="53"/>
                        <a:pt x="296" y="53"/>
                      </a:cubicBezTo>
                      <a:cubicBezTo>
                        <a:pt x="296" y="53"/>
                        <a:pt x="296" y="53"/>
                        <a:pt x="296" y="53"/>
                      </a:cubicBezTo>
                      <a:cubicBezTo>
                        <a:pt x="296" y="53"/>
                        <a:pt x="296" y="53"/>
                        <a:pt x="295" y="52"/>
                      </a:cubicBezTo>
                      <a:cubicBezTo>
                        <a:pt x="295" y="52"/>
                        <a:pt x="295" y="52"/>
                        <a:pt x="295" y="52"/>
                      </a:cubicBezTo>
                      <a:cubicBezTo>
                        <a:pt x="295" y="52"/>
                        <a:pt x="294" y="52"/>
                        <a:pt x="294" y="52"/>
                      </a:cubicBezTo>
                      <a:cubicBezTo>
                        <a:pt x="293" y="52"/>
                        <a:pt x="293" y="51"/>
                        <a:pt x="293" y="51"/>
                      </a:cubicBezTo>
                      <a:cubicBezTo>
                        <a:pt x="293" y="51"/>
                        <a:pt x="292" y="51"/>
                        <a:pt x="292" y="51"/>
                      </a:cubicBezTo>
                      <a:cubicBezTo>
                        <a:pt x="292" y="51"/>
                        <a:pt x="292" y="51"/>
                        <a:pt x="292" y="51"/>
                      </a:cubicBezTo>
                      <a:cubicBezTo>
                        <a:pt x="292" y="51"/>
                        <a:pt x="292" y="51"/>
                        <a:pt x="292" y="51"/>
                      </a:cubicBezTo>
                      <a:cubicBezTo>
                        <a:pt x="292" y="51"/>
                        <a:pt x="291" y="51"/>
                        <a:pt x="291" y="51"/>
                      </a:cubicBezTo>
                      <a:cubicBezTo>
                        <a:pt x="291" y="51"/>
                        <a:pt x="291" y="51"/>
                        <a:pt x="291" y="51"/>
                      </a:cubicBezTo>
                      <a:cubicBezTo>
                        <a:pt x="291" y="51"/>
                        <a:pt x="291" y="50"/>
                        <a:pt x="290" y="50"/>
                      </a:cubicBezTo>
                      <a:cubicBezTo>
                        <a:pt x="290" y="50"/>
                        <a:pt x="290" y="50"/>
                        <a:pt x="290" y="50"/>
                      </a:cubicBezTo>
                      <a:cubicBezTo>
                        <a:pt x="290" y="50"/>
                        <a:pt x="290" y="50"/>
                        <a:pt x="290" y="50"/>
                      </a:cubicBezTo>
                      <a:cubicBezTo>
                        <a:pt x="290" y="50"/>
                        <a:pt x="290" y="50"/>
                        <a:pt x="290" y="50"/>
                      </a:cubicBezTo>
                      <a:cubicBezTo>
                        <a:pt x="290" y="50"/>
                        <a:pt x="290" y="50"/>
                        <a:pt x="289" y="49"/>
                      </a:cubicBezTo>
                      <a:cubicBezTo>
                        <a:pt x="289" y="49"/>
                        <a:pt x="289" y="49"/>
                        <a:pt x="289" y="49"/>
                      </a:cubicBezTo>
                      <a:cubicBezTo>
                        <a:pt x="289" y="49"/>
                        <a:pt x="289" y="49"/>
                        <a:pt x="288" y="49"/>
                      </a:cubicBezTo>
                      <a:cubicBezTo>
                        <a:pt x="288" y="49"/>
                        <a:pt x="288" y="49"/>
                        <a:pt x="287" y="49"/>
                      </a:cubicBezTo>
                      <a:cubicBezTo>
                        <a:pt x="287" y="49"/>
                        <a:pt x="287" y="49"/>
                        <a:pt x="287" y="49"/>
                      </a:cubicBezTo>
                      <a:cubicBezTo>
                        <a:pt x="287" y="49"/>
                        <a:pt x="287" y="48"/>
                        <a:pt x="287" y="48"/>
                      </a:cubicBezTo>
                      <a:cubicBezTo>
                        <a:pt x="286" y="48"/>
                        <a:pt x="286" y="48"/>
                        <a:pt x="286" y="48"/>
                      </a:cubicBezTo>
                      <a:cubicBezTo>
                        <a:pt x="286" y="48"/>
                        <a:pt x="285" y="48"/>
                        <a:pt x="285" y="48"/>
                      </a:cubicBezTo>
                      <a:cubicBezTo>
                        <a:pt x="285" y="48"/>
                        <a:pt x="285" y="48"/>
                        <a:pt x="285" y="48"/>
                      </a:cubicBezTo>
                      <a:cubicBezTo>
                        <a:pt x="285" y="48"/>
                        <a:pt x="285" y="48"/>
                        <a:pt x="285" y="48"/>
                      </a:cubicBezTo>
                      <a:cubicBezTo>
                        <a:pt x="285" y="48"/>
                        <a:pt x="285" y="48"/>
                        <a:pt x="285" y="48"/>
                      </a:cubicBezTo>
                      <a:cubicBezTo>
                        <a:pt x="285" y="47"/>
                        <a:pt x="285" y="47"/>
                        <a:pt x="285" y="47"/>
                      </a:cubicBezTo>
                      <a:cubicBezTo>
                        <a:pt x="284" y="47"/>
                        <a:pt x="284" y="47"/>
                        <a:pt x="284" y="47"/>
                      </a:cubicBezTo>
                      <a:cubicBezTo>
                        <a:pt x="284" y="47"/>
                        <a:pt x="284" y="47"/>
                        <a:pt x="284" y="47"/>
                      </a:cubicBezTo>
                      <a:cubicBezTo>
                        <a:pt x="284" y="47"/>
                        <a:pt x="284" y="47"/>
                        <a:pt x="284" y="47"/>
                      </a:cubicBezTo>
                      <a:cubicBezTo>
                        <a:pt x="284" y="47"/>
                        <a:pt x="283" y="47"/>
                        <a:pt x="283" y="47"/>
                      </a:cubicBezTo>
                      <a:cubicBezTo>
                        <a:pt x="283" y="48"/>
                        <a:pt x="283" y="48"/>
                        <a:pt x="282" y="48"/>
                      </a:cubicBezTo>
                      <a:cubicBezTo>
                        <a:pt x="282" y="48"/>
                        <a:pt x="282" y="48"/>
                        <a:pt x="282" y="48"/>
                      </a:cubicBezTo>
                      <a:cubicBezTo>
                        <a:pt x="282" y="48"/>
                        <a:pt x="281" y="48"/>
                        <a:pt x="281" y="48"/>
                      </a:cubicBezTo>
                      <a:cubicBezTo>
                        <a:pt x="281" y="49"/>
                        <a:pt x="281" y="49"/>
                        <a:pt x="280" y="49"/>
                      </a:cubicBezTo>
                      <a:cubicBezTo>
                        <a:pt x="280" y="49"/>
                        <a:pt x="280" y="49"/>
                        <a:pt x="280" y="49"/>
                      </a:cubicBezTo>
                      <a:cubicBezTo>
                        <a:pt x="280" y="49"/>
                        <a:pt x="281" y="49"/>
                        <a:pt x="281" y="50"/>
                      </a:cubicBezTo>
                      <a:cubicBezTo>
                        <a:pt x="281" y="50"/>
                        <a:pt x="280" y="50"/>
                        <a:pt x="280" y="50"/>
                      </a:cubicBezTo>
                      <a:cubicBezTo>
                        <a:pt x="280" y="49"/>
                        <a:pt x="280" y="49"/>
                        <a:pt x="280" y="49"/>
                      </a:cubicBezTo>
                      <a:cubicBezTo>
                        <a:pt x="280" y="49"/>
                        <a:pt x="280" y="49"/>
                        <a:pt x="280" y="49"/>
                      </a:cubicBezTo>
                      <a:cubicBezTo>
                        <a:pt x="280" y="49"/>
                        <a:pt x="280" y="50"/>
                        <a:pt x="280" y="50"/>
                      </a:cubicBezTo>
                      <a:cubicBezTo>
                        <a:pt x="279" y="50"/>
                        <a:pt x="279" y="50"/>
                        <a:pt x="279" y="50"/>
                      </a:cubicBezTo>
                      <a:cubicBezTo>
                        <a:pt x="279" y="50"/>
                        <a:pt x="279" y="50"/>
                        <a:pt x="279" y="50"/>
                      </a:cubicBezTo>
                      <a:cubicBezTo>
                        <a:pt x="279" y="49"/>
                        <a:pt x="279" y="49"/>
                        <a:pt x="279" y="49"/>
                      </a:cubicBezTo>
                      <a:cubicBezTo>
                        <a:pt x="279" y="49"/>
                        <a:pt x="279" y="50"/>
                        <a:pt x="279" y="50"/>
                      </a:cubicBezTo>
                      <a:cubicBezTo>
                        <a:pt x="279" y="50"/>
                        <a:pt x="279" y="50"/>
                        <a:pt x="279" y="50"/>
                      </a:cubicBezTo>
                      <a:cubicBezTo>
                        <a:pt x="279" y="50"/>
                        <a:pt x="279" y="50"/>
                        <a:pt x="279" y="50"/>
                      </a:cubicBezTo>
                      <a:cubicBezTo>
                        <a:pt x="279" y="50"/>
                        <a:pt x="279" y="50"/>
                        <a:pt x="279" y="50"/>
                      </a:cubicBezTo>
                      <a:cubicBezTo>
                        <a:pt x="280" y="51"/>
                        <a:pt x="280" y="51"/>
                        <a:pt x="280" y="51"/>
                      </a:cubicBezTo>
                      <a:cubicBezTo>
                        <a:pt x="280" y="51"/>
                        <a:pt x="280" y="51"/>
                        <a:pt x="280" y="51"/>
                      </a:cubicBezTo>
                      <a:cubicBezTo>
                        <a:pt x="280" y="51"/>
                        <a:pt x="280" y="51"/>
                        <a:pt x="279" y="51"/>
                      </a:cubicBezTo>
                      <a:cubicBezTo>
                        <a:pt x="279" y="51"/>
                        <a:pt x="279" y="52"/>
                        <a:pt x="279" y="52"/>
                      </a:cubicBezTo>
                      <a:cubicBezTo>
                        <a:pt x="279" y="52"/>
                        <a:pt x="279" y="52"/>
                        <a:pt x="278" y="52"/>
                      </a:cubicBezTo>
                      <a:cubicBezTo>
                        <a:pt x="278" y="52"/>
                        <a:pt x="278" y="52"/>
                        <a:pt x="278" y="52"/>
                      </a:cubicBezTo>
                      <a:cubicBezTo>
                        <a:pt x="277" y="52"/>
                        <a:pt x="277" y="52"/>
                        <a:pt x="277" y="52"/>
                      </a:cubicBezTo>
                      <a:cubicBezTo>
                        <a:pt x="277" y="52"/>
                        <a:pt x="277" y="52"/>
                        <a:pt x="277" y="52"/>
                      </a:cubicBezTo>
                      <a:cubicBezTo>
                        <a:pt x="277" y="52"/>
                        <a:pt x="277" y="52"/>
                        <a:pt x="277" y="53"/>
                      </a:cubicBezTo>
                      <a:cubicBezTo>
                        <a:pt x="276" y="52"/>
                        <a:pt x="276" y="52"/>
                        <a:pt x="276" y="53"/>
                      </a:cubicBezTo>
                      <a:cubicBezTo>
                        <a:pt x="276" y="53"/>
                        <a:pt x="276" y="53"/>
                        <a:pt x="276" y="53"/>
                      </a:cubicBezTo>
                      <a:cubicBezTo>
                        <a:pt x="276" y="53"/>
                        <a:pt x="276" y="53"/>
                        <a:pt x="276" y="52"/>
                      </a:cubicBezTo>
                      <a:cubicBezTo>
                        <a:pt x="275" y="52"/>
                        <a:pt x="275" y="52"/>
                        <a:pt x="275" y="52"/>
                      </a:cubicBezTo>
                      <a:cubicBezTo>
                        <a:pt x="275" y="52"/>
                        <a:pt x="275" y="52"/>
                        <a:pt x="275" y="52"/>
                      </a:cubicBezTo>
                      <a:cubicBezTo>
                        <a:pt x="275" y="52"/>
                        <a:pt x="274" y="52"/>
                        <a:pt x="274" y="52"/>
                      </a:cubicBezTo>
                      <a:cubicBezTo>
                        <a:pt x="274" y="52"/>
                        <a:pt x="274" y="53"/>
                        <a:pt x="274" y="53"/>
                      </a:cubicBezTo>
                      <a:cubicBezTo>
                        <a:pt x="274" y="53"/>
                        <a:pt x="274" y="53"/>
                        <a:pt x="274" y="53"/>
                      </a:cubicBezTo>
                      <a:cubicBezTo>
                        <a:pt x="274" y="54"/>
                        <a:pt x="274" y="54"/>
                        <a:pt x="274" y="54"/>
                      </a:cubicBezTo>
                      <a:cubicBezTo>
                        <a:pt x="273" y="54"/>
                        <a:pt x="273" y="55"/>
                        <a:pt x="273" y="55"/>
                      </a:cubicBezTo>
                      <a:cubicBezTo>
                        <a:pt x="273" y="55"/>
                        <a:pt x="272" y="55"/>
                        <a:pt x="272" y="56"/>
                      </a:cubicBezTo>
                      <a:cubicBezTo>
                        <a:pt x="272" y="56"/>
                        <a:pt x="272" y="56"/>
                        <a:pt x="271" y="56"/>
                      </a:cubicBezTo>
                      <a:cubicBezTo>
                        <a:pt x="271" y="56"/>
                        <a:pt x="271" y="56"/>
                        <a:pt x="271" y="56"/>
                      </a:cubicBezTo>
                      <a:cubicBezTo>
                        <a:pt x="271" y="56"/>
                        <a:pt x="271" y="56"/>
                        <a:pt x="271" y="56"/>
                      </a:cubicBezTo>
                      <a:cubicBezTo>
                        <a:pt x="271" y="57"/>
                        <a:pt x="271" y="57"/>
                        <a:pt x="271" y="57"/>
                      </a:cubicBezTo>
                      <a:cubicBezTo>
                        <a:pt x="271" y="57"/>
                        <a:pt x="271" y="57"/>
                        <a:pt x="271" y="57"/>
                      </a:cubicBezTo>
                      <a:cubicBezTo>
                        <a:pt x="271" y="57"/>
                        <a:pt x="271" y="57"/>
                        <a:pt x="271" y="58"/>
                      </a:cubicBezTo>
                      <a:cubicBezTo>
                        <a:pt x="271" y="58"/>
                        <a:pt x="271" y="58"/>
                        <a:pt x="270" y="58"/>
                      </a:cubicBezTo>
                      <a:cubicBezTo>
                        <a:pt x="270" y="58"/>
                        <a:pt x="270" y="58"/>
                        <a:pt x="270" y="58"/>
                      </a:cubicBezTo>
                      <a:cubicBezTo>
                        <a:pt x="270" y="58"/>
                        <a:pt x="270" y="58"/>
                        <a:pt x="270" y="58"/>
                      </a:cubicBezTo>
                      <a:cubicBezTo>
                        <a:pt x="270" y="58"/>
                        <a:pt x="270" y="58"/>
                        <a:pt x="270" y="58"/>
                      </a:cubicBezTo>
                      <a:cubicBezTo>
                        <a:pt x="270" y="59"/>
                        <a:pt x="269" y="59"/>
                        <a:pt x="269" y="59"/>
                      </a:cubicBezTo>
                      <a:cubicBezTo>
                        <a:pt x="269" y="59"/>
                        <a:pt x="269" y="59"/>
                        <a:pt x="268" y="60"/>
                      </a:cubicBezTo>
                      <a:cubicBezTo>
                        <a:pt x="268" y="60"/>
                        <a:pt x="268" y="60"/>
                        <a:pt x="268" y="60"/>
                      </a:cubicBezTo>
                      <a:cubicBezTo>
                        <a:pt x="268" y="60"/>
                        <a:pt x="268" y="60"/>
                        <a:pt x="268" y="60"/>
                      </a:cubicBezTo>
                      <a:cubicBezTo>
                        <a:pt x="267" y="60"/>
                        <a:pt x="267" y="60"/>
                        <a:pt x="267" y="60"/>
                      </a:cubicBezTo>
                      <a:cubicBezTo>
                        <a:pt x="267" y="60"/>
                        <a:pt x="267" y="60"/>
                        <a:pt x="267" y="60"/>
                      </a:cubicBezTo>
                      <a:cubicBezTo>
                        <a:pt x="267" y="60"/>
                        <a:pt x="266" y="60"/>
                        <a:pt x="266" y="60"/>
                      </a:cubicBezTo>
                      <a:cubicBezTo>
                        <a:pt x="266" y="60"/>
                        <a:pt x="266" y="60"/>
                        <a:pt x="266" y="60"/>
                      </a:cubicBezTo>
                      <a:cubicBezTo>
                        <a:pt x="266" y="60"/>
                        <a:pt x="266" y="60"/>
                        <a:pt x="266" y="60"/>
                      </a:cubicBezTo>
                      <a:cubicBezTo>
                        <a:pt x="265" y="60"/>
                        <a:pt x="265" y="60"/>
                        <a:pt x="265" y="60"/>
                      </a:cubicBezTo>
                      <a:cubicBezTo>
                        <a:pt x="265" y="60"/>
                        <a:pt x="265" y="60"/>
                        <a:pt x="265" y="60"/>
                      </a:cubicBezTo>
                      <a:cubicBezTo>
                        <a:pt x="265" y="60"/>
                        <a:pt x="265" y="60"/>
                        <a:pt x="264" y="60"/>
                      </a:cubicBezTo>
                      <a:cubicBezTo>
                        <a:pt x="264" y="60"/>
                        <a:pt x="264" y="60"/>
                        <a:pt x="264" y="60"/>
                      </a:cubicBezTo>
                      <a:cubicBezTo>
                        <a:pt x="264" y="60"/>
                        <a:pt x="264" y="59"/>
                        <a:pt x="264" y="59"/>
                      </a:cubicBezTo>
                      <a:cubicBezTo>
                        <a:pt x="264" y="59"/>
                        <a:pt x="264" y="59"/>
                        <a:pt x="264" y="59"/>
                      </a:cubicBezTo>
                      <a:cubicBezTo>
                        <a:pt x="264" y="59"/>
                        <a:pt x="264" y="59"/>
                        <a:pt x="264" y="59"/>
                      </a:cubicBezTo>
                      <a:cubicBezTo>
                        <a:pt x="264" y="59"/>
                        <a:pt x="264" y="59"/>
                        <a:pt x="264" y="59"/>
                      </a:cubicBezTo>
                      <a:cubicBezTo>
                        <a:pt x="264" y="59"/>
                        <a:pt x="264" y="59"/>
                        <a:pt x="264" y="59"/>
                      </a:cubicBezTo>
                      <a:cubicBezTo>
                        <a:pt x="264" y="59"/>
                        <a:pt x="264" y="59"/>
                        <a:pt x="264" y="59"/>
                      </a:cubicBezTo>
                      <a:cubicBezTo>
                        <a:pt x="264" y="59"/>
                        <a:pt x="264" y="59"/>
                        <a:pt x="264" y="59"/>
                      </a:cubicBezTo>
                      <a:cubicBezTo>
                        <a:pt x="264" y="59"/>
                        <a:pt x="263" y="59"/>
                        <a:pt x="263" y="59"/>
                      </a:cubicBezTo>
                      <a:cubicBezTo>
                        <a:pt x="263" y="58"/>
                        <a:pt x="263" y="58"/>
                        <a:pt x="263" y="58"/>
                      </a:cubicBezTo>
                      <a:cubicBezTo>
                        <a:pt x="263" y="58"/>
                        <a:pt x="263" y="58"/>
                        <a:pt x="263" y="58"/>
                      </a:cubicBezTo>
                      <a:cubicBezTo>
                        <a:pt x="263" y="58"/>
                        <a:pt x="264" y="58"/>
                        <a:pt x="264" y="58"/>
                      </a:cubicBezTo>
                      <a:cubicBezTo>
                        <a:pt x="264" y="58"/>
                        <a:pt x="264" y="58"/>
                        <a:pt x="264" y="57"/>
                      </a:cubicBezTo>
                      <a:cubicBezTo>
                        <a:pt x="264" y="57"/>
                        <a:pt x="264" y="57"/>
                        <a:pt x="264" y="57"/>
                      </a:cubicBezTo>
                      <a:cubicBezTo>
                        <a:pt x="264" y="57"/>
                        <a:pt x="264" y="57"/>
                        <a:pt x="263" y="57"/>
                      </a:cubicBezTo>
                      <a:cubicBezTo>
                        <a:pt x="263" y="57"/>
                        <a:pt x="264" y="57"/>
                        <a:pt x="264" y="57"/>
                      </a:cubicBezTo>
                      <a:cubicBezTo>
                        <a:pt x="263" y="57"/>
                        <a:pt x="264" y="57"/>
                        <a:pt x="263" y="57"/>
                      </a:cubicBezTo>
                      <a:cubicBezTo>
                        <a:pt x="263" y="57"/>
                        <a:pt x="263" y="57"/>
                        <a:pt x="263" y="57"/>
                      </a:cubicBezTo>
                      <a:cubicBezTo>
                        <a:pt x="263" y="57"/>
                        <a:pt x="263" y="58"/>
                        <a:pt x="263" y="58"/>
                      </a:cubicBezTo>
                      <a:cubicBezTo>
                        <a:pt x="263" y="58"/>
                        <a:pt x="263" y="58"/>
                        <a:pt x="263" y="58"/>
                      </a:cubicBezTo>
                      <a:cubicBezTo>
                        <a:pt x="263" y="57"/>
                        <a:pt x="263" y="57"/>
                        <a:pt x="263" y="57"/>
                      </a:cubicBezTo>
                      <a:cubicBezTo>
                        <a:pt x="262" y="57"/>
                        <a:pt x="263" y="57"/>
                        <a:pt x="263" y="57"/>
                      </a:cubicBezTo>
                      <a:cubicBezTo>
                        <a:pt x="263" y="57"/>
                        <a:pt x="263" y="57"/>
                        <a:pt x="262" y="57"/>
                      </a:cubicBezTo>
                      <a:cubicBezTo>
                        <a:pt x="262" y="57"/>
                        <a:pt x="262" y="56"/>
                        <a:pt x="262" y="56"/>
                      </a:cubicBezTo>
                      <a:cubicBezTo>
                        <a:pt x="262" y="56"/>
                        <a:pt x="262" y="56"/>
                        <a:pt x="262" y="56"/>
                      </a:cubicBezTo>
                      <a:cubicBezTo>
                        <a:pt x="262" y="55"/>
                        <a:pt x="262" y="55"/>
                        <a:pt x="262" y="55"/>
                      </a:cubicBezTo>
                      <a:cubicBezTo>
                        <a:pt x="262" y="55"/>
                        <a:pt x="262" y="55"/>
                        <a:pt x="262" y="54"/>
                      </a:cubicBezTo>
                      <a:cubicBezTo>
                        <a:pt x="262" y="54"/>
                        <a:pt x="262" y="54"/>
                        <a:pt x="262" y="54"/>
                      </a:cubicBezTo>
                      <a:cubicBezTo>
                        <a:pt x="263" y="60"/>
                        <a:pt x="263" y="60"/>
                        <a:pt x="263" y="60"/>
                      </a:cubicBezTo>
                      <a:cubicBezTo>
                        <a:pt x="263" y="60"/>
                        <a:pt x="263" y="60"/>
                        <a:pt x="263" y="60"/>
                      </a:cubicBezTo>
                      <a:cubicBezTo>
                        <a:pt x="263" y="60"/>
                        <a:pt x="263" y="60"/>
                        <a:pt x="263" y="60"/>
                      </a:cubicBezTo>
                      <a:cubicBezTo>
                        <a:pt x="262" y="61"/>
                        <a:pt x="262" y="61"/>
                        <a:pt x="262" y="61"/>
                      </a:cubicBezTo>
                      <a:cubicBezTo>
                        <a:pt x="262" y="61"/>
                        <a:pt x="262" y="61"/>
                        <a:pt x="262" y="61"/>
                      </a:cubicBezTo>
                      <a:cubicBezTo>
                        <a:pt x="264" y="62"/>
                        <a:pt x="264" y="62"/>
                        <a:pt x="264" y="62"/>
                      </a:cubicBezTo>
                      <a:cubicBezTo>
                        <a:pt x="266" y="63"/>
                        <a:pt x="266" y="63"/>
                        <a:pt x="266" y="63"/>
                      </a:cubicBezTo>
                      <a:cubicBezTo>
                        <a:pt x="264" y="66"/>
                        <a:pt x="264" y="66"/>
                        <a:pt x="264" y="66"/>
                      </a:cubicBezTo>
                      <a:cubicBezTo>
                        <a:pt x="264" y="66"/>
                        <a:pt x="264" y="66"/>
                        <a:pt x="264" y="66"/>
                      </a:cubicBezTo>
                      <a:cubicBezTo>
                        <a:pt x="264" y="66"/>
                        <a:pt x="264" y="66"/>
                        <a:pt x="264" y="66"/>
                      </a:cubicBezTo>
                      <a:cubicBezTo>
                        <a:pt x="264" y="66"/>
                        <a:pt x="264" y="66"/>
                        <a:pt x="264" y="66"/>
                      </a:cubicBezTo>
                      <a:cubicBezTo>
                        <a:pt x="264" y="66"/>
                        <a:pt x="264" y="66"/>
                        <a:pt x="264" y="66"/>
                      </a:cubicBezTo>
                      <a:cubicBezTo>
                        <a:pt x="264" y="66"/>
                        <a:pt x="264" y="67"/>
                        <a:pt x="264" y="67"/>
                      </a:cubicBezTo>
                      <a:cubicBezTo>
                        <a:pt x="265" y="67"/>
                        <a:pt x="265" y="67"/>
                        <a:pt x="265" y="67"/>
                      </a:cubicBezTo>
                      <a:cubicBezTo>
                        <a:pt x="265" y="67"/>
                        <a:pt x="265" y="67"/>
                        <a:pt x="265" y="67"/>
                      </a:cubicBezTo>
                      <a:cubicBezTo>
                        <a:pt x="265" y="67"/>
                        <a:pt x="265" y="67"/>
                        <a:pt x="265" y="67"/>
                      </a:cubicBezTo>
                      <a:cubicBezTo>
                        <a:pt x="266" y="67"/>
                        <a:pt x="266" y="67"/>
                        <a:pt x="266" y="67"/>
                      </a:cubicBezTo>
                      <a:cubicBezTo>
                        <a:pt x="266" y="68"/>
                        <a:pt x="266" y="68"/>
                        <a:pt x="266" y="68"/>
                      </a:cubicBezTo>
                      <a:cubicBezTo>
                        <a:pt x="266" y="68"/>
                        <a:pt x="266" y="68"/>
                        <a:pt x="267" y="68"/>
                      </a:cubicBezTo>
                      <a:cubicBezTo>
                        <a:pt x="267" y="67"/>
                        <a:pt x="268" y="67"/>
                        <a:pt x="268" y="68"/>
                      </a:cubicBezTo>
                      <a:cubicBezTo>
                        <a:pt x="268" y="68"/>
                        <a:pt x="269" y="68"/>
                        <a:pt x="269" y="68"/>
                      </a:cubicBezTo>
                      <a:cubicBezTo>
                        <a:pt x="269" y="68"/>
                        <a:pt x="269" y="68"/>
                        <a:pt x="270" y="68"/>
                      </a:cubicBezTo>
                      <a:cubicBezTo>
                        <a:pt x="270" y="68"/>
                        <a:pt x="270" y="68"/>
                        <a:pt x="270" y="68"/>
                      </a:cubicBezTo>
                      <a:cubicBezTo>
                        <a:pt x="270" y="68"/>
                        <a:pt x="270" y="68"/>
                        <a:pt x="271" y="68"/>
                      </a:cubicBezTo>
                      <a:cubicBezTo>
                        <a:pt x="271" y="68"/>
                        <a:pt x="271" y="68"/>
                        <a:pt x="271" y="68"/>
                      </a:cubicBezTo>
                      <a:cubicBezTo>
                        <a:pt x="271" y="68"/>
                        <a:pt x="271" y="68"/>
                        <a:pt x="271" y="68"/>
                      </a:cubicBezTo>
                      <a:cubicBezTo>
                        <a:pt x="271" y="68"/>
                        <a:pt x="271" y="68"/>
                        <a:pt x="271" y="68"/>
                      </a:cubicBezTo>
                      <a:cubicBezTo>
                        <a:pt x="271" y="68"/>
                        <a:pt x="271" y="68"/>
                        <a:pt x="271" y="68"/>
                      </a:cubicBezTo>
                      <a:cubicBezTo>
                        <a:pt x="271" y="68"/>
                        <a:pt x="271" y="68"/>
                        <a:pt x="271" y="68"/>
                      </a:cubicBezTo>
                      <a:cubicBezTo>
                        <a:pt x="271" y="68"/>
                        <a:pt x="271" y="68"/>
                        <a:pt x="271" y="68"/>
                      </a:cubicBezTo>
                      <a:cubicBezTo>
                        <a:pt x="271" y="68"/>
                        <a:pt x="271" y="68"/>
                        <a:pt x="271" y="68"/>
                      </a:cubicBezTo>
                      <a:cubicBezTo>
                        <a:pt x="272" y="68"/>
                        <a:pt x="272" y="68"/>
                        <a:pt x="272" y="68"/>
                      </a:cubicBezTo>
                      <a:cubicBezTo>
                        <a:pt x="272" y="68"/>
                        <a:pt x="272" y="68"/>
                        <a:pt x="272" y="69"/>
                      </a:cubicBezTo>
                      <a:cubicBezTo>
                        <a:pt x="272" y="69"/>
                        <a:pt x="272" y="69"/>
                        <a:pt x="272" y="69"/>
                      </a:cubicBezTo>
                      <a:cubicBezTo>
                        <a:pt x="272" y="69"/>
                        <a:pt x="272" y="69"/>
                        <a:pt x="272" y="69"/>
                      </a:cubicBezTo>
                      <a:cubicBezTo>
                        <a:pt x="272" y="69"/>
                        <a:pt x="272" y="69"/>
                        <a:pt x="272" y="69"/>
                      </a:cubicBezTo>
                      <a:cubicBezTo>
                        <a:pt x="272"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5" y="69"/>
                        <a:pt x="275" y="69"/>
                      </a:cubicBezTo>
                      <a:cubicBezTo>
                        <a:pt x="275" y="69"/>
                        <a:pt x="275" y="69"/>
                        <a:pt x="275" y="70"/>
                      </a:cubicBezTo>
                      <a:cubicBezTo>
                        <a:pt x="275" y="70"/>
                        <a:pt x="275" y="70"/>
                        <a:pt x="275" y="70"/>
                      </a:cubicBezTo>
                      <a:cubicBezTo>
                        <a:pt x="275" y="70"/>
                        <a:pt x="275" y="70"/>
                        <a:pt x="275" y="70"/>
                      </a:cubicBezTo>
                      <a:cubicBezTo>
                        <a:pt x="275" y="70"/>
                        <a:pt x="275" y="70"/>
                        <a:pt x="276" y="70"/>
                      </a:cubicBezTo>
                      <a:cubicBezTo>
                        <a:pt x="276" y="70"/>
                        <a:pt x="276" y="70"/>
                        <a:pt x="276" y="70"/>
                      </a:cubicBezTo>
                      <a:cubicBezTo>
                        <a:pt x="276" y="70"/>
                        <a:pt x="276" y="70"/>
                        <a:pt x="276" y="70"/>
                      </a:cubicBezTo>
                      <a:cubicBezTo>
                        <a:pt x="276" y="70"/>
                        <a:pt x="276" y="70"/>
                        <a:pt x="276" y="70"/>
                      </a:cubicBezTo>
                      <a:cubicBezTo>
                        <a:pt x="277" y="70"/>
                        <a:pt x="277" y="70"/>
                        <a:pt x="277" y="70"/>
                      </a:cubicBezTo>
                      <a:cubicBezTo>
                        <a:pt x="277" y="70"/>
                        <a:pt x="277" y="70"/>
                        <a:pt x="277" y="70"/>
                      </a:cubicBezTo>
                      <a:cubicBezTo>
                        <a:pt x="277" y="70"/>
                        <a:pt x="277" y="70"/>
                        <a:pt x="277" y="70"/>
                      </a:cubicBezTo>
                      <a:cubicBezTo>
                        <a:pt x="277" y="70"/>
                        <a:pt x="277" y="70"/>
                        <a:pt x="277" y="70"/>
                      </a:cubicBezTo>
                      <a:cubicBezTo>
                        <a:pt x="277" y="70"/>
                        <a:pt x="277" y="70"/>
                        <a:pt x="277" y="70"/>
                      </a:cubicBezTo>
                      <a:cubicBezTo>
                        <a:pt x="277" y="70"/>
                        <a:pt x="277" y="70"/>
                        <a:pt x="277" y="70"/>
                      </a:cubicBezTo>
                      <a:cubicBezTo>
                        <a:pt x="277" y="70"/>
                        <a:pt x="277" y="70"/>
                        <a:pt x="277" y="70"/>
                      </a:cubicBezTo>
                      <a:cubicBezTo>
                        <a:pt x="277" y="70"/>
                        <a:pt x="277" y="70"/>
                        <a:pt x="277" y="70"/>
                      </a:cubicBezTo>
                      <a:cubicBezTo>
                        <a:pt x="277" y="70"/>
                        <a:pt x="277" y="70"/>
                        <a:pt x="277" y="70"/>
                      </a:cubicBezTo>
                      <a:cubicBezTo>
                        <a:pt x="277" y="70"/>
                        <a:pt x="277" y="70"/>
                        <a:pt x="277" y="70"/>
                      </a:cubicBezTo>
                      <a:cubicBezTo>
                        <a:pt x="277" y="70"/>
                        <a:pt x="277" y="70"/>
                        <a:pt x="277" y="70"/>
                      </a:cubicBezTo>
                      <a:cubicBezTo>
                        <a:pt x="277" y="70"/>
                        <a:pt x="277" y="70"/>
                        <a:pt x="277" y="71"/>
                      </a:cubicBezTo>
                      <a:cubicBezTo>
                        <a:pt x="277" y="71"/>
                        <a:pt x="277" y="71"/>
                        <a:pt x="277" y="71"/>
                      </a:cubicBezTo>
                      <a:cubicBezTo>
                        <a:pt x="277" y="71"/>
                        <a:pt x="277" y="71"/>
                        <a:pt x="277" y="71"/>
                      </a:cubicBezTo>
                      <a:cubicBezTo>
                        <a:pt x="277" y="71"/>
                        <a:pt x="277" y="71"/>
                        <a:pt x="277" y="71"/>
                      </a:cubicBezTo>
                      <a:cubicBezTo>
                        <a:pt x="277" y="71"/>
                        <a:pt x="278" y="71"/>
                        <a:pt x="278" y="71"/>
                      </a:cubicBezTo>
                      <a:cubicBezTo>
                        <a:pt x="278" y="70"/>
                        <a:pt x="278" y="70"/>
                        <a:pt x="278" y="70"/>
                      </a:cubicBezTo>
                      <a:cubicBezTo>
                        <a:pt x="278" y="70"/>
                        <a:pt x="278" y="70"/>
                        <a:pt x="278" y="70"/>
                      </a:cubicBezTo>
                      <a:cubicBezTo>
                        <a:pt x="278" y="70"/>
                        <a:pt x="278" y="70"/>
                        <a:pt x="278" y="70"/>
                      </a:cubicBezTo>
                      <a:cubicBezTo>
                        <a:pt x="278" y="70"/>
                        <a:pt x="278" y="70"/>
                        <a:pt x="278" y="70"/>
                      </a:cubicBezTo>
                      <a:cubicBezTo>
                        <a:pt x="278" y="70"/>
                        <a:pt x="278" y="70"/>
                        <a:pt x="278" y="70"/>
                      </a:cubicBezTo>
                      <a:cubicBezTo>
                        <a:pt x="278" y="70"/>
                        <a:pt x="278" y="70"/>
                        <a:pt x="278" y="71"/>
                      </a:cubicBezTo>
                      <a:cubicBezTo>
                        <a:pt x="278" y="71"/>
                        <a:pt x="278" y="71"/>
                        <a:pt x="278" y="71"/>
                      </a:cubicBezTo>
                      <a:cubicBezTo>
                        <a:pt x="278" y="71"/>
                        <a:pt x="278" y="70"/>
                        <a:pt x="278" y="70"/>
                      </a:cubicBezTo>
                      <a:cubicBezTo>
                        <a:pt x="278" y="70"/>
                        <a:pt x="278" y="70"/>
                        <a:pt x="278" y="71"/>
                      </a:cubicBezTo>
                      <a:cubicBezTo>
                        <a:pt x="278" y="71"/>
                        <a:pt x="278" y="71"/>
                        <a:pt x="278" y="71"/>
                      </a:cubicBezTo>
                      <a:cubicBezTo>
                        <a:pt x="278" y="71"/>
                        <a:pt x="278" y="71"/>
                        <a:pt x="278" y="71"/>
                      </a:cubicBezTo>
                      <a:cubicBezTo>
                        <a:pt x="278" y="71"/>
                        <a:pt x="278" y="71"/>
                        <a:pt x="279" y="71"/>
                      </a:cubicBezTo>
                      <a:cubicBezTo>
                        <a:pt x="279" y="71"/>
                        <a:pt x="279" y="71"/>
                        <a:pt x="279" y="70"/>
                      </a:cubicBezTo>
                      <a:cubicBezTo>
                        <a:pt x="279" y="70"/>
                        <a:pt x="279" y="70"/>
                        <a:pt x="279" y="70"/>
                      </a:cubicBezTo>
                      <a:cubicBezTo>
                        <a:pt x="279" y="70"/>
                        <a:pt x="279" y="70"/>
                        <a:pt x="279" y="70"/>
                      </a:cubicBezTo>
                      <a:cubicBezTo>
                        <a:pt x="279" y="70"/>
                        <a:pt x="279" y="71"/>
                        <a:pt x="279" y="71"/>
                      </a:cubicBezTo>
                      <a:cubicBezTo>
                        <a:pt x="279" y="71"/>
                        <a:pt x="279" y="71"/>
                        <a:pt x="279" y="71"/>
                      </a:cubicBezTo>
                      <a:cubicBezTo>
                        <a:pt x="279" y="71"/>
                        <a:pt x="279" y="71"/>
                        <a:pt x="279" y="71"/>
                      </a:cubicBezTo>
                      <a:cubicBezTo>
                        <a:pt x="279" y="71"/>
                        <a:pt x="279" y="71"/>
                        <a:pt x="279" y="71"/>
                      </a:cubicBezTo>
                      <a:cubicBezTo>
                        <a:pt x="279" y="71"/>
                        <a:pt x="279" y="71"/>
                        <a:pt x="279" y="70"/>
                      </a:cubicBezTo>
                      <a:cubicBezTo>
                        <a:pt x="279" y="70"/>
                        <a:pt x="279" y="70"/>
                        <a:pt x="279" y="70"/>
                      </a:cubicBezTo>
                      <a:cubicBezTo>
                        <a:pt x="279" y="70"/>
                        <a:pt x="279" y="70"/>
                        <a:pt x="279" y="70"/>
                      </a:cubicBezTo>
                      <a:cubicBezTo>
                        <a:pt x="279" y="70"/>
                        <a:pt x="279" y="71"/>
                        <a:pt x="279" y="71"/>
                      </a:cubicBezTo>
                      <a:cubicBezTo>
                        <a:pt x="279" y="71"/>
                        <a:pt x="279" y="71"/>
                        <a:pt x="279" y="71"/>
                      </a:cubicBezTo>
                      <a:cubicBezTo>
                        <a:pt x="279" y="71"/>
                        <a:pt x="279" y="71"/>
                        <a:pt x="279" y="71"/>
                      </a:cubicBezTo>
                      <a:cubicBezTo>
                        <a:pt x="279" y="71"/>
                        <a:pt x="279" y="71"/>
                        <a:pt x="279" y="71"/>
                      </a:cubicBezTo>
                      <a:cubicBezTo>
                        <a:pt x="279" y="71"/>
                        <a:pt x="279" y="71"/>
                        <a:pt x="279" y="71"/>
                      </a:cubicBezTo>
                      <a:cubicBezTo>
                        <a:pt x="279" y="71"/>
                        <a:pt x="279" y="71"/>
                        <a:pt x="279" y="71"/>
                      </a:cubicBezTo>
                      <a:cubicBezTo>
                        <a:pt x="279" y="71"/>
                        <a:pt x="279" y="71"/>
                        <a:pt x="279" y="71"/>
                      </a:cubicBezTo>
                      <a:cubicBezTo>
                        <a:pt x="279" y="71"/>
                        <a:pt x="279" y="71"/>
                        <a:pt x="279"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1" y="71"/>
                        <a:pt x="281" y="71"/>
                      </a:cubicBezTo>
                      <a:cubicBezTo>
                        <a:pt x="281" y="71"/>
                        <a:pt x="281" y="71"/>
                        <a:pt x="281" y="71"/>
                      </a:cubicBezTo>
                      <a:cubicBezTo>
                        <a:pt x="280" y="71"/>
                        <a:pt x="280" y="71"/>
                        <a:pt x="280" y="71"/>
                      </a:cubicBezTo>
                      <a:cubicBezTo>
                        <a:pt x="280" y="71"/>
                        <a:pt x="280" y="71"/>
                        <a:pt x="280" y="71"/>
                      </a:cubicBezTo>
                      <a:cubicBezTo>
                        <a:pt x="281" y="71"/>
                        <a:pt x="281" y="72"/>
                        <a:pt x="281" y="71"/>
                      </a:cubicBezTo>
                      <a:cubicBezTo>
                        <a:pt x="281" y="71"/>
                        <a:pt x="281" y="71"/>
                        <a:pt x="281" y="71"/>
                      </a:cubicBezTo>
                      <a:cubicBezTo>
                        <a:pt x="281" y="71"/>
                        <a:pt x="281" y="71"/>
                        <a:pt x="281" y="71"/>
                      </a:cubicBezTo>
                      <a:cubicBezTo>
                        <a:pt x="281" y="71"/>
                        <a:pt x="281" y="71"/>
                        <a:pt x="281" y="71"/>
                      </a:cubicBezTo>
                      <a:cubicBezTo>
                        <a:pt x="281" y="71"/>
                        <a:pt x="281" y="71"/>
                        <a:pt x="281" y="72"/>
                      </a:cubicBezTo>
                      <a:cubicBezTo>
                        <a:pt x="281" y="72"/>
                        <a:pt x="281" y="72"/>
                        <a:pt x="281" y="72"/>
                      </a:cubicBezTo>
                      <a:cubicBezTo>
                        <a:pt x="281" y="72"/>
                        <a:pt x="281" y="72"/>
                        <a:pt x="281" y="72"/>
                      </a:cubicBezTo>
                      <a:cubicBezTo>
                        <a:pt x="281" y="72"/>
                        <a:pt x="281" y="72"/>
                        <a:pt x="281" y="72"/>
                      </a:cubicBezTo>
                      <a:cubicBezTo>
                        <a:pt x="281" y="72"/>
                        <a:pt x="281" y="72"/>
                        <a:pt x="281" y="72"/>
                      </a:cubicBezTo>
                      <a:cubicBezTo>
                        <a:pt x="281" y="72"/>
                        <a:pt x="281" y="72"/>
                        <a:pt x="281" y="72"/>
                      </a:cubicBezTo>
                      <a:cubicBezTo>
                        <a:pt x="281" y="72"/>
                        <a:pt x="281" y="72"/>
                        <a:pt x="281" y="72"/>
                      </a:cubicBezTo>
                      <a:cubicBezTo>
                        <a:pt x="281" y="72"/>
                        <a:pt x="281" y="71"/>
                        <a:pt x="282" y="71"/>
                      </a:cubicBezTo>
                      <a:cubicBezTo>
                        <a:pt x="282" y="72"/>
                        <a:pt x="282" y="72"/>
                        <a:pt x="282" y="72"/>
                      </a:cubicBezTo>
                      <a:cubicBezTo>
                        <a:pt x="282" y="72"/>
                        <a:pt x="282" y="72"/>
                        <a:pt x="282" y="72"/>
                      </a:cubicBezTo>
                      <a:cubicBezTo>
                        <a:pt x="282" y="72"/>
                        <a:pt x="281" y="72"/>
                        <a:pt x="281" y="72"/>
                      </a:cubicBezTo>
                      <a:cubicBezTo>
                        <a:pt x="281" y="72"/>
                        <a:pt x="281" y="72"/>
                        <a:pt x="281" y="72"/>
                      </a:cubicBezTo>
                      <a:cubicBezTo>
                        <a:pt x="281" y="72"/>
                        <a:pt x="282" y="72"/>
                        <a:pt x="282" y="72"/>
                      </a:cubicBezTo>
                      <a:cubicBezTo>
                        <a:pt x="282" y="72"/>
                        <a:pt x="282" y="72"/>
                        <a:pt x="282" y="72"/>
                      </a:cubicBezTo>
                      <a:cubicBezTo>
                        <a:pt x="282" y="72"/>
                        <a:pt x="282" y="72"/>
                        <a:pt x="282" y="72"/>
                      </a:cubicBezTo>
                      <a:cubicBezTo>
                        <a:pt x="282" y="72"/>
                        <a:pt x="282" y="72"/>
                        <a:pt x="282" y="72"/>
                      </a:cubicBezTo>
                      <a:cubicBezTo>
                        <a:pt x="282" y="72"/>
                        <a:pt x="282" y="72"/>
                        <a:pt x="282" y="72"/>
                      </a:cubicBezTo>
                      <a:cubicBezTo>
                        <a:pt x="282" y="72"/>
                        <a:pt x="282" y="71"/>
                        <a:pt x="282" y="71"/>
                      </a:cubicBezTo>
                      <a:cubicBezTo>
                        <a:pt x="282" y="71"/>
                        <a:pt x="282" y="71"/>
                        <a:pt x="282" y="71"/>
                      </a:cubicBezTo>
                      <a:cubicBezTo>
                        <a:pt x="282" y="71"/>
                        <a:pt x="282" y="71"/>
                        <a:pt x="282" y="71"/>
                      </a:cubicBezTo>
                      <a:cubicBezTo>
                        <a:pt x="282" y="71"/>
                        <a:pt x="282" y="71"/>
                        <a:pt x="283" y="71"/>
                      </a:cubicBezTo>
                      <a:cubicBezTo>
                        <a:pt x="283" y="71"/>
                        <a:pt x="283" y="71"/>
                        <a:pt x="283" y="71"/>
                      </a:cubicBezTo>
                      <a:cubicBezTo>
                        <a:pt x="282" y="72"/>
                        <a:pt x="282" y="72"/>
                        <a:pt x="282" y="72"/>
                      </a:cubicBezTo>
                      <a:cubicBezTo>
                        <a:pt x="282" y="72"/>
                        <a:pt x="282" y="72"/>
                        <a:pt x="282" y="72"/>
                      </a:cubicBezTo>
                      <a:cubicBezTo>
                        <a:pt x="282" y="72"/>
                        <a:pt x="282" y="72"/>
                        <a:pt x="282" y="72"/>
                      </a:cubicBezTo>
                      <a:cubicBezTo>
                        <a:pt x="282" y="72"/>
                        <a:pt x="282" y="72"/>
                        <a:pt x="282" y="72"/>
                      </a:cubicBezTo>
                      <a:cubicBezTo>
                        <a:pt x="282" y="72"/>
                        <a:pt x="282" y="72"/>
                        <a:pt x="282" y="72"/>
                      </a:cubicBezTo>
                      <a:cubicBezTo>
                        <a:pt x="282" y="72"/>
                        <a:pt x="282" y="72"/>
                        <a:pt x="282" y="72"/>
                      </a:cubicBezTo>
                      <a:cubicBezTo>
                        <a:pt x="282" y="72"/>
                        <a:pt x="283" y="72"/>
                        <a:pt x="283" y="72"/>
                      </a:cubicBezTo>
                      <a:cubicBezTo>
                        <a:pt x="283" y="72"/>
                        <a:pt x="283" y="72"/>
                        <a:pt x="283" y="72"/>
                      </a:cubicBezTo>
                      <a:cubicBezTo>
                        <a:pt x="283" y="72"/>
                        <a:pt x="283" y="72"/>
                        <a:pt x="283" y="72"/>
                      </a:cubicBezTo>
                      <a:cubicBezTo>
                        <a:pt x="283" y="72"/>
                        <a:pt x="283" y="72"/>
                        <a:pt x="283" y="72"/>
                      </a:cubicBezTo>
                      <a:cubicBezTo>
                        <a:pt x="283" y="72"/>
                        <a:pt x="283" y="72"/>
                        <a:pt x="282" y="72"/>
                      </a:cubicBezTo>
                      <a:cubicBezTo>
                        <a:pt x="282" y="72"/>
                        <a:pt x="282" y="72"/>
                        <a:pt x="282" y="72"/>
                      </a:cubicBezTo>
                      <a:cubicBezTo>
                        <a:pt x="282" y="73"/>
                        <a:pt x="283" y="73"/>
                        <a:pt x="283" y="73"/>
                      </a:cubicBezTo>
                      <a:cubicBezTo>
                        <a:pt x="283" y="73"/>
                        <a:pt x="283" y="73"/>
                        <a:pt x="283" y="73"/>
                      </a:cubicBezTo>
                      <a:cubicBezTo>
                        <a:pt x="283" y="72"/>
                        <a:pt x="283" y="72"/>
                        <a:pt x="283" y="72"/>
                      </a:cubicBezTo>
                      <a:cubicBezTo>
                        <a:pt x="283" y="72"/>
                        <a:pt x="283" y="72"/>
                        <a:pt x="283" y="72"/>
                      </a:cubicBezTo>
                      <a:cubicBezTo>
                        <a:pt x="283" y="73"/>
                        <a:pt x="283" y="73"/>
                        <a:pt x="283" y="73"/>
                      </a:cubicBezTo>
                      <a:cubicBezTo>
                        <a:pt x="283" y="73"/>
                        <a:pt x="283" y="73"/>
                        <a:pt x="283" y="73"/>
                      </a:cubicBezTo>
                      <a:cubicBezTo>
                        <a:pt x="283" y="73"/>
                        <a:pt x="283" y="73"/>
                        <a:pt x="283" y="73"/>
                      </a:cubicBezTo>
                      <a:cubicBezTo>
                        <a:pt x="283" y="73"/>
                        <a:pt x="283" y="73"/>
                        <a:pt x="283" y="73"/>
                      </a:cubicBezTo>
                      <a:cubicBezTo>
                        <a:pt x="283" y="73"/>
                        <a:pt x="283" y="73"/>
                        <a:pt x="283" y="73"/>
                      </a:cubicBezTo>
                      <a:cubicBezTo>
                        <a:pt x="284" y="73"/>
                        <a:pt x="284" y="73"/>
                        <a:pt x="283" y="73"/>
                      </a:cubicBezTo>
                      <a:cubicBezTo>
                        <a:pt x="283" y="73"/>
                        <a:pt x="283" y="73"/>
                        <a:pt x="283" y="73"/>
                      </a:cubicBezTo>
                      <a:cubicBezTo>
                        <a:pt x="283" y="74"/>
                        <a:pt x="283" y="74"/>
                        <a:pt x="283" y="74"/>
                      </a:cubicBezTo>
                      <a:cubicBezTo>
                        <a:pt x="283" y="74"/>
                        <a:pt x="283" y="74"/>
                        <a:pt x="283" y="74"/>
                      </a:cubicBezTo>
                      <a:cubicBezTo>
                        <a:pt x="283" y="74"/>
                        <a:pt x="283" y="74"/>
                        <a:pt x="283" y="74"/>
                      </a:cubicBezTo>
                      <a:cubicBezTo>
                        <a:pt x="283" y="74"/>
                        <a:pt x="284" y="74"/>
                        <a:pt x="284" y="73"/>
                      </a:cubicBezTo>
                      <a:cubicBezTo>
                        <a:pt x="284" y="73"/>
                        <a:pt x="284" y="73"/>
                        <a:pt x="284" y="73"/>
                      </a:cubicBezTo>
                      <a:cubicBezTo>
                        <a:pt x="284" y="74"/>
                        <a:pt x="284" y="74"/>
                        <a:pt x="284" y="74"/>
                      </a:cubicBezTo>
                      <a:cubicBezTo>
                        <a:pt x="284" y="74"/>
                        <a:pt x="284" y="74"/>
                        <a:pt x="284" y="74"/>
                      </a:cubicBezTo>
                      <a:cubicBezTo>
                        <a:pt x="284" y="74"/>
                        <a:pt x="284" y="74"/>
                        <a:pt x="284" y="74"/>
                      </a:cubicBezTo>
                      <a:cubicBezTo>
                        <a:pt x="284" y="74"/>
                        <a:pt x="284" y="74"/>
                        <a:pt x="284" y="74"/>
                      </a:cubicBezTo>
                      <a:cubicBezTo>
                        <a:pt x="284" y="73"/>
                        <a:pt x="284" y="73"/>
                        <a:pt x="285" y="73"/>
                      </a:cubicBezTo>
                      <a:cubicBezTo>
                        <a:pt x="285" y="73"/>
                        <a:pt x="285" y="73"/>
                        <a:pt x="285" y="73"/>
                      </a:cubicBezTo>
                      <a:cubicBezTo>
                        <a:pt x="285" y="73"/>
                        <a:pt x="285" y="73"/>
                        <a:pt x="285" y="73"/>
                      </a:cubicBezTo>
                      <a:cubicBezTo>
                        <a:pt x="285" y="73"/>
                        <a:pt x="285" y="73"/>
                        <a:pt x="285" y="73"/>
                      </a:cubicBezTo>
                      <a:cubicBezTo>
                        <a:pt x="285" y="73"/>
                        <a:pt x="285" y="73"/>
                        <a:pt x="285" y="73"/>
                      </a:cubicBezTo>
                      <a:cubicBezTo>
                        <a:pt x="285" y="73"/>
                        <a:pt x="285" y="73"/>
                        <a:pt x="285" y="73"/>
                      </a:cubicBezTo>
                      <a:cubicBezTo>
                        <a:pt x="285" y="73"/>
                        <a:pt x="285" y="73"/>
                        <a:pt x="285" y="73"/>
                      </a:cubicBezTo>
                      <a:cubicBezTo>
                        <a:pt x="285" y="73"/>
                        <a:pt x="285" y="74"/>
                        <a:pt x="285" y="74"/>
                      </a:cubicBezTo>
                      <a:cubicBezTo>
                        <a:pt x="284" y="74"/>
                        <a:pt x="284" y="74"/>
                        <a:pt x="284" y="74"/>
                      </a:cubicBezTo>
                      <a:cubicBezTo>
                        <a:pt x="284" y="74"/>
                        <a:pt x="284" y="74"/>
                        <a:pt x="284" y="74"/>
                      </a:cubicBezTo>
                      <a:cubicBezTo>
                        <a:pt x="284" y="74"/>
                        <a:pt x="285" y="74"/>
                        <a:pt x="285" y="74"/>
                      </a:cubicBezTo>
                      <a:cubicBezTo>
                        <a:pt x="285" y="74"/>
                        <a:pt x="285" y="74"/>
                        <a:pt x="285" y="74"/>
                      </a:cubicBezTo>
                      <a:cubicBezTo>
                        <a:pt x="285" y="74"/>
                        <a:pt x="285" y="74"/>
                        <a:pt x="285" y="74"/>
                      </a:cubicBezTo>
                      <a:cubicBezTo>
                        <a:pt x="285" y="75"/>
                        <a:pt x="285" y="75"/>
                        <a:pt x="285" y="75"/>
                      </a:cubicBezTo>
                      <a:cubicBezTo>
                        <a:pt x="285" y="75"/>
                        <a:pt x="285" y="74"/>
                        <a:pt x="285" y="74"/>
                      </a:cubicBezTo>
                      <a:cubicBezTo>
                        <a:pt x="285" y="74"/>
                        <a:pt x="285" y="74"/>
                        <a:pt x="285" y="74"/>
                      </a:cubicBezTo>
                      <a:cubicBezTo>
                        <a:pt x="285" y="74"/>
                        <a:pt x="285" y="74"/>
                        <a:pt x="285" y="74"/>
                      </a:cubicBezTo>
                      <a:cubicBezTo>
                        <a:pt x="285" y="74"/>
                        <a:pt x="285" y="74"/>
                        <a:pt x="285" y="74"/>
                      </a:cubicBezTo>
                      <a:cubicBezTo>
                        <a:pt x="285" y="74"/>
                        <a:pt x="285" y="74"/>
                        <a:pt x="285" y="74"/>
                      </a:cubicBezTo>
                      <a:cubicBezTo>
                        <a:pt x="285" y="74"/>
                        <a:pt x="285" y="74"/>
                        <a:pt x="285" y="74"/>
                      </a:cubicBezTo>
                      <a:cubicBezTo>
                        <a:pt x="285" y="74"/>
                        <a:pt x="285" y="74"/>
                        <a:pt x="285" y="74"/>
                      </a:cubicBezTo>
                      <a:cubicBezTo>
                        <a:pt x="285" y="74"/>
                        <a:pt x="285" y="74"/>
                        <a:pt x="285" y="74"/>
                      </a:cubicBezTo>
                      <a:cubicBezTo>
                        <a:pt x="286" y="74"/>
                        <a:pt x="286" y="74"/>
                        <a:pt x="286" y="74"/>
                      </a:cubicBezTo>
                      <a:cubicBezTo>
                        <a:pt x="286" y="74"/>
                        <a:pt x="286" y="74"/>
                        <a:pt x="286" y="74"/>
                      </a:cubicBezTo>
                      <a:cubicBezTo>
                        <a:pt x="286" y="74"/>
                        <a:pt x="286" y="74"/>
                        <a:pt x="286" y="74"/>
                      </a:cubicBezTo>
                      <a:cubicBezTo>
                        <a:pt x="286" y="74"/>
                        <a:pt x="286" y="74"/>
                        <a:pt x="286" y="74"/>
                      </a:cubicBezTo>
                      <a:cubicBezTo>
                        <a:pt x="286" y="74"/>
                        <a:pt x="286" y="74"/>
                        <a:pt x="286" y="74"/>
                      </a:cubicBezTo>
                      <a:cubicBezTo>
                        <a:pt x="286" y="74"/>
                        <a:pt x="286" y="74"/>
                        <a:pt x="286" y="74"/>
                      </a:cubicBezTo>
                      <a:cubicBezTo>
                        <a:pt x="286" y="74"/>
                        <a:pt x="286" y="74"/>
                        <a:pt x="286" y="74"/>
                      </a:cubicBezTo>
                      <a:cubicBezTo>
                        <a:pt x="286" y="74"/>
                        <a:pt x="286" y="74"/>
                        <a:pt x="286" y="74"/>
                      </a:cubicBezTo>
                      <a:cubicBezTo>
                        <a:pt x="286" y="74"/>
                        <a:pt x="286" y="74"/>
                        <a:pt x="286" y="74"/>
                      </a:cubicBezTo>
                      <a:cubicBezTo>
                        <a:pt x="286" y="74"/>
                        <a:pt x="285" y="74"/>
                        <a:pt x="285" y="75"/>
                      </a:cubicBezTo>
                      <a:cubicBezTo>
                        <a:pt x="285" y="75"/>
                        <a:pt x="285" y="75"/>
                        <a:pt x="286" y="75"/>
                      </a:cubicBezTo>
                      <a:cubicBezTo>
                        <a:pt x="286" y="75"/>
                        <a:pt x="286" y="75"/>
                        <a:pt x="286" y="75"/>
                      </a:cubicBezTo>
                      <a:cubicBezTo>
                        <a:pt x="286" y="75"/>
                        <a:pt x="286" y="75"/>
                        <a:pt x="286" y="75"/>
                      </a:cubicBezTo>
                      <a:cubicBezTo>
                        <a:pt x="286" y="75"/>
                        <a:pt x="286" y="75"/>
                        <a:pt x="286" y="74"/>
                      </a:cubicBezTo>
                      <a:cubicBezTo>
                        <a:pt x="286" y="74"/>
                        <a:pt x="286" y="74"/>
                        <a:pt x="286" y="74"/>
                      </a:cubicBezTo>
                      <a:cubicBezTo>
                        <a:pt x="286" y="74"/>
                        <a:pt x="286" y="74"/>
                        <a:pt x="286" y="74"/>
                      </a:cubicBezTo>
                      <a:cubicBezTo>
                        <a:pt x="287" y="74"/>
                        <a:pt x="287" y="74"/>
                        <a:pt x="287" y="74"/>
                      </a:cubicBezTo>
                      <a:cubicBezTo>
                        <a:pt x="287" y="74"/>
                        <a:pt x="287" y="74"/>
                        <a:pt x="287" y="74"/>
                      </a:cubicBezTo>
                      <a:cubicBezTo>
                        <a:pt x="287" y="74"/>
                        <a:pt x="287" y="74"/>
                        <a:pt x="287" y="74"/>
                      </a:cubicBezTo>
                      <a:cubicBezTo>
                        <a:pt x="287" y="74"/>
                        <a:pt x="287" y="74"/>
                        <a:pt x="287" y="74"/>
                      </a:cubicBezTo>
                      <a:cubicBezTo>
                        <a:pt x="287" y="74"/>
                        <a:pt x="287" y="74"/>
                        <a:pt x="287" y="74"/>
                      </a:cubicBezTo>
                      <a:cubicBezTo>
                        <a:pt x="287" y="74"/>
                        <a:pt x="287" y="74"/>
                        <a:pt x="287" y="74"/>
                      </a:cubicBezTo>
                      <a:cubicBezTo>
                        <a:pt x="287" y="74"/>
                        <a:pt x="287" y="74"/>
                        <a:pt x="287" y="74"/>
                      </a:cubicBezTo>
                      <a:cubicBezTo>
                        <a:pt x="287" y="74"/>
                        <a:pt x="287" y="74"/>
                        <a:pt x="287" y="74"/>
                      </a:cubicBezTo>
                      <a:cubicBezTo>
                        <a:pt x="287" y="74"/>
                        <a:pt x="287" y="74"/>
                        <a:pt x="287" y="74"/>
                      </a:cubicBezTo>
                      <a:cubicBezTo>
                        <a:pt x="287" y="74"/>
                        <a:pt x="287" y="74"/>
                        <a:pt x="287" y="74"/>
                      </a:cubicBezTo>
                      <a:cubicBezTo>
                        <a:pt x="287" y="74"/>
                        <a:pt x="287" y="74"/>
                        <a:pt x="287" y="74"/>
                      </a:cubicBezTo>
                      <a:cubicBezTo>
                        <a:pt x="287" y="74"/>
                        <a:pt x="287" y="75"/>
                        <a:pt x="287" y="75"/>
                      </a:cubicBezTo>
                      <a:cubicBezTo>
                        <a:pt x="287" y="75"/>
                        <a:pt x="287" y="75"/>
                        <a:pt x="287" y="75"/>
                      </a:cubicBezTo>
                      <a:cubicBezTo>
                        <a:pt x="287" y="75"/>
                        <a:pt x="287" y="75"/>
                        <a:pt x="287" y="75"/>
                      </a:cubicBezTo>
                      <a:cubicBezTo>
                        <a:pt x="287" y="75"/>
                        <a:pt x="287" y="75"/>
                        <a:pt x="287" y="75"/>
                      </a:cubicBezTo>
                      <a:cubicBezTo>
                        <a:pt x="287" y="75"/>
                        <a:pt x="287" y="75"/>
                        <a:pt x="287" y="75"/>
                      </a:cubicBezTo>
                      <a:cubicBezTo>
                        <a:pt x="287" y="75"/>
                        <a:pt x="287" y="75"/>
                        <a:pt x="287" y="75"/>
                      </a:cubicBezTo>
                      <a:cubicBezTo>
                        <a:pt x="286" y="75"/>
                        <a:pt x="286" y="75"/>
                        <a:pt x="286" y="75"/>
                      </a:cubicBezTo>
                      <a:cubicBezTo>
                        <a:pt x="286" y="74"/>
                        <a:pt x="286" y="75"/>
                        <a:pt x="286" y="75"/>
                      </a:cubicBezTo>
                      <a:cubicBezTo>
                        <a:pt x="286" y="75"/>
                        <a:pt x="286" y="75"/>
                        <a:pt x="286" y="75"/>
                      </a:cubicBezTo>
                      <a:cubicBezTo>
                        <a:pt x="286" y="75"/>
                        <a:pt x="286" y="75"/>
                        <a:pt x="286" y="75"/>
                      </a:cubicBezTo>
                      <a:cubicBezTo>
                        <a:pt x="286" y="75"/>
                        <a:pt x="285" y="75"/>
                        <a:pt x="285" y="75"/>
                      </a:cubicBezTo>
                      <a:cubicBezTo>
                        <a:pt x="285" y="76"/>
                        <a:pt x="285" y="76"/>
                        <a:pt x="285" y="76"/>
                      </a:cubicBezTo>
                      <a:cubicBezTo>
                        <a:pt x="285" y="76"/>
                        <a:pt x="286" y="76"/>
                        <a:pt x="286" y="76"/>
                      </a:cubicBezTo>
                      <a:cubicBezTo>
                        <a:pt x="286" y="76"/>
                        <a:pt x="286" y="76"/>
                        <a:pt x="286" y="76"/>
                      </a:cubicBezTo>
                      <a:cubicBezTo>
                        <a:pt x="286" y="76"/>
                        <a:pt x="286" y="76"/>
                        <a:pt x="286" y="76"/>
                      </a:cubicBezTo>
                      <a:cubicBezTo>
                        <a:pt x="286" y="76"/>
                        <a:pt x="286" y="76"/>
                        <a:pt x="286" y="76"/>
                      </a:cubicBezTo>
                      <a:cubicBezTo>
                        <a:pt x="286" y="76"/>
                        <a:pt x="286" y="76"/>
                        <a:pt x="287" y="76"/>
                      </a:cubicBezTo>
                      <a:cubicBezTo>
                        <a:pt x="287" y="76"/>
                        <a:pt x="287" y="76"/>
                        <a:pt x="287" y="76"/>
                      </a:cubicBezTo>
                      <a:cubicBezTo>
                        <a:pt x="287" y="76"/>
                        <a:pt x="287" y="76"/>
                        <a:pt x="287" y="76"/>
                      </a:cubicBezTo>
                      <a:cubicBezTo>
                        <a:pt x="287" y="76"/>
                        <a:pt x="287" y="76"/>
                        <a:pt x="287" y="76"/>
                      </a:cubicBezTo>
                      <a:cubicBezTo>
                        <a:pt x="287" y="76"/>
                        <a:pt x="287" y="76"/>
                        <a:pt x="287" y="76"/>
                      </a:cubicBezTo>
                      <a:cubicBezTo>
                        <a:pt x="287" y="76"/>
                        <a:pt x="287" y="76"/>
                        <a:pt x="287" y="76"/>
                      </a:cubicBezTo>
                      <a:cubicBezTo>
                        <a:pt x="287" y="76"/>
                        <a:pt x="288" y="76"/>
                        <a:pt x="288" y="76"/>
                      </a:cubicBezTo>
                      <a:cubicBezTo>
                        <a:pt x="288" y="76"/>
                        <a:pt x="288" y="75"/>
                        <a:pt x="288" y="75"/>
                      </a:cubicBezTo>
                      <a:cubicBezTo>
                        <a:pt x="288" y="75"/>
                        <a:pt x="288" y="75"/>
                        <a:pt x="289" y="75"/>
                      </a:cubicBezTo>
                      <a:cubicBezTo>
                        <a:pt x="289" y="75"/>
                        <a:pt x="289" y="75"/>
                        <a:pt x="289" y="76"/>
                      </a:cubicBezTo>
                      <a:cubicBezTo>
                        <a:pt x="289" y="76"/>
                        <a:pt x="289" y="75"/>
                        <a:pt x="289" y="75"/>
                      </a:cubicBezTo>
                      <a:cubicBezTo>
                        <a:pt x="289" y="75"/>
                        <a:pt x="289" y="75"/>
                        <a:pt x="289" y="75"/>
                      </a:cubicBezTo>
                      <a:cubicBezTo>
                        <a:pt x="289" y="75"/>
                        <a:pt x="288" y="75"/>
                        <a:pt x="288" y="75"/>
                      </a:cubicBezTo>
                      <a:cubicBezTo>
                        <a:pt x="288" y="75"/>
                        <a:pt x="288" y="75"/>
                        <a:pt x="288" y="76"/>
                      </a:cubicBezTo>
                      <a:cubicBezTo>
                        <a:pt x="288" y="76"/>
                        <a:pt x="288" y="76"/>
                        <a:pt x="288" y="76"/>
                      </a:cubicBezTo>
                      <a:cubicBezTo>
                        <a:pt x="288" y="76"/>
                        <a:pt x="288" y="76"/>
                        <a:pt x="287" y="76"/>
                      </a:cubicBezTo>
                      <a:cubicBezTo>
                        <a:pt x="287" y="76"/>
                        <a:pt x="287" y="76"/>
                        <a:pt x="287" y="76"/>
                      </a:cubicBezTo>
                      <a:cubicBezTo>
                        <a:pt x="287" y="76"/>
                        <a:pt x="287" y="76"/>
                        <a:pt x="287" y="76"/>
                      </a:cubicBezTo>
                      <a:cubicBezTo>
                        <a:pt x="286" y="76"/>
                        <a:pt x="286" y="76"/>
                        <a:pt x="286" y="76"/>
                      </a:cubicBezTo>
                      <a:cubicBezTo>
                        <a:pt x="286" y="77"/>
                        <a:pt x="286" y="77"/>
                        <a:pt x="286" y="77"/>
                      </a:cubicBezTo>
                      <a:cubicBezTo>
                        <a:pt x="286" y="77"/>
                        <a:pt x="287" y="77"/>
                        <a:pt x="287" y="77"/>
                      </a:cubicBezTo>
                      <a:cubicBezTo>
                        <a:pt x="287" y="77"/>
                        <a:pt x="288" y="77"/>
                        <a:pt x="288" y="77"/>
                      </a:cubicBezTo>
                      <a:cubicBezTo>
                        <a:pt x="288" y="77"/>
                        <a:pt x="288" y="77"/>
                        <a:pt x="288" y="77"/>
                      </a:cubicBezTo>
                      <a:cubicBezTo>
                        <a:pt x="288" y="76"/>
                        <a:pt x="288" y="76"/>
                        <a:pt x="288" y="76"/>
                      </a:cubicBezTo>
                      <a:cubicBezTo>
                        <a:pt x="288" y="76"/>
                        <a:pt x="288" y="76"/>
                        <a:pt x="288" y="76"/>
                      </a:cubicBezTo>
                      <a:cubicBezTo>
                        <a:pt x="288" y="76"/>
                        <a:pt x="288" y="76"/>
                        <a:pt x="288" y="76"/>
                      </a:cubicBezTo>
                      <a:cubicBezTo>
                        <a:pt x="288" y="76"/>
                        <a:pt x="288" y="76"/>
                        <a:pt x="288" y="76"/>
                      </a:cubicBezTo>
                      <a:cubicBezTo>
                        <a:pt x="288" y="76"/>
                        <a:pt x="288" y="76"/>
                        <a:pt x="289" y="76"/>
                      </a:cubicBezTo>
                      <a:cubicBezTo>
                        <a:pt x="289" y="76"/>
                        <a:pt x="289" y="76"/>
                        <a:pt x="289" y="76"/>
                      </a:cubicBezTo>
                      <a:cubicBezTo>
                        <a:pt x="289" y="76"/>
                        <a:pt x="289" y="76"/>
                        <a:pt x="289" y="76"/>
                      </a:cubicBezTo>
                      <a:cubicBezTo>
                        <a:pt x="289" y="76"/>
                        <a:pt x="288" y="76"/>
                        <a:pt x="288" y="76"/>
                      </a:cubicBezTo>
                      <a:cubicBezTo>
                        <a:pt x="288" y="76"/>
                        <a:pt x="288" y="76"/>
                        <a:pt x="288" y="76"/>
                      </a:cubicBezTo>
                      <a:cubicBezTo>
                        <a:pt x="288" y="76"/>
                        <a:pt x="288" y="76"/>
                        <a:pt x="288" y="76"/>
                      </a:cubicBezTo>
                      <a:cubicBezTo>
                        <a:pt x="288" y="76"/>
                        <a:pt x="288" y="76"/>
                        <a:pt x="288" y="76"/>
                      </a:cubicBezTo>
                      <a:cubicBezTo>
                        <a:pt x="288" y="76"/>
                        <a:pt x="288" y="76"/>
                        <a:pt x="288" y="77"/>
                      </a:cubicBezTo>
                      <a:cubicBezTo>
                        <a:pt x="288" y="77"/>
                        <a:pt x="288" y="77"/>
                        <a:pt x="288" y="77"/>
                      </a:cubicBezTo>
                      <a:cubicBezTo>
                        <a:pt x="288" y="77"/>
                        <a:pt x="288" y="77"/>
                        <a:pt x="288" y="77"/>
                      </a:cubicBezTo>
                      <a:cubicBezTo>
                        <a:pt x="287" y="77"/>
                        <a:pt x="287" y="77"/>
                        <a:pt x="287" y="77"/>
                      </a:cubicBezTo>
                      <a:cubicBezTo>
                        <a:pt x="287" y="77"/>
                        <a:pt x="287" y="77"/>
                        <a:pt x="287" y="77"/>
                      </a:cubicBezTo>
                      <a:cubicBezTo>
                        <a:pt x="287" y="77"/>
                        <a:pt x="287" y="77"/>
                        <a:pt x="287" y="78"/>
                      </a:cubicBezTo>
                      <a:cubicBezTo>
                        <a:pt x="287" y="78"/>
                        <a:pt x="287" y="78"/>
                        <a:pt x="287" y="78"/>
                      </a:cubicBezTo>
                      <a:cubicBezTo>
                        <a:pt x="287" y="78"/>
                        <a:pt x="287" y="78"/>
                        <a:pt x="287" y="78"/>
                      </a:cubicBezTo>
                      <a:cubicBezTo>
                        <a:pt x="287" y="78"/>
                        <a:pt x="287" y="79"/>
                        <a:pt x="287" y="79"/>
                      </a:cubicBezTo>
                      <a:cubicBezTo>
                        <a:pt x="288" y="79"/>
                        <a:pt x="288" y="79"/>
                        <a:pt x="288" y="79"/>
                      </a:cubicBezTo>
                      <a:cubicBezTo>
                        <a:pt x="288" y="79"/>
                        <a:pt x="288" y="79"/>
                        <a:pt x="288" y="79"/>
                      </a:cubicBezTo>
                      <a:cubicBezTo>
                        <a:pt x="288" y="79"/>
                        <a:pt x="288" y="79"/>
                        <a:pt x="288" y="80"/>
                      </a:cubicBezTo>
                      <a:cubicBezTo>
                        <a:pt x="288" y="80"/>
                        <a:pt x="288" y="80"/>
                        <a:pt x="288" y="80"/>
                      </a:cubicBezTo>
                      <a:cubicBezTo>
                        <a:pt x="288" y="80"/>
                        <a:pt x="288" y="80"/>
                        <a:pt x="288" y="80"/>
                      </a:cubicBezTo>
                      <a:cubicBezTo>
                        <a:pt x="288" y="80"/>
                        <a:pt x="288" y="80"/>
                        <a:pt x="288" y="81"/>
                      </a:cubicBezTo>
                      <a:cubicBezTo>
                        <a:pt x="288" y="81"/>
                        <a:pt x="288" y="81"/>
                        <a:pt x="288" y="81"/>
                      </a:cubicBezTo>
                      <a:cubicBezTo>
                        <a:pt x="288" y="81"/>
                        <a:pt x="289" y="81"/>
                        <a:pt x="289" y="81"/>
                      </a:cubicBezTo>
                      <a:cubicBezTo>
                        <a:pt x="289" y="82"/>
                        <a:pt x="289" y="82"/>
                        <a:pt x="289" y="82"/>
                      </a:cubicBezTo>
                      <a:cubicBezTo>
                        <a:pt x="290" y="82"/>
                        <a:pt x="290" y="82"/>
                        <a:pt x="290" y="82"/>
                      </a:cubicBezTo>
                      <a:cubicBezTo>
                        <a:pt x="290" y="82"/>
                        <a:pt x="290" y="83"/>
                        <a:pt x="291" y="83"/>
                      </a:cubicBezTo>
                      <a:cubicBezTo>
                        <a:pt x="291" y="83"/>
                        <a:pt x="291" y="83"/>
                        <a:pt x="291" y="83"/>
                      </a:cubicBezTo>
                      <a:cubicBezTo>
                        <a:pt x="291" y="83"/>
                        <a:pt x="291" y="83"/>
                        <a:pt x="291" y="83"/>
                      </a:cubicBezTo>
                      <a:cubicBezTo>
                        <a:pt x="291" y="83"/>
                        <a:pt x="291" y="83"/>
                        <a:pt x="291" y="83"/>
                      </a:cubicBezTo>
                      <a:cubicBezTo>
                        <a:pt x="291" y="84"/>
                        <a:pt x="291" y="84"/>
                        <a:pt x="291" y="84"/>
                      </a:cubicBezTo>
                      <a:cubicBezTo>
                        <a:pt x="291" y="84"/>
                        <a:pt x="291" y="84"/>
                        <a:pt x="292" y="84"/>
                      </a:cubicBezTo>
                      <a:cubicBezTo>
                        <a:pt x="292" y="84"/>
                        <a:pt x="292" y="84"/>
                        <a:pt x="292" y="84"/>
                      </a:cubicBezTo>
                      <a:cubicBezTo>
                        <a:pt x="292" y="84"/>
                        <a:pt x="292" y="84"/>
                        <a:pt x="292" y="84"/>
                      </a:cubicBezTo>
                      <a:cubicBezTo>
                        <a:pt x="292" y="84"/>
                        <a:pt x="292" y="84"/>
                        <a:pt x="292" y="84"/>
                      </a:cubicBezTo>
                      <a:cubicBezTo>
                        <a:pt x="293" y="84"/>
                        <a:pt x="293" y="84"/>
                        <a:pt x="293" y="85"/>
                      </a:cubicBezTo>
                      <a:cubicBezTo>
                        <a:pt x="293" y="85"/>
                        <a:pt x="293" y="85"/>
                        <a:pt x="293" y="85"/>
                      </a:cubicBezTo>
                      <a:cubicBezTo>
                        <a:pt x="293" y="85"/>
                        <a:pt x="293" y="85"/>
                        <a:pt x="293" y="85"/>
                      </a:cubicBezTo>
                      <a:cubicBezTo>
                        <a:pt x="294" y="85"/>
                        <a:pt x="294" y="85"/>
                        <a:pt x="294" y="85"/>
                      </a:cubicBezTo>
                      <a:cubicBezTo>
                        <a:pt x="294" y="85"/>
                        <a:pt x="294" y="85"/>
                        <a:pt x="294" y="86"/>
                      </a:cubicBezTo>
                      <a:cubicBezTo>
                        <a:pt x="295" y="86"/>
                        <a:pt x="295" y="86"/>
                        <a:pt x="295" y="86"/>
                      </a:cubicBezTo>
                      <a:cubicBezTo>
                        <a:pt x="295" y="86"/>
                        <a:pt x="295" y="86"/>
                        <a:pt x="295" y="86"/>
                      </a:cubicBezTo>
                      <a:cubicBezTo>
                        <a:pt x="295" y="86"/>
                        <a:pt x="295" y="86"/>
                        <a:pt x="295" y="86"/>
                      </a:cubicBezTo>
                      <a:cubicBezTo>
                        <a:pt x="295" y="86"/>
                        <a:pt x="295" y="86"/>
                        <a:pt x="295" y="86"/>
                      </a:cubicBezTo>
                      <a:cubicBezTo>
                        <a:pt x="295" y="87"/>
                        <a:pt x="295" y="87"/>
                        <a:pt x="295" y="87"/>
                      </a:cubicBezTo>
                      <a:cubicBezTo>
                        <a:pt x="295" y="87"/>
                        <a:pt x="296" y="87"/>
                        <a:pt x="296" y="87"/>
                      </a:cubicBezTo>
                      <a:cubicBezTo>
                        <a:pt x="296" y="86"/>
                        <a:pt x="296" y="86"/>
                        <a:pt x="296" y="86"/>
                      </a:cubicBezTo>
                      <a:cubicBezTo>
                        <a:pt x="296" y="86"/>
                        <a:pt x="296" y="86"/>
                        <a:pt x="296" y="86"/>
                      </a:cubicBezTo>
                      <a:cubicBezTo>
                        <a:pt x="296" y="86"/>
                        <a:pt x="296" y="87"/>
                        <a:pt x="297" y="87"/>
                      </a:cubicBezTo>
                      <a:cubicBezTo>
                        <a:pt x="297" y="87"/>
                        <a:pt x="297" y="86"/>
                        <a:pt x="297" y="86"/>
                      </a:cubicBezTo>
                      <a:cubicBezTo>
                        <a:pt x="297" y="86"/>
                        <a:pt x="297" y="86"/>
                        <a:pt x="297" y="86"/>
                      </a:cubicBezTo>
                      <a:cubicBezTo>
                        <a:pt x="297" y="86"/>
                        <a:pt x="297" y="86"/>
                        <a:pt x="297" y="86"/>
                      </a:cubicBezTo>
                      <a:cubicBezTo>
                        <a:pt x="297" y="86"/>
                        <a:pt x="297" y="86"/>
                        <a:pt x="297" y="86"/>
                      </a:cubicBezTo>
                      <a:cubicBezTo>
                        <a:pt x="297" y="86"/>
                        <a:pt x="298" y="86"/>
                        <a:pt x="298" y="86"/>
                      </a:cubicBezTo>
                      <a:cubicBezTo>
                        <a:pt x="298" y="86"/>
                        <a:pt x="297" y="86"/>
                        <a:pt x="297" y="86"/>
                      </a:cubicBezTo>
                      <a:cubicBezTo>
                        <a:pt x="297" y="86"/>
                        <a:pt x="297" y="86"/>
                        <a:pt x="297" y="86"/>
                      </a:cubicBezTo>
                      <a:cubicBezTo>
                        <a:pt x="297" y="86"/>
                        <a:pt x="297" y="86"/>
                        <a:pt x="297" y="87"/>
                      </a:cubicBezTo>
                      <a:cubicBezTo>
                        <a:pt x="297" y="87"/>
                        <a:pt x="297" y="87"/>
                        <a:pt x="297" y="87"/>
                      </a:cubicBezTo>
                      <a:cubicBezTo>
                        <a:pt x="297" y="87"/>
                        <a:pt x="297" y="87"/>
                        <a:pt x="296" y="87"/>
                      </a:cubicBezTo>
                      <a:cubicBezTo>
                        <a:pt x="296" y="87"/>
                        <a:pt x="296" y="87"/>
                        <a:pt x="296" y="87"/>
                      </a:cubicBezTo>
                      <a:cubicBezTo>
                        <a:pt x="296" y="87"/>
                        <a:pt x="296" y="87"/>
                        <a:pt x="296" y="87"/>
                      </a:cubicBezTo>
                      <a:cubicBezTo>
                        <a:pt x="296" y="86"/>
                        <a:pt x="296" y="86"/>
                        <a:pt x="296" y="86"/>
                      </a:cubicBezTo>
                      <a:cubicBezTo>
                        <a:pt x="296" y="86"/>
                        <a:pt x="296" y="87"/>
                        <a:pt x="296" y="87"/>
                      </a:cubicBezTo>
                      <a:cubicBezTo>
                        <a:pt x="296" y="87"/>
                        <a:pt x="296" y="87"/>
                        <a:pt x="296" y="87"/>
                      </a:cubicBezTo>
                      <a:cubicBezTo>
                        <a:pt x="296" y="87"/>
                        <a:pt x="296" y="87"/>
                        <a:pt x="295" y="87"/>
                      </a:cubicBezTo>
                      <a:cubicBezTo>
                        <a:pt x="295" y="87"/>
                        <a:pt x="295" y="87"/>
                        <a:pt x="295" y="87"/>
                      </a:cubicBezTo>
                      <a:cubicBezTo>
                        <a:pt x="295" y="87"/>
                        <a:pt x="295" y="86"/>
                        <a:pt x="295" y="86"/>
                      </a:cubicBezTo>
                      <a:cubicBezTo>
                        <a:pt x="295" y="86"/>
                        <a:pt x="295" y="86"/>
                        <a:pt x="295" y="86"/>
                      </a:cubicBezTo>
                      <a:cubicBezTo>
                        <a:pt x="295" y="86"/>
                        <a:pt x="294" y="86"/>
                        <a:pt x="294" y="86"/>
                      </a:cubicBezTo>
                      <a:cubicBezTo>
                        <a:pt x="294" y="86"/>
                        <a:pt x="295" y="86"/>
                        <a:pt x="295" y="86"/>
                      </a:cubicBezTo>
                      <a:cubicBezTo>
                        <a:pt x="295" y="86"/>
                        <a:pt x="295" y="86"/>
                        <a:pt x="295" y="86"/>
                      </a:cubicBezTo>
                      <a:cubicBezTo>
                        <a:pt x="295" y="87"/>
                        <a:pt x="295" y="87"/>
                        <a:pt x="295" y="87"/>
                      </a:cubicBezTo>
                      <a:cubicBezTo>
                        <a:pt x="295" y="87"/>
                        <a:pt x="294" y="87"/>
                        <a:pt x="294" y="87"/>
                      </a:cubicBezTo>
                      <a:cubicBezTo>
                        <a:pt x="294" y="87"/>
                        <a:pt x="294" y="87"/>
                        <a:pt x="294" y="87"/>
                      </a:cubicBezTo>
                      <a:cubicBezTo>
                        <a:pt x="294" y="87"/>
                        <a:pt x="294" y="86"/>
                        <a:pt x="294" y="86"/>
                      </a:cubicBezTo>
                      <a:cubicBezTo>
                        <a:pt x="294" y="86"/>
                        <a:pt x="294" y="86"/>
                        <a:pt x="294" y="86"/>
                      </a:cubicBezTo>
                      <a:cubicBezTo>
                        <a:pt x="294" y="86"/>
                        <a:pt x="294" y="86"/>
                        <a:pt x="294" y="86"/>
                      </a:cubicBezTo>
                      <a:cubicBezTo>
                        <a:pt x="293" y="86"/>
                        <a:pt x="293" y="86"/>
                        <a:pt x="293" y="86"/>
                      </a:cubicBezTo>
                      <a:cubicBezTo>
                        <a:pt x="293" y="87"/>
                        <a:pt x="293" y="87"/>
                        <a:pt x="293" y="87"/>
                      </a:cubicBezTo>
                      <a:cubicBezTo>
                        <a:pt x="293" y="87"/>
                        <a:pt x="292" y="87"/>
                        <a:pt x="292" y="87"/>
                      </a:cubicBezTo>
                      <a:cubicBezTo>
                        <a:pt x="292" y="87"/>
                        <a:pt x="292" y="87"/>
                        <a:pt x="292" y="86"/>
                      </a:cubicBezTo>
                      <a:cubicBezTo>
                        <a:pt x="292" y="86"/>
                        <a:pt x="292" y="86"/>
                        <a:pt x="292" y="86"/>
                      </a:cubicBezTo>
                      <a:cubicBezTo>
                        <a:pt x="292" y="86"/>
                        <a:pt x="291" y="86"/>
                        <a:pt x="291" y="86"/>
                      </a:cubicBezTo>
                      <a:cubicBezTo>
                        <a:pt x="291" y="86"/>
                        <a:pt x="291" y="86"/>
                        <a:pt x="291" y="86"/>
                      </a:cubicBezTo>
                      <a:cubicBezTo>
                        <a:pt x="291" y="86"/>
                        <a:pt x="291" y="86"/>
                        <a:pt x="291" y="86"/>
                      </a:cubicBezTo>
                      <a:cubicBezTo>
                        <a:pt x="290" y="86"/>
                        <a:pt x="290" y="86"/>
                        <a:pt x="290" y="86"/>
                      </a:cubicBezTo>
                      <a:cubicBezTo>
                        <a:pt x="290" y="86"/>
                        <a:pt x="290" y="86"/>
                        <a:pt x="290" y="86"/>
                      </a:cubicBezTo>
                      <a:cubicBezTo>
                        <a:pt x="290" y="86"/>
                        <a:pt x="290" y="86"/>
                        <a:pt x="290" y="86"/>
                      </a:cubicBezTo>
                      <a:cubicBezTo>
                        <a:pt x="290" y="86"/>
                        <a:pt x="290" y="86"/>
                        <a:pt x="290" y="86"/>
                      </a:cubicBezTo>
                      <a:cubicBezTo>
                        <a:pt x="290" y="86"/>
                        <a:pt x="290" y="86"/>
                        <a:pt x="290" y="86"/>
                      </a:cubicBezTo>
                      <a:cubicBezTo>
                        <a:pt x="290" y="87"/>
                        <a:pt x="290" y="87"/>
                        <a:pt x="290" y="87"/>
                      </a:cubicBezTo>
                      <a:cubicBezTo>
                        <a:pt x="290" y="87"/>
                        <a:pt x="290" y="87"/>
                        <a:pt x="291" y="87"/>
                      </a:cubicBezTo>
                      <a:cubicBezTo>
                        <a:pt x="291" y="87"/>
                        <a:pt x="291" y="87"/>
                        <a:pt x="291" y="87"/>
                      </a:cubicBezTo>
                      <a:cubicBezTo>
                        <a:pt x="291" y="87"/>
                        <a:pt x="291" y="87"/>
                        <a:pt x="291" y="87"/>
                      </a:cubicBezTo>
                      <a:cubicBezTo>
                        <a:pt x="291" y="88"/>
                        <a:pt x="292" y="88"/>
                        <a:pt x="292" y="88"/>
                      </a:cubicBezTo>
                      <a:cubicBezTo>
                        <a:pt x="292" y="89"/>
                        <a:pt x="292" y="89"/>
                        <a:pt x="292" y="89"/>
                      </a:cubicBezTo>
                      <a:cubicBezTo>
                        <a:pt x="292" y="89"/>
                        <a:pt x="292" y="89"/>
                        <a:pt x="292" y="89"/>
                      </a:cubicBezTo>
                      <a:cubicBezTo>
                        <a:pt x="292" y="89"/>
                        <a:pt x="292" y="89"/>
                        <a:pt x="293" y="89"/>
                      </a:cubicBezTo>
                      <a:cubicBezTo>
                        <a:pt x="293" y="89"/>
                        <a:pt x="293" y="89"/>
                        <a:pt x="293" y="89"/>
                      </a:cubicBezTo>
                      <a:cubicBezTo>
                        <a:pt x="293" y="89"/>
                        <a:pt x="292" y="89"/>
                        <a:pt x="292" y="89"/>
                      </a:cubicBezTo>
                      <a:cubicBezTo>
                        <a:pt x="292" y="89"/>
                        <a:pt x="292" y="90"/>
                        <a:pt x="292" y="90"/>
                      </a:cubicBezTo>
                      <a:cubicBezTo>
                        <a:pt x="292" y="90"/>
                        <a:pt x="292" y="90"/>
                        <a:pt x="292" y="90"/>
                      </a:cubicBezTo>
                      <a:cubicBezTo>
                        <a:pt x="292" y="90"/>
                        <a:pt x="292" y="90"/>
                        <a:pt x="292" y="90"/>
                      </a:cubicBezTo>
                      <a:cubicBezTo>
                        <a:pt x="292" y="90"/>
                        <a:pt x="292" y="91"/>
                        <a:pt x="292" y="91"/>
                      </a:cubicBezTo>
                      <a:cubicBezTo>
                        <a:pt x="292" y="91"/>
                        <a:pt x="292" y="91"/>
                        <a:pt x="292" y="91"/>
                      </a:cubicBezTo>
                      <a:cubicBezTo>
                        <a:pt x="292" y="91"/>
                        <a:pt x="291" y="91"/>
                        <a:pt x="291" y="91"/>
                      </a:cubicBezTo>
                      <a:cubicBezTo>
                        <a:pt x="291" y="91"/>
                        <a:pt x="291" y="92"/>
                        <a:pt x="291" y="92"/>
                      </a:cubicBezTo>
                      <a:cubicBezTo>
                        <a:pt x="291" y="92"/>
                        <a:pt x="291" y="92"/>
                        <a:pt x="291" y="92"/>
                      </a:cubicBezTo>
                      <a:cubicBezTo>
                        <a:pt x="291" y="92"/>
                        <a:pt x="291" y="92"/>
                        <a:pt x="291" y="92"/>
                      </a:cubicBezTo>
                      <a:cubicBezTo>
                        <a:pt x="291" y="92"/>
                        <a:pt x="291" y="92"/>
                        <a:pt x="291" y="92"/>
                      </a:cubicBezTo>
                      <a:cubicBezTo>
                        <a:pt x="291" y="92"/>
                        <a:pt x="291" y="92"/>
                        <a:pt x="291" y="92"/>
                      </a:cubicBezTo>
                      <a:cubicBezTo>
                        <a:pt x="291" y="93"/>
                        <a:pt x="291" y="92"/>
                        <a:pt x="291" y="93"/>
                      </a:cubicBezTo>
                      <a:cubicBezTo>
                        <a:pt x="291" y="93"/>
                        <a:pt x="291" y="93"/>
                        <a:pt x="291" y="93"/>
                      </a:cubicBezTo>
                      <a:cubicBezTo>
                        <a:pt x="291" y="93"/>
                        <a:pt x="291" y="93"/>
                        <a:pt x="291" y="94"/>
                      </a:cubicBezTo>
                      <a:cubicBezTo>
                        <a:pt x="291" y="94"/>
                        <a:pt x="291" y="94"/>
                        <a:pt x="292" y="94"/>
                      </a:cubicBezTo>
                      <a:cubicBezTo>
                        <a:pt x="292" y="94"/>
                        <a:pt x="292" y="94"/>
                        <a:pt x="292" y="94"/>
                      </a:cubicBezTo>
                      <a:cubicBezTo>
                        <a:pt x="292" y="94"/>
                        <a:pt x="292" y="94"/>
                        <a:pt x="292" y="94"/>
                      </a:cubicBezTo>
                      <a:cubicBezTo>
                        <a:pt x="292" y="94"/>
                        <a:pt x="292" y="94"/>
                        <a:pt x="292" y="93"/>
                      </a:cubicBezTo>
                      <a:cubicBezTo>
                        <a:pt x="292" y="93"/>
                        <a:pt x="292" y="93"/>
                        <a:pt x="292" y="93"/>
                      </a:cubicBezTo>
                      <a:cubicBezTo>
                        <a:pt x="292" y="93"/>
                        <a:pt x="292" y="93"/>
                        <a:pt x="292" y="93"/>
                      </a:cubicBezTo>
                      <a:cubicBezTo>
                        <a:pt x="292" y="93"/>
                        <a:pt x="292" y="93"/>
                        <a:pt x="292" y="93"/>
                      </a:cubicBezTo>
                      <a:cubicBezTo>
                        <a:pt x="292" y="93"/>
                        <a:pt x="292" y="93"/>
                        <a:pt x="292" y="93"/>
                      </a:cubicBezTo>
                      <a:cubicBezTo>
                        <a:pt x="292" y="93"/>
                        <a:pt x="292" y="93"/>
                        <a:pt x="292" y="93"/>
                      </a:cubicBezTo>
                      <a:cubicBezTo>
                        <a:pt x="292" y="93"/>
                        <a:pt x="292" y="93"/>
                        <a:pt x="292" y="93"/>
                      </a:cubicBezTo>
                      <a:cubicBezTo>
                        <a:pt x="293" y="93"/>
                        <a:pt x="293" y="93"/>
                        <a:pt x="293" y="93"/>
                      </a:cubicBezTo>
                      <a:cubicBezTo>
                        <a:pt x="293" y="93"/>
                        <a:pt x="293" y="93"/>
                        <a:pt x="293" y="93"/>
                      </a:cubicBezTo>
                      <a:cubicBezTo>
                        <a:pt x="293" y="92"/>
                        <a:pt x="293" y="92"/>
                        <a:pt x="293" y="92"/>
                      </a:cubicBezTo>
                      <a:cubicBezTo>
                        <a:pt x="293" y="92"/>
                        <a:pt x="293" y="92"/>
                        <a:pt x="293" y="92"/>
                      </a:cubicBezTo>
                      <a:cubicBezTo>
                        <a:pt x="293" y="92"/>
                        <a:pt x="293" y="92"/>
                        <a:pt x="294" y="92"/>
                      </a:cubicBezTo>
                      <a:cubicBezTo>
                        <a:pt x="294" y="92"/>
                        <a:pt x="294" y="92"/>
                        <a:pt x="294" y="92"/>
                      </a:cubicBezTo>
                      <a:cubicBezTo>
                        <a:pt x="294" y="92"/>
                        <a:pt x="294" y="92"/>
                        <a:pt x="294" y="92"/>
                      </a:cubicBezTo>
                      <a:cubicBezTo>
                        <a:pt x="294" y="92"/>
                        <a:pt x="293" y="93"/>
                        <a:pt x="293" y="93"/>
                      </a:cubicBezTo>
                      <a:cubicBezTo>
                        <a:pt x="294" y="93"/>
                        <a:pt x="294" y="93"/>
                        <a:pt x="294" y="93"/>
                      </a:cubicBezTo>
                      <a:cubicBezTo>
                        <a:pt x="294" y="93"/>
                        <a:pt x="294" y="93"/>
                        <a:pt x="294" y="93"/>
                      </a:cubicBezTo>
                      <a:cubicBezTo>
                        <a:pt x="294" y="93"/>
                        <a:pt x="294" y="93"/>
                        <a:pt x="294" y="93"/>
                      </a:cubicBezTo>
                      <a:cubicBezTo>
                        <a:pt x="294" y="93"/>
                        <a:pt x="294" y="93"/>
                        <a:pt x="294" y="93"/>
                      </a:cubicBezTo>
                      <a:cubicBezTo>
                        <a:pt x="294" y="93"/>
                        <a:pt x="295" y="93"/>
                        <a:pt x="295" y="93"/>
                      </a:cubicBezTo>
                      <a:cubicBezTo>
                        <a:pt x="295" y="93"/>
                        <a:pt x="295" y="93"/>
                        <a:pt x="295" y="93"/>
                      </a:cubicBezTo>
                      <a:cubicBezTo>
                        <a:pt x="295" y="93"/>
                        <a:pt x="296" y="93"/>
                        <a:pt x="296" y="93"/>
                      </a:cubicBezTo>
                      <a:cubicBezTo>
                        <a:pt x="296" y="93"/>
                        <a:pt x="296" y="93"/>
                        <a:pt x="296" y="93"/>
                      </a:cubicBezTo>
                      <a:cubicBezTo>
                        <a:pt x="296" y="93"/>
                        <a:pt x="296" y="93"/>
                        <a:pt x="296" y="93"/>
                      </a:cubicBezTo>
                      <a:cubicBezTo>
                        <a:pt x="297" y="93"/>
                        <a:pt x="297" y="93"/>
                        <a:pt x="298" y="93"/>
                      </a:cubicBezTo>
                      <a:cubicBezTo>
                        <a:pt x="298" y="93"/>
                        <a:pt x="298" y="93"/>
                        <a:pt x="298" y="93"/>
                      </a:cubicBezTo>
                      <a:cubicBezTo>
                        <a:pt x="298" y="93"/>
                        <a:pt x="298" y="93"/>
                        <a:pt x="298" y="93"/>
                      </a:cubicBezTo>
                      <a:cubicBezTo>
                        <a:pt x="298" y="93"/>
                        <a:pt x="298" y="92"/>
                        <a:pt x="299" y="92"/>
                      </a:cubicBezTo>
                      <a:cubicBezTo>
                        <a:pt x="299" y="92"/>
                        <a:pt x="299" y="92"/>
                        <a:pt x="299" y="92"/>
                      </a:cubicBezTo>
                      <a:cubicBezTo>
                        <a:pt x="299" y="92"/>
                        <a:pt x="299" y="92"/>
                        <a:pt x="299" y="92"/>
                      </a:cubicBezTo>
                      <a:cubicBezTo>
                        <a:pt x="299" y="92"/>
                        <a:pt x="299" y="92"/>
                        <a:pt x="299" y="92"/>
                      </a:cubicBezTo>
                      <a:cubicBezTo>
                        <a:pt x="299" y="92"/>
                        <a:pt x="299" y="92"/>
                        <a:pt x="299" y="92"/>
                      </a:cubicBezTo>
                      <a:cubicBezTo>
                        <a:pt x="299" y="92"/>
                        <a:pt x="299" y="91"/>
                        <a:pt x="299" y="91"/>
                      </a:cubicBezTo>
                      <a:cubicBezTo>
                        <a:pt x="299" y="91"/>
                        <a:pt x="299" y="91"/>
                        <a:pt x="299" y="91"/>
                      </a:cubicBezTo>
                      <a:cubicBezTo>
                        <a:pt x="299" y="92"/>
                        <a:pt x="299" y="92"/>
                        <a:pt x="299" y="92"/>
                      </a:cubicBezTo>
                      <a:cubicBezTo>
                        <a:pt x="299" y="92"/>
                        <a:pt x="299" y="92"/>
                        <a:pt x="299" y="92"/>
                      </a:cubicBezTo>
                      <a:cubicBezTo>
                        <a:pt x="299" y="92"/>
                        <a:pt x="299" y="92"/>
                        <a:pt x="299" y="92"/>
                      </a:cubicBezTo>
                      <a:cubicBezTo>
                        <a:pt x="299" y="92"/>
                        <a:pt x="299" y="92"/>
                        <a:pt x="299" y="92"/>
                      </a:cubicBezTo>
                      <a:cubicBezTo>
                        <a:pt x="299" y="92"/>
                        <a:pt x="299" y="92"/>
                        <a:pt x="299" y="92"/>
                      </a:cubicBezTo>
                      <a:cubicBezTo>
                        <a:pt x="299" y="92"/>
                        <a:pt x="299" y="92"/>
                        <a:pt x="299" y="92"/>
                      </a:cubicBezTo>
                      <a:cubicBezTo>
                        <a:pt x="299" y="92"/>
                        <a:pt x="299" y="92"/>
                        <a:pt x="299" y="93"/>
                      </a:cubicBezTo>
                      <a:cubicBezTo>
                        <a:pt x="299" y="93"/>
                        <a:pt x="299" y="93"/>
                        <a:pt x="298" y="93"/>
                      </a:cubicBezTo>
                      <a:cubicBezTo>
                        <a:pt x="298" y="93"/>
                        <a:pt x="298" y="93"/>
                        <a:pt x="298" y="93"/>
                      </a:cubicBezTo>
                      <a:cubicBezTo>
                        <a:pt x="298" y="93"/>
                        <a:pt x="298" y="93"/>
                        <a:pt x="298" y="93"/>
                      </a:cubicBezTo>
                      <a:cubicBezTo>
                        <a:pt x="298" y="93"/>
                        <a:pt x="299" y="93"/>
                        <a:pt x="299" y="93"/>
                      </a:cubicBezTo>
                      <a:cubicBezTo>
                        <a:pt x="299" y="93"/>
                        <a:pt x="299" y="93"/>
                        <a:pt x="299" y="94"/>
                      </a:cubicBezTo>
                      <a:cubicBezTo>
                        <a:pt x="299" y="94"/>
                        <a:pt x="299" y="94"/>
                        <a:pt x="300" y="94"/>
                      </a:cubicBezTo>
                      <a:cubicBezTo>
                        <a:pt x="300" y="94"/>
                        <a:pt x="300" y="94"/>
                        <a:pt x="300" y="94"/>
                      </a:cubicBezTo>
                      <a:cubicBezTo>
                        <a:pt x="300" y="94"/>
                        <a:pt x="300" y="94"/>
                        <a:pt x="300" y="94"/>
                      </a:cubicBezTo>
                      <a:cubicBezTo>
                        <a:pt x="300" y="94"/>
                        <a:pt x="300" y="94"/>
                        <a:pt x="300" y="94"/>
                      </a:cubicBezTo>
                      <a:cubicBezTo>
                        <a:pt x="300" y="94"/>
                        <a:pt x="300" y="94"/>
                        <a:pt x="300" y="94"/>
                      </a:cubicBezTo>
                      <a:cubicBezTo>
                        <a:pt x="300" y="94"/>
                        <a:pt x="300" y="95"/>
                        <a:pt x="300" y="95"/>
                      </a:cubicBezTo>
                      <a:cubicBezTo>
                        <a:pt x="300" y="95"/>
                        <a:pt x="301" y="95"/>
                        <a:pt x="301" y="95"/>
                      </a:cubicBezTo>
                      <a:cubicBezTo>
                        <a:pt x="301" y="95"/>
                        <a:pt x="301" y="95"/>
                        <a:pt x="301" y="95"/>
                      </a:cubicBezTo>
                      <a:cubicBezTo>
                        <a:pt x="301" y="95"/>
                        <a:pt x="301" y="95"/>
                        <a:pt x="301" y="95"/>
                      </a:cubicBezTo>
                      <a:cubicBezTo>
                        <a:pt x="301" y="95"/>
                        <a:pt x="301" y="95"/>
                        <a:pt x="301" y="95"/>
                      </a:cubicBezTo>
                      <a:cubicBezTo>
                        <a:pt x="302" y="95"/>
                        <a:pt x="302" y="95"/>
                        <a:pt x="302" y="95"/>
                      </a:cubicBezTo>
                      <a:cubicBezTo>
                        <a:pt x="302" y="95"/>
                        <a:pt x="302" y="95"/>
                        <a:pt x="302" y="95"/>
                      </a:cubicBezTo>
                      <a:cubicBezTo>
                        <a:pt x="302" y="95"/>
                        <a:pt x="302" y="95"/>
                        <a:pt x="302" y="95"/>
                      </a:cubicBezTo>
                      <a:cubicBezTo>
                        <a:pt x="302" y="95"/>
                        <a:pt x="302" y="95"/>
                        <a:pt x="301" y="95"/>
                      </a:cubicBezTo>
                      <a:cubicBezTo>
                        <a:pt x="301" y="95"/>
                        <a:pt x="301" y="95"/>
                        <a:pt x="301" y="95"/>
                      </a:cubicBezTo>
                      <a:cubicBezTo>
                        <a:pt x="301" y="95"/>
                        <a:pt x="301" y="96"/>
                        <a:pt x="302" y="96"/>
                      </a:cubicBezTo>
                      <a:cubicBezTo>
                        <a:pt x="302" y="96"/>
                        <a:pt x="302" y="96"/>
                        <a:pt x="302" y="96"/>
                      </a:cubicBezTo>
                      <a:cubicBezTo>
                        <a:pt x="302" y="97"/>
                        <a:pt x="302" y="97"/>
                        <a:pt x="303" y="97"/>
                      </a:cubicBezTo>
                      <a:cubicBezTo>
                        <a:pt x="303" y="97"/>
                        <a:pt x="303" y="97"/>
                        <a:pt x="303" y="98"/>
                      </a:cubicBezTo>
                      <a:cubicBezTo>
                        <a:pt x="303" y="98"/>
                        <a:pt x="303" y="98"/>
                        <a:pt x="304" y="98"/>
                      </a:cubicBezTo>
                      <a:cubicBezTo>
                        <a:pt x="304" y="98"/>
                        <a:pt x="304" y="98"/>
                        <a:pt x="304" y="99"/>
                      </a:cubicBezTo>
                      <a:cubicBezTo>
                        <a:pt x="304" y="99"/>
                        <a:pt x="304" y="99"/>
                        <a:pt x="305" y="99"/>
                      </a:cubicBezTo>
                      <a:cubicBezTo>
                        <a:pt x="305" y="99"/>
                        <a:pt x="305" y="99"/>
                        <a:pt x="305" y="99"/>
                      </a:cubicBezTo>
                      <a:cubicBezTo>
                        <a:pt x="305" y="99"/>
                        <a:pt x="305" y="99"/>
                        <a:pt x="306" y="100"/>
                      </a:cubicBezTo>
                      <a:lnTo>
                        <a:pt x="306" y="84"/>
                      </a:lnTo>
                      <a:close/>
                      <a:moveTo>
                        <a:pt x="241" y="92"/>
                      </a:moveTo>
                      <a:cubicBezTo>
                        <a:pt x="241" y="92"/>
                        <a:pt x="241" y="92"/>
                        <a:pt x="241" y="92"/>
                      </a:cubicBezTo>
                      <a:cubicBezTo>
                        <a:pt x="241" y="92"/>
                        <a:pt x="241" y="92"/>
                        <a:pt x="241" y="92"/>
                      </a:cubicBezTo>
                      <a:cubicBezTo>
                        <a:pt x="241" y="92"/>
                        <a:pt x="241" y="92"/>
                        <a:pt x="240" y="92"/>
                      </a:cubicBezTo>
                      <a:cubicBezTo>
                        <a:pt x="240" y="92"/>
                        <a:pt x="240" y="92"/>
                        <a:pt x="240" y="92"/>
                      </a:cubicBezTo>
                      <a:cubicBezTo>
                        <a:pt x="240" y="92"/>
                        <a:pt x="240" y="92"/>
                        <a:pt x="240" y="92"/>
                      </a:cubicBezTo>
                      <a:cubicBezTo>
                        <a:pt x="240" y="92"/>
                        <a:pt x="240" y="92"/>
                        <a:pt x="240" y="92"/>
                      </a:cubicBezTo>
                      <a:cubicBezTo>
                        <a:pt x="240" y="92"/>
                        <a:pt x="240" y="92"/>
                        <a:pt x="240" y="92"/>
                      </a:cubicBezTo>
                      <a:cubicBezTo>
                        <a:pt x="240" y="93"/>
                        <a:pt x="240" y="93"/>
                        <a:pt x="240" y="93"/>
                      </a:cubicBezTo>
                      <a:cubicBezTo>
                        <a:pt x="240" y="93"/>
                        <a:pt x="239" y="93"/>
                        <a:pt x="239" y="93"/>
                      </a:cubicBezTo>
                      <a:cubicBezTo>
                        <a:pt x="239" y="93"/>
                        <a:pt x="239" y="93"/>
                        <a:pt x="239" y="93"/>
                      </a:cubicBezTo>
                      <a:cubicBezTo>
                        <a:pt x="239" y="93"/>
                        <a:pt x="239" y="93"/>
                        <a:pt x="239" y="93"/>
                      </a:cubicBezTo>
                      <a:cubicBezTo>
                        <a:pt x="239" y="93"/>
                        <a:pt x="239" y="93"/>
                        <a:pt x="239" y="93"/>
                      </a:cubicBezTo>
                      <a:cubicBezTo>
                        <a:pt x="239" y="94"/>
                        <a:pt x="239" y="94"/>
                        <a:pt x="239" y="94"/>
                      </a:cubicBezTo>
                      <a:cubicBezTo>
                        <a:pt x="239" y="94"/>
                        <a:pt x="239" y="94"/>
                        <a:pt x="239" y="94"/>
                      </a:cubicBezTo>
                      <a:cubicBezTo>
                        <a:pt x="239" y="94"/>
                        <a:pt x="239" y="94"/>
                        <a:pt x="239" y="93"/>
                      </a:cubicBezTo>
                      <a:cubicBezTo>
                        <a:pt x="239" y="93"/>
                        <a:pt x="239" y="93"/>
                        <a:pt x="239" y="93"/>
                      </a:cubicBezTo>
                      <a:cubicBezTo>
                        <a:pt x="239" y="93"/>
                        <a:pt x="239" y="93"/>
                        <a:pt x="239" y="93"/>
                      </a:cubicBezTo>
                      <a:cubicBezTo>
                        <a:pt x="239" y="93"/>
                        <a:pt x="239" y="93"/>
                        <a:pt x="240" y="93"/>
                      </a:cubicBezTo>
                      <a:cubicBezTo>
                        <a:pt x="240" y="93"/>
                        <a:pt x="240" y="93"/>
                        <a:pt x="240" y="93"/>
                      </a:cubicBezTo>
                      <a:cubicBezTo>
                        <a:pt x="240" y="93"/>
                        <a:pt x="240" y="93"/>
                        <a:pt x="240" y="93"/>
                      </a:cubicBezTo>
                      <a:cubicBezTo>
                        <a:pt x="241" y="93"/>
                        <a:pt x="241" y="93"/>
                        <a:pt x="241" y="92"/>
                      </a:cubicBezTo>
                      <a:cubicBezTo>
                        <a:pt x="241" y="92"/>
                        <a:pt x="241" y="92"/>
                        <a:pt x="241" y="92"/>
                      </a:cubicBezTo>
                      <a:cubicBezTo>
                        <a:pt x="241" y="92"/>
                        <a:pt x="241" y="92"/>
                        <a:pt x="241" y="92"/>
                      </a:cubicBezTo>
                      <a:close/>
                      <a:moveTo>
                        <a:pt x="240" y="88"/>
                      </a:moveTo>
                      <a:cubicBezTo>
                        <a:pt x="241" y="88"/>
                        <a:pt x="241" y="88"/>
                        <a:pt x="241" y="88"/>
                      </a:cubicBezTo>
                      <a:cubicBezTo>
                        <a:pt x="241" y="88"/>
                        <a:pt x="241" y="88"/>
                        <a:pt x="241" y="87"/>
                      </a:cubicBezTo>
                      <a:cubicBezTo>
                        <a:pt x="241" y="87"/>
                        <a:pt x="241" y="87"/>
                        <a:pt x="241" y="87"/>
                      </a:cubicBezTo>
                      <a:cubicBezTo>
                        <a:pt x="241" y="87"/>
                        <a:pt x="241" y="87"/>
                        <a:pt x="241" y="87"/>
                      </a:cubicBezTo>
                      <a:cubicBezTo>
                        <a:pt x="240" y="87"/>
                        <a:pt x="240" y="87"/>
                        <a:pt x="240" y="87"/>
                      </a:cubicBezTo>
                      <a:cubicBezTo>
                        <a:pt x="240" y="87"/>
                        <a:pt x="240" y="87"/>
                        <a:pt x="240" y="88"/>
                      </a:cubicBezTo>
                      <a:cubicBezTo>
                        <a:pt x="240" y="88"/>
                        <a:pt x="240" y="88"/>
                        <a:pt x="240" y="88"/>
                      </a:cubicBezTo>
                      <a:cubicBezTo>
                        <a:pt x="240" y="88"/>
                        <a:pt x="240" y="88"/>
                        <a:pt x="240" y="88"/>
                      </a:cubicBezTo>
                      <a:cubicBezTo>
                        <a:pt x="240" y="88"/>
                        <a:pt x="240" y="88"/>
                        <a:pt x="240" y="88"/>
                      </a:cubicBezTo>
                      <a:cubicBezTo>
                        <a:pt x="240" y="88"/>
                        <a:pt x="240" y="88"/>
                        <a:pt x="240" y="88"/>
                      </a:cubicBezTo>
                      <a:close/>
                      <a:moveTo>
                        <a:pt x="252" y="75"/>
                      </a:moveTo>
                      <a:cubicBezTo>
                        <a:pt x="252" y="75"/>
                        <a:pt x="252" y="75"/>
                        <a:pt x="252" y="75"/>
                      </a:cubicBezTo>
                      <a:cubicBezTo>
                        <a:pt x="252" y="75"/>
                        <a:pt x="252" y="75"/>
                        <a:pt x="252" y="75"/>
                      </a:cubicBezTo>
                      <a:cubicBezTo>
                        <a:pt x="252" y="75"/>
                        <a:pt x="252" y="75"/>
                        <a:pt x="252" y="75"/>
                      </a:cubicBezTo>
                      <a:cubicBezTo>
                        <a:pt x="252" y="75"/>
                        <a:pt x="252" y="75"/>
                        <a:pt x="252" y="75"/>
                      </a:cubicBezTo>
                      <a:cubicBezTo>
                        <a:pt x="252" y="75"/>
                        <a:pt x="251" y="75"/>
                        <a:pt x="251" y="75"/>
                      </a:cubicBezTo>
                      <a:cubicBezTo>
                        <a:pt x="251" y="75"/>
                        <a:pt x="251" y="75"/>
                        <a:pt x="251" y="75"/>
                      </a:cubicBezTo>
                      <a:cubicBezTo>
                        <a:pt x="251" y="75"/>
                        <a:pt x="251" y="75"/>
                        <a:pt x="251" y="75"/>
                      </a:cubicBezTo>
                      <a:cubicBezTo>
                        <a:pt x="251" y="75"/>
                        <a:pt x="251" y="75"/>
                        <a:pt x="251" y="75"/>
                      </a:cubicBezTo>
                      <a:cubicBezTo>
                        <a:pt x="251" y="76"/>
                        <a:pt x="251" y="76"/>
                        <a:pt x="251" y="76"/>
                      </a:cubicBezTo>
                      <a:cubicBezTo>
                        <a:pt x="251" y="76"/>
                        <a:pt x="251" y="76"/>
                        <a:pt x="251" y="76"/>
                      </a:cubicBezTo>
                      <a:cubicBezTo>
                        <a:pt x="251" y="76"/>
                        <a:pt x="251" y="76"/>
                        <a:pt x="251" y="76"/>
                      </a:cubicBezTo>
                      <a:cubicBezTo>
                        <a:pt x="251" y="76"/>
                        <a:pt x="251" y="76"/>
                        <a:pt x="251" y="76"/>
                      </a:cubicBezTo>
                      <a:cubicBezTo>
                        <a:pt x="252" y="76"/>
                        <a:pt x="252" y="76"/>
                        <a:pt x="252" y="76"/>
                      </a:cubicBezTo>
                      <a:cubicBezTo>
                        <a:pt x="252" y="77"/>
                        <a:pt x="252" y="77"/>
                        <a:pt x="252" y="77"/>
                      </a:cubicBezTo>
                      <a:cubicBezTo>
                        <a:pt x="251" y="77"/>
                        <a:pt x="251" y="76"/>
                        <a:pt x="251" y="76"/>
                      </a:cubicBezTo>
                      <a:cubicBezTo>
                        <a:pt x="251" y="76"/>
                        <a:pt x="251" y="76"/>
                        <a:pt x="251" y="77"/>
                      </a:cubicBezTo>
                      <a:cubicBezTo>
                        <a:pt x="251" y="77"/>
                        <a:pt x="251" y="77"/>
                        <a:pt x="251" y="77"/>
                      </a:cubicBezTo>
                      <a:cubicBezTo>
                        <a:pt x="251" y="77"/>
                        <a:pt x="251" y="77"/>
                        <a:pt x="251" y="77"/>
                      </a:cubicBezTo>
                      <a:cubicBezTo>
                        <a:pt x="251" y="77"/>
                        <a:pt x="251" y="77"/>
                        <a:pt x="251" y="77"/>
                      </a:cubicBezTo>
                      <a:cubicBezTo>
                        <a:pt x="251" y="77"/>
                        <a:pt x="251" y="77"/>
                        <a:pt x="251" y="77"/>
                      </a:cubicBezTo>
                      <a:cubicBezTo>
                        <a:pt x="251" y="77"/>
                        <a:pt x="251" y="77"/>
                        <a:pt x="252" y="77"/>
                      </a:cubicBezTo>
                      <a:cubicBezTo>
                        <a:pt x="252" y="77"/>
                        <a:pt x="252" y="77"/>
                        <a:pt x="252" y="77"/>
                      </a:cubicBezTo>
                      <a:cubicBezTo>
                        <a:pt x="252" y="77"/>
                        <a:pt x="252" y="77"/>
                        <a:pt x="252" y="77"/>
                      </a:cubicBezTo>
                      <a:cubicBezTo>
                        <a:pt x="252" y="77"/>
                        <a:pt x="252" y="77"/>
                        <a:pt x="252" y="77"/>
                      </a:cubicBezTo>
                      <a:cubicBezTo>
                        <a:pt x="252" y="77"/>
                        <a:pt x="252" y="77"/>
                        <a:pt x="252" y="77"/>
                      </a:cubicBezTo>
                      <a:cubicBezTo>
                        <a:pt x="252" y="77"/>
                        <a:pt x="252" y="77"/>
                        <a:pt x="252" y="77"/>
                      </a:cubicBezTo>
                      <a:cubicBezTo>
                        <a:pt x="252" y="77"/>
                        <a:pt x="252" y="77"/>
                        <a:pt x="252" y="77"/>
                      </a:cubicBezTo>
                      <a:cubicBezTo>
                        <a:pt x="252" y="77"/>
                        <a:pt x="252" y="77"/>
                        <a:pt x="252" y="76"/>
                      </a:cubicBezTo>
                      <a:cubicBezTo>
                        <a:pt x="252" y="76"/>
                        <a:pt x="252" y="76"/>
                        <a:pt x="252" y="76"/>
                      </a:cubicBezTo>
                      <a:cubicBezTo>
                        <a:pt x="252" y="76"/>
                        <a:pt x="252" y="76"/>
                        <a:pt x="252" y="76"/>
                      </a:cubicBezTo>
                      <a:cubicBezTo>
                        <a:pt x="252" y="76"/>
                        <a:pt x="252" y="76"/>
                        <a:pt x="252" y="76"/>
                      </a:cubicBezTo>
                      <a:cubicBezTo>
                        <a:pt x="252" y="76"/>
                        <a:pt x="252" y="76"/>
                        <a:pt x="252" y="76"/>
                      </a:cubicBezTo>
                      <a:cubicBezTo>
                        <a:pt x="252" y="76"/>
                        <a:pt x="252" y="76"/>
                        <a:pt x="252" y="76"/>
                      </a:cubicBezTo>
                      <a:cubicBezTo>
                        <a:pt x="252" y="76"/>
                        <a:pt x="252" y="76"/>
                        <a:pt x="252" y="76"/>
                      </a:cubicBezTo>
                      <a:cubicBezTo>
                        <a:pt x="252" y="76"/>
                        <a:pt x="252" y="76"/>
                        <a:pt x="252" y="76"/>
                      </a:cubicBezTo>
                      <a:cubicBezTo>
                        <a:pt x="252" y="76"/>
                        <a:pt x="252" y="76"/>
                        <a:pt x="252" y="76"/>
                      </a:cubicBezTo>
                      <a:cubicBezTo>
                        <a:pt x="252" y="76"/>
                        <a:pt x="252" y="76"/>
                        <a:pt x="252" y="76"/>
                      </a:cubicBezTo>
                      <a:cubicBezTo>
                        <a:pt x="252" y="76"/>
                        <a:pt x="252" y="75"/>
                        <a:pt x="252" y="75"/>
                      </a:cubicBezTo>
                      <a:cubicBezTo>
                        <a:pt x="252" y="75"/>
                        <a:pt x="252" y="75"/>
                        <a:pt x="252" y="75"/>
                      </a:cubicBezTo>
                      <a:close/>
                      <a:moveTo>
                        <a:pt x="246" y="85"/>
                      </a:moveTo>
                      <a:cubicBezTo>
                        <a:pt x="246" y="85"/>
                        <a:pt x="246" y="85"/>
                        <a:pt x="246" y="85"/>
                      </a:cubicBezTo>
                      <a:cubicBezTo>
                        <a:pt x="246" y="85"/>
                        <a:pt x="246" y="85"/>
                        <a:pt x="245" y="85"/>
                      </a:cubicBezTo>
                      <a:cubicBezTo>
                        <a:pt x="245" y="85"/>
                        <a:pt x="245" y="86"/>
                        <a:pt x="245" y="86"/>
                      </a:cubicBezTo>
                      <a:cubicBezTo>
                        <a:pt x="244" y="86"/>
                        <a:pt x="244" y="86"/>
                        <a:pt x="245" y="85"/>
                      </a:cubicBezTo>
                      <a:cubicBezTo>
                        <a:pt x="244" y="85"/>
                        <a:pt x="244" y="85"/>
                        <a:pt x="244" y="86"/>
                      </a:cubicBezTo>
                      <a:cubicBezTo>
                        <a:pt x="244" y="86"/>
                        <a:pt x="244" y="86"/>
                        <a:pt x="244" y="86"/>
                      </a:cubicBezTo>
                      <a:cubicBezTo>
                        <a:pt x="244" y="86"/>
                        <a:pt x="243" y="86"/>
                        <a:pt x="243" y="86"/>
                      </a:cubicBezTo>
                      <a:cubicBezTo>
                        <a:pt x="243" y="86"/>
                        <a:pt x="243" y="86"/>
                        <a:pt x="243" y="86"/>
                      </a:cubicBezTo>
                      <a:cubicBezTo>
                        <a:pt x="243" y="86"/>
                        <a:pt x="243" y="87"/>
                        <a:pt x="243" y="87"/>
                      </a:cubicBezTo>
                      <a:cubicBezTo>
                        <a:pt x="243" y="87"/>
                        <a:pt x="243" y="87"/>
                        <a:pt x="243" y="87"/>
                      </a:cubicBezTo>
                      <a:cubicBezTo>
                        <a:pt x="243" y="87"/>
                        <a:pt x="243" y="88"/>
                        <a:pt x="242" y="88"/>
                      </a:cubicBezTo>
                      <a:cubicBezTo>
                        <a:pt x="242" y="87"/>
                        <a:pt x="242" y="87"/>
                        <a:pt x="242" y="87"/>
                      </a:cubicBezTo>
                      <a:cubicBezTo>
                        <a:pt x="242" y="88"/>
                        <a:pt x="242" y="88"/>
                        <a:pt x="242" y="88"/>
                      </a:cubicBezTo>
                      <a:cubicBezTo>
                        <a:pt x="242" y="88"/>
                        <a:pt x="242" y="88"/>
                        <a:pt x="241" y="88"/>
                      </a:cubicBezTo>
                      <a:cubicBezTo>
                        <a:pt x="241" y="89"/>
                        <a:pt x="241" y="89"/>
                        <a:pt x="241" y="89"/>
                      </a:cubicBezTo>
                      <a:cubicBezTo>
                        <a:pt x="242" y="89"/>
                        <a:pt x="242" y="89"/>
                        <a:pt x="242" y="89"/>
                      </a:cubicBezTo>
                      <a:cubicBezTo>
                        <a:pt x="242" y="89"/>
                        <a:pt x="241" y="89"/>
                        <a:pt x="241" y="89"/>
                      </a:cubicBezTo>
                      <a:cubicBezTo>
                        <a:pt x="241" y="89"/>
                        <a:pt x="241" y="89"/>
                        <a:pt x="241" y="90"/>
                      </a:cubicBezTo>
                      <a:cubicBezTo>
                        <a:pt x="241" y="90"/>
                        <a:pt x="241" y="90"/>
                        <a:pt x="241" y="90"/>
                      </a:cubicBezTo>
                      <a:cubicBezTo>
                        <a:pt x="241" y="90"/>
                        <a:pt x="241" y="90"/>
                        <a:pt x="241" y="90"/>
                      </a:cubicBezTo>
                      <a:cubicBezTo>
                        <a:pt x="241" y="90"/>
                        <a:pt x="241" y="90"/>
                        <a:pt x="241" y="90"/>
                      </a:cubicBezTo>
                      <a:cubicBezTo>
                        <a:pt x="241" y="90"/>
                        <a:pt x="241" y="90"/>
                        <a:pt x="241" y="90"/>
                      </a:cubicBezTo>
                      <a:cubicBezTo>
                        <a:pt x="241" y="91"/>
                        <a:pt x="241" y="91"/>
                        <a:pt x="241" y="91"/>
                      </a:cubicBezTo>
                      <a:cubicBezTo>
                        <a:pt x="241" y="91"/>
                        <a:pt x="241" y="91"/>
                        <a:pt x="241" y="91"/>
                      </a:cubicBezTo>
                      <a:cubicBezTo>
                        <a:pt x="241" y="91"/>
                        <a:pt x="242" y="91"/>
                        <a:pt x="242" y="91"/>
                      </a:cubicBezTo>
                      <a:cubicBezTo>
                        <a:pt x="242" y="91"/>
                        <a:pt x="242" y="91"/>
                        <a:pt x="242" y="91"/>
                      </a:cubicBezTo>
                      <a:cubicBezTo>
                        <a:pt x="242" y="91"/>
                        <a:pt x="242" y="91"/>
                        <a:pt x="242" y="92"/>
                      </a:cubicBezTo>
                      <a:cubicBezTo>
                        <a:pt x="242" y="92"/>
                        <a:pt x="242" y="91"/>
                        <a:pt x="242" y="91"/>
                      </a:cubicBezTo>
                      <a:cubicBezTo>
                        <a:pt x="242" y="91"/>
                        <a:pt x="242" y="91"/>
                        <a:pt x="243" y="91"/>
                      </a:cubicBezTo>
                      <a:cubicBezTo>
                        <a:pt x="243" y="90"/>
                        <a:pt x="243" y="90"/>
                        <a:pt x="243" y="90"/>
                      </a:cubicBezTo>
                      <a:cubicBezTo>
                        <a:pt x="243" y="90"/>
                        <a:pt x="243" y="90"/>
                        <a:pt x="243" y="90"/>
                      </a:cubicBezTo>
                      <a:cubicBezTo>
                        <a:pt x="244" y="89"/>
                        <a:pt x="244" y="89"/>
                        <a:pt x="244" y="89"/>
                      </a:cubicBezTo>
                      <a:cubicBezTo>
                        <a:pt x="244" y="89"/>
                        <a:pt x="244" y="89"/>
                        <a:pt x="244" y="89"/>
                      </a:cubicBezTo>
                      <a:cubicBezTo>
                        <a:pt x="244" y="89"/>
                        <a:pt x="244" y="88"/>
                        <a:pt x="244" y="88"/>
                      </a:cubicBezTo>
                      <a:cubicBezTo>
                        <a:pt x="245" y="88"/>
                        <a:pt x="244" y="88"/>
                        <a:pt x="245" y="88"/>
                      </a:cubicBezTo>
                      <a:cubicBezTo>
                        <a:pt x="245" y="88"/>
                        <a:pt x="245" y="88"/>
                        <a:pt x="245" y="88"/>
                      </a:cubicBezTo>
                      <a:cubicBezTo>
                        <a:pt x="245" y="87"/>
                        <a:pt x="245" y="88"/>
                        <a:pt x="245" y="87"/>
                      </a:cubicBezTo>
                      <a:cubicBezTo>
                        <a:pt x="245" y="87"/>
                        <a:pt x="245" y="87"/>
                        <a:pt x="245" y="87"/>
                      </a:cubicBezTo>
                      <a:cubicBezTo>
                        <a:pt x="245" y="87"/>
                        <a:pt x="245" y="87"/>
                        <a:pt x="245" y="87"/>
                      </a:cubicBezTo>
                      <a:cubicBezTo>
                        <a:pt x="245" y="87"/>
                        <a:pt x="245" y="87"/>
                        <a:pt x="244" y="87"/>
                      </a:cubicBezTo>
                      <a:cubicBezTo>
                        <a:pt x="244" y="86"/>
                        <a:pt x="245" y="86"/>
                        <a:pt x="245" y="86"/>
                      </a:cubicBezTo>
                      <a:cubicBezTo>
                        <a:pt x="245" y="86"/>
                        <a:pt x="245" y="86"/>
                        <a:pt x="245" y="86"/>
                      </a:cubicBezTo>
                      <a:cubicBezTo>
                        <a:pt x="245" y="86"/>
                        <a:pt x="245" y="86"/>
                        <a:pt x="245" y="86"/>
                      </a:cubicBezTo>
                      <a:cubicBezTo>
                        <a:pt x="245" y="86"/>
                        <a:pt x="245" y="86"/>
                        <a:pt x="246" y="86"/>
                      </a:cubicBezTo>
                      <a:cubicBezTo>
                        <a:pt x="246" y="86"/>
                        <a:pt x="246" y="86"/>
                        <a:pt x="246" y="86"/>
                      </a:cubicBezTo>
                      <a:cubicBezTo>
                        <a:pt x="246" y="86"/>
                        <a:pt x="247" y="86"/>
                        <a:pt x="247" y="86"/>
                      </a:cubicBezTo>
                      <a:cubicBezTo>
                        <a:pt x="247" y="86"/>
                        <a:pt x="246" y="86"/>
                        <a:pt x="246" y="86"/>
                      </a:cubicBezTo>
                      <a:cubicBezTo>
                        <a:pt x="246" y="85"/>
                        <a:pt x="246" y="85"/>
                        <a:pt x="246" y="85"/>
                      </a:cubicBezTo>
                      <a:close/>
                      <a:moveTo>
                        <a:pt x="219" y="59"/>
                      </a:moveTo>
                      <a:cubicBezTo>
                        <a:pt x="218" y="59"/>
                        <a:pt x="218" y="59"/>
                        <a:pt x="218" y="59"/>
                      </a:cubicBezTo>
                      <a:cubicBezTo>
                        <a:pt x="218" y="59"/>
                        <a:pt x="218" y="59"/>
                        <a:pt x="218" y="59"/>
                      </a:cubicBezTo>
                      <a:cubicBezTo>
                        <a:pt x="218" y="59"/>
                        <a:pt x="218" y="59"/>
                        <a:pt x="218" y="59"/>
                      </a:cubicBezTo>
                      <a:cubicBezTo>
                        <a:pt x="218" y="59"/>
                        <a:pt x="219" y="59"/>
                        <a:pt x="219" y="59"/>
                      </a:cubicBezTo>
                      <a:cubicBezTo>
                        <a:pt x="219" y="59"/>
                        <a:pt x="219" y="59"/>
                        <a:pt x="219" y="59"/>
                      </a:cubicBezTo>
                      <a:cubicBezTo>
                        <a:pt x="219" y="59"/>
                        <a:pt x="219" y="59"/>
                        <a:pt x="219" y="59"/>
                      </a:cubicBezTo>
                      <a:cubicBezTo>
                        <a:pt x="219" y="59"/>
                        <a:pt x="219" y="58"/>
                        <a:pt x="219" y="59"/>
                      </a:cubicBezTo>
                      <a:close/>
                      <a:moveTo>
                        <a:pt x="66" y="76"/>
                      </a:moveTo>
                      <a:cubicBezTo>
                        <a:pt x="66" y="76"/>
                        <a:pt x="66" y="76"/>
                        <a:pt x="66" y="76"/>
                      </a:cubicBezTo>
                      <a:cubicBezTo>
                        <a:pt x="65" y="76"/>
                        <a:pt x="65" y="76"/>
                        <a:pt x="65" y="76"/>
                      </a:cubicBezTo>
                      <a:cubicBezTo>
                        <a:pt x="65" y="76"/>
                        <a:pt x="65" y="76"/>
                        <a:pt x="65" y="76"/>
                      </a:cubicBezTo>
                      <a:cubicBezTo>
                        <a:pt x="65" y="75"/>
                        <a:pt x="64" y="75"/>
                        <a:pt x="64" y="75"/>
                      </a:cubicBezTo>
                      <a:cubicBezTo>
                        <a:pt x="64" y="75"/>
                        <a:pt x="64" y="75"/>
                        <a:pt x="64" y="75"/>
                      </a:cubicBezTo>
                      <a:cubicBezTo>
                        <a:pt x="64" y="75"/>
                        <a:pt x="64" y="75"/>
                        <a:pt x="64" y="75"/>
                      </a:cubicBezTo>
                      <a:cubicBezTo>
                        <a:pt x="63" y="75"/>
                        <a:pt x="63" y="75"/>
                        <a:pt x="63" y="74"/>
                      </a:cubicBezTo>
                      <a:cubicBezTo>
                        <a:pt x="63" y="74"/>
                        <a:pt x="63" y="74"/>
                        <a:pt x="63" y="74"/>
                      </a:cubicBezTo>
                      <a:cubicBezTo>
                        <a:pt x="63" y="74"/>
                        <a:pt x="63" y="74"/>
                        <a:pt x="62" y="74"/>
                      </a:cubicBezTo>
                      <a:cubicBezTo>
                        <a:pt x="62" y="74"/>
                        <a:pt x="62" y="74"/>
                        <a:pt x="62" y="75"/>
                      </a:cubicBezTo>
                      <a:cubicBezTo>
                        <a:pt x="62" y="75"/>
                        <a:pt x="62" y="75"/>
                        <a:pt x="62" y="75"/>
                      </a:cubicBezTo>
                      <a:cubicBezTo>
                        <a:pt x="62" y="75"/>
                        <a:pt x="62" y="75"/>
                        <a:pt x="62" y="75"/>
                      </a:cubicBezTo>
                      <a:cubicBezTo>
                        <a:pt x="63" y="75"/>
                        <a:pt x="63" y="76"/>
                        <a:pt x="63" y="76"/>
                      </a:cubicBezTo>
                      <a:cubicBezTo>
                        <a:pt x="63" y="76"/>
                        <a:pt x="63" y="76"/>
                        <a:pt x="63" y="76"/>
                      </a:cubicBezTo>
                      <a:cubicBezTo>
                        <a:pt x="63" y="76"/>
                        <a:pt x="63" y="76"/>
                        <a:pt x="63" y="76"/>
                      </a:cubicBezTo>
                      <a:cubicBezTo>
                        <a:pt x="63" y="76"/>
                        <a:pt x="63" y="76"/>
                        <a:pt x="63" y="76"/>
                      </a:cubicBezTo>
                      <a:cubicBezTo>
                        <a:pt x="63" y="76"/>
                        <a:pt x="63" y="76"/>
                        <a:pt x="63" y="76"/>
                      </a:cubicBezTo>
                      <a:cubicBezTo>
                        <a:pt x="63" y="77"/>
                        <a:pt x="63" y="77"/>
                        <a:pt x="63" y="77"/>
                      </a:cubicBezTo>
                      <a:cubicBezTo>
                        <a:pt x="63" y="77"/>
                        <a:pt x="63" y="77"/>
                        <a:pt x="63" y="77"/>
                      </a:cubicBezTo>
                      <a:cubicBezTo>
                        <a:pt x="63" y="77"/>
                        <a:pt x="63" y="77"/>
                        <a:pt x="63" y="77"/>
                      </a:cubicBezTo>
                      <a:cubicBezTo>
                        <a:pt x="63" y="77"/>
                        <a:pt x="63" y="77"/>
                        <a:pt x="63" y="77"/>
                      </a:cubicBezTo>
                      <a:cubicBezTo>
                        <a:pt x="63" y="77"/>
                        <a:pt x="62" y="77"/>
                        <a:pt x="62" y="77"/>
                      </a:cubicBezTo>
                      <a:cubicBezTo>
                        <a:pt x="62" y="77"/>
                        <a:pt x="62" y="76"/>
                        <a:pt x="62" y="76"/>
                      </a:cubicBezTo>
                      <a:cubicBezTo>
                        <a:pt x="62" y="76"/>
                        <a:pt x="61" y="76"/>
                        <a:pt x="61" y="76"/>
                      </a:cubicBezTo>
                      <a:cubicBezTo>
                        <a:pt x="61" y="76"/>
                        <a:pt x="61" y="76"/>
                        <a:pt x="61" y="76"/>
                      </a:cubicBezTo>
                      <a:cubicBezTo>
                        <a:pt x="61" y="76"/>
                        <a:pt x="61" y="75"/>
                        <a:pt x="61" y="75"/>
                      </a:cubicBezTo>
                      <a:cubicBezTo>
                        <a:pt x="61" y="75"/>
                        <a:pt x="61" y="75"/>
                        <a:pt x="61" y="75"/>
                      </a:cubicBezTo>
                      <a:cubicBezTo>
                        <a:pt x="61" y="75"/>
                        <a:pt x="61" y="75"/>
                        <a:pt x="61" y="75"/>
                      </a:cubicBezTo>
                      <a:cubicBezTo>
                        <a:pt x="61" y="75"/>
                        <a:pt x="61" y="75"/>
                        <a:pt x="61" y="75"/>
                      </a:cubicBezTo>
                      <a:cubicBezTo>
                        <a:pt x="61" y="75"/>
                        <a:pt x="61" y="75"/>
                        <a:pt x="60" y="75"/>
                      </a:cubicBezTo>
                      <a:cubicBezTo>
                        <a:pt x="60" y="75"/>
                        <a:pt x="60" y="74"/>
                        <a:pt x="60" y="74"/>
                      </a:cubicBezTo>
                      <a:cubicBezTo>
                        <a:pt x="60" y="74"/>
                        <a:pt x="60" y="74"/>
                        <a:pt x="59" y="74"/>
                      </a:cubicBezTo>
                      <a:cubicBezTo>
                        <a:pt x="59" y="74"/>
                        <a:pt x="59" y="74"/>
                        <a:pt x="59" y="74"/>
                      </a:cubicBezTo>
                      <a:cubicBezTo>
                        <a:pt x="59" y="74"/>
                        <a:pt x="59" y="73"/>
                        <a:pt x="59" y="73"/>
                      </a:cubicBezTo>
                      <a:cubicBezTo>
                        <a:pt x="59" y="73"/>
                        <a:pt x="59" y="73"/>
                        <a:pt x="59" y="73"/>
                      </a:cubicBezTo>
                      <a:cubicBezTo>
                        <a:pt x="59" y="73"/>
                        <a:pt x="58" y="73"/>
                        <a:pt x="58" y="73"/>
                      </a:cubicBezTo>
                      <a:cubicBezTo>
                        <a:pt x="58" y="72"/>
                        <a:pt x="58" y="72"/>
                        <a:pt x="58" y="72"/>
                      </a:cubicBezTo>
                      <a:cubicBezTo>
                        <a:pt x="58" y="72"/>
                        <a:pt x="58" y="72"/>
                        <a:pt x="58" y="72"/>
                      </a:cubicBezTo>
                      <a:cubicBezTo>
                        <a:pt x="58" y="72"/>
                        <a:pt x="58" y="72"/>
                        <a:pt x="58" y="72"/>
                      </a:cubicBezTo>
                      <a:cubicBezTo>
                        <a:pt x="58" y="72"/>
                        <a:pt x="58" y="72"/>
                        <a:pt x="58" y="72"/>
                      </a:cubicBezTo>
                      <a:cubicBezTo>
                        <a:pt x="58" y="72"/>
                        <a:pt x="57" y="71"/>
                        <a:pt x="57" y="71"/>
                      </a:cubicBezTo>
                      <a:cubicBezTo>
                        <a:pt x="57" y="71"/>
                        <a:pt x="57" y="71"/>
                        <a:pt x="57" y="71"/>
                      </a:cubicBezTo>
                      <a:cubicBezTo>
                        <a:pt x="57" y="71"/>
                        <a:pt x="57" y="71"/>
                        <a:pt x="57" y="71"/>
                      </a:cubicBezTo>
                      <a:cubicBezTo>
                        <a:pt x="57" y="71"/>
                        <a:pt x="57" y="71"/>
                        <a:pt x="57" y="71"/>
                      </a:cubicBezTo>
                      <a:cubicBezTo>
                        <a:pt x="56" y="71"/>
                        <a:pt x="56" y="71"/>
                        <a:pt x="56" y="71"/>
                      </a:cubicBezTo>
                      <a:cubicBezTo>
                        <a:pt x="56" y="71"/>
                        <a:pt x="56" y="71"/>
                        <a:pt x="56" y="71"/>
                      </a:cubicBezTo>
                      <a:cubicBezTo>
                        <a:pt x="56" y="71"/>
                        <a:pt x="56" y="71"/>
                        <a:pt x="56" y="71"/>
                      </a:cubicBezTo>
                      <a:cubicBezTo>
                        <a:pt x="56" y="71"/>
                        <a:pt x="56" y="71"/>
                        <a:pt x="56" y="70"/>
                      </a:cubicBezTo>
                      <a:cubicBezTo>
                        <a:pt x="56" y="70"/>
                        <a:pt x="56" y="70"/>
                        <a:pt x="56" y="70"/>
                      </a:cubicBezTo>
                      <a:cubicBezTo>
                        <a:pt x="56" y="70"/>
                        <a:pt x="56" y="70"/>
                        <a:pt x="56" y="70"/>
                      </a:cubicBezTo>
                      <a:cubicBezTo>
                        <a:pt x="56" y="70"/>
                        <a:pt x="56" y="70"/>
                        <a:pt x="56" y="70"/>
                      </a:cubicBezTo>
                      <a:cubicBezTo>
                        <a:pt x="56" y="70"/>
                        <a:pt x="55" y="70"/>
                        <a:pt x="55" y="70"/>
                      </a:cubicBezTo>
                      <a:cubicBezTo>
                        <a:pt x="55" y="70"/>
                        <a:pt x="55" y="70"/>
                        <a:pt x="55" y="70"/>
                      </a:cubicBezTo>
                      <a:cubicBezTo>
                        <a:pt x="55" y="70"/>
                        <a:pt x="55" y="70"/>
                        <a:pt x="55" y="70"/>
                      </a:cubicBezTo>
                      <a:cubicBezTo>
                        <a:pt x="55" y="70"/>
                        <a:pt x="54" y="70"/>
                        <a:pt x="54" y="70"/>
                      </a:cubicBezTo>
                      <a:cubicBezTo>
                        <a:pt x="54" y="70"/>
                        <a:pt x="54" y="70"/>
                        <a:pt x="54" y="70"/>
                      </a:cubicBezTo>
                      <a:cubicBezTo>
                        <a:pt x="54" y="70"/>
                        <a:pt x="54" y="69"/>
                        <a:pt x="54" y="69"/>
                      </a:cubicBezTo>
                      <a:cubicBezTo>
                        <a:pt x="54" y="69"/>
                        <a:pt x="54" y="69"/>
                        <a:pt x="54" y="69"/>
                      </a:cubicBezTo>
                      <a:cubicBezTo>
                        <a:pt x="54" y="69"/>
                        <a:pt x="53" y="68"/>
                        <a:pt x="53" y="68"/>
                      </a:cubicBezTo>
                      <a:cubicBezTo>
                        <a:pt x="53" y="68"/>
                        <a:pt x="52" y="68"/>
                        <a:pt x="52" y="68"/>
                      </a:cubicBezTo>
                      <a:cubicBezTo>
                        <a:pt x="52" y="68"/>
                        <a:pt x="52" y="68"/>
                        <a:pt x="52" y="68"/>
                      </a:cubicBezTo>
                      <a:cubicBezTo>
                        <a:pt x="52" y="68"/>
                        <a:pt x="52" y="68"/>
                        <a:pt x="51" y="68"/>
                      </a:cubicBezTo>
                      <a:cubicBezTo>
                        <a:pt x="51" y="68"/>
                        <a:pt x="51" y="67"/>
                        <a:pt x="51" y="67"/>
                      </a:cubicBezTo>
                      <a:cubicBezTo>
                        <a:pt x="51" y="67"/>
                        <a:pt x="51" y="67"/>
                        <a:pt x="51" y="67"/>
                      </a:cubicBezTo>
                      <a:cubicBezTo>
                        <a:pt x="51" y="67"/>
                        <a:pt x="50" y="67"/>
                        <a:pt x="50" y="66"/>
                      </a:cubicBezTo>
                      <a:cubicBezTo>
                        <a:pt x="50" y="66"/>
                        <a:pt x="50" y="66"/>
                        <a:pt x="50" y="66"/>
                      </a:cubicBezTo>
                      <a:cubicBezTo>
                        <a:pt x="50" y="66"/>
                        <a:pt x="49" y="66"/>
                        <a:pt x="49" y="66"/>
                      </a:cubicBezTo>
                      <a:cubicBezTo>
                        <a:pt x="49" y="65"/>
                        <a:pt x="49" y="65"/>
                        <a:pt x="49" y="65"/>
                      </a:cubicBezTo>
                      <a:cubicBezTo>
                        <a:pt x="49" y="65"/>
                        <a:pt x="48" y="65"/>
                        <a:pt x="48" y="65"/>
                      </a:cubicBezTo>
                      <a:cubicBezTo>
                        <a:pt x="48" y="64"/>
                        <a:pt x="47" y="64"/>
                        <a:pt x="47" y="64"/>
                      </a:cubicBezTo>
                      <a:cubicBezTo>
                        <a:pt x="47" y="64"/>
                        <a:pt x="47" y="64"/>
                        <a:pt x="47" y="64"/>
                      </a:cubicBezTo>
                      <a:cubicBezTo>
                        <a:pt x="47" y="64"/>
                        <a:pt x="47" y="64"/>
                        <a:pt x="47" y="64"/>
                      </a:cubicBezTo>
                      <a:cubicBezTo>
                        <a:pt x="47" y="64"/>
                        <a:pt x="47" y="64"/>
                        <a:pt x="47" y="64"/>
                      </a:cubicBezTo>
                      <a:cubicBezTo>
                        <a:pt x="47" y="63"/>
                        <a:pt x="47" y="63"/>
                        <a:pt x="47" y="63"/>
                      </a:cubicBezTo>
                      <a:cubicBezTo>
                        <a:pt x="47" y="63"/>
                        <a:pt x="47" y="63"/>
                        <a:pt x="47" y="63"/>
                      </a:cubicBezTo>
                      <a:cubicBezTo>
                        <a:pt x="47" y="63"/>
                        <a:pt x="47" y="63"/>
                        <a:pt x="47" y="63"/>
                      </a:cubicBezTo>
                      <a:cubicBezTo>
                        <a:pt x="47" y="62"/>
                        <a:pt x="47" y="62"/>
                        <a:pt x="47" y="62"/>
                      </a:cubicBezTo>
                      <a:cubicBezTo>
                        <a:pt x="47" y="62"/>
                        <a:pt x="46" y="62"/>
                        <a:pt x="46" y="62"/>
                      </a:cubicBezTo>
                      <a:cubicBezTo>
                        <a:pt x="46" y="62"/>
                        <a:pt x="46" y="61"/>
                        <a:pt x="46" y="61"/>
                      </a:cubicBezTo>
                      <a:cubicBezTo>
                        <a:pt x="46" y="61"/>
                        <a:pt x="45" y="61"/>
                        <a:pt x="45" y="61"/>
                      </a:cubicBezTo>
                      <a:cubicBezTo>
                        <a:pt x="45" y="61"/>
                        <a:pt x="44" y="60"/>
                        <a:pt x="44" y="60"/>
                      </a:cubicBezTo>
                      <a:cubicBezTo>
                        <a:pt x="44" y="60"/>
                        <a:pt x="44" y="60"/>
                        <a:pt x="44" y="60"/>
                      </a:cubicBezTo>
                      <a:cubicBezTo>
                        <a:pt x="44" y="60"/>
                        <a:pt x="43" y="59"/>
                        <a:pt x="43" y="59"/>
                      </a:cubicBezTo>
                      <a:cubicBezTo>
                        <a:pt x="43" y="59"/>
                        <a:pt x="42" y="59"/>
                        <a:pt x="42" y="59"/>
                      </a:cubicBezTo>
                      <a:cubicBezTo>
                        <a:pt x="42" y="59"/>
                        <a:pt x="42" y="58"/>
                        <a:pt x="42" y="58"/>
                      </a:cubicBezTo>
                      <a:cubicBezTo>
                        <a:pt x="42" y="58"/>
                        <a:pt x="42" y="58"/>
                        <a:pt x="42" y="58"/>
                      </a:cubicBezTo>
                      <a:cubicBezTo>
                        <a:pt x="42" y="58"/>
                        <a:pt x="41" y="57"/>
                        <a:pt x="41" y="57"/>
                      </a:cubicBezTo>
                      <a:cubicBezTo>
                        <a:pt x="41" y="57"/>
                        <a:pt x="41" y="57"/>
                        <a:pt x="41" y="56"/>
                      </a:cubicBezTo>
                      <a:cubicBezTo>
                        <a:pt x="41" y="56"/>
                        <a:pt x="41" y="56"/>
                        <a:pt x="41" y="56"/>
                      </a:cubicBezTo>
                      <a:cubicBezTo>
                        <a:pt x="41" y="56"/>
                        <a:pt x="41" y="56"/>
                        <a:pt x="40" y="56"/>
                      </a:cubicBezTo>
                      <a:cubicBezTo>
                        <a:pt x="40" y="55"/>
                        <a:pt x="40" y="55"/>
                        <a:pt x="39" y="55"/>
                      </a:cubicBezTo>
                      <a:cubicBezTo>
                        <a:pt x="39" y="55"/>
                        <a:pt x="39" y="55"/>
                        <a:pt x="39" y="54"/>
                      </a:cubicBezTo>
                      <a:cubicBezTo>
                        <a:pt x="39" y="54"/>
                        <a:pt x="38" y="54"/>
                        <a:pt x="38" y="54"/>
                      </a:cubicBezTo>
                      <a:cubicBezTo>
                        <a:pt x="38" y="54"/>
                        <a:pt x="38" y="53"/>
                        <a:pt x="38" y="53"/>
                      </a:cubicBezTo>
                      <a:cubicBezTo>
                        <a:pt x="38" y="53"/>
                        <a:pt x="38" y="53"/>
                        <a:pt x="38" y="53"/>
                      </a:cubicBezTo>
                      <a:cubicBezTo>
                        <a:pt x="38" y="53"/>
                        <a:pt x="38" y="52"/>
                        <a:pt x="38" y="52"/>
                      </a:cubicBezTo>
                      <a:cubicBezTo>
                        <a:pt x="38" y="52"/>
                        <a:pt x="37" y="52"/>
                        <a:pt x="37" y="52"/>
                      </a:cubicBezTo>
                      <a:cubicBezTo>
                        <a:pt x="38" y="52"/>
                        <a:pt x="38" y="52"/>
                        <a:pt x="38" y="52"/>
                      </a:cubicBezTo>
                      <a:cubicBezTo>
                        <a:pt x="38" y="52"/>
                        <a:pt x="38" y="52"/>
                        <a:pt x="38" y="52"/>
                      </a:cubicBezTo>
                      <a:cubicBezTo>
                        <a:pt x="38" y="51"/>
                        <a:pt x="38" y="51"/>
                        <a:pt x="38" y="51"/>
                      </a:cubicBezTo>
                      <a:cubicBezTo>
                        <a:pt x="38" y="51"/>
                        <a:pt x="38" y="51"/>
                        <a:pt x="38" y="51"/>
                      </a:cubicBezTo>
                      <a:cubicBezTo>
                        <a:pt x="38" y="51"/>
                        <a:pt x="38" y="50"/>
                        <a:pt x="38" y="50"/>
                      </a:cubicBezTo>
                      <a:cubicBezTo>
                        <a:pt x="38" y="50"/>
                        <a:pt x="37" y="50"/>
                        <a:pt x="37" y="49"/>
                      </a:cubicBezTo>
                      <a:cubicBezTo>
                        <a:pt x="37" y="49"/>
                        <a:pt x="36" y="49"/>
                        <a:pt x="36" y="48"/>
                      </a:cubicBezTo>
                      <a:cubicBezTo>
                        <a:pt x="36" y="48"/>
                        <a:pt x="36" y="48"/>
                        <a:pt x="36" y="48"/>
                      </a:cubicBezTo>
                      <a:cubicBezTo>
                        <a:pt x="36" y="48"/>
                        <a:pt x="36" y="47"/>
                        <a:pt x="36" y="47"/>
                      </a:cubicBezTo>
                      <a:cubicBezTo>
                        <a:pt x="36" y="47"/>
                        <a:pt x="36" y="47"/>
                        <a:pt x="36" y="47"/>
                      </a:cubicBezTo>
                      <a:cubicBezTo>
                        <a:pt x="36" y="47"/>
                        <a:pt x="36" y="46"/>
                        <a:pt x="36" y="46"/>
                      </a:cubicBezTo>
                      <a:cubicBezTo>
                        <a:pt x="35" y="46"/>
                        <a:pt x="35" y="46"/>
                        <a:pt x="35" y="46"/>
                      </a:cubicBezTo>
                      <a:cubicBezTo>
                        <a:pt x="35" y="46"/>
                        <a:pt x="35" y="46"/>
                        <a:pt x="35" y="46"/>
                      </a:cubicBezTo>
                      <a:cubicBezTo>
                        <a:pt x="35" y="46"/>
                        <a:pt x="35" y="46"/>
                        <a:pt x="35" y="46"/>
                      </a:cubicBezTo>
                      <a:cubicBezTo>
                        <a:pt x="35" y="46"/>
                        <a:pt x="35" y="45"/>
                        <a:pt x="35" y="45"/>
                      </a:cubicBezTo>
                      <a:cubicBezTo>
                        <a:pt x="35" y="45"/>
                        <a:pt x="34" y="45"/>
                        <a:pt x="35" y="45"/>
                      </a:cubicBezTo>
                      <a:cubicBezTo>
                        <a:pt x="35" y="45"/>
                        <a:pt x="34" y="45"/>
                        <a:pt x="34" y="45"/>
                      </a:cubicBezTo>
                      <a:cubicBezTo>
                        <a:pt x="35" y="45"/>
                        <a:pt x="35" y="45"/>
                        <a:pt x="35" y="45"/>
                      </a:cubicBezTo>
                      <a:cubicBezTo>
                        <a:pt x="35" y="45"/>
                        <a:pt x="35" y="45"/>
                        <a:pt x="35" y="45"/>
                      </a:cubicBezTo>
                      <a:cubicBezTo>
                        <a:pt x="35" y="44"/>
                        <a:pt x="35" y="44"/>
                        <a:pt x="35" y="44"/>
                      </a:cubicBezTo>
                      <a:cubicBezTo>
                        <a:pt x="34" y="44"/>
                        <a:pt x="34" y="44"/>
                        <a:pt x="34" y="44"/>
                      </a:cubicBezTo>
                      <a:cubicBezTo>
                        <a:pt x="34" y="44"/>
                        <a:pt x="34" y="44"/>
                        <a:pt x="34" y="43"/>
                      </a:cubicBezTo>
                      <a:cubicBezTo>
                        <a:pt x="34" y="43"/>
                        <a:pt x="34" y="43"/>
                        <a:pt x="34" y="43"/>
                      </a:cubicBezTo>
                      <a:cubicBezTo>
                        <a:pt x="34" y="43"/>
                        <a:pt x="33" y="42"/>
                        <a:pt x="33" y="42"/>
                      </a:cubicBezTo>
                      <a:cubicBezTo>
                        <a:pt x="33" y="42"/>
                        <a:pt x="33" y="42"/>
                        <a:pt x="33" y="41"/>
                      </a:cubicBezTo>
                      <a:cubicBezTo>
                        <a:pt x="32" y="41"/>
                        <a:pt x="32" y="41"/>
                        <a:pt x="32" y="41"/>
                      </a:cubicBezTo>
                      <a:cubicBezTo>
                        <a:pt x="32" y="40"/>
                        <a:pt x="31" y="40"/>
                        <a:pt x="31" y="40"/>
                      </a:cubicBezTo>
                      <a:cubicBezTo>
                        <a:pt x="31" y="40"/>
                        <a:pt x="31" y="40"/>
                        <a:pt x="31" y="40"/>
                      </a:cubicBezTo>
                      <a:cubicBezTo>
                        <a:pt x="31" y="40"/>
                        <a:pt x="31" y="39"/>
                        <a:pt x="31" y="39"/>
                      </a:cubicBezTo>
                      <a:cubicBezTo>
                        <a:pt x="31" y="39"/>
                        <a:pt x="30" y="39"/>
                        <a:pt x="30" y="39"/>
                      </a:cubicBezTo>
                      <a:cubicBezTo>
                        <a:pt x="30" y="39"/>
                        <a:pt x="31" y="39"/>
                        <a:pt x="30" y="38"/>
                      </a:cubicBezTo>
                      <a:cubicBezTo>
                        <a:pt x="30" y="38"/>
                        <a:pt x="30" y="38"/>
                        <a:pt x="30" y="38"/>
                      </a:cubicBezTo>
                      <a:cubicBezTo>
                        <a:pt x="30" y="38"/>
                        <a:pt x="29" y="37"/>
                        <a:pt x="29" y="37"/>
                      </a:cubicBezTo>
                      <a:cubicBezTo>
                        <a:pt x="29" y="37"/>
                        <a:pt x="29" y="37"/>
                        <a:pt x="29" y="37"/>
                      </a:cubicBezTo>
                      <a:cubicBezTo>
                        <a:pt x="28" y="37"/>
                        <a:pt x="28" y="37"/>
                        <a:pt x="28" y="37"/>
                      </a:cubicBezTo>
                      <a:cubicBezTo>
                        <a:pt x="28" y="36"/>
                        <a:pt x="28" y="36"/>
                        <a:pt x="28" y="36"/>
                      </a:cubicBezTo>
                      <a:cubicBezTo>
                        <a:pt x="28" y="36"/>
                        <a:pt x="27" y="36"/>
                        <a:pt x="27" y="36"/>
                      </a:cubicBezTo>
                      <a:cubicBezTo>
                        <a:pt x="27" y="36"/>
                        <a:pt x="27" y="36"/>
                        <a:pt x="27" y="36"/>
                      </a:cubicBezTo>
                      <a:cubicBezTo>
                        <a:pt x="27" y="36"/>
                        <a:pt x="27" y="36"/>
                        <a:pt x="26" y="36"/>
                      </a:cubicBezTo>
                      <a:cubicBezTo>
                        <a:pt x="26" y="36"/>
                        <a:pt x="26" y="36"/>
                        <a:pt x="26" y="36"/>
                      </a:cubicBezTo>
                      <a:cubicBezTo>
                        <a:pt x="26" y="36"/>
                        <a:pt x="26" y="35"/>
                        <a:pt x="26" y="35"/>
                      </a:cubicBezTo>
                      <a:cubicBezTo>
                        <a:pt x="26" y="35"/>
                        <a:pt x="26" y="35"/>
                        <a:pt x="26" y="35"/>
                      </a:cubicBezTo>
                      <a:cubicBezTo>
                        <a:pt x="26" y="35"/>
                        <a:pt x="26" y="34"/>
                        <a:pt x="26" y="34"/>
                      </a:cubicBezTo>
                      <a:cubicBezTo>
                        <a:pt x="26" y="34"/>
                        <a:pt x="26" y="34"/>
                        <a:pt x="26" y="34"/>
                      </a:cubicBezTo>
                      <a:cubicBezTo>
                        <a:pt x="26" y="34"/>
                        <a:pt x="26" y="34"/>
                        <a:pt x="26" y="34"/>
                      </a:cubicBezTo>
                      <a:cubicBezTo>
                        <a:pt x="26" y="33"/>
                        <a:pt x="26" y="33"/>
                        <a:pt x="26" y="33"/>
                      </a:cubicBezTo>
                      <a:cubicBezTo>
                        <a:pt x="26" y="33"/>
                        <a:pt x="26" y="33"/>
                        <a:pt x="26" y="33"/>
                      </a:cubicBezTo>
                      <a:cubicBezTo>
                        <a:pt x="26" y="33"/>
                        <a:pt x="26" y="33"/>
                        <a:pt x="26" y="32"/>
                      </a:cubicBezTo>
                      <a:cubicBezTo>
                        <a:pt x="26" y="32"/>
                        <a:pt x="26" y="32"/>
                        <a:pt x="25" y="32"/>
                      </a:cubicBezTo>
                      <a:cubicBezTo>
                        <a:pt x="25" y="32"/>
                        <a:pt x="25" y="32"/>
                        <a:pt x="25" y="32"/>
                      </a:cubicBezTo>
                      <a:cubicBezTo>
                        <a:pt x="25" y="32"/>
                        <a:pt x="25" y="31"/>
                        <a:pt x="25" y="31"/>
                      </a:cubicBezTo>
                      <a:cubicBezTo>
                        <a:pt x="25" y="31"/>
                        <a:pt x="25" y="31"/>
                        <a:pt x="25" y="30"/>
                      </a:cubicBezTo>
                      <a:cubicBezTo>
                        <a:pt x="25" y="30"/>
                        <a:pt x="25" y="30"/>
                        <a:pt x="25" y="30"/>
                      </a:cubicBezTo>
                      <a:cubicBezTo>
                        <a:pt x="25" y="30"/>
                        <a:pt x="24" y="30"/>
                        <a:pt x="24" y="29"/>
                      </a:cubicBezTo>
                      <a:cubicBezTo>
                        <a:pt x="24" y="29"/>
                        <a:pt x="24" y="29"/>
                        <a:pt x="24" y="29"/>
                      </a:cubicBezTo>
                      <a:cubicBezTo>
                        <a:pt x="24" y="29"/>
                        <a:pt x="24" y="28"/>
                        <a:pt x="24" y="28"/>
                      </a:cubicBezTo>
                      <a:cubicBezTo>
                        <a:pt x="24" y="28"/>
                        <a:pt x="24" y="28"/>
                        <a:pt x="24" y="28"/>
                      </a:cubicBezTo>
                      <a:cubicBezTo>
                        <a:pt x="24" y="28"/>
                        <a:pt x="24" y="27"/>
                        <a:pt x="24" y="27"/>
                      </a:cubicBezTo>
                      <a:cubicBezTo>
                        <a:pt x="24" y="27"/>
                        <a:pt x="24" y="27"/>
                        <a:pt x="24" y="27"/>
                      </a:cubicBezTo>
                      <a:cubicBezTo>
                        <a:pt x="24" y="27"/>
                        <a:pt x="24" y="27"/>
                        <a:pt x="24" y="27"/>
                      </a:cubicBezTo>
                      <a:cubicBezTo>
                        <a:pt x="24" y="27"/>
                        <a:pt x="24" y="27"/>
                        <a:pt x="24" y="27"/>
                      </a:cubicBezTo>
                      <a:cubicBezTo>
                        <a:pt x="24" y="27"/>
                        <a:pt x="24" y="27"/>
                        <a:pt x="24" y="27"/>
                      </a:cubicBezTo>
                      <a:cubicBezTo>
                        <a:pt x="24" y="27"/>
                        <a:pt x="24" y="27"/>
                        <a:pt x="24" y="27"/>
                      </a:cubicBezTo>
                      <a:cubicBezTo>
                        <a:pt x="24" y="27"/>
                        <a:pt x="24" y="27"/>
                        <a:pt x="24" y="27"/>
                      </a:cubicBezTo>
                      <a:cubicBezTo>
                        <a:pt x="24" y="27"/>
                        <a:pt x="24" y="27"/>
                        <a:pt x="24" y="27"/>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3" y="26"/>
                        <a:pt x="23" y="26"/>
                      </a:cubicBezTo>
                      <a:cubicBezTo>
                        <a:pt x="23" y="26"/>
                        <a:pt x="23" y="26"/>
                        <a:pt x="23" y="26"/>
                      </a:cubicBezTo>
                      <a:cubicBezTo>
                        <a:pt x="23" y="26"/>
                        <a:pt x="22" y="25"/>
                        <a:pt x="22" y="25"/>
                      </a:cubicBezTo>
                      <a:cubicBezTo>
                        <a:pt x="22" y="25"/>
                        <a:pt x="22" y="25"/>
                        <a:pt x="22" y="25"/>
                      </a:cubicBezTo>
                      <a:cubicBezTo>
                        <a:pt x="22" y="25"/>
                        <a:pt x="22" y="25"/>
                        <a:pt x="22" y="24"/>
                      </a:cubicBezTo>
                      <a:cubicBezTo>
                        <a:pt x="22" y="24"/>
                        <a:pt x="22" y="24"/>
                        <a:pt x="21" y="24"/>
                      </a:cubicBezTo>
                      <a:cubicBezTo>
                        <a:pt x="21" y="24"/>
                        <a:pt x="21" y="24"/>
                        <a:pt x="21" y="24"/>
                      </a:cubicBezTo>
                      <a:cubicBezTo>
                        <a:pt x="21" y="24"/>
                        <a:pt x="21" y="24"/>
                        <a:pt x="21" y="24"/>
                      </a:cubicBezTo>
                      <a:cubicBezTo>
                        <a:pt x="21" y="24"/>
                        <a:pt x="21" y="24"/>
                        <a:pt x="21" y="24"/>
                      </a:cubicBezTo>
                      <a:cubicBezTo>
                        <a:pt x="20" y="24"/>
                        <a:pt x="20" y="24"/>
                        <a:pt x="20" y="24"/>
                      </a:cubicBezTo>
                      <a:cubicBezTo>
                        <a:pt x="20" y="24"/>
                        <a:pt x="20" y="23"/>
                        <a:pt x="20" y="23"/>
                      </a:cubicBezTo>
                      <a:cubicBezTo>
                        <a:pt x="20" y="23"/>
                        <a:pt x="20" y="23"/>
                        <a:pt x="20" y="23"/>
                      </a:cubicBezTo>
                      <a:cubicBezTo>
                        <a:pt x="19" y="23"/>
                        <a:pt x="19" y="23"/>
                        <a:pt x="19" y="23"/>
                      </a:cubicBezTo>
                      <a:cubicBezTo>
                        <a:pt x="19" y="23"/>
                        <a:pt x="19" y="23"/>
                        <a:pt x="18" y="23"/>
                      </a:cubicBezTo>
                      <a:cubicBezTo>
                        <a:pt x="18" y="23"/>
                        <a:pt x="18" y="23"/>
                        <a:pt x="18" y="23"/>
                      </a:cubicBezTo>
                      <a:cubicBezTo>
                        <a:pt x="18" y="23"/>
                        <a:pt x="18" y="23"/>
                        <a:pt x="18" y="23"/>
                      </a:cubicBezTo>
                      <a:cubicBezTo>
                        <a:pt x="18" y="23"/>
                        <a:pt x="18" y="23"/>
                        <a:pt x="18" y="23"/>
                      </a:cubicBezTo>
                      <a:cubicBezTo>
                        <a:pt x="18" y="23"/>
                        <a:pt x="18" y="23"/>
                        <a:pt x="17" y="23"/>
                      </a:cubicBezTo>
                      <a:cubicBezTo>
                        <a:pt x="17" y="23"/>
                        <a:pt x="17" y="23"/>
                        <a:pt x="17" y="23"/>
                      </a:cubicBezTo>
                      <a:cubicBezTo>
                        <a:pt x="17" y="22"/>
                        <a:pt x="17" y="22"/>
                        <a:pt x="17" y="22"/>
                      </a:cubicBezTo>
                      <a:cubicBezTo>
                        <a:pt x="17" y="22"/>
                        <a:pt x="16" y="22"/>
                        <a:pt x="16" y="22"/>
                      </a:cubicBezTo>
                      <a:cubicBezTo>
                        <a:pt x="16" y="22"/>
                        <a:pt x="16" y="21"/>
                        <a:pt x="16" y="21"/>
                      </a:cubicBezTo>
                      <a:cubicBezTo>
                        <a:pt x="16" y="21"/>
                        <a:pt x="16" y="20"/>
                        <a:pt x="16" y="20"/>
                      </a:cubicBezTo>
                      <a:cubicBezTo>
                        <a:pt x="16" y="20"/>
                        <a:pt x="16" y="19"/>
                        <a:pt x="16" y="19"/>
                      </a:cubicBezTo>
                      <a:cubicBezTo>
                        <a:pt x="16" y="19"/>
                        <a:pt x="16" y="19"/>
                        <a:pt x="16" y="19"/>
                      </a:cubicBezTo>
                      <a:cubicBezTo>
                        <a:pt x="16" y="18"/>
                        <a:pt x="16" y="18"/>
                        <a:pt x="16" y="18"/>
                      </a:cubicBezTo>
                      <a:cubicBezTo>
                        <a:pt x="16" y="18"/>
                        <a:pt x="16" y="19"/>
                        <a:pt x="15" y="18"/>
                      </a:cubicBezTo>
                      <a:cubicBezTo>
                        <a:pt x="15" y="18"/>
                        <a:pt x="16" y="18"/>
                        <a:pt x="15" y="18"/>
                      </a:cubicBezTo>
                      <a:cubicBezTo>
                        <a:pt x="15" y="18"/>
                        <a:pt x="15" y="18"/>
                        <a:pt x="15" y="18"/>
                      </a:cubicBezTo>
                      <a:cubicBezTo>
                        <a:pt x="15" y="18"/>
                        <a:pt x="14" y="18"/>
                        <a:pt x="14" y="18"/>
                      </a:cubicBezTo>
                      <a:cubicBezTo>
                        <a:pt x="14" y="17"/>
                        <a:pt x="14" y="17"/>
                        <a:pt x="14" y="17"/>
                      </a:cubicBezTo>
                      <a:cubicBezTo>
                        <a:pt x="14" y="17"/>
                        <a:pt x="14" y="17"/>
                        <a:pt x="14" y="17"/>
                      </a:cubicBezTo>
                      <a:cubicBezTo>
                        <a:pt x="14" y="16"/>
                        <a:pt x="14" y="16"/>
                        <a:pt x="13" y="16"/>
                      </a:cubicBezTo>
                      <a:cubicBezTo>
                        <a:pt x="13" y="16"/>
                        <a:pt x="13" y="16"/>
                        <a:pt x="13" y="16"/>
                      </a:cubicBezTo>
                      <a:cubicBezTo>
                        <a:pt x="13" y="16"/>
                        <a:pt x="13" y="15"/>
                        <a:pt x="13" y="15"/>
                      </a:cubicBezTo>
                      <a:cubicBezTo>
                        <a:pt x="13" y="15"/>
                        <a:pt x="12" y="15"/>
                        <a:pt x="12" y="15"/>
                      </a:cubicBezTo>
                      <a:cubicBezTo>
                        <a:pt x="12" y="15"/>
                        <a:pt x="12" y="14"/>
                        <a:pt x="12" y="14"/>
                      </a:cubicBezTo>
                      <a:cubicBezTo>
                        <a:pt x="12" y="14"/>
                        <a:pt x="12" y="14"/>
                        <a:pt x="12" y="14"/>
                      </a:cubicBezTo>
                      <a:cubicBezTo>
                        <a:pt x="12" y="14"/>
                        <a:pt x="12" y="14"/>
                        <a:pt x="11" y="13"/>
                      </a:cubicBezTo>
                      <a:cubicBezTo>
                        <a:pt x="11" y="13"/>
                        <a:pt x="11" y="13"/>
                        <a:pt x="11" y="13"/>
                      </a:cubicBezTo>
                      <a:cubicBezTo>
                        <a:pt x="11" y="13"/>
                        <a:pt x="11" y="13"/>
                        <a:pt x="11" y="13"/>
                      </a:cubicBezTo>
                      <a:cubicBezTo>
                        <a:pt x="11" y="13"/>
                        <a:pt x="10" y="13"/>
                        <a:pt x="10" y="13"/>
                      </a:cubicBezTo>
                      <a:cubicBezTo>
                        <a:pt x="10" y="13"/>
                        <a:pt x="9" y="13"/>
                        <a:pt x="9" y="13"/>
                      </a:cubicBezTo>
                      <a:cubicBezTo>
                        <a:pt x="9" y="13"/>
                        <a:pt x="9" y="13"/>
                        <a:pt x="8" y="13"/>
                      </a:cubicBezTo>
                      <a:cubicBezTo>
                        <a:pt x="8" y="12"/>
                        <a:pt x="8" y="12"/>
                        <a:pt x="8" y="12"/>
                      </a:cubicBezTo>
                      <a:cubicBezTo>
                        <a:pt x="8" y="12"/>
                        <a:pt x="8" y="12"/>
                        <a:pt x="8" y="12"/>
                      </a:cubicBezTo>
                      <a:cubicBezTo>
                        <a:pt x="8" y="12"/>
                        <a:pt x="7" y="10"/>
                        <a:pt x="7" y="10"/>
                      </a:cubicBezTo>
                      <a:cubicBezTo>
                        <a:pt x="6" y="10"/>
                        <a:pt x="6" y="10"/>
                        <a:pt x="6" y="10"/>
                      </a:cubicBezTo>
                      <a:cubicBezTo>
                        <a:pt x="6" y="10"/>
                        <a:pt x="5" y="9"/>
                        <a:pt x="5" y="9"/>
                      </a:cubicBezTo>
                      <a:cubicBezTo>
                        <a:pt x="5" y="9"/>
                        <a:pt x="4" y="8"/>
                        <a:pt x="4" y="8"/>
                      </a:cubicBezTo>
                      <a:cubicBezTo>
                        <a:pt x="3" y="7"/>
                        <a:pt x="3" y="7"/>
                        <a:pt x="3" y="7"/>
                      </a:cubicBezTo>
                      <a:cubicBezTo>
                        <a:pt x="2" y="6"/>
                        <a:pt x="2" y="6"/>
                        <a:pt x="2" y="6"/>
                      </a:cubicBezTo>
                      <a:cubicBezTo>
                        <a:pt x="1" y="5"/>
                        <a:pt x="1" y="5"/>
                        <a:pt x="1" y="5"/>
                      </a:cubicBezTo>
                      <a:cubicBezTo>
                        <a:pt x="1" y="5"/>
                        <a:pt x="1" y="4"/>
                        <a:pt x="1" y="4"/>
                      </a:cubicBezTo>
                      <a:cubicBezTo>
                        <a:pt x="1" y="4"/>
                        <a:pt x="1" y="4"/>
                        <a:pt x="1" y="4"/>
                      </a:cubicBezTo>
                      <a:cubicBezTo>
                        <a:pt x="1" y="4"/>
                        <a:pt x="1" y="3"/>
                        <a:pt x="1" y="3"/>
                      </a:cubicBezTo>
                      <a:cubicBezTo>
                        <a:pt x="1" y="3"/>
                        <a:pt x="0" y="2"/>
                        <a:pt x="0" y="2"/>
                      </a:cubicBezTo>
                      <a:cubicBezTo>
                        <a:pt x="0" y="2"/>
                        <a:pt x="0" y="2"/>
                        <a:pt x="0" y="2"/>
                      </a:cubicBezTo>
                      <a:cubicBezTo>
                        <a:pt x="0" y="2"/>
                        <a:pt x="0" y="1"/>
                        <a:pt x="0" y="1"/>
                      </a:cubicBezTo>
                      <a:cubicBezTo>
                        <a:pt x="0" y="1"/>
                        <a:pt x="0" y="1"/>
                        <a:pt x="0" y="1"/>
                      </a:cubicBezTo>
                      <a:cubicBezTo>
                        <a:pt x="0" y="1"/>
                        <a:pt x="0" y="1"/>
                        <a:pt x="0" y="1"/>
                      </a:cubicBezTo>
                      <a:cubicBezTo>
                        <a:pt x="1" y="1"/>
                        <a:pt x="1" y="1"/>
                        <a:pt x="1" y="1"/>
                      </a:cubicBezTo>
                      <a:cubicBezTo>
                        <a:pt x="1" y="1"/>
                        <a:pt x="1" y="0"/>
                        <a:pt x="1" y="0"/>
                      </a:cubicBezTo>
                      <a:cubicBezTo>
                        <a:pt x="1" y="0"/>
                        <a:pt x="2" y="0"/>
                        <a:pt x="2" y="0"/>
                      </a:cubicBezTo>
                      <a:cubicBezTo>
                        <a:pt x="2" y="0"/>
                        <a:pt x="2" y="0"/>
                        <a:pt x="2" y="0"/>
                      </a:cubicBezTo>
                      <a:cubicBezTo>
                        <a:pt x="2" y="0"/>
                        <a:pt x="2" y="0"/>
                        <a:pt x="3" y="0"/>
                      </a:cubicBezTo>
                      <a:cubicBezTo>
                        <a:pt x="3" y="0"/>
                        <a:pt x="3" y="0"/>
                        <a:pt x="3" y="0"/>
                      </a:cubicBezTo>
                      <a:cubicBezTo>
                        <a:pt x="4" y="1"/>
                        <a:pt x="4" y="1"/>
                        <a:pt x="4" y="1"/>
                      </a:cubicBezTo>
                      <a:cubicBezTo>
                        <a:pt x="4" y="1"/>
                        <a:pt x="5" y="1"/>
                        <a:pt x="5" y="1"/>
                      </a:cubicBezTo>
                      <a:cubicBezTo>
                        <a:pt x="5" y="2"/>
                        <a:pt x="5" y="2"/>
                        <a:pt x="5" y="2"/>
                      </a:cubicBezTo>
                      <a:cubicBezTo>
                        <a:pt x="5" y="2"/>
                        <a:pt x="6" y="3"/>
                        <a:pt x="6" y="3"/>
                      </a:cubicBezTo>
                      <a:cubicBezTo>
                        <a:pt x="6" y="3"/>
                        <a:pt x="7" y="3"/>
                        <a:pt x="7" y="3"/>
                      </a:cubicBezTo>
                      <a:cubicBezTo>
                        <a:pt x="7" y="3"/>
                        <a:pt x="7" y="3"/>
                        <a:pt x="7" y="3"/>
                      </a:cubicBezTo>
                      <a:cubicBezTo>
                        <a:pt x="8" y="3"/>
                        <a:pt x="8" y="3"/>
                        <a:pt x="8" y="3"/>
                      </a:cubicBezTo>
                      <a:cubicBezTo>
                        <a:pt x="8" y="3"/>
                        <a:pt x="8" y="3"/>
                        <a:pt x="8" y="3"/>
                      </a:cubicBezTo>
                      <a:cubicBezTo>
                        <a:pt x="9" y="3"/>
                        <a:pt x="9" y="3"/>
                        <a:pt x="9" y="3"/>
                      </a:cubicBezTo>
                      <a:cubicBezTo>
                        <a:pt x="9" y="3"/>
                        <a:pt x="10" y="3"/>
                        <a:pt x="10" y="3"/>
                      </a:cubicBezTo>
                      <a:cubicBezTo>
                        <a:pt x="10" y="3"/>
                        <a:pt x="10" y="3"/>
                        <a:pt x="11" y="3"/>
                      </a:cubicBezTo>
                      <a:cubicBezTo>
                        <a:pt x="11" y="3"/>
                        <a:pt x="11" y="3"/>
                        <a:pt x="11" y="3"/>
                      </a:cubicBezTo>
                      <a:cubicBezTo>
                        <a:pt x="11" y="3"/>
                        <a:pt x="11" y="3"/>
                        <a:pt x="11" y="3"/>
                      </a:cubicBezTo>
                      <a:cubicBezTo>
                        <a:pt x="12" y="3"/>
                        <a:pt x="12" y="3"/>
                        <a:pt x="12" y="3"/>
                      </a:cubicBezTo>
                      <a:cubicBezTo>
                        <a:pt x="12" y="3"/>
                        <a:pt x="12" y="3"/>
                        <a:pt x="12" y="3"/>
                      </a:cubicBezTo>
                      <a:cubicBezTo>
                        <a:pt x="12" y="3"/>
                        <a:pt x="13" y="3"/>
                        <a:pt x="13" y="3"/>
                      </a:cubicBezTo>
                      <a:cubicBezTo>
                        <a:pt x="13" y="3"/>
                        <a:pt x="13" y="3"/>
                        <a:pt x="13" y="3"/>
                      </a:cubicBezTo>
                      <a:cubicBezTo>
                        <a:pt x="13" y="3"/>
                        <a:pt x="13" y="3"/>
                        <a:pt x="14" y="3"/>
                      </a:cubicBezTo>
                      <a:cubicBezTo>
                        <a:pt x="14" y="3"/>
                        <a:pt x="14" y="3"/>
                        <a:pt x="15" y="3"/>
                      </a:cubicBezTo>
                      <a:cubicBezTo>
                        <a:pt x="15" y="3"/>
                        <a:pt x="15"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8" y="5"/>
                        <a:pt x="18" y="5"/>
                        <a:pt x="18" y="5"/>
                      </a:cubicBezTo>
                      <a:cubicBezTo>
                        <a:pt x="18" y="5"/>
                        <a:pt x="18" y="5"/>
                        <a:pt x="18" y="5"/>
                      </a:cubicBezTo>
                      <a:cubicBezTo>
                        <a:pt x="18" y="5"/>
                        <a:pt x="18" y="5"/>
                        <a:pt x="18" y="5"/>
                      </a:cubicBezTo>
                      <a:cubicBezTo>
                        <a:pt x="18" y="5"/>
                        <a:pt x="18" y="6"/>
                        <a:pt x="18" y="6"/>
                      </a:cubicBezTo>
                      <a:cubicBezTo>
                        <a:pt x="18" y="6"/>
                        <a:pt x="18" y="6"/>
                        <a:pt x="18" y="6"/>
                      </a:cubicBezTo>
                      <a:cubicBezTo>
                        <a:pt x="18" y="7"/>
                        <a:pt x="18" y="7"/>
                        <a:pt x="18" y="7"/>
                      </a:cubicBezTo>
                      <a:cubicBezTo>
                        <a:pt x="19" y="7"/>
                        <a:pt x="19" y="7"/>
                        <a:pt x="19" y="7"/>
                      </a:cubicBezTo>
                      <a:cubicBezTo>
                        <a:pt x="19" y="7"/>
                        <a:pt x="19" y="7"/>
                        <a:pt x="19" y="7"/>
                      </a:cubicBezTo>
                      <a:cubicBezTo>
                        <a:pt x="19" y="7"/>
                        <a:pt x="19" y="8"/>
                        <a:pt x="19" y="8"/>
                      </a:cubicBezTo>
                      <a:cubicBezTo>
                        <a:pt x="19" y="8"/>
                        <a:pt x="19" y="7"/>
                        <a:pt x="19" y="8"/>
                      </a:cubicBezTo>
                      <a:cubicBezTo>
                        <a:pt x="19" y="8"/>
                        <a:pt x="19" y="8"/>
                        <a:pt x="19" y="8"/>
                      </a:cubicBezTo>
                      <a:cubicBezTo>
                        <a:pt x="19" y="8"/>
                        <a:pt x="19" y="8"/>
                        <a:pt x="19" y="8"/>
                      </a:cubicBezTo>
                      <a:cubicBezTo>
                        <a:pt x="19" y="8"/>
                        <a:pt x="20" y="8"/>
                        <a:pt x="20" y="8"/>
                      </a:cubicBezTo>
                      <a:cubicBezTo>
                        <a:pt x="20" y="8"/>
                        <a:pt x="20" y="8"/>
                        <a:pt x="20" y="8"/>
                      </a:cubicBezTo>
                      <a:cubicBezTo>
                        <a:pt x="20" y="8"/>
                        <a:pt x="20" y="8"/>
                        <a:pt x="21" y="8"/>
                      </a:cubicBezTo>
                      <a:cubicBezTo>
                        <a:pt x="21" y="8"/>
                        <a:pt x="21" y="9"/>
                        <a:pt x="21" y="9"/>
                      </a:cubicBezTo>
                      <a:cubicBezTo>
                        <a:pt x="20" y="9"/>
                        <a:pt x="20" y="9"/>
                        <a:pt x="20" y="9"/>
                      </a:cubicBezTo>
                      <a:cubicBezTo>
                        <a:pt x="20" y="9"/>
                        <a:pt x="20" y="9"/>
                        <a:pt x="20" y="9"/>
                      </a:cubicBezTo>
                      <a:cubicBezTo>
                        <a:pt x="20" y="9"/>
                        <a:pt x="20" y="10"/>
                        <a:pt x="20" y="10"/>
                      </a:cubicBezTo>
                      <a:cubicBezTo>
                        <a:pt x="20" y="10"/>
                        <a:pt x="20" y="10"/>
                        <a:pt x="20" y="10"/>
                      </a:cubicBezTo>
                      <a:cubicBezTo>
                        <a:pt x="20" y="10"/>
                        <a:pt x="20" y="10"/>
                        <a:pt x="20" y="10"/>
                      </a:cubicBezTo>
                      <a:cubicBezTo>
                        <a:pt x="20" y="10"/>
                        <a:pt x="20" y="10"/>
                        <a:pt x="20"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2" y="11"/>
                        <a:pt x="22" y="11"/>
                      </a:cubicBezTo>
                      <a:cubicBezTo>
                        <a:pt x="22" y="11"/>
                        <a:pt x="22" y="11"/>
                        <a:pt x="22" y="11"/>
                      </a:cubicBezTo>
                      <a:cubicBezTo>
                        <a:pt x="22" y="11"/>
                        <a:pt x="22" y="11"/>
                        <a:pt x="22" y="11"/>
                      </a:cubicBezTo>
                      <a:cubicBezTo>
                        <a:pt x="22" y="11"/>
                        <a:pt x="22" y="11"/>
                        <a:pt x="22" y="11"/>
                      </a:cubicBezTo>
                      <a:cubicBezTo>
                        <a:pt x="22" y="11"/>
                        <a:pt x="23" y="12"/>
                        <a:pt x="23" y="12"/>
                      </a:cubicBezTo>
                      <a:cubicBezTo>
                        <a:pt x="23" y="12"/>
                        <a:pt x="23" y="12"/>
                        <a:pt x="23" y="12"/>
                      </a:cubicBezTo>
                      <a:cubicBezTo>
                        <a:pt x="23" y="12"/>
                        <a:pt x="23" y="12"/>
                        <a:pt x="23" y="12"/>
                      </a:cubicBezTo>
                      <a:cubicBezTo>
                        <a:pt x="23" y="12"/>
                        <a:pt x="24" y="12"/>
                        <a:pt x="23" y="12"/>
                      </a:cubicBezTo>
                      <a:cubicBezTo>
                        <a:pt x="23" y="12"/>
                        <a:pt x="23" y="12"/>
                        <a:pt x="23" y="12"/>
                      </a:cubicBezTo>
                      <a:cubicBezTo>
                        <a:pt x="23" y="13"/>
                        <a:pt x="23" y="13"/>
                        <a:pt x="23" y="13"/>
                      </a:cubicBezTo>
                      <a:cubicBezTo>
                        <a:pt x="23" y="13"/>
                        <a:pt x="23" y="13"/>
                        <a:pt x="23" y="13"/>
                      </a:cubicBezTo>
                      <a:cubicBezTo>
                        <a:pt x="24" y="13"/>
                        <a:pt x="24" y="13"/>
                        <a:pt x="24" y="13"/>
                      </a:cubicBezTo>
                      <a:cubicBezTo>
                        <a:pt x="24" y="13"/>
                        <a:pt x="24" y="13"/>
                        <a:pt x="24" y="13"/>
                      </a:cubicBezTo>
                      <a:cubicBezTo>
                        <a:pt x="24" y="13"/>
                        <a:pt x="25" y="13"/>
                        <a:pt x="25" y="13"/>
                      </a:cubicBezTo>
                      <a:cubicBezTo>
                        <a:pt x="25" y="13"/>
                        <a:pt x="26" y="14"/>
                        <a:pt x="26" y="14"/>
                      </a:cubicBezTo>
                      <a:cubicBezTo>
                        <a:pt x="26" y="14"/>
                        <a:pt x="26" y="14"/>
                        <a:pt x="26" y="14"/>
                      </a:cubicBezTo>
                      <a:cubicBezTo>
                        <a:pt x="27" y="14"/>
                        <a:pt x="27" y="14"/>
                        <a:pt x="27" y="14"/>
                      </a:cubicBezTo>
                      <a:cubicBezTo>
                        <a:pt x="27" y="15"/>
                        <a:pt x="27" y="15"/>
                        <a:pt x="27" y="15"/>
                      </a:cubicBezTo>
                      <a:cubicBezTo>
                        <a:pt x="28" y="15"/>
                        <a:pt x="28" y="15"/>
                        <a:pt x="28" y="15"/>
                      </a:cubicBezTo>
                      <a:cubicBezTo>
                        <a:pt x="28" y="15"/>
                        <a:pt x="28" y="15"/>
                        <a:pt x="29" y="16"/>
                      </a:cubicBezTo>
                      <a:cubicBezTo>
                        <a:pt x="29" y="16"/>
                        <a:pt x="29" y="16"/>
                        <a:pt x="29" y="16"/>
                      </a:cubicBezTo>
                      <a:cubicBezTo>
                        <a:pt x="29" y="16"/>
                        <a:pt x="29" y="16"/>
                        <a:pt x="30" y="16"/>
                      </a:cubicBezTo>
                      <a:cubicBezTo>
                        <a:pt x="30" y="16"/>
                        <a:pt x="30" y="16"/>
                        <a:pt x="30" y="16"/>
                      </a:cubicBezTo>
                      <a:cubicBezTo>
                        <a:pt x="30" y="16"/>
                        <a:pt x="30" y="17"/>
                        <a:pt x="31" y="17"/>
                      </a:cubicBezTo>
                      <a:cubicBezTo>
                        <a:pt x="31" y="17"/>
                        <a:pt x="31" y="17"/>
                        <a:pt x="31" y="17"/>
                      </a:cubicBezTo>
                      <a:cubicBezTo>
                        <a:pt x="31" y="18"/>
                        <a:pt x="31" y="18"/>
                        <a:pt x="31" y="18"/>
                      </a:cubicBezTo>
                      <a:cubicBezTo>
                        <a:pt x="31" y="17"/>
                        <a:pt x="31" y="17"/>
                        <a:pt x="31" y="17"/>
                      </a:cubicBezTo>
                      <a:cubicBezTo>
                        <a:pt x="31" y="17"/>
                        <a:pt x="31" y="18"/>
                        <a:pt x="31" y="18"/>
                      </a:cubicBezTo>
                      <a:cubicBezTo>
                        <a:pt x="32" y="18"/>
                        <a:pt x="32" y="18"/>
                        <a:pt x="32" y="18"/>
                      </a:cubicBezTo>
                      <a:cubicBezTo>
                        <a:pt x="32" y="19"/>
                        <a:pt x="32" y="19"/>
                        <a:pt x="32" y="19"/>
                      </a:cubicBezTo>
                      <a:cubicBezTo>
                        <a:pt x="32" y="19"/>
                        <a:pt x="32" y="19"/>
                        <a:pt x="32" y="19"/>
                      </a:cubicBezTo>
                      <a:cubicBezTo>
                        <a:pt x="32" y="20"/>
                        <a:pt x="33" y="20"/>
                        <a:pt x="33" y="20"/>
                      </a:cubicBezTo>
                      <a:cubicBezTo>
                        <a:pt x="33" y="20"/>
                        <a:pt x="33" y="20"/>
                        <a:pt x="33" y="20"/>
                      </a:cubicBezTo>
                      <a:cubicBezTo>
                        <a:pt x="33" y="20"/>
                        <a:pt x="33" y="20"/>
                        <a:pt x="33" y="20"/>
                      </a:cubicBezTo>
                      <a:cubicBezTo>
                        <a:pt x="33" y="21"/>
                        <a:pt x="33" y="21"/>
                        <a:pt x="33" y="21"/>
                      </a:cubicBezTo>
                      <a:cubicBezTo>
                        <a:pt x="33" y="21"/>
                        <a:pt x="33" y="21"/>
                        <a:pt x="33" y="21"/>
                      </a:cubicBezTo>
                      <a:cubicBezTo>
                        <a:pt x="33" y="21"/>
                        <a:pt x="33" y="21"/>
                        <a:pt x="33" y="21"/>
                      </a:cubicBezTo>
                      <a:cubicBezTo>
                        <a:pt x="33" y="21"/>
                        <a:pt x="33" y="21"/>
                        <a:pt x="33" y="20"/>
                      </a:cubicBezTo>
                      <a:cubicBezTo>
                        <a:pt x="33" y="20"/>
                        <a:pt x="33" y="20"/>
                        <a:pt x="33" y="20"/>
                      </a:cubicBezTo>
                      <a:cubicBezTo>
                        <a:pt x="33" y="20"/>
                        <a:pt x="33" y="20"/>
                        <a:pt x="33" y="20"/>
                      </a:cubicBezTo>
                      <a:cubicBezTo>
                        <a:pt x="33" y="20"/>
                        <a:pt x="33" y="20"/>
                        <a:pt x="33" y="20"/>
                      </a:cubicBezTo>
                      <a:cubicBezTo>
                        <a:pt x="33" y="20"/>
                        <a:pt x="34" y="20"/>
                        <a:pt x="34" y="20"/>
                      </a:cubicBezTo>
                      <a:cubicBezTo>
                        <a:pt x="34" y="20"/>
                        <a:pt x="34" y="20"/>
                        <a:pt x="34" y="20"/>
                      </a:cubicBezTo>
                      <a:cubicBezTo>
                        <a:pt x="34" y="20"/>
                        <a:pt x="34" y="20"/>
                        <a:pt x="34" y="20"/>
                      </a:cubicBezTo>
                      <a:cubicBezTo>
                        <a:pt x="34" y="21"/>
                        <a:pt x="34" y="21"/>
                        <a:pt x="34" y="21"/>
                      </a:cubicBezTo>
                      <a:cubicBezTo>
                        <a:pt x="34" y="21"/>
                        <a:pt x="34" y="21"/>
                        <a:pt x="34" y="21"/>
                      </a:cubicBezTo>
                      <a:cubicBezTo>
                        <a:pt x="34" y="21"/>
                        <a:pt x="34" y="21"/>
                        <a:pt x="34" y="21"/>
                      </a:cubicBezTo>
                      <a:cubicBezTo>
                        <a:pt x="34" y="22"/>
                        <a:pt x="34" y="22"/>
                        <a:pt x="35" y="22"/>
                      </a:cubicBezTo>
                      <a:cubicBezTo>
                        <a:pt x="35" y="22"/>
                        <a:pt x="35" y="23"/>
                        <a:pt x="35" y="23"/>
                      </a:cubicBezTo>
                      <a:cubicBezTo>
                        <a:pt x="35" y="23"/>
                        <a:pt x="36" y="23"/>
                        <a:pt x="36" y="23"/>
                      </a:cubicBezTo>
                      <a:cubicBezTo>
                        <a:pt x="36" y="23"/>
                        <a:pt x="36" y="24"/>
                        <a:pt x="36" y="24"/>
                      </a:cubicBezTo>
                      <a:cubicBezTo>
                        <a:pt x="36" y="24"/>
                        <a:pt x="37" y="24"/>
                        <a:pt x="37" y="24"/>
                      </a:cubicBezTo>
                      <a:cubicBezTo>
                        <a:pt x="37" y="24"/>
                        <a:pt x="38" y="24"/>
                        <a:pt x="38" y="24"/>
                      </a:cubicBezTo>
                      <a:cubicBezTo>
                        <a:pt x="38" y="24"/>
                        <a:pt x="38" y="25"/>
                        <a:pt x="38" y="25"/>
                      </a:cubicBezTo>
                      <a:cubicBezTo>
                        <a:pt x="38" y="25"/>
                        <a:pt x="38" y="25"/>
                        <a:pt x="38" y="25"/>
                      </a:cubicBezTo>
                      <a:cubicBezTo>
                        <a:pt x="38" y="25"/>
                        <a:pt x="38" y="25"/>
                        <a:pt x="38" y="25"/>
                      </a:cubicBezTo>
                      <a:cubicBezTo>
                        <a:pt x="38" y="25"/>
                        <a:pt x="38" y="25"/>
                        <a:pt x="38" y="26"/>
                      </a:cubicBezTo>
                      <a:cubicBezTo>
                        <a:pt x="38" y="26"/>
                        <a:pt x="38" y="26"/>
                        <a:pt x="38" y="26"/>
                      </a:cubicBezTo>
                      <a:cubicBezTo>
                        <a:pt x="38" y="26"/>
                        <a:pt x="38" y="26"/>
                        <a:pt x="38" y="26"/>
                      </a:cubicBezTo>
                      <a:cubicBezTo>
                        <a:pt x="38" y="26"/>
                        <a:pt x="38" y="25"/>
                        <a:pt x="38" y="25"/>
                      </a:cubicBezTo>
                      <a:cubicBezTo>
                        <a:pt x="38" y="25"/>
                        <a:pt x="38" y="25"/>
                        <a:pt x="38" y="25"/>
                      </a:cubicBezTo>
                      <a:cubicBezTo>
                        <a:pt x="38" y="25"/>
                        <a:pt x="38" y="24"/>
                        <a:pt x="38" y="24"/>
                      </a:cubicBezTo>
                      <a:cubicBezTo>
                        <a:pt x="38" y="24"/>
                        <a:pt x="38" y="24"/>
                        <a:pt x="38" y="24"/>
                      </a:cubicBezTo>
                      <a:cubicBezTo>
                        <a:pt x="38" y="24"/>
                        <a:pt x="37" y="24"/>
                        <a:pt x="37" y="23"/>
                      </a:cubicBezTo>
                      <a:cubicBezTo>
                        <a:pt x="37" y="23"/>
                        <a:pt x="37" y="23"/>
                        <a:pt x="37" y="23"/>
                      </a:cubicBezTo>
                      <a:cubicBezTo>
                        <a:pt x="37" y="23"/>
                        <a:pt x="37" y="23"/>
                        <a:pt x="37" y="23"/>
                      </a:cubicBezTo>
                      <a:cubicBezTo>
                        <a:pt x="37" y="23"/>
                        <a:pt x="37" y="23"/>
                        <a:pt x="37" y="23"/>
                      </a:cubicBezTo>
                      <a:cubicBezTo>
                        <a:pt x="37" y="23"/>
                        <a:pt x="37" y="23"/>
                        <a:pt x="37" y="23"/>
                      </a:cubicBezTo>
                      <a:cubicBezTo>
                        <a:pt x="37" y="23"/>
                        <a:pt x="38" y="23"/>
                        <a:pt x="38" y="22"/>
                      </a:cubicBezTo>
                      <a:cubicBezTo>
                        <a:pt x="38" y="22"/>
                        <a:pt x="38" y="22"/>
                        <a:pt x="38" y="22"/>
                      </a:cubicBezTo>
                      <a:cubicBezTo>
                        <a:pt x="38" y="22"/>
                        <a:pt x="38" y="22"/>
                        <a:pt x="39" y="22"/>
                      </a:cubicBezTo>
                      <a:cubicBezTo>
                        <a:pt x="39" y="22"/>
                        <a:pt x="39" y="22"/>
                        <a:pt x="39" y="23"/>
                      </a:cubicBezTo>
                      <a:cubicBezTo>
                        <a:pt x="39" y="23"/>
                        <a:pt x="39" y="23"/>
                        <a:pt x="39" y="23"/>
                      </a:cubicBezTo>
                      <a:cubicBezTo>
                        <a:pt x="39" y="23"/>
                        <a:pt x="39" y="23"/>
                        <a:pt x="40" y="23"/>
                      </a:cubicBezTo>
                      <a:cubicBezTo>
                        <a:pt x="40" y="24"/>
                        <a:pt x="40" y="24"/>
                        <a:pt x="40" y="24"/>
                      </a:cubicBezTo>
                      <a:cubicBezTo>
                        <a:pt x="41" y="24"/>
                        <a:pt x="41" y="24"/>
                        <a:pt x="41" y="24"/>
                      </a:cubicBezTo>
                      <a:cubicBezTo>
                        <a:pt x="41" y="24"/>
                        <a:pt x="41" y="25"/>
                        <a:pt x="41" y="25"/>
                      </a:cubicBezTo>
                      <a:cubicBezTo>
                        <a:pt x="41" y="25"/>
                        <a:pt x="41" y="25"/>
                        <a:pt x="41" y="25"/>
                      </a:cubicBezTo>
                      <a:cubicBezTo>
                        <a:pt x="41" y="25"/>
                        <a:pt x="41" y="26"/>
                        <a:pt x="41" y="26"/>
                      </a:cubicBezTo>
                      <a:cubicBezTo>
                        <a:pt x="41" y="26"/>
                        <a:pt x="41" y="26"/>
                        <a:pt x="41" y="26"/>
                      </a:cubicBezTo>
                      <a:cubicBezTo>
                        <a:pt x="42" y="27"/>
                        <a:pt x="42" y="27"/>
                        <a:pt x="42" y="27"/>
                      </a:cubicBezTo>
                      <a:cubicBezTo>
                        <a:pt x="42" y="27"/>
                        <a:pt x="42" y="27"/>
                        <a:pt x="42" y="27"/>
                      </a:cubicBezTo>
                      <a:cubicBezTo>
                        <a:pt x="42" y="27"/>
                        <a:pt x="43" y="27"/>
                        <a:pt x="43" y="27"/>
                      </a:cubicBezTo>
                      <a:cubicBezTo>
                        <a:pt x="43" y="27"/>
                        <a:pt x="43" y="27"/>
                        <a:pt x="43" y="27"/>
                      </a:cubicBezTo>
                      <a:cubicBezTo>
                        <a:pt x="43" y="27"/>
                        <a:pt x="44" y="27"/>
                        <a:pt x="44" y="27"/>
                      </a:cubicBezTo>
                      <a:cubicBezTo>
                        <a:pt x="44" y="27"/>
                        <a:pt x="45" y="27"/>
                        <a:pt x="45" y="28"/>
                      </a:cubicBezTo>
                      <a:cubicBezTo>
                        <a:pt x="45" y="28"/>
                        <a:pt x="45" y="28"/>
                        <a:pt x="46" y="28"/>
                      </a:cubicBezTo>
                      <a:cubicBezTo>
                        <a:pt x="46" y="28"/>
                        <a:pt x="46" y="29"/>
                        <a:pt x="46" y="29"/>
                      </a:cubicBezTo>
                      <a:cubicBezTo>
                        <a:pt x="46" y="29"/>
                        <a:pt x="46" y="29"/>
                        <a:pt x="46" y="29"/>
                      </a:cubicBezTo>
                      <a:cubicBezTo>
                        <a:pt x="46" y="29"/>
                        <a:pt x="46" y="29"/>
                        <a:pt x="46" y="29"/>
                      </a:cubicBezTo>
                      <a:cubicBezTo>
                        <a:pt x="46" y="29"/>
                        <a:pt x="46" y="30"/>
                        <a:pt x="46" y="30"/>
                      </a:cubicBezTo>
                      <a:cubicBezTo>
                        <a:pt x="46" y="30"/>
                        <a:pt x="46" y="30"/>
                        <a:pt x="46" y="30"/>
                      </a:cubicBezTo>
                      <a:cubicBezTo>
                        <a:pt x="46" y="30"/>
                        <a:pt x="46" y="30"/>
                        <a:pt x="46" y="30"/>
                      </a:cubicBezTo>
                      <a:cubicBezTo>
                        <a:pt x="46" y="30"/>
                        <a:pt x="46" y="30"/>
                        <a:pt x="46" y="30"/>
                      </a:cubicBezTo>
                      <a:cubicBezTo>
                        <a:pt x="46" y="30"/>
                        <a:pt x="47" y="30"/>
                        <a:pt x="47" y="30"/>
                      </a:cubicBezTo>
                      <a:cubicBezTo>
                        <a:pt x="47" y="30"/>
                        <a:pt x="47" y="30"/>
                        <a:pt x="47" y="30"/>
                      </a:cubicBezTo>
                      <a:cubicBezTo>
                        <a:pt x="47" y="30"/>
                        <a:pt x="47" y="30"/>
                        <a:pt x="47" y="30"/>
                      </a:cubicBezTo>
                      <a:cubicBezTo>
                        <a:pt x="47" y="30"/>
                        <a:pt x="47" y="30"/>
                        <a:pt x="47" y="31"/>
                      </a:cubicBezTo>
                      <a:cubicBezTo>
                        <a:pt x="47" y="31"/>
                        <a:pt x="47" y="31"/>
                        <a:pt x="47" y="31"/>
                      </a:cubicBezTo>
                      <a:cubicBezTo>
                        <a:pt x="47" y="31"/>
                        <a:pt x="48" y="32"/>
                        <a:pt x="48" y="32"/>
                      </a:cubicBezTo>
                      <a:cubicBezTo>
                        <a:pt x="48" y="32"/>
                        <a:pt x="48" y="32"/>
                        <a:pt x="48" y="32"/>
                      </a:cubicBezTo>
                      <a:cubicBezTo>
                        <a:pt x="48" y="32"/>
                        <a:pt x="48" y="32"/>
                        <a:pt x="48" y="33"/>
                      </a:cubicBezTo>
                      <a:cubicBezTo>
                        <a:pt x="48" y="33"/>
                        <a:pt x="49" y="33"/>
                        <a:pt x="49" y="33"/>
                      </a:cubicBezTo>
                      <a:cubicBezTo>
                        <a:pt x="49" y="33"/>
                        <a:pt x="50" y="33"/>
                        <a:pt x="50" y="33"/>
                      </a:cubicBezTo>
                      <a:cubicBezTo>
                        <a:pt x="50" y="33"/>
                        <a:pt x="50" y="33"/>
                        <a:pt x="50" y="33"/>
                      </a:cubicBezTo>
                      <a:cubicBezTo>
                        <a:pt x="50" y="33"/>
                        <a:pt x="51" y="33"/>
                        <a:pt x="51" y="33"/>
                      </a:cubicBezTo>
                      <a:cubicBezTo>
                        <a:pt x="51" y="33"/>
                        <a:pt x="51" y="33"/>
                        <a:pt x="51" y="33"/>
                      </a:cubicBezTo>
                      <a:cubicBezTo>
                        <a:pt x="51" y="33"/>
                        <a:pt x="52" y="33"/>
                        <a:pt x="52" y="33"/>
                      </a:cubicBezTo>
                      <a:cubicBezTo>
                        <a:pt x="52" y="34"/>
                        <a:pt x="52" y="34"/>
                        <a:pt x="52" y="34"/>
                      </a:cubicBezTo>
                      <a:cubicBezTo>
                        <a:pt x="52" y="34"/>
                        <a:pt x="53" y="34"/>
                        <a:pt x="53" y="34"/>
                      </a:cubicBezTo>
                      <a:cubicBezTo>
                        <a:pt x="53" y="35"/>
                        <a:pt x="53" y="35"/>
                        <a:pt x="53" y="35"/>
                      </a:cubicBezTo>
                      <a:cubicBezTo>
                        <a:pt x="53" y="35"/>
                        <a:pt x="52" y="35"/>
                        <a:pt x="51" y="35"/>
                      </a:cubicBezTo>
                      <a:cubicBezTo>
                        <a:pt x="51" y="35"/>
                        <a:pt x="51" y="36"/>
                        <a:pt x="50" y="36"/>
                      </a:cubicBezTo>
                      <a:cubicBezTo>
                        <a:pt x="50" y="36"/>
                        <a:pt x="50" y="36"/>
                        <a:pt x="50" y="36"/>
                      </a:cubicBezTo>
                      <a:cubicBezTo>
                        <a:pt x="50" y="36"/>
                        <a:pt x="50" y="36"/>
                        <a:pt x="49" y="36"/>
                      </a:cubicBezTo>
                      <a:cubicBezTo>
                        <a:pt x="49" y="36"/>
                        <a:pt x="49" y="36"/>
                        <a:pt x="49" y="36"/>
                      </a:cubicBezTo>
                      <a:cubicBezTo>
                        <a:pt x="49" y="36"/>
                        <a:pt x="49" y="36"/>
                        <a:pt x="49" y="36"/>
                      </a:cubicBezTo>
                      <a:cubicBezTo>
                        <a:pt x="49" y="36"/>
                        <a:pt x="49" y="36"/>
                        <a:pt x="49" y="36"/>
                      </a:cubicBezTo>
                      <a:cubicBezTo>
                        <a:pt x="49" y="37"/>
                        <a:pt x="49" y="37"/>
                        <a:pt x="49" y="37"/>
                      </a:cubicBezTo>
                      <a:cubicBezTo>
                        <a:pt x="49" y="37"/>
                        <a:pt x="50" y="36"/>
                        <a:pt x="50" y="36"/>
                      </a:cubicBezTo>
                      <a:cubicBezTo>
                        <a:pt x="50" y="36"/>
                        <a:pt x="50" y="36"/>
                        <a:pt x="50" y="36"/>
                      </a:cubicBezTo>
                      <a:cubicBezTo>
                        <a:pt x="51" y="36"/>
                        <a:pt x="51" y="36"/>
                        <a:pt x="51" y="36"/>
                      </a:cubicBezTo>
                      <a:cubicBezTo>
                        <a:pt x="51" y="36"/>
                        <a:pt x="51" y="36"/>
                        <a:pt x="52" y="36"/>
                      </a:cubicBezTo>
                      <a:cubicBezTo>
                        <a:pt x="52" y="36"/>
                        <a:pt x="53" y="35"/>
                        <a:pt x="53" y="35"/>
                      </a:cubicBezTo>
                      <a:cubicBezTo>
                        <a:pt x="53" y="35"/>
                        <a:pt x="53" y="35"/>
                        <a:pt x="53" y="35"/>
                      </a:cubicBezTo>
                      <a:cubicBezTo>
                        <a:pt x="53" y="35"/>
                        <a:pt x="53" y="35"/>
                        <a:pt x="53" y="35"/>
                      </a:cubicBezTo>
                      <a:cubicBezTo>
                        <a:pt x="53" y="34"/>
                        <a:pt x="53" y="34"/>
                        <a:pt x="54" y="34"/>
                      </a:cubicBezTo>
                      <a:cubicBezTo>
                        <a:pt x="54" y="34"/>
                        <a:pt x="54" y="34"/>
                        <a:pt x="54" y="34"/>
                      </a:cubicBezTo>
                      <a:cubicBezTo>
                        <a:pt x="54" y="34"/>
                        <a:pt x="55" y="34"/>
                        <a:pt x="55" y="34"/>
                      </a:cubicBezTo>
                      <a:cubicBezTo>
                        <a:pt x="55" y="34"/>
                        <a:pt x="55" y="35"/>
                        <a:pt x="55" y="35"/>
                      </a:cubicBezTo>
                      <a:cubicBezTo>
                        <a:pt x="55" y="35"/>
                        <a:pt x="56" y="35"/>
                        <a:pt x="56" y="35"/>
                      </a:cubicBezTo>
                      <a:cubicBezTo>
                        <a:pt x="56" y="35"/>
                        <a:pt x="56" y="35"/>
                        <a:pt x="56" y="35"/>
                      </a:cubicBezTo>
                      <a:cubicBezTo>
                        <a:pt x="56" y="35"/>
                        <a:pt x="56" y="35"/>
                        <a:pt x="56" y="35"/>
                      </a:cubicBezTo>
                      <a:cubicBezTo>
                        <a:pt x="56" y="35"/>
                        <a:pt x="57" y="35"/>
                        <a:pt x="57" y="36"/>
                      </a:cubicBezTo>
                      <a:cubicBezTo>
                        <a:pt x="57" y="36"/>
                        <a:pt x="57" y="36"/>
                        <a:pt x="57" y="36"/>
                      </a:cubicBezTo>
                      <a:cubicBezTo>
                        <a:pt x="57" y="37"/>
                        <a:pt x="57" y="37"/>
                        <a:pt x="57" y="37"/>
                      </a:cubicBezTo>
                      <a:cubicBezTo>
                        <a:pt x="57" y="37"/>
                        <a:pt x="57" y="37"/>
                        <a:pt x="57" y="37"/>
                      </a:cubicBezTo>
                      <a:cubicBezTo>
                        <a:pt x="57" y="38"/>
                        <a:pt x="57" y="38"/>
                        <a:pt x="57" y="38"/>
                      </a:cubicBezTo>
                      <a:cubicBezTo>
                        <a:pt x="57" y="38"/>
                        <a:pt x="57" y="38"/>
                        <a:pt x="57" y="38"/>
                      </a:cubicBezTo>
                      <a:cubicBezTo>
                        <a:pt x="57" y="38"/>
                        <a:pt x="57" y="38"/>
                        <a:pt x="57" y="38"/>
                      </a:cubicBezTo>
                      <a:cubicBezTo>
                        <a:pt x="56" y="38"/>
                        <a:pt x="56" y="38"/>
                        <a:pt x="56" y="38"/>
                      </a:cubicBezTo>
                      <a:cubicBezTo>
                        <a:pt x="56" y="38"/>
                        <a:pt x="56" y="38"/>
                        <a:pt x="56" y="38"/>
                      </a:cubicBezTo>
                      <a:cubicBezTo>
                        <a:pt x="56" y="38"/>
                        <a:pt x="56" y="38"/>
                        <a:pt x="56" y="38"/>
                      </a:cubicBezTo>
                      <a:cubicBezTo>
                        <a:pt x="56" y="38"/>
                        <a:pt x="56" y="38"/>
                        <a:pt x="56" y="38"/>
                      </a:cubicBezTo>
                      <a:cubicBezTo>
                        <a:pt x="56" y="38"/>
                        <a:pt x="56" y="38"/>
                        <a:pt x="56" y="38"/>
                      </a:cubicBezTo>
                      <a:cubicBezTo>
                        <a:pt x="56" y="38"/>
                        <a:pt x="56" y="38"/>
                        <a:pt x="56" y="38"/>
                      </a:cubicBezTo>
                      <a:cubicBezTo>
                        <a:pt x="56" y="38"/>
                        <a:pt x="55" y="38"/>
                        <a:pt x="55" y="38"/>
                      </a:cubicBezTo>
                      <a:cubicBezTo>
                        <a:pt x="55" y="38"/>
                        <a:pt x="55" y="38"/>
                        <a:pt x="55" y="38"/>
                      </a:cubicBezTo>
                      <a:cubicBezTo>
                        <a:pt x="55" y="39"/>
                        <a:pt x="55" y="39"/>
                        <a:pt x="55" y="39"/>
                      </a:cubicBezTo>
                      <a:cubicBezTo>
                        <a:pt x="55" y="39"/>
                        <a:pt x="55" y="39"/>
                        <a:pt x="55" y="39"/>
                      </a:cubicBezTo>
                      <a:cubicBezTo>
                        <a:pt x="55" y="39"/>
                        <a:pt x="55" y="39"/>
                        <a:pt x="55" y="39"/>
                      </a:cubicBezTo>
                      <a:cubicBezTo>
                        <a:pt x="54" y="39"/>
                        <a:pt x="54" y="39"/>
                        <a:pt x="54" y="39"/>
                      </a:cubicBezTo>
                      <a:cubicBezTo>
                        <a:pt x="54" y="39"/>
                        <a:pt x="54" y="39"/>
                        <a:pt x="54" y="39"/>
                      </a:cubicBezTo>
                      <a:cubicBezTo>
                        <a:pt x="54" y="39"/>
                        <a:pt x="54" y="39"/>
                        <a:pt x="54" y="39"/>
                      </a:cubicBezTo>
                      <a:cubicBezTo>
                        <a:pt x="54" y="40"/>
                        <a:pt x="54" y="40"/>
                        <a:pt x="54" y="40"/>
                      </a:cubicBezTo>
                      <a:cubicBezTo>
                        <a:pt x="54" y="40"/>
                        <a:pt x="54" y="40"/>
                        <a:pt x="54" y="40"/>
                      </a:cubicBezTo>
                      <a:cubicBezTo>
                        <a:pt x="54" y="40"/>
                        <a:pt x="54" y="40"/>
                        <a:pt x="54" y="40"/>
                      </a:cubicBezTo>
                      <a:cubicBezTo>
                        <a:pt x="54" y="40"/>
                        <a:pt x="54" y="41"/>
                        <a:pt x="54" y="41"/>
                      </a:cubicBezTo>
                      <a:cubicBezTo>
                        <a:pt x="54" y="41"/>
                        <a:pt x="54" y="41"/>
                        <a:pt x="54" y="41"/>
                      </a:cubicBezTo>
                      <a:cubicBezTo>
                        <a:pt x="54" y="41"/>
                        <a:pt x="54" y="41"/>
                        <a:pt x="54" y="41"/>
                      </a:cubicBezTo>
                      <a:cubicBezTo>
                        <a:pt x="54" y="41"/>
                        <a:pt x="55" y="41"/>
                        <a:pt x="55" y="41"/>
                      </a:cubicBezTo>
                      <a:cubicBezTo>
                        <a:pt x="55" y="41"/>
                        <a:pt x="55" y="41"/>
                        <a:pt x="55" y="41"/>
                      </a:cubicBezTo>
                      <a:cubicBezTo>
                        <a:pt x="55" y="41"/>
                        <a:pt x="55" y="42"/>
                        <a:pt x="55" y="42"/>
                      </a:cubicBezTo>
                      <a:cubicBezTo>
                        <a:pt x="55" y="42"/>
                        <a:pt x="55" y="42"/>
                        <a:pt x="55" y="42"/>
                      </a:cubicBezTo>
                      <a:cubicBezTo>
                        <a:pt x="55" y="42"/>
                        <a:pt x="55" y="42"/>
                        <a:pt x="55" y="42"/>
                      </a:cubicBezTo>
                      <a:cubicBezTo>
                        <a:pt x="55" y="42"/>
                        <a:pt x="54" y="42"/>
                        <a:pt x="54" y="42"/>
                      </a:cubicBezTo>
                      <a:cubicBezTo>
                        <a:pt x="54" y="42"/>
                        <a:pt x="55" y="42"/>
                        <a:pt x="55" y="42"/>
                      </a:cubicBezTo>
                      <a:cubicBezTo>
                        <a:pt x="55" y="43"/>
                        <a:pt x="55" y="43"/>
                        <a:pt x="55" y="43"/>
                      </a:cubicBezTo>
                      <a:cubicBezTo>
                        <a:pt x="55" y="43"/>
                        <a:pt x="55" y="43"/>
                        <a:pt x="55" y="43"/>
                      </a:cubicBezTo>
                      <a:cubicBezTo>
                        <a:pt x="55" y="43"/>
                        <a:pt x="55" y="43"/>
                        <a:pt x="55" y="43"/>
                      </a:cubicBezTo>
                      <a:cubicBezTo>
                        <a:pt x="55" y="43"/>
                        <a:pt x="55" y="43"/>
                        <a:pt x="55" y="43"/>
                      </a:cubicBezTo>
                      <a:cubicBezTo>
                        <a:pt x="55" y="43"/>
                        <a:pt x="56" y="43"/>
                        <a:pt x="56" y="43"/>
                      </a:cubicBezTo>
                      <a:cubicBezTo>
                        <a:pt x="56" y="43"/>
                        <a:pt x="56" y="43"/>
                        <a:pt x="56" y="44"/>
                      </a:cubicBezTo>
                      <a:cubicBezTo>
                        <a:pt x="56" y="44"/>
                        <a:pt x="56" y="43"/>
                        <a:pt x="56" y="44"/>
                      </a:cubicBezTo>
                      <a:cubicBezTo>
                        <a:pt x="56" y="44"/>
                        <a:pt x="57" y="44"/>
                        <a:pt x="57" y="44"/>
                      </a:cubicBezTo>
                      <a:cubicBezTo>
                        <a:pt x="57" y="44"/>
                        <a:pt x="57" y="44"/>
                        <a:pt x="57" y="44"/>
                      </a:cubicBezTo>
                      <a:cubicBezTo>
                        <a:pt x="57" y="44"/>
                        <a:pt x="57" y="44"/>
                        <a:pt x="57" y="44"/>
                      </a:cubicBezTo>
                      <a:cubicBezTo>
                        <a:pt x="57" y="44"/>
                        <a:pt x="57" y="45"/>
                        <a:pt x="57" y="45"/>
                      </a:cubicBezTo>
                      <a:cubicBezTo>
                        <a:pt x="57" y="45"/>
                        <a:pt x="58" y="45"/>
                        <a:pt x="58" y="45"/>
                      </a:cubicBezTo>
                      <a:cubicBezTo>
                        <a:pt x="58" y="45"/>
                        <a:pt x="58" y="45"/>
                        <a:pt x="58" y="44"/>
                      </a:cubicBezTo>
                      <a:cubicBezTo>
                        <a:pt x="58" y="44"/>
                        <a:pt x="58" y="44"/>
                        <a:pt x="58" y="44"/>
                      </a:cubicBezTo>
                      <a:cubicBezTo>
                        <a:pt x="58" y="44"/>
                        <a:pt x="58" y="44"/>
                        <a:pt x="58" y="44"/>
                      </a:cubicBezTo>
                      <a:cubicBezTo>
                        <a:pt x="58" y="44"/>
                        <a:pt x="59" y="44"/>
                        <a:pt x="59" y="44"/>
                      </a:cubicBezTo>
                      <a:cubicBezTo>
                        <a:pt x="59" y="44"/>
                        <a:pt x="59" y="44"/>
                        <a:pt x="59" y="45"/>
                      </a:cubicBezTo>
                      <a:cubicBezTo>
                        <a:pt x="59"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1" y="45"/>
                        <a:pt x="61" y="44"/>
                        <a:pt x="61" y="44"/>
                      </a:cubicBezTo>
                      <a:cubicBezTo>
                        <a:pt x="61" y="44"/>
                        <a:pt x="61" y="44"/>
                        <a:pt x="61" y="44"/>
                      </a:cubicBezTo>
                      <a:cubicBezTo>
                        <a:pt x="61" y="45"/>
                        <a:pt x="61" y="45"/>
                        <a:pt x="61" y="45"/>
                      </a:cubicBezTo>
                      <a:cubicBezTo>
                        <a:pt x="61" y="45"/>
                        <a:pt x="61" y="45"/>
                        <a:pt x="61" y="46"/>
                      </a:cubicBezTo>
                      <a:cubicBezTo>
                        <a:pt x="61" y="46"/>
                        <a:pt x="61" y="46"/>
                        <a:pt x="61" y="46"/>
                      </a:cubicBezTo>
                      <a:cubicBezTo>
                        <a:pt x="61" y="46"/>
                        <a:pt x="62" y="46"/>
                        <a:pt x="62" y="46"/>
                      </a:cubicBezTo>
                      <a:cubicBezTo>
                        <a:pt x="62" y="47"/>
                        <a:pt x="62" y="47"/>
                        <a:pt x="62" y="47"/>
                      </a:cubicBezTo>
                      <a:cubicBezTo>
                        <a:pt x="62" y="47"/>
                        <a:pt x="62" y="47"/>
                        <a:pt x="62" y="47"/>
                      </a:cubicBezTo>
                      <a:cubicBezTo>
                        <a:pt x="62" y="47"/>
                        <a:pt x="62" y="48"/>
                        <a:pt x="62" y="48"/>
                      </a:cubicBezTo>
                      <a:cubicBezTo>
                        <a:pt x="62" y="48"/>
                        <a:pt x="62" y="48"/>
                        <a:pt x="62" y="48"/>
                      </a:cubicBezTo>
                      <a:cubicBezTo>
                        <a:pt x="62" y="48"/>
                        <a:pt x="62" y="48"/>
                        <a:pt x="62" y="48"/>
                      </a:cubicBezTo>
                      <a:cubicBezTo>
                        <a:pt x="61" y="48"/>
                        <a:pt x="61" y="48"/>
                        <a:pt x="61" y="48"/>
                      </a:cubicBezTo>
                      <a:cubicBezTo>
                        <a:pt x="61" y="48"/>
                        <a:pt x="61" y="48"/>
                        <a:pt x="61" y="48"/>
                      </a:cubicBezTo>
                      <a:cubicBezTo>
                        <a:pt x="61" y="48"/>
                        <a:pt x="61" y="48"/>
                        <a:pt x="61" y="48"/>
                      </a:cubicBezTo>
                      <a:cubicBezTo>
                        <a:pt x="61" y="49"/>
                        <a:pt x="61" y="49"/>
                        <a:pt x="61" y="49"/>
                      </a:cubicBezTo>
                      <a:cubicBezTo>
                        <a:pt x="61" y="49"/>
                        <a:pt x="61" y="48"/>
                        <a:pt x="62" y="49"/>
                      </a:cubicBezTo>
                      <a:cubicBezTo>
                        <a:pt x="62" y="49"/>
                        <a:pt x="62" y="49"/>
                        <a:pt x="62" y="49"/>
                      </a:cubicBezTo>
                      <a:cubicBezTo>
                        <a:pt x="62" y="49"/>
                        <a:pt x="62" y="49"/>
                        <a:pt x="62" y="49"/>
                      </a:cubicBezTo>
                      <a:cubicBezTo>
                        <a:pt x="62" y="49"/>
                        <a:pt x="62" y="50"/>
                        <a:pt x="62" y="50"/>
                      </a:cubicBezTo>
                      <a:cubicBezTo>
                        <a:pt x="62" y="50"/>
                        <a:pt x="62" y="50"/>
                        <a:pt x="62" y="50"/>
                      </a:cubicBezTo>
                      <a:cubicBezTo>
                        <a:pt x="62" y="50"/>
                        <a:pt x="62" y="50"/>
                        <a:pt x="62" y="50"/>
                      </a:cubicBezTo>
                      <a:cubicBezTo>
                        <a:pt x="62" y="50"/>
                        <a:pt x="62" y="51"/>
                        <a:pt x="62" y="51"/>
                      </a:cubicBezTo>
                      <a:cubicBezTo>
                        <a:pt x="62" y="51"/>
                        <a:pt x="62" y="50"/>
                        <a:pt x="62" y="50"/>
                      </a:cubicBezTo>
                      <a:cubicBezTo>
                        <a:pt x="62" y="50"/>
                        <a:pt x="62" y="50"/>
                        <a:pt x="62" y="50"/>
                      </a:cubicBezTo>
                      <a:cubicBezTo>
                        <a:pt x="62" y="50"/>
                        <a:pt x="62" y="50"/>
                        <a:pt x="63" y="50"/>
                      </a:cubicBezTo>
                      <a:cubicBezTo>
                        <a:pt x="63" y="50"/>
                        <a:pt x="63" y="50"/>
                        <a:pt x="63" y="50"/>
                      </a:cubicBezTo>
                      <a:cubicBezTo>
                        <a:pt x="63" y="51"/>
                        <a:pt x="63" y="51"/>
                        <a:pt x="63" y="51"/>
                      </a:cubicBezTo>
                      <a:cubicBezTo>
                        <a:pt x="63" y="51"/>
                        <a:pt x="63" y="51"/>
                        <a:pt x="63" y="51"/>
                      </a:cubicBezTo>
                      <a:cubicBezTo>
                        <a:pt x="63" y="51"/>
                        <a:pt x="63" y="51"/>
                        <a:pt x="63" y="51"/>
                      </a:cubicBezTo>
                      <a:cubicBezTo>
                        <a:pt x="63" y="51"/>
                        <a:pt x="63" y="51"/>
                        <a:pt x="63" y="51"/>
                      </a:cubicBezTo>
                      <a:cubicBezTo>
                        <a:pt x="63" y="51"/>
                        <a:pt x="63" y="51"/>
                        <a:pt x="64" y="51"/>
                      </a:cubicBezTo>
                      <a:cubicBezTo>
                        <a:pt x="64" y="51"/>
                        <a:pt x="64" y="51"/>
                        <a:pt x="64" y="51"/>
                      </a:cubicBezTo>
                      <a:cubicBezTo>
                        <a:pt x="64" y="51"/>
                        <a:pt x="64" y="51"/>
                        <a:pt x="64" y="51"/>
                      </a:cubicBezTo>
                      <a:cubicBezTo>
                        <a:pt x="64" y="51"/>
                        <a:pt x="65" y="52"/>
                        <a:pt x="65" y="52"/>
                      </a:cubicBezTo>
                      <a:cubicBezTo>
                        <a:pt x="65" y="52"/>
                        <a:pt x="65" y="52"/>
                        <a:pt x="65" y="52"/>
                      </a:cubicBezTo>
                      <a:cubicBezTo>
                        <a:pt x="64" y="52"/>
                        <a:pt x="64" y="52"/>
                        <a:pt x="64" y="53"/>
                      </a:cubicBezTo>
                      <a:cubicBezTo>
                        <a:pt x="64" y="53"/>
                        <a:pt x="64" y="53"/>
                        <a:pt x="64" y="53"/>
                      </a:cubicBezTo>
                      <a:cubicBezTo>
                        <a:pt x="64" y="53"/>
                        <a:pt x="64" y="53"/>
                        <a:pt x="64" y="53"/>
                      </a:cubicBezTo>
                      <a:cubicBezTo>
                        <a:pt x="64" y="53"/>
                        <a:pt x="63" y="53"/>
                        <a:pt x="63" y="53"/>
                      </a:cubicBezTo>
                      <a:cubicBezTo>
                        <a:pt x="63" y="53"/>
                        <a:pt x="63" y="53"/>
                        <a:pt x="63" y="53"/>
                      </a:cubicBezTo>
                      <a:cubicBezTo>
                        <a:pt x="63" y="53"/>
                        <a:pt x="63" y="53"/>
                        <a:pt x="63" y="53"/>
                      </a:cubicBezTo>
                      <a:cubicBezTo>
                        <a:pt x="63" y="54"/>
                        <a:pt x="63" y="54"/>
                        <a:pt x="63" y="54"/>
                      </a:cubicBezTo>
                      <a:cubicBezTo>
                        <a:pt x="63" y="53"/>
                        <a:pt x="63" y="53"/>
                        <a:pt x="63" y="53"/>
                      </a:cubicBezTo>
                      <a:cubicBezTo>
                        <a:pt x="63" y="53"/>
                        <a:pt x="63" y="53"/>
                        <a:pt x="63" y="53"/>
                      </a:cubicBezTo>
                      <a:cubicBezTo>
                        <a:pt x="63" y="53"/>
                        <a:pt x="64" y="54"/>
                        <a:pt x="64" y="54"/>
                      </a:cubicBezTo>
                      <a:cubicBezTo>
                        <a:pt x="64" y="54"/>
                        <a:pt x="64" y="54"/>
                        <a:pt x="64" y="54"/>
                      </a:cubicBezTo>
                      <a:cubicBezTo>
                        <a:pt x="64" y="53"/>
                        <a:pt x="64" y="53"/>
                        <a:pt x="64" y="53"/>
                      </a:cubicBezTo>
                      <a:cubicBezTo>
                        <a:pt x="64" y="53"/>
                        <a:pt x="64" y="53"/>
                        <a:pt x="64" y="53"/>
                      </a:cubicBezTo>
                      <a:cubicBezTo>
                        <a:pt x="64" y="53"/>
                        <a:pt x="64" y="53"/>
                        <a:pt x="64" y="53"/>
                      </a:cubicBezTo>
                      <a:cubicBezTo>
                        <a:pt x="64" y="53"/>
                        <a:pt x="65" y="53"/>
                        <a:pt x="65" y="53"/>
                      </a:cubicBezTo>
                      <a:cubicBezTo>
                        <a:pt x="65" y="53"/>
                        <a:pt x="65" y="53"/>
                        <a:pt x="65" y="53"/>
                      </a:cubicBezTo>
                      <a:cubicBezTo>
                        <a:pt x="65" y="53"/>
                        <a:pt x="65" y="53"/>
                        <a:pt x="65" y="53"/>
                      </a:cubicBezTo>
                      <a:cubicBezTo>
                        <a:pt x="65" y="53"/>
                        <a:pt x="65" y="53"/>
                        <a:pt x="65" y="54"/>
                      </a:cubicBezTo>
                      <a:cubicBezTo>
                        <a:pt x="65" y="54"/>
                        <a:pt x="65" y="53"/>
                        <a:pt x="65" y="53"/>
                      </a:cubicBezTo>
                      <a:cubicBezTo>
                        <a:pt x="65" y="53"/>
                        <a:pt x="65" y="53"/>
                        <a:pt x="65" y="53"/>
                      </a:cubicBezTo>
                      <a:cubicBezTo>
                        <a:pt x="65" y="53"/>
                        <a:pt x="65" y="53"/>
                        <a:pt x="65" y="53"/>
                      </a:cubicBezTo>
                      <a:cubicBezTo>
                        <a:pt x="66" y="54"/>
                        <a:pt x="66" y="54"/>
                        <a:pt x="66" y="54"/>
                      </a:cubicBezTo>
                      <a:cubicBezTo>
                        <a:pt x="66" y="53"/>
                        <a:pt x="66" y="53"/>
                        <a:pt x="66" y="53"/>
                      </a:cubicBezTo>
                      <a:cubicBezTo>
                        <a:pt x="66" y="53"/>
                        <a:pt x="66" y="53"/>
                        <a:pt x="66" y="53"/>
                      </a:cubicBezTo>
                      <a:cubicBezTo>
                        <a:pt x="66" y="53"/>
                        <a:pt x="66" y="54"/>
                        <a:pt x="66" y="54"/>
                      </a:cubicBezTo>
                      <a:cubicBezTo>
                        <a:pt x="66" y="53"/>
                        <a:pt x="66" y="53"/>
                        <a:pt x="66" y="53"/>
                      </a:cubicBezTo>
                      <a:cubicBezTo>
                        <a:pt x="66" y="53"/>
                        <a:pt x="66" y="53"/>
                        <a:pt x="66" y="53"/>
                      </a:cubicBezTo>
                      <a:cubicBezTo>
                        <a:pt x="66" y="53"/>
                        <a:pt x="67" y="53"/>
                        <a:pt x="67" y="53"/>
                      </a:cubicBezTo>
                      <a:cubicBezTo>
                        <a:pt x="67" y="53"/>
                        <a:pt x="67" y="53"/>
                        <a:pt x="67" y="53"/>
                      </a:cubicBezTo>
                      <a:cubicBezTo>
                        <a:pt x="67" y="53"/>
                        <a:pt x="67" y="53"/>
                        <a:pt x="67" y="53"/>
                      </a:cubicBezTo>
                      <a:cubicBezTo>
                        <a:pt x="67" y="53"/>
                        <a:pt x="68" y="54"/>
                        <a:pt x="68" y="54"/>
                      </a:cubicBezTo>
                      <a:cubicBezTo>
                        <a:pt x="68" y="54"/>
                        <a:pt x="69" y="54"/>
                        <a:pt x="69" y="54"/>
                      </a:cubicBezTo>
                      <a:cubicBezTo>
                        <a:pt x="69" y="54"/>
                        <a:pt x="69" y="54"/>
                        <a:pt x="69" y="54"/>
                      </a:cubicBezTo>
                      <a:cubicBezTo>
                        <a:pt x="69" y="54"/>
                        <a:pt x="69" y="54"/>
                        <a:pt x="69" y="54"/>
                      </a:cubicBezTo>
                      <a:cubicBezTo>
                        <a:pt x="69" y="54"/>
                        <a:pt x="69" y="54"/>
                        <a:pt x="69" y="54"/>
                      </a:cubicBezTo>
                      <a:cubicBezTo>
                        <a:pt x="69" y="54"/>
                        <a:pt x="69" y="54"/>
                        <a:pt x="69" y="54"/>
                      </a:cubicBezTo>
                      <a:cubicBezTo>
                        <a:pt x="69" y="54"/>
                        <a:pt x="69" y="54"/>
                        <a:pt x="69" y="54"/>
                      </a:cubicBezTo>
                      <a:cubicBezTo>
                        <a:pt x="69" y="54"/>
                        <a:pt x="69" y="55"/>
                        <a:pt x="70" y="56"/>
                      </a:cubicBezTo>
                      <a:cubicBezTo>
                        <a:pt x="70" y="55"/>
                        <a:pt x="70" y="55"/>
                        <a:pt x="70" y="55"/>
                      </a:cubicBezTo>
                      <a:cubicBezTo>
                        <a:pt x="70" y="55"/>
                        <a:pt x="70" y="55"/>
                        <a:pt x="71" y="56"/>
                      </a:cubicBezTo>
                      <a:cubicBezTo>
                        <a:pt x="71" y="56"/>
                        <a:pt x="71" y="56"/>
                        <a:pt x="71" y="56"/>
                      </a:cubicBezTo>
                      <a:cubicBezTo>
                        <a:pt x="70" y="56"/>
                        <a:pt x="70" y="57"/>
                        <a:pt x="70" y="57"/>
                      </a:cubicBezTo>
                      <a:cubicBezTo>
                        <a:pt x="71" y="57"/>
                        <a:pt x="71" y="57"/>
                        <a:pt x="71" y="57"/>
                      </a:cubicBezTo>
                      <a:cubicBezTo>
                        <a:pt x="71" y="57"/>
                        <a:pt x="71" y="57"/>
                        <a:pt x="71" y="57"/>
                      </a:cubicBezTo>
                      <a:cubicBezTo>
                        <a:pt x="71" y="57"/>
                        <a:pt x="72" y="57"/>
                        <a:pt x="72" y="57"/>
                      </a:cubicBezTo>
                      <a:cubicBezTo>
                        <a:pt x="72" y="57"/>
                        <a:pt x="72" y="57"/>
                        <a:pt x="72" y="57"/>
                      </a:cubicBezTo>
                      <a:cubicBezTo>
                        <a:pt x="72" y="57"/>
                        <a:pt x="72" y="57"/>
                        <a:pt x="72" y="57"/>
                      </a:cubicBezTo>
                      <a:cubicBezTo>
                        <a:pt x="72" y="57"/>
                        <a:pt x="72" y="57"/>
                        <a:pt x="72" y="58"/>
                      </a:cubicBezTo>
                      <a:cubicBezTo>
                        <a:pt x="72" y="58"/>
                        <a:pt x="72" y="58"/>
                        <a:pt x="72" y="58"/>
                      </a:cubicBezTo>
                      <a:cubicBezTo>
                        <a:pt x="72" y="58"/>
                        <a:pt x="72" y="59"/>
                        <a:pt x="72" y="59"/>
                      </a:cubicBezTo>
                      <a:cubicBezTo>
                        <a:pt x="72" y="59"/>
                        <a:pt x="73" y="59"/>
                        <a:pt x="73" y="59"/>
                      </a:cubicBezTo>
                      <a:cubicBezTo>
                        <a:pt x="73" y="59"/>
                        <a:pt x="73" y="59"/>
                        <a:pt x="73" y="59"/>
                      </a:cubicBezTo>
                      <a:cubicBezTo>
                        <a:pt x="72" y="59"/>
                        <a:pt x="71" y="60"/>
                        <a:pt x="71" y="61"/>
                      </a:cubicBezTo>
                      <a:cubicBezTo>
                        <a:pt x="71" y="61"/>
                        <a:pt x="71" y="61"/>
                        <a:pt x="71" y="61"/>
                      </a:cubicBezTo>
                      <a:cubicBezTo>
                        <a:pt x="71" y="61"/>
                        <a:pt x="71" y="62"/>
                        <a:pt x="71" y="62"/>
                      </a:cubicBezTo>
                      <a:cubicBezTo>
                        <a:pt x="71" y="62"/>
                        <a:pt x="71" y="62"/>
                        <a:pt x="71" y="62"/>
                      </a:cubicBezTo>
                      <a:cubicBezTo>
                        <a:pt x="71" y="63"/>
                        <a:pt x="71" y="63"/>
                        <a:pt x="71" y="63"/>
                      </a:cubicBezTo>
                      <a:cubicBezTo>
                        <a:pt x="71" y="63"/>
                        <a:pt x="72" y="63"/>
                        <a:pt x="72" y="63"/>
                      </a:cubicBezTo>
                      <a:cubicBezTo>
                        <a:pt x="72" y="63"/>
                        <a:pt x="72" y="63"/>
                        <a:pt x="71" y="64"/>
                      </a:cubicBezTo>
                      <a:cubicBezTo>
                        <a:pt x="71" y="64"/>
                        <a:pt x="71" y="64"/>
                        <a:pt x="71" y="64"/>
                      </a:cubicBezTo>
                      <a:cubicBezTo>
                        <a:pt x="71" y="64"/>
                        <a:pt x="71" y="64"/>
                        <a:pt x="71" y="65"/>
                      </a:cubicBezTo>
                      <a:cubicBezTo>
                        <a:pt x="71" y="65"/>
                        <a:pt x="71" y="65"/>
                        <a:pt x="71" y="65"/>
                      </a:cubicBezTo>
                      <a:cubicBezTo>
                        <a:pt x="71" y="65"/>
                        <a:pt x="71" y="65"/>
                        <a:pt x="71" y="65"/>
                      </a:cubicBezTo>
                      <a:cubicBezTo>
                        <a:pt x="71" y="65"/>
                        <a:pt x="71" y="65"/>
                        <a:pt x="71" y="65"/>
                      </a:cubicBezTo>
                      <a:cubicBezTo>
                        <a:pt x="71" y="65"/>
                        <a:pt x="71" y="65"/>
                        <a:pt x="71" y="66"/>
                      </a:cubicBezTo>
                      <a:cubicBezTo>
                        <a:pt x="71" y="66"/>
                        <a:pt x="71" y="66"/>
                        <a:pt x="71" y="66"/>
                      </a:cubicBezTo>
                      <a:cubicBezTo>
                        <a:pt x="71" y="67"/>
                        <a:pt x="71" y="67"/>
                        <a:pt x="71" y="67"/>
                      </a:cubicBezTo>
                      <a:cubicBezTo>
                        <a:pt x="71" y="67"/>
                        <a:pt x="71" y="67"/>
                        <a:pt x="71" y="67"/>
                      </a:cubicBezTo>
                      <a:cubicBezTo>
                        <a:pt x="71" y="67"/>
                        <a:pt x="71" y="67"/>
                        <a:pt x="71" y="67"/>
                      </a:cubicBezTo>
                      <a:cubicBezTo>
                        <a:pt x="71" y="67"/>
                        <a:pt x="71" y="68"/>
                        <a:pt x="71" y="68"/>
                      </a:cubicBezTo>
                      <a:cubicBezTo>
                        <a:pt x="71" y="68"/>
                        <a:pt x="71" y="68"/>
                        <a:pt x="71" y="68"/>
                      </a:cubicBezTo>
                      <a:cubicBezTo>
                        <a:pt x="71" y="68"/>
                        <a:pt x="71" y="68"/>
                        <a:pt x="71" y="68"/>
                      </a:cubicBezTo>
                      <a:cubicBezTo>
                        <a:pt x="71" y="68"/>
                        <a:pt x="71" y="69"/>
                        <a:pt x="71" y="69"/>
                      </a:cubicBezTo>
                      <a:cubicBezTo>
                        <a:pt x="71" y="69"/>
                        <a:pt x="71" y="69"/>
                        <a:pt x="71" y="69"/>
                      </a:cubicBezTo>
                      <a:cubicBezTo>
                        <a:pt x="71" y="69"/>
                        <a:pt x="71" y="69"/>
                        <a:pt x="71" y="69"/>
                      </a:cubicBezTo>
                      <a:cubicBezTo>
                        <a:pt x="71" y="69"/>
                        <a:pt x="71" y="69"/>
                        <a:pt x="71" y="70"/>
                      </a:cubicBezTo>
                      <a:cubicBezTo>
                        <a:pt x="71" y="70"/>
                        <a:pt x="71" y="70"/>
                        <a:pt x="71" y="70"/>
                      </a:cubicBezTo>
                      <a:cubicBezTo>
                        <a:pt x="71" y="70"/>
                        <a:pt x="71" y="70"/>
                        <a:pt x="71" y="70"/>
                      </a:cubicBezTo>
                      <a:cubicBezTo>
                        <a:pt x="71" y="71"/>
                        <a:pt x="71" y="71"/>
                        <a:pt x="71" y="71"/>
                      </a:cubicBezTo>
                      <a:cubicBezTo>
                        <a:pt x="71" y="71"/>
                        <a:pt x="71" y="71"/>
                        <a:pt x="71" y="72"/>
                      </a:cubicBezTo>
                      <a:cubicBezTo>
                        <a:pt x="71" y="72"/>
                        <a:pt x="71" y="72"/>
                        <a:pt x="71" y="72"/>
                      </a:cubicBezTo>
                      <a:cubicBezTo>
                        <a:pt x="71" y="72"/>
                        <a:pt x="71" y="73"/>
                        <a:pt x="71" y="73"/>
                      </a:cubicBezTo>
                      <a:cubicBezTo>
                        <a:pt x="71" y="73"/>
                        <a:pt x="71" y="73"/>
                        <a:pt x="71" y="73"/>
                      </a:cubicBezTo>
                      <a:cubicBezTo>
                        <a:pt x="71" y="73"/>
                        <a:pt x="71" y="74"/>
                        <a:pt x="71" y="74"/>
                      </a:cubicBezTo>
                      <a:cubicBezTo>
                        <a:pt x="71" y="74"/>
                        <a:pt x="71" y="74"/>
                        <a:pt x="71" y="75"/>
                      </a:cubicBezTo>
                      <a:cubicBezTo>
                        <a:pt x="71" y="75"/>
                        <a:pt x="71" y="75"/>
                        <a:pt x="71" y="75"/>
                      </a:cubicBezTo>
                      <a:cubicBezTo>
                        <a:pt x="71" y="75"/>
                        <a:pt x="71" y="75"/>
                        <a:pt x="71" y="75"/>
                      </a:cubicBezTo>
                      <a:cubicBezTo>
                        <a:pt x="71" y="75"/>
                        <a:pt x="71" y="75"/>
                        <a:pt x="71" y="76"/>
                      </a:cubicBezTo>
                      <a:cubicBezTo>
                        <a:pt x="71" y="76"/>
                        <a:pt x="71" y="76"/>
                        <a:pt x="70" y="76"/>
                      </a:cubicBezTo>
                      <a:cubicBezTo>
                        <a:pt x="70" y="76"/>
                        <a:pt x="70" y="77"/>
                        <a:pt x="70" y="77"/>
                      </a:cubicBezTo>
                      <a:cubicBezTo>
                        <a:pt x="70" y="77"/>
                        <a:pt x="70" y="77"/>
                        <a:pt x="70" y="77"/>
                      </a:cubicBezTo>
                      <a:cubicBezTo>
                        <a:pt x="70" y="77"/>
                        <a:pt x="70" y="77"/>
                        <a:pt x="70" y="77"/>
                      </a:cubicBezTo>
                      <a:cubicBezTo>
                        <a:pt x="70" y="77"/>
                        <a:pt x="70" y="76"/>
                        <a:pt x="69" y="76"/>
                      </a:cubicBezTo>
                      <a:cubicBezTo>
                        <a:pt x="69" y="76"/>
                        <a:pt x="69" y="76"/>
                        <a:pt x="69" y="76"/>
                      </a:cubicBezTo>
                      <a:cubicBezTo>
                        <a:pt x="69" y="76"/>
                        <a:pt x="69" y="76"/>
                        <a:pt x="69" y="76"/>
                      </a:cubicBezTo>
                      <a:cubicBezTo>
                        <a:pt x="69" y="76"/>
                        <a:pt x="69" y="76"/>
                        <a:pt x="69" y="75"/>
                      </a:cubicBezTo>
                      <a:cubicBezTo>
                        <a:pt x="68" y="75"/>
                        <a:pt x="68" y="75"/>
                        <a:pt x="68" y="75"/>
                      </a:cubicBezTo>
                      <a:cubicBezTo>
                        <a:pt x="68" y="74"/>
                        <a:pt x="68" y="74"/>
                        <a:pt x="67" y="74"/>
                      </a:cubicBezTo>
                      <a:cubicBezTo>
                        <a:pt x="67" y="74"/>
                        <a:pt x="67" y="74"/>
                        <a:pt x="67" y="74"/>
                      </a:cubicBezTo>
                      <a:cubicBezTo>
                        <a:pt x="67" y="74"/>
                        <a:pt x="67" y="74"/>
                        <a:pt x="67" y="74"/>
                      </a:cubicBezTo>
                      <a:cubicBezTo>
                        <a:pt x="67" y="74"/>
                        <a:pt x="67" y="74"/>
                        <a:pt x="67" y="74"/>
                      </a:cubicBezTo>
                      <a:cubicBezTo>
                        <a:pt x="67" y="75"/>
                        <a:pt x="67" y="75"/>
                        <a:pt x="67" y="75"/>
                      </a:cubicBezTo>
                      <a:cubicBezTo>
                        <a:pt x="67" y="75"/>
                        <a:pt x="67" y="75"/>
                        <a:pt x="67" y="75"/>
                      </a:cubicBezTo>
                      <a:cubicBezTo>
                        <a:pt x="67" y="75"/>
                        <a:pt x="66" y="75"/>
                        <a:pt x="66" y="75"/>
                      </a:cubicBezTo>
                      <a:cubicBezTo>
                        <a:pt x="66" y="75"/>
                        <a:pt x="66" y="75"/>
                        <a:pt x="67" y="75"/>
                      </a:cubicBezTo>
                      <a:cubicBezTo>
                        <a:pt x="67" y="75"/>
                        <a:pt x="66" y="75"/>
                        <a:pt x="66" y="76"/>
                      </a:cubicBezTo>
                      <a:cubicBezTo>
                        <a:pt x="67" y="76"/>
                        <a:pt x="67" y="76"/>
                        <a:pt x="67" y="76"/>
                      </a:cubicBezTo>
                      <a:cubicBezTo>
                        <a:pt x="67" y="76"/>
                        <a:pt x="66" y="76"/>
                        <a:pt x="66" y="76"/>
                      </a:cubicBezTo>
                      <a:cubicBezTo>
                        <a:pt x="66" y="76"/>
                        <a:pt x="66" y="76"/>
                        <a:pt x="66" y="76"/>
                      </a:cubicBezTo>
                      <a:cubicBezTo>
                        <a:pt x="66" y="76"/>
                        <a:pt x="66" y="76"/>
                        <a:pt x="66" y="76"/>
                      </a:cubicBezTo>
                      <a:cubicBezTo>
                        <a:pt x="67" y="76"/>
                        <a:pt x="67" y="76"/>
                        <a:pt x="67" y="76"/>
                      </a:cubicBezTo>
                      <a:cubicBezTo>
                        <a:pt x="67" y="76"/>
                        <a:pt x="67" y="76"/>
                        <a:pt x="66" y="76"/>
                      </a:cubicBezTo>
                      <a:cubicBezTo>
                        <a:pt x="66" y="76"/>
                        <a:pt x="66" y="76"/>
                        <a:pt x="66" y="76"/>
                      </a:cubicBezTo>
                      <a:close/>
                      <a:moveTo>
                        <a:pt x="189" y="109"/>
                      </a:moveTo>
                      <a:cubicBezTo>
                        <a:pt x="189" y="109"/>
                        <a:pt x="189" y="109"/>
                        <a:pt x="189" y="109"/>
                      </a:cubicBezTo>
                      <a:cubicBezTo>
                        <a:pt x="189" y="109"/>
                        <a:pt x="189" y="109"/>
                        <a:pt x="189" y="109"/>
                      </a:cubicBezTo>
                      <a:cubicBezTo>
                        <a:pt x="189" y="109"/>
                        <a:pt x="189" y="109"/>
                        <a:pt x="189" y="109"/>
                      </a:cubicBezTo>
                      <a:cubicBezTo>
                        <a:pt x="189" y="108"/>
                        <a:pt x="189" y="108"/>
                        <a:pt x="189" y="108"/>
                      </a:cubicBezTo>
                      <a:cubicBezTo>
                        <a:pt x="189" y="108"/>
                        <a:pt x="189" y="108"/>
                        <a:pt x="189" y="108"/>
                      </a:cubicBezTo>
                      <a:cubicBezTo>
                        <a:pt x="189" y="108"/>
                        <a:pt x="189" y="109"/>
                        <a:pt x="189" y="109"/>
                      </a:cubicBezTo>
                      <a:cubicBezTo>
                        <a:pt x="189" y="109"/>
                        <a:pt x="189" y="108"/>
                        <a:pt x="189" y="108"/>
                      </a:cubicBezTo>
                      <a:cubicBezTo>
                        <a:pt x="189" y="108"/>
                        <a:pt x="189" y="108"/>
                        <a:pt x="189" y="108"/>
                      </a:cubicBezTo>
                      <a:cubicBezTo>
                        <a:pt x="189" y="108"/>
                        <a:pt x="189" y="108"/>
                        <a:pt x="189" y="108"/>
                      </a:cubicBezTo>
                      <a:cubicBezTo>
                        <a:pt x="189" y="108"/>
                        <a:pt x="189" y="108"/>
                        <a:pt x="189" y="108"/>
                      </a:cubicBezTo>
                      <a:cubicBezTo>
                        <a:pt x="189" y="108"/>
                        <a:pt x="188" y="108"/>
                        <a:pt x="188" y="108"/>
                      </a:cubicBezTo>
                      <a:cubicBezTo>
                        <a:pt x="188" y="108"/>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7" y="109"/>
                        <a:pt x="187" y="110"/>
                      </a:cubicBezTo>
                      <a:cubicBezTo>
                        <a:pt x="187" y="110"/>
                        <a:pt x="187" y="110"/>
                        <a:pt x="187" y="110"/>
                      </a:cubicBezTo>
                      <a:cubicBezTo>
                        <a:pt x="186" y="110"/>
                        <a:pt x="186" y="110"/>
                        <a:pt x="186" y="110"/>
                      </a:cubicBezTo>
                      <a:cubicBezTo>
                        <a:pt x="186" y="110"/>
                        <a:pt x="185" y="110"/>
                        <a:pt x="185" y="110"/>
                      </a:cubicBezTo>
                      <a:cubicBezTo>
                        <a:pt x="185" y="110"/>
                        <a:pt x="185" y="110"/>
                        <a:pt x="185" y="110"/>
                      </a:cubicBezTo>
                      <a:cubicBezTo>
                        <a:pt x="185" y="110"/>
                        <a:pt x="185" y="111"/>
                        <a:pt x="185" y="111"/>
                      </a:cubicBezTo>
                      <a:cubicBezTo>
                        <a:pt x="185" y="111"/>
                        <a:pt x="185" y="111"/>
                        <a:pt x="185" y="111"/>
                      </a:cubicBezTo>
                      <a:cubicBezTo>
                        <a:pt x="185" y="111"/>
                        <a:pt x="185" y="111"/>
                        <a:pt x="185" y="111"/>
                      </a:cubicBezTo>
                      <a:cubicBezTo>
                        <a:pt x="185" y="111"/>
                        <a:pt x="185" y="111"/>
                        <a:pt x="185" y="111"/>
                      </a:cubicBezTo>
                      <a:cubicBezTo>
                        <a:pt x="185" y="111"/>
                        <a:pt x="185" y="111"/>
                        <a:pt x="185" y="111"/>
                      </a:cubicBezTo>
                      <a:cubicBezTo>
                        <a:pt x="185" y="111"/>
                        <a:pt x="185" y="111"/>
                        <a:pt x="186" y="111"/>
                      </a:cubicBezTo>
                      <a:cubicBezTo>
                        <a:pt x="186" y="111"/>
                        <a:pt x="186" y="111"/>
                        <a:pt x="186" y="111"/>
                      </a:cubicBezTo>
                      <a:cubicBezTo>
                        <a:pt x="186" y="111"/>
                        <a:pt x="186" y="111"/>
                        <a:pt x="186" y="111"/>
                      </a:cubicBezTo>
                      <a:cubicBezTo>
                        <a:pt x="186" y="111"/>
                        <a:pt x="186" y="111"/>
                        <a:pt x="186" y="111"/>
                      </a:cubicBezTo>
                      <a:cubicBezTo>
                        <a:pt x="186" y="111"/>
                        <a:pt x="186" y="111"/>
                        <a:pt x="186" y="111"/>
                      </a:cubicBezTo>
                      <a:cubicBezTo>
                        <a:pt x="186" y="111"/>
                        <a:pt x="186" y="111"/>
                        <a:pt x="186" y="111"/>
                      </a:cubicBezTo>
                      <a:cubicBezTo>
                        <a:pt x="186" y="111"/>
                        <a:pt x="186" y="111"/>
                        <a:pt x="186" y="111"/>
                      </a:cubicBezTo>
                      <a:cubicBezTo>
                        <a:pt x="186" y="111"/>
                        <a:pt x="187" y="111"/>
                        <a:pt x="187" y="111"/>
                      </a:cubicBezTo>
                      <a:cubicBezTo>
                        <a:pt x="187" y="111"/>
                        <a:pt x="187" y="111"/>
                        <a:pt x="187" y="111"/>
                      </a:cubicBezTo>
                      <a:cubicBezTo>
                        <a:pt x="187" y="111"/>
                        <a:pt x="187" y="111"/>
                        <a:pt x="187" y="111"/>
                      </a:cubicBezTo>
                      <a:cubicBezTo>
                        <a:pt x="187" y="111"/>
                        <a:pt x="187" y="111"/>
                        <a:pt x="187" y="110"/>
                      </a:cubicBezTo>
                      <a:cubicBezTo>
                        <a:pt x="188" y="110"/>
                        <a:pt x="188" y="111"/>
                        <a:pt x="188" y="111"/>
                      </a:cubicBezTo>
                      <a:cubicBezTo>
                        <a:pt x="188" y="111"/>
                        <a:pt x="188" y="111"/>
                        <a:pt x="188" y="111"/>
                      </a:cubicBezTo>
                      <a:cubicBezTo>
                        <a:pt x="188" y="111"/>
                        <a:pt x="188" y="111"/>
                        <a:pt x="188" y="111"/>
                      </a:cubicBezTo>
                      <a:cubicBezTo>
                        <a:pt x="188" y="111"/>
                        <a:pt x="188" y="110"/>
                        <a:pt x="188" y="110"/>
                      </a:cubicBezTo>
                      <a:cubicBezTo>
                        <a:pt x="188" y="110"/>
                        <a:pt x="188" y="110"/>
                        <a:pt x="188" y="110"/>
                      </a:cubicBezTo>
                      <a:cubicBezTo>
                        <a:pt x="188" y="110"/>
                        <a:pt x="188" y="110"/>
                        <a:pt x="188" y="110"/>
                      </a:cubicBezTo>
                      <a:cubicBezTo>
                        <a:pt x="188" y="110"/>
                        <a:pt x="188" y="110"/>
                        <a:pt x="188" y="110"/>
                      </a:cubicBezTo>
                      <a:cubicBezTo>
                        <a:pt x="188" y="110"/>
                        <a:pt x="188" y="110"/>
                        <a:pt x="188" y="110"/>
                      </a:cubicBezTo>
                      <a:cubicBezTo>
                        <a:pt x="188" y="110"/>
                        <a:pt x="189" y="110"/>
                        <a:pt x="189" y="110"/>
                      </a:cubicBezTo>
                      <a:cubicBezTo>
                        <a:pt x="189" y="110"/>
                        <a:pt x="189" y="110"/>
                        <a:pt x="189" y="110"/>
                      </a:cubicBezTo>
                      <a:cubicBezTo>
                        <a:pt x="189" y="110"/>
                        <a:pt x="189" y="110"/>
                        <a:pt x="189" y="110"/>
                      </a:cubicBezTo>
                      <a:cubicBezTo>
                        <a:pt x="189" y="110"/>
                        <a:pt x="189" y="109"/>
                        <a:pt x="189" y="109"/>
                      </a:cubicBezTo>
                      <a:cubicBezTo>
                        <a:pt x="189" y="109"/>
                        <a:pt x="189" y="109"/>
                        <a:pt x="189" y="109"/>
                      </a:cubicBezTo>
                      <a:cubicBezTo>
                        <a:pt x="189" y="109"/>
                        <a:pt x="189" y="109"/>
                        <a:pt x="189" y="109"/>
                      </a:cubicBezTo>
                      <a:close/>
                      <a:moveTo>
                        <a:pt x="201" y="93"/>
                      </a:moveTo>
                      <a:cubicBezTo>
                        <a:pt x="201" y="93"/>
                        <a:pt x="201" y="93"/>
                        <a:pt x="201" y="92"/>
                      </a:cubicBezTo>
                      <a:cubicBezTo>
                        <a:pt x="201" y="92"/>
                        <a:pt x="201" y="92"/>
                        <a:pt x="201" y="92"/>
                      </a:cubicBezTo>
                      <a:cubicBezTo>
                        <a:pt x="201" y="92"/>
                        <a:pt x="200" y="92"/>
                        <a:pt x="200" y="92"/>
                      </a:cubicBezTo>
                      <a:cubicBezTo>
                        <a:pt x="200" y="92"/>
                        <a:pt x="200" y="92"/>
                        <a:pt x="200" y="92"/>
                      </a:cubicBezTo>
                      <a:cubicBezTo>
                        <a:pt x="200" y="92"/>
                        <a:pt x="200" y="92"/>
                        <a:pt x="200" y="92"/>
                      </a:cubicBezTo>
                      <a:cubicBezTo>
                        <a:pt x="199" y="92"/>
                        <a:pt x="199" y="92"/>
                        <a:pt x="199" y="92"/>
                      </a:cubicBezTo>
                      <a:cubicBezTo>
                        <a:pt x="199" y="92"/>
                        <a:pt x="198" y="92"/>
                        <a:pt x="198" y="92"/>
                      </a:cubicBezTo>
                      <a:cubicBezTo>
                        <a:pt x="198" y="92"/>
                        <a:pt x="198" y="92"/>
                        <a:pt x="198" y="92"/>
                      </a:cubicBezTo>
                      <a:cubicBezTo>
                        <a:pt x="198" y="92"/>
                        <a:pt x="198" y="92"/>
                        <a:pt x="198" y="92"/>
                      </a:cubicBezTo>
                      <a:cubicBezTo>
                        <a:pt x="198" y="92"/>
                        <a:pt x="198" y="92"/>
                        <a:pt x="198" y="92"/>
                      </a:cubicBezTo>
                      <a:cubicBezTo>
                        <a:pt x="198" y="92"/>
                        <a:pt x="198" y="92"/>
                        <a:pt x="198" y="92"/>
                      </a:cubicBezTo>
                      <a:cubicBezTo>
                        <a:pt x="197" y="92"/>
                        <a:pt x="197" y="92"/>
                        <a:pt x="197" y="92"/>
                      </a:cubicBezTo>
                      <a:cubicBezTo>
                        <a:pt x="197" y="92"/>
                        <a:pt x="197" y="92"/>
                        <a:pt x="197" y="92"/>
                      </a:cubicBezTo>
                      <a:cubicBezTo>
                        <a:pt x="197" y="92"/>
                        <a:pt x="197" y="92"/>
                        <a:pt x="197" y="92"/>
                      </a:cubicBezTo>
                      <a:cubicBezTo>
                        <a:pt x="197" y="92"/>
                        <a:pt x="197" y="92"/>
                        <a:pt x="197" y="92"/>
                      </a:cubicBezTo>
                      <a:cubicBezTo>
                        <a:pt x="196" y="92"/>
                        <a:pt x="196" y="92"/>
                        <a:pt x="196" y="92"/>
                      </a:cubicBezTo>
                      <a:cubicBezTo>
                        <a:pt x="196" y="92"/>
                        <a:pt x="196" y="93"/>
                        <a:pt x="196" y="93"/>
                      </a:cubicBezTo>
                      <a:cubicBezTo>
                        <a:pt x="196" y="93"/>
                        <a:pt x="196" y="93"/>
                        <a:pt x="196" y="93"/>
                      </a:cubicBezTo>
                      <a:cubicBezTo>
                        <a:pt x="196" y="93"/>
                        <a:pt x="196" y="93"/>
                        <a:pt x="196" y="93"/>
                      </a:cubicBezTo>
                      <a:cubicBezTo>
                        <a:pt x="196" y="93"/>
                        <a:pt x="197" y="93"/>
                        <a:pt x="197" y="93"/>
                      </a:cubicBezTo>
                      <a:cubicBezTo>
                        <a:pt x="197" y="93"/>
                        <a:pt x="197" y="93"/>
                        <a:pt x="197" y="93"/>
                      </a:cubicBezTo>
                      <a:cubicBezTo>
                        <a:pt x="197" y="93"/>
                        <a:pt x="197" y="93"/>
                        <a:pt x="197" y="93"/>
                      </a:cubicBezTo>
                      <a:cubicBezTo>
                        <a:pt x="197" y="93"/>
                        <a:pt x="197" y="93"/>
                        <a:pt x="196" y="93"/>
                      </a:cubicBezTo>
                      <a:cubicBezTo>
                        <a:pt x="196" y="93"/>
                        <a:pt x="196" y="93"/>
                        <a:pt x="196" y="93"/>
                      </a:cubicBezTo>
                      <a:cubicBezTo>
                        <a:pt x="196" y="93"/>
                        <a:pt x="196" y="93"/>
                        <a:pt x="196" y="93"/>
                      </a:cubicBezTo>
                      <a:cubicBezTo>
                        <a:pt x="196" y="93"/>
                        <a:pt x="196" y="93"/>
                        <a:pt x="196" y="94"/>
                      </a:cubicBezTo>
                      <a:cubicBezTo>
                        <a:pt x="196" y="94"/>
                        <a:pt x="196" y="94"/>
                        <a:pt x="196" y="94"/>
                      </a:cubicBezTo>
                      <a:cubicBezTo>
                        <a:pt x="196" y="94"/>
                        <a:pt x="196" y="94"/>
                        <a:pt x="196" y="94"/>
                      </a:cubicBezTo>
                      <a:cubicBezTo>
                        <a:pt x="196" y="94"/>
                        <a:pt x="196" y="94"/>
                        <a:pt x="196" y="94"/>
                      </a:cubicBezTo>
                      <a:cubicBezTo>
                        <a:pt x="196" y="94"/>
                        <a:pt x="196" y="94"/>
                        <a:pt x="196" y="94"/>
                      </a:cubicBezTo>
                      <a:cubicBezTo>
                        <a:pt x="196" y="94"/>
                        <a:pt x="196" y="94"/>
                        <a:pt x="196" y="94"/>
                      </a:cubicBezTo>
                      <a:cubicBezTo>
                        <a:pt x="196" y="94"/>
                        <a:pt x="197" y="94"/>
                        <a:pt x="197" y="94"/>
                      </a:cubicBezTo>
                      <a:cubicBezTo>
                        <a:pt x="197" y="94"/>
                        <a:pt x="197" y="94"/>
                        <a:pt x="197" y="94"/>
                      </a:cubicBezTo>
                      <a:cubicBezTo>
                        <a:pt x="197" y="94"/>
                        <a:pt x="197" y="94"/>
                        <a:pt x="197" y="94"/>
                      </a:cubicBezTo>
                      <a:cubicBezTo>
                        <a:pt x="197" y="94"/>
                        <a:pt x="197" y="94"/>
                        <a:pt x="197" y="94"/>
                      </a:cubicBezTo>
                      <a:cubicBezTo>
                        <a:pt x="197" y="94"/>
                        <a:pt x="197" y="94"/>
                        <a:pt x="198" y="94"/>
                      </a:cubicBezTo>
                      <a:cubicBezTo>
                        <a:pt x="198" y="94"/>
                        <a:pt x="198" y="94"/>
                        <a:pt x="198" y="94"/>
                      </a:cubicBezTo>
                      <a:cubicBezTo>
                        <a:pt x="198" y="94"/>
                        <a:pt x="198" y="94"/>
                        <a:pt x="199" y="94"/>
                      </a:cubicBezTo>
                      <a:cubicBezTo>
                        <a:pt x="199" y="94"/>
                        <a:pt x="199" y="94"/>
                        <a:pt x="199" y="94"/>
                      </a:cubicBezTo>
                      <a:cubicBezTo>
                        <a:pt x="199" y="94"/>
                        <a:pt x="199" y="94"/>
                        <a:pt x="199" y="94"/>
                      </a:cubicBezTo>
                      <a:cubicBezTo>
                        <a:pt x="200" y="94"/>
                        <a:pt x="200" y="94"/>
                        <a:pt x="200" y="94"/>
                      </a:cubicBezTo>
                      <a:cubicBezTo>
                        <a:pt x="200" y="94"/>
                        <a:pt x="201" y="94"/>
                        <a:pt x="201" y="93"/>
                      </a:cubicBezTo>
                      <a:cubicBezTo>
                        <a:pt x="201" y="93"/>
                        <a:pt x="201" y="93"/>
                        <a:pt x="201" y="93"/>
                      </a:cubicBezTo>
                      <a:cubicBezTo>
                        <a:pt x="201" y="93"/>
                        <a:pt x="201" y="93"/>
                        <a:pt x="201" y="93"/>
                      </a:cubicBezTo>
                      <a:close/>
                      <a:moveTo>
                        <a:pt x="201" y="99"/>
                      </a:moveTo>
                      <a:cubicBezTo>
                        <a:pt x="201" y="99"/>
                        <a:pt x="201" y="99"/>
                        <a:pt x="201" y="99"/>
                      </a:cubicBezTo>
                      <a:cubicBezTo>
                        <a:pt x="201" y="99"/>
                        <a:pt x="201" y="98"/>
                        <a:pt x="201" y="98"/>
                      </a:cubicBezTo>
                      <a:cubicBezTo>
                        <a:pt x="201" y="98"/>
                        <a:pt x="201" y="98"/>
                        <a:pt x="201" y="98"/>
                      </a:cubicBezTo>
                      <a:cubicBezTo>
                        <a:pt x="201" y="98"/>
                        <a:pt x="201" y="98"/>
                        <a:pt x="201" y="98"/>
                      </a:cubicBezTo>
                      <a:cubicBezTo>
                        <a:pt x="201" y="98"/>
                        <a:pt x="201" y="98"/>
                        <a:pt x="201" y="98"/>
                      </a:cubicBezTo>
                      <a:cubicBezTo>
                        <a:pt x="201" y="98"/>
                        <a:pt x="201" y="98"/>
                        <a:pt x="201" y="98"/>
                      </a:cubicBezTo>
                      <a:cubicBezTo>
                        <a:pt x="201" y="98"/>
                        <a:pt x="201" y="98"/>
                        <a:pt x="201" y="98"/>
                      </a:cubicBezTo>
                      <a:cubicBezTo>
                        <a:pt x="200" y="98"/>
                        <a:pt x="200" y="98"/>
                        <a:pt x="200" y="98"/>
                      </a:cubicBezTo>
                      <a:cubicBezTo>
                        <a:pt x="200" y="98"/>
                        <a:pt x="200" y="98"/>
                        <a:pt x="200" y="98"/>
                      </a:cubicBezTo>
                      <a:cubicBezTo>
                        <a:pt x="200" y="98"/>
                        <a:pt x="200" y="98"/>
                        <a:pt x="200" y="98"/>
                      </a:cubicBezTo>
                      <a:cubicBezTo>
                        <a:pt x="200" y="98"/>
                        <a:pt x="200" y="98"/>
                        <a:pt x="200" y="98"/>
                      </a:cubicBezTo>
                      <a:cubicBezTo>
                        <a:pt x="199" y="98"/>
                        <a:pt x="199" y="98"/>
                        <a:pt x="200" y="98"/>
                      </a:cubicBezTo>
                      <a:cubicBezTo>
                        <a:pt x="200" y="98"/>
                        <a:pt x="200" y="98"/>
                        <a:pt x="200" y="98"/>
                      </a:cubicBezTo>
                      <a:cubicBezTo>
                        <a:pt x="200" y="98"/>
                        <a:pt x="199" y="98"/>
                        <a:pt x="199" y="98"/>
                      </a:cubicBezTo>
                      <a:cubicBezTo>
                        <a:pt x="199" y="98"/>
                        <a:pt x="199" y="98"/>
                        <a:pt x="199" y="98"/>
                      </a:cubicBezTo>
                      <a:cubicBezTo>
                        <a:pt x="199" y="98"/>
                        <a:pt x="199" y="98"/>
                        <a:pt x="199" y="98"/>
                      </a:cubicBezTo>
                      <a:cubicBezTo>
                        <a:pt x="199" y="98"/>
                        <a:pt x="199" y="98"/>
                        <a:pt x="199" y="98"/>
                      </a:cubicBezTo>
                      <a:cubicBezTo>
                        <a:pt x="199" y="98"/>
                        <a:pt x="199" y="98"/>
                        <a:pt x="199" y="98"/>
                      </a:cubicBezTo>
                      <a:cubicBezTo>
                        <a:pt x="199" y="98"/>
                        <a:pt x="198" y="98"/>
                        <a:pt x="198" y="98"/>
                      </a:cubicBezTo>
                      <a:cubicBezTo>
                        <a:pt x="198" y="98"/>
                        <a:pt x="198" y="98"/>
                        <a:pt x="198" y="98"/>
                      </a:cubicBezTo>
                      <a:cubicBezTo>
                        <a:pt x="198" y="98"/>
                        <a:pt x="198" y="98"/>
                        <a:pt x="198" y="98"/>
                      </a:cubicBezTo>
                      <a:cubicBezTo>
                        <a:pt x="198" y="98"/>
                        <a:pt x="198" y="99"/>
                        <a:pt x="198" y="99"/>
                      </a:cubicBezTo>
                      <a:cubicBezTo>
                        <a:pt x="198" y="99"/>
                        <a:pt x="198" y="99"/>
                        <a:pt x="197" y="99"/>
                      </a:cubicBezTo>
                      <a:cubicBezTo>
                        <a:pt x="197" y="99"/>
                        <a:pt x="197" y="99"/>
                        <a:pt x="197" y="99"/>
                      </a:cubicBezTo>
                      <a:cubicBezTo>
                        <a:pt x="197" y="99"/>
                        <a:pt x="197" y="99"/>
                        <a:pt x="197" y="99"/>
                      </a:cubicBezTo>
                      <a:cubicBezTo>
                        <a:pt x="197" y="99"/>
                        <a:pt x="197" y="99"/>
                        <a:pt x="197" y="99"/>
                      </a:cubicBezTo>
                      <a:cubicBezTo>
                        <a:pt x="197" y="99"/>
                        <a:pt x="196" y="99"/>
                        <a:pt x="196" y="99"/>
                      </a:cubicBezTo>
                      <a:cubicBezTo>
                        <a:pt x="196" y="99"/>
                        <a:pt x="196" y="99"/>
                        <a:pt x="196" y="99"/>
                      </a:cubicBezTo>
                      <a:cubicBezTo>
                        <a:pt x="196" y="99"/>
                        <a:pt x="196" y="99"/>
                        <a:pt x="196" y="99"/>
                      </a:cubicBezTo>
                      <a:cubicBezTo>
                        <a:pt x="196" y="99"/>
                        <a:pt x="196" y="100"/>
                        <a:pt x="196" y="100"/>
                      </a:cubicBezTo>
                      <a:cubicBezTo>
                        <a:pt x="196" y="100"/>
                        <a:pt x="196" y="100"/>
                        <a:pt x="196" y="100"/>
                      </a:cubicBezTo>
                      <a:cubicBezTo>
                        <a:pt x="196" y="100"/>
                        <a:pt x="196" y="100"/>
                        <a:pt x="196" y="100"/>
                      </a:cubicBezTo>
                      <a:cubicBezTo>
                        <a:pt x="196" y="100"/>
                        <a:pt x="196" y="100"/>
                        <a:pt x="196" y="100"/>
                      </a:cubicBezTo>
                      <a:cubicBezTo>
                        <a:pt x="196" y="100"/>
                        <a:pt x="196" y="100"/>
                        <a:pt x="196" y="100"/>
                      </a:cubicBezTo>
                      <a:cubicBezTo>
                        <a:pt x="196" y="100"/>
                        <a:pt x="196" y="101"/>
                        <a:pt x="196" y="101"/>
                      </a:cubicBezTo>
                      <a:cubicBezTo>
                        <a:pt x="196" y="101"/>
                        <a:pt x="196" y="101"/>
                        <a:pt x="196" y="101"/>
                      </a:cubicBezTo>
                      <a:cubicBezTo>
                        <a:pt x="196" y="101"/>
                        <a:pt x="196" y="101"/>
                        <a:pt x="196" y="101"/>
                      </a:cubicBezTo>
                      <a:cubicBezTo>
                        <a:pt x="196" y="101"/>
                        <a:pt x="196" y="101"/>
                        <a:pt x="196" y="101"/>
                      </a:cubicBezTo>
                      <a:cubicBezTo>
                        <a:pt x="196" y="101"/>
                        <a:pt x="195" y="101"/>
                        <a:pt x="195" y="101"/>
                      </a:cubicBezTo>
                      <a:cubicBezTo>
                        <a:pt x="195" y="101"/>
                        <a:pt x="195" y="101"/>
                        <a:pt x="195" y="101"/>
                      </a:cubicBezTo>
                      <a:cubicBezTo>
                        <a:pt x="195" y="101"/>
                        <a:pt x="195" y="101"/>
                        <a:pt x="195" y="101"/>
                      </a:cubicBezTo>
                      <a:cubicBezTo>
                        <a:pt x="195" y="101"/>
                        <a:pt x="195" y="101"/>
                        <a:pt x="195" y="101"/>
                      </a:cubicBezTo>
                      <a:cubicBezTo>
                        <a:pt x="195" y="101"/>
                        <a:pt x="195" y="101"/>
                        <a:pt x="195" y="101"/>
                      </a:cubicBezTo>
                      <a:cubicBezTo>
                        <a:pt x="195" y="101"/>
                        <a:pt x="195" y="101"/>
                        <a:pt x="195" y="101"/>
                      </a:cubicBezTo>
                      <a:cubicBezTo>
                        <a:pt x="195" y="101"/>
                        <a:pt x="195" y="101"/>
                        <a:pt x="195" y="101"/>
                      </a:cubicBezTo>
                      <a:cubicBezTo>
                        <a:pt x="194" y="101"/>
                        <a:pt x="194" y="101"/>
                        <a:pt x="194" y="101"/>
                      </a:cubicBezTo>
                      <a:cubicBezTo>
                        <a:pt x="194" y="101"/>
                        <a:pt x="194" y="101"/>
                        <a:pt x="194" y="101"/>
                      </a:cubicBezTo>
                      <a:cubicBezTo>
                        <a:pt x="194" y="101"/>
                        <a:pt x="194" y="101"/>
                        <a:pt x="194" y="101"/>
                      </a:cubicBezTo>
                      <a:cubicBezTo>
                        <a:pt x="194" y="101"/>
                        <a:pt x="194" y="101"/>
                        <a:pt x="194" y="101"/>
                      </a:cubicBezTo>
                      <a:cubicBezTo>
                        <a:pt x="194" y="100"/>
                        <a:pt x="193" y="100"/>
                        <a:pt x="193" y="100"/>
                      </a:cubicBezTo>
                      <a:cubicBezTo>
                        <a:pt x="193" y="100"/>
                        <a:pt x="193" y="100"/>
                        <a:pt x="193" y="100"/>
                      </a:cubicBezTo>
                      <a:cubicBezTo>
                        <a:pt x="193" y="100"/>
                        <a:pt x="193" y="100"/>
                        <a:pt x="193" y="100"/>
                      </a:cubicBezTo>
                      <a:cubicBezTo>
                        <a:pt x="193" y="100"/>
                        <a:pt x="193" y="101"/>
                        <a:pt x="193" y="101"/>
                      </a:cubicBezTo>
                      <a:cubicBezTo>
                        <a:pt x="193" y="101"/>
                        <a:pt x="193" y="101"/>
                        <a:pt x="192" y="101"/>
                      </a:cubicBezTo>
                      <a:cubicBezTo>
                        <a:pt x="192" y="101"/>
                        <a:pt x="192" y="101"/>
                        <a:pt x="192" y="101"/>
                      </a:cubicBezTo>
                      <a:cubicBezTo>
                        <a:pt x="192" y="101"/>
                        <a:pt x="192" y="101"/>
                        <a:pt x="192" y="101"/>
                      </a:cubicBezTo>
                      <a:cubicBezTo>
                        <a:pt x="192" y="101"/>
                        <a:pt x="192" y="101"/>
                        <a:pt x="192" y="101"/>
                      </a:cubicBezTo>
                      <a:cubicBezTo>
                        <a:pt x="192" y="101"/>
                        <a:pt x="192" y="101"/>
                        <a:pt x="192" y="101"/>
                      </a:cubicBezTo>
                      <a:cubicBezTo>
                        <a:pt x="192" y="101"/>
                        <a:pt x="192" y="102"/>
                        <a:pt x="192" y="102"/>
                      </a:cubicBezTo>
                      <a:cubicBezTo>
                        <a:pt x="192" y="102"/>
                        <a:pt x="192" y="102"/>
                        <a:pt x="192" y="102"/>
                      </a:cubicBezTo>
                      <a:cubicBezTo>
                        <a:pt x="192" y="102"/>
                        <a:pt x="191" y="102"/>
                        <a:pt x="191" y="102"/>
                      </a:cubicBezTo>
                      <a:cubicBezTo>
                        <a:pt x="191" y="102"/>
                        <a:pt x="191" y="102"/>
                        <a:pt x="191" y="102"/>
                      </a:cubicBezTo>
                      <a:cubicBezTo>
                        <a:pt x="191" y="102"/>
                        <a:pt x="191" y="102"/>
                        <a:pt x="191" y="102"/>
                      </a:cubicBezTo>
                      <a:cubicBezTo>
                        <a:pt x="191" y="102"/>
                        <a:pt x="191" y="102"/>
                        <a:pt x="191" y="103"/>
                      </a:cubicBezTo>
                      <a:cubicBezTo>
                        <a:pt x="191" y="103"/>
                        <a:pt x="191" y="103"/>
                        <a:pt x="191" y="103"/>
                      </a:cubicBezTo>
                      <a:cubicBezTo>
                        <a:pt x="191" y="103"/>
                        <a:pt x="191" y="103"/>
                        <a:pt x="191" y="103"/>
                      </a:cubicBezTo>
                      <a:cubicBezTo>
                        <a:pt x="191" y="103"/>
                        <a:pt x="191" y="103"/>
                        <a:pt x="191" y="103"/>
                      </a:cubicBezTo>
                      <a:cubicBezTo>
                        <a:pt x="191" y="103"/>
                        <a:pt x="191" y="103"/>
                        <a:pt x="191" y="104"/>
                      </a:cubicBezTo>
                      <a:cubicBezTo>
                        <a:pt x="191" y="104"/>
                        <a:pt x="191" y="104"/>
                        <a:pt x="191" y="104"/>
                      </a:cubicBezTo>
                      <a:cubicBezTo>
                        <a:pt x="191" y="104"/>
                        <a:pt x="191" y="104"/>
                        <a:pt x="191" y="104"/>
                      </a:cubicBezTo>
                      <a:cubicBezTo>
                        <a:pt x="191" y="104"/>
                        <a:pt x="190" y="104"/>
                        <a:pt x="190" y="104"/>
                      </a:cubicBezTo>
                      <a:cubicBezTo>
                        <a:pt x="190" y="104"/>
                        <a:pt x="190" y="104"/>
                        <a:pt x="190" y="104"/>
                      </a:cubicBezTo>
                      <a:cubicBezTo>
                        <a:pt x="190" y="104"/>
                        <a:pt x="190" y="105"/>
                        <a:pt x="190" y="105"/>
                      </a:cubicBezTo>
                      <a:cubicBezTo>
                        <a:pt x="190" y="105"/>
                        <a:pt x="191" y="105"/>
                        <a:pt x="191" y="105"/>
                      </a:cubicBezTo>
                      <a:cubicBezTo>
                        <a:pt x="191" y="105"/>
                        <a:pt x="191" y="105"/>
                        <a:pt x="191" y="105"/>
                      </a:cubicBezTo>
                      <a:cubicBezTo>
                        <a:pt x="191" y="105"/>
                        <a:pt x="191" y="105"/>
                        <a:pt x="191" y="105"/>
                      </a:cubicBezTo>
                      <a:cubicBezTo>
                        <a:pt x="192" y="105"/>
                        <a:pt x="192" y="105"/>
                        <a:pt x="192" y="105"/>
                      </a:cubicBezTo>
                      <a:cubicBezTo>
                        <a:pt x="191" y="106"/>
                        <a:pt x="191" y="106"/>
                        <a:pt x="191" y="106"/>
                      </a:cubicBezTo>
                      <a:cubicBezTo>
                        <a:pt x="191" y="106"/>
                        <a:pt x="191" y="106"/>
                        <a:pt x="191" y="106"/>
                      </a:cubicBezTo>
                      <a:cubicBezTo>
                        <a:pt x="191" y="106"/>
                        <a:pt x="190" y="106"/>
                        <a:pt x="190" y="106"/>
                      </a:cubicBezTo>
                      <a:cubicBezTo>
                        <a:pt x="190" y="106"/>
                        <a:pt x="190" y="106"/>
                        <a:pt x="190" y="106"/>
                      </a:cubicBezTo>
                      <a:cubicBezTo>
                        <a:pt x="190" y="106"/>
                        <a:pt x="190" y="106"/>
                        <a:pt x="190" y="106"/>
                      </a:cubicBezTo>
                      <a:cubicBezTo>
                        <a:pt x="190" y="107"/>
                        <a:pt x="190" y="107"/>
                        <a:pt x="190" y="107"/>
                      </a:cubicBezTo>
                      <a:cubicBezTo>
                        <a:pt x="190" y="107"/>
                        <a:pt x="190" y="107"/>
                        <a:pt x="190" y="107"/>
                      </a:cubicBezTo>
                      <a:cubicBezTo>
                        <a:pt x="190" y="107"/>
                        <a:pt x="190" y="107"/>
                        <a:pt x="190" y="107"/>
                      </a:cubicBezTo>
                      <a:cubicBezTo>
                        <a:pt x="190" y="107"/>
                        <a:pt x="190" y="107"/>
                        <a:pt x="190" y="107"/>
                      </a:cubicBezTo>
                      <a:cubicBezTo>
                        <a:pt x="190" y="107"/>
                        <a:pt x="190" y="107"/>
                        <a:pt x="190" y="107"/>
                      </a:cubicBezTo>
                      <a:cubicBezTo>
                        <a:pt x="190" y="107"/>
                        <a:pt x="191" y="107"/>
                        <a:pt x="191" y="107"/>
                      </a:cubicBezTo>
                      <a:cubicBezTo>
                        <a:pt x="191" y="107"/>
                        <a:pt x="191" y="107"/>
                        <a:pt x="191" y="107"/>
                      </a:cubicBezTo>
                      <a:cubicBezTo>
                        <a:pt x="191" y="107"/>
                        <a:pt x="191" y="107"/>
                        <a:pt x="191" y="107"/>
                      </a:cubicBezTo>
                      <a:cubicBezTo>
                        <a:pt x="191" y="107"/>
                        <a:pt x="191" y="107"/>
                        <a:pt x="191" y="107"/>
                      </a:cubicBezTo>
                      <a:cubicBezTo>
                        <a:pt x="191" y="107"/>
                        <a:pt x="192" y="107"/>
                        <a:pt x="192" y="107"/>
                      </a:cubicBezTo>
                      <a:cubicBezTo>
                        <a:pt x="192" y="107"/>
                        <a:pt x="193" y="107"/>
                        <a:pt x="193" y="107"/>
                      </a:cubicBezTo>
                      <a:cubicBezTo>
                        <a:pt x="193" y="107"/>
                        <a:pt x="193" y="107"/>
                        <a:pt x="193" y="107"/>
                      </a:cubicBezTo>
                      <a:cubicBezTo>
                        <a:pt x="193" y="107"/>
                        <a:pt x="193" y="107"/>
                        <a:pt x="193" y="107"/>
                      </a:cubicBezTo>
                      <a:cubicBezTo>
                        <a:pt x="194" y="106"/>
                        <a:pt x="194" y="106"/>
                        <a:pt x="194" y="106"/>
                      </a:cubicBezTo>
                      <a:cubicBezTo>
                        <a:pt x="194" y="106"/>
                        <a:pt x="194" y="106"/>
                        <a:pt x="194" y="106"/>
                      </a:cubicBezTo>
                      <a:cubicBezTo>
                        <a:pt x="194" y="106"/>
                        <a:pt x="195" y="106"/>
                        <a:pt x="195" y="106"/>
                      </a:cubicBezTo>
                      <a:cubicBezTo>
                        <a:pt x="195" y="106"/>
                        <a:pt x="196" y="106"/>
                        <a:pt x="196" y="106"/>
                      </a:cubicBezTo>
                      <a:cubicBezTo>
                        <a:pt x="196" y="106"/>
                        <a:pt x="196" y="106"/>
                        <a:pt x="196" y="106"/>
                      </a:cubicBezTo>
                      <a:cubicBezTo>
                        <a:pt x="197" y="105"/>
                        <a:pt x="197" y="105"/>
                        <a:pt x="197" y="105"/>
                      </a:cubicBezTo>
                      <a:cubicBezTo>
                        <a:pt x="197" y="105"/>
                        <a:pt x="197" y="105"/>
                        <a:pt x="197" y="105"/>
                      </a:cubicBezTo>
                      <a:cubicBezTo>
                        <a:pt x="197" y="105"/>
                        <a:pt x="197" y="105"/>
                        <a:pt x="197" y="105"/>
                      </a:cubicBezTo>
                      <a:cubicBezTo>
                        <a:pt x="198" y="104"/>
                        <a:pt x="198" y="104"/>
                        <a:pt x="198" y="104"/>
                      </a:cubicBezTo>
                      <a:cubicBezTo>
                        <a:pt x="198" y="104"/>
                        <a:pt x="198" y="104"/>
                        <a:pt x="198" y="104"/>
                      </a:cubicBezTo>
                      <a:cubicBezTo>
                        <a:pt x="198" y="104"/>
                        <a:pt x="198" y="104"/>
                        <a:pt x="198" y="104"/>
                      </a:cubicBezTo>
                      <a:cubicBezTo>
                        <a:pt x="199" y="104"/>
                        <a:pt x="199" y="103"/>
                        <a:pt x="199" y="103"/>
                      </a:cubicBezTo>
                      <a:cubicBezTo>
                        <a:pt x="199" y="103"/>
                        <a:pt x="199" y="103"/>
                        <a:pt x="199" y="103"/>
                      </a:cubicBezTo>
                      <a:cubicBezTo>
                        <a:pt x="199" y="103"/>
                        <a:pt x="200" y="103"/>
                        <a:pt x="200" y="103"/>
                      </a:cubicBezTo>
                      <a:cubicBezTo>
                        <a:pt x="200" y="103"/>
                        <a:pt x="200" y="102"/>
                        <a:pt x="200" y="102"/>
                      </a:cubicBezTo>
                      <a:cubicBezTo>
                        <a:pt x="200" y="102"/>
                        <a:pt x="200" y="102"/>
                        <a:pt x="200" y="102"/>
                      </a:cubicBezTo>
                      <a:cubicBezTo>
                        <a:pt x="200" y="102"/>
                        <a:pt x="200" y="102"/>
                        <a:pt x="200" y="102"/>
                      </a:cubicBezTo>
                      <a:cubicBezTo>
                        <a:pt x="200" y="101"/>
                        <a:pt x="200" y="101"/>
                        <a:pt x="200" y="101"/>
                      </a:cubicBezTo>
                      <a:cubicBezTo>
                        <a:pt x="200" y="101"/>
                        <a:pt x="200" y="101"/>
                        <a:pt x="201" y="101"/>
                      </a:cubicBezTo>
                      <a:cubicBezTo>
                        <a:pt x="201" y="101"/>
                        <a:pt x="200" y="101"/>
                        <a:pt x="200" y="101"/>
                      </a:cubicBezTo>
                      <a:cubicBezTo>
                        <a:pt x="200" y="101"/>
                        <a:pt x="200" y="101"/>
                        <a:pt x="200" y="101"/>
                      </a:cubicBezTo>
                      <a:cubicBezTo>
                        <a:pt x="200" y="101"/>
                        <a:pt x="200" y="101"/>
                        <a:pt x="200" y="100"/>
                      </a:cubicBezTo>
                      <a:cubicBezTo>
                        <a:pt x="200" y="100"/>
                        <a:pt x="200" y="100"/>
                        <a:pt x="200" y="100"/>
                      </a:cubicBezTo>
                      <a:cubicBezTo>
                        <a:pt x="200" y="100"/>
                        <a:pt x="200" y="100"/>
                        <a:pt x="200" y="100"/>
                      </a:cubicBezTo>
                      <a:cubicBezTo>
                        <a:pt x="200" y="100"/>
                        <a:pt x="200" y="100"/>
                        <a:pt x="200" y="100"/>
                      </a:cubicBezTo>
                      <a:cubicBezTo>
                        <a:pt x="200" y="100"/>
                        <a:pt x="200" y="100"/>
                        <a:pt x="200" y="100"/>
                      </a:cubicBezTo>
                      <a:cubicBezTo>
                        <a:pt x="200" y="100"/>
                        <a:pt x="200" y="100"/>
                        <a:pt x="200" y="100"/>
                      </a:cubicBezTo>
                      <a:cubicBezTo>
                        <a:pt x="200" y="100"/>
                        <a:pt x="200" y="99"/>
                        <a:pt x="200" y="99"/>
                      </a:cubicBezTo>
                      <a:cubicBezTo>
                        <a:pt x="200" y="99"/>
                        <a:pt x="200" y="99"/>
                        <a:pt x="200" y="99"/>
                      </a:cubicBezTo>
                      <a:cubicBezTo>
                        <a:pt x="200" y="99"/>
                        <a:pt x="200" y="99"/>
                        <a:pt x="200" y="99"/>
                      </a:cubicBezTo>
                      <a:cubicBezTo>
                        <a:pt x="200" y="99"/>
                        <a:pt x="200" y="99"/>
                        <a:pt x="200" y="99"/>
                      </a:cubicBezTo>
                      <a:cubicBezTo>
                        <a:pt x="200" y="99"/>
                        <a:pt x="201" y="99"/>
                        <a:pt x="201" y="99"/>
                      </a:cubicBezTo>
                      <a:cubicBezTo>
                        <a:pt x="201" y="99"/>
                        <a:pt x="201" y="99"/>
                        <a:pt x="201" y="99"/>
                      </a:cubicBezTo>
                      <a:cubicBezTo>
                        <a:pt x="201" y="99"/>
                        <a:pt x="201" y="99"/>
                        <a:pt x="201" y="99"/>
                      </a:cubicBezTo>
                      <a:cubicBezTo>
                        <a:pt x="201" y="99"/>
                        <a:pt x="201" y="99"/>
                        <a:pt x="201" y="99"/>
                      </a:cubicBezTo>
                      <a:cubicBezTo>
                        <a:pt x="201" y="99"/>
                        <a:pt x="201" y="99"/>
                        <a:pt x="201" y="99"/>
                      </a:cubicBezTo>
                      <a:close/>
                      <a:moveTo>
                        <a:pt x="195" y="93"/>
                      </a:moveTo>
                      <a:cubicBezTo>
                        <a:pt x="195" y="93"/>
                        <a:pt x="195" y="93"/>
                        <a:pt x="195" y="93"/>
                      </a:cubicBezTo>
                      <a:cubicBezTo>
                        <a:pt x="195" y="92"/>
                        <a:pt x="195" y="92"/>
                        <a:pt x="195" y="92"/>
                      </a:cubicBezTo>
                      <a:cubicBezTo>
                        <a:pt x="195" y="92"/>
                        <a:pt x="195" y="92"/>
                        <a:pt x="195" y="92"/>
                      </a:cubicBezTo>
                      <a:cubicBezTo>
                        <a:pt x="195" y="92"/>
                        <a:pt x="195" y="92"/>
                        <a:pt x="195" y="92"/>
                      </a:cubicBezTo>
                      <a:cubicBezTo>
                        <a:pt x="195" y="92"/>
                        <a:pt x="195" y="93"/>
                        <a:pt x="195" y="93"/>
                      </a:cubicBezTo>
                      <a:cubicBezTo>
                        <a:pt x="195" y="93"/>
                        <a:pt x="195" y="93"/>
                        <a:pt x="195" y="93"/>
                      </a:cubicBezTo>
                      <a:cubicBezTo>
                        <a:pt x="195" y="93"/>
                        <a:pt x="195" y="93"/>
                        <a:pt x="195" y="93"/>
                      </a:cubicBezTo>
                      <a:cubicBezTo>
                        <a:pt x="195" y="93"/>
                        <a:pt x="195" y="93"/>
                        <a:pt x="195" y="93"/>
                      </a:cubicBezTo>
                      <a:cubicBezTo>
                        <a:pt x="195" y="93"/>
                        <a:pt x="195" y="93"/>
                        <a:pt x="195" y="93"/>
                      </a:cubicBezTo>
                      <a:cubicBezTo>
                        <a:pt x="195" y="93"/>
                        <a:pt x="195" y="93"/>
                        <a:pt x="194" y="93"/>
                      </a:cubicBezTo>
                      <a:cubicBezTo>
                        <a:pt x="194" y="93"/>
                        <a:pt x="194" y="93"/>
                        <a:pt x="194" y="93"/>
                      </a:cubicBezTo>
                      <a:cubicBezTo>
                        <a:pt x="194" y="93"/>
                        <a:pt x="194" y="93"/>
                        <a:pt x="194" y="93"/>
                      </a:cubicBezTo>
                      <a:cubicBezTo>
                        <a:pt x="194" y="93"/>
                        <a:pt x="194" y="93"/>
                        <a:pt x="194" y="93"/>
                      </a:cubicBezTo>
                      <a:cubicBezTo>
                        <a:pt x="194" y="93"/>
                        <a:pt x="194" y="93"/>
                        <a:pt x="194" y="94"/>
                      </a:cubicBezTo>
                      <a:cubicBezTo>
                        <a:pt x="194" y="94"/>
                        <a:pt x="194" y="94"/>
                        <a:pt x="194" y="94"/>
                      </a:cubicBezTo>
                      <a:cubicBezTo>
                        <a:pt x="194" y="94"/>
                        <a:pt x="194" y="94"/>
                        <a:pt x="194" y="94"/>
                      </a:cubicBezTo>
                      <a:cubicBezTo>
                        <a:pt x="194" y="94"/>
                        <a:pt x="194" y="94"/>
                        <a:pt x="194" y="94"/>
                      </a:cubicBezTo>
                      <a:cubicBezTo>
                        <a:pt x="194" y="94"/>
                        <a:pt x="194" y="94"/>
                        <a:pt x="194" y="94"/>
                      </a:cubicBezTo>
                      <a:cubicBezTo>
                        <a:pt x="194" y="93"/>
                        <a:pt x="194" y="93"/>
                        <a:pt x="194" y="93"/>
                      </a:cubicBezTo>
                      <a:cubicBezTo>
                        <a:pt x="194" y="93"/>
                        <a:pt x="193" y="93"/>
                        <a:pt x="193" y="93"/>
                      </a:cubicBezTo>
                      <a:cubicBezTo>
                        <a:pt x="193" y="93"/>
                        <a:pt x="193" y="93"/>
                        <a:pt x="193" y="94"/>
                      </a:cubicBezTo>
                      <a:cubicBezTo>
                        <a:pt x="193" y="94"/>
                        <a:pt x="193" y="94"/>
                        <a:pt x="193" y="94"/>
                      </a:cubicBezTo>
                      <a:cubicBezTo>
                        <a:pt x="193" y="94"/>
                        <a:pt x="193" y="94"/>
                        <a:pt x="193" y="94"/>
                      </a:cubicBezTo>
                      <a:cubicBezTo>
                        <a:pt x="193" y="94"/>
                        <a:pt x="193" y="94"/>
                        <a:pt x="193" y="94"/>
                      </a:cubicBezTo>
                      <a:cubicBezTo>
                        <a:pt x="193" y="94"/>
                        <a:pt x="193" y="94"/>
                        <a:pt x="193" y="94"/>
                      </a:cubicBezTo>
                      <a:cubicBezTo>
                        <a:pt x="193" y="94"/>
                        <a:pt x="193" y="94"/>
                        <a:pt x="193" y="94"/>
                      </a:cubicBezTo>
                      <a:cubicBezTo>
                        <a:pt x="193" y="94"/>
                        <a:pt x="193" y="94"/>
                        <a:pt x="193" y="94"/>
                      </a:cubicBezTo>
                      <a:cubicBezTo>
                        <a:pt x="193" y="94"/>
                        <a:pt x="193" y="94"/>
                        <a:pt x="193" y="94"/>
                      </a:cubicBezTo>
                      <a:cubicBezTo>
                        <a:pt x="193" y="94"/>
                        <a:pt x="193" y="94"/>
                        <a:pt x="193" y="94"/>
                      </a:cubicBezTo>
                      <a:cubicBezTo>
                        <a:pt x="193" y="94"/>
                        <a:pt x="194" y="94"/>
                        <a:pt x="194" y="94"/>
                      </a:cubicBezTo>
                      <a:cubicBezTo>
                        <a:pt x="194" y="94"/>
                        <a:pt x="194" y="95"/>
                        <a:pt x="194" y="95"/>
                      </a:cubicBezTo>
                      <a:cubicBezTo>
                        <a:pt x="194" y="95"/>
                        <a:pt x="194" y="95"/>
                        <a:pt x="194" y="95"/>
                      </a:cubicBezTo>
                      <a:cubicBezTo>
                        <a:pt x="194" y="95"/>
                        <a:pt x="194" y="95"/>
                        <a:pt x="194" y="95"/>
                      </a:cubicBezTo>
                      <a:cubicBezTo>
                        <a:pt x="194" y="95"/>
                        <a:pt x="194" y="95"/>
                        <a:pt x="194" y="95"/>
                      </a:cubicBezTo>
                      <a:cubicBezTo>
                        <a:pt x="194" y="95"/>
                        <a:pt x="194" y="95"/>
                        <a:pt x="194" y="95"/>
                      </a:cubicBezTo>
                      <a:cubicBezTo>
                        <a:pt x="194" y="95"/>
                        <a:pt x="194" y="95"/>
                        <a:pt x="194" y="95"/>
                      </a:cubicBezTo>
                      <a:cubicBezTo>
                        <a:pt x="194" y="95"/>
                        <a:pt x="195" y="95"/>
                        <a:pt x="195" y="94"/>
                      </a:cubicBezTo>
                      <a:cubicBezTo>
                        <a:pt x="195" y="94"/>
                        <a:pt x="195" y="94"/>
                        <a:pt x="195" y="94"/>
                      </a:cubicBezTo>
                      <a:cubicBezTo>
                        <a:pt x="195" y="94"/>
                        <a:pt x="195" y="94"/>
                        <a:pt x="195" y="94"/>
                      </a:cubicBezTo>
                      <a:cubicBezTo>
                        <a:pt x="195" y="94"/>
                        <a:pt x="195" y="94"/>
                        <a:pt x="195" y="94"/>
                      </a:cubicBezTo>
                      <a:cubicBezTo>
                        <a:pt x="195" y="93"/>
                        <a:pt x="195" y="93"/>
                        <a:pt x="195" y="93"/>
                      </a:cubicBezTo>
                      <a:cubicBezTo>
                        <a:pt x="195" y="93"/>
                        <a:pt x="195" y="93"/>
                        <a:pt x="195" y="93"/>
                      </a:cubicBezTo>
                      <a:cubicBezTo>
                        <a:pt x="195" y="93"/>
                        <a:pt x="195" y="93"/>
                        <a:pt x="195" y="93"/>
                      </a:cubicBezTo>
                      <a:cubicBezTo>
                        <a:pt x="195" y="93"/>
                        <a:pt x="195" y="93"/>
                        <a:pt x="195" y="93"/>
                      </a:cubicBezTo>
                      <a:cubicBezTo>
                        <a:pt x="195" y="93"/>
                        <a:pt x="195" y="93"/>
                        <a:pt x="195" y="93"/>
                      </a:cubicBezTo>
                      <a:close/>
                      <a:moveTo>
                        <a:pt x="164" y="96"/>
                      </a:moveTo>
                      <a:cubicBezTo>
                        <a:pt x="164" y="96"/>
                        <a:pt x="164" y="96"/>
                        <a:pt x="164" y="96"/>
                      </a:cubicBezTo>
                      <a:cubicBezTo>
                        <a:pt x="164" y="96"/>
                        <a:pt x="165" y="96"/>
                        <a:pt x="165" y="96"/>
                      </a:cubicBezTo>
                      <a:cubicBezTo>
                        <a:pt x="165" y="96"/>
                        <a:pt x="165" y="96"/>
                        <a:pt x="165" y="96"/>
                      </a:cubicBezTo>
                      <a:cubicBezTo>
                        <a:pt x="165" y="95"/>
                        <a:pt x="165" y="95"/>
                        <a:pt x="165" y="95"/>
                      </a:cubicBezTo>
                      <a:cubicBezTo>
                        <a:pt x="165" y="95"/>
                        <a:pt x="165" y="95"/>
                        <a:pt x="165" y="95"/>
                      </a:cubicBezTo>
                      <a:cubicBezTo>
                        <a:pt x="165" y="95"/>
                        <a:pt x="164" y="95"/>
                        <a:pt x="164" y="95"/>
                      </a:cubicBezTo>
                      <a:cubicBezTo>
                        <a:pt x="164" y="95"/>
                        <a:pt x="164" y="96"/>
                        <a:pt x="164" y="96"/>
                      </a:cubicBezTo>
                      <a:cubicBezTo>
                        <a:pt x="164" y="96"/>
                        <a:pt x="164" y="96"/>
                        <a:pt x="164" y="96"/>
                      </a:cubicBezTo>
                      <a:cubicBezTo>
                        <a:pt x="164" y="96"/>
                        <a:pt x="164" y="96"/>
                        <a:pt x="164" y="96"/>
                      </a:cubicBezTo>
                      <a:cubicBezTo>
                        <a:pt x="164" y="96"/>
                        <a:pt x="164" y="96"/>
                        <a:pt x="164" y="96"/>
                      </a:cubicBezTo>
                      <a:cubicBezTo>
                        <a:pt x="164" y="96"/>
                        <a:pt x="164" y="95"/>
                        <a:pt x="164" y="95"/>
                      </a:cubicBezTo>
                      <a:cubicBezTo>
                        <a:pt x="164" y="95"/>
                        <a:pt x="164" y="95"/>
                        <a:pt x="164" y="95"/>
                      </a:cubicBezTo>
                      <a:cubicBezTo>
                        <a:pt x="164" y="95"/>
                        <a:pt x="164" y="95"/>
                        <a:pt x="164" y="95"/>
                      </a:cubicBezTo>
                      <a:cubicBezTo>
                        <a:pt x="164" y="95"/>
                        <a:pt x="164" y="96"/>
                        <a:pt x="164" y="96"/>
                      </a:cubicBezTo>
                      <a:cubicBezTo>
                        <a:pt x="164" y="96"/>
                        <a:pt x="164" y="96"/>
                        <a:pt x="164" y="96"/>
                      </a:cubicBezTo>
                      <a:cubicBezTo>
                        <a:pt x="164" y="96"/>
                        <a:pt x="164" y="96"/>
                        <a:pt x="164" y="96"/>
                      </a:cubicBezTo>
                      <a:cubicBezTo>
                        <a:pt x="164" y="96"/>
                        <a:pt x="164" y="96"/>
                        <a:pt x="164" y="96"/>
                      </a:cubicBezTo>
                      <a:cubicBezTo>
                        <a:pt x="164" y="96"/>
                        <a:pt x="164" y="96"/>
                        <a:pt x="164" y="96"/>
                      </a:cubicBezTo>
                      <a:cubicBezTo>
                        <a:pt x="164" y="96"/>
                        <a:pt x="164" y="96"/>
                        <a:pt x="164" y="96"/>
                      </a:cubicBezTo>
                      <a:cubicBezTo>
                        <a:pt x="164" y="96"/>
                        <a:pt x="164" y="96"/>
                        <a:pt x="164" y="97"/>
                      </a:cubicBezTo>
                      <a:cubicBezTo>
                        <a:pt x="164" y="97"/>
                        <a:pt x="164" y="97"/>
                        <a:pt x="164" y="97"/>
                      </a:cubicBezTo>
                      <a:cubicBezTo>
                        <a:pt x="164" y="97"/>
                        <a:pt x="164" y="97"/>
                        <a:pt x="164" y="97"/>
                      </a:cubicBezTo>
                      <a:cubicBezTo>
                        <a:pt x="164" y="97"/>
                        <a:pt x="164" y="96"/>
                        <a:pt x="164" y="96"/>
                      </a:cubicBezTo>
                      <a:cubicBezTo>
                        <a:pt x="164" y="96"/>
                        <a:pt x="164" y="96"/>
                        <a:pt x="164" y="96"/>
                      </a:cubicBezTo>
                      <a:cubicBezTo>
                        <a:pt x="164" y="96"/>
                        <a:pt x="164" y="96"/>
                        <a:pt x="164" y="96"/>
                      </a:cubicBezTo>
                      <a:cubicBezTo>
                        <a:pt x="164" y="96"/>
                        <a:pt x="164" y="96"/>
                        <a:pt x="164" y="96"/>
                      </a:cubicBezTo>
                      <a:close/>
                      <a:moveTo>
                        <a:pt x="188" y="94"/>
                      </a:moveTo>
                      <a:cubicBezTo>
                        <a:pt x="188" y="94"/>
                        <a:pt x="188" y="94"/>
                        <a:pt x="188" y="94"/>
                      </a:cubicBezTo>
                      <a:cubicBezTo>
                        <a:pt x="188" y="94"/>
                        <a:pt x="188" y="93"/>
                        <a:pt x="188" y="93"/>
                      </a:cubicBezTo>
                      <a:cubicBezTo>
                        <a:pt x="189" y="93"/>
                        <a:pt x="189" y="93"/>
                        <a:pt x="189" y="93"/>
                      </a:cubicBezTo>
                      <a:cubicBezTo>
                        <a:pt x="189" y="93"/>
                        <a:pt x="188" y="93"/>
                        <a:pt x="188" y="93"/>
                      </a:cubicBezTo>
                      <a:cubicBezTo>
                        <a:pt x="188" y="93"/>
                        <a:pt x="188" y="93"/>
                        <a:pt x="188" y="93"/>
                      </a:cubicBezTo>
                      <a:cubicBezTo>
                        <a:pt x="188" y="93"/>
                        <a:pt x="188" y="93"/>
                        <a:pt x="188" y="93"/>
                      </a:cubicBezTo>
                      <a:cubicBezTo>
                        <a:pt x="188" y="93"/>
                        <a:pt x="188" y="93"/>
                        <a:pt x="188" y="93"/>
                      </a:cubicBezTo>
                      <a:cubicBezTo>
                        <a:pt x="188" y="93"/>
                        <a:pt x="188" y="93"/>
                        <a:pt x="188" y="93"/>
                      </a:cubicBezTo>
                      <a:cubicBezTo>
                        <a:pt x="188" y="93"/>
                        <a:pt x="187" y="93"/>
                        <a:pt x="187" y="93"/>
                      </a:cubicBezTo>
                      <a:cubicBezTo>
                        <a:pt x="187" y="93"/>
                        <a:pt x="187" y="93"/>
                        <a:pt x="187" y="93"/>
                      </a:cubicBezTo>
                      <a:cubicBezTo>
                        <a:pt x="187" y="93"/>
                        <a:pt x="187" y="93"/>
                        <a:pt x="187" y="93"/>
                      </a:cubicBezTo>
                      <a:cubicBezTo>
                        <a:pt x="187" y="94"/>
                        <a:pt x="187" y="94"/>
                        <a:pt x="187" y="94"/>
                      </a:cubicBezTo>
                      <a:cubicBezTo>
                        <a:pt x="187" y="94"/>
                        <a:pt x="187" y="94"/>
                        <a:pt x="187" y="94"/>
                      </a:cubicBezTo>
                      <a:cubicBezTo>
                        <a:pt x="187" y="94"/>
                        <a:pt x="187" y="94"/>
                        <a:pt x="187" y="94"/>
                      </a:cubicBezTo>
                      <a:cubicBezTo>
                        <a:pt x="187" y="94"/>
                        <a:pt x="187" y="94"/>
                        <a:pt x="187" y="94"/>
                      </a:cubicBezTo>
                      <a:cubicBezTo>
                        <a:pt x="187" y="94"/>
                        <a:pt x="187" y="94"/>
                        <a:pt x="188" y="94"/>
                      </a:cubicBezTo>
                      <a:cubicBezTo>
                        <a:pt x="188" y="94"/>
                        <a:pt x="188" y="94"/>
                        <a:pt x="188" y="94"/>
                      </a:cubicBezTo>
                      <a:close/>
                      <a:moveTo>
                        <a:pt x="187" y="94"/>
                      </a:moveTo>
                      <a:cubicBezTo>
                        <a:pt x="187" y="94"/>
                        <a:pt x="187" y="94"/>
                        <a:pt x="187" y="94"/>
                      </a:cubicBezTo>
                      <a:cubicBezTo>
                        <a:pt x="187" y="94"/>
                        <a:pt x="187" y="94"/>
                        <a:pt x="187" y="94"/>
                      </a:cubicBezTo>
                      <a:cubicBezTo>
                        <a:pt x="187" y="94"/>
                        <a:pt x="187" y="94"/>
                        <a:pt x="187" y="94"/>
                      </a:cubicBezTo>
                      <a:cubicBezTo>
                        <a:pt x="187" y="94"/>
                        <a:pt x="187" y="94"/>
                        <a:pt x="186" y="94"/>
                      </a:cubicBezTo>
                      <a:cubicBezTo>
                        <a:pt x="186" y="94"/>
                        <a:pt x="186" y="94"/>
                        <a:pt x="186" y="94"/>
                      </a:cubicBezTo>
                      <a:cubicBezTo>
                        <a:pt x="186" y="94"/>
                        <a:pt x="186" y="94"/>
                        <a:pt x="186" y="94"/>
                      </a:cubicBezTo>
                      <a:cubicBezTo>
                        <a:pt x="186" y="94"/>
                        <a:pt x="186" y="94"/>
                        <a:pt x="186" y="95"/>
                      </a:cubicBezTo>
                      <a:cubicBezTo>
                        <a:pt x="186" y="95"/>
                        <a:pt x="186" y="95"/>
                        <a:pt x="186" y="95"/>
                      </a:cubicBezTo>
                      <a:cubicBezTo>
                        <a:pt x="186" y="95"/>
                        <a:pt x="186" y="95"/>
                        <a:pt x="186" y="95"/>
                      </a:cubicBezTo>
                      <a:cubicBezTo>
                        <a:pt x="186" y="95"/>
                        <a:pt x="186" y="95"/>
                        <a:pt x="186" y="95"/>
                      </a:cubicBezTo>
                      <a:cubicBezTo>
                        <a:pt x="186" y="95"/>
                        <a:pt x="186" y="95"/>
                        <a:pt x="186" y="95"/>
                      </a:cubicBezTo>
                      <a:cubicBezTo>
                        <a:pt x="186" y="95"/>
                        <a:pt x="186" y="95"/>
                        <a:pt x="186" y="95"/>
                      </a:cubicBezTo>
                      <a:cubicBezTo>
                        <a:pt x="186" y="95"/>
                        <a:pt x="186" y="95"/>
                        <a:pt x="186" y="95"/>
                      </a:cubicBezTo>
                      <a:cubicBezTo>
                        <a:pt x="186" y="95"/>
                        <a:pt x="186" y="95"/>
                        <a:pt x="186" y="95"/>
                      </a:cubicBezTo>
                      <a:cubicBezTo>
                        <a:pt x="186" y="95"/>
                        <a:pt x="186" y="95"/>
                        <a:pt x="186" y="95"/>
                      </a:cubicBezTo>
                      <a:cubicBezTo>
                        <a:pt x="186" y="95"/>
                        <a:pt x="186" y="95"/>
                        <a:pt x="187" y="95"/>
                      </a:cubicBezTo>
                      <a:cubicBezTo>
                        <a:pt x="187" y="95"/>
                        <a:pt x="187" y="95"/>
                        <a:pt x="187" y="95"/>
                      </a:cubicBezTo>
                      <a:cubicBezTo>
                        <a:pt x="187" y="94"/>
                        <a:pt x="187" y="94"/>
                        <a:pt x="187" y="94"/>
                      </a:cubicBezTo>
                      <a:cubicBezTo>
                        <a:pt x="187" y="94"/>
                        <a:pt x="187" y="94"/>
                        <a:pt x="187" y="94"/>
                      </a:cubicBezTo>
                      <a:cubicBezTo>
                        <a:pt x="187" y="94"/>
                        <a:pt x="187" y="94"/>
                        <a:pt x="187" y="94"/>
                      </a:cubicBezTo>
                      <a:cubicBezTo>
                        <a:pt x="187" y="94"/>
                        <a:pt x="187" y="94"/>
                        <a:pt x="187" y="94"/>
                      </a:cubicBezTo>
                      <a:cubicBezTo>
                        <a:pt x="187" y="94"/>
                        <a:pt x="187" y="94"/>
                        <a:pt x="187" y="94"/>
                      </a:cubicBezTo>
                      <a:close/>
                      <a:moveTo>
                        <a:pt x="190" y="94"/>
                      </a:moveTo>
                      <a:cubicBezTo>
                        <a:pt x="191" y="94"/>
                        <a:pt x="191" y="94"/>
                        <a:pt x="191" y="94"/>
                      </a:cubicBezTo>
                      <a:cubicBezTo>
                        <a:pt x="191" y="94"/>
                        <a:pt x="191" y="94"/>
                        <a:pt x="191" y="94"/>
                      </a:cubicBezTo>
                      <a:cubicBezTo>
                        <a:pt x="191" y="94"/>
                        <a:pt x="191" y="94"/>
                        <a:pt x="191" y="94"/>
                      </a:cubicBezTo>
                      <a:cubicBezTo>
                        <a:pt x="191" y="94"/>
                        <a:pt x="191" y="94"/>
                        <a:pt x="191" y="94"/>
                      </a:cubicBezTo>
                      <a:cubicBezTo>
                        <a:pt x="191" y="94"/>
                        <a:pt x="191" y="94"/>
                        <a:pt x="191" y="94"/>
                      </a:cubicBezTo>
                      <a:cubicBezTo>
                        <a:pt x="191" y="94"/>
                        <a:pt x="191" y="94"/>
                        <a:pt x="191" y="94"/>
                      </a:cubicBezTo>
                      <a:cubicBezTo>
                        <a:pt x="191" y="94"/>
                        <a:pt x="191" y="94"/>
                        <a:pt x="191" y="94"/>
                      </a:cubicBezTo>
                      <a:cubicBezTo>
                        <a:pt x="191" y="93"/>
                        <a:pt x="191" y="93"/>
                        <a:pt x="192" y="93"/>
                      </a:cubicBezTo>
                      <a:cubicBezTo>
                        <a:pt x="192" y="93"/>
                        <a:pt x="192" y="93"/>
                        <a:pt x="192" y="93"/>
                      </a:cubicBezTo>
                      <a:cubicBezTo>
                        <a:pt x="192" y="93"/>
                        <a:pt x="192" y="93"/>
                        <a:pt x="192" y="93"/>
                      </a:cubicBezTo>
                      <a:cubicBezTo>
                        <a:pt x="192" y="93"/>
                        <a:pt x="192" y="93"/>
                        <a:pt x="192" y="93"/>
                      </a:cubicBezTo>
                      <a:cubicBezTo>
                        <a:pt x="192" y="93"/>
                        <a:pt x="192" y="93"/>
                        <a:pt x="193" y="93"/>
                      </a:cubicBezTo>
                      <a:cubicBezTo>
                        <a:pt x="193" y="93"/>
                        <a:pt x="193" y="93"/>
                        <a:pt x="193" y="93"/>
                      </a:cubicBezTo>
                      <a:cubicBezTo>
                        <a:pt x="193" y="93"/>
                        <a:pt x="193" y="93"/>
                        <a:pt x="193" y="93"/>
                      </a:cubicBezTo>
                      <a:cubicBezTo>
                        <a:pt x="193" y="93"/>
                        <a:pt x="193" y="93"/>
                        <a:pt x="193" y="93"/>
                      </a:cubicBezTo>
                      <a:cubicBezTo>
                        <a:pt x="192" y="93"/>
                        <a:pt x="192" y="93"/>
                        <a:pt x="192" y="93"/>
                      </a:cubicBezTo>
                      <a:cubicBezTo>
                        <a:pt x="192" y="93"/>
                        <a:pt x="192" y="93"/>
                        <a:pt x="192" y="93"/>
                      </a:cubicBezTo>
                      <a:cubicBezTo>
                        <a:pt x="192" y="93"/>
                        <a:pt x="192" y="93"/>
                        <a:pt x="192" y="93"/>
                      </a:cubicBezTo>
                      <a:cubicBezTo>
                        <a:pt x="192" y="93"/>
                        <a:pt x="192" y="93"/>
                        <a:pt x="192" y="92"/>
                      </a:cubicBezTo>
                      <a:cubicBezTo>
                        <a:pt x="192" y="92"/>
                        <a:pt x="192" y="92"/>
                        <a:pt x="192" y="92"/>
                      </a:cubicBezTo>
                      <a:cubicBezTo>
                        <a:pt x="192" y="92"/>
                        <a:pt x="191" y="93"/>
                        <a:pt x="191" y="93"/>
                      </a:cubicBezTo>
                      <a:cubicBezTo>
                        <a:pt x="191" y="93"/>
                        <a:pt x="191" y="93"/>
                        <a:pt x="191" y="93"/>
                      </a:cubicBezTo>
                      <a:cubicBezTo>
                        <a:pt x="191" y="93"/>
                        <a:pt x="191" y="93"/>
                        <a:pt x="191" y="93"/>
                      </a:cubicBezTo>
                      <a:cubicBezTo>
                        <a:pt x="191" y="93"/>
                        <a:pt x="191" y="93"/>
                        <a:pt x="191" y="93"/>
                      </a:cubicBezTo>
                      <a:cubicBezTo>
                        <a:pt x="191" y="93"/>
                        <a:pt x="191" y="93"/>
                        <a:pt x="191" y="93"/>
                      </a:cubicBezTo>
                      <a:cubicBezTo>
                        <a:pt x="191" y="93"/>
                        <a:pt x="191" y="93"/>
                        <a:pt x="191" y="93"/>
                      </a:cubicBezTo>
                      <a:cubicBezTo>
                        <a:pt x="190" y="93"/>
                        <a:pt x="191" y="93"/>
                        <a:pt x="191" y="93"/>
                      </a:cubicBezTo>
                      <a:cubicBezTo>
                        <a:pt x="191" y="93"/>
                        <a:pt x="191" y="93"/>
                        <a:pt x="191" y="93"/>
                      </a:cubicBezTo>
                      <a:cubicBezTo>
                        <a:pt x="191" y="93"/>
                        <a:pt x="191" y="93"/>
                        <a:pt x="191" y="93"/>
                      </a:cubicBezTo>
                      <a:cubicBezTo>
                        <a:pt x="190" y="93"/>
                        <a:pt x="191" y="93"/>
                        <a:pt x="190" y="93"/>
                      </a:cubicBezTo>
                      <a:cubicBezTo>
                        <a:pt x="190" y="93"/>
                        <a:pt x="190" y="93"/>
                        <a:pt x="190" y="93"/>
                      </a:cubicBezTo>
                      <a:cubicBezTo>
                        <a:pt x="190" y="93"/>
                        <a:pt x="190" y="93"/>
                        <a:pt x="190" y="93"/>
                      </a:cubicBezTo>
                      <a:cubicBezTo>
                        <a:pt x="190" y="93"/>
                        <a:pt x="190" y="93"/>
                        <a:pt x="190" y="94"/>
                      </a:cubicBezTo>
                      <a:cubicBezTo>
                        <a:pt x="190" y="94"/>
                        <a:pt x="190" y="94"/>
                        <a:pt x="190" y="94"/>
                      </a:cubicBezTo>
                      <a:cubicBezTo>
                        <a:pt x="190" y="94"/>
                        <a:pt x="190" y="94"/>
                        <a:pt x="190" y="94"/>
                      </a:cubicBezTo>
                      <a:cubicBezTo>
                        <a:pt x="190" y="94"/>
                        <a:pt x="190" y="93"/>
                        <a:pt x="190" y="93"/>
                      </a:cubicBezTo>
                      <a:cubicBezTo>
                        <a:pt x="190" y="93"/>
                        <a:pt x="190" y="93"/>
                        <a:pt x="190" y="93"/>
                      </a:cubicBezTo>
                      <a:cubicBezTo>
                        <a:pt x="190" y="93"/>
                        <a:pt x="190" y="93"/>
                        <a:pt x="190" y="93"/>
                      </a:cubicBezTo>
                      <a:cubicBezTo>
                        <a:pt x="190" y="93"/>
                        <a:pt x="190" y="93"/>
                        <a:pt x="190" y="93"/>
                      </a:cubicBezTo>
                      <a:cubicBezTo>
                        <a:pt x="190" y="93"/>
                        <a:pt x="190" y="93"/>
                        <a:pt x="190" y="93"/>
                      </a:cubicBezTo>
                      <a:cubicBezTo>
                        <a:pt x="190" y="93"/>
                        <a:pt x="190" y="93"/>
                        <a:pt x="190" y="93"/>
                      </a:cubicBezTo>
                      <a:cubicBezTo>
                        <a:pt x="190" y="93"/>
                        <a:pt x="189" y="93"/>
                        <a:pt x="189" y="93"/>
                      </a:cubicBezTo>
                      <a:cubicBezTo>
                        <a:pt x="189" y="93"/>
                        <a:pt x="189" y="93"/>
                        <a:pt x="189" y="93"/>
                      </a:cubicBezTo>
                      <a:cubicBezTo>
                        <a:pt x="189" y="93"/>
                        <a:pt x="189" y="93"/>
                        <a:pt x="189" y="93"/>
                      </a:cubicBezTo>
                      <a:cubicBezTo>
                        <a:pt x="189" y="93"/>
                        <a:pt x="189" y="93"/>
                        <a:pt x="189" y="93"/>
                      </a:cubicBezTo>
                      <a:cubicBezTo>
                        <a:pt x="189" y="93"/>
                        <a:pt x="189" y="93"/>
                        <a:pt x="189" y="93"/>
                      </a:cubicBezTo>
                      <a:cubicBezTo>
                        <a:pt x="189" y="93"/>
                        <a:pt x="189" y="93"/>
                        <a:pt x="189" y="93"/>
                      </a:cubicBezTo>
                      <a:cubicBezTo>
                        <a:pt x="189" y="93"/>
                        <a:pt x="189" y="93"/>
                        <a:pt x="189" y="93"/>
                      </a:cubicBezTo>
                      <a:cubicBezTo>
                        <a:pt x="189" y="93"/>
                        <a:pt x="189" y="93"/>
                        <a:pt x="190" y="93"/>
                      </a:cubicBezTo>
                      <a:cubicBezTo>
                        <a:pt x="190" y="93"/>
                        <a:pt x="190" y="93"/>
                        <a:pt x="190" y="94"/>
                      </a:cubicBezTo>
                      <a:cubicBezTo>
                        <a:pt x="190" y="94"/>
                        <a:pt x="189" y="94"/>
                        <a:pt x="189" y="94"/>
                      </a:cubicBezTo>
                      <a:cubicBezTo>
                        <a:pt x="189" y="94"/>
                        <a:pt x="189" y="94"/>
                        <a:pt x="189" y="94"/>
                      </a:cubicBezTo>
                      <a:cubicBezTo>
                        <a:pt x="189" y="94"/>
                        <a:pt x="189" y="94"/>
                        <a:pt x="189" y="94"/>
                      </a:cubicBezTo>
                      <a:cubicBezTo>
                        <a:pt x="189" y="94"/>
                        <a:pt x="189" y="94"/>
                        <a:pt x="189" y="94"/>
                      </a:cubicBezTo>
                      <a:cubicBezTo>
                        <a:pt x="189" y="94"/>
                        <a:pt x="189" y="94"/>
                        <a:pt x="188" y="94"/>
                      </a:cubicBezTo>
                      <a:cubicBezTo>
                        <a:pt x="188" y="94"/>
                        <a:pt x="188" y="95"/>
                        <a:pt x="188" y="95"/>
                      </a:cubicBezTo>
                      <a:cubicBezTo>
                        <a:pt x="188" y="95"/>
                        <a:pt x="188" y="95"/>
                        <a:pt x="188" y="95"/>
                      </a:cubicBezTo>
                      <a:cubicBezTo>
                        <a:pt x="188" y="95"/>
                        <a:pt x="188" y="95"/>
                        <a:pt x="188" y="95"/>
                      </a:cubicBezTo>
                      <a:cubicBezTo>
                        <a:pt x="188" y="95"/>
                        <a:pt x="188" y="95"/>
                        <a:pt x="188" y="95"/>
                      </a:cubicBezTo>
                      <a:cubicBezTo>
                        <a:pt x="188" y="95"/>
                        <a:pt x="188" y="95"/>
                        <a:pt x="188" y="95"/>
                      </a:cubicBezTo>
                      <a:cubicBezTo>
                        <a:pt x="188" y="95"/>
                        <a:pt x="188" y="95"/>
                        <a:pt x="188" y="95"/>
                      </a:cubicBezTo>
                      <a:cubicBezTo>
                        <a:pt x="189" y="95"/>
                        <a:pt x="189" y="95"/>
                        <a:pt x="189" y="95"/>
                      </a:cubicBezTo>
                      <a:cubicBezTo>
                        <a:pt x="189" y="95"/>
                        <a:pt x="189" y="95"/>
                        <a:pt x="189" y="95"/>
                      </a:cubicBezTo>
                      <a:cubicBezTo>
                        <a:pt x="189" y="95"/>
                        <a:pt x="189" y="95"/>
                        <a:pt x="189" y="95"/>
                      </a:cubicBezTo>
                      <a:cubicBezTo>
                        <a:pt x="189" y="95"/>
                        <a:pt x="189" y="95"/>
                        <a:pt x="189" y="95"/>
                      </a:cubicBezTo>
                      <a:cubicBezTo>
                        <a:pt x="189" y="95"/>
                        <a:pt x="189" y="95"/>
                        <a:pt x="189" y="95"/>
                      </a:cubicBezTo>
                      <a:cubicBezTo>
                        <a:pt x="189" y="95"/>
                        <a:pt x="189" y="95"/>
                        <a:pt x="189" y="95"/>
                      </a:cubicBezTo>
                      <a:cubicBezTo>
                        <a:pt x="189" y="95"/>
                        <a:pt x="189" y="95"/>
                        <a:pt x="189" y="95"/>
                      </a:cubicBezTo>
                      <a:cubicBezTo>
                        <a:pt x="189" y="95"/>
                        <a:pt x="189" y="95"/>
                        <a:pt x="189" y="95"/>
                      </a:cubicBezTo>
                      <a:cubicBezTo>
                        <a:pt x="189" y="95"/>
                        <a:pt x="189" y="95"/>
                        <a:pt x="189" y="95"/>
                      </a:cubicBezTo>
                      <a:cubicBezTo>
                        <a:pt x="189" y="95"/>
                        <a:pt x="190" y="95"/>
                        <a:pt x="190" y="95"/>
                      </a:cubicBezTo>
                      <a:cubicBezTo>
                        <a:pt x="190" y="95"/>
                        <a:pt x="190" y="95"/>
                        <a:pt x="190" y="95"/>
                      </a:cubicBezTo>
                      <a:cubicBezTo>
                        <a:pt x="190" y="95"/>
                        <a:pt x="190" y="95"/>
                        <a:pt x="190" y="95"/>
                      </a:cubicBezTo>
                      <a:cubicBezTo>
                        <a:pt x="190" y="95"/>
                        <a:pt x="190" y="95"/>
                        <a:pt x="190" y="95"/>
                      </a:cubicBezTo>
                      <a:cubicBezTo>
                        <a:pt x="190" y="95"/>
                        <a:pt x="190" y="95"/>
                        <a:pt x="190" y="95"/>
                      </a:cubicBezTo>
                      <a:cubicBezTo>
                        <a:pt x="190" y="95"/>
                        <a:pt x="190" y="95"/>
                        <a:pt x="190" y="95"/>
                      </a:cubicBezTo>
                      <a:cubicBezTo>
                        <a:pt x="190" y="95"/>
                        <a:pt x="190" y="95"/>
                        <a:pt x="190" y="95"/>
                      </a:cubicBezTo>
                      <a:cubicBezTo>
                        <a:pt x="190" y="95"/>
                        <a:pt x="190" y="95"/>
                        <a:pt x="190" y="95"/>
                      </a:cubicBezTo>
                      <a:cubicBezTo>
                        <a:pt x="190" y="95"/>
                        <a:pt x="190" y="95"/>
                        <a:pt x="190" y="95"/>
                      </a:cubicBezTo>
                      <a:cubicBezTo>
                        <a:pt x="190" y="95"/>
                        <a:pt x="190" y="95"/>
                        <a:pt x="190" y="95"/>
                      </a:cubicBezTo>
                      <a:cubicBezTo>
                        <a:pt x="190" y="95"/>
                        <a:pt x="190" y="95"/>
                        <a:pt x="190" y="94"/>
                      </a:cubicBezTo>
                      <a:cubicBezTo>
                        <a:pt x="190" y="94"/>
                        <a:pt x="190" y="94"/>
                        <a:pt x="190" y="94"/>
                      </a:cubicBezTo>
                      <a:close/>
                      <a:moveTo>
                        <a:pt x="189" y="106"/>
                      </a:moveTo>
                      <a:cubicBezTo>
                        <a:pt x="189" y="106"/>
                        <a:pt x="190" y="106"/>
                        <a:pt x="190" y="106"/>
                      </a:cubicBezTo>
                      <a:cubicBezTo>
                        <a:pt x="190" y="106"/>
                        <a:pt x="190" y="106"/>
                        <a:pt x="190" y="106"/>
                      </a:cubicBezTo>
                      <a:cubicBezTo>
                        <a:pt x="190" y="106"/>
                        <a:pt x="190" y="106"/>
                        <a:pt x="190" y="106"/>
                      </a:cubicBezTo>
                      <a:cubicBezTo>
                        <a:pt x="190" y="106"/>
                        <a:pt x="190" y="106"/>
                        <a:pt x="190" y="106"/>
                      </a:cubicBezTo>
                      <a:cubicBezTo>
                        <a:pt x="190" y="106"/>
                        <a:pt x="190" y="106"/>
                        <a:pt x="189" y="106"/>
                      </a:cubicBezTo>
                      <a:cubicBezTo>
                        <a:pt x="189" y="106"/>
                        <a:pt x="189" y="106"/>
                        <a:pt x="189" y="106"/>
                      </a:cubicBezTo>
                      <a:cubicBezTo>
                        <a:pt x="189" y="106"/>
                        <a:pt x="189" y="106"/>
                        <a:pt x="189" y="106"/>
                      </a:cubicBezTo>
                      <a:cubicBezTo>
                        <a:pt x="189" y="106"/>
                        <a:pt x="189" y="106"/>
                        <a:pt x="189" y="106"/>
                      </a:cubicBezTo>
                      <a:cubicBezTo>
                        <a:pt x="189" y="106"/>
                        <a:pt x="189" y="106"/>
                        <a:pt x="189" y="107"/>
                      </a:cubicBezTo>
                      <a:cubicBezTo>
                        <a:pt x="189" y="107"/>
                        <a:pt x="189" y="107"/>
                        <a:pt x="189" y="107"/>
                      </a:cubicBezTo>
                      <a:cubicBezTo>
                        <a:pt x="188" y="107"/>
                        <a:pt x="189" y="107"/>
                        <a:pt x="189" y="107"/>
                      </a:cubicBezTo>
                      <a:cubicBezTo>
                        <a:pt x="189" y="107"/>
                        <a:pt x="189" y="107"/>
                        <a:pt x="189" y="107"/>
                      </a:cubicBezTo>
                      <a:cubicBezTo>
                        <a:pt x="189" y="107"/>
                        <a:pt x="189" y="107"/>
                        <a:pt x="189" y="107"/>
                      </a:cubicBezTo>
                      <a:cubicBezTo>
                        <a:pt x="189" y="107"/>
                        <a:pt x="189" y="107"/>
                        <a:pt x="189" y="107"/>
                      </a:cubicBezTo>
                      <a:cubicBezTo>
                        <a:pt x="189" y="107"/>
                        <a:pt x="189" y="107"/>
                        <a:pt x="189" y="107"/>
                      </a:cubicBezTo>
                      <a:cubicBezTo>
                        <a:pt x="189" y="107"/>
                        <a:pt x="189" y="107"/>
                        <a:pt x="189" y="107"/>
                      </a:cubicBezTo>
                      <a:cubicBezTo>
                        <a:pt x="189" y="107"/>
                        <a:pt x="189" y="107"/>
                        <a:pt x="189" y="107"/>
                      </a:cubicBezTo>
                      <a:cubicBezTo>
                        <a:pt x="189" y="107"/>
                        <a:pt x="189" y="107"/>
                        <a:pt x="189" y="107"/>
                      </a:cubicBezTo>
                      <a:cubicBezTo>
                        <a:pt x="189" y="107"/>
                        <a:pt x="189" y="107"/>
                        <a:pt x="189" y="107"/>
                      </a:cubicBezTo>
                      <a:cubicBezTo>
                        <a:pt x="189" y="107"/>
                        <a:pt x="189" y="107"/>
                        <a:pt x="189" y="106"/>
                      </a:cubicBezTo>
                      <a:cubicBezTo>
                        <a:pt x="189" y="106"/>
                        <a:pt x="189" y="106"/>
                        <a:pt x="189" y="106"/>
                      </a:cubicBezTo>
                      <a:close/>
                      <a:moveTo>
                        <a:pt x="172" y="105"/>
                      </a:moveTo>
                      <a:cubicBezTo>
                        <a:pt x="172" y="105"/>
                        <a:pt x="171" y="104"/>
                        <a:pt x="171" y="104"/>
                      </a:cubicBezTo>
                      <a:cubicBezTo>
                        <a:pt x="171" y="104"/>
                        <a:pt x="171" y="104"/>
                        <a:pt x="171" y="104"/>
                      </a:cubicBezTo>
                      <a:cubicBezTo>
                        <a:pt x="171" y="104"/>
                        <a:pt x="171" y="104"/>
                        <a:pt x="171" y="104"/>
                      </a:cubicBezTo>
                      <a:cubicBezTo>
                        <a:pt x="171" y="104"/>
                        <a:pt x="171" y="104"/>
                        <a:pt x="171" y="104"/>
                      </a:cubicBezTo>
                      <a:cubicBezTo>
                        <a:pt x="171" y="104"/>
                        <a:pt x="170" y="104"/>
                        <a:pt x="170" y="104"/>
                      </a:cubicBezTo>
                      <a:cubicBezTo>
                        <a:pt x="170" y="103"/>
                        <a:pt x="170" y="103"/>
                        <a:pt x="170" y="103"/>
                      </a:cubicBezTo>
                      <a:cubicBezTo>
                        <a:pt x="170" y="103"/>
                        <a:pt x="170" y="103"/>
                        <a:pt x="170" y="103"/>
                      </a:cubicBezTo>
                      <a:cubicBezTo>
                        <a:pt x="170" y="103"/>
                        <a:pt x="170" y="103"/>
                        <a:pt x="170" y="103"/>
                      </a:cubicBezTo>
                      <a:cubicBezTo>
                        <a:pt x="170" y="103"/>
                        <a:pt x="170" y="103"/>
                        <a:pt x="170" y="103"/>
                      </a:cubicBezTo>
                      <a:cubicBezTo>
                        <a:pt x="170" y="103"/>
                        <a:pt x="170" y="103"/>
                        <a:pt x="170" y="103"/>
                      </a:cubicBezTo>
                      <a:cubicBezTo>
                        <a:pt x="170" y="103"/>
                        <a:pt x="170" y="102"/>
                        <a:pt x="170" y="102"/>
                      </a:cubicBezTo>
                      <a:cubicBezTo>
                        <a:pt x="170" y="102"/>
                        <a:pt x="169" y="102"/>
                        <a:pt x="169" y="102"/>
                      </a:cubicBezTo>
                      <a:cubicBezTo>
                        <a:pt x="169" y="102"/>
                        <a:pt x="169" y="102"/>
                        <a:pt x="169" y="102"/>
                      </a:cubicBezTo>
                      <a:cubicBezTo>
                        <a:pt x="169" y="102"/>
                        <a:pt x="169" y="102"/>
                        <a:pt x="169" y="103"/>
                      </a:cubicBezTo>
                      <a:cubicBezTo>
                        <a:pt x="169" y="103"/>
                        <a:pt x="168" y="103"/>
                        <a:pt x="168" y="103"/>
                      </a:cubicBezTo>
                      <a:cubicBezTo>
                        <a:pt x="168" y="102"/>
                        <a:pt x="168" y="102"/>
                        <a:pt x="168" y="102"/>
                      </a:cubicBezTo>
                      <a:cubicBezTo>
                        <a:pt x="168" y="102"/>
                        <a:pt x="168" y="102"/>
                        <a:pt x="168" y="102"/>
                      </a:cubicBezTo>
                      <a:cubicBezTo>
                        <a:pt x="168" y="102"/>
                        <a:pt x="168" y="102"/>
                        <a:pt x="168" y="102"/>
                      </a:cubicBezTo>
                      <a:cubicBezTo>
                        <a:pt x="168" y="102"/>
                        <a:pt x="168" y="102"/>
                        <a:pt x="168" y="102"/>
                      </a:cubicBezTo>
                      <a:cubicBezTo>
                        <a:pt x="168" y="102"/>
                        <a:pt x="168" y="101"/>
                        <a:pt x="168" y="101"/>
                      </a:cubicBezTo>
                      <a:cubicBezTo>
                        <a:pt x="168" y="101"/>
                        <a:pt x="168" y="101"/>
                        <a:pt x="167" y="101"/>
                      </a:cubicBezTo>
                      <a:cubicBezTo>
                        <a:pt x="167" y="101"/>
                        <a:pt x="167" y="101"/>
                        <a:pt x="167" y="101"/>
                      </a:cubicBezTo>
                      <a:cubicBezTo>
                        <a:pt x="167" y="101"/>
                        <a:pt x="167" y="101"/>
                        <a:pt x="167" y="101"/>
                      </a:cubicBezTo>
                      <a:cubicBezTo>
                        <a:pt x="167" y="101"/>
                        <a:pt x="167" y="101"/>
                        <a:pt x="167" y="101"/>
                      </a:cubicBezTo>
                      <a:cubicBezTo>
                        <a:pt x="167" y="101"/>
                        <a:pt x="166" y="100"/>
                        <a:pt x="166" y="100"/>
                      </a:cubicBezTo>
                      <a:cubicBezTo>
                        <a:pt x="166" y="100"/>
                        <a:pt x="166" y="100"/>
                        <a:pt x="166" y="100"/>
                      </a:cubicBezTo>
                      <a:cubicBezTo>
                        <a:pt x="166" y="100"/>
                        <a:pt x="165" y="101"/>
                        <a:pt x="165" y="101"/>
                      </a:cubicBezTo>
                      <a:cubicBezTo>
                        <a:pt x="165" y="101"/>
                        <a:pt x="165" y="101"/>
                        <a:pt x="164" y="101"/>
                      </a:cubicBezTo>
                      <a:cubicBezTo>
                        <a:pt x="164" y="101"/>
                        <a:pt x="164" y="101"/>
                        <a:pt x="164" y="101"/>
                      </a:cubicBezTo>
                      <a:cubicBezTo>
                        <a:pt x="164" y="101"/>
                        <a:pt x="164" y="100"/>
                        <a:pt x="164" y="100"/>
                      </a:cubicBezTo>
                      <a:cubicBezTo>
                        <a:pt x="164" y="100"/>
                        <a:pt x="164" y="100"/>
                        <a:pt x="164" y="100"/>
                      </a:cubicBezTo>
                      <a:cubicBezTo>
                        <a:pt x="164" y="100"/>
                        <a:pt x="163" y="100"/>
                        <a:pt x="163" y="100"/>
                      </a:cubicBezTo>
                      <a:cubicBezTo>
                        <a:pt x="163" y="100"/>
                        <a:pt x="163" y="101"/>
                        <a:pt x="163" y="101"/>
                      </a:cubicBezTo>
                      <a:cubicBezTo>
                        <a:pt x="163" y="101"/>
                        <a:pt x="163" y="101"/>
                        <a:pt x="163" y="101"/>
                      </a:cubicBezTo>
                      <a:cubicBezTo>
                        <a:pt x="163" y="101"/>
                        <a:pt x="163" y="100"/>
                        <a:pt x="163" y="100"/>
                      </a:cubicBezTo>
                      <a:cubicBezTo>
                        <a:pt x="163" y="100"/>
                        <a:pt x="162" y="100"/>
                        <a:pt x="162" y="100"/>
                      </a:cubicBezTo>
                      <a:cubicBezTo>
                        <a:pt x="162" y="100"/>
                        <a:pt x="162" y="101"/>
                        <a:pt x="162" y="101"/>
                      </a:cubicBezTo>
                      <a:cubicBezTo>
                        <a:pt x="162" y="101"/>
                        <a:pt x="162" y="101"/>
                        <a:pt x="162" y="101"/>
                      </a:cubicBezTo>
                      <a:cubicBezTo>
                        <a:pt x="162" y="101"/>
                        <a:pt x="162" y="101"/>
                        <a:pt x="162" y="101"/>
                      </a:cubicBezTo>
                      <a:cubicBezTo>
                        <a:pt x="162" y="101"/>
                        <a:pt x="162" y="100"/>
                        <a:pt x="162" y="100"/>
                      </a:cubicBezTo>
                      <a:cubicBezTo>
                        <a:pt x="162" y="100"/>
                        <a:pt x="161" y="100"/>
                        <a:pt x="161" y="100"/>
                      </a:cubicBezTo>
                      <a:cubicBezTo>
                        <a:pt x="161" y="101"/>
                        <a:pt x="161" y="101"/>
                        <a:pt x="161" y="101"/>
                      </a:cubicBezTo>
                      <a:cubicBezTo>
                        <a:pt x="161" y="101"/>
                        <a:pt x="161" y="101"/>
                        <a:pt x="161" y="101"/>
                      </a:cubicBezTo>
                      <a:cubicBezTo>
                        <a:pt x="161" y="101"/>
                        <a:pt x="161" y="101"/>
                        <a:pt x="161" y="101"/>
                      </a:cubicBezTo>
                      <a:cubicBezTo>
                        <a:pt x="161" y="101"/>
                        <a:pt x="160" y="101"/>
                        <a:pt x="160" y="101"/>
                      </a:cubicBezTo>
                      <a:cubicBezTo>
                        <a:pt x="160" y="101"/>
                        <a:pt x="160" y="101"/>
                        <a:pt x="160" y="101"/>
                      </a:cubicBezTo>
                      <a:cubicBezTo>
                        <a:pt x="160" y="101"/>
                        <a:pt x="160" y="101"/>
                        <a:pt x="160" y="101"/>
                      </a:cubicBezTo>
                      <a:cubicBezTo>
                        <a:pt x="160" y="101"/>
                        <a:pt x="160" y="101"/>
                        <a:pt x="160" y="101"/>
                      </a:cubicBezTo>
                      <a:cubicBezTo>
                        <a:pt x="159" y="101"/>
                        <a:pt x="159" y="101"/>
                        <a:pt x="159" y="101"/>
                      </a:cubicBezTo>
                      <a:cubicBezTo>
                        <a:pt x="159" y="101"/>
                        <a:pt x="159" y="101"/>
                        <a:pt x="159" y="102"/>
                      </a:cubicBezTo>
                      <a:cubicBezTo>
                        <a:pt x="159" y="102"/>
                        <a:pt x="159" y="102"/>
                        <a:pt x="159" y="102"/>
                      </a:cubicBezTo>
                      <a:cubicBezTo>
                        <a:pt x="159" y="102"/>
                        <a:pt x="159" y="102"/>
                        <a:pt x="159" y="102"/>
                      </a:cubicBezTo>
                      <a:cubicBezTo>
                        <a:pt x="159" y="102"/>
                        <a:pt x="159" y="102"/>
                        <a:pt x="160" y="102"/>
                      </a:cubicBezTo>
                      <a:cubicBezTo>
                        <a:pt x="160" y="103"/>
                        <a:pt x="160" y="103"/>
                        <a:pt x="160" y="103"/>
                      </a:cubicBezTo>
                      <a:cubicBezTo>
                        <a:pt x="160" y="103"/>
                        <a:pt x="160" y="103"/>
                        <a:pt x="160" y="103"/>
                      </a:cubicBezTo>
                      <a:cubicBezTo>
                        <a:pt x="160" y="103"/>
                        <a:pt x="161" y="103"/>
                        <a:pt x="161" y="103"/>
                      </a:cubicBezTo>
                      <a:cubicBezTo>
                        <a:pt x="161" y="103"/>
                        <a:pt x="161" y="103"/>
                        <a:pt x="161" y="103"/>
                      </a:cubicBezTo>
                      <a:cubicBezTo>
                        <a:pt x="162" y="103"/>
                        <a:pt x="161" y="103"/>
                        <a:pt x="161" y="103"/>
                      </a:cubicBezTo>
                      <a:cubicBezTo>
                        <a:pt x="161" y="103"/>
                        <a:pt x="162" y="103"/>
                        <a:pt x="162" y="103"/>
                      </a:cubicBezTo>
                      <a:cubicBezTo>
                        <a:pt x="162" y="103"/>
                        <a:pt x="162" y="103"/>
                        <a:pt x="162" y="103"/>
                      </a:cubicBezTo>
                      <a:cubicBezTo>
                        <a:pt x="162" y="103"/>
                        <a:pt x="162" y="103"/>
                        <a:pt x="162" y="103"/>
                      </a:cubicBezTo>
                      <a:cubicBezTo>
                        <a:pt x="162" y="103"/>
                        <a:pt x="162" y="103"/>
                        <a:pt x="162" y="103"/>
                      </a:cubicBezTo>
                      <a:cubicBezTo>
                        <a:pt x="162" y="103"/>
                        <a:pt x="162" y="103"/>
                        <a:pt x="162" y="103"/>
                      </a:cubicBezTo>
                      <a:cubicBezTo>
                        <a:pt x="162" y="103"/>
                        <a:pt x="162" y="103"/>
                        <a:pt x="163" y="103"/>
                      </a:cubicBezTo>
                      <a:cubicBezTo>
                        <a:pt x="163" y="103"/>
                        <a:pt x="163" y="103"/>
                        <a:pt x="163" y="103"/>
                      </a:cubicBezTo>
                      <a:cubicBezTo>
                        <a:pt x="163" y="103"/>
                        <a:pt x="163" y="103"/>
                        <a:pt x="163" y="103"/>
                      </a:cubicBezTo>
                      <a:cubicBezTo>
                        <a:pt x="163" y="103"/>
                        <a:pt x="163" y="103"/>
                        <a:pt x="163" y="103"/>
                      </a:cubicBezTo>
                      <a:cubicBezTo>
                        <a:pt x="163" y="103"/>
                        <a:pt x="163" y="103"/>
                        <a:pt x="164" y="103"/>
                      </a:cubicBezTo>
                      <a:cubicBezTo>
                        <a:pt x="164" y="103"/>
                        <a:pt x="164" y="104"/>
                        <a:pt x="164" y="104"/>
                      </a:cubicBezTo>
                      <a:cubicBezTo>
                        <a:pt x="164" y="104"/>
                        <a:pt x="164" y="103"/>
                        <a:pt x="164" y="103"/>
                      </a:cubicBezTo>
                      <a:cubicBezTo>
                        <a:pt x="164" y="103"/>
                        <a:pt x="164" y="103"/>
                        <a:pt x="164" y="103"/>
                      </a:cubicBezTo>
                      <a:cubicBezTo>
                        <a:pt x="164" y="103"/>
                        <a:pt x="164" y="104"/>
                        <a:pt x="164" y="104"/>
                      </a:cubicBezTo>
                      <a:cubicBezTo>
                        <a:pt x="164" y="104"/>
                        <a:pt x="164" y="104"/>
                        <a:pt x="164" y="104"/>
                      </a:cubicBezTo>
                      <a:cubicBezTo>
                        <a:pt x="164" y="104"/>
                        <a:pt x="165" y="104"/>
                        <a:pt x="165" y="104"/>
                      </a:cubicBezTo>
                      <a:cubicBezTo>
                        <a:pt x="165" y="104"/>
                        <a:pt x="165" y="104"/>
                        <a:pt x="165" y="104"/>
                      </a:cubicBezTo>
                      <a:cubicBezTo>
                        <a:pt x="165" y="104"/>
                        <a:pt x="165" y="104"/>
                        <a:pt x="165" y="104"/>
                      </a:cubicBezTo>
                      <a:cubicBezTo>
                        <a:pt x="165" y="104"/>
                        <a:pt x="165" y="105"/>
                        <a:pt x="165" y="105"/>
                      </a:cubicBezTo>
                      <a:cubicBezTo>
                        <a:pt x="165"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6"/>
                        <a:pt x="166" y="106"/>
                      </a:cubicBezTo>
                      <a:cubicBezTo>
                        <a:pt x="166" y="106"/>
                        <a:pt x="166" y="106"/>
                        <a:pt x="166" y="106"/>
                      </a:cubicBezTo>
                      <a:cubicBezTo>
                        <a:pt x="166" y="106"/>
                        <a:pt x="166" y="106"/>
                        <a:pt x="166" y="106"/>
                      </a:cubicBezTo>
                      <a:cubicBezTo>
                        <a:pt x="167" y="106"/>
                        <a:pt x="167" y="106"/>
                        <a:pt x="167" y="106"/>
                      </a:cubicBezTo>
                      <a:cubicBezTo>
                        <a:pt x="167" y="106"/>
                        <a:pt x="167" y="106"/>
                        <a:pt x="167" y="106"/>
                      </a:cubicBezTo>
                      <a:cubicBezTo>
                        <a:pt x="167" y="106"/>
                        <a:pt x="167" y="106"/>
                        <a:pt x="167" y="106"/>
                      </a:cubicBezTo>
                      <a:cubicBezTo>
                        <a:pt x="167" y="106"/>
                        <a:pt x="168" y="107"/>
                        <a:pt x="168" y="107"/>
                      </a:cubicBezTo>
                      <a:cubicBezTo>
                        <a:pt x="168" y="107"/>
                        <a:pt x="168" y="107"/>
                        <a:pt x="168" y="107"/>
                      </a:cubicBezTo>
                      <a:cubicBezTo>
                        <a:pt x="168" y="107"/>
                        <a:pt x="168" y="107"/>
                        <a:pt x="168" y="107"/>
                      </a:cubicBezTo>
                      <a:cubicBezTo>
                        <a:pt x="169" y="107"/>
                        <a:pt x="169" y="107"/>
                        <a:pt x="169" y="107"/>
                      </a:cubicBezTo>
                      <a:cubicBezTo>
                        <a:pt x="169" y="107"/>
                        <a:pt x="169" y="107"/>
                        <a:pt x="169" y="107"/>
                      </a:cubicBezTo>
                      <a:cubicBezTo>
                        <a:pt x="169" y="107"/>
                        <a:pt x="169" y="107"/>
                        <a:pt x="169" y="107"/>
                      </a:cubicBezTo>
                      <a:cubicBezTo>
                        <a:pt x="169" y="107"/>
                        <a:pt x="169" y="107"/>
                        <a:pt x="169" y="107"/>
                      </a:cubicBezTo>
                      <a:cubicBezTo>
                        <a:pt x="169" y="107"/>
                        <a:pt x="170" y="107"/>
                        <a:pt x="170" y="107"/>
                      </a:cubicBezTo>
                      <a:cubicBezTo>
                        <a:pt x="170" y="107"/>
                        <a:pt x="170" y="107"/>
                        <a:pt x="170" y="107"/>
                      </a:cubicBezTo>
                      <a:cubicBezTo>
                        <a:pt x="170" y="107"/>
                        <a:pt x="170" y="107"/>
                        <a:pt x="170" y="106"/>
                      </a:cubicBezTo>
                      <a:cubicBezTo>
                        <a:pt x="170" y="106"/>
                        <a:pt x="170" y="106"/>
                        <a:pt x="170" y="107"/>
                      </a:cubicBezTo>
                      <a:cubicBezTo>
                        <a:pt x="170" y="107"/>
                        <a:pt x="170" y="107"/>
                        <a:pt x="170" y="107"/>
                      </a:cubicBezTo>
                      <a:cubicBezTo>
                        <a:pt x="170" y="107"/>
                        <a:pt x="170" y="107"/>
                        <a:pt x="170" y="107"/>
                      </a:cubicBezTo>
                      <a:cubicBezTo>
                        <a:pt x="170" y="107"/>
                        <a:pt x="171" y="106"/>
                        <a:pt x="171" y="106"/>
                      </a:cubicBezTo>
                      <a:cubicBezTo>
                        <a:pt x="171" y="106"/>
                        <a:pt x="171" y="106"/>
                        <a:pt x="171" y="106"/>
                      </a:cubicBezTo>
                      <a:cubicBezTo>
                        <a:pt x="171" y="106"/>
                        <a:pt x="171" y="106"/>
                        <a:pt x="171" y="106"/>
                      </a:cubicBezTo>
                      <a:cubicBezTo>
                        <a:pt x="171" y="106"/>
                        <a:pt x="171" y="106"/>
                        <a:pt x="171" y="106"/>
                      </a:cubicBezTo>
                      <a:cubicBezTo>
                        <a:pt x="171" y="106"/>
                        <a:pt x="171" y="106"/>
                        <a:pt x="172" y="106"/>
                      </a:cubicBezTo>
                      <a:cubicBezTo>
                        <a:pt x="172" y="106"/>
                        <a:pt x="172" y="106"/>
                        <a:pt x="172" y="106"/>
                      </a:cubicBezTo>
                      <a:cubicBezTo>
                        <a:pt x="172" y="106"/>
                        <a:pt x="172" y="105"/>
                        <a:pt x="172" y="105"/>
                      </a:cubicBezTo>
                      <a:cubicBezTo>
                        <a:pt x="172" y="105"/>
                        <a:pt x="172" y="105"/>
                        <a:pt x="172" y="105"/>
                      </a:cubicBezTo>
                      <a:cubicBezTo>
                        <a:pt x="172" y="105"/>
                        <a:pt x="172" y="105"/>
                        <a:pt x="172" y="105"/>
                      </a:cubicBezTo>
                      <a:close/>
                      <a:moveTo>
                        <a:pt x="177" y="109"/>
                      </a:moveTo>
                      <a:cubicBezTo>
                        <a:pt x="177" y="109"/>
                        <a:pt x="177" y="109"/>
                        <a:pt x="177" y="109"/>
                      </a:cubicBezTo>
                      <a:cubicBezTo>
                        <a:pt x="177" y="109"/>
                        <a:pt x="177" y="109"/>
                        <a:pt x="177" y="109"/>
                      </a:cubicBezTo>
                      <a:cubicBezTo>
                        <a:pt x="177" y="109"/>
                        <a:pt x="177" y="109"/>
                        <a:pt x="177" y="109"/>
                      </a:cubicBezTo>
                      <a:cubicBezTo>
                        <a:pt x="177" y="109"/>
                        <a:pt x="177" y="109"/>
                        <a:pt x="177" y="109"/>
                      </a:cubicBezTo>
                      <a:cubicBezTo>
                        <a:pt x="177" y="109"/>
                        <a:pt x="177" y="109"/>
                        <a:pt x="177" y="109"/>
                      </a:cubicBezTo>
                      <a:close/>
                      <a:moveTo>
                        <a:pt x="180" y="108"/>
                      </a:moveTo>
                      <a:cubicBezTo>
                        <a:pt x="180" y="108"/>
                        <a:pt x="179" y="108"/>
                        <a:pt x="179" y="108"/>
                      </a:cubicBezTo>
                      <a:cubicBezTo>
                        <a:pt x="179" y="108"/>
                        <a:pt x="179" y="108"/>
                        <a:pt x="179" y="108"/>
                      </a:cubicBezTo>
                      <a:cubicBezTo>
                        <a:pt x="179" y="108"/>
                        <a:pt x="179" y="108"/>
                        <a:pt x="179" y="108"/>
                      </a:cubicBezTo>
                      <a:cubicBezTo>
                        <a:pt x="179" y="108"/>
                        <a:pt x="179" y="108"/>
                        <a:pt x="179" y="108"/>
                      </a:cubicBezTo>
                      <a:cubicBezTo>
                        <a:pt x="179" y="108"/>
                        <a:pt x="179" y="108"/>
                        <a:pt x="179" y="108"/>
                      </a:cubicBezTo>
                      <a:cubicBezTo>
                        <a:pt x="179" y="108"/>
                        <a:pt x="178" y="108"/>
                        <a:pt x="178" y="108"/>
                      </a:cubicBezTo>
                      <a:cubicBezTo>
                        <a:pt x="178" y="108"/>
                        <a:pt x="178" y="109"/>
                        <a:pt x="178" y="109"/>
                      </a:cubicBezTo>
                      <a:cubicBezTo>
                        <a:pt x="178" y="109"/>
                        <a:pt x="178" y="109"/>
                        <a:pt x="178" y="109"/>
                      </a:cubicBezTo>
                      <a:cubicBezTo>
                        <a:pt x="178" y="109"/>
                        <a:pt x="178" y="109"/>
                        <a:pt x="178" y="109"/>
                      </a:cubicBezTo>
                      <a:cubicBezTo>
                        <a:pt x="178" y="109"/>
                        <a:pt x="178" y="109"/>
                        <a:pt x="178" y="109"/>
                      </a:cubicBezTo>
                      <a:cubicBezTo>
                        <a:pt x="178" y="109"/>
                        <a:pt x="178" y="109"/>
                        <a:pt x="178" y="109"/>
                      </a:cubicBezTo>
                      <a:cubicBezTo>
                        <a:pt x="178" y="109"/>
                        <a:pt x="178" y="109"/>
                        <a:pt x="179" y="109"/>
                      </a:cubicBezTo>
                      <a:cubicBezTo>
                        <a:pt x="179" y="109"/>
                        <a:pt x="179" y="109"/>
                        <a:pt x="179" y="109"/>
                      </a:cubicBezTo>
                      <a:cubicBezTo>
                        <a:pt x="179" y="109"/>
                        <a:pt x="179" y="109"/>
                        <a:pt x="179" y="109"/>
                      </a:cubicBezTo>
                      <a:cubicBezTo>
                        <a:pt x="179" y="109"/>
                        <a:pt x="179" y="109"/>
                        <a:pt x="179" y="109"/>
                      </a:cubicBezTo>
                      <a:cubicBezTo>
                        <a:pt x="179" y="109"/>
                        <a:pt x="180" y="109"/>
                        <a:pt x="180" y="109"/>
                      </a:cubicBezTo>
                      <a:cubicBezTo>
                        <a:pt x="180" y="108"/>
                        <a:pt x="180" y="108"/>
                        <a:pt x="180" y="108"/>
                      </a:cubicBezTo>
                      <a:cubicBezTo>
                        <a:pt x="180" y="108"/>
                        <a:pt x="180" y="108"/>
                        <a:pt x="180" y="108"/>
                      </a:cubicBezTo>
                      <a:cubicBezTo>
                        <a:pt x="180" y="108"/>
                        <a:pt x="180" y="108"/>
                        <a:pt x="180" y="108"/>
                      </a:cubicBezTo>
                      <a:close/>
                      <a:moveTo>
                        <a:pt x="163" y="95"/>
                      </a:moveTo>
                      <a:cubicBezTo>
                        <a:pt x="163" y="95"/>
                        <a:pt x="163" y="95"/>
                        <a:pt x="163" y="95"/>
                      </a:cubicBezTo>
                      <a:cubicBezTo>
                        <a:pt x="163" y="95"/>
                        <a:pt x="163" y="95"/>
                        <a:pt x="163" y="95"/>
                      </a:cubicBezTo>
                      <a:cubicBezTo>
                        <a:pt x="163" y="95"/>
                        <a:pt x="163" y="94"/>
                        <a:pt x="163" y="94"/>
                      </a:cubicBezTo>
                      <a:cubicBezTo>
                        <a:pt x="163" y="94"/>
                        <a:pt x="163" y="94"/>
                        <a:pt x="163" y="94"/>
                      </a:cubicBezTo>
                      <a:cubicBezTo>
                        <a:pt x="163" y="94"/>
                        <a:pt x="162" y="94"/>
                        <a:pt x="162" y="94"/>
                      </a:cubicBezTo>
                      <a:cubicBezTo>
                        <a:pt x="162" y="94"/>
                        <a:pt x="162" y="94"/>
                        <a:pt x="162" y="94"/>
                      </a:cubicBezTo>
                      <a:cubicBezTo>
                        <a:pt x="162" y="94"/>
                        <a:pt x="162" y="95"/>
                        <a:pt x="162" y="95"/>
                      </a:cubicBezTo>
                      <a:cubicBezTo>
                        <a:pt x="162" y="95"/>
                        <a:pt x="162" y="95"/>
                        <a:pt x="162" y="95"/>
                      </a:cubicBezTo>
                      <a:cubicBezTo>
                        <a:pt x="162" y="95"/>
                        <a:pt x="162" y="95"/>
                        <a:pt x="162" y="95"/>
                      </a:cubicBezTo>
                      <a:cubicBezTo>
                        <a:pt x="162" y="95"/>
                        <a:pt x="162" y="95"/>
                        <a:pt x="162" y="95"/>
                      </a:cubicBezTo>
                      <a:cubicBezTo>
                        <a:pt x="162" y="95"/>
                        <a:pt x="162" y="95"/>
                        <a:pt x="162" y="95"/>
                      </a:cubicBezTo>
                      <a:cubicBezTo>
                        <a:pt x="162" y="95"/>
                        <a:pt x="162" y="95"/>
                        <a:pt x="162" y="95"/>
                      </a:cubicBezTo>
                      <a:cubicBezTo>
                        <a:pt x="162" y="95"/>
                        <a:pt x="162" y="96"/>
                        <a:pt x="162" y="96"/>
                      </a:cubicBezTo>
                      <a:cubicBezTo>
                        <a:pt x="162" y="96"/>
                        <a:pt x="162" y="96"/>
                        <a:pt x="162" y="96"/>
                      </a:cubicBezTo>
                      <a:cubicBezTo>
                        <a:pt x="162" y="96"/>
                        <a:pt x="162" y="96"/>
                        <a:pt x="162" y="96"/>
                      </a:cubicBezTo>
                      <a:cubicBezTo>
                        <a:pt x="162" y="96"/>
                        <a:pt x="162" y="96"/>
                        <a:pt x="162" y="96"/>
                      </a:cubicBezTo>
                      <a:cubicBezTo>
                        <a:pt x="162" y="96"/>
                        <a:pt x="162" y="96"/>
                        <a:pt x="162" y="96"/>
                      </a:cubicBezTo>
                      <a:cubicBezTo>
                        <a:pt x="162" y="96"/>
                        <a:pt x="162" y="96"/>
                        <a:pt x="162" y="96"/>
                      </a:cubicBezTo>
                      <a:cubicBezTo>
                        <a:pt x="162" y="96"/>
                        <a:pt x="162" y="96"/>
                        <a:pt x="162" y="96"/>
                      </a:cubicBezTo>
                      <a:cubicBezTo>
                        <a:pt x="162" y="96"/>
                        <a:pt x="162" y="96"/>
                        <a:pt x="162" y="96"/>
                      </a:cubicBezTo>
                      <a:cubicBezTo>
                        <a:pt x="162" y="96"/>
                        <a:pt x="162" y="96"/>
                        <a:pt x="162" y="96"/>
                      </a:cubicBezTo>
                      <a:cubicBezTo>
                        <a:pt x="162" y="96"/>
                        <a:pt x="163" y="96"/>
                        <a:pt x="163" y="96"/>
                      </a:cubicBezTo>
                      <a:cubicBezTo>
                        <a:pt x="163" y="96"/>
                        <a:pt x="163" y="95"/>
                        <a:pt x="163" y="95"/>
                      </a:cubicBezTo>
                      <a:cubicBezTo>
                        <a:pt x="163" y="95"/>
                        <a:pt x="163" y="95"/>
                        <a:pt x="163" y="95"/>
                      </a:cubicBezTo>
                      <a:cubicBezTo>
                        <a:pt x="163" y="95"/>
                        <a:pt x="163" y="95"/>
                        <a:pt x="163" y="95"/>
                      </a:cubicBezTo>
                      <a:cubicBezTo>
                        <a:pt x="163" y="95"/>
                        <a:pt x="163" y="95"/>
                        <a:pt x="163" y="95"/>
                      </a:cubicBezTo>
                      <a:cubicBezTo>
                        <a:pt x="163" y="95"/>
                        <a:pt x="163" y="95"/>
                        <a:pt x="163" y="95"/>
                      </a:cubicBezTo>
                      <a:cubicBezTo>
                        <a:pt x="163" y="95"/>
                        <a:pt x="163" y="95"/>
                        <a:pt x="163" y="95"/>
                      </a:cubicBezTo>
                      <a:cubicBezTo>
                        <a:pt x="163" y="95"/>
                        <a:pt x="163" y="95"/>
                        <a:pt x="163" y="95"/>
                      </a:cubicBezTo>
                      <a:cubicBezTo>
                        <a:pt x="163" y="95"/>
                        <a:pt x="163" y="95"/>
                        <a:pt x="163" y="95"/>
                      </a:cubicBezTo>
                      <a:cubicBezTo>
                        <a:pt x="163" y="95"/>
                        <a:pt x="163" y="95"/>
                        <a:pt x="163" y="95"/>
                      </a:cubicBezTo>
                      <a:cubicBezTo>
                        <a:pt x="163" y="95"/>
                        <a:pt x="163" y="95"/>
                        <a:pt x="163" y="95"/>
                      </a:cubicBezTo>
                      <a:cubicBezTo>
                        <a:pt x="163" y="95"/>
                        <a:pt x="163" y="95"/>
                        <a:pt x="163" y="95"/>
                      </a:cubicBezTo>
                      <a:close/>
                      <a:moveTo>
                        <a:pt x="185" y="95"/>
                      </a:moveTo>
                      <a:cubicBezTo>
                        <a:pt x="185" y="95"/>
                        <a:pt x="185" y="95"/>
                        <a:pt x="185" y="95"/>
                      </a:cubicBezTo>
                      <a:cubicBezTo>
                        <a:pt x="185" y="95"/>
                        <a:pt x="185" y="95"/>
                        <a:pt x="185" y="95"/>
                      </a:cubicBezTo>
                      <a:cubicBezTo>
                        <a:pt x="185" y="95"/>
                        <a:pt x="185" y="95"/>
                        <a:pt x="185" y="95"/>
                      </a:cubicBezTo>
                      <a:cubicBezTo>
                        <a:pt x="185" y="95"/>
                        <a:pt x="185" y="94"/>
                        <a:pt x="185" y="94"/>
                      </a:cubicBezTo>
                      <a:cubicBezTo>
                        <a:pt x="185" y="94"/>
                        <a:pt x="185" y="94"/>
                        <a:pt x="185" y="94"/>
                      </a:cubicBezTo>
                      <a:cubicBezTo>
                        <a:pt x="185" y="94"/>
                        <a:pt x="185" y="94"/>
                        <a:pt x="185" y="94"/>
                      </a:cubicBezTo>
                      <a:cubicBezTo>
                        <a:pt x="185" y="94"/>
                        <a:pt x="186" y="94"/>
                        <a:pt x="186" y="94"/>
                      </a:cubicBezTo>
                      <a:cubicBezTo>
                        <a:pt x="186" y="94"/>
                        <a:pt x="186" y="94"/>
                        <a:pt x="186" y="94"/>
                      </a:cubicBezTo>
                      <a:cubicBezTo>
                        <a:pt x="186" y="94"/>
                        <a:pt x="186" y="94"/>
                        <a:pt x="186" y="94"/>
                      </a:cubicBezTo>
                      <a:cubicBezTo>
                        <a:pt x="186" y="94"/>
                        <a:pt x="186" y="94"/>
                        <a:pt x="186" y="94"/>
                      </a:cubicBezTo>
                      <a:cubicBezTo>
                        <a:pt x="186" y="94"/>
                        <a:pt x="186" y="94"/>
                        <a:pt x="186" y="94"/>
                      </a:cubicBezTo>
                      <a:cubicBezTo>
                        <a:pt x="186" y="94"/>
                        <a:pt x="186" y="93"/>
                        <a:pt x="186" y="93"/>
                      </a:cubicBezTo>
                      <a:cubicBezTo>
                        <a:pt x="186" y="93"/>
                        <a:pt x="186" y="93"/>
                        <a:pt x="186" y="94"/>
                      </a:cubicBezTo>
                      <a:cubicBezTo>
                        <a:pt x="186" y="94"/>
                        <a:pt x="186" y="94"/>
                        <a:pt x="186" y="94"/>
                      </a:cubicBezTo>
                      <a:cubicBezTo>
                        <a:pt x="186" y="94"/>
                        <a:pt x="186" y="93"/>
                        <a:pt x="186" y="93"/>
                      </a:cubicBezTo>
                      <a:cubicBezTo>
                        <a:pt x="187" y="93"/>
                        <a:pt x="187" y="93"/>
                        <a:pt x="187" y="93"/>
                      </a:cubicBezTo>
                      <a:cubicBezTo>
                        <a:pt x="187" y="93"/>
                        <a:pt x="187" y="93"/>
                        <a:pt x="186" y="93"/>
                      </a:cubicBezTo>
                      <a:cubicBezTo>
                        <a:pt x="186" y="93"/>
                        <a:pt x="186" y="93"/>
                        <a:pt x="186" y="93"/>
                      </a:cubicBezTo>
                      <a:cubicBezTo>
                        <a:pt x="186" y="93"/>
                        <a:pt x="186" y="93"/>
                        <a:pt x="186" y="93"/>
                      </a:cubicBezTo>
                      <a:cubicBezTo>
                        <a:pt x="186" y="93"/>
                        <a:pt x="186" y="93"/>
                        <a:pt x="186" y="93"/>
                      </a:cubicBezTo>
                      <a:cubicBezTo>
                        <a:pt x="186" y="93"/>
                        <a:pt x="186" y="93"/>
                        <a:pt x="186" y="93"/>
                      </a:cubicBezTo>
                      <a:cubicBezTo>
                        <a:pt x="186" y="92"/>
                        <a:pt x="186" y="92"/>
                        <a:pt x="186" y="92"/>
                      </a:cubicBezTo>
                      <a:cubicBezTo>
                        <a:pt x="186" y="92"/>
                        <a:pt x="186" y="92"/>
                        <a:pt x="186" y="92"/>
                      </a:cubicBezTo>
                      <a:cubicBezTo>
                        <a:pt x="186" y="92"/>
                        <a:pt x="186" y="92"/>
                        <a:pt x="186" y="92"/>
                      </a:cubicBezTo>
                      <a:cubicBezTo>
                        <a:pt x="186" y="92"/>
                        <a:pt x="186" y="92"/>
                        <a:pt x="186" y="92"/>
                      </a:cubicBezTo>
                      <a:cubicBezTo>
                        <a:pt x="186" y="92"/>
                        <a:pt x="186" y="92"/>
                        <a:pt x="186" y="92"/>
                      </a:cubicBezTo>
                      <a:cubicBezTo>
                        <a:pt x="186" y="92"/>
                        <a:pt x="186" y="92"/>
                        <a:pt x="186" y="92"/>
                      </a:cubicBezTo>
                      <a:cubicBezTo>
                        <a:pt x="186" y="92"/>
                        <a:pt x="185" y="92"/>
                        <a:pt x="185" y="92"/>
                      </a:cubicBezTo>
                      <a:cubicBezTo>
                        <a:pt x="185" y="92"/>
                        <a:pt x="185" y="92"/>
                        <a:pt x="185" y="92"/>
                      </a:cubicBezTo>
                      <a:cubicBezTo>
                        <a:pt x="185" y="92"/>
                        <a:pt x="185" y="92"/>
                        <a:pt x="185" y="92"/>
                      </a:cubicBezTo>
                      <a:cubicBezTo>
                        <a:pt x="185" y="92"/>
                        <a:pt x="185" y="92"/>
                        <a:pt x="185" y="92"/>
                      </a:cubicBezTo>
                      <a:cubicBezTo>
                        <a:pt x="185" y="92"/>
                        <a:pt x="185" y="92"/>
                        <a:pt x="185" y="92"/>
                      </a:cubicBezTo>
                      <a:cubicBezTo>
                        <a:pt x="185" y="92"/>
                        <a:pt x="185" y="93"/>
                        <a:pt x="185" y="93"/>
                      </a:cubicBezTo>
                      <a:cubicBezTo>
                        <a:pt x="185" y="93"/>
                        <a:pt x="185" y="93"/>
                        <a:pt x="185" y="93"/>
                      </a:cubicBezTo>
                      <a:cubicBezTo>
                        <a:pt x="185" y="93"/>
                        <a:pt x="185" y="93"/>
                        <a:pt x="185" y="92"/>
                      </a:cubicBezTo>
                      <a:cubicBezTo>
                        <a:pt x="185" y="92"/>
                        <a:pt x="185" y="92"/>
                        <a:pt x="185" y="92"/>
                      </a:cubicBezTo>
                      <a:cubicBezTo>
                        <a:pt x="185" y="92"/>
                        <a:pt x="186" y="92"/>
                        <a:pt x="186" y="92"/>
                      </a:cubicBezTo>
                      <a:cubicBezTo>
                        <a:pt x="186" y="92"/>
                        <a:pt x="186" y="93"/>
                        <a:pt x="186" y="93"/>
                      </a:cubicBezTo>
                      <a:cubicBezTo>
                        <a:pt x="186" y="93"/>
                        <a:pt x="186" y="93"/>
                        <a:pt x="186" y="93"/>
                      </a:cubicBezTo>
                      <a:cubicBezTo>
                        <a:pt x="186" y="93"/>
                        <a:pt x="186" y="93"/>
                        <a:pt x="186" y="93"/>
                      </a:cubicBezTo>
                      <a:cubicBezTo>
                        <a:pt x="186" y="93"/>
                        <a:pt x="186" y="93"/>
                        <a:pt x="186" y="93"/>
                      </a:cubicBezTo>
                      <a:cubicBezTo>
                        <a:pt x="186" y="93"/>
                        <a:pt x="185" y="93"/>
                        <a:pt x="185" y="93"/>
                      </a:cubicBezTo>
                      <a:cubicBezTo>
                        <a:pt x="185" y="93"/>
                        <a:pt x="185" y="93"/>
                        <a:pt x="185" y="93"/>
                      </a:cubicBezTo>
                      <a:cubicBezTo>
                        <a:pt x="185" y="93"/>
                        <a:pt x="185" y="94"/>
                        <a:pt x="185" y="94"/>
                      </a:cubicBezTo>
                      <a:cubicBezTo>
                        <a:pt x="185" y="94"/>
                        <a:pt x="185" y="94"/>
                        <a:pt x="185" y="94"/>
                      </a:cubicBezTo>
                      <a:cubicBezTo>
                        <a:pt x="185" y="94"/>
                        <a:pt x="184" y="94"/>
                        <a:pt x="184" y="94"/>
                      </a:cubicBezTo>
                      <a:cubicBezTo>
                        <a:pt x="184" y="94"/>
                        <a:pt x="184" y="94"/>
                        <a:pt x="184" y="94"/>
                      </a:cubicBezTo>
                      <a:cubicBezTo>
                        <a:pt x="184" y="94"/>
                        <a:pt x="184" y="94"/>
                        <a:pt x="184" y="94"/>
                      </a:cubicBezTo>
                      <a:cubicBezTo>
                        <a:pt x="184" y="94"/>
                        <a:pt x="184" y="94"/>
                        <a:pt x="184" y="94"/>
                      </a:cubicBezTo>
                      <a:cubicBezTo>
                        <a:pt x="183" y="94"/>
                        <a:pt x="183" y="94"/>
                        <a:pt x="183" y="94"/>
                      </a:cubicBezTo>
                      <a:cubicBezTo>
                        <a:pt x="183" y="94"/>
                        <a:pt x="183" y="94"/>
                        <a:pt x="183" y="94"/>
                      </a:cubicBezTo>
                      <a:cubicBezTo>
                        <a:pt x="183" y="95"/>
                        <a:pt x="183" y="95"/>
                        <a:pt x="183" y="95"/>
                      </a:cubicBezTo>
                      <a:cubicBezTo>
                        <a:pt x="183" y="95"/>
                        <a:pt x="183" y="95"/>
                        <a:pt x="183" y="95"/>
                      </a:cubicBezTo>
                      <a:cubicBezTo>
                        <a:pt x="183" y="95"/>
                        <a:pt x="183" y="95"/>
                        <a:pt x="183" y="95"/>
                      </a:cubicBezTo>
                      <a:cubicBezTo>
                        <a:pt x="183" y="95"/>
                        <a:pt x="183" y="95"/>
                        <a:pt x="183" y="95"/>
                      </a:cubicBezTo>
                      <a:cubicBezTo>
                        <a:pt x="183" y="95"/>
                        <a:pt x="183" y="95"/>
                        <a:pt x="183" y="95"/>
                      </a:cubicBezTo>
                      <a:cubicBezTo>
                        <a:pt x="183" y="95"/>
                        <a:pt x="182" y="95"/>
                        <a:pt x="182" y="95"/>
                      </a:cubicBezTo>
                      <a:cubicBezTo>
                        <a:pt x="182" y="95"/>
                        <a:pt x="182" y="95"/>
                        <a:pt x="182" y="95"/>
                      </a:cubicBezTo>
                      <a:cubicBezTo>
                        <a:pt x="182" y="95"/>
                        <a:pt x="182" y="95"/>
                        <a:pt x="182" y="95"/>
                      </a:cubicBezTo>
                      <a:cubicBezTo>
                        <a:pt x="182" y="96"/>
                        <a:pt x="182" y="96"/>
                        <a:pt x="182" y="96"/>
                      </a:cubicBezTo>
                      <a:cubicBezTo>
                        <a:pt x="182" y="96"/>
                        <a:pt x="181" y="96"/>
                        <a:pt x="181" y="96"/>
                      </a:cubicBezTo>
                      <a:cubicBezTo>
                        <a:pt x="181" y="95"/>
                        <a:pt x="181" y="95"/>
                        <a:pt x="181" y="95"/>
                      </a:cubicBezTo>
                      <a:cubicBezTo>
                        <a:pt x="181" y="95"/>
                        <a:pt x="180" y="95"/>
                        <a:pt x="180" y="95"/>
                      </a:cubicBezTo>
                      <a:cubicBezTo>
                        <a:pt x="180" y="95"/>
                        <a:pt x="180" y="95"/>
                        <a:pt x="180" y="95"/>
                      </a:cubicBezTo>
                      <a:cubicBezTo>
                        <a:pt x="180" y="95"/>
                        <a:pt x="180" y="95"/>
                        <a:pt x="180" y="95"/>
                      </a:cubicBezTo>
                      <a:cubicBezTo>
                        <a:pt x="180" y="95"/>
                        <a:pt x="180" y="95"/>
                        <a:pt x="180" y="95"/>
                      </a:cubicBezTo>
                      <a:cubicBezTo>
                        <a:pt x="180" y="95"/>
                        <a:pt x="180" y="95"/>
                        <a:pt x="180" y="95"/>
                      </a:cubicBezTo>
                      <a:cubicBezTo>
                        <a:pt x="180" y="95"/>
                        <a:pt x="180" y="95"/>
                        <a:pt x="180" y="94"/>
                      </a:cubicBezTo>
                      <a:cubicBezTo>
                        <a:pt x="180" y="94"/>
                        <a:pt x="180" y="94"/>
                        <a:pt x="180" y="94"/>
                      </a:cubicBezTo>
                      <a:cubicBezTo>
                        <a:pt x="180" y="94"/>
                        <a:pt x="180" y="94"/>
                        <a:pt x="180" y="94"/>
                      </a:cubicBezTo>
                      <a:cubicBezTo>
                        <a:pt x="180" y="94"/>
                        <a:pt x="180" y="94"/>
                        <a:pt x="180" y="94"/>
                      </a:cubicBezTo>
                      <a:cubicBezTo>
                        <a:pt x="180" y="94"/>
                        <a:pt x="179" y="94"/>
                        <a:pt x="179" y="94"/>
                      </a:cubicBezTo>
                      <a:cubicBezTo>
                        <a:pt x="179" y="94"/>
                        <a:pt x="179" y="95"/>
                        <a:pt x="179" y="95"/>
                      </a:cubicBezTo>
                      <a:cubicBezTo>
                        <a:pt x="179" y="95"/>
                        <a:pt x="179" y="95"/>
                        <a:pt x="179" y="95"/>
                      </a:cubicBezTo>
                      <a:cubicBezTo>
                        <a:pt x="179" y="95"/>
                        <a:pt x="179" y="95"/>
                        <a:pt x="179" y="95"/>
                      </a:cubicBezTo>
                      <a:cubicBezTo>
                        <a:pt x="179" y="95"/>
                        <a:pt x="179" y="95"/>
                        <a:pt x="179" y="95"/>
                      </a:cubicBezTo>
                      <a:cubicBezTo>
                        <a:pt x="179" y="95"/>
                        <a:pt x="178" y="95"/>
                        <a:pt x="178" y="95"/>
                      </a:cubicBezTo>
                      <a:cubicBezTo>
                        <a:pt x="178" y="95"/>
                        <a:pt x="178" y="95"/>
                        <a:pt x="178" y="95"/>
                      </a:cubicBezTo>
                      <a:cubicBezTo>
                        <a:pt x="178" y="95"/>
                        <a:pt x="178" y="95"/>
                        <a:pt x="178" y="95"/>
                      </a:cubicBezTo>
                      <a:cubicBezTo>
                        <a:pt x="178" y="95"/>
                        <a:pt x="178" y="95"/>
                        <a:pt x="177" y="95"/>
                      </a:cubicBezTo>
                      <a:cubicBezTo>
                        <a:pt x="177" y="95"/>
                        <a:pt x="177" y="95"/>
                        <a:pt x="177" y="95"/>
                      </a:cubicBezTo>
                      <a:cubicBezTo>
                        <a:pt x="177" y="95"/>
                        <a:pt x="177" y="95"/>
                        <a:pt x="177" y="94"/>
                      </a:cubicBezTo>
                      <a:cubicBezTo>
                        <a:pt x="177" y="94"/>
                        <a:pt x="177" y="94"/>
                        <a:pt x="177" y="94"/>
                      </a:cubicBezTo>
                      <a:cubicBezTo>
                        <a:pt x="177" y="94"/>
                        <a:pt x="177" y="94"/>
                        <a:pt x="177" y="94"/>
                      </a:cubicBezTo>
                      <a:cubicBezTo>
                        <a:pt x="177" y="95"/>
                        <a:pt x="177" y="95"/>
                        <a:pt x="177" y="95"/>
                      </a:cubicBezTo>
                      <a:cubicBezTo>
                        <a:pt x="177" y="95"/>
                        <a:pt x="177" y="95"/>
                        <a:pt x="177" y="95"/>
                      </a:cubicBezTo>
                      <a:cubicBezTo>
                        <a:pt x="177" y="95"/>
                        <a:pt x="177" y="95"/>
                        <a:pt x="177" y="95"/>
                      </a:cubicBezTo>
                      <a:cubicBezTo>
                        <a:pt x="177" y="95"/>
                        <a:pt x="177" y="95"/>
                        <a:pt x="177" y="95"/>
                      </a:cubicBezTo>
                      <a:cubicBezTo>
                        <a:pt x="177" y="95"/>
                        <a:pt x="177" y="95"/>
                        <a:pt x="177" y="95"/>
                      </a:cubicBezTo>
                      <a:cubicBezTo>
                        <a:pt x="177" y="95"/>
                        <a:pt x="177" y="95"/>
                        <a:pt x="177"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5" y="95"/>
                        <a:pt x="175" y="95"/>
                      </a:cubicBezTo>
                      <a:cubicBezTo>
                        <a:pt x="175" y="95"/>
                        <a:pt x="175" y="95"/>
                        <a:pt x="175" y="95"/>
                      </a:cubicBezTo>
                      <a:cubicBezTo>
                        <a:pt x="175" y="95"/>
                        <a:pt x="175" y="95"/>
                        <a:pt x="175" y="95"/>
                      </a:cubicBezTo>
                      <a:cubicBezTo>
                        <a:pt x="175" y="95"/>
                        <a:pt x="175" y="94"/>
                        <a:pt x="175" y="94"/>
                      </a:cubicBezTo>
                      <a:cubicBezTo>
                        <a:pt x="175" y="94"/>
                        <a:pt x="175" y="94"/>
                        <a:pt x="175" y="94"/>
                      </a:cubicBezTo>
                      <a:cubicBezTo>
                        <a:pt x="175" y="94"/>
                        <a:pt x="174" y="94"/>
                        <a:pt x="174" y="94"/>
                      </a:cubicBezTo>
                      <a:cubicBezTo>
                        <a:pt x="174" y="94"/>
                        <a:pt x="174" y="94"/>
                        <a:pt x="174" y="94"/>
                      </a:cubicBezTo>
                      <a:cubicBezTo>
                        <a:pt x="174" y="94"/>
                        <a:pt x="174" y="94"/>
                        <a:pt x="174" y="94"/>
                      </a:cubicBezTo>
                      <a:cubicBezTo>
                        <a:pt x="174" y="94"/>
                        <a:pt x="174" y="94"/>
                        <a:pt x="173" y="94"/>
                      </a:cubicBezTo>
                      <a:cubicBezTo>
                        <a:pt x="173" y="94"/>
                        <a:pt x="173" y="94"/>
                        <a:pt x="173" y="94"/>
                      </a:cubicBezTo>
                      <a:cubicBezTo>
                        <a:pt x="173" y="94"/>
                        <a:pt x="173" y="94"/>
                        <a:pt x="173" y="94"/>
                      </a:cubicBezTo>
                      <a:cubicBezTo>
                        <a:pt x="173" y="94"/>
                        <a:pt x="173" y="94"/>
                        <a:pt x="173" y="94"/>
                      </a:cubicBezTo>
                      <a:cubicBezTo>
                        <a:pt x="173" y="94"/>
                        <a:pt x="173" y="93"/>
                        <a:pt x="173" y="93"/>
                      </a:cubicBezTo>
                      <a:cubicBezTo>
                        <a:pt x="173" y="94"/>
                        <a:pt x="173" y="94"/>
                        <a:pt x="173" y="94"/>
                      </a:cubicBezTo>
                      <a:cubicBezTo>
                        <a:pt x="173" y="94"/>
                        <a:pt x="172" y="94"/>
                        <a:pt x="172" y="94"/>
                      </a:cubicBezTo>
                      <a:cubicBezTo>
                        <a:pt x="172" y="94"/>
                        <a:pt x="172" y="94"/>
                        <a:pt x="172" y="94"/>
                      </a:cubicBezTo>
                      <a:cubicBezTo>
                        <a:pt x="172" y="94"/>
                        <a:pt x="171" y="94"/>
                        <a:pt x="171" y="94"/>
                      </a:cubicBezTo>
                      <a:cubicBezTo>
                        <a:pt x="171" y="94"/>
                        <a:pt x="171" y="93"/>
                        <a:pt x="171" y="93"/>
                      </a:cubicBezTo>
                      <a:cubicBezTo>
                        <a:pt x="171" y="93"/>
                        <a:pt x="171" y="93"/>
                        <a:pt x="171" y="93"/>
                      </a:cubicBezTo>
                      <a:cubicBezTo>
                        <a:pt x="171" y="93"/>
                        <a:pt x="170" y="93"/>
                        <a:pt x="170" y="93"/>
                      </a:cubicBezTo>
                      <a:cubicBezTo>
                        <a:pt x="170" y="93"/>
                        <a:pt x="170" y="93"/>
                        <a:pt x="170" y="93"/>
                      </a:cubicBezTo>
                      <a:cubicBezTo>
                        <a:pt x="170" y="93"/>
                        <a:pt x="170" y="93"/>
                        <a:pt x="170" y="93"/>
                      </a:cubicBezTo>
                      <a:cubicBezTo>
                        <a:pt x="170" y="93"/>
                        <a:pt x="170" y="93"/>
                        <a:pt x="170" y="93"/>
                      </a:cubicBezTo>
                      <a:cubicBezTo>
                        <a:pt x="170" y="93"/>
                        <a:pt x="170" y="93"/>
                        <a:pt x="170" y="93"/>
                      </a:cubicBezTo>
                      <a:cubicBezTo>
                        <a:pt x="170" y="93"/>
                        <a:pt x="170" y="93"/>
                        <a:pt x="170" y="93"/>
                      </a:cubicBezTo>
                      <a:cubicBezTo>
                        <a:pt x="170" y="93"/>
                        <a:pt x="169" y="93"/>
                        <a:pt x="169" y="93"/>
                      </a:cubicBezTo>
                      <a:cubicBezTo>
                        <a:pt x="169" y="93"/>
                        <a:pt x="169" y="93"/>
                        <a:pt x="169" y="93"/>
                      </a:cubicBezTo>
                      <a:cubicBezTo>
                        <a:pt x="169" y="93"/>
                        <a:pt x="169" y="93"/>
                        <a:pt x="169" y="93"/>
                      </a:cubicBezTo>
                      <a:cubicBezTo>
                        <a:pt x="169" y="93"/>
                        <a:pt x="169" y="93"/>
                        <a:pt x="169" y="93"/>
                      </a:cubicBezTo>
                      <a:cubicBezTo>
                        <a:pt x="169" y="93"/>
                        <a:pt x="169" y="93"/>
                        <a:pt x="169" y="93"/>
                      </a:cubicBezTo>
                      <a:cubicBezTo>
                        <a:pt x="169" y="93"/>
                        <a:pt x="169" y="93"/>
                        <a:pt x="169" y="93"/>
                      </a:cubicBezTo>
                      <a:cubicBezTo>
                        <a:pt x="169" y="93"/>
                        <a:pt x="169" y="93"/>
                        <a:pt x="169" y="93"/>
                      </a:cubicBezTo>
                      <a:cubicBezTo>
                        <a:pt x="169" y="93"/>
                        <a:pt x="168" y="93"/>
                        <a:pt x="168" y="93"/>
                      </a:cubicBezTo>
                      <a:cubicBezTo>
                        <a:pt x="168" y="93"/>
                        <a:pt x="168" y="93"/>
                        <a:pt x="168" y="93"/>
                      </a:cubicBezTo>
                      <a:cubicBezTo>
                        <a:pt x="168" y="93"/>
                        <a:pt x="168" y="93"/>
                        <a:pt x="168" y="93"/>
                      </a:cubicBezTo>
                      <a:cubicBezTo>
                        <a:pt x="168" y="93"/>
                        <a:pt x="168" y="93"/>
                        <a:pt x="168" y="93"/>
                      </a:cubicBezTo>
                      <a:cubicBezTo>
                        <a:pt x="168" y="93"/>
                        <a:pt x="167" y="93"/>
                        <a:pt x="167" y="93"/>
                      </a:cubicBezTo>
                      <a:cubicBezTo>
                        <a:pt x="167" y="93"/>
                        <a:pt x="167" y="94"/>
                        <a:pt x="167" y="94"/>
                      </a:cubicBezTo>
                      <a:cubicBezTo>
                        <a:pt x="167" y="94"/>
                        <a:pt x="167" y="94"/>
                        <a:pt x="167" y="94"/>
                      </a:cubicBezTo>
                      <a:cubicBezTo>
                        <a:pt x="167" y="94"/>
                        <a:pt x="167" y="94"/>
                        <a:pt x="167" y="94"/>
                      </a:cubicBezTo>
                      <a:cubicBezTo>
                        <a:pt x="167" y="94"/>
                        <a:pt x="167" y="94"/>
                        <a:pt x="167" y="94"/>
                      </a:cubicBezTo>
                      <a:cubicBezTo>
                        <a:pt x="167" y="94"/>
                        <a:pt x="167" y="94"/>
                        <a:pt x="167" y="94"/>
                      </a:cubicBezTo>
                      <a:cubicBezTo>
                        <a:pt x="167" y="94"/>
                        <a:pt x="167" y="94"/>
                        <a:pt x="167" y="94"/>
                      </a:cubicBezTo>
                      <a:cubicBezTo>
                        <a:pt x="167" y="94"/>
                        <a:pt x="167" y="94"/>
                        <a:pt x="167" y="94"/>
                      </a:cubicBezTo>
                      <a:cubicBezTo>
                        <a:pt x="167" y="94"/>
                        <a:pt x="167" y="94"/>
                        <a:pt x="167" y="94"/>
                      </a:cubicBezTo>
                      <a:cubicBezTo>
                        <a:pt x="167" y="94"/>
                        <a:pt x="167" y="94"/>
                        <a:pt x="167" y="94"/>
                      </a:cubicBezTo>
                      <a:cubicBezTo>
                        <a:pt x="167" y="94"/>
                        <a:pt x="167" y="94"/>
                        <a:pt x="167" y="94"/>
                      </a:cubicBezTo>
                      <a:cubicBezTo>
                        <a:pt x="167" y="94"/>
                        <a:pt x="167" y="94"/>
                        <a:pt x="167" y="94"/>
                      </a:cubicBezTo>
                      <a:cubicBezTo>
                        <a:pt x="167"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5" y="94"/>
                        <a:pt x="165" y="94"/>
                      </a:cubicBezTo>
                      <a:cubicBezTo>
                        <a:pt x="165" y="94"/>
                        <a:pt x="165" y="94"/>
                        <a:pt x="165" y="94"/>
                      </a:cubicBezTo>
                      <a:cubicBezTo>
                        <a:pt x="165" y="94"/>
                        <a:pt x="165" y="94"/>
                        <a:pt x="165" y="94"/>
                      </a:cubicBezTo>
                      <a:cubicBezTo>
                        <a:pt x="165" y="95"/>
                        <a:pt x="165" y="95"/>
                        <a:pt x="165" y="95"/>
                      </a:cubicBezTo>
                      <a:cubicBezTo>
                        <a:pt x="165" y="95"/>
                        <a:pt x="165" y="95"/>
                        <a:pt x="165" y="95"/>
                      </a:cubicBezTo>
                      <a:cubicBezTo>
                        <a:pt x="165" y="95"/>
                        <a:pt x="165" y="95"/>
                        <a:pt x="165" y="95"/>
                      </a:cubicBezTo>
                      <a:cubicBezTo>
                        <a:pt x="165" y="95"/>
                        <a:pt x="165" y="95"/>
                        <a:pt x="165" y="96"/>
                      </a:cubicBezTo>
                      <a:cubicBezTo>
                        <a:pt x="165" y="96"/>
                        <a:pt x="165" y="96"/>
                        <a:pt x="165" y="96"/>
                      </a:cubicBezTo>
                      <a:cubicBezTo>
                        <a:pt x="165" y="96"/>
                        <a:pt x="165" y="96"/>
                        <a:pt x="165" y="96"/>
                      </a:cubicBezTo>
                      <a:cubicBezTo>
                        <a:pt x="165" y="96"/>
                        <a:pt x="165" y="97"/>
                        <a:pt x="165" y="97"/>
                      </a:cubicBezTo>
                      <a:cubicBezTo>
                        <a:pt x="165" y="97"/>
                        <a:pt x="165" y="97"/>
                        <a:pt x="165" y="97"/>
                      </a:cubicBezTo>
                      <a:cubicBezTo>
                        <a:pt x="165" y="97"/>
                        <a:pt x="165" y="97"/>
                        <a:pt x="165" y="97"/>
                      </a:cubicBezTo>
                      <a:cubicBezTo>
                        <a:pt x="165" y="97"/>
                        <a:pt x="165" y="97"/>
                        <a:pt x="165" y="97"/>
                      </a:cubicBezTo>
                      <a:cubicBezTo>
                        <a:pt x="165" y="97"/>
                        <a:pt x="165" y="97"/>
                        <a:pt x="166" y="97"/>
                      </a:cubicBezTo>
                      <a:cubicBezTo>
                        <a:pt x="166" y="97"/>
                        <a:pt x="166" y="97"/>
                        <a:pt x="166" y="97"/>
                      </a:cubicBezTo>
                      <a:cubicBezTo>
                        <a:pt x="166" y="97"/>
                        <a:pt x="166" y="97"/>
                        <a:pt x="166" y="97"/>
                      </a:cubicBezTo>
                      <a:cubicBezTo>
                        <a:pt x="166" y="97"/>
                        <a:pt x="166" y="97"/>
                        <a:pt x="166" y="97"/>
                      </a:cubicBezTo>
                      <a:cubicBezTo>
                        <a:pt x="166" y="97"/>
                        <a:pt x="167" y="97"/>
                        <a:pt x="167" y="97"/>
                      </a:cubicBezTo>
                      <a:cubicBezTo>
                        <a:pt x="167" y="97"/>
                        <a:pt x="167" y="97"/>
                        <a:pt x="167" y="97"/>
                      </a:cubicBezTo>
                      <a:cubicBezTo>
                        <a:pt x="167" y="97"/>
                        <a:pt x="167" y="97"/>
                        <a:pt x="167" y="97"/>
                      </a:cubicBezTo>
                      <a:cubicBezTo>
                        <a:pt x="167" y="97"/>
                        <a:pt x="168" y="97"/>
                        <a:pt x="168" y="97"/>
                      </a:cubicBezTo>
                      <a:cubicBezTo>
                        <a:pt x="168" y="97"/>
                        <a:pt x="168" y="97"/>
                        <a:pt x="168" y="97"/>
                      </a:cubicBezTo>
                      <a:cubicBezTo>
                        <a:pt x="168" y="97"/>
                        <a:pt x="168" y="97"/>
                        <a:pt x="168" y="97"/>
                      </a:cubicBezTo>
                      <a:cubicBezTo>
                        <a:pt x="168" y="97"/>
                        <a:pt x="168" y="97"/>
                        <a:pt x="169" y="97"/>
                      </a:cubicBezTo>
                      <a:cubicBezTo>
                        <a:pt x="169" y="97"/>
                        <a:pt x="169" y="97"/>
                        <a:pt x="169" y="97"/>
                      </a:cubicBezTo>
                      <a:cubicBezTo>
                        <a:pt x="170" y="97"/>
                        <a:pt x="170" y="97"/>
                        <a:pt x="170" y="97"/>
                      </a:cubicBezTo>
                      <a:cubicBezTo>
                        <a:pt x="170" y="97"/>
                        <a:pt x="170" y="97"/>
                        <a:pt x="170" y="97"/>
                      </a:cubicBezTo>
                      <a:cubicBezTo>
                        <a:pt x="170" y="97"/>
                        <a:pt x="170" y="97"/>
                        <a:pt x="171" y="97"/>
                      </a:cubicBezTo>
                      <a:cubicBezTo>
                        <a:pt x="171" y="97"/>
                        <a:pt x="171" y="97"/>
                        <a:pt x="171" y="97"/>
                      </a:cubicBezTo>
                      <a:cubicBezTo>
                        <a:pt x="171" y="97"/>
                        <a:pt x="171" y="97"/>
                        <a:pt x="171" y="97"/>
                      </a:cubicBezTo>
                      <a:cubicBezTo>
                        <a:pt x="171" y="97"/>
                        <a:pt x="172" y="97"/>
                        <a:pt x="172" y="97"/>
                      </a:cubicBezTo>
                      <a:cubicBezTo>
                        <a:pt x="172" y="97"/>
                        <a:pt x="172" y="97"/>
                        <a:pt x="172" y="97"/>
                      </a:cubicBezTo>
                      <a:cubicBezTo>
                        <a:pt x="172" y="97"/>
                        <a:pt x="172" y="97"/>
                        <a:pt x="172" y="97"/>
                      </a:cubicBezTo>
                      <a:cubicBezTo>
                        <a:pt x="172" y="97"/>
                        <a:pt x="172" y="97"/>
                        <a:pt x="172" y="97"/>
                      </a:cubicBezTo>
                      <a:cubicBezTo>
                        <a:pt x="172" y="97"/>
                        <a:pt x="172" y="97"/>
                        <a:pt x="172" y="97"/>
                      </a:cubicBezTo>
                      <a:cubicBezTo>
                        <a:pt x="172" y="97"/>
                        <a:pt x="172" y="98"/>
                        <a:pt x="172" y="98"/>
                      </a:cubicBezTo>
                      <a:cubicBezTo>
                        <a:pt x="173" y="98"/>
                        <a:pt x="173" y="98"/>
                        <a:pt x="173" y="98"/>
                      </a:cubicBezTo>
                      <a:cubicBezTo>
                        <a:pt x="173" y="98"/>
                        <a:pt x="173" y="98"/>
                        <a:pt x="173" y="98"/>
                      </a:cubicBezTo>
                      <a:cubicBezTo>
                        <a:pt x="173" y="98"/>
                        <a:pt x="173" y="98"/>
                        <a:pt x="173" y="98"/>
                      </a:cubicBezTo>
                      <a:cubicBezTo>
                        <a:pt x="173" y="97"/>
                        <a:pt x="174" y="97"/>
                        <a:pt x="174" y="97"/>
                      </a:cubicBezTo>
                      <a:cubicBezTo>
                        <a:pt x="174" y="97"/>
                        <a:pt x="174" y="97"/>
                        <a:pt x="174" y="97"/>
                      </a:cubicBezTo>
                      <a:cubicBezTo>
                        <a:pt x="174" y="97"/>
                        <a:pt x="174" y="97"/>
                        <a:pt x="174" y="97"/>
                      </a:cubicBezTo>
                      <a:cubicBezTo>
                        <a:pt x="174" y="97"/>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7"/>
                        <a:pt x="176" y="97"/>
                        <a:pt x="176" y="97"/>
                      </a:cubicBezTo>
                      <a:cubicBezTo>
                        <a:pt x="176" y="97"/>
                        <a:pt x="176" y="97"/>
                        <a:pt x="176" y="97"/>
                      </a:cubicBezTo>
                      <a:cubicBezTo>
                        <a:pt x="176" y="97"/>
                        <a:pt x="177" y="97"/>
                        <a:pt x="177" y="97"/>
                      </a:cubicBezTo>
                      <a:cubicBezTo>
                        <a:pt x="177" y="97"/>
                        <a:pt x="177" y="97"/>
                        <a:pt x="177" y="97"/>
                      </a:cubicBezTo>
                      <a:cubicBezTo>
                        <a:pt x="177" y="97"/>
                        <a:pt x="177" y="97"/>
                        <a:pt x="177" y="97"/>
                      </a:cubicBezTo>
                      <a:cubicBezTo>
                        <a:pt x="177" y="97"/>
                        <a:pt x="177" y="97"/>
                        <a:pt x="177" y="97"/>
                      </a:cubicBezTo>
                      <a:cubicBezTo>
                        <a:pt x="177" y="97"/>
                        <a:pt x="177" y="97"/>
                        <a:pt x="177" y="97"/>
                      </a:cubicBezTo>
                      <a:cubicBezTo>
                        <a:pt x="177" y="97"/>
                        <a:pt x="177" y="97"/>
                        <a:pt x="177" y="97"/>
                      </a:cubicBezTo>
                      <a:cubicBezTo>
                        <a:pt x="177" y="97"/>
                        <a:pt x="177" y="97"/>
                        <a:pt x="177" y="97"/>
                      </a:cubicBezTo>
                      <a:cubicBezTo>
                        <a:pt x="177" y="97"/>
                        <a:pt x="178" y="97"/>
                        <a:pt x="178" y="97"/>
                      </a:cubicBezTo>
                      <a:cubicBezTo>
                        <a:pt x="178" y="97"/>
                        <a:pt x="178" y="97"/>
                        <a:pt x="178" y="97"/>
                      </a:cubicBezTo>
                      <a:cubicBezTo>
                        <a:pt x="178" y="97"/>
                        <a:pt x="178" y="97"/>
                        <a:pt x="178" y="97"/>
                      </a:cubicBezTo>
                      <a:cubicBezTo>
                        <a:pt x="178" y="97"/>
                        <a:pt x="178" y="97"/>
                        <a:pt x="178" y="97"/>
                      </a:cubicBezTo>
                      <a:cubicBezTo>
                        <a:pt x="178" y="97"/>
                        <a:pt x="179" y="97"/>
                        <a:pt x="179" y="97"/>
                      </a:cubicBezTo>
                      <a:cubicBezTo>
                        <a:pt x="179" y="97"/>
                        <a:pt x="179" y="97"/>
                        <a:pt x="179" y="97"/>
                      </a:cubicBezTo>
                      <a:cubicBezTo>
                        <a:pt x="179" y="97"/>
                        <a:pt x="179" y="97"/>
                        <a:pt x="179" y="97"/>
                      </a:cubicBezTo>
                      <a:cubicBezTo>
                        <a:pt x="179" y="97"/>
                        <a:pt x="179" y="97"/>
                        <a:pt x="179" y="97"/>
                      </a:cubicBezTo>
                      <a:cubicBezTo>
                        <a:pt x="179" y="97"/>
                        <a:pt x="180" y="97"/>
                        <a:pt x="180" y="97"/>
                      </a:cubicBezTo>
                      <a:cubicBezTo>
                        <a:pt x="180" y="97"/>
                        <a:pt x="180" y="96"/>
                        <a:pt x="180" y="96"/>
                      </a:cubicBezTo>
                      <a:cubicBezTo>
                        <a:pt x="180" y="96"/>
                        <a:pt x="180" y="96"/>
                        <a:pt x="180" y="96"/>
                      </a:cubicBezTo>
                      <a:cubicBezTo>
                        <a:pt x="180" y="96"/>
                        <a:pt x="181" y="96"/>
                        <a:pt x="181" y="96"/>
                      </a:cubicBezTo>
                      <a:cubicBezTo>
                        <a:pt x="181" y="96"/>
                        <a:pt x="181" y="96"/>
                        <a:pt x="181" y="96"/>
                      </a:cubicBezTo>
                      <a:cubicBezTo>
                        <a:pt x="181" y="96"/>
                        <a:pt x="181" y="96"/>
                        <a:pt x="181" y="96"/>
                      </a:cubicBezTo>
                      <a:cubicBezTo>
                        <a:pt x="182" y="96"/>
                        <a:pt x="182" y="96"/>
                        <a:pt x="182" y="96"/>
                      </a:cubicBezTo>
                      <a:cubicBezTo>
                        <a:pt x="182" y="96"/>
                        <a:pt x="182" y="96"/>
                        <a:pt x="182" y="96"/>
                      </a:cubicBezTo>
                      <a:cubicBezTo>
                        <a:pt x="182" y="96"/>
                        <a:pt x="182" y="96"/>
                        <a:pt x="183" y="96"/>
                      </a:cubicBezTo>
                      <a:cubicBezTo>
                        <a:pt x="183" y="96"/>
                        <a:pt x="183" y="96"/>
                        <a:pt x="183" y="96"/>
                      </a:cubicBezTo>
                      <a:cubicBezTo>
                        <a:pt x="183" y="96"/>
                        <a:pt x="183" y="96"/>
                        <a:pt x="183" y="96"/>
                      </a:cubicBezTo>
                      <a:cubicBezTo>
                        <a:pt x="183" y="96"/>
                        <a:pt x="184" y="96"/>
                        <a:pt x="184" y="96"/>
                      </a:cubicBezTo>
                      <a:cubicBezTo>
                        <a:pt x="184" y="96"/>
                        <a:pt x="184" y="96"/>
                        <a:pt x="184" y="96"/>
                      </a:cubicBezTo>
                      <a:cubicBezTo>
                        <a:pt x="184" y="95"/>
                        <a:pt x="185" y="95"/>
                        <a:pt x="185" y="95"/>
                      </a:cubicBezTo>
                      <a:cubicBezTo>
                        <a:pt x="185" y="95"/>
                        <a:pt x="185" y="95"/>
                        <a:pt x="185" y="95"/>
                      </a:cubicBezTo>
                      <a:cubicBezTo>
                        <a:pt x="185" y="95"/>
                        <a:pt x="185" y="95"/>
                        <a:pt x="185" y="95"/>
                      </a:cubicBezTo>
                      <a:close/>
                      <a:moveTo>
                        <a:pt x="188" y="46"/>
                      </a:moveTo>
                      <a:cubicBezTo>
                        <a:pt x="189" y="46"/>
                        <a:pt x="189" y="46"/>
                        <a:pt x="188" y="46"/>
                      </a:cubicBezTo>
                      <a:cubicBezTo>
                        <a:pt x="188" y="46"/>
                        <a:pt x="188" y="45"/>
                        <a:pt x="188" y="45"/>
                      </a:cubicBezTo>
                      <a:cubicBezTo>
                        <a:pt x="188" y="46"/>
                        <a:pt x="188" y="46"/>
                        <a:pt x="188" y="46"/>
                      </a:cubicBezTo>
                      <a:cubicBezTo>
                        <a:pt x="188" y="45"/>
                        <a:pt x="188" y="45"/>
                        <a:pt x="187" y="45"/>
                      </a:cubicBezTo>
                      <a:cubicBezTo>
                        <a:pt x="187" y="45"/>
                        <a:pt x="187" y="45"/>
                        <a:pt x="187" y="46"/>
                      </a:cubicBezTo>
                      <a:cubicBezTo>
                        <a:pt x="187" y="46"/>
                        <a:pt x="187" y="46"/>
                        <a:pt x="187" y="46"/>
                      </a:cubicBezTo>
                      <a:cubicBezTo>
                        <a:pt x="187" y="46"/>
                        <a:pt x="186" y="45"/>
                        <a:pt x="186" y="46"/>
                      </a:cubicBezTo>
                      <a:cubicBezTo>
                        <a:pt x="186" y="46"/>
                        <a:pt x="186" y="46"/>
                        <a:pt x="186" y="46"/>
                      </a:cubicBezTo>
                      <a:cubicBezTo>
                        <a:pt x="186" y="46"/>
                        <a:pt x="186" y="46"/>
                        <a:pt x="186" y="46"/>
                      </a:cubicBezTo>
                      <a:cubicBezTo>
                        <a:pt x="186" y="46"/>
                        <a:pt x="186" y="47"/>
                        <a:pt x="186" y="47"/>
                      </a:cubicBezTo>
                      <a:cubicBezTo>
                        <a:pt x="186" y="47"/>
                        <a:pt x="185" y="47"/>
                        <a:pt x="186" y="47"/>
                      </a:cubicBezTo>
                      <a:cubicBezTo>
                        <a:pt x="186" y="48"/>
                        <a:pt x="186" y="48"/>
                        <a:pt x="186" y="48"/>
                      </a:cubicBezTo>
                      <a:cubicBezTo>
                        <a:pt x="186" y="48"/>
                        <a:pt x="186" y="48"/>
                        <a:pt x="186" y="48"/>
                      </a:cubicBezTo>
                      <a:cubicBezTo>
                        <a:pt x="186" y="48"/>
                        <a:pt x="186" y="48"/>
                        <a:pt x="187" y="48"/>
                      </a:cubicBezTo>
                      <a:cubicBezTo>
                        <a:pt x="187" y="48"/>
                        <a:pt x="187" y="48"/>
                        <a:pt x="187" y="48"/>
                      </a:cubicBezTo>
                      <a:cubicBezTo>
                        <a:pt x="187" y="47"/>
                        <a:pt x="187" y="47"/>
                        <a:pt x="187" y="47"/>
                      </a:cubicBezTo>
                      <a:cubicBezTo>
                        <a:pt x="187" y="47"/>
                        <a:pt x="187" y="47"/>
                        <a:pt x="187" y="47"/>
                      </a:cubicBezTo>
                      <a:cubicBezTo>
                        <a:pt x="188" y="47"/>
                        <a:pt x="188" y="46"/>
                        <a:pt x="188" y="46"/>
                      </a:cubicBezTo>
                      <a:cubicBezTo>
                        <a:pt x="188" y="46"/>
                        <a:pt x="188" y="46"/>
                        <a:pt x="188" y="46"/>
                      </a:cubicBezTo>
                      <a:cubicBezTo>
                        <a:pt x="188" y="47"/>
                        <a:pt x="188" y="47"/>
                        <a:pt x="188" y="47"/>
                      </a:cubicBezTo>
                      <a:cubicBezTo>
                        <a:pt x="188" y="48"/>
                        <a:pt x="188" y="48"/>
                        <a:pt x="188" y="48"/>
                      </a:cubicBezTo>
                      <a:cubicBezTo>
                        <a:pt x="188" y="48"/>
                        <a:pt x="188" y="48"/>
                        <a:pt x="188" y="48"/>
                      </a:cubicBezTo>
                      <a:cubicBezTo>
                        <a:pt x="188" y="48"/>
                        <a:pt x="188" y="48"/>
                        <a:pt x="188" y="48"/>
                      </a:cubicBezTo>
                      <a:cubicBezTo>
                        <a:pt x="188" y="48"/>
                        <a:pt x="188" y="48"/>
                        <a:pt x="188" y="48"/>
                      </a:cubicBezTo>
                      <a:cubicBezTo>
                        <a:pt x="188" y="48"/>
                        <a:pt x="188" y="48"/>
                        <a:pt x="188" y="48"/>
                      </a:cubicBezTo>
                      <a:cubicBezTo>
                        <a:pt x="188" y="48"/>
                        <a:pt x="188" y="48"/>
                        <a:pt x="188" y="48"/>
                      </a:cubicBezTo>
                      <a:cubicBezTo>
                        <a:pt x="189" y="48"/>
                        <a:pt x="188" y="49"/>
                        <a:pt x="189" y="49"/>
                      </a:cubicBezTo>
                      <a:cubicBezTo>
                        <a:pt x="189" y="48"/>
                        <a:pt x="189" y="48"/>
                        <a:pt x="189" y="48"/>
                      </a:cubicBezTo>
                      <a:cubicBezTo>
                        <a:pt x="189" y="48"/>
                        <a:pt x="189" y="48"/>
                        <a:pt x="189" y="48"/>
                      </a:cubicBezTo>
                      <a:cubicBezTo>
                        <a:pt x="189" y="48"/>
                        <a:pt x="189" y="47"/>
                        <a:pt x="189" y="47"/>
                      </a:cubicBezTo>
                      <a:cubicBezTo>
                        <a:pt x="189" y="47"/>
                        <a:pt x="189" y="47"/>
                        <a:pt x="189" y="47"/>
                      </a:cubicBezTo>
                      <a:cubicBezTo>
                        <a:pt x="189" y="47"/>
                        <a:pt x="189" y="47"/>
                        <a:pt x="189" y="47"/>
                      </a:cubicBezTo>
                      <a:cubicBezTo>
                        <a:pt x="189" y="47"/>
                        <a:pt x="189" y="48"/>
                        <a:pt x="190" y="48"/>
                      </a:cubicBezTo>
                      <a:cubicBezTo>
                        <a:pt x="190" y="48"/>
                        <a:pt x="190" y="48"/>
                        <a:pt x="190" y="48"/>
                      </a:cubicBezTo>
                      <a:cubicBezTo>
                        <a:pt x="190" y="48"/>
                        <a:pt x="190" y="47"/>
                        <a:pt x="190" y="47"/>
                      </a:cubicBezTo>
                      <a:cubicBezTo>
                        <a:pt x="190" y="47"/>
                        <a:pt x="190" y="47"/>
                        <a:pt x="190" y="47"/>
                      </a:cubicBezTo>
                      <a:cubicBezTo>
                        <a:pt x="191" y="47"/>
                        <a:pt x="191" y="47"/>
                        <a:pt x="191" y="47"/>
                      </a:cubicBezTo>
                      <a:cubicBezTo>
                        <a:pt x="191" y="46"/>
                        <a:pt x="191" y="46"/>
                        <a:pt x="191" y="46"/>
                      </a:cubicBezTo>
                      <a:cubicBezTo>
                        <a:pt x="191" y="46"/>
                        <a:pt x="191" y="46"/>
                        <a:pt x="190" y="46"/>
                      </a:cubicBezTo>
                      <a:cubicBezTo>
                        <a:pt x="190" y="46"/>
                        <a:pt x="190" y="46"/>
                        <a:pt x="190" y="46"/>
                      </a:cubicBezTo>
                      <a:cubicBezTo>
                        <a:pt x="190" y="46"/>
                        <a:pt x="190" y="46"/>
                        <a:pt x="190" y="46"/>
                      </a:cubicBezTo>
                      <a:cubicBezTo>
                        <a:pt x="190" y="46"/>
                        <a:pt x="190" y="46"/>
                        <a:pt x="190" y="46"/>
                      </a:cubicBezTo>
                      <a:cubicBezTo>
                        <a:pt x="190" y="46"/>
                        <a:pt x="190" y="46"/>
                        <a:pt x="190" y="46"/>
                      </a:cubicBezTo>
                      <a:cubicBezTo>
                        <a:pt x="190" y="46"/>
                        <a:pt x="190" y="46"/>
                        <a:pt x="190" y="46"/>
                      </a:cubicBezTo>
                      <a:cubicBezTo>
                        <a:pt x="190" y="46"/>
                        <a:pt x="189" y="46"/>
                        <a:pt x="189" y="46"/>
                      </a:cubicBezTo>
                      <a:cubicBezTo>
                        <a:pt x="189" y="46"/>
                        <a:pt x="189" y="46"/>
                        <a:pt x="189" y="46"/>
                      </a:cubicBezTo>
                      <a:cubicBezTo>
                        <a:pt x="189" y="46"/>
                        <a:pt x="189" y="46"/>
                        <a:pt x="189" y="46"/>
                      </a:cubicBezTo>
                      <a:cubicBezTo>
                        <a:pt x="189" y="47"/>
                        <a:pt x="189" y="47"/>
                        <a:pt x="189" y="47"/>
                      </a:cubicBezTo>
                      <a:cubicBezTo>
                        <a:pt x="189" y="47"/>
                        <a:pt x="189" y="47"/>
                        <a:pt x="189" y="47"/>
                      </a:cubicBezTo>
                      <a:cubicBezTo>
                        <a:pt x="189" y="47"/>
                        <a:pt x="189" y="47"/>
                        <a:pt x="189" y="47"/>
                      </a:cubicBezTo>
                      <a:cubicBezTo>
                        <a:pt x="189" y="47"/>
                        <a:pt x="189" y="47"/>
                        <a:pt x="189" y="47"/>
                      </a:cubicBezTo>
                      <a:cubicBezTo>
                        <a:pt x="188" y="47"/>
                        <a:pt x="188" y="47"/>
                        <a:pt x="188" y="46"/>
                      </a:cubicBezTo>
                      <a:cubicBezTo>
                        <a:pt x="188" y="46"/>
                        <a:pt x="188" y="46"/>
                        <a:pt x="188" y="46"/>
                      </a:cubicBezTo>
                      <a:cubicBezTo>
                        <a:pt x="188" y="46"/>
                        <a:pt x="188" y="46"/>
                        <a:pt x="188" y="46"/>
                      </a:cubicBezTo>
                      <a:close/>
                      <a:moveTo>
                        <a:pt x="190" y="49"/>
                      </a:moveTo>
                      <a:cubicBezTo>
                        <a:pt x="190" y="49"/>
                        <a:pt x="191" y="49"/>
                        <a:pt x="191" y="49"/>
                      </a:cubicBezTo>
                      <a:cubicBezTo>
                        <a:pt x="191" y="49"/>
                        <a:pt x="191" y="49"/>
                        <a:pt x="191" y="49"/>
                      </a:cubicBezTo>
                      <a:cubicBezTo>
                        <a:pt x="191" y="49"/>
                        <a:pt x="191" y="49"/>
                        <a:pt x="191" y="49"/>
                      </a:cubicBezTo>
                      <a:cubicBezTo>
                        <a:pt x="191" y="48"/>
                        <a:pt x="191" y="48"/>
                        <a:pt x="191" y="48"/>
                      </a:cubicBezTo>
                      <a:cubicBezTo>
                        <a:pt x="191" y="48"/>
                        <a:pt x="191" y="48"/>
                        <a:pt x="191" y="48"/>
                      </a:cubicBezTo>
                      <a:cubicBezTo>
                        <a:pt x="191" y="48"/>
                        <a:pt x="191" y="48"/>
                        <a:pt x="191" y="48"/>
                      </a:cubicBezTo>
                      <a:cubicBezTo>
                        <a:pt x="191" y="48"/>
                        <a:pt x="191" y="48"/>
                        <a:pt x="191" y="48"/>
                      </a:cubicBezTo>
                      <a:cubicBezTo>
                        <a:pt x="191" y="48"/>
                        <a:pt x="190" y="48"/>
                        <a:pt x="190" y="48"/>
                      </a:cubicBezTo>
                      <a:cubicBezTo>
                        <a:pt x="190" y="48"/>
                        <a:pt x="190" y="48"/>
                        <a:pt x="190" y="48"/>
                      </a:cubicBezTo>
                      <a:cubicBezTo>
                        <a:pt x="190" y="48"/>
                        <a:pt x="190" y="48"/>
                        <a:pt x="190" y="48"/>
                      </a:cubicBezTo>
                      <a:cubicBezTo>
                        <a:pt x="190" y="49"/>
                        <a:pt x="190" y="49"/>
                        <a:pt x="190" y="49"/>
                      </a:cubicBezTo>
                      <a:close/>
                      <a:moveTo>
                        <a:pt x="188" y="50"/>
                      </a:moveTo>
                      <a:cubicBezTo>
                        <a:pt x="188" y="50"/>
                        <a:pt x="188" y="50"/>
                        <a:pt x="188" y="50"/>
                      </a:cubicBezTo>
                      <a:cubicBezTo>
                        <a:pt x="188" y="50"/>
                        <a:pt x="188" y="50"/>
                        <a:pt x="188" y="50"/>
                      </a:cubicBezTo>
                      <a:cubicBezTo>
                        <a:pt x="188" y="49"/>
                        <a:pt x="188" y="49"/>
                        <a:pt x="188" y="49"/>
                      </a:cubicBezTo>
                      <a:cubicBezTo>
                        <a:pt x="187" y="49"/>
                        <a:pt x="187" y="50"/>
                        <a:pt x="187" y="50"/>
                      </a:cubicBezTo>
                      <a:cubicBezTo>
                        <a:pt x="187" y="50"/>
                        <a:pt x="187" y="50"/>
                        <a:pt x="187" y="50"/>
                      </a:cubicBezTo>
                      <a:cubicBezTo>
                        <a:pt x="188" y="50"/>
                        <a:pt x="188" y="50"/>
                        <a:pt x="188" y="50"/>
                      </a:cubicBezTo>
                      <a:close/>
                      <a:moveTo>
                        <a:pt x="189" y="49"/>
                      </a:moveTo>
                      <a:cubicBezTo>
                        <a:pt x="189" y="49"/>
                        <a:pt x="189" y="49"/>
                        <a:pt x="189" y="49"/>
                      </a:cubicBezTo>
                      <a:cubicBezTo>
                        <a:pt x="189" y="49"/>
                        <a:pt x="189" y="49"/>
                        <a:pt x="189" y="50"/>
                      </a:cubicBezTo>
                      <a:cubicBezTo>
                        <a:pt x="189" y="50"/>
                        <a:pt x="189" y="49"/>
                        <a:pt x="189" y="49"/>
                      </a:cubicBezTo>
                      <a:cubicBezTo>
                        <a:pt x="189" y="49"/>
                        <a:pt x="189" y="49"/>
                        <a:pt x="189" y="49"/>
                      </a:cubicBezTo>
                      <a:cubicBezTo>
                        <a:pt x="190" y="49"/>
                        <a:pt x="189" y="49"/>
                        <a:pt x="189" y="49"/>
                      </a:cubicBezTo>
                      <a:cubicBezTo>
                        <a:pt x="189" y="49"/>
                        <a:pt x="189" y="49"/>
                        <a:pt x="189" y="49"/>
                      </a:cubicBezTo>
                      <a:close/>
                      <a:moveTo>
                        <a:pt x="179" y="40"/>
                      </a:moveTo>
                      <a:cubicBezTo>
                        <a:pt x="179" y="40"/>
                        <a:pt x="179" y="40"/>
                        <a:pt x="179" y="40"/>
                      </a:cubicBezTo>
                      <a:cubicBezTo>
                        <a:pt x="179" y="40"/>
                        <a:pt x="179" y="40"/>
                        <a:pt x="179" y="40"/>
                      </a:cubicBezTo>
                      <a:cubicBezTo>
                        <a:pt x="179" y="40"/>
                        <a:pt x="179" y="40"/>
                        <a:pt x="179" y="40"/>
                      </a:cubicBezTo>
                      <a:cubicBezTo>
                        <a:pt x="179" y="40"/>
                        <a:pt x="179" y="41"/>
                        <a:pt x="179" y="41"/>
                      </a:cubicBezTo>
                      <a:cubicBezTo>
                        <a:pt x="179" y="41"/>
                        <a:pt x="179" y="41"/>
                        <a:pt x="178" y="41"/>
                      </a:cubicBezTo>
                      <a:cubicBezTo>
                        <a:pt x="178" y="41"/>
                        <a:pt x="178" y="41"/>
                        <a:pt x="178" y="41"/>
                      </a:cubicBezTo>
                      <a:cubicBezTo>
                        <a:pt x="178" y="41"/>
                        <a:pt x="178" y="41"/>
                        <a:pt x="178" y="41"/>
                      </a:cubicBezTo>
                      <a:cubicBezTo>
                        <a:pt x="178" y="41"/>
                        <a:pt x="178" y="41"/>
                        <a:pt x="178" y="41"/>
                      </a:cubicBezTo>
                      <a:cubicBezTo>
                        <a:pt x="178" y="41"/>
                        <a:pt x="178" y="41"/>
                        <a:pt x="179" y="41"/>
                      </a:cubicBezTo>
                      <a:cubicBezTo>
                        <a:pt x="179" y="41"/>
                        <a:pt x="179" y="41"/>
                        <a:pt x="179" y="41"/>
                      </a:cubicBezTo>
                      <a:cubicBezTo>
                        <a:pt x="179" y="41"/>
                        <a:pt x="179" y="41"/>
                        <a:pt x="179" y="41"/>
                      </a:cubicBezTo>
                      <a:cubicBezTo>
                        <a:pt x="179" y="41"/>
                        <a:pt x="179" y="41"/>
                        <a:pt x="179" y="41"/>
                      </a:cubicBezTo>
                      <a:cubicBezTo>
                        <a:pt x="179" y="41"/>
                        <a:pt x="179" y="41"/>
                        <a:pt x="179" y="41"/>
                      </a:cubicBezTo>
                      <a:cubicBezTo>
                        <a:pt x="180" y="41"/>
                        <a:pt x="180" y="41"/>
                        <a:pt x="180" y="41"/>
                      </a:cubicBezTo>
                      <a:cubicBezTo>
                        <a:pt x="180" y="40"/>
                        <a:pt x="180" y="40"/>
                        <a:pt x="180" y="40"/>
                      </a:cubicBezTo>
                      <a:cubicBezTo>
                        <a:pt x="180" y="40"/>
                        <a:pt x="181" y="40"/>
                        <a:pt x="181" y="40"/>
                      </a:cubicBezTo>
                      <a:cubicBezTo>
                        <a:pt x="181" y="40"/>
                        <a:pt x="181" y="40"/>
                        <a:pt x="181" y="40"/>
                      </a:cubicBezTo>
                      <a:cubicBezTo>
                        <a:pt x="181" y="40"/>
                        <a:pt x="181" y="41"/>
                        <a:pt x="181" y="41"/>
                      </a:cubicBezTo>
                      <a:cubicBezTo>
                        <a:pt x="181" y="41"/>
                        <a:pt x="181" y="40"/>
                        <a:pt x="181" y="40"/>
                      </a:cubicBezTo>
                      <a:cubicBezTo>
                        <a:pt x="181" y="40"/>
                        <a:pt x="181" y="40"/>
                        <a:pt x="181" y="40"/>
                      </a:cubicBezTo>
                      <a:cubicBezTo>
                        <a:pt x="181" y="40"/>
                        <a:pt x="181" y="40"/>
                        <a:pt x="181" y="40"/>
                      </a:cubicBezTo>
                      <a:cubicBezTo>
                        <a:pt x="181" y="40"/>
                        <a:pt x="181" y="40"/>
                        <a:pt x="181" y="40"/>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80" y="40"/>
                        <a:pt x="180" y="40"/>
                        <a:pt x="180" y="40"/>
                      </a:cubicBezTo>
                      <a:cubicBezTo>
                        <a:pt x="180" y="40"/>
                        <a:pt x="180" y="40"/>
                        <a:pt x="180" y="40"/>
                      </a:cubicBezTo>
                      <a:cubicBezTo>
                        <a:pt x="180" y="40"/>
                        <a:pt x="180" y="40"/>
                        <a:pt x="179" y="40"/>
                      </a:cubicBezTo>
                      <a:cubicBezTo>
                        <a:pt x="179" y="40"/>
                        <a:pt x="180" y="40"/>
                        <a:pt x="179" y="40"/>
                      </a:cubicBezTo>
                      <a:cubicBezTo>
                        <a:pt x="179" y="40"/>
                        <a:pt x="179" y="40"/>
                        <a:pt x="179" y="40"/>
                      </a:cubicBezTo>
                      <a:close/>
                      <a:moveTo>
                        <a:pt x="130" y="96"/>
                      </a:moveTo>
                      <a:cubicBezTo>
                        <a:pt x="130" y="96"/>
                        <a:pt x="130" y="96"/>
                        <a:pt x="130" y="96"/>
                      </a:cubicBezTo>
                      <a:cubicBezTo>
                        <a:pt x="130" y="96"/>
                        <a:pt x="129" y="96"/>
                        <a:pt x="129" y="96"/>
                      </a:cubicBezTo>
                      <a:cubicBezTo>
                        <a:pt x="129" y="96"/>
                        <a:pt x="129" y="96"/>
                        <a:pt x="129" y="96"/>
                      </a:cubicBezTo>
                      <a:cubicBezTo>
                        <a:pt x="129" y="96"/>
                        <a:pt x="129" y="96"/>
                        <a:pt x="129" y="96"/>
                      </a:cubicBezTo>
                      <a:cubicBezTo>
                        <a:pt x="128" y="96"/>
                        <a:pt x="128" y="96"/>
                        <a:pt x="128" y="96"/>
                      </a:cubicBezTo>
                      <a:cubicBezTo>
                        <a:pt x="128" y="96"/>
                        <a:pt x="128" y="96"/>
                        <a:pt x="128" y="96"/>
                      </a:cubicBezTo>
                      <a:cubicBezTo>
                        <a:pt x="128" y="96"/>
                        <a:pt x="128" y="96"/>
                        <a:pt x="128" y="96"/>
                      </a:cubicBezTo>
                      <a:cubicBezTo>
                        <a:pt x="128" y="96"/>
                        <a:pt x="128" y="95"/>
                        <a:pt x="127" y="95"/>
                      </a:cubicBezTo>
                      <a:cubicBezTo>
                        <a:pt x="127" y="95"/>
                        <a:pt x="127" y="95"/>
                        <a:pt x="127" y="95"/>
                      </a:cubicBezTo>
                      <a:cubicBezTo>
                        <a:pt x="127" y="96"/>
                        <a:pt x="127" y="96"/>
                        <a:pt x="127" y="96"/>
                      </a:cubicBezTo>
                      <a:cubicBezTo>
                        <a:pt x="127" y="96"/>
                        <a:pt x="127" y="95"/>
                        <a:pt x="127" y="95"/>
                      </a:cubicBezTo>
                      <a:cubicBezTo>
                        <a:pt x="126" y="95"/>
                        <a:pt x="126" y="95"/>
                        <a:pt x="126" y="95"/>
                      </a:cubicBezTo>
                      <a:cubicBezTo>
                        <a:pt x="126" y="95"/>
                        <a:pt x="126" y="95"/>
                        <a:pt x="126" y="95"/>
                      </a:cubicBezTo>
                      <a:cubicBezTo>
                        <a:pt x="126" y="95"/>
                        <a:pt x="126" y="95"/>
                        <a:pt x="126" y="95"/>
                      </a:cubicBezTo>
                      <a:cubicBezTo>
                        <a:pt x="126" y="95"/>
                        <a:pt x="126" y="95"/>
                        <a:pt x="126" y="95"/>
                      </a:cubicBezTo>
                      <a:cubicBezTo>
                        <a:pt x="125" y="95"/>
                        <a:pt x="125" y="95"/>
                        <a:pt x="125" y="95"/>
                      </a:cubicBezTo>
                      <a:cubicBezTo>
                        <a:pt x="125" y="95"/>
                        <a:pt x="125" y="95"/>
                        <a:pt x="125" y="95"/>
                      </a:cubicBezTo>
                      <a:cubicBezTo>
                        <a:pt x="125" y="95"/>
                        <a:pt x="125" y="95"/>
                        <a:pt x="125" y="95"/>
                      </a:cubicBezTo>
                      <a:cubicBezTo>
                        <a:pt x="125" y="95"/>
                        <a:pt x="125" y="95"/>
                        <a:pt x="125" y="95"/>
                      </a:cubicBezTo>
                      <a:cubicBezTo>
                        <a:pt x="125" y="95"/>
                        <a:pt x="125" y="95"/>
                        <a:pt x="125" y="95"/>
                      </a:cubicBezTo>
                      <a:cubicBezTo>
                        <a:pt x="124" y="95"/>
                        <a:pt x="124" y="95"/>
                        <a:pt x="124" y="95"/>
                      </a:cubicBezTo>
                      <a:cubicBezTo>
                        <a:pt x="124" y="95"/>
                        <a:pt x="124" y="95"/>
                        <a:pt x="124" y="95"/>
                      </a:cubicBezTo>
                      <a:cubicBezTo>
                        <a:pt x="124" y="95"/>
                        <a:pt x="124" y="95"/>
                        <a:pt x="124" y="95"/>
                      </a:cubicBezTo>
                      <a:cubicBezTo>
                        <a:pt x="124" y="95"/>
                        <a:pt x="124" y="94"/>
                        <a:pt x="124" y="94"/>
                      </a:cubicBezTo>
                      <a:cubicBezTo>
                        <a:pt x="124" y="94"/>
                        <a:pt x="124" y="95"/>
                        <a:pt x="124" y="95"/>
                      </a:cubicBezTo>
                      <a:cubicBezTo>
                        <a:pt x="123" y="95"/>
                        <a:pt x="123" y="94"/>
                        <a:pt x="123" y="94"/>
                      </a:cubicBezTo>
                      <a:cubicBezTo>
                        <a:pt x="123" y="94"/>
                        <a:pt x="123" y="94"/>
                        <a:pt x="123" y="94"/>
                      </a:cubicBezTo>
                      <a:cubicBezTo>
                        <a:pt x="122" y="94"/>
                        <a:pt x="122" y="94"/>
                        <a:pt x="122" y="94"/>
                      </a:cubicBezTo>
                      <a:cubicBezTo>
                        <a:pt x="122" y="94"/>
                        <a:pt x="122" y="94"/>
                        <a:pt x="122" y="94"/>
                      </a:cubicBezTo>
                      <a:cubicBezTo>
                        <a:pt x="122" y="94"/>
                        <a:pt x="122" y="94"/>
                        <a:pt x="122" y="94"/>
                      </a:cubicBezTo>
                      <a:cubicBezTo>
                        <a:pt x="121" y="94"/>
                        <a:pt x="121" y="93"/>
                        <a:pt x="121" y="93"/>
                      </a:cubicBezTo>
                      <a:cubicBezTo>
                        <a:pt x="121" y="93"/>
                        <a:pt x="120" y="93"/>
                        <a:pt x="120" y="93"/>
                      </a:cubicBezTo>
                      <a:cubicBezTo>
                        <a:pt x="120" y="93"/>
                        <a:pt x="120" y="93"/>
                        <a:pt x="119" y="93"/>
                      </a:cubicBezTo>
                      <a:cubicBezTo>
                        <a:pt x="119" y="93"/>
                        <a:pt x="119" y="93"/>
                        <a:pt x="119" y="93"/>
                      </a:cubicBezTo>
                      <a:cubicBezTo>
                        <a:pt x="119" y="94"/>
                        <a:pt x="119"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7" y="94"/>
                      </a:cubicBezTo>
                      <a:cubicBezTo>
                        <a:pt x="117" y="94"/>
                        <a:pt x="117" y="94"/>
                        <a:pt x="117" y="94"/>
                      </a:cubicBezTo>
                      <a:cubicBezTo>
                        <a:pt x="117" y="94"/>
                        <a:pt x="117" y="94"/>
                        <a:pt x="117" y="94"/>
                      </a:cubicBezTo>
                      <a:cubicBezTo>
                        <a:pt x="117" y="94"/>
                        <a:pt x="117" y="94"/>
                        <a:pt x="117" y="94"/>
                      </a:cubicBezTo>
                      <a:cubicBezTo>
                        <a:pt x="117" y="94"/>
                        <a:pt x="117" y="94"/>
                        <a:pt x="116" y="94"/>
                      </a:cubicBezTo>
                      <a:cubicBezTo>
                        <a:pt x="116" y="94"/>
                        <a:pt x="116" y="94"/>
                        <a:pt x="116" y="94"/>
                      </a:cubicBezTo>
                      <a:cubicBezTo>
                        <a:pt x="116" y="94"/>
                        <a:pt x="115" y="94"/>
                        <a:pt x="115" y="94"/>
                      </a:cubicBezTo>
                      <a:cubicBezTo>
                        <a:pt x="115" y="94"/>
                        <a:pt x="115" y="94"/>
                        <a:pt x="115" y="94"/>
                      </a:cubicBezTo>
                      <a:cubicBezTo>
                        <a:pt x="114" y="93"/>
                        <a:pt x="114" y="93"/>
                        <a:pt x="114" y="93"/>
                      </a:cubicBezTo>
                      <a:cubicBezTo>
                        <a:pt x="114" y="93"/>
                        <a:pt x="114" y="94"/>
                        <a:pt x="114" y="94"/>
                      </a:cubicBezTo>
                      <a:cubicBezTo>
                        <a:pt x="114" y="94"/>
                        <a:pt x="114" y="94"/>
                        <a:pt x="114" y="93"/>
                      </a:cubicBezTo>
                      <a:cubicBezTo>
                        <a:pt x="114" y="93"/>
                        <a:pt x="113" y="93"/>
                        <a:pt x="113" y="93"/>
                      </a:cubicBezTo>
                      <a:cubicBezTo>
                        <a:pt x="113" y="93"/>
                        <a:pt x="113" y="93"/>
                        <a:pt x="113" y="93"/>
                      </a:cubicBezTo>
                      <a:cubicBezTo>
                        <a:pt x="113" y="93"/>
                        <a:pt x="113" y="93"/>
                        <a:pt x="113" y="93"/>
                      </a:cubicBezTo>
                      <a:cubicBezTo>
                        <a:pt x="112" y="93"/>
                        <a:pt x="112" y="93"/>
                        <a:pt x="112" y="93"/>
                      </a:cubicBezTo>
                      <a:cubicBezTo>
                        <a:pt x="112" y="93"/>
                        <a:pt x="112" y="93"/>
                        <a:pt x="112" y="93"/>
                      </a:cubicBezTo>
                      <a:cubicBezTo>
                        <a:pt x="112" y="93"/>
                        <a:pt x="112" y="93"/>
                        <a:pt x="112" y="93"/>
                      </a:cubicBezTo>
                      <a:cubicBezTo>
                        <a:pt x="112" y="93"/>
                        <a:pt x="112" y="93"/>
                        <a:pt x="111" y="93"/>
                      </a:cubicBezTo>
                      <a:cubicBezTo>
                        <a:pt x="111" y="93"/>
                        <a:pt x="111" y="93"/>
                        <a:pt x="111" y="93"/>
                      </a:cubicBezTo>
                      <a:cubicBezTo>
                        <a:pt x="111" y="93"/>
                        <a:pt x="111" y="93"/>
                        <a:pt x="111" y="93"/>
                      </a:cubicBezTo>
                      <a:cubicBezTo>
                        <a:pt x="111" y="93"/>
                        <a:pt x="111" y="93"/>
                        <a:pt x="111" y="93"/>
                      </a:cubicBezTo>
                      <a:cubicBezTo>
                        <a:pt x="111" y="93"/>
                        <a:pt x="111" y="93"/>
                        <a:pt x="111" y="93"/>
                      </a:cubicBezTo>
                      <a:cubicBezTo>
                        <a:pt x="111" y="93"/>
                        <a:pt x="110" y="93"/>
                        <a:pt x="110" y="93"/>
                      </a:cubicBezTo>
                      <a:cubicBezTo>
                        <a:pt x="110" y="93"/>
                        <a:pt x="110" y="93"/>
                        <a:pt x="110" y="93"/>
                      </a:cubicBezTo>
                      <a:cubicBezTo>
                        <a:pt x="110" y="93"/>
                        <a:pt x="110" y="93"/>
                        <a:pt x="110" y="93"/>
                      </a:cubicBezTo>
                      <a:cubicBezTo>
                        <a:pt x="110" y="93"/>
                        <a:pt x="110" y="93"/>
                        <a:pt x="110" y="94"/>
                      </a:cubicBezTo>
                      <a:cubicBezTo>
                        <a:pt x="110" y="94"/>
                        <a:pt x="110" y="94"/>
                        <a:pt x="110" y="94"/>
                      </a:cubicBezTo>
                      <a:cubicBezTo>
                        <a:pt x="110" y="94"/>
                        <a:pt x="110" y="94"/>
                        <a:pt x="110" y="94"/>
                      </a:cubicBezTo>
                      <a:cubicBezTo>
                        <a:pt x="110" y="94"/>
                        <a:pt x="110" y="93"/>
                        <a:pt x="110" y="93"/>
                      </a:cubicBezTo>
                      <a:cubicBezTo>
                        <a:pt x="110" y="93"/>
                        <a:pt x="109" y="93"/>
                        <a:pt x="109" y="93"/>
                      </a:cubicBezTo>
                      <a:cubicBezTo>
                        <a:pt x="109" y="93"/>
                        <a:pt x="109" y="93"/>
                        <a:pt x="109" y="93"/>
                      </a:cubicBezTo>
                      <a:cubicBezTo>
                        <a:pt x="109" y="93"/>
                        <a:pt x="109" y="93"/>
                        <a:pt x="109" y="93"/>
                      </a:cubicBezTo>
                      <a:cubicBezTo>
                        <a:pt x="109" y="93"/>
                        <a:pt x="109" y="93"/>
                        <a:pt x="109" y="93"/>
                      </a:cubicBezTo>
                      <a:cubicBezTo>
                        <a:pt x="109" y="93"/>
                        <a:pt x="109" y="93"/>
                        <a:pt x="109" y="93"/>
                      </a:cubicBezTo>
                      <a:cubicBezTo>
                        <a:pt x="109" y="93"/>
                        <a:pt x="109" y="93"/>
                        <a:pt x="108" y="93"/>
                      </a:cubicBezTo>
                      <a:cubicBezTo>
                        <a:pt x="108" y="93"/>
                        <a:pt x="108" y="93"/>
                        <a:pt x="108" y="93"/>
                      </a:cubicBezTo>
                      <a:cubicBezTo>
                        <a:pt x="108" y="93"/>
                        <a:pt x="108" y="93"/>
                        <a:pt x="108" y="93"/>
                      </a:cubicBezTo>
                      <a:cubicBezTo>
                        <a:pt x="108" y="93"/>
                        <a:pt x="108" y="93"/>
                        <a:pt x="108" y="93"/>
                      </a:cubicBezTo>
                      <a:cubicBezTo>
                        <a:pt x="108" y="93"/>
                        <a:pt x="108" y="93"/>
                        <a:pt x="108" y="93"/>
                      </a:cubicBezTo>
                      <a:cubicBezTo>
                        <a:pt x="108" y="93"/>
                        <a:pt x="107" y="93"/>
                        <a:pt x="107" y="93"/>
                      </a:cubicBezTo>
                      <a:cubicBezTo>
                        <a:pt x="107" y="93"/>
                        <a:pt x="107" y="93"/>
                        <a:pt x="107" y="93"/>
                      </a:cubicBezTo>
                      <a:cubicBezTo>
                        <a:pt x="107" y="93"/>
                        <a:pt x="107" y="93"/>
                        <a:pt x="107" y="93"/>
                      </a:cubicBezTo>
                      <a:cubicBezTo>
                        <a:pt x="106" y="93"/>
                        <a:pt x="106" y="93"/>
                        <a:pt x="106" y="93"/>
                      </a:cubicBezTo>
                      <a:cubicBezTo>
                        <a:pt x="106" y="93"/>
                        <a:pt x="106" y="93"/>
                        <a:pt x="106" y="93"/>
                      </a:cubicBezTo>
                      <a:cubicBezTo>
                        <a:pt x="106" y="93"/>
                        <a:pt x="106" y="93"/>
                        <a:pt x="106" y="93"/>
                      </a:cubicBezTo>
                      <a:cubicBezTo>
                        <a:pt x="105" y="93"/>
                        <a:pt x="105" y="93"/>
                        <a:pt x="105" y="93"/>
                      </a:cubicBezTo>
                      <a:cubicBezTo>
                        <a:pt x="105" y="93"/>
                        <a:pt x="105" y="93"/>
                        <a:pt x="105" y="93"/>
                      </a:cubicBezTo>
                      <a:cubicBezTo>
                        <a:pt x="105" y="93"/>
                        <a:pt x="105" y="93"/>
                        <a:pt x="104" y="93"/>
                      </a:cubicBezTo>
                      <a:cubicBezTo>
                        <a:pt x="104" y="93"/>
                        <a:pt x="104" y="93"/>
                        <a:pt x="104" y="93"/>
                      </a:cubicBezTo>
                      <a:cubicBezTo>
                        <a:pt x="104" y="93"/>
                        <a:pt x="104" y="93"/>
                        <a:pt x="104" y="93"/>
                      </a:cubicBezTo>
                      <a:cubicBezTo>
                        <a:pt x="103" y="93"/>
                        <a:pt x="104" y="93"/>
                        <a:pt x="103" y="92"/>
                      </a:cubicBezTo>
                      <a:cubicBezTo>
                        <a:pt x="103" y="92"/>
                        <a:pt x="102" y="92"/>
                        <a:pt x="102" y="92"/>
                      </a:cubicBezTo>
                      <a:cubicBezTo>
                        <a:pt x="102" y="92"/>
                        <a:pt x="101" y="92"/>
                        <a:pt x="101" y="91"/>
                      </a:cubicBezTo>
                      <a:cubicBezTo>
                        <a:pt x="101" y="91"/>
                        <a:pt x="101" y="91"/>
                        <a:pt x="100" y="91"/>
                      </a:cubicBezTo>
                      <a:cubicBezTo>
                        <a:pt x="100" y="91"/>
                        <a:pt x="100" y="91"/>
                        <a:pt x="100" y="91"/>
                      </a:cubicBezTo>
                      <a:cubicBezTo>
                        <a:pt x="100" y="91"/>
                        <a:pt x="99" y="91"/>
                        <a:pt x="99" y="91"/>
                      </a:cubicBezTo>
                      <a:cubicBezTo>
                        <a:pt x="99" y="91"/>
                        <a:pt x="99" y="90"/>
                        <a:pt x="99" y="90"/>
                      </a:cubicBezTo>
                      <a:cubicBezTo>
                        <a:pt x="98" y="90"/>
                        <a:pt x="98" y="90"/>
                        <a:pt x="98" y="90"/>
                      </a:cubicBezTo>
                      <a:cubicBezTo>
                        <a:pt x="97" y="90"/>
                        <a:pt x="97" y="90"/>
                        <a:pt x="96" y="90"/>
                      </a:cubicBezTo>
                      <a:cubicBezTo>
                        <a:pt x="96" y="90"/>
                        <a:pt x="96" y="90"/>
                        <a:pt x="96" y="90"/>
                      </a:cubicBezTo>
                      <a:cubicBezTo>
                        <a:pt x="95" y="90"/>
                        <a:pt x="95" y="90"/>
                        <a:pt x="95" y="90"/>
                      </a:cubicBezTo>
                      <a:cubicBezTo>
                        <a:pt x="95" y="90"/>
                        <a:pt x="95" y="90"/>
                        <a:pt x="95" y="89"/>
                      </a:cubicBezTo>
                      <a:cubicBezTo>
                        <a:pt x="95" y="89"/>
                        <a:pt x="95" y="89"/>
                        <a:pt x="94" y="89"/>
                      </a:cubicBezTo>
                      <a:cubicBezTo>
                        <a:pt x="94" y="89"/>
                        <a:pt x="93" y="89"/>
                        <a:pt x="93" y="89"/>
                      </a:cubicBezTo>
                      <a:cubicBezTo>
                        <a:pt x="93" y="89"/>
                        <a:pt x="92" y="89"/>
                        <a:pt x="92" y="89"/>
                      </a:cubicBezTo>
                      <a:cubicBezTo>
                        <a:pt x="92" y="89"/>
                        <a:pt x="92" y="89"/>
                        <a:pt x="92" y="89"/>
                      </a:cubicBezTo>
                      <a:cubicBezTo>
                        <a:pt x="92" y="89"/>
                        <a:pt x="92" y="89"/>
                        <a:pt x="92" y="89"/>
                      </a:cubicBezTo>
                      <a:cubicBezTo>
                        <a:pt x="92" y="89"/>
                        <a:pt x="92" y="89"/>
                        <a:pt x="92" y="89"/>
                      </a:cubicBezTo>
                      <a:cubicBezTo>
                        <a:pt x="92" y="90"/>
                        <a:pt x="92" y="90"/>
                        <a:pt x="92" y="90"/>
                      </a:cubicBezTo>
                      <a:cubicBezTo>
                        <a:pt x="92" y="90"/>
                        <a:pt x="92" y="90"/>
                        <a:pt x="92" y="90"/>
                      </a:cubicBezTo>
                      <a:cubicBezTo>
                        <a:pt x="92" y="90"/>
                        <a:pt x="91" y="89"/>
                        <a:pt x="91" y="89"/>
                      </a:cubicBezTo>
                      <a:cubicBezTo>
                        <a:pt x="91" y="89"/>
                        <a:pt x="91" y="89"/>
                        <a:pt x="91" y="89"/>
                      </a:cubicBezTo>
                      <a:cubicBezTo>
                        <a:pt x="91" y="89"/>
                        <a:pt x="91" y="89"/>
                        <a:pt x="91" y="89"/>
                      </a:cubicBezTo>
                      <a:cubicBezTo>
                        <a:pt x="91" y="89"/>
                        <a:pt x="91" y="89"/>
                        <a:pt x="91" y="89"/>
                      </a:cubicBezTo>
                      <a:cubicBezTo>
                        <a:pt x="91" y="89"/>
                        <a:pt x="90" y="89"/>
                        <a:pt x="90" y="89"/>
                      </a:cubicBezTo>
                      <a:cubicBezTo>
                        <a:pt x="90" y="89"/>
                        <a:pt x="90" y="89"/>
                        <a:pt x="90" y="89"/>
                      </a:cubicBezTo>
                      <a:cubicBezTo>
                        <a:pt x="90" y="89"/>
                        <a:pt x="89" y="89"/>
                        <a:pt x="89" y="89"/>
                      </a:cubicBezTo>
                      <a:cubicBezTo>
                        <a:pt x="89" y="89"/>
                        <a:pt x="89" y="89"/>
                        <a:pt x="89" y="89"/>
                      </a:cubicBezTo>
                      <a:cubicBezTo>
                        <a:pt x="89" y="89"/>
                        <a:pt x="89" y="89"/>
                        <a:pt x="89" y="89"/>
                      </a:cubicBezTo>
                      <a:cubicBezTo>
                        <a:pt x="89" y="89"/>
                        <a:pt x="89" y="90"/>
                        <a:pt x="89" y="90"/>
                      </a:cubicBezTo>
                      <a:cubicBezTo>
                        <a:pt x="89" y="90"/>
                        <a:pt x="89" y="90"/>
                        <a:pt x="88" y="90"/>
                      </a:cubicBezTo>
                      <a:cubicBezTo>
                        <a:pt x="88" y="90"/>
                        <a:pt x="87" y="90"/>
                        <a:pt x="87" y="90"/>
                      </a:cubicBezTo>
                      <a:cubicBezTo>
                        <a:pt x="87" y="90"/>
                        <a:pt x="86" y="90"/>
                        <a:pt x="86" y="90"/>
                      </a:cubicBezTo>
                      <a:cubicBezTo>
                        <a:pt x="86" y="90"/>
                        <a:pt x="86" y="90"/>
                        <a:pt x="85" y="90"/>
                      </a:cubicBezTo>
                      <a:cubicBezTo>
                        <a:pt x="85" y="90"/>
                        <a:pt x="85" y="89"/>
                        <a:pt x="85" y="89"/>
                      </a:cubicBezTo>
                      <a:cubicBezTo>
                        <a:pt x="84" y="89"/>
                        <a:pt x="84" y="89"/>
                        <a:pt x="84" y="89"/>
                      </a:cubicBezTo>
                      <a:cubicBezTo>
                        <a:pt x="84" y="89"/>
                        <a:pt x="84" y="89"/>
                        <a:pt x="84" y="89"/>
                      </a:cubicBezTo>
                      <a:cubicBezTo>
                        <a:pt x="84" y="89"/>
                        <a:pt x="84" y="89"/>
                        <a:pt x="83" y="89"/>
                      </a:cubicBezTo>
                      <a:cubicBezTo>
                        <a:pt x="83" y="89"/>
                        <a:pt x="83" y="89"/>
                        <a:pt x="83" y="89"/>
                      </a:cubicBezTo>
                      <a:cubicBezTo>
                        <a:pt x="83" y="89"/>
                        <a:pt x="82" y="88"/>
                        <a:pt x="82" y="88"/>
                      </a:cubicBezTo>
                      <a:cubicBezTo>
                        <a:pt x="82" y="88"/>
                        <a:pt x="82" y="88"/>
                        <a:pt x="82" y="88"/>
                      </a:cubicBezTo>
                      <a:cubicBezTo>
                        <a:pt x="82" y="88"/>
                        <a:pt x="82" y="88"/>
                        <a:pt x="82" y="88"/>
                      </a:cubicBezTo>
                      <a:cubicBezTo>
                        <a:pt x="82" y="88"/>
                        <a:pt x="82" y="88"/>
                        <a:pt x="82" y="88"/>
                      </a:cubicBezTo>
                      <a:cubicBezTo>
                        <a:pt x="81" y="88"/>
                        <a:pt x="81" y="88"/>
                        <a:pt x="81" y="88"/>
                      </a:cubicBezTo>
                      <a:cubicBezTo>
                        <a:pt x="80" y="88"/>
                        <a:pt x="80" y="88"/>
                        <a:pt x="80" y="88"/>
                      </a:cubicBezTo>
                      <a:cubicBezTo>
                        <a:pt x="80" y="88"/>
                        <a:pt x="80" y="88"/>
                        <a:pt x="79" y="88"/>
                      </a:cubicBezTo>
                      <a:cubicBezTo>
                        <a:pt x="79" y="87"/>
                        <a:pt x="79" y="88"/>
                        <a:pt x="79" y="87"/>
                      </a:cubicBezTo>
                      <a:cubicBezTo>
                        <a:pt x="78" y="87"/>
                        <a:pt x="78" y="87"/>
                        <a:pt x="77" y="87"/>
                      </a:cubicBezTo>
                      <a:cubicBezTo>
                        <a:pt x="77" y="87"/>
                        <a:pt x="76" y="87"/>
                        <a:pt x="76" y="87"/>
                      </a:cubicBezTo>
                      <a:cubicBezTo>
                        <a:pt x="76" y="87"/>
                        <a:pt x="75" y="87"/>
                        <a:pt x="75" y="87"/>
                      </a:cubicBezTo>
                      <a:cubicBezTo>
                        <a:pt x="75" y="87"/>
                        <a:pt x="75" y="87"/>
                        <a:pt x="75" y="87"/>
                      </a:cubicBezTo>
                      <a:cubicBezTo>
                        <a:pt x="75" y="87"/>
                        <a:pt x="75" y="87"/>
                        <a:pt x="75" y="87"/>
                      </a:cubicBezTo>
                      <a:cubicBezTo>
                        <a:pt x="74" y="87"/>
                        <a:pt x="74" y="87"/>
                        <a:pt x="74" y="87"/>
                      </a:cubicBezTo>
                      <a:cubicBezTo>
                        <a:pt x="74" y="87"/>
                        <a:pt x="74" y="86"/>
                        <a:pt x="74" y="86"/>
                      </a:cubicBezTo>
                      <a:cubicBezTo>
                        <a:pt x="74" y="86"/>
                        <a:pt x="74" y="86"/>
                        <a:pt x="74" y="86"/>
                      </a:cubicBezTo>
                      <a:cubicBezTo>
                        <a:pt x="74" y="86"/>
                        <a:pt x="74" y="86"/>
                        <a:pt x="75" y="86"/>
                      </a:cubicBezTo>
                      <a:cubicBezTo>
                        <a:pt x="75" y="86"/>
                        <a:pt x="75" y="86"/>
                        <a:pt x="75" y="85"/>
                      </a:cubicBezTo>
                      <a:cubicBezTo>
                        <a:pt x="75" y="85"/>
                        <a:pt x="75" y="85"/>
                        <a:pt x="75" y="85"/>
                      </a:cubicBezTo>
                      <a:cubicBezTo>
                        <a:pt x="75" y="85"/>
                        <a:pt x="75" y="85"/>
                        <a:pt x="75" y="85"/>
                      </a:cubicBezTo>
                      <a:cubicBezTo>
                        <a:pt x="75" y="85"/>
                        <a:pt x="76" y="84"/>
                        <a:pt x="75" y="84"/>
                      </a:cubicBezTo>
                      <a:cubicBezTo>
                        <a:pt x="75" y="84"/>
                        <a:pt x="75" y="84"/>
                        <a:pt x="75" y="84"/>
                      </a:cubicBezTo>
                      <a:cubicBezTo>
                        <a:pt x="75" y="84"/>
                        <a:pt x="75" y="84"/>
                        <a:pt x="75" y="84"/>
                      </a:cubicBezTo>
                      <a:cubicBezTo>
                        <a:pt x="74" y="84"/>
                        <a:pt x="74" y="84"/>
                        <a:pt x="74" y="84"/>
                      </a:cubicBezTo>
                      <a:cubicBezTo>
                        <a:pt x="74" y="84"/>
                        <a:pt x="74" y="84"/>
                        <a:pt x="74" y="84"/>
                      </a:cubicBezTo>
                      <a:cubicBezTo>
                        <a:pt x="74" y="84"/>
                        <a:pt x="74" y="84"/>
                        <a:pt x="73" y="84"/>
                      </a:cubicBezTo>
                      <a:cubicBezTo>
                        <a:pt x="73" y="84"/>
                        <a:pt x="73" y="84"/>
                        <a:pt x="73" y="84"/>
                      </a:cubicBezTo>
                      <a:cubicBezTo>
                        <a:pt x="73" y="84"/>
                        <a:pt x="72" y="84"/>
                        <a:pt x="72" y="83"/>
                      </a:cubicBezTo>
                      <a:cubicBezTo>
                        <a:pt x="72" y="83"/>
                        <a:pt x="72" y="83"/>
                        <a:pt x="72" y="83"/>
                      </a:cubicBezTo>
                      <a:cubicBezTo>
                        <a:pt x="71" y="83"/>
                        <a:pt x="71" y="83"/>
                        <a:pt x="71" y="83"/>
                      </a:cubicBezTo>
                      <a:cubicBezTo>
                        <a:pt x="71" y="83"/>
                        <a:pt x="71" y="83"/>
                        <a:pt x="71" y="83"/>
                      </a:cubicBezTo>
                      <a:cubicBezTo>
                        <a:pt x="70" y="83"/>
                        <a:pt x="70" y="83"/>
                        <a:pt x="70" y="83"/>
                      </a:cubicBezTo>
                      <a:cubicBezTo>
                        <a:pt x="70" y="83"/>
                        <a:pt x="70" y="83"/>
                        <a:pt x="70" y="83"/>
                      </a:cubicBezTo>
                      <a:cubicBezTo>
                        <a:pt x="70" y="83"/>
                        <a:pt x="70" y="83"/>
                        <a:pt x="69" y="83"/>
                      </a:cubicBezTo>
                      <a:cubicBezTo>
                        <a:pt x="69" y="83"/>
                        <a:pt x="69" y="83"/>
                        <a:pt x="69" y="83"/>
                      </a:cubicBezTo>
                      <a:cubicBezTo>
                        <a:pt x="68" y="84"/>
                        <a:pt x="69" y="84"/>
                        <a:pt x="68" y="83"/>
                      </a:cubicBezTo>
                      <a:cubicBezTo>
                        <a:pt x="68" y="83"/>
                        <a:pt x="68" y="83"/>
                        <a:pt x="68" y="83"/>
                      </a:cubicBezTo>
                      <a:cubicBezTo>
                        <a:pt x="68" y="83"/>
                        <a:pt x="68" y="83"/>
                        <a:pt x="68" y="83"/>
                      </a:cubicBezTo>
                      <a:cubicBezTo>
                        <a:pt x="67" y="83"/>
                        <a:pt x="67" y="83"/>
                        <a:pt x="67" y="83"/>
                      </a:cubicBezTo>
                      <a:cubicBezTo>
                        <a:pt x="67" y="83"/>
                        <a:pt x="67" y="83"/>
                        <a:pt x="67" y="83"/>
                      </a:cubicBezTo>
                      <a:cubicBezTo>
                        <a:pt x="67" y="83"/>
                        <a:pt x="67" y="83"/>
                        <a:pt x="67" y="83"/>
                      </a:cubicBezTo>
                      <a:cubicBezTo>
                        <a:pt x="67" y="83"/>
                        <a:pt x="67" y="83"/>
                        <a:pt x="67" y="83"/>
                      </a:cubicBezTo>
                      <a:cubicBezTo>
                        <a:pt x="66" y="83"/>
                        <a:pt x="66" y="83"/>
                        <a:pt x="67" y="83"/>
                      </a:cubicBezTo>
                      <a:cubicBezTo>
                        <a:pt x="67" y="83"/>
                        <a:pt x="67" y="83"/>
                        <a:pt x="67" y="83"/>
                      </a:cubicBezTo>
                      <a:cubicBezTo>
                        <a:pt x="67" y="83"/>
                        <a:pt x="67" y="83"/>
                        <a:pt x="67" y="82"/>
                      </a:cubicBezTo>
                      <a:cubicBezTo>
                        <a:pt x="67" y="82"/>
                        <a:pt x="67" y="82"/>
                        <a:pt x="67" y="82"/>
                      </a:cubicBezTo>
                      <a:cubicBezTo>
                        <a:pt x="67" y="82"/>
                        <a:pt x="67" y="82"/>
                        <a:pt x="67" y="82"/>
                      </a:cubicBezTo>
                      <a:cubicBezTo>
                        <a:pt x="67" y="82"/>
                        <a:pt x="67" y="82"/>
                        <a:pt x="68" y="82"/>
                      </a:cubicBezTo>
                      <a:cubicBezTo>
                        <a:pt x="68" y="82"/>
                        <a:pt x="68" y="82"/>
                        <a:pt x="68" y="82"/>
                      </a:cubicBezTo>
                      <a:cubicBezTo>
                        <a:pt x="68" y="83"/>
                        <a:pt x="68" y="83"/>
                        <a:pt x="68" y="83"/>
                      </a:cubicBezTo>
                      <a:cubicBezTo>
                        <a:pt x="68" y="83"/>
                        <a:pt x="68" y="83"/>
                        <a:pt x="68" y="83"/>
                      </a:cubicBezTo>
                      <a:cubicBezTo>
                        <a:pt x="68" y="83"/>
                        <a:pt x="68" y="83"/>
                        <a:pt x="68" y="83"/>
                      </a:cubicBezTo>
                      <a:cubicBezTo>
                        <a:pt x="68" y="83"/>
                        <a:pt x="68" y="82"/>
                        <a:pt x="69" y="82"/>
                      </a:cubicBezTo>
                      <a:cubicBezTo>
                        <a:pt x="69" y="82"/>
                        <a:pt x="69" y="82"/>
                        <a:pt x="69" y="82"/>
                      </a:cubicBezTo>
                      <a:cubicBezTo>
                        <a:pt x="69" y="82"/>
                        <a:pt x="69" y="82"/>
                        <a:pt x="69" y="82"/>
                      </a:cubicBezTo>
                      <a:cubicBezTo>
                        <a:pt x="69" y="82"/>
                        <a:pt x="69" y="82"/>
                        <a:pt x="69" y="81"/>
                      </a:cubicBezTo>
                      <a:cubicBezTo>
                        <a:pt x="69" y="81"/>
                        <a:pt x="69" y="81"/>
                        <a:pt x="69" y="81"/>
                      </a:cubicBezTo>
                      <a:cubicBezTo>
                        <a:pt x="69" y="81"/>
                        <a:pt x="69" y="81"/>
                        <a:pt x="69" y="81"/>
                      </a:cubicBezTo>
                      <a:cubicBezTo>
                        <a:pt x="70" y="81"/>
                        <a:pt x="70" y="81"/>
                        <a:pt x="70" y="81"/>
                      </a:cubicBezTo>
                      <a:cubicBezTo>
                        <a:pt x="70" y="81"/>
                        <a:pt x="70" y="81"/>
                        <a:pt x="70" y="81"/>
                      </a:cubicBezTo>
                      <a:cubicBezTo>
                        <a:pt x="70" y="81"/>
                        <a:pt x="71" y="81"/>
                        <a:pt x="71" y="80"/>
                      </a:cubicBezTo>
                      <a:cubicBezTo>
                        <a:pt x="71" y="80"/>
                        <a:pt x="70" y="80"/>
                        <a:pt x="71" y="80"/>
                      </a:cubicBezTo>
                      <a:cubicBezTo>
                        <a:pt x="71" y="79"/>
                        <a:pt x="71" y="79"/>
                        <a:pt x="71" y="79"/>
                      </a:cubicBezTo>
                      <a:cubicBezTo>
                        <a:pt x="71" y="78"/>
                        <a:pt x="71" y="78"/>
                        <a:pt x="71" y="78"/>
                      </a:cubicBezTo>
                      <a:cubicBezTo>
                        <a:pt x="71" y="78"/>
                        <a:pt x="71" y="78"/>
                        <a:pt x="71" y="78"/>
                      </a:cubicBezTo>
                      <a:cubicBezTo>
                        <a:pt x="72" y="78"/>
                        <a:pt x="72" y="78"/>
                        <a:pt x="72" y="77"/>
                      </a:cubicBezTo>
                      <a:cubicBezTo>
                        <a:pt x="72" y="77"/>
                        <a:pt x="72" y="77"/>
                        <a:pt x="72" y="77"/>
                      </a:cubicBezTo>
                      <a:cubicBezTo>
                        <a:pt x="72" y="77"/>
                        <a:pt x="72" y="77"/>
                        <a:pt x="72" y="77"/>
                      </a:cubicBezTo>
                      <a:cubicBezTo>
                        <a:pt x="72" y="77"/>
                        <a:pt x="72" y="77"/>
                        <a:pt x="72" y="77"/>
                      </a:cubicBezTo>
                      <a:cubicBezTo>
                        <a:pt x="72" y="77"/>
                        <a:pt x="72" y="77"/>
                        <a:pt x="72" y="77"/>
                      </a:cubicBezTo>
                      <a:cubicBezTo>
                        <a:pt x="72" y="78"/>
                        <a:pt x="73" y="78"/>
                        <a:pt x="73" y="78"/>
                      </a:cubicBezTo>
                      <a:cubicBezTo>
                        <a:pt x="73" y="78"/>
                        <a:pt x="73" y="78"/>
                        <a:pt x="73" y="78"/>
                      </a:cubicBezTo>
                      <a:cubicBezTo>
                        <a:pt x="73" y="78"/>
                        <a:pt x="73" y="78"/>
                        <a:pt x="73" y="77"/>
                      </a:cubicBezTo>
                      <a:cubicBezTo>
                        <a:pt x="73" y="77"/>
                        <a:pt x="73" y="77"/>
                        <a:pt x="73" y="77"/>
                      </a:cubicBezTo>
                      <a:cubicBezTo>
                        <a:pt x="74" y="77"/>
                        <a:pt x="74" y="77"/>
                        <a:pt x="74" y="77"/>
                      </a:cubicBezTo>
                      <a:cubicBezTo>
                        <a:pt x="74" y="77"/>
                        <a:pt x="74" y="77"/>
                        <a:pt x="74" y="77"/>
                      </a:cubicBezTo>
                      <a:cubicBezTo>
                        <a:pt x="74" y="77"/>
                        <a:pt x="74" y="77"/>
                        <a:pt x="75" y="78"/>
                      </a:cubicBezTo>
                      <a:cubicBezTo>
                        <a:pt x="75" y="78"/>
                        <a:pt x="75" y="78"/>
                        <a:pt x="75" y="78"/>
                      </a:cubicBezTo>
                      <a:cubicBezTo>
                        <a:pt x="75" y="78"/>
                        <a:pt x="75" y="78"/>
                        <a:pt x="75" y="78"/>
                      </a:cubicBezTo>
                      <a:cubicBezTo>
                        <a:pt x="75" y="78"/>
                        <a:pt x="76" y="78"/>
                        <a:pt x="76" y="78"/>
                      </a:cubicBezTo>
                      <a:cubicBezTo>
                        <a:pt x="76" y="78"/>
                        <a:pt x="76" y="78"/>
                        <a:pt x="76" y="78"/>
                      </a:cubicBezTo>
                      <a:cubicBezTo>
                        <a:pt x="76" y="78"/>
                        <a:pt x="76" y="78"/>
                        <a:pt x="76" y="78"/>
                      </a:cubicBezTo>
                      <a:cubicBezTo>
                        <a:pt x="76" y="78"/>
                        <a:pt x="77" y="78"/>
                        <a:pt x="77" y="78"/>
                      </a:cubicBezTo>
                      <a:cubicBezTo>
                        <a:pt x="77" y="78"/>
                        <a:pt x="77" y="78"/>
                        <a:pt x="77" y="78"/>
                      </a:cubicBezTo>
                      <a:cubicBezTo>
                        <a:pt x="77" y="78"/>
                        <a:pt x="77" y="78"/>
                        <a:pt x="77" y="78"/>
                      </a:cubicBezTo>
                      <a:cubicBezTo>
                        <a:pt x="77" y="78"/>
                        <a:pt x="77" y="78"/>
                        <a:pt x="77" y="78"/>
                      </a:cubicBezTo>
                      <a:cubicBezTo>
                        <a:pt x="77" y="78"/>
                        <a:pt x="77" y="78"/>
                        <a:pt x="77" y="78"/>
                      </a:cubicBezTo>
                      <a:cubicBezTo>
                        <a:pt x="77" y="78"/>
                        <a:pt x="77" y="78"/>
                        <a:pt x="77" y="78"/>
                      </a:cubicBezTo>
                      <a:cubicBezTo>
                        <a:pt x="77" y="78"/>
                        <a:pt x="78" y="78"/>
                        <a:pt x="78" y="78"/>
                      </a:cubicBezTo>
                      <a:cubicBezTo>
                        <a:pt x="78" y="78"/>
                        <a:pt x="78" y="78"/>
                        <a:pt x="78" y="78"/>
                      </a:cubicBezTo>
                      <a:cubicBezTo>
                        <a:pt x="78" y="78"/>
                        <a:pt x="78" y="78"/>
                        <a:pt x="78" y="78"/>
                      </a:cubicBezTo>
                      <a:cubicBezTo>
                        <a:pt x="78" y="78"/>
                        <a:pt x="78" y="78"/>
                        <a:pt x="78" y="78"/>
                      </a:cubicBezTo>
                      <a:cubicBezTo>
                        <a:pt x="79" y="78"/>
                        <a:pt x="79" y="78"/>
                        <a:pt x="79" y="78"/>
                      </a:cubicBezTo>
                      <a:cubicBezTo>
                        <a:pt x="78" y="78"/>
                        <a:pt x="78" y="78"/>
                        <a:pt x="78" y="78"/>
                      </a:cubicBezTo>
                      <a:cubicBezTo>
                        <a:pt x="78" y="78"/>
                        <a:pt x="79" y="78"/>
                        <a:pt x="79" y="77"/>
                      </a:cubicBezTo>
                      <a:cubicBezTo>
                        <a:pt x="78" y="77"/>
                        <a:pt x="78" y="77"/>
                        <a:pt x="78" y="77"/>
                      </a:cubicBezTo>
                      <a:cubicBezTo>
                        <a:pt x="78" y="77"/>
                        <a:pt x="79" y="77"/>
                        <a:pt x="79" y="77"/>
                      </a:cubicBezTo>
                      <a:cubicBezTo>
                        <a:pt x="79" y="77"/>
                        <a:pt x="79" y="77"/>
                        <a:pt x="79" y="77"/>
                      </a:cubicBezTo>
                      <a:cubicBezTo>
                        <a:pt x="79" y="77"/>
                        <a:pt x="79" y="77"/>
                        <a:pt x="79" y="77"/>
                      </a:cubicBezTo>
                      <a:cubicBezTo>
                        <a:pt x="80" y="77"/>
                        <a:pt x="79" y="78"/>
                        <a:pt x="80" y="77"/>
                      </a:cubicBezTo>
                      <a:cubicBezTo>
                        <a:pt x="80" y="77"/>
                        <a:pt x="80" y="77"/>
                        <a:pt x="80" y="77"/>
                      </a:cubicBezTo>
                      <a:cubicBezTo>
                        <a:pt x="81" y="77"/>
                        <a:pt x="81" y="77"/>
                        <a:pt x="81" y="78"/>
                      </a:cubicBezTo>
                      <a:cubicBezTo>
                        <a:pt x="81" y="78"/>
                        <a:pt x="81" y="78"/>
                        <a:pt x="81" y="78"/>
                      </a:cubicBezTo>
                      <a:cubicBezTo>
                        <a:pt x="81" y="78"/>
                        <a:pt x="81" y="78"/>
                        <a:pt x="82" y="79"/>
                      </a:cubicBezTo>
                      <a:cubicBezTo>
                        <a:pt x="82" y="79"/>
                        <a:pt x="83" y="79"/>
                        <a:pt x="83" y="79"/>
                      </a:cubicBezTo>
                      <a:cubicBezTo>
                        <a:pt x="83" y="79"/>
                        <a:pt x="83" y="79"/>
                        <a:pt x="83" y="79"/>
                      </a:cubicBezTo>
                      <a:cubicBezTo>
                        <a:pt x="83" y="79"/>
                        <a:pt x="83" y="79"/>
                        <a:pt x="83" y="79"/>
                      </a:cubicBezTo>
                      <a:cubicBezTo>
                        <a:pt x="84" y="79"/>
                        <a:pt x="84" y="79"/>
                        <a:pt x="84" y="79"/>
                      </a:cubicBezTo>
                      <a:cubicBezTo>
                        <a:pt x="84" y="79"/>
                        <a:pt x="84" y="79"/>
                        <a:pt x="84" y="79"/>
                      </a:cubicBezTo>
                      <a:cubicBezTo>
                        <a:pt x="84" y="79"/>
                        <a:pt x="84" y="79"/>
                        <a:pt x="85" y="79"/>
                      </a:cubicBezTo>
                      <a:cubicBezTo>
                        <a:pt x="85" y="79"/>
                        <a:pt x="85" y="79"/>
                        <a:pt x="85" y="79"/>
                      </a:cubicBezTo>
                      <a:cubicBezTo>
                        <a:pt x="85" y="79"/>
                        <a:pt x="84" y="79"/>
                        <a:pt x="85" y="79"/>
                      </a:cubicBezTo>
                      <a:cubicBezTo>
                        <a:pt x="85" y="79"/>
                        <a:pt x="85" y="80"/>
                        <a:pt x="86" y="80"/>
                      </a:cubicBezTo>
                      <a:cubicBezTo>
                        <a:pt x="86" y="80"/>
                        <a:pt x="86" y="80"/>
                        <a:pt x="87" y="80"/>
                      </a:cubicBezTo>
                      <a:cubicBezTo>
                        <a:pt x="87" y="79"/>
                        <a:pt x="87" y="79"/>
                        <a:pt x="87" y="79"/>
                      </a:cubicBezTo>
                      <a:cubicBezTo>
                        <a:pt x="87" y="79"/>
                        <a:pt x="87" y="79"/>
                        <a:pt x="87" y="79"/>
                      </a:cubicBezTo>
                      <a:cubicBezTo>
                        <a:pt x="87" y="79"/>
                        <a:pt x="87" y="79"/>
                        <a:pt x="87" y="79"/>
                      </a:cubicBezTo>
                      <a:cubicBezTo>
                        <a:pt x="87" y="80"/>
                        <a:pt x="87" y="80"/>
                        <a:pt x="87" y="80"/>
                      </a:cubicBezTo>
                      <a:cubicBezTo>
                        <a:pt x="87" y="80"/>
                        <a:pt x="87" y="80"/>
                        <a:pt x="87" y="80"/>
                      </a:cubicBezTo>
                      <a:cubicBezTo>
                        <a:pt x="87" y="79"/>
                        <a:pt x="87" y="79"/>
                        <a:pt x="87" y="79"/>
                      </a:cubicBezTo>
                      <a:cubicBezTo>
                        <a:pt x="87" y="79"/>
                        <a:pt x="88" y="79"/>
                        <a:pt x="88" y="80"/>
                      </a:cubicBezTo>
                      <a:cubicBezTo>
                        <a:pt x="88" y="80"/>
                        <a:pt x="88" y="80"/>
                        <a:pt x="88" y="81"/>
                      </a:cubicBezTo>
                      <a:cubicBezTo>
                        <a:pt x="89" y="81"/>
                        <a:pt x="89" y="81"/>
                        <a:pt x="89" y="81"/>
                      </a:cubicBezTo>
                      <a:cubicBezTo>
                        <a:pt x="89" y="81"/>
                        <a:pt x="89" y="81"/>
                        <a:pt x="89" y="81"/>
                      </a:cubicBezTo>
                      <a:cubicBezTo>
                        <a:pt x="89" y="81"/>
                        <a:pt x="89" y="82"/>
                        <a:pt x="89" y="82"/>
                      </a:cubicBezTo>
                      <a:cubicBezTo>
                        <a:pt x="89" y="82"/>
                        <a:pt x="89" y="82"/>
                        <a:pt x="89" y="83"/>
                      </a:cubicBezTo>
                      <a:cubicBezTo>
                        <a:pt x="89" y="83"/>
                        <a:pt x="89" y="83"/>
                        <a:pt x="90" y="83"/>
                      </a:cubicBezTo>
                      <a:cubicBezTo>
                        <a:pt x="90" y="83"/>
                        <a:pt x="90" y="83"/>
                        <a:pt x="90" y="83"/>
                      </a:cubicBezTo>
                      <a:cubicBezTo>
                        <a:pt x="90" y="83"/>
                        <a:pt x="90" y="83"/>
                        <a:pt x="90" y="83"/>
                      </a:cubicBezTo>
                      <a:cubicBezTo>
                        <a:pt x="90" y="83"/>
                        <a:pt x="90" y="83"/>
                        <a:pt x="91" y="83"/>
                      </a:cubicBezTo>
                      <a:cubicBezTo>
                        <a:pt x="91" y="83"/>
                        <a:pt x="91" y="83"/>
                        <a:pt x="91" y="83"/>
                      </a:cubicBezTo>
                      <a:cubicBezTo>
                        <a:pt x="91" y="83"/>
                        <a:pt x="91" y="83"/>
                        <a:pt x="91" y="83"/>
                      </a:cubicBezTo>
                      <a:cubicBezTo>
                        <a:pt x="91" y="83"/>
                        <a:pt x="91" y="83"/>
                        <a:pt x="91" y="83"/>
                      </a:cubicBezTo>
                      <a:cubicBezTo>
                        <a:pt x="91" y="83"/>
                        <a:pt x="91" y="83"/>
                        <a:pt x="91" y="83"/>
                      </a:cubicBezTo>
                      <a:cubicBezTo>
                        <a:pt x="92" y="83"/>
                        <a:pt x="92" y="83"/>
                        <a:pt x="92" y="83"/>
                      </a:cubicBezTo>
                      <a:cubicBezTo>
                        <a:pt x="92" y="83"/>
                        <a:pt x="92" y="83"/>
                        <a:pt x="92" y="83"/>
                      </a:cubicBezTo>
                      <a:cubicBezTo>
                        <a:pt x="93" y="83"/>
                        <a:pt x="92" y="83"/>
                        <a:pt x="92" y="83"/>
                      </a:cubicBezTo>
                      <a:cubicBezTo>
                        <a:pt x="92" y="83"/>
                        <a:pt x="93" y="84"/>
                        <a:pt x="94" y="84"/>
                      </a:cubicBezTo>
                      <a:cubicBezTo>
                        <a:pt x="95" y="83"/>
                        <a:pt x="95" y="83"/>
                        <a:pt x="95" y="83"/>
                      </a:cubicBezTo>
                      <a:cubicBezTo>
                        <a:pt x="95" y="83"/>
                        <a:pt x="96" y="83"/>
                        <a:pt x="96" y="83"/>
                      </a:cubicBezTo>
                      <a:cubicBezTo>
                        <a:pt x="96" y="83"/>
                        <a:pt x="97" y="83"/>
                        <a:pt x="97" y="84"/>
                      </a:cubicBezTo>
                      <a:cubicBezTo>
                        <a:pt x="97" y="84"/>
                        <a:pt x="98" y="84"/>
                        <a:pt x="98" y="84"/>
                      </a:cubicBezTo>
                      <a:cubicBezTo>
                        <a:pt x="99" y="84"/>
                        <a:pt x="99" y="84"/>
                        <a:pt x="99" y="84"/>
                      </a:cubicBezTo>
                      <a:cubicBezTo>
                        <a:pt x="99" y="84"/>
                        <a:pt x="100" y="83"/>
                        <a:pt x="100" y="83"/>
                      </a:cubicBezTo>
                      <a:cubicBezTo>
                        <a:pt x="100" y="83"/>
                        <a:pt x="100" y="83"/>
                        <a:pt x="100" y="84"/>
                      </a:cubicBezTo>
                      <a:cubicBezTo>
                        <a:pt x="100" y="84"/>
                        <a:pt x="100" y="84"/>
                        <a:pt x="101" y="84"/>
                      </a:cubicBezTo>
                      <a:cubicBezTo>
                        <a:pt x="101" y="84"/>
                        <a:pt x="101" y="84"/>
                        <a:pt x="101" y="84"/>
                      </a:cubicBezTo>
                      <a:cubicBezTo>
                        <a:pt x="101" y="84"/>
                        <a:pt x="101" y="84"/>
                        <a:pt x="101" y="84"/>
                      </a:cubicBezTo>
                      <a:cubicBezTo>
                        <a:pt x="101" y="84"/>
                        <a:pt x="101" y="84"/>
                        <a:pt x="101" y="84"/>
                      </a:cubicBezTo>
                      <a:cubicBezTo>
                        <a:pt x="102" y="84"/>
                        <a:pt x="102" y="84"/>
                        <a:pt x="102" y="84"/>
                      </a:cubicBezTo>
                      <a:cubicBezTo>
                        <a:pt x="102" y="84"/>
                        <a:pt x="102" y="84"/>
                        <a:pt x="102" y="83"/>
                      </a:cubicBezTo>
                      <a:cubicBezTo>
                        <a:pt x="102" y="83"/>
                        <a:pt x="103" y="83"/>
                        <a:pt x="103" y="83"/>
                      </a:cubicBezTo>
                      <a:cubicBezTo>
                        <a:pt x="102" y="83"/>
                        <a:pt x="102" y="83"/>
                        <a:pt x="102" y="83"/>
                      </a:cubicBezTo>
                      <a:cubicBezTo>
                        <a:pt x="103" y="83"/>
                        <a:pt x="103" y="83"/>
                        <a:pt x="103" y="83"/>
                      </a:cubicBezTo>
                      <a:cubicBezTo>
                        <a:pt x="103" y="82"/>
                        <a:pt x="103" y="82"/>
                        <a:pt x="103" y="82"/>
                      </a:cubicBezTo>
                      <a:cubicBezTo>
                        <a:pt x="103" y="82"/>
                        <a:pt x="103" y="82"/>
                        <a:pt x="103" y="81"/>
                      </a:cubicBezTo>
                      <a:cubicBezTo>
                        <a:pt x="103" y="81"/>
                        <a:pt x="103" y="81"/>
                        <a:pt x="104" y="81"/>
                      </a:cubicBezTo>
                      <a:cubicBezTo>
                        <a:pt x="104" y="81"/>
                        <a:pt x="104" y="81"/>
                        <a:pt x="104" y="80"/>
                      </a:cubicBezTo>
                      <a:cubicBezTo>
                        <a:pt x="104" y="80"/>
                        <a:pt x="105" y="80"/>
                        <a:pt x="105" y="80"/>
                      </a:cubicBezTo>
                      <a:cubicBezTo>
                        <a:pt x="105" y="80"/>
                        <a:pt x="105" y="80"/>
                        <a:pt x="105" y="80"/>
                      </a:cubicBezTo>
                      <a:cubicBezTo>
                        <a:pt x="106" y="80"/>
                        <a:pt x="106" y="80"/>
                        <a:pt x="106" y="80"/>
                      </a:cubicBezTo>
                      <a:cubicBezTo>
                        <a:pt x="106" y="80"/>
                        <a:pt x="106" y="81"/>
                        <a:pt x="106" y="81"/>
                      </a:cubicBezTo>
                      <a:cubicBezTo>
                        <a:pt x="106" y="81"/>
                        <a:pt x="106" y="81"/>
                        <a:pt x="106" y="81"/>
                      </a:cubicBezTo>
                      <a:cubicBezTo>
                        <a:pt x="106" y="82"/>
                        <a:pt x="106" y="82"/>
                        <a:pt x="107" y="82"/>
                      </a:cubicBezTo>
                      <a:cubicBezTo>
                        <a:pt x="107" y="82"/>
                        <a:pt x="107" y="82"/>
                        <a:pt x="107" y="82"/>
                      </a:cubicBezTo>
                      <a:cubicBezTo>
                        <a:pt x="108" y="82"/>
                        <a:pt x="108" y="82"/>
                        <a:pt x="108" y="82"/>
                      </a:cubicBezTo>
                      <a:cubicBezTo>
                        <a:pt x="109" y="82"/>
                        <a:pt x="109" y="82"/>
                        <a:pt x="109" y="82"/>
                      </a:cubicBezTo>
                      <a:cubicBezTo>
                        <a:pt x="109" y="82"/>
                        <a:pt x="109" y="82"/>
                        <a:pt x="109" y="82"/>
                      </a:cubicBezTo>
                      <a:cubicBezTo>
                        <a:pt x="110" y="82"/>
                        <a:pt x="110" y="82"/>
                        <a:pt x="110" y="83"/>
                      </a:cubicBezTo>
                      <a:cubicBezTo>
                        <a:pt x="110" y="83"/>
                        <a:pt x="110" y="83"/>
                        <a:pt x="110" y="83"/>
                      </a:cubicBezTo>
                      <a:cubicBezTo>
                        <a:pt x="110" y="83"/>
                        <a:pt x="110" y="83"/>
                        <a:pt x="111" y="83"/>
                      </a:cubicBezTo>
                      <a:cubicBezTo>
                        <a:pt x="111" y="83"/>
                        <a:pt x="111" y="83"/>
                        <a:pt x="111" y="83"/>
                      </a:cubicBezTo>
                      <a:cubicBezTo>
                        <a:pt x="112" y="83"/>
                        <a:pt x="112" y="83"/>
                        <a:pt x="112" y="83"/>
                      </a:cubicBezTo>
                      <a:cubicBezTo>
                        <a:pt x="112" y="83"/>
                        <a:pt x="112" y="83"/>
                        <a:pt x="112" y="83"/>
                      </a:cubicBezTo>
                      <a:cubicBezTo>
                        <a:pt x="112" y="83"/>
                        <a:pt x="112" y="83"/>
                        <a:pt x="112" y="83"/>
                      </a:cubicBezTo>
                      <a:cubicBezTo>
                        <a:pt x="112" y="83"/>
                        <a:pt x="112" y="84"/>
                        <a:pt x="113" y="84"/>
                      </a:cubicBezTo>
                      <a:cubicBezTo>
                        <a:pt x="113" y="84"/>
                        <a:pt x="113" y="84"/>
                        <a:pt x="113" y="84"/>
                      </a:cubicBezTo>
                      <a:cubicBezTo>
                        <a:pt x="114" y="84"/>
                        <a:pt x="114" y="84"/>
                        <a:pt x="114" y="84"/>
                      </a:cubicBezTo>
                      <a:cubicBezTo>
                        <a:pt x="114" y="84"/>
                        <a:pt x="114" y="83"/>
                        <a:pt x="115" y="83"/>
                      </a:cubicBezTo>
                      <a:cubicBezTo>
                        <a:pt x="115" y="83"/>
                        <a:pt x="115" y="83"/>
                        <a:pt x="115" y="84"/>
                      </a:cubicBezTo>
                      <a:cubicBezTo>
                        <a:pt x="115" y="84"/>
                        <a:pt x="115" y="84"/>
                        <a:pt x="116" y="84"/>
                      </a:cubicBezTo>
                      <a:cubicBezTo>
                        <a:pt x="116" y="84"/>
                        <a:pt x="116" y="84"/>
                        <a:pt x="116" y="84"/>
                      </a:cubicBezTo>
                      <a:cubicBezTo>
                        <a:pt x="116" y="83"/>
                        <a:pt x="116" y="83"/>
                        <a:pt x="116" y="83"/>
                      </a:cubicBezTo>
                      <a:cubicBezTo>
                        <a:pt x="116" y="83"/>
                        <a:pt x="116" y="83"/>
                        <a:pt x="116" y="84"/>
                      </a:cubicBezTo>
                      <a:cubicBezTo>
                        <a:pt x="116" y="84"/>
                        <a:pt x="116" y="84"/>
                        <a:pt x="116" y="84"/>
                      </a:cubicBezTo>
                      <a:cubicBezTo>
                        <a:pt x="116" y="84"/>
                        <a:pt x="116" y="84"/>
                        <a:pt x="116" y="84"/>
                      </a:cubicBezTo>
                      <a:cubicBezTo>
                        <a:pt x="116" y="84"/>
                        <a:pt x="116" y="84"/>
                        <a:pt x="116" y="84"/>
                      </a:cubicBezTo>
                      <a:cubicBezTo>
                        <a:pt x="116" y="84"/>
                        <a:pt x="117" y="84"/>
                        <a:pt x="117" y="84"/>
                      </a:cubicBezTo>
                      <a:cubicBezTo>
                        <a:pt x="117" y="84"/>
                        <a:pt x="116" y="84"/>
                        <a:pt x="116" y="85"/>
                      </a:cubicBezTo>
                      <a:cubicBezTo>
                        <a:pt x="116" y="85"/>
                        <a:pt x="117" y="85"/>
                        <a:pt x="117" y="85"/>
                      </a:cubicBezTo>
                      <a:cubicBezTo>
                        <a:pt x="117" y="85"/>
                        <a:pt x="116" y="85"/>
                        <a:pt x="116" y="85"/>
                      </a:cubicBezTo>
                      <a:cubicBezTo>
                        <a:pt x="116" y="85"/>
                        <a:pt x="116" y="85"/>
                        <a:pt x="116" y="85"/>
                      </a:cubicBezTo>
                      <a:cubicBezTo>
                        <a:pt x="117" y="85"/>
                        <a:pt x="117" y="85"/>
                        <a:pt x="117" y="85"/>
                      </a:cubicBezTo>
                      <a:cubicBezTo>
                        <a:pt x="117" y="86"/>
                        <a:pt x="117" y="86"/>
                        <a:pt x="117" y="86"/>
                      </a:cubicBezTo>
                      <a:cubicBezTo>
                        <a:pt x="117" y="86"/>
                        <a:pt x="117" y="86"/>
                        <a:pt x="117" y="86"/>
                      </a:cubicBezTo>
                      <a:cubicBezTo>
                        <a:pt x="117" y="86"/>
                        <a:pt x="117" y="86"/>
                        <a:pt x="117" y="86"/>
                      </a:cubicBezTo>
                      <a:cubicBezTo>
                        <a:pt x="117" y="86"/>
                        <a:pt x="118" y="86"/>
                        <a:pt x="118" y="86"/>
                      </a:cubicBezTo>
                      <a:cubicBezTo>
                        <a:pt x="118" y="86"/>
                        <a:pt x="118" y="86"/>
                        <a:pt x="118" y="87"/>
                      </a:cubicBezTo>
                      <a:cubicBezTo>
                        <a:pt x="118" y="87"/>
                        <a:pt x="118" y="87"/>
                        <a:pt x="118" y="87"/>
                      </a:cubicBezTo>
                      <a:cubicBezTo>
                        <a:pt x="118" y="87"/>
                        <a:pt x="118" y="87"/>
                        <a:pt x="118" y="87"/>
                      </a:cubicBezTo>
                      <a:cubicBezTo>
                        <a:pt x="118" y="87"/>
                        <a:pt x="118" y="87"/>
                        <a:pt x="118" y="88"/>
                      </a:cubicBezTo>
                      <a:cubicBezTo>
                        <a:pt x="118" y="88"/>
                        <a:pt x="118" y="88"/>
                        <a:pt x="118" y="88"/>
                      </a:cubicBezTo>
                      <a:cubicBezTo>
                        <a:pt x="118" y="88"/>
                        <a:pt x="118" y="88"/>
                        <a:pt x="118" y="88"/>
                      </a:cubicBezTo>
                      <a:cubicBezTo>
                        <a:pt x="118" y="88"/>
                        <a:pt x="118" y="88"/>
                        <a:pt x="118" y="88"/>
                      </a:cubicBezTo>
                      <a:cubicBezTo>
                        <a:pt x="118" y="88"/>
                        <a:pt x="118" y="88"/>
                        <a:pt x="118" y="88"/>
                      </a:cubicBezTo>
                      <a:cubicBezTo>
                        <a:pt x="118" y="89"/>
                        <a:pt x="119" y="89"/>
                        <a:pt x="119" y="89"/>
                      </a:cubicBezTo>
                      <a:cubicBezTo>
                        <a:pt x="119" y="89"/>
                        <a:pt x="119" y="89"/>
                        <a:pt x="119" y="89"/>
                      </a:cubicBezTo>
                      <a:cubicBezTo>
                        <a:pt x="119" y="89"/>
                        <a:pt x="119" y="89"/>
                        <a:pt x="119" y="89"/>
                      </a:cubicBezTo>
                      <a:cubicBezTo>
                        <a:pt x="119" y="89"/>
                        <a:pt x="119" y="89"/>
                        <a:pt x="119" y="89"/>
                      </a:cubicBezTo>
                      <a:cubicBezTo>
                        <a:pt x="119" y="89"/>
                        <a:pt x="120" y="89"/>
                        <a:pt x="120" y="89"/>
                      </a:cubicBezTo>
                      <a:cubicBezTo>
                        <a:pt x="120" y="89"/>
                        <a:pt x="120" y="89"/>
                        <a:pt x="120" y="89"/>
                      </a:cubicBezTo>
                      <a:cubicBezTo>
                        <a:pt x="120" y="89"/>
                        <a:pt x="120" y="89"/>
                        <a:pt x="120" y="89"/>
                      </a:cubicBezTo>
                      <a:cubicBezTo>
                        <a:pt x="120" y="89"/>
                        <a:pt x="120" y="89"/>
                        <a:pt x="120" y="89"/>
                      </a:cubicBezTo>
                      <a:cubicBezTo>
                        <a:pt x="120" y="89"/>
                        <a:pt x="120" y="89"/>
                        <a:pt x="120" y="89"/>
                      </a:cubicBezTo>
                      <a:cubicBezTo>
                        <a:pt x="121" y="89"/>
                        <a:pt x="121" y="89"/>
                        <a:pt x="121" y="90"/>
                      </a:cubicBezTo>
                      <a:cubicBezTo>
                        <a:pt x="121" y="90"/>
                        <a:pt x="121" y="90"/>
                        <a:pt x="121" y="90"/>
                      </a:cubicBezTo>
                      <a:cubicBezTo>
                        <a:pt x="121" y="90"/>
                        <a:pt x="121" y="90"/>
                        <a:pt x="121" y="90"/>
                      </a:cubicBezTo>
                      <a:cubicBezTo>
                        <a:pt x="122" y="90"/>
                        <a:pt x="122" y="89"/>
                        <a:pt x="122" y="89"/>
                      </a:cubicBezTo>
                      <a:cubicBezTo>
                        <a:pt x="122" y="89"/>
                        <a:pt x="122" y="89"/>
                        <a:pt x="122" y="89"/>
                      </a:cubicBezTo>
                      <a:cubicBezTo>
                        <a:pt x="123" y="89"/>
                        <a:pt x="123" y="89"/>
                        <a:pt x="123" y="89"/>
                      </a:cubicBezTo>
                      <a:cubicBezTo>
                        <a:pt x="123" y="89"/>
                        <a:pt x="124" y="89"/>
                        <a:pt x="124" y="89"/>
                      </a:cubicBezTo>
                      <a:cubicBezTo>
                        <a:pt x="124" y="89"/>
                        <a:pt x="124" y="89"/>
                        <a:pt x="124" y="89"/>
                      </a:cubicBezTo>
                      <a:cubicBezTo>
                        <a:pt x="124" y="89"/>
                        <a:pt x="125" y="89"/>
                        <a:pt x="125" y="89"/>
                      </a:cubicBezTo>
                      <a:cubicBezTo>
                        <a:pt x="125" y="89"/>
                        <a:pt x="125" y="89"/>
                        <a:pt x="125" y="89"/>
                      </a:cubicBezTo>
                      <a:cubicBezTo>
                        <a:pt x="125" y="89"/>
                        <a:pt x="125" y="89"/>
                        <a:pt x="125" y="89"/>
                      </a:cubicBezTo>
                      <a:cubicBezTo>
                        <a:pt x="126" y="89"/>
                        <a:pt x="126" y="89"/>
                        <a:pt x="126" y="89"/>
                      </a:cubicBezTo>
                      <a:cubicBezTo>
                        <a:pt x="126" y="88"/>
                        <a:pt x="126" y="88"/>
                        <a:pt x="126" y="89"/>
                      </a:cubicBezTo>
                      <a:cubicBezTo>
                        <a:pt x="126" y="89"/>
                        <a:pt x="126" y="89"/>
                        <a:pt x="126" y="89"/>
                      </a:cubicBezTo>
                      <a:cubicBezTo>
                        <a:pt x="126" y="89"/>
                        <a:pt x="127" y="89"/>
                        <a:pt x="127" y="89"/>
                      </a:cubicBezTo>
                      <a:cubicBezTo>
                        <a:pt x="127" y="89"/>
                        <a:pt x="127" y="89"/>
                        <a:pt x="127" y="89"/>
                      </a:cubicBezTo>
                      <a:cubicBezTo>
                        <a:pt x="127" y="89"/>
                        <a:pt x="127" y="89"/>
                        <a:pt x="128" y="89"/>
                      </a:cubicBezTo>
                      <a:cubicBezTo>
                        <a:pt x="128" y="89"/>
                        <a:pt x="127" y="90"/>
                        <a:pt x="128" y="90"/>
                      </a:cubicBezTo>
                      <a:cubicBezTo>
                        <a:pt x="128" y="90"/>
                        <a:pt x="128" y="89"/>
                        <a:pt x="128" y="90"/>
                      </a:cubicBezTo>
                      <a:cubicBezTo>
                        <a:pt x="129" y="90"/>
                        <a:pt x="129" y="90"/>
                        <a:pt x="129" y="90"/>
                      </a:cubicBezTo>
                      <a:cubicBezTo>
                        <a:pt x="129" y="90"/>
                        <a:pt x="129" y="91"/>
                        <a:pt x="129" y="91"/>
                      </a:cubicBezTo>
                      <a:cubicBezTo>
                        <a:pt x="129" y="91"/>
                        <a:pt x="129" y="91"/>
                        <a:pt x="129" y="91"/>
                      </a:cubicBezTo>
                      <a:cubicBezTo>
                        <a:pt x="129" y="91"/>
                        <a:pt x="129" y="92"/>
                        <a:pt x="129" y="92"/>
                      </a:cubicBezTo>
                      <a:cubicBezTo>
                        <a:pt x="129" y="92"/>
                        <a:pt x="128" y="92"/>
                        <a:pt x="128" y="92"/>
                      </a:cubicBezTo>
                      <a:cubicBezTo>
                        <a:pt x="128" y="93"/>
                        <a:pt x="128" y="93"/>
                        <a:pt x="128" y="93"/>
                      </a:cubicBezTo>
                      <a:cubicBezTo>
                        <a:pt x="128" y="93"/>
                        <a:pt x="128" y="93"/>
                        <a:pt x="128" y="93"/>
                      </a:cubicBezTo>
                      <a:cubicBezTo>
                        <a:pt x="128" y="93"/>
                        <a:pt x="128" y="94"/>
                        <a:pt x="128" y="94"/>
                      </a:cubicBezTo>
                      <a:cubicBezTo>
                        <a:pt x="128" y="94"/>
                        <a:pt x="128" y="94"/>
                        <a:pt x="128" y="94"/>
                      </a:cubicBezTo>
                      <a:cubicBezTo>
                        <a:pt x="128" y="94"/>
                        <a:pt x="128" y="94"/>
                        <a:pt x="128" y="94"/>
                      </a:cubicBezTo>
                      <a:cubicBezTo>
                        <a:pt x="128" y="94"/>
                        <a:pt x="128" y="94"/>
                        <a:pt x="128" y="95"/>
                      </a:cubicBezTo>
                      <a:cubicBezTo>
                        <a:pt x="128" y="95"/>
                        <a:pt x="128" y="95"/>
                        <a:pt x="128" y="95"/>
                      </a:cubicBezTo>
                      <a:cubicBezTo>
                        <a:pt x="128" y="95"/>
                        <a:pt x="128" y="94"/>
                        <a:pt x="128" y="94"/>
                      </a:cubicBezTo>
                      <a:cubicBezTo>
                        <a:pt x="128" y="94"/>
                        <a:pt x="128" y="94"/>
                        <a:pt x="128" y="94"/>
                      </a:cubicBezTo>
                      <a:cubicBezTo>
                        <a:pt x="128" y="94"/>
                        <a:pt x="128" y="95"/>
                        <a:pt x="129" y="95"/>
                      </a:cubicBezTo>
                      <a:cubicBezTo>
                        <a:pt x="129" y="95"/>
                        <a:pt x="129" y="95"/>
                        <a:pt x="129" y="95"/>
                      </a:cubicBezTo>
                      <a:cubicBezTo>
                        <a:pt x="129" y="95"/>
                        <a:pt x="129" y="95"/>
                        <a:pt x="129" y="95"/>
                      </a:cubicBezTo>
                      <a:cubicBezTo>
                        <a:pt x="129" y="95"/>
                        <a:pt x="129" y="96"/>
                        <a:pt x="129" y="96"/>
                      </a:cubicBezTo>
                      <a:cubicBezTo>
                        <a:pt x="129" y="96"/>
                        <a:pt x="129" y="96"/>
                        <a:pt x="130" y="96"/>
                      </a:cubicBezTo>
                      <a:cubicBezTo>
                        <a:pt x="130" y="96"/>
                        <a:pt x="130" y="96"/>
                        <a:pt x="130" y="96"/>
                      </a:cubicBezTo>
                      <a:cubicBezTo>
                        <a:pt x="130" y="96"/>
                        <a:pt x="130" y="96"/>
                        <a:pt x="130" y="96"/>
                      </a:cubicBezTo>
                      <a:close/>
                      <a:moveTo>
                        <a:pt x="126" y="84"/>
                      </a:moveTo>
                      <a:cubicBezTo>
                        <a:pt x="126" y="84"/>
                        <a:pt x="126" y="84"/>
                        <a:pt x="126" y="84"/>
                      </a:cubicBezTo>
                      <a:cubicBezTo>
                        <a:pt x="126" y="84"/>
                        <a:pt x="126" y="84"/>
                        <a:pt x="126" y="84"/>
                      </a:cubicBezTo>
                      <a:cubicBezTo>
                        <a:pt x="126" y="84"/>
                        <a:pt x="126" y="84"/>
                        <a:pt x="126" y="84"/>
                      </a:cubicBezTo>
                      <a:cubicBezTo>
                        <a:pt x="127" y="84"/>
                        <a:pt x="126" y="84"/>
                        <a:pt x="126" y="84"/>
                      </a:cubicBezTo>
                      <a:cubicBezTo>
                        <a:pt x="126" y="84"/>
                        <a:pt x="126" y="84"/>
                        <a:pt x="126" y="84"/>
                      </a:cubicBezTo>
                      <a:cubicBezTo>
                        <a:pt x="126" y="84"/>
                        <a:pt x="126" y="84"/>
                        <a:pt x="125" y="83"/>
                      </a:cubicBezTo>
                      <a:cubicBezTo>
                        <a:pt x="125" y="83"/>
                        <a:pt x="125" y="84"/>
                        <a:pt x="124" y="84"/>
                      </a:cubicBezTo>
                      <a:cubicBezTo>
                        <a:pt x="124" y="84"/>
                        <a:pt x="123" y="84"/>
                        <a:pt x="123" y="84"/>
                      </a:cubicBezTo>
                      <a:cubicBezTo>
                        <a:pt x="122" y="84"/>
                        <a:pt x="122" y="84"/>
                        <a:pt x="121" y="84"/>
                      </a:cubicBezTo>
                      <a:cubicBezTo>
                        <a:pt x="121" y="84"/>
                        <a:pt x="120" y="84"/>
                        <a:pt x="120" y="84"/>
                      </a:cubicBezTo>
                      <a:cubicBezTo>
                        <a:pt x="120" y="84"/>
                        <a:pt x="119" y="84"/>
                        <a:pt x="119" y="84"/>
                      </a:cubicBezTo>
                      <a:cubicBezTo>
                        <a:pt x="119" y="84"/>
                        <a:pt x="118" y="84"/>
                        <a:pt x="118" y="84"/>
                      </a:cubicBezTo>
                      <a:cubicBezTo>
                        <a:pt x="118" y="84"/>
                        <a:pt x="118" y="84"/>
                        <a:pt x="118" y="84"/>
                      </a:cubicBezTo>
                      <a:cubicBezTo>
                        <a:pt x="118" y="84"/>
                        <a:pt x="118" y="84"/>
                        <a:pt x="117" y="84"/>
                      </a:cubicBezTo>
                      <a:cubicBezTo>
                        <a:pt x="117" y="84"/>
                        <a:pt x="117" y="84"/>
                        <a:pt x="117" y="85"/>
                      </a:cubicBezTo>
                      <a:cubicBezTo>
                        <a:pt x="117" y="85"/>
                        <a:pt x="117" y="85"/>
                        <a:pt x="117" y="85"/>
                      </a:cubicBezTo>
                      <a:cubicBezTo>
                        <a:pt x="117" y="85"/>
                        <a:pt x="117" y="85"/>
                        <a:pt x="117" y="85"/>
                      </a:cubicBezTo>
                      <a:cubicBezTo>
                        <a:pt x="117" y="85"/>
                        <a:pt x="117" y="85"/>
                        <a:pt x="117" y="85"/>
                      </a:cubicBezTo>
                      <a:cubicBezTo>
                        <a:pt x="117" y="85"/>
                        <a:pt x="117" y="85"/>
                        <a:pt x="117" y="85"/>
                      </a:cubicBezTo>
                      <a:cubicBezTo>
                        <a:pt x="117" y="85"/>
                        <a:pt x="117" y="85"/>
                        <a:pt x="117" y="85"/>
                      </a:cubicBezTo>
                      <a:cubicBezTo>
                        <a:pt x="117" y="86"/>
                        <a:pt x="117" y="85"/>
                        <a:pt x="118" y="85"/>
                      </a:cubicBezTo>
                      <a:cubicBezTo>
                        <a:pt x="118" y="85"/>
                        <a:pt x="118" y="85"/>
                        <a:pt x="118" y="86"/>
                      </a:cubicBezTo>
                      <a:cubicBezTo>
                        <a:pt x="118" y="86"/>
                        <a:pt x="118" y="86"/>
                        <a:pt x="119" y="86"/>
                      </a:cubicBezTo>
                      <a:cubicBezTo>
                        <a:pt x="119" y="86"/>
                        <a:pt x="119" y="86"/>
                        <a:pt x="119" y="86"/>
                      </a:cubicBezTo>
                      <a:cubicBezTo>
                        <a:pt x="119" y="86"/>
                        <a:pt x="120" y="86"/>
                        <a:pt x="120" y="86"/>
                      </a:cubicBezTo>
                      <a:cubicBezTo>
                        <a:pt x="120" y="86"/>
                        <a:pt x="120" y="86"/>
                        <a:pt x="121" y="86"/>
                      </a:cubicBezTo>
                      <a:cubicBezTo>
                        <a:pt x="121" y="86"/>
                        <a:pt x="121" y="86"/>
                        <a:pt x="121" y="86"/>
                      </a:cubicBezTo>
                      <a:cubicBezTo>
                        <a:pt x="122" y="86"/>
                        <a:pt x="122" y="86"/>
                        <a:pt x="122" y="86"/>
                      </a:cubicBezTo>
                      <a:cubicBezTo>
                        <a:pt x="122" y="86"/>
                        <a:pt x="122" y="86"/>
                        <a:pt x="123" y="86"/>
                      </a:cubicBezTo>
                      <a:cubicBezTo>
                        <a:pt x="123" y="86"/>
                        <a:pt x="123" y="86"/>
                        <a:pt x="123" y="86"/>
                      </a:cubicBezTo>
                      <a:cubicBezTo>
                        <a:pt x="123" y="86"/>
                        <a:pt x="123" y="85"/>
                        <a:pt x="123" y="85"/>
                      </a:cubicBezTo>
                      <a:cubicBezTo>
                        <a:pt x="123" y="85"/>
                        <a:pt x="123" y="85"/>
                        <a:pt x="123" y="85"/>
                      </a:cubicBezTo>
                      <a:cubicBezTo>
                        <a:pt x="123" y="85"/>
                        <a:pt x="124" y="85"/>
                        <a:pt x="124" y="85"/>
                      </a:cubicBezTo>
                      <a:cubicBezTo>
                        <a:pt x="124" y="85"/>
                        <a:pt x="124" y="85"/>
                        <a:pt x="124" y="85"/>
                      </a:cubicBezTo>
                      <a:cubicBezTo>
                        <a:pt x="124" y="85"/>
                        <a:pt x="124"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6" y="85"/>
                        <a:pt x="126" y="85"/>
                        <a:pt x="126" y="85"/>
                      </a:cubicBezTo>
                      <a:cubicBezTo>
                        <a:pt x="126" y="85"/>
                        <a:pt x="126" y="85"/>
                        <a:pt x="126" y="85"/>
                      </a:cubicBezTo>
                      <a:cubicBezTo>
                        <a:pt x="126" y="85"/>
                        <a:pt x="126" y="85"/>
                        <a:pt x="126" y="85"/>
                      </a:cubicBezTo>
                      <a:cubicBezTo>
                        <a:pt x="126" y="85"/>
                        <a:pt x="126" y="85"/>
                        <a:pt x="125" y="85"/>
                      </a:cubicBezTo>
                      <a:cubicBezTo>
                        <a:pt x="125" y="85"/>
                        <a:pt x="126" y="85"/>
                        <a:pt x="126" y="84"/>
                      </a:cubicBezTo>
                      <a:close/>
                      <a:moveTo>
                        <a:pt x="47" y="73"/>
                      </a:moveTo>
                      <a:cubicBezTo>
                        <a:pt x="47" y="73"/>
                        <a:pt x="47" y="73"/>
                        <a:pt x="47" y="73"/>
                      </a:cubicBezTo>
                      <a:cubicBezTo>
                        <a:pt x="47" y="73"/>
                        <a:pt x="47" y="73"/>
                        <a:pt x="47" y="73"/>
                      </a:cubicBezTo>
                      <a:cubicBezTo>
                        <a:pt x="47" y="73"/>
                        <a:pt x="47" y="73"/>
                        <a:pt x="47" y="73"/>
                      </a:cubicBezTo>
                      <a:cubicBezTo>
                        <a:pt x="47" y="73"/>
                        <a:pt x="47"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4"/>
                        <a:pt x="46" y="74"/>
                        <a:pt x="47" y="74"/>
                      </a:cubicBezTo>
                      <a:cubicBezTo>
                        <a:pt x="47" y="74"/>
                        <a:pt x="47" y="74"/>
                        <a:pt x="47" y="74"/>
                      </a:cubicBezTo>
                      <a:cubicBezTo>
                        <a:pt x="47" y="74"/>
                        <a:pt x="47" y="74"/>
                        <a:pt x="47" y="74"/>
                      </a:cubicBezTo>
                      <a:cubicBezTo>
                        <a:pt x="47" y="74"/>
                        <a:pt x="47" y="74"/>
                        <a:pt x="47" y="74"/>
                      </a:cubicBezTo>
                      <a:cubicBezTo>
                        <a:pt x="47" y="74"/>
                        <a:pt x="47" y="74"/>
                        <a:pt x="48" y="74"/>
                      </a:cubicBezTo>
                      <a:cubicBezTo>
                        <a:pt x="48" y="74"/>
                        <a:pt x="48" y="74"/>
                        <a:pt x="48" y="74"/>
                      </a:cubicBezTo>
                      <a:cubicBezTo>
                        <a:pt x="48" y="74"/>
                        <a:pt x="48" y="74"/>
                        <a:pt x="48" y="74"/>
                      </a:cubicBezTo>
                      <a:cubicBezTo>
                        <a:pt x="48" y="74"/>
                        <a:pt x="48" y="74"/>
                        <a:pt x="48" y="74"/>
                      </a:cubicBezTo>
                      <a:cubicBezTo>
                        <a:pt x="48" y="74"/>
                        <a:pt x="48" y="74"/>
                        <a:pt x="48" y="74"/>
                      </a:cubicBezTo>
                      <a:cubicBezTo>
                        <a:pt x="48" y="74"/>
                        <a:pt x="48" y="74"/>
                        <a:pt x="48" y="73"/>
                      </a:cubicBezTo>
                      <a:cubicBezTo>
                        <a:pt x="48" y="73"/>
                        <a:pt x="48" y="73"/>
                        <a:pt x="47" y="73"/>
                      </a:cubicBezTo>
                      <a:close/>
                      <a:moveTo>
                        <a:pt x="67" y="82"/>
                      </a:moveTo>
                      <a:cubicBezTo>
                        <a:pt x="67" y="82"/>
                        <a:pt x="67" y="82"/>
                        <a:pt x="67" y="81"/>
                      </a:cubicBezTo>
                      <a:cubicBezTo>
                        <a:pt x="67" y="81"/>
                        <a:pt x="67" y="81"/>
                        <a:pt x="67" y="81"/>
                      </a:cubicBezTo>
                      <a:cubicBezTo>
                        <a:pt x="67" y="81"/>
                        <a:pt x="67" y="81"/>
                        <a:pt x="67" y="81"/>
                      </a:cubicBezTo>
                      <a:cubicBezTo>
                        <a:pt x="67" y="81"/>
                        <a:pt x="66" y="81"/>
                        <a:pt x="66" y="81"/>
                      </a:cubicBezTo>
                      <a:cubicBezTo>
                        <a:pt x="66" y="81"/>
                        <a:pt x="66" y="81"/>
                        <a:pt x="66" y="81"/>
                      </a:cubicBezTo>
                      <a:cubicBezTo>
                        <a:pt x="66" y="81"/>
                        <a:pt x="66" y="81"/>
                        <a:pt x="66" y="82"/>
                      </a:cubicBezTo>
                      <a:cubicBezTo>
                        <a:pt x="66" y="82"/>
                        <a:pt x="66" y="82"/>
                        <a:pt x="66" y="82"/>
                      </a:cubicBezTo>
                      <a:cubicBezTo>
                        <a:pt x="66" y="82"/>
                        <a:pt x="66" y="82"/>
                        <a:pt x="66" y="82"/>
                      </a:cubicBezTo>
                      <a:cubicBezTo>
                        <a:pt x="66" y="82"/>
                        <a:pt x="66" y="82"/>
                        <a:pt x="66" y="82"/>
                      </a:cubicBezTo>
                      <a:cubicBezTo>
                        <a:pt x="66" y="82"/>
                        <a:pt x="66" y="82"/>
                        <a:pt x="66" y="82"/>
                      </a:cubicBezTo>
                      <a:cubicBezTo>
                        <a:pt x="66" y="82"/>
                        <a:pt x="66" y="82"/>
                        <a:pt x="66" y="82"/>
                      </a:cubicBezTo>
                      <a:cubicBezTo>
                        <a:pt x="66" y="82"/>
                        <a:pt x="66" y="82"/>
                        <a:pt x="66" y="82"/>
                      </a:cubicBezTo>
                      <a:cubicBezTo>
                        <a:pt x="67" y="82"/>
                        <a:pt x="67" y="82"/>
                        <a:pt x="67" y="82"/>
                      </a:cubicBezTo>
                      <a:close/>
                      <a:moveTo>
                        <a:pt x="82" y="57"/>
                      </a:moveTo>
                      <a:cubicBezTo>
                        <a:pt x="83" y="57"/>
                        <a:pt x="82" y="57"/>
                        <a:pt x="82" y="58"/>
                      </a:cubicBezTo>
                      <a:cubicBezTo>
                        <a:pt x="82" y="58"/>
                        <a:pt x="82" y="58"/>
                        <a:pt x="82" y="58"/>
                      </a:cubicBezTo>
                      <a:cubicBezTo>
                        <a:pt x="83" y="58"/>
                        <a:pt x="83" y="59"/>
                        <a:pt x="83" y="59"/>
                      </a:cubicBezTo>
                      <a:cubicBezTo>
                        <a:pt x="83" y="59"/>
                        <a:pt x="82" y="59"/>
                        <a:pt x="82" y="59"/>
                      </a:cubicBezTo>
                      <a:cubicBezTo>
                        <a:pt x="82" y="59"/>
                        <a:pt x="83" y="59"/>
                        <a:pt x="83" y="59"/>
                      </a:cubicBezTo>
                      <a:cubicBezTo>
                        <a:pt x="83" y="59"/>
                        <a:pt x="83" y="59"/>
                        <a:pt x="83" y="59"/>
                      </a:cubicBezTo>
                      <a:cubicBezTo>
                        <a:pt x="83" y="59"/>
                        <a:pt x="84" y="59"/>
                        <a:pt x="84" y="59"/>
                      </a:cubicBezTo>
                      <a:cubicBezTo>
                        <a:pt x="84" y="59"/>
                        <a:pt x="84" y="59"/>
                        <a:pt x="84" y="59"/>
                      </a:cubicBezTo>
                      <a:cubicBezTo>
                        <a:pt x="84" y="58"/>
                        <a:pt x="84" y="58"/>
                        <a:pt x="84" y="58"/>
                      </a:cubicBezTo>
                      <a:cubicBezTo>
                        <a:pt x="84" y="58"/>
                        <a:pt x="84" y="58"/>
                        <a:pt x="84" y="58"/>
                      </a:cubicBezTo>
                      <a:cubicBezTo>
                        <a:pt x="84" y="58"/>
                        <a:pt x="84" y="58"/>
                        <a:pt x="84" y="58"/>
                      </a:cubicBezTo>
                      <a:cubicBezTo>
                        <a:pt x="84" y="58"/>
                        <a:pt x="84" y="58"/>
                        <a:pt x="84" y="58"/>
                      </a:cubicBezTo>
                      <a:cubicBezTo>
                        <a:pt x="85" y="59"/>
                        <a:pt x="85" y="58"/>
                        <a:pt x="85" y="59"/>
                      </a:cubicBezTo>
                      <a:cubicBezTo>
                        <a:pt x="85" y="59"/>
                        <a:pt x="85" y="59"/>
                        <a:pt x="85" y="59"/>
                      </a:cubicBezTo>
                      <a:cubicBezTo>
                        <a:pt x="85" y="59"/>
                        <a:pt x="85" y="59"/>
                        <a:pt x="85" y="59"/>
                      </a:cubicBezTo>
                      <a:cubicBezTo>
                        <a:pt x="85" y="59"/>
                        <a:pt x="85" y="59"/>
                        <a:pt x="85" y="59"/>
                      </a:cubicBezTo>
                      <a:cubicBezTo>
                        <a:pt x="85" y="59"/>
                        <a:pt x="85" y="59"/>
                        <a:pt x="86" y="59"/>
                      </a:cubicBezTo>
                      <a:cubicBezTo>
                        <a:pt x="86" y="59"/>
                        <a:pt x="86" y="59"/>
                        <a:pt x="86" y="59"/>
                      </a:cubicBezTo>
                      <a:cubicBezTo>
                        <a:pt x="86" y="59"/>
                        <a:pt x="86" y="59"/>
                        <a:pt x="86" y="59"/>
                      </a:cubicBezTo>
                      <a:cubicBezTo>
                        <a:pt x="86" y="59"/>
                        <a:pt x="86" y="59"/>
                        <a:pt x="86" y="59"/>
                      </a:cubicBezTo>
                      <a:cubicBezTo>
                        <a:pt x="86" y="59"/>
                        <a:pt x="86" y="59"/>
                        <a:pt x="86" y="59"/>
                      </a:cubicBezTo>
                      <a:cubicBezTo>
                        <a:pt x="86" y="59"/>
                        <a:pt x="86" y="59"/>
                        <a:pt x="86" y="59"/>
                      </a:cubicBezTo>
                      <a:cubicBezTo>
                        <a:pt x="86" y="59"/>
                        <a:pt x="86" y="59"/>
                        <a:pt x="86" y="59"/>
                      </a:cubicBezTo>
                      <a:cubicBezTo>
                        <a:pt x="87" y="59"/>
                        <a:pt x="86" y="58"/>
                        <a:pt x="87" y="58"/>
                      </a:cubicBezTo>
                      <a:cubicBezTo>
                        <a:pt x="87" y="58"/>
                        <a:pt x="87" y="58"/>
                        <a:pt x="87" y="58"/>
                      </a:cubicBezTo>
                      <a:cubicBezTo>
                        <a:pt x="87" y="58"/>
                        <a:pt x="87" y="57"/>
                        <a:pt x="87" y="57"/>
                      </a:cubicBezTo>
                      <a:cubicBezTo>
                        <a:pt x="87" y="57"/>
                        <a:pt x="87" y="57"/>
                        <a:pt x="87" y="57"/>
                      </a:cubicBezTo>
                      <a:cubicBezTo>
                        <a:pt x="87" y="57"/>
                        <a:pt x="87" y="56"/>
                        <a:pt x="87" y="56"/>
                      </a:cubicBezTo>
                      <a:cubicBezTo>
                        <a:pt x="87" y="56"/>
                        <a:pt x="87" y="56"/>
                        <a:pt x="87" y="56"/>
                      </a:cubicBezTo>
                      <a:cubicBezTo>
                        <a:pt x="87" y="56"/>
                        <a:pt x="87" y="55"/>
                        <a:pt x="86" y="55"/>
                      </a:cubicBezTo>
                      <a:cubicBezTo>
                        <a:pt x="86" y="55"/>
                        <a:pt x="86" y="56"/>
                        <a:pt x="86" y="55"/>
                      </a:cubicBezTo>
                      <a:cubicBezTo>
                        <a:pt x="86" y="55"/>
                        <a:pt x="86" y="55"/>
                        <a:pt x="86" y="55"/>
                      </a:cubicBezTo>
                      <a:cubicBezTo>
                        <a:pt x="86" y="55"/>
                        <a:pt x="86" y="55"/>
                        <a:pt x="86" y="55"/>
                      </a:cubicBezTo>
                      <a:cubicBezTo>
                        <a:pt x="86" y="55"/>
                        <a:pt x="86" y="55"/>
                        <a:pt x="86" y="55"/>
                      </a:cubicBezTo>
                      <a:cubicBezTo>
                        <a:pt x="86" y="55"/>
                        <a:pt x="85" y="55"/>
                        <a:pt x="85" y="55"/>
                      </a:cubicBezTo>
                      <a:cubicBezTo>
                        <a:pt x="85" y="55"/>
                        <a:pt x="85" y="55"/>
                        <a:pt x="85" y="55"/>
                      </a:cubicBezTo>
                      <a:cubicBezTo>
                        <a:pt x="85" y="55"/>
                        <a:pt x="85" y="55"/>
                        <a:pt x="85" y="55"/>
                      </a:cubicBezTo>
                      <a:cubicBezTo>
                        <a:pt x="85" y="55"/>
                        <a:pt x="85" y="55"/>
                        <a:pt x="85" y="55"/>
                      </a:cubicBezTo>
                      <a:cubicBezTo>
                        <a:pt x="85" y="55"/>
                        <a:pt x="85" y="55"/>
                        <a:pt x="85" y="55"/>
                      </a:cubicBezTo>
                      <a:cubicBezTo>
                        <a:pt x="85" y="55"/>
                        <a:pt x="85" y="55"/>
                        <a:pt x="84" y="55"/>
                      </a:cubicBezTo>
                      <a:cubicBezTo>
                        <a:pt x="84" y="55"/>
                        <a:pt x="84" y="55"/>
                        <a:pt x="84" y="55"/>
                      </a:cubicBezTo>
                      <a:cubicBezTo>
                        <a:pt x="84" y="55"/>
                        <a:pt x="84" y="55"/>
                        <a:pt x="84" y="55"/>
                      </a:cubicBezTo>
                      <a:cubicBezTo>
                        <a:pt x="84" y="55"/>
                        <a:pt x="84" y="55"/>
                        <a:pt x="84" y="55"/>
                      </a:cubicBezTo>
                      <a:cubicBezTo>
                        <a:pt x="84" y="55"/>
                        <a:pt x="83" y="55"/>
                        <a:pt x="83" y="55"/>
                      </a:cubicBezTo>
                      <a:cubicBezTo>
                        <a:pt x="83" y="55"/>
                        <a:pt x="83" y="55"/>
                        <a:pt x="83" y="55"/>
                      </a:cubicBezTo>
                      <a:cubicBezTo>
                        <a:pt x="83" y="55"/>
                        <a:pt x="83" y="55"/>
                        <a:pt x="83" y="55"/>
                      </a:cubicBezTo>
                      <a:cubicBezTo>
                        <a:pt x="83" y="55"/>
                        <a:pt x="83" y="55"/>
                        <a:pt x="83" y="55"/>
                      </a:cubicBezTo>
                      <a:cubicBezTo>
                        <a:pt x="83" y="55"/>
                        <a:pt x="83" y="55"/>
                        <a:pt x="83" y="55"/>
                      </a:cubicBezTo>
                      <a:cubicBezTo>
                        <a:pt x="83" y="55"/>
                        <a:pt x="83" y="56"/>
                        <a:pt x="83" y="56"/>
                      </a:cubicBezTo>
                      <a:cubicBezTo>
                        <a:pt x="83" y="56"/>
                        <a:pt x="83" y="56"/>
                        <a:pt x="83" y="56"/>
                      </a:cubicBezTo>
                      <a:cubicBezTo>
                        <a:pt x="83" y="56"/>
                        <a:pt x="83" y="56"/>
                        <a:pt x="83" y="56"/>
                      </a:cubicBezTo>
                      <a:cubicBezTo>
                        <a:pt x="83" y="56"/>
                        <a:pt x="83" y="56"/>
                        <a:pt x="83" y="56"/>
                      </a:cubicBezTo>
                      <a:cubicBezTo>
                        <a:pt x="83" y="56"/>
                        <a:pt x="83" y="57"/>
                        <a:pt x="83" y="57"/>
                      </a:cubicBezTo>
                      <a:cubicBezTo>
                        <a:pt x="82" y="57"/>
                        <a:pt x="82" y="57"/>
                        <a:pt x="82" y="57"/>
                      </a:cubicBezTo>
                      <a:cubicBezTo>
                        <a:pt x="82" y="57"/>
                        <a:pt x="82" y="57"/>
                        <a:pt x="82" y="57"/>
                      </a:cubicBezTo>
                      <a:cubicBezTo>
                        <a:pt x="82" y="57"/>
                        <a:pt x="82" y="57"/>
                        <a:pt x="82" y="57"/>
                      </a:cubicBezTo>
                      <a:close/>
                      <a:moveTo>
                        <a:pt x="81" y="57"/>
                      </a:moveTo>
                      <a:cubicBezTo>
                        <a:pt x="81" y="57"/>
                        <a:pt x="81" y="57"/>
                        <a:pt x="81" y="57"/>
                      </a:cubicBezTo>
                      <a:cubicBezTo>
                        <a:pt x="81" y="57"/>
                        <a:pt x="81" y="57"/>
                        <a:pt x="81" y="57"/>
                      </a:cubicBezTo>
                      <a:cubicBezTo>
                        <a:pt x="82" y="58"/>
                        <a:pt x="82" y="57"/>
                        <a:pt x="82" y="57"/>
                      </a:cubicBezTo>
                      <a:cubicBezTo>
                        <a:pt x="82" y="57"/>
                        <a:pt x="82" y="57"/>
                        <a:pt x="82" y="57"/>
                      </a:cubicBezTo>
                      <a:cubicBezTo>
                        <a:pt x="82" y="57"/>
                        <a:pt x="82" y="57"/>
                        <a:pt x="82" y="57"/>
                      </a:cubicBezTo>
                      <a:cubicBezTo>
                        <a:pt x="81" y="57"/>
                        <a:pt x="82" y="57"/>
                        <a:pt x="82" y="57"/>
                      </a:cubicBezTo>
                      <a:cubicBezTo>
                        <a:pt x="82" y="57"/>
                        <a:pt x="82" y="57"/>
                        <a:pt x="82" y="57"/>
                      </a:cubicBezTo>
                      <a:cubicBezTo>
                        <a:pt x="82" y="57"/>
                        <a:pt x="82" y="57"/>
                        <a:pt x="82" y="57"/>
                      </a:cubicBezTo>
                      <a:cubicBezTo>
                        <a:pt x="82" y="57"/>
                        <a:pt x="82" y="57"/>
                        <a:pt x="82" y="57"/>
                      </a:cubicBezTo>
                      <a:cubicBezTo>
                        <a:pt x="81" y="57"/>
                        <a:pt x="81" y="57"/>
                        <a:pt x="81" y="56"/>
                      </a:cubicBezTo>
                      <a:cubicBezTo>
                        <a:pt x="81" y="56"/>
                        <a:pt x="81" y="56"/>
                        <a:pt x="81" y="56"/>
                      </a:cubicBezTo>
                      <a:cubicBezTo>
                        <a:pt x="81" y="56"/>
                        <a:pt x="81" y="56"/>
                        <a:pt x="81" y="56"/>
                      </a:cubicBezTo>
                      <a:cubicBezTo>
                        <a:pt x="81" y="56"/>
                        <a:pt x="81" y="56"/>
                        <a:pt x="81" y="57"/>
                      </a:cubicBezTo>
                      <a:cubicBezTo>
                        <a:pt x="81" y="57"/>
                        <a:pt x="81" y="57"/>
                        <a:pt x="81" y="57"/>
                      </a:cubicBezTo>
                      <a:cubicBezTo>
                        <a:pt x="81" y="57"/>
                        <a:pt x="81" y="57"/>
                        <a:pt x="81" y="57"/>
                      </a:cubicBezTo>
                      <a:cubicBezTo>
                        <a:pt x="81" y="57"/>
                        <a:pt x="81" y="57"/>
                        <a:pt x="81" y="57"/>
                      </a:cubicBezTo>
                      <a:cubicBezTo>
                        <a:pt x="81" y="57"/>
                        <a:pt x="81" y="57"/>
                        <a:pt x="81" y="57"/>
                      </a:cubicBezTo>
                      <a:cubicBezTo>
                        <a:pt x="81" y="57"/>
                        <a:pt x="81" y="57"/>
                        <a:pt x="81" y="57"/>
                      </a:cubicBezTo>
                      <a:close/>
                      <a:moveTo>
                        <a:pt x="77" y="57"/>
                      </a:moveTo>
                      <a:cubicBezTo>
                        <a:pt x="77" y="57"/>
                        <a:pt x="77" y="57"/>
                        <a:pt x="77" y="57"/>
                      </a:cubicBezTo>
                      <a:cubicBezTo>
                        <a:pt x="77" y="57"/>
                        <a:pt x="77" y="57"/>
                        <a:pt x="77" y="57"/>
                      </a:cubicBezTo>
                      <a:cubicBezTo>
                        <a:pt x="77" y="57"/>
                        <a:pt x="77" y="57"/>
                        <a:pt x="77" y="57"/>
                      </a:cubicBezTo>
                      <a:cubicBezTo>
                        <a:pt x="77" y="57"/>
                        <a:pt x="77" y="57"/>
                        <a:pt x="77" y="57"/>
                      </a:cubicBezTo>
                      <a:cubicBezTo>
                        <a:pt x="77" y="57"/>
                        <a:pt x="77" y="57"/>
                        <a:pt x="77" y="57"/>
                      </a:cubicBezTo>
                      <a:cubicBezTo>
                        <a:pt x="77" y="57"/>
                        <a:pt x="77" y="57"/>
                        <a:pt x="77" y="57"/>
                      </a:cubicBezTo>
                      <a:cubicBezTo>
                        <a:pt x="77" y="57"/>
                        <a:pt x="77" y="58"/>
                        <a:pt x="77" y="58"/>
                      </a:cubicBezTo>
                      <a:cubicBezTo>
                        <a:pt x="77" y="58"/>
                        <a:pt x="77" y="58"/>
                        <a:pt x="77" y="58"/>
                      </a:cubicBezTo>
                      <a:cubicBezTo>
                        <a:pt x="77" y="58"/>
                        <a:pt x="77" y="58"/>
                        <a:pt x="77" y="58"/>
                      </a:cubicBezTo>
                      <a:cubicBezTo>
                        <a:pt x="77" y="58"/>
                        <a:pt x="77" y="58"/>
                        <a:pt x="77" y="58"/>
                      </a:cubicBezTo>
                      <a:cubicBezTo>
                        <a:pt x="78" y="58"/>
                        <a:pt x="78" y="58"/>
                        <a:pt x="78" y="58"/>
                      </a:cubicBezTo>
                      <a:cubicBezTo>
                        <a:pt x="78" y="58"/>
                        <a:pt x="78" y="58"/>
                        <a:pt x="78" y="58"/>
                      </a:cubicBezTo>
                      <a:cubicBezTo>
                        <a:pt x="78" y="57"/>
                        <a:pt x="78" y="57"/>
                        <a:pt x="78" y="57"/>
                      </a:cubicBezTo>
                      <a:cubicBezTo>
                        <a:pt x="78" y="57"/>
                        <a:pt x="78" y="57"/>
                        <a:pt x="78" y="57"/>
                      </a:cubicBezTo>
                      <a:cubicBezTo>
                        <a:pt x="78" y="57"/>
                        <a:pt x="78" y="57"/>
                        <a:pt x="78" y="57"/>
                      </a:cubicBezTo>
                      <a:cubicBezTo>
                        <a:pt x="78" y="57"/>
                        <a:pt x="78" y="57"/>
                        <a:pt x="78" y="57"/>
                      </a:cubicBezTo>
                      <a:cubicBezTo>
                        <a:pt x="78" y="57"/>
                        <a:pt x="78" y="57"/>
                        <a:pt x="78" y="57"/>
                      </a:cubicBezTo>
                      <a:cubicBezTo>
                        <a:pt x="77" y="57"/>
                        <a:pt x="77" y="57"/>
                        <a:pt x="77" y="57"/>
                      </a:cubicBezTo>
                      <a:cubicBezTo>
                        <a:pt x="77" y="57"/>
                        <a:pt x="77" y="57"/>
                        <a:pt x="77" y="57"/>
                      </a:cubicBezTo>
                      <a:close/>
                      <a:moveTo>
                        <a:pt x="66" y="51"/>
                      </a:moveTo>
                      <a:cubicBezTo>
                        <a:pt x="66" y="51"/>
                        <a:pt x="67" y="51"/>
                        <a:pt x="67" y="51"/>
                      </a:cubicBezTo>
                      <a:cubicBezTo>
                        <a:pt x="67" y="51"/>
                        <a:pt x="67" y="52"/>
                        <a:pt x="67" y="52"/>
                      </a:cubicBezTo>
                      <a:cubicBezTo>
                        <a:pt x="67" y="52"/>
                        <a:pt x="67" y="52"/>
                        <a:pt x="67" y="52"/>
                      </a:cubicBezTo>
                      <a:cubicBezTo>
                        <a:pt x="67" y="52"/>
                        <a:pt x="67" y="52"/>
                        <a:pt x="67" y="52"/>
                      </a:cubicBezTo>
                      <a:cubicBezTo>
                        <a:pt x="68" y="52"/>
                        <a:pt x="68" y="52"/>
                        <a:pt x="68" y="52"/>
                      </a:cubicBezTo>
                      <a:cubicBezTo>
                        <a:pt x="68" y="52"/>
                        <a:pt x="68" y="52"/>
                        <a:pt x="68" y="52"/>
                      </a:cubicBezTo>
                      <a:cubicBezTo>
                        <a:pt x="68" y="52"/>
                        <a:pt x="68" y="52"/>
                        <a:pt x="68" y="52"/>
                      </a:cubicBezTo>
                      <a:cubicBezTo>
                        <a:pt x="68" y="52"/>
                        <a:pt x="68" y="52"/>
                        <a:pt x="68" y="52"/>
                      </a:cubicBezTo>
                      <a:cubicBezTo>
                        <a:pt x="68" y="52"/>
                        <a:pt x="68" y="52"/>
                        <a:pt x="68" y="52"/>
                      </a:cubicBezTo>
                      <a:cubicBezTo>
                        <a:pt x="68" y="52"/>
                        <a:pt x="69" y="52"/>
                        <a:pt x="69" y="52"/>
                      </a:cubicBezTo>
                      <a:cubicBezTo>
                        <a:pt x="69" y="51"/>
                        <a:pt x="69" y="51"/>
                        <a:pt x="69" y="52"/>
                      </a:cubicBezTo>
                      <a:cubicBezTo>
                        <a:pt x="69" y="52"/>
                        <a:pt x="69" y="52"/>
                        <a:pt x="69" y="52"/>
                      </a:cubicBezTo>
                      <a:cubicBezTo>
                        <a:pt x="69" y="52"/>
                        <a:pt x="69" y="52"/>
                        <a:pt x="69" y="52"/>
                      </a:cubicBezTo>
                      <a:cubicBezTo>
                        <a:pt x="70" y="52"/>
                        <a:pt x="70" y="52"/>
                        <a:pt x="70" y="52"/>
                      </a:cubicBezTo>
                      <a:cubicBezTo>
                        <a:pt x="70" y="52"/>
                        <a:pt x="70" y="52"/>
                        <a:pt x="70" y="52"/>
                      </a:cubicBezTo>
                      <a:cubicBezTo>
                        <a:pt x="70" y="52"/>
                        <a:pt x="70" y="52"/>
                        <a:pt x="70" y="52"/>
                      </a:cubicBezTo>
                      <a:cubicBezTo>
                        <a:pt x="70" y="52"/>
                        <a:pt x="70" y="52"/>
                        <a:pt x="71" y="52"/>
                      </a:cubicBezTo>
                      <a:cubicBezTo>
                        <a:pt x="71" y="52"/>
                        <a:pt x="70" y="52"/>
                        <a:pt x="70" y="52"/>
                      </a:cubicBezTo>
                      <a:cubicBezTo>
                        <a:pt x="70" y="53"/>
                        <a:pt x="71" y="53"/>
                        <a:pt x="71" y="53"/>
                      </a:cubicBezTo>
                      <a:cubicBezTo>
                        <a:pt x="71" y="53"/>
                        <a:pt x="71" y="53"/>
                        <a:pt x="71" y="53"/>
                      </a:cubicBezTo>
                      <a:cubicBezTo>
                        <a:pt x="71" y="53"/>
                        <a:pt x="71" y="53"/>
                        <a:pt x="71" y="53"/>
                      </a:cubicBezTo>
                      <a:cubicBezTo>
                        <a:pt x="71" y="53"/>
                        <a:pt x="71" y="53"/>
                        <a:pt x="71" y="54"/>
                      </a:cubicBezTo>
                      <a:cubicBezTo>
                        <a:pt x="71" y="54"/>
                        <a:pt x="71" y="54"/>
                        <a:pt x="71" y="54"/>
                      </a:cubicBezTo>
                      <a:cubicBezTo>
                        <a:pt x="72" y="54"/>
                        <a:pt x="71" y="54"/>
                        <a:pt x="71" y="55"/>
                      </a:cubicBezTo>
                      <a:cubicBezTo>
                        <a:pt x="71" y="55"/>
                        <a:pt x="71" y="55"/>
                        <a:pt x="71" y="55"/>
                      </a:cubicBezTo>
                      <a:cubicBezTo>
                        <a:pt x="71" y="55"/>
                        <a:pt x="71" y="55"/>
                        <a:pt x="71" y="55"/>
                      </a:cubicBezTo>
                      <a:cubicBezTo>
                        <a:pt x="71" y="55"/>
                        <a:pt x="71" y="55"/>
                        <a:pt x="71" y="55"/>
                      </a:cubicBezTo>
                      <a:cubicBezTo>
                        <a:pt x="71" y="56"/>
                        <a:pt x="71" y="56"/>
                        <a:pt x="71" y="56"/>
                      </a:cubicBezTo>
                      <a:cubicBezTo>
                        <a:pt x="71" y="56"/>
                        <a:pt x="72" y="56"/>
                        <a:pt x="72" y="56"/>
                      </a:cubicBezTo>
                      <a:cubicBezTo>
                        <a:pt x="72" y="56"/>
                        <a:pt x="72" y="56"/>
                        <a:pt x="72" y="56"/>
                      </a:cubicBezTo>
                      <a:cubicBezTo>
                        <a:pt x="72" y="56"/>
                        <a:pt x="72" y="56"/>
                        <a:pt x="72" y="56"/>
                      </a:cubicBezTo>
                      <a:cubicBezTo>
                        <a:pt x="72" y="57"/>
                        <a:pt x="73" y="57"/>
                        <a:pt x="73" y="57"/>
                      </a:cubicBezTo>
                      <a:cubicBezTo>
                        <a:pt x="73" y="57"/>
                        <a:pt x="73" y="57"/>
                        <a:pt x="73" y="57"/>
                      </a:cubicBezTo>
                      <a:cubicBezTo>
                        <a:pt x="73" y="57"/>
                        <a:pt x="73" y="57"/>
                        <a:pt x="73" y="57"/>
                      </a:cubicBezTo>
                      <a:cubicBezTo>
                        <a:pt x="73" y="57"/>
                        <a:pt x="73" y="57"/>
                        <a:pt x="73" y="57"/>
                      </a:cubicBezTo>
                      <a:cubicBezTo>
                        <a:pt x="73" y="57"/>
                        <a:pt x="74" y="57"/>
                        <a:pt x="74" y="57"/>
                      </a:cubicBezTo>
                      <a:cubicBezTo>
                        <a:pt x="74" y="57"/>
                        <a:pt x="74" y="57"/>
                        <a:pt x="74" y="57"/>
                      </a:cubicBezTo>
                      <a:cubicBezTo>
                        <a:pt x="74" y="57"/>
                        <a:pt x="74" y="57"/>
                        <a:pt x="74" y="57"/>
                      </a:cubicBezTo>
                      <a:cubicBezTo>
                        <a:pt x="74" y="57"/>
                        <a:pt x="74" y="57"/>
                        <a:pt x="74" y="57"/>
                      </a:cubicBezTo>
                      <a:cubicBezTo>
                        <a:pt x="74" y="57"/>
                        <a:pt x="74" y="57"/>
                        <a:pt x="74" y="57"/>
                      </a:cubicBezTo>
                      <a:cubicBezTo>
                        <a:pt x="74" y="57"/>
                        <a:pt x="75" y="57"/>
                        <a:pt x="75" y="58"/>
                      </a:cubicBezTo>
                      <a:cubicBezTo>
                        <a:pt x="75" y="58"/>
                        <a:pt x="75" y="58"/>
                        <a:pt x="75" y="58"/>
                      </a:cubicBezTo>
                      <a:cubicBezTo>
                        <a:pt x="75" y="58"/>
                        <a:pt x="75" y="58"/>
                        <a:pt x="75" y="58"/>
                      </a:cubicBezTo>
                      <a:cubicBezTo>
                        <a:pt x="75" y="58"/>
                        <a:pt x="75" y="58"/>
                        <a:pt x="75" y="58"/>
                      </a:cubicBezTo>
                      <a:cubicBezTo>
                        <a:pt x="75" y="58"/>
                        <a:pt x="76" y="58"/>
                        <a:pt x="76" y="58"/>
                      </a:cubicBezTo>
                      <a:cubicBezTo>
                        <a:pt x="76" y="58"/>
                        <a:pt x="76" y="58"/>
                        <a:pt x="76" y="58"/>
                      </a:cubicBezTo>
                      <a:cubicBezTo>
                        <a:pt x="77" y="58"/>
                        <a:pt x="77" y="58"/>
                        <a:pt x="77" y="58"/>
                      </a:cubicBezTo>
                      <a:cubicBezTo>
                        <a:pt x="77" y="58"/>
                        <a:pt x="77" y="58"/>
                        <a:pt x="77" y="58"/>
                      </a:cubicBezTo>
                      <a:cubicBezTo>
                        <a:pt x="77" y="58"/>
                        <a:pt x="77" y="58"/>
                        <a:pt x="77" y="58"/>
                      </a:cubicBezTo>
                      <a:cubicBezTo>
                        <a:pt x="77" y="58"/>
                        <a:pt x="77" y="58"/>
                        <a:pt x="77" y="58"/>
                      </a:cubicBezTo>
                      <a:cubicBezTo>
                        <a:pt x="77" y="58"/>
                        <a:pt x="77" y="58"/>
                        <a:pt x="77" y="58"/>
                      </a:cubicBezTo>
                      <a:cubicBezTo>
                        <a:pt x="76" y="58"/>
                        <a:pt x="76" y="57"/>
                        <a:pt x="76" y="57"/>
                      </a:cubicBezTo>
                      <a:cubicBezTo>
                        <a:pt x="76" y="57"/>
                        <a:pt x="76" y="57"/>
                        <a:pt x="76" y="57"/>
                      </a:cubicBezTo>
                      <a:cubicBezTo>
                        <a:pt x="76" y="57"/>
                        <a:pt x="76" y="57"/>
                        <a:pt x="76" y="57"/>
                      </a:cubicBezTo>
                      <a:cubicBezTo>
                        <a:pt x="76" y="57"/>
                        <a:pt x="76" y="57"/>
                        <a:pt x="76" y="57"/>
                      </a:cubicBezTo>
                      <a:cubicBezTo>
                        <a:pt x="76" y="56"/>
                        <a:pt x="76" y="56"/>
                        <a:pt x="76" y="56"/>
                      </a:cubicBezTo>
                      <a:cubicBezTo>
                        <a:pt x="76" y="56"/>
                        <a:pt x="76" y="55"/>
                        <a:pt x="77" y="55"/>
                      </a:cubicBezTo>
                      <a:cubicBezTo>
                        <a:pt x="77" y="55"/>
                        <a:pt x="77" y="55"/>
                        <a:pt x="77" y="55"/>
                      </a:cubicBezTo>
                      <a:cubicBezTo>
                        <a:pt x="77" y="55"/>
                        <a:pt x="77" y="55"/>
                        <a:pt x="77" y="55"/>
                      </a:cubicBezTo>
                      <a:cubicBezTo>
                        <a:pt x="77" y="55"/>
                        <a:pt x="77" y="55"/>
                        <a:pt x="77" y="55"/>
                      </a:cubicBezTo>
                      <a:cubicBezTo>
                        <a:pt x="77" y="55"/>
                        <a:pt x="77" y="55"/>
                        <a:pt x="76" y="55"/>
                      </a:cubicBezTo>
                      <a:cubicBezTo>
                        <a:pt x="76" y="55"/>
                        <a:pt x="76" y="54"/>
                        <a:pt x="75" y="54"/>
                      </a:cubicBezTo>
                      <a:cubicBezTo>
                        <a:pt x="75" y="54"/>
                        <a:pt x="75" y="54"/>
                        <a:pt x="75" y="54"/>
                      </a:cubicBezTo>
                      <a:cubicBezTo>
                        <a:pt x="75" y="54"/>
                        <a:pt x="75" y="54"/>
                        <a:pt x="74" y="54"/>
                      </a:cubicBezTo>
                      <a:cubicBezTo>
                        <a:pt x="74" y="54"/>
                        <a:pt x="74" y="54"/>
                        <a:pt x="74" y="54"/>
                      </a:cubicBezTo>
                      <a:cubicBezTo>
                        <a:pt x="74" y="54"/>
                        <a:pt x="74" y="54"/>
                        <a:pt x="74" y="54"/>
                      </a:cubicBezTo>
                      <a:cubicBezTo>
                        <a:pt x="74" y="53"/>
                        <a:pt x="74" y="53"/>
                        <a:pt x="74" y="53"/>
                      </a:cubicBezTo>
                      <a:cubicBezTo>
                        <a:pt x="74" y="53"/>
                        <a:pt x="73" y="53"/>
                        <a:pt x="73" y="53"/>
                      </a:cubicBezTo>
                      <a:cubicBezTo>
                        <a:pt x="73" y="53"/>
                        <a:pt x="73" y="53"/>
                        <a:pt x="73" y="52"/>
                      </a:cubicBezTo>
                      <a:cubicBezTo>
                        <a:pt x="73" y="52"/>
                        <a:pt x="73" y="52"/>
                        <a:pt x="73" y="52"/>
                      </a:cubicBezTo>
                      <a:cubicBezTo>
                        <a:pt x="73" y="52"/>
                        <a:pt x="73" y="52"/>
                        <a:pt x="73" y="51"/>
                      </a:cubicBezTo>
                      <a:cubicBezTo>
                        <a:pt x="73" y="51"/>
                        <a:pt x="73" y="51"/>
                        <a:pt x="73" y="51"/>
                      </a:cubicBezTo>
                      <a:cubicBezTo>
                        <a:pt x="73" y="51"/>
                        <a:pt x="73" y="50"/>
                        <a:pt x="73" y="50"/>
                      </a:cubicBezTo>
                      <a:cubicBezTo>
                        <a:pt x="73" y="50"/>
                        <a:pt x="73" y="50"/>
                        <a:pt x="73" y="50"/>
                      </a:cubicBezTo>
                      <a:cubicBezTo>
                        <a:pt x="73" y="50"/>
                        <a:pt x="73" y="50"/>
                        <a:pt x="73" y="50"/>
                      </a:cubicBezTo>
                      <a:cubicBezTo>
                        <a:pt x="73" y="50"/>
                        <a:pt x="73" y="50"/>
                        <a:pt x="73" y="50"/>
                      </a:cubicBezTo>
                      <a:cubicBezTo>
                        <a:pt x="73" y="49"/>
                        <a:pt x="73" y="49"/>
                        <a:pt x="72" y="49"/>
                      </a:cubicBezTo>
                      <a:cubicBezTo>
                        <a:pt x="72" y="49"/>
                        <a:pt x="72" y="49"/>
                        <a:pt x="72" y="49"/>
                      </a:cubicBezTo>
                      <a:cubicBezTo>
                        <a:pt x="72" y="49"/>
                        <a:pt x="72" y="49"/>
                        <a:pt x="72" y="49"/>
                      </a:cubicBezTo>
                      <a:cubicBezTo>
                        <a:pt x="72" y="49"/>
                        <a:pt x="72" y="48"/>
                        <a:pt x="72" y="48"/>
                      </a:cubicBezTo>
                      <a:cubicBezTo>
                        <a:pt x="72" y="48"/>
                        <a:pt x="72" y="48"/>
                        <a:pt x="72" y="48"/>
                      </a:cubicBezTo>
                      <a:cubicBezTo>
                        <a:pt x="72" y="48"/>
                        <a:pt x="72" y="48"/>
                        <a:pt x="72" y="48"/>
                      </a:cubicBezTo>
                      <a:cubicBezTo>
                        <a:pt x="71" y="48"/>
                        <a:pt x="71" y="48"/>
                        <a:pt x="71" y="48"/>
                      </a:cubicBezTo>
                      <a:cubicBezTo>
                        <a:pt x="71" y="48"/>
                        <a:pt x="71" y="48"/>
                        <a:pt x="71" y="48"/>
                      </a:cubicBezTo>
                      <a:cubicBezTo>
                        <a:pt x="71" y="48"/>
                        <a:pt x="71" y="48"/>
                        <a:pt x="71" y="48"/>
                      </a:cubicBezTo>
                      <a:cubicBezTo>
                        <a:pt x="71" y="48"/>
                        <a:pt x="71" y="48"/>
                        <a:pt x="70" y="48"/>
                      </a:cubicBezTo>
                      <a:cubicBezTo>
                        <a:pt x="70" y="48"/>
                        <a:pt x="70" y="48"/>
                        <a:pt x="70" y="48"/>
                      </a:cubicBezTo>
                      <a:cubicBezTo>
                        <a:pt x="70" y="48"/>
                        <a:pt x="70" y="48"/>
                        <a:pt x="70" y="48"/>
                      </a:cubicBezTo>
                      <a:cubicBezTo>
                        <a:pt x="70" y="48"/>
                        <a:pt x="70" y="48"/>
                        <a:pt x="70" y="48"/>
                      </a:cubicBezTo>
                      <a:cubicBezTo>
                        <a:pt x="70" y="48"/>
                        <a:pt x="70" y="48"/>
                        <a:pt x="70" y="49"/>
                      </a:cubicBezTo>
                      <a:cubicBezTo>
                        <a:pt x="70" y="49"/>
                        <a:pt x="70" y="49"/>
                        <a:pt x="70" y="49"/>
                      </a:cubicBezTo>
                      <a:cubicBezTo>
                        <a:pt x="70" y="49"/>
                        <a:pt x="70" y="49"/>
                        <a:pt x="70" y="49"/>
                      </a:cubicBezTo>
                      <a:cubicBezTo>
                        <a:pt x="70" y="49"/>
                        <a:pt x="71" y="50"/>
                        <a:pt x="71" y="50"/>
                      </a:cubicBezTo>
                      <a:cubicBezTo>
                        <a:pt x="71" y="50"/>
                        <a:pt x="71" y="50"/>
                        <a:pt x="70" y="50"/>
                      </a:cubicBezTo>
                      <a:cubicBezTo>
                        <a:pt x="70" y="49"/>
                        <a:pt x="70" y="49"/>
                        <a:pt x="70" y="49"/>
                      </a:cubicBezTo>
                      <a:cubicBezTo>
                        <a:pt x="70" y="49"/>
                        <a:pt x="70" y="49"/>
                        <a:pt x="70" y="49"/>
                      </a:cubicBezTo>
                      <a:cubicBezTo>
                        <a:pt x="70" y="49"/>
                        <a:pt x="70" y="49"/>
                        <a:pt x="70" y="49"/>
                      </a:cubicBezTo>
                      <a:cubicBezTo>
                        <a:pt x="70" y="49"/>
                        <a:pt x="70" y="49"/>
                        <a:pt x="70" y="49"/>
                      </a:cubicBezTo>
                      <a:cubicBezTo>
                        <a:pt x="69" y="48"/>
                        <a:pt x="69" y="48"/>
                        <a:pt x="69" y="48"/>
                      </a:cubicBezTo>
                      <a:cubicBezTo>
                        <a:pt x="69" y="48"/>
                        <a:pt x="69" y="48"/>
                        <a:pt x="69" y="48"/>
                      </a:cubicBezTo>
                      <a:cubicBezTo>
                        <a:pt x="69" y="48"/>
                        <a:pt x="68" y="48"/>
                        <a:pt x="68" y="48"/>
                      </a:cubicBezTo>
                      <a:cubicBezTo>
                        <a:pt x="68" y="48"/>
                        <a:pt x="68" y="48"/>
                        <a:pt x="68" y="48"/>
                      </a:cubicBezTo>
                      <a:cubicBezTo>
                        <a:pt x="68" y="48"/>
                        <a:pt x="68" y="48"/>
                        <a:pt x="68" y="49"/>
                      </a:cubicBezTo>
                      <a:cubicBezTo>
                        <a:pt x="68" y="49"/>
                        <a:pt x="67" y="49"/>
                        <a:pt x="68" y="49"/>
                      </a:cubicBezTo>
                      <a:cubicBezTo>
                        <a:pt x="68" y="49"/>
                        <a:pt x="68" y="49"/>
                        <a:pt x="68" y="49"/>
                      </a:cubicBezTo>
                      <a:cubicBezTo>
                        <a:pt x="68" y="49"/>
                        <a:pt x="68" y="49"/>
                        <a:pt x="68" y="49"/>
                      </a:cubicBezTo>
                      <a:cubicBezTo>
                        <a:pt x="68" y="50"/>
                        <a:pt x="67" y="50"/>
                        <a:pt x="67" y="50"/>
                      </a:cubicBezTo>
                      <a:cubicBezTo>
                        <a:pt x="67" y="50"/>
                        <a:pt x="67" y="50"/>
                        <a:pt x="66" y="51"/>
                      </a:cubicBezTo>
                      <a:cubicBezTo>
                        <a:pt x="66" y="51"/>
                        <a:pt x="66" y="51"/>
                        <a:pt x="66" y="51"/>
                      </a:cubicBezTo>
                      <a:cubicBezTo>
                        <a:pt x="66" y="51"/>
                        <a:pt x="66" y="51"/>
                        <a:pt x="66" y="51"/>
                      </a:cubicBezTo>
                      <a:cubicBezTo>
                        <a:pt x="66" y="51"/>
                        <a:pt x="66" y="51"/>
                        <a:pt x="66" y="51"/>
                      </a:cubicBezTo>
                      <a:cubicBezTo>
                        <a:pt x="66" y="51"/>
                        <a:pt x="66" y="51"/>
                        <a:pt x="66" y="51"/>
                      </a:cubicBezTo>
                      <a:cubicBezTo>
                        <a:pt x="66" y="52"/>
                        <a:pt x="66" y="52"/>
                        <a:pt x="66" y="51"/>
                      </a:cubicBezTo>
                      <a:close/>
                      <a:moveTo>
                        <a:pt x="137" y="93"/>
                      </a:moveTo>
                      <a:cubicBezTo>
                        <a:pt x="137" y="93"/>
                        <a:pt x="136" y="93"/>
                        <a:pt x="136" y="93"/>
                      </a:cubicBezTo>
                      <a:cubicBezTo>
                        <a:pt x="136" y="93"/>
                        <a:pt x="136" y="93"/>
                        <a:pt x="136" y="93"/>
                      </a:cubicBezTo>
                      <a:cubicBezTo>
                        <a:pt x="136" y="92"/>
                        <a:pt x="136" y="92"/>
                        <a:pt x="135" y="92"/>
                      </a:cubicBezTo>
                      <a:cubicBezTo>
                        <a:pt x="135" y="92"/>
                        <a:pt x="135" y="92"/>
                        <a:pt x="135" y="92"/>
                      </a:cubicBezTo>
                      <a:cubicBezTo>
                        <a:pt x="135" y="92"/>
                        <a:pt x="135" y="92"/>
                        <a:pt x="135" y="92"/>
                      </a:cubicBezTo>
                      <a:cubicBezTo>
                        <a:pt x="134" y="92"/>
                        <a:pt x="134" y="92"/>
                        <a:pt x="134" y="92"/>
                      </a:cubicBezTo>
                      <a:cubicBezTo>
                        <a:pt x="134" y="92"/>
                        <a:pt x="134" y="92"/>
                        <a:pt x="133" y="92"/>
                      </a:cubicBezTo>
                      <a:cubicBezTo>
                        <a:pt x="133" y="92"/>
                        <a:pt x="133" y="92"/>
                        <a:pt x="133" y="92"/>
                      </a:cubicBezTo>
                      <a:cubicBezTo>
                        <a:pt x="133" y="92"/>
                        <a:pt x="133" y="92"/>
                        <a:pt x="133" y="92"/>
                      </a:cubicBezTo>
                      <a:cubicBezTo>
                        <a:pt x="132" y="93"/>
                        <a:pt x="132" y="92"/>
                        <a:pt x="132" y="92"/>
                      </a:cubicBezTo>
                      <a:cubicBezTo>
                        <a:pt x="132" y="92"/>
                        <a:pt x="131" y="93"/>
                        <a:pt x="131" y="92"/>
                      </a:cubicBezTo>
                      <a:cubicBezTo>
                        <a:pt x="131" y="92"/>
                        <a:pt x="131" y="92"/>
                        <a:pt x="131" y="92"/>
                      </a:cubicBezTo>
                      <a:cubicBezTo>
                        <a:pt x="130" y="92"/>
                        <a:pt x="130" y="92"/>
                        <a:pt x="130" y="92"/>
                      </a:cubicBezTo>
                      <a:cubicBezTo>
                        <a:pt x="130" y="92"/>
                        <a:pt x="130" y="92"/>
                        <a:pt x="129" y="92"/>
                      </a:cubicBezTo>
                      <a:cubicBezTo>
                        <a:pt x="129" y="92"/>
                        <a:pt x="129" y="92"/>
                        <a:pt x="129" y="92"/>
                      </a:cubicBezTo>
                      <a:cubicBezTo>
                        <a:pt x="129" y="92"/>
                        <a:pt x="129" y="92"/>
                        <a:pt x="129" y="92"/>
                      </a:cubicBezTo>
                      <a:cubicBezTo>
                        <a:pt x="129" y="92"/>
                        <a:pt x="129" y="92"/>
                        <a:pt x="129" y="92"/>
                      </a:cubicBezTo>
                      <a:cubicBezTo>
                        <a:pt x="129" y="92"/>
                        <a:pt x="129" y="92"/>
                        <a:pt x="129" y="92"/>
                      </a:cubicBezTo>
                      <a:cubicBezTo>
                        <a:pt x="129" y="92"/>
                        <a:pt x="129" y="92"/>
                        <a:pt x="129" y="93"/>
                      </a:cubicBezTo>
                      <a:cubicBezTo>
                        <a:pt x="129" y="93"/>
                        <a:pt x="129" y="93"/>
                        <a:pt x="129" y="93"/>
                      </a:cubicBezTo>
                      <a:cubicBezTo>
                        <a:pt x="129" y="93"/>
                        <a:pt x="129" y="93"/>
                        <a:pt x="129" y="93"/>
                      </a:cubicBezTo>
                      <a:cubicBezTo>
                        <a:pt x="129" y="93"/>
                        <a:pt x="129" y="94"/>
                        <a:pt x="129" y="94"/>
                      </a:cubicBezTo>
                      <a:cubicBezTo>
                        <a:pt x="130" y="94"/>
                        <a:pt x="130" y="94"/>
                        <a:pt x="130" y="94"/>
                      </a:cubicBezTo>
                      <a:cubicBezTo>
                        <a:pt x="130" y="94"/>
                        <a:pt x="130" y="94"/>
                        <a:pt x="130" y="94"/>
                      </a:cubicBezTo>
                      <a:cubicBezTo>
                        <a:pt x="131" y="94"/>
                        <a:pt x="131" y="94"/>
                        <a:pt x="131" y="94"/>
                      </a:cubicBezTo>
                      <a:cubicBezTo>
                        <a:pt x="131" y="94"/>
                        <a:pt x="131" y="94"/>
                        <a:pt x="131" y="94"/>
                      </a:cubicBezTo>
                      <a:cubicBezTo>
                        <a:pt x="131" y="94"/>
                        <a:pt x="132" y="94"/>
                        <a:pt x="132" y="94"/>
                      </a:cubicBezTo>
                      <a:cubicBezTo>
                        <a:pt x="132" y="94"/>
                        <a:pt x="132" y="95"/>
                        <a:pt x="132" y="95"/>
                      </a:cubicBezTo>
                      <a:cubicBezTo>
                        <a:pt x="133" y="95"/>
                        <a:pt x="133" y="95"/>
                        <a:pt x="133" y="95"/>
                      </a:cubicBezTo>
                      <a:cubicBezTo>
                        <a:pt x="133" y="95"/>
                        <a:pt x="133" y="96"/>
                        <a:pt x="133" y="96"/>
                      </a:cubicBezTo>
                      <a:cubicBezTo>
                        <a:pt x="134" y="96"/>
                        <a:pt x="134" y="96"/>
                        <a:pt x="134" y="96"/>
                      </a:cubicBezTo>
                      <a:cubicBezTo>
                        <a:pt x="134" y="96"/>
                        <a:pt x="134" y="96"/>
                        <a:pt x="134" y="96"/>
                      </a:cubicBezTo>
                      <a:cubicBezTo>
                        <a:pt x="133" y="97"/>
                        <a:pt x="133" y="97"/>
                        <a:pt x="133" y="97"/>
                      </a:cubicBezTo>
                      <a:cubicBezTo>
                        <a:pt x="133" y="97"/>
                        <a:pt x="133" y="97"/>
                        <a:pt x="133" y="97"/>
                      </a:cubicBezTo>
                      <a:cubicBezTo>
                        <a:pt x="133" y="97"/>
                        <a:pt x="133" y="97"/>
                        <a:pt x="134" y="97"/>
                      </a:cubicBezTo>
                      <a:cubicBezTo>
                        <a:pt x="134" y="97"/>
                        <a:pt x="134" y="97"/>
                        <a:pt x="134" y="97"/>
                      </a:cubicBezTo>
                      <a:cubicBezTo>
                        <a:pt x="134" y="97"/>
                        <a:pt x="134" y="97"/>
                        <a:pt x="134" y="96"/>
                      </a:cubicBezTo>
                      <a:cubicBezTo>
                        <a:pt x="134" y="96"/>
                        <a:pt x="134" y="96"/>
                        <a:pt x="134" y="96"/>
                      </a:cubicBezTo>
                      <a:cubicBezTo>
                        <a:pt x="134" y="96"/>
                        <a:pt x="134" y="96"/>
                        <a:pt x="134" y="96"/>
                      </a:cubicBezTo>
                      <a:cubicBezTo>
                        <a:pt x="134" y="96"/>
                        <a:pt x="134" y="96"/>
                        <a:pt x="134" y="96"/>
                      </a:cubicBezTo>
                      <a:cubicBezTo>
                        <a:pt x="134" y="96"/>
                        <a:pt x="134" y="96"/>
                        <a:pt x="134" y="96"/>
                      </a:cubicBezTo>
                      <a:cubicBezTo>
                        <a:pt x="135" y="95"/>
                        <a:pt x="135" y="95"/>
                        <a:pt x="135" y="95"/>
                      </a:cubicBezTo>
                      <a:cubicBezTo>
                        <a:pt x="135" y="95"/>
                        <a:pt x="135" y="95"/>
                        <a:pt x="135" y="95"/>
                      </a:cubicBezTo>
                      <a:cubicBezTo>
                        <a:pt x="136" y="95"/>
                        <a:pt x="136" y="95"/>
                        <a:pt x="136" y="95"/>
                      </a:cubicBezTo>
                      <a:cubicBezTo>
                        <a:pt x="136" y="95"/>
                        <a:pt x="136" y="95"/>
                        <a:pt x="136" y="95"/>
                      </a:cubicBezTo>
                      <a:cubicBezTo>
                        <a:pt x="136" y="95"/>
                        <a:pt x="136" y="95"/>
                        <a:pt x="136" y="95"/>
                      </a:cubicBezTo>
                      <a:cubicBezTo>
                        <a:pt x="136" y="95"/>
                        <a:pt x="137" y="95"/>
                        <a:pt x="137" y="94"/>
                      </a:cubicBezTo>
                      <a:cubicBezTo>
                        <a:pt x="137" y="94"/>
                        <a:pt x="137" y="94"/>
                        <a:pt x="137" y="94"/>
                      </a:cubicBezTo>
                      <a:cubicBezTo>
                        <a:pt x="137" y="94"/>
                        <a:pt x="137" y="94"/>
                        <a:pt x="137" y="94"/>
                      </a:cubicBezTo>
                      <a:cubicBezTo>
                        <a:pt x="137" y="94"/>
                        <a:pt x="137" y="94"/>
                        <a:pt x="137" y="94"/>
                      </a:cubicBezTo>
                      <a:cubicBezTo>
                        <a:pt x="137" y="93"/>
                        <a:pt x="137" y="93"/>
                        <a:pt x="137" y="93"/>
                      </a:cubicBezTo>
                      <a:close/>
                      <a:moveTo>
                        <a:pt x="136" y="96"/>
                      </a:moveTo>
                      <a:cubicBezTo>
                        <a:pt x="136" y="96"/>
                        <a:pt x="136" y="96"/>
                        <a:pt x="136" y="96"/>
                      </a:cubicBezTo>
                      <a:cubicBezTo>
                        <a:pt x="136" y="96"/>
                        <a:pt x="136" y="96"/>
                        <a:pt x="136" y="96"/>
                      </a:cubicBezTo>
                      <a:cubicBezTo>
                        <a:pt x="136" y="96"/>
                        <a:pt x="136" y="96"/>
                        <a:pt x="136" y="96"/>
                      </a:cubicBezTo>
                      <a:cubicBezTo>
                        <a:pt x="136" y="96"/>
                        <a:pt x="136" y="96"/>
                        <a:pt x="136" y="96"/>
                      </a:cubicBezTo>
                      <a:cubicBezTo>
                        <a:pt x="136" y="96"/>
                        <a:pt x="136" y="96"/>
                        <a:pt x="135" y="96"/>
                      </a:cubicBezTo>
                      <a:cubicBezTo>
                        <a:pt x="135" y="96"/>
                        <a:pt x="135" y="96"/>
                        <a:pt x="136" y="96"/>
                      </a:cubicBezTo>
                      <a:cubicBezTo>
                        <a:pt x="136" y="96"/>
                        <a:pt x="136" y="97"/>
                        <a:pt x="136" y="97"/>
                      </a:cubicBezTo>
                      <a:cubicBezTo>
                        <a:pt x="136" y="97"/>
                        <a:pt x="136" y="97"/>
                        <a:pt x="136" y="97"/>
                      </a:cubicBezTo>
                      <a:cubicBezTo>
                        <a:pt x="137" y="97"/>
                        <a:pt x="137" y="97"/>
                        <a:pt x="137" y="96"/>
                      </a:cubicBezTo>
                      <a:cubicBezTo>
                        <a:pt x="137" y="96"/>
                        <a:pt x="137" y="96"/>
                        <a:pt x="136" y="96"/>
                      </a:cubicBezTo>
                      <a:close/>
                      <a:moveTo>
                        <a:pt x="13" y="23"/>
                      </a:moveTo>
                      <a:cubicBezTo>
                        <a:pt x="13" y="23"/>
                        <a:pt x="13" y="23"/>
                        <a:pt x="13" y="23"/>
                      </a:cubicBezTo>
                      <a:cubicBezTo>
                        <a:pt x="13" y="23"/>
                        <a:pt x="14" y="23"/>
                        <a:pt x="14" y="23"/>
                      </a:cubicBezTo>
                      <a:cubicBezTo>
                        <a:pt x="14" y="23"/>
                        <a:pt x="14" y="23"/>
                        <a:pt x="14" y="24"/>
                      </a:cubicBezTo>
                      <a:cubicBezTo>
                        <a:pt x="14" y="24"/>
                        <a:pt x="14" y="24"/>
                        <a:pt x="14" y="24"/>
                      </a:cubicBezTo>
                      <a:cubicBezTo>
                        <a:pt x="14" y="24"/>
                        <a:pt x="14" y="24"/>
                        <a:pt x="14" y="24"/>
                      </a:cubicBezTo>
                      <a:cubicBezTo>
                        <a:pt x="14" y="24"/>
                        <a:pt x="14" y="24"/>
                        <a:pt x="14" y="23"/>
                      </a:cubicBezTo>
                      <a:cubicBezTo>
                        <a:pt x="14" y="23"/>
                        <a:pt x="14" y="23"/>
                        <a:pt x="14" y="23"/>
                      </a:cubicBezTo>
                      <a:cubicBezTo>
                        <a:pt x="14" y="23"/>
                        <a:pt x="14" y="23"/>
                        <a:pt x="14" y="23"/>
                      </a:cubicBezTo>
                      <a:cubicBezTo>
                        <a:pt x="14" y="23"/>
                        <a:pt x="14" y="23"/>
                        <a:pt x="14" y="23"/>
                      </a:cubicBezTo>
                      <a:cubicBezTo>
                        <a:pt x="14"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lose/>
                      <a:moveTo>
                        <a:pt x="10" y="23"/>
                      </a:moveTo>
                      <a:cubicBezTo>
                        <a:pt x="9"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lose/>
                      <a:moveTo>
                        <a:pt x="8" y="21"/>
                      </a:move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7" y="21"/>
                        <a:pt x="7" y="21"/>
                      </a:cubicBezTo>
                      <a:cubicBezTo>
                        <a:pt x="7" y="21"/>
                        <a:pt x="7" y="20"/>
                        <a:pt x="7" y="20"/>
                      </a:cubicBezTo>
                      <a:cubicBezTo>
                        <a:pt x="7" y="20"/>
                        <a:pt x="7" y="20"/>
                        <a:pt x="7" y="20"/>
                      </a:cubicBezTo>
                      <a:cubicBezTo>
                        <a:pt x="7" y="20"/>
                        <a:pt x="7" y="20"/>
                        <a:pt x="6" y="20"/>
                      </a:cubicBezTo>
                      <a:cubicBezTo>
                        <a:pt x="6" y="20"/>
                        <a:pt x="6" y="20"/>
                        <a:pt x="6" y="20"/>
                      </a:cubicBezTo>
                      <a:cubicBezTo>
                        <a:pt x="6" y="20"/>
                        <a:pt x="6" y="20"/>
                        <a:pt x="6" y="20"/>
                      </a:cubicBezTo>
                      <a:cubicBezTo>
                        <a:pt x="6" y="20"/>
                        <a:pt x="6" y="20"/>
                        <a:pt x="6" y="20"/>
                      </a:cubicBezTo>
                      <a:cubicBezTo>
                        <a:pt x="6" y="20"/>
                        <a:pt x="6" y="19"/>
                        <a:pt x="6" y="19"/>
                      </a:cubicBezTo>
                      <a:cubicBezTo>
                        <a:pt x="6" y="19"/>
                        <a:pt x="6" y="19"/>
                        <a:pt x="6" y="19"/>
                      </a:cubicBezTo>
                      <a:cubicBezTo>
                        <a:pt x="5" y="19"/>
                        <a:pt x="5" y="19"/>
                        <a:pt x="5" y="19"/>
                      </a:cubicBezTo>
                      <a:cubicBezTo>
                        <a:pt x="5" y="19"/>
                        <a:pt x="5" y="19"/>
                        <a:pt x="5" y="19"/>
                      </a:cubicBezTo>
                      <a:cubicBezTo>
                        <a:pt x="5" y="19"/>
                        <a:pt x="5" y="19"/>
                        <a:pt x="5" y="19"/>
                      </a:cubicBezTo>
                      <a:cubicBezTo>
                        <a:pt x="5" y="19"/>
                        <a:pt x="5" y="19"/>
                        <a:pt x="5" y="18"/>
                      </a:cubicBezTo>
                      <a:cubicBezTo>
                        <a:pt x="5" y="18"/>
                        <a:pt x="4" y="18"/>
                        <a:pt x="4" y="18"/>
                      </a:cubicBezTo>
                      <a:cubicBezTo>
                        <a:pt x="4" y="18"/>
                        <a:pt x="4" y="18"/>
                        <a:pt x="4" y="18"/>
                      </a:cubicBezTo>
                      <a:cubicBezTo>
                        <a:pt x="4" y="19"/>
                        <a:pt x="4" y="19"/>
                        <a:pt x="4" y="19"/>
                      </a:cubicBezTo>
                      <a:cubicBezTo>
                        <a:pt x="4" y="19"/>
                        <a:pt x="4" y="19"/>
                        <a:pt x="4" y="19"/>
                      </a:cubicBezTo>
                      <a:cubicBezTo>
                        <a:pt x="3" y="19"/>
                        <a:pt x="3" y="19"/>
                        <a:pt x="3" y="19"/>
                      </a:cubicBezTo>
                      <a:cubicBezTo>
                        <a:pt x="3" y="19"/>
                        <a:pt x="4" y="19"/>
                        <a:pt x="4" y="20"/>
                      </a:cubicBezTo>
                      <a:cubicBezTo>
                        <a:pt x="4" y="20"/>
                        <a:pt x="4" y="20"/>
                        <a:pt x="4" y="20"/>
                      </a:cubicBezTo>
                      <a:cubicBezTo>
                        <a:pt x="4" y="20"/>
                        <a:pt x="4" y="20"/>
                        <a:pt x="4" y="20"/>
                      </a:cubicBezTo>
                      <a:cubicBezTo>
                        <a:pt x="4" y="20"/>
                        <a:pt x="4" y="20"/>
                        <a:pt x="4" y="20"/>
                      </a:cubicBezTo>
                      <a:cubicBezTo>
                        <a:pt x="5" y="20"/>
                        <a:pt x="5" y="20"/>
                        <a:pt x="5" y="21"/>
                      </a:cubicBezTo>
                      <a:cubicBezTo>
                        <a:pt x="5" y="21"/>
                        <a:pt x="5" y="21"/>
                        <a:pt x="5" y="21"/>
                      </a:cubicBezTo>
                      <a:cubicBezTo>
                        <a:pt x="5" y="21"/>
                        <a:pt x="5" y="21"/>
                        <a:pt x="5" y="21"/>
                      </a:cubicBezTo>
                      <a:cubicBezTo>
                        <a:pt x="6" y="21"/>
                        <a:pt x="6" y="20"/>
                        <a:pt x="6" y="20"/>
                      </a:cubicBezTo>
                      <a:cubicBezTo>
                        <a:pt x="6" y="20"/>
                        <a:pt x="6" y="21"/>
                        <a:pt x="6" y="21"/>
                      </a:cubicBezTo>
                      <a:cubicBezTo>
                        <a:pt x="6" y="21"/>
                        <a:pt x="6" y="21"/>
                        <a:pt x="7" y="21"/>
                      </a:cubicBezTo>
                      <a:cubicBezTo>
                        <a:pt x="7" y="21"/>
                        <a:pt x="7" y="21"/>
                        <a:pt x="7" y="21"/>
                      </a:cubicBezTo>
                      <a:cubicBezTo>
                        <a:pt x="7" y="21"/>
                        <a:pt x="7" y="21"/>
                        <a:pt x="7" y="22"/>
                      </a:cubicBezTo>
                      <a:cubicBezTo>
                        <a:pt x="8" y="22"/>
                        <a:pt x="8" y="22"/>
                        <a:pt x="8" y="22"/>
                      </a:cubicBezTo>
                      <a:cubicBezTo>
                        <a:pt x="8" y="22"/>
                        <a:pt x="8" y="22"/>
                        <a:pt x="8" y="22"/>
                      </a:cubicBezTo>
                      <a:cubicBezTo>
                        <a:pt x="8" y="22"/>
                        <a:pt x="9" y="22"/>
                        <a:pt x="9" y="22"/>
                      </a:cubicBezTo>
                      <a:cubicBezTo>
                        <a:pt x="9" y="22"/>
                        <a:pt x="9" y="21"/>
                        <a:pt x="8" y="21"/>
                      </a:cubicBezTo>
                      <a:close/>
                      <a:moveTo>
                        <a:pt x="10" y="24"/>
                      </a:moveTo>
                      <a:cubicBezTo>
                        <a:pt x="10" y="24"/>
                        <a:pt x="10" y="24"/>
                        <a:pt x="10" y="24"/>
                      </a:cubicBezTo>
                      <a:cubicBezTo>
                        <a:pt x="10" y="24"/>
                        <a:pt x="10" y="24"/>
                        <a:pt x="9" y="24"/>
                      </a:cubicBezTo>
                      <a:cubicBezTo>
                        <a:pt x="9" y="24"/>
                        <a:pt x="9" y="24"/>
                        <a:pt x="10" y="24"/>
                      </a:cubicBezTo>
                      <a:cubicBezTo>
                        <a:pt x="10" y="24"/>
                        <a:pt x="10" y="24"/>
                        <a:pt x="10" y="24"/>
                      </a:cubicBezTo>
                      <a:cubicBezTo>
                        <a:pt x="10" y="24"/>
                        <a:pt x="10" y="24"/>
                        <a:pt x="10" y="24"/>
                      </a:cubicBezTo>
                      <a:close/>
                      <a:moveTo>
                        <a:pt x="13" y="24"/>
                      </a:move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lose/>
                      <a:moveTo>
                        <a:pt x="143" y="7"/>
                      </a:moveTo>
                      <a:cubicBezTo>
                        <a:pt x="142" y="7"/>
                        <a:pt x="139" y="6"/>
                        <a:pt x="139" y="6"/>
                      </a:cubicBezTo>
                      <a:cubicBezTo>
                        <a:pt x="138" y="7"/>
                        <a:pt x="138" y="7"/>
                        <a:pt x="138" y="8"/>
                      </a:cubicBezTo>
                      <a:cubicBezTo>
                        <a:pt x="137" y="8"/>
                        <a:pt x="136" y="13"/>
                        <a:pt x="136" y="15"/>
                      </a:cubicBezTo>
                      <a:cubicBezTo>
                        <a:pt x="136" y="16"/>
                        <a:pt x="135" y="17"/>
                        <a:pt x="134" y="19"/>
                      </a:cubicBezTo>
                      <a:cubicBezTo>
                        <a:pt x="132" y="20"/>
                        <a:pt x="133" y="20"/>
                        <a:pt x="133" y="21"/>
                      </a:cubicBezTo>
                      <a:cubicBezTo>
                        <a:pt x="132" y="22"/>
                        <a:pt x="131" y="24"/>
                        <a:pt x="130" y="25"/>
                      </a:cubicBezTo>
                      <a:cubicBezTo>
                        <a:pt x="130" y="26"/>
                        <a:pt x="131" y="27"/>
                        <a:pt x="131" y="28"/>
                      </a:cubicBezTo>
                      <a:cubicBezTo>
                        <a:pt x="130" y="28"/>
                        <a:pt x="128" y="28"/>
                        <a:pt x="127" y="28"/>
                      </a:cubicBezTo>
                      <a:cubicBezTo>
                        <a:pt x="126" y="28"/>
                        <a:pt x="125" y="29"/>
                        <a:pt x="124" y="29"/>
                      </a:cubicBezTo>
                      <a:cubicBezTo>
                        <a:pt x="122" y="30"/>
                        <a:pt x="121" y="28"/>
                        <a:pt x="120" y="28"/>
                      </a:cubicBezTo>
                      <a:cubicBezTo>
                        <a:pt x="118" y="27"/>
                        <a:pt x="117" y="28"/>
                        <a:pt x="116" y="29"/>
                      </a:cubicBezTo>
                      <a:cubicBezTo>
                        <a:pt x="115" y="29"/>
                        <a:pt x="113" y="31"/>
                        <a:pt x="112" y="31"/>
                      </a:cubicBezTo>
                      <a:cubicBezTo>
                        <a:pt x="111" y="32"/>
                        <a:pt x="108" y="31"/>
                        <a:pt x="107" y="31"/>
                      </a:cubicBezTo>
                      <a:cubicBezTo>
                        <a:pt x="106" y="31"/>
                        <a:pt x="104" y="32"/>
                        <a:pt x="104" y="32"/>
                      </a:cubicBezTo>
                      <a:cubicBezTo>
                        <a:pt x="103" y="32"/>
                        <a:pt x="102" y="32"/>
                        <a:pt x="102" y="31"/>
                      </a:cubicBezTo>
                      <a:cubicBezTo>
                        <a:pt x="102" y="31"/>
                        <a:pt x="100" y="29"/>
                        <a:pt x="100" y="29"/>
                      </a:cubicBezTo>
                      <a:cubicBezTo>
                        <a:pt x="100" y="29"/>
                        <a:pt x="100" y="28"/>
                        <a:pt x="99" y="27"/>
                      </a:cubicBezTo>
                      <a:cubicBezTo>
                        <a:pt x="99" y="27"/>
                        <a:pt x="99" y="27"/>
                        <a:pt x="99" y="27"/>
                      </a:cubicBezTo>
                      <a:cubicBezTo>
                        <a:pt x="99" y="27"/>
                        <a:pt x="98" y="27"/>
                        <a:pt x="98" y="27"/>
                      </a:cubicBezTo>
                      <a:cubicBezTo>
                        <a:pt x="98" y="27"/>
                        <a:pt x="98" y="27"/>
                        <a:pt x="98" y="27"/>
                      </a:cubicBezTo>
                      <a:cubicBezTo>
                        <a:pt x="98" y="27"/>
                        <a:pt x="98" y="27"/>
                        <a:pt x="98" y="27"/>
                      </a:cubicBezTo>
                      <a:cubicBezTo>
                        <a:pt x="98" y="27"/>
                        <a:pt x="98" y="27"/>
                        <a:pt x="98" y="27"/>
                      </a:cubicBezTo>
                      <a:cubicBezTo>
                        <a:pt x="98" y="27"/>
                        <a:pt x="97" y="27"/>
                        <a:pt x="97" y="27"/>
                      </a:cubicBezTo>
                      <a:cubicBezTo>
                        <a:pt x="97" y="27"/>
                        <a:pt x="97" y="27"/>
                        <a:pt x="97" y="27"/>
                      </a:cubicBezTo>
                      <a:cubicBezTo>
                        <a:pt x="97" y="26"/>
                        <a:pt x="97" y="26"/>
                        <a:pt x="97" y="26"/>
                      </a:cubicBezTo>
                      <a:cubicBezTo>
                        <a:pt x="97" y="26"/>
                        <a:pt x="96" y="26"/>
                        <a:pt x="96" y="26"/>
                      </a:cubicBezTo>
                      <a:cubicBezTo>
                        <a:pt x="96" y="26"/>
                        <a:pt x="96" y="26"/>
                        <a:pt x="96" y="26"/>
                      </a:cubicBezTo>
                      <a:cubicBezTo>
                        <a:pt x="96" y="25"/>
                        <a:pt x="96" y="25"/>
                        <a:pt x="96" y="25"/>
                      </a:cubicBezTo>
                      <a:cubicBezTo>
                        <a:pt x="96" y="25"/>
                        <a:pt x="96" y="25"/>
                        <a:pt x="96" y="25"/>
                      </a:cubicBezTo>
                      <a:cubicBezTo>
                        <a:pt x="96" y="25"/>
                        <a:pt x="96" y="25"/>
                        <a:pt x="96" y="25"/>
                      </a:cubicBezTo>
                      <a:cubicBezTo>
                        <a:pt x="96" y="25"/>
                        <a:pt x="96" y="25"/>
                        <a:pt x="96" y="25"/>
                      </a:cubicBezTo>
                      <a:cubicBezTo>
                        <a:pt x="96" y="26"/>
                        <a:pt x="96" y="26"/>
                        <a:pt x="95" y="26"/>
                      </a:cubicBezTo>
                      <a:cubicBezTo>
                        <a:pt x="95" y="26"/>
                        <a:pt x="95" y="26"/>
                        <a:pt x="95" y="26"/>
                      </a:cubicBezTo>
                      <a:cubicBezTo>
                        <a:pt x="95" y="26"/>
                        <a:pt x="95" y="26"/>
                        <a:pt x="94" y="26"/>
                      </a:cubicBezTo>
                      <a:cubicBezTo>
                        <a:pt x="94" y="26"/>
                        <a:pt x="94" y="26"/>
                        <a:pt x="94" y="26"/>
                      </a:cubicBezTo>
                      <a:cubicBezTo>
                        <a:pt x="94" y="26"/>
                        <a:pt x="94" y="26"/>
                        <a:pt x="94" y="26"/>
                      </a:cubicBezTo>
                      <a:cubicBezTo>
                        <a:pt x="94" y="26"/>
                        <a:pt x="94" y="26"/>
                        <a:pt x="94" y="26"/>
                      </a:cubicBezTo>
                      <a:cubicBezTo>
                        <a:pt x="94" y="26"/>
                        <a:pt x="94" y="27"/>
                        <a:pt x="94" y="27"/>
                      </a:cubicBezTo>
                      <a:cubicBezTo>
                        <a:pt x="94" y="27"/>
                        <a:pt x="94" y="27"/>
                        <a:pt x="94" y="27"/>
                      </a:cubicBezTo>
                      <a:cubicBezTo>
                        <a:pt x="94" y="27"/>
                        <a:pt x="94" y="27"/>
                        <a:pt x="94" y="27"/>
                      </a:cubicBezTo>
                      <a:cubicBezTo>
                        <a:pt x="94" y="27"/>
                        <a:pt x="94" y="27"/>
                        <a:pt x="94" y="28"/>
                      </a:cubicBezTo>
                      <a:cubicBezTo>
                        <a:pt x="94" y="28"/>
                        <a:pt x="94" y="28"/>
                        <a:pt x="93" y="28"/>
                      </a:cubicBezTo>
                      <a:cubicBezTo>
                        <a:pt x="93" y="28"/>
                        <a:pt x="93" y="28"/>
                        <a:pt x="93" y="28"/>
                      </a:cubicBezTo>
                      <a:cubicBezTo>
                        <a:pt x="93" y="28"/>
                        <a:pt x="93" y="28"/>
                        <a:pt x="93" y="28"/>
                      </a:cubicBezTo>
                      <a:cubicBezTo>
                        <a:pt x="92" y="29"/>
                        <a:pt x="92" y="29"/>
                        <a:pt x="92" y="29"/>
                      </a:cubicBezTo>
                      <a:cubicBezTo>
                        <a:pt x="92" y="29"/>
                        <a:pt x="92" y="30"/>
                        <a:pt x="92" y="30"/>
                      </a:cubicBezTo>
                      <a:cubicBezTo>
                        <a:pt x="92" y="30"/>
                        <a:pt x="92" y="30"/>
                        <a:pt x="92" y="30"/>
                      </a:cubicBezTo>
                      <a:cubicBezTo>
                        <a:pt x="92" y="30"/>
                        <a:pt x="92" y="30"/>
                        <a:pt x="92" y="30"/>
                      </a:cubicBezTo>
                      <a:cubicBezTo>
                        <a:pt x="92" y="31"/>
                        <a:pt x="92" y="31"/>
                        <a:pt x="92" y="31"/>
                      </a:cubicBezTo>
                      <a:cubicBezTo>
                        <a:pt x="92" y="31"/>
                        <a:pt x="92" y="31"/>
                        <a:pt x="92" y="31"/>
                      </a:cubicBezTo>
                      <a:cubicBezTo>
                        <a:pt x="92" y="31"/>
                        <a:pt x="92" y="31"/>
                        <a:pt x="92" y="31"/>
                      </a:cubicBezTo>
                      <a:cubicBezTo>
                        <a:pt x="92" y="31"/>
                        <a:pt x="92" y="31"/>
                        <a:pt x="92" y="31"/>
                      </a:cubicBezTo>
                      <a:cubicBezTo>
                        <a:pt x="91" y="31"/>
                        <a:pt x="92" y="32"/>
                        <a:pt x="92" y="32"/>
                      </a:cubicBezTo>
                      <a:cubicBezTo>
                        <a:pt x="92" y="32"/>
                        <a:pt x="92" y="32"/>
                        <a:pt x="92" y="32"/>
                      </a:cubicBezTo>
                      <a:cubicBezTo>
                        <a:pt x="92" y="32"/>
                        <a:pt x="92" y="32"/>
                        <a:pt x="92" y="33"/>
                      </a:cubicBezTo>
                      <a:cubicBezTo>
                        <a:pt x="92" y="33"/>
                        <a:pt x="92" y="33"/>
                        <a:pt x="92" y="33"/>
                      </a:cubicBezTo>
                      <a:cubicBezTo>
                        <a:pt x="92" y="33"/>
                        <a:pt x="92" y="33"/>
                        <a:pt x="92" y="33"/>
                      </a:cubicBezTo>
                      <a:cubicBezTo>
                        <a:pt x="91" y="33"/>
                        <a:pt x="91" y="33"/>
                        <a:pt x="91" y="34"/>
                      </a:cubicBezTo>
                      <a:cubicBezTo>
                        <a:pt x="91" y="34"/>
                        <a:pt x="91" y="34"/>
                        <a:pt x="91" y="34"/>
                      </a:cubicBezTo>
                      <a:cubicBezTo>
                        <a:pt x="92" y="34"/>
                        <a:pt x="91" y="34"/>
                        <a:pt x="92" y="34"/>
                      </a:cubicBezTo>
                      <a:cubicBezTo>
                        <a:pt x="92" y="34"/>
                        <a:pt x="92" y="34"/>
                        <a:pt x="92" y="35"/>
                      </a:cubicBezTo>
                      <a:cubicBezTo>
                        <a:pt x="92" y="35"/>
                        <a:pt x="92" y="35"/>
                        <a:pt x="92" y="35"/>
                      </a:cubicBezTo>
                      <a:cubicBezTo>
                        <a:pt x="92" y="36"/>
                        <a:pt x="92" y="36"/>
                        <a:pt x="92" y="36"/>
                      </a:cubicBezTo>
                      <a:cubicBezTo>
                        <a:pt x="92" y="36"/>
                        <a:pt x="92" y="36"/>
                        <a:pt x="92" y="36"/>
                      </a:cubicBezTo>
                      <a:cubicBezTo>
                        <a:pt x="92" y="36"/>
                        <a:pt x="92" y="36"/>
                        <a:pt x="92" y="37"/>
                      </a:cubicBezTo>
                      <a:cubicBezTo>
                        <a:pt x="92" y="37"/>
                        <a:pt x="92" y="37"/>
                        <a:pt x="93" y="37"/>
                      </a:cubicBezTo>
                      <a:cubicBezTo>
                        <a:pt x="93" y="37"/>
                        <a:pt x="93" y="37"/>
                        <a:pt x="93" y="37"/>
                      </a:cubicBezTo>
                      <a:cubicBezTo>
                        <a:pt x="93" y="37"/>
                        <a:pt x="93" y="38"/>
                        <a:pt x="93" y="38"/>
                      </a:cubicBezTo>
                      <a:cubicBezTo>
                        <a:pt x="93" y="38"/>
                        <a:pt x="93" y="38"/>
                        <a:pt x="94" y="38"/>
                      </a:cubicBezTo>
                      <a:cubicBezTo>
                        <a:pt x="94" y="38"/>
                        <a:pt x="94" y="38"/>
                        <a:pt x="94" y="38"/>
                      </a:cubicBezTo>
                      <a:cubicBezTo>
                        <a:pt x="94" y="39"/>
                        <a:pt x="94" y="39"/>
                        <a:pt x="94" y="39"/>
                      </a:cubicBezTo>
                      <a:cubicBezTo>
                        <a:pt x="94" y="39"/>
                        <a:pt x="94" y="39"/>
                        <a:pt x="94" y="39"/>
                      </a:cubicBezTo>
                      <a:cubicBezTo>
                        <a:pt x="94" y="39"/>
                        <a:pt x="94" y="39"/>
                        <a:pt x="94" y="39"/>
                      </a:cubicBezTo>
                      <a:cubicBezTo>
                        <a:pt x="94" y="39"/>
                        <a:pt x="93" y="39"/>
                        <a:pt x="93" y="39"/>
                      </a:cubicBezTo>
                      <a:cubicBezTo>
                        <a:pt x="94" y="39"/>
                        <a:pt x="94" y="39"/>
                        <a:pt x="94" y="39"/>
                      </a:cubicBezTo>
                      <a:cubicBezTo>
                        <a:pt x="94" y="39"/>
                        <a:pt x="94" y="39"/>
                        <a:pt x="94" y="39"/>
                      </a:cubicBezTo>
                      <a:cubicBezTo>
                        <a:pt x="94" y="40"/>
                        <a:pt x="94" y="40"/>
                        <a:pt x="94" y="40"/>
                      </a:cubicBezTo>
                      <a:cubicBezTo>
                        <a:pt x="93" y="40"/>
                        <a:pt x="93" y="40"/>
                        <a:pt x="93" y="40"/>
                      </a:cubicBezTo>
                      <a:cubicBezTo>
                        <a:pt x="93" y="40"/>
                        <a:pt x="93" y="41"/>
                        <a:pt x="93" y="41"/>
                      </a:cubicBezTo>
                      <a:cubicBezTo>
                        <a:pt x="93" y="41"/>
                        <a:pt x="93" y="41"/>
                        <a:pt x="93" y="41"/>
                      </a:cubicBezTo>
                      <a:cubicBezTo>
                        <a:pt x="93" y="41"/>
                        <a:pt x="94" y="41"/>
                        <a:pt x="94" y="41"/>
                      </a:cubicBezTo>
                      <a:cubicBezTo>
                        <a:pt x="94" y="41"/>
                        <a:pt x="93" y="41"/>
                        <a:pt x="93" y="41"/>
                      </a:cubicBezTo>
                      <a:cubicBezTo>
                        <a:pt x="93" y="41"/>
                        <a:pt x="93" y="42"/>
                        <a:pt x="93" y="42"/>
                      </a:cubicBezTo>
                      <a:cubicBezTo>
                        <a:pt x="93" y="42"/>
                        <a:pt x="94" y="42"/>
                        <a:pt x="94" y="42"/>
                      </a:cubicBezTo>
                      <a:cubicBezTo>
                        <a:pt x="94" y="43"/>
                        <a:pt x="94" y="43"/>
                        <a:pt x="94" y="43"/>
                      </a:cubicBezTo>
                      <a:cubicBezTo>
                        <a:pt x="94" y="42"/>
                        <a:pt x="94" y="43"/>
                        <a:pt x="94" y="43"/>
                      </a:cubicBezTo>
                      <a:cubicBezTo>
                        <a:pt x="95" y="43"/>
                        <a:pt x="95" y="43"/>
                        <a:pt x="95" y="43"/>
                      </a:cubicBezTo>
                      <a:cubicBezTo>
                        <a:pt x="95" y="43"/>
                        <a:pt x="95" y="43"/>
                        <a:pt x="96" y="43"/>
                      </a:cubicBezTo>
                      <a:cubicBezTo>
                        <a:pt x="96" y="43"/>
                        <a:pt x="96" y="43"/>
                        <a:pt x="96" y="43"/>
                      </a:cubicBezTo>
                      <a:cubicBezTo>
                        <a:pt x="97" y="44"/>
                        <a:pt x="96" y="44"/>
                        <a:pt x="96" y="44"/>
                      </a:cubicBezTo>
                      <a:cubicBezTo>
                        <a:pt x="96" y="44"/>
                        <a:pt x="95" y="44"/>
                        <a:pt x="95" y="44"/>
                      </a:cubicBezTo>
                      <a:cubicBezTo>
                        <a:pt x="95" y="44"/>
                        <a:pt x="95" y="44"/>
                        <a:pt x="95" y="44"/>
                      </a:cubicBezTo>
                      <a:cubicBezTo>
                        <a:pt x="95" y="44"/>
                        <a:pt x="95" y="43"/>
                        <a:pt x="95" y="43"/>
                      </a:cubicBezTo>
                      <a:cubicBezTo>
                        <a:pt x="94" y="43"/>
                        <a:pt x="94" y="43"/>
                        <a:pt x="94" y="43"/>
                      </a:cubicBezTo>
                      <a:cubicBezTo>
                        <a:pt x="94" y="43"/>
                        <a:pt x="94" y="44"/>
                        <a:pt x="94" y="44"/>
                      </a:cubicBezTo>
                      <a:cubicBezTo>
                        <a:pt x="94" y="44"/>
                        <a:pt x="94" y="44"/>
                        <a:pt x="94" y="45"/>
                      </a:cubicBezTo>
                      <a:cubicBezTo>
                        <a:pt x="95" y="45"/>
                        <a:pt x="95" y="45"/>
                        <a:pt x="95" y="45"/>
                      </a:cubicBezTo>
                      <a:cubicBezTo>
                        <a:pt x="95" y="45"/>
                        <a:pt x="95" y="45"/>
                        <a:pt x="95" y="45"/>
                      </a:cubicBezTo>
                      <a:cubicBezTo>
                        <a:pt x="96" y="45"/>
                        <a:pt x="95" y="45"/>
                        <a:pt x="96" y="45"/>
                      </a:cubicBezTo>
                      <a:cubicBezTo>
                        <a:pt x="96" y="44"/>
                        <a:pt x="96" y="45"/>
                        <a:pt x="96" y="45"/>
                      </a:cubicBezTo>
                      <a:cubicBezTo>
                        <a:pt x="96" y="45"/>
                        <a:pt x="97" y="45"/>
                        <a:pt x="97" y="45"/>
                      </a:cubicBezTo>
                      <a:cubicBezTo>
                        <a:pt x="97" y="45"/>
                        <a:pt x="97" y="45"/>
                        <a:pt x="97" y="45"/>
                      </a:cubicBezTo>
                      <a:cubicBezTo>
                        <a:pt x="97" y="45"/>
                        <a:pt x="97" y="45"/>
                        <a:pt x="97" y="45"/>
                      </a:cubicBezTo>
                      <a:cubicBezTo>
                        <a:pt x="97" y="45"/>
                        <a:pt x="97" y="45"/>
                        <a:pt x="97" y="45"/>
                      </a:cubicBezTo>
                      <a:cubicBezTo>
                        <a:pt x="97" y="45"/>
                        <a:pt x="97" y="45"/>
                        <a:pt x="96" y="45"/>
                      </a:cubicBezTo>
                      <a:cubicBezTo>
                        <a:pt x="96" y="45"/>
                        <a:pt x="96" y="45"/>
                        <a:pt x="96" y="45"/>
                      </a:cubicBezTo>
                      <a:cubicBezTo>
                        <a:pt x="96" y="45"/>
                        <a:pt x="96" y="45"/>
                        <a:pt x="96" y="45"/>
                      </a:cubicBezTo>
                      <a:cubicBezTo>
                        <a:pt x="96" y="45"/>
                        <a:pt x="96" y="46"/>
                        <a:pt x="96" y="46"/>
                      </a:cubicBezTo>
                      <a:cubicBezTo>
                        <a:pt x="96" y="46"/>
                        <a:pt x="96" y="47"/>
                        <a:pt x="96" y="47"/>
                      </a:cubicBezTo>
                      <a:cubicBezTo>
                        <a:pt x="95" y="47"/>
                        <a:pt x="95" y="47"/>
                        <a:pt x="95" y="47"/>
                      </a:cubicBezTo>
                      <a:cubicBezTo>
                        <a:pt x="96" y="47"/>
                        <a:pt x="96" y="47"/>
                        <a:pt x="96" y="47"/>
                      </a:cubicBezTo>
                      <a:cubicBezTo>
                        <a:pt x="96" y="47"/>
                        <a:pt x="96" y="47"/>
                        <a:pt x="96" y="47"/>
                      </a:cubicBezTo>
                      <a:cubicBezTo>
                        <a:pt x="97" y="47"/>
                        <a:pt x="97" y="47"/>
                        <a:pt x="97" y="47"/>
                      </a:cubicBezTo>
                      <a:cubicBezTo>
                        <a:pt x="97" y="47"/>
                        <a:pt x="97" y="47"/>
                        <a:pt x="97" y="47"/>
                      </a:cubicBezTo>
                      <a:cubicBezTo>
                        <a:pt x="97" y="47"/>
                        <a:pt x="97" y="47"/>
                        <a:pt x="98" y="47"/>
                      </a:cubicBezTo>
                      <a:cubicBezTo>
                        <a:pt x="98" y="47"/>
                        <a:pt x="98" y="46"/>
                        <a:pt x="98" y="46"/>
                      </a:cubicBezTo>
                      <a:cubicBezTo>
                        <a:pt x="98" y="46"/>
                        <a:pt x="98" y="46"/>
                        <a:pt x="98" y="46"/>
                      </a:cubicBezTo>
                      <a:cubicBezTo>
                        <a:pt x="98" y="46"/>
                        <a:pt x="98" y="46"/>
                        <a:pt x="98" y="46"/>
                      </a:cubicBezTo>
                      <a:cubicBezTo>
                        <a:pt x="98" y="45"/>
                        <a:pt x="98" y="46"/>
                        <a:pt x="98" y="46"/>
                      </a:cubicBezTo>
                      <a:cubicBezTo>
                        <a:pt x="98" y="46"/>
                        <a:pt x="98" y="46"/>
                        <a:pt x="98" y="46"/>
                      </a:cubicBezTo>
                      <a:cubicBezTo>
                        <a:pt x="98" y="46"/>
                        <a:pt x="98" y="46"/>
                        <a:pt x="98" y="46"/>
                      </a:cubicBezTo>
                      <a:cubicBezTo>
                        <a:pt x="99" y="46"/>
                        <a:pt x="99" y="46"/>
                        <a:pt x="99" y="46"/>
                      </a:cubicBezTo>
                      <a:cubicBezTo>
                        <a:pt x="99" y="46"/>
                        <a:pt x="99" y="46"/>
                        <a:pt x="99" y="47"/>
                      </a:cubicBezTo>
                      <a:cubicBezTo>
                        <a:pt x="99" y="47"/>
                        <a:pt x="99" y="47"/>
                        <a:pt x="99" y="47"/>
                      </a:cubicBezTo>
                      <a:cubicBezTo>
                        <a:pt x="99" y="47"/>
                        <a:pt x="99" y="47"/>
                        <a:pt x="99" y="47"/>
                      </a:cubicBezTo>
                      <a:cubicBezTo>
                        <a:pt x="99" y="47"/>
                        <a:pt x="99" y="47"/>
                        <a:pt x="99" y="47"/>
                      </a:cubicBezTo>
                      <a:cubicBezTo>
                        <a:pt x="99" y="47"/>
                        <a:pt x="99" y="47"/>
                        <a:pt x="100" y="47"/>
                      </a:cubicBezTo>
                      <a:cubicBezTo>
                        <a:pt x="100" y="47"/>
                        <a:pt x="100" y="48"/>
                        <a:pt x="100" y="48"/>
                      </a:cubicBezTo>
                      <a:cubicBezTo>
                        <a:pt x="100" y="48"/>
                        <a:pt x="100" y="48"/>
                        <a:pt x="100" y="48"/>
                      </a:cubicBezTo>
                      <a:cubicBezTo>
                        <a:pt x="100" y="49"/>
                        <a:pt x="100" y="49"/>
                        <a:pt x="100" y="49"/>
                      </a:cubicBezTo>
                      <a:cubicBezTo>
                        <a:pt x="100" y="49"/>
                        <a:pt x="100" y="49"/>
                        <a:pt x="100" y="49"/>
                      </a:cubicBezTo>
                      <a:cubicBezTo>
                        <a:pt x="100" y="49"/>
                        <a:pt x="100" y="50"/>
                        <a:pt x="100" y="50"/>
                      </a:cubicBezTo>
                      <a:cubicBezTo>
                        <a:pt x="100" y="50"/>
                        <a:pt x="99" y="50"/>
                        <a:pt x="99" y="50"/>
                      </a:cubicBezTo>
                      <a:cubicBezTo>
                        <a:pt x="99" y="50"/>
                        <a:pt x="99" y="50"/>
                        <a:pt x="99" y="51"/>
                      </a:cubicBezTo>
                      <a:cubicBezTo>
                        <a:pt x="99" y="51"/>
                        <a:pt x="99" y="51"/>
                        <a:pt x="99" y="51"/>
                      </a:cubicBezTo>
                      <a:cubicBezTo>
                        <a:pt x="99" y="51"/>
                        <a:pt x="100" y="51"/>
                        <a:pt x="100" y="52"/>
                      </a:cubicBezTo>
                      <a:cubicBezTo>
                        <a:pt x="100" y="52"/>
                        <a:pt x="100" y="52"/>
                        <a:pt x="100" y="52"/>
                      </a:cubicBezTo>
                      <a:cubicBezTo>
                        <a:pt x="100" y="53"/>
                        <a:pt x="100" y="53"/>
                        <a:pt x="100" y="53"/>
                      </a:cubicBezTo>
                      <a:cubicBezTo>
                        <a:pt x="100" y="53"/>
                        <a:pt x="100" y="53"/>
                        <a:pt x="100" y="54"/>
                      </a:cubicBezTo>
                      <a:cubicBezTo>
                        <a:pt x="100" y="54"/>
                        <a:pt x="100" y="54"/>
                        <a:pt x="100" y="54"/>
                      </a:cubicBezTo>
                      <a:cubicBezTo>
                        <a:pt x="101" y="54"/>
                        <a:pt x="101" y="54"/>
                        <a:pt x="101" y="54"/>
                      </a:cubicBezTo>
                      <a:cubicBezTo>
                        <a:pt x="101" y="54"/>
                        <a:pt x="101" y="54"/>
                        <a:pt x="101" y="55"/>
                      </a:cubicBezTo>
                      <a:cubicBezTo>
                        <a:pt x="101" y="55"/>
                        <a:pt x="101" y="55"/>
                        <a:pt x="101" y="55"/>
                      </a:cubicBezTo>
                      <a:cubicBezTo>
                        <a:pt x="101" y="55"/>
                        <a:pt x="101" y="55"/>
                        <a:pt x="101" y="55"/>
                      </a:cubicBezTo>
                      <a:cubicBezTo>
                        <a:pt x="101" y="55"/>
                        <a:pt x="101" y="55"/>
                        <a:pt x="101" y="55"/>
                      </a:cubicBezTo>
                      <a:cubicBezTo>
                        <a:pt x="101" y="55"/>
                        <a:pt x="101" y="55"/>
                        <a:pt x="101" y="55"/>
                      </a:cubicBezTo>
                      <a:cubicBezTo>
                        <a:pt x="101" y="56"/>
                        <a:pt x="101" y="56"/>
                        <a:pt x="101" y="56"/>
                      </a:cubicBezTo>
                      <a:cubicBezTo>
                        <a:pt x="101" y="56"/>
                        <a:pt x="101" y="56"/>
                        <a:pt x="101" y="56"/>
                      </a:cubicBezTo>
                      <a:cubicBezTo>
                        <a:pt x="101" y="56"/>
                        <a:pt x="101" y="56"/>
                        <a:pt x="101" y="57"/>
                      </a:cubicBezTo>
                      <a:cubicBezTo>
                        <a:pt x="101" y="57"/>
                        <a:pt x="101" y="57"/>
                        <a:pt x="101" y="57"/>
                      </a:cubicBezTo>
                      <a:cubicBezTo>
                        <a:pt x="101" y="57"/>
                        <a:pt x="101" y="57"/>
                        <a:pt x="102" y="57"/>
                      </a:cubicBezTo>
                      <a:cubicBezTo>
                        <a:pt x="102" y="57"/>
                        <a:pt x="101" y="57"/>
                        <a:pt x="101" y="58"/>
                      </a:cubicBezTo>
                      <a:cubicBezTo>
                        <a:pt x="101" y="58"/>
                        <a:pt x="101" y="58"/>
                        <a:pt x="101" y="58"/>
                      </a:cubicBezTo>
                      <a:cubicBezTo>
                        <a:pt x="101" y="58"/>
                        <a:pt x="101" y="58"/>
                        <a:pt x="101" y="58"/>
                      </a:cubicBezTo>
                      <a:cubicBezTo>
                        <a:pt x="101" y="58"/>
                        <a:pt x="102" y="58"/>
                        <a:pt x="102" y="58"/>
                      </a:cubicBezTo>
                      <a:cubicBezTo>
                        <a:pt x="102" y="58"/>
                        <a:pt x="102" y="58"/>
                        <a:pt x="102" y="58"/>
                      </a:cubicBezTo>
                      <a:cubicBezTo>
                        <a:pt x="102" y="58"/>
                        <a:pt x="102" y="58"/>
                        <a:pt x="102" y="58"/>
                      </a:cubicBezTo>
                      <a:cubicBezTo>
                        <a:pt x="102" y="59"/>
                        <a:pt x="102" y="58"/>
                        <a:pt x="102" y="58"/>
                      </a:cubicBezTo>
                      <a:cubicBezTo>
                        <a:pt x="103" y="58"/>
                        <a:pt x="103" y="58"/>
                        <a:pt x="103" y="57"/>
                      </a:cubicBezTo>
                      <a:cubicBezTo>
                        <a:pt x="103" y="57"/>
                        <a:pt x="104" y="57"/>
                        <a:pt x="104" y="58"/>
                      </a:cubicBezTo>
                      <a:cubicBezTo>
                        <a:pt x="104" y="58"/>
                        <a:pt x="104" y="58"/>
                        <a:pt x="104" y="58"/>
                      </a:cubicBezTo>
                      <a:cubicBezTo>
                        <a:pt x="104" y="58"/>
                        <a:pt x="104" y="58"/>
                        <a:pt x="104" y="58"/>
                      </a:cubicBezTo>
                      <a:cubicBezTo>
                        <a:pt x="104" y="58"/>
                        <a:pt x="104" y="58"/>
                        <a:pt x="104" y="59"/>
                      </a:cubicBezTo>
                      <a:cubicBezTo>
                        <a:pt x="104" y="59"/>
                        <a:pt x="104" y="59"/>
                        <a:pt x="104" y="59"/>
                      </a:cubicBezTo>
                      <a:cubicBezTo>
                        <a:pt x="105" y="59"/>
                        <a:pt x="105" y="58"/>
                        <a:pt x="105" y="58"/>
                      </a:cubicBezTo>
                      <a:cubicBezTo>
                        <a:pt x="105" y="58"/>
                        <a:pt x="105" y="58"/>
                        <a:pt x="105" y="58"/>
                      </a:cubicBezTo>
                      <a:cubicBezTo>
                        <a:pt x="105" y="58"/>
                        <a:pt x="105" y="58"/>
                        <a:pt x="105" y="58"/>
                      </a:cubicBezTo>
                      <a:cubicBezTo>
                        <a:pt x="106" y="58"/>
                        <a:pt x="106" y="58"/>
                        <a:pt x="106" y="59"/>
                      </a:cubicBezTo>
                      <a:cubicBezTo>
                        <a:pt x="106" y="59"/>
                        <a:pt x="106" y="59"/>
                        <a:pt x="106" y="59"/>
                      </a:cubicBezTo>
                      <a:cubicBezTo>
                        <a:pt x="107" y="59"/>
                        <a:pt x="107" y="59"/>
                        <a:pt x="107" y="59"/>
                      </a:cubicBezTo>
                      <a:cubicBezTo>
                        <a:pt x="107" y="59"/>
                        <a:pt x="107" y="58"/>
                        <a:pt x="107" y="58"/>
                      </a:cubicBezTo>
                      <a:cubicBezTo>
                        <a:pt x="108" y="58"/>
                        <a:pt x="108" y="58"/>
                        <a:pt x="108" y="58"/>
                      </a:cubicBezTo>
                      <a:cubicBezTo>
                        <a:pt x="108" y="58"/>
                        <a:pt x="108" y="58"/>
                        <a:pt x="108" y="58"/>
                      </a:cubicBezTo>
                      <a:cubicBezTo>
                        <a:pt x="108" y="58"/>
                        <a:pt x="109" y="58"/>
                        <a:pt x="109" y="58"/>
                      </a:cubicBezTo>
                      <a:cubicBezTo>
                        <a:pt x="109" y="58"/>
                        <a:pt x="109" y="58"/>
                        <a:pt x="109" y="58"/>
                      </a:cubicBezTo>
                      <a:cubicBezTo>
                        <a:pt x="109" y="58"/>
                        <a:pt x="109" y="57"/>
                        <a:pt x="110" y="57"/>
                      </a:cubicBezTo>
                      <a:cubicBezTo>
                        <a:pt x="110" y="57"/>
                        <a:pt x="109" y="58"/>
                        <a:pt x="109" y="58"/>
                      </a:cubicBezTo>
                      <a:cubicBezTo>
                        <a:pt x="110" y="58"/>
                        <a:pt x="110" y="58"/>
                        <a:pt x="110" y="58"/>
                      </a:cubicBezTo>
                      <a:cubicBezTo>
                        <a:pt x="110" y="58"/>
                        <a:pt x="110" y="58"/>
                        <a:pt x="110" y="58"/>
                      </a:cubicBezTo>
                      <a:cubicBezTo>
                        <a:pt x="110" y="58"/>
                        <a:pt x="110" y="58"/>
                        <a:pt x="110" y="58"/>
                      </a:cubicBezTo>
                      <a:cubicBezTo>
                        <a:pt x="110" y="58"/>
                        <a:pt x="111" y="58"/>
                        <a:pt x="111" y="58"/>
                      </a:cubicBezTo>
                      <a:cubicBezTo>
                        <a:pt x="111" y="58"/>
                        <a:pt x="111" y="58"/>
                        <a:pt x="111" y="58"/>
                      </a:cubicBezTo>
                      <a:cubicBezTo>
                        <a:pt x="111" y="58"/>
                        <a:pt x="111" y="58"/>
                        <a:pt x="111" y="58"/>
                      </a:cubicBezTo>
                      <a:cubicBezTo>
                        <a:pt x="111" y="58"/>
                        <a:pt x="111" y="57"/>
                        <a:pt x="111" y="57"/>
                      </a:cubicBezTo>
                      <a:cubicBezTo>
                        <a:pt x="111" y="57"/>
                        <a:pt x="111" y="57"/>
                        <a:pt x="111" y="57"/>
                      </a:cubicBezTo>
                      <a:cubicBezTo>
                        <a:pt x="111" y="57"/>
                        <a:pt x="111" y="57"/>
                        <a:pt x="111" y="57"/>
                      </a:cubicBezTo>
                      <a:cubicBezTo>
                        <a:pt x="111" y="57"/>
                        <a:pt x="111" y="57"/>
                        <a:pt x="111" y="57"/>
                      </a:cubicBezTo>
                      <a:cubicBezTo>
                        <a:pt x="111" y="57"/>
                        <a:pt x="111" y="58"/>
                        <a:pt x="112" y="58"/>
                      </a:cubicBezTo>
                      <a:cubicBezTo>
                        <a:pt x="112" y="58"/>
                        <a:pt x="112" y="58"/>
                        <a:pt x="112" y="58"/>
                      </a:cubicBezTo>
                      <a:cubicBezTo>
                        <a:pt x="112" y="58"/>
                        <a:pt x="112" y="59"/>
                        <a:pt x="112" y="59"/>
                      </a:cubicBezTo>
                      <a:cubicBezTo>
                        <a:pt x="112" y="59"/>
                        <a:pt x="112" y="59"/>
                        <a:pt x="112" y="59"/>
                      </a:cubicBezTo>
                      <a:cubicBezTo>
                        <a:pt x="112" y="59"/>
                        <a:pt x="112" y="60"/>
                        <a:pt x="112" y="60"/>
                      </a:cubicBezTo>
                      <a:cubicBezTo>
                        <a:pt x="112" y="60"/>
                        <a:pt x="112" y="61"/>
                        <a:pt x="112" y="61"/>
                      </a:cubicBezTo>
                      <a:cubicBezTo>
                        <a:pt x="112" y="61"/>
                        <a:pt x="112" y="61"/>
                        <a:pt x="112" y="62"/>
                      </a:cubicBezTo>
                      <a:cubicBezTo>
                        <a:pt x="112" y="62"/>
                        <a:pt x="112" y="62"/>
                        <a:pt x="112" y="62"/>
                      </a:cubicBezTo>
                      <a:cubicBezTo>
                        <a:pt x="112" y="62"/>
                        <a:pt x="112" y="62"/>
                        <a:pt x="112" y="62"/>
                      </a:cubicBezTo>
                      <a:cubicBezTo>
                        <a:pt x="113" y="62"/>
                        <a:pt x="113" y="62"/>
                        <a:pt x="113" y="61"/>
                      </a:cubicBezTo>
                      <a:cubicBezTo>
                        <a:pt x="113" y="61"/>
                        <a:pt x="114" y="61"/>
                        <a:pt x="114" y="61"/>
                      </a:cubicBezTo>
                      <a:cubicBezTo>
                        <a:pt x="114" y="60"/>
                        <a:pt x="114" y="60"/>
                        <a:pt x="115" y="60"/>
                      </a:cubicBezTo>
                      <a:cubicBezTo>
                        <a:pt x="115" y="60"/>
                        <a:pt x="115" y="60"/>
                        <a:pt x="115" y="60"/>
                      </a:cubicBezTo>
                      <a:cubicBezTo>
                        <a:pt x="116" y="60"/>
                        <a:pt x="116" y="60"/>
                        <a:pt x="116" y="60"/>
                      </a:cubicBezTo>
                      <a:cubicBezTo>
                        <a:pt x="116" y="60"/>
                        <a:pt x="116" y="60"/>
                        <a:pt x="116" y="61"/>
                      </a:cubicBezTo>
                      <a:cubicBezTo>
                        <a:pt x="116" y="61"/>
                        <a:pt x="117" y="61"/>
                        <a:pt x="117" y="61"/>
                      </a:cubicBezTo>
                      <a:cubicBezTo>
                        <a:pt x="117" y="61"/>
                        <a:pt x="117" y="61"/>
                        <a:pt x="117" y="61"/>
                      </a:cubicBezTo>
                      <a:cubicBezTo>
                        <a:pt x="117" y="61"/>
                        <a:pt x="117" y="61"/>
                        <a:pt x="117" y="61"/>
                      </a:cubicBezTo>
                      <a:cubicBezTo>
                        <a:pt x="117" y="61"/>
                        <a:pt x="117" y="61"/>
                        <a:pt x="117" y="60"/>
                      </a:cubicBezTo>
                      <a:cubicBezTo>
                        <a:pt x="118" y="60"/>
                        <a:pt x="118" y="60"/>
                        <a:pt x="119" y="60"/>
                      </a:cubicBezTo>
                      <a:cubicBezTo>
                        <a:pt x="119" y="60"/>
                        <a:pt x="119" y="60"/>
                        <a:pt x="119" y="59"/>
                      </a:cubicBezTo>
                      <a:cubicBezTo>
                        <a:pt x="119" y="59"/>
                        <a:pt x="119" y="59"/>
                        <a:pt x="120" y="59"/>
                      </a:cubicBezTo>
                      <a:cubicBezTo>
                        <a:pt x="120" y="59"/>
                        <a:pt x="120" y="59"/>
                        <a:pt x="120" y="59"/>
                      </a:cubicBezTo>
                      <a:cubicBezTo>
                        <a:pt x="120" y="59"/>
                        <a:pt x="120" y="59"/>
                        <a:pt x="119" y="59"/>
                      </a:cubicBezTo>
                      <a:cubicBezTo>
                        <a:pt x="119" y="59"/>
                        <a:pt x="119" y="58"/>
                        <a:pt x="120" y="58"/>
                      </a:cubicBezTo>
                      <a:cubicBezTo>
                        <a:pt x="120" y="58"/>
                        <a:pt x="120" y="58"/>
                        <a:pt x="120" y="58"/>
                      </a:cubicBezTo>
                      <a:cubicBezTo>
                        <a:pt x="120" y="58"/>
                        <a:pt x="120" y="58"/>
                        <a:pt x="120" y="57"/>
                      </a:cubicBezTo>
                      <a:cubicBezTo>
                        <a:pt x="120" y="57"/>
                        <a:pt x="120" y="57"/>
                        <a:pt x="120" y="57"/>
                      </a:cubicBezTo>
                      <a:cubicBezTo>
                        <a:pt x="120" y="57"/>
                        <a:pt x="120" y="57"/>
                        <a:pt x="120" y="57"/>
                      </a:cubicBezTo>
                      <a:cubicBezTo>
                        <a:pt x="120" y="57"/>
                        <a:pt x="120" y="57"/>
                        <a:pt x="120" y="57"/>
                      </a:cubicBezTo>
                      <a:cubicBezTo>
                        <a:pt x="120" y="57"/>
                        <a:pt x="120" y="58"/>
                        <a:pt x="120" y="58"/>
                      </a:cubicBezTo>
                      <a:cubicBezTo>
                        <a:pt x="120" y="58"/>
                        <a:pt x="120" y="58"/>
                        <a:pt x="120" y="58"/>
                      </a:cubicBezTo>
                      <a:cubicBezTo>
                        <a:pt x="120" y="58"/>
                        <a:pt x="121" y="58"/>
                        <a:pt x="121" y="58"/>
                      </a:cubicBezTo>
                      <a:cubicBezTo>
                        <a:pt x="121" y="58"/>
                        <a:pt x="121" y="58"/>
                        <a:pt x="121" y="58"/>
                      </a:cubicBezTo>
                      <a:cubicBezTo>
                        <a:pt x="121" y="58"/>
                        <a:pt x="121" y="58"/>
                        <a:pt x="121" y="58"/>
                      </a:cubicBezTo>
                      <a:cubicBezTo>
                        <a:pt x="121" y="59"/>
                        <a:pt x="121" y="59"/>
                        <a:pt x="121" y="59"/>
                      </a:cubicBezTo>
                      <a:cubicBezTo>
                        <a:pt x="121" y="59"/>
                        <a:pt x="122" y="59"/>
                        <a:pt x="122" y="59"/>
                      </a:cubicBezTo>
                      <a:cubicBezTo>
                        <a:pt x="122" y="59"/>
                        <a:pt x="122" y="59"/>
                        <a:pt x="122" y="59"/>
                      </a:cubicBezTo>
                      <a:cubicBezTo>
                        <a:pt x="122" y="59"/>
                        <a:pt x="122" y="59"/>
                        <a:pt x="122" y="59"/>
                      </a:cubicBezTo>
                      <a:cubicBezTo>
                        <a:pt x="122" y="59"/>
                        <a:pt x="122" y="59"/>
                        <a:pt x="122" y="59"/>
                      </a:cubicBezTo>
                      <a:cubicBezTo>
                        <a:pt x="122" y="59"/>
                        <a:pt x="122" y="59"/>
                        <a:pt x="122" y="59"/>
                      </a:cubicBezTo>
                      <a:cubicBezTo>
                        <a:pt x="122" y="59"/>
                        <a:pt x="122" y="59"/>
                        <a:pt x="122" y="59"/>
                      </a:cubicBezTo>
                      <a:cubicBezTo>
                        <a:pt x="122" y="59"/>
                        <a:pt x="122" y="59"/>
                        <a:pt x="122" y="60"/>
                      </a:cubicBezTo>
                      <a:cubicBezTo>
                        <a:pt x="122" y="60"/>
                        <a:pt x="122" y="60"/>
                        <a:pt x="122" y="60"/>
                      </a:cubicBezTo>
                      <a:cubicBezTo>
                        <a:pt x="122" y="60"/>
                        <a:pt x="122" y="60"/>
                        <a:pt x="123" y="59"/>
                      </a:cubicBezTo>
                      <a:cubicBezTo>
                        <a:pt x="123" y="59"/>
                        <a:pt x="123" y="59"/>
                        <a:pt x="123" y="59"/>
                      </a:cubicBezTo>
                      <a:cubicBezTo>
                        <a:pt x="123" y="59"/>
                        <a:pt x="123" y="59"/>
                        <a:pt x="123" y="59"/>
                      </a:cubicBezTo>
                      <a:cubicBezTo>
                        <a:pt x="123" y="59"/>
                        <a:pt x="123" y="59"/>
                        <a:pt x="123" y="59"/>
                      </a:cubicBezTo>
                      <a:cubicBezTo>
                        <a:pt x="124" y="59"/>
                        <a:pt x="124" y="59"/>
                        <a:pt x="124" y="59"/>
                      </a:cubicBezTo>
                      <a:cubicBezTo>
                        <a:pt x="124" y="59"/>
                        <a:pt x="124" y="59"/>
                        <a:pt x="124" y="59"/>
                      </a:cubicBezTo>
                      <a:cubicBezTo>
                        <a:pt x="124" y="59"/>
                        <a:pt x="124" y="59"/>
                        <a:pt x="124" y="60"/>
                      </a:cubicBezTo>
                      <a:cubicBezTo>
                        <a:pt x="124" y="60"/>
                        <a:pt x="124" y="60"/>
                        <a:pt x="124" y="60"/>
                      </a:cubicBezTo>
                      <a:cubicBezTo>
                        <a:pt x="124" y="60"/>
                        <a:pt x="124" y="60"/>
                        <a:pt x="124" y="60"/>
                      </a:cubicBezTo>
                      <a:cubicBezTo>
                        <a:pt x="124" y="60"/>
                        <a:pt x="124" y="61"/>
                        <a:pt x="124" y="61"/>
                      </a:cubicBezTo>
                      <a:cubicBezTo>
                        <a:pt x="124" y="61"/>
                        <a:pt x="124" y="61"/>
                        <a:pt x="124" y="61"/>
                      </a:cubicBezTo>
                      <a:cubicBezTo>
                        <a:pt x="125" y="61"/>
                        <a:pt x="125" y="61"/>
                        <a:pt x="125" y="61"/>
                      </a:cubicBezTo>
                      <a:cubicBezTo>
                        <a:pt x="125" y="61"/>
                        <a:pt x="126" y="60"/>
                        <a:pt x="126" y="60"/>
                      </a:cubicBezTo>
                      <a:cubicBezTo>
                        <a:pt x="126" y="60"/>
                        <a:pt x="126" y="60"/>
                        <a:pt x="127" y="60"/>
                      </a:cubicBezTo>
                      <a:cubicBezTo>
                        <a:pt x="127" y="60"/>
                        <a:pt x="127" y="60"/>
                        <a:pt x="127" y="59"/>
                      </a:cubicBezTo>
                      <a:cubicBezTo>
                        <a:pt x="127" y="59"/>
                        <a:pt x="127" y="59"/>
                        <a:pt x="127" y="59"/>
                      </a:cubicBezTo>
                      <a:cubicBezTo>
                        <a:pt x="127" y="59"/>
                        <a:pt x="127" y="58"/>
                        <a:pt x="127" y="58"/>
                      </a:cubicBezTo>
                      <a:cubicBezTo>
                        <a:pt x="127" y="58"/>
                        <a:pt x="127" y="59"/>
                        <a:pt x="127" y="59"/>
                      </a:cubicBezTo>
                      <a:cubicBezTo>
                        <a:pt x="127" y="59"/>
                        <a:pt x="127" y="59"/>
                        <a:pt x="127" y="59"/>
                      </a:cubicBezTo>
                      <a:cubicBezTo>
                        <a:pt x="127" y="59"/>
                        <a:pt x="127" y="59"/>
                        <a:pt x="127" y="59"/>
                      </a:cubicBezTo>
                      <a:cubicBezTo>
                        <a:pt x="127" y="60"/>
                        <a:pt x="127" y="60"/>
                        <a:pt x="127" y="60"/>
                      </a:cubicBezTo>
                      <a:cubicBezTo>
                        <a:pt x="127" y="60"/>
                        <a:pt x="127" y="60"/>
                        <a:pt x="128" y="60"/>
                      </a:cubicBezTo>
                      <a:cubicBezTo>
                        <a:pt x="128" y="60"/>
                        <a:pt x="128" y="60"/>
                        <a:pt x="128" y="60"/>
                      </a:cubicBezTo>
                      <a:cubicBezTo>
                        <a:pt x="128" y="60"/>
                        <a:pt x="128" y="60"/>
                        <a:pt x="128" y="60"/>
                      </a:cubicBezTo>
                      <a:cubicBezTo>
                        <a:pt x="128" y="60"/>
                        <a:pt x="128" y="59"/>
                        <a:pt x="129" y="59"/>
                      </a:cubicBezTo>
                      <a:cubicBezTo>
                        <a:pt x="129" y="59"/>
                        <a:pt x="128" y="60"/>
                        <a:pt x="128" y="60"/>
                      </a:cubicBezTo>
                      <a:cubicBezTo>
                        <a:pt x="128" y="60"/>
                        <a:pt x="128" y="60"/>
                        <a:pt x="128" y="60"/>
                      </a:cubicBezTo>
                      <a:cubicBezTo>
                        <a:pt x="128" y="60"/>
                        <a:pt x="128" y="60"/>
                        <a:pt x="128" y="60"/>
                      </a:cubicBezTo>
                      <a:cubicBezTo>
                        <a:pt x="128" y="60"/>
                        <a:pt x="128" y="60"/>
                        <a:pt x="129" y="60"/>
                      </a:cubicBezTo>
                      <a:cubicBezTo>
                        <a:pt x="129" y="60"/>
                        <a:pt x="129" y="60"/>
                        <a:pt x="129" y="60"/>
                      </a:cubicBezTo>
                      <a:cubicBezTo>
                        <a:pt x="129" y="60"/>
                        <a:pt x="129" y="60"/>
                        <a:pt x="129" y="60"/>
                      </a:cubicBezTo>
                      <a:cubicBezTo>
                        <a:pt x="129" y="60"/>
                        <a:pt x="129" y="61"/>
                        <a:pt x="129" y="61"/>
                      </a:cubicBezTo>
                      <a:cubicBezTo>
                        <a:pt x="129" y="61"/>
                        <a:pt x="130" y="61"/>
                        <a:pt x="130" y="61"/>
                      </a:cubicBezTo>
                      <a:cubicBezTo>
                        <a:pt x="130" y="61"/>
                        <a:pt x="130" y="61"/>
                        <a:pt x="130" y="60"/>
                      </a:cubicBezTo>
                      <a:cubicBezTo>
                        <a:pt x="130" y="60"/>
                        <a:pt x="130" y="60"/>
                        <a:pt x="130" y="60"/>
                      </a:cubicBezTo>
                      <a:cubicBezTo>
                        <a:pt x="130" y="60"/>
                        <a:pt x="130" y="60"/>
                        <a:pt x="130" y="60"/>
                      </a:cubicBezTo>
                      <a:cubicBezTo>
                        <a:pt x="130" y="60"/>
                        <a:pt x="130" y="59"/>
                        <a:pt x="130" y="59"/>
                      </a:cubicBezTo>
                      <a:cubicBezTo>
                        <a:pt x="130" y="59"/>
                        <a:pt x="130" y="59"/>
                        <a:pt x="130" y="59"/>
                      </a:cubicBezTo>
                      <a:cubicBezTo>
                        <a:pt x="130" y="59"/>
                        <a:pt x="130" y="59"/>
                        <a:pt x="130" y="60"/>
                      </a:cubicBezTo>
                      <a:cubicBezTo>
                        <a:pt x="130" y="60"/>
                        <a:pt x="130" y="60"/>
                        <a:pt x="130" y="60"/>
                      </a:cubicBezTo>
                      <a:cubicBezTo>
                        <a:pt x="130" y="60"/>
                        <a:pt x="130" y="60"/>
                        <a:pt x="130" y="61"/>
                      </a:cubicBezTo>
                      <a:cubicBezTo>
                        <a:pt x="130" y="61"/>
                        <a:pt x="130" y="61"/>
                        <a:pt x="130" y="61"/>
                      </a:cubicBezTo>
                      <a:cubicBezTo>
                        <a:pt x="130" y="61"/>
                        <a:pt x="130" y="61"/>
                        <a:pt x="131" y="61"/>
                      </a:cubicBezTo>
                      <a:cubicBezTo>
                        <a:pt x="131" y="62"/>
                        <a:pt x="131" y="62"/>
                        <a:pt x="131" y="62"/>
                      </a:cubicBezTo>
                      <a:cubicBezTo>
                        <a:pt x="131" y="62"/>
                        <a:pt x="131" y="63"/>
                        <a:pt x="131" y="63"/>
                      </a:cubicBezTo>
                      <a:cubicBezTo>
                        <a:pt x="131" y="63"/>
                        <a:pt x="131" y="63"/>
                        <a:pt x="131" y="64"/>
                      </a:cubicBezTo>
                      <a:cubicBezTo>
                        <a:pt x="131" y="64"/>
                        <a:pt x="131" y="64"/>
                        <a:pt x="131" y="64"/>
                      </a:cubicBezTo>
                      <a:cubicBezTo>
                        <a:pt x="131" y="65"/>
                        <a:pt x="131" y="65"/>
                        <a:pt x="131" y="65"/>
                      </a:cubicBezTo>
                      <a:cubicBezTo>
                        <a:pt x="131" y="65"/>
                        <a:pt x="131" y="65"/>
                        <a:pt x="131" y="65"/>
                      </a:cubicBezTo>
                      <a:cubicBezTo>
                        <a:pt x="131" y="65"/>
                        <a:pt x="131" y="65"/>
                        <a:pt x="131" y="65"/>
                      </a:cubicBezTo>
                      <a:cubicBezTo>
                        <a:pt x="131" y="65"/>
                        <a:pt x="131" y="65"/>
                        <a:pt x="132" y="65"/>
                      </a:cubicBezTo>
                      <a:cubicBezTo>
                        <a:pt x="132" y="65"/>
                        <a:pt x="132" y="65"/>
                        <a:pt x="132" y="65"/>
                      </a:cubicBezTo>
                      <a:cubicBezTo>
                        <a:pt x="132" y="64"/>
                        <a:pt x="133" y="64"/>
                        <a:pt x="133" y="64"/>
                      </a:cubicBezTo>
                      <a:cubicBezTo>
                        <a:pt x="133" y="64"/>
                        <a:pt x="133" y="64"/>
                        <a:pt x="133" y="64"/>
                      </a:cubicBezTo>
                      <a:cubicBezTo>
                        <a:pt x="134" y="64"/>
                        <a:pt x="134" y="64"/>
                        <a:pt x="135" y="63"/>
                      </a:cubicBezTo>
                      <a:cubicBezTo>
                        <a:pt x="135" y="63"/>
                        <a:pt x="135" y="63"/>
                        <a:pt x="135" y="63"/>
                      </a:cubicBezTo>
                      <a:cubicBezTo>
                        <a:pt x="135" y="63"/>
                        <a:pt x="136" y="63"/>
                        <a:pt x="136" y="63"/>
                      </a:cubicBezTo>
                      <a:cubicBezTo>
                        <a:pt x="136" y="63"/>
                        <a:pt x="136" y="63"/>
                        <a:pt x="137" y="62"/>
                      </a:cubicBezTo>
                      <a:cubicBezTo>
                        <a:pt x="137" y="62"/>
                        <a:pt x="138" y="62"/>
                        <a:pt x="138" y="62"/>
                      </a:cubicBezTo>
                      <a:cubicBezTo>
                        <a:pt x="138" y="62"/>
                        <a:pt x="139" y="61"/>
                        <a:pt x="139" y="61"/>
                      </a:cubicBezTo>
                      <a:cubicBezTo>
                        <a:pt x="139" y="61"/>
                        <a:pt x="139" y="61"/>
                        <a:pt x="140" y="61"/>
                      </a:cubicBezTo>
                      <a:cubicBezTo>
                        <a:pt x="140" y="61"/>
                        <a:pt x="140" y="61"/>
                        <a:pt x="140" y="61"/>
                      </a:cubicBezTo>
                      <a:cubicBezTo>
                        <a:pt x="140" y="61"/>
                        <a:pt x="140" y="61"/>
                        <a:pt x="140" y="60"/>
                      </a:cubicBezTo>
                      <a:cubicBezTo>
                        <a:pt x="140" y="60"/>
                        <a:pt x="140" y="60"/>
                        <a:pt x="140" y="60"/>
                      </a:cubicBezTo>
                      <a:cubicBezTo>
                        <a:pt x="140" y="60"/>
                        <a:pt x="140" y="59"/>
                        <a:pt x="140" y="59"/>
                      </a:cubicBezTo>
                      <a:cubicBezTo>
                        <a:pt x="140" y="59"/>
                        <a:pt x="141" y="59"/>
                        <a:pt x="141" y="59"/>
                      </a:cubicBezTo>
                      <a:cubicBezTo>
                        <a:pt x="141" y="59"/>
                        <a:pt x="141" y="59"/>
                        <a:pt x="141" y="59"/>
                      </a:cubicBezTo>
                      <a:cubicBezTo>
                        <a:pt x="141" y="58"/>
                        <a:pt x="141" y="58"/>
                        <a:pt x="141" y="58"/>
                      </a:cubicBezTo>
                      <a:cubicBezTo>
                        <a:pt x="141" y="58"/>
                        <a:pt x="141" y="58"/>
                        <a:pt x="141" y="58"/>
                      </a:cubicBezTo>
                      <a:cubicBezTo>
                        <a:pt x="141" y="58"/>
                        <a:pt x="141" y="58"/>
                        <a:pt x="141" y="58"/>
                      </a:cubicBezTo>
                      <a:cubicBezTo>
                        <a:pt x="140" y="58"/>
                        <a:pt x="140" y="58"/>
                        <a:pt x="140" y="58"/>
                      </a:cubicBezTo>
                      <a:cubicBezTo>
                        <a:pt x="140" y="58"/>
                        <a:pt x="141" y="58"/>
                        <a:pt x="141" y="58"/>
                      </a:cubicBezTo>
                      <a:cubicBezTo>
                        <a:pt x="141" y="58"/>
                        <a:pt x="141" y="58"/>
                        <a:pt x="141" y="58"/>
                      </a:cubicBezTo>
                      <a:cubicBezTo>
                        <a:pt x="141" y="58"/>
                        <a:pt x="141" y="58"/>
                        <a:pt x="142" y="58"/>
                      </a:cubicBezTo>
                      <a:cubicBezTo>
                        <a:pt x="142" y="58"/>
                        <a:pt x="141" y="58"/>
                        <a:pt x="141" y="58"/>
                      </a:cubicBezTo>
                      <a:cubicBezTo>
                        <a:pt x="141" y="58"/>
                        <a:pt x="141" y="58"/>
                        <a:pt x="141" y="57"/>
                      </a:cubicBezTo>
                      <a:cubicBezTo>
                        <a:pt x="141" y="57"/>
                        <a:pt x="141" y="57"/>
                        <a:pt x="141" y="57"/>
                      </a:cubicBezTo>
                      <a:cubicBezTo>
                        <a:pt x="141" y="57"/>
                        <a:pt x="141" y="57"/>
                        <a:pt x="141" y="57"/>
                      </a:cubicBezTo>
                      <a:cubicBezTo>
                        <a:pt x="141" y="57"/>
                        <a:pt x="141" y="57"/>
                        <a:pt x="141" y="57"/>
                      </a:cubicBezTo>
                      <a:cubicBezTo>
                        <a:pt x="141" y="57"/>
                        <a:pt x="141" y="57"/>
                        <a:pt x="141" y="57"/>
                      </a:cubicBezTo>
                      <a:cubicBezTo>
                        <a:pt x="141" y="57"/>
                        <a:pt x="140" y="57"/>
                        <a:pt x="140" y="57"/>
                      </a:cubicBezTo>
                      <a:cubicBezTo>
                        <a:pt x="140" y="57"/>
                        <a:pt x="141" y="57"/>
                        <a:pt x="140" y="57"/>
                      </a:cubicBezTo>
                      <a:cubicBezTo>
                        <a:pt x="140" y="57"/>
                        <a:pt x="140" y="56"/>
                        <a:pt x="141" y="56"/>
                      </a:cubicBezTo>
                      <a:cubicBezTo>
                        <a:pt x="141" y="56"/>
                        <a:pt x="140" y="56"/>
                        <a:pt x="141" y="56"/>
                      </a:cubicBezTo>
                      <a:cubicBezTo>
                        <a:pt x="141" y="56"/>
                        <a:pt x="141" y="56"/>
                        <a:pt x="141" y="56"/>
                      </a:cubicBezTo>
                      <a:cubicBezTo>
                        <a:pt x="141" y="56"/>
                        <a:pt x="141" y="56"/>
                        <a:pt x="141" y="57"/>
                      </a:cubicBezTo>
                      <a:cubicBezTo>
                        <a:pt x="141" y="57"/>
                        <a:pt x="141" y="57"/>
                        <a:pt x="141" y="57"/>
                      </a:cubicBezTo>
                      <a:cubicBezTo>
                        <a:pt x="141" y="57"/>
                        <a:pt x="141" y="57"/>
                        <a:pt x="141" y="56"/>
                      </a:cubicBezTo>
                      <a:cubicBezTo>
                        <a:pt x="141" y="57"/>
                        <a:pt x="141" y="57"/>
                        <a:pt x="141" y="57"/>
                      </a:cubicBezTo>
                      <a:cubicBezTo>
                        <a:pt x="141" y="57"/>
                        <a:pt x="141" y="57"/>
                        <a:pt x="142" y="57"/>
                      </a:cubicBezTo>
                      <a:cubicBezTo>
                        <a:pt x="142" y="57"/>
                        <a:pt x="142" y="56"/>
                        <a:pt x="142" y="56"/>
                      </a:cubicBezTo>
                      <a:cubicBezTo>
                        <a:pt x="142" y="56"/>
                        <a:pt x="142" y="56"/>
                        <a:pt x="142" y="56"/>
                      </a:cubicBezTo>
                      <a:cubicBezTo>
                        <a:pt x="142" y="56"/>
                        <a:pt x="142" y="56"/>
                        <a:pt x="142" y="55"/>
                      </a:cubicBezTo>
                      <a:cubicBezTo>
                        <a:pt x="142" y="55"/>
                        <a:pt x="142" y="55"/>
                        <a:pt x="142" y="55"/>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2" y="54"/>
                        <a:pt x="142" y="54"/>
                      </a:cubicBezTo>
                      <a:cubicBezTo>
                        <a:pt x="142" y="54"/>
                        <a:pt x="143" y="54"/>
                        <a:pt x="143" y="54"/>
                      </a:cubicBezTo>
                      <a:cubicBezTo>
                        <a:pt x="143" y="54"/>
                        <a:pt x="143" y="54"/>
                        <a:pt x="143" y="54"/>
                      </a:cubicBezTo>
                      <a:cubicBezTo>
                        <a:pt x="143" y="54"/>
                        <a:pt x="143" y="54"/>
                        <a:pt x="143" y="54"/>
                      </a:cubicBezTo>
                      <a:cubicBezTo>
                        <a:pt x="143" y="54"/>
                        <a:pt x="143" y="54"/>
                        <a:pt x="143" y="54"/>
                      </a:cubicBezTo>
                      <a:cubicBezTo>
                        <a:pt x="143" y="54"/>
                        <a:pt x="143" y="54"/>
                        <a:pt x="143" y="54"/>
                      </a:cubicBezTo>
                      <a:cubicBezTo>
                        <a:pt x="143" y="54"/>
                        <a:pt x="143" y="54"/>
                        <a:pt x="143" y="54"/>
                      </a:cubicBezTo>
                      <a:cubicBezTo>
                        <a:pt x="143" y="54"/>
                        <a:pt x="143" y="54"/>
                        <a:pt x="143" y="54"/>
                      </a:cubicBezTo>
                      <a:cubicBezTo>
                        <a:pt x="143" y="54"/>
                        <a:pt x="143" y="54"/>
                        <a:pt x="143" y="53"/>
                      </a:cubicBezTo>
                      <a:cubicBezTo>
                        <a:pt x="143" y="53"/>
                        <a:pt x="143" y="53"/>
                        <a:pt x="143" y="53"/>
                      </a:cubicBezTo>
                      <a:cubicBezTo>
                        <a:pt x="143" y="53"/>
                        <a:pt x="143" y="53"/>
                        <a:pt x="143" y="53"/>
                      </a:cubicBezTo>
                      <a:cubicBezTo>
                        <a:pt x="143" y="53"/>
                        <a:pt x="143" y="53"/>
                        <a:pt x="143" y="53"/>
                      </a:cubicBezTo>
                      <a:cubicBezTo>
                        <a:pt x="143" y="53"/>
                        <a:pt x="143" y="53"/>
                        <a:pt x="143" y="53"/>
                      </a:cubicBezTo>
                      <a:cubicBezTo>
                        <a:pt x="143" y="53"/>
                        <a:pt x="143" y="52"/>
                        <a:pt x="143" y="52"/>
                      </a:cubicBezTo>
                      <a:cubicBezTo>
                        <a:pt x="143" y="52"/>
                        <a:pt x="143" y="52"/>
                        <a:pt x="143" y="52"/>
                      </a:cubicBezTo>
                      <a:cubicBezTo>
                        <a:pt x="143" y="52"/>
                        <a:pt x="143" y="52"/>
                        <a:pt x="143" y="52"/>
                      </a:cubicBezTo>
                      <a:cubicBezTo>
                        <a:pt x="143" y="52"/>
                        <a:pt x="143" y="52"/>
                        <a:pt x="143" y="52"/>
                      </a:cubicBezTo>
                      <a:cubicBezTo>
                        <a:pt x="143" y="51"/>
                        <a:pt x="144" y="51"/>
                        <a:pt x="143" y="51"/>
                      </a:cubicBezTo>
                      <a:cubicBezTo>
                        <a:pt x="143" y="51"/>
                        <a:pt x="143" y="51"/>
                        <a:pt x="143" y="51"/>
                      </a:cubicBezTo>
                      <a:cubicBezTo>
                        <a:pt x="143" y="52"/>
                        <a:pt x="143" y="51"/>
                        <a:pt x="143" y="51"/>
                      </a:cubicBezTo>
                      <a:cubicBezTo>
                        <a:pt x="143" y="51"/>
                        <a:pt x="143" y="51"/>
                        <a:pt x="143" y="51"/>
                      </a:cubicBezTo>
                      <a:cubicBezTo>
                        <a:pt x="143" y="51"/>
                        <a:pt x="143" y="51"/>
                        <a:pt x="143" y="51"/>
                      </a:cubicBezTo>
                      <a:cubicBezTo>
                        <a:pt x="143" y="51"/>
                        <a:pt x="143" y="51"/>
                        <a:pt x="143" y="51"/>
                      </a:cubicBezTo>
                      <a:cubicBezTo>
                        <a:pt x="143" y="51"/>
                        <a:pt x="143" y="51"/>
                        <a:pt x="143" y="51"/>
                      </a:cubicBezTo>
                      <a:cubicBezTo>
                        <a:pt x="143" y="51"/>
                        <a:pt x="143" y="51"/>
                        <a:pt x="143" y="51"/>
                      </a:cubicBezTo>
                      <a:cubicBezTo>
                        <a:pt x="143" y="51"/>
                        <a:pt x="143" y="51"/>
                        <a:pt x="143" y="51"/>
                      </a:cubicBezTo>
                      <a:cubicBezTo>
                        <a:pt x="143" y="51"/>
                        <a:pt x="142" y="51"/>
                        <a:pt x="142" y="51"/>
                      </a:cubicBezTo>
                      <a:cubicBezTo>
                        <a:pt x="142" y="51"/>
                        <a:pt x="142" y="51"/>
                        <a:pt x="142" y="51"/>
                      </a:cubicBezTo>
                      <a:cubicBezTo>
                        <a:pt x="142" y="51"/>
                        <a:pt x="142" y="51"/>
                        <a:pt x="142" y="51"/>
                      </a:cubicBezTo>
                      <a:cubicBezTo>
                        <a:pt x="142" y="51"/>
                        <a:pt x="142" y="51"/>
                        <a:pt x="142" y="51"/>
                      </a:cubicBezTo>
                      <a:cubicBezTo>
                        <a:pt x="142" y="51"/>
                        <a:pt x="142" y="51"/>
                        <a:pt x="142" y="51"/>
                      </a:cubicBezTo>
                      <a:cubicBezTo>
                        <a:pt x="142" y="51"/>
                        <a:pt x="142" y="51"/>
                        <a:pt x="142" y="51"/>
                      </a:cubicBezTo>
                      <a:cubicBezTo>
                        <a:pt x="142" y="51"/>
                        <a:pt x="142" y="51"/>
                        <a:pt x="142" y="51"/>
                      </a:cubicBezTo>
                      <a:cubicBezTo>
                        <a:pt x="142" y="51"/>
                        <a:pt x="142" y="51"/>
                        <a:pt x="142" y="51"/>
                      </a:cubicBezTo>
                      <a:cubicBezTo>
                        <a:pt x="142" y="50"/>
                        <a:pt x="143" y="50"/>
                        <a:pt x="143" y="50"/>
                      </a:cubicBezTo>
                      <a:cubicBezTo>
                        <a:pt x="143" y="50"/>
                        <a:pt x="143" y="50"/>
                        <a:pt x="143" y="50"/>
                      </a:cubicBezTo>
                      <a:cubicBezTo>
                        <a:pt x="143" y="50"/>
                        <a:pt x="143" y="50"/>
                        <a:pt x="143" y="50"/>
                      </a:cubicBezTo>
                      <a:cubicBezTo>
                        <a:pt x="142" y="50"/>
                        <a:pt x="142" y="50"/>
                        <a:pt x="142" y="50"/>
                      </a:cubicBezTo>
                      <a:cubicBezTo>
                        <a:pt x="142" y="50"/>
                        <a:pt x="142" y="50"/>
                        <a:pt x="142" y="50"/>
                      </a:cubicBezTo>
                      <a:cubicBezTo>
                        <a:pt x="142" y="49"/>
                        <a:pt x="142" y="49"/>
                        <a:pt x="142" y="49"/>
                      </a:cubicBezTo>
                      <a:cubicBezTo>
                        <a:pt x="142" y="50"/>
                        <a:pt x="142" y="50"/>
                        <a:pt x="142" y="49"/>
                      </a:cubicBezTo>
                      <a:cubicBezTo>
                        <a:pt x="142" y="49"/>
                        <a:pt x="142" y="49"/>
                        <a:pt x="142" y="49"/>
                      </a:cubicBezTo>
                      <a:cubicBezTo>
                        <a:pt x="142" y="49"/>
                        <a:pt x="142" y="49"/>
                        <a:pt x="142" y="49"/>
                      </a:cubicBezTo>
                      <a:cubicBezTo>
                        <a:pt x="142" y="49"/>
                        <a:pt x="142" y="49"/>
                        <a:pt x="142" y="49"/>
                      </a:cubicBezTo>
                      <a:cubicBezTo>
                        <a:pt x="142" y="49"/>
                        <a:pt x="142" y="49"/>
                        <a:pt x="142" y="49"/>
                      </a:cubicBezTo>
                      <a:cubicBezTo>
                        <a:pt x="142" y="49"/>
                        <a:pt x="142" y="49"/>
                        <a:pt x="142" y="49"/>
                      </a:cubicBezTo>
                      <a:cubicBezTo>
                        <a:pt x="141" y="49"/>
                        <a:pt x="141" y="49"/>
                        <a:pt x="141" y="49"/>
                      </a:cubicBezTo>
                      <a:cubicBezTo>
                        <a:pt x="141" y="49"/>
                        <a:pt x="141" y="49"/>
                        <a:pt x="141" y="49"/>
                      </a:cubicBezTo>
                      <a:cubicBezTo>
                        <a:pt x="141" y="49"/>
                        <a:pt x="141" y="49"/>
                        <a:pt x="141" y="49"/>
                      </a:cubicBezTo>
                      <a:cubicBezTo>
                        <a:pt x="141" y="49"/>
                        <a:pt x="141" y="49"/>
                        <a:pt x="141" y="49"/>
                      </a:cubicBezTo>
                      <a:cubicBezTo>
                        <a:pt x="141" y="49"/>
                        <a:pt x="141" y="49"/>
                        <a:pt x="141" y="49"/>
                      </a:cubicBezTo>
                      <a:cubicBezTo>
                        <a:pt x="141" y="49"/>
                        <a:pt x="141" y="49"/>
                        <a:pt x="141" y="49"/>
                      </a:cubicBezTo>
                      <a:cubicBezTo>
                        <a:pt x="141" y="49"/>
                        <a:pt x="141" y="49"/>
                        <a:pt x="141" y="49"/>
                      </a:cubicBezTo>
                      <a:cubicBezTo>
                        <a:pt x="141" y="49"/>
                        <a:pt x="141" y="49"/>
                        <a:pt x="141" y="48"/>
                      </a:cubicBezTo>
                      <a:cubicBezTo>
                        <a:pt x="141" y="48"/>
                        <a:pt x="142" y="48"/>
                        <a:pt x="142" y="48"/>
                      </a:cubicBezTo>
                      <a:cubicBezTo>
                        <a:pt x="142" y="48"/>
                        <a:pt x="142" y="48"/>
                        <a:pt x="142" y="48"/>
                      </a:cubicBezTo>
                      <a:cubicBezTo>
                        <a:pt x="142" y="48"/>
                        <a:pt x="142" y="48"/>
                        <a:pt x="142" y="48"/>
                      </a:cubicBezTo>
                      <a:cubicBezTo>
                        <a:pt x="142" y="48"/>
                        <a:pt x="142" y="48"/>
                        <a:pt x="142" y="48"/>
                      </a:cubicBezTo>
                      <a:cubicBezTo>
                        <a:pt x="142" y="48"/>
                        <a:pt x="142" y="48"/>
                        <a:pt x="142" y="48"/>
                      </a:cubicBezTo>
                      <a:cubicBezTo>
                        <a:pt x="142" y="48"/>
                        <a:pt x="142" y="48"/>
                        <a:pt x="143" y="48"/>
                      </a:cubicBezTo>
                      <a:cubicBezTo>
                        <a:pt x="143" y="48"/>
                        <a:pt x="143" y="48"/>
                        <a:pt x="143" y="48"/>
                      </a:cubicBezTo>
                      <a:cubicBezTo>
                        <a:pt x="143" y="48"/>
                        <a:pt x="143" y="48"/>
                        <a:pt x="143" y="48"/>
                      </a:cubicBezTo>
                      <a:cubicBezTo>
                        <a:pt x="143" y="47"/>
                        <a:pt x="143" y="47"/>
                        <a:pt x="143" y="47"/>
                      </a:cubicBezTo>
                      <a:cubicBezTo>
                        <a:pt x="143" y="47"/>
                        <a:pt x="143" y="47"/>
                        <a:pt x="143" y="47"/>
                      </a:cubicBezTo>
                      <a:cubicBezTo>
                        <a:pt x="143" y="47"/>
                        <a:pt x="143" y="47"/>
                        <a:pt x="143" y="46"/>
                      </a:cubicBezTo>
                      <a:cubicBezTo>
                        <a:pt x="143" y="46"/>
                        <a:pt x="143" y="46"/>
                        <a:pt x="144" y="46"/>
                      </a:cubicBezTo>
                      <a:cubicBezTo>
                        <a:pt x="144" y="46"/>
                        <a:pt x="144" y="46"/>
                        <a:pt x="144" y="46"/>
                      </a:cubicBezTo>
                      <a:cubicBezTo>
                        <a:pt x="144" y="46"/>
                        <a:pt x="144" y="46"/>
                        <a:pt x="144" y="46"/>
                      </a:cubicBezTo>
                      <a:cubicBezTo>
                        <a:pt x="144" y="46"/>
                        <a:pt x="144" y="46"/>
                        <a:pt x="144" y="46"/>
                      </a:cubicBezTo>
                      <a:cubicBezTo>
                        <a:pt x="144" y="46"/>
                        <a:pt x="144" y="46"/>
                        <a:pt x="144" y="45"/>
                      </a:cubicBezTo>
                      <a:cubicBezTo>
                        <a:pt x="144" y="45"/>
                        <a:pt x="144" y="45"/>
                        <a:pt x="144" y="45"/>
                      </a:cubicBezTo>
                      <a:cubicBezTo>
                        <a:pt x="145" y="45"/>
                        <a:pt x="144" y="45"/>
                        <a:pt x="144" y="45"/>
                      </a:cubicBezTo>
                      <a:cubicBezTo>
                        <a:pt x="144" y="45"/>
                        <a:pt x="144" y="45"/>
                        <a:pt x="144" y="45"/>
                      </a:cubicBezTo>
                      <a:cubicBezTo>
                        <a:pt x="144" y="45"/>
                        <a:pt x="144" y="45"/>
                        <a:pt x="144" y="45"/>
                      </a:cubicBezTo>
                      <a:cubicBezTo>
                        <a:pt x="144" y="45"/>
                        <a:pt x="144" y="45"/>
                        <a:pt x="144" y="45"/>
                      </a:cubicBezTo>
                      <a:cubicBezTo>
                        <a:pt x="144" y="45"/>
                        <a:pt x="144" y="45"/>
                        <a:pt x="144" y="45"/>
                      </a:cubicBezTo>
                      <a:cubicBezTo>
                        <a:pt x="144" y="45"/>
                        <a:pt x="144" y="45"/>
                        <a:pt x="144" y="45"/>
                      </a:cubicBezTo>
                      <a:cubicBezTo>
                        <a:pt x="144" y="45"/>
                        <a:pt x="144" y="45"/>
                        <a:pt x="144" y="45"/>
                      </a:cubicBezTo>
                      <a:cubicBezTo>
                        <a:pt x="144" y="45"/>
                        <a:pt x="144" y="45"/>
                        <a:pt x="144" y="45"/>
                      </a:cubicBezTo>
                      <a:cubicBezTo>
                        <a:pt x="144" y="45"/>
                        <a:pt x="144" y="45"/>
                        <a:pt x="144" y="45"/>
                      </a:cubicBezTo>
                      <a:cubicBezTo>
                        <a:pt x="144" y="45"/>
                        <a:pt x="144" y="44"/>
                        <a:pt x="144" y="44"/>
                      </a:cubicBezTo>
                      <a:cubicBezTo>
                        <a:pt x="144" y="44"/>
                        <a:pt x="144" y="44"/>
                        <a:pt x="144" y="44"/>
                      </a:cubicBezTo>
                      <a:cubicBezTo>
                        <a:pt x="144" y="44"/>
                        <a:pt x="144" y="44"/>
                        <a:pt x="144" y="44"/>
                      </a:cubicBezTo>
                      <a:cubicBezTo>
                        <a:pt x="144" y="44"/>
                        <a:pt x="144" y="44"/>
                        <a:pt x="144" y="44"/>
                      </a:cubicBezTo>
                      <a:cubicBezTo>
                        <a:pt x="144" y="44"/>
                        <a:pt x="144" y="44"/>
                        <a:pt x="144" y="44"/>
                      </a:cubicBezTo>
                      <a:cubicBezTo>
                        <a:pt x="144" y="44"/>
                        <a:pt x="144" y="44"/>
                        <a:pt x="144" y="44"/>
                      </a:cubicBezTo>
                      <a:cubicBezTo>
                        <a:pt x="144" y="44"/>
                        <a:pt x="144" y="44"/>
                        <a:pt x="144" y="45"/>
                      </a:cubicBezTo>
                      <a:cubicBezTo>
                        <a:pt x="145" y="45"/>
                        <a:pt x="145" y="45"/>
                        <a:pt x="145" y="45"/>
                      </a:cubicBezTo>
                      <a:cubicBezTo>
                        <a:pt x="145" y="45"/>
                        <a:pt x="145" y="45"/>
                        <a:pt x="145" y="45"/>
                      </a:cubicBezTo>
                      <a:cubicBezTo>
                        <a:pt x="145" y="45"/>
                        <a:pt x="145" y="45"/>
                        <a:pt x="145" y="45"/>
                      </a:cubicBezTo>
                      <a:cubicBezTo>
                        <a:pt x="145" y="45"/>
                        <a:pt x="145" y="45"/>
                        <a:pt x="145" y="45"/>
                      </a:cubicBezTo>
                      <a:cubicBezTo>
                        <a:pt x="145" y="45"/>
                        <a:pt x="145" y="45"/>
                        <a:pt x="145" y="45"/>
                      </a:cubicBezTo>
                      <a:cubicBezTo>
                        <a:pt x="145" y="45"/>
                        <a:pt x="145" y="45"/>
                        <a:pt x="145" y="45"/>
                      </a:cubicBezTo>
                      <a:cubicBezTo>
                        <a:pt x="145" y="45"/>
                        <a:pt x="145" y="45"/>
                        <a:pt x="145" y="45"/>
                      </a:cubicBezTo>
                      <a:cubicBezTo>
                        <a:pt x="145" y="45"/>
                        <a:pt x="145" y="45"/>
                        <a:pt x="145" y="45"/>
                      </a:cubicBezTo>
                      <a:cubicBezTo>
                        <a:pt x="145" y="45"/>
                        <a:pt x="145" y="45"/>
                        <a:pt x="146" y="45"/>
                      </a:cubicBezTo>
                      <a:cubicBezTo>
                        <a:pt x="146" y="45"/>
                        <a:pt x="146" y="45"/>
                        <a:pt x="146" y="45"/>
                      </a:cubicBezTo>
                      <a:cubicBezTo>
                        <a:pt x="146" y="45"/>
                        <a:pt x="146" y="45"/>
                        <a:pt x="146" y="45"/>
                      </a:cubicBezTo>
                      <a:cubicBezTo>
                        <a:pt x="146" y="44"/>
                        <a:pt x="146" y="44"/>
                        <a:pt x="146" y="44"/>
                      </a:cubicBezTo>
                      <a:cubicBezTo>
                        <a:pt x="146" y="44"/>
                        <a:pt x="146" y="44"/>
                        <a:pt x="146" y="44"/>
                      </a:cubicBezTo>
                      <a:cubicBezTo>
                        <a:pt x="146" y="44"/>
                        <a:pt x="146" y="44"/>
                        <a:pt x="146" y="44"/>
                      </a:cubicBezTo>
                      <a:cubicBezTo>
                        <a:pt x="147" y="44"/>
                        <a:pt x="147" y="44"/>
                        <a:pt x="147" y="44"/>
                      </a:cubicBezTo>
                      <a:cubicBezTo>
                        <a:pt x="147" y="43"/>
                        <a:pt x="147" y="43"/>
                        <a:pt x="147" y="43"/>
                      </a:cubicBezTo>
                      <a:cubicBezTo>
                        <a:pt x="147" y="43"/>
                        <a:pt x="147" y="43"/>
                        <a:pt x="147" y="43"/>
                      </a:cubicBezTo>
                      <a:cubicBezTo>
                        <a:pt x="147" y="43"/>
                        <a:pt x="147" y="43"/>
                        <a:pt x="147" y="43"/>
                      </a:cubicBezTo>
                      <a:cubicBezTo>
                        <a:pt x="147" y="43"/>
                        <a:pt x="147" y="43"/>
                        <a:pt x="147" y="43"/>
                      </a:cubicBezTo>
                      <a:cubicBezTo>
                        <a:pt x="147" y="43"/>
                        <a:pt x="147" y="43"/>
                        <a:pt x="147" y="43"/>
                      </a:cubicBezTo>
                      <a:cubicBezTo>
                        <a:pt x="147" y="43"/>
                        <a:pt x="147" y="43"/>
                        <a:pt x="147" y="43"/>
                      </a:cubicBezTo>
                      <a:cubicBezTo>
                        <a:pt x="147" y="42"/>
                        <a:pt x="147" y="42"/>
                        <a:pt x="148" y="42"/>
                      </a:cubicBezTo>
                      <a:cubicBezTo>
                        <a:pt x="148" y="42"/>
                        <a:pt x="148" y="42"/>
                        <a:pt x="148" y="42"/>
                      </a:cubicBezTo>
                      <a:cubicBezTo>
                        <a:pt x="148" y="43"/>
                        <a:pt x="148" y="42"/>
                        <a:pt x="148" y="42"/>
                      </a:cubicBezTo>
                      <a:cubicBezTo>
                        <a:pt x="148" y="42"/>
                        <a:pt x="148" y="42"/>
                        <a:pt x="148" y="42"/>
                      </a:cubicBezTo>
                      <a:cubicBezTo>
                        <a:pt x="148" y="42"/>
                        <a:pt x="148" y="42"/>
                        <a:pt x="148" y="42"/>
                      </a:cubicBezTo>
                      <a:cubicBezTo>
                        <a:pt x="148" y="42"/>
                        <a:pt x="148" y="42"/>
                        <a:pt x="148" y="42"/>
                      </a:cubicBezTo>
                      <a:cubicBezTo>
                        <a:pt x="148" y="42"/>
                        <a:pt x="148" y="42"/>
                        <a:pt x="148" y="42"/>
                      </a:cubicBezTo>
                      <a:cubicBezTo>
                        <a:pt x="148" y="42"/>
                        <a:pt x="148" y="42"/>
                        <a:pt x="148" y="42"/>
                      </a:cubicBezTo>
                      <a:cubicBezTo>
                        <a:pt x="148" y="42"/>
                        <a:pt x="148" y="42"/>
                        <a:pt x="148" y="42"/>
                      </a:cubicBezTo>
                      <a:cubicBezTo>
                        <a:pt x="148" y="42"/>
                        <a:pt x="148" y="42"/>
                        <a:pt x="148" y="42"/>
                      </a:cubicBezTo>
                      <a:cubicBezTo>
                        <a:pt x="148" y="42"/>
                        <a:pt x="148" y="43"/>
                        <a:pt x="148" y="43"/>
                      </a:cubicBezTo>
                      <a:cubicBezTo>
                        <a:pt x="148" y="43"/>
                        <a:pt x="148" y="43"/>
                        <a:pt x="148" y="43"/>
                      </a:cubicBezTo>
                      <a:cubicBezTo>
                        <a:pt x="148" y="43"/>
                        <a:pt x="148" y="43"/>
                        <a:pt x="148" y="43"/>
                      </a:cubicBezTo>
                      <a:cubicBezTo>
                        <a:pt x="148" y="43"/>
                        <a:pt x="148" y="43"/>
                        <a:pt x="148" y="43"/>
                      </a:cubicBezTo>
                      <a:cubicBezTo>
                        <a:pt x="148" y="43"/>
                        <a:pt x="148" y="42"/>
                        <a:pt x="148" y="42"/>
                      </a:cubicBezTo>
                      <a:cubicBezTo>
                        <a:pt x="148" y="42"/>
                        <a:pt x="148" y="42"/>
                        <a:pt x="148" y="42"/>
                      </a:cubicBezTo>
                      <a:cubicBezTo>
                        <a:pt x="148" y="42"/>
                        <a:pt x="148" y="42"/>
                        <a:pt x="148" y="42"/>
                      </a:cubicBezTo>
                      <a:cubicBezTo>
                        <a:pt x="148" y="42"/>
                        <a:pt x="148" y="42"/>
                        <a:pt x="148" y="42"/>
                      </a:cubicBezTo>
                      <a:cubicBezTo>
                        <a:pt x="148" y="42"/>
                        <a:pt x="148" y="42"/>
                        <a:pt x="148" y="42"/>
                      </a:cubicBezTo>
                      <a:cubicBezTo>
                        <a:pt x="149" y="42"/>
                        <a:pt x="149" y="42"/>
                        <a:pt x="149" y="43"/>
                      </a:cubicBezTo>
                      <a:cubicBezTo>
                        <a:pt x="149" y="43"/>
                        <a:pt x="149" y="43"/>
                        <a:pt x="149" y="43"/>
                      </a:cubicBezTo>
                      <a:cubicBezTo>
                        <a:pt x="149" y="42"/>
                        <a:pt x="149" y="42"/>
                        <a:pt x="149" y="42"/>
                      </a:cubicBezTo>
                      <a:cubicBezTo>
                        <a:pt x="149" y="42"/>
                        <a:pt x="148" y="42"/>
                        <a:pt x="148" y="42"/>
                      </a:cubicBezTo>
                      <a:cubicBezTo>
                        <a:pt x="149" y="42"/>
                        <a:pt x="149" y="42"/>
                        <a:pt x="149" y="42"/>
                      </a:cubicBezTo>
                      <a:cubicBezTo>
                        <a:pt x="149" y="42"/>
                        <a:pt x="149" y="42"/>
                        <a:pt x="149" y="42"/>
                      </a:cubicBezTo>
                      <a:cubicBezTo>
                        <a:pt x="149" y="42"/>
                        <a:pt x="149" y="42"/>
                        <a:pt x="149" y="42"/>
                      </a:cubicBezTo>
                      <a:cubicBezTo>
                        <a:pt x="149" y="42"/>
                        <a:pt x="149" y="42"/>
                        <a:pt x="149" y="42"/>
                      </a:cubicBezTo>
                      <a:cubicBezTo>
                        <a:pt x="149" y="42"/>
                        <a:pt x="149" y="42"/>
                        <a:pt x="149" y="42"/>
                      </a:cubicBezTo>
                      <a:cubicBezTo>
                        <a:pt x="149" y="42"/>
                        <a:pt x="149" y="42"/>
                        <a:pt x="149" y="42"/>
                      </a:cubicBezTo>
                      <a:cubicBezTo>
                        <a:pt x="149" y="42"/>
                        <a:pt x="149" y="42"/>
                        <a:pt x="149" y="42"/>
                      </a:cubicBezTo>
                      <a:cubicBezTo>
                        <a:pt x="149" y="42"/>
                        <a:pt x="149" y="42"/>
                        <a:pt x="149" y="42"/>
                      </a:cubicBezTo>
                      <a:cubicBezTo>
                        <a:pt x="149" y="42"/>
                        <a:pt x="149" y="42"/>
                        <a:pt x="149" y="42"/>
                      </a:cubicBezTo>
                      <a:cubicBezTo>
                        <a:pt x="150" y="42"/>
                        <a:pt x="150" y="42"/>
                        <a:pt x="150" y="42"/>
                      </a:cubicBezTo>
                      <a:cubicBezTo>
                        <a:pt x="150" y="42"/>
                        <a:pt x="150" y="42"/>
                        <a:pt x="150" y="42"/>
                      </a:cubicBezTo>
                      <a:cubicBezTo>
                        <a:pt x="150" y="42"/>
                        <a:pt x="150" y="42"/>
                        <a:pt x="150" y="42"/>
                      </a:cubicBezTo>
                      <a:cubicBezTo>
                        <a:pt x="150" y="42"/>
                        <a:pt x="150" y="42"/>
                        <a:pt x="150" y="42"/>
                      </a:cubicBezTo>
                      <a:cubicBezTo>
                        <a:pt x="150" y="42"/>
                        <a:pt x="150" y="42"/>
                        <a:pt x="150" y="42"/>
                      </a:cubicBezTo>
                      <a:cubicBezTo>
                        <a:pt x="150" y="42"/>
                        <a:pt x="150" y="42"/>
                        <a:pt x="150" y="42"/>
                      </a:cubicBezTo>
                      <a:cubicBezTo>
                        <a:pt x="150" y="41"/>
                        <a:pt x="150" y="41"/>
                        <a:pt x="149" y="41"/>
                      </a:cubicBezTo>
                      <a:cubicBezTo>
                        <a:pt x="149" y="41"/>
                        <a:pt x="149" y="41"/>
                        <a:pt x="149" y="42"/>
                      </a:cubicBezTo>
                      <a:cubicBezTo>
                        <a:pt x="149" y="42"/>
                        <a:pt x="149" y="42"/>
                        <a:pt x="149" y="42"/>
                      </a:cubicBezTo>
                      <a:cubicBezTo>
                        <a:pt x="149" y="42"/>
                        <a:pt x="149" y="41"/>
                        <a:pt x="149" y="41"/>
                      </a:cubicBezTo>
                      <a:cubicBezTo>
                        <a:pt x="149" y="41"/>
                        <a:pt x="149" y="41"/>
                        <a:pt x="149" y="41"/>
                      </a:cubicBezTo>
                      <a:cubicBezTo>
                        <a:pt x="149" y="41"/>
                        <a:pt x="149" y="41"/>
                        <a:pt x="149" y="41"/>
                      </a:cubicBezTo>
                      <a:cubicBezTo>
                        <a:pt x="149" y="41"/>
                        <a:pt x="149" y="41"/>
                        <a:pt x="149" y="41"/>
                      </a:cubicBezTo>
                      <a:cubicBezTo>
                        <a:pt x="149" y="41"/>
                        <a:pt x="149" y="41"/>
                        <a:pt x="149" y="41"/>
                      </a:cubicBezTo>
                      <a:cubicBezTo>
                        <a:pt x="149" y="41"/>
                        <a:pt x="149" y="41"/>
                        <a:pt x="149" y="41"/>
                      </a:cubicBezTo>
                      <a:cubicBezTo>
                        <a:pt x="149" y="41"/>
                        <a:pt x="149" y="41"/>
                        <a:pt x="149" y="41"/>
                      </a:cubicBezTo>
                      <a:cubicBezTo>
                        <a:pt x="149" y="41"/>
                        <a:pt x="149" y="41"/>
                        <a:pt x="149" y="41"/>
                      </a:cubicBezTo>
                      <a:cubicBezTo>
                        <a:pt x="149" y="41"/>
                        <a:pt x="149" y="41"/>
                        <a:pt x="149" y="41"/>
                      </a:cubicBezTo>
                      <a:cubicBezTo>
                        <a:pt x="149" y="41"/>
                        <a:pt x="149" y="41"/>
                        <a:pt x="149" y="41"/>
                      </a:cubicBezTo>
                      <a:cubicBezTo>
                        <a:pt x="149" y="41"/>
                        <a:pt x="149" y="41"/>
                        <a:pt x="149" y="41"/>
                      </a:cubicBezTo>
                      <a:cubicBezTo>
                        <a:pt x="149" y="41"/>
                        <a:pt x="149" y="41"/>
                        <a:pt x="149" y="41"/>
                      </a:cubicBezTo>
                      <a:cubicBezTo>
                        <a:pt x="149" y="41"/>
                        <a:pt x="149" y="41"/>
                        <a:pt x="149" y="41"/>
                      </a:cubicBezTo>
                      <a:cubicBezTo>
                        <a:pt x="149" y="41"/>
                        <a:pt x="149" y="41"/>
                        <a:pt x="149" y="41"/>
                      </a:cubicBezTo>
                      <a:cubicBezTo>
                        <a:pt x="149" y="41"/>
                        <a:pt x="149" y="41"/>
                        <a:pt x="149" y="41"/>
                      </a:cubicBezTo>
                      <a:cubicBezTo>
                        <a:pt x="149" y="41"/>
                        <a:pt x="149" y="41"/>
                        <a:pt x="149" y="41"/>
                      </a:cubicBezTo>
                      <a:cubicBezTo>
                        <a:pt x="150" y="41"/>
                        <a:pt x="150" y="41"/>
                        <a:pt x="150" y="40"/>
                      </a:cubicBezTo>
                      <a:cubicBezTo>
                        <a:pt x="150" y="40"/>
                        <a:pt x="150" y="40"/>
                        <a:pt x="150" y="40"/>
                      </a:cubicBezTo>
                      <a:cubicBezTo>
                        <a:pt x="150" y="40"/>
                        <a:pt x="150" y="40"/>
                        <a:pt x="150" y="40"/>
                      </a:cubicBezTo>
                      <a:cubicBezTo>
                        <a:pt x="149" y="40"/>
                        <a:pt x="149" y="40"/>
                        <a:pt x="149" y="40"/>
                      </a:cubicBezTo>
                      <a:cubicBezTo>
                        <a:pt x="149" y="40"/>
                        <a:pt x="150" y="40"/>
                        <a:pt x="150" y="40"/>
                      </a:cubicBezTo>
                      <a:cubicBezTo>
                        <a:pt x="150" y="40"/>
                        <a:pt x="150" y="40"/>
                        <a:pt x="150" y="40"/>
                      </a:cubicBezTo>
                      <a:cubicBezTo>
                        <a:pt x="150" y="40"/>
                        <a:pt x="150" y="40"/>
                        <a:pt x="150" y="40"/>
                      </a:cubicBezTo>
                      <a:cubicBezTo>
                        <a:pt x="150" y="39"/>
                        <a:pt x="150" y="39"/>
                        <a:pt x="150" y="39"/>
                      </a:cubicBezTo>
                      <a:cubicBezTo>
                        <a:pt x="150" y="39"/>
                        <a:pt x="150" y="39"/>
                        <a:pt x="150" y="39"/>
                      </a:cubicBezTo>
                      <a:cubicBezTo>
                        <a:pt x="150" y="39"/>
                        <a:pt x="149" y="40"/>
                        <a:pt x="149" y="40"/>
                      </a:cubicBezTo>
                      <a:cubicBezTo>
                        <a:pt x="149" y="40"/>
                        <a:pt x="149" y="40"/>
                        <a:pt x="149" y="40"/>
                      </a:cubicBezTo>
                      <a:cubicBezTo>
                        <a:pt x="149" y="40"/>
                        <a:pt x="149" y="40"/>
                        <a:pt x="149" y="40"/>
                      </a:cubicBezTo>
                      <a:cubicBezTo>
                        <a:pt x="149" y="40"/>
                        <a:pt x="149" y="40"/>
                        <a:pt x="149" y="40"/>
                      </a:cubicBezTo>
                      <a:cubicBezTo>
                        <a:pt x="149" y="40"/>
                        <a:pt x="149" y="40"/>
                        <a:pt x="149" y="40"/>
                      </a:cubicBezTo>
                      <a:cubicBezTo>
                        <a:pt x="149" y="40"/>
                        <a:pt x="149" y="40"/>
                        <a:pt x="149" y="40"/>
                      </a:cubicBezTo>
                      <a:cubicBezTo>
                        <a:pt x="149" y="39"/>
                        <a:pt x="149" y="39"/>
                        <a:pt x="149" y="39"/>
                      </a:cubicBezTo>
                      <a:cubicBezTo>
                        <a:pt x="149" y="39"/>
                        <a:pt x="149" y="39"/>
                        <a:pt x="149" y="39"/>
                      </a:cubicBezTo>
                      <a:cubicBezTo>
                        <a:pt x="149" y="39"/>
                        <a:pt x="149" y="39"/>
                        <a:pt x="149" y="39"/>
                      </a:cubicBezTo>
                      <a:cubicBezTo>
                        <a:pt x="149" y="39"/>
                        <a:pt x="149" y="39"/>
                        <a:pt x="149" y="39"/>
                      </a:cubicBezTo>
                      <a:cubicBezTo>
                        <a:pt x="149" y="39"/>
                        <a:pt x="149" y="39"/>
                        <a:pt x="149" y="39"/>
                      </a:cubicBezTo>
                      <a:cubicBezTo>
                        <a:pt x="149" y="39"/>
                        <a:pt x="149" y="39"/>
                        <a:pt x="149" y="39"/>
                      </a:cubicBezTo>
                      <a:cubicBezTo>
                        <a:pt x="149" y="39"/>
                        <a:pt x="149" y="39"/>
                        <a:pt x="149" y="39"/>
                      </a:cubicBezTo>
                      <a:cubicBezTo>
                        <a:pt x="149" y="39"/>
                        <a:pt x="149" y="39"/>
                        <a:pt x="149" y="39"/>
                      </a:cubicBezTo>
                      <a:cubicBezTo>
                        <a:pt x="149" y="38"/>
                        <a:pt x="148" y="38"/>
                        <a:pt x="149" y="38"/>
                      </a:cubicBezTo>
                      <a:cubicBezTo>
                        <a:pt x="149" y="38"/>
                        <a:pt x="149" y="38"/>
                        <a:pt x="149" y="38"/>
                      </a:cubicBezTo>
                      <a:cubicBezTo>
                        <a:pt x="149" y="38"/>
                        <a:pt x="149" y="38"/>
                        <a:pt x="149" y="38"/>
                      </a:cubicBezTo>
                      <a:cubicBezTo>
                        <a:pt x="149" y="38"/>
                        <a:pt x="149" y="37"/>
                        <a:pt x="149" y="37"/>
                      </a:cubicBezTo>
                      <a:cubicBezTo>
                        <a:pt x="149" y="37"/>
                        <a:pt x="149" y="37"/>
                        <a:pt x="149" y="37"/>
                      </a:cubicBezTo>
                      <a:cubicBezTo>
                        <a:pt x="149" y="37"/>
                        <a:pt x="149" y="37"/>
                        <a:pt x="149" y="37"/>
                      </a:cubicBezTo>
                      <a:cubicBezTo>
                        <a:pt x="149" y="36"/>
                        <a:pt x="149" y="36"/>
                        <a:pt x="149" y="36"/>
                      </a:cubicBezTo>
                      <a:cubicBezTo>
                        <a:pt x="149" y="36"/>
                        <a:pt x="149" y="36"/>
                        <a:pt x="149" y="36"/>
                      </a:cubicBezTo>
                      <a:cubicBezTo>
                        <a:pt x="149" y="36"/>
                        <a:pt x="149" y="36"/>
                        <a:pt x="149" y="36"/>
                      </a:cubicBezTo>
                      <a:cubicBezTo>
                        <a:pt x="149" y="36"/>
                        <a:pt x="149" y="36"/>
                        <a:pt x="149" y="36"/>
                      </a:cubicBezTo>
                      <a:cubicBezTo>
                        <a:pt x="149" y="36"/>
                        <a:pt x="149" y="36"/>
                        <a:pt x="149" y="36"/>
                      </a:cubicBezTo>
                      <a:cubicBezTo>
                        <a:pt x="149" y="36"/>
                        <a:pt x="149" y="36"/>
                        <a:pt x="149" y="36"/>
                      </a:cubicBezTo>
                      <a:cubicBezTo>
                        <a:pt x="149" y="35"/>
                        <a:pt x="149" y="35"/>
                        <a:pt x="149" y="35"/>
                      </a:cubicBezTo>
                      <a:cubicBezTo>
                        <a:pt x="149" y="35"/>
                        <a:pt x="149" y="35"/>
                        <a:pt x="149" y="35"/>
                      </a:cubicBezTo>
                      <a:cubicBezTo>
                        <a:pt x="149" y="35"/>
                        <a:pt x="149" y="35"/>
                        <a:pt x="149" y="34"/>
                      </a:cubicBezTo>
                      <a:cubicBezTo>
                        <a:pt x="149" y="34"/>
                        <a:pt x="149" y="34"/>
                        <a:pt x="149" y="34"/>
                      </a:cubicBezTo>
                      <a:cubicBezTo>
                        <a:pt x="149" y="34"/>
                        <a:pt x="149" y="34"/>
                        <a:pt x="149" y="34"/>
                      </a:cubicBezTo>
                      <a:cubicBezTo>
                        <a:pt x="149" y="34"/>
                        <a:pt x="149" y="34"/>
                        <a:pt x="149" y="34"/>
                      </a:cubicBezTo>
                      <a:cubicBezTo>
                        <a:pt x="150" y="34"/>
                        <a:pt x="150" y="34"/>
                        <a:pt x="149" y="34"/>
                      </a:cubicBezTo>
                      <a:cubicBezTo>
                        <a:pt x="149" y="33"/>
                        <a:pt x="150" y="33"/>
                        <a:pt x="150" y="33"/>
                      </a:cubicBezTo>
                      <a:cubicBezTo>
                        <a:pt x="150" y="33"/>
                        <a:pt x="150" y="33"/>
                        <a:pt x="150" y="33"/>
                      </a:cubicBezTo>
                      <a:cubicBezTo>
                        <a:pt x="150" y="33"/>
                        <a:pt x="150" y="33"/>
                        <a:pt x="150" y="33"/>
                      </a:cubicBezTo>
                      <a:cubicBezTo>
                        <a:pt x="150" y="33"/>
                        <a:pt x="150" y="33"/>
                        <a:pt x="150" y="33"/>
                      </a:cubicBezTo>
                      <a:cubicBezTo>
                        <a:pt x="150" y="32"/>
                        <a:pt x="150" y="32"/>
                        <a:pt x="150" y="32"/>
                      </a:cubicBezTo>
                      <a:cubicBezTo>
                        <a:pt x="150" y="32"/>
                        <a:pt x="150" y="32"/>
                        <a:pt x="150" y="32"/>
                      </a:cubicBezTo>
                      <a:cubicBezTo>
                        <a:pt x="150" y="32"/>
                        <a:pt x="151" y="31"/>
                        <a:pt x="151" y="31"/>
                      </a:cubicBezTo>
                      <a:cubicBezTo>
                        <a:pt x="151" y="31"/>
                        <a:pt x="151" y="31"/>
                        <a:pt x="151" y="31"/>
                      </a:cubicBezTo>
                      <a:cubicBezTo>
                        <a:pt x="151" y="31"/>
                        <a:pt x="151" y="31"/>
                        <a:pt x="151" y="31"/>
                      </a:cubicBezTo>
                      <a:cubicBezTo>
                        <a:pt x="151" y="31"/>
                        <a:pt x="151" y="31"/>
                        <a:pt x="151" y="31"/>
                      </a:cubicBezTo>
                      <a:cubicBezTo>
                        <a:pt x="151" y="31"/>
                        <a:pt x="151" y="31"/>
                        <a:pt x="151" y="31"/>
                      </a:cubicBezTo>
                      <a:cubicBezTo>
                        <a:pt x="151" y="31"/>
                        <a:pt x="151" y="31"/>
                        <a:pt x="152" y="31"/>
                      </a:cubicBezTo>
                      <a:cubicBezTo>
                        <a:pt x="152" y="31"/>
                        <a:pt x="152" y="31"/>
                        <a:pt x="152" y="31"/>
                      </a:cubicBezTo>
                      <a:cubicBezTo>
                        <a:pt x="152" y="31"/>
                        <a:pt x="152" y="31"/>
                        <a:pt x="152" y="31"/>
                      </a:cubicBezTo>
                      <a:cubicBezTo>
                        <a:pt x="152" y="31"/>
                        <a:pt x="152" y="32"/>
                        <a:pt x="152" y="31"/>
                      </a:cubicBezTo>
                      <a:cubicBezTo>
                        <a:pt x="152" y="31"/>
                        <a:pt x="152" y="31"/>
                        <a:pt x="152" y="31"/>
                      </a:cubicBezTo>
                      <a:cubicBezTo>
                        <a:pt x="152" y="31"/>
                        <a:pt x="152" y="31"/>
                        <a:pt x="152" y="31"/>
                      </a:cubicBezTo>
                      <a:cubicBezTo>
                        <a:pt x="152" y="31"/>
                        <a:pt x="152" y="31"/>
                        <a:pt x="152" y="31"/>
                      </a:cubicBezTo>
                      <a:cubicBezTo>
                        <a:pt x="152" y="31"/>
                        <a:pt x="152" y="31"/>
                        <a:pt x="152" y="30"/>
                      </a:cubicBezTo>
                      <a:cubicBezTo>
                        <a:pt x="152" y="30"/>
                        <a:pt x="152" y="30"/>
                        <a:pt x="152" y="30"/>
                      </a:cubicBezTo>
                      <a:cubicBezTo>
                        <a:pt x="152" y="30"/>
                        <a:pt x="152" y="30"/>
                        <a:pt x="152" y="30"/>
                      </a:cubicBezTo>
                      <a:cubicBezTo>
                        <a:pt x="152" y="30"/>
                        <a:pt x="152" y="30"/>
                        <a:pt x="151" y="29"/>
                      </a:cubicBezTo>
                      <a:cubicBezTo>
                        <a:pt x="151" y="29"/>
                        <a:pt x="151" y="29"/>
                        <a:pt x="151" y="29"/>
                      </a:cubicBezTo>
                      <a:cubicBezTo>
                        <a:pt x="151" y="29"/>
                        <a:pt x="151" y="29"/>
                        <a:pt x="152" y="29"/>
                      </a:cubicBezTo>
                      <a:cubicBezTo>
                        <a:pt x="152" y="29"/>
                        <a:pt x="152" y="29"/>
                        <a:pt x="152" y="29"/>
                      </a:cubicBezTo>
                      <a:cubicBezTo>
                        <a:pt x="152" y="29"/>
                        <a:pt x="152" y="29"/>
                        <a:pt x="152" y="29"/>
                      </a:cubicBezTo>
                      <a:cubicBezTo>
                        <a:pt x="152" y="30"/>
                        <a:pt x="152" y="30"/>
                        <a:pt x="152" y="30"/>
                      </a:cubicBezTo>
                      <a:cubicBezTo>
                        <a:pt x="152" y="30"/>
                        <a:pt x="152" y="30"/>
                        <a:pt x="152" y="30"/>
                      </a:cubicBezTo>
                      <a:cubicBezTo>
                        <a:pt x="152" y="30"/>
                        <a:pt x="152" y="31"/>
                        <a:pt x="153" y="31"/>
                      </a:cubicBezTo>
                      <a:cubicBezTo>
                        <a:pt x="153" y="31"/>
                        <a:pt x="153" y="31"/>
                        <a:pt x="153" y="31"/>
                      </a:cubicBezTo>
                      <a:cubicBezTo>
                        <a:pt x="153" y="31"/>
                        <a:pt x="153" y="31"/>
                        <a:pt x="153" y="31"/>
                      </a:cubicBezTo>
                      <a:cubicBezTo>
                        <a:pt x="153" y="31"/>
                        <a:pt x="154" y="31"/>
                        <a:pt x="154" y="31"/>
                      </a:cubicBezTo>
                      <a:cubicBezTo>
                        <a:pt x="154" y="31"/>
                        <a:pt x="154" y="31"/>
                        <a:pt x="154" y="31"/>
                      </a:cubicBezTo>
                      <a:cubicBezTo>
                        <a:pt x="154" y="31"/>
                        <a:pt x="154" y="31"/>
                        <a:pt x="154" y="31"/>
                      </a:cubicBezTo>
                      <a:cubicBezTo>
                        <a:pt x="154" y="31"/>
                        <a:pt x="154" y="31"/>
                        <a:pt x="154" y="31"/>
                      </a:cubicBezTo>
                      <a:cubicBezTo>
                        <a:pt x="154" y="31"/>
                        <a:pt x="155" y="31"/>
                        <a:pt x="155" y="31"/>
                      </a:cubicBezTo>
                      <a:cubicBezTo>
                        <a:pt x="155" y="31"/>
                        <a:pt x="155" y="31"/>
                        <a:pt x="155" y="31"/>
                      </a:cubicBezTo>
                      <a:cubicBezTo>
                        <a:pt x="155" y="31"/>
                        <a:pt x="155" y="31"/>
                        <a:pt x="155" y="31"/>
                      </a:cubicBezTo>
                      <a:cubicBezTo>
                        <a:pt x="155" y="31"/>
                        <a:pt x="155" y="31"/>
                        <a:pt x="155" y="31"/>
                      </a:cubicBezTo>
                      <a:cubicBezTo>
                        <a:pt x="156" y="31"/>
                        <a:pt x="156" y="31"/>
                        <a:pt x="156" y="31"/>
                      </a:cubicBezTo>
                      <a:cubicBezTo>
                        <a:pt x="156" y="31"/>
                        <a:pt x="156" y="31"/>
                        <a:pt x="156" y="31"/>
                      </a:cubicBezTo>
                      <a:cubicBezTo>
                        <a:pt x="156" y="31"/>
                        <a:pt x="156" y="31"/>
                        <a:pt x="156" y="31"/>
                      </a:cubicBezTo>
                      <a:cubicBezTo>
                        <a:pt x="156" y="31"/>
                        <a:pt x="156" y="31"/>
                        <a:pt x="156" y="31"/>
                      </a:cubicBezTo>
                      <a:cubicBezTo>
                        <a:pt x="157" y="31"/>
                        <a:pt x="157" y="31"/>
                        <a:pt x="157" y="31"/>
                      </a:cubicBezTo>
                      <a:cubicBezTo>
                        <a:pt x="157" y="31"/>
                        <a:pt x="157" y="31"/>
                        <a:pt x="157" y="31"/>
                      </a:cubicBezTo>
                      <a:cubicBezTo>
                        <a:pt x="157" y="31"/>
                        <a:pt x="157" y="31"/>
                        <a:pt x="157" y="31"/>
                      </a:cubicBezTo>
                      <a:cubicBezTo>
                        <a:pt x="158" y="31"/>
                        <a:pt x="158" y="31"/>
                        <a:pt x="158" y="31"/>
                      </a:cubicBezTo>
                      <a:cubicBezTo>
                        <a:pt x="158" y="31"/>
                        <a:pt x="158" y="30"/>
                        <a:pt x="158" y="30"/>
                      </a:cubicBezTo>
                      <a:cubicBezTo>
                        <a:pt x="158" y="30"/>
                        <a:pt x="158" y="30"/>
                        <a:pt x="158" y="30"/>
                      </a:cubicBezTo>
                      <a:cubicBezTo>
                        <a:pt x="158" y="30"/>
                        <a:pt x="158" y="30"/>
                        <a:pt x="158" y="30"/>
                      </a:cubicBezTo>
                      <a:cubicBezTo>
                        <a:pt x="158" y="30"/>
                        <a:pt x="158" y="30"/>
                        <a:pt x="158" y="30"/>
                      </a:cubicBezTo>
                      <a:cubicBezTo>
                        <a:pt x="158" y="30"/>
                        <a:pt x="158" y="30"/>
                        <a:pt x="158" y="30"/>
                      </a:cubicBezTo>
                      <a:cubicBezTo>
                        <a:pt x="158" y="30"/>
                        <a:pt x="158" y="30"/>
                        <a:pt x="158" y="30"/>
                      </a:cubicBezTo>
                      <a:cubicBezTo>
                        <a:pt x="158" y="30"/>
                        <a:pt x="159" y="30"/>
                        <a:pt x="159" y="30"/>
                      </a:cubicBezTo>
                      <a:cubicBezTo>
                        <a:pt x="159" y="30"/>
                        <a:pt x="159" y="30"/>
                        <a:pt x="159" y="30"/>
                      </a:cubicBezTo>
                      <a:cubicBezTo>
                        <a:pt x="159" y="29"/>
                        <a:pt x="159" y="29"/>
                        <a:pt x="158" y="29"/>
                      </a:cubicBezTo>
                      <a:cubicBezTo>
                        <a:pt x="158" y="29"/>
                        <a:pt x="158" y="29"/>
                        <a:pt x="158" y="29"/>
                      </a:cubicBezTo>
                      <a:cubicBezTo>
                        <a:pt x="158" y="29"/>
                        <a:pt x="158" y="29"/>
                        <a:pt x="158" y="29"/>
                      </a:cubicBezTo>
                      <a:cubicBezTo>
                        <a:pt x="158" y="29"/>
                        <a:pt x="158" y="29"/>
                        <a:pt x="158" y="29"/>
                      </a:cubicBezTo>
                      <a:cubicBezTo>
                        <a:pt x="158" y="29"/>
                        <a:pt x="158" y="29"/>
                        <a:pt x="158" y="29"/>
                      </a:cubicBezTo>
                      <a:cubicBezTo>
                        <a:pt x="158" y="29"/>
                        <a:pt x="158" y="29"/>
                        <a:pt x="158" y="29"/>
                      </a:cubicBezTo>
                      <a:cubicBezTo>
                        <a:pt x="158" y="29"/>
                        <a:pt x="158" y="29"/>
                        <a:pt x="158" y="29"/>
                      </a:cubicBezTo>
                      <a:cubicBezTo>
                        <a:pt x="158" y="29"/>
                        <a:pt x="158" y="29"/>
                        <a:pt x="157" y="29"/>
                      </a:cubicBezTo>
                      <a:cubicBezTo>
                        <a:pt x="157" y="29"/>
                        <a:pt x="157" y="29"/>
                        <a:pt x="157" y="29"/>
                      </a:cubicBezTo>
                      <a:cubicBezTo>
                        <a:pt x="157" y="29"/>
                        <a:pt x="157" y="29"/>
                        <a:pt x="157" y="29"/>
                      </a:cubicBezTo>
                      <a:cubicBezTo>
                        <a:pt x="157" y="29"/>
                        <a:pt x="157" y="29"/>
                        <a:pt x="157" y="29"/>
                      </a:cubicBezTo>
                      <a:cubicBezTo>
                        <a:pt x="157" y="29"/>
                        <a:pt x="157" y="29"/>
                        <a:pt x="157" y="29"/>
                      </a:cubicBezTo>
                      <a:cubicBezTo>
                        <a:pt x="157" y="29"/>
                        <a:pt x="157" y="29"/>
                        <a:pt x="157" y="29"/>
                      </a:cubicBezTo>
                      <a:cubicBezTo>
                        <a:pt x="157" y="29"/>
                        <a:pt x="157" y="29"/>
                        <a:pt x="157" y="29"/>
                      </a:cubicBezTo>
                      <a:cubicBezTo>
                        <a:pt x="157" y="29"/>
                        <a:pt x="157" y="29"/>
                        <a:pt x="157" y="28"/>
                      </a:cubicBezTo>
                      <a:cubicBezTo>
                        <a:pt x="157" y="28"/>
                        <a:pt x="157" y="28"/>
                        <a:pt x="157" y="28"/>
                      </a:cubicBezTo>
                      <a:cubicBezTo>
                        <a:pt x="157" y="28"/>
                        <a:pt x="157" y="28"/>
                        <a:pt x="157" y="28"/>
                      </a:cubicBezTo>
                      <a:cubicBezTo>
                        <a:pt x="156" y="28"/>
                        <a:pt x="156" y="28"/>
                        <a:pt x="156" y="28"/>
                      </a:cubicBezTo>
                      <a:cubicBezTo>
                        <a:pt x="156" y="27"/>
                        <a:pt x="156" y="27"/>
                        <a:pt x="156" y="27"/>
                      </a:cubicBezTo>
                      <a:cubicBezTo>
                        <a:pt x="156" y="27"/>
                        <a:pt x="155" y="27"/>
                        <a:pt x="155" y="27"/>
                      </a:cubicBezTo>
                      <a:cubicBezTo>
                        <a:pt x="155" y="27"/>
                        <a:pt x="155" y="27"/>
                        <a:pt x="155" y="27"/>
                      </a:cubicBezTo>
                      <a:cubicBezTo>
                        <a:pt x="155" y="27"/>
                        <a:pt x="155" y="27"/>
                        <a:pt x="155" y="27"/>
                      </a:cubicBezTo>
                      <a:cubicBezTo>
                        <a:pt x="155" y="27"/>
                        <a:pt x="155" y="27"/>
                        <a:pt x="155" y="27"/>
                      </a:cubicBezTo>
                      <a:cubicBezTo>
                        <a:pt x="155" y="27"/>
                        <a:pt x="154" y="27"/>
                        <a:pt x="154" y="27"/>
                      </a:cubicBezTo>
                      <a:cubicBezTo>
                        <a:pt x="154" y="27"/>
                        <a:pt x="155" y="27"/>
                        <a:pt x="155" y="27"/>
                      </a:cubicBezTo>
                      <a:cubicBezTo>
                        <a:pt x="155" y="27"/>
                        <a:pt x="155" y="27"/>
                        <a:pt x="155" y="27"/>
                      </a:cubicBezTo>
                      <a:cubicBezTo>
                        <a:pt x="155" y="26"/>
                        <a:pt x="154" y="26"/>
                        <a:pt x="154" y="26"/>
                      </a:cubicBezTo>
                      <a:cubicBezTo>
                        <a:pt x="154" y="26"/>
                        <a:pt x="154" y="26"/>
                        <a:pt x="154" y="26"/>
                      </a:cubicBezTo>
                      <a:cubicBezTo>
                        <a:pt x="154" y="26"/>
                        <a:pt x="154" y="26"/>
                        <a:pt x="154" y="26"/>
                      </a:cubicBezTo>
                      <a:cubicBezTo>
                        <a:pt x="154" y="26"/>
                        <a:pt x="153" y="26"/>
                        <a:pt x="153" y="26"/>
                      </a:cubicBezTo>
                      <a:cubicBezTo>
                        <a:pt x="153" y="26"/>
                        <a:pt x="153" y="26"/>
                        <a:pt x="153" y="26"/>
                      </a:cubicBezTo>
                      <a:cubicBezTo>
                        <a:pt x="153" y="26"/>
                        <a:pt x="153" y="26"/>
                        <a:pt x="153" y="26"/>
                      </a:cubicBezTo>
                      <a:cubicBezTo>
                        <a:pt x="153" y="26"/>
                        <a:pt x="153" y="26"/>
                        <a:pt x="153" y="26"/>
                      </a:cubicBezTo>
                      <a:cubicBezTo>
                        <a:pt x="153" y="26"/>
                        <a:pt x="152" y="25"/>
                        <a:pt x="152" y="25"/>
                      </a:cubicBezTo>
                      <a:cubicBezTo>
                        <a:pt x="152" y="25"/>
                        <a:pt x="152" y="25"/>
                        <a:pt x="152" y="25"/>
                      </a:cubicBezTo>
                      <a:cubicBezTo>
                        <a:pt x="152" y="25"/>
                        <a:pt x="152" y="25"/>
                        <a:pt x="152" y="25"/>
                      </a:cubicBezTo>
                      <a:cubicBezTo>
                        <a:pt x="152" y="25"/>
                        <a:pt x="152" y="25"/>
                        <a:pt x="152" y="25"/>
                      </a:cubicBezTo>
                      <a:cubicBezTo>
                        <a:pt x="152" y="25"/>
                        <a:pt x="152" y="25"/>
                        <a:pt x="152" y="25"/>
                      </a:cubicBezTo>
                      <a:cubicBezTo>
                        <a:pt x="152" y="25"/>
                        <a:pt x="152" y="25"/>
                        <a:pt x="152" y="25"/>
                      </a:cubicBezTo>
                      <a:cubicBezTo>
                        <a:pt x="151" y="25"/>
                        <a:pt x="151" y="25"/>
                        <a:pt x="151" y="24"/>
                      </a:cubicBezTo>
                      <a:cubicBezTo>
                        <a:pt x="151" y="24"/>
                        <a:pt x="151" y="24"/>
                        <a:pt x="151" y="24"/>
                      </a:cubicBezTo>
                      <a:cubicBezTo>
                        <a:pt x="151" y="24"/>
                        <a:pt x="151" y="24"/>
                        <a:pt x="151" y="24"/>
                      </a:cubicBezTo>
                      <a:cubicBezTo>
                        <a:pt x="151" y="24"/>
                        <a:pt x="151" y="24"/>
                        <a:pt x="151" y="24"/>
                      </a:cubicBezTo>
                      <a:cubicBezTo>
                        <a:pt x="151" y="24"/>
                        <a:pt x="151" y="24"/>
                        <a:pt x="151" y="24"/>
                      </a:cubicBezTo>
                      <a:cubicBezTo>
                        <a:pt x="151" y="24"/>
                        <a:pt x="151" y="24"/>
                        <a:pt x="151" y="24"/>
                      </a:cubicBezTo>
                      <a:cubicBezTo>
                        <a:pt x="151" y="24"/>
                        <a:pt x="151" y="24"/>
                        <a:pt x="151" y="24"/>
                      </a:cubicBezTo>
                      <a:cubicBezTo>
                        <a:pt x="151" y="23"/>
                        <a:pt x="151" y="23"/>
                        <a:pt x="151" y="23"/>
                      </a:cubicBezTo>
                      <a:cubicBezTo>
                        <a:pt x="151" y="23"/>
                        <a:pt x="151" y="23"/>
                        <a:pt x="150" y="23"/>
                      </a:cubicBezTo>
                      <a:cubicBezTo>
                        <a:pt x="150" y="23"/>
                        <a:pt x="150" y="23"/>
                        <a:pt x="150" y="23"/>
                      </a:cubicBezTo>
                      <a:cubicBezTo>
                        <a:pt x="150" y="23"/>
                        <a:pt x="150" y="23"/>
                        <a:pt x="150" y="23"/>
                      </a:cubicBezTo>
                      <a:cubicBezTo>
                        <a:pt x="150" y="23"/>
                        <a:pt x="150" y="23"/>
                        <a:pt x="150" y="23"/>
                      </a:cubicBezTo>
                      <a:cubicBezTo>
                        <a:pt x="150" y="23"/>
                        <a:pt x="150" y="23"/>
                        <a:pt x="150" y="23"/>
                      </a:cubicBezTo>
                      <a:cubicBezTo>
                        <a:pt x="150" y="23"/>
                        <a:pt x="150" y="23"/>
                        <a:pt x="150" y="23"/>
                      </a:cubicBezTo>
                      <a:cubicBezTo>
                        <a:pt x="150" y="23"/>
                        <a:pt x="150" y="23"/>
                        <a:pt x="150" y="23"/>
                      </a:cubicBezTo>
                      <a:cubicBezTo>
                        <a:pt x="150" y="23"/>
                        <a:pt x="150" y="23"/>
                        <a:pt x="150" y="23"/>
                      </a:cubicBezTo>
                      <a:cubicBezTo>
                        <a:pt x="150" y="23"/>
                        <a:pt x="150" y="23"/>
                        <a:pt x="150" y="23"/>
                      </a:cubicBezTo>
                      <a:cubicBezTo>
                        <a:pt x="150" y="23"/>
                        <a:pt x="150" y="23"/>
                        <a:pt x="150" y="23"/>
                      </a:cubicBezTo>
                      <a:cubicBezTo>
                        <a:pt x="151" y="23"/>
                        <a:pt x="151" y="23"/>
                        <a:pt x="151" y="23"/>
                      </a:cubicBezTo>
                      <a:cubicBezTo>
                        <a:pt x="151" y="23"/>
                        <a:pt x="151" y="23"/>
                        <a:pt x="151" y="23"/>
                      </a:cubicBezTo>
                      <a:cubicBezTo>
                        <a:pt x="151" y="23"/>
                        <a:pt x="151" y="23"/>
                        <a:pt x="151" y="23"/>
                      </a:cubicBezTo>
                      <a:cubicBezTo>
                        <a:pt x="151" y="23"/>
                        <a:pt x="151" y="23"/>
                        <a:pt x="151" y="23"/>
                      </a:cubicBezTo>
                      <a:cubicBezTo>
                        <a:pt x="151" y="23"/>
                        <a:pt x="151" y="23"/>
                        <a:pt x="151" y="23"/>
                      </a:cubicBezTo>
                      <a:cubicBezTo>
                        <a:pt x="151" y="23"/>
                        <a:pt x="150" y="23"/>
                        <a:pt x="150" y="23"/>
                      </a:cubicBezTo>
                      <a:cubicBezTo>
                        <a:pt x="150" y="22"/>
                        <a:pt x="150" y="22"/>
                        <a:pt x="150" y="22"/>
                      </a:cubicBezTo>
                      <a:cubicBezTo>
                        <a:pt x="150" y="22"/>
                        <a:pt x="150" y="22"/>
                        <a:pt x="150" y="22"/>
                      </a:cubicBezTo>
                      <a:cubicBezTo>
                        <a:pt x="150" y="22"/>
                        <a:pt x="150" y="22"/>
                        <a:pt x="150" y="22"/>
                      </a:cubicBezTo>
                      <a:cubicBezTo>
                        <a:pt x="150" y="22"/>
                        <a:pt x="150" y="22"/>
                        <a:pt x="150" y="22"/>
                      </a:cubicBezTo>
                      <a:cubicBezTo>
                        <a:pt x="151" y="22"/>
                        <a:pt x="151" y="23"/>
                        <a:pt x="151" y="23"/>
                      </a:cubicBezTo>
                      <a:cubicBezTo>
                        <a:pt x="151" y="23"/>
                        <a:pt x="151" y="23"/>
                        <a:pt x="151" y="23"/>
                      </a:cubicBezTo>
                      <a:cubicBezTo>
                        <a:pt x="151" y="23"/>
                        <a:pt x="151" y="23"/>
                        <a:pt x="151" y="23"/>
                      </a:cubicBezTo>
                      <a:cubicBezTo>
                        <a:pt x="151" y="23"/>
                        <a:pt x="151" y="22"/>
                        <a:pt x="151" y="22"/>
                      </a:cubicBezTo>
                      <a:cubicBezTo>
                        <a:pt x="151" y="22"/>
                        <a:pt x="151" y="22"/>
                        <a:pt x="151" y="22"/>
                      </a:cubicBezTo>
                      <a:cubicBezTo>
                        <a:pt x="151" y="22"/>
                        <a:pt x="151" y="22"/>
                        <a:pt x="151" y="22"/>
                      </a:cubicBezTo>
                      <a:cubicBezTo>
                        <a:pt x="151" y="22"/>
                        <a:pt x="151" y="22"/>
                        <a:pt x="151" y="22"/>
                      </a:cubicBezTo>
                      <a:cubicBezTo>
                        <a:pt x="151" y="22"/>
                        <a:pt x="151" y="22"/>
                        <a:pt x="151" y="22"/>
                      </a:cubicBezTo>
                      <a:cubicBezTo>
                        <a:pt x="151" y="22"/>
                        <a:pt x="151" y="22"/>
                        <a:pt x="151" y="22"/>
                      </a:cubicBezTo>
                      <a:cubicBezTo>
                        <a:pt x="151" y="22"/>
                        <a:pt x="151" y="22"/>
                        <a:pt x="151" y="22"/>
                      </a:cubicBezTo>
                      <a:cubicBezTo>
                        <a:pt x="151" y="22"/>
                        <a:pt x="151" y="22"/>
                        <a:pt x="151" y="22"/>
                      </a:cubicBezTo>
                      <a:cubicBezTo>
                        <a:pt x="151" y="22"/>
                        <a:pt x="151" y="22"/>
                        <a:pt x="151" y="22"/>
                      </a:cubicBezTo>
                      <a:cubicBezTo>
                        <a:pt x="151" y="22"/>
                        <a:pt x="151" y="22"/>
                        <a:pt x="152" y="22"/>
                      </a:cubicBezTo>
                      <a:cubicBezTo>
                        <a:pt x="152" y="22"/>
                        <a:pt x="152" y="22"/>
                        <a:pt x="152" y="22"/>
                      </a:cubicBezTo>
                      <a:cubicBezTo>
                        <a:pt x="152" y="22"/>
                        <a:pt x="152" y="22"/>
                        <a:pt x="152" y="22"/>
                      </a:cubicBezTo>
                      <a:cubicBezTo>
                        <a:pt x="152" y="22"/>
                        <a:pt x="152" y="22"/>
                        <a:pt x="152" y="22"/>
                      </a:cubicBezTo>
                      <a:cubicBezTo>
                        <a:pt x="152" y="22"/>
                        <a:pt x="152" y="22"/>
                        <a:pt x="152" y="22"/>
                      </a:cubicBezTo>
                      <a:cubicBezTo>
                        <a:pt x="152" y="22"/>
                        <a:pt x="152" y="21"/>
                        <a:pt x="152" y="21"/>
                      </a:cubicBezTo>
                      <a:cubicBezTo>
                        <a:pt x="152" y="21"/>
                        <a:pt x="152" y="21"/>
                        <a:pt x="152" y="21"/>
                      </a:cubicBezTo>
                      <a:cubicBezTo>
                        <a:pt x="152" y="21"/>
                        <a:pt x="152" y="21"/>
                        <a:pt x="152" y="21"/>
                      </a:cubicBezTo>
                      <a:cubicBezTo>
                        <a:pt x="152" y="21"/>
                        <a:pt x="152" y="20"/>
                        <a:pt x="151" y="20"/>
                      </a:cubicBezTo>
                      <a:cubicBezTo>
                        <a:pt x="151" y="20"/>
                        <a:pt x="151" y="20"/>
                        <a:pt x="151" y="20"/>
                      </a:cubicBezTo>
                      <a:cubicBezTo>
                        <a:pt x="151" y="20"/>
                        <a:pt x="151" y="20"/>
                        <a:pt x="151" y="20"/>
                      </a:cubicBezTo>
                      <a:cubicBezTo>
                        <a:pt x="151" y="20"/>
                        <a:pt x="150" y="20"/>
                        <a:pt x="150" y="19"/>
                      </a:cubicBezTo>
                      <a:cubicBezTo>
                        <a:pt x="150" y="19"/>
                        <a:pt x="150" y="19"/>
                        <a:pt x="150" y="19"/>
                      </a:cubicBezTo>
                      <a:cubicBezTo>
                        <a:pt x="150" y="19"/>
                        <a:pt x="150" y="19"/>
                        <a:pt x="150" y="19"/>
                      </a:cubicBezTo>
                      <a:cubicBezTo>
                        <a:pt x="150" y="19"/>
                        <a:pt x="150" y="19"/>
                        <a:pt x="150" y="19"/>
                      </a:cubicBezTo>
                      <a:cubicBezTo>
                        <a:pt x="150" y="19"/>
                        <a:pt x="150" y="19"/>
                        <a:pt x="150" y="18"/>
                      </a:cubicBezTo>
                      <a:cubicBezTo>
                        <a:pt x="150" y="18"/>
                        <a:pt x="150" y="18"/>
                        <a:pt x="150" y="18"/>
                      </a:cubicBezTo>
                      <a:cubicBezTo>
                        <a:pt x="149" y="18"/>
                        <a:pt x="149" y="18"/>
                        <a:pt x="149" y="18"/>
                      </a:cubicBezTo>
                      <a:cubicBezTo>
                        <a:pt x="149" y="18"/>
                        <a:pt x="149" y="18"/>
                        <a:pt x="149" y="18"/>
                      </a:cubicBezTo>
                      <a:cubicBezTo>
                        <a:pt x="149" y="18"/>
                        <a:pt x="149" y="18"/>
                        <a:pt x="150" y="18"/>
                      </a:cubicBezTo>
                      <a:cubicBezTo>
                        <a:pt x="150" y="18"/>
                        <a:pt x="149" y="18"/>
                        <a:pt x="149" y="18"/>
                      </a:cubicBezTo>
                      <a:cubicBezTo>
                        <a:pt x="149" y="18"/>
                        <a:pt x="149" y="18"/>
                        <a:pt x="149" y="18"/>
                      </a:cubicBezTo>
                      <a:cubicBezTo>
                        <a:pt x="149" y="18"/>
                        <a:pt x="149" y="18"/>
                        <a:pt x="149" y="18"/>
                      </a:cubicBezTo>
                      <a:cubicBezTo>
                        <a:pt x="149" y="18"/>
                        <a:pt x="149" y="18"/>
                        <a:pt x="149" y="18"/>
                      </a:cubicBezTo>
                      <a:cubicBezTo>
                        <a:pt x="150" y="18"/>
                        <a:pt x="150" y="18"/>
                        <a:pt x="150" y="17"/>
                      </a:cubicBezTo>
                      <a:cubicBezTo>
                        <a:pt x="150" y="17"/>
                        <a:pt x="149" y="17"/>
                        <a:pt x="149" y="17"/>
                      </a:cubicBezTo>
                      <a:cubicBezTo>
                        <a:pt x="149" y="17"/>
                        <a:pt x="149" y="17"/>
                        <a:pt x="149" y="17"/>
                      </a:cubicBezTo>
                      <a:cubicBezTo>
                        <a:pt x="149" y="17"/>
                        <a:pt x="149" y="17"/>
                        <a:pt x="149" y="17"/>
                      </a:cubicBezTo>
                      <a:cubicBezTo>
                        <a:pt x="149" y="17"/>
                        <a:pt x="149" y="17"/>
                        <a:pt x="149" y="17"/>
                      </a:cubicBezTo>
                      <a:cubicBezTo>
                        <a:pt x="149" y="17"/>
                        <a:pt x="149" y="17"/>
                        <a:pt x="149" y="17"/>
                      </a:cubicBezTo>
                      <a:cubicBezTo>
                        <a:pt x="149" y="17"/>
                        <a:pt x="149" y="17"/>
                        <a:pt x="149" y="17"/>
                      </a:cubicBezTo>
                      <a:cubicBezTo>
                        <a:pt x="149" y="17"/>
                        <a:pt x="149" y="17"/>
                        <a:pt x="149" y="17"/>
                      </a:cubicBezTo>
                      <a:cubicBezTo>
                        <a:pt x="149" y="17"/>
                        <a:pt x="149" y="17"/>
                        <a:pt x="149" y="17"/>
                      </a:cubicBezTo>
                      <a:cubicBezTo>
                        <a:pt x="149" y="17"/>
                        <a:pt x="149" y="17"/>
                        <a:pt x="149" y="17"/>
                      </a:cubicBezTo>
                      <a:cubicBezTo>
                        <a:pt x="149" y="17"/>
                        <a:pt x="149" y="17"/>
                        <a:pt x="149" y="17"/>
                      </a:cubicBezTo>
                      <a:cubicBezTo>
                        <a:pt x="149" y="17"/>
                        <a:pt x="149" y="17"/>
                        <a:pt x="148" y="17"/>
                      </a:cubicBezTo>
                      <a:cubicBezTo>
                        <a:pt x="148" y="17"/>
                        <a:pt x="149" y="17"/>
                        <a:pt x="149" y="17"/>
                      </a:cubicBezTo>
                      <a:cubicBezTo>
                        <a:pt x="149" y="17"/>
                        <a:pt x="148" y="17"/>
                        <a:pt x="148" y="17"/>
                      </a:cubicBezTo>
                      <a:cubicBezTo>
                        <a:pt x="148" y="17"/>
                        <a:pt x="149" y="17"/>
                        <a:pt x="149" y="17"/>
                      </a:cubicBezTo>
                      <a:cubicBezTo>
                        <a:pt x="149" y="17"/>
                        <a:pt x="149" y="17"/>
                        <a:pt x="149" y="17"/>
                      </a:cubicBezTo>
                      <a:cubicBezTo>
                        <a:pt x="149" y="17"/>
                        <a:pt x="149" y="16"/>
                        <a:pt x="149" y="16"/>
                      </a:cubicBezTo>
                      <a:cubicBezTo>
                        <a:pt x="149" y="16"/>
                        <a:pt x="149" y="16"/>
                        <a:pt x="149" y="16"/>
                      </a:cubicBezTo>
                      <a:cubicBezTo>
                        <a:pt x="148" y="16"/>
                        <a:pt x="148" y="16"/>
                        <a:pt x="148" y="16"/>
                      </a:cubicBezTo>
                      <a:cubicBezTo>
                        <a:pt x="148" y="16"/>
                        <a:pt x="148" y="16"/>
                        <a:pt x="148" y="16"/>
                      </a:cubicBezTo>
                      <a:cubicBezTo>
                        <a:pt x="148" y="16"/>
                        <a:pt x="148" y="16"/>
                        <a:pt x="148" y="16"/>
                      </a:cubicBezTo>
                      <a:cubicBezTo>
                        <a:pt x="148" y="16"/>
                        <a:pt x="148" y="16"/>
                        <a:pt x="148" y="16"/>
                      </a:cubicBezTo>
                      <a:cubicBezTo>
                        <a:pt x="148" y="16"/>
                        <a:pt x="148" y="16"/>
                        <a:pt x="148" y="16"/>
                      </a:cubicBezTo>
                      <a:cubicBezTo>
                        <a:pt x="148" y="16"/>
                        <a:pt x="148" y="16"/>
                        <a:pt x="147" y="16"/>
                      </a:cubicBezTo>
                      <a:cubicBezTo>
                        <a:pt x="147" y="16"/>
                        <a:pt x="147" y="16"/>
                        <a:pt x="147" y="16"/>
                      </a:cubicBezTo>
                      <a:cubicBezTo>
                        <a:pt x="148" y="16"/>
                        <a:pt x="148" y="16"/>
                        <a:pt x="148" y="16"/>
                      </a:cubicBezTo>
                      <a:cubicBezTo>
                        <a:pt x="148" y="16"/>
                        <a:pt x="148" y="16"/>
                        <a:pt x="147" y="16"/>
                      </a:cubicBezTo>
                      <a:cubicBezTo>
                        <a:pt x="147" y="16"/>
                        <a:pt x="147" y="16"/>
                        <a:pt x="147" y="16"/>
                      </a:cubicBezTo>
                      <a:cubicBezTo>
                        <a:pt x="147" y="16"/>
                        <a:pt x="147" y="16"/>
                        <a:pt x="147" y="16"/>
                      </a:cubicBezTo>
                      <a:cubicBezTo>
                        <a:pt x="147" y="16"/>
                        <a:pt x="147" y="16"/>
                        <a:pt x="147" y="16"/>
                      </a:cubicBezTo>
                      <a:cubicBezTo>
                        <a:pt x="147" y="16"/>
                        <a:pt x="146" y="16"/>
                        <a:pt x="146" y="16"/>
                      </a:cubicBezTo>
                      <a:cubicBezTo>
                        <a:pt x="146" y="15"/>
                        <a:pt x="147" y="15"/>
                        <a:pt x="146" y="15"/>
                      </a:cubicBezTo>
                      <a:cubicBezTo>
                        <a:pt x="146" y="15"/>
                        <a:pt x="146" y="15"/>
                        <a:pt x="146" y="15"/>
                      </a:cubicBezTo>
                      <a:cubicBezTo>
                        <a:pt x="146" y="15"/>
                        <a:pt x="146" y="15"/>
                        <a:pt x="147" y="15"/>
                      </a:cubicBezTo>
                      <a:cubicBezTo>
                        <a:pt x="147" y="15"/>
                        <a:pt x="147" y="15"/>
                        <a:pt x="147" y="15"/>
                      </a:cubicBezTo>
                      <a:cubicBezTo>
                        <a:pt x="147" y="15"/>
                        <a:pt x="147" y="15"/>
                        <a:pt x="148" y="15"/>
                      </a:cubicBezTo>
                      <a:cubicBezTo>
                        <a:pt x="148" y="15"/>
                        <a:pt x="148" y="15"/>
                        <a:pt x="148" y="15"/>
                      </a:cubicBezTo>
                      <a:cubicBezTo>
                        <a:pt x="148" y="15"/>
                        <a:pt x="148" y="15"/>
                        <a:pt x="148" y="15"/>
                      </a:cubicBezTo>
                      <a:cubicBezTo>
                        <a:pt x="148" y="15"/>
                        <a:pt x="148" y="15"/>
                        <a:pt x="148" y="15"/>
                      </a:cubicBezTo>
                      <a:cubicBezTo>
                        <a:pt x="148" y="15"/>
                        <a:pt x="148" y="15"/>
                        <a:pt x="148" y="15"/>
                      </a:cubicBezTo>
                      <a:cubicBezTo>
                        <a:pt x="147" y="15"/>
                        <a:pt x="147" y="15"/>
                        <a:pt x="147" y="15"/>
                      </a:cubicBezTo>
                      <a:cubicBezTo>
                        <a:pt x="147" y="15"/>
                        <a:pt x="148" y="14"/>
                        <a:pt x="148" y="14"/>
                      </a:cubicBezTo>
                      <a:cubicBezTo>
                        <a:pt x="148" y="14"/>
                        <a:pt x="148" y="14"/>
                        <a:pt x="147" y="14"/>
                      </a:cubicBezTo>
                      <a:cubicBezTo>
                        <a:pt x="147" y="14"/>
                        <a:pt x="147" y="14"/>
                        <a:pt x="147" y="14"/>
                      </a:cubicBezTo>
                      <a:cubicBezTo>
                        <a:pt x="147" y="14"/>
                        <a:pt x="147" y="14"/>
                        <a:pt x="146" y="14"/>
                      </a:cubicBezTo>
                      <a:cubicBezTo>
                        <a:pt x="146" y="14"/>
                        <a:pt x="146" y="14"/>
                        <a:pt x="146" y="13"/>
                      </a:cubicBezTo>
                      <a:cubicBezTo>
                        <a:pt x="146" y="13"/>
                        <a:pt x="146" y="13"/>
                        <a:pt x="146" y="13"/>
                      </a:cubicBezTo>
                      <a:cubicBezTo>
                        <a:pt x="146" y="13"/>
                        <a:pt x="146" y="13"/>
                        <a:pt x="145" y="13"/>
                      </a:cubicBezTo>
                      <a:cubicBezTo>
                        <a:pt x="145" y="13"/>
                        <a:pt x="145" y="13"/>
                        <a:pt x="145" y="13"/>
                      </a:cubicBezTo>
                      <a:cubicBezTo>
                        <a:pt x="145" y="13"/>
                        <a:pt x="145" y="13"/>
                        <a:pt x="145" y="13"/>
                      </a:cubicBezTo>
                      <a:cubicBezTo>
                        <a:pt x="145" y="13"/>
                        <a:pt x="146" y="13"/>
                        <a:pt x="146" y="13"/>
                      </a:cubicBezTo>
                      <a:cubicBezTo>
                        <a:pt x="146" y="13"/>
                        <a:pt x="146" y="13"/>
                        <a:pt x="147" y="13"/>
                      </a:cubicBezTo>
                      <a:cubicBezTo>
                        <a:pt x="147" y="13"/>
                        <a:pt x="147" y="13"/>
                        <a:pt x="147" y="13"/>
                      </a:cubicBezTo>
                      <a:cubicBezTo>
                        <a:pt x="147" y="13"/>
                        <a:pt x="147" y="13"/>
                        <a:pt x="148" y="13"/>
                      </a:cubicBezTo>
                      <a:cubicBezTo>
                        <a:pt x="148" y="13"/>
                        <a:pt x="148" y="13"/>
                        <a:pt x="148" y="12"/>
                      </a:cubicBezTo>
                      <a:cubicBezTo>
                        <a:pt x="148" y="12"/>
                        <a:pt x="148" y="12"/>
                        <a:pt x="148" y="12"/>
                      </a:cubicBezTo>
                      <a:cubicBezTo>
                        <a:pt x="148" y="12"/>
                        <a:pt x="148" y="12"/>
                        <a:pt x="148" y="12"/>
                      </a:cubicBezTo>
                      <a:cubicBezTo>
                        <a:pt x="148" y="12"/>
                        <a:pt x="148" y="12"/>
                        <a:pt x="148" y="12"/>
                      </a:cubicBezTo>
                      <a:cubicBezTo>
                        <a:pt x="148" y="12"/>
                        <a:pt x="148" y="12"/>
                        <a:pt x="148" y="12"/>
                      </a:cubicBezTo>
                      <a:cubicBezTo>
                        <a:pt x="148" y="12"/>
                        <a:pt x="148" y="12"/>
                        <a:pt x="149" y="13"/>
                      </a:cubicBezTo>
                      <a:cubicBezTo>
                        <a:pt x="149" y="13"/>
                        <a:pt x="149" y="13"/>
                        <a:pt x="149" y="13"/>
                      </a:cubicBezTo>
                      <a:cubicBezTo>
                        <a:pt x="149" y="13"/>
                        <a:pt x="149" y="12"/>
                        <a:pt x="150" y="12"/>
                      </a:cubicBezTo>
                      <a:cubicBezTo>
                        <a:pt x="150" y="12"/>
                        <a:pt x="150" y="12"/>
                        <a:pt x="150" y="12"/>
                      </a:cubicBezTo>
                      <a:cubicBezTo>
                        <a:pt x="150" y="12"/>
                        <a:pt x="150" y="12"/>
                        <a:pt x="150" y="12"/>
                      </a:cubicBezTo>
                      <a:cubicBezTo>
                        <a:pt x="149" y="12"/>
                        <a:pt x="149" y="12"/>
                        <a:pt x="149" y="12"/>
                      </a:cubicBezTo>
                      <a:cubicBezTo>
                        <a:pt x="149" y="12"/>
                        <a:pt x="149" y="11"/>
                        <a:pt x="149" y="11"/>
                      </a:cubicBezTo>
                      <a:cubicBezTo>
                        <a:pt x="149" y="12"/>
                        <a:pt x="150" y="12"/>
                        <a:pt x="150" y="12"/>
                      </a:cubicBezTo>
                      <a:cubicBezTo>
                        <a:pt x="150" y="12"/>
                        <a:pt x="150" y="12"/>
                        <a:pt x="150" y="12"/>
                      </a:cubicBezTo>
                      <a:cubicBezTo>
                        <a:pt x="150" y="11"/>
                        <a:pt x="150" y="11"/>
                        <a:pt x="150" y="11"/>
                      </a:cubicBezTo>
                      <a:cubicBezTo>
                        <a:pt x="150" y="11"/>
                        <a:pt x="150" y="11"/>
                        <a:pt x="150" y="11"/>
                      </a:cubicBezTo>
                      <a:cubicBezTo>
                        <a:pt x="150" y="11"/>
                        <a:pt x="150" y="11"/>
                        <a:pt x="150" y="11"/>
                      </a:cubicBezTo>
                      <a:cubicBezTo>
                        <a:pt x="150" y="11"/>
                        <a:pt x="150" y="11"/>
                        <a:pt x="150" y="11"/>
                      </a:cubicBezTo>
                      <a:cubicBezTo>
                        <a:pt x="149" y="11"/>
                        <a:pt x="149" y="11"/>
                        <a:pt x="149" y="11"/>
                      </a:cubicBezTo>
                      <a:cubicBezTo>
                        <a:pt x="149" y="11"/>
                        <a:pt x="149" y="11"/>
                        <a:pt x="149" y="11"/>
                      </a:cubicBezTo>
                      <a:cubicBezTo>
                        <a:pt x="149" y="11"/>
                        <a:pt x="149" y="11"/>
                        <a:pt x="149" y="10"/>
                      </a:cubicBezTo>
                      <a:cubicBezTo>
                        <a:pt x="149" y="10"/>
                        <a:pt x="148" y="10"/>
                        <a:pt x="148" y="10"/>
                      </a:cubicBezTo>
                      <a:cubicBezTo>
                        <a:pt x="148" y="10"/>
                        <a:pt x="148" y="10"/>
                        <a:pt x="148" y="10"/>
                      </a:cubicBezTo>
                      <a:cubicBezTo>
                        <a:pt x="148" y="10"/>
                        <a:pt x="148" y="10"/>
                        <a:pt x="148" y="10"/>
                      </a:cubicBezTo>
                      <a:cubicBezTo>
                        <a:pt x="148" y="10"/>
                        <a:pt x="148" y="10"/>
                        <a:pt x="148" y="10"/>
                      </a:cubicBezTo>
                      <a:cubicBezTo>
                        <a:pt x="148" y="10"/>
                        <a:pt x="148" y="10"/>
                        <a:pt x="148" y="10"/>
                      </a:cubicBezTo>
                      <a:cubicBezTo>
                        <a:pt x="148" y="10"/>
                        <a:pt x="148" y="10"/>
                        <a:pt x="148" y="10"/>
                      </a:cubicBezTo>
                      <a:cubicBezTo>
                        <a:pt x="148" y="10"/>
                        <a:pt x="148" y="10"/>
                        <a:pt x="148" y="10"/>
                      </a:cubicBezTo>
                      <a:cubicBezTo>
                        <a:pt x="147" y="10"/>
                        <a:pt x="147" y="10"/>
                        <a:pt x="147" y="10"/>
                      </a:cubicBezTo>
                      <a:cubicBezTo>
                        <a:pt x="148" y="10"/>
                        <a:pt x="148" y="10"/>
                        <a:pt x="148" y="10"/>
                      </a:cubicBezTo>
                      <a:cubicBezTo>
                        <a:pt x="148" y="10"/>
                        <a:pt x="148" y="10"/>
                        <a:pt x="148" y="10"/>
                      </a:cubicBezTo>
                      <a:cubicBezTo>
                        <a:pt x="148" y="9"/>
                        <a:pt x="147" y="10"/>
                        <a:pt x="147" y="9"/>
                      </a:cubicBezTo>
                      <a:cubicBezTo>
                        <a:pt x="147" y="9"/>
                        <a:pt x="147" y="9"/>
                        <a:pt x="147" y="9"/>
                      </a:cubicBezTo>
                      <a:cubicBezTo>
                        <a:pt x="147" y="9"/>
                        <a:pt x="147" y="9"/>
                        <a:pt x="147" y="9"/>
                      </a:cubicBezTo>
                      <a:cubicBezTo>
                        <a:pt x="147" y="9"/>
                        <a:pt x="147" y="9"/>
                        <a:pt x="147" y="9"/>
                      </a:cubicBezTo>
                      <a:cubicBezTo>
                        <a:pt x="147" y="9"/>
                        <a:pt x="147" y="9"/>
                        <a:pt x="147" y="9"/>
                      </a:cubicBezTo>
                      <a:cubicBezTo>
                        <a:pt x="147" y="9"/>
                        <a:pt x="147" y="9"/>
                        <a:pt x="147" y="9"/>
                      </a:cubicBezTo>
                      <a:cubicBezTo>
                        <a:pt x="147" y="9"/>
                        <a:pt x="147" y="9"/>
                        <a:pt x="147" y="9"/>
                      </a:cubicBezTo>
                      <a:cubicBezTo>
                        <a:pt x="147" y="9"/>
                        <a:pt x="147" y="9"/>
                        <a:pt x="147" y="9"/>
                      </a:cubicBezTo>
                      <a:cubicBezTo>
                        <a:pt x="148" y="9"/>
                        <a:pt x="148" y="9"/>
                        <a:pt x="148" y="9"/>
                      </a:cubicBezTo>
                      <a:cubicBezTo>
                        <a:pt x="148" y="9"/>
                        <a:pt x="148" y="9"/>
                        <a:pt x="148" y="9"/>
                      </a:cubicBezTo>
                      <a:cubicBezTo>
                        <a:pt x="148" y="9"/>
                        <a:pt x="148" y="9"/>
                        <a:pt x="148" y="9"/>
                      </a:cubicBezTo>
                      <a:cubicBezTo>
                        <a:pt x="148" y="9"/>
                        <a:pt x="148" y="9"/>
                        <a:pt x="148" y="9"/>
                      </a:cubicBezTo>
                      <a:cubicBezTo>
                        <a:pt x="148" y="9"/>
                        <a:pt x="148" y="9"/>
                        <a:pt x="148" y="9"/>
                      </a:cubicBezTo>
                      <a:cubicBezTo>
                        <a:pt x="149" y="9"/>
                        <a:pt x="149" y="9"/>
                        <a:pt x="149" y="9"/>
                      </a:cubicBezTo>
                      <a:cubicBezTo>
                        <a:pt x="149" y="9"/>
                        <a:pt x="149" y="9"/>
                        <a:pt x="149" y="9"/>
                      </a:cubicBezTo>
                      <a:cubicBezTo>
                        <a:pt x="149" y="9"/>
                        <a:pt x="149" y="9"/>
                        <a:pt x="149" y="9"/>
                      </a:cubicBezTo>
                      <a:cubicBezTo>
                        <a:pt x="149" y="9"/>
                        <a:pt x="149" y="9"/>
                        <a:pt x="148" y="9"/>
                      </a:cubicBezTo>
                      <a:cubicBezTo>
                        <a:pt x="149" y="9"/>
                        <a:pt x="149" y="9"/>
                        <a:pt x="149" y="9"/>
                      </a:cubicBezTo>
                      <a:cubicBezTo>
                        <a:pt x="149" y="9"/>
                        <a:pt x="149" y="9"/>
                        <a:pt x="149" y="9"/>
                      </a:cubicBezTo>
                      <a:cubicBezTo>
                        <a:pt x="149" y="9"/>
                        <a:pt x="149" y="9"/>
                        <a:pt x="149" y="8"/>
                      </a:cubicBezTo>
                      <a:cubicBezTo>
                        <a:pt x="149" y="8"/>
                        <a:pt x="149" y="8"/>
                        <a:pt x="149" y="8"/>
                      </a:cubicBezTo>
                      <a:cubicBezTo>
                        <a:pt x="149" y="8"/>
                        <a:pt x="149" y="8"/>
                        <a:pt x="149" y="8"/>
                      </a:cubicBezTo>
                      <a:cubicBezTo>
                        <a:pt x="149" y="8"/>
                        <a:pt x="149" y="8"/>
                        <a:pt x="149" y="8"/>
                      </a:cubicBezTo>
                      <a:cubicBezTo>
                        <a:pt x="149" y="8"/>
                        <a:pt x="148" y="8"/>
                        <a:pt x="148" y="8"/>
                      </a:cubicBezTo>
                      <a:cubicBezTo>
                        <a:pt x="148" y="7"/>
                        <a:pt x="149" y="7"/>
                        <a:pt x="149" y="7"/>
                      </a:cubicBezTo>
                      <a:cubicBezTo>
                        <a:pt x="149" y="7"/>
                        <a:pt x="147" y="6"/>
                        <a:pt x="147" y="6"/>
                      </a:cubicBezTo>
                      <a:cubicBezTo>
                        <a:pt x="147" y="6"/>
                        <a:pt x="144" y="7"/>
                        <a:pt x="143" y="7"/>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4" name="Freeform 825">
                  <a:extLst>
                    <a:ext uri="{FF2B5EF4-FFF2-40B4-BE49-F238E27FC236}">
                      <a16:creationId xmlns:a16="http://schemas.microsoft.com/office/drawing/2014/main" id="{D8AA074F-322A-A9EE-0C75-3F20F455F273}"/>
                    </a:ext>
                  </a:extLst>
                </p:cNvPr>
                <p:cNvSpPr>
                  <a:spLocks noEditPoints="1"/>
                </p:cNvSpPr>
                <p:nvPr/>
              </p:nvSpPr>
              <p:spPr bwMode="auto">
                <a:xfrm>
                  <a:off x="8251825" y="4216400"/>
                  <a:ext cx="233362" cy="433388"/>
                </a:xfrm>
                <a:custGeom>
                  <a:avLst/>
                  <a:gdLst>
                    <a:gd name="T0" fmla="*/ 54 w 56"/>
                    <a:gd name="T1" fmla="*/ 75 h 104"/>
                    <a:gd name="T2" fmla="*/ 54 w 56"/>
                    <a:gd name="T3" fmla="*/ 80 h 104"/>
                    <a:gd name="T4" fmla="*/ 53 w 56"/>
                    <a:gd name="T5" fmla="*/ 83 h 104"/>
                    <a:gd name="T6" fmla="*/ 48 w 56"/>
                    <a:gd name="T7" fmla="*/ 87 h 104"/>
                    <a:gd name="T8" fmla="*/ 41 w 56"/>
                    <a:gd name="T9" fmla="*/ 92 h 104"/>
                    <a:gd name="T10" fmla="*/ 36 w 56"/>
                    <a:gd name="T11" fmla="*/ 90 h 104"/>
                    <a:gd name="T12" fmla="*/ 37 w 56"/>
                    <a:gd name="T13" fmla="*/ 94 h 104"/>
                    <a:gd name="T14" fmla="*/ 36 w 56"/>
                    <a:gd name="T15" fmla="*/ 95 h 104"/>
                    <a:gd name="T16" fmla="*/ 34 w 56"/>
                    <a:gd name="T17" fmla="*/ 96 h 104"/>
                    <a:gd name="T18" fmla="*/ 30 w 56"/>
                    <a:gd name="T19" fmla="*/ 99 h 104"/>
                    <a:gd name="T20" fmla="*/ 25 w 56"/>
                    <a:gd name="T21" fmla="*/ 104 h 104"/>
                    <a:gd name="T22" fmla="*/ 26 w 56"/>
                    <a:gd name="T23" fmla="*/ 101 h 104"/>
                    <a:gd name="T24" fmla="*/ 27 w 56"/>
                    <a:gd name="T25" fmla="*/ 94 h 104"/>
                    <a:gd name="T26" fmla="*/ 22 w 56"/>
                    <a:gd name="T27" fmla="*/ 91 h 104"/>
                    <a:gd name="T28" fmla="*/ 27 w 56"/>
                    <a:gd name="T29" fmla="*/ 87 h 104"/>
                    <a:gd name="T30" fmla="*/ 33 w 56"/>
                    <a:gd name="T31" fmla="*/ 88 h 104"/>
                    <a:gd name="T32" fmla="*/ 32 w 56"/>
                    <a:gd name="T33" fmla="*/ 84 h 104"/>
                    <a:gd name="T34" fmla="*/ 37 w 56"/>
                    <a:gd name="T35" fmla="*/ 80 h 104"/>
                    <a:gd name="T36" fmla="*/ 42 w 56"/>
                    <a:gd name="T37" fmla="*/ 72 h 104"/>
                    <a:gd name="T38" fmla="*/ 40 w 56"/>
                    <a:gd name="T39" fmla="*/ 64 h 104"/>
                    <a:gd name="T40" fmla="*/ 40 w 56"/>
                    <a:gd name="T41" fmla="*/ 59 h 104"/>
                    <a:gd name="T42" fmla="*/ 40 w 56"/>
                    <a:gd name="T43" fmla="*/ 54 h 104"/>
                    <a:gd name="T44" fmla="*/ 40 w 56"/>
                    <a:gd name="T45" fmla="*/ 51 h 104"/>
                    <a:gd name="T46" fmla="*/ 35 w 56"/>
                    <a:gd name="T47" fmla="*/ 48 h 104"/>
                    <a:gd name="T48" fmla="*/ 30 w 56"/>
                    <a:gd name="T49" fmla="*/ 44 h 104"/>
                    <a:gd name="T50" fmla="*/ 26 w 56"/>
                    <a:gd name="T51" fmla="*/ 37 h 104"/>
                    <a:gd name="T52" fmla="*/ 21 w 56"/>
                    <a:gd name="T53" fmla="*/ 34 h 104"/>
                    <a:gd name="T54" fmla="*/ 15 w 56"/>
                    <a:gd name="T55" fmla="*/ 31 h 104"/>
                    <a:gd name="T56" fmla="*/ 15 w 56"/>
                    <a:gd name="T57" fmla="*/ 27 h 104"/>
                    <a:gd name="T58" fmla="*/ 20 w 56"/>
                    <a:gd name="T59" fmla="*/ 24 h 104"/>
                    <a:gd name="T60" fmla="*/ 19 w 56"/>
                    <a:gd name="T61" fmla="*/ 20 h 104"/>
                    <a:gd name="T62" fmla="*/ 13 w 56"/>
                    <a:gd name="T63" fmla="*/ 17 h 104"/>
                    <a:gd name="T64" fmla="*/ 6 w 56"/>
                    <a:gd name="T65" fmla="*/ 15 h 104"/>
                    <a:gd name="T66" fmla="*/ 4 w 56"/>
                    <a:gd name="T67" fmla="*/ 10 h 104"/>
                    <a:gd name="T68" fmla="*/ 0 w 56"/>
                    <a:gd name="T69" fmla="*/ 6 h 104"/>
                    <a:gd name="T70" fmla="*/ 6 w 56"/>
                    <a:gd name="T71" fmla="*/ 4 h 104"/>
                    <a:gd name="T72" fmla="*/ 13 w 56"/>
                    <a:gd name="T73" fmla="*/ 3 h 104"/>
                    <a:gd name="T74" fmla="*/ 21 w 56"/>
                    <a:gd name="T75" fmla="*/ 0 h 104"/>
                    <a:gd name="T76" fmla="*/ 30 w 56"/>
                    <a:gd name="T77" fmla="*/ 2 h 104"/>
                    <a:gd name="T78" fmla="*/ 36 w 56"/>
                    <a:gd name="T79" fmla="*/ 11 h 104"/>
                    <a:gd name="T80" fmla="*/ 40 w 56"/>
                    <a:gd name="T81" fmla="*/ 13 h 104"/>
                    <a:gd name="T82" fmla="*/ 35 w 56"/>
                    <a:gd name="T83" fmla="*/ 16 h 104"/>
                    <a:gd name="T84" fmla="*/ 30 w 56"/>
                    <a:gd name="T85" fmla="*/ 17 h 104"/>
                    <a:gd name="T86" fmla="*/ 26 w 56"/>
                    <a:gd name="T87" fmla="*/ 24 h 104"/>
                    <a:gd name="T88" fmla="*/ 26 w 56"/>
                    <a:gd name="T89" fmla="*/ 29 h 104"/>
                    <a:gd name="T90" fmla="*/ 26 w 56"/>
                    <a:gd name="T91" fmla="*/ 33 h 104"/>
                    <a:gd name="T92" fmla="*/ 31 w 56"/>
                    <a:gd name="T93" fmla="*/ 37 h 104"/>
                    <a:gd name="T94" fmla="*/ 39 w 56"/>
                    <a:gd name="T95" fmla="*/ 46 h 104"/>
                    <a:gd name="T96" fmla="*/ 48 w 56"/>
                    <a:gd name="T97" fmla="*/ 53 h 104"/>
                    <a:gd name="T98" fmla="*/ 51 w 56"/>
                    <a:gd name="T99" fmla="*/ 61 h 104"/>
                    <a:gd name="T100" fmla="*/ 53 w 56"/>
                    <a:gd name="T101" fmla="*/ 69 h 104"/>
                    <a:gd name="T102" fmla="*/ 18 w 56"/>
                    <a:gd name="T103" fmla="*/ 91 h 104"/>
                    <a:gd name="T104" fmla="*/ 20 w 56"/>
                    <a:gd name="T105" fmla="*/ 93 h 104"/>
                    <a:gd name="T106" fmla="*/ 18 w 56"/>
                    <a:gd name="T107" fmla="*/ 9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 h="104">
                      <a:moveTo>
                        <a:pt x="56" y="74"/>
                      </a:moveTo>
                      <a:cubicBezTo>
                        <a:pt x="56" y="75"/>
                        <a:pt x="56" y="75"/>
                        <a:pt x="55" y="75"/>
                      </a:cubicBezTo>
                      <a:cubicBezTo>
                        <a:pt x="55" y="75"/>
                        <a:pt x="55" y="74"/>
                        <a:pt x="54" y="74"/>
                      </a:cubicBezTo>
                      <a:cubicBezTo>
                        <a:pt x="54" y="75"/>
                        <a:pt x="54" y="75"/>
                        <a:pt x="54" y="75"/>
                      </a:cubicBezTo>
                      <a:cubicBezTo>
                        <a:pt x="54" y="76"/>
                        <a:pt x="55" y="77"/>
                        <a:pt x="55" y="77"/>
                      </a:cubicBezTo>
                      <a:cubicBezTo>
                        <a:pt x="55" y="77"/>
                        <a:pt x="54" y="78"/>
                        <a:pt x="54" y="78"/>
                      </a:cubicBezTo>
                      <a:cubicBezTo>
                        <a:pt x="54" y="78"/>
                        <a:pt x="53" y="78"/>
                        <a:pt x="53" y="78"/>
                      </a:cubicBezTo>
                      <a:cubicBezTo>
                        <a:pt x="53" y="79"/>
                        <a:pt x="53" y="79"/>
                        <a:pt x="54" y="80"/>
                      </a:cubicBezTo>
                      <a:cubicBezTo>
                        <a:pt x="54" y="80"/>
                        <a:pt x="54" y="80"/>
                        <a:pt x="54" y="80"/>
                      </a:cubicBezTo>
                      <a:cubicBezTo>
                        <a:pt x="54" y="80"/>
                        <a:pt x="53" y="81"/>
                        <a:pt x="53" y="81"/>
                      </a:cubicBezTo>
                      <a:cubicBezTo>
                        <a:pt x="53" y="81"/>
                        <a:pt x="54" y="82"/>
                        <a:pt x="54" y="82"/>
                      </a:cubicBezTo>
                      <a:cubicBezTo>
                        <a:pt x="54" y="82"/>
                        <a:pt x="54" y="82"/>
                        <a:pt x="53" y="83"/>
                      </a:cubicBezTo>
                      <a:cubicBezTo>
                        <a:pt x="53" y="83"/>
                        <a:pt x="52" y="83"/>
                        <a:pt x="52" y="83"/>
                      </a:cubicBezTo>
                      <a:cubicBezTo>
                        <a:pt x="52" y="84"/>
                        <a:pt x="52" y="84"/>
                        <a:pt x="52" y="85"/>
                      </a:cubicBezTo>
                      <a:cubicBezTo>
                        <a:pt x="51" y="85"/>
                        <a:pt x="50" y="86"/>
                        <a:pt x="50" y="86"/>
                      </a:cubicBezTo>
                      <a:cubicBezTo>
                        <a:pt x="49" y="86"/>
                        <a:pt x="48" y="87"/>
                        <a:pt x="48" y="87"/>
                      </a:cubicBezTo>
                      <a:cubicBezTo>
                        <a:pt x="48" y="88"/>
                        <a:pt x="48" y="88"/>
                        <a:pt x="47" y="89"/>
                      </a:cubicBezTo>
                      <a:cubicBezTo>
                        <a:pt x="47" y="89"/>
                        <a:pt x="46" y="89"/>
                        <a:pt x="46" y="89"/>
                      </a:cubicBezTo>
                      <a:cubicBezTo>
                        <a:pt x="46" y="89"/>
                        <a:pt x="45" y="90"/>
                        <a:pt x="44" y="90"/>
                      </a:cubicBezTo>
                      <a:cubicBezTo>
                        <a:pt x="44" y="91"/>
                        <a:pt x="42" y="92"/>
                        <a:pt x="41" y="92"/>
                      </a:cubicBezTo>
                      <a:cubicBezTo>
                        <a:pt x="41" y="91"/>
                        <a:pt x="39" y="91"/>
                        <a:pt x="39" y="91"/>
                      </a:cubicBezTo>
                      <a:cubicBezTo>
                        <a:pt x="39" y="91"/>
                        <a:pt x="38" y="90"/>
                        <a:pt x="38" y="90"/>
                      </a:cubicBezTo>
                      <a:cubicBezTo>
                        <a:pt x="38" y="90"/>
                        <a:pt x="37" y="91"/>
                        <a:pt x="37" y="91"/>
                      </a:cubicBezTo>
                      <a:cubicBezTo>
                        <a:pt x="37" y="91"/>
                        <a:pt x="36" y="90"/>
                        <a:pt x="36" y="90"/>
                      </a:cubicBezTo>
                      <a:cubicBezTo>
                        <a:pt x="36" y="90"/>
                        <a:pt x="37" y="91"/>
                        <a:pt x="37" y="91"/>
                      </a:cubicBezTo>
                      <a:cubicBezTo>
                        <a:pt x="37" y="91"/>
                        <a:pt x="36" y="91"/>
                        <a:pt x="36" y="91"/>
                      </a:cubicBezTo>
                      <a:cubicBezTo>
                        <a:pt x="37" y="92"/>
                        <a:pt x="37" y="92"/>
                        <a:pt x="37" y="92"/>
                      </a:cubicBezTo>
                      <a:cubicBezTo>
                        <a:pt x="37" y="92"/>
                        <a:pt x="38" y="94"/>
                        <a:pt x="37" y="94"/>
                      </a:cubicBezTo>
                      <a:cubicBezTo>
                        <a:pt x="37" y="94"/>
                        <a:pt x="37" y="94"/>
                        <a:pt x="37" y="94"/>
                      </a:cubicBezTo>
                      <a:cubicBezTo>
                        <a:pt x="37" y="94"/>
                        <a:pt x="36" y="94"/>
                        <a:pt x="36" y="94"/>
                      </a:cubicBezTo>
                      <a:cubicBezTo>
                        <a:pt x="36" y="94"/>
                        <a:pt x="36" y="94"/>
                        <a:pt x="36" y="94"/>
                      </a:cubicBezTo>
                      <a:cubicBezTo>
                        <a:pt x="36" y="94"/>
                        <a:pt x="36" y="95"/>
                        <a:pt x="36" y="95"/>
                      </a:cubicBezTo>
                      <a:cubicBezTo>
                        <a:pt x="36" y="95"/>
                        <a:pt x="36" y="96"/>
                        <a:pt x="36" y="96"/>
                      </a:cubicBezTo>
                      <a:cubicBezTo>
                        <a:pt x="36" y="96"/>
                        <a:pt x="35" y="96"/>
                        <a:pt x="35" y="96"/>
                      </a:cubicBezTo>
                      <a:cubicBezTo>
                        <a:pt x="35" y="95"/>
                        <a:pt x="34" y="95"/>
                        <a:pt x="34" y="95"/>
                      </a:cubicBezTo>
                      <a:cubicBezTo>
                        <a:pt x="34" y="95"/>
                        <a:pt x="34" y="96"/>
                        <a:pt x="34" y="96"/>
                      </a:cubicBezTo>
                      <a:cubicBezTo>
                        <a:pt x="34" y="96"/>
                        <a:pt x="34" y="97"/>
                        <a:pt x="34" y="97"/>
                      </a:cubicBezTo>
                      <a:cubicBezTo>
                        <a:pt x="34" y="97"/>
                        <a:pt x="33" y="98"/>
                        <a:pt x="33" y="98"/>
                      </a:cubicBezTo>
                      <a:cubicBezTo>
                        <a:pt x="32" y="98"/>
                        <a:pt x="32" y="99"/>
                        <a:pt x="32" y="99"/>
                      </a:cubicBezTo>
                      <a:cubicBezTo>
                        <a:pt x="31" y="99"/>
                        <a:pt x="31" y="99"/>
                        <a:pt x="30" y="99"/>
                      </a:cubicBezTo>
                      <a:cubicBezTo>
                        <a:pt x="30" y="99"/>
                        <a:pt x="30" y="100"/>
                        <a:pt x="30" y="100"/>
                      </a:cubicBezTo>
                      <a:cubicBezTo>
                        <a:pt x="30" y="100"/>
                        <a:pt x="30" y="101"/>
                        <a:pt x="30" y="101"/>
                      </a:cubicBezTo>
                      <a:cubicBezTo>
                        <a:pt x="29" y="102"/>
                        <a:pt x="28" y="103"/>
                        <a:pt x="27" y="103"/>
                      </a:cubicBezTo>
                      <a:cubicBezTo>
                        <a:pt x="27" y="103"/>
                        <a:pt x="26" y="104"/>
                        <a:pt x="25" y="104"/>
                      </a:cubicBezTo>
                      <a:cubicBezTo>
                        <a:pt x="25" y="103"/>
                        <a:pt x="24" y="103"/>
                        <a:pt x="24" y="103"/>
                      </a:cubicBezTo>
                      <a:cubicBezTo>
                        <a:pt x="24" y="103"/>
                        <a:pt x="24" y="103"/>
                        <a:pt x="25" y="102"/>
                      </a:cubicBezTo>
                      <a:cubicBezTo>
                        <a:pt x="25" y="102"/>
                        <a:pt x="26" y="102"/>
                        <a:pt x="26" y="102"/>
                      </a:cubicBezTo>
                      <a:cubicBezTo>
                        <a:pt x="26" y="102"/>
                        <a:pt x="26" y="101"/>
                        <a:pt x="26" y="101"/>
                      </a:cubicBezTo>
                      <a:cubicBezTo>
                        <a:pt x="25" y="101"/>
                        <a:pt x="25" y="101"/>
                        <a:pt x="25" y="100"/>
                      </a:cubicBezTo>
                      <a:cubicBezTo>
                        <a:pt x="25" y="100"/>
                        <a:pt x="25" y="96"/>
                        <a:pt x="25" y="96"/>
                      </a:cubicBezTo>
                      <a:cubicBezTo>
                        <a:pt x="25" y="95"/>
                        <a:pt x="26" y="95"/>
                        <a:pt x="26" y="95"/>
                      </a:cubicBezTo>
                      <a:cubicBezTo>
                        <a:pt x="27" y="94"/>
                        <a:pt x="27" y="94"/>
                        <a:pt x="27" y="94"/>
                      </a:cubicBezTo>
                      <a:cubicBezTo>
                        <a:pt x="28" y="93"/>
                        <a:pt x="28" y="93"/>
                        <a:pt x="28" y="93"/>
                      </a:cubicBezTo>
                      <a:cubicBezTo>
                        <a:pt x="28" y="93"/>
                        <a:pt x="23" y="93"/>
                        <a:pt x="23" y="93"/>
                      </a:cubicBezTo>
                      <a:cubicBezTo>
                        <a:pt x="23" y="93"/>
                        <a:pt x="23" y="92"/>
                        <a:pt x="23" y="92"/>
                      </a:cubicBezTo>
                      <a:cubicBezTo>
                        <a:pt x="23" y="91"/>
                        <a:pt x="23" y="91"/>
                        <a:pt x="22" y="91"/>
                      </a:cubicBezTo>
                      <a:cubicBezTo>
                        <a:pt x="23" y="90"/>
                        <a:pt x="24" y="89"/>
                        <a:pt x="24" y="89"/>
                      </a:cubicBezTo>
                      <a:cubicBezTo>
                        <a:pt x="24" y="89"/>
                        <a:pt x="24" y="89"/>
                        <a:pt x="25" y="89"/>
                      </a:cubicBezTo>
                      <a:cubicBezTo>
                        <a:pt x="25" y="89"/>
                        <a:pt x="25" y="88"/>
                        <a:pt x="26" y="88"/>
                      </a:cubicBezTo>
                      <a:cubicBezTo>
                        <a:pt x="26" y="88"/>
                        <a:pt x="26" y="87"/>
                        <a:pt x="27" y="87"/>
                      </a:cubicBezTo>
                      <a:cubicBezTo>
                        <a:pt x="27" y="87"/>
                        <a:pt x="28" y="87"/>
                        <a:pt x="28" y="87"/>
                      </a:cubicBezTo>
                      <a:cubicBezTo>
                        <a:pt x="29" y="87"/>
                        <a:pt x="29" y="87"/>
                        <a:pt x="30" y="87"/>
                      </a:cubicBezTo>
                      <a:cubicBezTo>
                        <a:pt x="31" y="87"/>
                        <a:pt x="31" y="87"/>
                        <a:pt x="31" y="87"/>
                      </a:cubicBezTo>
                      <a:cubicBezTo>
                        <a:pt x="32" y="87"/>
                        <a:pt x="32" y="87"/>
                        <a:pt x="33" y="88"/>
                      </a:cubicBezTo>
                      <a:cubicBezTo>
                        <a:pt x="33" y="88"/>
                        <a:pt x="34" y="88"/>
                        <a:pt x="34" y="88"/>
                      </a:cubicBezTo>
                      <a:cubicBezTo>
                        <a:pt x="35" y="88"/>
                        <a:pt x="35" y="87"/>
                        <a:pt x="35" y="87"/>
                      </a:cubicBezTo>
                      <a:cubicBezTo>
                        <a:pt x="35" y="86"/>
                        <a:pt x="34" y="85"/>
                        <a:pt x="34" y="85"/>
                      </a:cubicBezTo>
                      <a:cubicBezTo>
                        <a:pt x="34" y="85"/>
                        <a:pt x="32" y="85"/>
                        <a:pt x="32" y="84"/>
                      </a:cubicBezTo>
                      <a:cubicBezTo>
                        <a:pt x="32" y="83"/>
                        <a:pt x="32" y="83"/>
                        <a:pt x="32" y="82"/>
                      </a:cubicBezTo>
                      <a:cubicBezTo>
                        <a:pt x="32" y="82"/>
                        <a:pt x="33" y="81"/>
                        <a:pt x="34" y="81"/>
                      </a:cubicBezTo>
                      <a:cubicBezTo>
                        <a:pt x="34" y="81"/>
                        <a:pt x="35" y="81"/>
                        <a:pt x="36" y="81"/>
                      </a:cubicBezTo>
                      <a:cubicBezTo>
                        <a:pt x="36" y="81"/>
                        <a:pt x="36" y="80"/>
                        <a:pt x="37" y="80"/>
                      </a:cubicBezTo>
                      <a:cubicBezTo>
                        <a:pt x="38" y="79"/>
                        <a:pt x="38" y="79"/>
                        <a:pt x="39" y="79"/>
                      </a:cubicBezTo>
                      <a:cubicBezTo>
                        <a:pt x="40" y="78"/>
                        <a:pt x="41" y="77"/>
                        <a:pt x="41" y="77"/>
                      </a:cubicBezTo>
                      <a:cubicBezTo>
                        <a:pt x="42" y="76"/>
                        <a:pt x="42" y="76"/>
                        <a:pt x="42" y="75"/>
                      </a:cubicBezTo>
                      <a:cubicBezTo>
                        <a:pt x="43" y="74"/>
                        <a:pt x="42" y="73"/>
                        <a:pt x="42" y="72"/>
                      </a:cubicBezTo>
                      <a:cubicBezTo>
                        <a:pt x="43" y="71"/>
                        <a:pt x="42" y="70"/>
                        <a:pt x="43" y="69"/>
                      </a:cubicBezTo>
                      <a:cubicBezTo>
                        <a:pt x="43" y="68"/>
                        <a:pt x="42" y="68"/>
                        <a:pt x="42" y="67"/>
                      </a:cubicBezTo>
                      <a:cubicBezTo>
                        <a:pt x="42" y="67"/>
                        <a:pt x="41" y="66"/>
                        <a:pt x="41" y="66"/>
                      </a:cubicBezTo>
                      <a:cubicBezTo>
                        <a:pt x="40" y="65"/>
                        <a:pt x="40" y="65"/>
                        <a:pt x="40" y="64"/>
                      </a:cubicBezTo>
                      <a:cubicBezTo>
                        <a:pt x="40" y="64"/>
                        <a:pt x="40" y="64"/>
                        <a:pt x="40" y="63"/>
                      </a:cubicBezTo>
                      <a:cubicBezTo>
                        <a:pt x="40" y="63"/>
                        <a:pt x="41" y="62"/>
                        <a:pt x="41" y="62"/>
                      </a:cubicBezTo>
                      <a:cubicBezTo>
                        <a:pt x="41" y="61"/>
                        <a:pt x="41" y="61"/>
                        <a:pt x="40" y="60"/>
                      </a:cubicBezTo>
                      <a:cubicBezTo>
                        <a:pt x="40" y="59"/>
                        <a:pt x="40" y="59"/>
                        <a:pt x="40" y="59"/>
                      </a:cubicBezTo>
                      <a:cubicBezTo>
                        <a:pt x="40" y="58"/>
                        <a:pt x="40" y="58"/>
                        <a:pt x="40" y="58"/>
                      </a:cubicBezTo>
                      <a:cubicBezTo>
                        <a:pt x="41" y="57"/>
                        <a:pt x="42" y="57"/>
                        <a:pt x="42" y="56"/>
                      </a:cubicBezTo>
                      <a:cubicBezTo>
                        <a:pt x="42" y="56"/>
                        <a:pt x="42" y="55"/>
                        <a:pt x="42" y="55"/>
                      </a:cubicBezTo>
                      <a:cubicBezTo>
                        <a:pt x="41" y="55"/>
                        <a:pt x="40" y="55"/>
                        <a:pt x="40" y="54"/>
                      </a:cubicBezTo>
                      <a:cubicBezTo>
                        <a:pt x="40" y="54"/>
                        <a:pt x="40" y="53"/>
                        <a:pt x="40" y="53"/>
                      </a:cubicBezTo>
                      <a:cubicBezTo>
                        <a:pt x="41" y="52"/>
                        <a:pt x="41" y="52"/>
                        <a:pt x="41" y="52"/>
                      </a:cubicBezTo>
                      <a:cubicBezTo>
                        <a:pt x="41" y="51"/>
                        <a:pt x="41" y="51"/>
                        <a:pt x="41" y="51"/>
                      </a:cubicBezTo>
                      <a:cubicBezTo>
                        <a:pt x="41" y="51"/>
                        <a:pt x="40" y="51"/>
                        <a:pt x="40" y="51"/>
                      </a:cubicBezTo>
                      <a:cubicBezTo>
                        <a:pt x="39" y="51"/>
                        <a:pt x="39" y="50"/>
                        <a:pt x="38" y="50"/>
                      </a:cubicBezTo>
                      <a:cubicBezTo>
                        <a:pt x="38" y="49"/>
                        <a:pt x="37" y="50"/>
                        <a:pt x="37" y="49"/>
                      </a:cubicBezTo>
                      <a:cubicBezTo>
                        <a:pt x="36" y="49"/>
                        <a:pt x="36" y="49"/>
                        <a:pt x="36" y="48"/>
                      </a:cubicBezTo>
                      <a:cubicBezTo>
                        <a:pt x="36" y="48"/>
                        <a:pt x="36" y="48"/>
                        <a:pt x="35" y="48"/>
                      </a:cubicBezTo>
                      <a:cubicBezTo>
                        <a:pt x="35" y="47"/>
                        <a:pt x="34" y="47"/>
                        <a:pt x="34" y="47"/>
                      </a:cubicBezTo>
                      <a:cubicBezTo>
                        <a:pt x="34" y="46"/>
                        <a:pt x="33" y="45"/>
                        <a:pt x="33" y="45"/>
                      </a:cubicBezTo>
                      <a:cubicBezTo>
                        <a:pt x="33" y="45"/>
                        <a:pt x="32" y="45"/>
                        <a:pt x="32" y="44"/>
                      </a:cubicBezTo>
                      <a:cubicBezTo>
                        <a:pt x="31" y="44"/>
                        <a:pt x="30" y="44"/>
                        <a:pt x="30" y="44"/>
                      </a:cubicBezTo>
                      <a:cubicBezTo>
                        <a:pt x="30" y="43"/>
                        <a:pt x="30" y="43"/>
                        <a:pt x="30" y="42"/>
                      </a:cubicBezTo>
                      <a:cubicBezTo>
                        <a:pt x="29" y="42"/>
                        <a:pt x="28" y="41"/>
                        <a:pt x="28" y="41"/>
                      </a:cubicBezTo>
                      <a:cubicBezTo>
                        <a:pt x="28" y="40"/>
                        <a:pt x="28" y="39"/>
                        <a:pt x="27" y="39"/>
                      </a:cubicBezTo>
                      <a:cubicBezTo>
                        <a:pt x="27" y="39"/>
                        <a:pt x="26" y="38"/>
                        <a:pt x="26" y="37"/>
                      </a:cubicBezTo>
                      <a:cubicBezTo>
                        <a:pt x="26" y="37"/>
                        <a:pt x="25" y="37"/>
                        <a:pt x="25" y="37"/>
                      </a:cubicBezTo>
                      <a:cubicBezTo>
                        <a:pt x="24" y="36"/>
                        <a:pt x="23" y="35"/>
                        <a:pt x="23" y="35"/>
                      </a:cubicBezTo>
                      <a:cubicBezTo>
                        <a:pt x="23" y="35"/>
                        <a:pt x="23" y="34"/>
                        <a:pt x="22" y="34"/>
                      </a:cubicBezTo>
                      <a:cubicBezTo>
                        <a:pt x="22" y="34"/>
                        <a:pt x="21" y="34"/>
                        <a:pt x="21" y="34"/>
                      </a:cubicBezTo>
                      <a:cubicBezTo>
                        <a:pt x="20" y="34"/>
                        <a:pt x="20" y="33"/>
                        <a:pt x="20" y="33"/>
                      </a:cubicBezTo>
                      <a:cubicBezTo>
                        <a:pt x="19" y="33"/>
                        <a:pt x="18" y="33"/>
                        <a:pt x="18" y="33"/>
                      </a:cubicBezTo>
                      <a:cubicBezTo>
                        <a:pt x="17" y="33"/>
                        <a:pt x="17" y="32"/>
                        <a:pt x="17" y="32"/>
                      </a:cubicBezTo>
                      <a:cubicBezTo>
                        <a:pt x="16" y="32"/>
                        <a:pt x="15" y="31"/>
                        <a:pt x="15" y="31"/>
                      </a:cubicBezTo>
                      <a:cubicBezTo>
                        <a:pt x="15" y="31"/>
                        <a:pt x="15" y="30"/>
                        <a:pt x="15" y="30"/>
                      </a:cubicBezTo>
                      <a:cubicBezTo>
                        <a:pt x="16" y="30"/>
                        <a:pt x="16" y="29"/>
                        <a:pt x="15" y="29"/>
                      </a:cubicBezTo>
                      <a:cubicBezTo>
                        <a:pt x="15" y="29"/>
                        <a:pt x="14" y="28"/>
                        <a:pt x="14" y="28"/>
                      </a:cubicBezTo>
                      <a:cubicBezTo>
                        <a:pt x="14" y="28"/>
                        <a:pt x="15" y="27"/>
                        <a:pt x="15" y="27"/>
                      </a:cubicBezTo>
                      <a:cubicBezTo>
                        <a:pt x="15" y="27"/>
                        <a:pt x="16" y="27"/>
                        <a:pt x="17" y="27"/>
                      </a:cubicBezTo>
                      <a:cubicBezTo>
                        <a:pt x="17" y="26"/>
                        <a:pt x="18" y="26"/>
                        <a:pt x="18" y="26"/>
                      </a:cubicBezTo>
                      <a:cubicBezTo>
                        <a:pt x="19" y="26"/>
                        <a:pt x="19" y="26"/>
                        <a:pt x="19" y="25"/>
                      </a:cubicBezTo>
                      <a:cubicBezTo>
                        <a:pt x="19" y="25"/>
                        <a:pt x="19" y="24"/>
                        <a:pt x="20" y="24"/>
                      </a:cubicBezTo>
                      <a:cubicBezTo>
                        <a:pt x="20" y="23"/>
                        <a:pt x="20" y="23"/>
                        <a:pt x="20" y="23"/>
                      </a:cubicBezTo>
                      <a:cubicBezTo>
                        <a:pt x="20" y="23"/>
                        <a:pt x="21" y="23"/>
                        <a:pt x="21" y="22"/>
                      </a:cubicBezTo>
                      <a:cubicBezTo>
                        <a:pt x="21" y="22"/>
                        <a:pt x="21" y="22"/>
                        <a:pt x="20" y="21"/>
                      </a:cubicBezTo>
                      <a:cubicBezTo>
                        <a:pt x="19" y="21"/>
                        <a:pt x="19" y="21"/>
                        <a:pt x="19" y="20"/>
                      </a:cubicBezTo>
                      <a:cubicBezTo>
                        <a:pt x="19" y="20"/>
                        <a:pt x="19" y="19"/>
                        <a:pt x="19" y="19"/>
                      </a:cubicBezTo>
                      <a:cubicBezTo>
                        <a:pt x="18" y="19"/>
                        <a:pt x="17" y="18"/>
                        <a:pt x="17" y="18"/>
                      </a:cubicBezTo>
                      <a:cubicBezTo>
                        <a:pt x="16" y="18"/>
                        <a:pt x="16" y="17"/>
                        <a:pt x="16" y="17"/>
                      </a:cubicBezTo>
                      <a:cubicBezTo>
                        <a:pt x="15" y="17"/>
                        <a:pt x="14" y="17"/>
                        <a:pt x="13" y="17"/>
                      </a:cubicBezTo>
                      <a:cubicBezTo>
                        <a:pt x="13" y="18"/>
                        <a:pt x="13" y="18"/>
                        <a:pt x="12" y="18"/>
                      </a:cubicBezTo>
                      <a:cubicBezTo>
                        <a:pt x="12" y="18"/>
                        <a:pt x="11" y="17"/>
                        <a:pt x="11" y="17"/>
                      </a:cubicBezTo>
                      <a:cubicBezTo>
                        <a:pt x="10" y="17"/>
                        <a:pt x="8" y="17"/>
                        <a:pt x="8" y="17"/>
                      </a:cubicBezTo>
                      <a:cubicBezTo>
                        <a:pt x="8" y="17"/>
                        <a:pt x="7" y="16"/>
                        <a:pt x="6" y="15"/>
                      </a:cubicBezTo>
                      <a:cubicBezTo>
                        <a:pt x="6" y="15"/>
                        <a:pt x="5" y="14"/>
                        <a:pt x="5" y="14"/>
                      </a:cubicBezTo>
                      <a:cubicBezTo>
                        <a:pt x="5" y="13"/>
                        <a:pt x="4" y="13"/>
                        <a:pt x="4" y="13"/>
                      </a:cubicBezTo>
                      <a:cubicBezTo>
                        <a:pt x="5" y="12"/>
                        <a:pt x="5" y="12"/>
                        <a:pt x="5" y="11"/>
                      </a:cubicBezTo>
                      <a:cubicBezTo>
                        <a:pt x="4" y="11"/>
                        <a:pt x="4" y="11"/>
                        <a:pt x="4" y="10"/>
                      </a:cubicBezTo>
                      <a:cubicBezTo>
                        <a:pt x="3" y="10"/>
                        <a:pt x="3" y="9"/>
                        <a:pt x="3" y="9"/>
                      </a:cubicBezTo>
                      <a:cubicBezTo>
                        <a:pt x="2" y="8"/>
                        <a:pt x="2" y="8"/>
                        <a:pt x="1" y="7"/>
                      </a:cubicBezTo>
                      <a:cubicBezTo>
                        <a:pt x="0" y="7"/>
                        <a:pt x="0" y="7"/>
                        <a:pt x="0" y="7"/>
                      </a:cubicBezTo>
                      <a:cubicBezTo>
                        <a:pt x="0" y="6"/>
                        <a:pt x="0" y="6"/>
                        <a:pt x="0" y="6"/>
                      </a:cubicBezTo>
                      <a:cubicBezTo>
                        <a:pt x="0" y="6"/>
                        <a:pt x="1" y="5"/>
                        <a:pt x="1" y="5"/>
                      </a:cubicBezTo>
                      <a:cubicBezTo>
                        <a:pt x="1" y="4"/>
                        <a:pt x="3" y="4"/>
                        <a:pt x="3" y="4"/>
                      </a:cubicBezTo>
                      <a:cubicBezTo>
                        <a:pt x="4" y="5"/>
                        <a:pt x="5" y="5"/>
                        <a:pt x="5" y="5"/>
                      </a:cubicBezTo>
                      <a:cubicBezTo>
                        <a:pt x="5" y="5"/>
                        <a:pt x="6" y="4"/>
                        <a:pt x="6" y="4"/>
                      </a:cubicBezTo>
                      <a:cubicBezTo>
                        <a:pt x="7" y="4"/>
                        <a:pt x="7" y="5"/>
                        <a:pt x="7" y="5"/>
                      </a:cubicBezTo>
                      <a:cubicBezTo>
                        <a:pt x="8" y="4"/>
                        <a:pt x="8" y="4"/>
                        <a:pt x="9" y="4"/>
                      </a:cubicBezTo>
                      <a:cubicBezTo>
                        <a:pt x="9" y="4"/>
                        <a:pt x="10" y="5"/>
                        <a:pt x="11" y="4"/>
                      </a:cubicBezTo>
                      <a:cubicBezTo>
                        <a:pt x="12" y="4"/>
                        <a:pt x="13" y="3"/>
                        <a:pt x="13" y="3"/>
                      </a:cubicBezTo>
                      <a:cubicBezTo>
                        <a:pt x="14" y="3"/>
                        <a:pt x="15" y="3"/>
                        <a:pt x="15" y="3"/>
                      </a:cubicBezTo>
                      <a:cubicBezTo>
                        <a:pt x="15" y="3"/>
                        <a:pt x="17" y="1"/>
                        <a:pt x="17" y="1"/>
                      </a:cubicBezTo>
                      <a:cubicBezTo>
                        <a:pt x="17" y="0"/>
                        <a:pt x="17" y="1"/>
                        <a:pt x="19" y="0"/>
                      </a:cubicBezTo>
                      <a:cubicBezTo>
                        <a:pt x="20" y="0"/>
                        <a:pt x="21" y="0"/>
                        <a:pt x="21" y="0"/>
                      </a:cubicBezTo>
                      <a:cubicBezTo>
                        <a:pt x="21" y="0"/>
                        <a:pt x="22" y="1"/>
                        <a:pt x="22" y="1"/>
                      </a:cubicBezTo>
                      <a:cubicBezTo>
                        <a:pt x="22" y="1"/>
                        <a:pt x="24" y="2"/>
                        <a:pt x="25" y="2"/>
                      </a:cubicBezTo>
                      <a:cubicBezTo>
                        <a:pt x="25" y="2"/>
                        <a:pt x="27" y="2"/>
                        <a:pt x="28" y="3"/>
                      </a:cubicBezTo>
                      <a:cubicBezTo>
                        <a:pt x="28" y="3"/>
                        <a:pt x="30" y="2"/>
                        <a:pt x="30" y="2"/>
                      </a:cubicBezTo>
                      <a:cubicBezTo>
                        <a:pt x="30" y="2"/>
                        <a:pt x="30" y="4"/>
                        <a:pt x="30" y="4"/>
                      </a:cubicBezTo>
                      <a:cubicBezTo>
                        <a:pt x="29" y="5"/>
                        <a:pt x="29" y="6"/>
                        <a:pt x="29" y="6"/>
                      </a:cubicBezTo>
                      <a:cubicBezTo>
                        <a:pt x="29" y="7"/>
                        <a:pt x="30" y="8"/>
                        <a:pt x="30" y="8"/>
                      </a:cubicBezTo>
                      <a:cubicBezTo>
                        <a:pt x="30" y="9"/>
                        <a:pt x="35" y="11"/>
                        <a:pt x="36" y="11"/>
                      </a:cubicBezTo>
                      <a:cubicBezTo>
                        <a:pt x="37" y="12"/>
                        <a:pt x="38" y="11"/>
                        <a:pt x="39" y="11"/>
                      </a:cubicBezTo>
                      <a:cubicBezTo>
                        <a:pt x="39" y="12"/>
                        <a:pt x="40" y="12"/>
                        <a:pt x="40" y="12"/>
                      </a:cubicBezTo>
                      <a:cubicBezTo>
                        <a:pt x="40" y="12"/>
                        <a:pt x="40" y="12"/>
                        <a:pt x="40" y="12"/>
                      </a:cubicBezTo>
                      <a:cubicBezTo>
                        <a:pt x="40" y="13"/>
                        <a:pt x="40" y="13"/>
                        <a:pt x="40" y="13"/>
                      </a:cubicBezTo>
                      <a:cubicBezTo>
                        <a:pt x="39" y="14"/>
                        <a:pt x="38" y="13"/>
                        <a:pt x="38" y="14"/>
                      </a:cubicBezTo>
                      <a:cubicBezTo>
                        <a:pt x="38" y="14"/>
                        <a:pt x="37" y="14"/>
                        <a:pt x="37" y="14"/>
                      </a:cubicBezTo>
                      <a:cubicBezTo>
                        <a:pt x="36" y="14"/>
                        <a:pt x="35" y="14"/>
                        <a:pt x="35" y="14"/>
                      </a:cubicBezTo>
                      <a:cubicBezTo>
                        <a:pt x="35" y="15"/>
                        <a:pt x="35" y="16"/>
                        <a:pt x="35" y="16"/>
                      </a:cubicBezTo>
                      <a:cubicBezTo>
                        <a:pt x="34" y="16"/>
                        <a:pt x="34" y="17"/>
                        <a:pt x="34" y="17"/>
                      </a:cubicBezTo>
                      <a:cubicBezTo>
                        <a:pt x="33" y="17"/>
                        <a:pt x="33" y="16"/>
                        <a:pt x="32" y="17"/>
                      </a:cubicBezTo>
                      <a:cubicBezTo>
                        <a:pt x="32" y="17"/>
                        <a:pt x="31" y="17"/>
                        <a:pt x="31" y="17"/>
                      </a:cubicBezTo>
                      <a:cubicBezTo>
                        <a:pt x="31" y="17"/>
                        <a:pt x="30" y="16"/>
                        <a:pt x="30" y="17"/>
                      </a:cubicBezTo>
                      <a:cubicBezTo>
                        <a:pt x="30" y="18"/>
                        <a:pt x="30" y="21"/>
                        <a:pt x="30" y="22"/>
                      </a:cubicBezTo>
                      <a:cubicBezTo>
                        <a:pt x="30" y="22"/>
                        <a:pt x="29" y="23"/>
                        <a:pt x="29" y="23"/>
                      </a:cubicBezTo>
                      <a:cubicBezTo>
                        <a:pt x="28" y="23"/>
                        <a:pt x="29" y="24"/>
                        <a:pt x="28" y="24"/>
                      </a:cubicBezTo>
                      <a:cubicBezTo>
                        <a:pt x="28" y="24"/>
                        <a:pt x="27" y="24"/>
                        <a:pt x="26" y="24"/>
                      </a:cubicBezTo>
                      <a:cubicBezTo>
                        <a:pt x="26" y="24"/>
                        <a:pt x="26" y="25"/>
                        <a:pt x="26" y="26"/>
                      </a:cubicBezTo>
                      <a:cubicBezTo>
                        <a:pt x="26" y="26"/>
                        <a:pt x="25" y="27"/>
                        <a:pt x="26" y="27"/>
                      </a:cubicBezTo>
                      <a:cubicBezTo>
                        <a:pt x="26" y="27"/>
                        <a:pt x="26" y="28"/>
                        <a:pt x="26" y="28"/>
                      </a:cubicBezTo>
                      <a:cubicBezTo>
                        <a:pt x="26" y="28"/>
                        <a:pt x="26" y="29"/>
                        <a:pt x="26" y="29"/>
                      </a:cubicBezTo>
                      <a:cubicBezTo>
                        <a:pt x="26" y="30"/>
                        <a:pt x="25" y="30"/>
                        <a:pt x="25" y="31"/>
                      </a:cubicBezTo>
                      <a:cubicBezTo>
                        <a:pt x="25" y="31"/>
                        <a:pt x="25" y="31"/>
                        <a:pt x="25" y="32"/>
                      </a:cubicBezTo>
                      <a:cubicBezTo>
                        <a:pt x="25" y="32"/>
                        <a:pt x="26" y="32"/>
                        <a:pt x="26" y="32"/>
                      </a:cubicBezTo>
                      <a:cubicBezTo>
                        <a:pt x="26" y="32"/>
                        <a:pt x="26" y="33"/>
                        <a:pt x="26" y="33"/>
                      </a:cubicBezTo>
                      <a:cubicBezTo>
                        <a:pt x="26" y="33"/>
                        <a:pt x="25" y="33"/>
                        <a:pt x="26" y="34"/>
                      </a:cubicBezTo>
                      <a:cubicBezTo>
                        <a:pt x="26" y="34"/>
                        <a:pt x="27" y="34"/>
                        <a:pt x="28" y="34"/>
                      </a:cubicBezTo>
                      <a:cubicBezTo>
                        <a:pt x="28" y="35"/>
                        <a:pt x="28" y="35"/>
                        <a:pt x="29" y="35"/>
                      </a:cubicBezTo>
                      <a:cubicBezTo>
                        <a:pt x="29" y="36"/>
                        <a:pt x="30" y="36"/>
                        <a:pt x="31" y="37"/>
                      </a:cubicBezTo>
                      <a:cubicBezTo>
                        <a:pt x="31" y="37"/>
                        <a:pt x="31" y="37"/>
                        <a:pt x="32" y="37"/>
                      </a:cubicBezTo>
                      <a:cubicBezTo>
                        <a:pt x="32" y="37"/>
                        <a:pt x="32" y="40"/>
                        <a:pt x="32" y="40"/>
                      </a:cubicBezTo>
                      <a:cubicBezTo>
                        <a:pt x="32" y="41"/>
                        <a:pt x="33" y="42"/>
                        <a:pt x="33" y="42"/>
                      </a:cubicBezTo>
                      <a:cubicBezTo>
                        <a:pt x="34" y="43"/>
                        <a:pt x="38" y="46"/>
                        <a:pt x="39" y="46"/>
                      </a:cubicBezTo>
                      <a:cubicBezTo>
                        <a:pt x="40" y="46"/>
                        <a:pt x="41" y="47"/>
                        <a:pt x="42" y="47"/>
                      </a:cubicBezTo>
                      <a:cubicBezTo>
                        <a:pt x="42" y="48"/>
                        <a:pt x="43" y="49"/>
                        <a:pt x="44" y="49"/>
                      </a:cubicBezTo>
                      <a:cubicBezTo>
                        <a:pt x="44" y="50"/>
                        <a:pt x="44" y="50"/>
                        <a:pt x="45" y="50"/>
                      </a:cubicBezTo>
                      <a:cubicBezTo>
                        <a:pt x="46" y="51"/>
                        <a:pt x="47" y="52"/>
                        <a:pt x="48" y="53"/>
                      </a:cubicBezTo>
                      <a:cubicBezTo>
                        <a:pt x="49" y="54"/>
                        <a:pt x="48" y="54"/>
                        <a:pt x="49" y="55"/>
                      </a:cubicBezTo>
                      <a:cubicBezTo>
                        <a:pt x="49" y="56"/>
                        <a:pt x="50" y="57"/>
                        <a:pt x="50" y="57"/>
                      </a:cubicBezTo>
                      <a:cubicBezTo>
                        <a:pt x="50" y="58"/>
                        <a:pt x="50" y="59"/>
                        <a:pt x="51" y="59"/>
                      </a:cubicBezTo>
                      <a:cubicBezTo>
                        <a:pt x="51" y="60"/>
                        <a:pt x="51" y="60"/>
                        <a:pt x="51" y="61"/>
                      </a:cubicBezTo>
                      <a:cubicBezTo>
                        <a:pt x="52" y="61"/>
                        <a:pt x="52" y="63"/>
                        <a:pt x="52" y="64"/>
                      </a:cubicBezTo>
                      <a:cubicBezTo>
                        <a:pt x="53" y="64"/>
                        <a:pt x="53" y="65"/>
                        <a:pt x="53" y="65"/>
                      </a:cubicBezTo>
                      <a:cubicBezTo>
                        <a:pt x="53" y="66"/>
                        <a:pt x="53" y="66"/>
                        <a:pt x="53" y="67"/>
                      </a:cubicBezTo>
                      <a:cubicBezTo>
                        <a:pt x="53" y="68"/>
                        <a:pt x="53" y="68"/>
                        <a:pt x="53" y="69"/>
                      </a:cubicBezTo>
                      <a:cubicBezTo>
                        <a:pt x="53" y="69"/>
                        <a:pt x="53" y="70"/>
                        <a:pt x="54" y="71"/>
                      </a:cubicBezTo>
                      <a:cubicBezTo>
                        <a:pt x="54" y="71"/>
                        <a:pt x="54" y="71"/>
                        <a:pt x="55" y="72"/>
                      </a:cubicBezTo>
                      <a:cubicBezTo>
                        <a:pt x="56" y="74"/>
                        <a:pt x="56" y="74"/>
                        <a:pt x="56" y="74"/>
                      </a:cubicBezTo>
                      <a:close/>
                      <a:moveTo>
                        <a:pt x="18" y="91"/>
                      </a:moveTo>
                      <a:cubicBezTo>
                        <a:pt x="18" y="92"/>
                        <a:pt x="19" y="92"/>
                        <a:pt x="19" y="92"/>
                      </a:cubicBezTo>
                      <a:cubicBezTo>
                        <a:pt x="19" y="92"/>
                        <a:pt x="18" y="92"/>
                        <a:pt x="19" y="93"/>
                      </a:cubicBezTo>
                      <a:cubicBezTo>
                        <a:pt x="19" y="93"/>
                        <a:pt x="18" y="94"/>
                        <a:pt x="19" y="94"/>
                      </a:cubicBezTo>
                      <a:cubicBezTo>
                        <a:pt x="20" y="94"/>
                        <a:pt x="20" y="94"/>
                        <a:pt x="20" y="93"/>
                      </a:cubicBezTo>
                      <a:cubicBezTo>
                        <a:pt x="20" y="92"/>
                        <a:pt x="20" y="92"/>
                        <a:pt x="20" y="91"/>
                      </a:cubicBezTo>
                      <a:cubicBezTo>
                        <a:pt x="20" y="91"/>
                        <a:pt x="20" y="91"/>
                        <a:pt x="20" y="91"/>
                      </a:cubicBezTo>
                      <a:cubicBezTo>
                        <a:pt x="19" y="91"/>
                        <a:pt x="19" y="91"/>
                        <a:pt x="19" y="91"/>
                      </a:cubicBezTo>
                      <a:cubicBezTo>
                        <a:pt x="18" y="91"/>
                        <a:pt x="18" y="91"/>
                        <a:pt x="18" y="91"/>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5" name="Freeform 826">
                  <a:extLst>
                    <a:ext uri="{FF2B5EF4-FFF2-40B4-BE49-F238E27FC236}">
                      <a16:creationId xmlns:a16="http://schemas.microsoft.com/office/drawing/2014/main" id="{D6FBC8D2-2668-1CDA-DFEC-71773B85803C}"/>
                    </a:ext>
                  </a:extLst>
                </p:cNvPr>
                <p:cNvSpPr>
                  <a:spLocks/>
                </p:cNvSpPr>
                <p:nvPr/>
              </p:nvSpPr>
              <p:spPr bwMode="auto">
                <a:xfrm>
                  <a:off x="6958013" y="3441700"/>
                  <a:ext cx="482600" cy="317500"/>
                </a:xfrm>
                <a:custGeom>
                  <a:avLst/>
                  <a:gdLst>
                    <a:gd name="T0" fmla="*/ 80 w 116"/>
                    <a:gd name="T1" fmla="*/ 76 h 76"/>
                    <a:gd name="T2" fmla="*/ 82 w 116"/>
                    <a:gd name="T3" fmla="*/ 70 h 76"/>
                    <a:gd name="T4" fmla="*/ 84 w 116"/>
                    <a:gd name="T5" fmla="*/ 67 h 76"/>
                    <a:gd name="T6" fmla="*/ 82 w 116"/>
                    <a:gd name="T7" fmla="*/ 62 h 76"/>
                    <a:gd name="T8" fmla="*/ 79 w 116"/>
                    <a:gd name="T9" fmla="*/ 60 h 76"/>
                    <a:gd name="T10" fmla="*/ 77 w 116"/>
                    <a:gd name="T11" fmla="*/ 57 h 76"/>
                    <a:gd name="T12" fmla="*/ 81 w 116"/>
                    <a:gd name="T13" fmla="*/ 54 h 76"/>
                    <a:gd name="T14" fmla="*/ 85 w 116"/>
                    <a:gd name="T15" fmla="*/ 54 h 76"/>
                    <a:gd name="T16" fmla="*/ 87 w 116"/>
                    <a:gd name="T17" fmla="*/ 51 h 76"/>
                    <a:gd name="T18" fmla="*/ 89 w 116"/>
                    <a:gd name="T19" fmla="*/ 50 h 76"/>
                    <a:gd name="T20" fmla="*/ 89 w 116"/>
                    <a:gd name="T21" fmla="*/ 46 h 76"/>
                    <a:gd name="T22" fmla="*/ 91 w 116"/>
                    <a:gd name="T23" fmla="*/ 44 h 76"/>
                    <a:gd name="T24" fmla="*/ 97 w 116"/>
                    <a:gd name="T25" fmla="*/ 43 h 76"/>
                    <a:gd name="T26" fmla="*/ 99 w 116"/>
                    <a:gd name="T27" fmla="*/ 43 h 76"/>
                    <a:gd name="T28" fmla="*/ 98 w 116"/>
                    <a:gd name="T29" fmla="*/ 47 h 76"/>
                    <a:gd name="T30" fmla="*/ 100 w 116"/>
                    <a:gd name="T31" fmla="*/ 50 h 76"/>
                    <a:gd name="T32" fmla="*/ 102 w 116"/>
                    <a:gd name="T33" fmla="*/ 51 h 76"/>
                    <a:gd name="T34" fmla="*/ 102 w 116"/>
                    <a:gd name="T35" fmla="*/ 49 h 76"/>
                    <a:gd name="T36" fmla="*/ 105 w 116"/>
                    <a:gd name="T37" fmla="*/ 49 h 76"/>
                    <a:gd name="T38" fmla="*/ 109 w 116"/>
                    <a:gd name="T39" fmla="*/ 47 h 76"/>
                    <a:gd name="T40" fmla="*/ 112 w 116"/>
                    <a:gd name="T41" fmla="*/ 46 h 76"/>
                    <a:gd name="T42" fmla="*/ 116 w 116"/>
                    <a:gd name="T43" fmla="*/ 45 h 76"/>
                    <a:gd name="T44" fmla="*/ 111 w 116"/>
                    <a:gd name="T45" fmla="*/ 42 h 76"/>
                    <a:gd name="T46" fmla="*/ 107 w 116"/>
                    <a:gd name="T47" fmla="*/ 40 h 76"/>
                    <a:gd name="T48" fmla="*/ 105 w 116"/>
                    <a:gd name="T49" fmla="*/ 40 h 76"/>
                    <a:gd name="T50" fmla="*/ 102 w 116"/>
                    <a:gd name="T51" fmla="*/ 41 h 76"/>
                    <a:gd name="T52" fmla="*/ 98 w 116"/>
                    <a:gd name="T53" fmla="*/ 38 h 76"/>
                    <a:gd name="T54" fmla="*/ 100 w 116"/>
                    <a:gd name="T55" fmla="*/ 34 h 76"/>
                    <a:gd name="T56" fmla="*/ 101 w 116"/>
                    <a:gd name="T57" fmla="*/ 31 h 76"/>
                    <a:gd name="T58" fmla="*/ 94 w 116"/>
                    <a:gd name="T59" fmla="*/ 36 h 76"/>
                    <a:gd name="T60" fmla="*/ 88 w 116"/>
                    <a:gd name="T61" fmla="*/ 39 h 76"/>
                    <a:gd name="T62" fmla="*/ 84 w 116"/>
                    <a:gd name="T63" fmla="*/ 43 h 76"/>
                    <a:gd name="T64" fmla="*/ 85 w 116"/>
                    <a:gd name="T65" fmla="*/ 46 h 76"/>
                    <a:gd name="T66" fmla="*/ 81 w 116"/>
                    <a:gd name="T67" fmla="*/ 41 h 76"/>
                    <a:gd name="T68" fmla="*/ 68 w 116"/>
                    <a:gd name="T69" fmla="*/ 34 h 76"/>
                    <a:gd name="T70" fmla="*/ 68 w 116"/>
                    <a:gd name="T71" fmla="*/ 24 h 76"/>
                    <a:gd name="T72" fmla="*/ 64 w 116"/>
                    <a:gd name="T73" fmla="*/ 21 h 76"/>
                    <a:gd name="T74" fmla="*/ 54 w 116"/>
                    <a:gd name="T75" fmla="*/ 18 h 76"/>
                    <a:gd name="T76" fmla="*/ 35 w 116"/>
                    <a:gd name="T77" fmla="*/ 13 h 76"/>
                    <a:gd name="T78" fmla="*/ 17 w 116"/>
                    <a:gd name="T79" fmla="*/ 0 h 76"/>
                    <a:gd name="T80" fmla="*/ 6 w 116"/>
                    <a:gd name="T81" fmla="*/ 40 h 76"/>
                    <a:gd name="T82" fmla="*/ 7 w 116"/>
                    <a:gd name="T83" fmla="*/ 38 h 76"/>
                    <a:gd name="T84" fmla="*/ 12 w 116"/>
                    <a:gd name="T85" fmla="*/ 32 h 76"/>
                    <a:gd name="T86" fmla="*/ 15 w 116"/>
                    <a:gd name="T87" fmla="*/ 28 h 76"/>
                    <a:gd name="T88" fmla="*/ 18 w 116"/>
                    <a:gd name="T89" fmla="*/ 26 h 76"/>
                    <a:gd name="T90" fmla="*/ 27 w 116"/>
                    <a:gd name="T91" fmla="*/ 32 h 76"/>
                    <a:gd name="T92" fmla="*/ 29 w 116"/>
                    <a:gd name="T93" fmla="*/ 35 h 76"/>
                    <a:gd name="T94" fmla="*/ 28 w 116"/>
                    <a:gd name="T95" fmla="*/ 37 h 76"/>
                    <a:gd name="T96" fmla="*/ 29 w 116"/>
                    <a:gd name="T97" fmla="*/ 40 h 76"/>
                    <a:gd name="T98" fmla="*/ 34 w 116"/>
                    <a:gd name="T99" fmla="*/ 40 h 76"/>
                    <a:gd name="T100" fmla="*/ 37 w 116"/>
                    <a:gd name="T101" fmla="*/ 40 h 76"/>
                    <a:gd name="T102" fmla="*/ 43 w 116"/>
                    <a:gd name="T103" fmla="*/ 48 h 76"/>
                    <a:gd name="T104" fmla="*/ 64 w 116"/>
                    <a:gd name="T105" fmla="*/ 66 h 76"/>
                    <a:gd name="T106" fmla="*/ 72 w 116"/>
                    <a:gd name="T107" fmla="*/ 68 h 76"/>
                    <a:gd name="T108" fmla="*/ 71 w 116"/>
                    <a:gd name="T109" fmla="*/ 7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6">
                      <a:moveTo>
                        <a:pt x="76" y="76"/>
                      </a:moveTo>
                      <a:cubicBezTo>
                        <a:pt x="78" y="75"/>
                        <a:pt x="78" y="75"/>
                        <a:pt x="78" y="75"/>
                      </a:cubicBezTo>
                      <a:cubicBezTo>
                        <a:pt x="80" y="76"/>
                        <a:pt x="80" y="76"/>
                        <a:pt x="80" y="76"/>
                      </a:cubicBezTo>
                      <a:cubicBezTo>
                        <a:pt x="80" y="73"/>
                        <a:pt x="80" y="73"/>
                        <a:pt x="80" y="73"/>
                      </a:cubicBezTo>
                      <a:cubicBezTo>
                        <a:pt x="80" y="73"/>
                        <a:pt x="81" y="73"/>
                        <a:pt x="81" y="72"/>
                      </a:cubicBezTo>
                      <a:cubicBezTo>
                        <a:pt x="81" y="72"/>
                        <a:pt x="82" y="70"/>
                        <a:pt x="82" y="70"/>
                      </a:cubicBezTo>
                      <a:cubicBezTo>
                        <a:pt x="83" y="69"/>
                        <a:pt x="83" y="69"/>
                        <a:pt x="83" y="69"/>
                      </a:cubicBezTo>
                      <a:cubicBezTo>
                        <a:pt x="83" y="69"/>
                        <a:pt x="84" y="69"/>
                        <a:pt x="84" y="69"/>
                      </a:cubicBezTo>
                      <a:cubicBezTo>
                        <a:pt x="84" y="69"/>
                        <a:pt x="84" y="67"/>
                        <a:pt x="84" y="67"/>
                      </a:cubicBezTo>
                      <a:cubicBezTo>
                        <a:pt x="84" y="67"/>
                        <a:pt x="82" y="65"/>
                        <a:pt x="82" y="65"/>
                      </a:cubicBezTo>
                      <a:cubicBezTo>
                        <a:pt x="82" y="65"/>
                        <a:pt x="81" y="62"/>
                        <a:pt x="81" y="62"/>
                      </a:cubicBezTo>
                      <a:cubicBezTo>
                        <a:pt x="81" y="62"/>
                        <a:pt x="82" y="62"/>
                        <a:pt x="82" y="62"/>
                      </a:cubicBezTo>
                      <a:cubicBezTo>
                        <a:pt x="82" y="61"/>
                        <a:pt x="82" y="60"/>
                        <a:pt x="82" y="60"/>
                      </a:cubicBezTo>
                      <a:cubicBezTo>
                        <a:pt x="81" y="60"/>
                        <a:pt x="81" y="60"/>
                        <a:pt x="81" y="60"/>
                      </a:cubicBezTo>
                      <a:cubicBezTo>
                        <a:pt x="79" y="60"/>
                        <a:pt x="79" y="60"/>
                        <a:pt x="79" y="60"/>
                      </a:cubicBezTo>
                      <a:cubicBezTo>
                        <a:pt x="79" y="60"/>
                        <a:pt x="79" y="59"/>
                        <a:pt x="79" y="59"/>
                      </a:cubicBezTo>
                      <a:cubicBezTo>
                        <a:pt x="78" y="59"/>
                        <a:pt x="77" y="58"/>
                        <a:pt x="77" y="58"/>
                      </a:cubicBezTo>
                      <a:cubicBezTo>
                        <a:pt x="77" y="58"/>
                        <a:pt x="77" y="57"/>
                        <a:pt x="77" y="57"/>
                      </a:cubicBezTo>
                      <a:cubicBezTo>
                        <a:pt x="77" y="56"/>
                        <a:pt x="78" y="55"/>
                        <a:pt x="78" y="55"/>
                      </a:cubicBezTo>
                      <a:cubicBezTo>
                        <a:pt x="78" y="55"/>
                        <a:pt x="79" y="54"/>
                        <a:pt x="79" y="54"/>
                      </a:cubicBezTo>
                      <a:cubicBezTo>
                        <a:pt x="79" y="54"/>
                        <a:pt x="81" y="54"/>
                        <a:pt x="81" y="54"/>
                      </a:cubicBezTo>
                      <a:cubicBezTo>
                        <a:pt x="81" y="54"/>
                        <a:pt x="83" y="55"/>
                        <a:pt x="83" y="55"/>
                      </a:cubicBezTo>
                      <a:cubicBezTo>
                        <a:pt x="84" y="55"/>
                        <a:pt x="84" y="55"/>
                        <a:pt x="84" y="55"/>
                      </a:cubicBezTo>
                      <a:cubicBezTo>
                        <a:pt x="84" y="55"/>
                        <a:pt x="84" y="55"/>
                        <a:pt x="85" y="54"/>
                      </a:cubicBezTo>
                      <a:cubicBezTo>
                        <a:pt x="85" y="53"/>
                        <a:pt x="86" y="53"/>
                        <a:pt x="86" y="53"/>
                      </a:cubicBezTo>
                      <a:cubicBezTo>
                        <a:pt x="86" y="52"/>
                        <a:pt x="87" y="51"/>
                        <a:pt x="87" y="51"/>
                      </a:cubicBezTo>
                      <a:cubicBezTo>
                        <a:pt x="87" y="51"/>
                        <a:pt x="87" y="51"/>
                        <a:pt x="87" y="51"/>
                      </a:cubicBezTo>
                      <a:cubicBezTo>
                        <a:pt x="86" y="51"/>
                        <a:pt x="85" y="50"/>
                        <a:pt x="85" y="50"/>
                      </a:cubicBezTo>
                      <a:cubicBezTo>
                        <a:pt x="87" y="50"/>
                        <a:pt x="87" y="50"/>
                        <a:pt x="87" y="50"/>
                      </a:cubicBezTo>
                      <a:cubicBezTo>
                        <a:pt x="89" y="50"/>
                        <a:pt x="89" y="50"/>
                        <a:pt x="89" y="50"/>
                      </a:cubicBezTo>
                      <a:cubicBezTo>
                        <a:pt x="90" y="49"/>
                        <a:pt x="90" y="49"/>
                        <a:pt x="90" y="49"/>
                      </a:cubicBezTo>
                      <a:cubicBezTo>
                        <a:pt x="90" y="47"/>
                        <a:pt x="90" y="47"/>
                        <a:pt x="90" y="47"/>
                      </a:cubicBezTo>
                      <a:cubicBezTo>
                        <a:pt x="89" y="46"/>
                        <a:pt x="89" y="46"/>
                        <a:pt x="89" y="46"/>
                      </a:cubicBezTo>
                      <a:cubicBezTo>
                        <a:pt x="90" y="46"/>
                        <a:pt x="90" y="46"/>
                        <a:pt x="90" y="46"/>
                      </a:cubicBezTo>
                      <a:cubicBezTo>
                        <a:pt x="90" y="46"/>
                        <a:pt x="90" y="45"/>
                        <a:pt x="90" y="45"/>
                      </a:cubicBezTo>
                      <a:cubicBezTo>
                        <a:pt x="90" y="44"/>
                        <a:pt x="91" y="44"/>
                        <a:pt x="91" y="44"/>
                      </a:cubicBezTo>
                      <a:cubicBezTo>
                        <a:pt x="92" y="45"/>
                        <a:pt x="92" y="45"/>
                        <a:pt x="92" y="45"/>
                      </a:cubicBezTo>
                      <a:cubicBezTo>
                        <a:pt x="92" y="45"/>
                        <a:pt x="93" y="46"/>
                        <a:pt x="93" y="45"/>
                      </a:cubicBezTo>
                      <a:cubicBezTo>
                        <a:pt x="93" y="45"/>
                        <a:pt x="97" y="43"/>
                        <a:pt x="97" y="43"/>
                      </a:cubicBezTo>
                      <a:cubicBezTo>
                        <a:pt x="98" y="42"/>
                        <a:pt x="98" y="42"/>
                        <a:pt x="98" y="42"/>
                      </a:cubicBezTo>
                      <a:cubicBezTo>
                        <a:pt x="98" y="43"/>
                        <a:pt x="98" y="43"/>
                        <a:pt x="98" y="43"/>
                      </a:cubicBezTo>
                      <a:cubicBezTo>
                        <a:pt x="99" y="43"/>
                        <a:pt x="99" y="43"/>
                        <a:pt x="99" y="43"/>
                      </a:cubicBezTo>
                      <a:cubicBezTo>
                        <a:pt x="99" y="43"/>
                        <a:pt x="99" y="44"/>
                        <a:pt x="99" y="44"/>
                      </a:cubicBezTo>
                      <a:cubicBezTo>
                        <a:pt x="99" y="44"/>
                        <a:pt x="100" y="45"/>
                        <a:pt x="100" y="45"/>
                      </a:cubicBezTo>
                      <a:cubicBezTo>
                        <a:pt x="98" y="47"/>
                        <a:pt x="98" y="47"/>
                        <a:pt x="98" y="47"/>
                      </a:cubicBezTo>
                      <a:cubicBezTo>
                        <a:pt x="98" y="48"/>
                        <a:pt x="98" y="48"/>
                        <a:pt x="98" y="48"/>
                      </a:cubicBezTo>
                      <a:cubicBezTo>
                        <a:pt x="99" y="49"/>
                        <a:pt x="99" y="49"/>
                        <a:pt x="99" y="49"/>
                      </a:cubicBezTo>
                      <a:cubicBezTo>
                        <a:pt x="100" y="50"/>
                        <a:pt x="100" y="50"/>
                        <a:pt x="100" y="50"/>
                      </a:cubicBezTo>
                      <a:cubicBezTo>
                        <a:pt x="101" y="50"/>
                        <a:pt x="101" y="50"/>
                        <a:pt x="101" y="50"/>
                      </a:cubicBezTo>
                      <a:cubicBezTo>
                        <a:pt x="101" y="50"/>
                        <a:pt x="101" y="50"/>
                        <a:pt x="101" y="50"/>
                      </a:cubicBezTo>
                      <a:cubicBezTo>
                        <a:pt x="102" y="50"/>
                        <a:pt x="102" y="51"/>
                        <a:pt x="102" y="51"/>
                      </a:cubicBezTo>
                      <a:cubicBezTo>
                        <a:pt x="102" y="51"/>
                        <a:pt x="102" y="52"/>
                        <a:pt x="102" y="52"/>
                      </a:cubicBezTo>
                      <a:cubicBezTo>
                        <a:pt x="102" y="52"/>
                        <a:pt x="102" y="51"/>
                        <a:pt x="102" y="51"/>
                      </a:cubicBezTo>
                      <a:cubicBezTo>
                        <a:pt x="103" y="50"/>
                        <a:pt x="102" y="49"/>
                        <a:pt x="102" y="49"/>
                      </a:cubicBezTo>
                      <a:cubicBezTo>
                        <a:pt x="102" y="49"/>
                        <a:pt x="102" y="48"/>
                        <a:pt x="102" y="48"/>
                      </a:cubicBezTo>
                      <a:cubicBezTo>
                        <a:pt x="103" y="48"/>
                        <a:pt x="104" y="48"/>
                        <a:pt x="104" y="48"/>
                      </a:cubicBezTo>
                      <a:cubicBezTo>
                        <a:pt x="104" y="48"/>
                        <a:pt x="105" y="49"/>
                        <a:pt x="105" y="49"/>
                      </a:cubicBezTo>
                      <a:cubicBezTo>
                        <a:pt x="105" y="49"/>
                        <a:pt x="106" y="50"/>
                        <a:pt x="106" y="50"/>
                      </a:cubicBezTo>
                      <a:cubicBezTo>
                        <a:pt x="107" y="49"/>
                        <a:pt x="108" y="49"/>
                        <a:pt x="108" y="49"/>
                      </a:cubicBezTo>
                      <a:cubicBezTo>
                        <a:pt x="108" y="48"/>
                        <a:pt x="109" y="48"/>
                        <a:pt x="109" y="47"/>
                      </a:cubicBezTo>
                      <a:cubicBezTo>
                        <a:pt x="109" y="47"/>
                        <a:pt x="111" y="47"/>
                        <a:pt x="111" y="47"/>
                      </a:cubicBezTo>
                      <a:cubicBezTo>
                        <a:pt x="111" y="46"/>
                        <a:pt x="111" y="46"/>
                        <a:pt x="111" y="46"/>
                      </a:cubicBezTo>
                      <a:cubicBezTo>
                        <a:pt x="111" y="46"/>
                        <a:pt x="112" y="46"/>
                        <a:pt x="112" y="46"/>
                      </a:cubicBezTo>
                      <a:cubicBezTo>
                        <a:pt x="113" y="46"/>
                        <a:pt x="113" y="47"/>
                        <a:pt x="113" y="47"/>
                      </a:cubicBezTo>
                      <a:cubicBezTo>
                        <a:pt x="113" y="46"/>
                        <a:pt x="114" y="45"/>
                        <a:pt x="114" y="45"/>
                      </a:cubicBezTo>
                      <a:cubicBezTo>
                        <a:pt x="114" y="45"/>
                        <a:pt x="116" y="45"/>
                        <a:pt x="116" y="45"/>
                      </a:cubicBezTo>
                      <a:cubicBezTo>
                        <a:pt x="115" y="44"/>
                        <a:pt x="115" y="44"/>
                        <a:pt x="115" y="44"/>
                      </a:cubicBezTo>
                      <a:cubicBezTo>
                        <a:pt x="115" y="44"/>
                        <a:pt x="113" y="44"/>
                        <a:pt x="113" y="44"/>
                      </a:cubicBezTo>
                      <a:cubicBezTo>
                        <a:pt x="112" y="44"/>
                        <a:pt x="111" y="43"/>
                        <a:pt x="111" y="42"/>
                      </a:cubicBezTo>
                      <a:cubicBezTo>
                        <a:pt x="111" y="42"/>
                        <a:pt x="109" y="42"/>
                        <a:pt x="109" y="42"/>
                      </a:cubicBezTo>
                      <a:cubicBezTo>
                        <a:pt x="109" y="42"/>
                        <a:pt x="110" y="41"/>
                        <a:pt x="109" y="41"/>
                      </a:cubicBezTo>
                      <a:cubicBezTo>
                        <a:pt x="108" y="40"/>
                        <a:pt x="107" y="41"/>
                        <a:pt x="107" y="40"/>
                      </a:cubicBezTo>
                      <a:cubicBezTo>
                        <a:pt x="107" y="40"/>
                        <a:pt x="107" y="39"/>
                        <a:pt x="107" y="38"/>
                      </a:cubicBezTo>
                      <a:cubicBezTo>
                        <a:pt x="106" y="38"/>
                        <a:pt x="105" y="38"/>
                        <a:pt x="105" y="38"/>
                      </a:cubicBezTo>
                      <a:cubicBezTo>
                        <a:pt x="105" y="38"/>
                        <a:pt x="105" y="40"/>
                        <a:pt x="105" y="40"/>
                      </a:cubicBezTo>
                      <a:cubicBezTo>
                        <a:pt x="104" y="40"/>
                        <a:pt x="104" y="40"/>
                        <a:pt x="104" y="40"/>
                      </a:cubicBezTo>
                      <a:cubicBezTo>
                        <a:pt x="104" y="41"/>
                        <a:pt x="104" y="41"/>
                        <a:pt x="104" y="41"/>
                      </a:cubicBezTo>
                      <a:cubicBezTo>
                        <a:pt x="104" y="41"/>
                        <a:pt x="103" y="41"/>
                        <a:pt x="102" y="41"/>
                      </a:cubicBezTo>
                      <a:cubicBezTo>
                        <a:pt x="102" y="41"/>
                        <a:pt x="101" y="41"/>
                        <a:pt x="100" y="41"/>
                      </a:cubicBezTo>
                      <a:cubicBezTo>
                        <a:pt x="100" y="41"/>
                        <a:pt x="100" y="39"/>
                        <a:pt x="100" y="39"/>
                      </a:cubicBezTo>
                      <a:cubicBezTo>
                        <a:pt x="100" y="39"/>
                        <a:pt x="98" y="38"/>
                        <a:pt x="98" y="38"/>
                      </a:cubicBezTo>
                      <a:cubicBezTo>
                        <a:pt x="98" y="38"/>
                        <a:pt x="96" y="38"/>
                        <a:pt x="96" y="38"/>
                      </a:cubicBezTo>
                      <a:cubicBezTo>
                        <a:pt x="97" y="37"/>
                        <a:pt x="97" y="37"/>
                        <a:pt x="97" y="37"/>
                      </a:cubicBezTo>
                      <a:cubicBezTo>
                        <a:pt x="100" y="34"/>
                        <a:pt x="100" y="34"/>
                        <a:pt x="100" y="34"/>
                      </a:cubicBezTo>
                      <a:cubicBezTo>
                        <a:pt x="101" y="32"/>
                        <a:pt x="101" y="32"/>
                        <a:pt x="101" y="32"/>
                      </a:cubicBezTo>
                      <a:cubicBezTo>
                        <a:pt x="102" y="32"/>
                        <a:pt x="102" y="32"/>
                        <a:pt x="102" y="32"/>
                      </a:cubicBezTo>
                      <a:cubicBezTo>
                        <a:pt x="101" y="31"/>
                        <a:pt x="101" y="31"/>
                        <a:pt x="101" y="31"/>
                      </a:cubicBezTo>
                      <a:cubicBezTo>
                        <a:pt x="99" y="33"/>
                        <a:pt x="99" y="33"/>
                        <a:pt x="99" y="33"/>
                      </a:cubicBezTo>
                      <a:cubicBezTo>
                        <a:pt x="99" y="33"/>
                        <a:pt x="98" y="33"/>
                        <a:pt x="97" y="33"/>
                      </a:cubicBezTo>
                      <a:cubicBezTo>
                        <a:pt x="97" y="33"/>
                        <a:pt x="94" y="36"/>
                        <a:pt x="94" y="36"/>
                      </a:cubicBezTo>
                      <a:cubicBezTo>
                        <a:pt x="91" y="37"/>
                        <a:pt x="91" y="37"/>
                        <a:pt x="91" y="37"/>
                      </a:cubicBezTo>
                      <a:cubicBezTo>
                        <a:pt x="90" y="38"/>
                        <a:pt x="90" y="38"/>
                        <a:pt x="90" y="38"/>
                      </a:cubicBezTo>
                      <a:cubicBezTo>
                        <a:pt x="88" y="39"/>
                        <a:pt x="88" y="39"/>
                        <a:pt x="88" y="39"/>
                      </a:cubicBezTo>
                      <a:cubicBezTo>
                        <a:pt x="88" y="41"/>
                        <a:pt x="88" y="41"/>
                        <a:pt x="88" y="41"/>
                      </a:cubicBezTo>
                      <a:cubicBezTo>
                        <a:pt x="86" y="42"/>
                        <a:pt x="86" y="42"/>
                        <a:pt x="86" y="42"/>
                      </a:cubicBezTo>
                      <a:cubicBezTo>
                        <a:pt x="84" y="43"/>
                        <a:pt x="84" y="43"/>
                        <a:pt x="84" y="43"/>
                      </a:cubicBezTo>
                      <a:cubicBezTo>
                        <a:pt x="84" y="43"/>
                        <a:pt x="85" y="44"/>
                        <a:pt x="85" y="45"/>
                      </a:cubicBezTo>
                      <a:cubicBezTo>
                        <a:pt x="86" y="45"/>
                        <a:pt x="86" y="46"/>
                        <a:pt x="86" y="46"/>
                      </a:cubicBezTo>
                      <a:cubicBezTo>
                        <a:pt x="85" y="46"/>
                        <a:pt x="85" y="46"/>
                        <a:pt x="85" y="46"/>
                      </a:cubicBezTo>
                      <a:cubicBezTo>
                        <a:pt x="81" y="44"/>
                        <a:pt x="81" y="44"/>
                        <a:pt x="81" y="44"/>
                      </a:cubicBezTo>
                      <a:cubicBezTo>
                        <a:pt x="82" y="42"/>
                        <a:pt x="82" y="42"/>
                        <a:pt x="82" y="42"/>
                      </a:cubicBezTo>
                      <a:cubicBezTo>
                        <a:pt x="81" y="41"/>
                        <a:pt x="81" y="41"/>
                        <a:pt x="81" y="41"/>
                      </a:cubicBezTo>
                      <a:cubicBezTo>
                        <a:pt x="72" y="41"/>
                        <a:pt x="72" y="41"/>
                        <a:pt x="72" y="41"/>
                      </a:cubicBezTo>
                      <a:cubicBezTo>
                        <a:pt x="71" y="34"/>
                        <a:pt x="71" y="34"/>
                        <a:pt x="71" y="34"/>
                      </a:cubicBezTo>
                      <a:cubicBezTo>
                        <a:pt x="68" y="34"/>
                        <a:pt x="68" y="34"/>
                        <a:pt x="68" y="34"/>
                      </a:cubicBezTo>
                      <a:cubicBezTo>
                        <a:pt x="68" y="34"/>
                        <a:pt x="68" y="29"/>
                        <a:pt x="68" y="29"/>
                      </a:cubicBezTo>
                      <a:cubicBezTo>
                        <a:pt x="68" y="29"/>
                        <a:pt x="68" y="24"/>
                        <a:pt x="68" y="24"/>
                      </a:cubicBezTo>
                      <a:cubicBezTo>
                        <a:pt x="68" y="24"/>
                        <a:pt x="68" y="24"/>
                        <a:pt x="68" y="24"/>
                      </a:cubicBezTo>
                      <a:cubicBezTo>
                        <a:pt x="67" y="25"/>
                        <a:pt x="67" y="25"/>
                        <a:pt x="67" y="25"/>
                      </a:cubicBezTo>
                      <a:cubicBezTo>
                        <a:pt x="66" y="25"/>
                        <a:pt x="66" y="25"/>
                        <a:pt x="66" y="25"/>
                      </a:cubicBezTo>
                      <a:cubicBezTo>
                        <a:pt x="64" y="21"/>
                        <a:pt x="64" y="21"/>
                        <a:pt x="64" y="21"/>
                      </a:cubicBezTo>
                      <a:cubicBezTo>
                        <a:pt x="61" y="18"/>
                        <a:pt x="61" y="18"/>
                        <a:pt x="61" y="18"/>
                      </a:cubicBezTo>
                      <a:cubicBezTo>
                        <a:pt x="58" y="19"/>
                        <a:pt x="58" y="19"/>
                        <a:pt x="58" y="19"/>
                      </a:cubicBezTo>
                      <a:cubicBezTo>
                        <a:pt x="54" y="18"/>
                        <a:pt x="54" y="18"/>
                        <a:pt x="54" y="18"/>
                      </a:cubicBezTo>
                      <a:cubicBezTo>
                        <a:pt x="46" y="18"/>
                        <a:pt x="46" y="18"/>
                        <a:pt x="46" y="18"/>
                      </a:cubicBezTo>
                      <a:cubicBezTo>
                        <a:pt x="40" y="19"/>
                        <a:pt x="40" y="19"/>
                        <a:pt x="40" y="19"/>
                      </a:cubicBezTo>
                      <a:cubicBezTo>
                        <a:pt x="35" y="13"/>
                        <a:pt x="35" y="13"/>
                        <a:pt x="35" y="13"/>
                      </a:cubicBezTo>
                      <a:cubicBezTo>
                        <a:pt x="34" y="11"/>
                        <a:pt x="34" y="11"/>
                        <a:pt x="34" y="11"/>
                      </a:cubicBezTo>
                      <a:cubicBezTo>
                        <a:pt x="27" y="5"/>
                        <a:pt x="27" y="5"/>
                        <a:pt x="27" y="5"/>
                      </a:cubicBezTo>
                      <a:cubicBezTo>
                        <a:pt x="17" y="0"/>
                        <a:pt x="17" y="0"/>
                        <a:pt x="17" y="0"/>
                      </a:cubicBezTo>
                      <a:cubicBezTo>
                        <a:pt x="0" y="5"/>
                        <a:pt x="0" y="5"/>
                        <a:pt x="0" y="5"/>
                      </a:cubicBezTo>
                      <a:cubicBezTo>
                        <a:pt x="0" y="40"/>
                        <a:pt x="0" y="40"/>
                        <a:pt x="0" y="40"/>
                      </a:cubicBezTo>
                      <a:cubicBezTo>
                        <a:pt x="6" y="40"/>
                        <a:pt x="6" y="40"/>
                        <a:pt x="6" y="40"/>
                      </a:cubicBezTo>
                      <a:cubicBezTo>
                        <a:pt x="8" y="40"/>
                        <a:pt x="8" y="40"/>
                        <a:pt x="8" y="40"/>
                      </a:cubicBezTo>
                      <a:cubicBezTo>
                        <a:pt x="8" y="40"/>
                        <a:pt x="8" y="39"/>
                        <a:pt x="8" y="39"/>
                      </a:cubicBezTo>
                      <a:cubicBezTo>
                        <a:pt x="7" y="38"/>
                        <a:pt x="7" y="38"/>
                        <a:pt x="7" y="38"/>
                      </a:cubicBezTo>
                      <a:cubicBezTo>
                        <a:pt x="7" y="37"/>
                        <a:pt x="7" y="34"/>
                        <a:pt x="7" y="34"/>
                      </a:cubicBezTo>
                      <a:cubicBezTo>
                        <a:pt x="7" y="34"/>
                        <a:pt x="9" y="32"/>
                        <a:pt x="9" y="32"/>
                      </a:cubicBezTo>
                      <a:cubicBezTo>
                        <a:pt x="12" y="32"/>
                        <a:pt x="12" y="32"/>
                        <a:pt x="12" y="32"/>
                      </a:cubicBezTo>
                      <a:cubicBezTo>
                        <a:pt x="12" y="32"/>
                        <a:pt x="13" y="29"/>
                        <a:pt x="13" y="29"/>
                      </a:cubicBezTo>
                      <a:cubicBezTo>
                        <a:pt x="13" y="29"/>
                        <a:pt x="16" y="30"/>
                        <a:pt x="16" y="30"/>
                      </a:cubicBezTo>
                      <a:cubicBezTo>
                        <a:pt x="16" y="30"/>
                        <a:pt x="15" y="28"/>
                        <a:pt x="15" y="28"/>
                      </a:cubicBezTo>
                      <a:cubicBezTo>
                        <a:pt x="15" y="28"/>
                        <a:pt x="15" y="27"/>
                        <a:pt x="15" y="27"/>
                      </a:cubicBezTo>
                      <a:cubicBezTo>
                        <a:pt x="15" y="27"/>
                        <a:pt x="17" y="27"/>
                        <a:pt x="17" y="27"/>
                      </a:cubicBezTo>
                      <a:cubicBezTo>
                        <a:pt x="17" y="27"/>
                        <a:pt x="18" y="26"/>
                        <a:pt x="18" y="26"/>
                      </a:cubicBezTo>
                      <a:cubicBezTo>
                        <a:pt x="23" y="30"/>
                        <a:pt x="23" y="30"/>
                        <a:pt x="23" y="30"/>
                      </a:cubicBezTo>
                      <a:cubicBezTo>
                        <a:pt x="27" y="31"/>
                        <a:pt x="27" y="31"/>
                        <a:pt x="27" y="31"/>
                      </a:cubicBezTo>
                      <a:cubicBezTo>
                        <a:pt x="27" y="32"/>
                        <a:pt x="27" y="32"/>
                        <a:pt x="27" y="32"/>
                      </a:cubicBezTo>
                      <a:cubicBezTo>
                        <a:pt x="26" y="33"/>
                        <a:pt x="26" y="33"/>
                        <a:pt x="26" y="33"/>
                      </a:cubicBezTo>
                      <a:cubicBezTo>
                        <a:pt x="26" y="33"/>
                        <a:pt x="26" y="33"/>
                        <a:pt x="27" y="34"/>
                      </a:cubicBezTo>
                      <a:cubicBezTo>
                        <a:pt x="27" y="34"/>
                        <a:pt x="29" y="35"/>
                        <a:pt x="29" y="35"/>
                      </a:cubicBezTo>
                      <a:cubicBezTo>
                        <a:pt x="27" y="35"/>
                        <a:pt x="27" y="35"/>
                        <a:pt x="27" y="35"/>
                      </a:cubicBezTo>
                      <a:cubicBezTo>
                        <a:pt x="27" y="35"/>
                        <a:pt x="27" y="36"/>
                        <a:pt x="27" y="36"/>
                      </a:cubicBezTo>
                      <a:cubicBezTo>
                        <a:pt x="28" y="36"/>
                        <a:pt x="28" y="37"/>
                        <a:pt x="28" y="37"/>
                      </a:cubicBezTo>
                      <a:cubicBezTo>
                        <a:pt x="28" y="37"/>
                        <a:pt x="28" y="38"/>
                        <a:pt x="28" y="38"/>
                      </a:cubicBezTo>
                      <a:cubicBezTo>
                        <a:pt x="28" y="39"/>
                        <a:pt x="28" y="39"/>
                        <a:pt x="28" y="39"/>
                      </a:cubicBezTo>
                      <a:cubicBezTo>
                        <a:pt x="29" y="40"/>
                        <a:pt x="29" y="40"/>
                        <a:pt x="29" y="40"/>
                      </a:cubicBezTo>
                      <a:cubicBezTo>
                        <a:pt x="33" y="40"/>
                        <a:pt x="33" y="40"/>
                        <a:pt x="33" y="40"/>
                      </a:cubicBezTo>
                      <a:cubicBezTo>
                        <a:pt x="34" y="40"/>
                        <a:pt x="34" y="40"/>
                        <a:pt x="34" y="40"/>
                      </a:cubicBezTo>
                      <a:cubicBezTo>
                        <a:pt x="34" y="40"/>
                        <a:pt x="34" y="40"/>
                        <a:pt x="34" y="40"/>
                      </a:cubicBezTo>
                      <a:cubicBezTo>
                        <a:pt x="35" y="41"/>
                        <a:pt x="35" y="41"/>
                        <a:pt x="35" y="41"/>
                      </a:cubicBezTo>
                      <a:cubicBezTo>
                        <a:pt x="36" y="41"/>
                        <a:pt x="36" y="41"/>
                        <a:pt x="36" y="41"/>
                      </a:cubicBezTo>
                      <a:cubicBezTo>
                        <a:pt x="37" y="40"/>
                        <a:pt x="37" y="40"/>
                        <a:pt x="37" y="40"/>
                      </a:cubicBezTo>
                      <a:cubicBezTo>
                        <a:pt x="41" y="43"/>
                        <a:pt x="41" y="43"/>
                        <a:pt x="41" y="43"/>
                      </a:cubicBezTo>
                      <a:cubicBezTo>
                        <a:pt x="41" y="45"/>
                        <a:pt x="41" y="45"/>
                        <a:pt x="41" y="45"/>
                      </a:cubicBezTo>
                      <a:cubicBezTo>
                        <a:pt x="41" y="45"/>
                        <a:pt x="43" y="48"/>
                        <a:pt x="43" y="48"/>
                      </a:cubicBezTo>
                      <a:cubicBezTo>
                        <a:pt x="43" y="48"/>
                        <a:pt x="43" y="51"/>
                        <a:pt x="43" y="51"/>
                      </a:cubicBezTo>
                      <a:cubicBezTo>
                        <a:pt x="54" y="59"/>
                        <a:pt x="54" y="59"/>
                        <a:pt x="54" y="59"/>
                      </a:cubicBezTo>
                      <a:cubicBezTo>
                        <a:pt x="64" y="66"/>
                        <a:pt x="64" y="66"/>
                        <a:pt x="64" y="66"/>
                      </a:cubicBezTo>
                      <a:cubicBezTo>
                        <a:pt x="68" y="66"/>
                        <a:pt x="68" y="66"/>
                        <a:pt x="68" y="66"/>
                      </a:cubicBezTo>
                      <a:cubicBezTo>
                        <a:pt x="68" y="66"/>
                        <a:pt x="70" y="67"/>
                        <a:pt x="70" y="67"/>
                      </a:cubicBezTo>
                      <a:cubicBezTo>
                        <a:pt x="70" y="67"/>
                        <a:pt x="72" y="68"/>
                        <a:pt x="72" y="68"/>
                      </a:cubicBezTo>
                      <a:cubicBezTo>
                        <a:pt x="72" y="70"/>
                        <a:pt x="72" y="70"/>
                        <a:pt x="72" y="70"/>
                      </a:cubicBezTo>
                      <a:cubicBezTo>
                        <a:pt x="72" y="70"/>
                        <a:pt x="71" y="70"/>
                        <a:pt x="71" y="70"/>
                      </a:cubicBezTo>
                      <a:cubicBezTo>
                        <a:pt x="71" y="71"/>
                        <a:pt x="71" y="74"/>
                        <a:pt x="71" y="74"/>
                      </a:cubicBezTo>
                      <a:cubicBezTo>
                        <a:pt x="74" y="74"/>
                        <a:pt x="74" y="74"/>
                        <a:pt x="74" y="74"/>
                      </a:cubicBezTo>
                      <a:lnTo>
                        <a:pt x="76" y="76"/>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6" name="Freeform 828">
                  <a:extLst>
                    <a:ext uri="{FF2B5EF4-FFF2-40B4-BE49-F238E27FC236}">
                      <a16:creationId xmlns:a16="http://schemas.microsoft.com/office/drawing/2014/main" id="{29B9F1EE-8968-CB6C-5740-B443CDD40EC4}"/>
                    </a:ext>
                  </a:extLst>
                </p:cNvPr>
                <p:cNvSpPr>
                  <a:spLocks/>
                </p:cNvSpPr>
                <p:nvPr/>
              </p:nvSpPr>
              <p:spPr bwMode="auto">
                <a:xfrm>
                  <a:off x="6858000" y="3551238"/>
                  <a:ext cx="398462" cy="277813"/>
                </a:xfrm>
                <a:custGeom>
                  <a:avLst/>
                  <a:gdLst>
                    <a:gd name="T0" fmla="*/ 18 w 96"/>
                    <a:gd name="T1" fmla="*/ 43 h 67"/>
                    <a:gd name="T2" fmla="*/ 27 w 96"/>
                    <a:gd name="T3" fmla="*/ 41 h 67"/>
                    <a:gd name="T4" fmla="*/ 32 w 96"/>
                    <a:gd name="T5" fmla="*/ 40 h 67"/>
                    <a:gd name="T6" fmla="*/ 39 w 96"/>
                    <a:gd name="T7" fmla="*/ 45 h 67"/>
                    <a:gd name="T8" fmla="*/ 44 w 96"/>
                    <a:gd name="T9" fmla="*/ 46 h 67"/>
                    <a:gd name="T10" fmla="*/ 47 w 96"/>
                    <a:gd name="T11" fmla="*/ 50 h 67"/>
                    <a:gd name="T12" fmla="*/ 53 w 96"/>
                    <a:gd name="T13" fmla="*/ 54 h 67"/>
                    <a:gd name="T14" fmla="*/ 59 w 96"/>
                    <a:gd name="T15" fmla="*/ 58 h 67"/>
                    <a:gd name="T16" fmla="*/ 58 w 96"/>
                    <a:gd name="T17" fmla="*/ 62 h 67"/>
                    <a:gd name="T18" fmla="*/ 60 w 96"/>
                    <a:gd name="T19" fmla="*/ 63 h 67"/>
                    <a:gd name="T20" fmla="*/ 66 w 96"/>
                    <a:gd name="T21" fmla="*/ 66 h 67"/>
                    <a:gd name="T22" fmla="*/ 68 w 96"/>
                    <a:gd name="T23" fmla="*/ 66 h 67"/>
                    <a:gd name="T24" fmla="*/ 72 w 96"/>
                    <a:gd name="T25" fmla="*/ 65 h 67"/>
                    <a:gd name="T26" fmla="*/ 72 w 96"/>
                    <a:gd name="T27" fmla="*/ 61 h 67"/>
                    <a:gd name="T28" fmla="*/ 78 w 96"/>
                    <a:gd name="T29" fmla="*/ 60 h 67"/>
                    <a:gd name="T30" fmla="*/ 82 w 96"/>
                    <a:gd name="T31" fmla="*/ 54 h 67"/>
                    <a:gd name="T32" fmla="*/ 85 w 96"/>
                    <a:gd name="T33" fmla="*/ 49 h 67"/>
                    <a:gd name="T34" fmla="*/ 89 w 96"/>
                    <a:gd name="T35" fmla="*/ 48 h 67"/>
                    <a:gd name="T36" fmla="*/ 93 w 96"/>
                    <a:gd name="T37" fmla="*/ 48 h 67"/>
                    <a:gd name="T38" fmla="*/ 96 w 96"/>
                    <a:gd name="T39" fmla="*/ 44 h 67"/>
                    <a:gd name="T40" fmla="*/ 92 w 96"/>
                    <a:gd name="T41" fmla="*/ 40 h 67"/>
                    <a:gd name="T42" fmla="*/ 67 w 96"/>
                    <a:gd name="T43" fmla="*/ 25 h 67"/>
                    <a:gd name="T44" fmla="*/ 65 w 96"/>
                    <a:gd name="T45" fmla="*/ 17 h 67"/>
                    <a:gd name="T46" fmla="*/ 59 w 96"/>
                    <a:gd name="T47" fmla="*/ 15 h 67"/>
                    <a:gd name="T48" fmla="*/ 57 w 96"/>
                    <a:gd name="T49" fmla="*/ 14 h 67"/>
                    <a:gd name="T50" fmla="*/ 52 w 96"/>
                    <a:gd name="T51" fmla="*/ 12 h 67"/>
                    <a:gd name="T52" fmla="*/ 51 w 96"/>
                    <a:gd name="T53" fmla="*/ 9 h 67"/>
                    <a:gd name="T54" fmla="*/ 50 w 96"/>
                    <a:gd name="T55" fmla="*/ 7 h 67"/>
                    <a:gd name="T56" fmla="*/ 47 w 96"/>
                    <a:gd name="T57" fmla="*/ 4 h 67"/>
                    <a:gd name="T58" fmla="*/ 39 w 96"/>
                    <a:gd name="T59" fmla="*/ 1 h 67"/>
                    <a:gd name="T60" fmla="*/ 37 w 96"/>
                    <a:gd name="T61" fmla="*/ 3 h 67"/>
                    <a:gd name="T62" fmla="*/ 31 w 96"/>
                    <a:gd name="T63" fmla="*/ 8 h 67"/>
                    <a:gd name="T64" fmla="*/ 32 w 96"/>
                    <a:gd name="T65" fmla="*/ 14 h 67"/>
                    <a:gd name="T66" fmla="*/ 20 w 96"/>
                    <a:gd name="T67" fmla="*/ 14 h 67"/>
                    <a:gd name="T68" fmla="*/ 10 w 96"/>
                    <a:gd name="T69" fmla="*/ 4 h 67"/>
                    <a:gd name="T70" fmla="*/ 0 w 96"/>
                    <a:gd name="T71" fmla="*/ 9 h 67"/>
                    <a:gd name="T72" fmla="*/ 2 w 96"/>
                    <a:gd name="T73" fmla="*/ 13 h 67"/>
                    <a:gd name="T74" fmla="*/ 7 w 96"/>
                    <a:gd name="T75" fmla="*/ 7 h 67"/>
                    <a:gd name="T76" fmla="*/ 15 w 96"/>
                    <a:gd name="T77" fmla="*/ 16 h 67"/>
                    <a:gd name="T78" fmla="*/ 13 w 96"/>
                    <a:gd name="T79" fmla="*/ 17 h 67"/>
                    <a:gd name="T80" fmla="*/ 10 w 96"/>
                    <a:gd name="T81" fmla="*/ 20 h 67"/>
                    <a:gd name="T82" fmla="*/ 5 w 96"/>
                    <a:gd name="T83" fmla="*/ 18 h 67"/>
                    <a:gd name="T84" fmla="*/ 2 w 96"/>
                    <a:gd name="T85" fmla="*/ 24 h 67"/>
                    <a:gd name="T86" fmla="*/ 8 w 96"/>
                    <a:gd name="T87" fmla="*/ 25 h 67"/>
                    <a:gd name="T88" fmla="*/ 7 w 96"/>
                    <a:gd name="T89" fmla="*/ 29 h 67"/>
                    <a:gd name="T90" fmla="*/ 7 w 96"/>
                    <a:gd name="T91" fmla="*/ 31 h 67"/>
                    <a:gd name="T92" fmla="*/ 10 w 96"/>
                    <a:gd name="T93" fmla="*/ 35 h 67"/>
                    <a:gd name="T94" fmla="*/ 9 w 96"/>
                    <a:gd name="T95" fmla="*/ 46 h 67"/>
                    <a:gd name="T96" fmla="*/ 13 w 96"/>
                    <a:gd name="T97" fmla="*/ 4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67">
                      <a:moveTo>
                        <a:pt x="15" y="47"/>
                      </a:moveTo>
                      <a:cubicBezTo>
                        <a:pt x="15" y="47"/>
                        <a:pt x="15" y="46"/>
                        <a:pt x="15" y="45"/>
                      </a:cubicBezTo>
                      <a:cubicBezTo>
                        <a:pt x="16" y="45"/>
                        <a:pt x="17" y="44"/>
                        <a:pt x="18" y="43"/>
                      </a:cubicBezTo>
                      <a:cubicBezTo>
                        <a:pt x="18" y="43"/>
                        <a:pt x="19" y="42"/>
                        <a:pt x="20" y="42"/>
                      </a:cubicBezTo>
                      <a:cubicBezTo>
                        <a:pt x="20" y="42"/>
                        <a:pt x="25" y="42"/>
                        <a:pt x="25" y="42"/>
                      </a:cubicBezTo>
                      <a:cubicBezTo>
                        <a:pt x="25" y="42"/>
                        <a:pt x="27" y="41"/>
                        <a:pt x="27" y="41"/>
                      </a:cubicBezTo>
                      <a:cubicBezTo>
                        <a:pt x="29" y="40"/>
                        <a:pt x="29" y="40"/>
                        <a:pt x="29" y="40"/>
                      </a:cubicBezTo>
                      <a:cubicBezTo>
                        <a:pt x="31" y="41"/>
                        <a:pt x="31" y="41"/>
                        <a:pt x="31" y="41"/>
                      </a:cubicBezTo>
                      <a:cubicBezTo>
                        <a:pt x="32" y="40"/>
                        <a:pt x="32" y="40"/>
                        <a:pt x="32" y="40"/>
                      </a:cubicBezTo>
                      <a:cubicBezTo>
                        <a:pt x="33" y="43"/>
                        <a:pt x="33" y="43"/>
                        <a:pt x="33" y="43"/>
                      </a:cubicBezTo>
                      <a:cubicBezTo>
                        <a:pt x="33" y="43"/>
                        <a:pt x="36" y="44"/>
                        <a:pt x="36" y="44"/>
                      </a:cubicBezTo>
                      <a:cubicBezTo>
                        <a:pt x="37" y="44"/>
                        <a:pt x="39" y="45"/>
                        <a:pt x="39" y="45"/>
                      </a:cubicBezTo>
                      <a:cubicBezTo>
                        <a:pt x="39" y="45"/>
                        <a:pt x="40" y="46"/>
                        <a:pt x="40" y="46"/>
                      </a:cubicBezTo>
                      <a:cubicBezTo>
                        <a:pt x="40" y="46"/>
                        <a:pt x="42" y="45"/>
                        <a:pt x="42" y="45"/>
                      </a:cubicBezTo>
                      <a:cubicBezTo>
                        <a:pt x="42" y="45"/>
                        <a:pt x="44" y="46"/>
                        <a:pt x="44" y="46"/>
                      </a:cubicBezTo>
                      <a:cubicBezTo>
                        <a:pt x="44" y="46"/>
                        <a:pt x="45" y="46"/>
                        <a:pt x="46" y="46"/>
                      </a:cubicBezTo>
                      <a:cubicBezTo>
                        <a:pt x="46" y="46"/>
                        <a:pt x="47" y="47"/>
                        <a:pt x="47" y="47"/>
                      </a:cubicBezTo>
                      <a:cubicBezTo>
                        <a:pt x="47" y="48"/>
                        <a:pt x="47" y="50"/>
                        <a:pt x="47" y="50"/>
                      </a:cubicBezTo>
                      <a:cubicBezTo>
                        <a:pt x="49" y="50"/>
                        <a:pt x="49" y="50"/>
                        <a:pt x="49" y="50"/>
                      </a:cubicBezTo>
                      <a:cubicBezTo>
                        <a:pt x="49" y="50"/>
                        <a:pt x="50" y="50"/>
                        <a:pt x="51" y="50"/>
                      </a:cubicBezTo>
                      <a:cubicBezTo>
                        <a:pt x="51" y="51"/>
                        <a:pt x="53" y="54"/>
                        <a:pt x="53" y="54"/>
                      </a:cubicBezTo>
                      <a:cubicBezTo>
                        <a:pt x="59" y="54"/>
                        <a:pt x="59" y="54"/>
                        <a:pt x="59" y="54"/>
                      </a:cubicBezTo>
                      <a:cubicBezTo>
                        <a:pt x="59" y="57"/>
                        <a:pt x="59" y="57"/>
                        <a:pt x="59" y="57"/>
                      </a:cubicBezTo>
                      <a:cubicBezTo>
                        <a:pt x="59" y="58"/>
                        <a:pt x="59" y="58"/>
                        <a:pt x="59" y="58"/>
                      </a:cubicBezTo>
                      <a:cubicBezTo>
                        <a:pt x="59" y="58"/>
                        <a:pt x="59" y="59"/>
                        <a:pt x="59" y="59"/>
                      </a:cubicBezTo>
                      <a:cubicBezTo>
                        <a:pt x="59" y="59"/>
                        <a:pt x="58" y="60"/>
                        <a:pt x="58" y="60"/>
                      </a:cubicBezTo>
                      <a:cubicBezTo>
                        <a:pt x="58" y="62"/>
                        <a:pt x="58" y="62"/>
                        <a:pt x="58" y="62"/>
                      </a:cubicBezTo>
                      <a:cubicBezTo>
                        <a:pt x="59" y="62"/>
                        <a:pt x="59" y="62"/>
                        <a:pt x="59" y="62"/>
                      </a:cubicBezTo>
                      <a:cubicBezTo>
                        <a:pt x="59" y="63"/>
                        <a:pt x="59" y="63"/>
                        <a:pt x="59" y="63"/>
                      </a:cubicBezTo>
                      <a:cubicBezTo>
                        <a:pt x="60" y="63"/>
                        <a:pt x="60" y="63"/>
                        <a:pt x="60" y="63"/>
                      </a:cubicBezTo>
                      <a:cubicBezTo>
                        <a:pt x="61" y="64"/>
                        <a:pt x="61" y="64"/>
                        <a:pt x="61" y="64"/>
                      </a:cubicBezTo>
                      <a:cubicBezTo>
                        <a:pt x="65" y="64"/>
                        <a:pt x="65" y="64"/>
                        <a:pt x="65" y="64"/>
                      </a:cubicBezTo>
                      <a:cubicBezTo>
                        <a:pt x="65" y="64"/>
                        <a:pt x="66" y="66"/>
                        <a:pt x="66" y="66"/>
                      </a:cubicBezTo>
                      <a:cubicBezTo>
                        <a:pt x="66" y="67"/>
                        <a:pt x="67" y="67"/>
                        <a:pt x="67" y="67"/>
                      </a:cubicBezTo>
                      <a:cubicBezTo>
                        <a:pt x="67" y="65"/>
                        <a:pt x="67" y="65"/>
                        <a:pt x="67" y="65"/>
                      </a:cubicBezTo>
                      <a:cubicBezTo>
                        <a:pt x="67" y="65"/>
                        <a:pt x="68" y="66"/>
                        <a:pt x="68" y="66"/>
                      </a:cubicBezTo>
                      <a:cubicBezTo>
                        <a:pt x="68" y="66"/>
                        <a:pt x="69" y="66"/>
                        <a:pt x="69" y="66"/>
                      </a:cubicBezTo>
                      <a:cubicBezTo>
                        <a:pt x="70" y="66"/>
                        <a:pt x="70" y="65"/>
                        <a:pt x="70" y="65"/>
                      </a:cubicBezTo>
                      <a:cubicBezTo>
                        <a:pt x="71" y="65"/>
                        <a:pt x="72" y="65"/>
                        <a:pt x="72" y="65"/>
                      </a:cubicBezTo>
                      <a:cubicBezTo>
                        <a:pt x="72" y="63"/>
                        <a:pt x="72" y="63"/>
                        <a:pt x="72" y="63"/>
                      </a:cubicBezTo>
                      <a:cubicBezTo>
                        <a:pt x="73" y="62"/>
                        <a:pt x="73" y="62"/>
                        <a:pt x="73" y="62"/>
                      </a:cubicBezTo>
                      <a:cubicBezTo>
                        <a:pt x="72" y="61"/>
                        <a:pt x="72" y="61"/>
                        <a:pt x="72" y="61"/>
                      </a:cubicBezTo>
                      <a:cubicBezTo>
                        <a:pt x="72" y="60"/>
                        <a:pt x="72" y="60"/>
                        <a:pt x="72" y="60"/>
                      </a:cubicBezTo>
                      <a:cubicBezTo>
                        <a:pt x="75" y="60"/>
                        <a:pt x="75" y="60"/>
                        <a:pt x="75" y="60"/>
                      </a:cubicBezTo>
                      <a:cubicBezTo>
                        <a:pt x="78" y="60"/>
                        <a:pt x="78" y="60"/>
                        <a:pt x="78" y="60"/>
                      </a:cubicBezTo>
                      <a:cubicBezTo>
                        <a:pt x="78" y="60"/>
                        <a:pt x="78" y="58"/>
                        <a:pt x="78" y="58"/>
                      </a:cubicBezTo>
                      <a:cubicBezTo>
                        <a:pt x="78" y="58"/>
                        <a:pt x="82" y="57"/>
                        <a:pt x="82" y="57"/>
                      </a:cubicBezTo>
                      <a:cubicBezTo>
                        <a:pt x="82" y="57"/>
                        <a:pt x="82" y="54"/>
                        <a:pt x="82" y="54"/>
                      </a:cubicBezTo>
                      <a:cubicBezTo>
                        <a:pt x="82" y="54"/>
                        <a:pt x="83" y="52"/>
                        <a:pt x="83" y="52"/>
                      </a:cubicBezTo>
                      <a:cubicBezTo>
                        <a:pt x="83" y="51"/>
                        <a:pt x="83" y="51"/>
                        <a:pt x="83" y="50"/>
                      </a:cubicBezTo>
                      <a:cubicBezTo>
                        <a:pt x="83" y="50"/>
                        <a:pt x="85" y="50"/>
                        <a:pt x="85" y="49"/>
                      </a:cubicBezTo>
                      <a:cubicBezTo>
                        <a:pt x="85" y="49"/>
                        <a:pt x="86" y="49"/>
                        <a:pt x="86" y="49"/>
                      </a:cubicBezTo>
                      <a:cubicBezTo>
                        <a:pt x="89" y="49"/>
                        <a:pt x="89" y="49"/>
                        <a:pt x="89" y="49"/>
                      </a:cubicBezTo>
                      <a:cubicBezTo>
                        <a:pt x="89" y="49"/>
                        <a:pt x="89" y="48"/>
                        <a:pt x="89" y="48"/>
                      </a:cubicBezTo>
                      <a:cubicBezTo>
                        <a:pt x="89" y="48"/>
                        <a:pt x="89" y="47"/>
                        <a:pt x="89" y="47"/>
                      </a:cubicBezTo>
                      <a:cubicBezTo>
                        <a:pt x="89" y="46"/>
                        <a:pt x="91" y="47"/>
                        <a:pt x="91" y="47"/>
                      </a:cubicBezTo>
                      <a:cubicBezTo>
                        <a:pt x="93" y="48"/>
                        <a:pt x="93" y="48"/>
                        <a:pt x="93" y="48"/>
                      </a:cubicBezTo>
                      <a:cubicBezTo>
                        <a:pt x="95" y="48"/>
                        <a:pt x="95" y="48"/>
                        <a:pt x="95" y="48"/>
                      </a:cubicBezTo>
                      <a:cubicBezTo>
                        <a:pt x="95" y="48"/>
                        <a:pt x="95" y="45"/>
                        <a:pt x="95" y="44"/>
                      </a:cubicBezTo>
                      <a:cubicBezTo>
                        <a:pt x="95" y="44"/>
                        <a:pt x="96" y="44"/>
                        <a:pt x="96" y="44"/>
                      </a:cubicBezTo>
                      <a:cubicBezTo>
                        <a:pt x="96" y="42"/>
                        <a:pt x="96" y="42"/>
                        <a:pt x="96" y="42"/>
                      </a:cubicBezTo>
                      <a:cubicBezTo>
                        <a:pt x="96" y="42"/>
                        <a:pt x="94" y="41"/>
                        <a:pt x="94" y="41"/>
                      </a:cubicBezTo>
                      <a:cubicBezTo>
                        <a:pt x="94" y="41"/>
                        <a:pt x="92" y="40"/>
                        <a:pt x="92" y="40"/>
                      </a:cubicBezTo>
                      <a:cubicBezTo>
                        <a:pt x="88" y="40"/>
                        <a:pt x="88" y="40"/>
                        <a:pt x="88" y="40"/>
                      </a:cubicBezTo>
                      <a:cubicBezTo>
                        <a:pt x="78" y="33"/>
                        <a:pt x="78" y="33"/>
                        <a:pt x="78" y="33"/>
                      </a:cubicBezTo>
                      <a:cubicBezTo>
                        <a:pt x="67" y="25"/>
                        <a:pt x="67" y="25"/>
                        <a:pt x="67" y="25"/>
                      </a:cubicBezTo>
                      <a:cubicBezTo>
                        <a:pt x="67" y="25"/>
                        <a:pt x="67" y="22"/>
                        <a:pt x="67" y="22"/>
                      </a:cubicBezTo>
                      <a:cubicBezTo>
                        <a:pt x="67" y="22"/>
                        <a:pt x="65" y="19"/>
                        <a:pt x="65" y="19"/>
                      </a:cubicBezTo>
                      <a:cubicBezTo>
                        <a:pt x="65" y="17"/>
                        <a:pt x="65" y="17"/>
                        <a:pt x="65" y="17"/>
                      </a:cubicBezTo>
                      <a:cubicBezTo>
                        <a:pt x="61" y="14"/>
                        <a:pt x="61" y="14"/>
                        <a:pt x="61" y="14"/>
                      </a:cubicBezTo>
                      <a:cubicBezTo>
                        <a:pt x="60" y="15"/>
                        <a:pt x="60" y="15"/>
                        <a:pt x="60" y="15"/>
                      </a:cubicBezTo>
                      <a:cubicBezTo>
                        <a:pt x="59" y="15"/>
                        <a:pt x="59" y="15"/>
                        <a:pt x="59" y="15"/>
                      </a:cubicBezTo>
                      <a:cubicBezTo>
                        <a:pt x="58" y="14"/>
                        <a:pt x="58" y="14"/>
                        <a:pt x="58" y="14"/>
                      </a:cubicBezTo>
                      <a:cubicBezTo>
                        <a:pt x="58" y="14"/>
                        <a:pt x="58" y="14"/>
                        <a:pt x="58" y="14"/>
                      </a:cubicBezTo>
                      <a:cubicBezTo>
                        <a:pt x="57" y="14"/>
                        <a:pt x="57" y="14"/>
                        <a:pt x="57" y="14"/>
                      </a:cubicBezTo>
                      <a:cubicBezTo>
                        <a:pt x="53" y="14"/>
                        <a:pt x="53" y="14"/>
                        <a:pt x="53" y="14"/>
                      </a:cubicBezTo>
                      <a:cubicBezTo>
                        <a:pt x="52" y="13"/>
                        <a:pt x="52" y="13"/>
                        <a:pt x="52" y="13"/>
                      </a:cubicBezTo>
                      <a:cubicBezTo>
                        <a:pt x="52" y="12"/>
                        <a:pt x="52" y="12"/>
                        <a:pt x="52" y="12"/>
                      </a:cubicBezTo>
                      <a:cubicBezTo>
                        <a:pt x="52" y="12"/>
                        <a:pt x="52" y="11"/>
                        <a:pt x="52" y="11"/>
                      </a:cubicBezTo>
                      <a:cubicBezTo>
                        <a:pt x="52" y="11"/>
                        <a:pt x="52" y="10"/>
                        <a:pt x="51" y="10"/>
                      </a:cubicBezTo>
                      <a:cubicBezTo>
                        <a:pt x="51" y="10"/>
                        <a:pt x="51" y="9"/>
                        <a:pt x="51" y="9"/>
                      </a:cubicBezTo>
                      <a:cubicBezTo>
                        <a:pt x="53" y="9"/>
                        <a:pt x="53" y="9"/>
                        <a:pt x="53" y="9"/>
                      </a:cubicBezTo>
                      <a:cubicBezTo>
                        <a:pt x="53" y="9"/>
                        <a:pt x="51" y="8"/>
                        <a:pt x="51" y="8"/>
                      </a:cubicBezTo>
                      <a:cubicBezTo>
                        <a:pt x="50" y="7"/>
                        <a:pt x="50" y="7"/>
                        <a:pt x="50" y="7"/>
                      </a:cubicBezTo>
                      <a:cubicBezTo>
                        <a:pt x="51" y="6"/>
                        <a:pt x="51" y="6"/>
                        <a:pt x="51" y="6"/>
                      </a:cubicBezTo>
                      <a:cubicBezTo>
                        <a:pt x="51" y="5"/>
                        <a:pt x="51" y="5"/>
                        <a:pt x="51" y="5"/>
                      </a:cubicBezTo>
                      <a:cubicBezTo>
                        <a:pt x="47" y="4"/>
                        <a:pt x="47" y="4"/>
                        <a:pt x="47" y="4"/>
                      </a:cubicBezTo>
                      <a:cubicBezTo>
                        <a:pt x="42" y="0"/>
                        <a:pt x="42" y="0"/>
                        <a:pt x="42" y="0"/>
                      </a:cubicBezTo>
                      <a:cubicBezTo>
                        <a:pt x="42" y="0"/>
                        <a:pt x="41" y="1"/>
                        <a:pt x="41" y="1"/>
                      </a:cubicBezTo>
                      <a:cubicBezTo>
                        <a:pt x="41" y="1"/>
                        <a:pt x="39" y="1"/>
                        <a:pt x="39" y="1"/>
                      </a:cubicBezTo>
                      <a:cubicBezTo>
                        <a:pt x="39" y="1"/>
                        <a:pt x="39" y="2"/>
                        <a:pt x="39" y="2"/>
                      </a:cubicBezTo>
                      <a:cubicBezTo>
                        <a:pt x="39" y="2"/>
                        <a:pt x="40" y="4"/>
                        <a:pt x="40" y="4"/>
                      </a:cubicBezTo>
                      <a:cubicBezTo>
                        <a:pt x="40" y="4"/>
                        <a:pt x="37" y="3"/>
                        <a:pt x="37" y="3"/>
                      </a:cubicBezTo>
                      <a:cubicBezTo>
                        <a:pt x="37" y="3"/>
                        <a:pt x="36" y="6"/>
                        <a:pt x="36" y="6"/>
                      </a:cubicBezTo>
                      <a:cubicBezTo>
                        <a:pt x="33" y="6"/>
                        <a:pt x="33" y="6"/>
                        <a:pt x="33" y="6"/>
                      </a:cubicBezTo>
                      <a:cubicBezTo>
                        <a:pt x="33" y="6"/>
                        <a:pt x="31" y="8"/>
                        <a:pt x="31" y="8"/>
                      </a:cubicBezTo>
                      <a:cubicBezTo>
                        <a:pt x="31" y="8"/>
                        <a:pt x="31" y="11"/>
                        <a:pt x="31" y="12"/>
                      </a:cubicBezTo>
                      <a:cubicBezTo>
                        <a:pt x="31" y="12"/>
                        <a:pt x="31" y="12"/>
                        <a:pt x="32" y="13"/>
                      </a:cubicBezTo>
                      <a:cubicBezTo>
                        <a:pt x="32" y="13"/>
                        <a:pt x="32" y="14"/>
                        <a:pt x="32" y="14"/>
                      </a:cubicBezTo>
                      <a:cubicBezTo>
                        <a:pt x="30" y="14"/>
                        <a:pt x="30" y="14"/>
                        <a:pt x="30" y="14"/>
                      </a:cubicBezTo>
                      <a:cubicBezTo>
                        <a:pt x="24" y="14"/>
                        <a:pt x="24" y="14"/>
                        <a:pt x="24" y="14"/>
                      </a:cubicBezTo>
                      <a:cubicBezTo>
                        <a:pt x="20" y="14"/>
                        <a:pt x="20" y="14"/>
                        <a:pt x="20" y="14"/>
                      </a:cubicBezTo>
                      <a:cubicBezTo>
                        <a:pt x="18" y="10"/>
                        <a:pt x="18" y="10"/>
                        <a:pt x="18" y="10"/>
                      </a:cubicBezTo>
                      <a:cubicBezTo>
                        <a:pt x="18" y="10"/>
                        <a:pt x="15" y="6"/>
                        <a:pt x="14" y="5"/>
                      </a:cubicBezTo>
                      <a:cubicBezTo>
                        <a:pt x="13" y="4"/>
                        <a:pt x="10" y="4"/>
                        <a:pt x="10" y="4"/>
                      </a:cubicBezTo>
                      <a:cubicBezTo>
                        <a:pt x="10" y="4"/>
                        <a:pt x="7" y="5"/>
                        <a:pt x="7" y="5"/>
                      </a:cubicBezTo>
                      <a:cubicBezTo>
                        <a:pt x="7" y="5"/>
                        <a:pt x="3" y="6"/>
                        <a:pt x="3" y="7"/>
                      </a:cubicBezTo>
                      <a:cubicBezTo>
                        <a:pt x="3" y="7"/>
                        <a:pt x="1" y="8"/>
                        <a:pt x="0" y="9"/>
                      </a:cubicBezTo>
                      <a:cubicBezTo>
                        <a:pt x="0" y="10"/>
                        <a:pt x="1" y="10"/>
                        <a:pt x="1" y="11"/>
                      </a:cubicBezTo>
                      <a:cubicBezTo>
                        <a:pt x="1" y="11"/>
                        <a:pt x="1" y="11"/>
                        <a:pt x="1" y="12"/>
                      </a:cubicBezTo>
                      <a:cubicBezTo>
                        <a:pt x="1" y="13"/>
                        <a:pt x="2" y="13"/>
                        <a:pt x="2" y="13"/>
                      </a:cubicBezTo>
                      <a:cubicBezTo>
                        <a:pt x="3" y="12"/>
                        <a:pt x="3" y="11"/>
                        <a:pt x="2" y="11"/>
                      </a:cubicBezTo>
                      <a:cubicBezTo>
                        <a:pt x="2" y="10"/>
                        <a:pt x="3" y="9"/>
                        <a:pt x="3" y="9"/>
                      </a:cubicBezTo>
                      <a:cubicBezTo>
                        <a:pt x="4" y="8"/>
                        <a:pt x="5" y="7"/>
                        <a:pt x="7" y="7"/>
                      </a:cubicBezTo>
                      <a:cubicBezTo>
                        <a:pt x="8" y="7"/>
                        <a:pt x="9" y="7"/>
                        <a:pt x="10" y="8"/>
                      </a:cubicBezTo>
                      <a:cubicBezTo>
                        <a:pt x="10" y="8"/>
                        <a:pt x="10" y="9"/>
                        <a:pt x="10" y="9"/>
                      </a:cubicBezTo>
                      <a:cubicBezTo>
                        <a:pt x="11" y="12"/>
                        <a:pt x="13" y="14"/>
                        <a:pt x="15" y="16"/>
                      </a:cubicBezTo>
                      <a:cubicBezTo>
                        <a:pt x="16" y="16"/>
                        <a:pt x="16" y="17"/>
                        <a:pt x="16" y="17"/>
                      </a:cubicBezTo>
                      <a:cubicBezTo>
                        <a:pt x="15" y="18"/>
                        <a:pt x="15" y="18"/>
                        <a:pt x="15" y="18"/>
                      </a:cubicBezTo>
                      <a:cubicBezTo>
                        <a:pt x="14" y="18"/>
                        <a:pt x="14" y="17"/>
                        <a:pt x="13" y="17"/>
                      </a:cubicBezTo>
                      <a:cubicBezTo>
                        <a:pt x="13" y="18"/>
                        <a:pt x="13" y="18"/>
                        <a:pt x="13" y="18"/>
                      </a:cubicBezTo>
                      <a:cubicBezTo>
                        <a:pt x="13" y="19"/>
                        <a:pt x="14" y="19"/>
                        <a:pt x="14" y="19"/>
                      </a:cubicBezTo>
                      <a:cubicBezTo>
                        <a:pt x="13" y="19"/>
                        <a:pt x="11" y="20"/>
                        <a:pt x="10" y="20"/>
                      </a:cubicBezTo>
                      <a:cubicBezTo>
                        <a:pt x="10" y="20"/>
                        <a:pt x="10" y="20"/>
                        <a:pt x="9" y="20"/>
                      </a:cubicBezTo>
                      <a:cubicBezTo>
                        <a:pt x="9" y="20"/>
                        <a:pt x="9" y="19"/>
                        <a:pt x="9" y="18"/>
                      </a:cubicBezTo>
                      <a:cubicBezTo>
                        <a:pt x="7" y="19"/>
                        <a:pt x="6" y="19"/>
                        <a:pt x="5" y="18"/>
                      </a:cubicBezTo>
                      <a:cubicBezTo>
                        <a:pt x="4" y="18"/>
                        <a:pt x="3" y="18"/>
                        <a:pt x="3" y="18"/>
                      </a:cubicBezTo>
                      <a:cubicBezTo>
                        <a:pt x="3" y="19"/>
                        <a:pt x="3" y="19"/>
                        <a:pt x="2" y="19"/>
                      </a:cubicBezTo>
                      <a:cubicBezTo>
                        <a:pt x="2" y="21"/>
                        <a:pt x="2" y="22"/>
                        <a:pt x="2" y="24"/>
                      </a:cubicBezTo>
                      <a:cubicBezTo>
                        <a:pt x="2" y="24"/>
                        <a:pt x="2" y="25"/>
                        <a:pt x="2" y="25"/>
                      </a:cubicBezTo>
                      <a:cubicBezTo>
                        <a:pt x="3" y="25"/>
                        <a:pt x="3" y="25"/>
                        <a:pt x="3" y="25"/>
                      </a:cubicBezTo>
                      <a:cubicBezTo>
                        <a:pt x="5" y="25"/>
                        <a:pt x="6" y="25"/>
                        <a:pt x="8" y="25"/>
                      </a:cubicBezTo>
                      <a:cubicBezTo>
                        <a:pt x="8" y="26"/>
                        <a:pt x="8" y="26"/>
                        <a:pt x="7" y="26"/>
                      </a:cubicBezTo>
                      <a:cubicBezTo>
                        <a:pt x="7" y="26"/>
                        <a:pt x="7" y="27"/>
                        <a:pt x="7" y="27"/>
                      </a:cubicBezTo>
                      <a:cubicBezTo>
                        <a:pt x="7" y="28"/>
                        <a:pt x="7" y="28"/>
                        <a:pt x="7" y="29"/>
                      </a:cubicBezTo>
                      <a:cubicBezTo>
                        <a:pt x="7" y="30"/>
                        <a:pt x="6" y="30"/>
                        <a:pt x="5" y="30"/>
                      </a:cubicBezTo>
                      <a:cubicBezTo>
                        <a:pt x="5" y="30"/>
                        <a:pt x="4" y="31"/>
                        <a:pt x="4" y="31"/>
                      </a:cubicBezTo>
                      <a:cubicBezTo>
                        <a:pt x="5" y="31"/>
                        <a:pt x="7" y="31"/>
                        <a:pt x="7" y="31"/>
                      </a:cubicBezTo>
                      <a:cubicBezTo>
                        <a:pt x="8" y="32"/>
                        <a:pt x="8" y="33"/>
                        <a:pt x="9" y="34"/>
                      </a:cubicBezTo>
                      <a:cubicBezTo>
                        <a:pt x="9" y="34"/>
                        <a:pt x="9" y="34"/>
                        <a:pt x="10" y="34"/>
                      </a:cubicBezTo>
                      <a:cubicBezTo>
                        <a:pt x="10" y="34"/>
                        <a:pt x="11" y="35"/>
                        <a:pt x="10" y="35"/>
                      </a:cubicBezTo>
                      <a:cubicBezTo>
                        <a:pt x="10" y="35"/>
                        <a:pt x="10" y="36"/>
                        <a:pt x="10" y="36"/>
                      </a:cubicBezTo>
                      <a:cubicBezTo>
                        <a:pt x="9" y="37"/>
                        <a:pt x="9" y="39"/>
                        <a:pt x="9" y="41"/>
                      </a:cubicBezTo>
                      <a:cubicBezTo>
                        <a:pt x="9" y="43"/>
                        <a:pt x="9" y="44"/>
                        <a:pt x="9" y="46"/>
                      </a:cubicBezTo>
                      <a:cubicBezTo>
                        <a:pt x="10" y="46"/>
                        <a:pt x="10" y="46"/>
                        <a:pt x="10" y="47"/>
                      </a:cubicBezTo>
                      <a:cubicBezTo>
                        <a:pt x="10" y="47"/>
                        <a:pt x="10" y="48"/>
                        <a:pt x="10" y="48"/>
                      </a:cubicBezTo>
                      <a:cubicBezTo>
                        <a:pt x="13" y="48"/>
                        <a:pt x="13" y="48"/>
                        <a:pt x="13" y="48"/>
                      </a:cubicBezTo>
                      <a:cubicBezTo>
                        <a:pt x="13" y="48"/>
                        <a:pt x="15" y="48"/>
                        <a:pt x="15" y="47"/>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7" name="Freeform 830">
                  <a:extLst>
                    <a:ext uri="{FF2B5EF4-FFF2-40B4-BE49-F238E27FC236}">
                      <a16:creationId xmlns:a16="http://schemas.microsoft.com/office/drawing/2014/main" id="{0E82E312-A662-6ADA-0B74-4CA4FDB5A002}"/>
                    </a:ext>
                  </a:extLst>
                </p:cNvPr>
                <p:cNvSpPr>
                  <a:spLocks/>
                </p:cNvSpPr>
                <p:nvPr/>
              </p:nvSpPr>
              <p:spPr bwMode="auto">
                <a:xfrm>
                  <a:off x="8123238" y="4300538"/>
                  <a:ext cx="244475" cy="428625"/>
                </a:xfrm>
                <a:custGeom>
                  <a:avLst/>
                  <a:gdLst>
                    <a:gd name="T0" fmla="*/ 55 w 59"/>
                    <a:gd name="T1" fmla="*/ 31 h 103"/>
                    <a:gd name="T2" fmla="*/ 52 w 59"/>
                    <a:gd name="T3" fmla="*/ 25 h 103"/>
                    <a:gd name="T4" fmla="*/ 46 w 59"/>
                    <a:gd name="T5" fmla="*/ 17 h 103"/>
                    <a:gd name="T6" fmla="*/ 41 w 59"/>
                    <a:gd name="T7" fmla="*/ 17 h 103"/>
                    <a:gd name="T8" fmla="*/ 36 w 59"/>
                    <a:gd name="T9" fmla="*/ 18 h 103"/>
                    <a:gd name="T10" fmla="*/ 30 w 59"/>
                    <a:gd name="T11" fmla="*/ 18 h 103"/>
                    <a:gd name="T12" fmla="*/ 26 w 59"/>
                    <a:gd name="T13" fmla="*/ 17 h 103"/>
                    <a:gd name="T14" fmla="*/ 25 w 59"/>
                    <a:gd name="T15" fmla="*/ 10 h 103"/>
                    <a:gd name="T16" fmla="*/ 21 w 59"/>
                    <a:gd name="T17" fmla="*/ 8 h 103"/>
                    <a:gd name="T18" fmla="*/ 19 w 59"/>
                    <a:gd name="T19" fmla="*/ 1 h 103"/>
                    <a:gd name="T20" fmla="*/ 14 w 59"/>
                    <a:gd name="T21" fmla="*/ 1 h 103"/>
                    <a:gd name="T22" fmla="*/ 10 w 59"/>
                    <a:gd name="T23" fmla="*/ 6 h 103"/>
                    <a:gd name="T24" fmla="*/ 4 w 59"/>
                    <a:gd name="T25" fmla="*/ 11 h 103"/>
                    <a:gd name="T26" fmla="*/ 2 w 59"/>
                    <a:gd name="T27" fmla="*/ 17 h 103"/>
                    <a:gd name="T28" fmla="*/ 10 w 59"/>
                    <a:gd name="T29" fmla="*/ 27 h 103"/>
                    <a:gd name="T30" fmla="*/ 10 w 59"/>
                    <a:gd name="T31" fmla="*/ 33 h 103"/>
                    <a:gd name="T32" fmla="*/ 11 w 59"/>
                    <a:gd name="T33" fmla="*/ 42 h 103"/>
                    <a:gd name="T34" fmla="*/ 18 w 59"/>
                    <a:gd name="T35" fmla="*/ 56 h 103"/>
                    <a:gd name="T36" fmla="*/ 17 w 59"/>
                    <a:gd name="T37" fmla="*/ 66 h 103"/>
                    <a:gd name="T38" fmla="*/ 13 w 59"/>
                    <a:gd name="T39" fmla="*/ 73 h 103"/>
                    <a:gd name="T40" fmla="*/ 13 w 59"/>
                    <a:gd name="T41" fmla="*/ 77 h 103"/>
                    <a:gd name="T42" fmla="*/ 11 w 59"/>
                    <a:gd name="T43" fmla="*/ 84 h 103"/>
                    <a:gd name="T44" fmla="*/ 15 w 59"/>
                    <a:gd name="T45" fmla="*/ 87 h 103"/>
                    <a:gd name="T46" fmla="*/ 19 w 59"/>
                    <a:gd name="T47" fmla="*/ 91 h 103"/>
                    <a:gd name="T48" fmla="*/ 23 w 59"/>
                    <a:gd name="T49" fmla="*/ 97 h 103"/>
                    <a:gd name="T50" fmla="*/ 29 w 59"/>
                    <a:gd name="T51" fmla="*/ 97 h 103"/>
                    <a:gd name="T52" fmla="*/ 31 w 59"/>
                    <a:gd name="T53" fmla="*/ 102 h 103"/>
                    <a:gd name="T54" fmla="*/ 37 w 59"/>
                    <a:gd name="T55" fmla="*/ 102 h 103"/>
                    <a:gd name="T56" fmla="*/ 35 w 59"/>
                    <a:gd name="T57" fmla="*/ 98 h 103"/>
                    <a:gd name="T58" fmla="*/ 30 w 59"/>
                    <a:gd name="T59" fmla="*/ 94 h 103"/>
                    <a:gd name="T60" fmla="*/ 27 w 59"/>
                    <a:gd name="T61" fmla="*/ 92 h 103"/>
                    <a:gd name="T62" fmla="*/ 27 w 59"/>
                    <a:gd name="T63" fmla="*/ 89 h 103"/>
                    <a:gd name="T64" fmla="*/ 26 w 59"/>
                    <a:gd name="T65" fmla="*/ 85 h 103"/>
                    <a:gd name="T66" fmla="*/ 23 w 59"/>
                    <a:gd name="T67" fmla="*/ 83 h 103"/>
                    <a:gd name="T68" fmla="*/ 22 w 59"/>
                    <a:gd name="T69" fmla="*/ 79 h 103"/>
                    <a:gd name="T70" fmla="*/ 18 w 59"/>
                    <a:gd name="T71" fmla="*/ 79 h 103"/>
                    <a:gd name="T72" fmla="*/ 17 w 59"/>
                    <a:gd name="T73" fmla="*/ 75 h 103"/>
                    <a:gd name="T74" fmla="*/ 17 w 59"/>
                    <a:gd name="T75" fmla="*/ 72 h 103"/>
                    <a:gd name="T76" fmla="*/ 19 w 59"/>
                    <a:gd name="T77" fmla="*/ 67 h 103"/>
                    <a:gd name="T78" fmla="*/ 20 w 59"/>
                    <a:gd name="T79" fmla="*/ 60 h 103"/>
                    <a:gd name="T80" fmla="*/ 21 w 59"/>
                    <a:gd name="T81" fmla="*/ 56 h 103"/>
                    <a:gd name="T82" fmla="*/ 22 w 59"/>
                    <a:gd name="T83" fmla="*/ 52 h 103"/>
                    <a:gd name="T84" fmla="*/ 24 w 59"/>
                    <a:gd name="T85" fmla="*/ 50 h 103"/>
                    <a:gd name="T86" fmla="*/ 27 w 59"/>
                    <a:gd name="T87" fmla="*/ 53 h 103"/>
                    <a:gd name="T88" fmla="*/ 29 w 59"/>
                    <a:gd name="T89" fmla="*/ 56 h 103"/>
                    <a:gd name="T90" fmla="*/ 33 w 59"/>
                    <a:gd name="T91" fmla="*/ 55 h 103"/>
                    <a:gd name="T92" fmla="*/ 39 w 59"/>
                    <a:gd name="T93" fmla="*/ 60 h 103"/>
                    <a:gd name="T94" fmla="*/ 38 w 59"/>
                    <a:gd name="T95" fmla="*/ 52 h 103"/>
                    <a:gd name="T96" fmla="*/ 42 w 59"/>
                    <a:gd name="T97" fmla="*/ 43 h 103"/>
                    <a:gd name="T98" fmla="*/ 50 w 59"/>
                    <a:gd name="T99" fmla="*/ 42 h 103"/>
                    <a:gd name="T100" fmla="*/ 57 w 59"/>
                    <a:gd name="T101" fmla="*/ 43 h 103"/>
                    <a:gd name="T102" fmla="*/ 58 w 59"/>
                    <a:gd name="T103" fmla="*/ 3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9" h="103">
                      <a:moveTo>
                        <a:pt x="58" y="34"/>
                      </a:moveTo>
                      <a:cubicBezTo>
                        <a:pt x="58" y="33"/>
                        <a:pt x="57" y="33"/>
                        <a:pt x="57" y="33"/>
                      </a:cubicBezTo>
                      <a:cubicBezTo>
                        <a:pt x="57" y="32"/>
                        <a:pt x="57" y="32"/>
                        <a:pt x="57" y="31"/>
                      </a:cubicBezTo>
                      <a:cubicBezTo>
                        <a:pt x="56" y="31"/>
                        <a:pt x="55" y="31"/>
                        <a:pt x="55" y="31"/>
                      </a:cubicBezTo>
                      <a:cubicBezTo>
                        <a:pt x="54" y="31"/>
                        <a:pt x="54" y="30"/>
                        <a:pt x="53" y="30"/>
                      </a:cubicBezTo>
                      <a:cubicBezTo>
                        <a:pt x="53" y="30"/>
                        <a:pt x="52" y="29"/>
                        <a:pt x="52" y="29"/>
                      </a:cubicBezTo>
                      <a:cubicBezTo>
                        <a:pt x="52" y="28"/>
                        <a:pt x="52" y="28"/>
                        <a:pt x="53" y="27"/>
                      </a:cubicBezTo>
                      <a:cubicBezTo>
                        <a:pt x="53" y="26"/>
                        <a:pt x="52" y="25"/>
                        <a:pt x="52" y="25"/>
                      </a:cubicBezTo>
                      <a:cubicBezTo>
                        <a:pt x="52" y="25"/>
                        <a:pt x="52" y="25"/>
                        <a:pt x="52" y="24"/>
                      </a:cubicBezTo>
                      <a:cubicBezTo>
                        <a:pt x="52" y="23"/>
                        <a:pt x="52" y="21"/>
                        <a:pt x="51" y="20"/>
                      </a:cubicBezTo>
                      <a:cubicBezTo>
                        <a:pt x="50" y="20"/>
                        <a:pt x="49" y="19"/>
                        <a:pt x="48" y="18"/>
                      </a:cubicBezTo>
                      <a:cubicBezTo>
                        <a:pt x="47" y="17"/>
                        <a:pt x="47" y="17"/>
                        <a:pt x="46" y="17"/>
                      </a:cubicBezTo>
                      <a:cubicBezTo>
                        <a:pt x="46" y="16"/>
                        <a:pt x="45" y="16"/>
                        <a:pt x="44" y="16"/>
                      </a:cubicBezTo>
                      <a:cubicBezTo>
                        <a:pt x="44" y="15"/>
                        <a:pt x="43" y="15"/>
                        <a:pt x="43" y="15"/>
                      </a:cubicBezTo>
                      <a:cubicBezTo>
                        <a:pt x="42" y="16"/>
                        <a:pt x="42" y="16"/>
                        <a:pt x="42" y="16"/>
                      </a:cubicBezTo>
                      <a:cubicBezTo>
                        <a:pt x="41" y="16"/>
                        <a:pt x="41" y="16"/>
                        <a:pt x="41" y="17"/>
                      </a:cubicBezTo>
                      <a:cubicBezTo>
                        <a:pt x="40" y="17"/>
                        <a:pt x="40" y="17"/>
                        <a:pt x="40" y="18"/>
                      </a:cubicBezTo>
                      <a:cubicBezTo>
                        <a:pt x="40" y="18"/>
                        <a:pt x="40" y="19"/>
                        <a:pt x="39" y="19"/>
                      </a:cubicBezTo>
                      <a:cubicBezTo>
                        <a:pt x="39" y="19"/>
                        <a:pt x="37" y="19"/>
                        <a:pt x="37" y="19"/>
                      </a:cubicBezTo>
                      <a:cubicBezTo>
                        <a:pt x="36" y="19"/>
                        <a:pt x="36" y="18"/>
                        <a:pt x="36" y="18"/>
                      </a:cubicBezTo>
                      <a:cubicBezTo>
                        <a:pt x="35" y="18"/>
                        <a:pt x="34" y="18"/>
                        <a:pt x="33" y="18"/>
                      </a:cubicBezTo>
                      <a:cubicBezTo>
                        <a:pt x="33" y="17"/>
                        <a:pt x="32" y="17"/>
                        <a:pt x="32" y="17"/>
                      </a:cubicBezTo>
                      <a:cubicBezTo>
                        <a:pt x="31" y="17"/>
                        <a:pt x="31" y="17"/>
                        <a:pt x="31" y="17"/>
                      </a:cubicBezTo>
                      <a:cubicBezTo>
                        <a:pt x="30" y="17"/>
                        <a:pt x="30" y="17"/>
                        <a:pt x="30" y="18"/>
                      </a:cubicBezTo>
                      <a:cubicBezTo>
                        <a:pt x="30" y="18"/>
                        <a:pt x="30" y="19"/>
                        <a:pt x="29" y="19"/>
                      </a:cubicBezTo>
                      <a:cubicBezTo>
                        <a:pt x="28" y="19"/>
                        <a:pt x="28" y="19"/>
                        <a:pt x="27" y="19"/>
                      </a:cubicBezTo>
                      <a:cubicBezTo>
                        <a:pt x="27" y="20"/>
                        <a:pt x="27" y="21"/>
                        <a:pt x="26" y="20"/>
                      </a:cubicBezTo>
                      <a:cubicBezTo>
                        <a:pt x="26" y="20"/>
                        <a:pt x="26" y="18"/>
                        <a:pt x="26" y="17"/>
                      </a:cubicBezTo>
                      <a:cubicBezTo>
                        <a:pt x="26" y="17"/>
                        <a:pt x="26" y="16"/>
                        <a:pt x="26" y="15"/>
                      </a:cubicBezTo>
                      <a:cubicBezTo>
                        <a:pt x="26" y="15"/>
                        <a:pt x="25" y="14"/>
                        <a:pt x="26" y="13"/>
                      </a:cubicBezTo>
                      <a:cubicBezTo>
                        <a:pt x="26" y="13"/>
                        <a:pt x="26" y="13"/>
                        <a:pt x="26" y="12"/>
                      </a:cubicBezTo>
                      <a:cubicBezTo>
                        <a:pt x="26" y="11"/>
                        <a:pt x="25" y="10"/>
                        <a:pt x="25" y="10"/>
                      </a:cubicBezTo>
                      <a:cubicBezTo>
                        <a:pt x="26" y="9"/>
                        <a:pt x="26" y="9"/>
                        <a:pt x="26" y="9"/>
                      </a:cubicBezTo>
                      <a:cubicBezTo>
                        <a:pt x="26" y="8"/>
                        <a:pt x="27" y="7"/>
                        <a:pt x="26" y="7"/>
                      </a:cubicBezTo>
                      <a:cubicBezTo>
                        <a:pt x="25" y="7"/>
                        <a:pt x="24" y="7"/>
                        <a:pt x="23" y="7"/>
                      </a:cubicBezTo>
                      <a:cubicBezTo>
                        <a:pt x="22" y="8"/>
                        <a:pt x="21" y="8"/>
                        <a:pt x="21" y="8"/>
                      </a:cubicBezTo>
                      <a:cubicBezTo>
                        <a:pt x="21" y="7"/>
                        <a:pt x="21" y="6"/>
                        <a:pt x="21" y="6"/>
                      </a:cubicBezTo>
                      <a:cubicBezTo>
                        <a:pt x="21" y="6"/>
                        <a:pt x="21" y="5"/>
                        <a:pt x="21" y="5"/>
                      </a:cubicBezTo>
                      <a:cubicBezTo>
                        <a:pt x="21" y="4"/>
                        <a:pt x="21" y="3"/>
                        <a:pt x="21" y="2"/>
                      </a:cubicBezTo>
                      <a:cubicBezTo>
                        <a:pt x="21" y="2"/>
                        <a:pt x="19" y="1"/>
                        <a:pt x="19" y="1"/>
                      </a:cubicBezTo>
                      <a:cubicBezTo>
                        <a:pt x="19" y="1"/>
                        <a:pt x="18" y="2"/>
                        <a:pt x="17" y="2"/>
                      </a:cubicBezTo>
                      <a:cubicBezTo>
                        <a:pt x="17" y="1"/>
                        <a:pt x="17" y="1"/>
                        <a:pt x="17" y="0"/>
                      </a:cubicBezTo>
                      <a:cubicBezTo>
                        <a:pt x="17" y="0"/>
                        <a:pt x="17" y="0"/>
                        <a:pt x="16" y="0"/>
                      </a:cubicBezTo>
                      <a:cubicBezTo>
                        <a:pt x="15" y="0"/>
                        <a:pt x="14" y="1"/>
                        <a:pt x="14" y="1"/>
                      </a:cubicBezTo>
                      <a:cubicBezTo>
                        <a:pt x="14" y="2"/>
                        <a:pt x="14" y="2"/>
                        <a:pt x="14" y="3"/>
                      </a:cubicBezTo>
                      <a:cubicBezTo>
                        <a:pt x="14" y="3"/>
                        <a:pt x="13" y="3"/>
                        <a:pt x="13" y="3"/>
                      </a:cubicBezTo>
                      <a:cubicBezTo>
                        <a:pt x="12" y="3"/>
                        <a:pt x="12" y="3"/>
                        <a:pt x="11" y="4"/>
                      </a:cubicBezTo>
                      <a:cubicBezTo>
                        <a:pt x="11" y="4"/>
                        <a:pt x="11" y="6"/>
                        <a:pt x="10" y="6"/>
                      </a:cubicBezTo>
                      <a:cubicBezTo>
                        <a:pt x="10" y="6"/>
                        <a:pt x="9" y="7"/>
                        <a:pt x="8" y="7"/>
                      </a:cubicBezTo>
                      <a:cubicBezTo>
                        <a:pt x="8" y="7"/>
                        <a:pt x="7" y="7"/>
                        <a:pt x="6" y="7"/>
                      </a:cubicBezTo>
                      <a:cubicBezTo>
                        <a:pt x="6" y="7"/>
                        <a:pt x="5" y="7"/>
                        <a:pt x="4" y="8"/>
                      </a:cubicBezTo>
                      <a:cubicBezTo>
                        <a:pt x="4" y="8"/>
                        <a:pt x="4" y="10"/>
                        <a:pt x="4" y="11"/>
                      </a:cubicBezTo>
                      <a:cubicBezTo>
                        <a:pt x="4" y="11"/>
                        <a:pt x="3" y="12"/>
                        <a:pt x="3" y="12"/>
                      </a:cubicBezTo>
                      <a:cubicBezTo>
                        <a:pt x="3" y="13"/>
                        <a:pt x="4" y="14"/>
                        <a:pt x="4" y="14"/>
                      </a:cubicBezTo>
                      <a:cubicBezTo>
                        <a:pt x="3" y="15"/>
                        <a:pt x="2" y="15"/>
                        <a:pt x="1" y="16"/>
                      </a:cubicBezTo>
                      <a:cubicBezTo>
                        <a:pt x="0" y="17"/>
                        <a:pt x="1" y="17"/>
                        <a:pt x="2" y="17"/>
                      </a:cubicBezTo>
                      <a:cubicBezTo>
                        <a:pt x="2" y="17"/>
                        <a:pt x="3" y="17"/>
                        <a:pt x="4" y="19"/>
                      </a:cubicBezTo>
                      <a:cubicBezTo>
                        <a:pt x="5" y="22"/>
                        <a:pt x="6" y="21"/>
                        <a:pt x="6" y="22"/>
                      </a:cubicBezTo>
                      <a:cubicBezTo>
                        <a:pt x="6" y="22"/>
                        <a:pt x="7" y="24"/>
                        <a:pt x="8" y="25"/>
                      </a:cubicBezTo>
                      <a:cubicBezTo>
                        <a:pt x="8" y="26"/>
                        <a:pt x="10" y="27"/>
                        <a:pt x="10" y="27"/>
                      </a:cubicBezTo>
                      <a:cubicBezTo>
                        <a:pt x="10" y="27"/>
                        <a:pt x="10" y="28"/>
                        <a:pt x="10" y="29"/>
                      </a:cubicBezTo>
                      <a:cubicBezTo>
                        <a:pt x="11" y="29"/>
                        <a:pt x="12" y="30"/>
                        <a:pt x="12" y="30"/>
                      </a:cubicBezTo>
                      <a:cubicBezTo>
                        <a:pt x="12" y="31"/>
                        <a:pt x="11" y="31"/>
                        <a:pt x="10" y="32"/>
                      </a:cubicBezTo>
                      <a:cubicBezTo>
                        <a:pt x="10" y="32"/>
                        <a:pt x="10" y="33"/>
                        <a:pt x="10" y="33"/>
                      </a:cubicBezTo>
                      <a:cubicBezTo>
                        <a:pt x="10" y="34"/>
                        <a:pt x="10" y="34"/>
                        <a:pt x="10" y="35"/>
                      </a:cubicBezTo>
                      <a:cubicBezTo>
                        <a:pt x="10" y="36"/>
                        <a:pt x="10" y="36"/>
                        <a:pt x="10" y="37"/>
                      </a:cubicBezTo>
                      <a:cubicBezTo>
                        <a:pt x="9" y="37"/>
                        <a:pt x="9" y="38"/>
                        <a:pt x="9" y="39"/>
                      </a:cubicBezTo>
                      <a:cubicBezTo>
                        <a:pt x="9" y="39"/>
                        <a:pt x="10" y="41"/>
                        <a:pt x="11" y="42"/>
                      </a:cubicBezTo>
                      <a:cubicBezTo>
                        <a:pt x="12" y="43"/>
                        <a:pt x="14" y="44"/>
                        <a:pt x="15" y="46"/>
                      </a:cubicBezTo>
                      <a:cubicBezTo>
                        <a:pt x="16" y="47"/>
                        <a:pt x="16" y="48"/>
                        <a:pt x="16" y="50"/>
                      </a:cubicBezTo>
                      <a:cubicBezTo>
                        <a:pt x="16" y="52"/>
                        <a:pt x="16" y="52"/>
                        <a:pt x="16" y="52"/>
                      </a:cubicBezTo>
                      <a:cubicBezTo>
                        <a:pt x="17" y="53"/>
                        <a:pt x="17" y="54"/>
                        <a:pt x="18" y="56"/>
                      </a:cubicBezTo>
                      <a:cubicBezTo>
                        <a:pt x="18" y="57"/>
                        <a:pt x="18" y="58"/>
                        <a:pt x="18" y="59"/>
                      </a:cubicBezTo>
                      <a:cubicBezTo>
                        <a:pt x="18" y="60"/>
                        <a:pt x="18" y="61"/>
                        <a:pt x="18" y="61"/>
                      </a:cubicBezTo>
                      <a:cubicBezTo>
                        <a:pt x="18" y="62"/>
                        <a:pt x="18" y="62"/>
                        <a:pt x="18" y="63"/>
                      </a:cubicBezTo>
                      <a:cubicBezTo>
                        <a:pt x="17" y="63"/>
                        <a:pt x="17" y="65"/>
                        <a:pt x="17" y="66"/>
                      </a:cubicBezTo>
                      <a:cubicBezTo>
                        <a:pt x="16" y="66"/>
                        <a:pt x="15" y="67"/>
                        <a:pt x="15" y="68"/>
                      </a:cubicBezTo>
                      <a:cubicBezTo>
                        <a:pt x="15" y="68"/>
                        <a:pt x="14" y="69"/>
                        <a:pt x="14" y="70"/>
                      </a:cubicBezTo>
                      <a:cubicBezTo>
                        <a:pt x="14" y="71"/>
                        <a:pt x="13" y="73"/>
                        <a:pt x="13" y="73"/>
                      </a:cubicBezTo>
                      <a:cubicBezTo>
                        <a:pt x="13" y="73"/>
                        <a:pt x="13" y="73"/>
                        <a:pt x="13" y="73"/>
                      </a:cubicBezTo>
                      <a:cubicBezTo>
                        <a:pt x="13" y="74"/>
                        <a:pt x="13" y="74"/>
                        <a:pt x="13" y="74"/>
                      </a:cubicBezTo>
                      <a:cubicBezTo>
                        <a:pt x="13" y="75"/>
                        <a:pt x="13" y="75"/>
                        <a:pt x="13" y="76"/>
                      </a:cubicBezTo>
                      <a:cubicBezTo>
                        <a:pt x="13" y="76"/>
                        <a:pt x="13" y="76"/>
                        <a:pt x="13" y="77"/>
                      </a:cubicBezTo>
                      <a:cubicBezTo>
                        <a:pt x="13" y="77"/>
                        <a:pt x="13" y="77"/>
                        <a:pt x="13" y="77"/>
                      </a:cubicBezTo>
                      <a:cubicBezTo>
                        <a:pt x="13" y="77"/>
                        <a:pt x="12" y="78"/>
                        <a:pt x="12" y="78"/>
                      </a:cubicBezTo>
                      <a:cubicBezTo>
                        <a:pt x="12" y="78"/>
                        <a:pt x="12" y="79"/>
                        <a:pt x="12" y="80"/>
                      </a:cubicBezTo>
                      <a:cubicBezTo>
                        <a:pt x="12" y="81"/>
                        <a:pt x="11" y="80"/>
                        <a:pt x="11" y="81"/>
                      </a:cubicBezTo>
                      <a:cubicBezTo>
                        <a:pt x="11" y="82"/>
                        <a:pt x="11" y="83"/>
                        <a:pt x="11" y="84"/>
                      </a:cubicBezTo>
                      <a:cubicBezTo>
                        <a:pt x="11" y="85"/>
                        <a:pt x="11" y="85"/>
                        <a:pt x="12" y="86"/>
                      </a:cubicBezTo>
                      <a:cubicBezTo>
                        <a:pt x="13" y="87"/>
                        <a:pt x="13" y="86"/>
                        <a:pt x="13" y="85"/>
                      </a:cubicBezTo>
                      <a:cubicBezTo>
                        <a:pt x="13" y="85"/>
                        <a:pt x="14" y="85"/>
                        <a:pt x="14" y="85"/>
                      </a:cubicBezTo>
                      <a:cubicBezTo>
                        <a:pt x="15" y="86"/>
                        <a:pt x="14" y="86"/>
                        <a:pt x="15" y="87"/>
                      </a:cubicBezTo>
                      <a:cubicBezTo>
                        <a:pt x="16" y="87"/>
                        <a:pt x="16" y="87"/>
                        <a:pt x="16" y="88"/>
                      </a:cubicBezTo>
                      <a:cubicBezTo>
                        <a:pt x="16" y="88"/>
                        <a:pt x="17" y="89"/>
                        <a:pt x="17" y="89"/>
                      </a:cubicBezTo>
                      <a:cubicBezTo>
                        <a:pt x="17" y="89"/>
                        <a:pt x="18" y="90"/>
                        <a:pt x="18" y="90"/>
                      </a:cubicBezTo>
                      <a:cubicBezTo>
                        <a:pt x="19" y="90"/>
                        <a:pt x="19" y="91"/>
                        <a:pt x="19" y="91"/>
                      </a:cubicBezTo>
                      <a:cubicBezTo>
                        <a:pt x="20" y="92"/>
                        <a:pt x="19" y="92"/>
                        <a:pt x="20" y="92"/>
                      </a:cubicBezTo>
                      <a:cubicBezTo>
                        <a:pt x="21" y="93"/>
                        <a:pt x="21" y="93"/>
                        <a:pt x="22" y="94"/>
                      </a:cubicBezTo>
                      <a:cubicBezTo>
                        <a:pt x="22" y="94"/>
                        <a:pt x="21" y="94"/>
                        <a:pt x="21" y="95"/>
                      </a:cubicBezTo>
                      <a:cubicBezTo>
                        <a:pt x="21" y="95"/>
                        <a:pt x="23" y="96"/>
                        <a:pt x="23" y="97"/>
                      </a:cubicBezTo>
                      <a:cubicBezTo>
                        <a:pt x="24" y="97"/>
                        <a:pt x="24" y="98"/>
                        <a:pt x="25" y="98"/>
                      </a:cubicBezTo>
                      <a:cubicBezTo>
                        <a:pt x="25" y="98"/>
                        <a:pt x="25" y="97"/>
                        <a:pt x="25" y="97"/>
                      </a:cubicBezTo>
                      <a:cubicBezTo>
                        <a:pt x="26" y="96"/>
                        <a:pt x="26" y="95"/>
                        <a:pt x="27" y="96"/>
                      </a:cubicBezTo>
                      <a:cubicBezTo>
                        <a:pt x="28" y="96"/>
                        <a:pt x="28" y="97"/>
                        <a:pt x="29" y="97"/>
                      </a:cubicBezTo>
                      <a:cubicBezTo>
                        <a:pt x="29" y="97"/>
                        <a:pt x="29" y="98"/>
                        <a:pt x="30" y="98"/>
                      </a:cubicBezTo>
                      <a:cubicBezTo>
                        <a:pt x="31" y="98"/>
                        <a:pt x="32" y="98"/>
                        <a:pt x="32" y="99"/>
                      </a:cubicBezTo>
                      <a:cubicBezTo>
                        <a:pt x="32" y="99"/>
                        <a:pt x="32" y="100"/>
                        <a:pt x="32" y="100"/>
                      </a:cubicBezTo>
                      <a:cubicBezTo>
                        <a:pt x="31" y="101"/>
                        <a:pt x="31" y="101"/>
                        <a:pt x="31" y="102"/>
                      </a:cubicBezTo>
                      <a:cubicBezTo>
                        <a:pt x="31" y="102"/>
                        <a:pt x="31" y="103"/>
                        <a:pt x="32" y="103"/>
                      </a:cubicBezTo>
                      <a:cubicBezTo>
                        <a:pt x="33" y="103"/>
                        <a:pt x="35" y="102"/>
                        <a:pt x="35" y="102"/>
                      </a:cubicBezTo>
                      <a:cubicBezTo>
                        <a:pt x="35" y="102"/>
                        <a:pt x="36" y="102"/>
                        <a:pt x="36" y="102"/>
                      </a:cubicBezTo>
                      <a:cubicBezTo>
                        <a:pt x="37" y="102"/>
                        <a:pt x="37" y="102"/>
                        <a:pt x="37" y="102"/>
                      </a:cubicBezTo>
                      <a:cubicBezTo>
                        <a:pt x="38" y="102"/>
                        <a:pt x="38" y="101"/>
                        <a:pt x="38" y="100"/>
                      </a:cubicBezTo>
                      <a:cubicBezTo>
                        <a:pt x="38" y="100"/>
                        <a:pt x="38" y="100"/>
                        <a:pt x="38" y="100"/>
                      </a:cubicBezTo>
                      <a:cubicBezTo>
                        <a:pt x="37" y="100"/>
                        <a:pt x="37" y="99"/>
                        <a:pt x="37" y="99"/>
                      </a:cubicBezTo>
                      <a:cubicBezTo>
                        <a:pt x="36" y="99"/>
                        <a:pt x="36" y="98"/>
                        <a:pt x="35" y="98"/>
                      </a:cubicBezTo>
                      <a:cubicBezTo>
                        <a:pt x="35" y="97"/>
                        <a:pt x="35" y="96"/>
                        <a:pt x="35" y="96"/>
                      </a:cubicBezTo>
                      <a:cubicBezTo>
                        <a:pt x="35" y="96"/>
                        <a:pt x="34" y="95"/>
                        <a:pt x="33" y="95"/>
                      </a:cubicBezTo>
                      <a:cubicBezTo>
                        <a:pt x="32" y="95"/>
                        <a:pt x="32" y="95"/>
                        <a:pt x="32" y="95"/>
                      </a:cubicBezTo>
                      <a:cubicBezTo>
                        <a:pt x="31" y="95"/>
                        <a:pt x="31" y="95"/>
                        <a:pt x="30" y="94"/>
                      </a:cubicBezTo>
                      <a:cubicBezTo>
                        <a:pt x="30" y="94"/>
                        <a:pt x="29" y="93"/>
                        <a:pt x="28" y="93"/>
                      </a:cubicBezTo>
                      <a:cubicBezTo>
                        <a:pt x="28" y="92"/>
                        <a:pt x="28" y="92"/>
                        <a:pt x="28" y="92"/>
                      </a:cubicBezTo>
                      <a:cubicBezTo>
                        <a:pt x="28" y="91"/>
                        <a:pt x="27" y="91"/>
                        <a:pt x="27" y="91"/>
                      </a:cubicBezTo>
                      <a:cubicBezTo>
                        <a:pt x="27" y="91"/>
                        <a:pt x="27" y="92"/>
                        <a:pt x="27" y="92"/>
                      </a:cubicBezTo>
                      <a:cubicBezTo>
                        <a:pt x="27" y="92"/>
                        <a:pt x="26" y="92"/>
                        <a:pt x="26" y="92"/>
                      </a:cubicBezTo>
                      <a:cubicBezTo>
                        <a:pt x="25" y="91"/>
                        <a:pt x="25" y="91"/>
                        <a:pt x="25" y="91"/>
                      </a:cubicBezTo>
                      <a:cubicBezTo>
                        <a:pt x="25" y="90"/>
                        <a:pt x="26" y="90"/>
                        <a:pt x="27" y="90"/>
                      </a:cubicBezTo>
                      <a:cubicBezTo>
                        <a:pt x="27" y="90"/>
                        <a:pt x="27" y="90"/>
                        <a:pt x="27" y="89"/>
                      </a:cubicBezTo>
                      <a:cubicBezTo>
                        <a:pt x="27" y="89"/>
                        <a:pt x="27" y="88"/>
                        <a:pt x="27" y="87"/>
                      </a:cubicBezTo>
                      <a:cubicBezTo>
                        <a:pt x="27" y="87"/>
                        <a:pt x="27" y="87"/>
                        <a:pt x="26" y="86"/>
                      </a:cubicBezTo>
                      <a:cubicBezTo>
                        <a:pt x="26" y="86"/>
                        <a:pt x="26" y="86"/>
                        <a:pt x="26" y="86"/>
                      </a:cubicBezTo>
                      <a:cubicBezTo>
                        <a:pt x="26" y="86"/>
                        <a:pt x="26" y="85"/>
                        <a:pt x="26" y="85"/>
                      </a:cubicBezTo>
                      <a:cubicBezTo>
                        <a:pt x="26" y="85"/>
                        <a:pt x="26" y="85"/>
                        <a:pt x="25" y="84"/>
                      </a:cubicBezTo>
                      <a:cubicBezTo>
                        <a:pt x="25" y="83"/>
                        <a:pt x="25" y="83"/>
                        <a:pt x="25" y="84"/>
                      </a:cubicBezTo>
                      <a:cubicBezTo>
                        <a:pt x="25" y="84"/>
                        <a:pt x="24" y="84"/>
                        <a:pt x="24" y="84"/>
                      </a:cubicBezTo>
                      <a:cubicBezTo>
                        <a:pt x="24" y="84"/>
                        <a:pt x="23" y="84"/>
                        <a:pt x="23" y="83"/>
                      </a:cubicBezTo>
                      <a:cubicBezTo>
                        <a:pt x="23" y="83"/>
                        <a:pt x="23" y="83"/>
                        <a:pt x="23" y="83"/>
                      </a:cubicBezTo>
                      <a:cubicBezTo>
                        <a:pt x="23" y="83"/>
                        <a:pt x="23" y="82"/>
                        <a:pt x="23" y="81"/>
                      </a:cubicBezTo>
                      <a:cubicBezTo>
                        <a:pt x="23" y="81"/>
                        <a:pt x="22" y="81"/>
                        <a:pt x="22" y="81"/>
                      </a:cubicBezTo>
                      <a:cubicBezTo>
                        <a:pt x="22" y="81"/>
                        <a:pt x="22" y="80"/>
                        <a:pt x="22" y="79"/>
                      </a:cubicBezTo>
                      <a:cubicBezTo>
                        <a:pt x="22" y="79"/>
                        <a:pt x="21" y="79"/>
                        <a:pt x="21" y="78"/>
                      </a:cubicBezTo>
                      <a:cubicBezTo>
                        <a:pt x="21" y="78"/>
                        <a:pt x="20" y="78"/>
                        <a:pt x="20" y="79"/>
                      </a:cubicBezTo>
                      <a:cubicBezTo>
                        <a:pt x="19" y="79"/>
                        <a:pt x="19" y="80"/>
                        <a:pt x="18" y="80"/>
                      </a:cubicBezTo>
                      <a:cubicBezTo>
                        <a:pt x="18" y="80"/>
                        <a:pt x="18" y="79"/>
                        <a:pt x="18" y="79"/>
                      </a:cubicBezTo>
                      <a:cubicBezTo>
                        <a:pt x="18" y="78"/>
                        <a:pt x="19" y="78"/>
                        <a:pt x="18" y="78"/>
                      </a:cubicBezTo>
                      <a:cubicBezTo>
                        <a:pt x="18" y="77"/>
                        <a:pt x="18" y="77"/>
                        <a:pt x="18" y="77"/>
                      </a:cubicBezTo>
                      <a:cubicBezTo>
                        <a:pt x="18" y="77"/>
                        <a:pt x="17" y="76"/>
                        <a:pt x="17" y="76"/>
                      </a:cubicBezTo>
                      <a:cubicBezTo>
                        <a:pt x="17" y="76"/>
                        <a:pt x="17" y="75"/>
                        <a:pt x="17" y="75"/>
                      </a:cubicBezTo>
                      <a:cubicBezTo>
                        <a:pt x="17" y="74"/>
                        <a:pt x="17" y="74"/>
                        <a:pt x="17" y="74"/>
                      </a:cubicBezTo>
                      <a:cubicBezTo>
                        <a:pt x="17" y="74"/>
                        <a:pt x="17" y="73"/>
                        <a:pt x="17" y="73"/>
                      </a:cubicBezTo>
                      <a:cubicBezTo>
                        <a:pt x="18" y="73"/>
                        <a:pt x="17" y="72"/>
                        <a:pt x="17" y="72"/>
                      </a:cubicBezTo>
                      <a:cubicBezTo>
                        <a:pt x="17" y="72"/>
                        <a:pt x="17" y="72"/>
                        <a:pt x="17" y="72"/>
                      </a:cubicBezTo>
                      <a:cubicBezTo>
                        <a:pt x="17" y="72"/>
                        <a:pt x="17" y="71"/>
                        <a:pt x="17" y="71"/>
                      </a:cubicBezTo>
                      <a:cubicBezTo>
                        <a:pt x="17" y="71"/>
                        <a:pt x="17" y="70"/>
                        <a:pt x="17" y="70"/>
                      </a:cubicBezTo>
                      <a:cubicBezTo>
                        <a:pt x="17" y="70"/>
                        <a:pt x="17" y="69"/>
                        <a:pt x="18" y="69"/>
                      </a:cubicBezTo>
                      <a:cubicBezTo>
                        <a:pt x="18" y="69"/>
                        <a:pt x="19" y="68"/>
                        <a:pt x="19" y="67"/>
                      </a:cubicBezTo>
                      <a:cubicBezTo>
                        <a:pt x="19" y="67"/>
                        <a:pt x="19" y="66"/>
                        <a:pt x="19" y="66"/>
                      </a:cubicBezTo>
                      <a:cubicBezTo>
                        <a:pt x="19" y="65"/>
                        <a:pt x="19" y="64"/>
                        <a:pt x="19" y="64"/>
                      </a:cubicBezTo>
                      <a:cubicBezTo>
                        <a:pt x="19" y="63"/>
                        <a:pt x="20" y="62"/>
                        <a:pt x="20" y="62"/>
                      </a:cubicBezTo>
                      <a:cubicBezTo>
                        <a:pt x="20" y="61"/>
                        <a:pt x="20" y="61"/>
                        <a:pt x="20" y="60"/>
                      </a:cubicBezTo>
                      <a:cubicBezTo>
                        <a:pt x="21" y="60"/>
                        <a:pt x="21" y="60"/>
                        <a:pt x="21" y="59"/>
                      </a:cubicBezTo>
                      <a:cubicBezTo>
                        <a:pt x="21" y="59"/>
                        <a:pt x="21" y="59"/>
                        <a:pt x="21" y="58"/>
                      </a:cubicBezTo>
                      <a:cubicBezTo>
                        <a:pt x="22" y="58"/>
                        <a:pt x="22" y="57"/>
                        <a:pt x="22" y="57"/>
                      </a:cubicBezTo>
                      <a:cubicBezTo>
                        <a:pt x="22" y="57"/>
                        <a:pt x="22" y="56"/>
                        <a:pt x="21" y="56"/>
                      </a:cubicBezTo>
                      <a:cubicBezTo>
                        <a:pt x="21" y="56"/>
                        <a:pt x="21" y="55"/>
                        <a:pt x="21" y="55"/>
                      </a:cubicBezTo>
                      <a:cubicBezTo>
                        <a:pt x="21" y="55"/>
                        <a:pt x="21" y="54"/>
                        <a:pt x="22" y="54"/>
                      </a:cubicBezTo>
                      <a:cubicBezTo>
                        <a:pt x="22" y="53"/>
                        <a:pt x="22" y="53"/>
                        <a:pt x="22" y="53"/>
                      </a:cubicBezTo>
                      <a:cubicBezTo>
                        <a:pt x="22" y="52"/>
                        <a:pt x="22" y="52"/>
                        <a:pt x="22" y="52"/>
                      </a:cubicBezTo>
                      <a:cubicBezTo>
                        <a:pt x="22" y="52"/>
                        <a:pt x="21" y="51"/>
                        <a:pt x="21" y="51"/>
                      </a:cubicBezTo>
                      <a:cubicBezTo>
                        <a:pt x="21" y="51"/>
                        <a:pt x="21" y="51"/>
                        <a:pt x="21" y="50"/>
                      </a:cubicBezTo>
                      <a:cubicBezTo>
                        <a:pt x="21" y="50"/>
                        <a:pt x="22" y="50"/>
                        <a:pt x="23" y="50"/>
                      </a:cubicBezTo>
                      <a:cubicBezTo>
                        <a:pt x="23" y="50"/>
                        <a:pt x="24" y="50"/>
                        <a:pt x="24" y="50"/>
                      </a:cubicBezTo>
                      <a:cubicBezTo>
                        <a:pt x="25" y="50"/>
                        <a:pt x="26" y="50"/>
                        <a:pt x="26" y="50"/>
                      </a:cubicBezTo>
                      <a:cubicBezTo>
                        <a:pt x="27" y="50"/>
                        <a:pt x="27" y="50"/>
                        <a:pt x="27" y="51"/>
                      </a:cubicBezTo>
                      <a:cubicBezTo>
                        <a:pt x="28" y="51"/>
                        <a:pt x="27" y="51"/>
                        <a:pt x="27" y="52"/>
                      </a:cubicBezTo>
                      <a:cubicBezTo>
                        <a:pt x="27" y="52"/>
                        <a:pt x="27" y="52"/>
                        <a:pt x="27" y="53"/>
                      </a:cubicBezTo>
                      <a:cubicBezTo>
                        <a:pt x="27" y="53"/>
                        <a:pt x="28" y="54"/>
                        <a:pt x="28" y="54"/>
                      </a:cubicBezTo>
                      <a:cubicBezTo>
                        <a:pt x="28" y="54"/>
                        <a:pt x="27" y="55"/>
                        <a:pt x="27" y="55"/>
                      </a:cubicBezTo>
                      <a:cubicBezTo>
                        <a:pt x="27" y="55"/>
                        <a:pt x="27" y="55"/>
                        <a:pt x="28" y="55"/>
                      </a:cubicBezTo>
                      <a:cubicBezTo>
                        <a:pt x="28" y="55"/>
                        <a:pt x="29" y="56"/>
                        <a:pt x="29" y="56"/>
                      </a:cubicBezTo>
                      <a:cubicBezTo>
                        <a:pt x="29" y="56"/>
                        <a:pt x="29" y="56"/>
                        <a:pt x="30" y="56"/>
                      </a:cubicBezTo>
                      <a:cubicBezTo>
                        <a:pt x="30" y="55"/>
                        <a:pt x="31" y="56"/>
                        <a:pt x="31" y="56"/>
                      </a:cubicBezTo>
                      <a:cubicBezTo>
                        <a:pt x="31" y="56"/>
                        <a:pt x="32" y="56"/>
                        <a:pt x="33" y="56"/>
                      </a:cubicBezTo>
                      <a:cubicBezTo>
                        <a:pt x="33" y="56"/>
                        <a:pt x="33" y="56"/>
                        <a:pt x="33" y="55"/>
                      </a:cubicBezTo>
                      <a:cubicBezTo>
                        <a:pt x="33" y="55"/>
                        <a:pt x="34" y="55"/>
                        <a:pt x="34" y="55"/>
                      </a:cubicBezTo>
                      <a:cubicBezTo>
                        <a:pt x="34" y="56"/>
                        <a:pt x="35" y="56"/>
                        <a:pt x="35" y="57"/>
                      </a:cubicBezTo>
                      <a:cubicBezTo>
                        <a:pt x="36" y="57"/>
                        <a:pt x="38" y="59"/>
                        <a:pt x="38" y="59"/>
                      </a:cubicBezTo>
                      <a:cubicBezTo>
                        <a:pt x="38" y="59"/>
                        <a:pt x="39" y="59"/>
                        <a:pt x="39" y="60"/>
                      </a:cubicBezTo>
                      <a:cubicBezTo>
                        <a:pt x="39" y="60"/>
                        <a:pt x="39" y="59"/>
                        <a:pt x="40" y="59"/>
                      </a:cubicBezTo>
                      <a:cubicBezTo>
                        <a:pt x="40" y="59"/>
                        <a:pt x="40" y="58"/>
                        <a:pt x="40" y="57"/>
                      </a:cubicBezTo>
                      <a:cubicBezTo>
                        <a:pt x="40" y="57"/>
                        <a:pt x="40" y="54"/>
                        <a:pt x="39" y="54"/>
                      </a:cubicBezTo>
                      <a:cubicBezTo>
                        <a:pt x="39" y="54"/>
                        <a:pt x="38" y="53"/>
                        <a:pt x="38" y="52"/>
                      </a:cubicBezTo>
                      <a:cubicBezTo>
                        <a:pt x="38" y="52"/>
                        <a:pt x="38" y="50"/>
                        <a:pt x="38" y="49"/>
                      </a:cubicBezTo>
                      <a:cubicBezTo>
                        <a:pt x="38" y="49"/>
                        <a:pt x="38" y="48"/>
                        <a:pt x="39" y="48"/>
                      </a:cubicBezTo>
                      <a:cubicBezTo>
                        <a:pt x="39" y="47"/>
                        <a:pt x="39" y="46"/>
                        <a:pt x="40" y="45"/>
                      </a:cubicBezTo>
                      <a:cubicBezTo>
                        <a:pt x="40" y="44"/>
                        <a:pt x="41" y="43"/>
                        <a:pt x="42" y="43"/>
                      </a:cubicBezTo>
                      <a:cubicBezTo>
                        <a:pt x="42" y="43"/>
                        <a:pt x="43" y="43"/>
                        <a:pt x="44" y="43"/>
                      </a:cubicBezTo>
                      <a:cubicBezTo>
                        <a:pt x="45" y="43"/>
                        <a:pt x="46" y="42"/>
                        <a:pt x="46" y="42"/>
                      </a:cubicBezTo>
                      <a:cubicBezTo>
                        <a:pt x="47" y="42"/>
                        <a:pt x="48" y="43"/>
                        <a:pt x="48" y="43"/>
                      </a:cubicBezTo>
                      <a:cubicBezTo>
                        <a:pt x="49" y="43"/>
                        <a:pt x="50" y="42"/>
                        <a:pt x="50" y="42"/>
                      </a:cubicBezTo>
                      <a:cubicBezTo>
                        <a:pt x="51" y="42"/>
                        <a:pt x="52" y="43"/>
                        <a:pt x="52" y="43"/>
                      </a:cubicBezTo>
                      <a:cubicBezTo>
                        <a:pt x="53" y="43"/>
                        <a:pt x="54" y="42"/>
                        <a:pt x="54" y="42"/>
                      </a:cubicBezTo>
                      <a:cubicBezTo>
                        <a:pt x="55" y="42"/>
                        <a:pt x="55" y="43"/>
                        <a:pt x="56" y="43"/>
                      </a:cubicBezTo>
                      <a:cubicBezTo>
                        <a:pt x="56" y="43"/>
                        <a:pt x="57" y="43"/>
                        <a:pt x="57" y="43"/>
                      </a:cubicBezTo>
                      <a:cubicBezTo>
                        <a:pt x="58" y="42"/>
                        <a:pt x="58" y="42"/>
                        <a:pt x="58" y="42"/>
                      </a:cubicBezTo>
                      <a:cubicBezTo>
                        <a:pt x="58" y="42"/>
                        <a:pt x="59" y="42"/>
                        <a:pt x="59" y="41"/>
                      </a:cubicBezTo>
                      <a:cubicBezTo>
                        <a:pt x="59" y="41"/>
                        <a:pt x="59" y="39"/>
                        <a:pt x="59" y="39"/>
                      </a:cubicBezTo>
                      <a:cubicBezTo>
                        <a:pt x="58" y="39"/>
                        <a:pt x="58" y="38"/>
                        <a:pt x="58" y="37"/>
                      </a:cubicBezTo>
                      <a:cubicBezTo>
                        <a:pt x="59" y="37"/>
                        <a:pt x="59" y="36"/>
                        <a:pt x="59" y="36"/>
                      </a:cubicBezTo>
                      <a:cubicBezTo>
                        <a:pt x="59" y="36"/>
                        <a:pt x="59" y="35"/>
                        <a:pt x="59" y="35"/>
                      </a:cubicBezTo>
                      <a:cubicBezTo>
                        <a:pt x="59" y="35"/>
                        <a:pt x="59" y="34"/>
                        <a:pt x="58" y="34"/>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8" name="Freeform 831">
                  <a:extLst>
                    <a:ext uri="{FF2B5EF4-FFF2-40B4-BE49-F238E27FC236}">
                      <a16:creationId xmlns:a16="http://schemas.microsoft.com/office/drawing/2014/main" id="{8AAB7555-AF0F-0224-33F1-6E81ABCF1A83}"/>
                    </a:ext>
                  </a:extLst>
                </p:cNvPr>
                <p:cNvSpPr>
                  <a:spLocks/>
                </p:cNvSpPr>
                <p:nvPr/>
              </p:nvSpPr>
              <p:spPr bwMode="auto">
                <a:xfrm>
                  <a:off x="7278688" y="3617913"/>
                  <a:ext cx="220662" cy="157163"/>
                </a:xfrm>
                <a:custGeom>
                  <a:avLst/>
                  <a:gdLst>
                    <a:gd name="T0" fmla="*/ 51 w 53"/>
                    <a:gd name="T1" fmla="*/ 26 h 38"/>
                    <a:gd name="T2" fmla="*/ 48 w 53"/>
                    <a:gd name="T3" fmla="*/ 22 h 38"/>
                    <a:gd name="T4" fmla="*/ 44 w 53"/>
                    <a:gd name="T5" fmla="*/ 22 h 38"/>
                    <a:gd name="T6" fmla="*/ 44 w 53"/>
                    <a:gd name="T7" fmla="*/ 18 h 38"/>
                    <a:gd name="T8" fmla="*/ 42 w 53"/>
                    <a:gd name="T9" fmla="*/ 14 h 38"/>
                    <a:gd name="T10" fmla="*/ 38 w 53"/>
                    <a:gd name="T11" fmla="*/ 15 h 38"/>
                    <a:gd name="T12" fmla="*/ 35 w 53"/>
                    <a:gd name="T13" fmla="*/ 15 h 38"/>
                    <a:gd name="T14" fmla="*/ 32 w 53"/>
                    <a:gd name="T15" fmla="*/ 15 h 38"/>
                    <a:gd name="T16" fmla="*/ 30 w 53"/>
                    <a:gd name="T17" fmla="*/ 14 h 38"/>
                    <a:gd name="T18" fmla="*/ 28 w 53"/>
                    <a:gd name="T19" fmla="*/ 13 h 38"/>
                    <a:gd name="T20" fmla="*/ 25 w 53"/>
                    <a:gd name="T21" fmla="*/ 14 h 38"/>
                    <a:gd name="T22" fmla="*/ 22 w 53"/>
                    <a:gd name="T23" fmla="*/ 13 h 38"/>
                    <a:gd name="T24" fmla="*/ 14 w 53"/>
                    <a:gd name="T25" fmla="*/ 13 h 38"/>
                    <a:gd name="T26" fmla="*/ 13 w 53"/>
                    <a:gd name="T27" fmla="*/ 10 h 38"/>
                    <a:gd name="T28" fmla="*/ 14 w 53"/>
                    <a:gd name="T29" fmla="*/ 9 h 38"/>
                    <a:gd name="T30" fmla="*/ 17 w 53"/>
                    <a:gd name="T31" fmla="*/ 8 h 38"/>
                    <a:gd name="T32" fmla="*/ 20 w 53"/>
                    <a:gd name="T33" fmla="*/ 9 h 38"/>
                    <a:gd name="T34" fmla="*/ 22 w 53"/>
                    <a:gd name="T35" fmla="*/ 9 h 38"/>
                    <a:gd name="T36" fmla="*/ 22 w 53"/>
                    <a:gd name="T37" fmla="*/ 7 h 38"/>
                    <a:gd name="T38" fmla="*/ 21 w 53"/>
                    <a:gd name="T39" fmla="*/ 5 h 38"/>
                    <a:gd name="T40" fmla="*/ 22 w 53"/>
                    <a:gd name="T41" fmla="*/ 2 h 38"/>
                    <a:gd name="T42" fmla="*/ 21 w 53"/>
                    <a:gd name="T43" fmla="*/ 1 h 38"/>
                    <a:gd name="T44" fmla="*/ 20 w 53"/>
                    <a:gd name="T45" fmla="*/ 1 h 38"/>
                    <a:gd name="T46" fmla="*/ 15 w 53"/>
                    <a:gd name="T47" fmla="*/ 3 h 38"/>
                    <a:gd name="T48" fmla="*/ 13 w 53"/>
                    <a:gd name="T49" fmla="*/ 3 h 38"/>
                    <a:gd name="T50" fmla="*/ 12 w 53"/>
                    <a:gd name="T51" fmla="*/ 4 h 38"/>
                    <a:gd name="T52" fmla="*/ 13 w 53"/>
                    <a:gd name="T53" fmla="*/ 7 h 38"/>
                    <a:gd name="T54" fmla="*/ 10 w 53"/>
                    <a:gd name="T55" fmla="*/ 8 h 38"/>
                    <a:gd name="T56" fmla="*/ 10 w 53"/>
                    <a:gd name="T57" fmla="*/ 9 h 38"/>
                    <a:gd name="T58" fmla="*/ 9 w 53"/>
                    <a:gd name="T59" fmla="*/ 11 h 38"/>
                    <a:gd name="T60" fmla="*/ 7 w 53"/>
                    <a:gd name="T61" fmla="*/ 13 h 38"/>
                    <a:gd name="T62" fmla="*/ 4 w 53"/>
                    <a:gd name="T63" fmla="*/ 12 h 38"/>
                    <a:gd name="T64" fmla="*/ 1 w 53"/>
                    <a:gd name="T65" fmla="*/ 13 h 38"/>
                    <a:gd name="T66" fmla="*/ 0 w 53"/>
                    <a:gd name="T67" fmla="*/ 16 h 38"/>
                    <a:gd name="T68" fmla="*/ 2 w 53"/>
                    <a:gd name="T69" fmla="*/ 18 h 38"/>
                    <a:gd name="T70" fmla="*/ 5 w 53"/>
                    <a:gd name="T71" fmla="*/ 18 h 38"/>
                    <a:gd name="T72" fmla="*/ 4 w 53"/>
                    <a:gd name="T73" fmla="*/ 20 h 38"/>
                    <a:gd name="T74" fmla="*/ 7 w 53"/>
                    <a:gd name="T75" fmla="*/ 25 h 38"/>
                    <a:gd name="T76" fmla="*/ 6 w 53"/>
                    <a:gd name="T77" fmla="*/ 27 h 38"/>
                    <a:gd name="T78" fmla="*/ 4 w 53"/>
                    <a:gd name="T79" fmla="*/ 30 h 38"/>
                    <a:gd name="T80" fmla="*/ 3 w 53"/>
                    <a:gd name="T81" fmla="*/ 34 h 38"/>
                    <a:gd name="T82" fmla="*/ 7 w 53"/>
                    <a:gd name="T83" fmla="*/ 35 h 38"/>
                    <a:gd name="T84" fmla="*/ 11 w 53"/>
                    <a:gd name="T85" fmla="*/ 32 h 38"/>
                    <a:gd name="T86" fmla="*/ 13 w 53"/>
                    <a:gd name="T87" fmla="*/ 34 h 38"/>
                    <a:gd name="T88" fmla="*/ 19 w 53"/>
                    <a:gd name="T89" fmla="*/ 30 h 38"/>
                    <a:gd name="T90" fmla="*/ 21 w 53"/>
                    <a:gd name="T91" fmla="*/ 25 h 38"/>
                    <a:gd name="T92" fmla="*/ 25 w 53"/>
                    <a:gd name="T93" fmla="*/ 22 h 38"/>
                    <a:gd name="T94" fmla="*/ 27 w 53"/>
                    <a:gd name="T95" fmla="*/ 24 h 38"/>
                    <a:gd name="T96" fmla="*/ 26 w 53"/>
                    <a:gd name="T97" fmla="*/ 26 h 38"/>
                    <a:gd name="T98" fmla="*/ 28 w 53"/>
                    <a:gd name="T99" fmla="*/ 27 h 38"/>
                    <a:gd name="T100" fmla="*/ 28 w 53"/>
                    <a:gd name="T101" fmla="*/ 32 h 38"/>
                    <a:gd name="T102" fmla="*/ 29 w 53"/>
                    <a:gd name="T103" fmla="*/ 38 h 38"/>
                    <a:gd name="T104" fmla="*/ 33 w 53"/>
                    <a:gd name="T105" fmla="*/ 35 h 38"/>
                    <a:gd name="T106" fmla="*/ 37 w 53"/>
                    <a:gd name="T107" fmla="*/ 34 h 38"/>
                    <a:gd name="T108" fmla="*/ 40 w 53"/>
                    <a:gd name="T109" fmla="*/ 32 h 38"/>
                    <a:gd name="T110" fmla="*/ 42 w 53"/>
                    <a:gd name="T111" fmla="*/ 33 h 38"/>
                    <a:gd name="T112" fmla="*/ 45 w 53"/>
                    <a:gd name="T113" fmla="*/ 32 h 38"/>
                    <a:gd name="T114" fmla="*/ 50 w 53"/>
                    <a:gd name="T115" fmla="*/ 31 h 38"/>
                    <a:gd name="T116" fmla="*/ 52 w 53"/>
                    <a:gd name="T117" fmla="*/ 32 h 38"/>
                    <a:gd name="T118" fmla="*/ 52 w 53"/>
                    <a:gd name="T119" fmla="*/ 2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 h="38">
                      <a:moveTo>
                        <a:pt x="52" y="28"/>
                      </a:moveTo>
                      <a:cubicBezTo>
                        <a:pt x="52" y="28"/>
                        <a:pt x="51" y="26"/>
                        <a:pt x="51" y="26"/>
                      </a:cubicBezTo>
                      <a:cubicBezTo>
                        <a:pt x="50" y="25"/>
                        <a:pt x="50" y="24"/>
                        <a:pt x="50" y="24"/>
                      </a:cubicBezTo>
                      <a:cubicBezTo>
                        <a:pt x="50" y="23"/>
                        <a:pt x="48" y="22"/>
                        <a:pt x="48" y="22"/>
                      </a:cubicBezTo>
                      <a:cubicBezTo>
                        <a:pt x="48" y="22"/>
                        <a:pt x="47" y="22"/>
                        <a:pt x="46" y="22"/>
                      </a:cubicBezTo>
                      <a:cubicBezTo>
                        <a:pt x="46" y="22"/>
                        <a:pt x="45" y="22"/>
                        <a:pt x="44" y="22"/>
                      </a:cubicBezTo>
                      <a:cubicBezTo>
                        <a:pt x="44" y="22"/>
                        <a:pt x="43" y="19"/>
                        <a:pt x="43" y="19"/>
                      </a:cubicBezTo>
                      <a:cubicBezTo>
                        <a:pt x="44" y="18"/>
                        <a:pt x="44" y="18"/>
                        <a:pt x="44" y="18"/>
                      </a:cubicBezTo>
                      <a:cubicBezTo>
                        <a:pt x="42" y="15"/>
                        <a:pt x="42" y="15"/>
                        <a:pt x="42" y="15"/>
                      </a:cubicBezTo>
                      <a:cubicBezTo>
                        <a:pt x="42" y="14"/>
                        <a:pt x="42" y="14"/>
                        <a:pt x="42" y="14"/>
                      </a:cubicBezTo>
                      <a:cubicBezTo>
                        <a:pt x="41" y="14"/>
                        <a:pt x="41" y="14"/>
                        <a:pt x="41" y="14"/>
                      </a:cubicBezTo>
                      <a:cubicBezTo>
                        <a:pt x="41" y="14"/>
                        <a:pt x="38" y="15"/>
                        <a:pt x="38" y="15"/>
                      </a:cubicBezTo>
                      <a:cubicBezTo>
                        <a:pt x="38" y="14"/>
                        <a:pt x="37" y="14"/>
                        <a:pt x="36" y="14"/>
                      </a:cubicBezTo>
                      <a:cubicBezTo>
                        <a:pt x="36" y="14"/>
                        <a:pt x="35" y="15"/>
                        <a:pt x="35" y="15"/>
                      </a:cubicBezTo>
                      <a:cubicBezTo>
                        <a:pt x="34" y="15"/>
                        <a:pt x="33" y="16"/>
                        <a:pt x="33" y="16"/>
                      </a:cubicBezTo>
                      <a:cubicBezTo>
                        <a:pt x="32" y="15"/>
                        <a:pt x="32" y="15"/>
                        <a:pt x="32" y="15"/>
                      </a:cubicBezTo>
                      <a:cubicBezTo>
                        <a:pt x="32" y="15"/>
                        <a:pt x="30" y="15"/>
                        <a:pt x="30" y="15"/>
                      </a:cubicBezTo>
                      <a:cubicBezTo>
                        <a:pt x="30" y="15"/>
                        <a:pt x="30" y="14"/>
                        <a:pt x="30" y="14"/>
                      </a:cubicBezTo>
                      <a:cubicBezTo>
                        <a:pt x="30" y="14"/>
                        <a:pt x="29" y="14"/>
                        <a:pt x="29" y="14"/>
                      </a:cubicBezTo>
                      <a:cubicBezTo>
                        <a:pt x="28" y="13"/>
                        <a:pt x="28" y="13"/>
                        <a:pt x="28" y="13"/>
                      </a:cubicBezTo>
                      <a:cubicBezTo>
                        <a:pt x="28" y="13"/>
                        <a:pt x="27" y="13"/>
                        <a:pt x="27" y="13"/>
                      </a:cubicBezTo>
                      <a:cubicBezTo>
                        <a:pt x="27" y="13"/>
                        <a:pt x="25" y="14"/>
                        <a:pt x="25" y="14"/>
                      </a:cubicBezTo>
                      <a:cubicBezTo>
                        <a:pt x="23" y="14"/>
                        <a:pt x="23" y="14"/>
                        <a:pt x="23" y="14"/>
                      </a:cubicBezTo>
                      <a:cubicBezTo>
                        <a:pt x="22" y="13"/>
                        <a:pt x="22" y="13"/>
                        <a:pt x="22" y="13"/>
                      </a:cubicBezTo>
                      <a:cubicBezTo>
                        <a:pt x="16" y="13"/>
                        <a:pt x="16" y="13"/>
                        <a:pt x="16" y="13"/>
                      </a:cubicBezTo>
                      <a:cubicBezTo>
                        <a:pt x="14" y="13"/>
                        <a:pt x="14" y="13"/>
                        <a:pt x="14" y="13"/>
                      </a:cubicBezTo>
                      <a:cubicBezTo>
                        <a:pt x="13" y="12"/>
                        <a:pt x="13" y="12"/>
                        <a:pt x="13" y="12"/>
                      </a:cubicBezTo>
                      <a:cubicBezTo>
                        <a:pt x="13" y="12"/>
                        <a:pt x="13" y="11"/>
                        <a:pt x="13" y="10"/>
                      </a:cubicBezTo>
                      <a:cubicBezTo>
                        <a:pt x="13" y="10"/>
                        <a:pt x="13" y="9"/>
                        <a:pt x="13" y="9"/>
                      </a:cubicBezTo>
                      <a:cubicBezTo>
                        <a:pt x="14" y="9"/>
                        <a:pt x="14" y="9"/>
                        <a:pt x="14" y="9"/>
                      </a:cubicBezTo>
                      <a:cubicBezTo>
                        <a:pt x="15" y="8"/>
                        <a:pt x="15" y="8"/>
                        <a:pt x="15" y="8"/>
                      </a:cubicBezTo>
                      <a:cubicBezTo>
                        <a:pt x="17" y="8"/>
                        <a:pt x="17" y="8"/>
                        <a:pt x="17" y="8"/>
                      </a:cubicBezTo>
                      <a:cubicBezTo>
                        <a:pt x="19" y="8"/>
                        <a:pt x="19" y="8"/>
                        <a:pt x="19" y="8"/>
                      </a:cubicBezTo>
                      <a:cubicBezTo>
                        <a:pt x="20" y="9"/>
                        <a:pt x="20" y="9"/>
                        <a:pt x="20" y="9"/>
                      </a:cubicBezTo>
                      <a:cubicBezTo>
                        <a:pt x="22" y="10"/>
                        <a:pt x="22" y="10"/>
                        <a:pt x="22" y="10"/>
                      </a:cubicBezTo>
                      <a:cubicBezTo>
                        <a:pt x="22" y="9"/>
                        <a:pt x="22" y="9"/>
                        <a:pt x="22" y="9"/>
                      </a:cubicBezTo>
                      <a:cubicBezTo>
                        <a:pt x="23" y="8"/>
                        <a:pt x="23" y="8"/>
                        <a:pt x="23" y="8"/>
                      </a:cubicBezTo>
                      <a:cubicBezTo>
                        <a:pt x="22" y="7"/>
                        <a:pt x="22" y="7"/>
                        <a:pt x="22" y="7"/>
                      </a:cubicBezTo>
                      <a:cubicBezTo>
                        <a:pt x="21" y="6"/>
                        <a:pt x="21" y="6"/>
                        <a:pt x="21" y="6"/>
                      </a:cubicBezTo>
                      <a:cubicBezTo>
                        <a:pt x="21" y="5"/>
                        <a:pt x="21" y="5"/>
                        <a:pt x="21" y="5"/>
                      </a:cubicBezTo>
                      <a:cubicBezTo>
                        <a:pt x="23" y="3"/>
                        <a:pt x="23" y="3"/>
                        <a:pt x="23" y="3"/>
                      </a:cubicBezTo>
                      <a:cubicBezTo>
                        <a:pt x="23" y="3"/>
                        <a:pt x="22" y="2"/>
                        <a:pt x="22" y="2"/>
                      </a:cubicBezTo>
                      <a:cubicBezTo>
                        <a:pt x="22" y="2"/>
                        <a:pt x="22" y="1"/>
                        <a:pt x="22" y="1"/>
                      </a:cubicBezTo>
                      <a:cubicBezTo>
                        <a:pt x="21" y="1"/>
                        <a:pt x="21" y="1"/>
                        <a:pt x="21" y="1"/>
                      </a:cubicBezTo>
                      <a:cubicBezTo>
                        <a:pt x="21" y="0"/>
                        <a:pt x="21" y="0"/>
                        <a:pt x="21" y="0"/>
                      </a:cubicBezTo>
                      <a:cubicBezTo>
                        <a:pt x="20" y="1"/>
                        <a:pt x="20" y="1"/>
                        <a:pt x="20" y="1"/>
                      </a:cubicBezTo>
                      <a:cubicBezTo>
                        <a:pt x="20" y="1"/>
                        <a:pt x="16" y="3"/>
                        <a:pt x="16" y="3"/>
                      </a:cubicBezTo>
                      <a:cubicBezTo>
                        <a:pt x="16" y="4"/>
                        <a:pt x="15" y="3"/>
                        <a:pt x="15" y="3"/>
                      </a:cubicBezTo>
                      <a:cubicBezTo>
                        <a:pt x="14" y="2"/>
                        <a:pt x="14" y="2"/>
                        <a:pt x="14" y="2"/>
                      </a:cubicBezTo>
                      <a:cubicBezTo>
                        <a:pt x="14" y="2"/>
                        <a:pt x="13" y="2"/>
                        <a:pt x="13" y="3"/>
                      </a:cubicBezTo>
                      <a:cubicBezTo>
                        <a:pt x="13" y="3"/>
                        <a:pt x="13" y="4"/>
                        <a:pt x="13" y="4"/>
                      </a:cubicBezTo>
                      <a:cubicBezTo>
                        <a:pt x="12" y="4"/>
                        <a:pt x="12" y="4"/>
                        <a:pt x="12" y="4"/>
                      </a:cubicBezTo>
                      <a:cubicBezTo>
                        <a:pt x="13" y="5"/>
                        <a:pt x="13" y="5"/>
                        <a:pt x="13" y="5"/>
                      </a:cubicBezTo>
                      <a:cubicBezTo>
                        <a:pt x="13" y="7"/>
                        <a:pt x="13" y="7"/>
                        <a:pt x="13" y="7"/>
                      </a:cubicBezTo>
                      <a:cubicBezTo>
                        <a:pt x="12" y="8"/>
                        <a:pt x="12" y="8"/>
                        <a:pt x="12" y="8"/>
                      </a:cubicBezTo>
                      <a:cubicBezTo>
                        <a:pt x="10" y="8"/>
                        <a:pt x="10" y="8"/>
                        <a:pt x="10" y="8"/>
                      </a:cubicBezTo>
                      <a:cubicBezTo>
                        <a:pt x="8" y="8"/>
                        <a:pt x="8" y="8"/>
                        <a:pt x="8" y="8"/>
                      </a:cubicBezTo>
                      <a:cubicBezTo>
                        <a:pt x="8" y="8"/>
                        <a:pt x="9" y="9"/>
                        <a:pt x="10" y="9"/>
                      </a:cubicBezTo>
                      <a:cubicBezTo>
                        <a:pt x="10" y="9"/>
                        <a:pt x="10" y="9"/>
                        <a:pt x="10" y="9"/>
                      </a:cubicBezTo>
                      <a:cubicBezTo>
                        <a:pt x="10" y="9"/>
                        <a:pt x="9" y="10"/>
                        <a:pt x="9" y="11"/>
                      </a:cubicBezTo>
                      <a:cubicBezTo>
                        <a:pt x="9" y="11"/>
                        <a:pt x="8" y="11"/>
                        <a:pt x="8" y="12"/>
                      </a:cubicBezTo>
                      <a:cubicBezTo>
                        <a:pt x="7" y="13"/>
                        <a:pt x="7" y="13"/>
                        <a:pt x="7" y="13"/>
                      </a:cubicBezTo>
                      <a:cubicBezTo>
                        <a:pt x="6" y="13"/>
                        <a:pt x="6" y="13"/>
                        <a:pt x="6" y="13"/>
                      </a:cubicBezTo>
                      <a:cubicBezTo>
                        <a:pt x="6" y="13"/>
                        <a:pt x="4" y="12"/>
                        <a:pt x="4" y="12"/>
                      </a:cubicBezTo>
                      <a:cubicBezTo>
                        <a:pt x="4" y="12"/>
                        <a:pt x="2" y="12"/>
                        <a:pt x="2" y="12"/>
                      </a:cubicBezTo>
                      <a:cubicBezTo>
                        <a:pt x="2" y="12"/>
                        <a:pt x="1" y="13"/>
                        <a:pt x="1" y="13"/>
                      </a:cubicBezTo>
                      <a:cubicBezTo>
                        <a:pt x="1" y="13"/>
                        <a:pt x="0" y="14"/>
                        <a:pt x="0" y="15"/>
                      </a:cubicBezTo>
                      <a:cubicBezTo>
                        <a:pt x="0" y="15"/>
                        <a:pt x="0" y="16"/>
                        <a:pt x="0" y="16"/>
                      </a:cubicBezTo>
                      <a:cubicBezTo>
                        <a:pt x="0" y="16"/>
                        <a:pt x="1" y="17"/>
                        <a:pt x="2" y="17"/>
                      </a:cubicBezTo>
                      <a:cubicBezTo>
                        <a:pt x="2" y="17"/>
                        <a:pt x="2" y="18"/>
                        <a:pt x="2" y="18"/>
                      </a:cubicBezTo>
                      <a:cubicBezTo>
                        <a:pt x="4" y="18"/>
                        <a:pt x="4" y="18"/>
                        <a:pt x="4" y="18"/>
                      </a:cubicBezTo>
                      <a:cubicBezTo>
                        <a:pt x="5" y="18"/>
                        <a:pt x="5" y="18"/>
                        <a:pt x="5" y="18"/>
                      </a:cubicBezTo>
                      <a:cubicBezTo>
                        <a:pt x="5" y="18"/>
                        <a:pt x="5" y="19"/>
                        <a:pt x="5" y="20"/>
                      </a:cubicBezTo>
                      <a:cubicBezTo>
                        <a:pt x="5" y="20"/>
                        <a:pt x="4" y="20"/>
                        <a:pt x="4" y="20"/>
                      </a:cubicBezTo>
                      <a:cubicBezTo>
                        <a:pt x="4" y="20"/>
                        <a:pt x="5" y="23"/>
                        <a:pt x="5" y="23"/>
                      </a:cubicBezTo>
                      <a:cubicBezTo>
                        <a:pt x="5" y="23"/>
                        <a:pt x="7" y="25"/>
                        <a:pt x="7" y="25"/>
                      </a:cubicBezTo>
                      <a:cubicBezTo>
                        <a:pt x="7" y="25"/>
                        <a:pt x="7" y="27"/>
                        <a:pt x="7" y="27"/>
                      </a:cubicBezTo>
                      <a:cubicBezTo>
                        <a:pt x="7" y="27"/>
                        <a:pt x="6" y="27"/>
                        <a:pt x="6" y="27"/>
                      </a:cubicBezTo>
                      <a:cubicBezTo>
                        <a:pt x="5" y="28"/>
                        <a:pt x="5" y="28"/>
                        <a:pt x="5" y="28"/>
                      </a:cubicBezTo>
                      <a:cubicBezTo>
                        <a:pt x="5" y="28"/>
                        <a:pt x="4" y="30"/>
                        <a:pt x="4" y="30"/>
                      </a:cubicBezTo>
                      <a:cubicBezTo>
                        <a:pt x="4" y="31"/>
                        <a:pt x="3" y="31"/>
                        <a:pt x="3" y="31"/>
                      </a:cubicBezTo>
                      <a:cubicBezTo>
                        <a:pt x="3" y="34"/>
                        <a:pt x="3" y="34"/>
                        <a:pt x="3" y="34"/>
                      </a:cubicBezTo>
                      <a:cubicBezTo>
                        <a:pt x="4" y="36"/>
                        <a:pt x="4" y="36"/>
                        <a:pt x="4" y="36"/>
                      </a:cubicBezTo>
                      <a:cubicBezTo>
                        <a:pt x="7" y="35"/>
                        <a:pt x="7" y="35"/>
                        <a:pt x="7" y="35"/>
                      </a:cubicBezTo>
                      <a:cubicBezTo>
                        <a:pt x="9" y="33"/>
                        <a:pt x="9" y="33"/>
                        <a:pt x="9" y="33"/>
                      </a:cubicBezTo>
                      <a:cubicBezTo>
                        <a:pt x="11" y="32"/>
                        <a:pt x="11" y="32"/>
                        <a:pt x="11" y="32"/>
                      </a:cubicBezTo>
                      <a:cubicBezTo>
                        <a:pt x="13" y="34"/>
                        <a:pt x="13" y="34"/>
                        <a:pt x="13" y="34"/>
                      </a:cubicBezTo>
                      <a:cubicBezTo>
                        <a:pt x="13" y="34"/>
                        <a:pt x="13" y="34"/>
                        <a:pt x="13" y="34"/>
                      </a:cubicBezTo>
                      <a:cubicBezTo>
                        <a:pt x="13" y="33"/>
                        <a:pt x="15" y="31"/>
                        <a:pt x="15" y="31"/>
                      </a:cubicBezTo>
                      <a:cubicBezTo>
                        <a:pt x="19" y="30"/>
                        <a:pt x="19" y="30"/>
                        <a:pt x="19" y="30"/>
                      </a:cubicBezTo>
                      <a:cubicBezTo>
                        <a:pt x="19" y="30"/>
                        <a:pt x="19" y="27"/>
                        <a:pt x="19" y="27"/>
                      </a:cubicBezTo>
                      <a:cubicBezTo>
                        <a:pt x="19" y="27"/>
                        <a:pt x="21" y="25"/>
                        <a:pt x="21" y="25"/>
                      </a:cubicBezTo>
                      <a:cubicBezTo>
                        <a:pt x="21" y="24"/>
                        <a:pt x="23" y="22"/>
                        <a:pt x="23" y="22"/>
                      </a:cubicBezTo>
                      <a:cubicBezTo>
                        <a:pt x="23" y="22"/>
                        <a:pt x="25" y="22"/>
                        <a:pt x="25" y="22"/>
                      </a:cubicBezTo>
                      <a:cubicBezTo>
                        <a:pt x="25" y="22"/>
                        <a:pt x="25" y="23"/>
                        <a:pt x="25" y="23"/>
                      </a:cubicBezTo>
                      <a:cubicBezTo>
                        <a:pt x="25" y="23"/>
                        <a:pt x="27" y="24"/>
                        <a:pt x="27" y="24"/>
                      </a:cubicBezTo>
                      <a:cubicBezTo>
                        <a:pt x="27" y="25"/>
                        <a:pt x="27" y="25"/>
                        <a:pt x="27" y="25"/>
                      </a:cubicBezTo>
                      <a:cubicBezTo>
                        <a:pt x="26" y="26"/>
                        <a:pt x="26" y="26"/>
                        <a:pt x="26" y="26"/>
                      </a:cubicBezTo>
                      <a:cubicBezTo>
                        <a:pt x="26" y="27"/>
                        <a:pt x="26" y="27"/>
                        <a:pt x="26" y="27"/>
                      </a:cubicBezTo>
                      <a:cubicBezTo>
                        <a:pt x="28" y="27"/>
                        <a:pt x="28" y="27"/>
                        <a:pt x="28" y="27"/>
                      </a:cubicBezTo>
                      <a:cubicBezTo>
                        <a:pt x="28" y="31"/>
                        <a:pt x="28" y="31"/>
                        <a:pt x="28" y="31"/>
                      </a:cubicBezTo>
                      <a:cubicBezTo>
                        <a:pt x="28" y="32"/>
                        <a:pt x="28" y="32"/>
                        <a:pt x="28" y="32"/>
                      </a:cubicBezTo>
                      <a:cubicBezTo>
                        <a:pt x="28" y="35"/>
                        <a:pt x="28" y="35"/>
                        <a:pt x="28" y="35"/>
                      </a:cubicBezTo>
                      <a:cubicBezTo>
                        <a:pt x="29" y="38"/>
                        <a:pt x="29" y="38"/>
                        <a:pt x="29" y="38"/>
                      </a:cubicBezTo>
                      <a:cubicBezTo>
                        <a:pt x="31" y="37"/>
                        <a:pt x="31" y="37"/>
                        <a:pt x="31" y="37"/>
                      </a:cubicBezTo>
                      <a:cubicBezTo>
                        <a:pt x="33" y="35"/>
                        <a:pt x="33" y="35"/>
                        <a:pt x="33" y="35"/>
                      </a:cubicBezTo>
                      <a:cubicBezTo>
                        <a:pt x="36" y="35"/>
                        <a:pt x="36" y="35"/>
                        <a:pt x="36" y="35"/>
                      </a:cubicBezTo>
                      <a:cubicBezTo>
                        <a:pt x="36" y="35"/>
                        <a:pt x="37" y="34"/>
                        <a:pt x="37" y="34"/>
                      </a:cubicBezTo>
                      <a:cubicBezTo>
                        <a:pt x="37" y="33"/>
                        <a:pt x="39" y="32"/>
                        <a:pt x="39" y="32"/>
                      </a:cubicBezTo>
                      <a:cubicBezTo>
                        <a:pt x="39" y="32"/>
                        <a:pt x="40" y="32"/>
                        <a:pt x="40" y="32"/>
                      </a:cubicBezTo>
                      <a:cubicBezTo>
                        <a:pt x="41" y="32"/>
                        <a:pt x="43" y="32"/>
                        <a:pt x="43" y="32"/>
                      </a:cubicBezTo>
                      <a:cubicBezTo>
                        <a:pt x="42" y="33"/>
                        <a:pt x="42" y="33"/>
                        <a:pt x="42" y="33"/>
                      </a:cubicBezTo>
                      <a:cubicBezTo>
                        <a:pt x="44" y="33"/>
                        <a:pt x="44" y="33"/>
                        <a:pt x="44" y="33"/>
                      </a:cubicBezTo>
                      <a:cubicBezTo>
                        <a:pt x="45" y="32"/>
                        <a:pt x="45" y="32"/>
                        <a:pt x="45" y="32"/>
                      </a:cubicBezTo>
                      <a:cubicBezTo>
                        <a:pt x="45" y="32"/>
                        <a:pt x="46" y="32"/>
                        <a:pt x="46" y="31"/>
                      </a:cubicBezTo>
                      <a:cubicBezTo>
                        <a:pt x="47" y="31"/>
                        <a:pt x="50" y="31"/>
                        <a:pt x="50" y="31"/>
                      </a:cubicBezTo>
                      <a:cubicBezTo>
                        <a:pt x="51" y="33"/>
                        <a:pt x="51" y="33"/>
                        <a:pt x="51" y="33"/>
                      </a:cubicBezTo>
                      <a:cubicBezTo>
                        <a:pt x="52" y="32"/>
                        <a:pt x="52" y="32"/>
                        <a:pt x="52" y="32"/>
                      </a:cubicBezTo>
                      <a:cubicBezTo>
                        <a:pt x="52" y="32"/>
                        <a:pt x="53" y="31"/>
                        <a:pt x="53" y="31"/>
                      </a:cubicBezTo>
                      <a:cubicBezTo>
                        <a:pt x="53" y="31"/>
                        <a:pt x="52" y="29"/>
                        <a:pt x="52" y="28"/>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9" name="Freeform 832">
                  <a:extLst>
                    <a:ext uri="{FF2B5EF4-FFF2-40B4-BE49-F238E27FC236}">
                      <a16:creationId xmlns:a16="http://schemas.microsoft.com/office/drawing/2014/main" id="{77F31A7C-71B4-9028-4CEF-31217C75475B}"/>
                    </a:ext>
                  </a:extLst>
                </p:cNvPr>
                <p:cNvSpPr>
                  <a:spLocks/>
                </p:cNvSpPr>
                <p:nvPr/>
              </p:nvSpPr>
              <p:spPr bwMode="auto">
                <a:xfrm>
                  <a:off x="8764588" y="4146550"/>
                  <a:ext cx="53975" cy="103188"/>
                </a:xfrm>
                <a:custGeom>
                  <a:avLst/>
                  <a:gdLst>
                    <a:gd name="T0" fmla="*/ 13 w 13"/>
                    <a:gd name="T1" fmla="*/ 2 h 25"/>
                    <a:gd name="T2" fmla="*/ 12 w 13"/>
                    <a:gd name="T3" fmla="*/ 1 h 25"/>
                    <a:gd name="T4" fmla="*/ 9 w 13"/>
                    <a:gd name="T5" fmla="*/ 1 h 25"/>
                    <a:gd name="T6" fmla="*/ 6 w 13"/>
                    <a:gd name="T7" fmla="*/ 4 h 25"/>
                    <a:gd name="T8" fmla="*/ 4 w 13"/>
                    <a:gd name="T9" fmla="*/ 7 h 25"/>
                    <a:gd name="T10" fmla="*/ 2 w 13"/>
                    <a:gd name="T11" fmla="*/ 10 h 25"/>
                    <a:gd name="T12" fmla="*/ 0 w 13"/>
                    <a:gd name="T13" fmla="*/ 15 h 25"/>
                    <a:gd name="T14" fmla="*/ 0 w 13"/>
                    <a:gd name="T15" fmla="*/ 16 h 25"/>
                    <a:gd name="T16" fmla="*/ 2 w 13"/>
                    <a:gd name="T17" fmla="*/ 21 h 25"/>
                    <a:gd name="T18" fmla="*/ 4 w 13"/>
                    <a:gd name="T19" fmla="*/ 22 h 25"/>
                    <a:gd name="T20" fmla="*/ 4 w 13"/>
                    <a:gd name="T21" fmla="*/ 23 h 25"/>
                    <a:gd name="T22" fmla="*/ 5 w 13"/>
                    <a:gd name="T23" fmla="*/ 25 h 25"/>
                    <a:gd name="T24" fmla="*/ 5 w 13"/>
                    <a:gd name="T25" fmla="*/ 24 h 25"/>
                    <a:gd name="T26" fmla="*/ 5 w 13"/>
                    <a:gd name="T27" fmla="*/ 23 h 25"/>
                    <a:gd name="T28" fmla="*/ 5 w 13"/>
                    <a:gd name="T29" fmla="*/ 22 h 25"/>
                    <a:gd name="T30" fmla="*/ 5 w 13"/>
                    <a:gd name="T31" fmla="*/ 22 h 25"/>
                    <a:gd name="T32" fmla="*/ 5 w 13"/>
                    <a:gd name="T33" fmla="*/ 22 h 25"/>
                    <a:gd name="T34" fmla="*/ 8 w 13"/>
                    <a:gd name="T35" fmla="*/ 19 h 25"/>
                    <a:gd name="T36" fmla="*/ 10 w 13"/>
                    <a:gd name="T37" fmla="*/ 9 h 25"/>
                    <a:gd name="T38" fmla="*/ 11 w 13"/>
                    <a:gd name="T39" fmla="*/ 7 h 25"/>
                    <a:gd name="T40" fmla="*/ 12 w 13"/>
                    <a:gd name="T41" fmla="*/ 5 h 25"/>
                    <a:gd name="T42" fmla="*/ 12 w 13"/>
                    <a:gd name="T43" fmla="*/ 4 h 25"/>
                    <a:gd name="T44" fmla="*/ 12 w 13"/>
                    <a:gd name="T45" fmla="*/ 4 h 25"/>
                    <a:gd name="T46" fmla="*/ 13 w 13"/>
                    <a:gd name="T47"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25">
                      <a:moveTo>
                        <a:pt x="13" y="2"/>
                      </a:moveTo>
                      <a:cubicBezTo>
                        <a:pt x="13" y="2"/>
                        <a:pt x="12" y="2"/>
                        <a:pt x="12" y="1"/>
                      </a:cubicBezTo>
                      <a:cubicBezTo>
                        <a:pt x="11" y="1"/>
                        <a:pt x="10" y="0"/>
                        <a:pt x="9" y="1"/>
                      </a:cubicBezTo>
                      <a:cubicBezTo>
                        <a:pt x="8" y="2"/>
                        <a:pt x="6" y="2"/>
                        <a:pt x="6" y="4"/>
                      </a:cubicBezTo>
                      <a:cubicBezTo>
                        <a:pt x="5" y="4"/>
                        <a:pt x="4" y="6"/>
                        <a:pt x="4" y="7"/>
                      </a:cubicBezTo>
                      <a:cubicBezTo>
                        <a:pt x="3" y="8"/>
                        <a:pt x="2" y="9"/>
                        <a:pt x="2" y="10"/>
                      </a:cubicBezTo>
                      <a:cubicBezTo>
                        <a:pt x="1" y="11"/>
                        <a:pt x="1" y="13"/>
                        <a:pt x="0" y="15"/>
                      </a:cubicBezTo>
                      <a:cubicBezTo>
                        <a:pt x="0" y="15"/>
                        <a:pt x="0" y="15"/>
                        <a:pt x="0" y="16"/>
                      </a:cubicBezTo>
                      <a:cubicBezTo>
                        <a:pt x="0" y="18"/>
                        <a:pt x="1" y="21"/>
                        <a:pt x="2" y="21"/>
                      </a:cubicBezTo>
                      <a:cubicBezTo>
                        <a:pt x="3" y="22"/>
                        <a:pt x="3" y="22"/>
                        <a:pt x="4" y="22"/>
                      </a:cubicBezTo>
                      <a:cubicBezTo>
                        <a:pt x="4" y="22"/>
                        <a:pt x="3" y="23"/>
                        <a:pt x="4" y="23"/>
                      </a:cubicBezTo>
                      <a:cubicBezTo>
                        <a:pt x="4" y="23"/>
                        <a:pt x="4" y="25"/>
                        <a:pt x="5" y="25"/>
                      </a:cubicBezTo>
                      <a:cubicBezTo>
                        <a:pt x="5" y="25"/>
                        <a:pt x="5" y="24"/>
                        <a:pt x="5" y="24"/>
                      </a:cubicBezTo>
                      <a:cubicBezTo>
                        <a:pt x="5" y="24"/>
                        <a:pt x="5" y="23"/>
                        <a:pt x="5" y="23"/>
                      </a:cubicBezTo>
                      <a:cubicBezTo>
                        <a:pt x="5" y="23"/>
                        <a:pt x="5" y="23"/>
                        <a:pt x="5" y="22"/>
                      </a:cubicBezTo>
                      <a:cubicBezTo>
                        <a:pt x="5" y="22"/>
                        <a:pt x="5" y="22"/>
                        <a:pt x="5" y="22"/>
                      </a:cubicBezTo>
                      <a:cubicBezTo>
                        <a:pt x="5" y="22"/>
                        <a:pt x="5" y="22"/>
                        <a:pt x="5" y="22"/>
                      </a:cubicBezTo>
                      <a:cubicBezTo>
                        <a:pt x="6" y="21"/>
                        <a:pt x="7" y="20"/>
                        <a:pt x="8" y="19"/>
                      </a:cubicBezTo>
                      <a:cubicBezTo>
                        <a:pt x="9" y="15"/>
                        <a:pt x="10" y="12"/>
                        <a:pt x="10" y="9"/>
                      </a:cubicBezTo>
                      <a:cubicBezTo>
                        <a:pt x="11" y="8"/>
                        <a:pt x="11" y="7"/>
                        <a:pt x="11" y="7"/>
                      </a:cubicBezTo>
                      <a:cubicBezTo>
                        <a:pt x="12" y="6"/>
                        <a:pt x="12" y="6"/>
                        <a:pt x="12" y="5"/>
                      </a:cubicBezTo>
                      <a:cubicBezTo>
                        <a:pt x="12" y="5"/>
                        <a:pt x="12" y="5"/>
                        <a:pt x="12" y="4"/>
                      </a:cubicBezTo>
                      <a:cubicBezTo>
                        <a:pt x="12" y="4"/>
                        <a:pt x="12" y="4"/>
                        <a:pt x="12" y="4"/>
                      </a:cubicBezTo>
                      <a:cubicBezTo>
                        <a:pt x="12" y="3"/>
                        <a:pt x="13" y="3"/>
                        <a:pt x="13" y="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0" name="Freeform 834">
                  <a:extLst>
                    <a:ext uri="{FF2B5EF4-FFF2-40B4-BE49-F238E27FC236}">
                      <a16:creationId xmlns:a16="http://schemas.microsoft.com/office/drawing/2014/main" id="{EF7E9276-9A32-A784-F2E3-7A447464D178}"/>
                    </a:ext>
                  </a:extLst>
                </p:cNvPr>
                <p:cNvSpPr>
                  <a:spLocks/>
                </p:cNvSpPr>
                <p:nvPr/>
              </p:nvSpPr>
              <p:spPr bwMode="auto">
                <a:xfrm>
                  <a:off x="7627938" y="4605338"/>
                  <a:ext cx="61912" cy="115888"/>
                </a:xfrm>
                <a:custGeom>
                  <a:avLst/>
                  <a:gdLst>
                    <a:gd name="T0" fmla="*/ 15 w 15"/>
                    <a:gd name="T1" fmla="*/ 20 h 28"/>
                    <a:gd name="T2" fmla="*/ 14 w 15"/>
                    <a:gd name="T3" fmla="*/ 22 h 28"/>
                    <a:gd name="T4" fmla="*/ 9 w 15"/>
                    <a:gd name="T5" fmla="*/ 26 h 28"/>
                    <a:gd name="T6" fmla="*/ 8 w 15"/>
                    <a:gd name="T7" fmla="*/ 26 h 28"/>
                    <a:gd name="T8" fmla="*/ 4 w 15"/>
                    <a:gd name="T9" fmla="*/ 27 h 28"/>
                    <a:gd name="T10" fmla="*/ 1 w 15"/>
                    <a:gd name="T11" fmla="*/ 23 h 28"/>
                    <a:gd name="T12" fmla="*/ 0 w 15"/>
                    <a:gd name="T13" fmla="*/ 17 h 28"/>
                    <a:gd name="T14" fmla="*/ 1 w 15"/>
                    <a:gd name="T15" fmla="*/ 14 h 28"/>
                    <a:gd name="T16" fmla="*/ 3 w 15"/>
                    <a:gd name="T17" fmla="*/ 4 h 28"/>
                    <a:gd name="T18" fmla="*/ 3 w 15"/>
                    <a:gd name="T19" fmla="*/ 2 h 28"/>
                    <a:gd name="T20" fmla="*/ 3 w 15"/>
                    <a:gd name="T21" fmla="*/ 2 h 28"/>
                    <a:gd name="T22" fmla="*/ 3 w 15"/>
                    <a:gd name="T23" fmla="*/ 2 h 28"/>
                    <a:gd name="T24" fmla="*/ 2 w 15"/>
                    <a:gd name="T25" fmla="*/ 1 h 28"/>
                    <a:gd name="T26" fmla="*/ 3 w 15"/>
                    <a:gd name="T27" fmla="*/ 0 h 28"/>
                    <a:gd name="T28" fmla="*/ 4 w 15"/>
                    <a:gd name="T29" fmla="*/ 1 h 28"/>
                    <a:gd name="T30" fmla="*/ 3 w 15"/>
                    <a:gd name="T31" fmla="*/ 2 h 28"/>
                    <a:gd name="T32" fmla="*/ 4 w 15"/>
                    <a:gd name="T33" fmla="*/ 3 h 28"/>
                    <a:gd name="T34" fmla="*/ 6 w 15"/>
                    <a:gd name="T35" fmla="*/ 3 h 28"/>
                    <a:gd name="T36" fmla="*/ 8 w 15"/>
                    <a:gd name="T37" fmla="*/ 5 h 28"/>
                    <a:gd name="T38" fmla="*/ 9 w 15"/>
                    <a:gd name="T39" fmla="*/ 7 h 28"/>
                    <a:gd name="T40" fmla="*/ 11 w 15"/>
                    <a:gd name="T41" fmla="*/ 11 h 28"/>
                    <a:gd name="T42" fmla="*/ 11 w 15"/>
                    <a:gd name="T43" fmla="*/ 13 h 28"/>
                    <a:gd name="T44" fmla="*/ 15 w 15"/>
                    <a:gd name="T45"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28">
                      <a:moveTo>
                        <a:pt x="15" y="20"/>
                      </a:moveTo>
                      <a:cubicBezTo>
                        <a:pt x="15" y="20"/>
                        <a:pt x="14" y="21"/>
                        <a:pt x="14" y="22"/>
                      </a:cubicBezTo>
                      <a:cubicBezTo>
                        <a:pt x="13" y="24"/>
                        <a:pt x="11" y="26"/>
                        <a:pt x="9" y="26"/>
                      </a:cubicBezTo>
                      <a:cubicBezTo>
                        <a:pt x="8" y="26"/>
                        <a:pt x="8" y="26"/>
                        <a:pt x="8" y="26"/>
                      </a:cubicBezTo>
                      <a:cubicBezTo>
                        <a:pt x="7" y="27"/>
                        <a:pt x="6" y="28"/>
                        <a:pt x="4" y="27"/>
                      </a:cubicBezTo>
                      <a:cubicBezTo>
                        <a:pt x="3" y="26"/>
                        <a:pt x="2" y="25"/>
                        <a:pt x="1" y="23"/>
                      </a:cubicBezTo>
                      <a:cubicBezTo>
                        <a:pt x="1" y="21"/>
                        <a:pt x="1" y="19"/>
                        <a:pt x="0" y="17"/>
                      </a:cubicBezTo>
                      <a:cubicBezTo>
                        <a:pt x="0" y="16"/>
                        <a:pt x="1" y="15"/>
                        <a:pt x="1" y="14"/>
                      </a:cubicBezTo>
                      <a:cubicBezTo>
                        <a:pt x="1" y="10"/>
                        <a:pt x="1" y="7"/>
                        <a:pt x="3" y="4"/>
                      </a:cubicBezTo>
                      <a:cubicBezTo>
                        <a:pt x="3" y="3"/>
                        <a:pt x="3" y="3"/>
                        <a:pt x="3" y="2"/>
                      </a:cubicBezTo>
                      <a:cubicBezTo>
                        <a:pt x="3" y="2"/>
                        <a:pt x="3" y="2"/>
                        <a:pt x="3" y="2"/>
                      </a:cubicBezTo>
                      <a:cubicBezTo>
                        <a:pt x="3" y="2"/>
                        <a:pt x="3" y="2"/>
                        <a:pt x="3" y="2"/>
                      </a:cubicBezTo>
                      <a:cubicBezTo>
                        <a:pt x="2" y="1"/>
                        <a:pt x="2" y="1"/>
                        <a:pt x="2" y="1"/>
                      </a:cubicBezTo>
                      <a:cubicBezTo>
                        <a:pt x="2" y="1"/>
                        <a:pt x="2" y="0"/>
                        <a:pt x="3" y="0"/>
                      </a:cubicBezTo>
                      <a:cubicBezTo>
                        <a:pt x="3" y="0"/>
                        <a:pt x="4" y="1"/>
                        <a:pt x="4" y="1"/>
                      </a:cubicBezTo>
                      <a:cubicBezTo>
                        <a:pt x="4" y="2"/>
                        <a:pt x="4" y="2"/>
                        <a:pt x="3" y="2"/>
                      </a:cubicBezTo>
                      <a:cubicBezTo>
                        <a:pt x="4" y="3"/>
                        <a:pt x="4" y="3"/>
                        <a:pt x="4" y="3"/>
                      </a:cubicBezTo>
                      <a:cubicBezTo>
                        <a:pt x="5" y="2"/>
                        <a:pt x="5" y="2"/>
                        <a:pt x="6" y="3"/>
                      </a:cubicBezTo>
                      <a:cubicBezTo>
                        <a:pt x="6" y="3"/>
                        <a:pt x="7" y="4"/>
                        <a:pt x="8" y="5"/>
                      </a:cubicBezTo>
                      <a:cubicBezTo>
                        <a:pt x="8" y="6"/>
                        <a:pt x="8" y="6"/>
                        <a:pt x="9" y="7"/>
                      </a:cubicBezTo>
                      <a:cubicBezTo>
                        <a:pt x="10" y="8"/>
                        <a:pt x="11" y="10"/>
                        <a:pt x="11" y="11"/>
                      </a:cubicBezTo>
                      <a:cubicBezTo>
                        <a:pt x="12" y="12"/>
                        <a:pt x="11" y="12"/>
                        <a:pt x="11" y="13"/>
                      </a:cubicBezTo>
                      <a:cubicBezTo>
                        <a:pt x="13" y="15"/>
                        <a:pt x="15" y="17"/>
                        <a:pt x="15" y="2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1" name="Freeform 835">
                  <a:extLst>
                    <a:ext uri="{FF2B5EF4-FFF2-40B4-BE49-F238E27FC236}">
                      <a16:creationId xmlns:a16="http://schemas.microsoft.com/office/drawing/2014/main" id="{EF8FA4B9-D1E1-6DE3-1821-C450671DCAFF}"/>
                    </a:ext>
                  </a:extLst>
                </p:cNvPr>
                <p:cNvSpPr>
                  <a:spLocks noEditPoints="1"/>
                </p:cNvSpPr>
                <p:nvPr/>
              </p:nvSpPr>
              <p:spPr bwMode="auto">
                <a:xfrm>
                  <a:off x="8934450" y="3708400"/>
                  <a:ext cx="95250" cy="184150"/>
                </a:xfrm>
                <a:custGeom>
                  <a:avLst/>
                  <a:gdLst>
                    <a:gd name="T0" fmla="*/ 1 w 23"/>
                    <a:gd name="T1" fmla="*/ 17 h 44"/>
                    <a:gd name="T2" fmla="*/ 2 w 23"/>
                    <a:gd name="T3" fmla="*/ 17 h 44"/>
                    <a:gd name="T4" fmla="*/ 5 w 23"/>
                    <a:gd name="T5" fmla="*/ 42 h 44"/>
                    <a:gd name="T6" fmla="*/ 1 w 23"/>
                    <a:gd name="T7" fmla="*/ 42 h 44"/>
                    <a:gd name="T8" fmla="*/ 1 w 23"/>
                    <a:gd name="T9" fmla="*/ 43 h 44"/>
                    <a:gd name="T10" fmla="*/ 1 w 23"/>
                    <a:gd name="T11" fmla="*/ 44 h 44"/>
                    <a:gd name="T12" fmla="*/ 2 w 23"/>
                    <a:gd name="T13" fmla="*/ 44 h 44"/>
                    <a:gd name="T14" fmla="*/ 5 w 23"/>
                    <a:gd name="T15" fmla="*/ 42 h 44"/>
                    <a:gd name="T16" fmla="*/ 14 w 23"/>
                    <a:gd name="T17" fmla="*/ 2 h 44"/>
                    <a:gd name="T18" fmla="*/ 8 w 23"/>
                    <a:gd name="T19" fmla="*/ 2 h 44"/>
                    <a:gd name="T20" fmla="*/ 6 w 23"/>
                    <a:gd name="T21" fmla="*/ 3 h 44"/>
                    <a:gd name="T22" fmla="*/ 2 w 23"/>
                    <a:gd name="T23" fmla="*/ 7 h 44"/>
                    <a:gd name="T24" fmla="*/ 1 w 23"/>
                    <a:gd name="T25" fmla="*/ 7 h 44"/>
                    <a:gd name="T26" fmla="*/ 3 w 23"/>
                    <a:gd name="T27" fmla="*/ 8 h 44"/>
                    <a:gd name="T28" fmla="*/ 4 w 23"/>
                    <a:gd name="T29" fmla="*/ 10 h 44"/>
                    <a:gd name="T30" fmla="*/ 3 w 23"/>
                    <a:gd name="T31" fmla="*/ 12 h 44"/>
                    <a:gd name="T32" fmla="*/ 2 w 23"/>
                    <a:gd name="T33" fmla="*/ 13 h 44"/>
                    <a:gd name="T34" fmla="*/ 0 w 23"/>
                    <a:gd name="T35" fmla="*/ 14 h 44"/>
                    <a:gd name="T36" fmla="*/ 1 w 23"/>
                    <a:gd name="T37" fmla="*/ 15 h 44"/>
                    <a:gd name="T38" fmla="*/ 2 w 23"/>
                    <a:gd name="T39" fmla="*/ 17 h 44"/>
                    <a:gd name="T40" fmla="*/ 2 w 23"/>
                    <a:gd name="T41" fmla="*/ 19 h 44"/>
                    <a:gd name="T42" fmla="*/ 3 w 23"/>
                    <a:gd name="T43" fmla="*/ 21 h 44"/>
                    <a:gd name="T44" fmla="*/ 3 w 23"/>
                    <a:gd name="T45" fmla="*/ 24 h 44"/>
                    <a:gd name="T46" fmla="*/ 1 w 23"/>
                    <a:gd name="T47" fmla="*/ 27 h 44"/>
                    <a:gd name="T48" fmla="*/ 2 w 23"/>
                    <a:gd name="T49" fmla="*/ 28 h 44"/>
                    <a:gd name="T50" fmla="*/ 1 w 23"/>
                    <a:gd name="T51" fmla="*/ 29 h 44"/>
                    <a:gd name="T52" fmla="*/ 1 w 23"/>
                    <a:gd name="T53" fmla="*/ 31 h 44"/>
                    <a:gd name="T54" fmla="*/ 2 w 23"/>
                    <a:gd name="T55" fmla="*/ 34 h 44"/>
                    <a:gd name="T56" fmla="*/ 7 w 23"/>
                    <a:gd name="T57" fmla="*/ 33 h 44"/>
                    <a:gd name="T58" fmla="*/ 11 w 23"/>
                    <a:gd name="T59" fmla="*/ 31 h 44"/>
                    <a:gd name="T60" fmla="*/ 11 w 23"/>
                    <a:gd name="T61" fmla="*/ 30 h 44"/>
                    <a:gd name="T62" fmla="*/ 12 w 23"/>
                    <a:gd name="T63" fmla="*/ 32 h 44"/>
                    <a:gd name="T64" fmla="*/ 12 w 23"/>
                    <a:gd name="T65" fmla="*/ 31 h 44"/>
                    <a:gd name="T66" fmla="*/ 12 w 23"/>
                    <a:gd name="T67" fmla="*/ 30 h 44"/>
                    <a:gd name="T68" fmla="*/ 14 w 23"/>
                    <a:gd name="T69" fmla="*/ 30 h 44"/>
                    <a:gd name="T70" fmla="*/ 15 w 23"/>
                    <a:gd name="T71" fmla="*/ 30 h 44"/>
                    <a:gd name="T72" fmla="*/ 17 w 23"/>
                    <a:gd name="T73" fmla="*/ 31 h 44"/>
                    <a:gd name="T74" fmla="*/ 17 w 23"/>
                    <a:gd name="T75" fmla="*/ 30 h 44"/>
                    <a:gd name="T76" fmla="*/ 16 w 23"/>
                    <a:gd name="T77" fmla="*/ 29 h 44"/>
                    <a:gd name="T78" fmla="*/ 17 w 23"/>
                    <a:gd name="T79" fmla="*/ 29 h 44"/>
                    <a:gd name="T80" fmla="*/ 19 w 23"/>
                    <a:gd name="T81" fmla="*/ 28 h 44"/>
                    <a:gd name="T82" fmla="*/ 23 w 23"/>
                    <a:gd name="T83" fmla="*/ 21 h 44"/>
                    <a:gd name="T84" fmla="*/ 22 w 23"/>
                    <a:gd name="T85" fmla="*/ 17 h 44"/>
                    <a:gd name="T86" fmla="*/ 22 w 23"/>
                    <a:gd name="T87" fmla="*/ 17 h 44"/>
                    <a:gd name="T88" fmla="*/ 20 w 23"/>
                    <a:gd name="T89" fmla="*/ 9 h 44"/>
                    <a:gd name="T90" fmla="*/ 16 w 23"/>
                    <a:gd name="T91" fmla="*/ 1 h 44"/>
                    <a:gd name="T92" fmla="*/ 14 w 23"/>
                    <a:gd name="T93"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 h="44">
                      <a:moveTo>
                        <a:pt x="2" y="17"/>
                      </a:moveTo>
                      <a:cubicBezTo>
                        <a:pt x="2" y="17"/>
                        <a:pt x="2" y="17"/>
                        <a:pt x="1" y="17"/>
                      </a:cubicBezTo>
                      <a:cubicBezTo>
                        <a:pt x="1" y="17"/>
                        <a:pt x="1" y="17"/>
                        <a:pt x="1" y="17"/>
                      </a:cubicBezTo>
                      <a:cubicBezTo>
                        <a:pt x="1" y="17"/>
                        <a:pt x="1" y="17"/>
                        <a:pt x="2" y="17"/>
                      </a:cubicBezTo>
                      <a:cubicBezTo>
                        <a:pt x="2" y="17"/>
                        <a:pt x="2" y="17"/>
                        <a:pt x="2" y="17"/>
                      </a:cubicBezTo>
                      <a:close/>
                      <a:moveTo>
                        <a:pt x="5" y="42"/>
                      </a:moveTo>
                      <a:cubicBezTo>
                        <a:pt x="5" y="41"/>
                        <a:pt x="4" y="41"/>
                        <a:pt x="3" y="41"/>
                      </a:cubicBezTo>
                      <a:cubicBezTo>
                        <a:pt x="2" y="41"/>
                        <a:pt x="2" y="42"/>
                        <a:pt x="1" y="42"/>
                      </a:cubicBezTo>
                      <a:cubicBezTo>
                        <a:pt x="1" y="42"/>
                        <a:pt x="0" y="42"/>
                        <a:pt x="0" y="43"/>
                      </a:cubicBezTo>
                      <a:cubicBezTo>
                        <a:pt x="0" y="43"/>
                        <a:pt x="0" y="43"/>
                        <a:pt x="1" y="43"/>
                      </a:cubicBezTo>
                      <a:cubicBezTo>
                        <a:pt x="1" y="44"/>
                        <a:pt x="1" y="44"/>
                        <a:pt x="1" y="44"/>
                      </a:cubicBezTo>
                      <a:cubicBezTo>
                        <a:pt x="1" y="44"/>
                        <a:pt x="1" y="44"/>
                        <a:pt x="1" y="44"/>
                      </a:cubicBezTo>
                      <a:cubicBezTo>
                        <a:pt x="1" y="44"/>
                        <a:pt x="2" y="44"/>
                        <a:pt x="2" y="44"/>
                      </a:cubicBezTo>
                      <a:cubicBezTo>
                        <a:pt x="2" y="44"/>
                        <a:pt x="2" y="44"/>
                        <a:pt x="2" y="44"/>
                      </a:cubicBezTo>
                      <a:cubicBezTo>
                        <a:pt x="3" y="44"/>
                        <a:pt x="3" y="44"/>
                        <a:pt x="4" y="44"/>
                      </a:cubicBezTo>
                      <a:cubicBezTo>
                        <a:pt x="4" y="43"/>
                        <a:pt x="5" y="43"/>
                        <a:pt x="5" y="42"/>
                      </a:cubicBezTo>
                      <a:cubicBezTo>
                        <a:pt x="5" y="42"/>
                        <a:pt x="5" y="42"/>
                        <a:pt x="5" y="42"/>
                      </a:cubicBezTo>
                      <a:close/>
                      <a:moveTo>
                        <a:pt x="14" y="2"/>
                      </a:moveTo>
                      <a:cubicBezTo>
                        <a:pt x="13" y="2"/>
                        <a:pt x="13" y="2"/>
                        <a:pt x="13" y="2"/>
                      </a:cubicBezTo>
                      <a:cubicBezTo>
                        <a:pt x="11" y="2"/>
                        <a:pt x="10" y="2"/>
                        <a:pt x="8" y="2"/>
                      </a:cubicBezTo>
                      <a:cubicBezTo>
                        <a:pt x="8" y="2"/>
                        <a:pt x="7" y="2"/>
                        <a:pt x="7" y="2"/>
                      </a:cubicBezTo>
                      <a:cubicBezTo>
                        <a:pt x="6" y="2"/>
                        <a:pt x="6" y="3"/>
                        <a:pt x="6" y="3"/>
                      </a:cubicBezTo>
                      <a:cubicBezTo>
                        <a:pt x="5" y="4"/>
                        <a:pt x="4" y="5"/>
                        <a:pt x="3" y="6"/>
                      </a:cubicBezTo>
                      <a:cubicBezTo>
                        <a:pt x="3" y="6"/>
                        <a:pt x="3" y="7"/>
                        <a:pt x="2" y="7"/>
                      </a:cubicBezTo>
                      <a:cubicBezTo>
                        <a:pt x="2" y="7"/>
                        <a:pt x="2" y="7"/>
                        <a:pt x="1" y="7"/>
                      </a:cubicBezTo>
                      <a:cubicBezTo>
                        <a:pt x="1" y="7"/>
                        <a:pt x="1" y="7"/>
                        <a:pt x="1" y="7"/>
                      </a:cubicBezTo>
                      <a:cubicBezTo>
                        <a:pt x="2" y="8"/>
                        <a:pt x="3" y="8"/>
                        <a:pt x="3" y="8"/>
                      </a:cubicBezTo>
                      <a:cubicBezTo>
                        <a:pt x="3" y="8"/>
                        <a:pt x="3" y="8"/>
                        <a:pt x="3" y="8"/>
                      </a:cubicBezTo>
                      <a:cubicBezTo>
                        <a:pt x="2" y="9"/>
                        <a:pt x="3" y="9"/>
                        <a:pt x="4" y="10"/>
                      </a:cubicBezTo>
                      <a:cubicBezTo>
                        <a:pt x="4" y="10"/>
                        <a:pt x="4" y="10"/>
                        <a:pt x="4" y="10"/>
                      </a:cubicBezTo>
                      <a:cubicBezTo>
                        <a:pt x="4" y="11"/>
                        <a:pt x="4" y="11"/>
                        <a:pt x="4" y="12"/>
                      </a:cubicBezTo>
                      <a:cubicBezTo>
                        <a:pt x="3" y="12"/>
                        <a:pt x="3" y="12"/>
                        <a:pt x="3" y="12"/>
                      </a:cubicBezTo>
                      <a:cubicBezTo>
                        <a:pt x="2" y="12"/>
                        <a:pt x="2" y="12"/>
                        <a:pt x="2" y="13"/>
                      </a:cubicBezTo>
                      <a:cubicBezTo>
                        <a:pt x="2" y="13"/>
                        <a:pt x="2" y="13"/>
                        <a:pt x="2" y="13"/>
                      </a:cubicBezTo>
                      <a:cubicBezTo>
                        <a:pt x="1" y="13"/>
                        <a:pt x="1" y="13"/>
                        <a:pt x="1" y="13"/>
                      </a:cubicBezTo>
                      <a:cubicBezTo>
                        <a:pt x="1" y="13"/>
                        <a:pt x="1" y="14"/>
                        <a:pt x="0" y="14"/>
                      </a:cubicBezTo>
                      <a:cubicBezTo>
                        <a:pt x="0" y="15"/>
                        <a:pt x="0" y="15"/>
                        <a:pt x="1" y="15"/>
                      </a:cubicBezTo>
                      <a:cubicBezTo>
                        <a:pt x="1" y="16"/>
                        <a:pt x="1" y="16"/>
                        <a:pt x="1" y="15"/>
                      </a:cubicBezTo>
                      <a:cubicBezTo>
                        <a:pt x="2" y="16"/>
                        <a:pt x="2" y="16"/>
                        <a:pt x="2" y="17"/>
                      </a:cubicBezTo>
                      <a:cubicBezTo>
                        <a:pt x="2" y="17"/>
                        <a:pt x="2" y="17"/>
                        <a:pt x="2" y="17"/>
                      </a:cubicBezTo>
                      <a:cubicBezTo>
                        <a:pt x="2" y="17"/>
                        <a:pt x="2" y="17"/>
                        <a:pt x="2" y="18"/>
                      </a:cubicBezTo>
                      <a:cubicBezTo>
                        <a:pt x="2" y="18"/>
                        <a:pt x="2" y="18"/>
                        <a:pt x="2" y="19"/>
                      </a:cubicBezTo>
                      <a:cubicBezTo>
                        <a:pt x="3" y="19"/>
                        <a:pt x="3" y="19"/>
                        <a:pt x="3" y="20"/>
                      </a:cubicBezTo>
                      <a:cubicBezTo>
                        <a:pt x="3" y="20"/>
                        <a:pt x="3" y="20"/>
                        <a:pt x="3" y="21"/>
                      </a:cubicBezTo>
                      <a:cubicBezTo>
                        <a:pt x="3" y="21"/>
                        <a:pt x="3" y="22"/>
                        <a:pt x="3" y="23"/>
                      </a:cubicBezTo>
                      <a:cubicBezTo>
                        <a:pt x="3" y="23"/>
                        <a:pt x="3" y="23"/>
                        <a:pt x="3" y="24"/>
                      </a:cubicBezTo>
                      <a:cubicBezTo>
                        <a:pt x="3" y="24"/>
                        <a:pt x="2" y="25"/>
                        <a:pt x="2" y="26"/>
                      </a:cubicBezTo>
                      <a:cubicBezTo>
                        <a:pt x="2" y="26"/>
                        <a:pt x="2" y="26"/>
                        <a:pt x="1" y="27"/>
                      </a:cubicBezTo>
                      <a:cubicBezTo>
                        <a:pt x="1" y="27"/>
                        <a:pt x="1" y="27"/>
                        <a:pt x="1" y="27"/>
                      </a:cubicBezTo>
                      <a:cubicBezTo>
                        <a:pt x="1" y="27"/>
                        <a:pt x="1" y="28"/>
                        <a:pt x="2" y="28"/>
                      </a:cubicBezTo>
                      <a:cubicBezTo>
                        <a:pt x="2" y="28"/>
                        <a:pt x="2" y="28"/>
                        <a:pt x="2" y="28"/>
                      </a:cubicBezTo>
                      <a:cubicBezTo>
                        <a:pt x="1" y="28"/>
                        <a:pt x="1" y="29"/>
                        <a:pt x="1" y="29"/>
                      </a:cubicBezTo>
                      <a:cubicBezTo>
                        <a:pt x="1" y="29"/>
                        <a:pt x="1" y="29"/>
                        <a:pt x="1" y="29"/>
                      </a:cubicBezTo>
                      <a:cubicBezTo>
                        <a:pt x="1" y="30"/>
                        <a:pt x="1" y="30"/>
                        <a:pt x="1" y="31"/>
                      </a:cubicBezTo>
                      <a:cubicBezTo>
                        <a:pt x="1" y="32"/>
                        <a:pt x="0" y="33"/>
                        <a:pt x="0" y="34"/>
                      </a:cubicBezTo>
                      <a:cubicBezTo>
                        <a:pt x="1" y="34"/>
                        <a:pt x="1" y="35"/>
                        <a:pt x="2" y="34"/>
                      </a:cubicBezTo>
                      <a:cubicBezTo>
                        <a:pt x="4" y="35"/>
                        <a:pt x="5" y="33"/>
                        <a:pt x="7" y="32"/>
                      </a:cubicBezTo>
                      <a:cubicBezTo>
                        <a:pt x="7" y="33"/>
                        <a:pt x="7" y="33"/>
                        <a:pt x="7" y="33"/>
                      </a:cubicBezTo>
                      <a:cubicBezTo>
                        <a:pt x="8" y="34"/>
                        <a:pt x="11" y="32"/>
                        <a:pt x="11" y="31"/>
                      </a:cubicBezTo>
                      <a:cubicBezTo>
                        <a:pt x="11" y="31"/>
                        <a:pt x="11" y="31"/>
                        <a:pt x="11" y="31"/>
                      </a:cubicBezTo>
                      <a:cubicBezTo>
                        <a:pt x="11" y="31"/>
                        <a:pt x="10" y="30"/>
                        <a:pt x="10" y="30"/>
                      </a:cubicBezTo>
                      <a:cubicBezTo>
                        <a:pt x="10" y="30"/>
                        <a:pt x="10" y="30"/>
                        <a:pt x="11" y="30"/>
                      </a:cubicBezTo>
                      <a:cubicBezTo>
                        <a:pt x="11" y="30"/>
                        <a:pt x="11" y="31"/>
                        <a:pt x="11" y="31"/>
                      </a:cubicBezTo>
                      <a:cubicBezTo>
                        <a:pt x="11" y="31"/>
                        <a:pt x="11" y="32"/>
                        <a:pt x="12" y="32"/>
                      </a:cubicBezTo>
                      <a:cubicBezTo>
                        <a:pt x="12" y="32"/>
                        <a:pt x="12" y="32"/>
                        <a:pt x="12" y="32"/>
                      </a:cubicBezTo>
                      <a:cubicBezTo>
                        <a:pt x="12" y="31"/>
                        <a:pt x="12" y="31"/>
                        <a:pt x="12" y="31"/>
                      </a:cubicBezTo>
                      <a:cubicBezTo>
                        <a:pt x="12" y="31"/>
                        <a:pt x="12" y="31"/>
                        <a:pt x="12" y="31"/>
                      </a:cubicBezTo>
                      <a:cubicBezTo>
                        <a:pt x="12" y="30"/>
                        <a:pt x="12" y="30"/>
                        <a:pt x="12" y="30"/>
                      </a:cubicBezTo>
                      <a:cubicBezTo>
                        <a:pt x="12" y="30"/>
                        <a:pt x="12" y="30"/>
                        <a:pt x="13" y="30"/>
                      </a:cubicBezTo>
                      <a:cubicBezTo>
                        <a:pt x="13" y="30"/>
                        <a:pt x="13" y="30"/>
                        <a:pt x="14" y="30"/>
                      </a:cubicBezTo>
                      <a:cubicBezTo>
                        <a:pt x="14" y="30"/>
                        <a:pt x="14" y="30"/>
                        <a:pt x="14" y="30"/>
                      </a:cubicBezTo>
                      <a:cubicBezTo>
                        <a:pt x="14" y="30"/>
                        <a:pt x="15" y="30"/>
                        <a:pt x="15" y="30"/>
                      </a:cubicBezTo>
                      <a:cubicBezTo>
                        <a:pt x="15" y="31"/>
                        <a:pt x="16" y="31"/>
                        <a:pt x="16" y="31"/>
                      </a:cubicBezTo>
                      <a:cubicBezTo>
                        <a:pt x="16" y="32"/>
                        <a:pt x="17" y="31"/>
                        <a:pt x="17" y="31"/>
                      </a:cubicBezTo>
                      <a:cubicBezTo>
                        <a:pt x="17" y="31"/>
                        <a:pt x="17" y="31"/>
                        <a:pt x="17" y="30"/>
                      </a:cubicBezTo>
                      <a:cubicBezTo>
                        <a:pt x="17" y="30"/>
                        <a:pt x="17" y="30"/>
                        <a:pt x="17" y="30"/>
                      </a:cubicBezTo>
                      <a:cubicBezTo>
                        <a:pt x="17" y="30"/>
                        <a:pt x="17" y="30"/>
                        <a:pt x="17" y="30"/>
                      </a:cubicBezTo>
                      <a:cubicBezTo>
                        <a:pt x="16" y="30"/>
                        <a:pt x="16" y="30"/>
                        <a:pt x="16" y="29"/>
                      </a:cubicBezTo>
                      <a:cubicBezTo>
                        <a:pt x="16" y="29"/>
                        <a:pt x="16" y="29"/>
                        <a:pt x="16" y="29"/>
                      </a:cubicBezTo>
                      <a:cubicBezTo>
                        <a:pt x="16" y="29"/>
                        <a:pt x="16" y="29"/>
                        <a:pt x="17" y="29"/>
                      </a:cubicBezTo>
                      <a:cubicBezTo>
                        <a:pt x="17" y="29"/>
                        <a:pt x="18" y="29"/>
                        <a:pt x="18" y="29"/>
                      </a:cubicBezTo>
                      <a:cubicBezTo>
                        <a:pt x="18" y="29"/>
                        <a:pt x="19" y="28"/>
                        <a:pt x="19" y="28"/>
                      </a:cubicBezTo>
                      <a:cubicBezTo>
                        <a:pt x="21" y="29"/>
                        <a:pt x="21" y="28"/>
                        <a:pt x="21" y="27"/>
                      </a:cubicBezTo>
                      <a:cubicBezTo>
                        <a:pt x="23" y="25"/>
                        <a:pt x="22" y="23"/>
                        <a:pt x="23" y="21"/>
                      </a:cubicBezTo>
                      <a:cubicBezTo>
                        <a:pt x="23" y="20"/>
                        <a:pt x="22" y="20"/>
                        <a:pt x="22" y="20"/>
                      </a:cubicBezTo>
                      <a:cubicBezTo>
                        <a:pt x="22" y="19"/>
                        <a:pt x="22" y="18"/>
                        <a:pt x="22" y="17"/>
                      </a:cubicBezTo>
                      <a:cubicBezTo>
                        <a:pt x="22" y="17"/>
                        <a:pt x="22" y="17"/>
                        <a:pt x="22" y="17"/>
                      </a:cubicBezTo>
                      <a:cubicBezTo>
                        <a:pt x="22" y="17"/>
                        <a:pt x="22" y="17"/>
                        <a:pt x="22" y="17"/>
                      </a:cubicBezTo>
                      <a:cubicBezTo>
                        <a:pt x="22" y="16"/>
                        <a:pt x="22" y="15"/>
                        <a:pt x="22" y="15"/>
                      </a:cubicBezTo>
                      <a:cubicBezTo>
                        <a:pt x="22" y="13"/>
                        <a:pt x="22" y="10"/>
                        <a:pt x="20" y="9"/>
                      </a:cubicBezTo>
                      <a:cubicBezTo>
                        <a:pt x="20" y="9"/>
                        <a:pt x="20" y="9"/>
                        <a:pt x="20" y="9"/>
                      </a:cubicBezTo>
                      <a:cubicBezTo>
                        <a:pt x="18" y="6"/>
                        <a:pt x="17" y="4"/>
                        <a:pt x="16" y="1"/>
                      </a:cubicBezTo>
                      <a:cubicBezTo>
                        <a:pt x="16" y="1"/>
                        <a:pt x="16" y="0"/>
                        <a:pt x="15" y="0"/>
                      </a:cubicBezTo>
                      <a:cubicBezTo>
                        <a:pt x="15" y="0"/>
                        <a:pt x="15" y="1"/>
                        <a:pt x="14" y="1"/>
                      </a:cubicBezTo>
                      <a:cubicBezTo>
                        <a:pt x="14" y="1"/>
                        <a:pt x="14" y="2"/>
                        <a:pt x="14" y="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2" name="Freeform 837">
                  <a:extLst>
                    <a:ext uri="{FF2B5EF4-FFF2-40B4-BE49-F238E27FC236}">
                      <a16:creationId xmlns:a16="http://schemas.microsoft.com/office/drawing/2014/main" id="{73BC334E-1D1C-3B63-5AEC-19F9B19DBDAD}"/>
                    </a:ext>
                  </a:extLst>
                </p:cNvPr>
                <p:cNvSpPr>
                  <a:spLocks noEditPoints="1"/>
                </p:cNvSpPr>
                <p:nvPr/>
              </p:nvSpPr>
              <p:spPr bwMode="auto">
                <a:xfrm>
                  <a:off x="6145213" y="614363"/>
                  <a:ext cx="4662487" cy="2994025"/>
                </a:xfrm>
                <a:custGeom>
                  <a:avLst/>
                  <a:gdLst>
                    <a:gd name="T0" fmla="*/ 450 w 1120"/>
                    <a:gd name="T1" fmla="*/ 93 h 719"/>
                    <a:gd name="T2" fmla="*/ 530 w 1120"/>
                    <a:gd name="T3" fmla="*/ 133 h 719"/>
                    <a:gd name="T4" fmla="*/ 520 w 1120"/>
                    <a:gd name="T5" fmla="*/ 113 h 719"/>
                    <a:gd name="T6" fmla="*/ 138 w 1120"/>
                    <a:gd name="T7" fmla="*/ 68 h 719"/>
                    <a:gd name="T8" fmla="*/ 433 w 1120"/>
                    <a:gd name="T9" fmla="*/ 88 h 719"/>
                    <a:gd name="T10" fmla="*/ 197 w 1120"/>
                    <a:gd name="T11" fmla="*/ 28 h 719"/>
                    <a:gd name="T12" fmla="*/ 213 w 1120"/>
                    <a:gd name="T13" fmla="*/ 6 h 719"/>
                    <a:gd name="T14" fmla="*/ 357 w 1120"/>
                    <a:gd name="T15" fmla="*/ 46 h 719"/>
                    <a:gd name="T16" fmla="*/ 474 w 1120"/>
                    <a:gd name="T17" fmla="*/ 55 h 719"/>
                    <a:gd name="T18" fmla="*/ 152 w 1120"/>
                    <a:gd name="T19" fmla="*/ 72 h 719"/>
                    <a:gd name="T20" fmla="*/ 223 w 1120"/>
                    <a:gd name="T21" fmla="*/ 28 h 719"/>
                    <a:gd name="T22" fmla="*/ 210 w 1120"/>
                    <a:gd name="T23" fmla="*/ 33 h 719"/>
                    <a:gd name="T24" fmla="*/ 485 w 1120"/>
                    <a:gd name="T25" fmla="*/ 133 h 719"/>
                    <a:gd name="T26" fmla="*/ 187 w 1120"/>
                    <a:gd name="T27" fmla="*/ 22 h 719"/>
                    <a:gd name="T28" fmla="*/ 208 w 1120"/>
                    <a:gd name="T29" fmla="*/ 75 h 719"/>
                    <a:gd name="T30" fmla="*/ 193 w 1120"/>
                    <a:gd name="T31" fmla="*/ 297 h 719"/>
                    <a:gd name="T32" fmla="*/ 271 w 1120"/>
                    <a:gd name="T33" fmla="*/ 186 h 719"/>
                    <a:gd name="T34" fmla="*/ 185 w 1120"/>
                    <a:gd name="T35" fmla="*/ 267 h 719"/>
                    <a:gd name="T36" fmla="*/ 376 w 1120"/>
                    <a:gd name="T37" fmla="*/ 212 h 719"/>
                    <a:gd name="T38" fmla="*/ 217 w 1120"/>
                    <a:gd name="T39" fmla="*/ 369 h 719"/>
                    <a:gd name="T40" fmla="*/ 692 w 1120"/>
                    <a:gd name="T41" fmla="*/ 305 h 719"/>
                    <a:gd name="T42" fmla="*/ 690 w 1120"/>
                    <a:gd name="T43" fmla="*/ 286 h 719"/>
                    <a:gd name="T44" fmla="*/ 672 w 1120"/>
                    <a:gd name="T45" fmla="*/ 298 h 719"/>
                    <a:gd name="T46" fmla="*/ 750 w 1120"/>
                    <a:gd name="T47" fmla="*/ 212 h 719"/>
                    <a:gd name="T48" fmla="*/ 734 w 1120"/>
                    <a:gd name="T49" fmla="*/ 259 h 719"/>
                    <a:gd name="T50" fmla="*/ 848 w 1120"/>
                    <a:gd name="T51" fmla="*/ 208 h 719"/>
                    <a:gd name="T52" fmla="*/ 672 w 1120"/>
                    <a:gd name="T53" fmla="*/ 300 h 719"/>
                    <a:gd name="T54" fmla="*/ 673 w 1120"/>
                    <a:gd name="T55" fmla="*/ 306 h 719"/>
                    <a:gd name="T56" fmla="*/ 985 w 1120"/>
                    <a:gd name="T57" fmla="*/ 353 h 719"/>
                    <a:gd name="T58" fmla="*/ 804 w 1120"/>
                    <a:gd name="T59" fmla="*/ 311 h 719"/>
                    <a:gd name="T60" fmla="*/ 688 w 1120"/>
                    <a:gd name="T61" fmla="*/ 319 h 719"/>
                    <a:gd name="T62" fmla="*/ 675 w 1120"/>
                    <a:gd name="T63" fmla="*/ 277 h 719"/>
                    <a:gd name="T64" fmla="*/ 587 w 1120"/>
                    <a:gd name="T65" fmla="*/ 280 h 719"/>
                    <a:gd name="T66" fmla="*/ 526 w 1120"/>
                    <a:gd name="T67" fmla="*/ 294 h 719"/>
                    <a:gd name="T68" fmla="*/ 546 w 1120"/>
                    <a:gd name="T69" fmla="*/ 197 h 719"/>
                    <a:gd name="T70" fmla="*/ 471 w 1120"/>
                    <a:gd name="T71" fmla="*/ 213 h 719"/>
                    <a:gd name="T72" fmla="*/ 362 w 1120"/>
                    <a:gd name="T73" fmla="*/ 282 h 719"/>
                    <a:gd name="T74" fmla="*/ 346 w 1120"/>
                    <a:gd name="T75" fmla="*/ 327 h 719"/>
                    <a:gd name="T76" fmla="*/ 313 w 1120"/>
                    <a:gd name="T77" fmla="*/ 384 h 719"/>
                    <a:gd name="T78" fmla="*/ 209 w 1120"/>
                    <a:gd name="T79" fmla="*/ 376 h 719"/>
                    <a:gd name="T80" fmla="*/ 126 w 1120"/>
                    <a:gd name="T81" fmla="*/ 384 h 719"/>
                    <a:gd name="T82" fmla="*/ 63 w 1120"/>
                    <a:gd name="T83" fmla="*/ 445 h 719"/>
                    <a:gd name="T84" fmla="*/ 42 w 1120"/>
                    <a:gd name="T85" fmla="*/ 417 h 719"/>
                    <a:gd name="T86" fmla="*/ 67 w 1120"/>
                    <a:gd name="T87" fmla="*/ 377 h 719"/>
                    <a:gd name="T88" fmla="*/ 9 w 1120"/>
                    <a:gd name="T89" fmla="*/ 385 h 719"/>
                    <a:gd name="T90" fmla="*/ 5 w 1120"/>
                    <a:gd name="T91" fmla="*/ 525 h 719"/>
                    <a:gd name="T92" fmla="*/ 48 w 1120"/>
                    <a:gd name="T93" fmla="*/ 615 h 719"/>
                    <a:gd name="T94" fmla="*/ 64 w 1120"/>
                    <a:gd name="T95" fmla="*/ 681 h 719"/>
                    <a:gd name="T96" fmla="*/ 147 w 1120"/>
                    <a:gd name="T97" fmla="*/ 667 h 719"/>
                    <a:gd name="T98" fmla="*/ 231 w 1120"/>
                    <a:gd name="T99" fmla="*/ 625 h 719"/>
                    <a:gd name="T100" fmla="*/ 308 w 1120"/>
                    <a:gd name="T101" fmla="*/ 589 h 719"/>
                    <a:gd name="T102" fmla="*/ 419 w 1120"/>
                    <a:gd name="T103" fmla="*/ 639 h 719"/>
                    <a:gd name="T104" fmla="*/ 562 w 1120"/>
                    <a:gd name="T105" fmla="*/ 643 h 719"/>
                    <a:gd name="T106" fmla="*/ 701 w 1120"/>
                    <a:gd name="T107" fmla="*/ 646 h 719"/>
                    <a:gd name="T108" fmla="*/ 767 w 1120"/>
                    <a:gd name="T109" fmla="*/ 624 h 719"/>
                    <a:gd name="T110" fmla="*/ 818 w 1120"/>
                    <a:gd name="T111" fmla="*/ 523 h 719"/>
                    <a:gd name="T112" fmla="*/ 901 w 1120"/>
                    <a:gd name="T113" fmla="*/ 501 h 719"/>
                    <a:gd name="T114" fmla="*/ 871 w 1120"/>
                    <a:gd name="T115" fmla="*/ 559 h 719"/>
                    <a:gd name="T116" fmla="*/ 914 w 1120"/>
                    <a:gd name="T117" fmla="*/ 544 h 719"/>
                    <a:gd name="T118" fmla="*/ 1017 w 1120"/>
                    <a:gd name="T119" fmla="*/ 479 h 719"/>
                    <a:gd name="T120" fmla="*/ 1086 w 1120"/>
                    <a:gd name="T121" fmla="*/ 432 h 719"/>
                    <a:gd name="T122" fmla="*/ 872 w 1120"/>
                    <a:gd name="T123" fmla="*/ 626 h 719"/>
                    <a:gd name="T124" fmla="*/ 785 w 1120"/>
                    <a:gd name="T125" fmla="*/ 608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20" h="719">
                      <a:moveTo>
                        <a:pt x="88" y="448"/>
                      </a:moveTo>
                      <a:cubicBezTo>
                        <a:pt x="87" y="447"/>
                        <a:pt x="85" y="446"/>
                        <a:pt x="87" y="446"/>
                      </a:cubicBezTo>
                      <a:cubicBezTo>
                        <a:pt x="88" y="446"/>
                        <a:pt x="88" y="447"/>
                        <a:pt x="88" y="447"/>
                      </a:cubicBezTo>
                      <a:cubicBezTo>
                        <a:pt x="88" y="447"/>
                        <a:pt x="88" y="449"/>
                        <a:pt x="88" y="448"/>
                      </a:cubicBezTo>
                      <a:cubicBezTo>
                        <a:pt x="88" y="448"/>
                        <a:pt x="88" y="448"/>
                        <a:pt x="88" y="448"/>
                      </a:cubicBezTo>
                      <a:close/>
                      <a:moveTo>
                        <a:pt x="86" y="448"/>
                      </a:moveTo>
                      <a:cubicBezTo>
                        <a:pt x="86" y="448"/>
                        <a:pt x="87" y="450"/>
                        <a:pt x="88" y="450"/>
                      </a:cubicBezTo>
                      <a:cubicBezTo>
                        <a:pt x="88" y="450"/>
                        <a:pt x="88" y="449"/>
                        <a:pt x="88" y="449"/>
                      </a:cubicBezTo>
                      <a:cubicBezTo>
                        <a:pt x="88" y="449"/>
                        <a:pt x="88" y="449"/>
                        <a:pt x="87" y="449"/>
                      </a:cubicBezTo>
                      <a:cubicBezTo>
                        <a:pt x="87" y="448"/>
                        <a:pt x="87" y="448"/>
                        <a:pt x="86" y="448"/>
                      </a:cubicBezTo>
                      <a:cubicBezTo>
                        <a:pt x="86" y="447"/>
                        <a:pt x="85" y="447"/>
                        <a:pt x="85" y="448"/>
                      </a:cubicBezTo>
                      <a:cubicBezTo>
                        <a:pt x="85" y="448"/>
                        <a:pt x="85" y="448"/>
                        <a:pt x="86" y="448"/>
                      </a:cubicBezTo>
                      <a:close/>
                      <a:moveTo>
                        <a:pt x="1086" y="444"/>
                      </a:moveTo>
                      <a:cubicBezTo>
                        <a:pt x="1085" y="444"/>
                        <a:pt x="1084" y="445"/>
                        <a:pt x="1084" y="446"/>
                      </a:cubicBezTo>
                      <a:cubicBezTo>
                        <a:pt x="1084" y="447"/>
                        <a:pt x="1084" y="446"/>
                        <a:pt x="1085" y="447"/>
                      </a:cubicBezTo>
                      <a:cubicBezTo>
                        <a:pt x="1086" y="446"/>
                        <a:pt x="1087" y="446"/>
                        <a:pt x="1087" y="445"/>
                      </a:cubicBezTo>
                      <a:cubicBezTo>
                        <a:pt x="1087" y="445"/>
                        <a:pt x="1087" y="444"/>
                        <a:pt x="1086" y="444"/>
                      </a:cubicBezTo>
                      <a:close/>
                      <a:moveTo>
                        <a:pt x="1086" y="510"/>
                      </a:moveTo>
                      <a:cubicBezTo>
                        <a:pt x="1086" y="511"/>
                        <a:pt x="1085" y="511"/>
                        <a:pt x="1085" y="511"/>
                      </a:cubicBezTo>
                      <a:cubicBezTo>
                        <a:pt x="1083" y="511"/>
                        <a:pt x="1083" y="509"/>
                        <a:pt x="1082" y="508"/>
                      </a:cubicBezTo>
                      <a:cubicBezTo>
                        <a:pt x="1082" y="508"/>
                        <a:pt x="1082" y="508"/>
                        <a:pt x="1082" y="508"/>
                      </a:cubicBezTo>
                      <a:cubicBezTo>
                        <a:pt x="1082" y="508"/>
                        <a:pt x="1082" y="508"/>
                        <a:pt x="1082" y="508"/>
                      </a:cubicBezTo>
                      <a:cubicBezTo>
                        <a:pt x="1083" y="509"/>
                        <a:pt x="1084" y="509"/>
                        <a:pt x="1085" y="510"/>
                      </a:cubicBezTo>
                      <a:cubicBezTo>
                        <a:pt x="1086" y="510"/>
                        <a:pt x="1086" y="510"/>
                        <a:pt x="1086" y="510"/>
                      </a:cubicBezTo>
                      <a:close/>
                      <a:moveTo>
                        <a:pt x="1118" y="429"/>
                      </a:moveTo>
                      <a:cubicBezTo>
                        <a:pt x="1118" y="429"/>
                        <a:pt x="1118" y="429"/>
                        <a:pt x="1118" y="429"/>
                      </a:cubicBezTo>
                      <a:cubicBezTo>
                        <a:pt x="1118" y="429"/>
                        <a:pt x="1118" y="429"/>
                        <a:pt x="1118" y="429"/>
                      </a:cubicBezTo>
                      <a:cubicBezTo>
                        <a:pt x="1118" y="429"/>
                        <a:pt x="1118" y="429"/>
                        <a:pt x="1118" y="429"/>
                      </a:cubicBezTo>
                      <a:close/>
                      <a:moveTo>
                        <a:pt x="1117" y="429"/>
                      </a:moveTo>
                      <a:cubicBezTo>
                        <a:pt x="1117" y="429"/>
                        <a:pt x="1118" y="429"/>
                        <a:pt x="1118" y="429"/>
                      </a:cubicBezTo>
                      <a:cubicBezTo>
                        <a:pt x="1117" y="429"/>
                        <a:pt x="1117" y="428"/>
                        <a:pt x="1117" y="429"/>
                      </a:cubicBezTo>
                      <a:close/>
                      <a:moveTo>
                        <a:pt x="1100" y="552"/>
                      </a:moveTo>
                      <a:cubicBezTo>
                        <a:pt x="1100" y="552"/>
                        <a:pt x="1100" y="552"/>
                        <a:pt x="1100" y="552"/>
                      </a:cubicBezTo>
                      <a:cubicBezTo>
                        <a:pt x="1100" y="552"/>
                        <a:pt x="1100" y="552"/>
                        <a:pt x="1100" y="551"/>
                      </a:cubicBezTo>
                      <a:cubicBezTo>
                        <a:pt x="1100" y="551"/>
                        <a:pt x="1100" y="551"/>
                        <a:pt x="1100" y="551"/>
                      </a:cubicBezTo>
                      <a:cubicBezTo>
                        <a:pt x="1100" y="551"/>
                        <a:pt x="1100" y="551"/>
                        <a:pt x="1100" y="552"/>
                      </a:cubicBezTo>
                      <a:close/>
                      <a:moveTo>
                        <a:pt x="1119" y="429"/>
                      </a:moveTo>
                      <a:cubicBezTo>
                        <a:pt x="1119" y="430"/>
                        <a:pt x="1119" y="430"/>
                        <a:pt x="1120" y="430"/>
                      </a:cubicBezTo>
                      <a:cubicBezTo>
                        <a:pt x="1120" y="430"/>
                        <a:pt x="1119" y="429"/>
                        <a:pt x="1119" y="429"/>
                      </a:cubicBezTo>
                      <a:close/>
                      <a:moveTo>
                        <a:pt x="454" y="78"/>
                      </a:moveTo>
                      <a:cubicBezTo>
                        <a:pt x="454" y="78"/>
                        <a:pt x="454" y="78"/>
                        <a:pt x="454" y="78"/>
                      </a:cubicBezTo>
                      <a:cubicBezTo>
                        <a:pt x="454" y="78"/>
                        <a:pt x="454" y="78"/>
                        <a:pt x="454" y="78"/>
                      </a:cubicBezTo>
                      <a:cubicBezTo>
                        <a:pt x="454" y="78"/>
                        <a:pt x="454" y="78"/>
                        <a:pt x="454" y="78"/>
                      </a:cubicBezTo>
                      <a:cubicBezTo>
                        <a:pt x="454" y="78"/>
                        <a:pt x="454" y="78"/>
                        <a:pt x="454" y="78"/>
                      </a:cubicBezTo>
                      <a:cubicBezTo>
                        <a:pt x="454" y="78"/>
                        <a:pt x="454" y="78"/>
                        <a:pt x="454" y="78"/>
                      </a:cubicBezTo>
                      <a:close/>
                      <a:moveTo>
                        <a:pt x="490" y="124"/>
                      </a:moveTo>
                      <a:cubicBezTo>
                        <a:pt x="489" y="124"/>
                        <a:pt x="488" y="124"/>
                        <a:pt x="488" y="124"/>
                      </a:cubicBezTo>
                      <a:cubicBezTo>
                        <a:pt x="488" y="124"/>
                        <a:pt x="488" y="124"/>
                        <a:pt x="488" y="124"/>
                      </a:cubicBezTo>
                      <a:cubicBezTo>
                        <a:pt x="487" y="124"/>
                        <a:pt x="487" y="124"/>
                        <a:pt x="487" y="124"/>
                      </a:cubicBezTo>
                      <a:cubicBezTo>
                        <a:pt x="486" y="125"/>
                        <a:pt x="485" y="125"/>
                        <a:pt x="484" y="124"/>
                      </a:cubicBezTo>
                      <a:cubicBezTo>
                        <a:pt x="484" y="124"/>
                        <a:pt x="484" y="124"/>
                        <a:pt x="483" y="124"/>
                      </a:cubicBezTo>
                      <a:cubicBezTo>
                        <a:pt x="483" y="124"/>
                        <a:pt x="483" y="124"/>
                        <a:pt x="483" y="124"/>
                      </a:cubicBezTo>
                      <a:cubicBezTo>
                        <a:pt x="483" y="124"/>
                        <a:pt x="483" y="124"/>
                        <a:pt x="483" y="124"/>
                      </a:cubicBezTo>
                      <a:cubicBezTo>
                        <a:pt x="483" y="125"/>
                        <a:pt x="483" y="126"/>
                        <a:pt x="482" y="125"/>
                      </a:cubicBezTo>
                      <a:cubicBezTo>
                        <a:pt x="482" y="125"/>
                        <a:pt x="482" y="125"/>
                        <a:pt x="482" y="125"/>
                      </a:cubicBezTo>
                      <a:cubicBezTo>
                        <a:pt x="482" y="125"/>
                        <a:pt x="482" y="125"/>
                        <a:pt x="482" y="125"/>
                      </a:cubicBezTo>
                      <a:cubicBezTo>
                        <a:pt x="481" y="125"/>
                        <a:pt x="481" y="125"/>
                        <a:pt x="481" y="125"/>
                      </a:cubicBezTo>
                      <a:cubicBezTo>
                        <a:pt x="481" y="125"/>
                        <a:pt x="481" y="125"/>
                        <a:pt x="481" y="125"/>
                      </a:cubicBezTo>
                      <a:cubicBezTo>
                        <a:pt x="481" y="125"/>
                        <a:pt x="481" y="125"/>
                        <a:pt x="481" y="125"/>
                      </a:cubicBezTo>
                      <a:cubicBezTo>
                        <a:pt x="481" y="125"/>
                        <a:pt x="481" y="125"/>
                        <a:pt x="481" y="125"/>
                      </a:cubicBezTo>
                      <a:cubicBezTo>
                        <a:pt x="481" y="124"/>
                        <a:pt x="480" y="125"/>
                        <a:pt x="480" y="124"/>
                      </a:cubicBezTo>
                      <a:cubicBezTo>
                        <a:pt x="479" y="124"/>
                        <a:pt x="479" y="124"/>
                        <a:pt x="478" y="124"/>
                      </a:cubicBezTo>
                      <a:cubicBezTo>
                        <a:pt x="477" y="124"/>
                        <a:pt x="476" y="124"/>
                        <a:pt x="475" y="123"/>
                      </a:cubicBezTo>
                      <a:cubicBezTo>
                        <a:pt x="475" y="122"/>
                        <a:pt x="475" y="122"/>
                        <a:pt x="474" y="122"/>
                      </a:cubicBezTo>
                      <a:cubicBezTo>
                        <a:pt x="473" y="121"/>
                        <a:pt x="472" y="120"/>
                        <a:pt x="472" y="119"/>
                      </a:cubicBezTo>
                      <a:cubicBezTo>
                        <a:pt x="472" y="119"/>
                        <a:pt x="472" y="118"/>
                        <a:pt x="472" y="118"/>
                      </a:cubicBezTo>
                      <a:cubicBezTo>
                        <a:pt x="472" y="118"/>
                        <a:pt x="472" y="118"/>
                        <a:pt x="472" y="118"/>
                      </a:cubicBezTo>
                      <a:cubicBezTo>
                        <a:pt x="472" y="118"/>
                        <a:pt x="472" y="118"/>
                        <a:pt x="472" y="118"/>
                      </a:cubicBezTo>
                      <a:cubicBezTo>
                        <a:pt x="471" y="118"/>
                        <a:pt x="471" y="118"/>
                        <a:pt x="470" y="118"/>
                      </a:cubicBezTo>
                      <a:cubicBezTo>
                        <a:pt x="469" y="118"/>
                        <a:pt x="468" y="117"/>
                        <a:pt x="468" y="117"/>
                      </a:cubicBezTo>
                      <a:cubicBezTo>
                        <a:pt x="467" y="118"/>
                        <a:pt x="465" y="118"/>
                        <a:pt x="464" y="118"/>
                      </a:cubicBezTo>
                      <a:cubicBezTo>
                        <a:pt x="464" y="117"/>
                        <a:pt x="464" y="117"/>
                        <a:pt x="464" y="116"/>
                      </a:cubicBezTo>
                      <a:cubicBezTo>
                        <a:pt x="464" y="115"/>
                        <a:pt x="463" y="115"/>
                        <a:pt x="463" y="114"/>
                      </a:cubicBezTo>
                      <a:cubicBezTo>
                        <a:pt x="463" y="114"/>
                        <a:pt x="462" y="114"/>
                        <a:pt x="462" y="114"/>
                      </a:cubicBezTo>
                      <a:cubicBezTo>
                        <a:pt x="461" y="115"/>
                        <a:pt x="461" y="115"/>
                        <a:pt x="461" y="116"/>
                      </a:cubicBezTo>
                      <a:cubicBezTo>
                        <a:pt x="459" y="117"/>
                        <a:pt x="458" y="116"/>
                        <a:pt x="458" y="115"/>
                      </a:cubicBezTo>
                      <a:cubicBezTo>
                        <a:pt x="457" y="114"/>
                        <a:pt x="456" y="113"/>
                        <a:pt x="457" y="111"/>
                      </a:cubicBezTo>
                      <a:cubicBezTo>
                        <a:pt x="457" y="111"/>
                        <a:pt x="457" y="111"/>
                        <a:pt x="457" y="111"/>
                      </a:cubicBezTo>
                      <a:cubicBezTo>
                        <a:pt x="454" y="109"/>
                        <a:pt x="455" y="107"/>
                        <a:pt x="455" y="105"/>
                      </a:cubicBezTo>
                      <a:cubicBezTo>
                        <a:pt x="454" y="104"/>
                        <a:pt x="455" y="102"/>
                        <a:pt x="455" y="100"/>
                      </a:cubicBezTo>
                      <a:cubicBezTo>
                        <a:pt x="455" y="100"/>
                        <a:pt x="455" y="100"/>
                        <a:pt x="455" y="100"/>
                      </a:cubicBezTo>
                      <a:cubicBezTo>
                        <a:pt x="454" y="100"/>
                        <a:pt x="454" y="100"/>
                        <a:pt x="454" y="100"/>
                      </a:cubicBezTo>
                      <a:cubicBezTo>
                        <a:pt x="453" y="100"/>
                        <a:pt x="452" y="100"/>
                        <a:pt x="452" y="101"/>
                      </a:cubicBezTo>
                      <a:cubicBezTo>
                        <a:pt x="452" y="101"/>
                        <a:pt x="452" y="101"/>
                        <a:pt x="451" y="101"/>
                      </a:cubicBezTo>
                      <a:cubicBezTo>
                        <a:pt x="451" y="101"/>
                        <a:pt x="451" y="101"/>
                        <a:pt x="451" y="101"/>
                      </a:cubicBezTo>
                      <a:cubicBezTo>
                        <a:pt x="452" y="101"/>
                        <a:pt x="450" y="100"/>
                        <a:pt x="451" y="100"/>
                      </a:cubicBezTo>
                      <a:cubicBezTo>
                        <a:pt x="452" y="99"/>
                        <a:pt x="452" y="99"/>
                        <a:pt x="452" y="98"/>
                      </a:cubicBezTo>
                      <a:cubicBezTo>
                        <a:pt x="451" y="98"/>
                        <a:pt x="451" y="97"/>
                        <a:pt x="450" y="97"/>
                      </a:cubicBezTo>
                      <a:cubicBezTo>
                        <a:pt x="449" y="97"/>
                        <a:pt x="448" y="98"/>
                        <a:pt x="449" y="99"/>
                      </a:cubicBezTo>
                      <a:cubicBezTo>
                        <a:pt x="449" y="100"/>
                        <a:pt x="448" y="101"/>
                        <a:pt x="448" y="101"/>
                      </a:cubicBezTo>
                      <a:cubicBezTo>
                        <a:pt x="447" y="101"/>
                        <a:pt x="447" y="100"/>
                        <a:pt x="447" y="100"/>
                      </a:cubicBezTo>
                      <a:cubicBezTo>
                        <a:pt x="447" y="99"/>
                        <a:pt x="446" y="98"/>
                        <a:pt x="445" y="98"/>
                      </a:cubicBezTo>
                      <a:cubicBezTo>
                        <a:pt x="445" y="98"/>
                        <a:pt x="444" y="98"/>
                        <a:pt x="444" y="97"/>
                      </a:cubicBezTo>
                      <a:cubicBezTo>
                        <a:pt x="444" y="97"/>
                        <a:pt x="445" y="96"/>
                        <a:pt x="445" y="97"/>
                      </a:cubicBezTo>
                      <a:cubicBezTo>
                        <a:pt x="448" y="97"/>
                        <a:pt x="449" y="95"/>
                        <a:pt x="450" y="93"/>
                      </a:cubicBezTo>
                      <a:cubicBezTo>
                        <a:pt x="451" y="91"/>
                        <a:pt x="452" y="89"/>
                        <a:pt x="454" y="88"/>
                      </a:cubicBezTo>
                      <a:cubicBezTo>
                        <a:pt x="455" y="88"/>
                        <a:pt x="455" y="88"/>
                        <a:pt x="455" y="87"/>
                      </a:cubicBezTo>
                      <a:cubicBezTo>
                        <a:pt x="455" y="87"/>
                        <a:pt x="455" y="87"/>
                        <a:pt x="455" y="87"/>
                      </a:cubicBezTo>
                      <a:cubicBezTo>
                        <a:pt x="455" y="87"/>
                        <a:pt x="455" y="86"/>
                        <a:pt x="455" y="86"/>
                      </a:cubicBezTo>
                      <a:cubicBezTo>
                        <a:pt x="453" y="85"/>
                        <a:pt x="454" y="84"/>
                        <a:pt x="454" y="83"/>
                      </a:cubicBezTo>
                      <a:cubicBezTo>
                        <a:pt x="454" y="83"/>
                        <a:pt x="454" y="83"/>
                        <a:pt x="454" y="83"/>
                      </a:cubicBezTo>
                      <a:cubicBezTo>
                        <a:pt x="454" y="81"/>
                        <a:pt x="455" y="80"/>
                        <a:pt x="456" y="80"/>
                      </a:cubicBezTo>
                      <a:cubicBezTo>
                        <a:pt x="456" y="80"/>
                        <a:pt x="456" y="80"/>
                        <a:pt x="456" y="80"/>
                      </a:cubicBezTo>
                      <a:cubicBezTo>
                        <a:pt x="456" y="80"/>
                        <a:pt x="457" y="80"/>
                        <a:pt x="457" y="80"/>
                      </a:cubicBezTo>
                      <a:cubicBezTo>
                        <a:pt x="457" y="79"/>
                        <a:pt x="457" y="79"/>
                        <a:pt x="458" y="78"/>
                      </a:cubicBezTo>
                      <a:cubicBezTo>
                        <a:pt x="458" y="78"/>
                        <a:pt x="459" y="77"/>
                        <a:pt x="459" y="76"/>
                      </a:cubicBezTo>
                      <a:cubicBezTo>
                        <a:pt x="460" y="77"/>
                        <a:pt x="459" y="78"/>
                        <a:pt x="460" y="79"/>
                      </a:cubicBezTo>
                      <a:cubicBezTo>
                        <a:pt x="460" y="79"/>
                        <a:pt x="460" y="79"/>
                        <a:pt x="460" y="79"/>
                      </a:cubicBezTo>
                      <a:cubicBezTo>
                        <a:pt x="460" y="79"/>
                        <a:pt x="460" y="79"/>
                        <a:pt x="460" y="79"/>
                      </a:cubicBezTo>
                      <a:cubicBezTo>
                        <a:pt x="461" y="79"/>
                        <a:pt x="461" y="79"/>
                        <a:pt x="461" y="79"/>
                      </a:cubicBezTo>
                      <a:cubicBezTo>
                        <a:pt x="462" y="78"/>
                        <a:pt x="461" y="77"/>
                        <a:pt x="462" y="76"/>
                      </a:cubicBezTo>
                      <a:cubicBezTo>
                        <a:pt x="463" y="76"/>
                        <a:pt x="464" y="76"/>
                        <a:pt x="465" y="76"/>
                      </a:cubicBezTo>
                      <a:cubicBezTo>
                        <a:pt x="466" y="77"/>
                        <a:pt x="467" y="76"/>
                        <a:pt x="469" y="76"/>
                      </a:cubicBezTo>
                      <a:cubicBezTo>
                        <a:pt x="469" y="76"/>
                        <a:pt x="469" y="76"/>
                        <a:pt x="469" y="76"/>
                      </a:cubicBezTo>
                      <a:cubicBezTo>
                        <a:pt x="470" y="75"/>
                        <a:pt x="472" y="76"/>
                        <a:pt x="473" y="74"/>
                      </a:cubicBezTo>
                      <a:cubicBezTo>
                        <a:pt x="474" y="73"/>
                        <a:pt x="476" y="74"/>
                        <a:pt x="477" y="75"/>
                      </a:cubicBezTo>
                      <a:cubicBezTo>
                        <a:pt x="478" y="75"/>
                        <a:pt x="478" y="75"/>
                        <a:pt x="479" y="76"/>
                      </a:cubicBezTo>
                      <a:cubicBezTo>
                        <a:pt x="479" y="76"/>
                        <a:pt x="479" y="76"/>
                        <a:pt x="479" y="76"/>
                      </a:cubicBezTo>
                      <a:cubicBezTo>
                        <a:pt x="479" y="76"/>
                        <a:pt x="480" y="76"/>
                        <a:pt x="479" y="77"/>
                      </a:cubicBezTo>
                      <a:cubicBezTo>
                        <a:pt x="480" y="78"/>
                        <a:pt x="480" y="78"/>
                        <a:pt x="479" y="79"/>
                      </a:cubicBezTo>
                      <a:cubicBezTo>
                        <a:pt x="479" y="79"/>
                        <a:pt x="479" y="80"/>
                        <a:pt x="478" y="80"/>
                      </a:cubicBezTo>
                      <a:cubicBezTo>
                        <a:pt x="478" y="80"/>
                        <a:pt x="478" y="80"/>
                        <a:pt x="478" y="80"/>
                      </a:cubicBezTo>
                      <a:cubicBezTo>
                        <a:pt x="480" y="83"/>
                        <a:pt x="480" y="84"/>
                        <a:pt x="478" y="85"/>
                      </a:cubicBezTo>
                      <a:cubicBezTo>
                        <a:pt x="478" y="86"/>
                        <a:pt x="476" y="86"/>
                        <a:pt x="476" y="86"/>
                      </a:cubicBezTo>
                      <a:cubicBezTo>
                        <a:pt x="476" y="87"/>
                        <a:pt x="476" y="87"/>
                        <a:pt x="474" y="87"/>
                      </a:cubicBezTo>
                      <a:cubicBezTo>
                        <a:pt x="474" y="88"/>
                        <a:pt x="473" y="88"/>
                        <a:pt x="473" y="88"/>
                      </a:cubicBezTo>
                      <a:cubicBezTo>
                        <a:pt x="473" y="88"/>
                        <a:pt x="473" y="88"/>
                        <a:pt x="473" y="88"/>
                      </a:cubicBezTo>
                      <a:cubicBezTo>
                        <a:pt x="472" y="89"/>
                        <a:pt x="471" y="89"/>
                        <a:pt x="470" y="90"/>
                      </a:cubicBezTo>
                      <a:cubicBezTo>
                        <a:pt x="470" y="90"/>
                        <a:pt x="469" y="90"/>
                        <a:pt x="470" y="91"/>
                      </a:cubicBezTo>
                      <a:cubicBezTo>
                        <a:pt x="470" y="91"/>
                        <a:pt x="470" y="91"/>
                        <a:pt x="471" y="91"/>
                      </a:cubicBezTo>
                      <a:cubicBezTo>
                        <a:pt x="473" y="90"/>
                        <a:pt x="474" y="88"/>
                        <a:pt x="476" y="88"/>
                      </a:cubicBezTo>
                      <a:cubicBezTo>
                        <a:pt x="476" y="88"/>
                        <a:pt x="477" y="87"/>
                        <a:pt x="477" y="88"/>
                      </a:cubicBezTo>
                      <a:cubicBezTo>
                        <a:pt x="478" y="89"/>
                        <a:pt x="477" y="89"/>
                        <a:pt x="477" y="89"/>
                      </a:cubicBezTo>
                      <a:cubicBezTo>
                        <a:pt x="476" y="90"/>
                        <a:pt x="475" y="90"/>
                        <a:pt x="475" y="91"/>
                      </a:cubicBezTo>
                      <a:cubicBezTo>
                        <a:pt x="474" y="92"/>
                        <a:pt x="473" y="93"/>
                        <a:pt x="474" y="94"/>
                      </a:cubicBezTo>
                      <a:cubicBezTo>
                        <a:pt x="474" y="94"/>
                        <a:pt x="474" y="94"/>
                        <a:pt x="474" y="94"/>
                      </a:cubicBezTo>
                      <a:cubicBezTo>
                        <a:pt x="474" y="94"/>
                        <a:pt x="474" y="94"/>
                        <a:pt x="474" y="94"/>
                      </a:cubicBezTo>
                      <a:cubicBezTo>
                        <a:pt x="474" y="94"/>
                        <a:pt x="474" y="94"/>
                        <a:pt x="474" y="94"/>
                      </a:cubicBezTo>
                      <a:cubicBezTo>
                        <a:pt x="474" y="94"/>
                        <a:pt x="474" y="94"/>
                        <a:pt x="474" y="94"/>
                      </a:cubicBezTo>
                      <a:cubicBezTo>
                        <a:pt x="474" y="94"/>
                        <a:pt x="474" y="94"/>
                        <a:pt x="474" y="94"/>
                      </a:cubicBezTo>
                      <a:cubicBezTo>
                        <a:pt x="474" y="93"/>
                        <a:pt x="474" y="92"/>
                        <a:pt x="475" y="92"/>
                      </a:cubicBezTo>
                      <a:cubicBezTo>
                        <a:pt x="476" y="91"/>
                        <a:pt x="476" y="91"/>
                        <a:pt x="477" y="90"/>
                      </a:cubicBezTo>
                      <a:cubicBezTo>
                        <a:pt x="478" y="90"/>
                        <a:pt x="478" y="89"/>
                        <a:pt x="479" y="88"/>
                      </a:cubicBezTo>
                      <a:cubicBezTo>
                        <a:pt x="479" y="88"/>
                        <a:pt x="479" y="88"/>
                        <a:pt x="479" y="88"/>
                      </a:cubicBezTo>
                      <a:cubicBezTo>
                        <a:pt x="479" y="88"/>
                        <a:pt x="479" y="88"/>
                        <a:pt x="479" y="88"/>
                      </a:cubicBezTo>
                      <a:cubicBezTo>
                        <a:pt x="479" y="88"/>
                        <a:pt x="479" y="88"/>
                        <a:pt x="479" y="88"/>
                      </a:cubicBezTo>
                      <a:cubicBezTo>
                        <a:pt x="481" y="87"/>
                        <a:pt x="481" y="87"/>
                        <a:pt x="480" y="85"/>
                      </a:cubicBezTo>
                      <a:cubicBezTo>
                        <a:pt x="480" y="84"/>
                        <a:pt x="480" y="84"/>
                        <a:pt x="481" y="84"/>
                      </a:cubicBezTo>
                      <a:cubicBezTo>
                        <a:pt x="481" y="84"/>
                        <a:pt x="482" y="83"/>
                        <a:pt x="482" y="83"/>
                      </a:cubicBezTo>
                      <a:cubicBezTo>
                        <a:pt x="482" y="82"/>
                        <a:pt x="482" y="82"/>
                        <a:pt x="482" y="82"/>
                      </a:cubicBezTo>
                      <a:cubicBezTo>
                        <a:pt x="482" y="82"/>
                        <a:pt x="482" y="82"/>
                        <a:pt x="482" y="82"/>
                      </a:cubicBezTo>
                      <a:cubicBezTo>
                        <a:pt x="482" y="82"/>
                        <a:pt x="482" y="82"/>
                        <a:pt x="482" y="82"/>
                      </a:cubicBezTo>
                      <a:cubicBezTo>
                        <a:pt x="483" y="82"/>
                        <a:pt x="483" y="82"/>
                        <a:pt x="483" y="82"/>
                      </a:cubicBezTo>
                      <a:cubicBezTo>
                        <a:pt x="483" y="82"/>
                        <a:pt x="483" y="81"/>
                        <a:pt x="483" y="80"/>
                      </a:cubicBezTo>
                      <a:cubicBezTo>
                        <a:pt x="482" y="79"/>
                        <a:pt x="483" y="78"/>
                        <a:pt x="484" y="78"/>
                      </a:cubicBezTo>
                      <a:cubicBezTo>
                        <a:pt x="484" y="80"/>
                        <a:pt x="486" y="78"/>
                        <a:pt x="486" y="78"/>
                      </a:cubicBezTo>
                      <a:cubicBezTo>
                        <a:pt x="487" y="78"/>
                        <a:pt x="487" y="78"/>
                        <a:pt x="488" y="78"/>
                      </a:cubicBezTo>
                      <a:cubicBezTo>
                        <a:pt x="488" y="78"/>
                        <a:pt x="487" y="79"/>
                        <a:pt x="488" y="79"/>
                      </a:cubicBezTo>
                      <a:cubicBezTo>
                        <a:pt x="488" y="79"/>
                        <a:pt x="488" y="79"/>
                        <a:pt x="489" y="79"/>
                      </a:cubicBezTo>
                      <a:cubicBezTo>
                        <a:pt x="489" y="80"/>
                        <a:pt x="488" y="80"/>
                        <a:pt x="488" y="80"/>
                      </a:cubicBezTo>
                      <a:cubicBezTo>
                        <a:pt x="491" y="80"/>
                        <a:pt x="491" y="83"/>
                        <a:pt x="492" y="84"/>
                      </a:cubicBezTo>
                      <a:cubicBezTo>
                        <a:pt x="493" y="84"/>
                        <a:pt x="492" y="85"/>
                        <a:pt x="492" y="85"/>
                      </a:cubicBezTo>
                      <a:cubicBezTo>
                        <a:pt x="492" y="85"/>
                        <a:pt x="493" y="86"/>
                        <a:pt x="493" y="86"/>
                      </a:cubicBezTo>
                      <a:cubicBezTo>
                        <a:pt x="493" y="86"/>
                        <a:pt x="493" y="86"/>
                        <a:pt x="493" y="86"/>
                      </a:cubicBezTo>
                      <a:cubicBezTo>
                        <a:pt x="494" y="87"/>
                        <a:pt x="494" y="88"/>
                        <a:pt x="494" y="89"/>
                      </a:cubicBezTo>
                      <a:cubicBezTo>
                        <a:pt x="494" y="90"/>
                        <a:pt x="493" y="90"/>
                        <a:pt x="492" y="90"/>
                      </a:cubicBezTo>
                      <a:cubicBezTo>
                        <a:pt x="493" y="91"/>
                        <a:pt x="493" y="92"/>
                        <a:pt x="492" y="93"/>
                      </a:cubicBezTo>
                      <a:cubicBezTo>
                        <a:pt x="492" y="93"/>
                        <a:pt x="492" y="94"/>
                        <a:pt x="492" y="94"/>
                      </a:cubicBezTo>
                      <a:cubicBezTo>
                        <a:pt x="492" y="94"/>
                        <a:pt x="492" y="94"/>
                        <a:pt x="492" y="94"/>
                      </a:cubicBezTo>
                      <a:cubicBezTo>
                        <a:pt x="493" y="94"/>
                        <a:pt x="493" y="95"/>
                        <a:pt x="492" y="96"/>
                      </a:cubicBezTo>
                      <a:cubicBezTo>
                        <a:pt x="492" y="96"/>
                        <a:pt x="491" y="97"/>
                        <a:pt x="492" y="98"/>
                      </a:cubicBezTo>
                      <a:cubicBezTo>
                        <a:pt x="492" y="98"/>
                        <a:pt x="492" y="98"/>
                        <a:pt x="492" y="98"/>
                      </a:cubicBezTo>
                      <a:cubicBezTo>
                        <a:pt x="492" y="99"/>
                        <a:pt x="492" y="99"/>
                        <a:pt x="492" y="99"/>
                      </a:cubicBezTo>
                      <a:cubicBezTo>
                        <a:pt x="492" y="100"/>
                        <a:pt x="492" y="101"/>
                        <a:pt x="492" y="102"/>
                      </a:cubicBezTo>
                      <a:cubicBezTo>
                        <a:pt x="492" y="102"/>
                        <a:pt x="492" y="103"/>
                        <a:pt x="492" y="104"/>
                      </a:cubicBezTo>
                      <a:cubicBezTo>
                        <a:pt x="492" y="104"/>
                        <a:pt x="492" y="104"/>
                        <a:pt x="492" y="104"/>
                      </a:cubicBezTo>
                      <a:cubicBezTo>
                        <a:pt x="492" y="104"/>
                        <a:pt x="492" y="104"/>
                        <a:pt x="492" y="104"/>
                      </a:cubicBezTo>
                      <a:cubicBezTo>
                        <a:pt x="491" y="105"/>
                        <a:pt x="492" y="106"/>
                        <a:pt x="492" y="107"/>
                      </a:cubicBezTo>
                      <a:cubicBezTo>
                        <a:pt x="492" y="108"/>
                        <a:pt x="491" y="108"/>
                        <a:pt x="490" y="108"/>
                      </a:cubicBezTo>
                      <a:cubicBezTo>
                        <a:pt x="490" y="109"/>
                        <a:pt x="490" y="108"/>
                        <a:pt x="489" y="108"/>
                      </a:cubicBezTo>
                      <a:cubicBezTo>
                        <a:pt x="489" y="107"/>
                        <a:pt x="489" y="107"/>
                        <a:pt x="489" y="107"/>
                      </a:cubicBezTo>
                      <a:cubicBezTo>
                        <a:pt x="488" y="107"/>
                        <a:pt x="488" y="106"/>
                        <a:pt x="488" y="107"/>
                      </a:cubicBezTo>
                      <a:cubicBezTo>
                        <a:pt x="487" y="107"/>
                        <a:pt x="487" y="108"/>
                        <a:pt x="488" y="108"/>
                      </a:cubicBezTo>
                      <a:cubicBezTo>
                        <a:pt x="488" y="109"/>
                        <a:pt x="489" y="110"/>
                        <a:pt x="490" y="111"/>
                      </a:cubicBezTo>
                      <a:cubicBezTo>
                        <a:pt x="490" y="111"/>
                        <a:pt x="491" y="112"/>
                        <a:pt x="491" y="112"/>
                      </a:cubicBezTo>
                      <a:cubicBezTo>
                        <a:pt x="490" y="113"/>
                        <a:pt x="491" y="114"/>
                        <a:pt x="491" y="114"/>
                      </a:cubicBezTo>
                      <a:cubicBezTo>
                        <a:pt x="492" y="114"/>
                        <a:pt x="493" y="115"/>
                        <a:pt x="493" y="116"/>
                      </a:cubicBezTo>
                      <a:cubicBezTo>
                        <a:pt x="493" y="117"/>
                        <a:pt x="493" y="119"/>
                        <a:pt x="493" y="121"/>
                      </a:cubicBezTo>
                      <a:cubicBezTo>
                        <a:pt x="492" y="122"/>
                        <a:pt x="491" y="123"/>
                        <a:pt x="490" y="124"/>
                      </a:cubicBezTo>
                      <a:close/>
                      <a:moveTo>
                        <a:pt x="530" y="133"/>
                      </a:moveTo>
                      <a:cubicBezTo>
                        <a:pt x="530" y="133"/>
                        <a:pt x="530" y="134"/>
                        <a:pt x="530" y="134"/>
                      </a:cubicBezTo>
                      <a:cubicBezTo>
                        <a:pt x="530" y="134"/>
                        <a:pt x="530" y="134"/>
                        <a:pt x="530" y="134"/>
                      </a:cubicBezTo>
                      <a:cubicBezTo>
                        <a:pt x="529" y="136"/>
                        <a:pt x="528" y="138"/>
                        <a:pt x="527" y="140"/>
                      </a:cubicBezTo>
                      <a:cubicBezTo>
                        <a:pt x="526" y="141"/>
                        <a:pt x="526" y="142"/>
                        <a:pt x="524" y="141"/>
                      </a:cubicBezTo>
                      <a:cubicBezTo>
                        <a:pt x="524" y="141"/>
                        <a:pt x="524" y="141"/>
                        <a:pt x="524" y="141"/>
                      </a:cubicBezTo>
                      <a:cubicBezTo>
                        <a:pt x="524" y="142"/>
                        <a:pt x="523" y="141"/>
                        <a:pt x="522" y="142"/>
                      </a:cubicBezTo>
                      <a:cubicBezTo>
                        <a:pt x="521" y="142"/>
                        <a:pt x="520" y="143"/>
                        <a:pt x="518" y="144"/>
                      </a:cubicBezTo>
                      <a:cubicBezTo>
                        <a:pt x="518" y="144"/>
                        <a:pt x="518" y="144"/>
                        <a:pt x="518" y="144"/>
                      </a:cubicBezTo>
                      <a:cubicBezTo>
                        <a:pt x="518" y="145"/>
                        <a:pt x="517" y="144"/>
                        <a:pt x="516" y="144"/>
                      </a:cubicBezTo>
                      <a:cubicBezTo>
                        <a:pt x="516" y="144"/>
                        <a:pt x="515" y="145"/>
                        <a:pt x="515" y="145"/>
                      </a:cubicBezTo>
                      <a:cubicBezTo>
                        <a:pt x="515" y="145"/>
                        <a:pt x="515" y="145"/>
                        <a:pt x="515" y="145"/>
                      </a:cubicBezTo>
                      <a:cubicBezTo>
                        <a:pt x="515" y="145"/>
                        <a:pt x="515" y="145"/>
                        <a:pt x="515" y="145"/>
                      </a:cubicBezTo>
                      <a:cubicBezTo>
                        <a:pt x="514" y="145"/>
                        <a:pt x="514" y="145"/>
                        <a:pt x="513" y="145"/>
                      </a:cubicBezTo>
                      <a:cubicBezTo>
                        <a:pt x="513" y="145"/>
                        <a:pt x="513" y="145"/>
                        <a:pt x="513" y="145"/>
                      </a:cubicBezTo>
                      <a:cubicBezTo>
                        <a:pt x="513" y="145"/>
                        <a:pt x="513" y="145"/>
                        <a:pt x="513" y="145"/>
                      </a:cubicBezTo>
                      <a:cubicBezTo>
                        <a:pt x="512" y="145"/>
                        <a:pt x="513" y="147"/>
                        <a:pt x="512" y="147"/>
                      </a:cubicBezTo>
                      <a:cubicBezTo>
                        <a:pt x="511" y="147"/>
                        <a:pt x="512" y="146"/>
                        <a:pt x="511" y="145"/>
                      </a:cubicBezTo>
                      <a:cubicBezTo>
                        <a:pt x="511" y="145"/>
                        <a:pt x="511" y="145"/>
                        <a:pt x="511" y="145"/>
                      </a:cubicBezTo>
                      <a:cubicBezTo>
                        <a:pt x="511" y="145"/>
                        <a:pt x="511" y="145"/>
                        <a:pt x="511" y="145"/>
                      </a:cubicBezTo>
                      <a:cubicBezTo>
                        <a:pt x="510" y="145"/>
                        <a:pt x="509" y="145"/>
                        <a:pt x="508" y="145"/>
                      </a:cubicBezTo>
                      <a:cubicBezTo>
                        <a:pt x="508" y="146"/>
                        <a:pt x="507" y="146"/>
                        <a:pt x="506" y="146"/>
                      </a:cubicBezTo>
                      <a:cubicBezTo>
                        <a:pt x="506" y="146"/>
                        <a:pt x="506" y="146"/>
                        <a:pt x="506" y="146"/>
                      </a:cubicBezTo>
                      <a:cubicBezTo>
                        <a:pt x="506" y="146"/>
                        <a:pt x="506" y="146"/>
                        <a:pt x="506" y="146"/>
                      </a:cubicBezTo>
                      <a:cubicBezTo>
                        <a:pt x="506" y="146"/>
                        <a:pt x="505" y="146"/>
                        <a:pt x="505" y="146"/>
                      </a:cubicBezTo>
                      <a:cubicBezTo>
                        <a:pt x="505" y="146"/>
                        <a:pt x="505" y="146"/>
                        <a:pt x="505" y="146"/>
                      </a:cubicBezTo>
                      <a:cubicBezTo>
                        <a:pt x="505" y="146"/>
                        <a:pt x="505" y="146"/>
                        <a:pt x="505" y="146"/>
                      </a:cubicBezTo>
                      <a:cubicBezTo>
                        <a:pt x="504" y="146"/>
                        <a:pt x="503" y="146"/>
                        <a:pt x="502" y="146"/>
                      </a:cubicBezTo>
                      <a:cubicBezTo>
                        <a:pt x="500" y="146"/>
                        <a:pt x="500" y="148"/>
                        <a:pt x="499" y="149"/>
                      </a:cubicBezTo>
                      <a:cubicBezTo>
                        <a:pt x="497" y="150"/>
                        <a:pt x="495" y="152"/>
                        <a:pt x="493" y="153"/>
                      </a:cubicBezTo>
                      <a:cubicBezTo>
                        <a:pt x="493" y="154"/>
                        <a:pt x="492" y="154"/>
                        <a:pt x="492" y="153"/>
                      </a:cubicBezTo>
                      <a:cubicBezTo>
                        <a:pt x="491" y="153"/>
                        <a:pt x="490" y="153"/>
                        <a:pt x="490" y="154"/>
                      </a:cubicBezTo>
                      <a:cubicBezTo>
                        <a:pt x="488" y="151"/>
                        <a:pt x="489" y="148"/>
                        <a:pt x="491" y="145"/>
                      </a:cubicBezTo>
                      <a:cubicBezTo>
                        <a:pt x="492" y="142"/>
                        <a:pt x="493" y="139"/>
                        <a:pt x="495" y="137"/>
                      </a:cubicBezTo>
                      <a:cubicBezTo>
                        <a:pt x="495" y="136"/>
                        <a:pt x="495" y="135"/>
                        <a:pt x="495" y="135"/>
                      </a:cubicBezTo>
                      <a:cubicBezTo>
                        <a:pt x="495" y="134"/>
                        <a:pt x="495" y="133"/>
                        <a:pt x="496" y="132"/>
                      </a:cubicBezTo>
                      <a:cubicBezTo>
                        <a:pt x="496" y="132"/>
                        <a:pt x="496" y="132"/>
                        <a:pt x="496" y="132"/>
                      </a:cubicBezTo>
                      <a:cubicBezTo>
                        <a:pt x="495" y="131"/>
                        <a:pt x="496" y="130"/>
                        <a:pt x="496" y="129"/>
                      </a:cubicBezTo>
                      <a:cubicBezTo>
                        <a:pt x="496" y="129"/>
                        <a:pt x="496" y="129"/>
                        <a:pt x="496" y="129"/>
                      </a:cubicBezTo>
                      <a:cubicBezTo>
                        <a:pt x="496" y="128"/>
                        <a:pt x="496" y="126"/>
                        <a:pt x="497" y="125"/>
                      </a:cubicBezTo>
                      <a:cubicBezTo>
                        <a:pt x="497" y="125"/>
                        <a:pt x="498" y="124"/>
                        <a:pt x="498" y="125"/>
                      </a:cubicBezTo>
                      <a:cubicBezTo>
                        <a:pt x="499" y="126"/>
                        <a:pt x="499" y="126"/>
                        <a:pt x="500" y="126"/>
                      </a:cubicBezTo>
                      <a:cubicBezTo>
                        <a:pt x="500" y="126"/>
                        <a:pt x="500" y="126"/>
                        <a:pt x="500" y="126"/>
                      </a:cubicBezTo>
                      <a:cubicBezTo>
                        <a:pt x="500" y="126"/>
                        <a:pt x="500" y="126"/>
                        <a:pt x="500" y="126"/>
                      </a:cubicBezTo>
                      <a:cubicBezTo>
                        <a:pt x="500" y="126"/>
                        <a:pt x="500" y="126"/>
                        <a:pt x="500" y="126"/>
                      </a:cubicBezTo>
                      <a:cubicBezTo>
                        <a:pt x="499" y="125"/>
                        <a:pt x="499" y="125"/>
                        <a:pt x="499" y="124"/>
                      </a:cubicBezTo>
                      <a:cubicBezTo>
                        <a:pt x="498" y="122"/>
                        <a:pt x="499" y="120"/>
                        <a:pt x="499" y="118"/>
                      </a:cubicBezTo>
                      <a:cubicBezTo>
                        <a:pt x="500" y="117"/>
                        <a:pt x="500" y="117"/>
                        <a:pt x="501" y="118"/>
                      </a:cubicBezTo>
                      <a:cubicBezTo>
                        <a:pt x="502" y="118"/>
                        <a:pt x="502" y="118"/>
                        <a:pt x="502" y="118"/>
                      </a:cubicBezTo>
                      <a:cubicBezTo>
                        <a:pt x="502" y="118"/>
                        <a:pt x="502" y="118"/>
                        <a:pt x="502" y="118"/>
                      </a:cubicBezTo>
                      <a:cubicBezTo>
                        <a:pt x="502" y="118"/>
                        <a:pt x="502" y="118"/>
                        <a:pt x="502" y="118"/>
                      </a:cubicBezTo>
                      <a:cubicBezTo>
                        <a:pt x="503" y="118"/>
                        <a:pt x="503" y="118"/>
                        <a:pt x="503" y="118"/>
                      </a:cubicBezTo>
                      <a:cubicBezTo>
                        <a:pt x="503" y="118"/>
                        <a:pt x="502" y="117"/>
                        <a:pt x="502" y="117"/>
                      </a:cubicBezTo>
                      <a:cubicBezTo>
                        <a:pt x="502" y="117"/>
                        <a:pt x="501" y="117"/>
                        <a:pt x="501" y="117"/>
                      </a:cubicBezTo>
                      <a:cubicBezTo>
                        <a:pt x="500" y="116"/>
                        <a:pt x="500" y="116"/>
                        <a:pt x="500" y="115"/>
                      </a:cubicBezTo>
                      <a:cubicBezTo>
                        <a:pt x="500" y="114"/>
                        <a:pt x="501" y="113"/>
                        <a:pt x="502" y="114"/>
                      </a:cubicBezTo>
                      <a:cubicBezTo>
                        <a:pt x="502" y="114"/>
                        <a:pt x="502" y="114"/>
                        <a:pt x="502" y="114"/>
                      </a:cubicBezTo>
                      <a:cubicBezTo>
                        <a:pt x="502" y="114"/>
                        <a:pt x="502" y="114"/>
                        <a:pt x="502" y="114"/>
                      </a:cubicBezTo>
                      <a:cubicBezTo>
                        <a:pt x="501" y="112"/>
                        <a:pt x="501" y="109"/>
                        <a:pt x="503" y="109"/>
                      </a:cubicBezTo>
                      <a:cubicBezTo>
                        <a:pt x="503" y="109"/>
                        <a:pt x="503" y="109"/>
                        <a:pt x="503" y="109"/>
                      </a:cubicBezTo>
                      <a:cubicBezTo>
                        <a:pt x="504" y="108"/>
                        <a:pt x="504" y="108"/>
                        <a:pt x="504" y="107"/>
                      </a:cubicBezTo>
                      <a:cubicBezTo>
                        <a:pt x="504" y="106"/>
                        <a:pt x="504" y="106"/>
                        <a:pt x="504" y="105"/>
                      </a:cubicBezTo>
                      <a:cubicBezTo>
                        <a:pt x="504" y="105"/>
                        <a:pt x="505" y="105"/>
                        <a:pt x="505" y="105"/>
                      </a:cubicBezTo>
                      <a:cubicBezTo>
                        <a:pt x="506" y="105"/>
                        <a:pt x="505" y="105"/>
                        <a:pt x="506" y="105"/>
                      </a:cubicBezTo>
                      <a:cubicBezTo>
                        <a:pt x="506" y="106"/>
                        <a:pt x="506" y="106"/>
                        <a:pt x="506" y="106"/>
                      </a:cubicBezTo>
                      <a:cubicBezTo>
                        <a:pt x="506" y="106"/>
                        <a:pt x="506" y="106"/>
                        <a:pt x="506" y="106"/>
                      </a:cubicBezTo>
                      <a:cubicBezTo>
                        <a:pt x="507" y="107"/>
                        <a:pt x="506" y="107"/>
                        <a:pt x="506" y="108"/>
                      </a:cubicBezTo>
                      <a:cubicBezTo>
                        <a:pt x="506" y="109"/>
                        <a:pt x="506" y="109"/>
                        <a:pt x="507" y="109"/>
                      </a:cubicBezTo>
                      <a:cubicBezTo>
                        <a:pt x="507" y="109"/>
                        <a:pt x="508" y="110"/>
                        <a:pt x="508" y="110"/>
                      </a:cubicBezTo>
                      <a:cubicBezTo>
                        <a:pt x="509" y="109"/>
                        <a:pt x="508" y="109"/>
                        <a:pt x="508" y="109"/>
                      </a:cubicBezTo>
                      <a:cubicBezTo>
                        <a:pt x="508" y="107"/>
                        <a:pt x="508" y="106"/>
                        <a:pt x="508" y="104"/>
                      </a:cubicBezTo>
                      <a:cubicBezTo>
                        <a:pt x="508" y="102"/>
                        <a:pt x="509" y="102"/>
                        <a:pt x="510" y="103"/>
                      </a:cubicBezTo>
                      <a:cubicBezTo>
                        <a:pt x="512" y="104"/>
                        <a:pt x="513" y="105"/>
                        <a:pt x="514" y="107"/>
                      </a:cubicBezTo>
                      <a:cubicBezTo>
                        <a:pt x="515" y="107"/>
                        <a:pt x="514" y="107"/>
                        <a:pt x="514" y="108"/>
                      </a:cubicBezTo>
                      <a:cubicBezTo>
                        <a:pt x="513" y="109"/>
                        <a:pt x="513" y="110"/>
                        <a:pt x="512" y="111"/>
                      </a:cubicBezTo>
                      <a:cubicBezTo>
                        <a:pt x="512" y="111"/>
                        <a:pt x="512" y="111"/>
                        <a:pt x="512" y="111"/>
                      </a:cubicBezTo>
                      <a:cubicBezTo>
                        <a:pt x="512" y="111"/>
                        <a:pt x="512" y="111"/>
                        <a:pt x="512" y="111"/>
                      </a:cubicBezTo>
                      <a:cubicBezTo>
                        <a:pt x="512" y="111"/>
                        <a:pt x="512" y="112"/>
                        <a:pt x="512" y="113"/>
                      </a:cubicBezTo>
                      <a:cubicBezTo>
                        <a:pt x="512" y="113"/>
                        <a:pt x="512" y="114"/>
                        <a:pt x="512" y="114"/>
                      </a:cubicBezTo>
                      <a:cubicBezTo>
                        <a:pt x="512" y="114"/>
                        <a:pt x="512" y="114"/>
                        <a:pt x="512" y="114"/>
                      </a:cubicBezTo>
                      <a:cubicBezTo>
                        <a:pt x="512" y="114"/>
                        <a:pt x="512" y="114"/>
                        <a:pt x="512" y="114"/>
                      </a:cubicBezTo>
                      <a:cubicBezTo>
                        <a:pt x="512" y="116"/>
                        <a:pt x="512" y="117"/>
                        <a:pt x="512" y="118"/>
                      </a:cubicBezTo>
                      <a:cubicBezTo>
                        <a:pt x="511" y="120"/>
                        <a:pt x="510" y="122"/>
                        <a:pt x="509" y="124"/>
                      </a:cubicBezTo>
                      <a:cubicBezTo>
                        <a:pt x="509" y="124"/>
                        <a:pt x="509" y="124"/>
                        <a:pt x="509" y="124"/>
                      </a:cubicBezTo>
                      <a:cubicBezTo>
                        <a:pt x="509" y="124"/>
                        <a:pt x="509" y="124"/>
                        <a:pt x="509" y="124"/>
                      </a:cubicBezTo>
                      <a:cubicBezTo>
                        <a:pt x="510" y="125"/>
                        <a:pt x="510" y="124"/>
                        <a:pt x="511" y="124"/>
                      </a:cubicBezTo>
                      <a:cubicBezTo>
                        <a:pt x="512" y="121"/>
                        <a:pt x="513" y="119"/>
                        <a:pt x="513" y="117"/>
                      </a:cubicBezTo>
                      <a:cubicBezTo>
                        <a:pt x="513" y="117"/>
                        <a:pt x="513" y="116"/>
                        <a:pt x="514" y="116"/>
                      </a:cubicBezTo>
                      <a:cubicBezTo>
                        <a:pt x="515" y="116"/>
                        <a:pt x="515" y="115"/>
                        <a:pt x="516" y="114"/>
                      </a:cubicBezTo>
                      <a:cubicBezTo>
                        <a:pt x="517" y="114"/>
                        <a:pt x="517" y="112"/>
                        <a:pt x="517" y="111"/>
                      </a:cubicBezTo>
                      <a:cubicBezTo>
                        <a:pt x="518" y="112"/>
                        <a:pt x="518" y="112"/>
                        <a:pt x="518" y="113"/>
                      </a:cubicBezTo>
                      <a:cubicBezTo>
                        <a:pt x="519" y="113"/>
                        <a:pt x="519" y="112"/>
                        <a:pt x="519" y="111"/>
                      </a:cubicBezTo>
                      <a:cubicBezTo>
                        <a:pt x="519" y="111"/>
                        <a:pt x="519" y="111"/>
                        <a:pt x="519" y="111"/>
                      </a:cubicBezTo>
                      <a:cubicBezTo>
                        <a:pt x="519" y="111"/>
                        <a:pt x="519" y="111"/>
                        <a:pt x="519" y="111"/>
                      </a:cubicBezTo>
                      <a:cubicBezTo>
                        <a:pt x="520" y="112"/>
                        <a:pt x="519" y="112"/>
                        <a:pt x="520" y="113"/>
                      </a:cubicBezTo>
                      <a:cubicBezTo>
                        <a:pt x="520" y="113"/>
                        <a:pt x="520" y="113"/>
                        <a:pt x="520" y="113"/>
                      </a:cubicBezTo>
                      <a:cubicBezTo>
                        <a:pt x="520" y="113"/>
                        <a:pt x="520" y="113"/>
                        <a:pt x="520" y="113"/>
                      </a:cubicBezTo>
                      <a:cubicBezTo>
                        <a:pt x="520" y="113"/>
                        <a:pt x="520" y="113"/>
                        <a:pt x="520" y="113"/>
                      </a:cubicBezTo>
                      <a:cubicBezTo>
                        <a:pt x="521" y="113"/>
                        <a:pt x="521" y="114"/>
                        <a:pt x="520" y="115"/>
                      </a:cubicBezTo>
                      <a:cubicBezTo>
                        <a:pt x="520" y="115"/>
                        <a:pt x="520" y="116"/>
                        <a:pt x="521" y="116"/>
                      </a:cubicBezTo>
                      <a:cubicBezTo>
                        <a:pt x="521" y="116"/>
                        <a:pt x="521" y="116"/>
                        <a:pt x="521" y="116"/>
                      </a:cubicBezTo>
                      <a:cubicBezTo>
                        <a:pt x="521" y="116"/>
                        <a:pt x="521" y="116"/>
                        <a:pt x="521" y="116"/>
                      </a:cubicBezTo>
                      <a:cubicBezTo>
                        <a:pt x="521" y="116"/>
                        <a:pt x="521" y="117"/>
                        <a:pt x="521" y="117"/>
                      </a:cubicBezTo>
                      <a:cubicBezTo>
                        <a:pt x="522" y="117"/>
                        <a:pt x="522" y="117"/>
                        <a:pt x="523" y="116"/>
                      </a:cubicBezTo>
                      <a:cubicBezTo>
                        <a:pt x="522" y="117"/>
                        <a:pt x="522" y="118"/>
                        <a:pt x="521" y="117"/>
                      </a:cubicBezTo>
                      <a:cubicBezTo>
                        <a:pt x="521" y="117"/>
                        <a:pt x="521" y="117"/>
                        <a:pt x="521" y="118"/>
                      </a:cubicBezTo>
                      <a:cubicBezTo>
                        <a:pt x="523" y="118"/>
                        <a:pt x="523" y="119"/>
                        <a:pt x="523" y="120"/>
                      </a:cubicBezTo>
                      <a:cubicBezTo>
                        <a:pt x="523" y="120"/>
                        <a:pt x="523" y="120"/>
                        <a:pt x="523" y="120"/>
                      </a:cubicBezTo>
                      <a:cubicBezTo>
                        <a:pt x="524" y="121"/>
                        <a:pt x="524" y="121"/>
                        <a:pt x="524" y="122"/>
                      </a:cubicBezTo>
                      <a:cubicBezTo>
                        <a:pt x="524" y="122"/>
                        <a:pt x="524" y="122"/>
                        <a:pt x="524" y="123"/>
                      </a:cubicBezTo>
                      <a:cubicBezTo>
                        <a:pt x="524" y="123"/>
                        <a:pt x="523" y="123"/>
                        <a:pt x="523" y="124"/>
                      </a:cubicBezTo>
                      <a:cubicBezTo>
                        <a:pt x="523" y="124"/>
                        <a:pt x="523" y="124"/>
                        <a:pt x="523" y="124"/>
                      </a:cubicBezTo>
                      <a:cubicBezTo>
                        <a:pt x="524" y="124"/>
                        <a:pt x="524" y="124"/>
                        <a:pt x="524" y="124"/>
                      </a:cubicBezTo>
                      <a:cubicBezTo>
                        <a:pt x="524" y="124"/>
                        <a:pt x="524" y="124"/>
                        <a:pt x="524" y="124"/>
                      </a:cubicBezTo>
                      <a:cubicBezTo>
                        <a:pt x="524" y="124"/>
                        <a:pt x="524" y="124"/>
                        <a:pt x="524" y="124"/>
                      </a:cubicBezTo>
                      <a:cubicBezTo>
                        <a:pt x="525" y="124"/>
                        <a:pt x="524" y="125"/>
                        <a:pt x="525" y="125"/>
                      </a:cubicBezTo>
                      <a:cubicBezTo>
                        <a:pt x="525" y="125"/>
                        <a:pt x="525" y="124"/>
                        <a:pt x="525" y="124"/>
                      </a:cubicBezTo>
                      <a:cubicBezTo>
                        <a:pt x="525" y="123"/>
                        <a:pt x="525" y="123"/>
                        <a:pt x="526" y="123"/>
                      </a:cubicBezTo>
                      <a:cubicBezTo>
                        <a:pt x="527" y="124"/>
                        <a:pt x="528" y="124"/>
                        <a:pt x="529" y="125"/>
                      </a:cubicBezTo>
                      <a:cubicBezTo>
                        <a:pt x="529" y="126"/>
                        <a:pt x="529" y="127"/>
                        <a:pt x="529" y="128"/>
                      </a:cubicBezTo>
                      <a:cubicBezTo>
                        <a:pt x="529" y="128"/>
                        <a:pt x="529" y="128"/>
                        <a:pt x="529" y="128"/>
                      </a:cubicBezTo>
                      <a:cubicBezTo>
                        <a:pt x="529" y="128"/>
                        <a:pt x="529" y="128"/>
                        <a:pt x="529" y="128"/>
                      </a:cubicBezTo>
                      <a:cubicBezTo>
                        <a:pt x="530" y="128"/>
                        <a:pt x="529" y="129"/>
                        <a:pt x="529" y="129"/>
                      </a:cubicBezTo>
                      <a:cubicBezTo>
                        <a:pt x="529" y="129"/>
                        <a:pt x="529" y="129"/>
                        <a:pt x="529" y="129"/>
                      </a:cubicBezTo>
                      <a:cubicBezTo>
                        <a:pt x="529" y="129"/>
                        <a:pt x="529" y="129"/>
                        <a:pt x="529" y="129"/>
                      </a:cubicBezTo>
                      <a:cubicBezTo>
                        <a:pt x="530" y="130"/>
                        <a:pt x="529" y="131"/>
                        <a:pt x="530" y="133"/>
                      </a:cubicBezTo>
                      <a:cubicBezTo>
                        <a:pt x="530" y="133"/>
                        <a:pt x="530" y="133"/>
                        <a:pt x="530" y="133"/>
                      </a:cubicBezTo>
                      <a:close/>
                      <a:moveTo>
                        <a:pt x="517" y="144"/>
                      </a:moveTo>
                      <a:cubicBezTo>
                        <a:pt x="517" y="144"/>
                        <a:pt x="517" y="144"/>
                        <a:pt x="517" y="144"/>
                      </a:cubicBezTo>
                      <a:cubicBezTo>
                        <a:pt x="517" y="144"/>
                        <a:pt x="517" y="144"/>
                        <a:pt x="517" y="144"/>
                      </a:cubicBezTo>
                      <a:cubicBezTo>
                        <a:pt x="517" y="144"/>
                        <a:pt x="517" y="144"/>
                        <a:pt x="517" y="144"/>
                      </a:cubicBezTo>
                      <a:close/>
                      <a:moveTo>
                        <a:pt x="165" y="51"/>
                      </a:moveTo>
                      <a:cubicBezTo>
                        <a:pt x="164" y="50"/>
                        <a:pt x="163" y="49"/>
                        <a:pt x="162" y="48"/>
                      </a:cubicBezTo>
                      <a:cubicBezTo>
                        <a:pt x="162" y="48"/>
                        <a:pt x="162" y="48"/>
                        <a:pt x="162" y="48"/>
                      </a:cubicBezTo>
                      <a:cubicBezTo>
                        <a:pt x="161" y="49"/>
                        <a:pt x="160" y="49"/>
                        <a:pt x="159" y="48"/>
                      </a:cubicBezTo>
                      <a:cubicBezTo>
                        <a:pt x="159" y="49"/>
                        <a:pt x="157" y="49"/>
                        <a:pt x="157" y="50"/>
                      </a:cubicBezTo>
                      <a:cubicBezTo>
                        <a:pt x="156" y="51"/>
                        <a:pt x="156" y="51"/>
                        <a:pt x="155" y="50"/>
                      </a:cubicBezTo>
                      <a:cubicBezTo>
                        <a:pt x="155" y="50"/>
                        <a:pt x="156" y="49"/>
                        <a:pt x="156" y="49"/>
                      </a:cubicBezTo>
                      <a:cubicBezTo>
                        <a:pt x="156" y="49"/>
                        <a:pt x="157" y="48"/>
                        <a:pt x="156" y="47"/>
                      </a:cubicBezTo>
                      <a:cubicBezTo>
                        <a:pt x="156" y="47"/>
                        <a:pt x="156" y="47"/>
                        <a:pt x="156" y="47"/>
                      </a:cubicBezTo>
                      <a:cubicBezTo>
                        <a:pt x="157" y="47"/>
                        <a:pt x="158" y="47"/>
                        <a:pt x="158" y="47"/>
                      </a:cubicBezTo>
                      <a:cubicBezTo>
                        <a:pt x="158" y="47"/>
                        <a:pt x="158" y="46"/>
                        <a:pt x="158" y="46"/>
                      </a:cubicBezTo>
                      <a:cubicBezTo>
                        <a:pt x="160" y="46"/>
                        <a:pt x="160" y="45"/>
                        <a:pt x="160" y="43"/>
                      </a:cubicBezTo>
                      <a:cubicBezTo>
                        <a:pt x="160" y="43"/>
                        <a:pt x="160" y="42"/>
                        <a:pt x="159" y="42"/>
                      </a:cubicBezTo>
                      <a:cubicBezTo>
                        <a:pt x="159" y="42"/>
                        <a:pt x="159" y="42"/>
                        <a:pt x="159" y="42"/>
                      </a:cubicBezTo>
                      <a:cubicBezTo>
                        <a:pt x="159" y="42"/>
                        <a:pt x="159" y="41"/>
                        <a:pt x="159" y="42"/>
                      </a:cubicBezTo>
                      <a:cubicBezTo>
                        <a:pt x="158" y="43"/>
                        <a:pt x="157" y="44"/>
                        <a:pt x="156" y="44"/>
                      </a:cubicBezTo>
                      <a:cubicBezTo>
                        <a:pt x="156" y="44"/>
                        <a:pt x="156" y="44"/>
                        <a:pt x="156" y="44"/>
                      </a:cubicBezTo>
                      <a:cubicBezTo>
                        <a:pt x="155" y="44"/>
                        <a:pt x="155" y="45"/>
                        <a:pt x="155" y="45"/>
                      </a:cubicBezTo>
                      <a:cubicBezTo>
                        <a:pt x="154" y="45"/>
                        <a:pt x="154" y="46"/>
                        <a:pt x="154" y="45"/>
                      </a:cubicBezTo>
                      <a:cubicBezTo>
                        <a:pt x="154" y="45"/>
                        <a:pt x="153" y="44"/>
                        <a:pt x="154" y="44"/>
                      </a:cubicBezTo>
                      <a:cubicBezTo>
                        <a:pt x="154" y="43"/>
                        <a:pt x="154" y="43"/>
                        <a:pt x="154" y="43"/>
                      </a:cubicBezTo>
                      <a:cubicBezTo>
                        <a:pt x="154" y="43"/>
                        <a:pt x="155" y="43"/>
                        <a:pt x="155" y="43"/>
                      </a:cubicBezTo>
                      <a:cubicBezTo>
                        <a:pt x="155" y="43"/>
                        <a:pt x="156" y="43"/>
                        <a:pt x="156" y="42"/>
                      </a:cubicBezTo>
                      <a:cubicBezTo>
                        <a:pt x="155" y="42"/>
                        <a:pt x="155" y="41"/>
                        <a:pt x="154" y="42"/>
                      </a:cubicBezTo>
                      <a:cubicBezTo>
                        <a:pt x="154" y="42"/>
                        <a:pt x="154" y="42"/>
                        <a:pt x="153" y="42"/>
                      </a:cubicBezTo>
                      <a:cubicBezTo>
                        <a:pt x="153" y="42"/>
                        <a:pt x="153" y="42"/>
                        <a:pt x="153" y="42"/>
                      </a:cubicBezTo>
                      <a:cubicBezTo>
                        <a:pt x="153" y="42"/>
                        <a:pt x="153" y="42"/>
                        <a:pt x="153" y="42"/>
                      </a:cubicBezTo>
                      <a:cubicBezTo>
                        <a:pt x="153" y="42"/>
                        <a:pt x="152" y="43"/>
                        <a:pt x="152" y="43"/>
                      </a:cubicBezTo>
                      <a:cubicBezTo>
                        <a:pt x="151" y="45"/>
                        <a:pt x="150" y="46"/>
                        <a:pt x="148" y="47"/>
                      </a:cubicBezTo>
                      <a:cubicBezTo>
                        <a:pt x="148" y="48"/>
                        <a:pt x="147" y="48"/>
                        <a:pt x="147" y="48"/>
                      </a:cubicBezTo>
                      <a:cubicBezTo>
                        <a:pt x="148" y="49"/>
                        <a:pt x="147" y="50"/>
                        <a:pt x="146" y="50"/>
                      </a:cubicBezTo>
                      <a:cubicBezTo>
                        <a:pt x="146" y="50"/>
                        <a:pt x="147" y="51"/>
                        <a:pt x="147" y="51"/>
                      </a:cubicBezTo>
                      <a:cubicBezTo>
                        <a:pt x="147" y="51"/>
                        <a:pt x="147" y="51"/>
                        <a:pt x="147" y="51"/>
                      </a:cubicBezTo>
                      <a:cubicBezTo>
                        <a:pt x="147" y="50"/>
                        <a:pt x="147" y="50"/>
                        <a:pt x="148" y="50"/>
                      </a:cubicBezTo>
                      <a:cubicBezTo>
                        <a:pt x="149" y="50"/>
                        <a:pt x="148" y="51"/>
                        <a:pt x="148" y="51"/>
                      </a:cubicBezTo>
                      <a:cubicBezTo>
                        <a:pt x="148" y="51"/>
                        <a:pt x="148" y="52"/>
                        <a:pt x="148" y="52"/>
                      </a:cubicBezTo>
                      <a:cubicBezTo>
                        <a:pt x="148" y="52"/>
                        <a:pt x="149" y="52"/>
                        <a:pt x="149" y="52"/>
                      </a:cubicBezTo>
                      <a:cubicBezTo>
                        <a:pt x="150" y="51"/>
                        <a:pt x="150" y="51"/>
                        <a:pt x="151" y="52"/>
                      </a:cubicBezTo>
                      <a:cubicBezTo>
                        <a:pt x="151" y="53"/>
                        <a:pt x="151" y="54"/>
                        <a:pt x="150" y="54"/>
                      </a:cubicBezTo>
                      <a:cubicBezTo>
                        <a:pt x="149" y="54"/>
                        <a:pt x="148" y="55"/>
                        <a:pt x="149" y="56"/>
                      </a:cubicBezTo>
                      <a:cubicBezTo>
                        <a:pt x="149" y="56"/>
                        <a:pt x="149" y="56"/>
                        <a:pt x="149" y="56"/>
                      </a:cubicBezTo>
                      <a:cubicBezTo>
                        <a:pt x="148" y="57"/>
                        <a:pt x="148" y="57"/>
                        <a:pt x="148" y="58"/>
                      </a:cubicBezTo>
                      <a:cubicBezTo>
                        <a:pt x="148" y="59"/>
                        <a:pt x="148" y="59"/>
                        <a:pt x="147" y="59"/>
                      </a:cubicBezTo>
                      <a:cubicBezTo>
                        <a:pt x="146" y="59"/>
                        <a:pt x="146" y="59"/>
                        <a:pt x="145" y="60"/>
                      </a:cubicBezTo>
                      <a:cubicBezTo>
                        <a:pt x="145" y="62"/>
                        <a:pt x="145" y="61"/>
                        <a:pt x="144" y="60"/>
                      </a:cubicBezTo>
                      <a:cubicBezTo>
                        <a:pt x="144" y="60"/>
                        <a:pt x="143" y="59"/>
                        <a:pt x="143" y="59"/>
                      </a:cubicBezTo>
                      <a:cubicBezTo>
                        <a:pt x="143" y="58"/>
                        <a:pt x="143" y="58"/>
                        <a:pt x="142" y="58"/>
                      </a:cubicBezTo>
                      <a:cubicBezTo>
                        <a:pt x="141" y="59"/>
                        <a:pt x="140" y="58"/>
                        <a:pt x="140" y="59"/>
                      </a:cubicBezTo>
                      <a:cubicBezTo>
                        <a:pt x="139" y="59"/>
                        <a:pt x="137" y="60"/>
                        <a:pt x="136" y="61"/>
                      </a:cubicBezTo>
                      <a:cubicBezTo>
                        <a:pt x="136" y="62"/>
                        <a:pt x="136" y="62"/>
                        <a:pt x="136" y="62"/>
                      </a:cubicBezTo>
                      <a:cubicBezTo>
                        <a:pt x="136" y="63"/>
                        <a:pt x="137" y="62"/>
                        <a:pt x="137" y="62"/>
                      </a:cubicBezTo>
                      <a:cubicBezTo>
                        <a:pt x="138" y="61"/>
                        <a:pt x="139" y="62"/>
                        <a:pt x="140" y="62"/>
                      </a:cubicBezTo>
                      <a:cubicBezTo>
                        <a:pt x="140" y="62"/>
                        <a:pt x="142" y="63"/>
                        <a:pt x="141" y="64"/>
                      </a:cubicBezTo>
                      <a:cubicBezTo>
                        <a:pt x="141" y="65"/>
                        <a:pt x="140" y="65"/>
                        <a:pt x="140" y="64"/>
                      </a:cubicBezTo>
                      <a:cubicBezTo>
                        <a:pt x="139" y="64"/>
                        <a:pt x="139" y="64"/>
                        <a:pt x="138" y="64"/>
                      </a:cubicBezTo>
                      <a:cubicBezTo>
                        <a:pt x="138" y="64"/>
                        <a:pt x="138" y="64"/>
                        <a:pt x="137" y="64"/>
                      </a:cubicBezTo>
                      <a:cubicBezTo>
                        <a:pt x="137" y="65"/>
                        <a:pt x="137" y="65"/>
                        <a:pt x="138" y="65"/>
                      </a:cubicBezTo>
                      <a:cubicBezTo>
                        <a:pt x="138" y="66"/>
                        <a:pt x="138" y="66"/>
                        <a:pt x="139" y="66"/>
                      </a:cubicBezTo>
                      <a:cubicBezTo>
                        <a:pt x="139" y="66"/>
                        <a:pt x="140" y="66"/>
                        <a:pt x="140" y="67"/>
                      </a:cubicBezTo>
                      <a:cubicBezTo>
                        <a:pt x="140" y="68"/>
                        <a:pt x="139" y="69"/>
                        <a:pt x="138" y="68"/>
                      </a:cubicBezTo>
                      <a:cubicBezTo>
                        <a:pt x="138" y="68"/>
                        <a:pt x="137" y="69"/>
                        <a:pt x="136" y="67"/>
                      </a:cubicBezTo>
                      <a:cubicBezTo>
                        <a:pt x="136" y="67"/>
                        <a:pt x="136" y="67"/>
                        <a:pt x="136" y="68"/>
                      </a:cubicBezTo>
                      <a:cubicBezTo>
                        <a:pt x="135" y="68"/>
                        <a:pt x="135" y="68"/>
                        <a:pt x="135" y="68"/>
                      </a:cubicBezTo>
                      <a:cubicBezTo>
                        <a:pt x="134" y="68"/>
                        <a:pt x="135" y="67"/>
                        <a:pt x="135" y="67"/>
                      </a:cubicBezTo>
                      <a:cubicBezTo>
                        <a:pt x="135" y="66"/>
                        <a:pt x="135" y="65"/>
                        <a:pt x="135" y="65"/>
                      </a:cubicBezTo>
                      <a:cubicBezTo>
                        <a:pt x="134" y="65"/>
                        <a:pt x="134" y="65"/>
                        <a:pt x="133" y="66"/>
                      </a:cubicBezTo>
                      <a:cubicBezTo>
                        <a:pt x="133" y="66"/>
                        <a:pt x="133" y="67"/>
                        <a:pt x="132" y="67"/>
                      </a:cubicBezTo>
                      <a:cubicBezTo>
                        <a:pt x="131" y="68"/>
                        <a:pt x="131" y="68"/>
                        <a:pt x="131" y="69"/>
                      </a:cubicBezTo>
                      <a:cubicBezTo>
                        <a:pt x="132" y="70"/>
                        <a:pt x="133" y="71"/>
                        <a:pt x="133" y="72"/>
                      </a:cubicBezTo>
                      <a:cubicBezTo>
                        <a:pt x="133" y="73"/>
                        <a:pt x="133" y="73"/>
                        <a:pt x="135" y="73"/>
                      </a:cubicBezTo>
                      <a:cubicBezTo>
                        <a:pt x="135" y="73"/>
                        <a:pt x="135" y="73"/>
                        <a:pt x="136" y="73"/>
                      </a:cubicBezTo>
                      <a:cubicBezTo>
                        <a:pt x="136" y="72"/>
                        <a:pt x="135" y="72"/>
                        <a:pt x="136" y="71"/>
                      </a:cubicBezTo>
                      <a:cubicBezTo>
                        <a:pt x="136" y="71"/>
                        <a:pt x="137" y="71"/>
                        <a:pt x="137" y="71"/>
                      </a:cubicBezTo>
                      <a:cubicBezTo>
                        <a:pt x="137" y="71"/>
                        <a:pt x="137" y="71"/>
                        <a:pt x="137" y="71"/>
                      </a:cubicBezTo>
                      <a:cubicBezTo>
                        <a:pt x="138" y="71"/>
                        <a:pt x="138" y="71"/>
                        <a:pt x="138" y="71"/>
                      </a:cubicBezTo>
                      <a:cubicBezTo>
                        <a:pt x="139" y="71"/>
                        <a:pt x="139" y="70"/>
                        <a:pt x="140" y="71"/>
                      </a:cubicBezTo>
                      <a:cubicBezTo>
                        <a:pt x="140" y="71"/>
                        <a:pt x="139" y="71"/>
                        <a:pt x="139" y="72"/>
                      </a:cubicBezTo>
                      <a:cubicBezTo>
                        <a:pt x="139" y="72"/>
                        <a:pt x="139" y="72"/>
                        <a:pt x="139" y="73"/>
                      </a:cubicBezTo>
                      <a:cubicBezTo>
                        <a:pt x="140" y="73"/>
                        <a:pt x="140" y="73"/>
                        <a:pt x="140" y="73"/>
                      </a:cubicBezTo>
                      <a:cubicBezTo>
                        <a:pt x="138" y="73"/>
                        <a:pt x="138" y="75"/>
                        <a:pt x="138" y="77"/>
                      </a:cubicBezTo>
                      <a:cubicBezTo>
                        <a:pt x="138" y="77"/>
                        <a:pt x="138" y="78"/>
                        <a:pt x="138" y="78"/>
                      </a:cubicBezTo>
                      <a:cubicBezTo>
                        <a:pt x="139" y="78"/>
                        <a:pt x="140" y="78"/>
                        <a:pt x="140" y="76"/>
                      </a:cubicBezTo>
                      <a:cubicBezTo>
                        <a:pt x="140" y="76"/>
                        <a:pt x="140" y="76"/>
                        <a:pt x="140" y="76"/>
                      </a:cubicBezTo>
                      <a:cubicBezTo>
                        <a:pt x="141" y="76"/>
                        <a:pt x="141" y="76"/>
                        <a:pt x="142" y="76"/>
                      </a:cubicBezTo>
                      <a:cubicBezTo>
                        <a:pt x="142" y="76"/>
                        <a:pt x="142" y="77"/>
                        <a:pt x="142" y="77"/>
                      </a:cubicBezTo>
                      <a:cubicBezTo>
                        <a:pt x="142" y="77"/>
                        <a:pt x="143" y="76"/>
                        <a:pt x="143" y="76"/>
                      </a:cubicBezTo>
                      <a:cubicBezTo>
                        <a:pt x="143" y="76"/>
                        <a:pt x="143" y="76"/>
                        <a:pt x="143" y="76"/>
                      </a:cubicBezTo>
                      <a:cubicBezTo>
                        <a:pt x="143" y="75"/>
                        <a:pt x="143" y="75"/>
                        <a:pt x="143" y="74"/>
                      </a:cubicBezTo>
                      <a:cubicBezTo>
                        <a:pt x="143" y="74"/>
                        <a:pt x="143" y="73"/>
                        <a:pt x="143" y="73"/>
                      </a:cubicBezTo>
                      <a:cubicBezTo>
                        <a:pt x="143" y="73"/>
                        <a:pt x="144" y="73"/>
                        <a:pt x="144" y="74"/>
                      </a:cubicBezTo>
                      <a:cubicBezTo>
                        <a:pt x="144" y="74"/>
                        <a:pt x="145" y="74"/>
                        <a:pt x="145" y="74"/>
                      </a:cubicBezTo>
                      <a:cubicBezTo>
                        <a:pt x="146" y="75"/>
                        <a:pt x="146" y="74"/>
                        <a:pt x="147" y="74"/>
                      </a:cubicBezTo>
                      <a:cubicBezTo>
                        <a:pt x="147" y="73"/>
                        <a:pt x="147" y="73"/>
                        <a:pt x="146" y="72"/>
                      </a:cubicBezTo>
                      <a:cubicBezTo>
                        <a:pt x="146" y="72"/>
                        <a:pt x="146" y="72"/>
                        <a:pt x="146" y="71"/>
                      </a:cubicBezTo>
                      <a:cubicBezTo>
                        <a:pt x="147" y="70"/>
                        <a:pt x="146" y="69"/>
                        <a:pt x="144" y="69"/>
                      </a:cubicBezTo>
                      <a:cubicBezTo>
                        <a:pt x="144" y="69"/>
                        <a:pt x="144" y="68"/>
                        <a:pt x="144" y="68"/>
                      </a:cubicBezTo>
                      <a:cubicBezTo>
                        <a:pt x="144" y="68"/>
                        <a:pt x="144" y="68"/>
                        <a:pt x="144" y="68"/>
                      </a:cubicBezTo>
                      <a:cubicBezTo>
                        <a:pt x="144" y="68"/>
                        <a:pt x="144" y="68"/>
                        <a:pt x="144" y="68"/>
                      </a:cubicBezTo>
                      <a:cubicBezTo>
                        <a:pt x="144" y="67"/>
                        <a:pt x="144" y="67"/>
                        <a:pt x="144" y="67"/>
                      </a:cubicBezTo>
                      <a:cubicBezTo>
                        <a:pt x="144" y="67"/>
                        <a:pt x="145" y="67"/>
                        <a:pt x="145" y="67"/>
                      </a:cubicBezTo>
                      <a:cubicBezTo>
                        <a:pt x="145" y="67"/>
                        <a:pt x="145" y="67"/>
                        <a:pt x="145" y="67"/>
                      </a:cubicBezTo>
                      <a:cubicBezTo>
                        <a:pt x="145" y="67"/>
                        <a:pt x="145" y="67"/>
                        <a:pt x="145" y="67"/>
                      </a:cubicBezTo>
                      <a:cubicBezTo>
                        <a:pt x="145" y="66"/>
                        <a:pt x="144" y="65"/>
                        <a:pt x="145" y="65"/>
                      </a:cubicBezTo>
                      <a:cubicBezTo>
                        <a:pt x="146" y="65"/>
                        <a:pt x="147" y="65"/>
                        <a:pt x="148" y="66"/>
                      </a:cubicBezTo>
                      <a:cubicBezTo>
                        <a:pt x="150" y="67"/>
                        <a:pt x="150" y="67"/>
                        <a:pt x="152" y="65"/>
                      </a:cubicBezTo>
                      <a:cubicBezTo>
                        <a:pt x="152" y="64"/>
                        <a:pt x="152" y="63"/>
                        <a:pt x="152" y="63"/>
                      </a:cubicBezTo>
                      <a:cubicBezTo>
                        <a:pt x="152" y="63"/>
                        <a:pt x="152" y="63"/>
                        <a:pt x="152" y="63"/>
                      </a:cubicBezTo>
                      <a:cubicBezTo>
                        <a:pt x="151" y="62"/>
                        <a:pt x="151" y="61"/>
                        <a:pt x="152" y="61"/>
                      </a:cubicBezTo>
                      <a:cubicBezTo>
                        <a:pt x="153" y="61"/>
                        <a:pt x="154" y="59"/>
                        <a:pt x="156" y="59"/>
                      </a:cubicBezTo>
                      <a:cubicBezTo>
                        <a:pt x="157" y="59"/>
                        <a:pt x="158" y="60"/>
                        <a:pt x="159" y="59"/>
                      </a:cubicBezTo>
                      <a:cubicBezTo>
                        <a:pt x="159" y="59"/>
                        <a:pt x="159" y="59"/>
                        <a:pt x="159" y="59"/>
                      </a:cubicBezTo>
                      <a:cubicBezTo>
                        <a:pt x="160" y="59"/>
                        <a:pt x="161" y="58"/>
                        <a:pt x="161" y="57"/>
                      </a:cubicBezTo>
                      <a:cubicBezTo>
                        <a:pt x="161" y="56"/>
                        <a:pt x="161" y="56"/>
                        <a:pt x="161" y="55"/>
                      </a:cubicBezTo>
                      <a:cubicBezTo>
                        <a:pt x="163" y="55"/>
                        <a:pt x="164" y="53"/>
                        <a:pt x="165" y="52"/>
                      </a:cubicBezTo>
                      <a:cubicBezTo>
                        <a:pt x="165" y="52"/>
                        <a:pt x="166" y="51"/>
                        <a:pt x="165" y="51"/>
                      </a:cubicBezTo>
                      <a:close/>
                      <a:moveTo>
                        <a:pt x="236" y="48"/>
                      </a:moveTo>
                      <a:cubicBezTo>
                        <a:pt x="236" y="48"/>
                        <a:pt x="236" y="48"/>
                        <a:pt x="236" y="48"/>
                      </a:cubicBezTo>
                      <a:cubicBezTo>
                        <a:pt x="236" y="48"/>
                        <a:pt x="236" y="47"/>
                        <a:pt x="236" y="47"/>
                      </a:cubicBezTo>
                      <a:cubicBezTo>
                        <a:pt x="236" y="47"/>
                        <a:pt x="236" y="47"/>
                        <a:pt x="236" y="47"/>
                      </a:cubicBezTo>
                      <a:cubicBezTo>
                        <a:pt x="235" y="44"/>
                        <a:pt x="233" y="44"/>
                        <a:pt x="231" y="46"/>
                      </a:cubicBezTo>
                      <a:cubicBezTo>
                        <a:pt x="231" y="46"/>
                        <a:pt x="231" y="47"/>
                        <a:pt x="230" y="47"/>
                      </a:cubicBezTo>
                      <a:cubicBezTo>
                        <a:pt x="229" y="46"/>
                        <a:pt x="228" y="47"/>
                        <a:pt x="228" y="47"/>
                      </a:cubicBezTo>
                      <a:cubicBezTo>
                        <a:pt x="226" y="48"/>
                        <a:pt x="225" y="49"/>
                        <a:pt x="224" y="48"/>
                      </a:cubicBezTo>
                      <a:cubicBezTo>
                        <a:pt x="223" y="48"/>
                        <a:pt x="222" y="48"/>
                        <a:pt x="221" y="48"/>
                      </a:cubicBezTo>
                      <a:cubicBezTo>
                        <a:pt x="222" y="48"/>
                        <a:pt x="222" y="48"/>
                        <a:pt x="222" y="48"/>
                      </a:cubicBezTo>
                      <a:cubicBezTo>
                        <a:pt x="222" y="48"/>
                        <a:pt x="223" y="48"/>
                        <a:pt x="223" y="47"/>
                      </a:cubicBezTo>
                      <a:cubicBezTo>
                        <a:pt x="223" y="47"/>
                        <a:pt x="222" y="46"/>
                        <a:pt x="221" y="46"/>
                      </a:cubicBezTo>
                      <a:cubicBezTo>
                        <a:pt x="220" y="47"/>
                        <a:pt x="219" y="48"/>
                        <a:pt x="219" y="50"/>
                      </a:cubicBezTo>
                      <a:cubicBezTo>
                        <a:pt x="218" y="50"/>
                        <a:pt x="218" y="50"/>
                        <a:pt x="218" y="51"/>
                      </a:cubicBezTo>
                      <a:cubicBezTo>
                        <a:pt x="217" y="52"/>
                        <a:pt x="217" y="53"/>
                        <a:pt x="217" y="55"/>
                      </a:cubicBezTo>
                      <a:cubicBezTo>
                        <a:pt x="218" y="55"/>
                        <a:pt x="218" y="55"/>
                        <a:pt x="217" y="56"/>
                      </a:cubicBezTo>
                      <a:cubicBezTo>
                        <a:pt x="216" y="57"/>
                        <a:pt x="217" y="58"/>
                        <a:pt x="217" y="59"/>
                      </a:cubicBezTo>
                      <a:cubicBezTo>
                        <a:pt x="217" y="60"/>
                        <a:pt x="217" y="61"/>
                        <a:pt x="218" y="63"/>
                      </a:cubicBezTo>
                      <a:cubicBezTo>
                        <a:pt x="218" y="64"/>
                        <a:pt x="219" y="65"/>
                        <a:pt x="220" y="64"/>
                      </a:cubicBezTo>
                      <a:cubicBezTo>
                        <a:pt x="221" y="64"/>
                        <a:pt x="221" y="64"/>
                        <a:pt x="222" y="63"/>
                      </a:cubicBezTo>
                      <a:cubicBezTo>
                        <a:pt x="224" y="62"/>
                        <a:pt x="224" y="62"/>
                        <a:pt x="225" y="64"/>
                      </a:cubicBezTo>
                      <a:cubicBezTo>
                        <a:pt x="226" y="66"/>
                        <a:pt x="228" y="66"/>
                        <a:pt x="230" y="65"/>
                      </a:cubicBezTo>
                      <a:cubicBezTo>
                        <a:pt x="231" y="64"/>
                        <a:pt x="231" y="62"/>
                        <a:pt x="232" y="61"/>
                      </a:cubicBezTo>
                      <a:cubicBezTo>
                        <a:pt x="232" y="61"/>
                        <a:pt x="232" y="61"/>
                        <a:pt x="232" y="61"/>
                      </a:cubicBezTo>
                      <a:cubicBezTo>
                        <a:pt x="232" y="59"/>
                        <a:pt x="232" y="58"/>
                        <a:pt x="234" y="58"/>
                      </a:cubicBezTo>
                      <a:cubicBezTo>
                        <a:pt x="234" y="57"/>
                        <a:pt x="235" y="57"/>
                        <a:pt x="235" y="56"/>
                      </a:cubicBezTo>
                      <a:cubicBezTo>
                        <a:pt x="235" y="55"/>
                        <a:pt x="236" y="54"/>
                        <a:pt x="236" y="53"/>
                      </a:cubicBezTo>
                      <a:cubicBezTo>
                        <a:pt x="237" y="52"/>
                        <a:pt x="237" y="50"/>
                        <a:pt x="236" y="48"/>
                      </a:cubicBezTo>
                      <a:close/>
                      <a:moveTo>
                        <a:pt x="450" y="80"/>
                      </a:moveTo>
                      <a:cubicBezTo>
                        <a:pt x="450" y="80"/>
                        <a:pt x="450" y="80"/>
                        <a:pt x="450" y="80"/>
                      </a:cubicBezTo>
                      <a:cubicBezTo>
                        <a:pt x="450" y="80"/>
                        <a:pt x="450" y="80"/>
                        <a:pt x="450" y="80"/>
                      </a:cubicBezTo>
                      <a:cubicBezTo>
                        <a:pt x="450" y="80"/>
                        <a:pt x="450" y="80"/>
                        <a:pt x="450" y="80"/>
                      </a:cubicBezTo>
                      <a:cubicBezTo>
                        <a:pt x="450" y="80"/>
                        <a:pt x="450" y="80"/>
                        <a:pt x="450" y="80"/>
                      </a:cubicBezTo>
                      <a:close/>
                      <a:moveTo>
                        <a:pt x="433" y="77"/>
                      </a:moveTo>
                      <a:cubicBezTo>
                        <a:pt x="432" y="77"/>
                        <a:pt x="432" y="78"/>
                        <a:pt x="432" y="78"/>
                      </a:cubicBezTo>
                      <a:cubicBezTo>
                        <a:pt x="432" y="78"/>
                        <a:pt x="432" y="78"/>
                        <a:pt x="432" y="78"/>
                      </a:cubicBezTo>
                      <a:cubicBezTo>
                        <a:pt x="434" y="79"/>
                        <a:pt x="434" y="80"/>
                        <a:pt x="433" y="81"/>
                      </a:cubicBezTo>
                      <a:cubicBezTo>
                        <a:pt x="432" y="82"/>
                        <a:pt x="432" y="82"/>
                        <a:pt x="432" y="83"/>
                      </a:cubicBezTo>
                      <a:cubicBezTo>
                        <a:pt x="433" y="83"/>
                        <a:pt x="432" y="84"/>
                        <a:pt x="432" y="85"/>
                      </a:cubicBezTo>
                      <a:cubicBezTo>
                        <a:pt x="431" y="86"/>
                        <a:pt x="432" y="88"/>
                        <a:pt x="433" y="88"/>
                      </a:cubicBezTo>
                      <a:cubicBezTo>
                        <a:pt x="435" y="88"/>
                        <a:pt x="437" y="89"/>
                        <a:pt x="439" y="89"/>
                      </a:cubicBezTo>
                      <a:cubicBezTo>
                        <a:pt x="439" y="88"/>
                        <a:pt x="439" y="89"/>
                        <a:pt x="440" y="89"/>
                      </a:cubicBezTo>
                      <a:cubicBezTo>
                        <a:pt x="440" y="90"/>
                        <a:pt x="439" y="90"/>
                        <a:pt x="439" y="90"/>
                      </a:cubicBezTo>
                      <a:cubicBezTo>
                        <a:pt x="437" y="91"/>
                        <a:pt x="436" y="91"/>
                        <a:pt x="435" y="90"/>
                      </a:cubicBezTo>
                      <a:cubicBezTo>
                        <a:pt x="435" y="90"/>
                        <a:pt x="434" y="90"/>
                        <a:pt x="434" y="90"/>
                      </a:cubicBezTo>
                      <a:cubicBezTo>
                        <a:pt x="433" y="90"/>
                        <a:pt x="433" y="90"/>
                        <a:pt x="433" y="91"/>
                      </a:cubicBezTo>
                      <a:cubicBezTo>
                        <a:pt x="432" y="91"/>
                        <a:pt x="432" y="92"/>
                        <a:pt x="433" y="92"/>
                      </a:cubicBezTo>
                      <a:cubicBezTo>
                        <a:pt x="434" y="93"/>
                        <a:pt x="434" y="94"/>
                        <a:pt x="436" y="94"/>
                      </a:cubicBezTo>
                      <a:cubicBezTo>
                        <a:pt x="436" y="95"/>
                        <a:pt x="437" y="95"/>
                        <a:pt x="438" y="94"/>
                      </a:cubicBezTo>
                      <a:cubicBezTo>
                        <a:pt x="438" y="94"/>
                        <a:pt x="438" y="94"/>
                        <a:pt x="438" y="94"/>
                      </a:cubicBezTo>
                      <a:cubicBezTo>
                        <a:pt x="440" y="93"/>
                        <a:pt x="442" y="94"/>
                        <a:pt x="443" y="93"/>
                      </a:cubicBezTo>
                      <a:cubicBezTo>
                        <a:pt x="443" y="93"/>
                        <a:pt x="443" y="93"/>
                        <a:pt x="443" y="93"/>
                      </a:cubicBezTo>
                      <a:cubicBezTo>
                        <a:pt x="444" y="93"/>
                        <a:pt x="445" y="92"/>
                        <a:pt x="446" y="92"/>
                      </a:cubicBezTo>
                      <a:cubicBezTo>
                        <a:pt x="446" y="92"/>
                        <a:pt x="447" y="92"/>
                        <a:pt x="447" y="91"/>
                      </a:cubicBezTo>
                      <a:cubicBezTo>
                        <a:pt x="448" y="89"/>
                        <a:pt x="450" y="87"/>
                        <a:pt x="451" y="85"/>
                      </a:cubicBezTo>
                      <a:cubicBezTo>
                        <a:pt x="452" y="84"/>
                        <a:pt x="452" y="84"/>
                        <a:pt x="451" y="83"/>
                      </a:cubicBezTo>
                      <a:cubicBezTo>
                        <a:pt x="451" y="83"/>
                        <a:pt x="451" y="83"/>
                        <a:pt x="451" y="83"/>
                      </a:cubicBezTo>
                      <a:cubicBezTo>
                        <a:pt x="451" y="83"/>
                        <a:pt x="451" y="83"/>
                        <a:pt x="451" y="83"/>
                      </a:cubicBezTo>
                      <a:cubicBezTo>
                        <a:pt x="451" y="83"/>
                        <a:pt x="451" y="83"/>
                        <a:pt x="450" y="82"/>
                      </a:cubicBezTo>
                      <a:cubicBezTo>
                        <a:pt x="449" y="82"/>
                        <a:pt x="449" y="82"/>
                        <a:pt x="450" y="80"/>
                      </a:cubicBezTo>
                      <a:cubicBezTo>
                        <a:pt x="449" y="80"/>
                        <a:pt x="447" y="80"/>
                        <a:pt x="447" y="80"/>
                      </a:cubicBezTo>
                      <a:cubicBezTo>
                        <a:pt x="446" y="79"/>
                        <a:pt x="445" y="79"/>
                        <a:pt x="444" y="79"/>
                      </a:cubicBezTo>
                      <a:cubicBezTo>
                        <a:pt x="442" y="79"/>
                        <a:pt x="441" y="78"/>
                        <a:pt x="439" y="78"/>
                      </a:cubicBezTo>
                      <a:cubicBezTo>
                        <a:pt x="439" y="78"/>
                        <a:pt x="438" y="78"/>
                        <a:pt x="438" y="78"/>
                      </a:cubicBezTo>
                      <a:cubicBezTo>
                        <a:pt x="438" y="77"/>
                        <a:pt x="438" y="77"/>
                        <a:pt x="438" y="77"/>
                      </a:cubicBezTo>
                      <a:cubicBezTo>
                        <a:pt x="436" y="78"/>
                        <a:pt x="434" y="77"/>
                        <a:pt x="433" y="77"/>
                      </a:cubicBezTo>
                      <a:close/>
                      <a:moveTo>
                        <a:pt x="132" y="58"/>
                      </a:moveTo>
                      <a:cubicBezTo>
                        <a:pt x="133" y="56"/>
                        <a:pt x="133" y="56"/>
                        <a:pt x="135" y="56"/>
                      </a:cubicBezTo>
                      <a:cubicBezTo>
                        <a:pt x="135" y="57"/>
                        <a:pt x="135" y="57"/>
                        <a:pt x="135" y="56"/>
                      </a:cubicBezTo>
                      <a:cubicBezTo>
                        <a:pt x="136" y="56"/>
                        <a:pt x="136" y="56"/>
                        <a:pt x="135" y="55"/>
                      </a:cubicBezTo>
                      <a:cubicBezTo>
                        <a:pt x="135" y="54"/>
                        <a:pt x="135" y="53"/>
                        <a:pt x="135" y="52"/>
                      </a:cubicBezTo>
                      <a:cubicBezTo>
                        <a:pt x="136" y="52"/>
                        <a:pt x="136" y="53"/>
                        <a:pt x="136" y="53"/>
                      </a:cubicBezTo>
                      <a:cubicBezTo>
                        <a:pt x="137" y="52"/>
                        <a:pt x="136" y="51"/>
                        <a:pt x="136" y="51"/>
                      </a:cubicBezTo>
                      <a:cubicBezTo>
                        <a:pt x="136" y="51"/>
                        <a:pt x="136" y="51"/>
                        <a:pt x="136" y="50"/>
                      </a:cubicBezTo>
                      <a:cubicBezTo>
                        <a:pt x="136" y="50"/>
                        <a:pt x="137" y="50"/>
                        <a:pt x="137" y="50"/>
                      </a:cubicBezTo>
                      <a:cubicBezTo>
                        <a:pt x="137" y="49"/>
                        <a:pt x="137" y="48"/>
                        <a:pt x="139" y="49"/>
                      </a:cubicBezTo>
                      <a:cubicBezTo>
                        <a:pt x="139" y="49"/>
                        <a:pt x="139" y="50"/>
                        <a:pt x="139" y="50"/>
                      </a:cubicBezTo>
                      <a:cubicBezTo>
                        <a:pt x="139" y="50"/>
                        <a:pt x="139" y="50"/>
                        <a:pt x="139" y="50"/>
                      </a:cubicBezTo>
                      <a:cubicBezTo>
                        <a:pt x="139" y="50"/>
                        <a:pt x="139" y="50"/>
                        <a:pt x="139" y="50"/>
                      </a:cubicBezTo>
                      <a:cubicBezTo>
                        <a:pt x="139" y="50"/>
                        <a:pt x="139" y="51"/>
                        <a:pt x="139" y="51"/>
                      </a:cubicBezTo>
                      <a:cubicBezTo>
                        <a:pt x="140" y="51"/>
                        <a:pt x="140" y="52"/>
                        <a:pt x="140" y="52"/>
                      </a:cubicBezTo>
                      <a:cubicBezTo>
                        <a:pt x="140" y="54"/>
                        <a:pt x="141" y="54"/>
                        <a:pt x="142" y="54"/>
                      </a:cubicBezTo>
                      <a:cubicBezTo>
                        <a:pt x="142" y="54"/>
                        <a:pt x="143" y="54"/>
                        <a:pt x="143" y="55"/>
                      </a:cubicBezTo>
                      <a:cubicBezTo>
                        <a:pt x="143" y="55"/>
                        <a:pt x="144" y="56"/>
                        <a:pt x="145" y="55"/>
                      </a:cubicBezTo>
                      <a:cubicBezTo>
                        <a:pt x="145" y="55"/>
                        <a:pt x="145" y="54"/>
                        <a:pt x="145" y="53"/>
                      </a:cubicBezTo>
                      <a:cubicBezTo>
                        <a:pt x="144" y="52"/>
                        <a:pt x="142" y="51"/>
                        <a:pt x="144" y="49"/>
                      </a:cubicBezTo>
                      <a:cubicBezTo>
                        <a:pt x="144" y="49"/>
                        <a:pt x="144" y="48"/>
                        <a:pt x="143" y="48"/>
                      </a:cubicBezTo>
                      <a:cubicBezTo>
                        <a:pt x="143" y="48"/>
                        <a:pt x="143" y="48"/>
                        <a:pt x="143" y="48"/>
                      </a:cubicBezTo>
                      <a:cubicBezTo>
                        <a:pt x="142" y="46"/>
                        <a:pt x="141" y="47"/>
                        <a:pt x="139" y="48"/>
                      </a:cubicBezTo>
                      <a:cubicBezTo>
                        <a:pt x="139" y="48"/>
                        <a:pt x="139" y="48"/>
                        <a:pt x="139" y="48"/>
                      </a:cubicBezTo>
                      <a:cubicBezTo>
                        <a:pt x="139" y="47"/>
                        <a:pt x="138" y="46"/>
                        <a:pt x="136" y="46"/>
                      </a:cubicBezTo>
                      <a:cubicBezTo>
                        <a:pt x="136" y="46"/>
                        <a:pt x="136" y="46"/>
                        <a:pt x="136" y="46"/>
                      </a:cubicBezTo>
                      <a:cubicBezTo>
                        <a:pt x="135" y="46"/>
                        <a:pt x="134" y="46"/>
                        <a:pt x="134" y="47"/>
                      </a:cubicBezTo>
                      <a:cubicBezTo>
                        <a:pt x="134" y="48"/>
                        <a:pt x="134" y="48"/>
                        <a:pt x="134" y="48"/>
                      </a:cubicBezTo>
                      <a:cubicBezTo>
                        <a:pt x="133" y="49"/>
                        <a:pt x="132" y="50"/>
                        <a:pt x="131" y="51"/>
                      </a:cubicBezTo>
                      <a:cubicBezTo>
                        <a:pt x="131" y="51"/>
                        <a:pt x="131" y="51"/>
                        <a:pt x="131" y="51"/>
                      </a:cubicBezTo>
                      <a:cubicBezTo>
                        <a:pt x="131" y="51"/>
                        <a:pt x="131" y="51"/>
                        <a:pt x="131" y="51"/>
                      </a:cubicBezTo>
                      <a:cubicBezTo>
                        <a:pt x="130" y="51"/>
                        <a:pt x="129" y="51"/>
                        <a:pt x="129" y="52"/>
                      </a:cubicBezTo>
                      <a:cubicBezTo>
                        <a:pt x="128" y="52"/>
                        <a:pt x="127" y="53"/>
                        <a:pt x="127" y="53"/>
                      </a:cubicBezTo>
                      <a:cubicBezTo>
                        <a:pt x="124" y="54"/>
                        <a:pt x="122" y="54"/>
                        <a:pt x="120" y="55"/>
                      </a:cubicBezTo>
                      <a:cubicBezTo>
                        <a:pt x="119" y="56"/>
                        <a:pt x="119" y="56"/>
                        <a:pt x="119" y="56"/>
                      </a:cubicBezTo>
                      <a:cubicBezTo>
                        <a:pt x="119" y="56"/>
                        <a:pt x="119" y="57"/>
                        <a:pt x="119" y="57"/>
                      </a:cubicBezTo>
                      <a:cubicBezTo>
                        <a:pt x="120" y="57"/>
                        <a:pt x="120" y="57"/>
                        <a:pt x="121" y="58"/>
                      </a:cubicBezTo>
                      <a:cubicBezTo>
                        <a:pt x="122" y="58"/>
                        <a:pt x="122" y="58"/>
                        <a:pt x="122" y="58"/>
                      </a:cubicBezTo>
                      <a:cubicBezTo>
                        <a:pt x="123" y="60"/>
                        <a:pt x="123" y="59"/>
                        <a:pt x="124" y="59"/>
                      </a:cubicBezTo>
                      <a:cubicBezTo>
                        <a:pt x="124" y="58"/>
                        <a:pt x="124" y="58"/>
                        <a:pt x="125" y="58"/>
                      </a:cubicBezTo>
                      <a:cubicBezTo>
                        <a:pt x="125" y="58"/>
                        <a:pt x="126" y="58"/>
                        <a:pt x="126" y="58"/>
                      </a:cubicBezTo>
                      <a:cubicBezTo>
                        <a:pt x="126" y="58"/>
                        <a:pt x="126" y="58"/>
                        <a:pt x="126" y="58"/>
                      </a:cubicBezTo>
                      <a:cubicBezTo>
                        <a:pt x="126" y="58"/>
                        <a:pt x="126" y="58"/>
                        <a:pt x="126" y="58"/>
                      </a:cubicBezTo>
                      <a:cubicBezTo>
                        <a:pt x="126" y="58"/>
                        <a:pt x="126" y="58"/>
                        <a:pt x="127" y="59"/>
                      </a:cubicBezTo>
                      <a:cubicBezTo>
                        <a:pt x="127" y="59"/>
                        <a:pt x="127" y="60"/>
                        <a:pt x="126" y="61"/>
                      </a:cubicBezTo>
                      <a:cubicBezTo>
                        <a:pt x="126" y="62"/>
                        <a:pt x="127" y="62"/>
                        <a:pt x="127" y="63"/>
                      </a:cubicBezTo>
                      <a:cubicBezTo>
                        <a:pt x="128" y="63"/>
                        <a:pt x="129" y="62"/>
                        <a:pt x="129" y="61"/>
                      </a:cubicBezTo>
                      <a:cubicBezTo>
                        <a:pt x="129" y="60"/>
                        <a:pt x="130" y="60"/>
                        <a:pt x="130" y="59"/>
                      </a:cubicBezTo>
                      <a:cubicBezTo>
                        <a:pt x="130" y="58"/>
                        <a:pt x="130" y="58"/>
                        <a:pt x="131" y="59"/>
                      </a:cubicBezTo>
                      <a:cubicBezTo>
                        <a:pt x="132" y="59"/>
                        <a:pt x="132" y="59"/>
                        <a:pt x="132" y="58"/>
                      </a:cubicBezTo>
                      <a:close/>
                      <a:moveTo>
                        <a:pt x="191" y="28"/>
                      </a:moveTo>
                      <a:cubicBezTo>
                        <a:pt x="191" y="28"/>
                        <a:pt x="191" y="29"/>
                        <a:pt x="191" y="29"/>
                      </a:cubicBezTo>
                      <a:cubicBezTo>
                        <a:pt x="191" y="30"/>
                        <a:pt x="192" y="31"/>
                        <a:pt x="192" y="31"/>
                      </a:cubicBezTo>
                      <a:cubicBezTo>
                        <a:pt x="193" y="31"/>
                        <a:pt x="194" y="31"/>
                        <a:pt x="195" y="30"/>
                      </a:cubicBezTo>
                      <a:cubicBezTo>
                        <a:pt x="195" y="30"/>
                        <a:pt x="196" y="30"/>
                        <a:pt x="196" y="30"/>
                      </a:cubicBezTo>
                      <a:cubicBezTo>
                        <a:pt x="197" y="30"/>
                        <a:pt x="197" y="31"/>
                        <a:pt x="196" y="31"/>
                      </a:cubicBezTo>
                      <a:cubicBezTo>
                        <a:pt x="196" y="32"/>
                        <a:pt x="196" y="32"/>
                        <a:pt x="197" y="32"/>
                      </a:cubicBezTo>
                      <a:cubicBezTo>
                        <a:pt x="197" y="32"/>
                        <a:pt x="198" y="32"/>
                        <a:pt x="198" y="32"/>
                      </a:cubicBezTo>
                      <a:cubicBezTo>
                        <a:pt x="199" y="31"/>
                        <a:pt x="199" y="31"/>
                        <a:pt x="200" y="30"/>
                      </a:cubicBezTo>
                      <a:cubicBezTo>
                        <a:pt x="201" y="29"/>
                        <a:pt x="202" y="28"/>
                        <a:pt x="203" y="27"/>
                      </a:cubicBezTo>
                      <a:cubicBezTo>
                        <a:pt x="205" y="27"/>
                        <a:pt x="206" y="27"/>
                        <a:pt x="207" y="26"/>
                      </a:cubicBezTo>
                      <a:cubicBezTo>
                        <a:pt x="206" y="26"/>
                        <a:pt x="206" y="25"/>
                        <a:pt x="205" y="25"/>
                      </a:cubicBezTo>
                      <a:cubicBezTo>
                        <a:pt x="204" y="26"/>
                        <a:pt x="204" y="25"/>
                        <a:pt x="204" y="24"/>
                      </a:cubicBezTo>
                      <a:cubicBezTo>
                        <a:pt x="204" y="24"/>
                        <a:pt x="203" y="24"/>
                        <a:pt x="203" y="23"/>
                      </a:cubicBezTo>
                      <a:cubicBezTo>
                        <a:pt x="202" y="22"/>
                        <a:pt x="200" y="22"/>
                        <a:pt x="199" y="21"/>
                      </a:cubicBezTo>
                      <a:cubicBezTo>
                        <a:pt x="198" y="21"/>
                        <a:pt x="196" y="21"/>
                        <a:pt x="197" y="22"/>
                      </a:cubicBezTo>
                      <a:cubicBezTo>
                        <a:pt x="198" y="23"/>
                        <a:pt x="197" y="26"/>
                        <a:pt x="198" y="27"/>
                      </a:cubicBezTo>
                      <a:cubicBezTo>
                        <a:pt x="198" y="27"/>
                        <a:pt x="198" y="27"/>
                        <a:pt x="198" y="28"/>
                      </a:cubicBezTo>
                      <a:cubicBezTo>
                        <a:pt x="198" y="28"/>
                        <a:pt x="198" y="28"/>
                        <a:pt x="197" y="28"/>
                      </a:cubicBezTo>
                      <a:cubicBezTo>
                        <a:pt x="196" y="27"/>
                        <a:pt x="195" y="26"/>
                        <a:pt x="194" y="26"/>
                      </a:cubicBezTo>
                      <a:cubicBezTo>
                        <a:pt x="194" y="25"/>
                        <a:pt x="193" y="26"/>
                        <a:pt x="192" y="25"/>
                      </a:cubicBezTo>
                      <a:cubicBezTo>
                        <a:pt x="191" y="24"/>
                        <a:pt x="191" y="25"/>
                        <a:pt x="191" y="25"/>
                      </a:cubicBezTo>
                      <a:cubicBezTo>
                        <a:pt x="191" y="26"/>
                        <a:pt x="190" y="27"/>
                        <a:pt x="191" y="28"/>
                      </a:cubicBezTo>
                      <a:close/>
                      <a:moveTo>
                        <a:pt x="258" y="37"/>
                      </a:moveTo>
                      <a:cubicBezTo>
                        <a:pt x="258" y="37"/>
                        <a:pt x="258" y="37"/>
                        <a:pt x="258" y="37"/>
                      </a:cubicBezTo>
                      <a:cubicBezTo>
                        <a:pt x="257" y="36"/>
                        <a:pt x="258" y="36"/>
                        <a:pt x="257" y="35"/>
                      </a:cubicBezTo>
                      <a:cubicBezTo>
                        <a:pt x="257" y="35"/>
                        <a:pt x="257" y="35"/>
                        <a:pt x="257" y="35"/>
                      </a:cubicBezTo>
                      <a:cubicBezTo>
                        <a:pt x="257" y="34"/>
                        <a:pt x="256" y="33"/>
                        <a:pt x="255" y="32"/>
                      </a:cubicBezTo>
                      <a:cubicBezTo>
                        <a:pt x="254" y="31"/>
                        <a:pt x="253" y="30"/>
                        <a:pt x="252" y="31"/>
                      </a:cubicBezTo>
                      <a:cubicBezTo>
                        <a:pt x="251" y="31"/>
                        <a:pt x="250" y="32"/>
                        <a:pt x="250" y="33"/>
                      </a:cubicBezTo>
                      <a:cubicBezTo>
                        <a:pt x="249" y="35"/>
                        <a:pt x="249" y="37"/>
                        <a:pt x="249" y="38"/>
                      </a:cubicBezTo>
                      <a:cubicBezTo>
                        <a:pt x="250" y="40"/>
                        <a:pt x="249" y="41"/>
                        <a:pt x="247" y="41"/>
                      </a:cubicBezTo>
                      <a:cubicBezTo>
                        <a:pt x="244" y="40"/>
                        <a:pt x="243" y="41"/>
                        <a:pt x="242" y="43"/>
                      </a:cubicBezTo>
                      <a:cubicBezTo>
                        <a:pt x="242" y="43"/>
                        <a:pt x="242" y="43"/>
                        <a:pt x="242" y="43"/>
                      </a:cubicBezTo>
                      <a:cubicBezTo>
                        <a:pt x="241" y="44"/>
                        <a:pt x="240" y="46"/>
                        <a:pt x="239" y="47"/>
                      </a:cubicBezTo>
                      <a:cubicBezTo>
                        <a:pt x="238" y="48"/>
                        <a:pt x="238" y="49"/>
                        <a:pt x="239" y="49"/>
                      </a:cubicBezTo>
                      <a:cubicBezTo>
                        <a:pt x="240" y="50"/>
                        <a:pt x="241" y="52"/>
                        <a:pt x="242" y="53"/>
                      </a:cubicBezTo>
                      <a:cubicBezTo>
                        <a:pt x="242" y="54"/>
                        <a:pt x="242" y="55"/>
                        <a:pt x="243" y="54"/>
                      </a:cubicBezTo>
                      <a:cubicBezTo>
                        <a:pt x="244" y="53"/>
                        <a:pt x="246" y="52"/>
                        <a:pt x="247" y="53"/>
                      </a:cubicBezTo>
                      <a:cubicBezTo>
                        <a:pt x="248" y="53"/>
                        <a:pt x="248" y="53"/>
                        <a:pt x="249" y="52"/>
                      </a:cubicBezTo>
                      <a:cubicBezTo>
                        <a:pt x="249" y="52"/>
                        <a:pt x="249" y="52"/>
                        <a:pt x="249" y="52"/>
                      </a:cubicBezTo>
                      <a:cubicBezTo>
                        <a:pt x="250" y="52"/>
                        <a:pt x="250" y="52"/>
                        <a:pt x="251" y="52"/>
                      </a:cubicBezTo>
                      <a:cubicBezTo>
                        <a:pt x="251" y="52"/>
                        <a:pt x="251" y="52"/>
                        <a:pt x="251" y="52"/>
                      </a:cubicBezTo>
                      <a:cubicBezTo>
                        <a:pt x="252" y="51"/>
                        <a:pt x="254" y="50"/>
                        <a:pt x="255" y="48"/>
                      </a:cubicBezTo>
                      <a:cubicBezTo>
                        <a:pt x="256" y="47"/>
                        <a:pt x="256" y="46"/>
                        <a:pt x="257" y="45"/>
                      </a:cubicBezTo>
                      <a:cubicBezTo>
                        <a:pt x="258" y="43"/>
                        <a:pt x="258" y="41"/>
                        <a:pt x="256" y="40"/>
                      </a:cubicBezTo>
                      <a:cubicBezTo>
                        <a:pt x="257" y="40"/>
                        <a:pt x="257" y="39"/>
                        <a:pt x="258" y="39"/>
                      </a:cubicBezTo>
                      <a:cubicBezTo>
                        <a:pt x="258" y="38"/>
                        <a:pt x="258" y="38"/>
                        <a:pt x="258" y="37"/>
                      </a:cubicBezTo>
                      <a:close/>
                      <a:moveTo>
                        <a:pt x="177" y="67"/>
                      </a:moveTo>
                      <a:cubicBezTo>
                        <a:pt x="176" y="65"/>
                        <a:pt x="176" y="65"/>
                        <a:pt x="174" y="65"/>
                      </a:cubicBezTo>
                      <a:cubicBezTo>
                        <a:pt x="173" y="65"/>
                        <a:pt x="172" y="66"/>
                        <a:pt x="173" y="67"/>
                      </a:cubicBezTo>
                      <a:cubicBezTo>
                        <a:pt x="173" y="68"/>
                        <a:pt x="173" y="68"/>
                        <a:pt x="172" y="68"/>
                      </a:cubicBezTo>
                      <a:cubicBezTo>
                        <a:pt x="172" y="69"/>
                        <a:pt x="171" y="70"/>
                        <a:pt x="170" y="70"/>
                      </a:cubicBezTo>
                      <a:cubicBezTo>
                        <a:pt x="169" y="70"/>
                        <a:pt x="168" y="70"/>
                        <a:pt x="169" y="72"/>
                      </a:cubicBezTo>
                      <a:cubicBezTo>
                        <a:pt x="169" y="73"/>
                        <a:pt x="171" y="73"/>
                        <a:pt x="172" y="74"/>
                      </a:cubicBezTo>
                      <a:cubicBezTo>
                        <a:pt x="172" y="75"/>
                        <a:pt x="173" y="74"/>
                        <a:pt x="173" y="74"/>
                      </a:cubicBezTo>
                      <a:cubicBezTo>
                        <a:pt x="173" y="74"/>
                        <a:pt x="173" y="74"/>
                        <a:pt x="173" y="74"/>
                      </a:cubicBezTo>
                      <a:cubicBezTo>
                        <a:pt x="173" y="74"/>
                        <a:pt x="173" y="74"/>
                        <a:pt x="173" y="74"/>
                      </a:cubicBezTo>
                      <a:cubicBezTo>
                        <a:pt x="174" y="74"/>
                        <a:pt x="174" y="74"/>
                        <a:pt x="174" y="74"/>
                      </a:cubicBezTo>
                      <a:cubicBezTo>
                        <a:pt x="174" y="74"/>
                        <a:pt x="174" y="74"/>
                        <a:pt x="174" y="74"/>
                      </a:cubicBezTo>
                      <a:cubicBezTo>
                        <a:pt x="174" y="74"/>
                        <a:pt x="175" y="74"/>
                        <a:pt x="176" y="74"/>
                      </a:cubicBezTo>
                      <a:cubicBezTo>
                        <a:pt x="176" y="74"/>
                        <a:pt x="176" y="74"/>
                        <a:pt x="176" y="74"/>
                      </a:cubicBezTo>
                      <a:cubicBezTo>
                        <a:pt x="176" y="74"/>
                        <a:pt x="176" y="74"/>
                        <a:pt x="176" y="74"/>
                      </a:cubicBezTo>
                      <a:cubicBezTo>
                        <a:pt x="176" y="75"/>
                        <a:pt x="177" y="75"/>
                        <a:pt x="177" y="74"/>
                      </a:cubicBezTo>
                      <a:cubicBezTo>
                        <a:pt x="178" y="74"/>
                        <a:pt x="178" y="73"/>
                        <a:pt x="178" y="73"/>
                      </a:cubicBezTo>
                      <a:cubicBezTo>
                        <a:pt x="178" y="73"/>
                        <a:pt x="178" y="73"/>
                        <a:pt x="178" y="73"/>
                      </a:cubicBezTo>
                      <a:cubicBezTo>
                        <a:pt x="178" y="73"/>
                        <a:pt x="178" y="73"/>
                        <a:pt x="178" y="73"/>
                      </a:cubicBezTo>
                      <a:cubicBezTo>
                        <a:pt x="178" y="72"/>
                        <a:pt x="178" y="72"/>
                        <a:pt x="179" y="72"/>
                      </a:cubicBezTo>
                      <a:cubicBezTo>
                        <a:pt x="179" y="73"/>
                        <a:pt x="179" y="72"/>
                        <a:pt x="180" y="72"/>
                      </a:cubicBezTo>
                      <a:cubicBezTo>
                        <a:pt x="180" y="71"/>
                        <a:pt x="180" y="71"/>
                        <a:pt x="179" y="70"/>
                      </a:cubicBezTo>
                      <a:cubicBezTo>
                        <a:pt x="178" y="69"/>
                        <a:pt x="177" y="68"/>
                        <a:pt x="177" y="67"/>
                      </a:cubicBezTo>
                      <a:close/>
                      <a:moveTo>
                        <a:pt x="222" y="40"/>
                      </a:moveTo>
                      <a:cubicBezTo>
                        <a:pt x="221" y="40"/>
                        <a:pt x="221" y="40"/>
                        <a:pt x="222" y="41"/>
                      </a:cubicBezTo>
                      <a:cubicBezTo>
                        <a:pt x="223" y="42"/>
                        <a:pt x="224" y="43"/>
                        <a:pt x="226" y="44"/>
                      </a:cubicBezTo>
                      <a:cubicBezTo>
                        <a:pt x="226" y="44"/>
                        <a:pt x="227" y="44"/>
                        <a:pt x="227" y="44"/>
                      </a:cubicBezTo>
                      <a:cubicBezTo>
                        <a:pt x="227" y="44"/>
                        <a:pt x="227" y="44"/>
                        <a:pt x="227" y="44"/>
                      </a:cubicBezTo>
                      <a:cubicBezTo>
                        <a:pt x="228" y="44"/>
                        <a:pt x="229" y="43"/>
                        <a:pt x="230" y="42"/>
                      </a:cubicBezTo>
                      <a:cubicBezTo>
                        <a:pt x="230" y="41"/>
                        <a:pt x="231" y="39"/>
                        <a:pt x="232" y="38"/>
                      </a:cubicBezTo>
                      <a:cubicBezTo>
                        <a:pt x="232" y="38"/>
                        <a:pt x="232" y="37"/>
                        <a:pt x="232" y="37"/>
                      </a:cubicBezTo>
                      <a:cubicBezTo>
                        <a:pt x="232" y="37"/>
                        <a:pt x="232" y="37"/>
                        <a:pt x="232" y="37"/>
                      </a:cubicBezTo>
                      <a:cubicBezTo>
                        <a:pt x="231" y="37"/>
                        <a:pt x="231" y="36"/>
                        <a:pt x="232" y="36"/>
                      </a:cubicBezTo>
                      <a:cubicBezTo>
                        <a:pt x="232" y="35"/>
                        <a:pt x="232" y="34"/>
                        <a:pt x="231" y="34"/>
                      </a:cubicBezTo>
                      <a:cubicBezTo>
                        <a:pt x="230" y="34"/>
                        <a:pt x="229" y="34"/>
                        <a:pt x="228" y="34"/>
                      </a:cubicBezTo>
                      <a:cubicBezTo>
                        <a:pt x="226" y="36"/>
                        <a:pt x="224" y="38"/>
                        <a:pt x="222" y="40"/>
                      </a:cubicBezTo>
                      <a:close/>
                      <a:moveTo>
                        <a:pt x="201" y="19"/>
                      </a:moveTo>
                      <a:cubicBezTo>
                        <a:pt x="201" y="19"/>
                        <a:pt x="202" y="19"/>
                        <a:pt x="202" y="20"/>
                      </a:cubicBezTo>
                      <a:cubicBezTo>
                        <a:pt x="203" y="20"/>
                        <a:pt x="203" y="20"/>
                        <a:pt x="204" y="20"/>
                      </a:cubicBezTo>
                      <a:cubicBezTo>
                        <a:pt x="204" y="20"/>
                        <a:pt x="204" y="20"/>
                        <a:pt x="204" y="20"/>
                      </a:cubicBezTo>
                      <a:cubicBezTo>
                        <a:pt x="204" y="20"/>
                        <a:pt x="204" y="20"/>
                        <a:pt x="204" y="20"/>
                      </a:cubicBezTo>
                      <a:cubicBezTo>
                        <a:pt x="205" y="21"/>
                        <a:pt x="205" y="22"/>
                        <a:pt x="207" y="22"/>
                      </a:cubicBezTo>
                      <a:cubicBezTo>
                        <a:pt x="207" y="23"/>
                        <a:pt x="208" y="22"/>
                        <a:pt x="208" y="23"/>
                      </a:cubicBezTo>
                      <a:cubicBezTo>
                        <a:pt x="208" y="23"/>
                        <a:pt x="208" y="23"/>
                        <a:pt x="208" y="23"/>
                      </a:cubicBezTo>
                      <a:cubicBezTo>
                        <a:pt x="208" y="23"/>
                        <a:pt x="208" y="23"/>
                        <a:pt x="208" y="23"/>
                      </a:cubicBezTo>
                      <a:cubicBezTo>
                        <a:pt x="210" y="23"/>
                        <a:pt x="210" y="22"/>
                        <a:pt x="211" y="21"/>
                      </a:cubicBezTo>
                      <a:cubicBezTo>
                        <a:pt x="212" y="20"/>
                        <a:pt x="212" y="20"/>
                        <a:pt x="211" y="19"/>
                      </a:cubicBezTo>
                      <a:cubicBezTo>
                        <a:pt x="211" y="19"/>
                        <a:pt x="211" y="19"/>
                        <a:pt x="211" y="19"/>
                      </a:cubicBezTo>
                      <a:cubicBezTo>
                        <a:pt x="210" y="19"/>
                        <a:pt x="210" y="17"/>
                        <a:pt x="209" y="17"/>
                      </a:cubicBezTo>
                      <a:cubicBezTo>
                        <a:pt x="208" y="17"/>
                        <a:pt x="207" y="17"/>
                        <a:pt x="207" y="16"/>
                      </a:cubicBezTo>
                      <a:cubicBezTo>
                        <a:pt x="206" y="15"/>
                        <a:pt x="207" y="14"/>
                        <a:pt x="206" y="14"/>
                      </a:cubicBezTo>
                      <a:cubicBezTo>
                        <a:pt x="206" y="14"/>
                        <a:pt x="206" y="14"/>
                        <a:pt x="206" y="14"/>
                      </a:cubicBezTo>
                      <a:cubicBezTo>
                        <a:pt x="206" y="14"/>
                        <a:pt x="206" y="14"/>
                        <a:pt x="206" y="14"/>
                      </a:cubicBezTo>
                      <a:cubicBezTo>
                        <a:pt x="205" y="14"/>
                        <a:pt x="204" y="14"/>
                        <a:pt x="204" y="15"/>
                      </a:cubicBezTo>
                      <a:cubicBezTo>
                        <a:pt x="203" y="15"/>
                        <a:pt x="203" y="15"/>
                        <a:pt x="202" y="15"/>
                      </a:cubicBezTo>
                      <a:cubicBezTo>
                        <a:pt x="201" y="15"/>
                        <a:pt x="200" y="15"/>
                        <a:pt x="201" y="17"/>
                      </a:cubicBezTo>
                      <a:cubicBezTo>
                        <a:pt x="201" y="17"/>
                        <a:pt x="200" y="17"/>
                        <a:pt x="200" y="17"/>
                      </a:cubicBezTo>
                      <a:cubicBezTo>
                        <a:pt x="200" y="18"/>
                        <a:pt x="200" y="18"/>
                        <a:pt x="200" y="19"/>
                      </a:cubicBezTo>
                      <a:cubicBezTo>
                        <a:pt x="200" y="19"/>
                        <a:pt x="201" y="20"/>
                        <a:pt x="201" y="19"/>
                      </a:cubicBezTo>
                      <a:close/>
                      <a:moveTo>
                        <a:pt x="208" y="7"/>
                      </a:moveTo>
                      <a:cubicBezTo>
                        <a:pt x="208" y="7"/>
                        <a:pt x="208" y="8"/>
                        <a:pt x="209" y="8"/>
                      </a:cubicBezTo>
                      <a:cubicBezTo>
                        <a:pt x="210" y="8"/>
                        <a:pt x="211" y="7"/>
                        <a:pt x="211" y="6"/>
                      </a:cubicBezTo>
                      <a:cubicBezTo>
                        <a:pt x="212" y="6"/>
                        <a:pt x="212" y="6"/>
                        <a:pt x="213" y="6"/>
                      </a:cubicBezTo>
                      <a:cubicBezTo>
                        <a:pt x="213" y="6"/>
                        <a:pt x="213" y="6"/>
                        <a:pt x="213" y="6"/>
                      </a:cubicBezTo>
                      <a:cubicBezTo>
                        <a:pt x="213" y="6"/>
                        <a:pt x="213" y="6"/>
                        <a:pt x="213" y="6"/>
                      </a:cubicBezTo>
                      <a:cubicBezTo>
                        <a:pt x="213" y="6"/>
                        <a:pt x="213" y="6"/>
                        <a:pt x="213" y="6"/>
                      </a:cubicBezTo>
                      <a:cubicBezTo>
                        <a:pt x="213" y="6"/>
                        <a:pt x="213" y="6"/>
                        <a:pt x="213" y="6"/>
                      </a:cubicBezTo>
                      <a:cubicBezTo>
                        <a:pt x="214" y="6"/>
                        <a:pt x="215" y="7"/>
                        <a:pt x="215" y="6"/>
                      </a:cubicBezTo>
                      <a:cubicBezTo>
                        <a:pt x="215" y="6"/>
                        <a:pt x="215" y="6"/>
                        <a:pt x="215" y="6"/>
                      </a:cubicBezTo>
                      <a:cubicBezTo>
                        <a:pt x="216" y="6"/>
                        <a:pt x="217" y="5"/>
                        <a:pt x="216" y="4"/>
                      </a:cubicBezTo>
                      <a:cubicBezTo>
                        <a:pt x="216" y="4"/>
                        <a:pt x="217" y="3"/>
                        <a:pt x="217" y="3"/>
                      </a:cubicBezTo>
                      <a:cubicBezTo>
                        <a:pt x="217" y="2"/>
                        <a:pt x="217" y="2"/>
                        <a:pt x="217" y="1"/>
                      </a:cubicBezTo>
                      <a:cubicBezTo>
                        <a:pt x="217" y="1"/>
                        <a:pt x="217" y="1"/>
                        <a:pt x="217" y="1"/>
                      </a:cubicBezTo>
                      <a:cubicBezTo>
                        <a:pt x="215" y="0"/>
                        <a:pt x="214" y="0"/>
                        <a:pt x="212" y="1"/>
                      </a:cubicBezTo>
                      <a:cubicBezTo>
                        <a:pt x="211" y="1"/>
                        <a:pt x="211" y="1"/>
                        <a:pt x="210" y="1"/>
                      </a:cubicBezTo>
                      <a:cubicBezTo>
                        <a:pt x="208" y="1"/>
                        <a:pt x="207" y="2"/>
                        <a:pt x="208" y="3"/>
                      </a:cubicBezTo>
                      <a:cubicBezTo>
                        <a:pt x="208" y="4"/>
                        <a:pt x="208" y="4"/>
                        <a:pt x="208" y="5"/>
                      </a:cubicBezTo>
                      <a:cubicBezTo>
                        <a:pt x="207" y="5"/>
                        <a:pt x="207" y="6"/>
                        <a:pt x="208" y="7"/>
                      </a:cubicBezTo>
                      <a:close/>
                      <a:moveTo>
                        <a:pt x="198" y="56"/>
                      </a:moveTo>
                      <a:cubicBezTo>
                        <a:pt x="198" y="56"/>
                        <a:pt x="199" y="56"/>
                        <a:pt x="199" y="56"/>
                      </a:cubicBezTo>
                      <a:cubicBezTo>
                        <a:pt x="199" y="56"/>
                        <a:pt x="199" y="56"/>
                        <a:pt x="199" y="56"/>
                      </a:cubicBezTo>
                      <a:cubicBezTo>
                        <a:pt x="200" y="55"/>
                        <a:pt x="200" y="54"/>
                        <a:pt x="201" y="54"/>
                      </a:cubicBezTo>
                      <a:cubicBezTo>
                        <a:pt x="201" y="53"/>
                        <a:pt x="201" y="53"/>
                        <a:pt x="201" y="53"/>
                      </a:cubicBezTo>
                      <a:cubicBezTo>
                        <a:pt x="201" y="53"/>
                        <a:pt x="201" y="53"/>
                        <a:pt x="201" y="53"/>
                      </a:cubicBezTo>
                      <a:cubicBezTo>
                        <a:pt x="201" y="53"/>
                        <a:pt x="201" y="53"/>
                        <a:pt x="201" y="53"/>
                      </a:cubicBezTo>
                      <a:cubicBezTo>
                        <a:pt x="202" y="53"/>
                        <a:pt x="204" y="53"/>
                        <a:pt x="205" y="52"/>
                      </a:cubicBezTo>
                      <a:cubicBezTo>
                        <a:pt x="206" y="50"/>
                        <a:pt x="206" y="49"/>
                        <a:pt x="205" y="48"/>
                      </a:cubicBezTo>
                      <a:cubicBezTo>
                        <a:pt x="205" y="48"/>
                        <a:pt x="205" y="47"/>
                        <a:pt x="205" y="47"/>
                      </a:cubicBezTo>
                      <a:cubicBezTo>
                        <a:pt x="206" y="47"/>
                        <a:pt x="206" y="47"/>
                        <a:pt x="206" y="47"/>
                      </a:cubicBezTo>
                      <a:cubicBezTo>
                        <a:pt x="206" y="47"/>
                        <a:pt x="206" y="47"/>
                        <a:pt x="206" y="47"/>
                      </a:cubicBezTo>
                      <a:cubicBezTo>
                        <a:pt x="206" y="47"/>
                        <a:pt x="206" y="47"/>
                        <a:pt x="206" y="47"/>
                      </a:cubicBezTo>
                      <a:cubicBezTo>
                        <a:pt x="208" y="46"/>
                        <a:pt x="208" y="44"/>
                        <a:pt x="210" y="43"/>
                      </a:cubicBezTo>
                      <a:cubicBezTo>
                        <a:pt x="210" y="43"/>
                        <a:pt x="210" y="43"/>
                        <a:pt x="209" y="43"/>
                      </a:cubicBezTo>
                      <a:cubicBezTo>
                        <a:pt x="209" y="42"/>
                        <a:pt x="208" y="42"/>
                        <a:pt x="208" y="42"/>
                      </a:cubicBezTo>
                      <a:cubicBezTo>
                        <a:pt x="208" y="42"/>
                        <a:pt x="208" y="42"/>
                        <a:pt x="208" y="41"/>
                      </a:cubicBezTo>
                      <a:cubicBezTo>
                        <a:pt x="208" y="41"/>
                        <a:pt x="208" y="41"/>
                        <a:pt x="208" y="41"/>
                      </a:cubicBezTo>
                      <a:cubicBezTo>
                        <a:pt x="208" y="41"/>
                        <a:pt x="208" y="41"/>
                        <a:pt x="208" y="41"/>
                      </a:cubicBezTo>
                      <a:cubicBezTo>
                        <a:pt x="208" y="41"/>
                        <a:pt x="209" y="41"/>
                        <a:pt x="209" y="41"/>
                      </a:cubicBezTo>
                      <a:cubicBezTo>
                        <a:pt x="208" y="41"/>
                        <a:pt x="208" y="40"/>
                        <a:pt x="207" y="40"/>
                      </a:cubicBezTo>
                      <a:cubicBezTo>
                        <a:pt x="207" y="40"/>
                        <a:pt x="207" y="41"/>
                        <a:pt x="207" y="41"/>
                      </a:cubicBezTo>
                      <a:cubicBezTo>
                        <a:pt x="207" y="41"/>
                        <a:pt x="207" y="41"/>
                        <a:pt x="207" y="41"/>
                      </a:cubicBezTo>
                      <a:cubicBezTo>
                        <a:pt x="207" y="41"/>
                        <a:pt x="207" y="41"/>
                        <a:pt x="207" y="41"/>
                      </a:cubicBezTo>
                      <a:cubicBezTo>
                        <a:pt x="207" y="41"/>
                        <a:pt x="206" y="41"/>
                        <a:pt x="206" y="40"/>
                      </a:cubicBezTo>
                      <a:cubicBezTo>
                        <a:pt x="205" y="40"/>
                        <a:pt x="205" y="38"/>
                        <a:pt x="204" y="38"/>
                      </a:cubicBezTo>
                      <a:cubicBezTo>
                        <a:pt x="202" y="37"/>
                        <a:pt x="200" y="37"/>
                        <a:pt x="199" y="35"/>
                      </a:cubicBezTo>
                      <a:cubicBezTo>
                        <a:pt x="199" y="35"/>
                        <a:pt x="199" y="35"/>
                        <a:pt x="198" y="35"/>
                      </a:cubicBezTo>
                      <a:cubicBezTo>
                        <a:pt x="197" y="36"/>
                        <a:pt x="196" y="35"/>
                        <a:pt x="195" y="34"/>
                      </a:cubicBezTo>
                      <a:cubicBezTo>
                        <a:pt x="195" y="36"/>
                        <a:pt x="197" y="37"/>
                        <a:pt x="198" y="38"/>
                      </a:cubicBezTo>
                      <a:cubicBezTo>
                        <a:pt x="199" y="38"/>
                        <a:pt x="200" y="39"/>
                        <a:pt x="200" y="40"/>
                      </a:cubicBezTo>
                      <a:cubicBezTo>
                        <a:pt x="200" y="41"/>
                        <a:pt x="201" y="42"/>
                        <a:pt x="202" y="42"/>
                      </a:cubicBezTo>
                      <a:cubicBezTo>
                        <a:pt x="202" y="42"/>
                        <a:pt x="203" y="43"/>
                        <a:pt x="203" y="43"/>
                      </a:cubicBezTo>
                      <a:cubicBezTo>
                        <a:pt x="203" y="45"/>
                        <a:pt x="203" y="46"/>
                        <a:pt x="204" y="46"/>
                      </a:cubicBezTo>
                      <a:cubicBezTo>
                        <a:pt x="204" y="46"/>
                        <a:pt x="204" y="46"/>
                        <a:pt x="204" y="46"/>
                      </a:cubicBezTo>
                      <a:cubicBezTo>
                        <a:pt x="204" y="46"/>
                        <a:pt x="204" y="46"/>
                        <a:pt x="204" y="46"/>
                      </a:cubicBezTo>
                      <a:cubicBezTo>
                        <a:pt x="202" y="45"/>
                        <a:pt x="201" y="45"/>
                        <a:pt x="200" y="44"/>
                      </a:cubicBezTo>
                      <a:cubicBezTo>
                        <a:pt x="199" y="42"/>
                        <a:pt x="198" y="40"/>
                        <a:pt x="196" y="39"/>
                      </a:cubicBezTo>
                      <a:cubicBezTo>
                        <a:pt x="195" y="38"/>
                        <a:pt x="194" y="38"/>
                        <a:pt x="193" y="38"/>
                      </a:cubicBezTo>
                      <a:cubicBezTo>
                        <a:pt x="192" y="39"/>
                        <a:pt x="191" y="39"/>
                        <a:pt x="190" y="39"/>
                      </a:cubicBezTo>
                      <a:cubicBezTo>
                        <a:pt x="189" y="37"/>
                        <a:pt x="188" y="36"/>
                        <a:pt x="186" y="35"/>
                      </a:cubicBezTo>
                      <a:cubicBezTo>
                        <a:pt x="186" y="35"/>
                        <a:pt x="186" y="34"/>
                        <a:pt x="185" y="34"/>
                      </a:cubicBezTo>
                      <a:cubicBezTo>
                        <a:pt x="185" y="35"/>
                        <a:pt x="185" y="35"/>
                        <a:pt x="185" y="35"/>
                      </a:cubicBezTo>
                      <a:cubicBezTo>
                        <a:pt x="185" y="36"/>
                        <a:pt x="185" y="37"/>
                        <a:pt x="184" y="37"/>
                      </a:cubicBezTo>
                      <a:cubicBezTo>
                        <a:pt x="184" y="38"/>
                        <a:pt x="184" y="38"/>
                        <a:pt x="185" y="39"/>
                      </a:cubicBezTo>
                      <a:cubicBezTo>
                        <a:pt x="186" y="39"/>
                        <a:pt x="187" y="40"/>
                        <a:pt x="187" y="41"/>
                      </a:cubicBezTo>
                      <a:cubicBezTo>
                        <a:pt x="187" y="42"/>
                        <a:pt x="187" y="42"/>
                        <a:pt x="188" y="42"/>
                      </a:cubicBezTo>
                      <a:cubicBezTo>
                        <a:pt x="190" y="42"/>
                        <a:pt x="193" y="44"/>
                        <a:pt x="193" y="45"/>
                      </a:cubicBezTo>
                      <a:cubicBezTo>
                        <a:pt x="193" y="46"/>
                        <a:pt x="193" y="47"/>
                        <a:pt x="194" y="47"/>
                      </a:cubicBezTo>
                      <a:cubicBezTo>
                        <a:pt x="195" y="48"/>
                        <a:pt x="196" y="48"/>
                        <a:pt x="197" y="48"/>
                      </a:cubicBezTo>
                      <a:cubicBezTo>
                        <a:pt x="199" y="48"/>
                        <a:pt x="200" y="50"/>
                        <a:pt x="201" y="52"/>
                      </a:cubicBezTo>
                      <a:cubicBezTo>
                        <a:pt x="201" y="52"/>
                        <a:pt x="201" y="52"/>
                        <a:pt x="201" y="52"/>
                      </a:cubicBezTo>
                      <a:cubicBezTo>
                        <a:pt x="200" y="52"/>
                        <a:pt x="200" y="51"/>
                        <a:pt x="199" y="50"/>
                      </a:cubicBezTo>
                      <a:cubicBezTo>
                        <a:pt x="199" y="50"/>
                        <a:pt x="198" y="49"/>
                        <a:pt x="197" y="49"/>
                      </a:cubicBezTo>
                      <a:cubicBezTo>
                        <a:pt x="196" y="50"/>
                        <a:pt x="195" y="50"/>
                        <a:pt x="194" y="50"/>
                      </a:cubicBezTo>
                      <a:cubicBezTo>
                        <a:pt x="194" y="50"/>
                        <a:pt x="193" y="50"/>
                        <a:pt x="193" y="50"/>
                      </a:cubicBezTo>
                      <a:cubicBezTo>
                        <a:pt x="192" y="51"/>
                        <a:pt x="192" y="52"/>
                        <a:pt x="191" y="52"/>
                      </a:cubicBezTo>
                      <a:cubicBezTo>
                        <a:pt x="190" y="52"/>
                        <a:pt x="190" y="52"/>
                        <a:pt x="190" y="52"/>
                      </a:cubicBezTo>
                      <a:cubicBezTo>
                        <a:pt x="190" y="53"/>
                        <a:pt x="191" y="53"/>
                        <a:pt x="191" y="53"/>
                      </a:cubicBezTo>
                      <a:cubicBezTo>
                        <a:pt x="191" y="53"/>
                        <a:pt x="192" y="52"/>
                        <a:pt x="192" y="53"/>
                      </a:cubicBezTo>
                      <a:cubicBezTo>
                        <a:pt x="191" y="55"/>
                        <a:pt x="191" y="55"/>
                        <a:pt x="193" y="56"/>
                      </a:cubicBezTo>
                      <a:cubicBezTo>
                        <a:pt x="195" y="56"/>
                        <a:pt x="196" y="56"/>
                        <a:pt x="198" y="56"/>
                      </a:cubicBezTo>
                      <a:close/>
                      <a:moveTo>
                        <a:pt x="183" y="48"/>
                      </a:moveTo>
                      <a:cubicBezTo>
                        <a:pt x="183" y="48"/>
                        <a:pt x="184" y="48"/>
                        <a:pt x="185" y="48"/>
                      </a:cubicBezTo>
                      <a:cubicBezTo>
                        <a:pt x="185" y="49"/>
                        <a:pt x="185" y="50"/>
                        <a:pt x="185" y="51"/>
                      </a:cubicBezTo>
                      <a:cubicBezTo>
                        <a:pt x="186" y="51"/>
                        <a:pt x="186" y="52"/>
                        <a:pt x="187" y="51"/>
                      </a:cubicBezTo>
                      <a:cubicBezTo>
                        <a:pt x="188" y="51"/>
                        <a:pt x="188" y="51"/>
                        <a:pt x="189" y="51"/>
                      </a:cubicBezTo>
                      <a:cubicBezTo>
                        <a:pt x="190" y="50"/>
                        <a:pt x="190" y="51"/>
                        <a:pt x="191" y="50"/>
                      </a:cubicBezTo>
                      <a:cubicBezTo>
                        <a:pt x="191" y="50"/>
                        <a:pt x="191" y="50"/>
                        <a:pt x="191" y="50"/>
                      </a:cubicBezTo>
                      <a:cubicBezTo>
                        <a:pt x="191" y="50"/>
                        <a:pt x="192" y="50"/>
                        <a:pt x="192" y="50"/>
                      </a:cubicBezTo>
                      <a:cubicBezTo>
                        <a:pt x="192" y="50"/>
                        <a:pt x="193" y="50"/>
                        <a:pt x="193" y="49"/>
                      </a:cubicBezTo>
                      <a:cubicBezTo>
                        <a:pt x="193" y="48"/>
                        <a:pt x="193" y="48"/>
                        <a:pt x="192" y="48"/>
                      </a:cubicBezTo>
                      <a:cubicBezTo>
                        <a:pt x="191" y="47"/>
                        <a:pt x="190" y="46"/>
                        <a:pt x="189" y="45"/>
                      </a:cubicBezTo>
                      <a:cubicBezTo>
                        <a:pt x="188" y="44"/>
                        <a:pt x="188" y="44"/>
                        <a:pt x="187" y="45"/>
                      </a:cubicBezTo>
                      <a:cubicBezTo>
                        <a:pt x="186" y="46"/>
                        <a:pt x="186" y="46"/>
                        <a:pt x="186" y="45"/>
                      </a:cubicBezTo>
                      <a:cubicBezTo>
                        <a:pt x="185" y="44"/>
                        <a:pt x="185" y="44"/>
                        <a:pt x="185" y="45"/>
                      </a:cubicBezTo>
                      <a:cubicBezTo>
                        <a:pt x="184" y="46"/>
                        <a:pt x="183" y="46"/>
                        <a:pt x="182" y="46"/>
                      </a:cubicBezTo>
                      <a:cubicBezTo>
                        <a:pt x="181" y="46"/>
                        <a:pt x="181" y="47"/>
                        <a:pt x="181" y="47"/>
                      </a:cubicBezTo>
                      <a:cubicBezTo>
                        <a:pt x="181" y="48"/>
                        <a:pt x="182" y="49"/>
                        <a:pt x="183" y="48"/>
                      </a:cubicBezTo>
                      <a:close/>
                      <a:moveTo>
                        <a:pt x="360" y="42"/>
                      </a:moveTo>
                      <a:cubicBezTo>
                        <a:pt x="356" y="39"/>
                        <a:pt x="352" y="40"/>
                        <a:pt x="351" y="44"/>
                      </a:cubicBezTo>
                      <a:cubicBezTo>
                        <a:pt x="351" y="45"/>
                        <a:pt x="351" y="46"/>
                        <a:pt x="352" y="46"/>
                      </a:cubicBezTo>
                      <a:cubicBezTo>
                        <a:pt x="353" y="47"/>
                        <a:pt x="355" y="47"/>
                        <a:pt x="357" y="46"/>
                      </a:cubicBezTo>
                      <a:cubicBezTo>
                        <a:pt x="357" y="46"/>
                        <a:pt x="357" y="46"/>
                        <a:pt x="357" y="46"/>
                      </a:cubicBezTo>
                      <a:cubicBezTo>
                        <a:pt x="358" y="46"/>
                        <a:pt x="359" y="45"/>
                        <a:pt x="360" y="44"/>
                      </a:cubicBezTo>
                      <a:cubicBezTo>
                        <a:pt x="360" y="43"/>
                        <a:pt x="360" y="43"/>
                        <a:pt x="360" y="42"/>
                      </a:cubicBezTo>
                      <a:close/>
                      <a:moveTo>
                        <a:pt x="220" y="78"/>
                      </a:moveTo>
                      <a:cubicBezTo>
                        <a:pt x="220" y="77"/>
                        <a:pt x="219" y="77"/>
                        <a:pt x="218" y="77"/>
                      </a:cubicBezTo>
                      <a:cubicBezTo>
                        <a:pt x="217" y="77"/>
                        <a:pt x="213" y="79"/>
                        <a:pt x="213" y="80"/>
                      </a:cubicBezTo>
                      <a:cubicBezTo>
                        <a:pt x="213" y="80"/>
                        <a:pt x="213" y="80"/>
                        <a:pt x="213" y="80"/>
                      </a:cubicBezTo>
                      <a:cubicBezTo>
                        <a:pt x="215" y="81"/>
                        <a:pt x="216" y="82"/>
                        <a:pt x="216" y="83"/>
                      </a:cubicBezTo>
                      <a:cubicBezTo>
                        <a:pt x="217" y="84"/>
                        <a:pt x="217" y="84"/>
                        <a:pt x="218" y="83"/>
                      </a:cubicBezTo>
                      <a:cubicBezTo>
                        <a:pt x="218" y="83"/>
                        <a:pt x="219" y="83"/>
                        <a:pt x="219" y="82"/>
                      </a:cubicBezTo>
                      <a:cubicBezTo>
                        <a:pt x="219" y="82"/>
                        <a:pt x="219" y="82"/>
                        <a:pt x="219" y="82"/>
                      </a:cubicBezTo>
                      <a:cubicBezTo>
                        <a:pt x="219" y="82"/>
                        <a:pt x="219" y="82"/>
                        <a:pt x="219" y="82"/>
                      </a:cubicBezTo>
                      <a:cubicBezTo>
                        <a:pt x="220" y="82"/>
                        <a:pt x="220" y="82"/>
                        <a:pt x="220" y="81"/>
                      </a:cubicBezTo>
                      <a:cubicBezTo>
                        <a:pt x="222" y="80"/>
                        <a:pt x="220" y="79"/>
                        <a:pt x="220" y="78"/>
                      </a:cubicBezTo>
                      <a:close/>
                      <a:moveTo>
                        <a:pt x="450" y="80"/>
                      </a:moveTo>
                      <a:cubicBezTo>
                        <a:pt x="448" y="79"/>
                        <a:pt x="446" y="78"/>
                        <a:pt x="445" y="76"/>
                      </a:cubicBezTo>
                      <a:cubicBezTo>
                        <a:pt x="445" y="76"/>
                        <a:pt x="444" y="75"/>
                        <a:pt x="445" y="75"/>
                      </a:cubicBezTo>
                      <a:cubicBezTo>
                        <a:pt x="445" y="74"/>
                        <a:pt x="445" y="74"/>
                        <a:pt x="444" y="73"/>
                      </a:cubicBezTo>
                      <a:cubicBezTo>
                        <a:pt x="444" y="73"/>
                        <a:pt x="443" y="72"/>
                        <a:pt x="442" y="72"/>
                      </a:cubicBezTo>
                      <a:cubicBezTo>
                        <a:pt x="442" y="72"/>
                        <a:pt x="442" y="72"/>
                        <a:pt x="442" y="72"/>
                      </a:cubicBezTo>
                      <a:cubicBezTo>
                        <a:pt x="442" y="72"/>
                        <a:pt x="441" y="72"/>
                        <a:pt x="441" y="72"/>
                      </a:cubicBezTo>
                      <a:cubicBezTo>
                        <a:pt x="441" y="72"/>
                        <a:pt x="440" y="71"/>
                        <a:pt x="440" y="71"/>
                      </a:cubicBezTo>
                      <a:cubicBezTo>
                        <a:pt x="440" y="71"/>
                        <a:pt x="441" y="70"/>
                        <a:pt x="441" y="70"/>
                      </a:cubicBezTo>
                      <a:cubicBezTo>
                        <a:pt x="443" y="70"/>
                        <a:pt x="446" y="69"/>
                        <a:pt x="447" y="72"/>
                      </a:cubicBezTo>
                      <a:cubicBezTo>
                        <a:pt x="448" y="70"/>
                        <a:pt x="448" y="69"/>
                        <a:pt x="446" y="68"/>
                      </a:cubicBezTo>
                      <a:cubicBezTo>
                        <a:pt x="446" y="68"/>
                        <a:pt x="446" y="68"/>
                        <a:pt x="446" y="68"/>
                      </a:cubicBezTo>
                      <a:cubicBezTo>
                        <a:pt x="444" y="68"/>
                        <a:pt x="443" y="69"/>
                        <a:pt x="441" y="69"/>
                      </a:cubicBezTo>
                      <a:cubicBezTo>
                        <a:pt x="441" y="69"/>
                        <a:pt x="440" y="69"/>
                        <a:pt x="441" y="68"/>
                      </a:cubicBezTo>
                      <a:cubicBezTo>
                        <a:pt x="441" y="68"/>
                        <a:pt x="440" y="68"/>
                        <a:pt x="440" y="68"/>
                      </a:cubicBezTo>
                      <a:cubicBezTo>
                        <a:pt x="439" y="68"/>
                        <a:pt x="439" y="68"/>
                        <a:pt x="438" y="68"/>
                      </a:cubicBezTo>
                      <a:cubicBezTo>
                        <a:pt x="439" y="67"/>
                        <a:pt x="439" y="66"/>
                        <a:pt x="440" y="67"/>
                      </a:cubicBezTo>
                      <a:cubicBezTo>
                        <a:pt x="441" y="68"/>
                        <a:pt x="443" y="67"/>
                        <a:pt x="443" y="66"/>
                      </a:cubicBezTo>
                      <a:cubicBezTo>
                        <a:pt x="443" y="66"/>
                        <a:pt x="443" y="66"/>
                        <a:pt x="443" y="65"/>
                      </a:cubicBezTo>
                      <a:cubicBezTo>
                        <a:pt x="443" y="65"/>
                        <a:pt x="443" y="65"/>
                        <a:pt x="443" y="65"/>
                      </a:cubicBezTo>
                      <a:cubicBezTo>
                        <a:pt x="442" y="65"/>
                        <a:pt x="442" y="66"/>
                        <a:pt x="441" y="65"/>
                      </a:cubicBezTo>
                      <a:cubicBezTo>
                        <a:pt x="440" y="65"/>
                        <a:pt x="440" y="65"/>
                        <a:pt x="439" y="64"/>
                      </a:cubicBezTo>
                      <a:cubicBezTo>
                        <a:pt x="440" y="64"/>
                        <a:pt x="442" y="64"/>
                        <a:pt x="441" y="63"/>
                      </a:cubicBezTo>
                      <a:cubicBezTo>
                        <a:pt x="441" y="62"/>
                        <a:pt x="442" y="62"/>
                        <a:pt x="442" y="62"/>
                      </a:cubicBezTo>
                      <a:cubicBezTo>
                        <a:pt x="443" y="62"/>
                        <a:pt x="444" y="62"/>
                        <a:pt x="444" y="61"/>
                      </a:cubicBezTo>
                      <a:cubicBezTo>
                        <a:pt x="444" y="61"/>
                        <a:pt x="444" y="61"/>
                        <a:pt x="444" y="61"/>
                      </a:cubicBezTo>
                      <a:cubicBezTo>
                        <a:pt x="444" y="61"/>
                        <a:pt x="443" y="61"/>
                        <a:pt x="443" y="61"/>
                      </a:cubicBezTo>
                      <a:cubicBezTo>
                        <a:pt x="443" y="61"/>
                        <a:pt x="443" y="60"/>
                        <a:pt x="443" y="60"/>
                      </a:cubicBezTo>
                      <a:cubicBezTo>
                        <a:pt x="444" y="60"/>
                        <a:pt x="444" y="59"/>
                        <a:pt x="444" y="57"/>
                      </a:cubicBezTo>
                      <a:cubicBezTo>
                        <a:pt x="444" y="56"/>
                        <a:pt x="445" y="54"/>
                        <a:pt x="446" y="53"/>
                      </a:cubicBezTo>
                      <a:cubicBezTo>
                        <a:pt x="446" y="53"/>
                        <a:pt x="447" y="52"/>
                        <a:pt x="447" y="52"/>
                      </a:cubicBezTo>
                      <a:cubicBezTo>
                        <a:pt x="448" y="51"/>
                        <a:pt x="447" y="51"/>
                        <a:pt x="447" y="50"/>
                      </a:cubicBezTo>
                      <a:cubicBezTo>
                        <a:pt x="447" y="50"/>
                        <a:pt x="447" y="50"/>
                        <a:pt x="447" y="50"/>
                      </a:cubicBezTo>
                      <a:cubicBezTo>
                        <a:pt x="447" y="50"/>
                        <a:pt x="448" y="49"/>
                        <a:pt x="447" y="49"/>
                      </a:cubicBezTo>
                      <a:cubicBezTo>
                        <a:pt x="447" y="49"/>
                        <a:pt x="446" y="50"/>
                        <a:pt x="446" y="51"/>
                      </a:cubicBezTo>
                      <a:cubicBezTo>
                        <a:pt x="445" y="51"/>
                        <a:pt x="445" y="51"/>
                        <a:pt x="444" y="51"/>
                      </a:cubicBezTo>
                      <a:cubicBezTo>
                        <a:pt x="444" y="51"/>
                        <a:pt x="443" y="51"/>
                        <a:pt x="443" y="51"/>
                      </a:cubicBezTo>
                      <a:cubicBezTo>
                        <a:pt x="442" y="50"/>
                        <a:pt x="443" y="50"/>
                        <a:pt x="443" y="50"/>
                      </a:cubicBezTo>
                      <a:cubicBezTo>
                        <a:pt x="444" y="49"/>
                        <a:pt x="444" y="48"/>
                        <a:pt x="444" y="47"/>
                      </a:cubicBezTo>
                      <a:cubicBezTo>
                        <a:pt x="444" y="47"/>
                        <a:pt x="444" y="46"/>
                        <a:pt x="445" y="46"/>
                      </a:cubicBezTo>
                      <a:cubicBezTo>
                        <a:pt x="446" y="45"/>
                        <a:pt x="447" y="44"/>
                        <a:pt x="446" y="43"/>
                      </a:cubicBezTo>
                      <a:cubicBezTo>
                        <a:pt x="446" y="42"/>
                        <a:pt x="447" y="42"/>
                        <a:pt x="448" y="41"/>
                      </a:cubicBezTo>
                      <a:cubicBezTo>
                        <a:pt x="448" y="41"/>
                        <a:pt x="449" y="39"/>
                        <a:pt x="450" y="40"/>
                      </a:cubicBezTo>
                      <a:cubicBezTo>
                        <a:pt x="450" y="40"/>
                        <a:pt x="451" y="40"/>
                        <a:pt x="451" y="40"/>
                      </a:cubicBezTo>
                      <a:cubicBezTo>
                        <a:pt x="450" y="38"/>
                        <a:pt x="451" y="38"/>
                        <a:pt x="452" y="38"/>
                      </a:cubicBezTo>
                      <a:cubicBezTo>
                        <a:pt x="453" y="37"/>
                        <a:pt x="454" y="36"/>
                        <a:pt x="456" y="35"/>
                      </a:cubicBezTo>
                      <a:cubicBezTo>
                        <a:pt x="458" y="35"/>
                        <a:pt x="459" y="33"/>
                        <a:pt x="460" y="32"/>
                      </a:cubicBezTo>
                      <a:cubicBezTo>
                        <a:pt x="461" y="31"/>
                        <a:pt x="461" y="30"/>
                        <a:pt x="462" y="31"/>
                      </a:cubicBezTo>
                      <a:cubicBezTo>
                        <a:pt x="463" y="31"/>
                        <a:pt x="463" y="30"/>
                        <a:pt x="463" y="30"/>
                      </a:cubicBezTo>
                      <a:cubicBezTo>
                        <a:pt x="463" y="30"/>
                        <a:pt x="463" y="30"/>
                        <a:pt x="463" y="30"/>
                      </a:cubicBezTo>
                      <a:cubicBezTo>
                        <a:pt x="463" y="30"/>
                        <a:pt x="463" y="30"/>
                        <a:pt x="463" y="30"/>
                      </a:cubicBezTo>
                      <a:cubicBezTo>
                        <a:pt x="463" y="30"/>
                        <a:pt x="463" y="30"/>
                        <a:pt x="463" y="30"/>
                      </a:cubicBezTo>
                      <a:cubicBezTo>
                        <a:pt x="462" y="30"/>
                        <a:pt x="462" y="30"/>
                        <a:pt x="461" y="30"/>
                      </a:cubicBezTo>
                      <a:cubicBezTo>
                        <a:pt x="460" y="30"/>
                        <a:pt x="460" y="30"/>
                        <a:pt x="460" y="29"/>
                      </a:cubicBezTo>
                      <a:cubicBezTo>
                        <a:pt x="460" y="28"/>
                        <a:pt x="460" y="28"/>
                        <a:pt x="460" y="28"/>
                      </a:cubicBezTo>
                      <a:cubicBezTo>
                        <a:pt x="461" y="28"/>
                        <a:pt x="461" y="28"/>
                        <a:pt x="461" y="28"/>
                      </a:cubicBezTo>
                      <a:cubicBezTo>
                        <a:pt x="463" y="27"/>
                        <a:pt x="464" y="27"/>
                        <a:pt x="466" y="29"/>
                      </a:cubicBezTo>
                      <a:cubicBezTo>
                        <a:pt x="466" y="29"/>
                        <a:pt x="466" y="30"/>
                        <a:pt x="465" y="31"/>
                      </a:cubicBezTo>
                      <a:cubicBezTo>
                        <a:pt x="465" y="31"/>
                        <a:pt x="465" y="31"/>
                        <a:pt x="465" y="31"/>
                      </a:cubicBezTo>
                      <a:cubicBezTo>
                        <a:pt x="465" y="31"/>
                        <a:pt x="465" y="31"/>
                        <a:pt x="465" y="31"/>
                      </a:cubicBezTo>
                      <a:cubicBezTo>
                        <a:pt x="465" y="31"/>
                        <a:pt x="464" y="32"/>
                        <a:pt x="466" y="32"/>
                      </a:cubicBezTo>
                      <a:cubicBezTo>
                        <a:pt x="467" y="32"/>
                        <a:pt x="466" y="33"/>
                        <a:pt x="467" y="33"/>
                      </a:cubicBezTo>
                      <a:cubicBezTo>
                        <a:pt x="467" y="33"/>
                        <a:pt x="467" y="33"/>
                        <a:pt x="467" y="33"/>
                      </a:cubicBezTo>
                      <a:cubicBezTo>
                        <a:pt x="467" y="33"/>
                        <a:pt x="467" y="33"/>
                        <a:pt x="467" y="33"/>
                      </a:cubicBezTo>
                      <a:cubicBezTo>
                        <a:pt x="468" y="33"/>
                        <a:pt x="468" y="34"/>
                        <a:pt x="468" y="34"/>
                      </a:cubicBezTo>
                      <a:cubicBezTo>
                        <a:pt x="468" y="35"/>
                        <a:pt x="469" y="36"/>
                        <a:pt x="469" y="37"/>
                      </a:cubicBezTo>
                      <a:cubicBezTo>
                        <a:pt x="469" y="37"/>
                        <a:pt x="469" y="37"/>
                        <a:pt x="469" y="37"/>
                      </a:cubicBezTo>
                      <a:cubicBezTo>
                        <a:pt x="470" y="37"/>
                        <a:pt x="470" y="38"/>
                        <a:pt x="470" y="39"/>
                      </a:cubicBezTo>
                      <a:cubicBezTo>
                        <a:pt x="470" y="39"/>
                        <a:pt x="470" y="39"/>
                        <a:pt x="471" y="40"/>
                      </a:cubicBezTo>
                      <a:cubicBezTo>
                        <a:pt x="471" y="40"/>
                        <a:pt x="471" y="40"/>
                        <a:pt x="471" y="40"/>
                      </a:cubicBezTo>
                      <a:cubicBezTo>
                        <a:pt x="471" y="40"/>
                        <a:pt x="471" y="41"/>
                        <a:pt x="471" y="42"/>
                      </a:cubicBezTo>
                      <a:cubicBezTo>
                        <a:pt x="471" y="42"/>
                        <a:pt x="471" y="43"/>
                        <a:pt x="471" y="43"/>
                      </a:cubicBezTo>
                      <a:cubicBezTo>
                        <a:pt x="473" y="44"/>
                        <a:pt x="474" y="46"/>
                        <a:pt x="476" y="47"/>
                      </a:cubicBezTo>
                      <a:cubicBezTo>
                        <a:pt x="476" y="47"/>
                        <a:pt x="476" y="48"/>
                        <a:pt x="476" y="48"/>
                      </a:cubicBezTo>
                      <a:cubicBezTo>
                        <a:pt x="478" y="48"/>
                        <a:pt x="479" y="49"/>
                        <a:pt x="478" y="51"/>
                      </a:cubicBezTo>
                      <a:cubicBezTo>
                        <a:pt x="478" y="51"/>
                        <a:pt x="478" y="51"/>
                        <a:pt x="479" y="51"/>
                      </a:cubicBezTo>
                      <a:cubicBezTo>
                        <a:pt x="479" y="52"/>
                        <a:pt x="480" y="53"/>
                        <a:pt x="479" y="53"/>
                      </a:cubicBezTo>
                      <a:cubicBezTo>
                        <a:pt x="478" y="54"/>
                        <a:pt x="477" y="55"/>
                        <a:pt x="476" y="54"/>
                      </a:cubicBezTo>
                      <a:cubicBezTo>
                        <a:pt x="476" y="55"/>
                        <a:pt x="476" y="56"/>
                        <a:pt x="475" y="55"/>
                      </a:cubicBezTo>
                      <a:cubicBezTo>
                        <a:pt x="474" y="55"/>
                        <a:pt x="474" y="55"/>
                        <a:pt x="474" y="55"/>
                      </a:cubicBezTo>
                      <a:cubicBezTo>
                        <a:pt x="474" y="55"/>
                        <a:pt x="474" y="55"/>
                        <a:pt x="474" y="55"/>
                      </a:cubicBezTo>
                      <a:cubicBezTo>
                        <a:pt x="474" y="56"/>
                        <a:pt x="474" y="57"/>
                        <a:pt x="474" y="58"/>
                      </a:cubicBezTo>
                      <a:cubicBezTo>
                        <a:pt x="474" y="58"/>
                        <a:pt x="474" y="58"/>
                        <a:pt x="474" y="58"/>
                      </a:cubicBezTo>
                      <a:cubicBezTo>
                        <a:pt x="474" y="58"/>
                        <a:pt x="474" y="58"/>
                        <a:pt x="474" y="58"/>
                      </a:cubicBezTo>
                      <a:cubicBezTo>
                        <a:pt x="474" y="59"/>
                        <a:pt x="474" y="60"/>
                        <a:pt x="474" y="61"/>
                      </a:cubicBezTo>
                      <a:cubicBezTo>
                        <a:pt x="474" y="61"/>
                        <a:pt x="474" y="61"/>
                        <a:pt x="474" y="61"/>
                      </a:cubicBezTo>
                      <a:cubicBezTo>
                        <a:pt x="474" y="61"/>
                        <a:pt x="474" y="61"/>
                        <a:pt x="474" y="61"/>
                      </a:cubicBezTo>
                      <a:cubicBezTo>
                        <a:pt x="474" y="62"/>
                        <a:pt x="474" y="63"/>
                        <a:pt x="474" y="63"/>
                      </a:cubicBezTo>
                      <a:cubicBezTo>
                        <a:pt x="474" y="63"/>
                        <a:pt x="474" y="63"/>
                        <a:pt x="474" y="63"/>
                      </a:cubicBezTo>
                      <a:cubicBezTo>
                        <a:pt x="474" y="63"/>
                        <a:pt x="474" y="63"/>
                        <a:pt x="474" y="63"/>
                      </a:cubicBezTo>
                      <a:cubicBezTo>
                        <a:pt x="475" y="64"/>
                        <a:pt x="474" y="66"/>
                        <a:pt x="474" y="67"/>
                      </a:cubicBezTo>
                      <a:cubicBezTo>
                        <a:pt x="475" y="67"/>
                        <a:pt x="475" y="67"/>
                        <a:pt x="475" y="67"/>
                      </a:cubicBezTo>
                      <a:cubicBezTo>
                        <a:pt x="475" y="67"/>
                        <a:pt x="475" y="67"/>
                        <a:pt x="475" y="67"/>
                      </a:cubicBezTo>
                      <a:cubicBezTo>
                        <a:pt x="476" y="68"/>
                        <a:pt x="476" y="68"/>
                        <a:pt x="475" y="69"/>
                      </a:cubicBezTo>
                      <a:cubicBezTo>
                        <a:pt x="475" y="69"/>
                        <a:pt x="475" y="69"/>
                        <a:pt x="475" y="69"/>
                      </a:cubicBezTo>
                      <a:cubicBezTo>
                        <a:pt x="475" y="69"/>
                        <a:pt x="475" y="69"/>
                        <a:pt x="475" y="69"/>
                      </a:cubicBezTo>
                      <a:cubicBezTo>
                        <a:pt x="475" y="69"/>
                        <a:pt x="475" y="69"/>
                        <a:pt x="475" y="69"/>
                      </a:cubicBezTo>
                      <a:cubicBezTo>
                        <a:pt x="475" y="69"/>
                        <a:pt x="475" y="69"/>
                        <a:pt x="475" y="69"/>
                      </a:cubicBezTo>
                      <a:cubicBezTo>
                        <a:pt x="476" y="69"/>
                        <a:pt x="476" y="69"/>
                        <a:pt x="476" y="70"/>
                      </a:cubicBezTo>
                      <a:cubicBezTo>
                        <a:pt x="476" y="70"/>
                        <a:pt x="475" y="70"/>
                        <a:pt x="475" y="70"/>
                      </a:cubicBezTo>
                      <a:cubicBezTo>
                        <a:pt x="475" y="70"/>
                        <a:pt x="474" y="71"/>
                        <a:pt x="474" y="71"/>
                      </a:cubicBezTo>
                      <a:cubicBezTo>
                        <a:pt x="474" y="72"/>
                        <a:pt x="473" y="71"/>
                        <a:pt x="473" y="71"/>
                      </a:cubicBezTo>
                      <a:cubicBezTo>
                        <a:pt x="473" y="71"/>
                        <a:pt x="473" y="71"/>
                        <a:pt x="473" y="71"/>
                      </a:cubicBezTo>
                      <a:cubicBezTo>
                        <a:pt x="473" y="71"/>
                        <a:pt x="473" y="71"/>
                        <a:pt x="473" y="71"/>
                      </a:cubicBezTo>
                      <a:cubicBezTo>
                        <a:pt x="472" y="72"/>
                        <a:pt x="471" y="72"/>
                        <a:pt x="470" y="72"/>
                      </a:cubicBezTo>
                      <a:cubicBezTo>
                        <a:pt x="470" y="72"/>
                        <a:pt x="469" y="72"/>
                        <a:pt x="469" y="72"/>
                      </a:cubicBezTo>
                      <a:cubicBezTo>
                        <a:pt x="469" y="72"/>
                        <a:pt x="469" y="72"/>
                        <a:pt x="469" y="72"/>
                      </a:cubicBezTo>
                      <a:cubicBezTo>
                        <a:pt x="469" y="72"/>
                        <a:pt x="469" y="72"/>
                        <a:pt x="469" y="72"/>
                      </a:cubicBezTo>
                      <a:cubicBezTo>
                        <a:pt x="469" y="72"/>
                        <a:pt x="469" y="72"/>
                        <a:pt x="469" y="72"/>
                      </a:cubicBezTo>
                      <a:cubicBezTo>
                        <a:pt x="469" y="72"/>
                        <a:pt x="469" y="72"/>
                        <a:pt x="469" y="72"/>
                      </a:cubicBezTo>
                      <a:cubicBezTo>
                        <a:pt x="469" y="72"/>
                        <a:pt x="469" y="72"/>
                        <a:pt x="469" y="72"/>
                      </a:cubicBezTo>
                      <a:cubicBezTo>
                        <a:pt x="468" y="72"/>
                        <a:pt x="467" y="72"/>
                        <a:pt x="466" y="72"/>
                      </a:cubicBezTo>
                      <a:cubicBezTo>
                        <a:pt x="466" y="72"/>
                        <a:pt x="466" y="72"/>
                        <a:pt x="466" y="72"/>
                      </a:cubicBezTo>
                      <a:cubicBezTo>
                        <a:pt x="466" y="72"/>
                        <a:pt x="466" y="72"/>
                        <a:pt x="466" y="72"/>
                      </a:cubicBezTo>
                      <a:cubicBezTo>
                        <a:pt x="465" y="73"/>
                        <a:pt x="464" y="72"/>
                        <a:pt x="463" y="72"/>
                      </a:cubicBezTo>
                      <a:cubicBezTo>
                        <a:pt x="462" y="73"/>
                        <a:pt x="461" y="74"/>
                        <a:pt x="460" y="74"/>
                      </a:cubicBezTo>
                      <a:cubicBezTo>
                        <a:pt x="460" y="75"/>
                        <a:pt x="459" y="75"/>
                        <a:pt x="458" y="75"/>
                      </a:cubicBezTo>
                      <a:cubicBezTo>
                        <a:pt x="457" y="75"/>
                        <a:pt x="456" y="75"/>
                        <a:pt x="455" y="76"/>
                      </a:cubicBezTo>
                      <a:cubicBezTo>
                        <a:pt x="455" y="77"/>
                        <a:pt x="454" y="78"/>
                        <a:pt x="454" y="78"/>
                      </a:cubicBezTo>
                      <a:cubicBezTo>
                        <a:pt x="453" y="78"/>
                        <a:pt x="453" y="79"/>
                        <a:pt x="452" y="79"/>
                      </a:cubicBezTo>
                      <a:cubicBezTo>
                        <a:pt x="452" y="79"/>
                        <a:pt x="452" y="79"/>
                        <a:pt x="452" y="79"/>
                      </a:cubicBezTo>
                      <a:cubicBezTo>
                        <a:pt x="452" y="80"/>
                        <a:pt x="450" y="79"/>
                        <a:pt x="450" y="80"/>
                      </a:cubicBezTo>
                      <a:close/>
                      <a:moveTo>
                        <a:pt x="340" y="98"/>
                      </a:moveTo>
                      <a:cubicBezTo>
                        <a:pt x="339" y="98"/>
                        <a:pt x="337" y="97"/>
                        <a:pt x="336" y="96"/>
                      </a:cubicBezTo>
                      <a:cubicBezTo>
                        <a:pt x="335" y="95"/>
                        <a:pt x="334" y="95"/>
                        <a:pt x="333" y="95"/>
                      </a:cubicBezTo>
                      <a:cubicBezTo>
                        <a:pt x="333" y="95"/>
                        <a:pt x="333" y="94"/>
                        <a:pt x="332" y="94"/>
                      </a:cubicBezTo>
                      <a:cubicBezTo>
                        <a:pt x="332" y="94"/>
                        <a:pt x="332" y="94"/>
                        <a:pt x="332" y="94"/>
                      </a:cubicBezTo>
                      <a:cubicBezTo>
                        <a:pt x="332" y="94"/>
                        <a:pt x="331" y="93"/>
                        <a:pt x="331" y="94"/>
                      </a:cubicBezTo>
                      <a:cubicBezTo>
                        <a:pt x="330" y="95"/>
                        <a:pt x="332" y="99"/>
                        <a:pt x="333" y="98"/>
                      </a:cubicBezTo>
                      <a:cubicBezTo>
                        <a:pt x="334" y="98"/>
                        <a:pt x="335" y="99"/>
                        <a:pt x="335" y="100"/>
                      </a:cubicBezTo>
                      <a:cubicBezTo>
                        <a:pt x="335" y="100"/>
                        <a:pt x="335" y="100"/>
                        <a:pt x="335" y="100"/>
                      </a:cubicBezTo>
                      <a:cubicBezTo>
                        <a:pt x="337" y="100"/>
                        <a:pt x="338" y="101"/>
                        <a:pt x="340" y="100"/>
                      </a:cubicBezTo>
                      <a:cubicBezTo>
                        <a:pt x="340" y="100"/>
                        <a:pt x="341" y="99"/>
                        <a:pt x="340" y="98"/>
                      </a:cubicBezTo>
                      <a:close/>
                      <a:moveTo>
                        <a:pt x="162" y="81"/>
                      </a:moveTo>
                      <a:cubicBezTo>
                        <a:pt x="161" y="81"/>
                        <a:pt x="161" y="80"/>
                        <a:pt x="162" y="80"/>
                      </a:cubicBezTo>
                      <a:cubicBezTo>
                        <a:pt x="162" y="79"/>
                        <a:pt x="162" y="79"/>
                        <a:pt x="162" y="78"/>
                      </a:cubicBezTo>
                      <a:cubicBezTo>
                        <a:pt x="162" y="78"/>
                        <a:pt x="162" y="78"/>
                        <a:pt x="162" y="78"/>
                      </a:cubicBezTo>
                      <a:cubicBezTo>
                        <a:pt x="162" y="78"/>
                        <a:pt x="162" y="78"/>
                        <a:pt x="162" y="78"/>
                      </a:cubicBezTo>
                      <a:cubicBezTo>
                        <a:pt x="161" y="78"/>
                        <a:pt x="161" y="77"/>
                        <a:pt x="161" y="77"/>
                      </a:cubicBezTo>
                      <a:cubicBezTo>
                        <a:pt x="161" y="77"/>
                        <a:pt x="160" y="76"/>
                        <a:pt x="160" y="77"/>
                      </a:cubicBezTo>
                      <a:cubicBezTo>
                        <a:pt x="159" y="78"/>
                        <a:pt x="158" y="78"/>
                        <a:pt x="157" y="80"/>
                      </a:cubicBezTo>
                      <a:cubicBezTo>
                        <a:pt x="157" y="81"/>
                        <a:pt x="157" y="81"/>
                        <a:pt x="156" y="81"/>
                      </a:cubicBezTo>
                      <a:cubicBezTo>
                        <a:pt x="156" y="81"/>
                        <a:pt x="156" y="80"/>
                        <a:pt x="155" y="81"/>
                      </a:cubicBezTo>
                      <a:cubicBezTo>
                        <a:pt x="154" y="81"/>
                        <a:pt x="153" y="81"/>
                        <a:pt x="154" y="82"/>
                      </a:cubicBezTo>
                      <a:cubicBezTo>
                        <a:pt x="154" y="83"/>
                        <a:pt x="155" y="83"/>
                        <a:pt x="155" y="82"/>
                      </a:cubicBezTo>
                      <a:cubicBezTo>
                        <a:pt x="155" y="82"/>
                        <a:pt x="156" y="82"/>
                        <a:pt x="156" y="82"/>
                      </a:cubicBezTo>
                      <a:cubicBezTo>
                        <a:pt x="156" y="82"/>
                        <a:pt x="156" y="82"/>
                        <a:pt x="156" y="82"/>
                      </a:cubicBezTo>
                      <a:cubicBezTo>
                        <a:pt x="156" y="83"/>
                        <a:pt x="156" y="83"/>
                        <a:pt x="156" y="83"/>
                      </a:cubicBezTo>
                      <a:cubicBezTo>
                        <a:pt x="157" y="83"/>
                        <a:pt x="157" y="83"/>
                        <a:pt x="157" y="83"/>
                      </a:cubicBezTo>
                      <a:cubicBezTo>
                        <a:pt x="157" y="83"/>
                        <a:pt x="157" y="83"/>
                        <a:pt x="157" y="83"/>
                      </a:cubicBezTo>
                      <a:cubicBezTo>
                        <a:pt x="157" y="83"/>
                        <a:pt x="157" y="83"/>
                        <a:pt x="157" y="83"/>
                      </a:cubicBezTo>
                      <a:cubicBezTo>
                        <a:pt x="157" y="83"/>
                        <a:pt x="157" y="83"/>
                        <a:pt x="157" y="83"/>
                      </a:cubicBezTo>
                      <a:cubicBezTo>
                        <a:pt x="157" y="84"/>
                        <a:pt x="158" y="83"/>
                        <a:pt x="159" y="83"/>
                      </a:cubicBezTo>
                      <a:cubicBezTo>
                        <a:pt x="159" y="83"/>
                        <a:pt x="159" y="83"/>
                        <a:pt x="159" y="83"/>
                      </a:cubicBezTo>
                      <a:cubicBezTo>
                        <a:pt x="159" y="83"/>
                        <a:pt x="159" y="83"/>
                        <a:pt x="159" y="83"/>
                      </a:cubicBezTo>
                      <a:cubicBezTo>
                        <a:pt x="160" y="84"/>
                        <a:pt x="160" y="84"/>
                        <a:pt x="160" y="84"/>
                      </a:cubicBezTo>
                      <a:cubicBezTo>
                        <a:pt x="161" y="84"/>
                        <a:pt x="162" y="84"/>
                        <a:pt x="163" y="84"/>
                      </a:cubicBezTo>
                      <a:cubicBezTo>
                        <a:pt x="163" y="84"/>
                        <a:pt x="163" y="84"/>
                        <a:pt x="163" y="84"/>
                      </a:cubicBezTo>
                      <a:cubicBezTo>
                        <a:pt x="163" y="84"/>
                        <a:pt x="163" y="84"/>
                        <a:pt x="163" y="84"/>
                      </a:cubicBezTo>
                      <a:cubicBezTo>
                        <a:pt x="163" y="83"/>
                        <a:pt x="163" y="82"/>
                        <a:pt x="162" y="81"/>
                      </a:cubicBezTo>
                      <a:close/>
                      <a:moveTo>
                        <a:pt x="206" y="29"/>
                      </a:moveTo>
                      <a:cubicBezTo>
                        <a:pt x="204" y="29"/>
                        <a:pt x="203" y="31"/>
                        <a:pt x="201" y="32"/>
                      </a:cubicBezTo>
                      <a:cubicBezTo>
                        <a:pt x="200" y="32"/>
                        <a:pt x="200" y="32"/>
                        <a:pt x="201" y="33"/>
                      </a:cubicBezTo>
                      <a:cubicBezTo>
                        <a:pt x="202" y="33"/>
                        <a:pt x="202" y="34"/>
                        <a:pt x="203" y="35"/>
                      </a:cubicBezTo>
                      <a:cubicBezTo>
                        <a:pt x="204" y="35"/>
                        <a:pt x="204" y="35"/>
                        <a:pt x="205" y="35"/>
                      </a:cubicBezTo>
                      <a:cubicBezTo>
                        <a:pt x="205" y="35"/>
                        <a:pt x="205" y="35"/>
                        <a:pt x="205" y="35"/>
                      </a:cubicBezTo>
                      <a:cubicBezTo>
                        <a:pt x="206" y="34"/>
                        <a:pt x="207" y="34"/>
                        <a:pt x="207" y="33"/>
                      </a:cubicBezTo>
                      <a:cubicBezTo>
                        <a:pt x="207" y="32"/>
                        <a:pt x="207" y="32"/>
                        <a:pt x="207" y="31"/>
                      </a:cubicBezTo>
                      <a:cubicBezTo>
                        <a:pt x="208" y="31"/>
                        <a:pt x="208" y="31"/>
                        <a:pt x="208" y="30"/>
                      </a:cubicBezTo>
                      <a:cubicBezTo>
                        <a:pt x="208" y="29"/>
                        <a:pt x="207" y="29"/>
                        <a:pt x="206" y="29"/>
                      </a:cubicBezTo>
                      <a:close/>
                      <a:moveTo>
                        <a:pt x="154" y="77"/>
                      </a:moveTo>
                      <a:cubicBezTo>
                        <a:pt x="154" y="76"/>
                        <a:pt x="154" y="76"/>
                        <a:pt x="154" y="76"/>
                      </a:cubicBezTo>
                      <a:cubicBezTo>
                        <a:pt x="156" y="75"/>
                        <a:pt x="155" y="74"/>
                        <a:pt x="156" y="74"/>
                      </a:cubicBezTo>
                      <a:cubicBezTo>
                        <a:pt x="156" y="73"/>
                        <a:pt x="156" y="73"/>
                        <a:pt x="156" y="72"/>
                      </a:cubicBezTo>
                      <a:cubicBezTo>
                        <a:pt x="156" y="72"/>
                        <a:pt x="156" y="72"/>
                        <a:pt x="156" y="72"/>
                      </a:cubicBezTo>
                      <a:cubicBezTo>
                        <a:pt x="154" y="71"/>
                        <a:pt x="153" y="71"/>
                        <a:pt x="152" y="72"/>
                      </a:cubicBezTo>
                      <a:cubicBezTo>
                        <a:pt x="151" y="72"/>
                        <a:pt x="151" y="73"/>
                        <a:pt x="151" y="73"/>
                      </a:cubicBezTo>
                      <a:cubicBezTo>
                        <a:pt x="150" y="73"/>
                        <a:pt x="150" y="74"/>
                        <a:pt x="151" y="75"/>
                      </a:cubicBezTo>
                      <a:cubicBezTo>
                        <a:pt x="151" y="76"/>
                        <a:pt x="152" y="76"/>
                        <a:pt x="152" y="77"/>
                      </a:cubicBezTo>
                      <a:cubicBezTo>
                        <a:pt x="152" y="78"/>
                        <a:pt x="153" y="79"/>
                        <a:pt x="153" y="78"/>
                      </a:cubicBezTo>
                      <a:cubicBezTo>
                        <a:pt x="154" y="78"/>
                        <a:pt x="155" y="78"/>
                        <a:pt x="154" y="77"/>
                      </a:cubicBezTo>
                      <a:close/>
                      <a:moveTo>
                        <a:pt x="215" y="26"/>
                      </a:moveTo>
                      <a:cubicBezTo>
                        <a:pt x="217" y="25"/>
                        <a:pt x="217" y="24"/>
                        <a:pt x="216" y="23"/>
                      </a:cubicBezTo>
                      <a:cubicBezTo>
                        <a:pt x="216" y="23"/>
                        <a:pt x="217" y="22"/>
                        <a:pt x="216" y="22"/>
                      </a:cubicBezTo>
                      <a:cubicBezTo>
                        <a:pt x="216" y="22"/>
                        <a:pt x="216" y="22"/>
                        <a:pt x="216" y="22"/>
                      </a:cubicBezTo>
                      <a:cubicBezTo>
                        <a:pt x="216" y="22"/>
                        <a:pt x="216" y="22"/>
                        <a:pt x="216" y="22"/>
                      </a:cubicBezTo>
                      <a:cubicBezTo>
                        <a:pt x="215" y="21"/>
                        <a:pt x="216" y="21"/>
                        <a:pt x="216" y="20"/>
                      </a:cubicBezTo>
                      <a:cubicBezTo>
                        <a:pt x="214" y="20"/>
                        <a:pt x="213" y="20"/>
                        <a:pt x="212" y="22"/>
                      </a:cubicBezTo>
                      <a:cubicBezTo>
                        <a:pt x="211" y="23"/>
                        <a:pt x="211" y="24"/>
                        <a:pt x="212" y="25"/>
                      </a:cubicBezTo>
                      <a:cubicBezTo>
                        <a:pt x="213" y="26"/>
                        <a:pt x="214" y="26"/>
                        <a:pt x="215" y="26"/>
                      </a:cubicBezTo>
                      <a:close/>
                      <a:moveTo>
                        <a:pt x="210" y="42"/>
                      </a:moveTo>
                      <a:cubicBezTo>
                        <a:pt x="211" y="42"/>
                        <a:pt x="211" y="42"/>
                        <a:pt x="212" y="42"/>
                      </a:cubicBezTo>
                      <a:cubicBezTo>
                        <a:pt x="212" y="42"/>
                        <a:pt x="212" y="42"/>
                        <a:pt x="212" y="42"/>
                      </a:cubicBezTo>
                      <a:cubicBezTo>
                        <a:pt x="212" y="42"/>
                        <a:pt x="212" y="42"/>
                        <a:pt x="212" y="42"/>
                      </a:cubicBezTo>
                      <a:cubicBezTo>
                        <a:pt x="212" y="41"/>
                        <a:pt x="212" y="41"/>
                        <a:pt x="212" y="40"/>
                      </a:cubicBezTo>
                      <a:cubicBezTo>
                        <a:pt x="213" y="39"/>
                        <a:pt x="213" y="38"/>
                        <a:pt x="211" y="37"/>
                      </a:cubicBezTo>
                      <a:cubicBezTo>
                        <a:pt x="211" y="37"/>
                        <a:pt x="211" y="37"/>
                        <a:pt x="211" y="37"/>
                      </a:cubicBezTo>
                      <a:cubicBezTo>
                        <a:pt x="211" y="37"/>
                        <a:pt x="211" y="37"/>
                        <a:pt x="211" y="37"/>
                      </a:cubicBezTo>
                      <a:cubicBezTo>
                        <a:pt x="211" y="37"/>
                        <a:pt x="211" y="37"/>
                        <a:pt x="211" y="37"/>
                      </a:cubicBezTo>
                      <a:cubicBezTo>
                        <a:pt x="211" y="37"/>
                        <a:pt x="211" y="37"/>
                        <a:pt x="211" y="37"/>
                      </a:cubicBezTo>
                      <a:cubicBezTo>
                        <a:pt x="211" y="37"/>
                        <a:pt x="211" y="37"/>
                        <a:pt x="211" y="37"/>
                      </a:cubicBezTo>
                      <a:cubicBezTo>
                        <a:pt x="211" y="37"/>
                        <a:pt x="211" y="37"/>
                        <a:pt x="210" y="36"/>
                      </a:cubicBezTo>
                      <a:cubicBezTo>
                        <a:pt x="210" y="36"/>
                        <a:pt x="209" y="34"/>
                        <a:pt x="208" y="36"/>
                      </a:cubicBezTo>
                      <a:cubicBezTo>
                        <a:pt x="208" y="37"/>
                        <a:pt x="208" y="37"/>
                        <a:pt x="208" y="37"/>
                      </a:cubicBezTo>
                      <a:cubicBezTo>
                        <a:pt x="206" y="37"/>
                        <a:pt x="207" y="38"/>
                        <a:pt x="207" y="38"/>
                      </a:cubicBezTo>
                      <a:cubicBezTo>
                        <a:pt x="208" y="39"/>
                        <a:pt x="209" y="40"/>
                        <a:pt x="209" y="41"/>
                      </a:cubicBezTo>
                      <a:cubicBezTo>
                        <a:pt x="209" y="41"/>
                        <a:pt x="209" y="42"/>
                        <a:pt x="210" y="42"/>
                      </a:cubicBezTo>
                      <a:close/>
                      <a:moveTo>
                        <a:pt x="209" y="41"/>
                      </a:moveTo>
                      <a:cubicBezTo>
                        <a:pt x="209" y="41"/>
                        <a:pt x="209" y="41"/>
                        <a:pt x="209" y="41"/>
                      </a:cubicBezTo>
                      <a:cubicBezTo>
                        <a:pt x="209" y="41"/>
                        <a:pt x="209" y="41"/>
                        <a:pt x="209" y="41"/>
                      </a:cubicBezTo>
                      <a:cubicBezTo>
                        <a:pt x="209" y="41"/>
                        <a:pt x="209" y="41"/>
                        <a:pt x="209" y="41"/>
                      </a:cubicBezTo>
                      <a:cubicBezTo>
                        <a:pt x="209" y="41"/>
                        <a:pt x="209" y="41"/>
                        <a:pt x="209" y="41"/>
                      </a:cubicBezTo>
                      <a:cubicBezTo>
                        <a:pt x="209" y="41"/>
                        <a:pt x="209" y="41"/>
                        <a:pt x="209" y="41"/>
                      </a:cubicBezTo>
                      <a:close/>
                      <a:moveTo>
                        <a:pt x="442" y="102"/>
                      </a:moveTo>
                      <a:cubicBezTo>
                        <a:pt x="442" y="101"/>
                        <a:pt x="442" y="101"/>
                        <a:pt x="442" y="101"/>
                      </a:cubicBezTo>
                      <a:cubicBezTo>
                        <a:pt x="441" y="101"/>
                        <a:pt x="441" y="101"/>
                        <a:pt x="440" y="101"/>
                      </a:cubicBezTo>
                      <a:cubicBezTo>
                        <a:pt x="439" y="102"/>
                        <a:pt x="438" y="101"/>
                        <a:pt x="436" y="100"/>
                      </a:cubicBezTo>
                      <a:cubicBezTo>
                        <a:pt x="435" y="99"/>
                        <a:pt x="434" y="98"/>
                        <a:pt x="433" y="98"/>
                      </a:cubicBezTo>
                      <a:cubicBezTo>
                        <a:pt x="432" y="97"/>
                        <a:pt x="431" y="97"/>
                        <a:pt x="431" y="98"/>
                      </a:cubicBezTo>
                      <a:cubicBezTo>
                        <a:pt x="431" y="99"/>
                        <a:pt x="432" y="99"/>
                        <a:pt x="432" y="99"/>
                      </a:cubicBezTo>
                      <a:cubicBezTo>
                        <a:pt x="433" y="99"/>
                        <a:pt x="434" y="100"/>
                        <a:pt x="434" y="101"/>
                      </a:cubicBezTo>
                      <a:cubicBezTo>
                        <a:pt x="434" y="101"/>
                        <a:pt x="434" y="102"/>
                        <a:pt x="435" y="102"/>
                      </a:cubicBezTo>
                      <a:cubicBezTo>
                        <a:pt x="436" y="102"/>
                        <a:pt x="437" y="103"/>
                        <a:pt x="439" y="104"/>
                      </a:cubicBezTo>
                      <a:cubicBezTo>
                        <a:pt x="439" y="104"/>
                        <a:pt x="440" y="104"/>
                        <a:pt x="441" y="104"/>
                      </a:cubicBezTo>
                      <a:cubicBezTo>
                        <a:pt x="441" y="103"/>
                        <a:pt x="442" y="103"/>
                        <a:pt x="442" y="102"/>
                      </a:cubicBezTo>
                      <a:close/>
                      <a:moveTo>
                        <a:pt x="183" y="63"/>
                      </a:moveTo>
                      <a:cubicBezTo>
                        <a:pt x="183" y="62"/>
                        <a:pt x="184" y="62"/>
                        <a:pt x="184" y="61"/>
                      </a:cubicBezTo>
                      <a:cubicBezTo>
                        <a:pt x="183" y="60"/>
                        <a:pt x="183" y="58"/>
                        <a:pt x="181" y="59"/>
                      </a:cubicBezTo>
                      <a:cubicBezTo>
                        <a:pt x="181" y="58"/>
                        <a:pt x="183" y="57"/>
                        <a:pt x="182" y="56"/>
                      </a:cubicBezTo>
                      <a:cubicBezTo>
                        <a:pt x="181" y="56"/>
                        <a:pt x="181" y="56"/>
                        <a:pt x="180" y="56"/>
                      </a:cubicBezTo>
                      <a:cubicBezTo>
                        <a:pt x="180" y="57"/>
                        <a:pt x="179" y="57"/>
                        <a:pt x="179" y="58"/>
                      </a:cubicBezTo>
                      <a:cubicBezTo>
                        <a:pt x="180" y="59"/>
                        <a:pt x="180" y="60"/>
                        <a:pt x="180" y="60"/>
                      </a:cubicBezTo>
                      <a:cubicBezTo>
                        <a:pt x="179" y="62"/>
                        <a:pt x="181" y="64"/>
                        <a:pt x="182" y="64"/>
                      </a:cubicBezTo>
                      <a:cubicBezTo>
                        <a:pt x="183" y="64"/>
                        <a:pt x="183" y="63"/>
                        <a:pt x="183" y="63"/>
                      </a:cubicBezTo>
                      <a:close/>
                      <a:moveTo>
                        <a:pt x="156" y="34"/>
                      </a:moveTo>
                      <a:cubicBezTo>
                        <a:pt x="156" y="35"/>
                        <a:pt x="156" y="36"/>
                        <a:pt x="156" y="38"/>
                      </a:cubicBezTo>
                      <a:cubicBezTo>
                        <a:pt x="157" y="37"/>
                        <a:pt x="158" y="37"/>
                        <a:pt x="158" y="36"/>
                      </a:cubicBezTo>
                      <a:cubicBezTo>
                        <a:pt x="159" y="35"/>
                        <a:pt x="159" y="35"/>
                        <a:pt x="160" y="34"/>
                      </a:cubicBezTo>
                      <a:cubicBezTo>
                        <a:pt x="160" y="34"/>
                        <a:pt x="160" y="33"/>
                        <a:pt x="160" y="32"/>
                      </a:cubicBezTo>
                      <a:cubicBezTo>
                        <a:pt x="160" y="32"/>
                        <a:pt x="160" y="32"/>
                        <a:pt x="160" y="32"/>
                      </a:cubicBezTo>
                      <a:cubicBezTo>
                        <a:pt x="159" y="32"/>
                        <a:pt x="158" y="30"/>
                        <a:pt x="157" y="31"/>
                      </a:cubicBezTo>
                      <a:cubicBezTo>
                        <a:pt x="157" y="32"/>
                        <a:pt x="155" y="32"/>
                        <a:pt x="156" y="34"/>
                      </a:cubicBezTo>
                      <a:cubicBezTo>
                        <a:pt x="156" y="34"/>
                        <a:pt x="156" y="34"/>
                        <a:pt x="156" y="34"/>
                      </a:cubicBezTo>
                      <a:close/>
                      <a:moveTo>
                        <a:pt x="204" y="55"/>
                      </a:moveTo>
                      <a:cubicBezTo>
                        <a:pt x="204" y="56"/>
                        <a:pt x="203" y="56"/>
                        <a:pt x="203" y="57"/>
                      </a:cubicBezTo>
                      <a:cubicBezTo>
                        <a:pt x="203" y="58"/>
                        <a:pt x="204" y="59"/>
                        <a:pt x="204" y="59"/>
                      </a:cubicBezTo>
                      <a:cubicBezTo>
                        <a:pt x="205" y="59"/>
                        <a:pt x="206" y="60"/>
                        <a:pt x="207" y="59"/>
                      </a:cubicBezTo>
                      <a:cubicBezTo>
                        <a:pt x="207" y="58"/>
                        <a:pt x="208" y="57"/>
                        <a:pt x="208" y="56"/>
                      </a:cubicBezTo>
                      <a:cubicBezTo>
                        <a:pt x="208" y="55"/>
                        <a:pt x="208" y="55"/>
                        <a:pt x="207" y="55"/>
                      </a:cubicBezTo>
                      <a:cubicBezTo>
                        <a:pt x="206" y="55"/>
                        <a:pt x="205" y="55"/>
                        <a:pt x="204" y="55"/>
                      </a:cubicBezTo>
                      <a:close/>
                      <a:moveTo>
                        <a:pt x="175" y="56"/>
                      </a:moveTo>
                      <a:cubicBezTo>
                        <a:pt x="176" y="56"/>
                        <a:pt x="176" y="57"/>
                        <a:pt x="176" y="57"/>
                      </a:cubicBezTo>
                      <a:cubicBezTo>
                        <a:pt x="175" y="58"/>
                        <a:pt x="175" y="59"/>
                        <a:pt x="176" y="60"/>
                      </a:cubicBezTo>
                      <a:cubicBezTo>
                        <a:pt x="176" y="61"/>
                        <a:pt x="176" y="61"/>
                        <a:pt x="177" y="61"/>
                      </a:cubicBezTo>
                      <a:cubicBezTo>
                        <a:pt x="177" y="61"/>
                        <a:pt x="177" y="61"/>
                        <a:pt x="177" y="60"/>
                      </a:cubicBezTo>
                      <a:cubicBezTo>
                        <a:pt x="178" y="59"/>
                        <a:pt x="177" y="59"/>
                        <a:pt x="177" y="58"/>
                      </a:cubicBezTo>
                      <a:cubicBezTo>
                        <a:pt x="177" y="57"/>
                        <a:pt x="177" y="56"/>
                        <a:pt x="176" y="55"/>
                      </a:cubicBezTo>
                      <a:cubicBezTo>
                        <a:pt x="176" y="55"/>
                        <a:pt x="176" y="55"/>
                        <a:pt x="176" y="55"/>
                      </a:cubicBezTo>
                      <a:cubicBezTo>
                        <a:pt x="176" y="55"/>
                        <a:pt x="176" y="55"/>
                        <a:pt x="176" y="55"/>
                      </a:cubicBezTo>
                      <a:cubicBezTo>
                        <a:pt x="176" y="54"/>
                        <a:pt x="175" y="54"/>
                        <a:pt x="175" y="55"/>
                      </a:cubicBezTo>
                      <a:cubicBezTo>
                        <a:pt x="174" y="56"/>
                        <a:pt x="175" y="56"/>
                        <a:pt x="175" y="56"/>
                      </a:cubicBezTo>
                      <a:close/>
                      <a:moveTo>
                        <a:pt x="190" y="67"/>
                      </a:moveTo>
                      <a:cubicBezTo>
                        <a:pt x="190" y="67"/>
                        <a:pt x="189" y="67"/>
                        <a:pt x="189" y="67"/>
                      </a:cubicBezTo>
                      <a:cubicBezTo>
                        <a:pt x="189" y="68"/>
                        <a:pt x="188" y="68"/>
                        <a:pt x="189" y="69"/>
                      </a:cubicBezTo>
                      <a:cubicBezTo>
                        <a:pt x="189" y="70"/>
                        <a:pt x="188" y="70"/>
                        <a:pt x="188" y="70"/>
                      </a:cubicBezTo>
                      <a:cubicBezTo>
                        <a:pt x="188" y="70"/>
                        <a:pt x="187" y="70"/>
                        <a:pt x="187" y="71"/>
                      </a:cubicBezTo>
                      <a:cubicBezTo>
                        <a:pt x="187" y="71"/>
                        <a:pt x="188" y="72"/>
                        <a:pt x="189" y="72"/>
                      </a:cubicBezTo>
                      <a:cubicBezTo>
                        <a:pt x="190" y="71"/>
                        <a:pt x="191" y="70"/>
                        <a:pt x="191" y="69"/>
                      </a:cubicBezTo>
                      <a:cubicBezTo>
                        <a:pt x="191" y="68"/>
                        <a:pt x="190" y="68"/>
                        <a:pt x="190" y="67"/>
                      </a:cubicBezTo>
                      <a:close/>
                      <a:moveTo>
                        <a:pt x="221" y="27"/>
                      </a:moveTo>
                      <a:cubicBezTo>
                        <a:pt x="222" y="27"/>
                        <a:pt x="223" y="28"/>
                        <a:pt x="223" y="28"/>
                      </a:cubicBezTo>
                      <a:cubicBezTo>
                        <a:pt x="224" y="29"/>
                        <a:pt x="225" y="28"/>
                        <a:pt x="225" y="28"/>
                      </a:cubicBezTo>
                      <a:cubicBezTo>
                        <a:pt x="225" y="27"/>
                        <a:pt x="225" y="26"/>
                        <a:pt x="224" y="26"/>
                      </a:cubicBezTo>
                      <a:cubicBezTo>
                        <a:pt x="224" y="26"/>
                        <a:pt x="223" y="26"/>
                        <a:pt x="221" y="25"/>
                      </a:cubicBezTo>
                      <a:cubicBezTo>
                        <a:pt x="221" y="25"/>
                        <a:pt x="220" y="26"/>
                        <a:pt x="220" y="26"/>
                      </a:cubicBezTo>
                      <a:cubicBezTo>
                        <a:pt x="220" y="27"/>
                        <a:pt x="221" y="27"/>
                        <a:pt x="221" y="27"/>
                      </a:cubicBezTo>
                      <a:close/>
                      <a:moveTo>
                        <a:pt x="182" y="68"/>
                      </a:moveTo>
                      <a:cubicBezTo>
                        <a:pt x="181" y="68"/>
                        <a:pt x="181" y="69"/>
                        <a:pt x="181" y="70"/>
                      </a:cubicBezTo>
                      <a:cubicBezTo>
                        <a:pt x="182" y="71"/>
                        <a:pt x="181" y="72"/>
                        <a:pt x="182" y="73"/>
                      </a:cubicBezTo>
                      <a:cubicBezTo>
                        <a:pt x="183" y="72"/>
                        <a:pt x="184" y="71"/>
                        <a:pt x="183" y="69"/>
                      </a:cubicBezTo>
                      <a:cubicBezTo>
                        <a:pt x="183" y="69"/>
                        <a:pt x="183" y="68"/>
                        <a:pt x="182" y="68"/>
                      </a:cubicBezTo>
                      <a:close/>
                      <a:moveTo>
                        <a:pt x="215" y="31"/>
                      </a:moveTo>
                      <a:cubicBezTo>
                        <a:pt x="216" y="31"/>
                        <a:pt x="217" y="31"/>
                        <a:pt x="217" y="31"/>
                      </a:cubicBezTo>
                      <a:cubicBezTo>
                        <a:pt x="217" y="31"/>
                        <a:pt x="217" y="31"/>
                        <a:pt x="217" y="31"/>
                      </a:cubicBezTo>
                      <a:cubicBezTo>
                        <a:pt x="217" y="31"/>
                        <a:pt x="217" y="31"/>
                        <a:pt x="217" y="31"/>
                      </a:cubicBezTo>
                      <a:cubicBezTo>
                        <a:pt x="218" y="31"/>
                        <a:pt x="218" y="31"/>
                        <a:pt x="218" y="32"/>
                      </a:cubicBezTo>
                      <a:cubicBezTo>
                        <a:pt x="218" y="32"/>
                        <a:pt x="219" y="32"/>
                        <a:pt x="219" y="32"/>
                      </a:cubicBezTo>
                      <a:cubicBezTo>
                        <a:pt x="220" y="32"/>
                        <a:pt x="220" y="31"/>
                        <a:pt x="220" y="31"/>
                      </a:cubicBezTo>
                      <a:cubicBezTo>
                        <a:pt x="220" y="30"/>
                        <a:pt x="219" y="30"/>
                        <a:pt x="219" y="30"/>
                      </a:cubicBezTo>
                      <a:cubicBezTo>
                        <a:pt x="218" y="30"/>
                        <a:pt x="216" y="30"/>
                        <a:pt x="215" y="30"/>
                      </a:cubicBezTo>
                      <a:cubicBezTo>
                        <a:pt x="214" y="30"/>
                        <a:pt x="214" y="30"/>
                        <a:pt x="215" y="31"/>
                      </a:cubicBezTo>
                      <a:close/>
                      <a:moveTo>
                        <a:pt x="235" y="13"/>
                      </a:moveTo>
                      <a:cubicBezTo>
                        <a:pt x="234" y="13"/>
                        <a:pt x="234" y="13"/>
                        <a:pt x="234" y="13"/>
                      </a:cubicBezTo>
                      <a:cubicBezTo>
                        <a:pt x="233" y="14"/>
                        <a:pt x="235" y="16"/>
                        <a:pt x="236" y="16"/>
                      </a:cubicBezTo>
                      <a:cubicBezTo>
                        <a:pt x="236" y="16"/>
                        <a:pt x="237" y="15"/>
                        <a:pt x="237" y="15"/>
                      </a:cubicBezTo>
                      <a:cubicBezTo>
                        <a:pt x="237" y="13"/>
                        <a:pt x="236" y="13"/>
                        <a:pt x="235" y="13"/>
                      </a:cubicBezTo>
                      <a:close/>
                      <a:moveTo>
                        <a:pt x="214" y="83"/>
                      </a:moveTo>
                      <a:cubicBezTo>
                        <a:pt x="213" y="83"/>
                        <a:pt x="213" y="82"/>
                        <a:pt x="212" y="81"/>
                      </a:cubicBezTo>
                      <a:cubicBezTo>
                        <a:pt x="212" y="81"/>
                        <a:pt x="212" y="81"/>
                        <a:pt x="212" y="81"/>
                      </a:cubicBezTo>
                      <a:cubicBezTo>
                        <a:pt x="211" y="81"/>
                        <a:pt x="210" y="81"/>
                        <a:pt x="210" y="82"/>
                      </a:cubicBezTo>
                      <a:cubicBezTo>
                        <a:pt x="210" y="82"/>
                        <a:pt x="209" y="82"/>
                        <a:pt x="210" y="82"/>
                      </a:cubicBezTo>
                      <a:cubicBezTo>
                        <a:pt x="211" y="83"/>
                        <a:pt x="211" y="82"/>
                        <a:pt x="212" y="82"/>
                      </a:cubicBezTo>
                      <a:cubicBezTo>
                        <a:pt x="212" y="82"/>
                        <a:pt x="212" y="82"/>
                        <a:pt x="212" y="82"/>
                      </a:cubicBezTo>
                      <a:cubicBezTo>
                        <a:pt x="212" y="82"/>
                        <a:pt x="212" y="82"/>
                        <a:pt x="212" y="82"/>
                      </a:cubicBezTo>
                      <a:cubicBezTo>
                        <a:pt x="212" y="83"/>
                        <a:pt x="212" y="84"/>
                        <a:pt x="213" y="84"/>
                      </a:cubicBezTo>
                      <a:cubicBezTo>
                        <a:pt x="213" y="84"/>
                        <a:pt x="213" y="84"/>
                        <a:pt x="214" y="84"/>
                      </a:cubicBezTo>
                      <a:cubicBezTo>
                        <a:pt x="214" y="84"/>
                        <a:pt x="214" y="83"/>
                        <a:pt x="214" y="83"/>
                      </a:cubicBezTo>
                      <a:close/>
                      <a:moveTo>
                        <a:pt x="212" y="13"/>
                      </a:moveTo>
                      <a:cubicBezTo>
                        <a:pt x="212" y="12"/>
                        <a:pt x="213" y="12"/>
                        <a:pt x="212" y="12"/>
                      </a:cubicBezTo>
                      <a:cubicBezTo>
                        <a:pt x="212" y="11"/>
                        <a:pt x="212" y="11"/>
                        <a:pt x="212" y="11"/>
                      </a:cubicBezTo>
                      <a:cubicBezTo>
                        <a:pt x="211" y="11"/>
                        <a:pt x="211" y="10"/>
                        <a:pt x="210" y="11"/>
                      </a:cubicBezTo>
                      <a:cubicBezTo>
                        <a:pt x="210" y="12"/>
                        <a:pt x="209" y="12"/>
                        <a:pt x="210" y="13"/>
                      </a:cubicBezTo>
                      <a:cubicBezTo>
                        <a:pt x="211" y="13"/>
                        <a:pt x="211" y="13"/>
                        <a:pt x="212" y="13"/>
                      </a:cubicBezTo>
                      <a:close/>
                      <a:moveTo>
                        <a:pt x="196" y="66"/>
                      </a:moveTo>
                      <a:cubicBezTo>
                        <a:pt x="196" y="65"/>
                        <a:pt x="194" y="64"/>
                        <a:pt x="193" y="64"/>
                      </a:cubicBezTo>
                      <a:cubicBezTo>
                        <a:pt x="193" y="64"/>
                        <a:pt x="193" y="64"/>
                        <a:pt x="193" y="64"/>
                      </a:cubicBezTo>
                      <a:cubicBezTo>
                        <a:pt x="193" y="65"/>
                        <a:pt x="192" y="65"/>
                        <a:pt x="193" y="65"/>
                      </a:cubicBezTo>
                      <a:cubicBezTo>
                        <a:pt x="194" y="66"/>
                        <a:pt x="195" y="66"/>
                        <a:pt x="195" y="66"/>
                      </a:cubicBezTo>
                      <a:cubicBezTo>
                        <a:pt x="196" y="67"/>
                        <a:pt x="196" y="66"/>
                        <a:pt x="196" y="66"/>
                      </a:cubicBezTo>
                      <a:close/>
                      <a:moveTo>
                        <a:pt x="150" y="77"/>
                      </a:moveTo>
                      <a:cubicBezTo>
                        <a:pt x="149" y="76"/>
                        <a:pt x="149" y="78"/>
                        <a:pt x="149" y="78"/>
                      </a:cubicBezTo>
                      <a:cubicBezTo>
                        <a:pt x="149" y="78"/>
                        <a:pt x="148" y="78"/>
                        <a:pt x="148" y="79"/>
                      </a:cubicBezTo>
                      <a:cubicBezTo>
                        <a:pt x="148" y="79"/>
                        <a:pt x="148" y="79"/>
                        <a:pt x="148" y="79"/>
                      </a:cubicBezTo>
                      <a:cubicBezTo>
                        <a:pt x="148" y="79"/>
                        <a:pt x="148" y="79"/>
                        <a:pt x="148" y="79"/>
                      </a:cubicBezTo>
                      <a:cubicBezTo>
                        <a:pt x="148" y="79"/>
                        <a:pt x="148" y="79"/>
                        <a:pt x="148" y="79"/>
                      </a:cubicBezTo>
                      <a:cubicBezTo>
                        <a:pt x="148" y="79"/>
                        <a:pt x="148" y="80"/>
                        <a:pt x="148" y="80"/>
                      </a:cubicBezTo>
                      <a:cubicBezTo>
                        <a:pt x="148" y="81"/>
                        <a:pt x="148" y="81"/>
                        <a:pt x="149" y="80"/>
                      </a:cubicBezTo>
                      <a:cubicBezTo>
                        <a:pt x="149" y="80"/>
                        <a:pt x="149" y="80"/>
                        <a:pt x="149" y="80"/>
                      </a:cubicBezTo>
                      <a:cubicBezTo>
                        <a:pt x="150" y="80"/>
                        <a:pt x="151" y="79"/>
                        <a:pt x="151" y="79"/>
                      </a:cubicBezTo>
                      <a:cubicBezTo>
                        <a:pt x="151" y="78"/>
                        <a:pt x="150" y="77"/>
                        <a:pt x="150" y="77"/>
                      </a:cubicBezTo>
                      <a:close/>
                      <a:moveTo>
                        <a:pt x="444" y="115"/>
                      </a:moveTo>
                      <a:cubicBezTo>
                        <a:pt x="443" y="114"/>
                        <a:pt x="442" y="113"/>
                        <a:pt x="441" y="113"/>
                      </a:cubicBezTo>
                      <a:cubicBezTo>
                        <a:pt x="441" y="113"/>
                        <a:pt x="440" y="113"/>
                        <a:pt x="440" y="113"/>
                      </a:cubicBezTo>
                      <a:cubicBezTo>
                        <a:pt x="440" y="113"/>
                        <a:pt x="440" y="114"/>
                        <a:pt x="441" y="114"/>
                      </a:cubicBezTo>
                      <a:cubicBezTo>
                        <a:pt x="441" y="115"/>
                        <a:pt x="443" y="115"/>
                        <a:pt x="444" y="116"/>
                      </a:cubicBezTo>
                      <a:cubicBezTo>
                        <a:pt x="444" y="116"/>
                        <a:pt x="444" y="115"/>
                        <a:pt x="444" y="115"/>
                      </a:cubicBezTo>
                      <a:cubicBezTo>
                        <a:pt x="444" y="115"/>
                        <a:pt x="445" y="115"/>
                        <a:pt x="444" y="115"/>
                      </a:cubicBezTo>
                      <a:close/>
                      <a:moveTo>
                        <a:pt x="451" y="80"/>
                      </a:moveTo>
                      <a:cubicBezTo>
                        <a:pt x="451" y="81"/>
                        <a:pt x="451" y="81"/>
                        <a:pt x="451" y="81"/>
                      </a:cubicBezTo>
                      <a:cubicBezTo>
                        <a:pt x="452" y="82"/>
                        <a:pt x="452" y="82"/>
                        <a:pt x="452" y="81"/>
                      </a:cubicBezTo>
                      <a:cubicBezTo>
                        <a:pt x="453" y="81"/>
                        <a:pt x="454" y="80"/>
                        <a:pt x="454" y="79"/>
                      </a:cubicBezTo>
                      <a:cubicBezTo>
                        <a:pt x="455" y="78"/>
                        <a:pt x="454" y="78"/>
                        <a:pt x="454" y="78"/>
                      </a:cubicBezTo>
                      <a:cubicBezTo>
                        <a:pt x="453" y="79"/>
                        <a:pt x="452" y="79"/>
                        <a:pt x="451" y="80"/>
                      </a:cubicBezTo>
                      <a:close/>
                      <a:moveTo>
                        <a:pt x="442" y="74"/>
                      </a:moveTo>
                      <a:cubicBezTo>
                        <a:pt x="442" y="74"/>
                        <a:pt x="441" y="74"/>
                        <a:pt x="441" y="74"/>
                      </a:cubicBezTo>
                      <a:cubicBezTo>
                        <a:pt x="441" y="73"/>
                        <a:pt x="440" y="73"/>
                        <a:pt x="440" y="74"/>
                      </a:cubicBezTo>
                      <a:cubicBezTo>
                        <a:pt x="440" y="74"/>
                        <a:pt x="440" y="74"/>
                        <a:pt x="440" y="75"/>
                      </a:cubicBezTo>
                      <a:cubicBezTo>
                        <a:pt x="440" y="76"/>
                        <a:pt x="441" y="75"/>
                        <a:pt x="442" y="75"/>
                      </a:cubicBezTo>
                      <a:cubicBezTo>
                        <a:pt x="442" y="75"/>
                        <a:pt x="443" y="76"/>
                        <a:pt x="443" y="75"/>
                      </a:cubicBezTo>
                      <a:cubicBezTo>
                        <a:pt x="444" y="74"/>
                        <a:pt x="442" y="75"/>
                        <a:pt x="442" y="74"/>
                      </a:cubicBezTo>
                      <a:close/>
                      <a:moveTo>
                        <a:pt x="493" y="91"/>
                      </a:moveTo>
                      <a:cubicBezTo>
                        <a:pt x="494" y="93"/>
                        <a:pt x="493" y="94"/>
                        <a:pt x="493" y="95"/>
                      </a:cubicBezTo>
                      <a:cubicBezTo>
                        <a:pt x="493" y="94"/>
                        <a:pt x="494" y="93"/>
                        <a:pt x="495" y="93"/>
                      </a:cubicBezTo>
                      <a:cubicBezTo>
                        <a:pt x="495" y="93"/>
                        <a:pt x="495" y="92"/>
                        <a:pt x="495" y="92"/>
                      </a:cubicBezTo>
                      <a:cubicBezTo>
                        <a:pt x="494" y="92"/>
                        <a:pt x="494" y="91"/>
                        <a:pt x="493" y="91"/>
                      </a:cubicBezTo>
                      <a:cubicBezTo>
                        <a:pt x="493" y="91"/>
                        <a:pt x="493" y="91"/>
                        <a:pt x="493" y="91"/>
                      </a:cubicBezTo>
                      <a:close/>
                      <a:moveTo>
                        <a:pt x="213" y="36"/>
                      </a:moveTo>
                      <a:cubicBezTo>
                        <a:pt x="213" y="36"/>
                        <a:pt x="213" y="35"/>
                        <a:pt x="213" y="35"/>
                      </a:cubicBezTo>
                      <a:cubicBezTo>
                        <a:pt x="213" y="35"/>
                        <a:pt x="212" y="34"/>
                        <a:pt x="212" y="35"/>
                      </a:cubicBezTo>
                      <a:cubicBezTo>
                        <a:pt x="211" y="35"/>
                        <a:pt x="211" y="35"/>
                        <a:pt x="211" y="36"/>
                      </a:cubicBezTo>
                      <a:cubicBezTo>
                        <a:pt x="211" y="36"/>
                        <a:pt x="211" y="37"/>
                        <a:pt x="211" y="37"/>
                      </a:cubicBezTo>
                      <a:cubicBezTo>
                        <a:pt x="212" y="37"/>
                        <a:pt x="212" y="37"/>
                        <a:pt x="213" y="36"/>
                      </a:cubicBezTo>
                      <a:close/>
                      <a:moveTo>
                        <a:pt x="209" y="34"/>
                      </a:moveTo>
                      <a:cubicBezTo>
                        <a:pt x="209" y="34"/>
                        <a:pt x="210" y="35"/>
                        <a:pt x="210" y="35"/>
                      </a:cubicBezTo>
                      <a:cubicBezTo>
                        <a:pt x="211" y="34"/>
                        <a:pt x="212" y="34"/>
                        <a:pt x="211" y="33"/>
                      </a:cubicBezTo>
                      <a:cubicBezTo>
                        <a:pt x="211" y="33"/>
                        <a:pt x="210" y="32"/>
                        <a:pt x="210" y="33"/>
                      </a:cubicBezTo>
                      <a:cubicBezTo>
                        <a:pt x="209" y="33"/>
                        <a:pt x="208" y="33"/>
                        <a:pt x="209" y="34"/>
                      </a:cubicBezTo>
                      <a:close/>
                      <a:moveTo>
                        <a:pt x="445" y="102"/>
                      </a:moveTo>
                      <a:cubicBezTo>
                        <a:pt x="444" y="102"/>
                        <a:pt x="444" y="102"/>
                        <a:pt x="444" y="102"/>
                      </a:cubicBezTo>
                      <a:cubicBezTo>
                        <a:pt x="444" y="103"/>
                        <a:pt x="444" y="103"/>
                        <a:pt x="445" y="103"/>
                      </a:cubicBezTo>
                      <a:cubicBezTo>
                        <a:pt x="445" y="103"/>
                        <a:pt x="445" y="103"/>
                        <a:pt x="446" y="103"/>
                      </a:cubicBezTo>
                      <a:cubicBezTo>
                        <a:pt x="446" y="102"/>
                        <a:pt x="445" y="102"/>
                        <a:pt x="445" y="102"/>
                      </a:cubicBezTo>
                      <a:close/>
                      <a:moveTo>
                        <a:pt x="212" y="56"/>
                      </a:moveTo>
                      <a:cubicBezTo>
                        <a:pt x="212" y="56"/>
                        <a:pt x="211" y="56"/>
                        <a:pt x="211" y="57"/>
                      </a:cubicBezTo>
                      <a:cubicBezTo>
                        <a:pt x="211" y="57"/>
                        <a:pt x="212" y="58"/>
                        <a:pt x="213" y="58"/>
                      </a:cubicBezTo>
                      <a:cubicBezTo>
                        <a:pt x="213" y="57"/>
                        <a:pt x="213" y="57"/>
                        <a:pt x="213" y="56"/>
                      </a:cubicBezTo>
                      <a:cubicBezTo>
                        <a:pt x="213" y="56"/>
                        <a:pt x="213" y="56"/>
                        <a:pt x="213" y="56"/>
                      </a:cubicBezTo>
                      <a:cubicBezTo>
                        <a:pt x="213" y="56"/>
                        <a:pt x="213" y="56"/>
                        <a:pt x="213" y="56"/>
                      </a:cubicBezTo>
                      <a:cubicBezTo>
                        <a:pt x="213" y="55"/>
                        <a:pt x="213" y="55"/>
                        <a:pt x="212" y="56"/>
                      </a:cubicBezTo>
                      <a:close/>
                      <a:moveTo>
                        <a:pt x="189" y="63"/>
                      </a:moveTo>
                      <a:cubicBezTo>
                        <a:pt x="189" y="63"/>
                        <a:pt x="189" y="63"/>
                        <a:pt x="189" y="63"/>
                      </a:cubicBezTo>
                      <a:cubicBezTo>
                        <a:pt x="189" y="63"/>
                        <a:pt x="189" y="63"/>
                        <a:pt x="189" y="63"/>
                      </a:cubicBezTo>
                      <a:cubicBezTo>
                        <a:pt x="189" y="63"/>
                        <a:pt x="189" y="64"/>
                        <a:pt x="188" y="64"/>
                      </a:cubicBezTo>
                      <a:cubicBezTo>
                        <a:pt x="187" y="64"/>
                        <a:pt x="187" y="64"/>
                        <a:pt x="188" y="65"/>
                      </a:cubicBezTo>
                      <a:cubicBezTo>
                        <a:pt x="189" y="66"/>
                        <a:pt x="189" y="65"/>
                        <a:pt x="189" y="64"/>
                      </a:cubicBezTo>
                      <a:cubicBezTo>
                        <a:pt x="189" y="64"/>
                        <a:pt x="189" y="64"/>
                        <a:pt x="189" y="64"/>
                      </a:cubicBezTo>
                      <a:cubicBezTo>
                        <a:pt x="189" y="64"/>
                        <a:pt x="189" y="64"/>
                        <a:pt x="189" y="64"/>
                      </a:cubicBezTo>
                      <a:cubicBezTo>
                        <a:pt x="190" y="64"/>
                        <a:pt x="190" y="63"/>
                        <a:pt x="189" y="63"/>
                      </a:cubicBezTo>
                      <a:close/>
                      <a:moveTo>
                        <a:pt x="429" y="96"/>
                      </a:moveTo>
                      <a:cubicBezTo>
                        <a:pt x="429" y="97"/>
                        <a:pt x="428" y="97"/>
                        <a:pt x="429" y="98"/>
                      </a:cubicBezTo>
                      <a:cubicBezTo>
                        <a:pt x="429" y="98"/>
                        <a:pt x="429" y="98"/>
                        <a:pt x="430" y="98"/>
                      </a:cubicBezTo>
                      <a:cubicBezTo>
                        <a:pt x="430" y="98"/>
                        <a:pt x="430" y="98"/>
                        <a:pt x="430" y="98"/>
                      </a:cubicBezTo>
                      <a:cubicBezTo>
                        <a:pt x="430" y="98"/>
                        <a:pt x="431" y="97"/>
                        <a:pt x="431" y="97"/>
                      </a:cubicBezTo>
                      <a:cubicBezTo>
                        <a:pt x="430" y="96"/>
                        <a:pt x="430" y="96"/>
                        <a:pt x="429" y="96"/>
                      </a:cubicBezTo>
                      <a:close/>
                      <a:moveTo>
                        <a:pt x="171" y="67"/>
                      </a:moveTo>
                      <a:cubicBezTo>
                        <a:pt x="171" y="67"/>
                        <a:pt x="170" y="67"/>
                        <a:pt x="170" y="66"/>
                      </a:cubicBezTo>
                      <a:cubicBezTo>
                        <a:pt x="169" y="66"/>
                        <a:pt x="169" y="66"/>
                        <a:pt x="169" y="66"/>
                      </a:cubicBezTo>
                      <a:cubicBezTo>
                        <a:pt x="169" y="66"/>
                        <a:pt x="169" y="67"/>
                        <a:pt x="169" y="67"/>
                      </a:cubicBezTo>
                      <a:cubicBezTo>
                        <a:pt x="169" y="68"/>
                        <a:pt x="170" y="68"/>
                        <a:pt x="171" y="67"/>
                      </a:cubicBezTo>
                      <a:close/>
                      <a:moveTo>
                        <a:pt x="222" y="73"/>
                      </a:moveTo>
                      <a:cubicBezTo>
                        <a:pt x="221" y="73"/>
                        <a:pt x="221" y="73"/>
                        <a:pt x="221" y="73"/>
                      </a:cubicBezTo>
                      <a:cubicBezTo>
                        <a:pt x="221" y="74"/>
                        <a:pt x="222" y="75"/>
                        <a:pt x="222" y="75"/>
                      </a:cubicBezTo>
                      <a:cubicBezTo>
                        <a:pt x="222" y="75"/>
                        <a:pt x="223" y="75"/>
                        <a:pt x="223" y="74"/>
                      </a:cubicBezTo>
                      <a:cubicBezTo>
                        <a:pt x="223" y="74"/>
                        <a:pt x="222" y="73"/>
                        <a:pt x="222" y="73"/>
                      </a:cubicBezTo>
                      <a:close/>
                      <a:moveTo>
                        <a:pt x="516" y="111"/>
                      </a:moveTo>
                      <a:cubicBezTo>
                        <a:pt x="516" y="111"/>
                        <a:pt x="517" y="111"/>
                        <a:pt x="517" y="111"/>
                      </a:cubicBezTo>
                      <a:cubicBezTo>
                        <a:pt x="517" y="110"/>
                        <a:pt x="516" y="110"/>
                        <a:pt x="516" y="110"/>
                      </a:cubicBezTo>
                      <a:cubicBezTo>
                        <a:pt x="515" y="110"/>
                        <a:pt x="515" y="110"/>
                        <a:pt x="515" y="111"/>
                      </a:cubicBezTo>
                      <a:cubicBezTo>
                        <a:pt x="515" y="111"/>
                        <a:pt x="515" y="111"/>
                        <a:pt x="516" y="111"/>
                      </a:cubicBezTo>
                      <a:close/>
                      <a:moveTo>
                        <a:pt x="221" y="83"/>
                      </a:moveTo>
                      <a:cubicBezTo>
                        <a:pt x="221" y="83"/>
                        <a:pt x="220" y="83"/>
                        <a:pt x="220" y="84"/>
                      </a:cubicBezTo>
                      <a:cubicBezTo>
                        <a:pt x="220" y="84"/>
                        <a:pt x="220" y="84"/>
                        <a:pt x="221" y="84"/>
                      </a:cubicBezTo>
                      <a:cubicBezTo>
                        <a:pt x="221" y="84"/>
                        <a:pt x="221" y="84"/>
                        <a:pt x="221" y="84"/>
                      </a:cubicBezTo>
                      <a:cubicBezTo>
                        <a:pt x="221" y="83"/>
                        <a:pt x="221" y="83"/>
                        <a:pt x="221" y="83"/>
                      </a:cubicBezTo>
                      <a:close/>
                      <a:moveTo>
                        <a:pt x="180" y="67"/>
                      </a:moveTo>
                      <a:cubicBezTo>
                        <a:pt x="180" y="67"/>
                        <a:pt x="180" y="67"/>
                        <a:pt x="180" y="68"/>
                      </a:cubicBezTo>
                      <a:cubicBezTo>
                        <a:pt x="180" y="68"/>
                        <a:pt x="180" y="68"/>
                        <a:pt x="180" y="68"/>
                      </a:cubicBezTo>
                      <a:cubicBezTo>
                        <a:pt x="181" y="68"/>
                        <a:pt x="180" y="68"/>
                        <a:pt x="181" y="67"/>
                      </a:cubicBezTo>
                      <a:cubicBezTo>
                        <a:pt x="181" y="67"/>
                        <a:pt x="181" y="67"/>
                        <a:pt x="180" y="67"/>
                      </a:cubicBezTo>
                      <a:close/>
                      <a:moveTo>
                        <a:pt x="197" y="61"/>
                      </a:moveTo>
                      <a:cubicBezTo>
                        <a:pt x="197" y="61"/>
                        <a:pt x="198" y="62"/>
                        <a:pt x="198" y="62"/>
                      </a:cubicBezTo>
                      <a:cubicBezTo>
                        <a:pt x="198" y="62"/>
                        <a:pt x="199" y="61"/>
                        <a:pt x="199" y="61"/>
                      </a:cubicBezTo>
                      <a:cubicBezTo>
                        <a:pt x="199" y="61"/>
                        <a:pt x="198" y="60"/>
                        <a:pt x="198" y="60"/>
                      </a:cubicBezTo>
                      <a:cubicBezTo>
                        <a:pt x="198" y="60"/>
                        <a:pt x="197" y="61"/>
                        <a:pt x="197" y="61"/>
                      </a:cubicBezTo>
                      <a:close/>
                      <a:moveTo>
                        <a:pt x="183" y="24"/>
                      </a:moveTo>
                      <a:cubicBezTo>
                        <a:pt x="182" y="25"/>
                        <a:pt x="183" y="25"/>
                        <a:pt x="183" y="26"/>
                      </a:cubicBezTo>
                      <a:cubicBezTo>
                        <a:pt x="184" y="25"/>
                        <a:pt x="183" y="25"/>
                        <a:pt x="183" y="24"/>
                      </a:cubicBezTo>
                      <a:close/>
                      <a:moveTo>
                        <a:pt x="493" y="102"/>
                      </a:moveTo>
                      <a:cubicBezTo>
                        <a:pt x="493" y="102"/>
                        <a:pt x="493" y="103"/>
                        <a:pt x="493" y="103"/>
                      </a:cubicBezTo>
                      <a:cubicBezTo>
                        <a:pt x="493" y="103"/>
                        <a:pt x="493" y="102"/>
                        <a:pt x="494" y="102"/>
                      </a:cubicBezTo>
                      <a:cubicBezTo>
                        <a:pt x="494" y="102"/>
                        <a:pt x="494" y="101"/>
                        <a:pt x="493" y="101"/>
                      </a:cubicBezTo>
                      <a:cubicBezTo>
                        <a:pt x="493" y="101"/>
                        <a:pt x="493" y="102"/>
                        <a:pt x="493" y="102"/>
                      </a:cubicBezTo>
                      <a:close/>
                      <a:moveTo>
                        <a:pt x="186" y="61"/>
                      </a:moveTo>
                      <a:cubicBezTo>
                        <a:pt x="186" y="62"/>
                        <a:pt x="186" y="62"/>
                        <a:pt x="186" y="62"/>
                      </a:cubicBezTo>
                      <a:cubicBezTo>
                        <a:pt x="187" y="63"/>
                        <a:pt x="188" y="62"/>
                        <a:pt x="188" y="61"/>
                      </a:cubicBezTo>
                      <a:cubicBezTo>
                        <a:pt x="188" y="61"/>
                        <a:pt x="188" y="60"/>
                        <a:pt x="187" y="59"/>
                      </a:cubicBezTo>
                      <a:cubicBezTo>
                        <a:pt x="186" y="58"/>
                        <a:pt x="186" y="59"/>
                        <a:pt x="185" y="59"/>
                      </a:cubicBezTo>
                      <a:cubicBezTo>
                        <a:pt x="185" y="60"/>
                        <a:pt x="185" y="60"/>
                        <a:pt x="185" y="61"/>
                      </a:cubicBezTo>
                      <a:cubicBezTo>
                        <a:pt x="185" y="61"/>
                        <a:pt x="185" y="61"/>
                        <a:pt x="185" y="61"/>
                      </a:cubicBezTo>
                      <a:cubicBezTo>
                        <a:pt x="184" y="62"/>
                        <a:pt x="184" y="63"/>
                        <a:pt x="184" y="64"/>
                      </a:cubicBezTo>
                      <a:cubicBezTo>
                        <a:pt x="183" y="65"/>
                        <a:pt x="184" y="66"/>
                        <a:pt x="185" y="66"/>
                      </a:cubicBezTo>
                      <a:cubicBezTo>
                        <a:pt x="186" y="67"/>
                        <a:pt x="186" y="66"/>
                        <a:pt x="186" y="65"/>
                      </a:cubicBezTo>
                      <a:cubicBezTo>
                        <a:pt x="187" y="65"/>
                        <a:pt x="185" y="65"/>
                        <a:pt x="186" y="64"/>
                      </a:cubicBezTo>
                      <a:cubicBezTo>
                        <a:pt x="186" y="63"/>
                        <a:pt x="186" y="62"/>
                        <a:pt x="186" y="62"/>
                      </a:cubicBezTo>
                      <a:cubicBezTo>
                        <a:pt x="185" y="61"/>
                        <a:pt x="186" y="61"/>
                        <a:pt x="186" y="61"/>
                      </a:cubicBezTo>
                      <a:close/>
                      <a:moveTo>
                        <a:pt x="186" y="64"/>
                      </a:moveTo>
                      <a:cubicBezTo>
                        <a:pt x="186" y="64"/>
                        <a:pt x="186" y="64"/>
                        <a:pt x="186" y="64"/>
                      </a:cubicBezTo>
                      <a:cubicBezTo>
                        <a:pt x="186" y="64"/>
                        <a:pt x="186" y="64"/>
                        <a:pt x="186" y="64"/>
                      </a:cubicBezTo>
                      <a:close/>
                      <a:moveTo>
                        <a:pt x="450" y="145"/>
                      </a:moveTo>
                      <a:cubicBezTo>
                        <a:pt x="450" y="145"/>
                        <a:pt x="450" y="145"/>
                        <a:pt x="450" y="145"/>
                      </a:cubicBezTo>
                      <a:cubicBezTo>
                        <a:pt x="450" y="146"/>
                        <a:pt x="450" y="146"/>
                        <a:pt x="450" y="146"/>
                      </a:cubicBezTo>
                      <a:cubicBezTo>
                        <a:pt x="451" y="146"/>
                        <a:pt x="451" y="146"/>
                        <a:pt x="451" y="146"/>
                      </a:cubicBezTo>
                      <a:cubicBezTo>
                        <a:pt x="450" y="146"/>
                        <a:pt x="451" y="145"/>
                        <a:pt x="450" y="145"/>
                      </a:cubicBezTo>
                      <a:close/>
                      <a:moveTo>
                        <a:pt x="485" y="133"/>
                      </a:moveTo>
                      <a:cubicBezTo>
                        <a:pt x="485" y="133"/>
                        <a:pt x="485" y="133"/>
                        <a:pt x="485" y="133"/>
                      </a:cubicBezTo>
                      <a:cubicBezTo>
                        <a:pt x="485" y="133"/>
                        <a:pt x="485" y="133"/>
                        <a:pt x="485" y="133"/>
                      </a:cubicBezTo>
                      <a:cubicBezTo>
                        <a:pt x="485" y="133"/>
                        <a:pt x="485" y="132"/>
                        <a:pt x="485" y="132"/>
                      </a:cubicBezTo>
                      <a:cubicBezTo>
                        <a:pt x="485" y="131"/>
                        <a:pt x="485" y="130"/>
                        <a:pt x="485" y="130"/>
                      </a:cubicBezTo>
                      <a:cubicBezTo>
                        <a:pt x="483" y="130"/>
                        <a:pt x="484" y="131"/>
                        <a:pt x="484" y="132"/>
                      </a:cubicBezTo>
                      <a:cubicBezTo>
                        <a:pt x="484" y="133"/>
                        <a:pt x="484" y="135"/>
                        <a:pt x="485" y="136"/>
                      </a:cubicBezTo>
                      <a:cubicBezTo>
                        <a:pt x="485" y="135"/>
                        <a:pt x="485" y="134"/>
                        <a:pt x="485" y="133"/>
                      </a:cubicBezTo>
                      <a:close/>
                      <a:moveTo>
                        <a:pt x="546" y="146"/>
                      </a:moveTo>
                      <a:cubicBezTo>
                        <a:pt x="546" y="146"/>
                        <a:pt x="546" y="146"/>
                        <a:pt x="546" y="146"/>
                      </a:cubicBezTo>
                      <a:cubicBezTo>
                        <a:pt x="546" y="146"/>
                        <a:pt x="546" y="145"/>
                        <a:pt x="545" y="145"/>
                      </a:cubicBezTo>
                      <a:cubicBezTo>
                        <a:pt x="544" y="144"/>
                        <a:pt x="543" y="144"/>
                        <a:pt x="542" y="145"/>
                      </a:cubicBezTo>
                      <a:cubicBezTo>
                        <a:pt x="541" y="145"/>
                        <a:pt x="541" y="145"/>
                        <a:pt x="540" y="145"/>
                      </a:cubicBezTo>
                      <a:cubicBezTo>
                        <a:pt x="539" y="144"/>
                        <a:pt x="540" y="144"/>
                        <a:pt x="540" y="143"/>
                      </a:cubicBezTo>
                      <a:cubicBezTo>
                        <a:pt x="540" y="143"/>
                        <a:pt x="540" y="143"/>
                        <a:pt x="540" y="143"/>
                      </a:cubicBezTo>
                      <a:cubicBezTo>
                        <a:pt x="540" y="143"/>
                        <a:pt x="540" y="143"/>
                        <a:pt x="540" y="143"/>
                      </a:cubicBezTo>
                      <a:cubicBezTo>
                        <a:pt x="540" y="143"/>
                        <a:pt x="540" y="142"/>
                        <a:pt x="540" y="141"/>
                      </a:cubicBezTo>
                      <a:cubicBezTo>
                        <a:pt x="539" y="140"/>
                        <a:pt x="539" y="139"/>
                        <a:pt x="538" y="138"/>
                      </a:cubicBezTo>
                      <a:cubicBezTo>
                        <a:pt x="538" y="138"/>
                        <a:pt x="537" y="138"/>
                        <a:pt x="537" y="138"/>
                      </a:cubicBezTo>
                      <a:cubicBezTo>
                        <a:pt x="537" y="139"/>
                        <a:pt x="537" y="141"/>
                        <a:pt x="536" y="142"/>
                      </a:cubicBezTo>
                      <a:cubicBezTo>
                        <a:pt x="536" y="142"/>
                        <a:pt x="536" y="142"/>
                        <a:pt x="536" y="142"/>
                      </a:cubicBezTo>
                      <a:cubicBezTo>
                        <a:pt x="534" y="142"/>
                        <a:pt x="534" y="143"/>
                        <a:pt x="534" y="145"/>
                      </a:cubicBezTo>
                      <a:cubicBezTo>
                        <a:pt x="534" y="145"/>
                        <a:pt x="534" y="145"/>
                        <a:pt x="534" y="145"/>
                      </a:cubicBezTo>
                      <a:cubicBezTo>
                        <a:pt x="534" y="145"/>
                        <a:pt x="534" y="145"/>
                        <a:pt x="534" y="145"/>
                      </a:cubicBezTo>
                      <a:cubicBezTo>
                        <a:pt x="534" y="145"/>
                        <a:pt x="534" y="145"/>
                        <a:pt x="534" y="145"/>
                      </a:cubicBezTo>
                      <a:cubicBezTo>
                        <a:pt x="534" y="145"/>
                        <a:pt x="534" y="145"/>
                        <a:pt x="534" y="145"/>
                      </a:cubicBezTo>
                      <a:cubicBezTo>
                        <a:pt x="534" y="146"/>
                        <a:pt x="534" y="146"/>
                        <a:pt x="535" y="147"/>
                      </a:cubicBezTo>
                      <a:cubicBezTo>
                        <a:pt x="536" y="147"/>
                        <a:pt x="536" y="148"/>
                        <a:pt x="537" y="149"/>
                      </a:cubicBezTo>
                      <a:cubicBezTo>
                        <a:pt x="538" y="150"/>
                        <a:pt x="540" y="149"/>
                        <a:pt x="541" y="150"/>
                      </a:cubicBezTo>
                      <a:cubicBezTo>
                        <a:pt x="541" y="150"/>
                        <a:pt x="541" y="150"/>
                        <a:pt x="541" y="150"/>
                      </a:cubicBezTo>
                      <a:cubicBezTo>
                        <a:pt x="541" y="150"/>
                        <a:pt x="541" y="150"/>
                        <a:pt x="541" y="150"/>
                      </a:cubicBezTo>
                      <a:cubicBezTo>
                        <a:pt x="541" y="150"/>
                        <a:pt x="541" y="150"/>
                        <a:pt x="541" y="150"/>
                      </a:cubicBezTo>
                      <a:cubicBezTo>
                        <a:pt x="541" y="150"/>
                        <a:pt x="542" y="150"/>
                        <a:pt x="542" y="150"/>
                      </a:cubicBezTo>
                      <a:cubicBezTo>
                        <a:pt x="542" y="150"/>
                        <a:pt x="542" y="150"/>
                        <a:pt x="542" y="150"/>
                      </a:cubicBezTo>
                      <a:cubicBezTo>
                        <a:pt x="542" y="150"/>
                        <a:pt x="542" y="150"/>
                        <a:pt x="542" y="150"/>
                      </a:cubicBezTo>
                      <a:cubicBezTo>
                        <a:pt x="543" y="150"/>
                        <a:pt x="543" y="151"/>
                        <a:pt x="544" y="151"/>
                      </a:cubicBezTo>
                      <a:cubicBezTo>
                        <a:pt x="545" y="151"/>
                        <a:pt x="545" y="150"/>
                        <a:pt x="546" y="149"/>
                      </a:cubicBezTo>
                      <a:cubicBezTo>
                        <a:pt x="546" y="149"/>
                        <a:pt x="546" y="149"/>
                        <a:pt x="546" y="148"/>
                      </a:cubicBezTo>
                      <a:cubicBezTo>
                        <a:pt x="546" y="148"/>
                        <a:pt x="546" y="148"/>
                        <a:pt x="546" y="148"/>
                      </a:cubicBezTo>
                      <a:cubicBezTo>
                        <a:pt x="547" y="148"/>
                        <a:pt x="547" y="147"/>
                        <a:pt x="546" y="146"/>
                      </a:cubicBezTo>
                      <a:close/>
                      <a:moveTo>
                        <a:pt x="210" y="16"/>
                      </a:moveTo>
                      <a:cubicBezTo>
                        <a:pt x="210" y="16"/>
                        <a:pt x="209" y="16"/>
                        <a:pt x="209" y="16"/>
                      </a:cubicBezTo>
                      <a:cubicBezTo>
                        <a:pt x="209" y="16"/>
                        <a:pt x="210" y="16"/>
                        <a:pt x="210" y="16"/>
                      </a:cubicBezTo>
                      <a:cubicBezTo>
                        <a:pt x="210" y="16"/>
                        <a:pt x="210" y="16"/>
                        <a:pt x="210" y="16"/>
                      </a:cubicBezTo>
                      <a:cubicBezTo>
                        <a:pt x="210" y="16"/>
                        <a:pt x="210" y="15"/>
                        <a:pt x="210" y="16"/>
                      </a:cubicBezTo>
                      <a:close/>
                      <a:moveTo>
                        <a:pt x="235" y="11"/>
                      </a:moveTo>
                      <a:cubicBezTo>
                        <a:pt x="235" y="11"/>
                        <a:pt x="235" y="11"/>
                        <a:pt x="235" y="11"/>
                      </a:cubicBezTo>
                      <a:cubicBezTo>
                        <a:pt x="235" y="11"/>
                        <a:pt x="235" y="11"/>
                        <a:pt x="235" y="11"/>
                      </a:cubicBezTo>
                      <a:cubicBezTo>
                        <a:pt x="234" y="11"/>
                        <a:pt x="234" y="11"/>
                        <a:pt x="234" y="11"/>
                      </a:cubicBezTo>
                      <a:cubicBezTo>
                        <a:pt x="234" y="11"/>
                        <a:pt x="234" y="11"/>
                        <a:pt x="235" y="11"/>
                      </a:cubicBezTo>
                      <a:close/>
                      <a:moveTo>
                        <a:pt x="443" y="79"/>
                      </a:moveTo>
                      <a:cubicBezTo>
                        <a:pt x="443" y="79"/>
                        <a:pt x="443" y="79"/>
                        <a:pt x="443" y="79"/>
                      </a:cubicBezTo>
                      <a:cubicBezTo>
                        <a:pt x="443" y="79"/>
                        <a:pt x="444" y="79"/>
                        <a:pt x="444" y="78"/>
                      </a:cubicBezTo>
                      <a:cubicBezTo>
                        <a:pt x="444" y="78"/>
                        <a:pt x="443" y="78"/>
                        <a:pt x="443" y="78"/>
                      </a:cubicBezTo>
                      <a:cubicBezTo>
                        <a:pt x="443" y="78"/>
                        <a:pt x="443" y="78"/>
                        <a:pt x="443" y="79"/>
                      </a:cubicBezTo>
                      <a:close/>
                      <a:moveTo>
                        <a:pt x="184" y="27"/>
                      </a:moveTo>
                      <a:cubicBezTo>
                        <a:pt x="184" y="27"/>
                        <a:pt x="184" y="27"/>
                        <a:pt x="184" y="27"/>
                      </a:cubicBezTo>
                      <a:cubicBezTo>
                        <a:pt x="184" y="27"/>
                        <a:pt x="184" y="27"/>
                        <a:pt x="184" y="27"/>
                      </a:cubicBezTo>
                      <a:cubicBezTo>
                        <a:pt x="183" y="26"/>
                        <a:pt x="183" y="27"/>
                        <a:pt x="183" y="27"/>
                      </a:cubicBezTo>
                      <a:cubicBezTo>
                        <a:pt x="183" y="27"/>
                        <a:pt x="184" y="27"/>
                        <a:pt x="184" y="27"/>
                      </a:cubicBezTo>
                      <a:close/>
                      <a:moveTo>
                        <a:pt x="182" y="36"/>
                      </a:moveTo>
                      <a:cubicBezTo>
                        <a:pt x="183" y="36"/>
                        <a:pt x="183" y="35"/>
                        <a:pt x="183" y="35"/>
                      </a:cubicBezTo>
                      <a:cubicBezTo>
                        <a:pt x="183" y="35"/>
                        <a:pt x="183" y="35"/>
                        <a:pt x="182" y="35"/>
                      </a:cubicBezTo>
                      <a:cubicBezTo>
                        <a:pt x="182" y="35"/>
                        <a:pt x="182" y="35"/>
                        <a:pt x="182" y="35"/>
                      </a:cubicBezTo>
                      <a:cubicBezTo>
                        <a:pt x="182" y="35"/>
                        <a:pt x="182" y="36"/>
                        <a:pt x="182" y="36"/>
                      </a:cubicBezTo>
                      <a:close/>
                      <a:moveTo>
                        <a:pt x="466" y="75"/>
                      </a:moveTo>
                      <a:cubicBezTo>
                        <a:pt x="466" y="75"/>
                        <a:pt x="466" y="75"/>
                        <a:pt x="466" y="75"/>
                      </a:cubicBezTo>
                      <a:cubicBezTo>
                        <a:pt x="466" y="75"/>
                        <a:pt x="466" y="75"/>
                        <a:pt x="466" y="75"/>
                      </a:cubicBezTo>
                      <a:cubicBezTo>
                        <a:pt x="466" y="75"/>
                        <a:pt x="466" y="75"/>
                        <a:pt x="466" y="75"/>
                      </a:cubicBezTo>
                      <a:cubicBezTo>
                        <a:pt x="466" y="75"/>
                        <a:pt x="466" y="74"/>
                        <a:pt x="466" y="75"/>
                      </a:cubicBezTo>
                      <a:close/>
                      <a:moveTo>
                        <a:pt x="214" y="46"/>
                      </a:moveTo>
                      <a:cubicBezTo>
                        <a:pt x="214" y="46"/>
                        <a:pt x="214" y="46"/>
                        <a:pt x="214" y="46"/>
                      </a:cubicBezTo>
                      <a:cubicBezTo>
                        <a:pt x="214" y="46"/>
                        <a:pt x="214" y="44"/>
                        <a:pt x="213" y="44"/>
                      </a:cubicBezTo>
                      <a:cubicBezTo>
                        <a:pt x="211" y="45"/>
                        <a:pt x="209" y="45"/>
                        <a:pt x="208" y="47"/>
                      </a:cubicBezTo>
                      <a:cubicBezTo>
                        <a:pt x="208" y="47"/>
                        <a:pt x="208" y="47"/>
                        <a:pt x="208" y="48"/>
                      </a:cubicBezTo>
                      <a:cubicBezTo>
                        <a:pt x="207" y="48"/>
                        <a:pt x="207" y="49"/>
                        <a:pt x="208" y="50"/>
                      </a:cubicBezTo>
                      <a:cubicBezTo>
                        <a:pt x="208" y="50"/>
                        <a:pt x="209" y="50"/>
                        <a:pt x="209" y="50"/>
                      </a:cubicBezTo>
                      <a:cubicBezTo>
                        <a:pt x="211" y="52"/>
                        <a:pt x="211" y="51"/>
                        <a:pt x="212" y="50"/>
                      </a:cubicBezTo>
                      <a:cubicBezTo>
                        <a:pt x="213" y="50"/>
                        <a:pt x="214" y="50"/>
                        <a:pt x="214" y="49"/>
                      </a:cubicBezTo>
                      <a:cubicBezTo>
                        <a:pt x="214" y="49"/>
                        <a:pt x="214" y="49"/>
                        <a:pt x="214" y="49"/>
                      </a:cubicBezTo>
                      <a:cubicBezTo>
                        <a:pt x="214" y="49"/>
                        <a:pt x="214" y="49"/>
                        <a:pt x="214" y="49"/>
                      </a:cubicBezTo>
                      <a:cubicBezTo>
                        <a:pt x="214" y="49"/>
                        <a:pt x="214" y="48"/>
                        <a:pt x="214" y="48"/>
                      </a:cubicBezTo>
                      <a:cubicBezTo>
                        <a:pt x="215" y="47"/>
                        <a:pt x="215" y="47"/>
                        <a:pt x="214" y="46"/>
                      </a:cubicBezTo>
                      <a:close/>
                      <a:moveTo>
                        <a:pt x="210" y="30"/>
                      </a:moveTo>
                      <a:cubicBezTo>
                        <a:pt x="210" y="30"/>
                        <a:pt x="210" y="30"/>
                        <a:pt x="210" y="30"/>
                      </a:cubicBezTo>
                      <a:cubicBezTo>
                        <a:pt x="209" y="30"/>
                        <a:pt x="209" y="30"/>
                        <a:pt x="209" y="30"/>
                      </a:cubicBezTo>
                      <a:cubicBezTo>
                        <a:pt x="209" y="30"/>
                        <a:pt x="209" y="30"/>
                        <a:pt x="209" y="30"/>
                      </a:cubicBezTo>
                      <a:cubicBezTo>
                        <a:pt x="210" y="30"/>
                        <a:pt x="210" y="30"/>
                        <a:pt x="210" y="30"/>
                      </a:cubicBezTo>
                      <a:close/>
                      <a:moveTo>
                        <a:pt x="213" y="19"/>
                      </a:moveTo>
                      <a:cubicBezTo>
                        <a:pt x="213" y="19"/>
                        <a:pt x="213" y="19"/>
                        <a:pt x="213" y="19"/>
                      </a:cubicBezTo>
                      <a:cubicBezTo>
                        <a:pt x="213" y="19"/>
                        <a:pt x="213" y="19"/>
                        <a:pt x="213" y="19"/>
                      </a:cubicBezTo>
                      <a:cubicBezTo>
                        <a:pt x="213" y="19"/>
                        <a:pt x="213" y="19"/>
                        <a:pt x="212" y="19"/>
                      </a:cubicBezTo>
                      <a:cubicBezTo>
                        <a:pt x="212" y="19"/>
                        <a:pt x="213" y="19"/>
                        <a:pt x="213" y="19"/>
                      </a:cubicBezTo>
                      <a:close/>
                      <a:moveTo>
                        <a:pt x="516" y="113"/>
                      </a:moveTo>
                      <a:cubicBezTo>
                        <a:pt x="516" y="113"/>
                        <a:pt x="516" y="113"/>
                        <a:pt x="516" y="113"/>
                      </a:cubicBezTo>
                      <a:cubicBezTo>
                        <a:pt x="516" y="113"/>
                        <a:pt x="516" y="113"/>
                        <a:pt x="517" y="113"/>
                      </a:cubicBezTo>
                      <a:cubicBezTo>
                        <a:pt x="516" y="113"/>
                        <a:pt x="516" y="112"/>
                        <a:pt x="516" y="112"/>
                      </a:cubicBezTo>
                      <a:cubicBezTo>
                        <a:pt x="516" y="112"/>
                        <a:pt x="516" y="112"/>
                        <a:pt x="516" y="113"/>
                      </a:cubicBezTo>
                      <a:close/>
                      <a:moveTo>
                        <a:pt x="187" y="22"/>
                      </a:moveTo>
                      <a:cubicBezTo>
                        <a:pt x="187" y="22"/>
                        <a:pt x="187" y="22"/>
                        <a:pt x="187" y="22"/>
                      </a:cubicBezTo>
                      <a:cubicBezTo>
                        <a:pt x="187" y="22"/>
                        <a:pt x="187" y="22"/>
                        <a:pt x="187" y="22"/>
                      </a:cubicBezTo>
                      <a:cubicBezTo>
                        <a:pt x="187" y="22"/>
                        <a:pt x="186" y="22"/>
                        <a:pt x="186" y="22"/>
                      </a:cubicBezTo>
                      <a:cubicBezTo>
                        <a:pt x="186" y="22"/>
                        <a:pt x="186" y="22"/>
                        <a:pt x="187" y="22"/>
                      </a:cubicBezTo>
                      <a:close/>
                      <a:moveTo>
                        <a:pt x="433" y="37"/>
                      </a:moveTo>
                      <a:cubicBezTo>
                        <a:pt x="433" y="37"/>
                        <a:pt x="433" y="37"/>
                        <a:pt x="433" y="37"/>
                      </a:cubicBezTo>
                      <a:cubicBezTo>
                        <a:pt x="435" y="37"/>
                        <a:pt x="436" y="35"/>
                        <a:pt x="436" y="33"/>
                      </a:cubicBezTo>
                      <a:cubicBezTo>
                        <a:pt x="436" y="33"/>
                        <a:pt x="437" y="32"/>
                        <a:pt x="436" y="31"/>
                      </a:cubicBezTo>
                      <a:cubicBezTo>
                        <a:pt x="436" y="31"/>
                        <a:pt x="436" y="31"/>
                        <a:pt x="436" y="31"/>
                      </a:cubicBezTo>
                      <a:cubicBezTo>
                        <a:pt x="436" y="31"/>
                        <a:pt x="436" y="31"/>
                        <a:pt x="436" y="31"/>
                      </a:cubicBezTo>
                      <a:cubicBezTo>
                        <a:pt x="433" y="30"/>
                        <a:pt x="431" y="30"/>
                        <a:pt x="428" y="31"/>
                      </a:cubicBezTo>
                      <a:cubicBezTo>
                        <a:pt x="427" y="31"/>
                        <a:pt x="426" y="31"/>
                        <a:pt x="426" y="32"/>
                      </a:cubicBezTo>
                      <a:cubicBezTo>
                        <a:pt x="425" y="33"/>
                        <a:pt x="425" y="35"/>
                        <a:pt x="426" y="35"/>
                      </a:cubicBezTo>
                      <a:cubicBezTo>
                        <a:pt x="428" y="37"/>
                        <a:pt x="429" y="37"/>
                        <a:pt x="431" y="37"/>
                      </a:cubicBezTo>
                      <a:cubicBezTo>
                        <a:pt x="431" y="37"/>
                        <a:pt x="431" y="37"/>
                        <a:pt x="431" y="37"/>
                      </a:cubicBezTo>
                      <a:cubicBezTo>
                        <a:pt x="432" y="38"/>
                        <a:pt x="432" y="38"/>
                        <a:pt x="433" y="37"/>
                      </a:cubicBezTo>
                      <a:close/>
                      <a:moveTo>
                        <a:pt x="222" y="66"/>
                      </a:moveTo>
                      <a:cubicBezTo>
                        <a:pt x="222" y="66"/>
                        <a:pt x="222" y="66"/>
                        <a:pt x="222" y="66"/>
                      </a:cubicBezTo>
                      <a:cubicBezTo>
                        <a:pt x="222" y="66"/>
                        <a:pt x="222" y="66"/>
                        <a:pt x="222" y="66"/>
                      </a:cubicBezTo>
                      <a:cubicBezTo>
                        <a:pt x="222" y="66"/>
                        <a:pt x="222" y="66"/>
                        <a:pt x="222" y="67"/>
                      </a:cubicBezTo>
                      <a:cubicBezTo>
                        <a:pt x="222" y="67"/>
                        <a:pt x="223" y="67"/>
                        <a:pt x="223" y="66"/>
                      </a:cubicBezTo>
                      <a:cubicBezTo>
                        <a:pt x="223" y="66"/>
                        <a:pt x="223" y="66"/>
                        <a:pt x="222" y="66"/>
                      </a:cubicBezTo>
                      <a:close/>
                      <a:moveTo>
                        <a:pt x="213" y="69"/>
                      </a:moveTo>
                      <a:cubicBezTo>
                        <a:pt x="213" y="69"/>
                        <a:pt x="213" y="69"/>
                        <a:pt x="213" y="69"/>
                      </a:cubicBezTo>
                      <a:cubicBezTo>
                        <a:pt x="214" y="69"/>
                        <a:pt x="214" y="69"/>
                        <a:pt x="214" y="69"/>
                      </a:cubicBezTo>
                      <a:cubicBezTo>
                        <a:pt x="213" y="69"/>
                        <a:pt x="213" y="69"/>
                        <a:pt x="213" y="69"/>
                      </a:cubicBezTo>
                      <a:cubicBezTo>
                        <a:pt x="213" y="69"/>
                        <a:pt x="213" y="69"/>
                        <a:pt x="213" y="69"/>
                      </a:cubicBezTo>
                      <a:close/>
                      <a:moveTo>
                        <a:pt x="239" y="10"/>
                      </a:moveTo>
                      <a:cubicBezTo>
                        <a:pt x="239" y="12"/>
                        <a:pt x="240" y="13"/>
                        <a:pt x="241" y="13"/>
                      </a:cubicBezTo>
                      <a:cubicBezTo>
                        <a:pt x="242" y="14"/>
                        <a:pt x="242" y="13"/>
                        <a:pt x="243" y="13"/>
                      </a:cubicBezTo>
                      <a:cubicBezTo>
                        <a:pt x="243" y="13"/>
                        <a:pt x="243" y="13"/>
                        <a:pt x="243" y="13"/>
                      </a:cubicBezTo>
                      <a:cubicBezTo>
                        <a:pt x="243" y="13"/>
                        <a:pt x="243" y="13"/>
                        <a:pt x="243" y="13"/>
                      </a:cubicBezTo>
                      <a:cubicBezTo>
                        <a:pt x="243" y="13"/>
                        <a:pt x="243" y="13"/>
                        <a:pt x="243" y="13"/>
                      </a:cubicBezTo>
                      <a:cubicBezTo>
                        <a:pt x="244" y="14"/>
                        <a:pt x="244" y="14"/>
                        <a:pt x="245" y="13"/>
                      </a:cubicBezTo>
                      <a:cubicBezTo>
                        <a:pt x="245" y="13"/>
                        <a:pt x="245" y="13"/>
                        <a:pt x="245" y="13"/>
                      </a:cubicBezTo>
                      <a:cubicBezTo>
                        <a:pt x="246" y="13"/>
                        <a:pt x="247" y="12"/>
                        <a:pt x="247" y="11"/>
                      </a:cubicBezTo>
                      <a:cubicBezTo>
                        <a:pt x="247" y="11"/>
                        <a:pt x="247" y="11"/>
                        <a:pt x="247" y="11"/>
                      </a:cubicBezTo>
                      <a:cubicBezTo>
                        <a:pt x="248" y="10"/>
                        <a:pt x="248" y="10"/>
                        <a:pt x="247" y="9"/>
                      </a:cubicBezTo>
                      <a:cubicBezTo>
                        <a:pt x="247" y="9"/>
                        <a:pt x="247" y="9"/>
                        <a:pt x="247" y="9"/>
                      </a:cubicBezTo>
                      <a:cubicBezTo>
                        <a:pt x="246" y="8"/>
                        <a:pt x="245" y="7"/>
                        <a:pt x="243" y="7"/>
                      </a:cubicBezTo>
                      <a:cubicBezTo>
                        <a:pt x="242" y="7"/>
                        <a:pt x="240" y="7"/>
                        <a:pt x="238" y="7"/>
                      </a:cubicBezTo>
                      <a:cubicBezTo>
                        <a:pt x="237" y="7"/>
                        <a:pt x="237" y="8"/>
                        <a:pt x="236" y="9"/>
                      </a:cubicBezTo>
                      <a:cubicBezTo>
                        <a:pt x="236" y="9"/>
                        <a:pt x="237" y="10"/>
                        <a:pt x="237" y="10"/>
                      </a:cubicBezTo>
                      <a:cubicBezTo>
                        <a:pt x="238" y="10"/>
                        <a:pt x="238" y="10"/>
                        <a:pt x="239" y="10"/>
                      </a:cubicBezTo>
                      <a:close/>
                      <a:moveTo>
                        <a:pt x="215" y="75"/>
                      </a:moveTo>
                      <a:cubicBezTo>
                        <a:pt x="215" y="75"/>
                        <a:pt x="215" y="75"/>
                        <a:pt x="215" y="76"/>
                      </a:cubicBezTo>
                      <a:cubicBezTo>
                        <a:pt x="215" y="76"/>
                        <a:pt x="216" y="76"/>
                        <a:pt x="216" y="75"/>
                      </a:cubicBezTo>
                      <a:cubicBezTo>
                        <a:pt x="216" y="75"/>
                        <a:pt x="216" y="75"/>
                        <a:pt x="216" y="75"/>
                      </a:cubicBezTo>
                      <a:cubicBezTo>
                        <a:pt x="216" y="75"/>
                        <a:pt x="216" y="75"/>
                        <a:pt x="216" y="75"/>
                      </a:cubicBezTo>
                      <a:cubicBezTo>
                        <a:pt x="216" y="75"/>
                        <a:pt x="216" y="75"/>
                        <a:pt x="215" y="75"/>
                      </a:cubicBezTo>
                      <a:close/>
                      <a:moveTo>
                        <a:pt x="454" y="80"/>
                      </a:moveTo>
                      <a:cubicBezTo>
                        <a:pt x="454" y="80"/>
                        <a:pt x="454" y="80"/>
                        <a:pt x="455" y="80"/>
                      </a:cubicBezTo>
                      <a:cubicBezTo>
                        <a:pt x="455" y="80"/>
                        <a:pt x="455" y="80"/>
                        <a:pt x="455" y="80"/>
                      </a:cubicBezTo>
                      <a:cubicBezTo>
                        <a:pt x="455" y="80"/>
                        <a:pt x="455" y="80"/>
                        <a:pt x="455" y="80"/>
                      </a:cubicBezTo>
                      <a:cubicBezTo>
                        <a:pt x="454" y="80"/>
                        <a:pt x="454" y="80"/>
                        <a:pt x="454" y="80"/>
                      </a:cubicBezTo>
                      <a:close/>
                      <a:moveTo>
                        <a:pt x="201" y="67"/>
                      </a:moveTo>
                      <a:cubicBezTo>
                        <a:pt x="200" y="66"/>
                        <a:pt x="199" y="66"/>
                        <a:pt x="199" y="67"/>
                      </a:cubicBezTo>
                      <a:cubicBezTo>
                        <a:pt x="199" y="68"/>
                        <a:pt x="198" y="68"/>
                        <a:pt x="197" y="67"/>
                      </a:cubicBezTo>
                      <a:cubicBezTo>
                        <a:pt x="197" y="67"/>
                        <a:pt x="197" y="67"/>
                        <a:pt x="196" y="67"/>
                      </a:cubicBezTo>
                      <a:cubicBezTo>
                        <a:pt x="195" y="67"/>
                        <a:pt x="193" y="68"/>
                        <a:pt x="194" y="69"/>
                      </a:cubicBezTo>
                      <a:cubicBezTo>
                        <a:pt x="194" y="70"/>
                        <a:pt x="194" y="71"/>
                        <a:pt x="195" y="72"/>
                      </a:cubicBezTo>
                      <a:cubicBezTo>
                        <a:pt x="195" y="73"/>
                        <a:pt x="195" y="74"/>
                        <a:pt x="194" y="75"/>
                      </a:cubicBezTo>
                      <a:cubicBezTo>
                        <a:pt x="193" y="76"/>
                        <a:pt x="193" y="76"/>
                        <a:pt x="195" y="78"/>
                      </a:cubicBezTo>
                      <a:cubicBezTo>
                        <a:pt x="196" y="78"/>
                        <a:pt x="197" y="78"/>
                        <a:pt x="198" y="78"/>
                      </a:cubicBezTo>
                      <a:cubicBezTo>
                        <a:pt x="198" y="78"/>
                        <a:pt x="198" y="78"/>
                        <a:pt x="198" y="78"/>
                      </a:cubicBezTo>
                      <a:cubicBezTo>
                        <a:pt x="198" y="78"/>
                        <a:pt x="198" y="78"/>
                        <a:pt x="198" y="78"/>
                      </a:cubicBezTo>
                      <a:cubicBezTo>
                        <a:pt x="198" y="78"/>
                        <a:pt x="199" y="79"/>
                        <a:pt x="199" y="78"/>
                      </a:cubicBezTo>
                      <a:cubicBezTo>
                        <a:pt x="200" y="78"/>
                        <a:pt x="200" y="78"/>
                        <a:pt x="201" y="78"/>
                      </a:cubicBezTo>
                      <a:cubicBezTo>
                        <a:pt x="201" y="78"/>
                        <a:pt x="201" y="78"/>
                        <a:pt x="201" y="78"/>
                      </a:cubicBezTo>
                      <a:cubicBezTo>
                        <a:pt x="201" y="78"/>
                        <a:pt x="201" y="78"/>
                        <a:pt x="201" y="78"/>
                      </a:cubicBezTo>
                      <a:cubicBezTo>
                        <a:pt x="201" y="77"/>
                        <a:pt x="202" y="76"/>
                        <a:pt x="202" y="75"/>
                      </a:cubicBezTo>
                      <a:cubicBezTo>
                        <a:pt x="201" y="74"/>
                        <a:pt x="201" y="73"/>
                        <a:pt x="202" y="73"/>
                      </a:cubicBezTo>
                      <a:cubicBezTo>
                        <a:pt x="201" y="71"/>
                        <a:pt x="202" y="69"/>
                        <a:pt x="202" y="68"/>
                      </a:cubicBezTo>
                      <a:cubicBezTo>
                        <a:pt x="202" y="68"/>
                        <a:pt x="202" y="68"/>
                        <a:pt x="202" y="68"/>
                      </a:cubicBezTo>
                      <a:cubicBezTo>
                        <a:pt x="202" y="67"/>
                        <a:pt x="201" y="67"/>
                        <a:pt x="201" y="67"/>
                      </a:cubicBezTo>
                      <a:close/>
                      <a:moveTo>
                        <a:pt x="208" y="74"/>
                      </a:moveTo>
                      <a:cubicBezTo>
                        <a:pt x="208" y="74"/>
                        <a:pt x="208" y="74"/>
                        <a:pt x="209" y="74"/>
                      </a:cubicBezTo>
                      <a:cubicBezTo>
                        <a:pt x="209" y="74"/>
                        <a:pt x="210" y="75"/>
                        <a:pt x="210" y="74"/>
                      </a:cubicBezTo>
                      <a:cubicBezTo>
                        <a:pt x="211" y="73"/>
                        <a:pt x="211" y="72"/>
                        <a:pt x="210" y="71"/>
                      </a:cubicBezTo>
                      <a:cubicBezTo>
                        <a:pt x="208" y="71"/>
                        <a:pt x="208" y="71"/>
                        <a:pt x="209" y="69"/>
                      </a:cubicBezTo>
                      <a:cubicBezTo>
                        <a:pt x="210" y="69"/>
                        <a:pt x="210" y="69"/>
                        <a:pt x="210" y="68"/>
                      </a:cubicBezTo>
                      <a:cubicBezTo>
                        <a:pt x="211" y="68"/>
                        <a:pt x="211" y="69"/>
                        <a:pt x="212" y="68"/>
                      </a:cubicBezTo>
                      <a:cubicBezTo>
                        <a:pt x="212" y="67"/>
                        <a:pt x="213" y="68"/>
                        <a:pt x="213" y="68"/>
                      </a:cubicBezTo>
                      <a:cubicBezTo>
                        <a:pt x="214" y="68"/>
                        <a:pt x="215" y="67"/>
                        <a:pt x="216" y="68"/>
                      </a:cubicBezTo>
                      <a:cubicBezTo>
                        <a:pt x="216" y="68"/>
                        <a:pt x="217" y="67"/>
                        <a:pt x="216" y="66"/>
                      </a:cubicBezTo>
                      <a:cubicBezTo>
                        <a:pt x="216" y="65"/>
                        <a:pt x="215" y="64"/>
                        <a:pt x="214" y="63"/>
                      </a:cubicBezTo>
                      <a:cubicBezTo>
                        <a:pt x="212" y="62"/>
                        <a:pt x="210" y="61"/>
                        <a:pt x="208" y="61"/>
                      </a:cubicBezTo>
                      <a:cubicBezTo>
                        <a:pt x="206" y="61"/>
                        <a:pt x="205" y="62"/>
                        <a:pt x="203" y="62"/>
                      </a:cubicBezTo>
                      <a:cubicBezTo>
                        <a:pt x="203" y="62"/>
                        <a:pt x="202" y="62"/>
                        <a:pt x="202" y="62"/>
                      </a:cubicBezTo>
                      <a:cubicBezTo>
                        <a:pt x="202" y="62"/>
                        <a:pt x="201" y="62"/>
                        <a:pt x="202" y="63"/>
                      </a:cubicBezTo>
                      <a:cubicBezTo>
                        <a:pt x="203" y="65"/>
                        <a:pt x="203" y="66"/>
                        <a:pt x="202" y="68"/>
                      </a:cubicBezTo>
                      <a:cubicBezTo>
                        <a:pt x="202" y="68"/>
                        <a:pt x="202" y="68"/>
                        <a:pt x="202" y="68"/>
                      </a:cubicBezTo>
                      <a:cubicBezTo>
                        <a:pt x="203" y="69"/>
                        <a:pt x="202" y="70"/>
                        <a:pt x="202" y="72"/>
                      </a:cubicBezTo>
                      <a:cubicBezTo>
                        <a:pt x="202" y="72"/>
                        <a:pt x="202" y="72"/>
                        <a:pt x="202" y="72"/>
                      </a:cubicBezTo>
                      <a:cubicBezTo>
                        <a:pt x="203" y="72"/>
                        <a:pt x="203" y="72"/>
                        <a:pt x="203" y="73"/>
                      </a:cubicBezTo>
                      <a:cubicBezTo>
                        <a:pt x="203" y="74"/>
                        <a:pt x="203" y="74"/>
                        <a:pt x="204" y="75"/>
                      </a:cubicBezTo>
                      <a:cubicBezTo>
                        <a:pt x="205" y="75"/>
                        <a:pt x="206" y="76"/>
                        <a:pt x="207" y="77"/>
                      </a:cubicBezTo>
                      <a:cubicBezTo>
                        <a:pt x="207" y="77"/>
                        <a:pt x="207" y="77"/>
                        <a:pt x="208" y="77"/>
                      </a:cubicBezTo>
                      <a:cubicBezTo>
                        <a:pt x="208" y="76"/>
                        <a:pt x="208" y="76"/>
                        <a:pt x="208" y="75"/>
                      </a:cubicBezTo>
                      <a:cubicBezTo>
                        <a:pt x="208" y="75"/>
                        <a:pt x="207" y="75"/>
                        <a:pt x="208" y="74"/>
                      </a:cubicBezTo>
                      <a:close/>
                      <a:moveTo>
                        <a:pt x="930" y="526"/>
                      </a:moveTo>
                      <a:cubicBezTo>
                        <a:pt x="930" y="526"/>
                        <a:pt x="930" y="526"/>
                        <a:pt x="929" y="526"/>
                      </a:cubicBezTo>
                      <a:cubicBezTo>
                        <a:pt x="929" y="526"/>
                        <a:pt x="929" y="526"/>
                        <a:pt x="928" y="526"/>
                      </a:cubicBezTo>
                      <a:cubicBezTo>
                        <a:pt x="927" y="527"/>
                        <a:pt x="926" y="528"/>
                        <a:pt x="925" y="529"/>
                      </a:cubicBezTo>
                      <a:cubicBezTo>
                        <a:pt x="925" y="529"/>
                        <a:pt x="924" y="530"/>
                        <a:pt x="924" y="531"/>
                      </a:cubicBezTo>
                      <a:cubicBezTo>
                        <a:pt x="924" y="531"/>
                        <a:pt x="924" y="532"/>
                        <a:pt x="923" y="532"/>
                      </a:cubicBezTo>
                      <a:cubicBezTo>
                        <a:pt x="923" y="532"/>
                        <a:pt x="923" y="533"/>
                        <a:pt x="923" y="533"/>
                      </a:cubicBezTo>
                      <a:cubicBezTo>
                        <a:pt x="923" y="533"/>
                        <a:pt x="923" y="533"/>
                        <a:pt x="924" y="533"/>
                      </a:cubicBezTo>
                      <a:cubicBezTo>
                        <a:pt x="924" y="533"/>
                        <a:pt x="924" y="533"/>
                        <a:pt x="924" y="533"/>
                      </a:cubicBezTo>
                      <a:cubicBezTo>
                        <a:pt x="924" y="533"/>
                        <a:pt x="924" y="533"/>
                        <a:pt x="924" y="533"/>
                      </a:cubicBezTo>
                      <a:cubicBezTo>
                        <a:pt x="924" y="533"/>
                        <a:pt x="924" y="533"/>
                        <a:pt x="924" y="533"/>
                      </a:cubicBezTo>
                      <a:cubicBezTo>
                        <a:pt x="924" y="533"/>
                        <a:pt x="924" y="533"/>
                        <a:pt x="924" y="533"/>
                      </a:cubicBezTo>
                      <a:cubicBezTo>
                        <a:pt x="926" y="531"/>
                        <a:pt x="928" y="530"/>
                        <a:pt x="930" y="530"/>
                      </a:cubicBezTo>
                      <a:cubicBezTo>
                        <a:pt x="930" y="530"/>
                        <a:pt x="930" y="530"/>
                        <a:pt x="931" y="529"/>
                      </a:cubicBezTo>
                      <a:cubicBezTo>
                        <a:pt x="932" y="528"/>
                        <a:pt x="931" y="527"/>
                        <a:pt x="930" y="526"/>
                      </a:cubicBezTo>
                      <a:cubicBezTo>
                        <a:pt x="930" y="526"/>
                        <a:pt x="930" y="526"/>
                        <a:pt x="930" y="526"/>
                      </a:cubicBezTo>
                      <a:close/>
                      <a:moveTo>
                        <a:pt x="922" y="535"/>
                      </a:moveTo>
                      <a:cubicBezTo>
                        <a:pt x="922" y="535"/>
                        <a:pt x="922" y="535"/>
                        <a:pt x="922" y="535"/>
                      </a:cubicBezTo>
                      <a:cubicBezTo>
                        <a:pt x="923" y="535"/>
                        <a:pt x="923" y="535"/>
                        <a:pt x="923" y="534"/>
                      </a:cubicBezTo>
                      <a:cubicBezTo>
                        <a:pt x="923" y="534"/>
                        <a:pt x="922" y="534"/>
                        <a:pt x="922" y="535"/>
                      </a:cubicBezTo>
                      <a:close/>
                      <a:moveTo>
                        <a:pt x="943" y="580"/>
                      </a:moveTo>
                      <a:cubicBezTo>
                        <a:pt x="944" y="581"/>
                        <a:pt x="944" y="581"/>
                        <a:pt x="944" y="582"/>
                      </a:cubicBezTo>
                      <a:cubicBezTo>
                        <a:pt x="945" y="582"/>
                        <a:pt x="945" y="582"/>
                        <a:pt x="945" y="581"/>
                      </a:cubicBezTo>
                      <a:cubicBezTo>
                        <a:pt x="945" y="581"/>
                        <a:pt x="945" y="581"/>
                        <a:pt x="945" y="581"/>
                      </a:cubicBezTo>
                      <a:cubicBezTo>
                        <a:pt x="944" y="580"/>
                        <a:pt x="944" y="579"/>
                        <a:pt x="943" y="578"/>
                      </a:cubicBezTo>
                      <a:cubicBezTo>
                        <a:pt x="943" y="578"/>
                        <a:pt x="942" y="577"/>
                        <a:pt x="942" y="576"/>
                      </a:cubicBezTo>
                      <a:cubicBezTo>
                        <a:pt x="942" y="575"/>
                        <a:pt x="942" y="575"/>
                        <a:pt x="942" y="575"/>
                      </a:cubicBezTo>
                      <a:cubicBezTo>
                        <a:pt x="942" y="574"/>
                        <a:pt x="941" y="574"/>
                        <a:pt x="941" y="574"/>
                      </a:cubicBezTo>
                      <a:cubicBezTo>
                        <a:pt x="941" y="574"/>
                        <a:pt x="941" y="575"/>
                        <a:pt x="940" y="575"/>
                      </a:cubicBezTo>
                      <a:cubicBezTo>
                        <a:pt x="940" y="575"/>
                        <a:pt x="940" y="575"/>
                        <a:pt x="940" y="575"/>
                      </a:cubicBezTo>
                      <a:cubicBezTo>
                        <a:pt x="939" y="575"/>
                        <a:pt x="940" y="575"/>
                        <a:pt x="940" y="576"/>
                      </a:cubicBezTo>
                      <a:cubicBezTo>
                        <a:pt x="940" y="576"/>
                        <a:pt x="941" y="576"/>
                        <a:pt x="941" y="576"/>
                      </a:cubicBezTo>
                      <a:cubicBezTo>
                        <a:pt x="941" y="577"/>
                        <a:pt x="941" y="578"/>
                        <a:pt x="941" y="578"/>
                      </a:cubicBezTo>
                      <a:cubicBezTo>
                        <a:pt x="941" y="579"/>
                        <a:pt x="942" y="580"/>
                        <a:pt x="943" y="580"/>
                      </a:cubicBezTo>
                      <a:close/>
                      <a:moveTo>
                        <a:pt x="954" y="583"/>
                      </a:moveTo>
                      <a:cubicBezTo>
                        <a:pt x="954" y="583"/>
                        <a:pt x="953" y="583"/>
                        <a:pt x="953" y="583"/>
                      </a:cubicBezTo>
                      <a:cubicBezTo>
                        <a:pt x="953" y="582"/>
                        <a:pt x="953" y="582"/>
                        <a:pt x="953" y="581"/>
                      </a:cubicBezTo>
                      <a:cubicBezTo>
                        <a:pt x="953" y="581"/>
                        <a:pt x="953" y="581"/>
                        <a:pt x="952" y="581"/>
                      </a:cubicBezTo>
                      <a:cubicBezTo>
                        <a:pt x="952" y="581"/>
                        <a:pt x="952" y="581"/>
                        <a:pt x="952" y="581"/>
                      </a:cubicBezTo>
                      <a:cubicBezTo>
                        <a:pt x="952" y="581"/>
                        <a:pt x="952" y="581"/>
                        <a:pt x="952" y="581"/>
                      </a:cubicBezTo>
                      <a:cubicBezTo>
                        <a:pt x="952" y="582"/>
                        <a:pt x="952" y="582"/>
                        <a:pt x="952" y="582"/>
                      </a:cubicBezTo>
                      <a:cubicBezTo>
                        <a:pt x="952" y="582"/>
                        <a:pt x="952" y="583"/>
                        <a:pt x="953" y="583"/>
                      </a:cubicBezTo>
                      <a:cubicBezTo>
                        <a:pt x="953" y="583"/>
                        <a:pt x="953" y="583"/>
                        <a:pt x="953" y="583"/>
                      </a:cubicBezTo>
                      <a:cubicBezTo>
                        <a:pt x="953" y="583"/>
                        <a:pt x="953" y="583"/>
                        <a:pt x="953" y="583"/>
                      </a:cubicBezTo>
                      <a:cubicBezTo>
                        <a:pt x="954" y="583"/>
                        <a:pt x="954" y="583"/>
                        <a:pt x="954" y="583"/>
                      </a:cubicBezTo>
                      <a:close/>
                      <a:moveTo>
                        <a:pt x="169" y="323"/>
                      </a:moveTo>
                      <a:cubicBezTo>
                        <a:pt x="170" y="323"/>
                        <a:pt x="171" y="323"/>
                        <a:pt x="170" y="322"/>
                      </a:cubicBezTo>
                      <a:cubicBezTo>
                        <a:pt x="170" y="321"/>
                        <a:pt x="169" y="321"/>
                        <a:pt x="170" y="321"/>
                      </a:cubicBezTo>
                      <a:cubicBezTo>
                        <a:pt x="170" y="321"/>
                        <a:pt x="170" y="321"/>
                        <a:pt x="171" y="321"/>
                      </a:cubicBezTo>
                      <a:cubicBezTo>
                        <a:pt x="172" y="322"/>
                        <a:pt x="172" y="321"/>
                        <a:pt x="172" y="321"/>
                      </a:cubicBezTo>
                      <a:cubicBezTo>
                        <a:pt x="172" y="320"/>
                        <a:pt x="171" y="319"/>
                        <a:pt x="173" y="319"/>
                      </a:cubicBezTo>
                      <a:cubicBezTo>
                        <a:pt x="173" y="320"/>
                        <a:pt x="173" y="321"/>
                        <a:pt x="173" y="322"/>
                      </a:cubicBezTo>
                      <a:cubicBezTo>
                        <a:pt x="173" y="323"/>
                        <a:pt x="173" y="323"/>
                        <a:pt x="174" y="323"/>
                      </a:cubicBezTo>
                      <a:cubicBezTo>
                        <a:pt x="176" y="324"/>
                        <a:pt x="176" y="323"/>
                        <a:pt x="177" y="322"/>
                      </a:cubicBezTo>
                      <a:cubicBezTo>
                        <a:pt x="177" y="321"/>
                        <a:pt x="177" y="321"/>
                        <a:pt x="178" y="321"/>
                      </a:cubicBezTo>
                      <a:cubicBezTo>
                        <a:pt x="178" y="321"/>
                        <a:pt x="178" y="322"/>
                        <a:pt x="178" y="322"/>
                      </a:cubicBezTo>
                      <a:cubicBezTo>
                        <a:pt x="176" y="324"/>
                        <a:pt x="178" y="326"/>
                        <a:pt x="179" y="327"/>
                      </a:cubicBezTo>
                      <a:cubicBezTo>
                        <a:pt x="179" y="329"/>
                        <a:pt x="180" y="329"/>
                        <a:pt x="181" y="328"/>
                      </a:cubicBezTo>
                      <a:cubicBezTo>
                        <a:pt x="182" y="328"/>
                        <a:pt x="182" y="328"/>
                        <a:pt x="182" y="328"/>
                      </a:cubicBezTo>
                      <a:cubicBezTo>
                        <a:pt x="182" y="329"/>
                        <a:pt x="183" y="330"/>
                        <a:pt x="182" y="331"/>
                      </a:cubicBezTo>
                      <a:cubicBezTo>
                        <a:pt x="182" y="332"/>
                        <a:pt x="180" y="331"/>
                        <a:pt x="179" y="331"/>
                      </a:cubicBezTo>
                      <a:cubicBezTo>
                        <a:pt x="179" y="331"/>
                        <a:pt x="179" y="331"/>
                        <a:pt x="179" y="331"/>
                      </a:cubicBezTo>
                      <a:cubicBezTo>
                        <a:pt x="180" y="335"/>
                        <a:pt x="180" y="335"/>
                        <a:pt x="179" y="336"/>
                      </a:cubicBezTo>
                      <a:cubicBezTo>
                        <a:pt x="180" y="337"/>
                        <a:pt x="182" y="338"/>
                        <a:pt x="184" y="338"/>
                      </a:cubicBezTo>
                      <a:cubicBezTo>
                        <a:pt x="185" y="338"/>
                        <a:pt x="186" y="337"/>
                        <a:pt x="187" y="339"/>
                      </a:cubicBezTo>
                      <a:cubicBezTo>
                        <a:pt x="188" y="340"/>
                        <a:pt x="188" y="340"/>
                        <a:pt x="189" y="340"/>
                      </a:cubicBezTo>
                      <a:cubicBezTo>
                        <a:pt x="189" y="341"/>
                        <a:pt x="189" y="341"/>
                        <a:pt x="190" y="341"/>
                      </a:cubicBezTo>
                      <a:cubicBezTo>
                        <a:pt x="190" y="341"/>
                        <a:pt x="190" y="340"/>
                        <a:pt x="190" y="340"/>
                      </a:cubicBezTo>
                      <a:cubicBezTo>
                        <a:pt x="190" y="339"/>
                        <a:pt x="191" y="339"/>
                        <a:pt x="191" y="338"/>
                      </a:cubicBezTo>
                      <a:cubicBezTo>
                        <a:pt x="192" y="338"/>
                        <a:pt x="192" y="339"/>
                        <a:pt x="193" y="339"/>
                      </a:cubicBezTo>
                      <a:cubicBezTo>
                        <a:pt x="193" y="340"/>
                        <a:pt x="194" y="341"/>
                        <a:pt x="195" y="341"/>
                      </a:cubicBezTo>
                      <a:cubicBezTo>
                        <a:pt x="195" y="340"/>
                        <a:pt x="194" y="339"/>
                        <a:pt x="195" y="340"/>
                      </a:cubicBezTo>
                      <a:cubicBezTo>
                        <a:pt x="196" y="340"/>
                        <a:pt x="197" y="340"/>
                        <a:pt x="198" y="341"/>
                      </a:cubicBezTo>
                      <a:cubicBezTo>
                        <a:pt x="198" y="341"/>
                        <a:pt x="199" y="342"/>
                        <a:pt x="200" y="342"/>
                      </a:cubicBezTo>
                      <a:cubicBezTo>
                        <a:pt x="199" y="341"/>
                        <a:pt x="199" y="341"/>
                        <a:pt x="198" y="340"/>
                      </a:cubicBezTo>
                      <a:cubicBezTo>
                        <a:pt x="197" y="339"/>
                        <a:pt x="197" y="339"/>
                        <a:pt x="199" y="338"/>
                      </a:cubicBezTo>
                      <a:cubicBezTo>
                        <a:pt x="199" y="339"/>
                        <a:pt x="199" y="340"/>
                        <a:pt x="201" y="340"/>
                      </a:cubicBezTo>
                      <a:cubicBezTo>
                        <a:pt x="201" y="340"/>
                        <a:pt x="202" y="341"/>
                        <a:pt x="202" y="341"/>
                      </a:cubicBezTo>
                      <a:cubicBezTo>
                        <a:pt x="202" y="341"/>
                        <a:pt x="202" y="341"/>
                        <a:pt x="202" y="341"/>
                      </a:cubicBezTo>
                      <a:cubicBezTo>
                        <a:pt x="204" y="341"/>
                        <a:pt x="201" y="340"/>
                        <a:pt x="203" y="339"/>
                      </a:cubicBezTo>
                      <a:cubicBezTo>
                        <a:pt x="203" y="339"/>
                        <a:pt x="203" y="339"/>
                        <a:pt x="203" y="340"/>
                      </a:cubicBezTo>
                      <a:cubicBezTo>
                        <a:pt x="205" y="341"/>
                        <a:pt x="205" y="339"/>
                        <a:pt x="206" y="339"/>
                      </a:cubicBezTo>
                      <a:cubicBezTo>
                        <a:pt x="207" y="337"/>
                        <a:pt x="205" y="337"/>
                        <a:pt x="205" y="337"/>
                      </a:cubicBezTo>
                      <a:cubicBezTo>
                        <a:pt x="202" y="335"/>
                        <a:pt x="200" y="332"/>
                        <a:pt x="198" y="330"/>
                      </a:cubicBezTo>
                      <a:cubicBezTo>
                        <a:pt x="198" y="330"/>
                        <a:pt x="197" y="329"/>
                        <a:pt x="197" y="328"/>
                      </a:cubicBezTo>
                      <a:cubicBezTo>
                        <a:pt x="196" y="326"/>
                        <a:pt x="196" y="323"/>
                        <a:pt x="194" y="321"/>
                      </a:cubicBezTo>
                      <a:cubicBezTo>
                        <a:pt x="193" y="320"/>
                        <a:pt x="193" y="319"/>
                        <a:pt x="193" y="317"/>
                      </a:cubicBezTo>
                      <a:cubicBezTo>
                        <a:pt x="192" y="316"/>
                        <a:pt x="192" y="314"/>
                        <a:pt x="192" y="313"/>
                      </a:cubicBezTo>
                      <a:cubicBezTo>
                        <a:pt x="191" y="313"/>
                        <a:pt x="191" y="312"/>
                        <a:pt x="191" y="311"/>
                      </a:cubicBezTo>
                      <a:cubicBezTo>
                        <a:pt x="192" y="308"/>
                        <a:pt x="191" y="305"/>
                        <a:pt x="192" y="302"/>
                      </a:cubicBezTo>
                      <a:cubicBezTo>
                        <a:pt x="192" y="302"/>
                        <a:pt x="191" y="302"/>
                        <a:pt x="191" y="301"/>
                      </a:cubicBezTo>
                      <a:cubicBezTo>
                        <a:pt x="192" y="301"/>
                        <a:pt x="193" y="301"/>
                        <a:pt x="193" y="300"/>
                      </a:cubicBezTo>
                      <a:cubicBezTo>
                        <a:pt x="192" y="299"/>
                        <a:pt x="193" y="298"/>
                        <a:pt x="193" y="297"/>
                      </a:cubicBezTo>
                      <a:cubicBezTo>
                        <a:pt x="193" y="297"/>
                        <a:pt x="193" y="297"/>
                        <a:pt x="193" y="297"/>
                      </a:cubicBezTo>
                      <a:cubicBezTo>
                        <a:pt x="194" y="297"/>
                        <a:pt x="195" y="297"/>
                        <a:pt x="195" y="296"/>
                      </a:cubicBezTo>
                      <a:cubicBezTo>
                        <a:pt x="194" y="294"/>
                        <a:pt x="194" y="294"/>
                        <a:pt x="193" y="294"/>
                      </a:cubicBezTo>
                      <a:cubicBezTo>
                        <a:pt x="197" y="293"/>
                        <a:pt x="198" y="292"/>
                        <a:pt x="196" y="289"/>
                      </a:cubicBezTo>
                      <a:cubicBezTo>
                        <a:pt x="197" y="289"/>
                        <a:pt x="199" y="288"/>
                        <a:pt x="197" y="287"/>
                      </a:cubicBezTo>
                      <a:cubicBezTo>
                        <a:pt x="198" y="287"/>
                        <a:pt x="199" y="286"/>
                        <a:pt x="199" y="285"/>
                      </a:cubicBezTo>
                      <a:cubicBezTo>
                        <a:pt x="199" y="284"/>
                        <a:pt x="198" y="283"/>
                        <a:pt x="197" y="283"/>
                      </a:cubicBezTo>
                      <a:cubicBezTo>
                        <a:pt x="196" y="283"/>
                        <a:pt x="196" y="283"/>
                        <a:pt x="195" y="283"/>
                      </a:cubicBezTo>
                      <a:cubicBezTo>
                        <a:pt x="195" y="282"/>
                        <a:pt x="194" y="282"/>
                        <a:pt x="194" y="282"/>
                      </a:cubicBezTo>
                      <a:cubicBezTo>
                        <a:pt x="194" y="282"/>
                        <a:pt x="195" y="281"/>
                        <a:pt x="195" y="281"/>
                      </a:cubicBezTo>
                      <a:cubicBezTo>
                        <a:pt x="195" y="281"/>
                        <a:pt x="195" y="281"/>
                        <a:pt x="195" y="280"/>
                      </a:cubicBezTo>
                      <a:cubicBezTo>
                        <a:pt x="196" y="281"/>
                        <a:pt x="196" y="282"/>
                        <a:pt x="197" y="282"/>
                      </a:cubicBezTo>
                      <a:cubicBezTo>
                        <a:pt x="198" y="282"/>
                        <a:pt x="198" y="282"/>
                        <a:pt x="198" y="282"/>
                      </a:cubicBezTo>
                      <a:cubicBezTo>
                        <a:pt x="199" y="282"/>
                        <a:pt x="199" y="282"/>
                        <a:pt x="200" y="282"/>
                      </a:cubicBezTo>
                      <a:cubicBezTo>
                        <a:pt x="200" y="283"/>
                        <a:pt x="200" y="283"/>
                        <a:pt x="200" y="282"/>
                      </a:cubicBezTo>
                      <a:cubicBezTo>
                        <a:pt x="201" y="281"/>
                        <a:pt x="201" y="281"/>
                        <a:pt x="202" y="280"/>
                      </a:cubicBezTo>
                      <a:cubicBezTo>
                        <a:pt x="204" y="279"/>
                        <a:pt x="204" y="277"/>
                        <a:pt x="202" y="276"/>
                      </a:cubicBezTo>
                      <a:cubicBezTo>
                        <a:pt x="202" y="275"/>
                        <a:pt x="201" y="275"/>
                        <a:pt x="200" y="275"/>
                      </a:cubicBezTo>
                      <a:cubicBezTo>
                        <a:pt x="200" y="274"/>
                        <a:pt x="201" y="274"/>
                        <a:pt x="201" y="274"/>
                      </a:cubicBezTo>
                      <a:cubicBezTo>
                        <a:pt x="202" y="274"/>
                        <a:pt x="202" y="275"/>
                        <a:pt x="203" y="275"/>
                      </a:cubicBezTo>
                      <a:cubicBezTo>
                        <a:pt x="204" y="276"/>
                        <a:pt x="204" y="276"/>
                        <a:pt x="205" y="275"/>
                      </a:cubicBezTo>
                      <a:cubicBezTo>
                        <a:pt x="206" y="275"/>
                        <a:pt x="206" y="274"/>
                        <a:pt x="206" y="273"/>
                      </a:cubicBezTo>
                      <a:cubicBezTo>
                        <a:pt x="206" y="271"/>
                        <a:pt x="205" y="270"/>
                        <a:pt x="203" y="269"/>
                      </a:cubicBezTo>
                      <a:cubicBezTo>
                        <a:pt x="202" y="269"/>
                        <a:pt x="202" y="269"/>
                        <a:pt x="202" y="269"/>
                      </a:cubicBezTo>
                      <a:cubicBezTo>
                        <a:pt x="202" y="268"/>
                        <a:pt x="202" y="268"/>
                        <a:pt x="203" y="268"/>
                      </a:cubicBezTo>
                      <a:cubicBezTo>
                        <a:pt x="204" y="269"/>
                        <a:pt x="205" y="268"/>
                        <a:pt x="206" y="270"/>
                      </a:cubicBezTo>
                      <a:cubicBezTo>
                        <a:pt x="206" y="271"/>
                        <a:pt x="206" y="271"/>
                        <a:pt x="207" y="271"/>
                      </a:cubicBezTo>
                      <a:cubicBezTo>
                        <a:pt x="208" y="270"/>
                        <a:pt x="209" y="270"/>
                        <a:pt x="208" y="269"/>
                      </a:cubicBezTo>
                      <a:cubicBezTo>
                        <a:pt x="208" y="268"/>
                        <a:pt x="207" y="268"/>
                        <a:pt x="208" y="267"/>
                      </a:cubicBezTo>
                      <a:cubicBezTo>
                        <a:pt x="208" y="267"/>
                        <a:pt x="208" y="267"/>
                        <a:pt x="208" y="266"/>
                      </a:cubicBezTo>
                      <a:cubicBezTo>
                        <a:pt x="207" y="265"/>
                        <a:pt x="206" y="263"/>
                        <a:pt x="205" y="261"/>
                      </a:cubicBezTo>
                      <a:cubicBezTo>
                        <a:pt x="205" y="261"/>
                        <a:pt x="205" y="260"/>
                        <a:pt x="205" y="260"/>
                      </a:cubicBezTo>
                      <a:cubicBezTo>
                        <a:pt x="205" y="260"/>
                        <a:pt x="205" y="260"/>
                        <a:pt x="205" y="260"/>
                      </a:cubicBezTo>
                      <a:cubicBezTo>
                        <a:pt x="206" y="260"/>
                        <a:pt x="206" y="260"/>
                        <a:pt x="206" y="261"/>
                      </a:cubicBezTo>
                      <a:cubicBezTo>
                        <a:pt x="206" y="263"/>
                        <a:pt x="207" y="264"/>
                        <a:pt x="209" y="265"/>
                      </a:cubicBezTo>
                      <a:cubicBezTo>
                        <a:pt x="209" y="265"/>
                        <a:pt x="210" y="265"/>
                        <a:pt x="210" y="265"/>
                      </a:cubicBezTo>
                      <a:cubicBezTo>
                        <a:pt x="211" y="265"/>
                        <a:pt x="210" y="264"/>
                        <a:pt x="210" y="264"/>
                      </a:cubicBezTo>
                      <a:cubicBezTo>
                        <a:pt x="210" y="262"/>
                        <a:pt x="210" y="261"/>
                        <a:pt x="212" y="261"/>
                      </a:cubicBezTo>
                      <a:cubicBezTo>
                        <a:pt x="212" y="261"/>
                        <a:pt x="212" y="260"/>
                        <a:pt x="212" y="260"/>
                      </a:cubicBezTo>
                      <a:cubicBezTo>
                        <a:pt x="214" y="258"/>
                        <a:pt x="214" y="256"/>
                        <a:pt x="213" y="254"/>
                      </a:cubicBezTo>
                      <a:cubicBezTo>
                        <a:pt x="213" y="253"/>
                        <a:pt x="212" y="253"/>
                        <a:pt x="212" y="252"/>
                      </a:cubicBezTo>
                      <a:cubicBezTo>
                        <a:pt x="213" y="252"/>
                        <a:pt x="214" y="253"/>
                        <a:pt x="214" y="253"/>
                      </a:cubicBezTo>
                      <a:cubicBezTo>
                        <a:pt x="215" y="254"/>
                        <a:pt x="216" y="254"/>
                        <a:pt x="216" y="253"/>
                      </a:cubicBezTo>
                      <a:cubicBezTo>
                        <a:pt x="216" y="251"/>
                        <a:pt x="218" y="250"/>
                        <a:pt x="217" y="247"/>
                      </a:cubicBezTo>
                      <a:cubicBezTo>
                        <a:pt x="218" y="248"/>
                        <a:pt x="219" y="249"/>
                        <a:pt x="219" y="250"/>
                      </a:cubicBezTo>
                      <a:cubicBezTo>
                        <a:pt x="220" y="250"/>
                        <a:pt x="220" y="250"/>
                        <a:pt x="221" y="250"/>
                      </a:cubicBezTo>
                      <a:cubicBezTo>
                        <a:pt x="221" y="249"/>
                        <a:pt x="222" y="249"/>
                        <a:pt x="221" y="248"/>
                      </a:cubicBezTo>
                      <a:cubicBezTo>
                        <a:pt x="221" y="248"/>
                        <a:pt x="220" y="247"/>
                        <a:pt x="220" y="247"/>
                      </a:cubicBezTo>
                      <a:cubicBezTo>
                        <a:pt x="221" y="247"/>
                        <a:pt x="222" y="247"/>
                        <a:pt x="223" y="247"/>
                      </a:cubicBezTo>
                      <a:cubicBezTo>
                        <a:pt x="224" y="247"/>
                        <a:pt x="225" y="246"/>
                        <a:pt x="224" y="245"/>
                      </a:cubicBezTo>
                      <a:cubicBezTo>
                        <a:pt x="224" y="244"/>
                        <a:pt x="223" y="244"/>
                        <a:pt x="224" y="244"/>
                      </a:cubicBezTo>
                      <a:cubicBezTo>
                        <a:pt x="224" y="243"/>
                        <a:pt x="225" y="243"/>
                        <a:pt x="225" y="243"/>
                      </a:cubicBezTo>
                      <a:cubicBezTo>
                        <a:pt x="226" y="243"/>
                        <a:pt x="227" y="243"/>
                        <a:pt x="227" y="242"/>
                      </a:cubicBezTo>
                      <a:cubicBezTo>
                        <a:pt x="227" y="241"/>
                        <a:pt x="226" y="241"/>
                        <a:pt x="225" y="241"/>
                      </a:cubicBezTo>
                      <a:cubicBezTo>
                        <a:pt x="225" y="241"/>
                        <a:pt x="224" y="241"/>
                        <a:pt x="223" y="240"/>
                      </a:cubicBezTo>
                      <a:cubicBezTo>
                        <a:pt x="225" y="240"/>
                        <a:pt x="226" y="238"/>
                        <a:pt x="226" y="237"/>
                      </a:cubicBezTo>
                      <a:cubicBezTo>
                        <a:pt x="226" y="237"/>
                        <a:pt x="226" y="237"/>
                        <a:pt x="226" y="237"/>
                      </a:cubicBezTo>
                      <a:cubicBezTo>
                        <a:pt x="226" y="237"/>
                        <a:pt x="227" y="237"/>
                        <a:pt x="227" y="238"/>
                      </a:cubicBezTo>
                      <a:cubicBezTo>
                        <a:pt x="227" y="238"/>
                        <a:pt x="226" y="239"/>
                        <a:pt x="227" y="239"/>
                      </a:cubicBezTo>
                      <a:cubicBezTo>
                        <a:pt x="228" y="239"/>
                        <a:pt x="228" y="238"/>
                        <a:pt x="228" y="237"/>
                      </a:cubicBezTo>
                      <a:cubicBezTo>
                        <a:pt x="228" y="237"/>
                        <a:pt x="228" y="237"/>
                        <a:pt x="228" y="237"/>
                      </a:cubicBezTo>
                      <a:cubicBezTo>
                        <a:pt x="228" y="236"/>
                        <a:pt x="227" y="234"/>
                        <a:pt x="230" y="234"/>
                      </a:cubicBezTo>
                      <a:cubicBezTo>
                        <a:pt x="230" y="234"/>
                        <a:pt x="230" y="234"/>
                        <a:pt x="230" y="234"/>
                      </a:cubicBezTo>
                      <a:cubicBezTo>
                        <a:pt x="231" y="233"/>
                        <a:pt x="231" y="232"/>
                        <a:pt x="232" y="231"/>
                      </a:cubicBezTo>
                      <a:cubicBezTo>
                        <a:pt x="232" y="232"/>
                        <a:pt x="232" y="232"/>
                        <a:pt x="232" y="232"/>
                      </a:cubicBezTo>
                      <a:cubicBezTo>
                        <a:pt x="232" y="233"/>
                        <a:pt x="232" y="233"/>
                        <a:pt x="232" y="234"/>
                      </a:cubicBezTo>
                      <a:cubicBezTo>
                        <a:pt x="233" y="234"/>
                        <a:pt x="233" y="233"/>
                        <a:pt x="233" y="232"/>
                      </a:cubicBezTo>
                      <a:cubicBezTo>
                        <a:pt x="234" y="232"/>
                        <a:pt x="234" y="231"/>
                        <a:pt x="235" y="230"/>
                      </a:cubicBezTo>
                      <a:cubicBezTo>
                        <a:pt x="236" y="229"/>
                        <a:pt x="235" y="228"/>
                        <a:pt x="236" y="228"/>
                      </a:cubicBezTo>
                      <a:cubicBezTo>
                        <a:pt x="237" y="228"/>
                        <a:pt x="239" y="227"/>
                        <a:pt x="240" y="226"/>
                      </a:cubicBezTo>
                      <a:cubicBezTo>
                        <a:pt x="241" y="226"/>
                        <a:pt x="242" y="225"/>
                        <a:pt x="242" y="225"/>
                      </a:cubicBezTo>
                      <a:cubicBezTo>
                        <a:pt x="244" y="224"/>
                        <a:pt x="246" y="224"/>
                        <a:pt x="247" y="222"/>
                      </a:cubicBezTo>
                      <a:cubicBezTo>
                        <a:pt x="247" y="221"/>
                        <a:pt x="248" y="221"/>
                        <a:pt x="248" y="221"/>
                      </a:cubicBezTo>
                      <a:cubicBezTo>
                        <a:pt x="249" y="222"/>
                        <a:pt x="250" y="221"/>
                        <a:pt x="251" y="220"/>
                      </a:cubicBezTo>
                      <a:cubicBezTo>
                        <a:pt x="252" y="220"/>
                        <a:pt x="253" y="220"/>
                        <a:pt x="254" y="219"/>
                      </a:cubicBezTo>
                      <a:cubicBezTo>
                        <a:pt x="255" y="219"/>
                        <a:pt x="255" y="218"/>
                        <a:pt x="256" y="217"/>
                      </a:cubicBezTo>
                      <a:cubicBezTo>
                        <a:pt x="256" y="217"/>
                        <a:pt x="256" y="217"/>
                        <a:pt x="257" y="217"/>
                      </a:cubicBezTo>
                      <a:cubicBezTo>
                        <a:pt x="258" y="217"/>
                        <a:pt x="259" y="217"/>
                        <a:pt x="260" y="215"/>
                      </a:cubicBezTo>
                      <a:cubicBezTo>
                        <a:pt x="260" y="215"/>
                        <a:pt x="261" y="215"/>
                        <a:pt x="262" y="214"/>
                      </a:cubicBezTo>
                      <a:cubicBezTo>
                        <a:pt x="262" y="214"/>
                        <a:pt x="262" y="214"/>
                        <a:pt x="263" y="214"/>
                      </a:cubicBezTo>
                      <a:cubicBezTo>
                        <a:pt x="263" y="214"/>
                        <a:pt x="264" y="213"/>
                        <a:pt x="264" y="213"/>
                      </a:cubicBezTo>
                      <a:cubicBezTo>
                        <a:pt x="266" y="213"/>
                        <a:pt x="266" y="213"/>
                        <a:pt x="267" y="212"/>
                      </a:cubicBezTo>
                      <a:cubicBezTo>
                        <a:pt x="267" y="211"/>
                        <a:pt x="268" y="211"/>
                        <a:pt x="268" y="211"/>
                      </a:cubicBezTo>
                      <a:cubicBezTo>
                        <a:pt x="271" y="210"/>
                        <a:pt x="273" y="208"/>
                        <a:pt x="275" y="207"/>
                      </a:cubicBezTo>
                      <a:cubicBezTo>
                        <a:pt x="276" y="206"/>
                        <a:pt x="276" y="206"/>
                        <a:pt x="277" y="206"/>
                      </a:cubicBezTo>
                      <a:cubicBezTo>
                        <a:pt x="278" y="206"/>
                        <a:pt x="279" y="206"/>
                        <a:pt x="278" y="205"/>
                      </a:cubicBezTo>
                      <a:cubicBezTo>
                        <a:pt x="278" y="204"/>
                        <a:pt x="278" y="204"/>
                        <a:pt x="278" y="204"/>
                      </a:cubicBezTo>
                      <a:cubicBezTo>
                        <a:pt x="279" y="204"/>
                        <a:pt x="279" y="203"/>
                        <a:pt x="279" y="202"/>
                      </a:cubicBezTo>
                      <a:cubicBezTo>
                        <a:pt x="279" y="202"/>
                        <a:pt x="280" y="201"/>
                        <a:pt x="280" y="201"/>
                      </a:cubicBezTo>
                      <a:cubicBezTo>
                        <a:pt x="282" y="200"/>
                        <a:pt x="282" y="198"/>
                        <a:pt x="282" y="196"/>
                      </a:cubicBezTo>
                      <a:cubicBezTo>
                        <a:pt x="282" y="196"/>
                        <a:pt x="282" y="196"/>
                        <a:pt x="282" y="196"/>
                      </a:cubicBezTo>
                      <a:cubicBezTo>
                        <a:pt x="283" y="194"/>
                        <a:pt x="283" y="192"/>
                        <a:pt x="283" y="190"/>
                      </a:cubicBezTo>
                      <a:cubicBezTo>
                        <a:pt x="283" y="189"/>
                        <a:pt x="282" y="189"/>
                        <a:pt x="282" y="188"/>
                      </a:cubicBezTo>
                      <a:cubicBezTo>
                        <a:pt x="282" y="186"/>
                        <a:pt x="280" y="186"/>
                        <a:pt x="280" y="184"/>
                      </a:cubicBezTo>
                      <a:cubicBezTo>
                        <a:pt x="277" y="184"/>
                        <a:pt x="275" y="183"/>
                        <a:pt x="273" y="184"/>
                      </a:cubicBezTo>
                      <a:cubicBezTo>
                        <a:pt x="272" y="184"/>
                        <a:pt x="272" y="186"/>
                        <a:pt x="271" y="186"/>
                      </a:cubicBezTo>
                      <a:cubicBezTo>
                        <a:pt x="271" y="186"/>
                        <a:pt x="271" y="186"/>
                        <a:pt x="270" y="186"/>
                      </a:cubicBezTo>
                      <a:cubicBezTo>
                        <a:pt x="267" y="187"/>
                        <a:pt x="265" y="190"/>
                        <a:pt x="262" y="192"/>
                      </a:cubicBezTo>
                      <a:cubicBezTo>
                        <a:pt x="262" y="193"/>
                        <a:pt x="262" y="194"/>
                        <a:pt x="263" y="195"/>
                      </a:cubicBezTo>
                      <a:cubicBezTo>
                        <a:pt x="263" y="195"/>
                        <a:pt x="263" y="195"/>
                        <a:pt x="263" y="196"/>
                      </a:cubicBezTo>
                      <a:cubicBezTo>
                        <a:pt x="263" y="196"/>
                        <a:pt x="264" y="197"/>
                        <a:pt x="263" y="198"/>
                      </a:cubicBezTo>
                      <a:cubicBezTo>
                        <a:pt x="263" y="198"/>
                        <a:pt x="262" y="198"/>
                        <a:pt x="262" y="197"/>
                      </a:cubicBezTo>
                      <a:cubicBezTo>
                        <a:pt x="260" y="197"/>
                        <a:pt x="259" y="197"/>
                        <a:pt x="258" y="199"/>
                      </a:cubicBezTo>
                      <a:cubicBezTo>
                        <a:pt x="258" y="199"/>
                        <a:pt x="257" y="199"/>
                        <a:pt x="257" y="200"/>
                      </a:cubicBezTo>
                      <a:cubicBezTo>
                        <a:pt x="257" y="200"/>
                        <a:pt x="257" y="199"/>
                        <a:pt x="257" y="199"/>
                      </a:cubicBezTo>
                      <a:cubicBezTo>
                        <a:pt x="256" y="198"/>
                        <a:pt x="255" y="198"/>
                        <a:pt x="255" y="199"/>
                      </a:cubicBezTo>
                      <a:cubicBezTo>
                        <a:pt x="255" y="201"/>
                        <a:pt x="253" y="201"/>
                        <a:pt x="252" y="203"/>
                      </a:cubicBezTo>
                      <a:cubicBezTo>
                        <a:pt x="251" y="204"/>
                        <a:pt x="250" y="205"/>
                        <a:pt x="249" y="203"/>
                      </a:cubicBezTo>
                      <a:cubicBezTo>
                        <a:pt x="248" y="203"/>
                        <a:pt x="248" y="203"/>
                        <a:pt x="248" y="203"/>
                      </a:cubicBezTo>
                      <a:cubicBezTo>
                        <a:pt x="246" y="205"/>
                        <a:pt x="245" y="205"/>
                        <a:pt x="244" y="206"/>
                      </a:cubicBezTo>
                      <a:cubicBezTo>
                        <a:pt x="243" y="207"/>
                        <a:pt x="242" y="207"/>
                        <a:pt x="242" y="206"/>
                      </a:cubicBezTo>
                      <a:cubicBezTo>
                        <a:pt x="242" y="206"/>
                        <a:pt x="241" y="205"/>
                        <a:pt x="241" y="205"/>
                      </a:cubicBezTo>
                      <a:cubicBezTo>
                        <a:pt x="241" y="207"/>
                        <a:pt x="240" y="207"/>
                        <a:pt x="239" y="208"/>
                      </a:cubicBezTo>
                      <a:cubicBezTo>
                        <a:pt x="238" y="207"/>
                        <a:pt x="238" y="207"/>
                        <a:pt x="239" y="206"/>
                      </a:cubicBezTo>
                      <a:cubicBezTo>
                        <a:pt x="239" y="206"/>
                        <a:pt x="239" y="205"/>
                        <a:pt x="238" y="205"/>
                      </a:cubicBezTo>
                      <a:cubicBezTo>
                        <a:pt x="236" y="206"/>
                        <a:pt x="234" y="204"/>
                        <a:pt x="231" y="205"/>
                      </a:cubicBezTo>
                      <a:cubicBezTo>
                        <a:pt x="229" y="206"/>
                        <a:pt x="230" y="207"/>
                        <a:pt x="229" y="208"/>
                      </a:cubicBezTo>
                      <a:cubicBezTo>
                        <a:pt x="229" y="209"/>
                        <a:pt x="230" y="209"/>
                        <a:pt x="231" y="209"/>
                      </a:cubicBezTo>
                      <a:cubicBezTo>
                        <a:pt x="230" y="211"/>
                        <a:pt x="228" y="212"/>
                        <a:pt x="227" y="213"/>
                      </a:cubicBezTo>
                      <a:cubicBezTo>
                        <a:pt x="227" y="213"/>
                        <a:pt x="226" y="213"/>
                        <a:pt x="226" y="212"/>
                      </a:cubicBezTo>
                      <a:cubicBezTo>
                        <a:pt x="226" y="212"/>
                        <a:pt x="226" y="211"/>
                        <a:pt x="226" y="211"/>
                      </a:cubicBezTo>
                      <a:cubicBezTo>
                        <a:pt x="227" y="211"/>
                        <a:pt x="227" y="210"/>
                        <a:pt x="227" y="210"/>
                      </a:cubicBezTo>
                      <a:cubicBezTo>
                        <a:pt x="226" y="209"/>
                        <a:pt x="225" y="209"/>
                        <a:pt x="225" y="210"/>
                      </a:cubicBezTo>
                      <a:cubicBezTo>
                        <a:pt x="224" y="210"/>
                        <a:pt x="223" y="211"/>
                        <a:pt x="223" y="211"/>
                      </a:cubicBezTo>
                      <a:cubicBezTo>
                        <a:pt x="224" y="212"/>
                        <a:pt x="224" y="212"/>
                        <a:pt x="225" y="212"/>
                      </a:cubicBezTo>
                      <a:cubicBezTo>
                        <a:pt x="225" y="213"/>
                        <a:pt x="225" y="214"/>
                        <a:pt x="224" y="213"/>
                      </a:cubicBezTo>
                      <a:cubicBezTo>
                        <a:pt x="222" y="213"/>
                        <a:pt x="221" y="215"/>
                        <a:pt x="219" y="215"/>
                      </a:cubicBezTo>
                      <a:cubicBezTo>
                        <a:pt x="218" y="214"/>
                        <a:pt x="218" y="215"/>
                        <a:pt x="218" y="216"/>
                      </a:cubicBezTo>
                      <a:cubicBezTo>
                        <a:pt x="218" y="216"/>
                        <a:pt x="217" y="216"/>
                        <a:pt x="217" y="215"/>
                      </a:cubicBezTo>
                      <a:cubicBezTo>
                        <a:pt x="217" y="213"/>
                        <a:pt x="216" y="214"/>
                        <a:pt x="216" y="214"/>
                      </a:cubicBezTo>
                      <a:cubicBezTo>
                        <a:pt x="215" y="215"/>
                        <a:pt x="215" y="214"/>
                        <a:pt x="215" y="215"/>
                      </a:cubicBezTo>
                      <a:cubicBezTo>
                        <a:pt x="215" y="216"/>
                        <a:pt x="216" y="216"/>
                        <a:pt x="217" y="216"/>
                      </a:cubicBezTo>
                      <a:cubicBezTo>
                        <a:pt x="215" y="216"/>
                        <a:pt x="214" y="216"/>
                        <a:pt x="214" y="218"/>
                      </a:cubicBezTo>
                      <a:cubicBezTo>
                        <a:pt x="213" y="220"/>
                        <a:pt x="212" y="221"/>
                        <a:pt x="210" y="222"/>
                      </a:cubicBezTo>
                      <a:cubicBezTo>
                        <a:pt x="209" y="222"/>
                        <a:pt x="209" y="222"/>
                        <a:pt x="209" y="223"/>
                      </a:cubicBezTo>
                      <a:cubicBezTo>
                        <a:pt x="209" y="223"/>
                        <a:pt x="210" y="223"/>
                        <a:pt x="210" y="223"/>
                      </a:cubicBezTo>
                      <a:cubicBezTo>
                        <a:pt x="210" y="223"/>
                        <a:pt x="211" y="223"/>
                        <a:pt x="211" y="223"/>
                      </a:cubicBezTo>
                      <a:cubicBezTo>
                        <a:pt x="211" y="224"/>
                        <a:pt x="211" y="224"/>
                        <a:pt x="210" y="224"/>
                      </a:cubicBezTo>
                      <a:cubicBezTo>
                        <a:pt x="210" y="225"/>
                        <a:pt x="209" y="225"/>
                        <a:pt x="209" y="225"/>
                      </a:cubicBezTo>
                      <a:cubicBezTo>
                        <a:pt x="207" y="225"/>
                        <a:pt x="206" y="226"/>
                        <a:pt x="207" y="229"/>
                      </a:cubicBezTo>
                      <a:cubicBezTo>
                        <a:pt x="207" y="229"/>
                        <a:pt x="207" y="229"/>
                        <a:pt x="208" y="230"/>
                      </a:cubicBezTo>
                      <a:cubicBezTo>
                        <a:pt x="208" y="230"/>
                        <a:pt x="208" y="230"/>
                        <a:pt x="208" y="231"/>
                      </a:cubicBezTo>
                      <a:cubicBezTo>
                        <a:pt x="207" y="231"/>
                        <a:pt x="206" y="231"/>
                        <a:pt x="206" y="231"/>
                      </a:cubicBezTo>
                      <a:cubicBezTo>
                        <a:pt x="205" y="231"/>
                        <a:pt x="205" y="230"/>
                        <a:pt x="204" y="230"/>
                      </a:cubicBezTo>
                      <a:cubicBezTo>
                        <a:pt x="203" y="228"/>
                        <a:pt x="202" y="230"/>
                        <a:pt x="201" y="230"/>
                      </a:cubicBezTo>
                      <a:cubicBezTo>
                        <a:pt x="200" y="231"/>
                        <a:pt x="201" y="232"/>
                        <a:pt x="202" y="233"/>
                      </a:cubicBezTo>
                      <a:cubicBezTo>
                        <a:pt x="202" y="233"/>
                        <a:pt x="201" y="234"/>
                        <a:pt x="201" y="235"/>
                      </a:cubicBezTo>
                      <a:cubicBezTo>
                        <a:pt x="200" y="235"/>
                        <a:pt x="200" y="235"/>
                        <a:pt x="200" y="236"/>
                      </a:cubicBezTo>
                      <a:cubicBezTo>
                        <a:pt x="200" y="237"/>
                        <a:pt x="200" y="237"/>
                        <a:pt x="199" y="238"/>
                      </a:cubicBezTo>
                      <a:cubicBezTo>
                        <a:pt x="198" y="238"/>
                        <a:pt x="198" y="237"/>
                        <a:pt x="198" y="236"/>
                      </a:cubicBezTo>
                      <a:cubicBezTo>
                        <a:pt x="198" y="235"/>
                        <a:pt x="197" y="235"/>
                        <a:pt x="196" y="235"/>
                      </a:cubicBezTo>
                      <a:cubicBezTo>
                        <a:pt x="195" y="235"/>
                        <a:pt x="195" y="236"/>
                        <a:pt x="194" y="236"/>
                      </a:cubicBezTo>
                      <a:cubicBezTo>
                        <a:pt x="193" y="238"/>
                        <a:pt x="195" y="239"/>
                        <a:pt x="194" y="241"/>
                      </a:cubicBezTo>
                      <a:cubicBezTo>
                        <a:pt x="195" y="240"/>
                        <a:pt x="196" y="240"/>
                        <a:pt x="197" y="240"/>
                      </a:cubicBezTo>
                      <a:cubicBezTo>
                        <a:pt x="197" y="240"/>
                        <a:pt x="197" y="240"/>
                        <a:pt x="198" y="240"/>
                      </a:cubicBezTo>
                      <a:cubicBezTo>
                        <a:pt x="198" y="240"/>
                        <a:pt x="198" y="241"/>
                        <a:pt x="198" y="241"/>
                      </a:cubicBezTo>
                      <a:cubicBezTo>
                        <a:pt x="197" y="242"/>
                        <a:pt x="198" y="242"/>
                        <a:pt x="198" y="242"/>
                      </a:cubicBezTo>
                      <a:cubicBezTo>
                        <a:pt x="197" y="242"/>
                        <a:pt x="197" y="243"/>
                        <a:pt x="196" y="244"/>
                      </a:cubicBezTo>
                      <a:cubicBezTo>
                        <a:pt x="196" y="244"/>
                        <a:pt x="195" y="244"/>
                        <a:pt x="195" y="245"/>
                      </a:cubicBezTo>
                      <a:cubicBezTo>
                        <a:pt x="196" y="246"/>
                        <a:pt x="196" y="245"/>
                        <a:pt x="197" y="245"/>
                      </a:cubicBezTo>
                      <a:cubicBezTo>
                        <a:pt x="197" y="245"/>
                        <a:pt x="198" y="245"/>
                        <a:pt x="198" y="245"/>
                      </a:cubicBezTo>
                      <a:cubicBezTo>
                        <a:pt x="199" y="245"/>
                        <a:pt x="199" y="245"/>
                        <a:pt x="199" y="246"/>
                      </a:cubicBezTo>
                      <a:cubicBezTo>
                        <a:pt x="199" y="247"/>
                        <a:pt x="199" y="247"/>
                        <a:pt x="201" y="247"/>
                      </a:cubicBezTo>
                      <a:cubicBezTo>
                        <a:pt x="201" y="247"/>
                        <a:pt x="202" y="247"/>
                        <a:pt x="202" y="248"/>
                      </a:cubicBezTo>
                      <a:cubicBezTo>
                        <a:pt x="201" y="248"/>
                        <a:pt x="200" y="248"/>
                        <a:pt x="199" y="248"/>
                      </a:cubicBezTo>
                      <a:cubicBezTo>
                        <a:pt x="197" y="247"/>
                        <a:pt x="194" y="248"/>
                        <a:pt x="193" y="249"/>
                      </a:cubicBezTo>
                      <a:cubicBezTo>
                        <a:pt x="192" y="250"/>
                        <a:pt x="192" y="251"/>
                        <a:pt x="194" y="251"/>
                      </a:cubicBezTo>
                      <a:cubicBezTo>
                        <a:pt x="194" y="252"/>
                        <a:pt x="196" y="252"/>
                        <a:pt x="196" y="253"/>
                      </a:cubicBezTo>
                      <a:cubicBezTo>
                        <a:pt x="196" y="254"/>
                        <a:pt x="195" y="254"/>
                        <a:pt x="195" y="254"/>
                      </a:cubicBezTo>
                      <a:cubicBezTo>
                        <a:pt x="194" y="254"/>
                        <a:pt x="193" y="254"/>
                        <a:pt x="192" y="255"/>
                      </a:cubicBezTo>
                      <a:cubicBezTo>
                        <a:pt x="191" y="255"/>
                        <a:pt x="191" y="255"/>
                        <a:pt x="191" y="255"/>
                      </a:cubicBezTo>
                      <a:cubicBezTo>
                        <a:pt x="191" y="256"/>
                        <a:pt x="191" y="256"/>
                        <a:pt x="192" y="256"/>
                      </a:cubicBezTo>
                      <a:cubicBezTo>
                        <a:pt x="193" y="256"/>
                        <a:pt x="193" y="257"/>
                        <a:pt x="193" y="257"/>
                      </a:cubicBezTo>
                      <a:cubicBezTo>
                        <a:pt x="194" y="258"/>
                        <a:pt x="194" y="258"/>
                        <a:pt x="194" y="258"/>
                      </a:cubicBezTo>
                      <a:cubicBezTo>
                        <a:pt x="193" y="258"/>
                        <a:pt x="193" y="258"/>
                        <a:pt x="193" y="258"/>
                      </a:cubicBezTo>
                      <a:cubicBezTo>
                        <a:pt x="192" y="258"/>
                        <a:pt x="191" y="259"/>
                        <a:pt x="190" y="259"/>
                      </a:cubicBezTo>
                      <a:cubicBezTo>
                        <a:pt x="190" y="259"/>
                        <a:pt x="191" y="260"/>
                        <a:pt x="192" y="260"/>
                      </a:cubicBezTo>
                      <a:cubicBezTo>
                        <a:pt x="192" y="260"/>
                        <a:pt x="193" y="261"/>
                        <a:pt x="194" y="262"/>
                      </a:cubicBezTo>
                      <a:cubicBezTo>
                        <a:pt x="195" y="263"/>
                        <a:pt x="196" y="264"/>
                        <a:pt x="197" y="263"/>
                      </a:cubicBezTo>
                      <a:cubicBezTo>
                        <a:pt x="198" y="263"/>
                        <a:pt x="198" y="264"/>
                        <a:pt x="198" y="264"/>
                      </a:cubicBezTo>
                      <a:cubicBezTo>
                        <a:pt x="198" y="264"/>
                        <a:pt x="197" y="264"/>
                        <a:pt x="197" y="264"/>
                      </a:cubicBezTo>
                      <a:cubicBezTo>
                        <a:pt x="197" y="264"/>
                        <a:pt x="195" y="264"/>
                        <a:pt x="194" y="264"/>
                      </a:cubicBezTo>
                      <a:cubicBezTo>
                        <a:pt x="194" y="264"/>
                        <a:pt x="194" y="263"/>
                        <a:pt x="194" y="263"/>
                      </a:cubicBezTo>
                      <a:cubicBezTo>
                        <a:pt x="192" y="262"/>
                        <a:pt x="191" y="262"/>
                        <a:pt x="189" y="261"/>
                      </a:cubicBezTo>
                      <a:cubicBezTo>
                        <a:pt x="189" y="261"/>
                        <a:pt x="189" y="261"/>
                        <a:pt x="189" y="261"/>
                      </a:cubicBezTo>
                      <a:cubicBezTo>
                        <a:pt x="189" y="261"/>
                        <a:pt x="188" y="262"/>
                        <a:pt x="188" y="262"/>
                      </a:cubicBezTo>
                      <a:cubicBezTo>
                        <a:pt x="188" y="262"/>
                        <a:pt x="187" y="262"/>
                        <a:pt x="187" y="263"/>
                      </a:cubicBezTo>
                      <a:cubicBezTo>
                        <a:pt x="187" y="264"/>
                        <a:pt x="185" y="265"/>
                        <a:pt x="187" y="265"/>
                      </a:cubicBezTo>
                      <a:cubicBezTo>
                        <a:pt x="188" y="265"/>
                        <a:pt x="188" y="265"/>
                        <a:pt x="188" y="266"/>
                      </a:cubicBezTo>
                      <a:cubicBezTo>
                        <a:pt x="187" y="266"/>
                        <a:pt x="187" y="266"/>
                        <a:pt x="187" y="266"/>
                      </a:cubicBezTo>
                      <a:cubicBezTo>
                        <a:pt x="186" y="266"/>
                        <a:pt x="185" y="266"/>
                        <a:pt x="185" y="267"/>
                      </a:cubicBezTo>
                      <a:cubicBezTo>
                        <a:pt x="185" y="267"/>
                        <a:pt x="185" y="267"/>
                        <a:pt x="185" y="267"/>
                      </a:cubicBezTo>
                      <a:cubicBezTo>
                        <a:pt x="183" y="267"/>
                        <a:pt x="183" y="268"/>
                        <a:pt x="182" y="269"/>
                      </a:cubicBezTo>
                      <a:cubicBezTo>
                        <a:pt x="182" y="270"/>
                        <a:pt x="182" y="270"/>
                        <a:pt x="181" y="270"/>
                      </a:cubicBezTo>
                      <a:cubicBezTo>
                        <a:pt x="181" y="270"/>
                        <a:pt x="180" y="270"/>
                        <a:pt x="180" y="271"/>
                      </a:cubicBezTo>
                      <a:cubicBezTo>
                        <a:pt x="180" y="271"/>
                        <a:pt x="180" y="272"/>
                        <a:pt x="181" y="272"/>
                      </a:cubicBezTo>
                      <a:cubicBezTo>
                        <a:pt x="181" y="272"/>
                        <a:pt x="181" y="273"/>
                        <a:pt x="182" y="273"/>
                      </a:cubicBezTo>
                      <a:cubicBezTo>
                        <a:pt x="182" y="274"/>
                        <a:pt x="183" y="275"/>
                        <a:pt x="184" y="274"/>
                      </a:cubicBezTo>
                      <a:cubicBezTo>
                        <a:pt x="185" y="273"/>
                        <a:pt x="186" y="272"/>
                        <a:pt x="187" y="272"/>
                      </a:cubicBezTo>
                      <a:cubicBezTo>
                        <a:pt x="188" y="272"/>
                        <a:pt x="190" y="273"/>
                        <a:pt x="188" y="274"/>
                      </a:cubicBezTo>
                      <a:cubicBezTo>
                        <a:pt x="187" y="274"/>
                        <a:pt x="187" y="274"/>
                        <a:pt x="186" y="274"/>
                      </a:cubicBezTo>
                      <a:cubicBezTo>
                        <a:pt x="185" y="274"/>
                        <a:pt x="185" y="275"/>
                        <a:pt x="184" y="276"/>
                      </a:cubicBezTo>
                      <a:cubicBezTo>
                        <a:pt x="184" y="277"/>
                        <a:pt x="184" y="277"/>
                        <a:pt x="185" y="277"/>
                      </a:cubicBezTo>
                      <a:cubicBezTo>
                        <a:pt x="185" y="278"/>
                        <a:pt x="184" y="279"/>
                        <a:pt x="183" y="279"/>
                      </a:cubicBezTo>
                      <a:cubicBezTo>
                        <a:pt x="183" y="279"/>
                        <a:pt x="182" y="280"/>
                        <a:pt x="183" y="280"/>
                      </a:cubicBezTo>
                      <a:cubicBezTo>
                        <a:pt x="183" y="281"/>
                        <a:pt x="183" y="281"/>
                        <a:pt x="184" y="281"/>
                      </a:cubicBezTo>
                      <a:cubicBezTo>
                        <a:pt x="184" y="281"/>
                        <a:pt x="184" y="280"/>
                        <a:pt x="185" y="281"/>
                      </a:cubicBezTo>
                      <a:cubicBezTo>
                        <a:pt x="184" y="281"/>
                        <a:pt x="184" y="282"/>
                        <a:pt x="184" y="282"/>
                      </a:cubicBezTo>
                      <a:cubicBezTo>
                        <a:pt x="183" y="282"/>
                        <a:pt x="183" y="283"/>
                        <a:pt x="182" y="282"/>
                      </a:cubicBezTo>
                      <a:cubicBezTo>
                        <a:pt x="181" y="281"/>
                        <a:pt x="180" y="282"/>
                        <a:pt x="180" y="283"/>
                      </a:cubicBezTo>
                      <a:cubicBezTo>
                        <a:pt x="179" y="283"/>
                        <a:pt x="179" y="283"/>
                        <a:pt x="179" y="283"/>
                      </a:cubicBezTo>
                      <a:cubicBezTo>
                        <a:pt x="177" y="282"/>
                        <a:pt x="178" y="284"/>
                        <a:pt x="177" y="285"/>
                      </a:cubicBezTo>
                      <a:cubicBezTo>
                        <a:pt x="176" y="285"/>
                        <a:pt x="176" y="286"/>
                        <a:pt x="177" y="287"/>
                      </a:cubicBezTo>
                      <a:cubicBezTo>
                        <a:pt x="177" y="288"/>
                        <a:pt x="177" y="288"/>
                        <a:pt x="178" y="289"/>
                      </a:cubicBezTo>
                      <a:cubicBezTo>
                        <a:pt x="176" y="289"/>
                        <a:pt x="176" y="289"/>
                        <a:pt x="176" y="291"/>
                      </a:cubicBezTo>
                      <a:cubicBezTo>
                        <a:pt x="176" y="291"/>
                        <a:pt x="176" y="291"/>
                        <a:pt x="176" y="291"/>
                      </a:cubicBezTo>
                      <a:cubicBezTo>
                        <a:pt x="176" y="291"/>
                        <a:pt x="175" y="291"/>
                        <a:pt x="175" y="291"/>
                      </a:cubicBezTo>
                      <a:cubicBezTo>
                        <a:pt x="173" y="291"/>
                        <a:pt x="172" y="293"/>
                        <a:pt x="172" y="294"/>
                      </a:cubicBezTo>
                      <a:cubicBezTo>
                        <a:pt x="171" y="296"/>
                        <a:pt x="172" y="296"/>
                        <a:pt x="173" y="296"/>
                      </a:cubicBezTo>
                      <a:cubicBezTo>
                        <a:pt x="174" y="296"/>
                        <a:pt x="175" y="296"/>
                        <a:pt x="176" y="296"/>
                      </a:cubicBezTo>
                      <a:cubicBezTo>
                        <a:pt x="176" y="296"/>
                        <a:pt x="176" y="297"/>
                        <a:pt x="175" y="297"/>
                      </a:cubicBezTo>
                      <a:cubicBezTo>
                        <a:pt x="173" y="297"/>
                        <a:pt x="173" y="297"/>
                        <a:pt x="174" y="299"/>
                      </a:cubicBezTo>
                      <a:cubicBezTo>
                        <a:pt x="175" y="298"/>
                        <a:pt x="175" y="298"/>
                        <a:pt x="176" y="298"/>
                      </a:cubicBezTo>
                      <a:cubicBezTo>
                        <a:pt x="175" y="299"/>
                        <a:pt x="174" y="300"/>
                        <a:pt x="174" y="301"/>
                      </a:cubicBezTo>
                      <a:cubicBezTo>
                        <a:pt x="173" y="304"/>
                        <a:pt x="172" y="306"/>
                        <a:pt x="171" y="309"/>
                      </a:cubicBezTo>
                      <a:cubicBezTo>
                        <a:pt x="171" y="310"/>
                        <a:pt x="171" y="310"/>
                        <a:pt x="170" y="309"/>
                      </a:cubicBezTo>
                      <a:cubicBezTo>
                        <a:pt x="169" y="309"/>
                        <a:pt x="168" y="310"/>
                        <a:pt x="167" y="308"/>
                      </a:cubicBezTo>
                      <a:cubicBezTo>
                        <a:pt x="167" y="308"/>
                        <a:pt x="165" y="310"/>
                        <a:pt x="165" y="311"/>
                      </a:cubicBezTo>
                      <a:cubicBezTo>
                        <a:pt x="165" y="314"/>
                        <a:pt x="165" y="317"/>
                        <a:pt x="165" y="319"/>
                      </a:cubicBezTo>
                      <a:cubicBezTo>
                        <a:pt x="165" y="321"/>
                        <a:pt x="168" y="323"/>
                        <a:pt x="169" y="323"/>
                      </a:cubicBezTo>
                      <a:close/>
                      <a:moveTo>
                        <a:pt x="221" y="358"/>
                      </a:moveTo>
                      <a:cubicBezTo>
                        <a:pt x="222" y="358"/>
                        <a:pt x="223" y="359"/>
                        <a:pt x="224" y="359"/>
                      </a:cubicBezTo>
                      <a:cubicBezTo>
                        <a:pt x="225" y="359"/>
                        <a:pt x="226" y="358"/>
                        <a:pt x="226" y="356"/>
                      </a:cubicBezTo>
                      <a:cubicBezTo>
                        <a:pt x="225" y="354"/>
                        <a:pt x="224" y="352"/>
                        <a:pt x="223" y="351"/>
                      </a:cubicBezTo>
                      <a:cubicBezTo>
                        <a:pt x="220" y="349"/>
                        <a:pt x="219" y="347"/>
                        <a:pt x="217" y="345"/>
                      </a:cubicBezTo>
                      <a:cubicBezTo>
                        <a:pt x="216" y="344"/>
                        <a:pt x="216" y="343"/>
                        <a:pt x="214" y="344"/>
                      </a:cubicBezTo>
                      <a:cubicBezTo>
                        <a:pt x="213" y="345"/>
                        <a:pt x="213" y="346"/>
                        <a:pt x="214" y="347"/>
                      </a:cubicBezTo>
                      <a:cubicBezTo>
                        <a:pt x="214" y="348"/>
                        <a:pt x="214" y="348"/>
                        <a:pt x="214" y="348"/>
                      </a:cubicBezTo>
                      <a:cubicBezTo>
                        <a:pt x="214" y="348"/>
                        <a:pt x="213" y="348"/>
                        <a:pt x="212" y="348"/>
                      </a:cubicBezTo>
                      <a:cubicBezTo>
                        <a:pt x="213" y="349"/>
                        <a:pt x="213" y="350"/>
                        <a:pt x="213" y="351"/>
                      </a:cubicBezTo>
                      <a:cubicBezTo>
                        <a:pt x="214" y="353"/>
                        <a:pt x="216" y="355"/>
                        <a:pt x="218" y="355"/>
                      </a:cubicBezTo>
                      <a:cubicBezTo>
                        <a:pt x="219" y="355"/>
                        <a:pt x="221" y="355"/>
                        <a:pt x="220" y="357"/>
                      </a:cubicBezTo>
                      <a:cubicBezTo>
                        <a:pt x="220" y="358"/>
                        <a:pt x="220" y="358"/>
                        <a:pt x="221" y="358"/>
                      </a:cubicBezTo>
                      <a:close/>
                      <a:moveTo>
                        <a:pt x="290" y="289"/>
                      </a:moveTo>
                      <a:cubicBezTo>
                        <a:pt x="291" y="288"/>
                        <a:pt x="291" y="287"/>
                        <a:pt x="292" y="288"/>
                      </a:cubicBezTo>
                      <a:cubicBezTo>
                        <a:pt x="292" y="289"/>
                        <a:pt x="293" y="289"/>
                        <a:pt x="294" y="288"/>
                      </a:cubicBezTo>
                      <a:cubicBezTo>
                        <a:pt x="294" y="287"/>
                        <a:pt x="294" y="287"/>
                        <a:pt x="295" y="287"/>
                      </a:cubicBezTo>
                      <a:cubicBezTo>
                        <a:pt x="297" y="286"/>
                        <a:pt x="298" y="286"/>
                        <a:pt x="300" y="285"/>
                      </a:cubicBezTo>
                      <a:cubicBezTo>
                        <a:pt x="301" y="285"/>
                        <a:pt x="302" y="285"/>
                        <a:pt x="301" y="284"/>
                      </a:cubicBezTo>
                      <a:cubicBezTo>
                        <a:pt x="301" y="282"/>
                        <a:pt x="299" y="282"/>
                        <a:pt x="299" y="280"/>
                      </a:cubicBezTo>
                      <a:cubicBezTo>
                        <a:pt x="298" y="278"/>
                        <a:pt x="297" y="277"/>
                        <a:pt x="295" y="278"/>
                      </a:cubicBezTo>
                      <a:cubicBezTo>
                        <a:pt x="292" y="278"/>
                        <a:pt x="290" y="279"/>
                        <a:pt x="290" y="282"/>
                      </a:cubicBezTo>
                      <a:cubicBezTo>
                        <a:pt x="290" y="284"/>
                        <a:pt x="290" y="286"/>
                        <a:pt x="290" y="289"/>
                      </a:cubicBezTo>
                      <a:close/>
                      <a:moveTo>
                        <a:pt x="145" y="377"/>
                      </a:moveTo>
                      <a:cubicBezTo>
                        <a:pt x="146" y="377"/>
                        <a:pt x="146" y="378"/>
                        <a:pt x="148" y="377"/>
                      </a:cubicBezTo>
                      <a:cubicBezTo>
                        <a:pt x="149" y="376"/>
                        <a:pt x="150" y="376"/>
                        <a:pt x="152" y="375"/>
                      </a:cubicBezTo>
                      <a:cubicBezTo>
                        <a:pt x="152" y="375"/>
                        <a:pt x="153" y="374"/>
                        <a:pt x="153" y="373"/>
                      </a:cubicBezTo>
                      <a:cubicBezTo>
                        <a:pt x="154" y="373"/>
                        <a:pt x="154" y="372"/>
                        <a:pt x="154" y="371"/>
                      </a:cubicBezTo>
                      <a:cubicBezTo>
                        <a:pt x="156" y="371"/>
                        <a:pt x="156" y="369"/>
                        <a:pt x="156" y="369"/>
                      </a:cubicBezTo>
                      <a:cubicBezTo>
                        <a:pt x="156" y="367"/>
                        <a:pt x="156" y="366"/>
                        <a:pt x="155" y="366"/>
                      </a:cubicBezTo>
                      <a:cubicBezTo>
                        <a:pt x="153" y="365"/>
                        <a:pt x="152" y="364"/>
                        <a:pt x="150" y="363"/>
                      </a:cubicBezTo>
                      <a:cubicBezTo>
                        <a:pt x="149" y="362"/>
                        <a:pt x="148" y="362"/>
                        <a:pt x="147" y="363"/>
                      </a:cubicBezTo>
                      <a:cubicBezTo>
                        <a:pt x="145" y="365"/>
                        <a:pt x="143" y="367"/>
                        <a:pt x="143" y="369"/>
                      </a:cubicBezTo>
                      <a:cubicBezTo>
                        <a:pt x="143" y="372"/>
                        <a:pt x="142" y="375"/>
                        <a:pt x="145" y="377"/>
                      </a:cubicBezTo>
                      <a:close/>
                      <a:moveTo>
                        <a:pt x="350" y="294"/>
                      </a:moveTo>
                      <a:cubicBezTo>
                        <a:pt x="351" y="295"/>
                        <a:pt x="351" y="295"/>
                        <a:pt x="352" y="295"/>
                      </a:cubicBezTo>
                      <a:cubicBezTo>
                        <a:pt x="353" y="295"/>
                        <a:pt x="355" y="295"/>
                        <a:pt x="355" y="294"/>
                      </a:cubicBezTo>
                      <a:cubicBezTo>
                        <a:pt x="354" y="292"/>
                        <a:pt x="355" y="291"/>
                        <a:pt x="354" y="289"/>
                      </a:cubicBezTo>
                      <a:cubicBezTo>
                        <a:pt x="354" y="288"/>
                        <a:pt x="353" y="287"/>
                        <a:pt x="352" y="287"/>
                      </a:cubicBezTo>
                      <a:cubicBezTo>
                        <a:pt x="351" y="287"/>
                        <a:pt x="351" y="288"/>
                        <a:pt x="351" y="289"/>
                      </a:cubicBezTo>
                      <a:cubicBezTo>
                        <a:pt x="351" y="289"/>
                        <a:pt x="350" y="290"/>
                        <a:pt x="350" y="290"/>
                      </a:cubicBezTo>
                      <a:cubicBezTo>
                        <a:pt x="348" y="292"/>
                        <a:pt x="348" y="293"/>
                        <a:pt x="350" y="294"/>
                      </a:cubicBezTo>
                      <a:close/>
                      <a:moveTo>
                        <a:pt x="175" y="327"/>
                      </a:moveTo>
                      <a:cubicBezTo>
                        <a:pt x="174" y="325"/>
                        <a:pt x="173" y="324"/>
                        <a:pt x="171" y="325"/>
                      </a:cubicBezTo>
                      <a:cubicBezTo>
                        <a:pt x="171" y="326"/>
                        <a:pt x="170" y="326"/>
                        <a:pt x="170" y="327"/>
                      </a:cubicBezTo>
                      <a:cubicBezTo>
                        <a:pt x="170" y="327"/>
                        <a:pt x="171" y="328"/>
                        <a:pt x="172" y="328"/>
                      </a:cubicBezTo>
                      <a:cubicBezTo>
                        <a:pt x="173" y="328"/>
                        <a:pt x="173" y="328"/>
                        <a:pt x="173" y="329"/>
                      </a:cubicBezTo>
                      <a:cubicBezTo>
                        <a:pt x="174" y="331"/>
                        <a:pt x="175" y="332"/>
                        <a:pt x="176" y="333"/>
                      </a:cubicBezTo>
                      <a:cubicBezTo>
                        <a:pt x="177" y="332"/>
                        <a:pt x="175" y="332"/>
                        <a:pt x="176" y="331"/>
                      </a:cubicBezTo>
                      <a:cubicBezTo>
                        <a:pt x="177" y="330"/>
                        <a:pt x="177" y="328"/>
                        <a:pt x="175" y="327"/>
                      </a:cubicBezTo>
                      <a:close/>
                      <a:moveTo>
                        <a:pt x="375" y="213"/>
                      </a:moveTo>
                      <a:cubicBezTo>
                        <a:pt x="374" y="213"/>
                        <a:pt x="374" y="213"/>
                        <a:pt x="374" y="214"/>
                      </a:cubicBezTo>
                      <a:cubicBezTo>
                        <a:pt x="374" y="214"/>
                        <a:pt x="374" y="215"/>
                        <a:pt x="375" y="215"/>
                      </a:cubicBezTo>
                      <a:cubicBezTo>
                        <a:pt x="376" y="214"/>
                        <a:pt x="378" y="215"/>
                        <a:pt x="379" y="215"/>
                      </a:cubicBezTo>
                      <a:cubicBezTo>
                        <a:pt x="380" y="214"/>
                        <a:pt x="380" y="213"/>
                        <a:pt x="378" y="213"/>
                      </a:cubicBezTo>
                      <a:cubicBezTo>
                        <a:pt x="377" y="213"/>
                        <a:pt x="376" y="213"/>
                        <a:pt x="376" y="212"/>
                      </a:cubicBezTo>
                      <a:cubicBezTo>
                        <a:pt x="376" y="213"/>
                        <a:pt x="375" y="213"/>
                        <a:pt x="375" y="213"/>
                      </a:cubicBezTo>
                      <a:close/>
                      <a:moveTo>
                        <a:pt x="330" y="284"/>
                      </a:moveTo>
                      <a:cubicBezTo>
                        <a:pt x="330" y="285"/>
                        <a:pt x="331" y="285"/>
                        <a:pt x="331" y="285"/>
                      </a:cubicBezTo>
                      <a:cubicBezTo>
                        <a:pt x="332" y="286"/>
                        <a:pt x="333" y="286"/>
                        <a:pt x="334" y="286"/>
                      </a:cubicBezTo>
                      <a:cubicBezTo>
                        <a:pt x="334" y="287"/>
                        <a:pt x="335" y="286"/>
                        <a:pt x="335" y="286"/>
                      </a:cubicBezTo>
                      <a:cubicBezTo>
                        <a:pt x="335" y="285"/>
                        <a:pt x="335" y="285"/>
                        <a:pt x="335" y="284"/>
                      </a:cubicBezTo>
                      <a:cubicBezTo>
                        <a:pt x="334" y="284"/>
                        <a:pt x="333" y="283"/>
                        <a:pt x="332" y="284"/>
                      </a:cubicBezTo>
                      <a:cubicBezTo>
                        <a:pt x="331" y="284"/>
                        <a:pt x="330" y="283"/>
                        <a:pt x="330" y="284"/>
                      </a:cubicBezTo>
                      <a:close/>
                      <a:moveTo>
                        <a:pt x="370" y="236"/>
                      </a:moveTo>
                      <a:cubicBezTo>
                        <a:pt x="371" y="236"/>
                        <a:pt x="371" y="237"/>
                        <a:pt x="372" y="237"/>
                      </a:cubicBezTo>
                      <a:cubicBezTo>
                        <a:pt x="373" y="237"/>
                        <a:pt x="373" y="236"/>
                        <a:pt x="373" y="235"/>
                      </a:cubicBezTo>
                      <a:cubicBezTo>
                        <a:pt x="373" y="235"/>
                        <a:pt x="373" y="234"/>
                        <a:pt x="373" y="234"/>
                      </a:cubicBezTo>
                      <a:cubicBezTo>
                        <a:pt x="372" y="233"/>
                        <a:pt x="373" y="232"/>
                        <a:pt x="373" y="231"/>
                      </a:cubicBezTo>
                      <a:cubicBezTo>
                        <a:pt x="374" y="231"/>
                        <a:pt x="374" y="231"/>
                        <a:pt x="374" y="231"/>
                      </a:cubicBezTo>
                      <a:cubicBezTo>
                        <a:pt x="373" y="229"/>
                        <a:pt x="373" y="227"/>
                        <a:pt x="373" y="226"/>
                      </a:cubicBezTo>
                      <a:cubicBezTo>
                        <a:pt x="373" y="225"/>
                        <a:pt x="373" y="225"/>
                        <a:pt x="372" y="225"/>
                      </a:cubicBezTo>
                      <a:cubicBezTo>
                        <a:pt x="370" y="226"/>
                        <a:pt x="369" y="229"/>
                        <a:pt x="369" y="231"/>
                      </a:cubicBezTo>
                      <a:cubicBezTo>
                        <a:pt x="369" y="232"/>
                        <a:pt x="369" y="233"/>
                        <a:pt x="369" y="233"/>
                      </a:cubicBezTo>
                      <a:cubicBezTo>
                        <a:pt x="369" y="234"/>
                        <a:pt x="370" y="235"/>
                        <a:pt x="370" y="236"/>
                      </a:cubicBezTo>
                      <a:close/>
                      <a:moveTo>
                        <a:pt x="370" y="215"/>
                      </a:moveTo>
                      <a:cubicBezTo>
                        <a:pt x="371" y="216"/>
                        <a:pt x="372" y="217"/>
                        <a:pt x="375" y="216"/>
                      </a:cubicBezTo>
                      <a:cubicBezTo>
                        <a:pt x="373" y="215"/>
                        <a:pt x="371" y="215"/>
                        <a:pt x="371" y="213"/>
                      </a:cubicBezTo>
                      <a:cubicBezTo>
                        <a:pt x="371" y="213"/>
                        <a:pt x="371" y="213"/>
                        <a:pt x="371" y="213"/>
                      </a:cubicBezTo>
                      <a:cubicBezTo>
                        <a:pt x="370" y="213"/>
                        <a:pt x="370" y="214"/>
                        <a:pt x="369" y="214"/>
                      </a:cubicBezTo>
                      <a:cubicBezTo>
                        <a:pt x="369" y="215"/>
                        <a:pt x="369" y="215"/>
                        <a:pt x="370" y="215"/>
                      </a:cubicBezTo>
                      <a:close/>
                      <a:moveTo>
                        <a:pt x="271" y="365"/>
                      </a:moveTo>
                      <a:cubicBezTo>
                        <a:pt x="271" y="364"/>
                        <a:pt x="272" y="363"/>
                        <a:pt x="272" y="362"/>
                      </a:cubicBezTo>
                      <a:cubicBezTo>
                        <a:pt x="272" y="362"/>
                        <a:pt x="272" y="361"/>
                        <a:pt x="272" y="361"/>
                      </a:cubicBezTo>
                      <a:cubicBezTo>
                        <a:pt x="271" y="361"/>
                        <a:pt x="271" y="361"/>
                        <a:pt x="271" y="362"/>
                      </a:cubicBezTo>
                      <a:cubicBezTo>
                        <a:pt x="270" y="362"/>
                        <a:pt x="270" y="363"/>
                        <a:pt x="270" y="364"/>
                      </a:cubicBezTo>
                      <a:cubicBezTo>
                        <a:pt x="269" y="364"/>
                        <a:pt x="270" y="365"/>
                        <a:pt x="270" y="365"/>
                      </a:cubicBezTo>
                      <a:cubicBezTo>
                        <a:pt x="270" y="365"/>
                        <a:pt x="271" y="365"/>
                        <a:pt x="271" y="365"/>
                      </a:cubicBezTo>
                      <a:close/>
                      <a:moveTo>
                        <a:pt x="397" y="253"/>
                      </a:moveTo>
                      <a:cubicBezTo>
                        <a:pt x="398" y="253"/>
                        <a:pt x="398" y="253"/>
                        <a:pt x="398" y="253"/>
                      </a:cubicBezTo>
                      <a:cubicBezTo>
                        <a:pt x="398" y="252"/>
                        <a:pt x="399" y="252"/>
                        <a:pt x="400" y="252"/>
                      </a:cubicBezTo>
                      <a:cubicBezTo>
                        <a:pt x="400" y="251"/>
                        <a:pt x="399" y="251"/>
                        <a:pt x="399" y="251"/>
                      </a:cubicBezTo>
                      <a:cubicBezTo>
                        <a:pt x="399" y="250"/>
                        <a:pt x="398" y="250"/>
                        <a:pt x="398" y="250"/>
                      </a:cubicBezTo>
                      <a:cubicBezTo>
                        <a:pt x="397" y="250"/>
                        <a:pt x="397" y="251"/>
                        <a:pt x="397" y="252"/>
                      </a:cubicBezTo>
                      <a:cubicBezTo>
                        <a:pt x="397" y="252"/>
                        <a:pt x="397" y="253"/>
                        <a:pt x="397" y="253"/>
                      </a:cubicBezTo>
                      <a:close/>
                      <a:moveTo>
                        <a:pt x="379" y="339"/>
                      </a:moveTo>
                      <a:cubicBezTo>
                        <a:pt x="379" y="341"/>
                        <a:pt x="379" y="342"/>
                        <a:pt x="379" y="344"/>
                      </a:cubicBezTo>
                      <a:cubicBezTo>
                        <a:pt x="379" y="344"/>
                        <a:pt x="379" y="345"/>
                        <a:pt x="379" y="344"/>
                      </a:cubicBezTo>
                      <a:cubicBezTo>
                        <a:pt x="380" y="344"/>
                        <a:pt x="380" y="340"/>
                        <a:pt x="379" y="339"/>
                      </a:cubicBezTo>
                      <a:cubicBezTo>
                        <a:pt x="379" y="339"/>
                        <a:pt x="379" y="339"/>
                        <a:pt x="379" y="339"/>
                      </a:cubicBezTo>
                      <a:close/>
                      <a:moveTo>
                        <a:pt x="394" y="250"/>
                      </a:moveTo>
                      <a:cubicBezTo>
                        <a:pt x="393" y="250"/>
                        <a:pt x="393" y="251"/>
                        <a:pt x="393" y="252"/>
                      </a:cubicBezTo>
                      <a:cubicBezTo>
                        <a:pt x="393" y="253"/>
                        <a:pt x="393" y="253"/>
                        <a:pt x="394" y="253"/>
                      </a:cubicBezTo>
                      <a:cubicBezTo>
                        <a:pt x="395" y="253"/>
                        <a:pt x="395" y="252"/>
                        <a:pt x="396" y="252"/>
                      </a:cubicBezTo>
                      <a:cubicBezTo>
                        <a:pt x="395" y="251"/>
                        <a:pt x="395" y="251"/>
                        <a:pt x="394" y="250"/>
                      </a:cubicBezTo>
                      <a:close/>
                      <a:moveTo>
                        <a:pt x="354" y="284"/>
                      </a:moveTo>
                      <a:cubicBezTo>
                        <a:pt x="353" y="282"/>
                        <a:pt x="352" y="282"/>
                        <a:pt x="351" y="282"/>
                      </a:cubicBezTo>
                      <a:cubicBezTo>
                        <a:pt x="350" y="282"/>
                        <a:pt x="350" y="283"/>
                        <a:pt x="350" y="284"/>
                      </a:cubicBezTo>
                      <a:cubicBezTo>
                        <a:pt x="351" y="283"/>
                        <a:pt x="352" y="284"/>
                        <a:pt x="354" y="284"/>
                      </a:cubicBezTo>
                      <a:close/>
                      <a:moveTo>
                        <a:pt x="328" y="278"/>
                      </a:moveTo>
                      <a:cubicBezTo>
                        <a:pt x="330" y="279"/>
                        <a:pt x="330" y="278"/>
                        <a:pt x="330" y="277"/>
                      </a:cubicBezTo>
                      <a:cubicBezTo>
                        <a:pt x="329" y="276"/>
                        <a:pt x="328" y="276"/>
                        <a:pt x="328" y="278"/>
                      </a:cubicBezTo>
                      <a:cubicBezTo>
                        <a:pt x="328" y="278"/>
                        <a:pt x="328" y="278"/>
                        <a:pt x="328" y="278"/>
                      </a:cubicBezTo>
                      <a:close/>
                      <a:moveTo>
                        <a:pt x="374" y="262"/>
                      </a:moveTo>
                      <a:cubicBezTo>
                        <a:pt x="374" y="263"/>
                        <a:pt x="375" y="263"/>
                        <a:pt x="376" y="263"/>
                      </a:cubicBezTo>
                      <a:cubicBezTo>
                        <a:pt x="376" y="263"/>
                        <a:pt x="377" y="263"/>
                        <a:pt x="377" y="263"/>
                      </a:cubicBezTo>
                      <a:cubicBezTo>
                        <a:pt x="377" y="262"/>
                        <a:pt x="376" y="261"/>
                        <a:pt x="375" y="261"/>
                      </a:cubicBezTo>
                      <a:cubicBezTo>
                        <a:pt x="375" y="261"/>
                        <a:pt x="375" y="262"/>
                        <a:pt x="374" y="262"/>
                      </a:cubicBezTo>
                      <a:close/>
                      <a:moveTo>
                        <a:pt x="222" y="210"/>
                      </a:moveTo>
                      <a:cubicBezTo>
                        <a:pt x="223" y="210"/>
                        <a:pt x="223" y="210"/>
                        <a:pt x="224" y="210"/>
                      </a:cubicBezTo>
                      <a:cubicBezTo>
                        <a:pt x="224" y="209"/>
                        <a:pt x="225" y="209"/>
                        <a:pt x="225" y="208"/>
                      </a:cubicBezTo>
                      <a:cubicBezTo>
                        <a:pt x="224" y="208"/>
                        <a:pt x="224" y="208"/>
                        <a:pt x="223" y="208"/>
                      </a:cubicBezTo>
                      <a:cubicBezTo>
                        <a:pt x="223" y="208"/>
                        <a:pt x="222" y="209"/>
                        <a:pt x="222" y="209"/>
                      </a:cubicBezTo>
                      <a:cubicBezTo>
                        <a:pt x="222" y="210"/>
                        <a:pt x="222" y="210"/>
                        <a:pt x="222" y="210"/>
                      </a:cubicBezTo>
                      <a:close/>
                      <a:moveTo>
                        <a:pt x="354" y="252"/>
                      </a:moveTo>
                      <a:cubicBezTo>
                        <a:pt x="355" y="252"/>
                        <a:pt x="355" y="252"/>
                        <a:pt x="355" y="251"/>
                      </a:cubicBezTo>
                      <a:cubicBezTo>
                        <a:pt x="355" y="250"/>
                        <a:pt x="355" y="250"/>
                        <a:pt x="354" y="250"/>
                      </a:cubicBezTo>
                      <a:cubicBezTo>
                        <a:pt x="353" y="250"/>
                        <a:pt x="353" y="250"/>
                        <a:pt x="353" y="250"/>
                      </a:cubicBezTo>
                      <a:cubicBezTo>
                        <a:pt x="353" y="251"/>
                        <a:pt x="353" y="252"/>
                        <a:pt x="354" y="252"/>
                      </a:cubicBezTo>
                      <a:close/>
                      <a:moveTo>
                        <a:pt x="379" y="263"/>
                      </a:moveTo>
                      <a:cubicBezTo>
                        <a:pt x="380" y="263"/>
                        <a:pt x="381" y="263"/>
                        <a:pt x="382" y="262"/>
                      </a:cubicBezTo>
                      <a:cubicBezTo>
                        <a:pt x="380" y="262"/>
                        <a:pt x="379" y="261"/>
                        <a:pt x="379" y="262"/>
                      </a:cubicBezTo>
                      <a:cubicBezTo>
                        <a:pt x="378" y="262"/>
                        <a:pt x="378" y="262"/>
                        <a:pt x="379" y="263"/>
                      </a:cubicBezTo>
                      <a:close/>
                      <a:moveTo>
                        <a:pt x="396" y="245"/>
                      </a:moveTo>
                      <a:cubicBezTo>
                        <a:pt x="395" y="245"/>
                        <a:pt x="394" y="245"/>
                        <a:pt x="393" y="246"/>
                      </a:cubicBezTo>
                      <a:cubicBezTo>
                        <a:pt x="394" y="246"/>
                        <a:pt x="394" y="246"/>
                        <a:pt x="394" y="246"/>
                      </a:cubicBezTo>
                      <a:cubicBezTo>
                        <a:pt x="396" y="247"/>
                        <a:pt x="396" y="246"/>
                        <a:pt x="396" y="245"/>
                      </a:cubicBezTo>
                      <a:close/>
                      <a:moveTo>
                        <a:pt x="380" y="339"/>
                      </a:moveTo>
                      <a:cubicBezTo>
                        <a:pt x="380" y="339"/>
                        <a:pt x="381" y="339"/>
                        <a:pt x="381" y="339"/>
                      </a:cubicBezTo>
                      <a:cubicBezTo>
                        <a:pt x="381" y="337"/>
                        <a:pt x="380" y="337"/>
                        <a:pt x="380" y="337"/>
                      </a:cubicBezTo>
                      <a:cubicBezTo>
                        <a:pt x="380" y="337"/>
                        <a:pt x="379" y="339"/>
                        <a:pt x="380" y="339"/>
                      </a:cubicBezTo>
                      <a:close/>
                      <a:moveTo>
                        <a:pt x="300" y="286"/>
                      </a:moveTo>
                      <a:cubicBezTo>
                        <a:pt x="301" y="287"/>
                        <a:pt x="302" y="288"/>
                        <a:pt x="302" y="289"/>
                      </a:cubicBezTo>
                      <a:cubicBezTo>
                        <a:pt x="302" y="286"/>
                        <a:pt x="302" y="286"/>
                        <a:pt x="300" y="286"/>
                      </a:cubicBezTo>
                      <a:close/>
                      <a:moveTo>
                        <a:pt x="400" y="264"/>
                      </a:moveTo>
                      <a:cubicBezTo>
                        <a:pt x="400" y="264"/>
                        <a:pt x="401" y="264"/>
                        <a:pt x="401" y="264"/>
                      </a:cubicBezTo>
                      <a:cubicBezTo>
                        <a:pt x="402" y="263"/>
                        <a:pt x="401" y="263"/>
                        <a:pt x="401" y="262"/>
                      </a:cubicBezTo>
                      <a:cubicBezTo>
                        <a:pt x="400" y="262"/>
                        <a:pt x="400" y="263"/>
                        <a:pt x="400" y="264"/>
                      </a:cubicBezTo>
                      <a:close/>
                      <a:moveTo>
                        <a:pt x="217" y="369"/>
                      </a:moveTo>
                      <a:cubicBezTo>
                        <a:pt x="218" y="367"/>
                        <a:pt x="217" y="367"/>
                        <a:pt x="216" y="367"/>
                      </a:cubicBezTo>
                      <a:cubicBezTo>
                        <a:pt x="217" y="367"/>
                        <a:pt x="217" y="368"/>
                        <a:pt x="217" y="369"/>
                      </a:cubicBezTo>
                      <a:close/>
                      <a:moveTo>
                        <a:pt x="390" y="252"/>
                      </a:moveTo>
                      <a:cubicBezTo>
                        <a:pt x="389" y="252"/>
                        <a:pt x="389" y="253"/>
                        <a:pt x="389" y="254"/>
                      </a:cubicBezTo>
                      <a:cubicBezTo>
                        <a:pt x="390" y="253"/>
                        <a:pt x="390" y="253"/>
                        <a:pt x="390" y="252"/>
                      </a:cubicBezTo>
                      <a:close/>
                      <a:moveTo>
                        <a:pt x="404" y="266"/>
                      </a:moveTo>
                      <a:cubicBezTo>
                        <a:pt x="404" y="266"/>
                        <a:pt x="404" y="266"/>
                        <a:pt x="404" y="266"/>
                      </a:cubicBezTo>
                      <a:cubicBezTo>
                        <a:pt x="403" y="266"/>
                        <a:pt x="403" y="266"/>
                        <a:pt x="403" y="266"/>
                      </a:cubicBezTo>
                      <a:cubicBezTo>
                        <a:pt x="403" y="267"/>
                        <a:pt x="403" y="267"/>
                        <a:pt x="403" y="267"/>
                      </a:cubicBezTo>
                      <a:cubicBezTo>
                        <a:pt x="404" y="267"/>
                        <a:pt x="404" y="267"/>
                        <a:pt x="404" y="266"/>
                      </a:cubicBezTo>
                      <a:close/>
                      <a:moveTo>
                        <a:pt x="393" y="254"/>
                      </a:moveTo>
                      <a:cubicBezTo>
                        <a:pt x="394" y="255"/>
                        <a:pt x="394" y="255"/>
                        <a:pt x="395" y="255"/>
                      </a:cubicBezTo>
                      <a:cubicBezTo>
                        <a:pt x="395" y="254"/>
                        <a:pt x="394" y="254"/>
                        <a:pt x="393" y="254"/>
                      </a:cubicBezTo>
                      <a:close/>
                      <a:moveTo>
                        <a:pt x="161" y="383"/>
                      </a:moveTo>
                      <a:cubicBezTo>
                        <a:pt x="162" y="382"/>
                        <a:pt x="163" y="382"/>
                        <a:pt x="164" y="382"/>
                      </a:cubicBezTo>
                      <a:cubicBezTo>
                        <a:pt x="163" y="382"/>
                        <a:pt x="162" y="381"/>
                        <a:pt x="161" y="383"/>
                      </a:cubicBezTo>
                      <a:close/>
                      <a:moveTo>
                        <a:pt x="387" y="265"/>
                      </a:moveTo>
                      <a:cubicBezTo>
                        <a:pt x="386" y="264"/>
                        <a:pt x="386" y="264"/>
                        <a:pt x="385" y="265"/>
                      </a:cubicBezTo>
                      <a:cubicBezTo>
                        <a:pt x="386" y="265"/>
                        <a:pt x="386" y="265"/>
                        <a:pt x="387" y="265"/>
                      </a:cubicBezTo>
                      <a:close/>
                      <a:moveTo>
                        <a:pt x="202" y="342"/>
                      </a:moveTo>
                      <a:cubicBezTo>
                        <a:pt x="202" y="342"/>
                        <a:pt x="202" y="342"/>
                        <a:pt x="202" y="342"/>
                      </a:cubicBezTo>
                      <a:cubicBezTo>
                        <a:pt x="203" y="342"/>
                        <a:pt x="202" y="342"/>
                        <a:pt x="202" y="341"/>
                      </a:cubicBezTo>
                      <a:cubicBezTo>
                        <a:pt x="202" y="341"/>
                        <a:pt x="201" y="342"/>
                        <a:pt x="202" y="342"/>
                      </a:cubicBezTo>
                      <a:close/>
                      <a:moveTo>
                        <a:pt x="269" y="361"/>
                      </a:moveTo>
                      <a:cubicBezTo>
                        <a:pt x="269" y="362"/>
                        <a:pt x="269" y="362"/>
                        <a:pt x="269" y="363"/>
                      </a:cubicBezTo>
                      <a:cubicBezTo>
                        <a:pt x="269" y="362"/>
                        <a:pt x="270" y="362"/>
                        <a:pt x="269" y="361"/>
                      </a:cubicBezTo>
                      <a:close/>
                      <a:moveTo>
                        <a:pt x="398" y="245"/>
                      </a:moveTo>
                      <a:cubicBezTo>
                        <a:pt x="398" y="244"/>
                        <a:pt x="398" y="244"/>
                        <a:pt x="397" y="243"/>
                      </a:cubicBezTo>
                      <a:cubicBezTo>
                        <a:pt x="397" y="244"/>
                        <a:pt x="397" y="244"/>
                        <a:pt x="398" y="245"/>
                      </a:cubicBezTo>
                      <a:close/>
                      <a:moveTo>
                        <a:pt x="395" y="261"/>
                      </a:moveTo>
                      <a:cubicBezTo>
                        <a:pt x="395" y="261"/>
                        <a:pt x="395" y="261"/>
                        <a:pt x="396" y="261"/>
                      </a:cubicBezTo>
                      <a:cubicBezTo>
                        <a:pt x="396" y="261"/>
                        <a:pt x="396" y="261"/>
                        <a:pt x="396" y="261"/>
                      </a:cubicBezTo>
                      <a:cubicBezTo>
                        <a:pt x="396" y="261"/>
                        <a:pt x="396" y="261"/>
                        <a:pt x="396" y="261"/>
                      </a:cubicBezTo>
                      <a:cubicBezTo>
                        <a:pt x="396" y="261"/>
                        <a:pt x="395" y="261"/>
                        <a:pt x="395" y="261"/>
                      </a:cubicBezTo>
                      <a:close/>
                      <a:moveTo>
                        <a:pt x="332" y="277"/>
                      </a:moveTo>
                      <a:cubicBezTo>
                        <a:pt x="332" y="277"/>
                        <a:pt x="332" y="277"/>
                        <a:pt x="332" y="277"/>
                      </a:cubicBezTo>
                      <a:cubicBezTo>
                        <a:pt x="332" y="277"/>
                        <a:pt x="332" y="277"/>
                        <a:pt x="332" y="277"/>
                      </a:cubicBezTo>
                      <a:cubicBezTo>
                        <a:pt x="332" y="276"/>
                        <a:pt x="331" y="277"/>
                        <a:pt x="331" y="277"/>
                      </a:cubicBezTo>
                      <a:cubicBezTo>
                        <a:pt x="332" y="277"/>
                        <a:pt x="332" y="277"/>
                        <a:pt x="332" y="277"/>
                      </a:cubicBezTo>
                      <a:close/>
                      <a:moveTo>
                        <a:pt x="400" y="266"/>
                      </a:moveTo>
                      <a:cubicBezTo>
                        <a:pt x="401" y="266"/>
                        <a:pt x="401" y="267"/>
                        <a:pt x="401" y="267"/>
                      </a:cubicBezTo>
                      <a:cubicBezTo>
                        <a:pt x="401" y="267"/>
                        <a:pt x="401" y="267"/>
                        <a:pt x="401" y="267"/>
                      </a:cubicBezTo>
                      <a:cubicBezTo>
                        <a:pt x="401" y="266"/>
                        <a:pt x="401" y="266"/>
                        <a:pt x="401" y="266"/>
                      </a:cubicBezTo>
                      <a:cubicBezTo>
                        <a:pt x="401" y="266"/>
                        <a:pt x="400" y="266"/>
                        <a:pt x="400" y="266"/>
                      </a:cubicBezTo>
                      <a:close/>
                      <a:moveTo>
                        <a:pt x="184" y="385"/>
                      </a:moveTo>
                      <a:cubicBezTo>
                        <a:pt x="184" y="385"/>
                        <a:pt x="183" y="385"/>
                        <a:pt x="183" y="385"/>
                      </a:cubicBezTo>
                      <a:cubicBezTo>
                        <a:pt x="183" y="386"/>
                        <a:pt x="184" y="386"/>
                        <a:pt x="184" y="386"/>
                      </a:cubicBezTo>
                      <a:cubicBezTo>
                        <a:pt x="184" y="385"/>
                        <a:pt x="184" y="385"/>
                        <a:pt x="184" y="385"/>
                      </a:cubicBezTo>
                      <a:close/>
                      <a:moveTo>
                        <a:pt x="267" y="333"/>
                      </a:moveTo>
                      <a:cubicBezTo>
                        <a:pt x="267" y="334"/>
                        <a:pt x="267" y="334"/>
                        <a:pt x="267" y="334"/>
                      </a:cubicBezTo>
                      <a:cubicBezTo>
                        <a:pt x="267" y="334"/>
                        <a:pt x="268" y="334"/>
                        <a:pt x="268" y="334"/>
                      </a:cubicBezTo>
                      <a:cubicBezTo>
                        <a:pt x="268" y="333"/>
                        <a:pt x="268" y="333"/>
                        <a:pt x="267" y="333"/>
                      </a:cubicBezTo>
                      <a:cubicBezTo>
                        <a:pt x="267" y="333"/>
                        <a:pt x="267" y="333"/>
                        <a:pt x="267" y="333"/>
                      </a:cubicBezTo>
                      <a:close/>
                      <a:moveTo>
                        <a:pt x="573" y="256"/>
                      </a:moveTo>
                      <a:cubicBezTo>
                        <a:pt x="573" y="256"/>
                        <a:pt x="572" y="256"/>
                        <a:pt x="572" y="256"/>
                      </a:cubicBezTo>
                      <a:cubicBezTo>
                        <a:pt x="572" y="256"/>
                        <a:pt x="572" y="256"/>
                        <a:pt x="571" y="256"/>
                      </a:cubicBezTo>
                      <a:cubicBezTo>
                        <a:pt x="571" y="256"/>
                        <a:pt x="571" y="256"/>
                        <a:pt x="571" y="257"/>
                      </a:cubicBezTo>
                      <a:cubicBezTo>
                        <a:pt x="571" y="257"/>
                        <a:pt x="571" y="258"/>
                        <a:pt x="571" y="258"/>
                      </a:cubicBezTo>
                      <a:cubicBezTo>
                        <a:pt x="573" y="259"/>
                        <a:pt x="574" y="260"/>
                        <a:pt x="575" y="261"/>
                      </a:cubicBezTo>
                      <a:cubicBezTo>
                        <a:pt x="576" y="262"/>
                        <a:pt x="578" y="262"/>
                        <a:pt x="579" y="263"/>
                      </a:cubicBezTo>
                      <a:cubicBezTo>
                        <a:pt x="579" y="263"/>
                        <a:pt x="580" y="263"/>
                        <a:pt x="580" y="263"/>
                      </a:cubicBezTo>
                      <a:cubicBezTo>
                        <a:pt x="580" y="262"/>
                        <a:pt x="580" y="262"/>
                        <a:pt x="580" y="262"/>
                      </a:cubicBezTo>
                      <a:cubicBezTo>
                        <a:pt x="581" y="260"/>
                        <a:pt x="583" y="259"/>
                        <a:pt x="583" y="257"/>
                      </a:cubicBezTo>
                      <a:cubicBezTo>
                        <a:pt x="584" y="256"/>
                        <a:pt x="584" y="254"/>
                        <a:pt x="582" y="253"/>
                      </a:cubicBezTo>
                      <a:cubicBezTo>
                        <a:pt x="582" y="252"/>
                        <a:pt x="581" y="252"/>
                        <a:pt x="581" y="252"/>
                      </a:cubicBezTo>
                      <a:cubicBezTo>
                        <a:pt x="579" y="252"/>
                        <a:pt x="578" y="252"/>
                        <a:pt x="576" y="251"/>
                      </a:cubicBezTo>
                      <a:cubicBezTo>
                        <a:pt x="576" y="251"/>
                        <a:pt x="575" y="251"/>
                        <a:pt x="575" y="252"/>
                      </a:cubicBezTo>
                      <a:cubicBezTo>
                        <a:pt x="575" y="252"/>
                        <a:pt x="574" y="252"/>
                        <a:pt x="574" y="253"/>
                      </a:cubicBezTo>
                      <a:cubicBezTo>
                        <a:pt x="574" y="253"/>
                        <a:pt x="574" y="254"/>
                        <a:pt x="574" y="255"/>
                      </a:cubicBezTo>
                      <a:cubicBezTo>
                        <a:pt x="574" y="255"/>
                        <a:pt x="574" y="256"/>
                        <a:pt x="574" y="256"/>
                      </a:cubicBezTo>
                      <a:cubicBezTo>
                        <a:pt x="574" y="256"/>
                        <a:pt x="573" y="256"/>
                        <a:pt x="573" y="256"/>
                      </a:cubicBezTo>
                      <a:close/>
                      <a:moveTo>
                        <a:pt x="692" y="304"/>
                      </a:moveTo>
                      <a:cubicBezTo>
                        <a:pt x="692" y="304"/>
                        <a:pt x="692" y="304"/>
                        <a:pt x="692" y="304"/>
                      </a:cubicBezTo>
                      <a:cubicBezTo>
                        <a:pt x="693" y="304"/>
                        <a:pt x="693" y="304"/>
                        <a:pt x="692" y="303"/>
                      </a:cubicBezTo>
                      <a:cubicBezTo>
                        <a:pt x="692" y="303"/>
                        <a:pt x="691" y="302"/>
                        <a:pt x="691" y="303"/>
                      </a:cubicBezTo>
                      <a:cubicBezTo>
                        <a:pt x="691" y="303"/>
                        <a:pt x="691" y="303"/>
                        <a:pt x="691" y="303"/>
                      </a:cubicBezTo>
                      <a:cubicBezTo>
                        <a:pt x="691" y="303"/>
                        <a:pt x="691" y="303"/>
                        <a:pt x="691" y="303"/>
                      </a:cubicBezTo>
                      <a:cubicBezTo>
                        <a:pt x="691" y="303"/>
                        <a:pt x="691" y="303"/>
                        <a:pt x="691" y="303"/>
                      </a:cubicBezTo>
                      <a:cubicBezTo>
                        <a:pt x="690" y="304"/>
                        <a:pt x="689" y="303"/>
                        <a:pt x="688" y="303"/>
                      </a:cubicBezTo>
                      <a:cubicBezTo>
                        <a:pt x="687" y="303"/>
                        <a:pt x="685" y="302"/>
                        <a:pt x="684" y="303"/>
                      </a:cubicBezTo>
                      <a:cubicBezTo>
                        <a:pt x="684" y="303"/>
                        <a:pt x="684" y="303"/>
                        <a:pt x="684" y="304"/>
                      </a:cubicBezTo>
                      <a:cubicBezTo>
                        <a:pt x="683" y="304"/>
                        <a:pt x="683" y="304"/>
                        <a:pt x="683" y="304"/>
                      </a:cubicBezTo>
                      <a:cubicBezTo>
                        <a:pt x="683" y="304"/>
                        <a:pt x="683" y="304"/>
                        <a:pt x="683" y="304"/>
                      </a:cubicBezTo>
                      <a:cubicBezTo>
                        <a:pt x="683" y="305"/>
                        <a:pt x="683" y="305"/>
                        <a:pt x="684" y="305"/>
                      </a:cubicBezTo>
                      <a:cubicBezTo>
                        <a:pt x="684" y="306"/>
                        <a:pt x="684" y="305"/>
                        <a:pt x="685" y="305"/>
                      </a:cubicBezTo>
                      <a:cubicBezTo>
                        <a:pt x="685" y="305"/>
                        <a:pt x="685" y="305"/>
                        <a:pt x="685" y="305"/>
                      </a:cubicBezTo>
                      <a:cubicBezTo>
                        <a:pt x="685" y="305"/>
                        <a:pt x="685" y="305"/>
                        <a:pt x="685" y="305"/>
                      </a:cubicBezTo>
                      <a:cubicBezTo>
                        <a:pt x="686" y="304"/>
                        <a:pt x="686" y="304"/>
                        <a:pt x="688" y="305"/>
                      </a:cubicBezTo>
                      <a:cubicBezTo>
                        <a:pt x="688" y="305"/>
                        <a:pt x="688" y="305"/>
                        <a:pt x="687" y="305"/>
                      </a:cubicBezTo>
                      <a:cubicBezTo>
                        <a:pt x="687" y="305"/>
                        <a:pt x="686" y="305"/>
                        <a:pt x="686" y="305"/>
                      </a:cubicBezTo>
                      <a:cubicBezTo>
                        <a:pt x="686" y="305"/>
                        <a:pt x="686" y="305"/>
                        <a:pt x="686" y="305"/>
                      </a:cubicBezTo>
                      <a:cubicBezTo>
                        <a:pt x="686" y="305"/>
                        <a:pt x="686" y="305"/>
                        <a:pt x="686" y="305"/>
                      </a:cubicBezTo>
                      <a:cubicBezTo>
                        <a:pt x="686" y="305"/>
                        <a:pt x="687" y="306"/>
                        <a:pt x="687" y="306"/>
                      </a:cubicBezTo>
                      <a:cubicBezTo>
                        <a:pt x="688" y="307"/>
                        <a:pt x="690" y="307"/>
                        <a:pt x="691" y="307"/>
                      </a:cubicBezTo>
                      <a:cubicBezTo>
                        <a:pt x="691" y="307"/>
                        <a:pt x="692" y="307"/>
                        <a:pt x="692" y="307"/>
                      </a:cubicBezTo>
                      <a:cubicBezTo>
                        <a:pt x="692" y="307"/>
                        <a:pt x="692" y="307"/>
                        <a:pt x="692" y="307"/>
                      </a:cubicBezTo>
                      <a:cubicBezTo>
                        <a:pt x="693" y="306"/>
                        <a:pt x="693" y="306"/>
                        <a:pt x="692" y="305"/>
                      </a:cubicBezTo>
                      <a:cubicBezTo>
                        <a:pt x="692" y="305"/>
                        <a:pt x="691" y="305"/>
                        <a:pt x="692" y="305"/>
                      </a:cubicBezTo>
                      <a:cubicBezTo>
                        <a:pt x="692" y="305"/>
                        <a:pt x="692" y="304"/>
                        <a:pt x="692" y="304"/>
                      </a:cubicBezTo>
                      <a:close/>
                      <a:moveTo>
                        <a:pt x="466" y="208"/>
                      </a:moveTo>
                      <a:cubicBezTo>
                        <a:pt x="467" y="208"/>
                        <a:pt x="468" y="208"/>
                        <a:pt x="469" y="209"/>
                      </a:cubicBezTo>
                      <a:cubicBezTo>
                        <a:pt x="470" y="208"/>
                        <a:pt x="468" y="206"/>
                        <a:pt x="469" y="205"/>
                      </a:cubicBezTo>
                      <a:cubicBezTo>
                        <a:pt x="470" y="206"/>
                        <a:pt x="470" y="207"/>
                        <a:pt x="470" y="209"/>
                      </a:cubicBezTo>
                      <a:cubicBezTo>
                        <a:pt x="470" y="208"/>
                        <a:pt x="470" y="207"/>
                        <a:pt x="471" y="206"/>
                      </a:cubicBezTo>
                      <a:cubicBezTo>
                        <a:pt x="471" y="207"/>
                        <a:pt x="471" y="208"/>
                        <a:pt x="472" y="207"/>
                      </a:cubicBezTo>
                      <a:cubicBezTo>
                        <a:pt x="472" y="206"/>
                        <a:pt x="472" y="206"/>
                        <a:pt x="473" y="206"/>
                      </a:cubicBezTo>
                      <a:cubicBezTo>
                        <a:pt x="473" y="206"/>
                        <a:pt x="473" y="206"/>
                        <a:pt x="473" y="206"/>
                      </a:cubicBezTo>
                      <a:cubicBezTo>
                        <a:pt x="472" y="205"/>
                        <a:pt x="472" y="205"/>
                        <a:pt x="473" y="204"/>
                      </a:cubicBezTo>
                      <a:cubicBezTo>
                        <a:pt x="473" y="204"/>
                        <a:pt x="473" y="204"/>
                        <a:pt x="473" y="204"/>
                      </a:cubicBezTo>
                      <a:cubicBezTo>
                        <a:pt x="473" y="203"/>
                        <a:pt x="473" y="203"/>
                        <a:pt x="473" y="204"/>
                      </a:cubicBezTo>
                      <a:cubicBezTo>
                        <a:pt x="472" y="204"/>
                        <a:pt x="471" y="205"/>
                        <a:pt x="471" y="205"/>
                      </a:cubicBezTo>
                      <a:cubicBezTo>
                        <a:pt x="470" y="205"/>
                        <a:pt x="470" y="205"/>
                        <a:pt x="470" y="205"/>
                      </a:cubicBezTo>
                      <a:cubicBezTo>
                        <a:pt x="469" y="204"/>
                        <a:pt x="468" y="203"/>
                        <a:pt x="468" y="205"/>
                      </a:cubicBezTo>
                      <a:cubicBezTo>
                        <a:pt x="468" y="205"/>
                        <a:pt x="467" y="206"/>
                        <a:pt x="467" y="206"/>
                      </a:cubicBezTo>
                      <a:cubicBezTo>
                        <a:pt x="467" y="205"/>
                        <a:pt x="466" y="205"/>
                        <a:pt x="465" y="204"/>
                      </a:cubicBezTo>
                      <a:cubicBezTo>
                        <a:pt x="464" y="204"/>
                        <a:pt x="464" y="204"/>
                        <a:pt x="464" y="205"/>
                      </a:cubicBezTo>
                      <a:cubicBezTo>
                        <a:pt x="464" y="205"/>
                        <a:pt x="464" y="206"/>
                        <a:pt x="463" y="206"/>
                      </a:cubicBezTo>
                      <a:cubicBezTo>
                        <a:pt x="463" y="205"/>
                        <a:pt x="463" y="204"/>
                        <a:pt x="462" y="204"/>
                      </a:cubicBezTo>
                      <a:cubicBezTo>
                        <a:pt x="461" y="205"/>
                        <a:pt x="461" y="205"/>
                        <a:pt x="462" y="206"/>
                      </a:cubicBezTo>
                      <a:cubicBezTo>
                        <a:pt x="463" y="207"/>
                        <a:pt x="464" y="208"/>
                        <a:pt x="466" y="208"/>
                      </a:cubicBezTo>
                      <a:close/>
                      <a:moveTo>
                        <a:pt x="464" y="184"/>
                      </a:moveTo>
                      <a:cubicBezTo>
                        <a:pt x="464" y="184"/>
                        <a:pt x="465" y="183"/>
                        <a:pt x="465" y="183"/>
                      </a:cubicBezTo>
                      <a:cubicBezTo>
                        <a:pt x="465" y="183"/>
                        <a:pt x="465" y="183"/>
                        <a:pt x="465" y="183"/>
                      </a:cubicBezTo>
                      <a:cubicBezTo>
                        <a:pt x="466" y="184"/>
                        <a:pt x="465" y="184"/>
                        <a:pt x="465" y="185"/>
                      </a:cubicBezTo>
                      <a:cubicBezTo>
                        <a:pt x="467" y="184"/>
                        <a:pt x="469" y="182"/>
                        <a:pt x="470" y="181"/>
                      </a:cubicBezTo>
                      <a:cubicBezTo>
                        <a:pt x="470" y="180"/>
                        <a:pt x="470" y="179"/>
                        <a:pt x="469" y="179"/>
                      </a:cubicBezTo>
                      <a:cubicBezTo>
                        <a:pt x="468" y="178"/>
                        <a:pt x="468" y="179"/>
                        <a:pt x="468" y="179"/>
                      </a:cubicBezTo>
                      <a:cubicBezTo>
                        <a:pt x="467" y="180"/>
                        <a:pt x="466" y="181"/>
                        <a:pt x="465" y="181"/>
                      </a:cubicBezTo>
                      <a:cubicBezTo>
                        <a:pt x="464" y="181"/>
                        <a:pt x="463" y="182"/>
                        <a:pt x="463" y="182"/>
                      </a:cubicBezTo>
                      <a:cubicBezTo>
                        <a:pt x="463" y="183"/>
                        <a:pt x="462" y="183"/>
                        <a:pt x="462" y="184"/>
                      </a:cubicBezTo>
                      <a:cubicBezTo>
                        <a:pt x="463" y="184"/>
                        <a:pt x="463" y="184"/>
                        <a:pt x="464" y="184"/>
                      </a:cubicBezTo>
                      <a:close/>
                      <a:moveTo>
                        <a:pt x="418" y="184"/>
                      </a:moveTo>
                      <a:cubicBezTo>
                        <a:pt x="418" y="184"/>
                        <a:pt x="418" y="183"/>
                        <a:pt x="419" y="183"/>
                      </a:cubicBezTo>
                      <a:cubicBezTo>
                        <a:pt x="419" y="181"/>
                        <a:pt x="420" y="180"/>
                        <a:pt x="422" y="180"/>
                      </a:cubicBezTo>
                      <a:cubicBezTo>
                        <a:pt x="422" y="180"/>
                        <a:pt x="423" y="179"/>
                        <a:pt x="423" y="179"/>
                      </a:cubicBezTo>
                      <a:cubicBezTo>
                        <a:pt x="423" y="179"/>
                        <a:pt x="423" y="179"/>
                        <a:pt x="423" y="178"/>
                      </a:cubicBezTo>
                      <a:cubicBezTo>
                        <a:pt x="424" y="178"/>
                        <a:pt x="425" y="178"/>
                        <a:pt x="424" y="177"/>
                      </a:cubicBezTo>
                      <a:cubicBezTo>
                        <a:pt x="424" y="176"/>
                        <a:pt x="424" y="175"/>
                        <a:pt x="422" y="175"/>
                      </a:cubicBezTo>
                      <a:cubicBezTo>
                        <a:pt x="421" y="175"/>
                        <a:pt x="421" y="175"/>
                        <a:pt x="420" y="176"/>
                      </a:cubicBezTo>
                      <a:cubicBezTo>
                        <a:pt x="420" y="177"/>
                        <a:pt x="419" y="178"/>
                        <a:pt x="418" y="179"/>
                      </a:cubicBezTo>
                      <a:cubicBezTo>
                        <a:pt x="417" y="180"/>
                        <a:pt x="417" y="181"/>
                        <a:pt x="417" y="183"/>
                      </a:cubicBezTo>
                      <a:cubicBezTo>
                        <a:pt x="417" y="183"/>
                        <a:pt x="417" y="184"/>
                        <a:pt x="418" y="184"/>
                      </a:cubicBezTo>
                      <a:close/>
                      <a:moveTo>
                        <a:pt x="686" y="294"/>
                      </a:moveTo>
                      <a:cubicBezTo>
                        <a:pt x="686" y="294"/>
                        <a:pt x="685" y="294"/>
                        <a:pt x="685" y="294"/>
                      </a:cubicBezTo>
                      <a:cubicBezTo>
                        <a:pt x="685" y="295"/>
                        <a:pt x="687" y="295"/>
                        <a:pt x="687" y="295"/>
                      </a:cubicBezTo>
                      <a:cubicBezTo>
                        <a:pt x="688" y="295"/>
                        <a:pt x="689" y="297"/>
                        <a:pt x="690" y="296"/>
                      </a:cubicBezTo>
                      <a:cubicBezTo>
                        <a:pt x="690" y="296"/>
                        <a:pt x="690" y="296"/>
                        <a:pt x="690" y="296"/>
                      </a:cubicBezTo>
                      <a:cubicBezTo>
                        <a:pt x="690" y="296"/>
                        <a:pt x="690" y="296"/>
                        <a:pt x="690" y="296"/>
                      </a:cubicBezTo>
                      <a:cubicBezTo>
                        <a:pt x="690" y="295"/>
                        <a:pt x="689" y="295"/>
                        <a:pt x="688" y="294"/>
                      </a:cubicBezTo>
                      <a:cubicBezTo>
                        <a:pt x="687" y="294"/>
                        <a:pt x="686" y="293"/>
                        <a:pt x="686" y="294"/>
                      </a:cubicBezTo>
                      <a:close/>
                      <a:moveTo>
                        <a:pt x="654" y="272"/>
                      </a:moveTo>
                      <a:cubicBezTo>
                        <a:pt x="655" y="272"/>
                        <a:pt x="655" y="273"/>
                        <a:pt x="656" y="273"/>
                      </a:cubicBezTo>
                      <a:cubicBezTo>
                        <a:pt x="656" y="273"/>
                        <a:pt x="656" y="273"/>
                        <a:pt x="656" y="273"/>
                      </a:cubicBezTo>
                      <a:cubicBezTo>
                        <a:pt x="656" y="273"/>
                        <a:pt x="656" y="273"/>
                        <a:pt x="656" y="273"/>
                      </a:cubicBezTo>
                      <a:cubicBezTo>
                        <a:pt x="656" y="272"/>
                        <a:pt x="656" y="271"/>
                        <a:pt x="656" y="270"/>
                      </a:cubicBezTo>
                      <a:cubicBezTo>
                        <a:pt x="656" y="270"/>
                        <a:pt x="656" y="269"/>
                        <a:pt x="655" y="270"/>
                      </a:cubicBezTo>
                      <a:cubicBezTo>
                        <a:pt x="655" y="270"/>
                        <a:pt x="655" y="270"/>
                        <a:pt x="654" y="270"/>
                      </a:cubicBezTo>
                      <a:cubicBezTo>
                        <a:pt x="654" y="270"/>
                        <a:pt x="654" y="271"/>
                        <a:pt x="654" y="271"/>
                      </a:cubicBezTo>
                      <a:cubicBezTo>
                        <a:pt x="654" y="271"/>
                        <a:pt x="654" y="272"/>
                        <a:pt x="654" y="272"/>
                      </a:cubicBezTo>
                      <a:close/>
                      <a:moveTo>
                        <a:pt x="376" y="169"/>
                      </a:moveTo>
                      <a:cubicBezTo>
                        <a:pt x="376" y="169"/>
                        <a:pt x="376" y="169"/>
                        <a:pt x="376" y="169"/>
                      </a:cubicBezTo>
                      <a:cubicBezTo>
                        <a:pt x="375" y="168"/>
                        <a:pt x="375" y="168"/>
                        <a:pt x="374" y="168"/>
                      </a:cubicBezTo>
                      <a:cubicBezTo>
                        <a:pt x="374" y="167"/>
                        <a:pt x="373" y="167"/>
                        <a:pt x="373" y="167"/>
                      </a:cubicBezTo>
                      <a:cubicBezTo>
                        <a:pt x="372" y="168"/>
                        <a:pt x="373" y="168"/>
                        <a:pt x="373" y="169"/>
                      </a:cubicBezTo>
                      <a:cubicBezTo>
                        <a:pt x="374" y="170"/>
                        <a:pt x="375" y="169"/>
                        <a:pt x="376" y="169"/>
                      </a:cubicBezTo>
                      <a:close/>
                      <a:moveTo>
                        <a:pt x="430" y="176"/>
                      </a:moveTo>
                      <a:cubicBezTo>
                        <a:pt x="431" y="176"/>
                        <a:pt x="431" y="175"/>
                        <a:pt x="431" y="174"/>
                      </a:cubicBezTo>
                      <a:cubicBezTo>
                        <a:pt x="431" y="174"/>
                        <a:pt x="431" y="173"/>
                        <a:pt x="431" y="173"/>
                      </a:cubicBezTo>
                      <a:cubicBezTo>
                        <a:pt x="430" y="173"/>
                        <a:pt x="429" y="174"/>
                        <a:pt x="429" y="175"/>
                      </a:cubicBezTo>
                      <a:cubicBezTo>
                        <a:pt x="429" y="176"/>
                        <a:pt x="430" y="176"/>
                        <a:pt x="430" y="176"/>
                      </a:cubicBezTo>
                      <a:close/>
                      <a:moveTo>
                        <a:pt x="466" y="195"/>
                      </a:moveTo>
                      <a:cubicBezTo>
                        <a:pt x="468" y="196"/>
                        <a:pt x="468" y="194"/>
                        <a:pt x="468" y="193"/>
                      </a:cubicBezTo>
                      <a:cubicBezTo>
                        <a:pt x="469" y="193"/>
                        <a:pt x="468" y="193"/>
                        <a:pt x="468" y="193"/>
                      </a:cubicBezTo>
                      <a:cubicBezTo>
                        <a:pt x="467" y="194"/>
                        <a:pt x="466" y="193"/>
                        <a:pt x="466" y="194"/>
                      </a:cubicBezTo>
                      <a:cubicBezTo>
                        <a:pt x="465" y="195"/>
                        <a:pt x="466" y="195"/>
                        <a:pt x="466" y="195"/>
                      </a:cubicBezTo>
                      <a:close/>
                      <a:moveTo>
                        <a:pt x="426" y="181"/>
                      </a:moveTo>
                      <a:cubicBezTo>
                        <a:pt x="427" y="180"/>
                        <a:pt x="427" y="180"/>
                        <a:pt x="427" y="179"/>
                      </a:cubicBezTo>
                      <a:cubicBezTo>
                        <a:pt x="427" y="179"/>
                        <a:pt x="426" y="179"/>
                        <a:pt x="426" y="179"/>
                      </a:cubicBezTo>
                      <a:cubicBezTo>
                        <a:pt x="425" y="180"/>
                        <a:pt x="425" y="179"/>
                        <a:pt x="424" y="180"/>
                      </a:cubicBezTo>
                      <a:cubicBezTo>
                        <a:pt x="425" y="181"/>
                        <a:pt x="426" y="181"/>
                        <a:pt x="426" y="181"/>
                      </a:cubicBezTo>
                      <a:close/>
                      <a:moveTo>
                        <a:pt x="439" y="165"/>
                      </a:moveTo>
                      <a:cubicBezTo>
                        <a:pt x="439" y="165"/>
                        <a:pt x="440" y="165"/>
                        <a:pt x="440" y="164"/>
                      </a:cubicBezTo>
                      <a:cubicBezTo>
                        <a:pt x="440" y="164"/>
                        <a:pt x="440" y="163"/>
                        <a:pt x="439" y="163"/>
                      </a:cubicBezTo>
                      <a:cubicBezTo>
                        <a:pt x="439" y="163"/>
                        <a:pt x="438" y="163"/>
                        <a:pt x="438" y="164"/>
                      </a:cubicBezTo>
                      <a:cubicBezTo>
                        <a:pt x="438" y="165"/>
                        <a:pt x="438" y="165"/>
                        <a:pt x="439" y="165"/>
                      </a:cubicBezTo>
                      <a:close/>
                      <a:moveTo>
                        <a:pt x="690" y="288"/>
                      </a:moveTo>
                      <a:cubicBezTo>
                        <a:pt x="690" y="288"/>
                        <a:pt x="690" y="287"/>
                        <a:pt x="691" y="287"/>
                      </a:cubicBezTo>
                      <a:cubicBezTo>
                        <a:pt x="691" y="287"/>
                        <a:pt x="691" y="287"/>
                        <a:pt x="691" y="287"/>
                      </a:cubicBezTo>
                      <a:cubicBezTo>
                        <a:pt x="691" y="286"/>
                        <a:pt x="690" y="286"/>
                        <a:pt x="690" y="286"/>
                      </a:cubicBezTo>
                      <a:cubicBezTo>
                        <a:pt x="690" y="286"/>
                        <a:pt x="690" y="286"/>
                        <a:pt x="690" y="286"/>
                      </a:cubicBezTo>
                      <a:cubicBezTo>
                        <a:pt x="690" y="286"/>
                        <a:pt x="690" y="286"/>
                        <a:pt x="690" y="286"/>
                      </a:cubicBezTo>
                      <a:cubicBezTo>
                        <a:pt x="690" y="286"/>
                        <a:pt x="690" y="286"/>
                        <a:pt x="690" y="286"/>
                      </a:cubicBezTo>
                      <a:cubicBezTo>
                        <a:pt x="689" y="286"/>
                        <a:pt x="689" y="286"/>
                        <a:pt x="689" y="286"/>
                      </a:cubicBezTo>
                      <a:cubicBezTo>
                        <a:pt x="689" y="286"/>
                        <a:pt x="689" y="287"/>
                        <a:pt x="689" y="287"/>
                      </a:cubicBezTo>
                      <a:cubicBezTo>
                        <a:pt x="689" y="287"/>
                        <a:pt x="689" y="288"/>
                        <a:pt x="690" y="288"/>
                      </a:cubicBezTo>
                      <a:close/>
                      <a:moveTo>
                        <a:pt x="468" y="187"/>
                      </a:moveTo>
                      <a:cubicBezTo>
                        <a:pt x="468" y="186"/>
                        <a:pt x="467" y="186"/>
                        <a:pt x="467" y="186"/>
                      </a:cubicBezTo>
                      <a:cubicBezTo>
                        <a:pt x="466" y="186"/>
                        <a:pt x="466" y="186"/>
                        <a:pt x="466" y="187"/>
                      </a:cubicBezTo>
                      <a:cubicBezTo>
                        <a:pt x="466" y="187"/>
                        <a:pt x="466" y="187"/>
                        <a:pt x="467" y="187"/>
                      </a:cubicBezTo>
                      <a:cubicBezTo>
                        <a:pt x="467" y="187"/>
                        <a:pt x="468" y="187"/>
                        <a:pt x="468" y="187"/>
                      </a:cubicBezTo>
                      <a:close/>
                      <a:moveTo>
                        <a:pt x="691" y="292"/>
                      </a:moveTo>
                      <a:cubicBezTo>
                        <a:pt x="691" y="292"/>
                        <a:pt x="691" y="292"/>
                        <a:pt x="691" y="292"/>
                      </a:cubicBezTo>
                      <a:cubicBezTo>
                        <a:pt x="690" y="292"/>
                        <a:pt x="690" y="292"/>
                        <a:pt x="690" y="293"/>
                      </a:cubicBezTo>
                      <a:cubicBezTo>
                        <a:pt x="690" y="294"/>
                        <a:pt x="690" y="294"/>
                        <a:pt x="691" y="294"/>
                      </a:cubicBezTo>
                      <a:cubicBezTo>
                        <a:pt x="691" y="294"/>
                        <a:pt x="692" y="294"/>
                        <a:pt x="692" y="294"/>
                      </a:cubicBezTo>
                      <a:cubicBezTo>
                        <a:pt x="692" y="293"/>
                        <a:pt x="692" y="293"/>
                        <a:pt x="692" y="293"/>
                      </a:cubicBezTo>
                      <a:cubicBezTo>
                        <a:pt x="692" y="292"/>
                        <a:pt x="692" y="292"/>
                        <a:pt x="691" y="292"/>
                      </a:cubicBezTo>
                      <a:close/>
                      <a:moveTo>
                        <a:pt x="690" y="312"/>
                      </a:moveTo>
                      <a:cubicBezTo>
                        <a:pt x="690" y="313"/>
                        <a:pt x="690" y="314"/>
                        <a:pt x="691" y="315"/>
                      </a:cubicBezTo>
                      <a:cubicBezTo>
                        <a:pt x="691" y="315"/>
                        <a:pt x="691" y="315"/>
                        <a:pt x="691" y="315"/>
                      </a:cubicBezTo>
                      <a:cubicBezTo>
                        <a:pt x="691" y="315"/>
                        <a:pt x="691" y="315"/>
                        <a:pt x="692" y="315"/>
                      </a:cubicBezTo>
                      <a:cubicBezTo>
                        <a:pt x="692" y="313"/>
                        <a:pt x="691" y="313"/>
                        <a:pt x="690" y="312"/>
                      </a:cubicBezTo>
                      <a:cubicBezTo>
                        <a:pt x="690" y="312"/>
                        <a:pt x="690" y="312"/>
                        <a:pt x="690" y="312"/>
                      </a:cubicBezTo>
                      <a:cubicBezTo>
                        <a:pt x="690" y="312"/>
                        <a:pt x="690" y="312"/>
                        <a:pt x="690" y="312"/>
                      </a:cubicBezTo>
                      <a:close/>
                      <a:moveTo>
                        <a:pt x="678" y="299"/>
                      </a:moveTo>
                      <a:cubicBezTo>
                        <a:pt x="679" y="299"/>
                        <a:pt x="679" y="299"/>
                        <a:pt x="679" y="299"/>
                      </a:cubicBezTo>
                      <a:cubicBezTo>
                        <a:pt x="678" y="298"/>
                        <a:pt x="678" y="298"/>
                        <a:pt x="678" y="298"/>
                      </a:cubicBezTo>
                      <a:cubicBezTo>
                        <a:pt x="677" y="298"/>
                        <a:pt x="677" y="298"/>
                        <a:pt x="677" y="298"/>
                      </a:cubicBezTo>
                      <a:cubicBezTo>
                        <a:pt x="677" y="298"/>
                        <a:pt x="677" y="298"/>
                        <a:pt x="677" y="299"/>
                      </a:cubicBezTo>
                      <a:cubicBezTo>
                        <a:pt x="677" y="299"/>
                        <a:pt x="677" y="300"/>
                        <a:pt x="677" y="300"/>
                      </a:cubicBezTo>
                      <a:cubicBezTo>
                        <a:pt x="677" y="300"/>
                        <a:pt x="677" y="300"/>
                        <a:pt x="677" y="299"/>
                      </a:cubicBezTo>
                      <a:cubicBezTo>
                        <a:pt x="678" y="299"/>
                        <a:pt x="678" y="299"/>
                        <a:pt x="678" y="299"/>
                      </a:cubicBezTo>
                      <a:cubicBezTo>
                        <a:pt x="678" y="299"/>
                        <a:pt x="678" y="299"/>
                        <a:pt x="678" y="299"/>
                      </a:cubicBezTo>
                      <a:close/>
                      <a:moveTo>
                        <a:pt x="476" y="195"/>
                      </a:moveTo>
                      <a:cubicBezTo>
                        <a:pt x="476" y="194"/>
                        <a:pt x="476" y="193"/>
                        <a:pt x="476" y="192"/>
                      </a:cubicBezTo>
                      <a:cubicBezTo>
                        <a:pt x="475" y="193"/>
                        <a:pt x="475" y="194"/>
                        <a:pt x="476" y="195"/>
                      </a:cubicBezTo>
                      <a:close/>
                      <a:moveTo>
                        <a:pt x="469" y="203"/>
                      </a:moveTo>
                      <a:cubicBezTo>
                        <a:pt x="469" y="204"/>
                        <a:pt x="470" y="204"/>
                        <a:pt x="470" y="204"/>
                      </a:cubicBezTo>
                      <a:cubicBezTo>
                        <a:pt x="471" y="204"/>
                        <a:pt x="471" y="204"/>
                        <a:pt x="471" y="203"/>
                      </a:cubicBezTo>
                      <a:cubicBezTo>
                        <a:pt x="471" y="203"/>
                        <a:pt x="470" y="203"/>
                        <a:pt x="470" y="203"/>
                      </a:cubicBezTo>
                      <a:cubicBezTo>
                        <a:pt x="469" y="203"/>
                        <a:pt x="469" y="203"/>
                        <a:pt x="469" y="203"/>
                      </a:cubicBezTo>
                      <a:close/>
                      <a:moveTo>
                        <a:pt x="459" y="206"/>
                      </a:moveTo>
                      <a:cubicBezTo>
                        <a:pt x="458" y="206"/>
                        <a:pt x="457" y="206"/>
                        <a:pt x="456" y="207"/>
                      </a:cubicBezTo>
                      <a:cubicBezTo>
                        <a:pt x="457" y="207"/>
                        <a:pt x="458" y="207"/>
                        <a:pt x="459" y="206"/>
                      </a:cubicBezTo>
                      <a:close/>
                      <a:moveTo>
                        <a:pt x="690" y="297"/>
                      </a:moveTo>
                      <a:cubicBezTo>
                        <a:pt x="690" y="297"/>
                        <a:pt x="690" y="297"/>
                        <a:pt x="690" y="297"/>
                      </a:cubicBezTo>
                      <a:cubicBezTo>
                        <a:pt x="690" y="298"/>
                        <a:pt x="691" y="298"/>
                        <a:pt x="691" y="298"/>
                      </a:cubicBezTo>
                      <a:cubicBezTo>
                        <a:pt x="691" y="298"/>
                        <a:pt x="691" y="298"/>
                        <a:pt x="691" y="298"/>
                      </a:cubicBezTo>
                      <a:cubicBezTo>
                        <a:pt x="691" y="297"/>
                        <a:pt x="691" y="297"/>
                        <a:pt x="691" y="297"/>
                      </a:cubicBezTo>
                      <a:cubicBezTo>
                        <a:pt x="691" y="297"/>
                        <a:pt x="691" y="297"/>
                        <a:pt x="691" y="297"/>
                      </a:cubicBezTo>
                      <a:cubicBezTo>
                        <a:pt x="691" y="297"/>
                        <a:pt x="691" y="297"/>
                        <a:pt x="690" y="297"/>
                      </a:cubicBezTo>
                      <a:close/>
                      <a:moveTo>
                        <a:pt x="477" y="191"/>
                      </a:moveTo>
                      <a:cubicBezTo>
                        <a:pt x="477" y="191"/>
                        <a:pt x="477" y="191"/>
                        <a:pt x="477" y="191"/>
                      </a:cubicBezTo>
                      <a:cubicBezTo>
                        <a:pt x="476" y="190"/>
                        <a:pt x="476" y="191"/>
                        <a:pt x="475" y="191"/>
                      </a:cubicBezTo>
                      <a:cubicBezTo>
                        <a:pt x="475" y="191"/>
                        <a:pt x="475" y="191"/>
                        <a:pt x="475" y="191"/>
                      </a:cubicBezTo>
                      <a:cubicBezTo>
                        <a:pt x="476" y="191"/>
                        <a:pt x="476" y="192"/>
                        <a:pt x="477" y="191"/>
                      </a:cubicBezTo>
                      <a:close/>
                      <a:moveTo>
                        <a:pt x="682" y="295"/>
                      </a:moveTo>
                      <a:cubicBezTo>
                        <a:pt x="682" y="295"/>
                        <a:pt x="682" y="295"/>
                        <a:pt x="681" y="295"/>
                      </a:cubicBezTo>
                      <a:cubicBezTo>
                        <a:pt x="681" y="295"/>
                        <a:pt x="681" y="295"/>
                        <a:pt x="681" y="295"/>
                      </a:cubicBezTo>
                      <a:cubicBezTo>
                        <a:pt x="681" y="296"/>
                        <a:pt x="681" y="296"/>
                        <a:pt x="682" y="296"/>
                      </a:cubicBezTo>
                      <a:cubicBezTo>
                        <a:pt x="682" y="296"/>
                        <a:pt x="682" y="296"/>
                        <a:pt x="682" y="296"/>
                      </a:cubicBezTo>
                      <a:cubicBezTo>
                        <a:pt x="682" y="296"/>
                        <a:pt x="682" y="296"/>
                        <a:pt x="682" y="296"/>
                      </a:cubicBezTo>
                      <a:cubicBezTo>
                        <a:pt x="682" y="296"/>
                        <a:pt x="683" y="295"/>
                        <a:pt x="682" y="295"/>
                      </a:cubicBezTo>
                      <a:close/>
                      <a:moveTo>
                        <a:pt x="670" y="306"/>
                      </a:moveTo>
                      <a:cubicBezTo>
                        <a:pt x="670" y="306"/>
                        <a:pt x="670" y="306"/>
                        <a:pt x="670" y="306"/>
                      </a:cubicBezTo>
                      <a:cubicBezTo>
                        <a:pt x="670" y="306"/>
                        <a:pt x="670" y="306"/>
                        <a:pt x="670" y="306"/>
                      </a:cubicBezTo>
                      <a:cubicBezTo>
                        <a:pt x="670" y="307"/>
                        <a:pt x="670" y="307"/>
                        <a:pt x="671" y="307"/>
                      </a:cubicBezTo>
                      <a:cubicBezTo>
                        <a:pt x="671" y="307"/>
                        <a:pt x="671" y="307"/>
                        <a:pt x="671" y="307"/>
                      </a:cubicBezTo>
                      <a:cubicBezTo>
                        <a:pt x="671" y="307"/>
                        <a:pt x="671" y="307"/>
                        <a:pt x="671" y="306"/>
                      </a:cubicBezTo>
                      <a:cubicBezTo>
                        <a:pt x="671" y="306"/>
                        <a:pt x="671" y="306"/>
                        <a:pt x="671" y="306"/>
                      </a:cubicBezTo>
                      <a:cubicBezTo>
                        <a:pt x="671" y="306"/>
                        <a:pt x="671" y="306"/>
                        <a:pt x="671" y="306"/>
                      </a:cubicBezTo>
                      <a:cubicBezTo>
                        <a:pt x="671" y="306"/>
                        <a:pt x="671" y="306"/>
                        <a:pt x="671" y="306"/>
                      </a:cubicBezTo>
                      <a:cubicBezTo>
                        <a:pt x="671" y="306"/>
                        <a:pt x="671" y="306"/>
                        <a:pt x="670" y="306"/>
                      </a:cubicBezTo>
                      <a:close/>
                      <a:moveTo>
                        <a:pt x="445" y="217"/>
                      </a:moveTo>
                      <a:cubicBezTo>
                        <a:pt x="445" y="217"/>
                        <a:pt x="445" y="217"/>
                        <a:pt x="445" y="217"/>
                      </a:cubicBezTo>
                      <a:cubicBezTo>
                        <a:pt x="445" y="216"/>
                        <a:pt x="445" y="216"/>
                        <a:pt x="445" y="216"/>
                      </a:cubicBezTo>
                      <a:cubicBezTo>
                        <a:pt x="445" y="216"/>
                        <a:pt x="444" y="216"/>
                        <a:pt x="444" y="217"/>
                      </a:cubicBezTo>
                      <a:cubicBezTo>
                        <a:pt x="444" y="217"/>
                        <a:pt x="444" y="217"/>
                        <a:pt x="445" y="217"/>
                      </a:cubicBezTo>
                      <a:close/>
                      <a:moveTo>
                        <a:pt x="689" y="289"/>
                      </a:moveTo>
                      <a:cubicBezTo>
                        <a:pt x="688" y="289"/>
                        <a:pt x="688" y="289"/>
                        <a:pt x="688" y="289"/>
                      </a:cubicBezTo>
                      <a:cubicBezTo>
                        <a:pt x="688" y="289"/>
                        <a:pt x="688" y="289"/>
                        <a:pt x="688" y="290"/>
                      </a:cubicBezTo>
                      <a:cubicBezTo>
                        <a:pt x="687" y="290"/>
                        <a:pt x="687" y="289"/>
                        <a:pt x="686" y="290"/>
                      </a:cubicBezTo>
                      <a:cubicBezTo>
                        <a:pt x="686" y="290"/>
                        <a:pt x="686" y="290"/>
                        <a:pt x="686" y="290"/>
                      </a:cubicBezTo>
                      <a:cubicBezTo>
                        <a:pt x="687" y="290"/>
                        <a:pt x="687" y="290"/>
                        <a:pt x="688" y="290"/>
                      </a:cubicBezTo>
                      <a:cubicBezTo>
                        <a:pt x="688" y="290"/>
                        <a:pt x="688" y="290"/>
                        <a:pt x="688" y="290"/>
                      </a:cubicBezTo>
                      <a:cubicBezTo>
                        <a:pt x="688" y="290"/>
                        <a:pt x="688" y="290"/>
                        <a:pt x="689" y="289"/>
                      </a:cubicBezTo>
                      <a:cubicBezTo>
                        <a:pt x="689" y="289"/>
                        <a:pt x="689" y="289"/>
                        <a:pt x="689" y="289"/>
                      </a:cubicBezTo>
                      <a:cubicBezTo>
                        <a:pt x="689" y="289"/>
                        <a:pt x="689" y="289"/>
                        <a:pt x="689" y="289"/>
                      </a:cubicBezTo>
                      <a:close/>
                      <a:moveTo>
                        <a:pt x="569" y="257"/>
                      </a:moveTo>
                      <a:cubicBezTo>
                        <a:pt x="568" y="257"/>
                        <a:pt x="568" y="257"/>
                        <a:pt x="568" y="258"/>
                      </a:cubicBezTo>
                      <a:cubicBezTo>
                        <a:pt x="568" y="258"/>
                        <a:pt x="568" y="258"/>
                        <a:pt x="569" y="258"/>
                      </a:cubicBezTo>
                      <a:cubicBezTo>
                        <a:pt x="569" y="258"/>
                        <a:pt x="569" y="258"/>
                        <a:pt x="569" y="258"/>
                      </a:cubicBezTo>
                      <a:cubicBezTo>
                        <a:pt x="569" y="258"/>
                        <a:pt x="569" y="257"/>
                        <a:pt x="569" y="257"/>
                      </a:cubicBezTo>
                      <a:cubicBezTo>
                        <a:pt x="569" y="257"/>
                        <a:pt x="569" y="257"/>
                        <a:pt x="569" y="257"/>
                      </a:cubicBezTo>
                      <a:cubicBezTo>
                        <a:pt x="569" y="257"/>
                        <a:pt x="569" y="257"/>
                        <a:pt x="569" y="257"/>
                      </a:cubicBezTo>
                      <a:cubicBezTo>
                        <a:pt x="569" y="257"/>
                        <a:pt x="569" y="257"/>
                        <a:pt x="569" y="257"/>
                      </a:cubicBezTo>
                      <a:close/>
                      <a:moveTo>
                        <a:pt x="672" y="298"/>
                      </a:moveTo>
                      <a:cubicBezTo>
                        <a:pt x="672" y="298"/>
                        <a:pt x="672" y="298"/>
                        <a:pt x="672" y="298"/>
                      </a:cubicBezTo>
                      <a:cubicBezTo>
                        <a:pt x="672" y="298"/>
                        <a:pt x="672" y="298"/>
                        <a:pt x="672" y="298"/>
                      </a:cubicBezTo>
                      <a:cubicBezTo>
                        <a:pt x="672" y="298"/>
                        <a:pt x="672" y="298"/>
                        <a:pt x="672" y="298"/>
                      </a:cubicBezTo>
                      <a:cubicBezTo>
                        <a:pt x="672" y="298"/>
                        <a:pt x="672" y="298"/>
                        <a:pt x="672" y="298"/>
                      </a:cubicBezTo>
                      <a:cubicBezTo>
                        <a:pt x="672" y="297"/>
                        <a:pt x="672" y="298"/>
                        <a:pt x="672" y="298"/>
                      </a:cubicBezTo>
                      <a:cubicBezTo>
                        <a:pt x="672" y="298"/>
                        <a:pt x="672" y="298"/>
                        <a:pt x="672" y="298"/>
                      </a:cubicBezTo>
                      <a:cubicBezTo>
                        <a:pt x="672" y="298"/>
                        <a:pt x="672" y="298"/>
                        <a:pt x="672" y="298"/>
                      </a:cubicBezTo>
                      <a:cubicBezTo>
                        <a:pt x="672" y="298"/>
                        <a:pt x="672" y="298"/>
                        <a:pt x="672" y="298"/>
                      </a:cubicBezTo>
                      <a:cubicBezTo>
                        <a:pt x="672" y="298"/>
                        <a:pt x="672" y="298"/>
                        <a:pt x="672" y="298"/>
                      </a:cubicBezTo>
                      <a:close/>
                      <a:moveTo>
                        <a:pt x="677" y="301"/>
                      </a:moveTo>
                      <a:cubicBezTo>
                        <a:pt x="677" y="301"/>
                        <a:pt x="678" y="301"/>
                        <a:pt x="678" y="301"/>
                      </a:cubicBezTo>
                      <a:cubicBezTo>
                        <a:pt x="678" y="301"/>
                        <a:pt x="678" y="301"/>
                        <a:pt x="678" y="301"/>
                      </a:cubicBezTo>
                      <a:cubicBezTo>
                        <a:pt x="678" y="301"/>
                        <a:pt x="678" y="301"/>
                        <a:pt x="678" y="300"/>
                      </a:cubicBezTo>
                      <a:cubicBezTo>
                        <a:pt x="678" y="300"/>
                        <a:pt x="678" y="300"/>
                        <a:pt x="678" y="300"/>
                      </a:cubicBezTo>
                      <a:cubicBezTo>
                        <a:pt x="678" y="300"/>
                        <a:pt x="678" y="300"/>
                        <a:pt x="678" y="300"/>
                      </a:cubicBezTo>
                      <a:cubicBezTo>
                        <a:pt x="678" y="300"/>
                        <a:pt x="677" y="300"/>
                        <a:pt x="677" y="301"/>
                      </a:cubicBezTo>
                      <a:close/>
                      <a:moveTo>
                        <a:pt x="460" y="208"/>
                      </a:moveTo>
                      <a:cubicBezTo>
                        <a:pt x="460" y="208"/>
                        <a:pt x="460" y="208"/>
                        <a:pt x="460" y="207"/>
                      </a:cubicBezTo>
                      <a:cubicBezTo>
                        <a:pt x="460" y="207"/>
                        <a:pt x="460" y="207"/>
                        <a:pt x="460" y="207"/>
                      </a:cubicBezTo>
                      <a:cubicBezTo>
                        <a:pt x="460" y="207"/>
                        <a:pt x="460" y="207"/>
                        <a:pt x="460" y="207"/>
                      </a:cubicBezTo>
                      <a:cubicBezTo>
                        <a:pt x="460" y="208"/>
                        <a:pt x="460" y="208"/>
                        <a:pt x="460" y="208"/>
                      </a:cubicBezTo>
                      <a:close/>
                      <a:moveTo>
                        <a:pt x="688" y="309"/>
                      </a:moveTo>
                      <a:cubicBezTo>
                        <a:pt x="688" y="309"/>
                        <a:pt x="688" y="310"/>
                        <a:pt x="688" y="310"/>
                      </a:cubicBezTo>
                      <a:cubicBezTo>
                        <a:pt x="687" y="310"/>
                        <a:pt x="687" y="310"/>
                        <a:pt x="687" y="310"/>
                      </a:cubicBezTo>
                      <a:cubicBezTo>
                        <a:pt x="687" y="310"/>
                        <a:pt x="687" y="310"/>
                        <a:pt x="687" y="310"/>
                      </a:cubicBezTo>
                      <a:cubicBezTo>
                        <a:pt x="688" y="310"/>
                        <a:pt x="688" y="310"/>
                        <a:pt x="688" y="310"/>
                      </a:cubicBezTo>
                      <a:cubicBezTo>
                        <a:pt x="688" y="310"/>
                        <a:pt x="688" y="310"/>
                        <a:pt x="688" y="310"/>
                      </a:cubicBezTo>
                      <a:cubicBezTo>
                        <a:pt x="688" y="310"/>
                        <a:pt x="688" y="310"/>
                        <a:pt x="688" y="310"/>
                      </a:cubicBezTo>
                      <a:cubicBezTo>
                        <a:pt x="688" y="310"/>
                        <a:pt x="688" y="310"/>
                        <a:pt x="688" y="310"/>
                      </a:cubicBezTo>
                      <a:cubicBezTo>
                        <a:pt x="688" y="310"/>
                        <a:pt x="688" y="310"/>
                        <a:pt x="688" y="309"/>
                      </a:cubicBezTo>
                      <a:close/>
                      <a:moveTo>
                        <a:pt x="745" y="230"/>
                      </a:moveTo>
                      <a:cubicBezTo>
                        <a:pt x="744" y="230"/>
                        <a:pt x="743" y="230"/>
                        <a:pt x="743" y="231"/>
                      </a:cubicBezTo>
                      <a:cubicBezTo>
                        <a:pt x="743" y="233"/>
                        <a:pt x="744" y="236"/>
                        <a:pt x="746" y="237"/>
                      </a:cubicBezTo>
                      <a:cubicBezTo>
                        <a:pt x="747" y="240"/>
                        <a:pt x="750" y="241"/>
                        <a:pt x="750" y="244"/>
                      </a:cubicBezTo>
                      <a:cubicBezTo>
                        <a:pt x="750" y="245"/>
                        <a:pt x="751" y="245"/>
                        <a:pt x="752" y="246"/>
                      </a:cubicBezTo>
                      <a:cubicBezTo>
                        <a:pt x="754" y="246"/>
                        <a:pt x="755" y="247"/>
                        <a:pt x="757" y="248"/>
                      </a:cubicBezTo>
                      <a:cubicBezTo>
                        <a:pt x="758" y="249"/>
                        <a:pt x="759" y="249"/>
                        <a:pt x="759" y="248"/>
                      </a:cubicBezTo>
                      <a:cubicBezTo>
                        <a:pt x="760" y="246"/>
                        <a:pt x="762" y="245"/>
                        <a:pt x="760" y="243"/>
                      </a:cubicBezTo>
                      <a:cubicBezTo>
                        <a:pt x="760" y="242"/>
                        <a:pt x="760" y="242"/>
                        <a:pt x="761" y="241"/>
                      </a:cubicBezTo>
                      <a:cubicBezTo>
                        <a:pt x="762" y="240"/>
                        <a:pt x="762" y="242"/>
                        <a:pt x="763" y="242"/>
                      </a:cubicBezTo>
                      <a:cubicBezTo>
                        <a:pt x="764" y="244"/>
                        <a:pt x="764" y="244"/>
                        <a:pt x="767" y="243"/>
                      </a:cubicBezTo>
                      <a:cubicBezTo>
                        <a:pt x="767" y="243"/>
                        <a:pt x="767" y="243"/>
                        <a:pt x="767" y="243"/>
                      </a:cubicBezTo>
                      <a:cubicBezTo>
                        <a:pt x="770" y="242"/>
                        <a:pt x="773" y="242"/>
                        <a:pt x="775" y="240"/>
                      </a:cubicBezTo>
                      <a:cubicBezTo>
                        <a:pt x="776" y="240"/>
                        <a:pt x="777" y="239"/>
                        <a:pt x="777" y="240"/>
                      </a:cubicBezTo>
                      <a:cubicBezTo>
                        <a:pt x="778" y="240"/>
                        <a:pt x="778" y="241"/>
                        <a:pt x="778" y="242"/>
                      </a:cubicBezTo>
                      <a:cubicBezTo>
                        <a:pt x="778" y="243"/>
                        <a:pt x="779" y="244"/>
                        <a:pt x="780" y="244"/>
                      </a:cubicBezTo>
                      <a:cubicBezTo>
                        <a:pt x="781" y="245"/>
                        <a:pt x="782" y="245"/>
                        <a:pt x="782" y="243"/>
                      </a:cubicBezTo>
                      <a:cubicBezTo>
                        <a:pt x="782" y="243"/>
                        <a:pt x="782" y="243"/>
                        <a:pt x="782" y="243"/>
                      </a:cubicBezTo>
                      <a:cubicBezTo>
                        <a:pt x="784" y="243"/>
                        <a:pt x="785" y="242"/>
                        <a:pt x="786" y="242"/>
                      </a:cubicBezTo>
                      <a:cubicBezTo>
                        <a:pt x="788" y="242"/>
                        <a:pt x="788" y="241"/>
                        <a:pt x="788" y="241"/>
                      </a:cubicBezTo>
                      <a:cubicBezTo>
                        <a:pt x="789" y="240"/>
                        <a:pt x="788" y="240"/>
                        <a:pt x="787" y="240"/>
                      </a:cubicBezTo>
                      <a:cubicBezTo>
                        <a:pt x="787" y="240"/>
                        <a:pt x="786" y="240"/>
                        <a:pt x="786" y="239"/>
                      </a:cubicBezTo>
                      <a:cubicBezTo>
                        <a:pt x="786" y="238"/>
                        <a:pt x="785" y="238"/>
                        <a:pt x="784" y="238"/>
                      </a:cubicBezTo>
                      <a:cubicBezTo>
                        <a:pt x="783" y="238"/>
                        <a:pt x="782" y="237"/>
                        <a:pt x="781" y="236"/>
                      </a:cubicBezTo>
                      <a:cubicBezTo>
                        <a:pt x="780" y="234"/>
                        <a:pt x="780" y="232"/>
                        <a:pt x="779" y="231"/>
                      </a:cubicBezTo>
                      <a:cubicBezTo>
                        <a:pt x="778" y="229"/>
                        <a:pt x="778" y="227"/>
                        <a:pt x="778" y="225"/>
                      </a:cubicBezTo>
                      <a:cubicBezTo>
                        <a:pt x="778" y="223"/>
                        <a:pt x="780" y="222"/>
                        <a:pt x="780" y="220"/>
                      </a:cubicBezTo>
                      <a:cubicBezTo>
                        <a:pt x="781" y="220"/>
                        <a:pt x="781" y="220"/>
                        <a:pt x="782" y="220"/>
                      </a:cubicBezTo>
                      <a:cubicBezTo>
                        <a:pt x="784" y="220"/>
                        <a:pt x="784" y="220"/>
                        <a:pt x="784" y="222"/>
                      </a:cubicBezTo>
                      <a:cubicBezTo>
                        <a:pt x="784" y="224"/>
                        <a:pt x="783" y="225"/>
                        <a:pt x="782" y="226"/>
                      </a:cubicBezTo>
                      <a:cubicBezTo>
                        <a:pt x="782" y="227"/>
                        <a:pt x="781" y="230"/>
                        <a:pt x="781" y="231"/>
                      </a:cubicBezTo>
                      <a:cubicBezTo>
                        <a:pt x="782" y="232"/>
                        <a:pt x="783" y="234"/>
                        <a:pt x="784" y="235"/>
                      </a:cubicBezTo>
                      <a:cubicBezTo>
                        <a:pt x="785" y="237"/>
                        <a:pt x="786" y="238"/>
                        <a:pt x="789" y="238"/>
                      </a:cubicBezTo>
                      <a:cubicBezTo>
                        <a:pt x="789" y="238"/>
                        <a:pt x="790" y="238"/>
                        <a:pt x="790" y="239"/>
                      </a:cubicBezTo>
                      <a:cubicBezTo>
                        <a:pt x="790" y="240"/>
                        <a:pt x="791" y="240"/>
                        <a:pt x="792" y="239"/>
                      </a:cubicBezTo>
                      <a:cubicBezTo>
                        <a:pt x="792" y="238"/>
                        <a:pt x="793" y="238"/>
                        <a:pt x="793" y="238"/>
                      </a:cubicBezTo>
                      <a:cubicBezTo>
                        <a:pt x="795" y="236"/>
                        <a:pt x="797" y="234"/>
                        <a:pt x="796" y="231"/>
                      </a:cubicBezTo>
                      <a:cubicBezTo>
                        <a:pt x="795" y="228"/>
                        <a:pt x="797" y="227"/>
                        <a:pt x="799" y="226"/>
                      </a:cubicBezTo>
                      <a:cubicBezTo>
                        <a:pt x="799" y="226"/>
                        <a:pt x="800" y="225"/>
                        <a:pt x="799" y="225"/>
                      </a:cubicBezTo>
                      <a:cubicBezTo>
                        <a:pt x="798" y="224"/>
                        <a:pt x="798" y="223"/>
                        <a:pt x="796" y="222"/>
                      </a:cubicBezTo>
                      <a:cubicBezTo>
                        <a:pt x="796" y="222"/>
                        <a:pt x="795" y="221"/>
                        <a:pt x="795" y="221"/>
                      </a:cubicBezTo>
                      <a:cubicBezTo>
                        <a:pt x="793" y="220"/>
                        <a:pt x="792" y="219"/>
                        <a:pt x="791" y="218"/>
                      </a:cubicBezTo>
                      <a:cubicBezTo>
                        <a:pt x="790" y="217"/>
                        <a:pt x="788" y="217"/>
                        <a:pt x="787" y="217"/>
                      </a:cubicBezTo>
                      <a:cubicBezTo>
                        <a:pt x="786" y="218"/>
                        <a:pt x="785" y="218"/>
                        <a:pt x="784" y="218"/>
                      </a:cubicBezTo>
                      <a:cubicBezTo>
                        <a:pt x="783" y="217"/>
                        <a:pt x="781" y="216"/>
                        <a:pt x="780" y="215"/>
                      </a:cubicBezTo>
                      <a:cubicBezTo>
                        <a:pt x="778" y="212"/>
                        <a:pt x="777" y="210"/>
                        <a:pt x="774" y="209"/>
                      </a:cubicBezTo>
                      <a:cubicBezTo>
                        <a:pt x="774" y="209"/>
                        <a:pt x="774" y="208"/>
                        <a:pt x="774" y="209"/>
                      </a:cubicBezTo>
                      <a:cubicBezTo>
                        <a:pt x="773" y="209"/>
                        <a:pt x="774" y="209"/>
                        <a:pt x="774" y="209"/>
                      </a:cubicBezTo>
                      <a:cubicBezTo>
                        <a:pt x="774" y="210"/>
                        <a:pt x="774" y="211"/>
                        <a:pt x="774" y="212"/>
                      </a:cubicBezTo>
                      <a:cubicBezTo>
                        <a:pt x="774" y="212"/>
                        <a:pt x="774" y="212"/>
                        <a:pt x="774" y="212"/>
                      </a:cubicBezTo>
                      <a:cubicBezTo>
                        <a:pt x="771" y="211"/>
                        <a:pt x="771" y="211"/>
                        <a:pt x="770" y="213"/>
                      </a:cubicBezTo>
                      <a:cubicBezTo>
                        <a:pt x="770" y="213"/>
                        <a:pt x="770" y="214"/>
                        <a:pt x="770" y="214"/>
                      </a:cubicBezTo>
                      <a:cubicBezTo>
                        <a:pt x="770" y="217"/>
                        <a:pt x="770" y="219"/>
                        <a:pt x="770" y="222"/>
                      </a:cubicBezTo>
                      <a:cubicBezTo>
                        <a:pt x="770" y="222"/>
                        <a:pt x="770" y="222"/>
                        <a:pt x="770" y="222"/>
                      </a:cubicBezTo>
                      <a:cubicBezTo>
                        <a:pt x="769" y="221"/>
                        <a:pt x="767" y="220"/>
                        <a:pt x="767" y="219"/>
                      </a:cubicBezTo>
                      <a:cubicBezTo>
                        <a:pt x="767" y="218"/>
                        <a:pt x="766" y="218"/>
                        <a:pt x="765" y="218"/>
                      </a:cubicBezTo>
                      <a:cubicBezTo>
                        <a:pt x="764" y="218"/>
                        <a:pt x="762" y="216"/>
                        <a:pt x="763" y="215"/>
                      </a:cubicBezTo>
                      <a:cubicBezTo>
                        <a:pt x="763" y="214"/>
                        <a:pt x="763" y="213"/>
                        <a:pt x="762" y="213"/>
                      </a:cubicBezTo>
                      <a:cubicBezTo>
                        <a:pt x="761" y="213"/>
                        <a:pt x="761" y="212"/>
                        <a:pt x="760" y="211"/>
                      </a:cubicBezTo>
                      <a:cubicBezTo>
                        <a:pt x="759" y="210"/>
                        <a:pt x="757" y="210"/>
                        <a:pt x="757" y="208"/>
                      </a:cubicBezTo>
                      <a:cubicBezTo>
                        <a:pt x="757" y="207"/>
                        <a:pt x="756" y="207"/>
                        <a:pt x="755" y="207"/>
                      </a:cubicBezTo>
                      <a:cubicBezTo>
                        <a:pt x="755" y="207"/>
                        <a:pt x="754" y="207"/>
                        <a:pt x="754" y="208"/>
                      </a:cubicBezTo>
                      <a:cubicBezTo>
                        <a:pt x="753" y="209"/>
                        <a:pt x="754" y="210"/>
                        <a:pt x="753" y="209"/>
                      </a:cubicBezTo>
                      <a:cubicBezTo>
                        <a:pt x="752" y="209"/>
                        <a:pt x="752" y="209"/>
                        <a:pt x="752" y="210"/>
                      </a:cubicBezTo>
                      <a:cubicBezTo>
                        <a:pt x="752" y="211"/>
                        <a:pt x="751" y="212"/>
                        <a:pt x="750" y="212"/>
                      </a:cubicBezTo>
                      <a:cubicBezTo>
                        <a:pt x="749" y="212"/>
                        <a:pt x="749" y="213"/>
                        <a:pt x="749" y="213"/>
                      </a:cubicBezTo>
                      <a:cubicBezTo>
                        <a:pt x="747" y="213"/>
                        <a:pt x="746" y="214"/>
                        <a:pt x="747" y="216"/>
                      </a:cubicBezTo>
                      <a:cubicBezTo>
                        <a:pt x="747" y="217"/>
                        <a:pt x="747" y="217"/>
                        <a:pt x="747" y="218"/>
                      </a:cubicBezTo>
                      <a:cubicBezTo>
                        <a:pt x="747" y="219"/>
                        <a:pt x="747" y="219"/>
                        <a:pt x="747" y="219"/>
                      </a:cubicBezTo>
                      <a:cubicBezTo>
                        <a:pt x="744" y="219"/>
                        <a:pt x="744" y="219"/>
                        <a:pt x="745" y="222"/>
                      </a:cubicBezTo>
                      <a:cubicBezTo>
                        <a:pt x="745" y="222"/>
                        <a:pt x="745" y="223"/>
                        <a:pt x="744" y="223"/>
                      </a:cubicBezTo>
                      <a:cubicBezTo>
                        <a:pt x="744" y="223"/>
                        <a:pt x="743" y="224"/>
                        <a:pt x="744" y="224"/>
                      </a:cubicBezTo>
                      <a:cubicBezTo>
                        <a:pt x="745" y="225"/>
                        <a:pt x="745" y="226"/>
                        <a:pt x="745" y="228"/>
                      </a:cubicBezTo>
                      <a:cubicBezTo>
                        <a:pt x="745" y="228"/>
                        <a:pt x="745" y="229"/>
                        <a:pt x="746" y="229"/>
                      </a:cubicBezTo>
                      <a:cubicBezTo>
                        <a:pt x="746" y="229"/>
                        <a:pt x="746" y="230"/>
                        <a:pt x="746" y="230"/>
                      </a:cubicBezTo>
                      <a:cubicBezTo>
                        <a:pt x="746" y="231"/>
                        <a:pt x="745" y="231"/>
                        <a:pt x="745" y="230"/>
                      </a:cubicBezTo>
                      <a:close/>
                      <a:moveTo>
                        <a:pt x="811" y="238"/>
                      </a:moveTo>
                      <a:cubicBezTo>
                        <a:pt x="812" y="239"/>
                        <a:pt x="813" y="240"/>
                        <a:pt x="814" y="240"/>
                      </a:cubicBezTo>
                      <a:cubicBezTo>
                        <a:pt x="815" y="240"/>
                        <a:pt x="816" y="241"/>
                        <a:pt x="817" y="243"/>
                      </a:cubicBezTo>
                      <a:cubicBezTo>
                        <a:pt x="818" y="245"/>
                        <a:pt x="821" y="246"/>
                        <a:pt x="823" y="246"/>
                      </a:cubicBezTo>
                      <a:cubicBezTo>
                        <a:pt x="825" y="246"/>
                        <a:pt x="826" y="246"/>
                        <a:pt x="828" y="246"/>
                      </a:cubicBezTo>
                      <a:cubicBezTo>
                        <a:pt x="828" y="247"/>
                        <a:pt x="828" y="246"/>
                        <a:pt x="828" y="246"/>
                      </a:cubicBezTo>
                      <a:cubicBezTo>
                        <a:pt x="830" y="245"/>
                        <a:pt x="831" y="244"/>
                        <a:pt x="833" y="244"/>
                      </a:cubicBezTo>
                      <a:cubicBezTo>
                        <a:pt x="836" y="243"/>
                        <a:pt x="836" y="243"/>
                        <a:pt x="836" y="241"/>
                      </a:cubicBezTo>
                      <a:cubicBezTo>
                        <a:pt x="836" y="239"/>
                        <a:pt x="836" y="238"/>
                        <a:pt x="837" y="237"/>
                      </a:cubicBezTo>
                      <a:cubicBezTo>
                        <a:pt x="837" y="237"/>
                        <a:pt x="837" y="237"/>
                        <a:pt x="837" y="236"/>
                      </a:cubicBezTo>
                      <a:cubicBezTo>
                        <a:pt x="837" y="236"/>
                        <a:pt x="836" y="236"/>
                        <a:pt x="836" y="236"/>
                      </a:cubicBezTo>
                      <a:cubicBezTo>
                        <a:pt x="835" y="237"/>
                        <a:pt x="835" y="237"/>
                        <a:pt x="834" y="236"/>
                      </a:cubicBezTo>
                      <a:cubicBezTo>
                        <a:pt x="833" y="235"/>
                        <a:pt x="831" y="234"/>
                        <a:pt x="829" y="233"/>
                      </a:cubicBezTo>
                      <a:cubicBezTo>
                        <a:pt x="828" y="233"/>
                        <a:pt x="827" y="232"/>
                        <a:pt x="825" y="233"/>
                      </a:cubicBezTo>
                      <a:cubicBezTo>
                        <a:pt x="822" y="235"/>
                        <a:pt x="822" y="235"/>
                        <a:pt x="821" y="232"/>
                      </a:cubicBezTo>
                      <a:cubicBezTo>
                        <a:pt x="821" y="231"/>
                        <a:pt x="821" y="231"/>
                        <a:pt x="821" y="231"/>
                      </a:cubicBezTo>
                      <a:cubicBezTo>
                        <a:pt x="822" y="229"/>
                        <a:pt x="821" y="229"/>
                        <a:pt x="820" y="229"/>
                      </a:cubicBezTo>
                      <a:cubicBezTo>
                        <a:pt x="818" y="229"/>
                        <a:pt x="817" y="229"/>
                        <a:pt x="816" y="228"/>
                      </a:cubicBezTo>
                      <a:cubicBezTo>
                        <a:pt x="815" y="228"/>
                        <a:pt x="813" y="228"/>
                        <a:pt x="813" y="229"/>
                      </a:cubicBezTo>
                      <a:cubicBezTo>
                        <a:pt x="812" y="232"/>
                        <a:pt x="812" y="232"/>
                        <a:pt x="810" y="230"/>
                      </a:cubicBezTo>
                      <a:cubicBezTo>
                        <a:pt x="809" y="230"/>
                        <a:pt x="809" y="230"/>
                        <a:pt x="809" y="229"/>
                      </a:cubicBezTo>
                      <a:cubicBezTo>
                        <a:pt x="809" y="228"/>
                        <a:pt x="808" y="228"/>
                        <a:pt x="809" y="226"/>
                      </a:cubicBezTo>
                      <a:cubicBezTo>
                        <a:pt x="810" y="226"/>
                        <a:pt x="808" y="224"/>
                        <a:pt x="807" y="224"/>
                      </a:cubicBezTo>
                      <a:cubicBezTo>
                        <a:pt x="806" y="224"/>
                        <a:pt x="807" y="225"/>
                        <a:pt x="807" y="226"/>
                      </a:cubicBezTo>
                      <a:cubicBezTo>
                        <a:pt x="807" y="227"/>
                        <a:pt x="807" y="227"/>
                        <a:pt x="806" y="228"/>
                      </a:cubicBezTo>
                      <a:cubicBezTo>
                        <a:pt x="806" y="228"/>
                        <a:pt x="806" y="229"/>
                        <a:pt x="806" y="230"/>
                      </a:cubicBezTo>
                      <a:cubicBezTo>
                        <a:pt x="806" y="231"/>
                        <a:pt x="807" y="233"/>
                        <a:pt x="805" y="233"/>
                      </a:cubicBezTo>
                      <a:cubicBezTo>
                        <a:pt x="807" y="236"/>
                        <a:pt x="809" y="236"/>
                        <a:pt x="811" y="238"/>
                      </a:cubicBezTo>
                      <a:close/>
                      <a:moveTo>
                        <a:pt x="674" y="296"/>
                      </a:moveTo>
                      <a:cubicBezTo>
                        <a:pt x="674" y="296"/>
                        <a:pt x="674" y="296"/>
                        <a:pt x="674" y="296"/>
                      </a:cubicBezTo>
                      <a:cubicBezTo>
                        <a:pt x="674" y="296"/>
                        <a:pt x="674" y="296"/>
                        <a:pt x="674" y="296"/>
                      </a:cubicBezTo>
                      <a:cubicBezTo>
                        <a:pt x="674" y="296"/>
                        <a:pt x="674" y="296"/>
                        <a:pt x="674" y="296"/>
                      </a:cubicBezTo>
                      <a:close/>
                      <a:moveTo>
                        <a:pt x="763" y="280"/>
                      </a:moveTo>
                      <a:cubicBezTo>
                        <a:pt x="763" y="281"/>
                        <a:pt x="764" y="280"/>
                        <a:pt x="764" y="280"/>
                      </a:cubicBezTo>
                      <a:cubicBezTo>
                        <a:pt x="765" y="280"/>
                        <a:pt x="765" y="279"/>
                        <a:pt x="766" y="279"/>
                      </a:cubicBezTo>
                      <a:cubicBezTo>
                        <a:pt x="767" y="279"/>
                        <a:pt x="767" y="278"/>
                        <a:pt x="768" y="279"/>
                      </a:cubicBezTo>
                      <a:cubicBezTo>
                        <a:pt x="769" y="279"/>
                        <a:pt x="771" y="280"/>
                        <a:pt x="772" y="280"/>
                      </a:cubicBezTo>
                      <a:cubicBezTo>
                        <a:pt x="773" y="281"/>
                        <a:pt x="775" y="282"/>
                        <a:pt x="777" y="283"/>
                      </a:cubicBezTo>
                      <a:cubicBezTo>
                        <a:pt x="780" y="283"/>
                        <a:pt x="782" y="283"/>
                        <a:pt x="784" y="284"/>
                      </a:cubicBezTo>
                      <a:cubicBezTo>
                        <a:pt x="786" y="285"/>
                        <a:pt x="787" y="284"/>
                        <a:pt x="787" y="282"/>
                      </a:cubicBezTo>
                      <a:cubicBezTo>
                        <a:pt x="787" y="281"/>
                        <a:pt x="787" y="280"/>
                        <a:pt x="787" y="279"/>
                      </a:cubicBezTo>
                      <a:cubicBezTo>
                        <a:pt x="787" y="278"/>
                        <a:pt x="788" y="277"/>
                        <a:pt x="787" y="276"/>
                      </a:cubicBezTo>
                      <a:cubicBezTo>
                        <a:pt x="785" y="273"/>
                        <a:pt x="783" y="271"/>
                        <a:pt x="781" y="270"/>
                      </a:cubicBezTo>
                      <a:cubicBezTo>
                        <a:pt x="780" y="268"/>
                        <a:pt x="778" y="268"/>
                        <a:pt x="777" y="267"/>
                      </a:cubicBezTo>
                      <a:cubicBezTo>
                        <a:pt x="777" y="267"/>
                        <a:pt x="776" y="267"/>
                        <a:pt x="776" y="267"/>
                      </a:cubicBezTo>
                      <a:cubicBezTo>
                        <a:pt x="774" y="268"/>
                        <a:pt x="773" y="269"/>
                        <a:pt x="771" y="269"/>
                      </a:cubicBezTo>
                      <a:cubicBezTo>
                        <a:pt x="771" y="269"/>
                        <a:pt x="770" y="269"/>
                        <a:pt x="770" y="270"/>
                      </a:cubicBezTo>
                      <a:cubicBezTo>
                        <a:pt x="769" y="272"/>
                        <a:pt x="769" y="274"/>
                        <a:pt x="768" y="276"/>
                      </a:cubicBezTo>
                      <a:cubicBezTo>
                        <a:pt x="768" y="277"/>
                        <a:pt x="766" y="278"/>
                        <a:pt x="765" y="278"/>
                      </a:cubicBezTo>
                      <a:cubicBezTo>
                        <a:pt x="764" y="278"/>
                        <a:pt x="764" y="278"/>
                        <a:pt x="763" y="279"/>
                      </a:cubicBezTo>
                      <a:cubicBezTo>
                        <a:pt x="763" y="279"/>
                        <a:pt x="763" y="280"/>
                        <a:pt x="763" y="280"/>
                      </a:cubicBezTo>
                      <a:close/>
                      <a:moveTo>
                        <a:pt x="1027" y="336"/>
                      </a:moveTo>
                      <a:cubicBezTo>
                        <a:pt x="1028" y="335"/>
                        <a:pt x="1029" y="335"/>
                        <a:pt x="1030" y="335"/>
                      </a:cubicBezTo>
                      <a:cubicBezTo>
                        <a:pt x="1031" y="335"/>
                        <a:pt x="1032" y="335"/>
                        <a:pt x="1033" y="334"/>
                      </a:cubicBezTo>
                      <a:cubicBezTo>
                        <a:pt x="1034" y="333"/>
                        <a:pt x="1036" y="333"/>
                        <a:pt x="1037" y="334"/>
                      </a:cubicBezTo>
                      <a:cubicBezTo>
                        <a:pt x="1038" y="335"/>
                        <a:pt x="1040" y="335"/>
                        <a:pt x="1040" y="334"/>
                      </a:cubicBezTo>
                      <a:cubicBezTo>
                        <a:pt x="1041" y="333"/>
                        <a:pt x="1042" y="333"/>
                        <a:pt x="1043" y="333"/>
                      </a:cubicBezTo>
                      <a:cubicBezTo>
                        <a:pt x="1045" y="333"/>
                        <a:pt x="1047" y="332"/>
                        <a:pt x="1049" y="332"/>
                      </a:cubicBezTo>
                      <a:cubicBezTo>
                        <a:pt x="1050" y="331"/>
                        <a:pt x="1051" y="330"/>
                        <a:pt x="1051" y="328"/>
                      </a:cubicBezTo>
                      <a:cubicBezTo>
                        <a:pt x="1052" y="327"/>
                        <a:pt x="1051" y="327"/>
                        <a:pt x="1050" y="327"/>
                      </a:cubicBezTo>
                      <a:cubicBezTo>
                        <a:pt x="1050" y="327"/>
                        <a:pt x="1050" y="326"/>
                        <a:pt x="1050" y="326"/>
                      </a:cubicBezTo>
                      <a:cubicBezTo>
                        <a:pt x="1048" y="324"/>
                        <a:pt x="1046" y="322"/>
                        <a:pt x="1044" y="321"/>
                      </a:cubicBezTo>
                      <a:cubicBezTo>
                        <a:pt x="1043" y="320"/>
                        <a:pt x="1042" y="320"/>
                        <a:pt x="1041" y="320"/>
                      </a:cubicBezTo>
                      <a:cubicBezTo>
                        <a:pt x="1040" y="320"/>
                        <a:pt x="1039" y="321"/>
                        <a:pt x="1038" y="321"/>
                      </a:cubicBezTo>
                      <a:cubicBezTo>
                        <a:pt x="1038" y="321"/>
                        <a:pt x="1037" y="320"/>
                        <a:pt x="1037" y="320"/>
                      </a:cubicBezTo>
                      <a:cubicBezTo>
                        <a:pt x="1035" y="321"/>
                        <a:pt x="1034" y="321"/>
                        <a:pt x="1033" y="322"/>
                      </a:cubicBezTo>
                      <a:cubicBezTo>
                        <a:pt x="1032" y="324"/>
                        <a:pt x="1030" y="324"/>
                        <a:pt x="1029" y="326"/>
                      </a:cubicBezTo>
                      <a:cubicBezTo>
                        <a:pt x="1029" y="327"/>
                        <a:pt x="1028" y="327"/>
                        <a:pt x="1027" y="328"/>
                      </a:cubicBezTo>
                      <a:cubicBezTo>
                        <a:pt x="1025" y="330"/>
                        <a:pt x="1024" y="333"/>
                        <a:pt x="1026" y="336"/>
                      </a:cubicBezTo>
                      <a:cubicBezTo>
                        <a:pt x="1026" y="336"/>
                        <a:pt x="1026" y="337"/>
                        <a:pt x="1027" y="336"/>
                      </a:cubicBezTo>
                      <a:close/>
                      <a:moveTo>
                        <a:pt x="768" y="267"/>
                      </a:moveTo>
                      <a:cubicBezTo>
                        <a:pt x="769" y="267"/>
                        <a:pt x="771" y="265"/>
                        <a:pt x="771" y="264"/>
                      </a:cubicBezTo>
                      <a:cubicBezTo>
                        <a:pt x="771" y="263"/>
                        <a:pt x="770" y="261"/>
                        <a:pt x="771" y="260"/>
                      </a:cubicBezTo>
                      <a:cubicBezTo>
                        <a:pt x="771" y="259"/>
                        <a:pt x="770" y="258"/>
                        <a:pt x="769" y="258"/>
                      </a:cubicBezTo>
                      <a:cubicBezTo>
                        <a:pt x="767" y="258"/>
                        <a:pt x="765" y="259"/>
                        <a:pt x="765" y="260"/>
                      </a:cubicBezTo>
                      <a:cubicBezTo>
                        <a:pt x="765" y="261"/>
                        <a:pt x="765" y="262"/>
                        <a:pt x="765" y="262"/>
                      </a:cubicBezTo>
                      <a:cubicBezTo>
                        <a:pt x="764" y="264"/>
                        <a:pt x="766" y="265"/>
                        <a:pt x="766" y="267"/>
                      </a:cubicBezTo>
                      <a:cubicBezTo>
                        <a:pt x="766" y="267"/>
                        <a:pt x="767" y="267"/>
                        <a:pt x="768" y="267"/>
                      </a:cubicBezTo>
                      <a:close/>
                      <a:moveTo>
                        <a:pt x="733" y="262"/>
                      </a:moveTo>
                      <a:cubicBezTo>
                        <a:pt x="734" y="263"/>
                        <a:pt x="735" y="264"/>
                        <a:pt x="735" y="265"/>
                      </a:cubicBezTo>
                      <a:cubicBezTo>
                        <a:pt x="735" y="266"/>
                        <a:pt x="736" y="266"/>
                        <a:pt x="736" y="267"/>
                      </a:cubicBezTo>
                      <a:cubicBezTo>
                        <a:pt x="737" y="268"/>
                        <a:pt x="737" y="268"/>
                        <a:pt x="738" y="268"/>
                      </a:cubicBezTo>
                      <a:cubicBezTo>
                        <a:pt x="739" y="267"/>
                        <a:pt x="739" y="267"/>
                        <a:pt x="739" y="266"/>
                      </a:cubicBezTo>
                      <a:cubicBezTo>
                        <a:pt x="739" y="263"/>
                        <a:pt x="736" y="261"/>
                        <a:pt x="734" y="259"/>
                      </a:cubicBezTo>
                      <a:cubicBezTo>
                        <a:pt x="733" y="258"/>
                        <a:pt x="733" y="259"/>
                        <a:pt x="732" y="259"/>
                      </a:cubicBezTo>
                      <a:cubicBezTo>
                        <a:pt x="732" y="260"/>
                        <a:pt x="732" y="262"/>
                        <a:pt x="733" y="262"/>
                      </a:cubicBezTo>
                      <a:close/>
                      <a:moveTo>
                        <a:pt x="735" y="230"/>
                      </a:moveTo>
                      <a:cubicBezTo>
                        <a:pt x="736" y="230"/>
                        <a:pt x="737" y="228"/>
                        <a:pt x="736" y="228"/>
                      </a:cubicBezTo>
                      <a:cubicBezTo>
                        <a:pt x="736" y="226"/>
                        <a:pt x="737" y="225"/>
                        <a:pt x="738" y="223"/>
                      </a:cubicBezTo>
                      <a:cubicBezTo>
                        <a:pt x="738" y="223"/>
                        <a:pt x="738" y="223"/>
                        <a:pt x="738" y="222"/>
                      </a:cubicBezTo>
                      <a:cubicBezTo>
                        <a:pt x="737" y="222"/>
                        <a:pt x="736" y="220"/>
                        <a:pt x="736" y="219"/>
                      </a:cubicBezTo>
                      <a:cubicBezTo>
                        <a:pt x="735" y="219"/>
                        <a:pt x="735" y="219"/>
                        <a:pt x="735" y="219"/>
                      </a:cubicBezTo>
                      <a:cubicBezTo>
                        <a:pt x="734" y="219"/>
                        <a:pt x="734" y="219"/>
                        <a:pt x="734" y="220"/>
                      </a:cubicBezTo>
                      <a:cubicBezTo>
                        <a:pt x="734" y="222"/>
                        <a:pt x="735" y="225"/>
                        <a:pt x="734" y="227"/>
                      </a:cubicBezTo>
                      <a:cubicBezTo>
                        <a:pt x="734" y="229"/>
                        <a:pt x="734" y="229"/>
                        <a:pt x="735" y="230"/>
                      </a:cubicBezTo>
                      <a:close/>
                      <a:moveTo>
                        <a:pt x="823" y="195"/>
                      </a:moveTo>
                      <a:cubicBezTo>
                        <a:pt x="825" y="195"/>
                        <a:pt x="826" y="195"/>
                        <a:pt x="827" y="193"/>
                      </a:cubicBezTo>
                      <a:cubicBezTo>
                        <a:pt x="827" y="192"/>
                        <a:pt x="827" y="192"/>
                        <a:pt x="828" y="191"/>
                      </a:cubicBezTo>
                      <a:cubicBezTo>
                        <a:pt x="828" y="191"/>
                        <a:pt x="828" y="191"/>
                        <a:pt x="828" y="190"/>
                      </a:cubicBezTo>
                      <a:cubicBezTo>
                        <a:pt x="827" y="190"/>
                        <a:pt x="827" y="190"/>
                        <a:pt x="827" y="190"/>
                      </a:cubicBezTo>
                      <a:cubicBezTo>
                        <a:pt x="825" y="190"/>
                        <a:pt x="823" y="191"/>
                        <a:pt x="822" y="192"/>
                      </a:cubicBezTo>
                      <a:cubicBezTo>
                        <a:pt x="821" y="193"/>
                        <a:pt x="820" y="193"/>
                        <a:pt x="821" y="194"/>
                      </a:cubicBezTo>
                      <a:cubicBezTo>
                        <a:pt x="821" y="195"/>
                        <a:pt x="822" y="195"/>
                        <a:pt x="823" y="195"/>
                      </a:cubicBezTo>
                      <a:close/>
                      <a:moveTo>
                        <a:pt x="682" y="302"/>
                      </a:moveTo>
                      <a:cubicBezTo>
                        <a:pt x="684" y="302"/>
                        <a:pt x="686" y="302"/>
                        <a:pt x="688" y="302"/>
                      </a:cubicBezTo>
                      <a:cubicBezTo>
                        <a:pt x="689" y="302"/>
                        <a:pt x="690" y="302"/>
                        <a:pt x="691" y="302"/>
                      </a:cubicBezTo>
                      <a:cubicBezTo>
                        <a:pt x="691" y="302"/>
                        <a:pt x="691" y="302"/>
                        <a:pt x="691" y="302"/>
                      </a:cubicBezTo>
                      <a:cubicBezTo>
                        <a:pt x="691" y="302"/>
                        <a:pt x="691" y="302"/>
                        <a:pt x="691" y="302"/>
                      </a:cubicBezTo>
                      <a:cubicBezTo>
                        <a:pt x="691" y="301"/>
                        <a:pt x="690" y="301"/>
                        <a:pt x="689" y="301"/>
                      </a:cubicBezTo>
                      <a:cubicBezTo>
                        <a:pt x="689" y="301"/>
                        <a:pt x="688" y="301"/>
                        <a:pt x="688" y="300"/>
                      </a:cubicBezTo>
                      <a:cubicBezTo>
                        <a:pt x="688" y="300"/>
                        <a:pt x="689" y="299"/>
                        <a:pt x="689" y="298"/>
                      </a:cubicBezTo>
                      <a:cubicBezTo>
                        <a:pt x="690" y="298"/>
                        <a:pt x="690" y="298"/>
                        <a:pt x="689" y="297"/>
                      </a:cubicBezTo>
                      <a:cubicBezTo>
                        <a:pt x="688" y="297"/>
                        <a:pt x="688" y="296"/>
                        <a:pt x="686" y="297"/>
                      </a:cubicBezTo>
                      <a:cubicBezTo>
                        <a:pt x="686" y="297"/>
                        <a:pt x="687" y="297"/>
                        <a:pt x="687" y="297"/>
                      </a:cubicBezTo>
                      <a:cubicBezTo>
                        <a:pt x="686" y="297"/>
                        <a:pt x="686" y="297"/>
                        <a:pt x="686" y="297"/>
                      </a:cubicBezTo>
                      <a:cubicBezTo>
                        <a:pt x="688" y="298"/>
                        <a:pt x="687" y="298"/>
                        <a:pt x="687" y="299"/>
                      </a:cubicBezTo>
                      <a:cubicBezTo>
                        <a:pt x="687" y="299"/>
                        <a:pt x="686" y="299"/>
                        <a:pt x="686" y="299"/>
                      </a:cubicBezTo>
                      <a:cubicBezTo>
                        <a:pt x="686" y="299"/>
                        <a:pt x="686" y="299"/>
                        <a:pt x="686" y="299"/>
                      </a:cubicBezTo>
                      <a:cubicBezTo>
                        <a:pt x="686" y="299"/>
                        <a:pt x="686" y="299"/>
                        <a:pt x="686" y="299"/>
                      </a:cubicBezTo>
                      <a:cubicBezTo>
                        <a:pt x="686" y="299"/>
                        <a:pt x="686" y="300"/>
                        <a:pt x="686" y="300"/>
                      </a:cubicBezTo>
                      <a:cubicBezTo>
                        <a:pt x="685" y="300"/>
                        <a:pt x="684" y="299"/>
                        <a:pt x="683" y="299"/>
                      </a:cubicBezTo>
                      <a:cubicBezTo>
                        <a:pt x="683" y="299"/>
                        <a:pt x="683" y="298"/>
                        <a:pt x="682" y="298"/>
                      </a:cubicBezTo>
                      <a:cubicBezTo>
                        <a:pt x="682" y="299"/>
                        <a:pt x="682" y="299"/>
                        <a:pt x="682" y="299"/>
                      </a:cubicBezTo>
                      <a:cubicBezTo>
                        <a:pt x="682" y="299"/>
                        <a:pt x="683" y="299"/>
                        <a:pt x="683" y="299"/>
                      </a:cubicBezTo>
                      <a:cubicBezTo>
                        <a:pt x="682" y="300"/>
                        <a:pt x="681" y="300"/>
                        <a:pt x="680" y="299"/>
                      </a:cubicBezTo>
                      <a:cubicBezTo>
                        <a:pt x="680" y="299"/>
                        <a:pt x="680" y="299"/>
                        <a:pt x="680" y="299"/>
                      </a:cubicBezTo>
                      <a:cubicBezTo>
                        <a:pt x="680" y="299"/>
                        <a:pt x="680" y="299"/>
                        <a:pt x="680" y="299"/>
                      </a:cubicBezTo>
                      <a:cubicBezTo>
                        <a:pt x="680" y="301"/>
                        <a:pt x="681" y="302"/>
                        <a:pt x="682" y="302"/>
                      </a:cubicBezTo>
                      <a:close/>
                      <a:moveTo>
                        <a:pt x="678" y="295"/>
                      </a:moveTo>
                      <a:cubicBezTo>
                        <a:pt x="678" y="295"/>
                        <a:pt x="677" y="295"/>
                        <a:pt x="677" y="295"/>
                      </a:cubicBezTo>
                      <a:cubicBezTo>
                        <a:pt x="676" y="296"/>
                        <a:pt x="675" y="295"/>
                        <a:pt x="674" y="296"/>
                      </a:cubicBezTo>
                      <a:cubicBezTo>
                        <a:pt x="674" y="296"/>
                        <a:pt x="674" y="296"/>
                        <a:pt x="674" y="296"/>
                      </a:cubicBezTo>
                      <a:cubicBezTo>
                        <a:pt x="674" y="296"/>
                        <a:pt x="674" y="296"/>
                        <a:pt x="674" y="296"/>
                      </a:cubicBezTo>
                      <a:cubicBezTo>
                        <a:pt x="674" y="296"/>
                        <a:pt x="673" y="297"/>
                        <a:pt x="674" y="297"/>
                      </a:cubicBezTo>
                      <a:cubicBezTo>
                        <a:pt x="675" y="297"/>
                        <a:pt x="675" y="297"/>
                        <a:pt x="675" y="298"/>
                      </a:cubicBezTo>
                      <a:cubicBezTo>
                        <a:pt x="675" y="298"/>
                        <a:pt x="675" y="298"/>
                        <a:pt x="675" y="298"/>
                      </a:cubicBezTo>
                      <a:cubicBezTo>
                        <a:pt x="676" y="298"/>
                        <a:pt x="676" y="298"/>
                        <a:pt x="676" y="298"/>
                      </a:cubicBezTo>
                      <a:cubicBezTo>
                        <a:pt x="677" y="297"/>
                        <a:pt x="678" y="296"/>
                        <a:pt x="678" y="295"/>
                      </a:cubicBezTo>
                      <a:close/>
                      <a:moveTo>
                        <a:pt x="658" y="269"/>
                      </a:moveTo>
                      <a:cubicBezTo>
                        <a:pt x="658" y="269"/>
                        <a:pt x="659" y="270"/>
                        <a:pt x="659" y="269"/>
                      </a:cubicBezTo>
                      <a:cubicBezTo>
                        <a:pt x="660" y="269"/>
                        <a:pt x="660" y="269"/>
                        <a:pt x="660" y="269"/>
                      </a:cubicBezTo>
                      <a:cubicBezTo>
                        <a:pt x="660" y="269"/>
                        <a:pt x="660" y="269"/>
                        <a:pt x="660" y="269"/>
                      </a:cubicBezTo>
                      <a:cubicBezTo>
                        <a:pt x="660" y="268"/>
                        <a:pt x="661" y="268"/>
                        <a:pt x="661" y="268"/>
                      </a:cubicBezTo>
                      <a:cubicBezTo>
                        <a:pt x="662" y="268"/>
                        <a:pt x="662" y="268"/>
                        <a:pt x="662" y="268"/>
                      </a:cubicBezTo>
                      <a:cubicBezTo>
                        <a:pt x="662" y="268"/>
                        <a:pt x="662" y="268"/>
                        <a:pt x="662" y="268"/>
                      </a:cubicBezTo>
                      <a:cubicBezTo>
                        <a:pt x="662" y="268"/>
                        <a:pt x="662" y="268"/>
                        <a:pt x="662" y="268"/>
                      </a:cubicBezTo>
                      <a:cubicBezTo>
                        <a:pt x="662" y="268"/>
                        <a:pt x="662" y="267"/>
                        <a:pt x="662" y="267"/>
                      </a:cubicBezTo>
                      <a:cubicBezTo>
                        <a:pt x="662" y="267"/>
                        <a:pt x="661" y="267"/>
                        <a:pt x="661" y="267"/>
                      </a:cubicBezTo>
                      <a:cubicBezTo>
                        <a:pt x="661" y="267"/>
                        <a:pt x="660" y="266"/>
                        <a:pt x="660" y="266"/>
                      </a:cubicBezTo>
                      <a:cubicBezTo>
                        <a:pt x="660" y="266"/>
                        <a:pt x="660" y="266"/>
                        <a:pt x="660" y="266"/>
                      </a:cubicBezTo>
                      <a:cubicBezTo>
                        <a:pt x="659" y="266"/>
                        <a:pt x="659" y="266"/>
                        <a:pt x="659" y="267"/>
                      </a:cubicBezTo>
                      <a:cubicBezTo>
                        <a:pt x="658" y="267"/>
                        <a:pt x="658" y="267"/>
                        <a:pt x="658" y="267"/>
                      </a:cubicBezTo>
                      <a:cubicBezTo>
                        <a:pt x="658" y="267"/>
                        <a:pt x="658" y="267"/>
                        <a:pt x="658" y="267"/>
                      </a:cubicBezTo>
                      <a:cubicBezTo>
                        <a:pt x="658" y="267"/>
                        <a:pt x="658" y="268"/>
                        <a:pt x="658" y="268"/>
                      </a:cubicBezTo>
                      <a:cubicBezTo>
                        <a:pt x="657" y="268"/>
                        <a:pt x="658" y="269"/>
                        <a:pt x="658" y="269"/>
                      </a:cubicBezTo>
                      <a:close/>
                      <a:moveTo>
                        <a:pt x="582" y="201"/>
                      </a:moveTo>
                      <a:cubicBezTo>
                        <a:pt x="582" y="202"/>
                        <a:pt x="583" y="203"/>
                        <a:pt x="583" y="203"/>
                      </a:cubicBezTo>
                      <a:cubicBezTo>
                        <a:pt x="584" y="203"/>
                        <a:pt x="584" y="203"/>
                        <a:pt x="584" y="202"/>
                      </a:cubicBezTo>
                      <a:cubicBezTo>
                        <a:pt x="584" y="202"/>
                        <a:pt x="584" y="202"/>
                        <a:pt x="584" y="202"/>
                      </a:cubicBezTo>
                      <a:cubicBezTo>
                        <a:pt x="584" y="201"/>
                        <a:pt x="584" y="201"/>
                        <a:pt x="584" y="200"/>
                      </a:cubicBezTo>
                      <a:cubicBezTo>
                        <a:pt x="584" y="199"/>
                        <a:pt x="583" y="198"/>
                        <a:pt x="582" y="198"/>
                      </a:cubicBezTo>
                      <a:cubicBezTo>
                        <a:pt x="582" y="198"/>
                        <a:pt x="582" y="198"/>
                        <a:pt x="582" y="198"/>
                      </a:cubicBezTo>
                      <a:cubicBezTo>
                        <a:pt x="581" y="198"/>
                        <a:pt x="581" y="198"/>
                        <a:pt x="581" y="198"/>
                      </a:cubicBezTo>
                      <a:cubicBezTo>
                        <a:pt x="582" y="199"/>
                        <a:pt x="582" y="200"/>
                        <a:pt x="582" y="201"/>
                      </a:cubicBezTo>
                      <a:close/>
                      <a:moveTo>
                        <a:pt x="538" y="173"/>
                      </a:moveTo>
                      <a:cubicBezTo>
                        <a:pt x="538" y="173"/>
                        <a:pt x="538" y="173"/>
                        <a:pt x="538" y="172"/>
                      </a:cubicBezTo>
                      <a:cubicBezTo>
                        <a:pt x="538" y="172"/>
                        <a:pt x="538" y="172"/>
                        <a:pt x="538" y="172"/>
                      </a:cubicBezTo>
                      <a:cubicBezTo>
                        <a:pt x="538" y="172"/>
                        <a:pt x="539" y="172"/>
                        <a:pt x="539" y="172"/>
                      </a:cubicBezTo>
                      <a:cubicBezTo>
                        <a:pt x="540" y="171"/>
                        <a:pt x="540" y="171"/>
                        <a:pt x="540" y="171"/>
                      </a:cubicBezTo>
                      <a:cubicBezTo>
                        <a:pt x="540" y="170"/>
                        <a:pt x="541" y="170"/>
                        <a:pt x="540" y="170"/>
                      </a:cubicBezTo>
                      <a:cubicBezTo>
                        <a:pt x="540" y="169"/>
                        <a:pt x="539" y="169"/>
                        <a:pt x="539" y="169"/>
                      </a:cubicBezTo>
                      <a:cubicBezTo>
                        <a:pt x="539" y="169"/>
                        <a:pt x="538" y="169"/>
                        <a:pt x="538" y="169"/>
                      </a:cubicBezTo>
                      <a:cubicBezTo>
                        <a:pt x="538" y="170"/>
                        <a:pt x="537" y="171"/>
                        <a:pt x="537" y="171"/>
                      </a:cubicBezTo>
                      <a:cubicBezTo>
                        <a:pt x="537" y="172"/>
                        <a:pt x="537" y="172"/>
                        <a:pt x="537" y="172"/>
                      </a:cubicBezTo>
                      <a:cubicBezTo>
                        <a:pt x="537" y="172"/>
                        <a:pt x="537" y="172"/>
                        <a:pt x="538" y="173"/>
                      </a:cubicBezTo>
                      <a:close/>
                      <a:moveTo>
                        <a:pt x="850" y="210"/>
                      </a:moveTo>
                      <a:cubicBezTo>
                        <a:pt x="851" y="210"/>
                        <a:pt x="851" y="209"/>
                        <a:pt x="851" y="209"/>
                      </a:cubicBezTo>
                      <a:cubicBezTo>
                        <a:pt x="851" y="208"/>
                        <a:pt x="851" y="207"/>
                        <a:pt x="850" y="207"/>
                      </a:cubicBezTo>
                      <a:cubicBezTo>
                        <a:pt x="849" y="207"/>
                        <a:pt x="848" y="208"/>
                        <a:pt x="848" y="208"/>
                      </a:cubicBezTo>
                      <a:cubicBezTo>
                        <a:pt x="848" y="209"/>
                        <a:pt x="849" y="210"/>
                        <a:pt x="850" y="210"/>
                      </a:cubicBezTo>
                      <a:close/>
                      <a:moveTo>
                        <a:pt x="692" y="309"/>
                      </a:moveTo>
                      <a:cubicBezTo>
                        <a:pt x="692" y="309"/>
                        <a:pt x="692" y="308"/>
                        <a:pt x="692" y="308"/>
                      </a:cubicBezTo>
                      <a:cubicBezTo>
                        <a:pt x="692" y="308"/>
                        <a:pt x="692" y="308"/>
                        <a:pt x="692" y="308"/>
                      </a:cubicBezTo>
                      <a:cubicBezTo>
                        <a:pt x="692" y="308"/>
                        <a:pt x="692" y="308"/>
                        <a:pt x="692" y="308"/>
                      </a:cubicBezTo>
                      <a:cubicBezTo>
                        <a:pt x="692" y="308"/>
                        <a:pt x="692" y="308"/>
                        <a:pt x="692" y="308"/>
                      </a:cubicBezTo>
                      <a:cubicBezTo>
                        <a:pt x="692" y="308"/>
                        <a:pt x="692" y="308"/>
                        <a:pt x="692" y="308"/>
                      </a:cubicBezTo>
                      <a:cubicBezTo>
                        <a:pt x="690" y="309"/>
                        <a:pt x="689" y="308"/>
                        <a:pt x="688" y="307"/>
                      </a:cubicBezTo>
                      <a:cubicBezTo>
                        <a:pt x="688" y="307"/>
                        <a:pt x="688" y="307"/>
                        <a:pt x="688" y="307"/>
                      </a:cubicBezTo>
                      <a:cubicBezTo>
                        <a:pt x="687" y="308"/>
                        <a:pt x="687" y="308"/>
                        <a:pt x="687" y="308"/>
                      </a:cubicBezTo>
                      <a:cubicBezTo>
                        <a:pt x="688" y="309"/>
                        <a:pt x="688" y="310"/>
                        <a:pt x="689" y="310"/>
                      </a:cubicBezTo>
                      <a:cubicBezTo>
                        <a:pt x="690" y="309"/>
                        <a:pt x="691" y="309"/>
                        <a:pt x="692" y="309"/>
                      </a:cubicBezTo>
                      <a:cubicBezTo>
                        <a:pt x="692" y="309"/>
                        <a:pt x="692" y="309"/>
                        <a:pt x="692" y="309"/>
                      </a:cubicBezTo>
                      <a:close/>
                      <a:moveTo>
                        <a:pt x="680" y="279"/>
                      </a:moveTo>
                      <a:cubicBezTo>
                        <a:pt x="680" y="279"/>
                        <a:pt x="680" y="279"/>
                        <a:pt x="680" y="279"/>
                      </a:cubicBezTo>
                      <a:cubicBezTo>
                        <a:pt x="681" y="279"/>
                        <a:pt x="681" y="278"/>
                        <a:pt x="681" y="277"/>
                      </a:cubicBezTo>
                      <a:cubicBezTo>
                        <a:pt x="681" y="277"/>
                        <a:pt x="681" y="276"/>
                        <a:pt x="680" y="276"/>
                      </a:cubicBezTo>
                      <a:cubicBezTo>
                        <a:pt x="680" y="276"/>
                        <a:pt x="679" y="277"/>
                        <a:pt x="679" y="277"/>
                      </a:cubicBezTo>
                      <a:cubicBezTo>
                        <a:pt x="679" y="277"/>
                        <a:pt x="679" y="277"/>
                        <a:pt x="679" y="277"/>
                      </a:cubicBezTo>
                      <a:cubicBezTo>
                        <a:pt x="680" y="278"/>
                        <a:pt x="679" y="279"/>
                        <a:pt x="680" y="279"/>
                      </a:cubicBezTo>
                      <a:close/>
                      <a:moveTo>
                        <a:pt x="909" y="336"/>
                      </a:moveTo>
                      <a:cubicBezTo>
                        <a:pt x="909" y="337"/>
                        <a:pt x="909" y="337"/>
                        <a:pt x="909" y="338"/>
                      </a:cubicBezTo>
                      <a:cubicBezTo>
                        <a:pt x="910" y="338"/>
                        <a:pt x="910" y="338"/>
                        <a:pt x="911" y="339"/>
                      </a:cubicBezTo>
                      <a:cubicBezTo>
                        <a:pt x="911" y="338"/>
                        <a:pt x="911" y="338"/>
                        <a:pt x="911" y="337"/>
                      </a:cubicBezTo>
                      <a:cubicBezTo>
                        <a:pt x="911" y="336"/>
                        <a:pt x="911" y="336"/>
                        <a:pt x="910" y="336"/>
                      </a:cubicBezTo>
                      <a:cubicBezTo>
                        <a:pt x="910" y="336"/>
                        <a:pt x="909" y="336"/>
                        <a:pt x="909" y="336"/>
                      </a:cubicBezTo>
                      <a:close/>
                      <a:moveTo>
                        <a:pt x="876" y="181"/>
                      </a:moveTo>
                      <a:cubicBezTo>
                        <a:pt x="876" y="181"/>
                        <a:pt x="877" y="180"/>
                        <a:pt x="877" y="180"/>
                      </a:cubicBezTo>
                      <a:cubicBezTo>
                        <a:pt x="877" y="180"/>
                        <a:pt x="877" y="179"/>
                        <a:pt x="877" y="179"/>
                      </a:cubicBezTo>
                      <a:cubicBezTo>
                        <a:pt x="876" y="179"/>
                        <a:pt x="876" y="179"/>
                        <a:pt x="876" y="180"/>
                      </a:cubicBezTo>
                      <a:cubicBezTo>
                        <a:pt x="875" y="180"/>
                        <a:pt x="875" y="180"/>
                        <a:pt x="875" y="181"/>
                      </a:cubicBezTo>
                      <a:cubicBezTo>
                        <a:pt x="875" y="181"/>
                        <a:pt x="875" y="181"/>
                        <a:pt x="876" y="181"/>
                      </a:cubicBezTo>
                      <a:close/>
                      <a:moveTo>
                        <a:pt x="685" y="296"/>
                      </a:moveTo>
                      <a:cubicBezTo>
                        <a:pt x="685" y="296"/>
                        <a:pt x="685" y="296"/>
                        <a:pt x="685" y="296"/>
                      </a:cubicBezTo>
                      <a:cubicBezTo>
                        <a:pt x="684" y="295"/>
                        <a:pt x="683" y="296"/>
                        <a:pt x="682" y="296"/>
                      </a:cubicBezTo>
                      <a:cubicBezTo>
                        <a:pt x="682" y="296"/>
                        <a:pt x="682" y="296"/>
                        <a:pt x="682" y="296"/>
                      </a:cubicBezTo>
                      <a:cubicBezTo>
                        <a:pt x="682" y="296"/>
                        <a:pt x="682" y="296"/>
                        <a:pt x="682" y="296"/>
                      </a:cubicBezTo>
                      <a:cubicBezTo>
                        <a:pt x="683" y="297"/>
                        <a:pt x="684" y="297"/>
                        <a:pt x="685" y="296"/>
                      </a:cubicBezTo>
                      <a:close/>
                      <a:moveTo>
                        <a:pt x="847" y="221"/>
                      </a:moveTo>
                      <a:cubicBezTo>
                        <a:pt x="848" y="221"/>
                        <a:pt x="848" y="221"/>
                        <a:pt x="848" y="220"/>
                      </a:cubicBezTo>
                      <a:cubicBezTo>
                        <a:pt x="848" y="219"/>
                        <a:pt x="848" y="219"/>
                        <a:pt x="847" y="219"/>
                      </a:cubicBezTo>
                      <a:cubicBezTo>
                        <a:pt x="847" y="219"/>
                        <a:pt x="847" y="220"/>
                        <a:pt x="847" y="220"/>
                      </a:cubicBezTo>
                      <a:cubicBezTo>
                        <a:pt x="847" y="221"/>
                        <a:pt x="847" y="221"/>
                        <a:pt x="847" y="221"/>
                      </a:cubicBezTo>
                      <a:close/>
                      <a:moveTo>
                        <a:pt x="909" y="335"/>
                      </a:moveTo>
                      <a:cubicBezTo>
                        <a:pt x="910" y="335"/>
                        <a:pt x="910" y="335"/>
                        <a:pt x="910" y="334"/>
                      </a:cubicBezTo>
                      <a:cubicBezTo>
                        <a:pt x="910" y="334"/>
                        <a:pt x="909" y="334"/>
                        <a:pt x="909" y="334"/>
                      </a:cubicBezTo>
                      <a:cubicBezTo>
                        <a:pt x="908" y="334"/>
                        <a:pt x="909" y="334"/>
                        <a:pt x="909" y="334"/>
                      </a:cubicBezTo>
                      <a:cubicBezTo>
                        <a:pt x="909" y="335"/>
                        <a:pt x="909" y="335"/>
                        <a:pt x="909" y="335"/>
                      </a:cubicBezTo>
                      <a:close/>
                      <a:moveTo>
                        <a:pt x="547" y="185"/>
                      </a:moveTo>
                      <a:cubicBezTo>
                        <a:pt x="547" y="185"/>
                        <a:pt x="547" y="185"/>
                        <a:pt x="547" y="185"/>
                      </a:cubicBezTo>
                      <a:cubicBezTo>
                        <a:pt x="548" y="184"/>
                        <a:pt x="549" y="184"/>
                        <a:pt x="548" y="183"/>
                      </a:cubicBezTo>
                      <a:cubicBezTo>
                        <a:pt x="548" y="183"/>
                        <a:pt x="547" y="183"/>
                        <a:pt x="547" y="183"/>
                      </a:cubicBezTo>
                      <a:cubicBezTo>
                        <a:pt x="547" y="183"/>
                        <a:pt x="547" y="183"/>
                        <a:pt x="547" y="183"/>
                      </a:cubicBezTo>
                      <a:cubicBezTo>
                        <a:pt x="547" y="184"/>
                        <a:pt x="547" y="184"/>
                        <a:pt x="547" y="185"/>
                      </a:cubicBezTo>
                      <a:cubicBezTo>
                        <a:pt x="547" y="185"/>
                        <a:pt x="547" y="185"/>
                        <a:pt x="547" y="185"/>
                      </a:cubicBezTo>
                      <a:close/>
                      <a:moveTo>
                        <a:pt x="760" y="313"/>
                      </a:moveTo>
                      <a:cubicBezTo>
                        <a:pt x="760" y="313"/>
                        <a:pt x="760" y="313"/>
                        <a:pt x="760" y="313"/>
                      </a:cubicBezTo>
                      <a:cubicBezTo>
                        <a:pt x="760" y="312"/>
                        <a:pt x="759" y="312"/>
                        <a:pt x="759" y="312"/>
                      </a:cubicBezTo>
                      <a:cubicBezTo>
                        <a:pt x="758" y="313"/>
                        <a:pt x="759" y="313"/>
                        <a:pt x="760" y="313"/>
                      </a:cubicBezTo>
                      <a:close/>
                      <a:moveTo>
                        <a:pt x="903" y="336"/>
                      </a:moveTo>
                      <a:cubicBezTo>
                        <a:pt x="904" y="336"/>
                        <a:pt x="904" y="336"/>
                        <a:pt x="904" y="336"/>
                      </a:cubicBezTo>
                      <a:cubicBezTo>
                        <a:pt x="904" y="335"/>
                        <a:pt x="903" y="335"/>
                        <a:pt x="903" y="335"/>
                      </a:cubicBezTo>
                      <a:cubicBezTo>
                        <a:pt x="903" y="335"/>
                        <a:pt x="902" y="335"/>
                        <a:pt x="903" y="336"/>
                      </a:cubicBezTo>
                      <a:cubicBezTo>
                        <a:pt x="903" y="336"/>
                        <a:pt x="902" y="337"/>
                        <a:pt x="903" y="336"/>
                      </a:cubicBezTo>
                      <a:close/>
                      <a:moveTo>
                        <a:pt x="692" y="290"/>
                      </a:moveTo>
                      <a:cubicBezTo>
                        <a:pt x="692" y="290"/>
                        <a:pt x="692" y="290"/>
                        <a:pt x="692" y="290"/>
                      </a:cubicBezTo>
                      <a:cubicBezTo>
                        <a:pt x="692" y="290"/>
                        <a:pt x="692" y="290"/>
                        <a:pt x="692" y="290"/>
                      </a:cubicBezTo>
                      <a:cubicBezTo>
                        <a:pt x="692" y="289"/>
                        <a:pt x="692" y="289"/>
                        <a:pt x="692" y="289"/>
                      </a:cubicBezTo>
                      <a:cubicBezTo>
                        <a:pt x="692" y="289"/>
                        <a:pt x="692" y="289"/>
                        <a:pt x="692" y="289"/>
                      </a:cubicBezTo>
                      <a:cubicBezTo>
                        <a:pt x="692" y="289"/>
                        <a:pt x="692" y="289"/>
                        <a:pt x="691" y="289"/>
                      </a:cubicBezTo>
                      <a:cubicBezTo>
                        <a:pt x="691" y="289"/>
                        <a:pt x="691" y="289"/>
                        <a:pt x="691" y="289"/>
                      </a:cubicBezTo>
                      <a:cubicBezTo>
                        <a:pt x="691" y="290"/>
                        <a:pt x="691" y="290"/>
                        <a:pt x="691" y="290"/>
                      </a:cubicBezTo>
                      <a:cubicBezTo>
                        <a:pt x="691" y="290"/>
                        <a:pt x="691" y="290"/>
                        <a:pt x="692" y="290"/>
                      </a:cubicBezTo>
                      <a:close/>
                      <a:moveTo>
                        <a:pt x="754" y="319"/>
                      </a:moveTo>
                      <a:cubicBezTo>
                        <a:pt x="755" y="319"/>
                        <a:pt x="755" y="318"/>
                        <a:pt x="755" y="318"/>
                      </a:cubicBezTo>
                      <a:cubicBezTo>
                        <a:pt x="755" y="318"/>
                        <a:pt x="755" y="318"/>
                        <a:pt x="755" y="318"/>
                      </a:cubicBezTo>
                      <a:cubicBezTo>
                        <a:pt x="754" y="318"/>
                        <a:pt x="754" y="318"/>
                        <a:pt x="754" y="318"/>
                      </a:cubicBezTo>
                      <a:cubicBezTo>
                        <a:pt x="754" y="318"/>
                        <a:pt x="754" y="319"/>
                        <a:pt x="754" y="319"/>
                      </a:cubicBezTo>
                      <a:close/>
                      <a:moveTo>
                        <a:pt x="967" y="358"/>
                      </a:moveTo>
                      <a:cubicBezTo>
                        <a:pt x="967" y="358"/>
                        <a:pt x="968" y="358"/>
                        <a:pt x="968" y="359"/>
                      </a:cubicBezTo>
                      <a:cubicBezTo>
                        <a:pt x="968" y="358"/>
                        <a:pt x="968" y="358"/>
                        <a:pt x="968" y="358"/>
                      </a:cubicBezTo>
                      <a:cubicBezTo>
                        <a:pt x="968" y="358"/>
                        <a:pt x="968" y="357"/>
                        <a:pt x="967" y="357"/>
                      </a:cubicBezTo>
                      <a:cubicBezTo>
                        <a:pt x="967" y="357"/>
                        <a:pt x="967" y="357"/>
                        <a:pt x="967" y="357"/>
                      </a:cubicBezTo>
                      <a:cubicBezTo>
                        <a:pt x="967" y="358"/>
                        <a:pt x="967" y="358"/>
                        <a:pt x="967" y="358"/>
                      </a:cubicBezTo>
                      <a:close/>
                      <a:moveTo>
                        <a:pt x="714" y="313"/>
                      </a:moveTo>
                      <a:cubicBezTo>
                        <a:pt x="714" y="313"/>
                        <a:pt x="714" y="313"/>
                        <a:pt x="714" y="313"/>
                      </a:cubicBezTo>
                      <a:cubicBezTo>
                        <a:pt x="714" y="313"/>
                        <a:pt x="714" y="313"/>
                        <a:pt x="714" y="313"/>
                      </a:cubicBezTo>
                      <a:cubicBezTo>
                        <a:pt x="714" y="313"/>
                        <a:pt x="714" y="313"/>
                        <a:pt x="714" y="313"/>
                      </a:cubicBezTo>
                      <a:close/>
                      <a:moveTo>
                        <a:pt x="716" y="313"/>
                      </a:moveTo>
                      <a:cubicBezTo>
                        <a:pt x="715" y="312"/>
                        <a:pt x="715" y="312"/>
                        <a:pt x="714" y="313"/>
                      </a:cubicBezTo>
                      <a:cubicBezTo>
                        <a:pt x="715" y="313"/>
                        <a:pt x="716" y="313"/>
                        <a:pt x="716" y="313"/>
                      </a:cubicBezTo>
                      <a:close/>
                      <a:moveTo>
                        <a:pt x="672" y="301"/>
                      </a:moveTo>
                      <a:cubicBezTo>
                        <a:pt x="672" y="301"/>
                        <a:pt x="672" y="301"/>
                        <a:pt x="672" y="301"/>
                      </a:cubicBezTo>
                      <a:cubicBezTo>
                        <a:pt x="672" y="301"/>
                        <a:pt x="672" y="301"/>
                        <a:pt x="672" y="301"/>
                      </a:cubicBezTo>
                      <a:cubicBezTo>
                        <a:pt x="672" y="301"/>
                        <a:pt x="672" y="300"/>
                        <a:pt x="672" y="300"/>
                      </a:cubicBezTo>
                      <a:cubicBezTo>
                        <a:pt x="672" y="300"/>
                        <a:pt x="672" y="300"/>
                        <a:pt x="672" y="300"/>
                      </a:cubicBezTo>
                      <a:cubicBezTo>
                        <a:pt x="672" y="300"/>
                        <a:pt x="672" y="300"/>
                        <a:pt x="672" y="300"/>
                      </a:cubicBezTo>
                      <a:cubicBezTo>
                        <a:pt x="672" y="300"/>
                        <a:pt x="672" y="299"/>
                        <a:pt x="672" y="299"/>
                      </a:cubicBezTo>
                      <a:cubicBezTo>
                        <a:pt x="672" y="299"/>
                        <a:pt x="671" y="299"/>
                        <a:pt x="671" y="299"/>
                      </a:cubicBezTo>
                      <a:cubicBezTo>
                        <a:pt x="671" y="299"/>
                        <a:pt x="671" y="300"/>
                        <a:pt x="671" y="300"/>
                      </a:cubicBezTo>
                      <a:cubicBezTo>
                        <a:pt x="671" y="300"/>
                        <a:pt x="671" y="301"/>
                        <a:pt x="672" y="301"/>
                      </a:cubicBezTo>
                      <a:close/>
                      <a:moveTo>
                        <a:pt x="581" y="249"/>
                      </a:moveTo>
                      <a:cubicBezTo>
                        <a:pt x="581" y="249"/>
                        <a:pt x="581" y="249"/>
                        <a:pt x="581" y="249"/>
                      </a:cubicBezTo>
                      <a:cubicBezTo>
                        <a:pt x="581" y="248"/>
                        <a:pt x="581" y="248"/>
                        <a:pt x="580" y="248"/>
                      </a:cubicBezTo>
                      <a:cubicBezTo>
                        <a:pt x="580" y="248"/>
                        <a:pt x="580" y="249"/>
                        <a:pt x="581" y="249"/>
                      </a:cubicBezTo>
                      <a:cubicBezTo>
                        <a:pt x="581" y="249"/>
                        <a:pt x="581" y="249"/>
                        <a:pt x="581" y="249"/>
                      </a:cubicBezTo>
                      <a:close/>
                      <a:moveTo>
                        <a:pt x="885" y="190"/>
                      </a:moveTo>
                      <a:cubicBezTo>
                        <a:pt x="886" y="190"/>
                        <a:pt x="886" y="190"/>
                        <a:pt x="886" y="190"/>
                      </a:cubicBezTo>
                      <a:cubicBezTo>
                        <a:pt x="886" y="189"/>
                        <a:pt x="886" y="189"/>
                        <a:pt x="886" y="189"/>
                      </a:cubicBezTo>
                      <a:cubicBezTo>
                        <a:pt x="885" y="189"/>
                        <a:pt x="885" y="189"/>
                        <a:pt x="885" y="190"/>
                      </a:cubicBezTo>
                      <a:cubicBezTo>
                        <a:pt x="885" y="190"/>
                        <a:pt x="885" y="190"/>
                        <a:pt x="885" y="190"/>
                      </a:cubicBezTo>
                      <a:close/>
                      <a:moveTo>
                        <a:pt x="754" y="314"/>
                      </a:moveTo>
                      <a:cubicBezTo>
                        <a:pt x="754" y="314"/>
                        <a:pt x="753" y="314"/>
                        <a:pt x="753" y="314"/>
                      </a:cubicBezTo>
                      <a:cubicBezTo>
                        <a:pt x="753" y="315"/>
                        <a:pt x="754" y="315"/>
                        <a:pt x="754" y="314"/>
                      </a:cubicBezTo>
                      <a:close/>
                      <a:moveTo>
                        <a:pt x="652" y="272"/>
                      </a:moveTo>
                      <a:cubicBezTo>
                        <a:pt x="652" y="272"/>
                        <a:pt x="652" y="272"/>
                        <a:pt x="652" y="271"/>
                      </a:cubicBezTo>
                      <a:cubicBezTo>
                        <a:pt x="652" y="271"/>
                        <a:pt x="652" y="271"/>
                        <a:pt x="652" y="271"/>
                      </a:cubicBezTo>
                      <a:cubicBezTo>
                        <a:pt x="652" y="271"/>
                        <a:pt x="652" y="271"/>
                        <a:pt x="652" y="271"/>
                      </a:cubicBezTo>
                      <a:cubicBezTo>
                        <a:pt x="652" y="271"/>
                        <a:pt x="652" y="271"/>
                        <a:pt x="652" y="271"/>
                      </a:cubicBezTo>
                      <a:cubicBezTo>
                        <a:pt x="652" y="271"/>
                        <a:pt x="651" y="271"/>
                        <a:pt x="651" y="271"/>
                      </a:cubicBezTo>
                      <a:cubicBezTo>
                        <a:pt x="651" y="272"/>
                        <a:pt x="652" y="272"/>
                        <a:pt x="652" y="272"/>
                      </a:cubicBezTo>
                      <a:close/>
                      <a:moveTo>
                        <a:pt x="915" y="340"/>
                      </a:moveTo>
                      <a:cubicBezTo>
                        <a:pt x="915" y="340"/>
                        <a:pt x="915" y="340"/>
                        <a:pt x="916" y="340"/>
                      </a:cubicBezTo>
                      <a:cubicBezTo>
                        <a:pt x="916" y="339"/>
                        <a:pt x="915" y="339"/>
                        <a:pt x="915" y="339"/>
                      </a:cubicBezTo>
                      <a:cubicBezTo>
                        <a:pt x="915" y="339"/>
                        <a:pt x="915" y="339"/>
                        <a:pt x="915" y="340"/>
                      </a:cubicBezTo>
                      <a:cubicBezTo>
                        <a:pt x="915" y="340"/>
                        <a:pt x="915" y="340"/>
                        <a:pt x="915" y="340"/>
                      </a:cubicBezTo>
                      <a:close/>
                      <a:moveTo>
                        <a:pt x="543" y="177"/>
                      </a:moveTo>
                      <a:cubicBezTo>
                        <a:pt x="543" y="177"/>
                        <a:pt x="543" y="177"/>
                        <a:pt x="543" y="177"/>
                      </a:cubicBezTo>
                      <a:cubicBezTo>
                        <a:pt x="543" y="177"/>
                        <a:pt x="543" y="177"/>
                        <a:pt x="543" y="176"/>
                      </a:cubicBezTo>
                      <a:cubicBezTo>
                        <a:pt x="544" y="176"/>
                        <a:pt x="544" y="176"/>
                        <a:pt x="544" y="176"/>
                      </a:cubicBezTo>
                      <a:cubicBezTo>
                        <a:pt x="545" y="176"/>
                        <a:pt x="545" y="175"/>
                        <a:pt x="545" y="175"/>
                      </a:cubicBezTo>
                      <a:cubicBezTo>
                        <a:pt x="545" y="174"/>
                        <a:pt x="545" y="174"/>
                        <a:pt x="545" y="174"/>
                      </a:cubicBezTo>
                      <a:cubicBezTo>
                        <a:pt x="544" y="174"/>
                        <a:pt x="544" y="173"/>
                        <a:pt x="543" y="174"/>
                      </a:cubicBezTo>
                      <a:cubicBezTo>
                        <a:pt x="543" y="174"/>
                        <a:pt x="543" y="174"/>
                        <a:pt x="543" y="174"/>
                      </a:cubicBezTo>
                      <a:cubicBezTo>
                        <a:pt x="542" y="175"/>
                        <a:pt x="543" y="175"/>
                        <a:pt x="543" y="176"/>
                      </a:cubicBezTo>
                      <a:cubicBezTo>
                        <a:pt x="543" y="176"/>
                        <a:pt x="543" y="176"/>
                        <a:pt x="543" y="176"/>
                      </a:cubicBezTo>
                      <a:cubicBezTo>
                        <a:pt x="543" y="176"/>
                        <a:pt x="543" y="176"/>
                        <a:pt x="543" y="177"/>
                      </a:cubicBezTo>
                      <a:cubicBezTo>
                        <a:pt x="543" y="177"/>
                        <a:pt x="542" y="177"/>
                        <a:pt x="542" y="177"/>
                      </a:cubicBezTo>
                      <a:cubicBezTo>
                        <a:pt x="542" y="177"/>
                        <a:pt x="543" y="177"/>
                        <a:pt x="543" y="177"/>
                      </a:cubicBezTo>
                      <a:close/>
                      <a:moveTo>
                        <a:pt x="1064" y="325"/>
                      </a:moveTo>
                      <a:cubicBezTo>
                        <a:pt x="1064" y="325"/>
                        <a:pt x="1064" y="324"/>
                        <a:pt x="1064" y="324"/>
                      </a:cubicBezTo>
                      <a:cubicBezTo>
                        <a:pt x="1064" y="324"/>
                        <a:pt x="1064" y="324"/>
                        <a:pt x="1064" y="324"/>
                      </a:cubicBezTo>
                      <a:cubicBezTo>
                        <a:pt x="1063" y="324"/>
                        <a:pt x="1063" y="324"/>
                        <a:pt x="1063" y="324"/>
                      </a:cubicBezTo>
                      <a:cubicBezTo>
                        <a:pt x="1063" y="324"/>
                        <a:pt x="1063" y="325"/>
                        <a:pt x="1064" y="325"/>
                      </a:cubicBezTo>
                      <a:close/>
                      <a:moveTo>
                        <a:pt x="648" y="287"/>
                      </a:moveTo>
                      <a:cubicBezTo>
                        <a:pt x="648" y="287"/>
                        <a:pt x="648" y="287"/>
                        <a:pt x="648" y="287"/>
                      </a:cubicBezTo>
                      <a:cubicBezTo>
                        <a:pt x="648" y="287"/>
                        <a:pt x="648" y="287"/>
                        <a:pt x="648" y="287"/>
                      </a:cubicBezTo>
                      <a:cubicBezTo>
                        <a:pt x="647" y="287"/>
                        <a:pt x="647" y="287"/>
                        <a:pt x="647" y="287"/>
                      </a:cubicBezTo>
                      <a:cubicBezTo>
                        <a:pt x="647" y="287"/>
                        <a:pt x="647" y="287"/>
                        <a:pt x="647" y="287"/>
                      </a:cubicBezTo>
                      <a:cubicBezTo>
                        <a:pt x="647" y="287"/>
                        <a:pt x="647" y="287"/>
                        <a:pt x="648" y="288"/>
                      </a:cubicBezTo>
                      <a:cubicBezTo>
                        <a:pt x="648" y="288"/>
                        <a:pt x="648" y="288"/>
                        <a:pt x="648" y="287"/>
                      </a:cubicBezTo>
                      <a:close/>
                      <a:moveTo>
                        <a:pt x="679" y="297"/>
                      </a:moveTo>
                      <a:cubicBezTo>
                        <a:pt x="679" y="297"/>
                        <a:pt x="679" y="296"/>
                        <a:pt x="679" y="296"/>
                      </a:cubicBezTo>
                      <a:cubicBezTo>
                        <a:pt x="679" y="296"/>
                        <a:pt x="679" y="296"/>
                        <a:pt x="679" y="296"/>
                      </a:cubicBezTo>
                      <a:cubicBezTo>
                        <a:pt x="679" y="296"/>
                        <a:pt x="679" y="296"/>
                        <a:pt x="679" y="296"/>
                      </a:cubicBezTo>
                      <a:cubicBezTo>
                        <a:pt x="679" y="296"/>
                        <a:pt x="678" y="296"/>
                        <a:pt x="679" y="296"/>
                      </a:cubicBezTo>
                      <a:cubicBezTo>
                        <a:pt x="679" y="296"/>
                        <a:pt x="679" y="297"/>
                        <a:pt x="679" y="297"/>
                      </a:cubicBezTo>
                      <a:cubicBezTo>
                        <a:pt x="679" y="297"/>
                        <a:pt x="679" y="297"/>
                        <a:pt x="679" y="297"/>
                      </a:cubicBezTo>
                      <a:close/>
                      <a:moveTo>
                        <a:pt x="718" y="313"/>
                      </a:moveTo>
                      <a:cubicBezTo>
                        <a:pt x="718" y="313"/>
                        <a:pt x="718" y="313"/>
                        <a:pt x="718" y="313"/>
                      </a:cubicBezTo>
                      <a:cubicBezTo>
                        <a:pt x="718" y="313"/>
                        <a:pt x="718" y="312"/>
                        <a:pt x="717" y="312"/>
                      </a:cubicBezTo>
                      <a:cubicBezTo>
                        <a:pt x="717" y="312"/>
                        <a:pt x="717" y="312"/>
                        <a:pt x="717" y="313"/>
                      </a:cubicBezTo>
                      <a:cubicBezTo>
                        <a:pt x="717" y="313"/>
                        <a:pt x="717" y="313"/>
                        <a:pt x="718" y="313"/>
                      </a:cubicBezTo>
                      <a:close/>
                      <a:moveTo>
                        <a:pt x="680" y="298"/>
                      </a:moveTo>
                      <a:cubicBezTo>
                        <a:pt x="680" y="298"/>
                        <a:pt x="680" y="298"/>
                        <a:pt x="680" y="298"/>
                      </a:cubicBezTo>
                      <a:cubicBezTo>
                        <a:pt x="680" y="298"/>
                        <a:pt x="680" y="298"/>
                        <a:pt x="680" y="298"/>
                      </a:cubicBezTo>
                      <a:cubicBezTo>
                        <a:pt x="680" y="298"/>
                        <a:pt x="680" y="298"/>
                        <a:pt x="680" y="298"/>
                      </a:cubicBezTo>
                      <a:cubicBezTo>
                        <a:pt x="680" y="298"/>
                        <a:pt x="680" y="298"/>
                        <a:pt x="680" y="298"/>
                      </a:cubicBezTo>
                      <a:cubicBezTo>
                        <a:pt x="680" y="298"/>
                        <a:pt x="680" y="298"/>
                        <a:pt x="680" y="298"/>
                      </a:cubicBezTo>
                      <a:cubicBezTo>
                        <a:pt x="680" y="298"/>
                        <a:pt x="680" y="298"/>
                        <a:pt x="680" y="298"/>
                      </a:cubicBezTo>
                      <a:cubicBezTo>
                        <a:pt x="680" y="298"/>
                        <a:pt x="680" y="298"/>
                        <a:pt x="680" y="298"/>
                      </a:cubicBezTo>
                      <a:cubicBezTo>
                        <a:pt x="680" y="298"/>
                        <a:pt x="680" y="298"/>
                        <a:pt x="680" y="298"/>
                      </a:cubicBezTo>
                      <a:cubicBezTo>
                        <a:pt x="680" y="298"/>
                        <a:pt x="680" y="298"/>
                        <a:pt x="680" y="298"/>
                      </a:cubicBezTo>
                      <a:cubicBezTo>
                        <a:pt x="680" y="298"/>
                        <a:pt x="680" y="298"/>
                        <a:pt x="680" y="298"/>
                      </a:cubicBezTo>
                      <a:cubicBezTo>
                        <a:pt x="680" y="298"/>
                        <a:pt x="680" y="298"/>
                        <a:pt x="680" y="298"/>
                      </a:cubicBezTo>
                      <a:close/>
                      <a:moveTo>
                        <a:pt x="689" y="291"/>
                      </a:moveTo>
                      <a:cubicBezTo>
                        <a:pt x="689" y="291"/>
                        <a:pt x="689" y="291"/>
                        <a:pt x="689" y="291"/>
                      </a:cubicBezTo>
                      <a:cubicBezTo>
                        <a:pt x="689" y="291"/>
                        <a:pt x="689" y="291"/>
                        <a:pt x="689" y="291"/>
                      </a:cubicBezTo>
                      <a:cubicBezTo>
                        <a:pt x="690" y="291"/>
                        <a:pt x="690" y="291"/>
                        <a:pt x="690" y="291"/>
                      </a:cubicBezTo>
                      <a:cubicBezTo>
                        <a:pt x="690" y="291"/>
                        <a:pt x="689" y="291"/>
                        <a:pt x="689" y="291"/>
                      </a:cubicBezTo>
                      <a:cubicBezTo>
                        <a:pt x="689" y="291"/>
                        <a:pt x="689" y="291"/>
                        <a:pt x="689" y="291"/>
                      </a:cubicBezTo>
                      <a:cubicBezTo>
                        <a:pt x="689" y="291"/>
                        <a:pt x="689" y="291"/>
                        <a:pt x="689" y="291"/>
                      </a:cubicBezTo>
                      <a:cubicBezTo>
                        <a:pt x="689" y="291"/>
                        <a:pt x="689" y="291"/>
                        <a:pt x="689" y="291"/>
                      </a:cubicBezTo>
                      <a:cubicBezTo>
                        <a:pt x="689" y="291"/>
                        <a:pt x="689" y="291"/>
                        <a:pt x="689" y="291"/>
                      </a:cubicBezTo>
                      <a:close/>
                      <a:moveTo>
                        <a:pt x="673" y="305"/>
                      </a:moveTo>
                      <a:cubicBezTo>
                        <a:pt x="672" y="306"/>
                        <a:pt x="672" y="306"/>
                        <a:pt x="672" y="306"/>
                      </a:cubicBezTo>
                      <a:cubicBezTo>
                        <a:pt x="672" y="306"/>
                        <a:pt x="673" y="306"/>
                        <a:pt x="673" y="306"/>
                      </a:cubicBezTo>
                      <a:cubicBezTo>
                        <a:pt x="673" y="306"/>
                        <a:pt x="673" y="306"/>
                        <a:pt x="673" y="306"/>
                      </a:cubicBezTo>
                      <a:cubicBezTo>
                        <a:pt x="673" y="306"/>
                        <a:pt x="673" y="306"/>
                        <a:pt x="673" y="306"/>
                      </a:cubicBezTo>
                      <a:cubicBezTo>
                        <a:pt x="673" y="306"/>
                        <a:pt x="673" y="306"/>
                        <a:pt x="673" y="306"/>
                      </a:cubicBezTo>
                      <a:cubicBezTo>
                        <a:pt x="673" y="306"/>
                        <a:pt x="673" y="306"/>
                        <a:pt x="673" y="305"/>
                      </a:cubicBezTo>
                      <a:close/>
                      <a:moveTo>
                        <a:pt x="649" y="293"/>
                      </a:moveTo>
                      <a:cubicBezTo>
                        <a:pt x="649" y="293"/>
                        <a:pt x="649" y="293"/>
                        <a:pt x="649" y="293"/>
                      </a:cubicBezTo>
                      <a:cubicBezTo>
                        <a:pt x="649" y="293"/>
                        <a:pt x="649" y="293"/>
                        <a:pt x="649" y="293"/>
                      </a:cubicBezTo>
                      <a:cubicBezTo>
                        <a:pt x="649" y="293"/>
                        <a:pt x="649" y="293"/>
                        <a:pt x="649" y="293"/>
                      </a:cubicBezTo>
                      <a:cubicBezTo>
                        <a:pt x="648" y="293"/>
                        <a:pt x="648" y="292"/>
                        <a:pt x="648" y="292"/>
                      </a:cubicBezTo>
                      <a:cubicBezTo>
                        <a:pt x="648" y="292"/>
                        <a:pt x="647" y="292"/>
                        <a:pt x="646" y="292"/>
                      </a:cubicBezTo>
                      <a:cubicBezTo>
                        <a:pt x="646" y="292"/>
                        <a:pt x="647" y="292"/>
                        <a:pt x="647" y="292"/>
                      </a:cubicBezTo>
                      <a:cubicBezTo>
                        <a:pt x="648" y="291"/>
                        <a:pt x="649" y="292"/>
                        <a:pt x="649" y="293"/>
                      </a:cubicBezTo>
                      <a:close/>
                      <a:moveTo>
                        <a:pt x="1103" y="423"/>
                      </a:moveTo>
                      <a:cubicBezTo>
                        <a:pt x="1102" y="423"/>
                        <a:pt x="1101" y="422"/>
                        <a:pt x="1101" y="422"/>
                      </a:cubicBezTo>
                      <a:cubicBezTo>
                        <a:pt x="1100" y="420"/>
                        <a:pt x="1099" y="420"/>
                        <a:pt x="1098" y="419"/>
                      </a:cubicBezTo>
                      <a:cubicBezTo>
                        <a:pt x="1097" y="418"/>
                        <a:pt x="1096" y="416"/>
                        <a:pt x="1094" y="415"/>
                      </a:cubicBezTo>
                      <a:cubicBezTo>
                        <a:pt x="1093" y="415"/>
                        <a:pt x="1093" y="414"/>
                        <a:pt x="1093" y="413"/>
                      </a:cubicBezTo>
                      <a:cubicBezTo>
                        <a:pt x="1092" y="411"/>
                        <a:pt x="1090" y="411"/>
                        <a:pt x="1090" y="409"/>
                      </a:cubicBezTo>
                      <a:cubicBezTo>
                        <a:pt x="1089" y="409"/>
                        <a:pt x="1089" y="409"/>
                        <a:pt x="1089" y="409"/>
                      </a:cubicBezTo>
                      <a:cubicBezTo>
                        <a:pt x="1088" y="409"/>
                        <a:pt x="1087" y="409"/>
                        <a:pt x="1086" y="409"/>
                      </a:cubicBezTo>
                      <a:cubicBezTo>
                        <a:pt x="1086" y="408"/>
                        <a:pt x="1085" y="409"/>
                        <a:pt x="1085" y="409"/>
                      </a:cubicBezTo>
                      <a:cubicBezTo>
                        <a:pt x="1086" y="410"/>
                        <a:pt x="1085" y="410"/>
                        <a:pt x="1084" y="410"/>
                      </a:cubicBezTo>
                      <a:cubicBezTo>
                        <a:pt x="1084" y="410"/>
                        <a:pt x="1083" y="410"/>
                        <a:pt x="1082" y="409"/>
                      </a:cubicBezTo>
                      <a:cubicBezTo>
                        <a:pt x="1081" y="409"/>
                        <a:pt x="1081" y="409"/>
                        <a:pt x="1081" y="410"/>
                      </a:cubicBezTo>
                      <a:cubicBezTo>
                        <a:pt x="1080" y="410"/>
                        <a:pt x="1081" y="411"/>
                        <a:pt x="1080" y="411"/>
                      </a:cubicBezTo>
                      <a:cubicBezTo>
                        <a:pt x="1080" y="411"/>
                        <a:pt x="1080" y="410"/>
                        <a:pt x="1080" y="410"/>
                      </a:cubicBezTo>
                      <a:cubicBezTo>
                        <a:pt x="1080" y="410"/>
                        <a:pt x="1079" y="409"/>
                        <a:pt x="1080" y="408"/>
                      </a:cubicBezTo>
                      <a:cubicBezTo>
                        <a:pt x="1081" y="408"/>
                        <a:pt x="1080" y="408"/>
                        <a:pt x="1080" y="407"/>
                      </a:cubicBezTo>
                      <a:cubicBezTo>
                        <a:pt x="1078" y="406"/>
                        <a:pt x="1076" y="407"/>
                        <a:pt x="1074" y="407"/>
                      </a:cubicBezTo>
                      <a:cubicBezTo>
                        <a:pt x="1073" y="407"/>
                        <a:pt x="1073" y="406"/>
                        <a:pt x="1072" y="407"/>
                      </a:cubicBezTo>
                      <a:cubicBezTo>
                        <a:pt x="1075" y="408"/>
                        <a:pt x="1076" y="412"/>
                        <a:pt x="1074" y="415"/>
                      </a:cubicBezTo>
                      <a:cubicBezTo>
                        <a:pt x="1074" y="415"/>
                        <a:pt x="1074" y="415"/>
                        <a:pt x="1074" y="416"/>
                      </a:cubicBezTo>
                      <a:cubicBezTo>
                        <a:pt x="1074" y="416"/>
                        <a:pt x="1074" y="416"/>
                        <a:pt x="1075" y="416"/>
                      </a:cubicBezTo>
                      <a:cubicBezTo>
                        <a:pt x="1076" y="416"/>
                        <a:pt x="1076" y="417"/>
                        <a:pt x="1077" y="418"/>
                      </a:cubicBezTo>
                      <a:cubicBezTo>
                        <a:pt x="1077" y="418"/>
                        <a:pt x="1077" y="419"/>
                        <a:pt x="1076" y="420"/>
                      </a:cubicBezTo>
                      <a:cubicBezTo>
                        <a:pt x="1076" y="420"/>
                        <a:pt x="1076" y="420"/>
                        <a:pt x="1075" y="420"/>
                      </a:cubicBezTo>
                      <a:cubicBezTo>
                        <a:pt x="1075" y="420"/>
                        <a:pt x="1075" y="420"/>
                        <a:pt x="1075" y="419"/>
                      </a:cubicBezTo>
                      <a:cubicBezTo>
                        <a:pt x="1075" y="419"/>
                        <a:pt x="1075" y="418"/>
                        <a:pt x="1074" y="418"/>
                      </a:cubicBezTo>
                      <a:cubicBezTo>
                        <a:pt x="1073" y="417"/>
                        <a:pt x="1073" y="418"/>
                        <a:pt x="1073" y="419"/>
                      </a:cubicBezTo>
                      <a:cubicBezTo>
                        <a:pt x="1072" y="420"/>
                        <a:pt x="1071" y="419"/>
                        <a:pt x="1072" y="418"/>
                      </a:cubicBezTo>
                      <a:cubicBezTo>
                        <a:pt x="1072" y="416"/>
                        <a:pt x="1071" y="415"/>
                        <a:pt x="1069" y="415"/>
                      </a:cubicBezTo>
                      <a:cubicBezTo>
                        <a:pt x="1069" y="415"/>
                        <a:pt x="1069" y="415"/>
                        <a:pt x="1068" y="414"/>
                      </a:cubicBezTo>
                      <a:cubicBezTo>
                        <a:pt x="1068" y="413"/>
                        <a:pt x="1069" y="413"/>
                        <a:pt x="1069" y="413"/>
                      </a:cubicBezTo>
                      <a:cubicBezTo>
                        <a:pt x="1071" y="412"/>
                        <a:pt x="1070" y="411"/>
                        <a:pt x="1070" y="410"/>
                      </a:cubicBezTo>
                      <a:cubicBezTo>
                        <a:pt x="1069" y="408"/>
                        <a:pt x="1069" y="407"/>
                        <a:pt x="1069" y="405"/>
                      </a:cubicBezTo>
                      <a:cubicBezTo>
                        <a:pt x="1069" y="404"/>
                        <a:pt x="1069" y="403"/>
                        <a:pt x="1069" y="402"/>
                      </a:cubicBezTo>
                      <a:cubicBezTo>
                        <a:pt x="1070" y="402"/>
                        <a:pt x="1069" y="401"/>
                        <a:pt x="1068" y="401"/>
                      </a:cubicBezTo>
                      <a:cubicBezTo>
                        <a:pt x="1068" y="400"/>
                        <a:pt x="1068" y="401"/>
                        <a:pt x="1068" y="402"/>
                      </a:cubicBezTo>
                      <a:cubicBezTo>
                        <a:pt x="1067" y="402"/>
                        <a:pt x="1067" y="402"/>
                        <a:pt x="1066" y="402"/>
                      </a:cubicBezTo>
                      <a:cubicBezTo>
                        <a:pt x="1067" y="399"/>
                        <a:pt x="1066" y="396"/>
                        <a:pt x="1063" y="395"/>
                      </a:cubicBezTo>
                      <a:cubicBezTo>
                        <a:pt x="1063" y="395"/>
                        <a:pt x="1063" y="394"/>
                        <a:pt x="1062" y="395"/>
                      </a:cubicBezTo>
                      <a:cubicBezTo>
                        <a:pt x="1062" y="395"/>
                        <a:pt x="1062" y="395"/>
                        <a:pt x="1062" y="396"/>
                      </a:cubicBezTo>
                      <a:cubicBezTo>
                        <a:pt x="1062" y="396"/>
                        <a:pt x="1063" y="397"/>
                        <a:pt x="1063" y="398"/>
                      </a:cubicBezTo>
                      <a:cubicBezTo>
                        <a:pt x="1062" y="397"/>
                        <a:pt x="1062" y="397"/>
                        <a:pt x="1061" y="397"/>
                      </a:cubicBezTo>
                      <a:cubicBezTo>
                        <a:pt x="1061" y="397"/>
                        <a:pt x="1060" y="397"/>
                        <a:pt x="1060" y="396"/>
                      </a:cubicBezTo>
                      <a:cubicBezTo>
                        <a:pt x="1059" y="395"/>
                        <a:pt x="1060" y="395"/>
                        <a:pt x="1060" y="395"/>
                      </a:cubicBezTo>
                      <a:cubicBezTo>
                        <a:pt x="1060" y="394"/>
                        <a:pt x="1061" y="394"/>
                        <a:pt x="1061" y="393"/>
                      </a:cubicBezTo>
                      <a:cubicBezTo>
                        <a:pt x="1061" y="392"/>
                        <a:pt x="1060" y="392"/>
                        <a:pt x="1059" y="392"/>
                      </a:cubicBezTo>
                      <a:cubicBezTo>
                        <a:pt x="1057" y="393"/>
                        <a:pt x="1056" y="392"/>
                        <a:pt x="1055" y="391"/>
                      </a:cubicBezTo>
                      <a:cubicBezTo>
                        <a:pt x="1056" y="390"/>
                        <a:pt x="1056" y="390"/>
                        <a:pt x="1057" y="390"/>
                      </a:cubicBezTo>
                      <a:cubicBezTo>
                        <a:pt x="1056" y="389"/>
                        <a:pt x="1056" y="389"/>
                        <a:pt x="1055" y="388"/>
                      </a:cubicBezTo>
                      <a:cubicBezTo>
                        <a:pt x="1055" y="388"/>
                        <a:pt x="1055" y="388"/>
                        <a:pt x="1054" y="388"/>
                      </a:cubicBezTo>
                      <a:cubicBezTo>
                        <a:pt x="1053" y="388"/>
                        <a:pt x="1053" y="388"/>
                        <a:pt x="1053" y="387"/>
                      </a:cubicBezTo>
                      <a:cubicBezTo>
                        <a:pt x="1052" y="386"/>
                        <a:pt x="1052" y="386"/>
                        <a:pt x="1051" y="387"/>
                      </a:cubicBezTo>
                      <a:cubicBezTo>
                        <a:pt x="1051" y="388"/>
                        <a:pt x="1051" y="389"/>
                        <a:pt x="1051" y="390"/>
                      </a:cubicBezTo>
                      <a:cubicBezTo>
                        <a:pt x="1051" y="391"/>
                        <a:pt x="1051" y="392"/>
                        <a:pt x="1050" y="392"/>
                      </a:cubicBezTo>
                      <a:cubicBezTo>
                        <a:pt x="1050" y="390"/>
                        <a:pt x="1050" y="389"/>
                        <a:pt x="1050" y="387"/>
                      </a:cubicBezTo>
                      <a:cubicBezTo>
                        <a:pt x="1050" y="386"/>
                        <a:pt x="1050" y="385"/>
                        <a:pt x="1048" y="385"/>
                      </a:cubicBezTo>
                      <a:cubicBezTo>
                        <a:pt x="1048" y="384"/>
                        <a:pt x="1048" y="383"/>
                        <a:pt x="1047" y="383"/>
                      </a:cubicBezTo>
                      <a:cubicBezTo>
                        <a:pt x="1046" y="382"/>
                        <a:pt x="1045" y="381"/>
                        <a:pt x="1044" y="381"/>
                      </a:cubicBezTo>
                      <a:cubicBezTo>
                        <a:pt x="1043" y="381"/>
                        <a:pt x="1043" y="380"/>
                        <a:pt x="1043" y="379"/>
                      </a:cubicBezTo>
                      <a:cubicBezTo>
                        <a:pt x="1043" y="377"/>
                        <a:pt x="1042" y="376"/>
                        <a:pt x="1040" y="376"/>
                      </a:cubicBezTo>
                      <a:cubicBezTo>
                        <a:pt x="1040" y="376"/>
                        <a:pt x="1039" y="376"/>
                        <a:pt x="1039" y="376"/>
                      </a:cubicBezTo>
                      <a:cubicBezTo>
                        <a:pt x="1038" y="374"/>
                        <a:pt x="1037" y="374"/>
                        <a:pt x="1035" y="373"/>
                      </a:cubicBezTo>
                      <a:cubicBezTo>
                        <a:pt x="1034" y="373"/>
                        <a:pt x="1034" y="372"/>
                        <a:pt x="1032" y="372"/>
                      </a:cubicBezTo>
                      <a:cubicBezTo>
                        <a:pt x="1032" y="372"/>
                        <a:pt x="1032" y="371"/>
                        <a:pt x="1032" y="371"/>
                      </a:cubicBezTo>
                      <a:cubicBezTo>
                        <a:pt x="1031" y="368"/>
                        <a:pt x="1030" y="367"/>
                        <a:pt x="1027" y="367"/>
                      </a:cubicBezTo>
                      <a:cubicBezTo>
                        <a:pt x="1027" y="367"/>
                        <a:pt x="1026" y="367"/>
                        <a:pt x="1025" y="366"/>
                      </a:cubicBezTo>
                      <a:cubicBezTo>
                        <a:pt x="1026" y="364"/>
                        <a:pt x="1027" y="367"/>
                        <a:pt x="1027" y="366"/>
                      </a:cubicBezTo>
                      <a:cubicBezTo>
                        <a:pt x="1028" y="366"/>
                        <a:pt x="1027" y="365"/>
                        <a:pt x="1027" y="365"/>
                      </a:cubicBezTo>
                      <a:cubicBezTo>
                        <a:pt x="1026" y="364"/>
                        <a:pt x="1024" y="363"/>
                        <a:pt x="1022" y="363"/>
                      </a:cubicBezTo>
                      <a:cubicBezTo>
                        <a:pt x="1021" y="363"/>
                        <a:pt x="1020" y="363"/>
                        <a:pt x="1020" y="363"/>
                      </a:cubicBezTo>
                      <a:cubicBezTo>
                        <a:pt x="1018" y="362"/>
                        <a:pt x="1018" y="360"/>
                        <a:pt x="1016" y="360"/>
                      </a:cubicBezTo>
                      <a:cubicBezTo>
                        <a:pt x="1013" y="360"/>
                        <a:pt x="1010" y="358"/>
                        <a:pt x="1008" y="355"/>
                      </a:cubicBezTo>
                      <a:cubicBezTo>
                        <a:pt x="1008" y="356"/>
                        <a:pt x="1008" y="357"/>
                        <a:pt x="1007" y="357"/>
                      </a:cubicBezTo>
                      <a:cubicBezTo>
                        <a:pt x="1007" y="355"/>
                        <a:pt x="1006" y="356"/>
                        <a:pt x="1005" y="356"/>
                      </a:cubicBezTo>
                      <a:cubicBezTo>
                        <a:pt x="1004" y="356"/>
                        <a:pt x="1004" y="356"/>
                        <a:pt x="1004" y="356"/>
                      </a:cubicBezTo>
                      <a:cubicBezTo>
                        <a:pt x="1003" y="356"/>
                        <a:pt x="1002" y="356"/>
                        <a:pt x="1002" y="356"/>
                      </a:cubicBezTo>
                      <a:cubicBezTo>
                        <a:pt x="1000" y="356"/>
                        <a:pt x="997" y="357"/>
                        <a:pt x="995" y="355"/>
                      </a:cubicBezTo>
                      <a:cubicBezTo>
                        <a:pt x="994" y="354"/>
                        <a:pt x="993" y="354"/>
                        <a:pt x="991" y="355"/>
                      </a:cubicBezTo>
                      <a:cubicBezTo>
                        <a:pt x="991" y="355"/>
                        <a:pt x="991" y="355"/>
                        <a:pt x="990" y="355"/>
                      </a:cubicBezTo>
                      <a:cubicBezTo>
                        <a:pt x="990" y="354"/>
                        <a:pt x="989" y="354"/>
                        <a:pt x="989" y="355"/>
                      </a:cubicBezTo>
                      <a:cubicBezTo>
                        <a:pt x="989" y="355"/>
                        <a:pt x="989" y="355"/>
                        <a:pt x="990" y="356"/>
                      </a:cubicBezTo>
                      <a:cubicBezTo>
                        <a:pt x="990" y="356"/>
                        <a:pt x="990" y="357"/>
                        <a:pt x="989" y="357"/>
                      </a:cubicBezTo>
                      <a:cubicBezTo>
                        <a:pt x="988" y="358"/>
                        <a:pt x="988" y="357"/>
                        <a:pt x="988" y="356"/>
                      </a:cubicBezTo>
                      <a:cubicBezTo>
                        <a:pt x="988" y="356"/>
                        <a:pt x="988" y="356"/>
                        <a:pt x="987" y="356"/>
                      </a:cubicBezTo>
                      <a:cubicBezTo>
                        <a:pt x="987" y="355"/>
                        <a:pt x="986" y="355"/>
                        <a:pt x="985" y="354"/>
                      </a:cubicBezTo>
                      <a:cubicBezTo>
                        <a:pt x="985" y="354"/>
                        <a:pt x="985" y="353"/>
                        <a:pt x="985" y="353"/>
                      </a:cubicBezTo>
                      <a:cubicBezTo>
                        <a:pt x="983" y="355"/>
                        <a:pt x="981" y="353"/>
                        <a:pt x="979" y="353"/>
                      </a:cubicBezTo>
                      <a:cubicBezTo>
                        <a:pt x="976" y="352"/>
                        <a:pt x="973" y="351"/>
                        <a:pt x="970" y="350"/>
                      </a:cubicBezTo>
                      <a:cubicBezTo>
                        <a:pt x="971" y="352"/>
                        <a:pt x="970" y="353"/>
                        <a:pt x="970" y="355"/>
                      </a:cubicBezTo>
                      <a:cubicBezTo>
                        <a:pt x="970" y="358"/>
                        <a:pt x="970" y="358"/>
                        <a:pt x="968" y="359"/>
                      </a:cubicBezTo>
                      <a:cubicBezTo>
                        <a:pt x="968" y="359"/>
                        <a:pt x="967" y="361"/>
                        <a:pt x="969" y="361"/>
                      </a:cubicBezTo>
                      <a:cubicBezTo>
                        <a:pt x="971" y="360"/>
                        <a:pt x="971" y="362"/>
                        <a:pt x="972" y="363"/>
                      </a:cubicBezTo>
                      <a:cubicBezTo>
                        <a:pt x="972" y="363"/>
                        <a:pt x="972" y="364"/>
                        <a:pt x="972" y="365"/>
                      </a:cubicBezTo>
                      <a:cubicBezTo>
                        <a:pt x="973" y="366"/>
                        <a:pt x="972" y="369"/>
                        <a:pt x="974" y="370"/>
                      </a:cubicBezTo>
                      <a:cubicBezTo>
                        <a:pt x="974" y="370"/>
                        <a:pt x="974" y="371"/>
                        <a:pt x="974" y="371"/>
                      </a:cubicBezTo>
                      <a:cubicBezTo>
                        <a:pt x="972" y="374"/>
                        <a:pt x="969" y="376"/>
                        <a:pt x="965" y="376"/>
                      </a:cubicBezTo>
                      <a:cubicBezTo>
                        <a:pt x="963" y="376"/>
                        <a:pt x="963" y="375"/>
                        <a:pt x="963" y="374"/>
                      </a:cubicBezTo>
                      <a:cubicBezTo>
                        <a:pt x="963" y="373"/>
                        <a:pt x="963" y="371"/>
                        <a:pt x="962" y="371"/>
                      </a:cubicBezTo>
                      <a:cubicBezTo>
                        <a:pt x="961" y="370"/>
                        <a:pt x="960" y="370"/>
                        <a:pt x="959" y="369"/>
                      </a:cubicBezTo>
                      <a:cubicBezTo>
                        <a:pt x="959" y="369"/>
                        <a:pt x="958" y="368"/>
                        <a:pt x="957" y="368"/>
                      </a:cubicBezTo>
                      <a:cubicBezTo>
                        <a:pt x="955" y="368"/>
                        <a:pt x="955" y="368"/>
                        <a:pt x="955" y="366"/>
                      </a:cubicBezTo>
                      <a:cubicBezTo>
                        <a:pt x="955" y="363"/>
                        <a:pt x="955" y="361"/>
                        <a:pt x="953" y="360"/>
                      </a:cubicBezTo>
                      <a:cubicBezTo>
                        <a:pt x="952" y="360"/>
                        <a:pt x="952" y="359"/>
                        <a:pt x="953" y="359"/>
                      </a:cubicBezTo>
                      <a:cubicBezTo>
                        <a:pt x="953" y="359"/>
                        <a:pt x="954" y="358"/>
                        <a:pt x="954" y="359"/>
                      </a:cubicBezTo>
                      <a:cubicBezTo>
                        <a:pt x="955" y="359"/>
                        <a:pt x="956" y="360"/>
                        <a:pt x="956" y="360"/>
                      </a:cubicBezTo>
                      <a:cubicBezTo>
                        <a:pt x="957" y="360"/>
                        <a:pt x="957" y="361"/>
                        <a:pt x="957" y="361"/>
                      </a:cubicBezTo>
                      <a:cubicBezTo>
                        <a:pt x="959" y="361"/>
                        <a:pt x="960" y="362"/>
                        <a:pt x="961" y="361"/>
                      </a:cubicBezTo>
                      <a:cubicBezTo>
                        <a:pt x="962" y="359"/>
                        <a:pt x="962" y="357"/>
                        <a:pt x="963" y="356"/>
                      </a:cubicBezTo>
                      <a:cubicBezTo>
                        <a:pt x="963" y="355"/>
                        <a:pt x="962" y="354"/>
                        <a:pt x="961" y="354"/>
                      </a:cubicBezTo>
                      <a:cubicBezTo>
                        <a:pt x="960" y="354"/>
                        <a:pt x="960" y="353"/>
                        <a:pt x="959" y="353"/>
                      </a:cubicBezTo>
                      <a:cubicBezTo>
                        <a:pt x="958" y="353"/>
                        <a:pt x="957" y="352"/>
                        <a:pt x="955" y="352"/>
                      </a:cubicBezTo>
                      <a:cubicBezTo>
                        <a:pt x="953" y="353"/>
                        <a:pt x="952" y="355"/>
                        <a:pt x="951" y="357"/>
                      </a:cubicBezTo>
                      <a:cubicBezTo>
                        <a:pt x="950" y="359"/>
                        <a:pt x="949" y="360"/>
                        <a:pt x="947" y="362"/>
                      </a:cubicBezTo>
                      <a:cubicBezTo>
                        <a:pt x="946" y="363"/>
                        <a:pt x="944" y="364"/>
                        <a:pt x="942" y="363"/>
                      </a:cubicBezTo>
                      <a:cubicBezTo>
                        <a:pt x="939" y="361"/>
                        <a:pt x="936" y="361"/>
                        <a:pt x="933" y="361"/>
                      </a:cubicBezTo>
                      <a:cubicBezTo>
                        <a:pt x="930" y="362"/>
                        <a:pt x="928" y="360"/>
                        <a:pt x="927" y="358"/>
                      </a:cubicBezTo>
                      <a:cubicBezTo>
                        <a:pt x="926" y="357"/>
                        <a:pt x="926" y="357"/>
                        <a:pt x="926" y="358"/>
                      </a:cubicBezTo>
                      <a:cubicBezTo>
                        <a:pt x="925" y="360"/>
                        <a:pt x="923" y="360"/>
                        <a:pt x="922" y="359"/>
                      </a:cubicBezTo>
                      <a:cubicBezTo>
                        <a:pt x="922" y="359"/>
                        <a:pt x="921" y="359"/>
                        <a:pt x="921" y="359"/>
                      </a:cubicBezTo>
                      <a:cubicBezTo>
                        <a:pt x="919" y="360"/>
                        <a:pt x="917" y="360"/>
                        <a:pt x="915" y="360"/>
                      </a:cubicBezTo>
                      <a:cubicBezTo>
                        <a:pt x="915" y="360"/>
                        <a:pt x="914" y="360"/>
                        <a:pt x="914" y="360"/>
                      </a:cubicBezTo>
                      <a:cubicBezTo>
                        <a:pt x="913" y="362"/>
                        <a:pt x="911" y="363"/>
                        <a:pt x="910" y="364"/>
                      </a:cubicBezTo>
                      <a:cubicBezTo>
                        <a:pt x="910" y="361"/>
                        <a:pt x="910" y="361"/>
                        <a:pt x="907" y="361"/>
                      </a:cubicBezTo>
                      <a:cubicBezTo>
                        <a:pt x="906" y="361"/>
                        <a:pt x="905" y="360"/>
                        <a:pt x="905" y="360"/>
                      </a:cubicBezTo>
                      <a:cubicBezTo>
                        <a:pt x="903" y="360"/>
                        <a:pt x="901" y="359"/>
                        <a:pt x="900" y="358"/>
                      </a:cubicBezTo>
                      <a:cubicBezTo>
                        <a:pt x="897" y="357"/>
                        <a:pt x="896" y="356"/>
                        <a:pt x="898" y="353"/>
                      </a:cubicBezTo>
                      <a:cubicBezTo>
                        <a:pt x="898" y="352"/>
                        <a:pt x="898" y="350"/>
                        <a:pt x="899" y="350"/>
                      </a:cubicBezTo>
                      <a:cubicBezTo>
                        <a:pt x="899" y="349"/>
                        <a:pt x="899" y="348"/>
                        <a:pt x="899" y="347"/>
                      </a:cubicBezTo>
                      <a:cubicBezTo>
                        <a:pt x="899" y="345"/>
                        <a:pt x="898" y="343"/>
                        <a:pt x="897" y="341"/>
                      </a:cubicBezTo>
                      <a:cubicBezTo>
                        <a:pt x="896" y="338"/>
                        <a:pt x="893" y="336"/>
                        <a:pt x="890" y="334"/>
                      </a:cubicBezTo>
                      <a:cubicBezTo>
                        <a:pt x="887" y="333"/>
                        <a:pt x="885" y="332"/>
                        <a:pt x="882" y="331"/>
                      </a:cubicBezTo>
                      <a:cubicBezTo>
                        <a:pt x="881" y="331"/>
                        <a:pt x="880" y="331"/>
                        <a:pt x="878" y="331"/>
                      </a:cubicBezTo>
                      <a:cubicBezTo>
                        <a:pt x="877" y="331"/>
                        <a:pt x="876" y="332"/>
                        <a:pt x="876" y="333"/>
                      </a:cubicBezTo>
                      <a:cubicBezTo>
                        <a:pt x="875" y="333"/>
                        <a:pt x="876" y="331"/>
                        <a:pt x="875" y="331"/>
                      </a:cubicBezTo>
                      <a:cubicBezTo>
                        <a:pt x="873" y="332"/>
                        <a:pt x="870" y="330"/>
                        <a:pt x="869" y="334"/>
                      </a:cubicBezTo>
                      <a:cubicBezTo>
                        <a:pt x="868" y="332"/>
                        <a:pt x="868" y="331"/>
                        <a:pt x="866" y="332"/>
                      </a:cubicBezTo>
                      <a:cubicBezTo>
                        <a:pt x="866" y="332"/>
                        <a:pt x="866" y="332"/>
                        <a:pt x="865" y="332"/>
                      </a:cubicBezTo>
                      <a:cubicBezTo>
                        <a:pt x="861" y="333"/>
                        <a:pt x="858" y="335"/>
                        <a:pt x="854" y="336"/>
                      </a:cubicBezTo>
                      <a:cubicBezTo>
                        <a:pt x="853" y="336"/>
                        <a:pt x="853" y="336"/>
                        <a:pt x="852" y="336"/>
                      </a:cubicBezTo>
                      <a:cubicBezTo>
                        <a:pt x="851" y="336"/>
                        <a:pt x="850" y="336"/>
                        <a:pt x="849" y="337"/>
                      </a:cubicBezTo>
                      <a:cubicBezTo>
                        <a:pt x="849" y="337"/>
                        <a:pt x="849" y="337"/>
                        <a:pt x="848" y="337"/>
                      </a:cubicBezTo>
                      <a:cubicBezTo>
                        <a:pt x="847" y="335"/>
                        <a:pt x="845" y="334"/>
                        <a:pt x="843" y="333"/>
                      </a:cubicBezTo>
                      <a:cubicBezTo>
                        <a:pt x="843" y="333"/>
                        <a:pt x="843" y="333"/>
                        <a:pt x="843" y="333"/>
                      </a:cubicBezTo>
                      <a:cubicBezTo>
                        <a:pt x="845" y="333"/>
                        <a:pt x="846" y="333"/>
                        <a:pt x="844" y="331"/>
                      </a:cubicBezTo>
                      <a:cubicBezTo>
                        <a:pt x="844" y="330"/>
                        <a:pt x="843" y="329"/>
                        <a:pt x="843" y="328"/>
                      </a:cubicBezTo>
                      <a:cubicBezTo>
                        <a:pt x="842" y="326"/>
                        <a:pt x="840" y="325"/>
                        <a:pt x="837" y="325"/>
                      </a:cubicBezTo>
                      <a:cubicBezTo>
                        <a:pt x="837" y="324"/>
                        <a:pt x="837" y="323"/>
                        <a:pt x="837" y="323"/>
                      </a:cubicBezTo>
                      <a:cubicBezTo>
                        <a:pt x="836" y="323"/>
                        <a:pt x="836" y="324"/>
                        <a:pt x="836" y="325"/>
                      </a:cubicBezTo>
                      <a:cubicBezTo>
                        <a:pt x="836" y="325"/>
                        <a:pt x="836" y="325"/>
                        <a:pt x="835" y="325"/>
                      </a:cubicBezTo>
                      <a:cubicBezTo>
                        <a:pt x="835" y="324"/>
                        <a:pt x="835" y="324"/>
                        <a:pt x="835" y="324"/>
                      </a:cubicBezTo>
                      <a:cubicBezTo>
                        <a:pt x="836" y="322"/>
                        <a:pt x="836" y="322"/>
                        <a:pt x="835" y="322"/>
                      </a:cubicBezTo>
                      <a:cubicBezTo>
                        <a:pt x="834" y="322"/>
                        <a:pt x="833" y="321"/>
                        <a:pt x="833" y="320"/>
                      </a:cubicBezTo>
                      <a:cubicBezTo>
                        <a:pt x="832" y="319"/>
                        <a:pt x="832" y="318"/>
                        <a:pt x="830" y="319"/>
                      </a:cubicBezTo>
                      <a:cubicBezTo>
                        <a:pt x="829" y="319"/>
                        <a:pt x="828" y="319"/>
                        <a:pt x="827" y="318"/>
                      </a:cubicBezTo>
                      <a:cubicBezTo>
                        <a:pt x="827" y="318"/>
                        <a:pt x="826" y="318"/>
                        <a:pt x="825" y="318"/>
                      </a:cubicBezTo>
                      <a:cubicBezTo>
                        <a:pt x="825" y="319"/>
                        <a:pt x="825" y="320"/>
                        <a:pt x="826" y="320"/>
                      </a:cubicBezTo>
                      <a:cubicBezTo>
                        <a:pt x="826" y="321"/>
                        <a:pt x="826" y="321"/>
                        <a:pt x="826" y="321"/>
                      </a:cubicBezTo>
                      <a:cubicBezTo>
                        <a:pt x="825" y="320"/>
                        <a:pt x="824" y="318"/>
                        <a:pt x="825" y="317"/>
                      </a:cubicBezTo>
                      <a:cubicBezTo>
                        <a:pt x="825" y="316"/>
                        <a:pt x="826" y="315"/>
                        <a:pt x="827" y="314"/>
                      </a:cubicBezTo>
                      <a:cubicBezTo>
                        <a:pt x="827" y="314"/>
                        <a:pt x="828" y="314"/>
                        <a:pt x="828" y="315"/>
                      </a:cubicBezTo>
                      <a:cubicBezTo>
                        <a:pt x="828" y="316"/>
                        <a:pt x="829" y="316"/>
                        <a:pt x="829" y="316"/>
                      </a:cubicBezTo>
                      <a:cubicBezTo>
                        <a:pt x="832" y="316"/>
                        <a:pt x="832" y="314"/>
                        <a:pt x="831" y="312"/>
                      </a:cubicBezTo>
                      <a:cubicBezTo>
                        <a:pt x="829" y="309"/>
                        <a:pt x="827" y="307"/>
                        <a:pt x="824" y="306"/>
                      </a:cubicBezTo>
                      <a:cubicBezTo>
                        <a:pt x="821" y="304"/>
                        <a:pt x="818" y="303"/>
                        <a:pt x="815" y="304"/>
                      </a:cubicBezTo>
                      <a:cubicBezTo>
                        <a:pt x="813" y="304"/>
                        <a:pt x="812" y="304"/>
                        <a:pt x="811" y="305"/>
                      </a:cubicBezTo>
                      <a:cubicBezTo>
                        <a:pt x="809" y="308"/>
                        <a:pt x="808" y="310"/>
                        <a:pt x="807" y="313"/>
                      </a:cubicBezTo>
                      <a:cubicBezTo>
                        <a:pt x="805" y="316"/>
                        <a:pt x="802" y="318"/>
                        <a:pt x="799" y="318"/>
                      </a:cubicBezTo>
                      <a:cubicBezTo>
                        <a:pt x="798" y="318"/>
                        <a:pt x="798" y="318"/>
                        <a:pt x="797" y="318"/>
                      </a:cubicBezTo>
                      <a:cubicBezTo>
                        <a:pt x="797" y="317"/>
                        <a:pt x="797" y="316"/>
                        <a:pt x="798" y="316"/>
                      </a:cubicBezTo>
                      <a:cubicBezTo>
                        <a:pt x="798" y="316"/>
                        <a:pt x="799" y="315"/>
                        <a:pt x="798" y="314"/>
                      </a:cubicBezTo>
                      <a:cubicBezTo>
                        <a:pt x="798" y="314"/>
                        <a:pt x="798" y="313"/>
                        <a:pt x="798" y="313"/>
                      </a:cubicBezTo>
                      <a:cubicBezTo>
                        <a:pt x="798" y="313"/>
                        <a:pt x="799" y="313"/>
                        <a:pt x="799" y="313"/>
                      </a:cubicBezTo>
                      <a:cubicBezTo>
                        <a:pt x="800" y="314"/>
                        <a:pt x="801" y="314"/>
                        <a:pt x="802" y="313"/>
                      </a:cubicBezTo>
                      <a:cubicBezTo>
                        <a:pt x="803" y="312"/>
                        <a:pt x="804" y="312"/>
                        <a:pt x="802" y="311"/>
                      </a:cubicBezTo>
                      <a:cubicBezTo>
                        <a:pt x="801" y="309"/>
                        <a:pt x="802" y="308"/>
                        <a:pt x="802" y="307"/>
                      </a:cubicBezTo>
                      <a:cubicBezTo>
                        <a:pt x="803" y="305"/>
                        <a:pt x="803" y="308"/>
                        <a:pt x="804" y="307"/>
                      </a:cubicBezTo>
                      <a:cubicBezTo>
                        <a:pt x="805" y="307"/>
                        <a:pt x="804" y="308"/>
                        <a:pt x="805" y="309"/>
                      </a:cubicBezTo>
                      <a:cubicBezTo>
                        <a:pt x="805" y="308"/>
                        <a:pt x="805" y="307"/>
                        <a:pt x="806" y="308"/>
                      </a:cubicBezTo>
                      <a:cubicBezTo>
                        <a:pt x="806" y="308"/>
                        <a:pt x="806" y="309"/>
                        <a:pt x="806" y="310"/>
                      </a:cubicBezTo>
                      <a:cubicBezTo>
                        <a:pt x="806" y="310"/>
                        <a:pt x="805" y="310"/>
                        <a:pt x="805" y="310"/>
                      </a:cubicBezTo>
                      <a:cubicBezTo>
                        <a:pt x="805" y="310"/>
                        <a:pt x="804" y="311"/>
                        <a:pt x="804" y="311"/>
                      </a:cubicBezTo>
                      <a:cubicBezTo>
                        <a:pt x="804" y="312"/>
                        <a:pt x="804" y="312"/>
                        <a:pt x="805" y="312"/>
                      </a:cubicBezTo>
                      <a:cubicBezTo>
                        <a:pt x="805" y="313"/>
                        <a:pt x="805" y="312"/>
                        <a:pt x="805" y="312"/>
                      </a:cubicBezTo>
                      <a:cubicBezTo>
                        <a:pt x="808" y="310"/>
                        <a:pt x="809" y="308"/>
                        <a:pt x="810" y="306"/>
                      </a:cubicBezTo>
                      <a:cubicBezTo>
                        <a:pt x="810" y="306"/>
                        <a:pt x="810" y="305"/>
                        <a:pt x="810" y="305"/>
                      </a:cubicBezTo>
                      <a:cubicBezTo>
                        <a:pt x="810" y="304"/>
                        <a:pt x="809" y="304"/>
                        <a:pt x="809" y="304"/>
                      </a:cubicBezTo>
                      <a:cubicBezTo>
                        <a:pt x="807" y="304"/>
                        <a:pt x="805" y="304"/>
                        <a:pt x="803" y="306"/>
                      </a:cubicBezTo>
                      <a:cubicBezTo>
                        <a:pt x="800" y="305"/>
                        <a:pt x="798" y="306"/>
                        <a:pt x="795" y="307"/>
                      </a:cubicBezTo>
                      <a:cubicBezTo>
                        <a:pt x="794" y="307"/>
                        <a:pt x="794" y="308"/>
                        <a:pt x="793" y="308"/>
                      </a:cubicBezTo>
                      <a:cubicBezTo>
                        <a:pt x="792" y="307"/>
                        <a:pt x="792" y="306"/>
                        <a:pt x="793" y="305"/>
                      </a:cubicBezTo>
                      <a:cubicBezTo>
                        <a:pt x="794" y="306"/>
                        <a:pt x="794" y="306"/>
                        <a:pt x="795" y="305"/>
                      </a:cubicBezTo>
                      <a:cubicBezTo>
                        <a:pt x="795" y="304"/>
                        <a:pt x="795" y="303"/>
                        <a:pt x="796" y="303"/>
                      </a:cubicBezTo>
                      <a:cubicBezTo>
                        <a:pt x="796" y="302"/>
                        <a:pt x="798" y="301"/>
                        <a:pt x="800" y="303"/>
                      </a:cubicBezTo>
                      <a:cubicBezTo>
                        <a:pt x="800" y="303"/>
                        <a:pt x="801" y="303"/>
                        <a:pt x="801" y="303"/>
                      </a:cubicBezTo>
                      <a:cubicBezTo>
                        <a:pt x="804" y="304"/>
                        <a:pt x="806" y="303"/>
                        <a:pt x="809" y="304"/>
                      </a:cubicBezTo>
                      <a:cubicBezTo>
                        <a:pt x="809" y="304"/>
                        <a:pt x="810" y="304"/>
                        <a:pt x="810" y="303"/>
                      </a:cubicBezTo>
                      <a:cubicBezTo>
                        <a:pt x="810" y="303"/>
                        <a:pt x="809" y="303"/>
                        <a:pt x="809" y="303"/>
                      </a:cubicBezTo>
                      <a:cubicBezTo>
                        <a:pt x="807" y="302"/>
                        <a:pt x="806" y="301"/>
                        <a:pt x="804" y="300"/>
                      </a:cubicBezTo>
                      <a:cubicBezTo>
                        <a:pt x="802" y="299"/>
                        <a:pt x="801" y="299"/>
                        <a:pt x="799" y="298"/>
                      </a:cubicBezTo>
                      <a:cubicBezTo>
                        <a:pt x="798" y="298"/>
                        <a:pt x="796" y="298"/>
                        <a:pt x="794" y="297"/>
                      </a:cubicBezTo>
                      <a:cubicBezTo>
                        <a:pt x="793" y="297"/>
                        <a:pt x="791" y="296"/>
                        <a:pt x="790" y="296"/>
                      </a:cubicBezTo>
                      <a:cubicBezTo>
                        <a:pt x="786" y="295"/>
                        <a:pt x="783" y="296"/>
                        <a:pt x="779" y="296"/>
                      </a:cubicBezTo>
                      <a:cubicBezTo>
                        <a:pt x="777" y="295"/>
                        <a:pt x="775" y="295"/>
                        <a:pt x="773" y="293"/>
                      </a:cubicBezTo>
                      <a:cubicBezTo>
                        <a:pt x="773" y="292"/>
                        <a:pt x="770" y="292"/>
                        <a:pt x="769" y="292"/>
                      </a:cubicBezTo>
                      <a:cubicBezTo>
                        <a:pt x="769" y="293"/>
                        <a:pt x="770" y="294"/>
                        <a:pt x="770" y="294"/>
                      </a:cubicBezTo>
                      <a:cubicBezTo>
                        <a:pt x="770" y="295"/>
                        <a:pt x="771" y="296"/>
                        <a:pt x="771" y="297"/>
                      </a:cubicBezTo>
                      <a:cubicBezTo>
                        <a:pt x="772" y="297"/>
                        <a:pt x="772" y="298"/>
                        <a:pt x="771" y="299"/>
                      </a:cubicBezTo>
                      <a:cubicBezTo>
                        <a:pt x="770" y="300"/>
                        <a:pt x="769" y="300"/>
                        <a:pt x="768" y="300"/>
                      </a:cubicBezTo>
                      <a:cubicBezTo>
                        <a:pt x="767" y="301"/>
                        <a:pt x="765" y="301"/>
                        <a:pt x="764" y="300"/>
                      </a:cubicBezTo>
                      <a:cubicBezTo>
                        <a:pt x="762" y="300"/>
                        <a:pt x="761" y="300"/>
                        <a:pt x="760" y="301"/>
                      </a:cubicBezTo>
                      <a:cubicBezTo>
                        <a:pt x="759" y="302"/>
                        <a:pt x="759" y="303"/>
                        <a:pt x="758" y="304"/>
                      </a:cubicBezTo>
                      <a:cubicBezTo>
                        <a:pt x="757" y="306"/>
                        <a:pt x="758" y="308"/>
                        <a:pt x="760" y="308"/>
                      </a:cubicBezTo>
                      <a:cubicBezTo>
                        <a:pt x="760" y="307"/>
                        <a:pt x="760" y="306"/>
                        <a:pt x="762" y="306"/>
                      </a:cubicBezTo>
                      <a:cubicBezTo>
                        <a:pt x="762" y="306"/>
                        <a:pt x="763" y="306"/>
                        <a:pt x="763" y="306"/>
                      </a:cubicBezTo>
                      <a:cubicBezTo>
                        <a:pt x="764" y="306"/>
                        <a:pt x="764" y="306"/>
                        <a:pt x="765" y="306"/>
                      </a:cubicBezTo>
                      <a:cubicBezTo>
                        <a:pt x="766" y="307"/>
                        <a:pt x="766" y="307"/>
                        <a:pt x="765" y="308"/>
                      </a:cubicBezTo>
                      <a:cubicBezTo>
                        <a:pt x="764" y="308"/>
                        <a:pt x="763" y="307"/>
                        <a:pt x="763" y="309"/>
                      </a:cubicBezTo>
                      <a:cubicBezTo>
                        <a:pt x="763" y="309"/>
                        <a:pt x="762" y="310"/>
                        <a:pt x="762" y="310"/>
                      </a:cubicBezTo>
                      <a:cubicBezTo>
                        <a:pt x="762" y="311"/>
                        <a:pt x="761" y="312"/>
                        <a:pt x="761" y="314"/>
                      </a:cubicBezTo>
                      <a:cubicBezTo>
                        <a:pt x="762" y="315"/>
                        <a:pt x="762" y="316"/>
                        <a:pt x="762" y="317"/>
                      </a:cubicBezTo>
                      <a:cubicBezTo>
                        <a:pt x="762" y="318"/>
                        <a:pt x="762" y="319"/>
                        <a:pt x="763" y="319"/>
                      </a:cubicBezTo>
                      <a:cubicBezTo>
                        <a:pt x="763" y="320"/>
                        <a:pt x="763" y="320"/>
                        <a:pt x="763" y="321"/>
                      </a:cubicBezTo>
                      <a:cubicBezTo>
                        <a:pt x="764" y="321"/>
                        <a:pt x="764" y="322"/>
                        <a:pt x="763" y="322"/>
                      </a:cubicBezTo>
                      <a:cubicBezTo>
                        <a:pt x="763" y="322"/>
                        <a:pt x="763" y="323"/>
                        <a:pt x="762" y="323"/>
                      </a:cubicBezTo>
                      <a:cubicBezTo>
                        <a:pt x="761" y="322"/>
                        <a:pt x="760" y="322"/>
                        <a:pt x="760" y="323"/>
                      </a:cubicBezTo>
                      <a:cubicBezTo>
                        <a:pt x="759" y="324"/>
                        <a:pt x="758" y="324"/>
                        <a:pt x="758" y="323"/>
                      </a:cubicBezTo>
                      <a:cubicBezTo>
                        <a:pt x="758" y="323"/>
                        <a:pt x="758" y="322"/>
                        <a:pt x="758" y="322"/>
                      </a:cubicBezTo>
                      <a:cubicBezTo>
                        <a:pt x="758" y="321"/>
                        <a:pt x="756" y="319"/>
                        <a:pt x="755" y="319"/>
                      </a:cubicBezTo>
                      <a:cubicBezTo>
                        <a:pt x="754" y="319"/>
                        <a:pt x="755" y="321"/>
                        <a:pt x="754" y="321"/>
                      </a:cubicBezTo>
                      <a:cubicBezTo>
                        <a:pt x="754" y="322"/>
                        <a:pt x="754" y="323"/>
                        <a:pt x="755" y="323"/>
                      </a:cubicBezTo>
                      <a:cubicBezTo>
                        <a:pt x="755" y="323"/>
                        <a:pt x="755" y="324"/>
                        <a:pt x="755" y="325"/>
                      </a:cubicBezTo>
                      <a:cubicBezTo>
                        <a:pt x="754" y="324"/>
                        <a:pt x="753" y="323"/>
                        <a:pt x="754" y="322"/>
                      </a:cubicBezTo>
                      <a:cubicBezTo>
                        <a:pt x="754" y="321"/>
                        <a:pt x="754" y="321"/>
                        <a:pt x="752" y="320"/>
                      </a:cubicBezTo>
                      <a:cubicBezTo>
                        <a:pt x="751" y="320"/>
                        <a:pt x="751" y="321"/>
                        <a:pt x="750" y="322"/>
                      </a:cubicBezTo>
                      <a:cubicBezTo>
                        <a:pt x="750" y="319"/>
                        <a:pt x="748" y="319"/>
                        <a:pt x="746" y="319"/>
                      </a:cubicBezTo>
                      <a:cubicBezTo>
                        <a:pt x="746" y="320"/>
                        <a:pt x="745" y="320"/>
                        <a:pt x="745" y="320"/>
                      </a:cubicBezTo>
                      <a:cubicBezTo>
                        <a:pt x="744" y="320"/>
                        <a:pt x="744" y="320"/>
                        <a:pt x="744" y="321"/>
                      </a:cubicBezTo>
                      <a:cubicBezTo>
                        <a:pt x="744" y="322"/>
                        <a:pt x="744" y="322"/>
                        <a:pt x="745" y="322"/>
                      </a:cubicBezTo>
                      <a:cubicBezTo>
                        <a:pt x="746" y="322"/>
                        <a:pt x="747" y="322"/>
                        <a:pt x="747" y="323"/>
                      </a:cubicBezTo>
                      <a:cubicBezTo>
                        <a:pt x="748" y="324"/>
                        <a:pt x="749" y="323"/>
                        <a:pt x="750" y="323"/>
                      </a:cubicBezTo>
                      <a:cubicBezTo>
                        <a:pt x="750" y="324"/>
                        <a:pt x="751" y="326"/>
                        <a:pt x="749" y="328"/>
                      </a:cubicBezTo>
                      <a:cubicBezTo>
                        <a:pt x="749" y="328"/>
                        <a:pt x="749" y="329"/>
                        <a:pt x="749" y="328"/>
                      </a:cubicBezTo>
                      <a:cubicBezTo>
                        <a:pt x="750" y="328"/>
                        <a:pt x="751" y="329"/>
                        <a:pt x="751" y="329"/>
                      </a:cubicBezTo>
                      <a:cubicBezTo>
                        <a:pt x="751" y="330"/>
                        <a:pt x="751" y="330"/>
                        <a:pt x="750" y="330"/>
                      </a:cubicBezTo>
                      <a:cubicBezTo>
                        <a:pt x="750" y="330"/>
                        <a:pt x="749" y="330"/>
                        <a:pt x="749" y="329"/>
                      </a:cubicBezTo>
                      <a:cubicBezTo>
                        <a:pt x="748" y="328"/>
                        <a:pt x="748" y="327"/>
                        <a:pt x="747" y="326"/>
                      </a:cubicBezTo>
                      <a:cubicBezTo>
                        <a:pt x="747" y="325"/>
                        <a:pt x="747" y="324"/>
                        <a:pt x="746" y="324"/>
                      </a:cubicBezTo>
                      <a:cubicBezTo>
                        <a:pt x="744" y="323"/>
                        <a:pt x="743" y="321"/>
                        <a:pt x="740" y="322"/>
                      </a:cubicBezTo>
                      <a:cubicBezTo>
                        <a:pt x="740" y="322"/>
                        <a:pt x="740" y="322"/>
                        <a:pt x="739" y="322"/>
                      </a:cubicBezTo>
                      <a:cubicBezTo>
                        <a:pt x="740" y="321"/>
                        <a:pt x="740" y="320"/>
                        <a:pt x="739" y="320"/>
                      </a:cubicBezTo>
                      <a:cubicBezTo>
                        <a:pt x="738" y="320"/>
                        <a:pt x="737" y="320"/>
                        <a:pt x="737" y="319"/>
                      </a:cubicBezTo>
                      <a:cubicBezTo>
                        <a:pt x="736" y="319"/>
                        <a:pt x="734" y="319"/>
                        <a:pt x="733" y="320"/>
                      </a:cubicBezTo>
                      <a:cubicBezTo>
                        <a:pt x="732" y="321"/>
                        <a:pt x="730" y="322"/>
                        <a:pt x="729" y="323"/>
                      </a:cubicBezTo>
                      <a:cubicBezTo>
                        <a:pt x="727" y="325"/>
                        <a:pt x="725" y="325"/>
                        <a:pt x="723" y="324"/>
                      </a:cubicBezTo>
                      <a:cubicBezTo>
                        <a:pt x="720" y="323"/>
                        <a:pt x="719" y="321"/>
                        <a:pt x="717" y="320"/>
                      </a:cubicBezTo>
                      <a:cubicBezTo>
                        <a:pt x="716" y="319"/>
                        <a:pt x="717" y="317"/>
                        <a:pt x="715" y="316"/>
                      </a:cubicBezTo>
                      <a:cubicBezTo>
                        <a:pt x="714" y="316"/>
                        <a:pt x="714" y="316"/>
                        <a:pt x="714" y="315"/>
                      </a:cubicBezTo>
                      <a:cubicBezTo>
                        <a:pt x="714" y="314"/>
                        <a:pt x="714" y="314"/>
                        <a:pt x="714" y="313"/>
                      </a:cubicBezTo>
                      <a:cubicBezTo>
                        <a:pt x="714" y="313"/>
                        <a:pt x="714" y="313"/>
                        <a:pt x="713" y="314"/>
                      </a:cubicBezTo>
                      <a:cubicBezTo>
                        <a:pt x="713" y="315"/>
                        <a:pt x="712" y="316"/>
                        <a:pt x="712" y="317"/>
                      </a:cubicBezTo>
                      <a:cubicBezTo>
                        <a:pt x="711" y="318"/>
                        <a:pt x="711" y="320"/>
                        <a:pt x="711" y="322"/>
                      </a:cubicBezTo>
                      <a:cubicBezTo>
                        <a:pt x="710" y="323"/>
                        <a:pt x="710" y="324"/>
                        <a:pt x="710" y="325"/>
                      </a:cubicBezTo>
                      <a:cubicBezTo>
                        <a:pt x="710" y="326"/>
                        <a:pt x="709" y="327"/>
                        <a:pt x="709" y="328"/>
                      </a:cubicBezTo>
                      <a:cubicBezTo>
                        <a:pt x="708" y="330"/>
                        <a:pt x="708" y="331"/>
                        <a:pt x="708" y="333"/>
                      </a:cubicBezTo>
                      <a:cubicBezTo>
                        <a:pt x="707" y="335"/>
                        <a:pt x="706" y="336"/>
                        <a:pt x="705" y="338"/>
                      </a:cubicBezTo>
                      <a:cubicBezTo>
                        <a:pt x="705" y="338"/>
                        <a:pt x="705" y="338"/>
                        <a:pt x="705" y="338"/>
                      </a:cubicBezTo>
                      <a:cubicBezTo>
                        <a:pt x="704" y="338"/>
                        <a:pt x="702" y="339"/>
                        <a:pt x="702" y="337"/>
                      </a:cubicBezTo>
                      <a:cubicBezTo>
                        <a:pt x="702" y="336"/>
                        <a:pt x="702" y="335"/>
                        <a:pt x="701" y="335"/>
                      </a:cubicBezTo>
                      <a:cubicBezTo>
                        <a:pt x="699" y="335"/>
                        <a:pt x="697" y="334"/>
                        <a:pt x="697" y="332"/>
                      </a:cubicBezTo>
                      <a:cubicBezTo>
                        <a:pt x="698" y="331"/>
                        <a:pt x="697" y="330"/>
                        <a:pt x="696" y="331"/>
                      </a:cubicBezTo>
                      <a:cubicBezTo>
                        <a:pt x="695" y="330"/>
                        <a:pt x="695" y="329"/>
                        <a:pt x="694" y="329"/>
                      </a:cubicBezTo>
                      <a:cubicBezTo>
                        <a:pt x="694" y="328"/>
                        <a:pt x="694" y="327"/>
                        <a:pt x="693" y="327"/>
                      </a:cubicBezTo>
                      <a:cubicBezTo>
                        <a:pt x="693" y="326"/>
                        <a:pt x="692" y="326"/>
                        <a:pt x="692" y="325"/>
                      </a:cubicBezTo>
                      <a:cubicBezTo>
                        <a:pt x="693" y="324"/>
                        <a:pt x="691" y="323"/>
                        <a:pt x="691" y="321"/>
                      </a:cubicBezTo>
                      <a:cubicBezTo>
                        <a:pt x="691" y="320"/>
                        <a:pt x="691" y="320"/>
                        <a:pt x="690" y="320"/>
                      </a:cubicBezTo>
                      <a:cubicBezTo>
                        <a:pt x="689" y="321"/>
                        <a:pt x="689" y="320"/>
                        <a:pt x="688" y="319"/>
                      </a:cubicBezTo>
                      <a:cubicBezTo>
                        <a:pt x="688" y="318"/>
                        <a:pt x="688" y="318"/>
                        <a:pt x="689" y="318"/>
                      </a:cubicBezTo>
                      <a:cubicBezTo>
                        <a:pt x="689" y="317"/>
                        <a:pt x="690" y="317"/>
                        <a:pt x="690" y="318"/>
                      </a:cubicBezTo>
                      <a:cubicBezTo>
                        <a:pt x="691" y="318"/>
                        <a:pt x="692" y="317"/>
                        <a:pt x="692" y="317"/>
                      </a:cubicBezTo>
                      <a:cubicBezTo>
                        <a:pt x="692" y="317"/>
                        <a:pt x="692" y="317"/>
                        <a:pt x="692" y="317"/>
                      </a:cubicBezTo>
                      <a:cubicBezTo>
                        <a:pt x="692" y="316"/>
                        <a:pt x="693" y="315"/>
                        <a:pt x="692" y="315"/>
                      </a:cubicBezTo>
                      <a:cubicBezTo>
                        <a:pt x="691" y="315"/>
                        <a:pt x="691" y="315"/>
                        <a:pt x="691" y="315"/>
                      </a:cubicBezTo>
                      <a:cubicBezTo>
                        <a:pt x="691" y="315"/>
                        <a:pt x="691" y="316"/>
                        <a:pt x="690" y="316"/>
                      </a:cubicBezTo>
                      <a:cubicBezTo>
                        <a:pt x="690" y="316"/>
                        <a:pt x="690" y="316"/>
                        <a:pt x="690" y="316"/>
                      </a:cubicBezTo>
                      <a:cubicBezTo>
                        <a:pt x="689" y="317"/>
                        <a:pt x="689" y="317"/>
                        <a:pt x="688" y="317"/>
                      </a:cubicBezTo>
                      <a:cubicBezTo>
                        <a:pt x="688" y="316"/>
                        <a:pt x="687" y="316"/>
                        <a:pt x="687" y="315"/>
                      </a:cubicBezTo>
                      <a:cubicBezTo>
                        <a:pt x="687" y="314"/>
                        <a:pt x="687" y="314"/>
                        <a:pt x="687" y="313"/>
                      </a:cubicBezTo>
                      <a:cubicBezTo>
                        <a:pt x="687" y="313"/>
                        <a:pt x="688" y="313"/>
                        <a:pt x="688" y="313"/>
                      </a:cubicBezTo>
                      <a:cubicBezTo>
                        <a:pt x="688" y="313"/>
                        <a:pt x="688" y="313"/>
                        <a:pt x="688" y="312"/>
                      </a:cubicBezTo>
                      <a:cubicBezTo>
                        <a:pt x="688" y="311"/>
                        <a:pt x="688" y="311"/>
                        <a:pt x="687" y="311"/>
                      </a:cubicBezTo>
                      <a:cubicBezTo>
                        <a:pt x="686" y="311"/>
                        <a:pt x="685" y="310"/>
                        <a:pt x="685" y="309"/>
                      </a:cubicBezTo>
                      <a:cubicBezTo>
                        <a:pt x="683" y="307"/>
                        <a:pt x="681" y="305"/>
                        <a:pt x="679" y="303"/>
                      </a:cubicBezTo>
                      <a:cubicBezTo>
                        <a:pt x="678" y="302"/>
                        <a:pt x="676" y="302"/>
                        <a:pt x="675" y="303"/>
                      </a:cubicBezTo>
                      <a:cubicBezTo>
                        <a:pt x="675" y="303"/>
                        <a:pt x="674" y="303"/>
                        <a:pt x="674" y="303"/>
                      </a:cubicBezTo>
                      <a:cubicBezTo>
                        <a:pt x="674" y="303"/>
                        <a:pt x="674" y="303"/>
                        <a:pt x="674" y="304"/>
                      </a:cubicBezTo>
                      <a:cubicBezTo>
                        <a:pt x="675" y="305"/>
                        <a:pt x="675" y="307"/>
                        <a:pt x="675" y="309"/>
                      </a:cubicBezTo>
                      <a:cubicBezTo>
                        <a:pt x="675" y="310"/>
                        <a:pt x="675" y="310"/>
                        <a:pt x="676" y="311"/>
                      </a:cubicBezTo>
                      <a:cubicBezTo>
                        <a:pt x="676" y="311"/>
                        <a:pt x="676" y="311"/>
                        <a:pt x="677" y="311"/>
                      </a:cubicBezTo>
                      <a:cubicBezTo>
                        <a:pt x="678" y="312"/>
                        <a:pt x="679" y="313"/>
                        <a:pt x="677" y="315"/>
                      </a:cubicBezTo>
                      <a:cubicBezTo>
                        <a:pt x="677" y="315"/>
                        <a:pt x="677" y="316"/>
                        <a:pt x="677" y="316"/>
                      </a:cubicBezTo>
                      <a:cubicBezTo>
                        <a:pt x="678" y="316"/>
                        <a:pt x="678" y="316"/>
                        <a:pt x="678" y="316"/>
                      </a:cubicBezTo>
                      <a:cubicBezTo>
                        <a:pt x="678" y="317"/>
                        <a:pt x="678" y="319"/>
                        <a:pt x="677" y="320"/>
                      </a:cubicBezTo>
                      <a:cubicBezTo>
                        <a:pt x="677" y="319"/>
                        <a:pt x="677" y="319"/>
                        <a:pt x="677" y="318"/>
                      </a:cubicBezTo>
                      <a:cubicBezTo>
                        <a:pt x="677" y="316"/>
                        <a:pt x="676" y="314"/>
                        <a:pt x="675" y="312"/>
                      </a:cubicBezTo>
                      <a:cubicBezTo>
                        <a:pt x="674" y="310"/>
                        <a:pt x="672" y="310"/>
                        <a:pt x="671" y="308"/>
                      </a:cubicBezTo>
                      <a:cubicBezTo>
                        <a:pt x="671" y="307"/>
                        <a:pt x="670" y="307"/>
                        <a:pt x="670" y="306"/>
                      </a:cubicBezTo>
                      <a:cubicBezTo>
                        <a:pt x="670" y="306"/>
                        <a:pt x="670" y="305"/>
                        <a:pt x="670" y="305"/>
                      </a:cubicBezTo>
                      <a:cubicBezTo>
                        <a:pt x="671" y="304"/>
                        <a:pt x="671" y="303"/>
                        <a:pt x="672" y="302"/>
                      </a:cubicBezTo>
                      <a:cubicBezTo>
                        <a:pt x="672" y="302"/>
                        <a:pt x="671" y="301"/>
                        <a:pt x="670" y="300"/>
                      </a:cubicBezTo>
                      <a:cubicBezTo>
                        <a:pt x="670" y="300"/>
                        <a:pt x="670" y="300"/>
                        <a:pt x="670" y="299"/>
                      </a:cubicBezTo>
                      <a:cubicBezTo>
                        <a:pt x="670" y="299"/>
                        <a:pt x="670" y="299"/>
                        <a:pt x="670" y="299"/>
                      </a:cubicBezTo>
                      <a:cubicBezTo>
                        <a:pt x="671" y="299"/>
                        <a:pt x="671" y="299"/>
                        <a:pt x="671" y="299"/>
                      </a:cubicBezTo>
                      <a:cubicBezTo>
                        <a:pt x="671" y="299"/>
                        <a:pt x="670" y="299"/>
                        <a:pt x="670" y="299"/>
                      </a:cubicBezTo>
                      <a:cubicBezTo>
                        <a:pt x="670" y="299"/>
                        <a:pt x="670" y="299"/>
                        <a:pt x="670" y="299"/>
                      </a:cubicBezTo>
                      <a:cubicBezTo>
                        <a:pt x="670" y="299"/>
                        <a:pt x="670" y="299"/>
                        <a:pt x="670" y="299"/>
                      </a:cubicBezTo>
                      <a:cubicBezTo>
                        <a:pt x="669" y="299"/>
                        <a:pt x="669" y="299"/>
                        <a:pt x="669" y="298"/>
                      </a:cubicBezTo>
                      <a:cubicBezTo>
                        <a:pt x="669" y="298"/>
                        <a:pt x="669" y="298"/>
                        <a:pt x="669" y="298"/>
                      </a:cubicBezTo>
                      <a:cubicBezTo>
                        <a:pt x="670" y="298"/>
                        <a:pt x="670" y="297"/>
                        <a:pt x="670" y="297"/>
                      </a:cubicBezTo>
                      <a:cubicBezTo>
                        <a:pt x="670" y="297"/>
                        <a:pt x="671" y="297"/>
                        <a:pt x="671" y="296"/>
                      </a:cubicBezTo>
                      <a:cubicBezTo>
                        <a:pt x="671" y="296"/>
                        <a:pt x="671" y="296"/>
                        <a:pt x="671" y="296"/>
                      </a:cubicBezTo>
                      <a:cubicBezTo>
                        <a:pt x="671" y="295"/>
                        <a:pt x="670" y="294"/>
                        <a:pt x="671" y="293"/>
                      </a:cubicBezTo>
                      <a:cubicBezTo>
                        <a:pt x="671" y="293"/>
                        <a:pt x="671" y="295"/>
                        <a:pt x="672" y="295"/>
                      </a:cubicBezTo>
                      <a:cubicBezTo>
                        <a:pt x="674" y="294"/>
                        <a:pt x="673" y="295"/>
                        <a:pt x="674" y="296"/>
                      </a:cubicBezTo>
                      <a:cubicBezTo>
                        <a:pt x="674" y="296"/>
                        <a:pt x="674" y="296"/>
                        <a:pt x="674" y="296"/>
                      </a:cubicBezTo>
                      <a:cubicBezTo>
                        <a:pt x="674" y="296"/>
                        <a:pt x="674" y="296"/>
                        <a:pt x="674" y="296"/>
                      </a:cubicBezTo>
                      <a:cubicBezTo>
                        <a:pt x="674" y="295"/>
                        <a:pt x="674" y="294"/>
                        <a:pt x="674" y="293"/>
                      </a:cubicBezTo>
                      <a:cubicBezTo>
                        <a:pt x="675" y="293"/>
                        <a:pt x="675" y="293"/>
                        <a:pt x="675" y="293"/>
                      </a:cubicBezTo>
                      <a:cubicBezTo>
                        <a:pt x="676" y="293"/>
                        <a:pt x="676" y="292"/>
                        <a:pt x="676" y="291"/>
                      </a:cubicBezTo>
                      <a:cubicBezTo>
                        <a:pt x="676" y="291"/>
                        <a:pt x="676" y="290"/>
                        <a:pt x="676" y="290"/>
                      </a:cubicBezTo>
                      <a:cubicBezTo>
                        <a:pt x="677" y="290"/>
                        <a:pt x="677" y="291"/>
                        <a:pt x="677" y="291"/>
                      </a:cubicBezTo>
                      <a:cubicBezTo>
                        <a:pt x="677" y="292"/>
                        <a:pt x="677" y="293"/>
                        <a:pt x="678" y="292"/>
                      </a:cubicBezTo>
                      <a:cubicBezTo>
                        <a:pt x="678" y="292"/>
                        <a:pt x="679" y="292"/>
                        <a:pt x="679" y="292"/>
                      </a:cubicBezTo>
                      <a:cubicBezTo>
                        <a:pt x="679" y="292"/>
                        <a:pt x="679" y="292"/>
                        <a:pt x="679" y="292"/>
                      </a:cubicBezTo>
                      <a:cubicBezTo>
                        <a:pt x="678" y="293"/>
                        <a:pt x="678" y="293"/>
                        <a:pt x="677" y="293"/>
                      </a:cubicBezTo>
                      <a:cubicBezTo>
                        <a:pt x="677" y="293"/>
                        <a:pt x="677" y="293"/>
                        <a:pt x="677" y="293"/>
                      </a:cubicBezTo>
                      <a:cubicBezTo>
                        <a:pt x="679" y="295"/>
                        <a:pt x="679" y="295"/>
                        <a:pt x="681" y="293"/>
                      </a:cubicBezTo>
                      <a:cubicBezTo>
                        <a:pt x="681" y="294"/>
                        <a:pt x="681" y="294"/>
                        <a:pt x="682" y="294"/>
                      </a:cubicBezTo>
                      <a:cubicBezTo>
                        <a:pt x="683" y="294"/>
                        <a:pt x="683" y="294"/>
                        <a:pt x="683" y="294"/>
                      </a:cubicBezTo>
                      <a:cubicBezTo>
                        <a:pt x="684" y="293"/>
                        <a:pt x="684" y="292"/>
                        <a:pt x="685" y="291"/>
                      </a:cubicBezTo>
                      <a:cubicBezTo>
                        <a:pt x="686" y="294"/>
                        <a:pt x="687" y="294"/>
                        <a:pt x="689" y="292"/>
                      </a:cubicBezTo>
                      <a:cubicBezTo>
                        <a:pt x="687" y="292"/>
                        <a:pt x="686" y="291"/>
                        <a:pt x="685" y="291"/>
                      </a:cubicBezTo>
                      <a:cubicBezTo>
                        <a:pt x="684" y="290"/>
                        <a:pt x="683" y="290"/>
                        <a:pt x="682" y="291"/>
                      </a:cubicBezTo>
                      <a:cubicBezTo>
                        <a:pt x="681" y="292"/>
                        <a:pt x="680" y="291"/>
                        <a:pt x="680" y="290"/>
                      </a:cubicBezTo>
                      <a:cubicBezTo>
                        <a:pt x="680" y="290"/>
                        <a:pt x="679" y="290"/>
                        <a:pt x="679" y="290"/>
                      </a:cubicBezTo>
                      <a:cubicBezTo>
                        <a:pt x="679" y="290"/>
                        <a:pt x="679" y="290"/>
                        <a:pt x="680" y="290"/>
                      </a:cubicBezTo>
                      <a:cubicBezTo>
                        <a:pt x="680" y="289"/>
                        <a:pt x="680" y="289"/>
                        <a:pt x="680" y="289"/>
                      </a:cubicBezTo>
                      <a:cubicBezTo>
                        <a:pt x="680" y="289"/>
                        <a:pt x="680" y="289"/>
                        <a:pt x="680" y="289"/>
                      </a:cubicBezTo>
                      <a:cubicBezTo>
                        <a:pt x="681" y="290"/>
                        <a:pt x="683" y="289"/>
                        <a:pt x="684" y="290"/>
                      </a:cubicBezTo>
                      <a:cubicBezTo>
                        <a:pt x="685" y="290"/>
                        <a:pt x="686" y="289"/>
                        <a:pt x="686" y="289"/>
                      </a:cubicBezTo>
                      <a:cubicBezTo>
                        <a:pt x="687" y="288"/>
                        <a:pt x="687" y="288"/>
                        <a:pt x="687" y="287"/>
                      </a:cubicBezTo>
                      <a:cubicBezTo>
                        <a:pt x="687" y="286"/>
                        <a:pt x="688" y="285"/>
                        <a:pt x="688" y="285"/>
                      </a:cubicBezTo>
                      <a:cubicBezTo>
                        <a:pt x="688" y="284"/>
                        <a:pt x="689" y="284"/>
                        <a:pt x="689" y="283"/>
                      </a:cubicBezTo>
                      <a:cubicBezTo>
                        <a:pt x="688" y="283"/>
                        <a:pt x="685" y="282"/>
                        <a:pt x="684" y="283"/>
                      </a:cubicBezTo>
                      <a:cubicBezTo>
                        <a:pt x="684" y="283"/>
                        <a:pt x="684" y="283"/>
                        <a:pt x="684" y="283"/>
                      </a:cubicBezTo>
                      <a:cubicBezTo>
                        <a:pt x="684" y="284"/>
                        <a:pt x="684" y="284"/>
                        <a:pt x="683" y="284"/>
                      </a:cubicBezTo>
                      <a:cubicBezTo>
                        <a:pt x="683" y="285"/>
                        <a:pt x="682" y="285"/>
                        <a:pt x="681" y="285"/>
                      </a:cubicBezTo>
                      <a:cubicBezTo>
                        <a:pt x="681" y="284"/>
                        <a:pt x="682" y="284"/>
                        <a:pt x="682" y="284"/>
                      </a:cubicBezTo>
                      <a:cubicBezTo>
                        <a:pt x="683" y="283"/>
                        <a:pt x="683" y="283"/>
                        <a:pt x="684" y="282"/>
                      </a:cubicBezTo>
                      <a:cubicBezTo>
                        <a:pt x="684" y="282"/>
                        <a:pt x="685" y="282"/>
                        <a:pt x="685" y="282"/>
                      </a:cubicBezTo>
                      <a:cubicBezTo>
                        <a:pt x="685" y="281"/>
                        <a:pt x="685" y="281"/>
                        <a:pt x="685" y="281"/>
                      </a:cubicBezTo>
                      <a:cubicBezTo>
                        <a:pt x="685" y="280"/>
                        <a:pt x="685" y="280"/>
                        <a:pt x="685" y="280"/>
                      </a:cubicBezTo>
                      <a:cubicBezTo>
                        <a:pt x="685" y="280"/>
                        <a:pt x="684" y="280"/>
                        <a:pt x="684" y="280"/>
                      </a:cubicBezTo>
                      <a:cubicBezTo>
                        <a:pt x="683" y="280"/>
                        <a:pt x="683" y="281"/>
                        <a:pt x="683" y="281"/>
                      </a:cubicBezTo>
                      <a:cubicBezTo>
                        <a:pt x="683" y="281"/>
                        <a:pt x="683" y="281"/>
                        <a:pt x="683" y="281"/>
                      </a:cubicBezTo>
                      <a:cubicBezTo>
                        <a:pt x="683" y="281"/>
                        <a:pt x="682" y="282"/>
                        <a:pt x="682" y="282"/>
                      </a:cubicBezTo>
                      <a:cubicBezTo>
                        <a:pt x="682" y="279"/>
                        <a:pt x="682" y="279"/>
                        <a:pt x="680" y="280"/>
                      </a:cubicBezTo>
                      <a:cubicBezTo>
                        <a:pt x="680" y="280"/>
                        <a:pt x="679" y="280"/>
                        <a:pt x="679" y="280"/>
                      </a:cubicBezTo>
                      <a:cubicBezTo>
                        <a:pt x="678" y="280"/>
                        <a:pt x="679" y="279"/>
                        <a:pt x="678" y="278"/>
                      </a:cubicBezTo>
                      <a:cubicBezTo>
                        <a:pt x="678" y="277"/>
                        <a:pt x="678" y="277"/>
                        <a:pt x="677" y="276"/>
                      </a:cubicBezTo>
                      <a:cubicBezTo>
                        <a:pt x="677" y="276"/>
                        <a:pt x="676" y="276"/>
                        <a:pt x="675" y="277"/>
                      </a:cubicBezTo>
                      <a:cubicBezTo>
                        <a:pt x="675" y="277"/>
                        <a:pt x="675" y="277"/>
                        <a:pt x="675" y="277"/>
                      </a:cubicBezTo>
                      <a:cubicBezTo>
                        <a:pt x="675" y="277"/>
                        <a:pt x="675" y="278"/>
                        <a:pt x="675" y="278"/>
                      </a:cubicBezTo>
                      <a:cubicBezTo>
                        <a:pt x="675" y="279"/>
                        <a:pt x="676" y="279"/>
                        <a:pt x="676" y="279"/>
                      </a:cubicBezTo>
                      <a:cubicBezTo>
                        <a:pt x="676" y="279"/>
                        <a:pt x="676" y="279"/>
                        <a:pt x="676" y="279"/>
                      </a:cubicBezTo>
                      <a:cubicBezTo>
                        <a:pt x="675" y="280"/>
                        <a:pt x="675" y="281"/>
                        <a:pt x="675" y="281"/>
                      </a:cubicBezTo>
                      <a:cubicBezTo>
                        <a:pt x="675" y="281"/>
                        <a:pt x="675" y="281"/>
                        <a:pt x="675" y="280"/>
                      </a:cubicBezTo>
                      <a:cubicBezTo>
                        <a:pt x="675" y="280"/>
                        <a:pt x="675" y="280"/>
                        <a:pt x="675" y="280"/>
                      </a:cubicBezTo>
                      <a:cubicBezTo>
                        <a:pt x="675" y="279"/>
                        <a:pt x="674" y="278"/>
                        <a:pt x="673" y="278"/>
                      </a:cubicBezTo>
                      <a:cubicBezTo>
                        <a:pt x="673" y="278"/>
                        <a:pt x="673" y="278"/>
                        <a:pt x="673" y="278"/>
                      </a:cubicBezTo>
                      <a:cubicBezTo>
                        <a:pt x="673" y="280"/>
                        <a:pt x="673" y="281"/>
                        <a:pt x="674" y="283"/>
                      </a:cubicBezTo>
                      <a:cubicBezTo>
                        <a:pt x="674" y="284"/>
                        <a:pt x="674" y="285"/>
                        <a:pt x="674" y="285"/>
                      </a:cubicBezTo>
                      <a:cubicBezTo>
                        <a:pt x="673" y="285"/>
                        <a:pt x="673" y="285"/>
                        <a:pt x="673" y="286"/>
                      </a:cubicBezTo>
                      <a:cubicBezTo>
                        <a:pt x="672" y="284"/>
                        <a:pt x="673" y="282"/>
                        <a:pt x="672" y="280"/>
                      </a:cubicBezTo>
                      <a:cubicBezTo>
                        <a:pt x="672" y="280"/>
                        <a:pt x="672" y="280"/>
                        <a:pt x="672" y="280"/>
                      </a:cubicBezTo>
                      <a:cubicBezTo>
                        <a:pt x="672" y="279"/>
                        <a:pt x="672" y="278"/>
                        <a:pt x="672" y="277"/>
                      </a:cubicBezTo>
                      <a:cubicBezTo>
                        <a:pt x="672" y="276"/>
                        <a:pt x="671" y="276"/>
                        <a:pt x="670" y="276"/>
                      </a:cubicBezTo>
                      <a:cubicBezTo>
                        <a:pt x="670" y="276"/>
                        <a:pt x="670" y="276"/>
                        <a:pt x="670" y="276"/>
                      </a:cubicBezTo>
                      <a:cubicBezTo>
                        <a:pt x="670" y="276"/>
                        <a:pt x="670" y="276"/>
                        <a:pt x="670" y="277"/>
                      </a:cubicBezTo>
                      <a:cubicBezTo>
                        <a:pt x="669" y="277"/>
                        <a:pt x="669" y="277"/>
                        <a:pt x="669" y="277"/>
                      </a:cubicBezTo>
                      <a:cubicBezTo>
                        <a:pt x="669" y="277"/>
                        <a:pt x="668" y="277"/>
                        <a:pt x="668" y="277"/>
                      </a:cubicBezTo>
                      <a:cubicBezTo>
                        <a:pt x="668" y="278"/>
                        <a:pt x="668" y="278"/>
                        <a:pt x="668" y="278"/>
                      </a:cubicBezTo>
                      <a:cubicBezTo>
                        <a:pt x="667" y="278"/>
                        <a:pt x="667" y="278"/>
                        <a:pt x="667" y="277"/>
                      </a:cubicBezTo>
                      <a:cubicBezTo>
                        <a:pt x="666" y="276"/>
                        <a:pt x="664" y="276"/>
                        <a:pt x="664" y="275"/>
                      </a:cubicBezTo>
                      <a:cubicBezTo>
                        <a:pt x="663" y="274"/>
                        <a:pt x="663" y="273"/>
                        <a:pt x="662" y="273"/>
                      </a:cubicBezTo>
                      <a:cubicBezTo>
                        <a:pt x="661" y="272"/>
                        <a:pt x="659" y="272"/>
                        <a:pt x="658" y="270"/>
                      </a:cubicBezTo>
                      <a:cubicBezTo>
                        <a:pt x="658" y="270"/>
                        <a:pt x="658" y="270"/>
                        <a:pt x="658" y="270"/>
                      </a:cubicBezTo>
                      <a:cubicBezTo>
                        <a:pt x="658" y="270"/>
                        <a:pt x="658" y="270"/>
                        <a:pt x="658" y="270"/>
                      </a:cubicBezTo>
                      <a:cubicBezTo>
                        <a:pt x="657" y="271"/>
                        <a:pt x="657" y="272"/>
                        <a:pt x="656" y="273"/>
                      </a:cubicBezTo>
                      <a:cubicBezTo>
                        <a:pt x="656" y="273"/>
                        <a:pt x="656" y="273"/>
                        <a:pt x="656" y="273"/>
                      </a:cubicBezTo>
                      <a:cubicBezTo>
                        <a:pt x="655" y="273"/>
                        <a:pt x="655" y="274"/>
                        <a:pt x="655" y="274"/>
                      </a:cubicBezTo>
                      <a:cubicBezTo>
                        <a:pt x="654" y="274"/>
                        <a:pt x="655" y="273"/>
                        <a:pt x="654" y="273"/>
                      </a:cubicBezTo>
                      <a:cubicBezTo>
                        <a:pt x="653" y="274"/>
                        <a:pt x="653" y="273"/>
                        <a:pt x="652" y="273"/>
                      </a:cubicBezTo>
                      <a:cubicBezTo>
                        <a:pt x="652" y="273"/>
                        <a:pt x="652" y="273"/>
                        <a:pt x="652" y="273"/>
                      </a:cubicBezTo>
                      <a:cubicBezTo>
                        <a:pt x="652" y="273"/>
                        <a:pt x="652" y="273"/>
                        <a:pt x="652" y="273"/>
                      </a:cubicBezTo>
                      <a:cubicBezTo>
                        <a:pt x="652" y="275"/>
                        <a:pt x="651" y="277"/>
                        <a:pt x="651" y="279"/>
                      </a:cubicBezTo>
                      <a:cubicBezTo>
                        <a:pt x="651" y="279"/>
                        <a:pt x="652" y="280"/>
                        <a:pt x="652" y="280"/>
                      </a:cubicBezTo>
                      <a:cubicBezTo>
                        <a:pt x="651" y="282"/>
                        <a:pt x="652" y="283"/>
                        <a:pt x="653" y="284"/>
                      </a:cubicBezTo>
                      <a:cubicBezTo>
                        <a:pt x="653" y="284"/>
                        <a:pt x="653" y="285"/>
                        <a:pt x="652" y="286"/>
                      </a:cubicBezTo>
                      <a:cubicBezTo>
                        <a:pt x="652" y="286"/>
                        <a:pt x="652" y="286"/>
                        <a:pt x="652" y="286"/>
                      </a:cubicBezTo>
                      <a:cubicBezTo>
                        <a:pt x="652" y="286"/>
                        <a:pt x="652" y="286"/>
                        <a:pt x="652" y="286"/>
                      </a:cubicBezTo>
                      <a:cubicBezTo>
                        <a:pt x="651" y="287"/>
                        <a:pt x="650" y="288"/>
                        <a:pt x="651" y="289"/>
                      </a:cubicBezTo>
                      <a:cubicBezTo>
                        <a:pt x="652" y="289"/>
                        <a:pt x="651" y="290"/>
                        <a:pt x="651" y="290"/>
                      </a:cubicBezTo>
                      <a:cubicBezTo>
                        <a:pt x="651" y="290"/>
                        <a:pt x="651" y="290"/>
                        <a:pt x="651" y="290"/>
                      </a:cubicBezTo>
                      <a:cubicBezTo>
                        <a:pt x="650" y="291"/>
                        <a:pt x="649" y="290"/>
                        <a:pt x="649" y="290"/>
                      </a:cubicBezTo>
                      <a:cubicBezTo>
                        <a:pt x="649" y="289"/>
                        <a:pt x="647" y="289"/>
                        <a:pt x="647" y="288"/>
                      </a:cubicBezTo>
                      <a:cubicBezTo>
                        <a:pt x="647" y="288"/>
                        <a:pt x="646" y="287"/>
                        <a:pt x="646" y="287"/>
                      </a:cubicBezTo>
                      <a:cubicBezTo>
                        <a:pt x="645" y="288"/>
                        <a:pt x="645" y="288"/>
                        <a:pt x="646" y="289"/>
                      </a:cubicBezTo>
                      <a:cubicBezTo>
                        <a:pt x="647" y="290"/>
                        <a:pt x="648" y="291"/>
                        <a:pt x="650" y="291"/>
                      </a:cubicBezTo>
                      <a:cubicBezTo>
                        <a:pt x="650" y="292"/>
                        <a:pt x="650" y="292"/>
                        <a:pt x="651" y="292"/>
                      </a:cubicBezTo>
                      <a:cubicBezTo>
                        <a:pt x="651" y="292"/>
                        <a:pt x="652" y="292"/>
                        <a:pt x="652" y="293"/>
                      </a:cubicBezTo>
                      <a:cubicBezTo>
                        <a:pt x="652" y="293"/>
                        <a:pt x="652" y="293"/>
                        <a:pt x="652" y="293"/>
                      </a:cubicBezTo>
                      <a:cubicBezTo>
                        <a:pt x="651" y="293"/>
                        <a:pt x="651" y="294"/>
                        <a:pt x="652" y="294"/>
                      </a:cubicBezTo>
                      <a:cubicBezTo>
                        <a:pt x="652" y="294"/>
                        <a:pt x="652" y="295"/>
                        <a:pt x="653" y="294"/>
                      </a:cubicBezTo>
                      <a:cubicBezTo>
                        <a:pt x="653" y="294"/>
                        <a:pt x="653" y="294"/>
                        <a:pt x="653" y="294"/>
                      </a:cubicBezTo>
                      <a:cubicBezTo>
                        <a:pt x="653" y="294"/>
                        <a:pt x="652" y="294"/>
                        <a:pt x="652" y="293"/>
                      </a:cubicBezTo>
                      <a:cubicBezTo>
                        <a:pt x="654" y="294"/>
                        <a:pt x="656" y="293"/>
                        <a:pt x="657" y="295"/>
                      </a:cubicBezTo>
                      <a:cubicBezTo>
                        <a:pt x="656" y="296"/>
                        <a:pt x="656" y="295"/>
                        <a:pt x="655" y="295"/>
                      </a:cubicBezTo>
                      <a:cubicBezTo>
                        <a:pt x="655" y="295"/>
                        <a:pt x="654" y="295"/>
                        <a:pt x="654" y="295"/>
                      </a:cubicBezTo>
                      <a:cubicBezTo>
                        <a:pt x="652" y="296"/>
                        <a:pt x="650" y="294"/>
                        <a:pt x="649" y="293"/>
                      </a:cubicBezTo>
                      <a:cubicBezTo>
                        <a:pt x="649" y="293"/>
                        <a:pt x="649" y="293"/>
                        <a:pt x="649" y="293"/>
                      </a:cubicBezTo>
                      <a:cubicBezTo>
                        <a:pt x="648" y="293"/>
                        <a:pt x="648" y="293"/>
                        <a:pt x="647" y="293"/>
                      </a:cubicBezTo>
                      <a:cubicBezTo>
                        <a:pt x="645" y="292"/>
                        <a:pt x="643" y="291"/>
                        <a:pt x="641" y="290"/>
                      </a:cubicBezTo>
                      <a:cubicBezTo>
                        <a:pt x="639" y="289"/>
                        <a:pt x="638" y="289"/>
                        <a:pt x="637" y="290"/>
                      </a:cubicBezTo>
                      <a:cubicBezTo>
                        <a:pt x="636" y="290"/>
                        <a:pt x="635" y="290"/>
                        <a:pt x="634" y="290"/>
                      </a:cubicBezTo>
                      <a:cubicBezTo>
                        <a:pt x="633" y="289"/>
                        <a:pt x="631" y="289"/>
                        <a:pt x="629" y="289"/>
                      </a:cubicBezTo>
                      <a:cubicBezTo>
                        <a:pt x="628" y="288"/>
                        <a:pt x="628" y="289"/>
                        <a:pt x="627" y="288"/>
                      </a:cubicBezTo>
                      <a:cubicBezTo>
                        <a:pt x="627" y="288"/>
                        <a:pt x="628" y="288"/>
                        <a:pt x="628" y="288"/>
                      </a:cubicBezTo>
                      <a:cubicBezTo>
                        <a:pt x="628" y="287"/>
                        <a:pt x="629" y="288"/>
                        <a:pt x="629" y="288"/>
                      </a:cubicBezTo>
                      <a:cubicBezTo>
                        <a:pt x="629" y="288"/>
                        <a:pt x="630" y="289"/>
                        <a:pt x="630" y="288"/>
                      </a:cubicBezTo>
                      <a:cubicBezTo>
                        <a:pt x="630" y="288"/>
                        <a:pt x="630" y="288"/>
                        <a:pt x="630" y="288"/>
                      </a:cubicBezTo>
                      <a:cubicBezTo>
                        <a:pt x="631" y="287"/>
                        <a:pt x="631" y="285"/>
                        <a:pt x="629" y="285"/>
                      </a:cubicBezTo>
                      <a:cubicBezTo>
                        <a:pt x="629" y="285"/>
                        <a:pt x="628" y="285"/>
                        <a:pt x="628" y="285"/>
                      </a:cubicBezTo>
                      <a:cubicBezTo>
                        <a:pt x="627" y="285"/>
                        <a:pt x="626" y="284"/>
                        <a:pt x="626" y="284"/>
                      </a:cubicBezTo>
                      <a:cubicBezTo>
                        <a:pt x="625" y="284"/>
                        <a:pt x="625" y="285"/>
                        <a:pt x="625" y="285"/>
                      </a:cubicBezTo>
                      <a:cubicBezTo>
                        <a:pt x="625" y="286"/>
                        <a:pt x="626" y="286"/>
                        <a:pt x="626" y="287"/>
                      </a:cubicBezTo>
                      <a:cubicBezTo>
                        <a:pt x="626" y="287"/>
                        <a:pt x="626" y="287"/>
                        <a:pt x="626" y="287"/>
                      </a:cubicBezTo>
                      <a:cubicBezTo>
                        <a:pt x="624" y="287"/>
                        <a:pt x="623" y="287"/>
                        <a:pt x="621" y="286"/>
                      </a:cubicBezTo>
                      <a:cubicBezTo>
                        <a:pt x="619" y="285"/>
                        <a:pt x="617" y="283"/>
                        <a:pt x="618" y="280"/>
                      </a:cubicBezTo>
                      <a:cubicBezTo>
                        <a:pt x="618" y="279"/>
                        <a:pt x="618" y="279"/>
                        <a:pt x="618" y="278"/>
                      </a:cubicBezTo>
                      <a:cubicBezTo>
                        <a:pt x="618" y="278"/>
                        <a:pt x="619" y="278"/>
                        <a:pt x="619" y="278"/>
                      </a:cubicBezTo>
                      <a:cubicBezTo>
                        <a:pt x="619" y="278"/>
                        <a:pt x="620" y="278"/>
                        <a:pt x="620" y="278"/>
                      </a:cubicBezTo>
                      <a:cubicBezTo>
                        <a:pt x="620" y="278"/>
                        <a:pt x="621" y="278"/>
                        <a:pt x="621" y="278"/>
                      </a:cubicBezTo>
                      <a:cubicBezTo>
                        <a:pt x="621" y="277"/>
                        <a:pt x="620" y="276"/>
                        <a:pt x="619" y="276"/>
                      </a:cubicBezTo>
                      <a:cubicBezTo>
                        <a:pt x="619" y="275"/>
                        <a:pt x="618" y="275"/>
                        <a:pt x="618" y="275"/>
                      </a:cubicBezTo>
                      <a:cubicBezTo>
                        <a:pt x="616" y="275"/>
                        <a:pt x="614" y="275"/>
                        <a:pt x="612" y="275"/>
                      </a:cubicBezTo>
                      <a:cubicBezTo>
                        <a:pt x="611" y="275"/>
                        <a:pt x="610" y="275"/>
                        <a:pt x="609" y="275"/>
                      </a:cubicBezTo>
                      <a:cubicBezTo>
                        <a:pt x="608" y="274"/>
                        <a:pt x="607" y="273"/>
                        <a:pt x="605" y="273"/>
                      </a:cubicBezTo>
                      <a:cubicBezTo>
                        <a:pt x="603" y="273"/>
                        <a:pt x="602" y="273"/>
                        <a:pt x="600" y="272"/>
                      </a:cubicBezTo>
                      <a:cubicBezTo>
                        <a:pt x="598" y="271"/>
                        <a:pt x="597" y="272"/>
                        <a:pt x="596" y="273"/>
                      </a:cubicBezTo>
                      <a:cubicBezTo>
                        <a:pt x="595" y="273"/>
                        <a:pt x="595" y="273"/>
                        <a:pt x="595" y="273"/>
                      </a:cubicBezTo>
                      <a:cubicBezTo>
                        <a:pt x="595" y="274"/>
                        <a:pt x="594" y="274"/>
                        <a:pt x="594" y="274"/>
                      </a:cubicBezTo>
                      <a:cubicBezTo>
                        <a:pt x="594" y="275"/>
                        <a:pt x="593" y="275"/>
                        <a:pt x="593" y="275"/>
                      </a:cubicBezTo>
                      <a:cubicBezTo>
                        <a:pt x="591" y="274"/>
                        <a:pt x="589" y="275"/>
                        <a:pt x="587" y="276"/>
                      </a:cubicBezTo>
                      <a:cubicBezTo>
                        <a:pt x="586" y="276"/>
                        <a:pt x="586" y="276"/>
                        <a:pt x="586" y="276"/>
                      </a:cubicBezTo>
                      <a:cubicBezTo>
                        <a:pt x="585" y="277"/>
                        <a:pt x="585" y="278"/>
                        <a:pt x="585" y="279"/>
                      </a:cubicBezTo>
                      <a:cubicBezTo>
                        <a:pt x="586" y="280"/>
                        <a:pt x="587" y="280"/>
                        <a:pt x="587" y="280"/>
                      </a:cubicBezTo>
                      <a:cubicBezTo>
                        <a:pt x="588" y="281"/>
                        <a:pt x="588" y="281"/>
                        <a:pt x="589" y="281"/>
                      </a:cubicBezTo>
                      <a:cubicBezTo>
                        <a:pt x="588" y="281"/>
                        <a:pt x="588" y="281"/>
                        <a:pt x="587" y="281"/>
                      </a:cubicBezTo>
                      <a:cubicBezTo>
                        <a:pt x="587" y="281"/>
                        <a:pt x="586" y="281"/>
                        <a:pt x="586" y="282"/>
                      </a:cubicBezTo>
                      <a:cubicBezTo>
                        <a:pt x="585" y="282"/>
                        <a:pt x="585" y="284"/>
                        <a:pt x="585" y="285"/>
                      </a:cubicBezTo>
                      <a:cubicBezTo>
                        <a:pt x="584" y="285"/>
                        <a:pt x="584" y="284"/>
                        <a:pt x="584" y="284"/>
                      </a:cubicBezTo>
                      <a:cubicBezTo>
                        <a:pt x="583" y="283"/>
                        <a:pt x="583" y="284"/>
                        <a:pt x="582" y="284"/>
                      </a:cubicBezTo>
                      <a:cubicBezTo>
                        <a:pt x="581" y="284"/>
                        <a:pt x="581" y="283"/>
                        <a:pt x="582" y="283"/>
                      </a:cubicBezTo>
                      <a:cubicBezTo>
                        <a:pt x="582" y="283"/>
                        <a:pt x="582" y="283"/>
                        <a:pt x="583" y="283"/>
                      </a:cubicBezTo>
                      <a:cubicBezTo>
                        <a:pt x="583" y="283"/>
                        <a:pt x="584" y="283"/>
                        <a:pt x="584" y="283"/>
                      </a:cubicBezTo>
                      <a:cubicBezTo>
                        <a:pt x="584" y="282"/>
                        <a:pt x="585" y="282"/>
                        <a:pt x="585" y="282"/>
                      </a:cubicBezTo>
                      <a:cubicBezTo>
                        <a:pt x="585" y="281"/>
                        <a:pt x="585" y="280"/>
                        <a:pt x="584" y="280"/>
                      </a:cubicBezTo>
                      <a:cubicBezTo>
                        <a:pt x="583" y="280"/>
                        <a:pt x="583" y="279"/>
                        <a:pt x="583" y="278"/>
                      </a:cubicBezTo>
                      <a:cubicBezTo>
                        <a:pt x="582" y="277"/>
                        <a:pt x="584" y="276"/>
                        <a:pt x="584" y="274"/>
                      </a:cubicBezTo>
                      <a:cubicBezTo>
                        <a:pt x="584" y="272"/>
                        <a:pt x="583" y="270"/>
                        <a:pt x="582" y="268"/>
                      </a:cubicBezTo>
                      <a:cubicBezTo>
                        <a:pt x="582" y="267"/>
                        <a:pt x="581" y="266"/>
                        <a:pt x="580" y="267"/>
                      </a:cubicBezTo>
                      <a:cubicBezTo>
                        <a:pt x="580" y="267"/>
                        <a:pt x="580" y="267"/>
                        <a:pt x="580" y="267"/>
                      </a:cubicBezTo>
                      <a:cubicBezTo>
                        <a:pt x="580" y="267"/>
                        <a:pt x="580" y="268"/>
                        <a:pt x="581" y="268"/>
                      </a:cubicBezTo>
                      <a:cubicBezTo>
                        <a:pt x="581" y="269"/>
                        <a:pt x="581" y="270"/>
                        <a:pt x="580" y="271"/>
                      </a:cubicBezTo>
                      <a:cubicBezTo>
                        <a:pt x="580" y="271"/>
                        <a:pt x="580" y="271"/>
                        <a:pt x="579" y="272"/>
                      </a:cubicBezTo>
                      <a:cubicBezTo>
                        <a:pt x="577" y="272"/>
                        <a:pt x="576" y="271"/>
                        <a:pt x="574" y="271"/>
                      </a:cubicBezTo>
                      <a:cubicBezTo>
                        <a:pt x="571" y="271"/>
                        <a:pt x="570" y="269"/>
                        <a:pt x="569" y="267"/>
                      </a:cubicBezTo>
                      <a:cubicBezTo>
                        <a:pt x="569" y="266"/>
                        <a:pt x="569" y="266"/>
                        <a:pt x="569" y="265"/>
                      </a:cubicBezTo>
                      <a:cubicBezTo>
                        <a:pt x="569" y="265"/>
                        <a:pt x="569" y="265"/>
                        <a:pt x="570" y="265"/>
                      </a:cubicBezTo>
                      <a:cubicBezTo>
                        <a:pt x="570" y="265"/>
                        <a:pt x="570" y="265"/>
                        <a:pt x="570" y="265"/>
                      </a:cubicBezTo>
                      <a:cubicBezTo>
                        <a:pt x="571" y="265"/>
                        <a:pt x="571" y="264"/>
                        <a:pt x="571" y="264"/>
                      </a:cubicBezTo>
                      <a:cubicBezTo>
                        <a:pt x="571" y="264"/>
                        <a:pt x="571" y="264"/>
                        <a:pt x="571" y="264"/>
                      </a:cubicBezTo>
                      <a:cubicBezTo>
                        <a:pt x="571" y="264"/>
                        <a:pt x="570" y="264"/>
                        <a:pt x="570" y="264"/>
                      </a:cubicBezTo>
                      <a:cubicBezTo>
                        <a:pt x="569" y="264"/>
                        <a:pt x="569" y="264"/>
                        <a:pt x="568" y="265"/>
                      </a:cubicBezTo>
                      <a:cubicBezTo>
                        <a:pt x="568" y="265"/>
                        <a:pt x="568" y="265"/>
                        <a:pt x="568" y="265"/>
                      </a:cubicBezTo>
                      <a:cubicBezTo>
                        <a:pt x="568" y="265"/>
                        <a:pt x="568" y="266"/>
                        <a:pt x="568" y="266"/>
                      </a:cubicBezTo>
                      <a:cubicBezTo>
                        <a:pt x="568" y="266"/>
                        <a:pt x="568" y="267"/>
                        <a:pt x="567" y="267"/>
                      </a:cubicBezTo>
                      <a:cubicBezTo>
                        <a:pt x="567" y="267"/>
                        <a:pt x="567" y="267"/>
                        <a:pt x="566" y="266"/>
                      </a:cubicBezTo>
                      <a:cubicBezTo>
                        <a:pt x="566" y="265"/>
                        <a:pt x="565" y="265"/>
                        <a:pt x="564" y="265"/>
                      </a:cubicBezTo>
                      <a:cubicBezTo>
                        <a:pt x="563" y="264"/>
                        <a:pt x="561" y="264"/>
                        <a:pt x="560" y="265"/>
                      </a:cubicBezTo>
                      <a:cubicBezTo>
                        <a:pt x="560" y="265"/>
                        <a:pt x="560" y="265"/>
                        <a:pt x="560" y="265"/>
                      </a:cubicBezTo>
                      <a:cubicBezTo>
                        <a:pt x="560" y="267"/>
                        <a:pt x="559" y="268"/>
                        <a:pt x="558" y="270"/>
                      </a:cubicBezTo>
                      <a:cubicBezTo>
                        <a:pt x="557" y="271"/>
                        <a:pt x="558" y="272"/>
                        <a:pt x="559" y="272"/>
                      </a:cubicBezTo>
                      <a:cubicBezTo>
                        <a:pt x="561" y="272"/>
                        <a:pt x="562" y="272"/>
                        <a:pt x="564" y="271"/>
                      </a:cubicBezTo>
                      <a:cubicBezTo>
                        <a:pt x="564" y="271"/>
                        <a:pt x="564" y="271"/>
                        <a:pt x="565" y="271"/>
                      </a:cubicBezTo>
                      <a:cubicBezTo>
                        <a:pt x="565" y="271"/>
                        <a:pt x="565" y="270"/>
                        <a:pt x="565" y="270"/>
                      </a:cubicBezTo>
                      <a:cubicBezTo>
                        <a:pt x="565" y="270"/>
                        <a:pt x="565" y="270"/>
                        <a:pt x="566" y="270"/>
                      </a:cubicBezTo>
                      <a:cubicBezTo>
                        <a:pt x="566" y="271"/>
                        <a:pt x="567" y="271"/>
                        <a:pt x="567" y="272"/>
                      </a:cubicBezTo>
                      <a:cubicBezTo>
                        <a:pt x="566" y="272"/>
                        <a:pt x="566" y="272"/>
                        <a:pt x="566" y="273"/>
                      </a:cubicBezTo>
                      <a:cubicBezTo>
                        <a:pt x="566" y="273"/>
                        <a:pt x="566" y="273"/>
                        <a:pt x="566" y="273"/>
                      </a:cubicBezTo>
                      <a:cubicBezTo>
                        <a:pt x="566" y="273"/>
                        <a:pt x="565" y="273"/>
                        <a:pt x="565" y="273"/>
                      </a:cubicBezTo>
                      <a:cubicBezTo>
                        <a:pt x="564" y="273"/>
                        <a:pt x="563" y="275"/>
                        <a:pt x="562" y="276"/>
                      </a:cubicBezTo>
                      <a:cubicBezTo>
                        <a:pt x="561" y="277"/>
                        <a:pt x="561" y="278"/>
                        <a:pt x="560" y="278"/>
                      </a:cubicBezTo>
                      <a:cubicBezTo>
                        <a:pt x="559" y="278"/>
                        <a:pt x="558" y="278"/>
                        <a:pt x="557" y="277"/>
                      </a:cubicBezTo>
                      <a:cubicBezTo>
                        <a:pt x="557" y="277"/>
                        <a:pt x="556" y="276"/>
                        <a:pt x="556" y="276"/>
                      </a:cubicBezTo>
                      <a:cubicBezTo>
                        <a:pt x="556" y="276"/>
                        <a:pt x="556" y="276"/>
                        <a:pt x="556" y="276"/>
                      </a:cubicBezTo>
                      <a:cubicBezTo>
                        <a:pt x="555" y="277"/>
                        <a:pt x="556" y="278"/>
                        <a:pt x="556" y="279"/>
                      </a:cubicBezTo>
                      <a:cubicBezTo>
                        <a:pt x="555" y="279"/>
                        <a:pt x="555" y="280"/>
                        <a:pt x="554" y="280"/>
                      </a:cubicBezTo>
                      <a:cubicBezTo>
                        <a:pt x="552" y="281"/>
                        <a:pt x="551" y="281"/>
                        <a:pt x="549" y="282"/>
                      </a:cubicBezTo>
                      <a:cubicBezTo>
                        <a:pt x="549" y="282"/>
                        <a:pt x="549" y="282"/>
                        <a:pt x="549" y="282"/>
                      </a:cubicBezTo>
                      <a:cubicBezTo>
                        <a:pt x="549" y="282"/>
                        <a:pt x="549" y="282"/>
                        <a:pt x="549" y="282"/>
                      </a:cubicBezTo>
                      <a:cubicBezTo>
                        <a:pt x="549" y="282"/>
                        <a:pt x="549" y="282"/>
                        <a:pt x="549" y="282"/>
                      </a:cubicBezTo>
                      <a:cubicBezTo>
                        <a:pt x="549" y="282"/>
                        <a:pt x="549" y="282"/>
                        <a:pt x="549" y="282"/>
                      </a:cubicBezTo>
                      <a:cubicBezTo>
                        <a:pt x="549" y="283"/>
                        <a:pt x="550" y="283"/>
                        <a:pt x="550" y="283"/>
                      </a:cubicBezTo>
                      <a:cubicBezTo>
                        <a:pt x="550" y="283"/>
                        <a:pt x="550" y="283"/>
                        <a:pt x="550" y="283"/>
                      </a:cubicBezTo>
                      <a:cubicBezTo>
                        <a:pt x="550" y="283"/>
                        <a:pt x="550" y="283"/>
                        <a:pt x="550" y="284"/>
                      </a:cubicBezTo>
                      <a:cubicBezTo>
                        <a:pt x="549" y="284"/>
                        <a:pt x="548" y="283"/>
                        <a:pt x="547" y="284"/>
                      </a:cubicBezTo>
                      <a:cubicBezTo>
                        <a:pt x="547" y="284"/>
                        <a:pt x="547" y="284"/>
                        <a:pt x="547" y="284"/>
                      </a:cubicBezTo>
                      <a:cubicBezTo>
                        <a:pt x="547" y="284"/>
                        <a:pt x="547" y="284"/>
                        <a:pt x="547" y="284"/>
                      </a:cubicBezTo>
                      <a:cubicBezTo>
                        <a:pt x="546" y="285"/>
                        <a:pt x="546" y="285"/>
                        <a:pt x="545" y="285"/>
                      </a:cubicBezTo>
                      <a:cubicBezTo>
                        <a:pt x="544" y="285"/>
                        <a:pt x="542" y="284"/>
                        <a:pt x="541" y="285"/>
                      </a:cubicBezTo>
                      <a:cubicBezTo>
                        <a:pt x="539" y="286"/>
                        <a:pt x="538" y="286"/>
                        <a:pt x="537" y="284"/>
                      </a:cubicBezTo>
                      <a:cubicBezTo>
                        <a:pt x="536" y="284"/>
                        <a:pt x="536" y="284"/>
                        <a:pt x="536" y="284"/>
                      </a:cubicBezTo>
                      <a:cubicBezTo>
                        <a:pt x="536" y="284"/>
                        <a:pt x="536" y="285"/>
                        <a:pt x="536" y="285"/>
                      </a:cubicBezTo>
                      <a:cubicBezTo>
                        <a:pt x="534" y="287"/>
                        <a:pt x="535" y="290"/>
                        <a:pt x="538" y="291"/>
                      </a:cubicBezTo>
                      <a:cubicBezTo>
                        <a:pt x="539" y="291"/>
                        <a:pt x="539" y="291"/>
                        <a:pt x="539" y="292"/>
                      </a:cubicBezTo>
                      <a:cubicBezTo>
                        <a:pt x="538" y="292"/>
                        <a:pt x="537" y="291"/>
                        <a:pt x="536" y="291"/>
                      </a:cubicBezTo>
                      <a:cubicBezTo>
                        <a:pt x="535" y="290"/>
                        <a:pt x="534" y="290"/>
                        <a:pt x="534" y="291"/>
                      </a:cubicBezTo>
                      <a:cubicBezTo>
                        <a:pt x="534" y="291"/>
                        <a:pt x="533" y="291"/>
                        <a:pt x="533" y="291"/>
                      </a:cubicBezTo>
                      <a:cubicBezTo>
                        <a:pt x="533" y="292"/>
                        <a:pt x="532" y="293"/>
                        <a:pt x="532" y="293"/>
                      </a:cubicBezTo>
                      <a:cubicBezTo>
                        <a:pt x="531" y="294"/>
                        <a:pt x="530" y="294"/>
                        <a:pt x="529" y="294"/>
                      </a:cubicBezTo>
                      <a:cubicBezTo>
                        <a:pt x="529" y="294"/>
                        <a:pt x="528" y="294"/>
                        <a:pt x="528" y="294"/>
                      </a:cubicBezTo>
                      <a:cubicBezTo>
                        <a:pt x="528" y="294"/>
                        <a:pt x="528" y="294"/>
                        <a:pt x="528" y="295"/>
                      </a:cubicBezTo>
                      <a:cubicBezTo>
                        <a:pt x="527" y="296"/>
                        <a:pt x="525" y="297"/>
                        <a:pt x="525" y="299"/>
                      </a:cubicBezTo>
                      <a:cubicBezTo>
                        <a:pt x="525" y="297"/>
                        <a:pt x="524" y="298"/>
                        <a:pt x="523" y="298"/>
                      </a:cubicBezTo>
                      <a:cubicBezTo>
                        <a:pt x="523" y="298"/>
                        <a:pt x="523" y="298"/>
                        <a:pt x="522" y="299"/>
                      </a:cubicBezTo>
                      <a:cubicBezTo>
                        <a:pt x="522" y="299"/>
                        <a:pt x="522" y="299"/>
                        <a:pt x="522" y="299"/>
                      </a:cubicBezTo>
                      <a:cubicBezTo>
                        <a:pt x="522" y="299"/>
                        <a:pt x="523" y="299"/>
                        <a:pt x="523" y="299"/>
                      </a:cubicBezTo>
                      <a:cubicBezTo>
                        <a:pt x="523" y="299"/>
                        <a:pt x="523" y="299"/>
                        <a:pt x="523" y="299"/>
                      </a:cubicBezTo>
                      <a:cubicBezTo>
                        <a:pt x="523" y="299"/>
                        <a:pt x="524" y="299"/>
                        <a:pt x="524" y="299"/>
                      </a:cubicBezTo>
                      <a:cubicBezTo>
                        <a:pt x="524" y="299"/>
                        <a:pt x="524" y="299"/>
                        <a:pt x="524" y="299"/>
                      </a:cubicBezTo>
                      <a:cubicBezTo>
                        <a:pt x="524" y="299"/>
                        <a:pt x="524" y="300"/>
                        <a:pt x="524" y="300"/>
                      </a:cubicBezTo>
                      <a:cubicBezTo>
                        <a:pt x="523" y="300"/>
                        <a:pt x="523" y="300"/>
                        <a:pt x="522" y="300"/>
                      </a:cubicBezTo>
                      <a:cubicBezTo>
                        <a:pt x="521" y="300"/>
                        <a:pt x="521" y="299"/>
                        <a:pt x="520" y="299"/>
                      </a:cubicBezTo>
                      <a:cubicBezTo>
                        <a:pt x="520" y="299"/>
                        <a:pt x="520" y="298"/>
                        <a:pt x="521" y="298"/>
                      </a:cubicBezTo>
                      <a:cubicBezTo>
                        <a:pt x="521" y="298"/>
                        <a:pt x="521" y="298"/>
                        <a:pt x="521" y="298"/>
                      </a:cubicBezTo>
                      <a:cubicBezTo>
                        <a:pt x="522" y="298"/>
                        <a:pt x="522" y="298"/>
                        <a:pt x="522" y="297"/>
                      </a:cubicBezTo>
                      <a:cubicBezTo>
                        <a:pt x="523" y="297"/>
                        <a:pt x="523" y="296"/>
                        <a:pt x="524" y="296"/>
                      </a:cubicBezTo>
                      <a:cubicBezTo>
                        <a:pt x="524" y="296"/>
                        <a:pt x="524" y="296"/>
                        <a:pt x="525" y="296"/>
                      </a:cubicBezTo>
                      <a:cubicBezTo>
                        <a:pt x="525" y="296"/>
                        <a:pt x="525" y="296"/>
                        <a:pt x="525" y="295"/>
                      </a:cubicBezTo>
                      <a:cubicBezTo>
                        <a:pt x="525" y="295"/>
                        <a:pt x="525" y="294"/>
                        <a:pt x="526" y="294"/>
                      </a:cubicBezTo>
                      <a:cubicBezTo>
                        <a:pt x="526" y="294"/>
                        <a:pt x="527" y="293"/>
                        <a:pt x="528" y="294"/>
                      </a:cubicBezTo>
                      <a:cubicBezTo>
                        <a:pt x="529" y="294"/>
                        <a:pt x="530" y="293"/>
                        <a:pt x="530" y="293"/>
                      </a:cubicBezTo>
                      <a:cubicBezTo>
                        <a:pt x="530" y="293"/>
                        <a:pt x="531" y="292"/>
                        <a:pt x="531" y="292"/>
                      </a:cubicBezTo>
                      <a:cubicBezTo>
                        <a:pt x="531" y="292"/>
                        <a:pt x="531" y="292"/>
                        <a:pt x="531" y="291"/>
                      </a:cubicBezTo>
                      <a:cubicBezTo>
                        <a:pt x="531" y="291"/>
                        <a:pt x="531" y="291"/>
                        <a:pt x="532" y="291"/>
                      </a:cubicBezTo>
                      <a:cubicBezTo>
                        <a:pt x="532" y="291"/>
                        <a:pt x="532" y="291"/>
                        <a:pt x="532" y="291"/>
                      </a:cubicBezTo>
                      <a:cubicBezTo>
                        <a:pt x="533" y="291"/>
                        <a:pt x="533" y="290"/>
                        <a:pt x="533" y="290"/>
                      </a:cubicBezTo>
                      <a:cubicBezTo>
                        <a:pt x="533" y="289"/>
                        <a:pt x="533" y="288"/>
                        <a:pt x="533" y="287"/>
                      </a:cubicBezTo>
                      <a:cubicBezTo>
                        <a:pt x="534" y="286"/>
                        <a:pt x="534" y="285"/>
                        <a:pt x="534" y="284"/>
                      </a:cubicBezTo>
                      <a:cubicBezTo>
                        <a:pt x="534" y="284"/>
                        <a:pt x="534" y="283"/>
                        <a:pt x="534" y="283"/>
                      </a:cubicBezTo>
                      <a:cubicBezTo>
                        <a:pt x="534" y="283"/>
                        <a:pt x="534" y="283"/>
                        <a:pt x="535" y="283"/>
                      </a:cubicBezTo>
                      <a:cubicBezTo>
                        <a:pt x="535" y="282"/>
                        <a:pt x="535" y="281"/>
                        <a:pt x="535" y="281"/>
                      </a:cubicBezTo>
                      <a:cubicBezTo>
                        <a:pt x="536" y="281"/>
                        <a:pt x="536" y="281"/>
                        <a:pt x="537" y="281"/>
                      </a:cubicBezTo>
                      <a:cubicBezTo>
                        <a:pt x="538" y="282"/>
                        <a:pt x="538" y="282"/>
                        <a:pt x="539" y="281"/>
                      </a:cubicBezTo>
                      <a:cubicBezTo>
                        <a:pt x="539" y="281"/>
                        <a:pt x="539" y="281"/>
                        <a:pt x="539" y="280"/>
                      </a:cubicBezTo>
                      <a:cubicBezTo>
                        <a:pt x="539" y="279"/>
                        <a:pt x="540" y="278"/>
                        <a:pt x="540" y="277"/>
                      </a:cubicBezTo>
                      <a:cubicBezTo>
                        <a:pt x="542" y="276"/>
                        <a:pt x="542" y="276"/>
                        <a:pt x="540" y="275"/>
                      </a:cubicBezTo>
                      <a:cubicBezTo>
                        <a:pt x="540" y="275"/>
                        <a:pt x="541" y="275"/>
                        <a:pt x="541" y="274"/>
                      </a:cubicBezTo>
                      <a:cubicBezTo>
                        <a:pt x="541" y="274"/>
                        <a:pt x="541" y="274"/>
                        <a:pt x="541" y="274"/>
                      </a:cubicBezTo>
                      <a:cubicBezTo>
                        <a:pt x="541" y="274"/>
                        <a:pt x="542" y="274"/>
                        <a:pt x="542" y="274"/>
                      </a:cubicBezTo>
                      <a:cubicBezTo>
                        <a:pt x="543" y="274"/>
                        <a:pt x="544" y="274"/>
                        <a:pt x="545" y="274"/>
                      </a:cubicBezTo>
                      <a:cubicBezTo>
                        <a:pt x="546" y="274"/>
                        <a:pt x="547" y="273"/>
                        <a:pt x="549" y="272"/>
                      </a:cubicBezTo>
                      <a:cubicBezTo>
                        <a:pt x="550" y="271"/>
                        <a:pt x="551" y="270"/>
                        <a:pt x="551" y="269"/>
                      </a:cubicBezTo>
                      <a:cubicBezTo>
                        <a:pt x="552" y="267"/>
                        <a:pt x="553" y="265"/>
                        <a:pt x="554" y="264"/>
                      </a:cubicBezTo>
                      <a:cubicBezTo>
                        <a:pt x="555" y="263"/>
                        <a:pt x="555" y="263"/>
                        <a:pt x="556" y="263"/>
                      </a:cubicBezTo>
                      <a:cubicBezTo>
                        <a:pt x="557" y="263"/>
                        <a:pt x="557" y="262"/>
                        <a:pt x="558" y="262"/>
                      </a:cubicBezTo>
                      <a:cubicBezTo>
                        <a:pt x="558" y="262"/>
                        <a:pt x="559" y="261"/>
                        <a:pt x="559" y="261"/>
                      </a:cubicBezTo>
                      <a:cubicBezTo>
                        <a:pt x="560" y="260"/>
                        <a:pt x="560" y="259"/>
                        <a:pt x="560" y="258"/>
                      </a:cubicBezTo>
                      <a:cubicBezTo>
                        <a:pt x="560" y="257"/>
                        <a:pt x="559" y="258"/>
                        <a:pt x="558" y="257"/>
                      </a:cubicBezTo>
                      <a:cubicBezTo>
                        <a:pt x="559" y="257"/>
                        <a:pt x="559" y="257"/>
                        <a:pt x="559" y="257"/>
                      </a:cubicBezTo>
                      <a:cubicBezTo>
                        <a:pt x="560" y="256"/>
                        <a:pt x="561" y="256"/>
                        <a:pt x="562" y="255"/>
                      </a:cubicBezTo>
                      <a:cubicBezTo>
                        <a:pt x="563" y="255"/>
                        <a:pt x="563" y="254"/>
                        <a:pt x="563" y="252"/>
                      </a:cubicBezTo>
                      <a:cubicBezTo>
                        <a:pt x="565" y="252"/>
                        <a:pt x="566" y="252"/>
                        <a:pt x="567" y="251"/>
                      </a:cubicBezTo>
                      <a:cubicBezTo>
                        <a:pt x="568" y="251"/>
                        <a:pt x="568" y="250"/>
                        <a:pt x="569" y="249"/>
                      </a:cubicBezTo>
                      <a:cubicBezTo>
                        <a:pt x="569" y="249"/>
                        <a:pt x="569" y="249"/>
                        <a:pt x="570" y="248"/>
                      </a:cubicBezTo>
                      <a:cubicBezTo>
                        <a:pt x="570" y="248"/>
                        <a:pt x="571" y="248"/>
                        <a:pt x="571" y="248"/>
                      </a:cubicBezTo>
                      <a:cubicBezTo>
                        <a:pt x="572" y="248"/>
                        <a:pt x="573" y="247"/>
                        <a:pt x="573" y="247"/>
                      </a:cubicBezTo>
                      <a:cubicBezTo>
                        <a:pt x="574" y="247"/>
                        <a:pt x="574" y="246"/>
                        <a:pt x="574" y="245"/>
                      </a:cubicBezTo>
                      <a:cubicBezTo>
                        <a:pt x="574" y="245"/>
                        <a:pt x="574" y="244"/>
                        <a:pt x="574" y="244"/>
                      </a:cubicBezTo>
                      <a:cubicBezTo>
                        <a:pt x="575" y="243"/>
                        <a:pt x="576" y="242"/>
                        <a:pt x="577" y="242"/>
                      </a:cubicBezTo>
                      <a:cubicBezTo>
                        <a:pt x="579" y="241"/>
                        <a:pt x="580" y="240"/>
                        <a:pt x="581" y="239"/>
                      </a:cubicBezTo>
                      <a:cubicBezTo>
                        <a:pt x="581" y="239"/>
                        <a:pt x="581" y="239"/>
                        <a:pt x="581" y="239"/>
                      </a:cubicBezTo>
                      <a:cubicBezTo>
                        <a:pt x="582" y="238"/>
                        <a:pt x="582" y="237"/>
                        <a:pt x="583" y="236"/>
                      </a:cubicBezTo>
                      <a:cubicBezTo>
                        <a:pt x="584" y="234"/>
                        <a:pt x="586" y="232"/>
                        <a:pt x="585" y="229"/>
                      </a:cubicBezTo>
                      <a:cubicBezTo>
                        <a:pt x="585" y="229"/>
                        <a:pt x="585" y="229"/>
                        <a:pt x="586" y="229"/>
                      </a:cubicBezTo>
                      <a:cubicBezTo>
                        <a:pt x="587" y="227"/>
                        <a:pt x="586" y="227"/>
                        <a:pt x="585" y="226"/>
                      </a:cubicBezTo>
                      <a:cubicBezTo>
                        <a:pt x="583" y="225"/>
                        <a:pt x="583" y="225"/>
                        <a:pt x="583" y="223"/>
                      </a:cubicBezTo>
                      <a:cubicBezTo>
                        <a:pt x="583" y="223"/>
                        <a:pt x="583" y="222"/>
                        <a:pt x="583" y="222"/>
                      </a:cubicBezTo>
                      <a:cubicBezTo>
                        <a:pt x="583" y="222"/>
                        <a:pt x="582" y="222"/>
                        <a:pt x="582" y="222"/>
                      </a:cubicBezTo>
                      <a:cubicBezTo>
                        <a:pt x="582" y="222"/>
                        <a:pt x="582" y="222"/>
                        <a:pt x="582" y="222"/>
                      </a:cubicBezTo>
                      <a:cubicBezTo>
                        <a:pt x="581" y="223"/>
                        <a:pt x="581" y="223"/>
                        <a:pt x="581" y="224"/>
                      </a:cubicBezTo>
                      <a:cubicBezTo>
                        <a:pt x="581" y="225"/>
                        <a:pt x="581" y="225"/>
                        <a:pt x="581" y="225"/>
                      </a:cubicBezTo>
                      <a:cubicBezTo>
                        <a:pt x="581" y="225"/>
                        <a:pt x="581" y="225"/>
                        <a:pt x="580" y="225"/>
                      </a:cubicBezTo>
                      <a:cubicBezTo>
                        <a:pt x="580" y="225"/>
                        <a:pt x="580" y="225"/>
                        <a:pt x="580" y="224"/>
                      </a:cubicBezTo>
                      <a:cubicBezTo>
                        <a:pt x="580" y="224"/>
                        <a:pt x="580" y="224"/>
                        <a:pt x="580" y="223"/>
                      </a:cubicBezTo>
                      <a:cubicBezTo>
                        <a:pt x="580" y="222"/>
                        <a:pt x="580" y="221"/>
                        <a:pt x="580" y="220"/>
                      </a:cubicBezTo>
                      <a:cubicBezTo>
                        <a:pt x="580" y="219"/>
                        <a:pt x="578" y="219"/>
                        <a:pt x="577" y="218"/>
                      </a:cubicBezTo>
                      <a:cubicBezTo>
                        <a:pt x="577" y="218"/>
                        <a:pt x="577" y="217"/>
                        <a:pt x="577" y="216"/>
                      </a:cubicBezTo>
                      <a:cubicBezTo>
                        <a:pt x="577" y="217"/>
                        <a:pt x="578" y="217"/>
                        <a:pt x="578" y="217"/>
                      </a:cubicBezTo>
                      <a:cubicBezTo>
                        <a:pt x="580" y="219"/>
                        <a:pt x="582" y="221"/>
                        <a:pt x="584" y="222"/>
                      </a:cubicBezTo>
                      <a:cubicBezTo>
                        <a:pt x="585" y="222"/>
                        <a:pt x="585" y="223"/>
                        <a:pt x="585" y="224"/>
                      </a:cubicBezTo>
                      <a:cubicBezTo>
                        <a:pt x="584" y="224"/>
                        <a:pt x="584" y="224"/>
                        <a:pt x="584" y="225"/>
                      </a:cubicBezTo>
                      <a:cubicBezTo>
                        <a:pt x="584" y="225"/>
                        <a:pt x="584" y="225"/>
                        <a:pt x="585" y="225"/>
                      </a:cubicBezTo>
                      <a:cubicBezTo>
                        <a:pt x="585" y="225"/>
                        <a:pt x="585" y="225"/>
                        <a:pt x="585" y="225"/>
                      </a:cubicBezTo>
                      <a:cubicBezTo>
                        <a:pt x="585" y="225"/>
                        <a:pt x="585" y="224"/>
                        <a:pt x="585" y="224"/>
                      </a:cubicBezTo>
                      <a:cubicBezTo>
                        <a:pt x="586" y="222"/>
                        <a:pt x="587" y="220"/>
                        <a:pt x="587" y="218"/>
                      </a:cubicBezTo>
                      <a:cubicBezTo>
                        <a:pt x="587" y="218"/>
                        <a:pt x="588" y="217"/>
                        <a:pt x="587" y="216"/>
                      </a:cubicBezTo>
                      <a:cubicBezTo>
                        <a:pt x="586" y="215"/>
                        <a:pt x="587" y="214"/>
                        <a:pt x="585" y="213"/>
                      </a:cubicBezTo>
                      <a:cubicBezTo>
                        <a:pt x="585" y="213"/>
                        <a:pt x="584" y="211"/>
                        <a:pt x="584" y="210"/>
                      </a:cubicBezTo>
                      <a:cubicBezTo>
                        <a:pt x="585" y="208"/>
                        <a:pt x="584" y="207"/>
                        <a:pt x="583" y="206"/>
                      </a:cubicBezTo>
                      <a:cubicBezTo>
                        <a:pt x="583" y="205"/>
                        <a:pt x="582" y="205"/>
                        <a:pt x="581" y="205"/>
                      </a:cubicBezTo>
                      <a:cubicBezTo>
                        <a:pt x="581" y="206"/>
                        <a:pt x="581" y="206"/>
                        <a:pt x="581" y="207"/>
                      </a:cubicBezTo>
                      <a:cubicBezTo>
                        <a:pt x="582" y="207"/>
                        <a:pt x="582" y="208"/>
                        <a:pt x="581" y="208"/>
                      </a:cubicBezTo>
                      <a:cubicBezTo>
                        <a:pt x="581" y="208"/>
                        <a:pt x="581" y="209"/>
                        <a:pt x="581" y="209"/>
                      </a:cubicBezTo>
                      <a:cubicBezTo>
                        <a:pt x="581" y="209"/>
                        <a:pt x="581" y="209"/>
                        <a:pt x="581" y="209"/>
                      </a:cubicBezTo>
                      <a:cubicBezTo>
                        <a:pt x="581" y="209"/>
                        <a:pt x="581" y="209"/>
                        <a:pt x="581" y="210"/>
                      </a:cubicBezTo>
                      <a:cubicBezTo>
                        <a:pt x="581" y="210"/>
                        <a:pt x="581" y="211"/>
                        <a:pt x="581" y="211"/>
                      </a:cubicBezTo>
                      <a:cubicBezTo>
                        <a:pt x="581" y="211"/>
                        <a:pt x="581" y="211"/>
                        <a:pt x="580" y="211"/>
                      </a:cubicBezTo>
                      <a:cubicBezTo>
                        <a:pt x="580" y="211"/>
                        <a:pt x="579" y="212"/>
                        <a:pt x="579" y="211"/>
                      </a:cubicBezTo>
                      <a:cubicBezTo>
                        <a:pt x="581" y="209"/>
                        <a:pt x="581" y="209"/>
                        <a:pt x="579" y="207"/>
                      </a:cubicBezTo>
                      <a:cubicBezTo>
                        <a:pt x="579" y="207"/>
                        <a:pt x="578" y="207"/>
                        <a:pt x="579" y="206"/>
                      </a:cubicBezTo>
                      <a:cubicBezTo>
                        <a:pt x="580" y="205"/>
                        <a:pt x="579" y="203"/>
                        <a:pt x="579" y="201"/>
                      </a:cubicBezTo>
                      <a:cubicBezTo>
                        <a:pt x="579" y="199"/>
                        <a:pt x="578" y="198"/>
                        <a:pt x="578" y="196"/>
                      </a:cubicBezTo>
                      <a:cubicBezTo>
                        <a:pt x="577" y="194"/>
                        <a:pt x="576" y="194"/>
                        <a:pt x="574" y="195"/>
                      </a:cubicBezTo>
                      <a:cubicBezTo>
                        <a:pt x="574" y="195"/>
                        <a:pt x="573" y="194"/>
                        <a:pt x="572" y="194"/>
                      </a:cubicBezTo>
                      <a:cubicBezTo>
                        <a:pt x="571" y="193"/>
                        <a:pt x="570" y="191"/>
                        <a:pt x="569" y="191"/>
                      </a:cubicBezTo>
                      <a:cubicBezTo>
                        <a:pt x="567" y="191"/>
                        <a:pt x="565" y="191"/>
                        <a:pt x="563" y="192"/>
                      </a:cubicBezTo>
                      <a:cubicBezTo>
                        <a:pt x="561" y="193"/>
                        <a:pt x="560" y="193"/>
                        <a:pt x="558" y="192"/>
                      </a:cubicBezTo>
                      <a:cubicBezTo>
                        <a:pt x="557" y="191"/>
                        <a:pt x="557" y="191"/>
                        <a:pt x="556" y="191"/>
                      </a:cubicBezTo>
                      <a:cubicBezTo>
                        <a:pt x="555" y="192"/>
                        <a:pt x="553" y="192"/>
                        <a:pt x="552" y="192"/>
                      </a:cubicBezTo>
                      <a:cubicBezTo>
                        <a:pt x="551" y="193"/>
                        <a:pt x="551" y="192"/>
                        <a:pt x="550" y="192"/>
                      </a:cubicBezTo>
                      <a:cubicBezTo>
                        <a:pt x="549" y="191"/>
                        <a:pt x="548" y="191"/>
                        <a:pt x="548" y="191"/>
                      </a:cubicBezTo>
                      <a:cubicBezTo>
                        <a:pt x="547" y="192"/>
                        <a:pt x="547" y="193"/>
                        <a:pt x="547" y="193"/>
                      </a:cubicBezTo>
                      <a:cubicBezTo>
                        <a:pt x="547" y="194"/>
                        <a:pt x="547" y="195"/>
                        <a:pt x="547" y="196"/>
                      </a:cubicBezTo>
                      <a:cubicBezTo>
                        <a:pt x="547" y="196"/>
                        <a:pt x="547" y="197"/>
                        <a:pt x="546" y="197"/>
                      </a:cubicBezTo>
                      <a:cubicBezTo>
                        <a:pt x="545" y="198"/>
                        <a:pt x="545" y="198"/>
                        <a:pt x="544" y="197"/>
                      </a:cubicBezTo>
                      <a:cubicBezTo>
                        <a:pt x="543" y="197"/>
                        <a:pt x="542" y="197"/>
                        <a:pt x="542" y="197"/>
                      </a:cubicBezTo>
                      <a:cubicBezTo>
                        <a:pt x="542" y="197"/>
                        <a:pt x="542" y="197"/>
                        <a:pt x="542" y="198"/>
                      </a:cubicBezTo>
                      <a:cubicBezTo>
                        <a:pt x="542" y="198"/>
                        <a:pt x="541" y="198"/>
                        <a:pt x="541" y="198"/>
                      </a:cubicBezTo>
                      <a:cubicBezTo>
                        <a:pt x="540" y="199"/>
                        <a:pt x="538" y="198"/>
                        <a:pt x="537" y="198"/>
                      </a:cubicBezTo>
                      <a:cubicBezTo>
                        <a:pt x="536" y="198"/>
                        <a:pt x="536" y="197"/>
                        <a:pt x="536" y="196"/>
                      </a:cubicBezTo>
                      <a:cubicBezTo>
                        <a:pt x="536" y="196"/>
                        <a:pt x="537" y="196"/>
                        <a:pt x="537" y="196"/>
                      </a:cubicBezTo>
                      <a:cubicBezTo>
                        <a:pt x="537" y="196"/>
                        <a:pt x="537" y="196"/>
                        <a:pt x="537" y="196"/>
                      </a:cubicBezTo>
                      <a:cubicBezTo>
                        <a:pt x="538" y="196"/>
                        <a:pt x="538" y="196"/>
                        <a:pt x="538" y="196"/>
                      </a:cubicBezTo>
                      <a:cubicBezTo>
                        <a:pt x="539" y="196"/>
                        <a:pt x="539" y="196"/>
                        <a:pt x="539" y="195"/>
                      </a:cubicBezTo>
                      <a:cubicBezTo>
                        <a:pt x="539" y="191"/>
                        <a:pt x="542" y="190"/>
                        <a:pt x="543" y="187"/>
                      </a:cubicBezTo>
                      <a:cubicBezTo>
                        <a:pt x="544" y="186"/>
                        <a:pt x="544" y="186"/>
                        <a:pt x="543" y="186"/>
                      </a:cubicBezTo>
                      <a:cubicBezTo>
                        <a:pt x="543" y="185"/>
                        <a:pt x="542" y="184"/>
                        <a:pt x="541" y="183"/>
                      </a:cubicBezTo>
                      <a:cubicBezTo>
                        <a:pt x="540" y="182"/>
                        <a:pt x="540" y="182"/>
                        <a:pt x="539" y="182"/>
                      </a:cubicBezTo>
                      <a:cubicBezTo>
                        <a:pt x="537" y="182"/>
                        <a:pt x="534" y="182"/>
                        <a:pt x="533" y="184"/>
                      </a:cubicBezTo>
                      <a:cubicBezTo>
                        <a:pt x="532" y="184"/>
                        <a:pt x="532" y="184"/>
                        <a:pt x="532" y="184"/>
                      </a:cubicBezTo>
                      <a:cubicBezTo>
                        <a:pt x="532" y="184"/>
                        <a:pt x="531" y="184"/>
                        <a:pt x="531" y="184"/>
                      </a:cubicBezTo>
                      <a:cubicBezTo>
                        <a:pt x="531" y="184"/>
                        <a:pt x="530" y="184"/>
                        <a:pt x="530" y="184"/>
                      </a:cubicBezTo>
                      <a:cubicBezTo>
                        <a:pt x="530" y="183"/>
                        <a:pt x="530" y="183"/>
                        <a:pt x="530" y="183"/>
                      </a:cubicBezTo>
                      <a:cubicBezTo>
                        <a:pt x="531" y="183"/>
                        <a:pt x="531" y="183"/>
                        <a:pt x="531" y="183"/>
                      </a:cubicBezTo>
                      <a:cubicBezTo>
                        <a:pt x="531" y="183"/>
                        <a:pt x="532" y="183"/>
                        <a:pt x="532" y="183"/>
                      </a:cubicBezTo>
                      <a:cubicBezTo>
                        <a:pt x="532" y="183"/>
                        <a:pt x="532" y="182"/>
                        <a:pt x="532" y="182"/>
                      </a:cubicBezTo>
                      <a:cubicBezTo>
                        <a:pt x="533" y="182"/>
                        <a:pt x="533" y="181"/>
                        <a:pt x="532" y="181"/>
                      </a:cubicBezTo>
                      <a:cubicBezTo>
                        <a:pt x="532" y="180"/>
                        <a:pt x="531" y="180"/>
                        <a:pt x="531" y="181"/>
                      </a:cubicBezTo>
                      <a:cubicBezTo>
                        <a:pt x="530" y="181"/>
                        <a:pt x="529" y="181"/>
                        <a:pt x="529" y="181"/>
                      </a:cubicBezTo>
                      <a:cubicBezTo>
                        <a:pt x="527" y="182"/>
                        <a:pt x="525" y="180"/>
                        <a:pt x="523" y="181"/>
                      </a:cubicBezTo>
                      <a:cubicBezTo>
                        <a:pt x="523" y="181"/>
                        <a:pt x="523" y="181"/>
                        <a:pt x="522" y="181"/>
                      </a:cubicBezTo>
                      <a:cubicBezTo>
                        <a:pt x="522" y="181"/>
                        <a:pt x="522" y="180"/>
                        <a:pt x="522" y="180"/>
                      </a:cubicBezTo>
                      <a:cubicBezTo>
                        <a:pt x="522" y="180"/>
                        <a:pt x="522" y="180"/>
                        <a:pt x="522" y="180"/>
                      </a:cubicBezTo>
                      <a:cubicBezTo>
                        <a:pt x="524" y="180"/>
                        <a:pt x="525" y="178"/>
                        <a:pt x="526" y="178"/>
                      </a:cubicBezTo>
                      <a:cubicBezTo>
                        <a:pt x="528" y="178"/>
                        <a:pt x="529" y="178"/>
                        <a:pt x="530" y="177"/>
                      </a:cubicBezTo>
                      <a:cubicBezTo>
                        <a:pt x="530" y="177"/>
                        <a:pt x="531" y="176"/>
                        <a:pt x="531" y="175"/>
                      </a:cubicBezTo>
                      <a:cubicBezTo>
                        <a:pt x="531" y="175"/>
                        <a:pt x="531" y="175"/>
                        <a:pt x="531" y="175"/>
                      </a:cubicBezTo>
                      <a:cubicBezTo>
                        <a:pt x="532" y="174"/>
                        <a:pt x="532" y="173"/>
                        <a:pt x="533" y="173"/>
                      </a:cubicBezTo>
                      <a:cubicBezTo>
                        <a:pt x="533" y="173"/>
                        <a:pt x="534" y="173"/>
                        <a:pt x="534" y="173"/>
                      </a:cubicBezTo>
                      <a:cubicBezTo>
                        <a:pt x="535" y="173"/>
                        <a:pt x="535" y="173"/>
                        <a:pt x="535" y="173"/>
                      </a:cubicBezTo>
                      <a:cubicBezTo>
                        <a:pt x="535" y="173"/>
                        <a:pt x="535" y="172"/>
                        <a:pt x="535" y="172"/>
                      </a:cubicBezTo>
                      <a:cubicBezTo>
                        <a:pt x="534" y="171"/>
                        <a:pt x="533" y="169"/>
                        <a:pt x="533" y="168"/>
                      </a:cubicBezTo>
                      <a:cubicBezTo>
                        <a:pt x="533" y="167"/>
                        <a:pt x="533" y="166"/>
                        <a:pt x="532" y="167"/>
                      </a:cubicBezTo>
                      <a:cubicBezTo>
                        <a:pt x="528" y="167"/>
                        <a:pt x="527" y="166"/>
                        <a:pt x="526" y="163"/>
                      </a:cubicBezTo>
                      <a:cubicBezTo>
                        <a:pt x="525" y="163"/>
                        <a:pt x="525" y="162"/>
                        <a:pt x="524" y="163"/>
                      </a:cubicBezTo>
                      <a:cubicBezTo>
                        <a:pt x="524" y="163"/>
                        <a:pt x="523" y="163"/>
                        <a:pt x="523" y="162"/>
                      </a:cubicBezTo>
                      <a:cubicBezTo>
                        <a:pt x="522" y="161"/>
                        <a:pt x="521" y="161"/>
                        <a:pt x="520" y="161"/>
                      </a:cubicBezTo>
                      <a:cubicBezTo>
                        <a:pt x="520" y="162"/>
                        <a:pt x="520" y="162"/>
                        <a:pt x="520" y="162"/>
                      </a:cubicBezTo>
                      <a:cubicBezTo>
                        <a:pt x="519" y="163"/>
                        <a:pt x="519" y="164"/>
                        <a:pt x="518" y="164"/>
                      </a:cubicBezTo>
                      <a:cubicBezTo>
                        <a:pt x="518" y="164"/>
                        <a:pt x="517" y="165"/>
                        <a:pt x="517" y="165"/>
                      </a:cubicBezTo>
                      <a:cubicBezTo>
                        <a:pt x="516" y="164"/>
                        <a:pt x="515" y="164"/>
                        <a:pt x="515" y="165"/>
                      </a:cubicBezTo>
                      <a:cubicBezTo>
                        <a:pt x="514" y="165"/>
                        <a:pt x="514" y="166"/>
                        <a:pt x="513" y="166"/>
                      </a:cubicBezTo>
                      <a:cubicBezTo>
                        <a:pt x="513" y="167"/>
                        <a:pt x="513" y="167"/>
                        <a:pt x="512" y="168"/>
                      </a:cubicBezTo>
                      <a:cubicBezTo>
                        <a:pt x="512" y="168"/>
                        <a:pt x="512" y="168"/>
                        <a:pt x="512" y="168"/>
                      </a:cubicBezTo>
                      <a:cubicBezTo>
                        <a:pt x="511" y="168"/>
                        <a:pt x="511" y="168"/>
                        <a:pt x="511" y="168"/>
                      </a:cubicBezTo>
                      <a:cubicBezTo>
                        <a:pt x="511" y="168"/>
                        <a:pt x="511" y="168"/>
                        <a:pt x="511" y="169"/>
                      </a:cubicBezTo>
                      <a:cubicBezTo>
                        <a:pt x="511" y="169"/>
                        <a:pt x="510" y="170"/>
                        <a:pt x="510" y="170"/>
                      </a:cubicBezTo>
                      <a:cubicBezTo>
                        <a:pt x="508" y="172"/>
                        <a:pt x="507" y="173"/>
                        <a:pt x="506" y="175"/>
                      </a:cubicBezTo>
                      <a:cubicBezTo>
                        <a:pt x="506" y="175"/>
                        <a:pt x="506" y="175"/>
                        <a:pt x="506" y="175"/>
                      </a:cubicBezTo>
                      <a:cubicBezTo>
                        <a:pt x="506" y="175"/>
                        <a:pt x="505" y="176"/>
                        <a:pt x="505" y="176"/>
                      </a:cubicBezTo>
                      <a:cubicBezTo>
                        <a:pt x="504" y="178"/>
                        <a:pt x="503" y="179"/>
                        <a:pt x="503" y="180"/>
                      </a:cubicBezTo>
                      <a:cubicBezTo>
                        <a:pt x="502" y="181"/>
                        <a:pt x="501" y="182"/>
                        <a:pt x="502" y="183"/>
                      </a:cubicBezTo>
                      <a:cubicBezTo>
                        <a:pt x="502" y="184"/>
                        <a:pt x="502" y="184"/>
                        <a:pt x="502" y="184"/>
                      </a:cubicBezTo>
                      <a:cubicBezTo>
                        <a:pt x="502" y="185"/>
                        <a:pt x="501" y="185"/>
                        <a:pt x="501" y="185"/>
                      </a:cubicBezTo>
                      <a:cubicBezTo>
                        <a:pt x="501" y="185"/>
                        <a:pt x="500" y="185"/>
                        <a:pt x="500" y="185"/>
                      </a:cubicBezTo>
                      <a:cubicBezTo>
                        <a:pt x="500" y="185"/>
                        <a:pt x="500" y="185"/>
                        <a:pt x="500" y="185"/>
                      </a:cubicBezTo>
                      <a:cubicBezTo>
                        <a:pt x="499" y="187"/>
                        <a:pt x="499" y="190"/>
                        <a:pt x="501" y="191"/>
                      </a:cubicBezTo>
                      <a:cubicBezTo>
                        <a:pt x="502" y="191"/>
                        <a:pt x="502" y="192"/>
                        <a:pt x="502" y="193"/>
                      </a:cubicBezTo>
                      <a:cubicBezTo>
                        <a:pt x="501" y="195"/>
                        <a:pt x="500" y="196"/>
                        <a:pt x="500" y="198"/>
                      </a:cubicBezTo>
                      <a:cubicBezTo>
                        <a:pt x="498" y="198"/>
                        <a:pt x="496" y="200"/>
                        <a:pt x="494" y="199"/>
                      </a:cubicBezTo>
                      <a:cubicBezTo>
                        <a:pt x="494" y="199"/>
                        <a:pt x="494" y="199"/>
                        <a:pt x="494" y="199"/>
                      </a:cubicBezTo>
                      <a:cubicBezTo>
                        <a:pt x="492" y="200"/>
                        <a:pt x="490" y="200"/>
                        <a:pt x="487" y="199"/>
                      </a:cubicBezTo>
                      <a:cubicBezTo>
                        <a:pt x="487" y="199"/>
                        <a:pt x="486" y="198"/>
                        <a:pt x="486" y="199"/>
                      </a:cubicBezTo>
                      <a:cubicBezTo>
                        <a:pt x="486" y="199"/>
                        <a:pt x="486" y="199"/>
                        <a:pt x="486" y="200"/>
                      </a:cubicBezTo>
                      <a:cubicBezTo>
                        <a:pt x="486" y="201"/>
                        <a:pt x="486" y="202"/>
                        <a:pt x="487" y="202"/>
                      </a:cubicBezTo>
                      <a:cubicBezTo>
                        <a:pt x="489" y="204"/>
                        <a:pt x="491" y="207"/>
                        <a:pt x="492" y="209"/>
                      </a:cubicBezTo>
                      <a:cubicBezTo>
                        <a:pt x="492" y="210"/>
                        <a:pt x="492" y="211"/>
                        <a:pt x="492" y="211"/>
                      </a:cubicBezTo>
                      <a:cubicBezTo>
                        <a:pt x="492" y="211"/>
                        <a:pt x="492" y="210"/>
                        <a:pt x="491" y="210"/>
                      </a:cubicBezTo>
                      <a:cubicBezTo>
                        <a:pt x="491" y="209"/>
                        <a:pt x="490" y="209"/>
                        <a:pt x="490" y="209"/>
                      </a:cubicBezTo>
                      <a:cubicBezTo>
                        <a:pt x="489" y="209"/>
                        <a:pt x="488" y="209"/>
                        <a:pt x="488" y="208"/>
                      </a:cubicBezTo>
                      <a:cubicBezTo>
                        <a:pt x="489" y="206"/>
                        <a:pt x="487" y="206"/>
                        <a:pt x="487" y="206"/>
                      </a:cubicBezTo>
                      <a:cubicBezTo>
                        <a:pt x="485" y="207"/>
                        <a:pt x="485" y="207"/>
                        <a:pt x="485" y="205"/>
                      </a:cubicBezTo>
                      <a:cubicBezTo>
                        <a:pt x="484" y="206"/>
                        <a:pt x="482" y="207"/>
                        <a:pt x="481" y="208"/>
                      </a:cubicBezTo>
                      <a:cubicBezTo>
                        <a:pt x="481" y="208"/>
                        <a:pt x="481" y="208"/>
                        <a:pt x="480" y="208"/>
                      </a:cubicBezTo>
                      <a:cubicBezTo>
                        <a:pt x="480" y="208"/>
                        <a:pt x="480" y="208"/>
                        <a:pt x="480" y="208"/>
                      </a:cubicBezTo>
                      <a:cubicBezTo>
                        <a:pt x="480" y="209"/>
                        <a:pt x="480" y="209"/>
                        <a:pt x="479" y="209"/>
                      </a:cubicBezTo>
                      <a:cubicBezTo>
                        <a:pt x="480" y="209"/>
                        <a:pt x="480" y="209"/>
                        <a:pt x="480" y="209"/>
                      </a:cubicBezTo>
                      <a:cubicBezTo>
                        <a:pt x="480" y="210"/>
                        <a:pt x="480" y="210"/>
                        <a:pt x="480" y="210"/>
                      </a:cubicBezTo>
                      <a:cubicBezTo>
                        <a:pt x="480" y="211"/>
                        <a:pt x="479" y="211"/>
                        <a:pt x="479" y="210"/>
                      </a:cubicBezTo>
                      <a:cubicBezTo>
                        <a:pt x="479" y="210"/>
                        <a:pt x="478" y="210"/>
                        <a:pt x="478" y="210"/>
                      </a:cubicBezTo>
                      <a:cubicBezTo>
                        <a:pt x="478" y="211"/>
                        <a:pt x="476" y="211"/>
                        <a:pt x="478" y="212"/>
                      </a:cubicBezTo>
                      <a:cubicBezTo>
                        <a:pt x="478" y="212"/>
                        <a:pt x="478" y="213"/>
                        <a:pt x="478" y="213"/>
                      </a:cubicBezTo>
                      <a:cubicBezTo>
                        <a:pt x="478" y="214"/>
                        <a:pt x="478" y="213"/>
                        <a:pt x="477" y="213"/>
                      </a:cubicBezTo>
                      <a:cubicBezTo>
                        <a:pt x="477" y="213"/>
                        <a:pt x="476" y="213"/>
                        <a:pt x="476" y="213"/>
                      </a:cubicBezTo>
                      <a:cubicBezTo>
                        <a:pt x="475" y="214"/>
                        <a:pt x="474" y="214"/>
                        <a:pt x="474" y="213"/>
                      </a:cubicBezTo>
                      <a:cubicBezTo>
                        <a:pt x="474" y="213"/>
                        <a:pt x="475" y="212"/>
                        <a:pt x="475" y="212"/>
                      </a:cubicBezTo>
                      <a:cubicBezTo>
                        <a:pt x="475" y="211"/>
                        <a:pt x="475" y="211"/>
                        <a:pt x="474" y="210"/>
                      </a:cubicBezTo>
                      <a:cubicBezTo>
                        <a:pt x="473" y="210"/>
                        <a:pt x="473" y="211"/>
                        <a:pt x="472" y="211"/>
                      </a:cubicBezTo>
                      <a:cubicBezTo>
                        <a:pt x="472" y="212"/>
                        <a:pt x="471" y="212"/>
                        <a:pt x="471" y="213"/>
                      </a:cubicBezTo>
                      <a:cubicBezTo>
                        <a:pt x="472" y="213"/>
                        <a:pt x="473" y="213"/>
                        <a:pt x="473" y="213"/>
                      </a:cubicBezTo>
                      <a:cubicBezTo>
                        <a:pt x="473" y="215"/>
                        <a:pt x="471" y="216"/>
                        <a:pt x="469" y="216"/>
                      </a:cubicBezTo>
                      <a:cubicBezTo>
                        <a:pt x="469" y="215"/>
                        <a:pt x="470" y="215"/>
                        <a:pt x="470" y="215"/>
                      </a:cubicBezTo>
                      <a:cubicBezTo>
                        <a:pt x="470" y="214"/>
                        <a:pt x="470" y="213"/>
                        <a:pt x="469" y="212"/>
                      </a:cubicBezTo>
                      <a:cubicBezTo>
                        <a:pt x="469" y="212"/>
                        <a:pt x="469" y="212"/>
                        <a:pt x="468" y="213"/>
                      </a:cubicBezTo>
                      <a:cubicBezTo>
                        <a:pt x="468" y="215"/>
                        <a:pt x="467" y="214"/>
                        <a:pt x="466" y="214"/>
                      </a:cubicBezTo>
                      <a:cubicBezTo>
                        <a:pt x="465" y="213"/>
                        <a:pt x="466" y="212"/>
                        <a:pt x="466" y="212"/>
                      </a:cubicBezTo>
                      <a:cubicBezTo>
                        <a:pt x="467" y="210"/>
                        <a:pt x="466" y="209"/>
                        <a:pt x="465" y="209"/>
                      </a:cubicBezTo>
                      <a:cubicBezTo>
                        <a:pt x="463" y="208"/>
                        <a:pt x="462" y="209"/>
                        <a:pt x="461" y="209"/>
                      </a:cubicBezTo>
                      <a:cubicBezTo>
                        <a:pt x="460" y="210"/>
                        <a:pt x="459" y="210"/>
                        <a:pt x="459" y="209"/>
                      </a:cubicBezTo>
                      <a:cubicBezTo>
                        <a:pt x="459" y="208"/>
                        <a:pt x="458" y="208"/>
                        <a:pt x="458" y="209"/>
                      </a:cubicBezTo>
                      <a:cubicBezTo>
                        <a:pt x="457" y="209"/>
                        <a:pt x="457" y="211"/>
                        <a:pt x="455" y="209"/>
                      </a:cubicBezTo>
                      <a:cubicBezTo>
                        <a:pt x="455" y="209"/>
                        <a:pt x="452" y="209"/>
                        <a:pt x="452" y="209"/>
                      </a:cubicBezTo>
                      <a:cubicBezTo>
                        <a:pt x="452" y="210"/>
                        <a:pt x="452" y="210"/>
                        <a:pt x="452" y="210"/>
                      </a:cubicBezTo>
                      <a:cubicBezTo>
                        <a:pt x="453" y="211"/>
                        <a:pt x="451" y="211"/>
                        <a:pt x="451" y="211"/>
                      </a:cubicBezTo>
                      <a:cubicBezTo>
                        <a:pt x="450" y="211"/>
                        <a:pt x="450" y="211"/>
                        <a:pt x="449" y="211"/>
                      </a:cubicBezTo>
                      <a:cubicBezTo>
                        <a:pt x="449" y="211"/>
                        <a:pt x="449" y="210"/>
                        <a:pt x="449" y="210"/>
                      </a:cubicBezTo>
                      <a:cubicBezTo>
                        <a:pt x="448" y="209"/>
                        <a:pt x="448" y="210"/>
                        <a:pt x="448" y="211"/>
                      </a:cubicBezTo>
                      <a:cubicBezTo>
                        <a:pt x="448" y="212"/>
                        <a:pt x="447" y="212"/>
                        <a:pt x="447" y="212"/>
                      </a:cubicBezTo>
                      <a:cubicBezTo>
                        <a:pt x="445" y="212"/>
                        <a:pt x="446" y="214"/>
                        <a:pt x="445" y="215"/>
                      </a:cubicBezTo>
                      <a:cubicBezTo>
                        <a:pt x="445" y="215"/>
                        <a:pt x="446" y="215"/>
                        <a:pt x="446" y="215"/>
                      </a:cubicBezTo>
                      <a:cubicBezTo>
                        <a:pt x="446" y="215"/>
                        <a:pt x="446" y="215"/>
                        <a:pt x="446" y="214"/>
                      </a:cubicBezTo>
                      <a:cubicBezTo>
                        <a:pt x="446" y="214"/>
                        <a:pt x="447" y="213"/>
                        <a:pt x="447" y="214"/>
                      </a:cubicBezTo>
                      <a:cubicBezTo>
                        <a:pt x="448" y="216"/>
                        <a:pt x="450" y="215"/>
                        <a:pt x="452" y="215"/>
                      </a:cubicBezTo>
                      <a:cubicBezTo>
                        <a:pt x="451" y="216"/>
                        <a:pt x="451" y="216"/>
                        <a:pt x="450" y="216"/>
                      </a:cubicBezTo>
                      <a:cubicBezTo>
                        <a:pt x="447" y="218"/>
                        <a:pt x="444" y="219"/>
                        <a:pt x="441" y="219"/>
                      </a:cubicBezTo>
                      <a:cubicBezTo>
                        <a:pt x="441" y="219"/>
                        <a:pt x="440" y="219"/>
                        <a:pt x="440" y="220"/>
                      </a:cubicBezTo>
                      <a:cubicBezTo>
                        <a:pt x="440" y="221"/>
                        <a:pt x="439" y="221"/>
                        <a:pt x="439" y="220"/>
                      </a:cubicBezTo>
                      <a:cubicBezTo>
                        <a:pt x="438" y="220"/>
                        <a:pt x="437" y="220"/>
                        <a:pt x="437" y="221"/>
                      </a:cubicBezTo>
                      <a:cubicBezTo>
                        <a:pt x="437" y="223"/>
                        <a:pt x="435" y="222"/>
                        <a:pt x="434" y="223"/>
                      </a:cubicBezTo>
                      <a:cubicBezTo>
                        <a:pt x="434" y="224"/>
                        <a:pt x="434" y="222"/>
                        <a:pt x="433" y="222"/>
                      </a:cubicBezTo>
                      <a:cubicBezTo>
                        <a:pt x="433" y="222"/>
                        <a:pt x="433" y="224"/>
                        <a:pt x="431" y="222"/>
                      </a:cubicBezTo>
                      <a:cubicBezTo>
                        <a:pt x="431" y="222"/>
                        <a:pt x="431" y="222"/>
                        <a:pt x="431" y="223"/>
                      </a:cubicBezTo>
                      <a:cubicBezTo>
                        <a:pt x="430" y="223"/>
                        <a:pt x="429" y="223"/>
                        <a:pt x="428" y="223"/>
                      </a:cubicBezTo>
                      <a:cubicBezTo>
                        <a:pt x="427" y="224"/>
                        <a:pt x="425" y="224"/>
                        <a:pt x="425" y="225"/>
                      </a:cubicBezTo>
                      <a:cubicBezTo>
                        <a:pt x="425" y="226"/>
                        <a:pt x="425" y="226"/>
                        <a:pt x="425" y="226"/>
                      </a:cubicBezTo>
                      <a:cubicBezTo>
                        <a:pt x="424" y="227"/>
                        <a:pt x="423" y="226"/>
                        <a:pt x="423" y="227"/>
                      </a:cubicBezTo>
                      <a:cubicBezTo>
                        <a:pt x="423" y="228"/>
                        <a:pt x="422" y="228"/>
                        <a:pt x="422" y="227"/>
                      </a:cubicBezTo>
                      <a:cubicBezTo>
                        <a:pt x="420" y="226"/>
                        <a:pt x="420" y="228"/>
                        <a:pt x="419" y="228"/>
                      </a:cubicBezTo>
                      <a:cubicBezTo>
                        <a:pt x="418" y="229"/>
                        <a:pt x="418" y="229"/>
                        <a:pt x="418" y="230"/>
                      </a:cubicBezTo>
                      <a:cubicBezTo>
                        <a:pt x="416" y="231"/>
                        <a:pt x="414" y="233"/>
                        <a:pt x="413" y="236"/>
                      </a:cubicBezTo>
                      <a:cubicBezTo>
                        <a:pt x="413" y="236"/>
                        <a:pt x="413" y="238"/>
                        <a:pt x="412" y="237"/>
                      </a:cubicBezTo>
                      <a:cubicBezTo>
                        <a:pt x="410" y="236"/>
                        <a:pt x="408" y="237"/>
                        <a:pt x="406" y="236"/>
                      </a:cubicBezTo>
                      <a:cubicBezTo>
                        <a:pt x="406" y="235"/>
                        <a:pt x="405" y="236"/>
                        <a:pt x="405" y="237"/>
                      </a:cubicBezTo>
                      <a:cubicBezTo>
                        <a:pt x="404" y="237"/>
                        <a:pt x="405" y="237"/>
                        <a:pt x="405" y="237"/>
                      </a:cubicBezTo>
                      <a:cubicBezTo>
                        <a:pt x="406" y="238"/>
                        <a:pt x="407" y="238"/>
                        <a:pt x="409" y="238"/>
                      </a:cubicBezTo>
                      <a:cubicBezTo>
                        <a:pt x="409" y="238"/>
                        <a:pt x="410" y="239"/>
                        <a:pt x="410" y="239"/>
                      </a:cubicBezTo>
                      <a:cubicBezTo>
                        <a:pt x="410" y="240"/>
                        <a:pt x="410" y="240"/>
                        <a:pt x="409" y="241"/>
                      </a:cubicBezTo>
                      <a:cubicBezTo>
                        <a:pt x="409" y="241"/>
                        <a:pt x="408" y="241"/>
                        <a:pt x="408" y="240"/>
                      </a:cubicBezTo>
                      <a:cubicBezTo>
                        <a:pt x="408" y="240"/>
                        <a:pt x="407" y="240"/>
                        <a:pt x="407" y="240"/>
                      </a:cubicBezTo>
                      <a:cubicBezTo>
                        <a:pt x="407" y="240"/>
                        <a:pt x="407" y="240"/>
                        <a:pt x="407" y="241"/>
                      </a:cubicBezTo>
                      <a:cubicBezTo>
                        <a:pt x="408" y="242"/>
                        <a:pt x="407" y="242"/>
                        <a:pt x="406" y="243"/>
                      </a:cubicBezTo>
                      <a:cubicBezTo>
                        <a:pt x="406" y="240"/>
                        <a:pt x="406" y="240"/>
                        <a:pt x="404" y="240"/>
                      </a:cubicBezTo>
                      <a:cubicBezTo>
                        <a:pt x="403" y="240"/>
                        <a:pt x="401" y="240"/>
                        <a:pt x="402" y="242"/>
                      </a:cubicBezTo>
                      <a:cubicBezTo>
                        <a:pt x="402" y="242"/>
                        <a:pt x="402" y="243"/>
                        <a:pt x="402" y="242"/>
                      </a:cubicBezTo>
                      <a:cubicBezTo>
                        <a:pt x="401" y="242"/>
                        <a:pt x="401" y="242"/>
                        <a:pt x="400" y="242"/>
                      </a:cubicBezTo>
                      <a:cubicBezTo>
                        <a:pt x="400" y="242"/>
                        <a:pt x="400" y="243"/>
                        <a:pt x="401" y="243"/>
                      </a:cubicBezTo>
                      <a:cubicBezTo>
                        <a:pt x="402" y="244"/>
                        <a:pt x="402" y="245"/>
                        <a:pt x="402" y="246"/>
                      </a:cubicBezTo>
                      <a:cubicBezTo>
                        <a:pt x="401" y="246"/>
                        <a:pt x="400" y="247"/>
                        <a:pt x="400" y="245"/>
                      </a:cubicBezTo>
                      <a:cubicBezTo>
                        <a:pt x="400" y="245"/>
                        <a:pt x="400" y="244"/>
                        <a:pt x="399" y="244"/>
                      </a:cubicBezTo>
                      <a:cubicBezTo>
                        <a:pt x="398" y="244"/>
                        <a:pt x="399" y="245"/>
                        <a:pt x="399" y="245"/>
                      </a:cubicBezTo>
                      <a:cubicBezTo>
                        <a:pt x="399" y="246"/>
                        <a:pt x="399" y="247"/>
                        <a:pt x="398" y="246"/>
                      </a:cubicBezTo>
                      <a:cubicBezTo>
                        <a:pt x="397" y="246"/>
                        <a:pt x="397" y="247"/>
                        <a:pt x="397" y="248"/>
                      </a:cubicBezTo>
                      <a:cubicBezTo>
                        <a:pt x="397" y="248"/>
                        <a:pt x="398" y="249"/>
                        <a:pt x="398" y="249"/>
                      </a:cubicBezTo>
                      <a:cubicBezTo>
                        <a:pt x="400" y="249"/>
                        <a:pt x="401" y="251"/>
                        <a:pt x="403" y="251"/>
                      </a:cubicBezTo>
                      <a:cubicBezTo>
                        <a:pt x="403" y="252"/>
                        <a:pt x="403" y="253"/>
                        <a:pt x="403" y="254"/>
                      </a:cubicBezTo>
                      <a:cubicBezTo>
                        <a:pt x="402" y="253"/>
                        <a:pt x="401" y="253"/>
                        <a:pt x="399" y="254"/>
                      </a:cubicBezTo>
                      <a:cubicBezTo>
                        <a:pt x="399" y="255"/>
                        <a:pt x="400" y="255"/>
                        <a:pt x="400" y="255"/>
                      </a:cubicBezTo>
                      <a:cubicBezTo>
                        <a:pt x="400" y="256"/>
                        <a:pt x="400" y="255"/>
                        <a:pt x="399" y="255"/>
                      </a:cubicBezTo>
                      <a:cubicBezTo>
                        <a:pt x="399" y="255"/>
                        <a:pt x="398" y="255"/>
                        <a:pt x="398" y="255"/>
                      </a:cubicBezTo>
                      <a:cubicBezTo>
                        <a:pt x="398" y="256"/>
                        <a:pt x="398" y="256"/>
                        <a:pt x="398" y="257"/>
                      </a:cubicBezTo>
                      <a:cubicBezTo>
                        <a:pt x="398" y="258"/>
                        <a:pt x="399" y="257"/>
                        <a:pt x="399" y="257"/>
                      </a:cubicBezTo>
                      <a:cubicBezTo>
                        <a:pt x="401" y="257"/>
                        <a:pt x="402" y="258"/>
                        <a:pt x="403" y="260"/>
                      </a:cubicBezTo>
                      <a:cubicBezTo>
                        <a:pt x="404" y="260"/>
                        <a:pt x="404" y="260"/>
                        <a:pt x="404" y="261"/>
                      </a:cubicBezTo>
                      <a:cubicBezTo>
                        <a:pt x="403" y="261"/>
                        <a:pt x="404" y="261"/>
                        <a:pt x="404" y="262"/>
                      </a:cubicBezTo>
                      <a:cubicBezTo>
                        <a:pt x="405" y="262"/>
                        <a:pt x="405" y="263"/>
                        <a:pt x="406" y="263"/>
                      </a:cubicBezTo>
                      <a:cubicBezTo>
                        <a:pt x="405" y="264"/>
                        <a:pt x="404" y="263"/>
                        <a:pt x="403" y="264"/>
                      </a:cubicBezTo>
                      <a:cubicBezTo>
                        <a:pt x="404" y="265"/>
                        <a:pt x="405" y="265"/>
                        <a:pt x="406" y="266"/>
                      </a:cubicBezTo>
                      <a:cubicBezTo>
                        <a:pt x="406" y="266"/>
                        <a:pt x="406" y="267"/>
                        <a:pt x="406" y="268"/>
                      </a:cubicBezTo>
                      <a:cubicBezTo>
                        <a:pt x="406" y="268"/>
                        <a:pt x="405" y="268"/>
                        <a:pt x="405" y="268"/>
                      </a:cubicBezTo>
                      <a:cubicBezTo>
                        <a:pt x="403" y="268"/>
                        <a:pt x="401" y="267"/>
                        <a:pt x="399" y="268"/>
                      </a:cubicBezTo>
                      <a:cubicBezTo>
                        <a:pt x="398" y="269"/>
                        <a:pt x="398" y="270"/>
                        <a:pt x="396" y="269"/>
                      </a:cubicBezTo>
                      <a:cubicBezTo>
                        <a:pt x="395" y="269"/>
                        <a:pt x="395" y="270"/>
                        <a:pt x="395" y="271"/>
                      </a:cubicBezTo>
                      <a:cubicBezTo>
                        <a:pt x="395" y="272"/>
                        <a:pt x="393" y="272"/>
                        <a:pt x="392" y="272"/>
                      </a:cubicBezTo>
                      <a:cubicBezTo>
                        <a:pt x="391" y="271"/>
                        <a:pt x="389" y="271"/>
                        <a:pt x="388" y="271"/>
                      </a:cubicBezTo>
                      <a:cubicBezTo>
                        <a:pt x="387" y="272"/>
                        <a:pt x="385" y="272"/>
                        <a:pt x="383" y="273"/>
                      </a:cubicBezTo>
                      <a:cubicBezTo>
                        <a:pt x="382" y="273"/>
                        <a:pt x="381" y="274"/>
                        <a:pt x="380" y="274"/>
                      </a:cubicBezTo>
                      <a:cubicBezTo>
                        <a:pt x="378" y="274"/>
                        <a:pt x="378" y="274"/>
                        <a:pt x="378" y="274"/>
                      </a:cubicBezTo>
                      <a:cubicBezTo>
                        <a:pt x="375" y="274"/>
                        <a:pt x="373" y="273"/>
                        <a:pt x="370" y="274"/>
                      </a:cubicBezTo>
                      <a:cubicBezTo>
                        <a:pt x="368" y="274"/>
                        <a:pt x="365" y="276"/>
                        <a:pt x="362" y="275"/>
                      </a:cubicBezTo>
                      <a:cubicBezTo>
                        <a:pt x="362" y="275"/>
                        <a:pt x="361" y="275"/>
                        <a:pt x="361" y="276"/>
                      </a:cubicBezTo>
                      <a:cubicBezTo>
                        <a:pt x="361" y="276"/>
                        <a:pt x="361" y="277"/>
                        <a:pt x="362" y="277"/>
                      </a:cubicBezTo>
                      <a:cubicBezTo>
                        <a:pt x="363" y="277"/>
                        <a:pt x="363" y="278"/>
                        <a:pt x="362" y="279"/>
                      </a:cubicBezTo>
                      <a:cubicBezTo>
                        <a:pt x="362" y="279"/>
                        <a:pt x="362" y="280"/>
                        <a:pt x="361" y="280"/>
                      </a:cubicBezTo>
                      <a:cubicBezTo>
                        <a:pt x="360" y="281"/>
                        <a:pt x="360" y="282"/>
                        <a:pt x="362" y="282"/>
                      </a:cubicBezTo>
                      <a:cubicBezTo>
                        <a:pt x="362" y="283"/>
                        <a:pt x="363" y="283"/>
                        <a:pt x="362" y="284"/>
                      </a:cubicBezTo>
                      <a:cubicBezTo>
                        <a:pt x="361" y="285"/>
                        <a:pt x="362" y="286"/>
                        <a:pt x="363" y="288"/>
                      </a:cubicBezTo>
                      <a:cubicBezTo>
                        <a:pt x="364" y="289"/>
                        <a:pt x="364" y="290"/>
                        <a:pt x="363" y="292"/>
                      </a:cubicBezTo>
                      <a:cubicBezTo>
                        <a:pt x="363" y="293"/>
                        <a:pt x="363" y="295"/>
                        <a:pt x="363" y="297"/>
                      </a:cubicBezTo>
                      <a:cubicBezTo>
                        <a:pt x="363" y="297"/>
                        <a:pt x="364" y="297"/>
                        <a:pt x="363" y="298"/>
                      </a:cubicBezTo>
                      <a:cubicBezTo>
                        <a:pt x="363" y="300"/>
                        <a:pt x="364" y="301"/>
                        <a:pt x="365" y="302"/>
                      </a:cubicBezTo>
                      <a:cubicBezTo>
                        <a:pt x="365" y="303"/>
                        <a:pt x="366" y="303"/>
                        <a:pt x="368" y="303"/>
                      </a:cubicBezTo>
                      <a:cubicBezTo>
                        <a:pt x="369" y="303"/>
                        <a:pt x="371" y="305"/>
                        <a:pt x="372" y="305"/>
                      </a:cubicBezTo>
                      <a:cubicBezTo>
                        <a:pt x="373" y="304"/>
                        <a:pt x="373" y="305"/>
                        <a:pt x="373" y="305"/>
                      </a:cubicBezTo>
                      <a:cubicBezTo>
                        <a:pt x="374" y="307"/>
                        <a:pt x="374" y="308"/>
                        <a:pt x="374" y="309"/>
                      </a:cubicBezTo>
                      <a:cubicBezTo>
                        <a:pt x="375" y="311"/>
                        <a:pt x="376" y="313"/>
                        <a:pt x="378" y="313"/>
                      </a:cubicBezTo>
                      <a:cubicBezTo>
                        <a:pt x="380" y="314"/>
                        <a:pt x="381" y="315"/>
                        <a:pt x="381" y="317"/>
                      </a:cubicBezTo>
                      <a:cubicBezTo>
                        <a:pt x="381" y="317"/>
                        <a:pt x="381" y="318"/>
                        <a:pt x="382" y="318"/>
                      </a:cubicBezTo>
                      <a:cubicBezTo>
                        <a:pt x="383" y="319"/>
                        <a:pt x="383" y="321"/>
                        <a:pt x="381" y="322"/>
                      </a:cubicBezTo>
                      <a:cubicBezTo>
                        <a:pt x="381" y="323"/>
                        <a:pt x="381" y="323"/>
                        <a:pt x="381" y="323"/>
                      </a:cubicBezTo>
                      <a:cubicBezTo>
                        <a:pt x="381" y="325"/>
                        <a:pt x="381" y="326"/>
                        <a:pt x="380" y="327"/>
                      </a:cubicBezTo>
                      <a:cubicBezTo>
                        <a:pt x="379" y="327"/>
                        <a:pt x="380" y="330"/>
                        <a:pt x="380" y="331"/>
                      </a:cubicBezTo>
                      <a:cubicBezTo>
                        <a:pt x="381" y="333"/>
                        <a:pt x="382" y="335"/>
                        <a:pt x="382" y="338"/>
                      </a:cubicBezTo>
                      <a:cubicBezTo>
                        <a:pt x="382" y="339"/>
                        <a:pt x="383" y="340"/>
                        <a:pt x="383" y="342"/>
                      </a:cubicBezTo>
                      <a:cubicBezTo>
                        <a:pt x="384" y="343"/>
                        <a:pt x="384" y="343"/>
                        <a:pt x="383" y="344"/>
                      </a:cubicBezTo>
                      <a:cubicBezTo>
                        <a:pt x="383" y="345"/>
                        <a:pt x="382" y="345"/>
                        <a:pt x="382" y="344"/>
                      </a:cubicBezTo>
                      <a:cubicBezTo>
                        <a:pt x="382" y="343"/>
                        <a:pt x="382" y="342"/>
                        <a:pt x="381" y="342"/>
                      </a:cubicBezTo>
                      <a:cubicBezTo>
                        <a:pt x="381" y="342"/>
                        <a:pt x="381" y="342"/>
                        <a:pt x="381" y="342"/>
                      </a:cubicBezTo>
                      <a:cubicBezTo>
                        <a:pt x="381" y="342"/>
                        <a:pt x="380" y="342"/>
                        <a:pt x="381" y="343"/>
                      </a:cubicBezTo>
                      <a:cubicBezTo>
                        <a:pt x="381" y="343"/>
                        <a:pt x="381" y="345"/>
                        <a:pt x="382" y="346"/>
                      </a:cubicBezTo>
                      <a:cubicBezTo>
                        <a:pt x="381" y="346"/>
                        <a:pt x="380" y="346"/>
                        <a:pt x="379" y="347"/>
                      </a:cubicBezTo>
                      <a:cubicBezTo>
                        <a:pt x="379" y="347"/>
                        <a:pt x="378" y="347"/>
                        <a:pt x="378" y="347"/>
                      </a:cubicBezTo>
                      <a:cubicBezTo>
                        <a:pt x="378" y="348"/>
                        <a:pt x="379" y="349"/>
                        <a:pt x="379" y="349"/>
                      </a:cubicBezTo>
                      <a:cubicBezTo>
                        <a:pt x="379" y="349"/>
                        <a:pt x="379" y="350"/>
                        <a:pt x="379" y="350"/>
                      </a:cubicBezTo>
                      <a:cubicBezTo>
                        <a:pt x="378" y="350"/>
                        <a:pt x="378" y="349"/>
                        <a:pt x="378" y="349"/>
                      </a:cubicBezTo>
                      <a:cubicBezTo>
                        <a:pt x="377" y="349"/>
                        <a:pt x="378" y="349"/>
                        <a:pt x="378" y="350"/>
                      </a:cubicBezTo>
                      <a:cubicBezTo>
                        <a:pt x="377" y="349"/>
                        <a:pt x="376" y="349"/>
                        <a:pt x="376" y="348"/>
                      </a:cubicBezTo>
                      <a:cubicBezTo>
                        <a:pt x="376" y="347"/>
                        <a:pt x="377" y="347"/>
                        <a:pt x="377" y="346"/>
                      </a:cubicBezTo>
                      <a:cubicBezTo>
                        <a:pt x="378" y="345"/>
                        <a:pt x="379" y="343"/>
                        <a:pt x="377" y="342"/>
                      </a:cubicBezTo>
                      <a:cubicBezTo>
                        <a:pt x="377" y="342"/>
                        <a:pt x="377" y="341"/>
                        <a:pt x="377" y="341"/>
                      </a:cubicBezTo>
                      <a:cubicBezTo>
                        <a:pt x="378" y="341"/>
                        <a:pt x="378" y="340"/>
                        <a:pt x="379" y="339"/>
                      </a:cubicBezTo>
                      <a:cubicBezTo>
                        <a:pt x="379" y="338"/>
                        <a:pt x="378" y="336"/>
                        <a:pt x="379" y="335"/>
                      </a:cubicBezTo>
                      <a:cubicBezTo>
                        <a:pt x="380" y="334"/>
                        <a:pt x="379" y="333"/>
                        <a:pt x="378" y="333"/>
                      </a:cubicBezTo>
                      <a:cubicBezTo>
                        <a:pt x="378" y="333"/>
                        <a:pt x="378" y="333"/>
                        <a:pt x="378" y="334"/>
                      </a:cubicBezTo>
                      <a:cubicBezTo>
                        <a:pt x="378" y="334"/>
                        <a:pt x="377" y="335"/>
                        <a:pt x="377" y="335"/>
                      </a:cubicBezTo>
                      <a:cubicBezTo>
                        <a:pt x="377" y="335"/>
                        <a:pt x="376" y="334"/>
                        <a:pt x="376" y="334"/>
                      </a:cubicBezTo>
                      <a:cubicBezTo>
                        <a:pt x="376" y="334"/>
                        <a:pt x="376" y="333"/>
                        <a:pt x="375" y="333"/>
                      </a:cubicBezTo>
                      <a:cubicBezTo>
                        <a:pt x="375" y="334"/>
                        <a:pt x="375" y="336"/>
                        <a:pt x="376" y="337"/>
                      </a:cubicBezTo>
                      <a:cubicBezTo>
                        <a:pt x="376" y="337"/>
                        <a:pt x="376" y="337"/>
                        <a:pt x="376" y="337"/>
                      </a:cubicBezTo>
                      <a:cubicBezTo>
                        <a:pt x="373" y="338"/>
                        <a:pt x="375" y="341"/>
                        <a:pt x="373" y="341"/>
                      </a:cubicBezTo>
                      <a:cubicBezTo>
                        <a:pt x="373" y="341"/>
                        <a:pt x="373" y="342"/>
                        <a:pt x="373" y="342"/>
                      </a:cubicBezTo>
                      <a:cubicBezTo>
                        <a:pt x="373" y="342"/>
                        <a:pt x="374" y="343"/>
                        <a:pt x="373" y="343"/>
                      </a:cubicBezTo>
                      <a:cubicBezTo>
                        <a:pt x="372" y="343"/>
                        <a:pt x="372" y="342"/>
                        <a:pt x="372" y="342"/>
                      </a:cubicBezTo>
                      <a:cubicBezTo>
                        <a:pt x="372" y="341"/>
                        <a:pt x="372" y="341"/>
                        <a:pt x="373" y="340"/>
                      </a:cubicBezTo>
                      <a:cubicBezTo>
                        <a:pt x="374" y="340"/>
                        <a:pt x="373" y="339"/>
                        <a:pt x="373" y="339"/>
                      </a:cubicBezTo>
                      <a:cubicBezTo>
                        <a:pt x="373" y="339"/>
                        <a:pt x="374" y="338"/>
                        <a:pt x="374" y="337"/>
                      </a:cubicBezTo>
                      <a:cubicBezTo>
                        <a:pt x="373" y="336"/>
                        <a:pt x="373" y="335"/>
                        <a:pt x="374" y="335"/>
                      </a:cubicBezTo>
                      <a:cubicBezTo>
                        <a:pt x="375" y="334"/>
                        <a:pt x="375" y="334"/>
                        <a:pt x="374" y="333"/>
                      </a:cubicBezTo>
                      <a:cubicBezTo>
                        <a:pt x="374" y="333"/>
                        <a:pt x="374" y="333"/>
                        <a:pt x="373" y="333"/>
                      </a:cubicBezTo>
                      <a:cubicBezTo>
                        <a:pt x="373" y="333"/>
                        <a:pt x="373" y="334"/>
                        <a:pt x="373" y="334"/>
                      </a:cubicBezTo>
                      <a:cubicBezTo>
                        <a:pt x="373" y="333"/>
                        <a:pt x="373" y="333"/>
                        <a:pt x="373" y="333"/>
                      </a:cubicBezTo>
                      <a:cubicBezTo>
                        <a:pt x="374" y="332"/>
                        <a:pt x="374" y="331"/>
                        <a:pt x="373" y="330"/>
                      </a:cubicBezTo>
                      <a:cubicBezTo>
                        <a:pt x="372" y="328"/>
                        <a:pt x="373" y="327"/>
                        <a:pt x="374" y="326"/>
                      </a:cubicBezTo>
                      <a:cubicBezTo>
                        <a:pt x="375" y="325"/>
                        <a:pt x="376" y="324"/>
                        <a:pt x="377" y="324"/>
                      </a:cubicBezTo>
                      <a:cubicBezTo>
                        <a:pt x="378" y="324"/>
                        <a:pt x="379" y="323"/>
                        <a:pt x="378" y="323"/>
                      </a:cubicBezTo>
                      <a:cubicBezTo>
                        <a:pt x="377" y="321"/>
                        <a:pt x="378" y="321"/>
                        <a:pt x="379" y="320"/>
                      </a:cubicBezTo>
                      <a:cubicBezTo>
                        <a:pt x="380" y="319"/>
                        <a:pt x="380" y="317"/>
                        <a:pt x="379" y="317"/>
                      </a:cubicBezTo>
                      <a:cubicBezTo>
                        <a:pt x="378" y="316"/>
                        <a:pt x="376" y="316"/>
                        <a:pt x="374" y="317"/>
                      </a:cubicBezTo>
                      <a:cubicBezTo>
                        <a:pt x="372" y="318"/>
                        <a:pt x="370" y="318"/>
                        <a:pt x="368" y="317"/>
                      </a:cubicBezTo>
                      <a:cubicBezTo>
                        <a:pt x="368" y="317"/>
                        <a:pt x="367" y="317"/>
                        <a:pt x="367" y="316"/>
                      </a:cubicBezTo>
                      <a:cubicBezTo>
                        <a:pt x="367" y="314"/>
                        <a:pt x="365" y="313"/>
                        <a:pt x="364" y="312"/>
                      </a:cubicBezTo>
                      <a:cubicBezTo>
                        <a:pt x="364" y="311"/>
                        <a:pt x="363" y="311"/>
                        <a:pt x="363" y="310"/>
                      </a:cubicBezTo>
                      <a:cubicBezTo>
                        <a:pt x="363" y="309"/>
                        <a:pt x="363" y="309"/>
                        <a:pt x="362" y="309"/>
                      </a:cubicBezTo>
                      <a:cubicBezTo>
                        <a:pt x="360" y="308"/>
                        <a:pt x="357" y="307"/>
                        <a:pt x="356" y="305"/>
                      </a:cubicBezTo>
                      <a:cubicBezTo>
                        <a:pt x="354" y="302"/>
                        <a:pt x="351" y="303"/>
                        <a:pt x="348" y="303"/>
                      </a:cubicBezTo>
                      <a:cubicBezTo>
                        <a:pt x="347" y="303"/>
                        <a:pt x="346" y="303"/>
                        <a:pt x="344" y="304"/>
                      </a:cubicBezTo>
                      <a:cubicBezTo>
                        <a:pt x="344" y="304"/>
                        <a:pt x="343" y="305"/>
                        <a:pt x="343" y="304"/>
                      </a:cubicBezTo>
                      <a:cubicBezTo>
                        <a:pt x="343" y="303"/>
                        <a:pt x="343" y="303"/>
                        <a:pt x="344" y="303"/>
                      </a:cubicBezTo>
                      <a:cubicBezTo>
                        <a:pt x="345" y="303"/>
                        <a:pt x="345" y="302"/>
                        <a:pt x="346" y="301"/>
                      </a:cubicBezTo>
                      <a:cubicBezTo>
                        <a:pt x="346" y="301"/>
                        <a:pt x="347" y="300"/>
                        <a:pt x="346" y="300"/>
                      </a:cubicBezTo>
                      <a:cubicBezTo>
                        <a:pt x="346" y="298"/>
                        <a:pt x="342" y="297"/>
                        <a:pt x="341" y="298"/>
                      </a:cubicBezTo>
                      <a:cubicBezTo>
                        <a:pt x="339" y="300"/>
                        <a:pt x="338" y="302"/>
                        <a:pt x="337" y="303"/>
                      </a:cubicBezTo>
                      <a:cubicBezTo>
                        <a:pt x="336" y="304"/>
                        <a:pt x="337" y="305"/>
                        <a:pt x="338" y="305"/>
                      </a:cubicBezTo>
                      <a:cubicBezTo>
                        <a:pt x="340" y="305"/>
                        <a:pt x="341" y="305"/>
                        <a:pt x="343" y="305"/>
                      </a:cubicBezTo>
                      <a:cubicBezTo>
                        <a:pt x="343" y="306"/>
                        <a:pt x="342" y="307"/>
                        <a:pt x="341" y="307"/>
                      </a:cubicBezTo>
                      <a:cubicBezTo>
                        <a:pt x="340" y="308"/>
                        <a:pt x="340" y="308"/>
                        <a:pt x="340" y="309"/>
                      </a:cubicBezTo>
                      <a:cubicBezTo>
                        <a:pt x="341" y="309"/>
                        <a:pt x="341" y="310"/>
                        <a:pt x="341" y="309"/>
                      </a:cubicBezTo>
                      <a:cubicBezTo>
                        <a:pt x="343" y="308"/>
                        <a:pt x="344" y="309"/>
                        <a:pt x="345" y="310"/>
                      </a:cubicBezTo>
                      <a:cubicBezTo>
                        <a:pt x="346" y="312"/>
                        <a:pt x="346" y="313"/>
                        <a:pt x="345" y="314"/>
                      </a:cubicBezTo>
                      <a:cubicBezTo>
                        <a:pt x="344" y="315"/>
                        <a:pt x="342" y="315"/>
                        <a:pt x="341" y="314"/>
                      </a:cubicBezTo>
                      <a:cubicBezTo>
                        <a:pt x="340" y="313"/>
                        <a:pt x="338" y="312"/>
                        <a:pt x="337" y="310"/>
                      </a:cubicBezTo>
                      <a:cubicBezTo>
                        <a:pt x="337" y="310"/>
                        <a:pt x="336" y="310"/>
                        <a:pt x="336" y="310"/>
                      </a:cubicBezTo>
                      <a:cubicBezTo>
                        <a:pt x="335" y="310"/>
                        <a:pt x="334" y="310"/>
                        <a:pt x="334" y="311"/>
                      </a:cubicBezTo>
                      <a:cubicBezTo>
                        <a:pt x="332" y="312"/>
                        <a:pt x="331" y="313"/>
                        <a:pt x="331" y="314"/>
                      </a:cubicBezTo>
                      <a:cubicBezTo>
                        <a:pt x="331" y="316"/>
                        <a:pt x="332" y="318"/>
                        <a:pt x="332" y="320"/>
                      </a:cubicBezTo>
                      <a:cubicBezTo>
                        <a:pt x="332" y="320"/>
                        <a:pt x="333" y="321"/>
                        <a:pt x="333" y="321"/>
                      </a:cubicBezTo>
                      <a:cubicBezTo>
                        <a:pt x="334" y="321"/>
                        <a:pt x="335" y="322"/>
                        <a:pt x="335" y="322"/>
                      </a:cubicBezTo>
                      <a:cubicBezTo>
                        <a:pt x="337" y="324"/>
                        <a:pt x="339" y="324"/>
                        <a:pt x="340" y="326"/>
                      </a:cubicBezTo>
                      <a:cubicBezTo>
                        <a:pt x="341" y="327"/>
                        <a:pt x="341" y="326"/>
                        <a:pt x="342" y="326"/>
                      </a:cubicBezTo>
                      <a:cubicBezTo>
                        <a:pt x="343" y="325"/>
                        <a:pt x="344" y="328"/>
                        <a:pt x="346" y="327"/>
                      </a:cubicBezTo>
                      <a:cubicBezTo>
                        <a:pt x="347" y="327"/>
                        <a:pt x="346" y="328"/>
                        <a:pt x="346" y="328"/>
                      </a:cubicBezTo>
                      <a:cubicBezTo>
                        <a:pt x="346" y="331"/>
                        <a:pt x="347" y="333"/>
                        <a:pt x="349" y="334"/>
                      </a:cubicBezTo>
                      <a:cubicBezTo>
                        <a:pt x="348" y="334"/>
                        <a:pt x="347" y="334"/>
                        <a:pt x="347" y="334"/>
                      </a:cubicBezTo>
                      <a:cubicBezTo>
                        <a:pt x="346" y="333"/>
                        <a:pt x="344" y="334"/>
                        <a:pt x="344" y="332"/>
                      </a:cubicBezTo>
                      <a:cubicBezTo>
                        <a:pt x="344" y="330"/>
                        <a:pt x="343" y="329"/>
                        <a:pt x="341" y="329"/>
                      </a:cubicBezTo>
                      <a:cubicBezTo>
                        <a:pt x="338" y="330"/>
                        <a:pt x="336" y="328"/>
                        <a:pt x="333" y="328"/>
                      </a:cubicBezTo>
                      <a:cubicBezTo>
                        <a:pt x="331" y="328"/>
                        <a:pt x="329" y="328"/>
                        <a:pt x="327" y="326"/>
                      </a:cubicBezTo>
                      <a:cubicBezTo>
                        <a:pt x="326" y="325"/>
                        <a:pt x="325" y="324"/>
                        <a:pt x="326" y="323"/>
                      </a:cubicBezTo>
                      <a:cubicBezTo>
                        <a:pt x="327" y="321"/>
                        <a:pt x="327" y="319"/>
                        <a:pt x="326" y="318"/>
                      </a:cubicBezTo>
                      <a:cubicBezTo>
                        <a:pt x="326" y="317"/>
                        <a:pt x="325" y="316"/>
                        <a:pt x="326" y="314"/>
                      </a:cubicBezTo>
                      <a:cubicBezTo>
                        <a:pt x="326" y="313"/>
                        <a:pt x="327" y="312"/>
                        <a:pt x="327" y="310"/>
                      </a:cubicBezTo>
                      <a:cubicBezTo>
                        <a:pt x="327" y="309"/>
                        <a:pt x="327" y="308"/>
                        <a:pt x="328" y="306"/>
                      </a:cubicBezTo>
                      <a:cubicBezTo>
                        <a:pt x="329" y="304"/>
                        <a:pt x="327" y="302"/>
                        <a:pt x="328" y="299"/>
                      </a:cubicBezTo>
                      <a:cubicBezTo>
                        <a:pt x="328" y="299"/>
                        <a:pt x="328" y="299"/>
                        <a:pt x="328" y="298"/>
                      </a:cubicBezTo>
                      <a:cubicBezTo>
                        <a:pt x="327" y="297"/>
                        <a:pt x="326" y="296"/>
                        <a:pt x="326" y="296"/>
                      </a:cubicBezTo>
                      <a:cubicBezTo>
                        <a:pt x="327" y="294"/>
                        <a:pt x="326" y="294"/>
                        <a:pt x="325" y="293"/>
                      </a:cubicBezTo>
                      <a:cubicBezTo>
                        <a:pt x="324" y="292"/>
                        <a:pt x="324" y="290"/>
                        <a:pt x="322" y="289"/>
                      </a:cubicBezTo>
                      <a:cubicBezTo>
                        <a:pt x="322" y="289"/>
                        <a:pt x="322" y="289"/>
                        <a:pt x="322" y="288"/>
                      </a:cubicBezTo>
                      <a:cubicBezTo>
                        <a:pt x="324" y="287"/>
                        <a:pt x="322" y="287"/>
                        <a:pt x="321" y="286"/>
                      </a:cubicBezTo>
                      <a:cubicBezTo>
                        <a:pt x="320" y="286"/>
                        <a:pt x="319" y="286"/>
                        <a:pt x="319" y="287"/>
                      </a:cubicBezTo>
                      <a:cubicBezTo>
                        <a:pt x="318" y="288"/>
                        <a:pt x="318" y="290"/>
                        <a:pt x="320" y="291"/>
                      </a:cubicBezTo>
                      <a:cubicBezTo>
                        <a:pt x="323" y="293"/>
                        <a:pt x="324" y="295"/>
                        <a:pt x="324" y="298"/>
                      </a:cubicBezTo>
                      <a:cubicBezTo>
                        <a:pt x="324" y="299"/>
                        <a:pt x="324" y="299"/>
                        <a:pt x="324" y="300"/>
                      </a:cubicBezTo>
                      <a:cubicBezTo>
                        <a:pt x="325" y="303"/>
                        <a:pt x="325" y="306"/>
                        <a:pt x="323" y="308"/>
                      </a:cubicBezTo>
                      <a:cubicBezTo>
                        <a:pt x="322" y="311"/>
                        <a:pt x="319" y="312"/>
                        <a:pt x="317" y="313"/>
                      </a:cubicBezTo>
                      <a:cubicBezTo>
                        <a:pt x="316" y="314"/>
                        <a:pt x="314" y="314"/>
                        <a:pt x="314" y="316"/>
                      </a:cubicBezTo>
                      <a:cubicBezTo>
                        <a:pt x="314" y="318"/>
                        <a:pt x="314" y="319"/>
                        <a:pt x="313" y="320"/>
                      </a:cubicBezTo>
                      <a:cubicBezTo>
                        <a:pt x="312" y="321"/>
                        <a:pt x="312" y="322"/>
                        <a:pt x="311" y="323"/>
                      </a:cubicBezTo>
                      <a:cubicBezTo>
                        <a:pt x="310" y="324"/>
                        <a:pt x="311" y="325"/>
                        <a:pt x="311" y="325"/>
                      </a:cubicBezTo>
                      <a:cubicBezTo>
                        <a:pt x="314" y="326"/>
                        <a:pt x="315" y="328"/>
                        <a:pt x="315" y="330"/>
                      </a:cubicBezTo>
                      <a:cubicBezTo>
                        <a:pt x="315" y="331"/>
                        <a:pt x="316" y="332"/>
                        <a:pt x="317" y="333"/>
                      </a:cubicBezTo>
                      <a:cubicBezTo>
                        <a:pt x="316" y="335"/>
                        <a:pt x="317" y="336"/>
                        <a:pt x="318" y="338"/>
                      </a:cubicBezTo>
                      <a:cubicBezTo>
                        <a:pt x="319" y="340"/>
                        <a:pt x="320" y="341"/>
                        <a:pt x="319" y="343"/>
                      </a:cubicBezTo>
                      <a:cubicBezTo>
                        <a:pt x="318" y="345"/>
                        <a:pt x="318" y="346"/>
                        <a:pt x="317" y="347"/>
                      </a:cubicBezTo>
                      <a:cubicBezTo>
                        <a:pt x="316" y="348"/>
                        <a:pt x="315" y="349"/>
                        <a:pt x="315" y="350"/>
                      </a:cubicBezTo>
                      <a:cubicBezTo>
                        <a:pt x="316" y="352"/>
                        <a:pt x="315" y="354"/>
                        <a:pt x="315" y="357"/>
                      </a:cubicBezTo>
                      <a:cubicBezTo>
                        <a:pt x="314" y="358"/>
                        <a:pt x="314" y="359"/>
                        <a:pt x="315" y="360"/>
                      </a:cubicBezTo>
                      <a:cubicBezTo>
                        <a:pt x="317" y="363"/>
                        <a:pt x="317" y="365"/>
                        <a:pt x="316" y="367"/>
                      </a:cubicBezTo>
                      <a:cubicBezTo>
                        <a:pt x="315" y="368"/>
                        <a:pt x="316" y="369"/>
                        <a:pt x="317" y="370"/>
                      </a:cubicBezTo>
                      <a:cubicBezTo>
                        <a:pt x="317" y="371"/>
                        <a:pt x="318" y="370"/>
                        <a:pt x="318" y="370"/>
                      </a:cubicBezTo>
                      <a:cubicBezTo>
                        <a:pt x="319" y="370"/>
                        <a:pt x="321" y="369"/>
                        <a:pt x="322" y="370"/>
                      </a:cubicBezTo>
                      <a:cubicBezTo>
                        <a:pt x="323" y="371"/>
                        <a:pt x="324" y="370"/>
                        <a:pt x="325" y="369"/>
                      </a:cubicBezTo>
                      <a:cubicBezTo>
                        <a:pt x="326" y="369"/>
                        <a:pt x="326" y="368"/>
                        <a:pt x="327" y="367"/>
                      </a:cubicBezTo>
                      <a:cubicBezTo>
                        <a:pt x="331" y="367"/>
                        <a:pt x="333" y="369"/>
                        <a:pt x="336" y="370"/>
                      </a:cubicBezTo>
                      <a:cubicBezTo>
                        <a:pt x="337" y="373"/>
                        <a:pt x="339" y="373"/>
                        <a:pt x="340" y="374"/>
                      </a:cubicBezTo>
                      <a:cubicBezTo>
                        <a:pt x="342" y="375"/>
                        <a:pt x="342" y="376"/>
                        <a:pt x="342" y="378"/>
                      </a:cubicBezTo>
                      <a:cubicBezTo>
                        <a:pt x="343" y="380"/>
                        <a:pt x="344" y="382"/>
                        <a:pt x="345" y="385"/>
                      </a:cubicBezTo>
                      <a:cubicBezTo>
                        <a:pt x="345" y="386"/>
                        <a:pt x="345" y="386"/>
                        <a:pt x="344" y="386"/>
                      </a:cubicBezTo>
                      <a:cubicBezTo>
                        <a:pt x="343" y="386"/>
                        <a:pt x="342" y="387"/>
                        <a:pt x="342" y="388"/>
                      </a:cubicBezTo>
                      <a:cubicBezTo>
                        <a:pt x="341" y="390"/>
                        <a:pt x="341" y="392"/>
                        <a:pt x="341" y="394"/>
                      </a:cubicBezTo>
                      <a:cubicBezTo>
                        <a:pt x="341" y="395"/>
                        <a:pt x="341" y="396"/>
                        <a:pt x="342" y="395"/>
                      </a:cubicBezTo>
                      <a:cubicBezTo>
                        <a:pt x="343" y="395"/>
                        <a:pt x="343" y="395"/>
                        <a:pt x="343" y="396"/>
                      </a:cubicBezTo>
                      <a:cubicBezTo>
                        <a:pt x="343" y="397"/>
                        <a:pt x="345" y="397"/>
                        <a:pt x="345" y="397"/>
                      </a:cubicBezTo>
                      <a:cubicBezTo>
                        <a:pt x="345" y="398"/>
                        <a:pt x="344" y="398"/>
                        <a:pt x="344" y="399"/>
                      </a:cubicBezTo>
                      <a:cubicBezTo>
                        <a:pt x="343" y="399"/>
                        <a:pt x="343" y="400"/>
                        <a:pt x="343" y="400"/>
                      </a:cubicBezTo>
                      <a:cubicBezTo>
                        <a:pt x="342" y="400"/>
                        <a:pt x="342" y="401"/>
                        <a:pt x="342" y="401"/>
                      </a:cubicBezTo>
                      <a:cubicBezTo>
                        <a:pt x="342" y="399"/>
                        <a:pt x="342" y="398"/>
                        <a:pt x="341" y="397"/>
                      </a:cubicBezTo>
                      <a:cubicBezTo>
                        <a:pt x="340" y="396"/>
                        <a:pt x="339" y="396"/>
                        <a:pt x="339" y="395"/>
                      </a:cubicBezTo>
                      <a:cubicBezTo>
                        <a:pt x="339" y="394"/>
                        <a:pt x="338" y="394"/>
                        <a:pt x="339" y="394"/>
                      </a:cubicBezTo>
                      <a:cubicBezTo>
                        <a:pt x="340" y="393"/>
                        <a:pt x="339" y="392"/>
                        <a:pt x="339" y="392"/>
                      </a:cubicBezTo>
                      <a:cubicBezTo>
                        <a:pt x="339" y="390"/>
                        <a:pt x="339" y="389"/>
                        <a:pt x="339" y="388"/>
                      </a:cubicBezTo>
                      <a:cubicBezTo>
                        <a:pt x="340" y="387"/>
                        <a:pt x="340" y="386"/>
                        <a:pt x="339" y="386"/>
                      </a:cubicBezTo>
                      <a:cubicBezTo>
                        <a:pt x="338" y="386"/>
                        <a:pt x="339" y="385"/>
                        <a:pt x="339" y="385"/>
                      </a:cubicBezTo>
                      <a:cubicBezTo>
                        <a:pt x="339" y="383"/>
                        <a:pt x="340" y="381"/>
                        <a:pt x="339" y="380"/>
                      </a:cubicBezTo>
                      <a:cubicBezTo>
                        <a:pt x="338" y="379"/>
                        <a:pt x="337" y="378"/>
                        <a:pt x="336" y="377"/>
                      </a:cubicBezTo>
                      <a:cubicBezTo>
                        <a:pt x="335" y="377"/>
                        <a:pt x="335" y="376"/>
                        <a:pt x="335" y="375"/>
                      </a:cubicBezTo>
                      <a:cubicBezTo>
                        <a:pt x="335" y="374"/>
                        <a:pt x="334" y="372"/>
                        <a:pt x="332" y="373"/>
                      </a:cubicBezTo>
                      <a:cubicBezTo>
                        <a:pt x="331" y="373"/>
                        <a:pt x="330" y="373"/>
                        <a:pt x="330" y="373"/>
                      </a:cubicBezTo>
                      <a:cubicBezTo>
                        <a:pt x="327" y="374"/>
                        <a:pt x="325" y="375"/>
                        <a:pt x="323" y="376"/>
                      </a:cubicBezTo>
                      <a:cubicBezTo>
                        <a:pt x="321" y="377"/>
                        <a:pt x="320" y="378"/>
                        <a:pt x="320" y="380"/>
                      </a:cubicBezTo>
                      <a:cubicBezTo>
                        <a:pt x="320" y="381"/>
                        <a:pt x="320" y="382"/>
                        <a:pt x="320" y="383"/>
                      </a:cubicBezTo>
                      <a:cubicBezTo>
                        <a:pt x="319" y="383"/>
                        <a:pt x="319" y="384"/>
                        <a:pt x="320" y="384"/>
                      </a:cubicBezTo>
                      <a:cubicBezTo>
                        <a:pt x="321" y="385"/>
                        <a:pt x="322" y="387"/>
                        <a:pt x="322" y="389"/>
                      </a:cubicBezTo>
                      <a:cubicBezTo>
                        <a:pt x="323" y="392"/>
                        <a:pt x="323" y="394"/>
                        <a:pt x="322" y="397"/>
                      </a:cubicBezTo>
                      <a:cubicBezTo>
                        <a:pt x="321" y="398"/>
                        <a:pt x="320" y="399"/>
                        <a:pt x="319" y="399"/>
                      </a:cubicBezTo>
                      <a:cubicBezTo>
                        <a:pt x="318" y="401"/>
                        <a:pt x="317" y="403"/>
                        <a:pt x="317" y="405"/>
                      </a:cubicBezTo>
                      <a:cubicBezTo>
                        <a:pt x="317" y="406"/>
                        <a:pt x="317" y="408"/>
                        <a:pt x="316" y="409"/>
                      </a:cubicBezTo>
                      <a:cubicBezTo>
                        <a:pt x="314" y="410"/>
                        <a:pt x="313" y="412"/>
                        <a:pt x="311" y="413"/>
                      </a:cubicBezTo>
                      <a:cubicBezTo>
                        <a:pt x="310" y="413"/>
                        <a:pt x="311" y="413"/>
                        <a:pt x="310" y="413"/>
                      </a:cubicBezTo>
                      <a:cubicBezTo>
                        <a:pt x="310" y="414"/>
                        <a:pt x="309" y="415"/>
                        <a:pt x="308" y="415"/>
                      </a:cubicBezTo>
                      <a:cubicBezTo>
                        <a:pt x="306" y="415"/>
                        <a:pt x="306" y="416"/>
                        <a:pt x="306" y="418"/>
                      </a:cubicBezTo>
                      <a:cubicBezTo>
                        <a:pt x="306" y="418"/>
                        <a:pt x="305" y="418"/>
                        <a:pt x="305" y="418"/>
                      </a:cubicBezTo>
                      <a:cubicBezTo>
                        <a:pt x="304" y="417"/>
                        <a:pt x="302" y="415"/>
                        <a:pt x="301" y="414"/>
                      </a:cubicBezTo>
                      <a:cubicBezTo>
                        <a:pt x="300" y="413"/>
                        <a:pt x="300" y="411"/>
                        <a:pt x="300" y="410"/>
                      </a:cubicBezTo>
                      <a:cubicBezTo>
                        <a:pt x="299" y="409"/>
                        <a:pt x="300" y="409"/>
                        <a:pt x="300" y="409"/>
                      </a:cubicBezTo>
                      <a:cubicBezTo>
                        <a:pt x="301" y="409"/>
                        <a:pt x="302" y="410"/>
                        <a:pt x="302" y="409"/>
                      </a:cubicBezTo>
                      <a:cubicBezTo>
                        <a:pt x="304" y="408"/>
                        <a:pt x="304" y="406"/>
                        <a:pt x="305" y="405"/>
                      </a:cubicBezTo>
                      <a:cubicBezTo>
                        <a:pt x="305" y="404"/>
                        <a:pt x="305" y="404"/>
                        <a:pt x="304" y="404"/>
                      </a:cubicBezTo>
                      <a:cubicBezTo>
                        <a:pt x="304" y="404"/>
                        <a:pt x="304" y="403"/>
                        <a:pt x="304" y="403"/>
                      </a:cubicBezTo>
                      <a:cubicBezTo>
                        <a:pt x="304" y="402"/>
                        <a:pt x="305" y="402"/>
                        <a:pt x="305" y="402"/>
                      </a:cubicBezTo>
                      <a:cubicBezTo>
                        <a:pt x="306" y="402"/>
                        <a:pt x="307" y="403"/>
                        <a:pt x="306" y="401"/>
                      </a:cubicBezTo>
                      <a:cubicBezTo>
                        <a:pt x="306" y="401"/>
                        <a:pt x="306" y="400"/>
                        <a:pt x="307" y="400"/>
                      </a:cubicBezTo>
                      <a:cubicBezTo>
                        <a:pt x="307" y="398"/>
                        <a:pt x="309" y="397"/>
                        <a:pt x="310" y="396"/>
                      </a:cubicBezTo>
                      <a:cubicBezTo>
                        <a:pt x="311" y="395"/>
                        <a:pt x="312" y="393"/>
                        <a:pt x="311" y="391"/>
                      </a:cubicBezTo>
                      <a:cubicBezTo>
                        <a:pt x="310" y="388"/>
                        <a:pt x="310" y="386"/>
                        <a:pt x="313" y="384"/>
                      </a:cubicBezTo>
                      <a:cubicBezTo>
                        <a:pt x="314" y="384"/>
                        <a:pt x="313" y="382"/>
                        <a:pt x="315" y="381"/>
                      </a:cubicBezTo>
                      <a:cubicBezTo>
                        <a:pt x="315" y="381"/>
                        <a:pt x="314" y="381"/>
                        <a:pt x="314" y="381"/>
                      </a:cubicBezTo>
                      <a:cubicBezTo>
                        <a:pt x="313" y="379"/>
                        <a:pt x="312" y="377"/>
                        <a:pt x="310" y="376"/>
                      </a:cubicBezTo>
                      <a:cubicBezTo>
                        <a:pt x="307" y="375"/>
                        <a:pt x="306" y="370"/>
                        <a:pt x="307" y="367"/>
                      </a:cubicBezTo>
                      <a:cubicBezTo>
                        <a:pt x="307" y="367"/>
                        <a:pt x="308" y="367"/>
                        <a:pt x="308" y="366"/>
                      </a:cubicBezTo>
                      <a:cubicBezTo>
                        <a:pt x="307" y="364"/>
                        <a:pt x="308" y="362"/>
                        <a:pt x="307" y="360"/>
                      </a:cubicBezTo>
                      <a:cubicBezTo>
                        <a:pt x="307" y="360"/>
                        <a:pt x="307" y="359"/>
                        <a:pt x="307" y="359"/>
                      </a:cubicBezTo>
                      <a:cubicBezTo>
                        <a:pt x="308" y="358"/>
                        <a:pt x="308" y="357"/>
                        <a:pt x="308" y="356"/>
                      </a:cubicBezTo>
                      <a:cubicBezTo>
                        <a:pt x="308" y="354"/>
                        <a:pt x="307" y="352"/>
                        <a:pt x="307" y="350"/>
                      </a:cubicBezTo>
                      <a:cubicBezTo>
                        <a:pt x="307" y="349"/>
                        <a:pt x="307" y="349"/>
                        <a:pt x="307" y="349"/>
                      </a:cubicBezTo>
                      <a:cubicBezTo>
                        <a:pt x="305" y="348"/>
                        <a:pt x="307" y="346"/>
                        <a:pt x="308" y="345"/>
                      </a:cubicBezTo>
                      <a:cubicBezTo>
                        <a:pt x="309" y="344"/>
                        <a:pt x="309" y="343"/>
                        <a:pt x="308" y="342"/>
                      </a:cubicBezTo>
                      <a:cubicBezTo>
                        <a:pt x="308" y="341"/>
                        <a:pt x="308" y="341"/>
                        <a:pt x="308" y="340"/>
                      </a:cubicBezTo>
                      <a:cubicBezTo>
                        <a:pt x="309" y="338"/>
                        <a:pt x="309" y="335"/>
                        <a:pt x="308" y="333"/>
                      </a:cubicBezTo>
                      <a:cubicBezTo>
                        <a:pt x="308" y="333"/>
                        <a:pt x="307" y="332"/>
                        <a:pt x="307" y="332"/>
                      </a:cubicBezTo>
                      <a:cubicBezTo>
                        <a:pt x="308" y="331"/>
                        <a:pt x="308" y="330"/>
                        <a:pt x="307" y="330"/>
                      </a:cubicBezTo>
                      <a:cubicBezTo>
                        <a:pt x="305" y="328"/>
                        <a:pt x="304" y="326"/>
                        <a:pt x="303" y="324"/>
                      </a:cubicBezTo>
                      <a:cubicBezTo>
                        <a:pt x="302" y="323"/>
                        <a:pt x="302" y="321"/>
                        <a:pt x="303" y="320"/>
                      </a:cubicBezTo>
                      <a:cubicBezTo>
                        <a:pt x="305" y="319"/>
                        <a:pt x="306" y="317"/>
                        <a:pt x="305" y="315"/>
                      </a:cubicBezTo>
                      <a:cubicBezTo>
                        <a:pt x="306" y="314"/>
                        <a:pt x="306" y="314"/>
                        <a:pt x="306" y="314"/>
                      </a:cubicBezTo>
                      <a:cubicBezTo>
                        <a:pt x="307" y="313"/>
                        <a:pt x="307" y="312"/>
                        <a:pt x="307" y="311"/>
                      </a:cubicBezTo>
                      <a:cubicBezTo>
                        <a:pt x="307" y="311"/>
                        <a:pt x="307" y="310"/>
                        <a:pt x="308" y="309"/>
                      </a:cubicBezTo>
                      <a:cubicBezTo>
                        <a:pt x="309" y="308"/>
                        <a:pt x="309" y="307"/>
                        <a:pt x="309" y="305"/>
                      </a:cubicBezTo>
                      <a:cubicBezTo>
                        <a:pt x="309" y="305"/>
                        <a:pt x="309" y="304"/>
                        <a:pt x="309" y="304"/>
                      </a:cubicBezTo>
                      <a:cubicBezTo>
                        <a:pt x="309" y="301"/>
                        <a:pt x="309" y="299"/>
                        <a:pt x="309" y="296"/>
                      </a:cubicBezTo>
                      <a:cubicBezTo>
                        <a:pt x="309" y="295"/>
                        <a:pt x="308" y="295"/>
                        <a:pt x="307" y="294"/>
                      </a:cubicBezTo>
                      <a:cubicBezTo>
                        <a:pt x="304" y="292"/>
                        <a:pt x="300" y="291"/>
                        <a:pt x="296" y="291"/>
                      </a:cubicBezTo>
                      <a:cubicBezTo>
                        <a:pt x="295" y="291"/>
                        <a:pt x="295" y="291"/>
                        <a:pt x="294" y="291"/>
                      </a:cubicBezTo>
                      <a:cubicBezTo>
                        <a:pt x="292" y="292"/>
                        <a:pt x="290" y="291"/>
                        <a:pt x="289" y="292"/>
                      </a:cubicBezTo>
                      <a:cubicBezTo>
                        <a:pt x="289" y="292"/>
                        <a:pt x="288" y="292"/>
                        <a:pt x="288" y="292"/>
                      </a:cubicBezTo>
                      <a:cubicBezTo>
                        <a:pt x="288" y="291"/>
                        <a:pt x="288" y="291"/>
                        <a:pt x="288" y="291"/>
                      </a:cubicBezTo>
                      <a:cubicBezTo>
                        <a:pt x="288" y="290"/>
                        <a:pt x="289" y="290"/>
                        <a:pt x="289" y="290"/>
                      </a:cubicBezTo>
                      <a:cubicBezTo>
                        <a:pt x="287" y="289"/>
                        <a:pt x="287" y="290"/>
                        <a:pt x="286" y="291"/>
                      </a:cubicBezTo>
                      <a:cubicBezTo>
                        <a:pt x="285" y="292"/>
                        <a:pt x="285" y="293"/>
                        <a:pt x="284" y="295"/>
                      </a:cubicBezTo>
                      <a:cubicBezTo>
                        <a:pt x="282" y="297"/>
                        <a:pt x="283" y="301"/>
                        <a:pt x="282" y="304"/>
                      </a:cubicBezTo>
                      <a:cubicBezTo>
                        <a:pt x="281" y="307"/>
                        <a:pt x="281" y="309"/>
                        <a:pt x="281" y="311"/>
                      </a:cubicBezTo>
                      <a:cubicBezTo>
                        <a:pt x="281" y="312"/>
                        <a:pt x="281" y="312"/>
                        <a:pt x="281" y="313"/>
                      </a:cubicBezTo>
                      <a:cubicBezTo>
                        <a:pt x="279" y="316"/>
                        <a:pt x="279" y="318"/>
                        <a:pt x="277" y="321"/>
                      </a:cubicBezTo>
                      <a:cubicBezTo>
                        <a:pt x="275" y="322"/>
                        <a:pt x="274" y="324"/>
                        <a:pt x="272" y="325"/>
                      </a:cubicBezTo>
                      <a:cubicBezTo>
                        <a:pt x="269" y="327"/>
                        <a:pt x="269" y="329"/>
                        <a:pt x="268" y="331"/>
                      </a:cubicBezTo>
                      <a:cubicBezTo>
                        <a:pt x="267" y="332"/>
                        <a:pt x="268" y="332"/>
                        <a:pt x="269" y="332"/>
                      </a:cubicBezTo>
                      <a:cubicBezTo>
                        <a:pt x="269" y="333"/>
                        <a:pt x="268" y="334"/>
                        <a:pt x="268" y="335"/>
                      </a:cubicBezTo>
                      <a:cubicBezTo>
                        <a:pt x="268" y="336"/>
                        <a:pt x="268" y="336"/>
                        <a:pt x="268" y="337"/>
                      </a:cubicBezTo>
                      <a:cubicBezTo>
                        <a:pt x="269" y="337"/>
                        <a:pt x="269" y="337"/>
                        <a:pt x="270" y="336"/>
                      </a:cubicBezTo>
                      <a:cubicBezTo>
                        <a:pt x="271" y="335"/>
                        <a:pt x="272" y="336"/>
                        <a:pt x="272" y="338"/>
                      </a:cubicBezTo>
                      <a:cubicBezTo>
                        <a:pt x="272" y="338"/>
                        <a:pt x="272" y="339"/>
                        <a:pt x="272" y="340"/>
                      </a:cubicBezTo>
                      <a:cubicBezTo>
                        <a:pt x="271" y="341"/>
                        <a:pt x="272" y="343"/>
                        <a:pt x="271" y="345"/>
                      </a:cubicBezTo>
                      <a:cubicBezTo>
                        <a:pt x="271" y="347"/>
                        <a:pt x="271" y="349"/>
                        <a:pt x="272" y="351"/>
                      </a:cubicBezTo>
                      <a:cubicBezTo>
                        <a:pt x="272" y="352"/>
                        <a:pt x="273" y="352"/>
                        <a:pt x="272" y="353"/>
                      </a:cubicBezTo>
                      <a:cubicBezTo>
                        <a:pt x="272" y="353"/>
                        <a:pt x="271" y="354"/>
                        <a:pt x="270" y="354"/>
                      </a:cubicBezTo>
                      <a:cubicBezTo>
                        <a:pt x="269" y="353"/>
                        <a:pt x="269" y="354"/>
                        <a:pt x="269" y="354"/>
                      </a:cubicBezTo>
                      <a:cubicBezTo>
                        <a:pt x="269" y="356"/>
                        <a:pt x="269" y="358"/>
                        <a:pt x="269" y="360"/>
                      </a:cubicBezTo>
                      <a:cubicBezTo>
                        <a:pt x="270" y="360"/>
                        <a:pt x="270" y="358"/>
                        <a:pt x="271" y="359"/>
                      </a:cubicBezTo>
                      <a:cubicBezTo>
                        <a:pt x="272" y="360"/>
                        <a:pt x="273" y="360"/>
                        <a:pt x="274" y="361"/>
                      </a:cubicBezTo>
                      <a:cubicBezTo>
                        <a:pt x="275" y="362"/>
                        <a:pt x="276" y="363"/>
                        <a:pt x="277" y="363"/>
                      </a:cubicBezTo>
                      <a:cubicBezTo>
                        <a:pt x="277" y="363"/>
                        <a:pt x="277" y="363"/>
                        <a:pt x="277" y="363"/>
                      </a:cubicBezTo>
                      <a:cubicBezTo>
                        <a:pt x="277" y="366"/>
                        <a:pt x="278" y="369"/>
                        <a:pt x="279" y="372"/>
                      </a:cubicBezTo>
                      <a:cubicBezTo>
                        <a:pt x="280" y="373"/>
                        <a:pt x="281" y="374"/>
                        <a:pt x="283" y="373"/>
                      </a:cubicBezTo>
                      <a:cubicBezTo>
                        <a:pt x="284" y="373"/>
                        <a:pt x="285" y="373"/>
                        <a:pt x="286" y="373"/>
                      </a:cubicBezTo>
                      <a:cubicBezTo>
                        <a:pt x="285" y="374"/>
                        <a:pt x="284" y="374"/>
                        <a:pt x="284" y="374"/>
                      </a:cubicBezTo>
                      <a:cubicBezTo>
                        <a:pt x="284" y="376"/>
                        <a:pt x="283" y="377"/>
                        <a:pt x="283" y="378"/>
                      </a:cubicBezTo>
                      <a:cubicBezTo>
                        <a:pt x="282" y="381"/>
                        <a:pt x="280" y="383"/>
                        <a:pt x="280" y="386"/>
                      </a:cubicBezTo>
                      <a:cubicBezTo>
                        <a:pt x="280" y="386"/>
                        <a:pt x="280" y="386"/>
                        <a:pt x="280" y="386"/>
                      </a:cubicBezTo>
                      <a:cubicBezTo>
                        <a:pt x="279" y="387"/>
                        <a:pt x="279" y="387"/>
                        <a:pt x="278" y="386"/>
                      </a:cubicBezTo>
                      <a:cubicBezTo>
                        <a:pt x="277" y="386"/>
                        <a:pt x="278" y="386"/>
                        <a:pt x="278" y="385"/>
                      </a:cubicBezTo>
                      <a:cubicBezTo>
                        <a:pt x="279" y="384"/>
                        <a:pt x="278" y="384"/>
                        <a:pt x="277" y="383"/>
                      </a:cubicBezTo>
                      <a:cubicBezTo>
                        <a:pt x="277" y="383"/>
                        <a:pt x="275" y="382"/>
                        <a:pt x="275" y="382"/>
                      </a:cubicBezTo>
                      <a:cubicBezTo>
                        <a:pt x="274" y="380"/>
                        <a:pt x="272" y="378"/>
                        <a:pt x="271" y="377"/>
                      </a:cubicBezTo>
                      <a:cubicBezTo>
                        <a:pt x="270" y="377"/>
                        <a:pt x="270" y="376"/>
                        <a:pt x="271" y="375"/>
                      </a:cubicBezTo>
                      <a:cubicBezTo>
                        <a:pt x="268" y="375"/>
                        <a:pt x="266" y="374"/>
                        <a:pt x="264" y="372"/>
                      </a:cubicBezTo>
                      <a:cubicBezTo>
                        <a:pt x="262" y="370"/>
                        <a:pt x="259" y="369"/>
                        <a:pt x="256" y="367"/>
                      </a:cubicBezTo>
                      <a:cubicBezTo>
                        <a:pt x="255" y="365"/>
                        <a:pt x="253" y="363"/>
                        <a:pt x="251" y="362"/>
                      </a:cubicBezTo>
                      <a:cubicBezTo>
                        <a:pt x="249" y="361"/>
                        <a:pt x="248" y="361"/>
                        <a:pt x="246" y="360"/>
                      </a:cubicBezTo>
                      <a:cubicBezTo>
                        <a:pt x="243" y="359"/>
                        <a:pt x="241" y="358"/>
                        <a:pt x="238" y="358"/>
                      </a:cubicBezTo>
                      <a:cubicBezTo>
                        <a:pt x="235" y="358"/>
                        <a:pt x="233" y="358"/>
                        <a:pt x="231" y="356"/>
                      </a:cubicBezTo>
                      <a:cubicBezTo>
                        <a:pt x="229" y="355"/>
                        <a:pt x="228" y="355"/>
                        <a:pt x="228" y="358"/>
                      </a:cubicBezTo>
                      <a:cubicBezTo>
                        <a:pt x="228" y="359"/>
                        <a:pt x="227" y="360"/>
                        <a:pt x="226" y="359"/>
                      </a:cubicBezTo>
                      <a:cubicBezTo>
                        <a:pt x="225" y="359"/>
                        <a:pt x="224" y="360"/>
                        <a:pt x="224" y="360"/>
                      </a:cubicBezTo>
                      <a:cubicBezTo>
                        <a:pt x="224" y="361"/>
                        <a:pt x="224" y="363"/>
                        <a:pt x="225" y="364"/>
                      </a:cubicBezTo>
                      <a:cubicBezTo>
                        <a:pt x="226" y="365"/>
                        <a:pt x="226" y="366"/>
                        <a:pt x="227" y="368"/>
                      </a:cubicBezTo>
                      <a:cubicBezTo>
                        <a:pt x="227" y="368"/>
                        <a:pt x="227" y="370"/>
                        <a:pt x="228" y="370"/>
                      </a:cubicBezTo>
                      <a:cubicBezTo>
                        <a:pt x="229" y="370"/>
                        <a:pt x="229" y="370"/>
                        <a:pt x="229" y="371"/>
                      </a:cubicBezTo>
                      <a:cubicBezTo>
                        <a:pt x="229" y="374"/>
                        <a:pt x="228" y="376"/>
                        <a:pt x="226" y="377"/>
                      </a:cubicBezTo>
                      <a:cubicBezTo>
                        <a:pt x="225" y="378"/>
                        <a:pt x="224" y="379"/>
                        <a:pt x="223" y="378"/>
                      </a:cubicBezTo>
                      <a:cubicBezTo>
                        <a:pt x="221" y="377"/>
                        <a:pt x="221" y="378"/>
                        <a:pt x="221" y="379"/>
                      </a:cubicBezTo>
                      <a:cubicBezTo>
                        <a:pt x="221" y="380"/>
                        <a:pt x="222" y="380"/>
                        <a:pt x="222" y="381"/>
                      </a:cubicBezTo>
                      <a:cubicBezTo>
                        <a:pt x="222" y="382"/>
                        <a:pt x="222" y="384"/>
                        <a:pt x="220" y="384"/>
                      </a:cubicBezTo>
                      <a:cubicBezTo>
                        <a:pt x="220" y="385"/>
                        <a:pt x="217" y="383"/>
                        <a:pt x="216" y="383"/>
                      </a:cubicBezTo>
                      <a:cubicBezTo>
                        <a:pt x="216" y="382"/>
                        <a:pt x="217" y="379"/>
                        <a:pt x="218" y="378"/>
                      </a:cubicBezTo>
                      <a:cubicBezTo>
                        <a:pt x="218" y="378"/>
                        <a:pt x="218" y="378"/>
                        <a:pt x="218" y="377"/>
                      </a:cubicBezTo>
                      <a:cubicBezTo>
                        <a:pt x="217" y="376"/>
                        <a:pt x="218" y="374"/>
                        <a:pt x="215" y="374"/>
                      </a:cubicBezTo>
                      <a:cubicBezTo>
                        <a:pt x="216" y="373"/>
                        <a:pt x="217" y="373"/>
                        <a:pt x="217" y="372"/>
                      </a:cubicBezTo>
                      <a:cubicBezTo>
                        <a:pt x="216" y="372"/>
                        <a:pt x="215" y="372"/>
                        <a:pt x="214" y="373"/>
                      </a:cubicBezTo>
                      <a:cubicBezTo>
                        <a:pt x="212" y="374"/>
                        <a:pt x="210" y="374"/>
                        <a:pt x="209" y="376"/>
                      </a:cubicBezTo>
                      <a:cubicBezTo>
                        <a:pt x="209" y="376"/>
                        <a:pt x="209" y="376"/>
                        <a:pt x="209" y="376"/>
                      </a:cubicBezTo>
                      <a:cubicBezTo>
                        <a:pt x="207" y="376"/>
                        <a:pt x="206" y="377"/>
                        <a:pt x="206" y="379"/>
                      </a:cubicBezTo>
                      <a:cubicBezTo>
                        <a:pt x="205" y="381"/>
                        <a:pt x="203" y="382"/>
                        <a:pt x="201" y="380"/>
                      </a:cubicBezTo>
                      <a:cubicBezTo>
                        <a:pt x="200" y="379"/>
                        <a:pt x="199" y="379"/>
                        <a:pt x="198" y="380"/>
                      </a:cubicBezTo>
                      <a:cubicBezTo>
                        <a:pt x="198" y="380"/>
                        <a:pt x="197" y="380"/>
                        <a:pt x="197" y="380"/>
                      </a:cubicBezTo>
                      <a:cubicBezTo>
                        <a:pt x="196" y="379"/>
                        <a:pt x="195" y="379"/>
                        <a:pt x="194" y="380"/>
                      </a:cubicBezTo>
                      <a:cubicBezTo>
                        <a:pt x="193" y="380"/>
                        <a:pt x="193" y="380"/>
                        <a:pt x="193" y="380"/>
                      </a:cubicBezTo>
                      <a:cubicBezTo>
                        <a:pt x="191" y="380"/>
                        <a:pt x="190" y="381"/>
                        <a:pt x="189" y="383"/>
                      </a:cubicBezTo>
                      <a:cubicBezTo>
                        <a:pt x="188" y="383"/>
                        <a:pt x="187" y="384"/>
                        <a:pt x="188" y="386"/>
                      </a:cubicBezTo>
                      <a:cubicBezTo>
                        <a:pt x="189" y="386"/>
                        <a:pt x="188" y="387"/>
                        <a:pt x="188" y="387"/>
                      </a:cubicBezTo>
                      <a:cubicBezTo>
                        <a:pt x="187" y="388"/>
                        <a:pt x="186" y="387"/>
                        <a:pt x="186" y="386"/>
                      </a:cubicBezTo>
                      <a:cubicBezTo>
                        <a:pt x="186" y="385"/>
                        <a:pt x="185" y="386"/>
                        <a:pt x="184" y="386"/>
                      </a:cubicBezTo>
                      <a:cubicBezTo>
                        <a:pt x="184" y="386"/>
                        <a:pt x="184" y="386"/>
                        <a:pt x="184" y="387"/>
                      </a:cubicBezTo>
                      <a:cubicBezTo>
                        <a:pt x="183" y="386"/>
                        <a:pt x="182" y="387"/>
                        <a:pt x="181" y="387"/>
                      </a:cubicBezTo>
                      <a:cubicBezTo>
                        <a:pt x="180" y="385"/>
                        <a:pt x="179" y="385"/>
                        <a:pt x="178" y="386"/>
                      </a:cubicBezTo>
                      <a:cubicBezTo>
                        <a:pt x="177" y="387"/>
                        <a:pt x="176" y="387"/>
                        <a:pt x="176" y="385"/>
                      </a:cubicBezTo>
                      <a:cubicBezTo>
                        <a:pt x="177" y="385"/>
                        <a:pt x="177" y="385"/>
                        <a:pt x="177" y="385"/>
                      </a:cubicBezTo>
                      <a:cubicBezTo>
                        <a:pt x="178" y="384"/>
                        <a:pt x="179" y="383"/>
                        <a:pt x="181" y="384"/>
                      </a:cubicBezTo>
                      <a:cubicBezTo>
                        <a:pt x="181" y="385"/>
                        <a:pt x="182" y="385"/>
                        <a:pt x="182" y="384"/>
                      </a:cubicBezTo>
                      <a:cubicBezTo>
                        <a:pt x="181" y="383"/>
                        <a:pt x="182" y="381"/>
                        <a:pt x="180" y="380"/>
                      </a:cubicBezTo>
                      <a:cubicBezTo>
                        <a:pt x="180" y="380"/>
                        <a:pt x="180" y="379"/>
                        <a:pt x="180" y="379"/>
                      </a:cubicBezTo>
                      <a:cubicBezTo>
                        <a:pt x="181" y="378"/>
                        <a:pt x="180" y="377"/>
                        <a:pt x="181" y="376"/>
                      </a:cubicBezTo>
                      <a:cubicBezTo>
                        <a:pt x="181" y="375"/>
                        <a:pt x="181" y="375"/>
                        <a:pt x="180" y="375"/>
                      </a:cubicBezTo>
                      <a:cubicBezTo>
                        <a:pt x="181" y="374"/>
                        <a:pt x="178" y="375"/>
                        <a:pt x="180" y="374"/>
                      </a:cubicBezTo>
                      <a:cubicBezTo>
                        <a:pt x="181" y="373"/>
                        <a:pt x="182" y="374"/>
                        <a:pt x="184" y="373"/>
                      </a:cubicBezTo>
                      <a:cubicBezTo>
                        <a:pt x="182" y="373"/>
                        <a:pt x="180" y="372"/>
                        <a:pt x="179" y="374"/>
                      </a:cubicBezTo>
                      <a:cubicBezTo>
                        <a:pt x="178" y="374"/>
                        <a:pt x="177" y="374"/>
                        <a:pt x="177" y="375"/>
                      </a:cubicBezTo>
                      <a:cubicBezTo>
                        <a:pt x="175" y="376"/>
                        <a:pt x="173" y="377"/>
                        <a:pt x="172" y="378"/>
                      </a:cubicBezTo>
                      <a:cubicBezTo>
                        <a:pt x="171" y="379"/>
                        <a:pt x="170" y="380"/>
                        <a:pt x="172" y="380"/>
                      </a:cubicBezTo>
                      <a:cubicBezTo>
                        <a:pt x="172" y="380"/>
                        <a:pt x="172" y="381"/>
                        <a:pt x="173" y="381"/>
                      </a:cubicBezTo>
                      <a:cubicBezTo>
                        <a:pt x="173" y="382"/>
                        <a:pt x="173" y="383"/>
                        <a:pt x="172" y="384"/>
                      </a:cubicBezTo>
                      <a:cubicBezTo>
                        <a:pt x="171" y="385"/>
                        <a:pt x="170" y="385"/>
                        <a:pt x="170" y="385"/>
                      </a:cubicBezTo>
                      <a:cubicBezTo>
                        <a:pt x="169" y="384"/>
                        <a:pt x="170" y="384"/>
                        <a:pt x="170" y="383"/>
                      </a:cubicBezTo>
                      <a:cubicBezTo>
                        <a:pt x="170" y="383"/>
                        <a:pt x="169" y="380"/>
                        <a:pt x="169" y="381"/>
                      </a:cubicBezTo>
                      <a:cubicBezTo>
                        <a:pt x="168" y="381"/>
                        <a:pt x="166" y="381"/>
                        <a:pt x="165" y="382"/>
                      </a:cubicBezTo>
                      <a:cubicBezTo>
                        <a:pt x="164" y="383"/>
                        <a:pt x="163" y="384"/>
                        <a:pt x="161" y="384"/>
                      </a:cubicBezTo>
                      <a:cubicBezTo>
                        <a:pt x="160" y="384"/>
                        <a:pt x="159" y="384"/>
                        <a:pt x="159" y="385"/>
                      </a:cubicBezTo>
                      <a:cubicBezTo>
                        <a:pt x="158" y="386"/>
                        <a:pt x="157" y="387"/>
                        <a:pt x="156" y="388"/>
                      </a:cubicBezTo>
                      <a:cubicBezTo>
                        <a:pt x="156" y="388"/>
                        <a:pt x="156" y="388"/>
                        <a:pt x="156" y="388"/>
                      </a:cubicBezTo>
                      <a:cubicBezTo>
                        <a:pt x="155" y="388"/>
                        <a:pt x="154" y="390"/>
                        <a:pt x="153" y="391"/>
                      </a:cubicBezTo>
                      <a:cubicBezTo>
                        <a:pt x="153" y="391"/>
                        <a:pt x="153" y="391"/>
                        <a:pt x="153" y="390"/>
                      </a:cubicBezTo>
                      <a:cubicBezTo>
                        <a:pt x="152" y="391"/>
                        <a:pt x="151" y="393"/>
                        <a:pt x="149" y="394"/>
                      </a:cubicBezTo>
                      <a:cubicBezTo>
                        <a:pt x="148" y="394"/>
                        <a:pt x="148" y="394"/>
                        <a:pt x="147" y="394"/>
                      </a:cubicBezTo>
                      <a:cubicBezTo>
                        <a:pt x="147" y="395"/>
                        <a:pt x="146" y="395"/>
                        <a:pt x="145" y="394"/>
                      </a:cubicBezTo>
                      <a:cubicBezTo>
                        <a:pt x="145" y="394"/>
                        <a:pt x="145" y="393"/>
                        <a:pt x="144" y="393"/>
                      </a:cubicBezTo>
                      <a:cubicBezTo>
                        <a:pt x="143" y="393"/>
                        <a:pt x="143" y="393"/>
                        <a:pt x="144" y="394"/>
                      </a:cubicBezTo>
                      <a:cubicBezTo>
                        <a:pt x="144" y="394"/>
                        <a:pt x="145" y="395"/>
                        <a:pt x="145" y="395"/>
                      </a:cubicBezTo>
                      <a:cubicBezTo>
                        <a:pt x="145" y="396"/>
                        <a:pt x="145" y="397"/>
                        <a:pt x="145" y="397"/>
                      </a:cubicBezTo>
                      <a:cubicBezTo>
                        <a:pt x="146" y="397"/>
                        <a:pt x="146" y="398"/>
                        <a:pt x="146" y="398"/>
                      </a:cubicBezTo>
                      <a:cubicBezTo>
                        <a:pt x="147" y="398"/>
                        <a:pt x="147" y="399"/>
                        <a:pt x="147" y="399"/>
                      </a:cubicBezTo>
                      <a:cubicBezTo>
                        <a:pt x="146" y="398"/>
                        <a:pt x="146" y="398"/>
                        <a:pt x="145" y="398"/>
                      </a:cubicBezTo>
                      <a:cubicBezTo>
                        <a:pt x="145" y="398"/>
                        <a:pt x="145" y="398"/>
                        <a:pt x="145" y="398"/>
                      </a:cubicBezTo>
                      <a:cubicBezTo>
                        <a:pt x="145" y="398"/>
                        <a:pt x="144" y="397"/>
                        <a:pt x="144" y="397"/>
                      </a:cubicBezTo>
                      <a:cubicBezTo>
                        <a:pt x="144" y="397"/>
                        <a:pt x="143" y="398"/>
                        <a:pt x="143" y="398"/>
                      </a:cubicBezTo>
                      <a:cubicBezTo>
                        <a:pt x="142" y="398"/>
                        <a:pt x="142" y="398"/>
                        <a:pt x="142" y="398"/>
                      </a:cubicBezTo>
                      <a:cubicBezTo>
                        <a:pt x="141" y="398"/>
                        <a:pt x="141" y="399"/>
                        <a:pt x="141" y="399"/>
                      </a:cubicBezTo>
                      <a:cubicBezTo>
                        <a:pt x="140" y="399"/>
                        <a:pt x="140" y="399"/>
                        <a:pt x="140" y="398"/>
                      </a:cubicBezTo>
                      <a:cubicBezTo>
                        <a:pt x="139" y="398"/>
                        <a:pt x="138" y="399"/>
                        <a:pt x="138" y="399"/>
                      </a:cubicBezTo>
                      <a:cubicBezTo>
                        <a:pt x="138" y="400"/>
                        <a:pt x="138" y="400"/>
                        <a:pt x="139" y="401"/>
                      </a:cubicBezTo>
                      <a:cubicBezTo>
                        <a:pt x="140" y="403"/>
                        <a:pt x="138" y="403"/>
                        <a:pt x="138" y="405"/>
                      </a:cubicBezTo>
                      <a:cubicBezTo>
                        <a:pt x="138" y="405"/>
                        <a:pt x="138" y="405"/>
                        <a:pt x="138" y="406"/>
                      </a:cubicBezTo>
                      <a:cubicBezTo>
                        <a:pt x="138" y="406"/>
                        <a:pt x="138" y="406"/>
                        <a:pt x="138" y="406"/>
                      </a:cubicBezTo>
                      <a:cubicBezTo>
                        <a:pt x="138" y="407"/>
                        <a:pt x="138" y="408"/>
                        <a:pt x="138" y="408"/>
                      </a:cubicBezTo>
                      <a:cubicBezTo>
                        <a:pt x="138" y="409"/>
                        <a:pt x="138" y="410"/>
                        <a:pt x="137" y="410"/>
                      </a:cubicBezTo>
                      <a:cubicBezTo>
                        <a:pt x="137" y="411"/>
                        <a:pt x="137" y="411"/>
                        <a:pt x="137" y="412"/>
                      </a:cubicBezTo>
                      <a:cubicBezTo>
                        <a:pt x="136" y="411"/>
                        <a:pt x="136" y="411"/>
                        <a:pt x="135" y="411"/>
                      </a:cubicBezTo>
                      <a:cubicBezTo>
                        <a:pt x="134" y="412"/>
                        <a:pt x="134" y="412"/>
                        <a:pt x="133" y="412"/>
                      </a:cubicBezTo>
                      <a:cubicBezTo>
                        <a:pt x="132" y="413"/>
                        <a:pt x="131" y="413"/>
                        <a:pt x="130" y="413"/>
                      </a:cubicBezTo>
                      <a:cubicBezTo>
                        <a:pt x="130" y="413"/>
                        <a:pt x="129" y="415"/>
                        <a:pt x="129" y="414"/>
                      </a:cubicBezTo>
                      <a:cubicBezTo>
                        <a:pt x="128" y="413"/>
                        <a:pt x="130" y="413"/>
                        <a:pt x="130" y="412"/>
                      </a:cubicBezTo>
                      <a:cubicBezTo>
                        <a:pt x="130" y="412"/>
                        <a:pt x="128" y="412"/>
                        <a:pt x="128" y="412"/>
                      </a:cubicBezTo>
                      <a:cubicBezTo>
                        <a:pt x="127" y="413"/>
                        <a:pt x="126" y="413"/>
                        <a:pt x="126" y="412"/>
                      </a:cubicBezTo>
                      <a:cubicBezTo>
                        <a:pt x="125" y="412"/>
                        <a:pt x="125" y="411"/>
                        <a:pt x="125" y="410"/>
                      </a:cubicBezTo>
                      <a:cubicBezTo>
                        <a:pt x="124" y="409"/>
                        <a:pt x="124" y="408"/>
                        <a:pt x="124" y="407"/>
                      </a:cubicBezTo>
                      <a:cubicBezTo>
                        <a:pt x="123" y="406"/>
                        <a:pt x="123" y="406"/>
                        <a:pt x="122" y="406"/>
                      </a:cubicBezTo>
                      <a:cubicBezTo>
                        <a:pt x="121" y="406"/>
                        <a:pt x="121" y="405"/>
                        <a:pt x="120" y="405"/>
                      </a:cubicBezTo>
                      <a:cubicBezTo>
                        <a:pt x="119" y="404"/>
                        <a:pt x="119" y="404"/>
                        <a:pt x="119" y="403"/>
                      </a:cubicBezTo>
                      <a:cubicBezTo>
                        <a:pt x="119" y="402"/>
                        <a:pt x="119" y="401"/>
                        <a:pt x="120" y="400"/>
                      </a:cubicBezTo>
                      <a:cubicBezTo>
                        <a:pt x="120" y="400"/>
                        <a:pt x="121" y="400"/>
                        <a:pt x="121" y="399"/>
                      </a:cubicBezTo>
                      <a:cubicBezTo>
                        <a:pt x="122" y="399"/>
                        <a:pt x="121" y="398"/>
                        <a:pt x="121" y="397"/>
                      </a:cubicBezTo>
                      <a:cubicBezTo>
                        <a:pt x="122" y="397"/>
                        <a:pt x="123" y="396"/>
                        <a:pt x="124" y="396"/>
                      </a:cubicBezTo>
                      <a:cubicBezTo>
                        <a:pt x="125" y="396"/>
                        <a:pt x="126" y="396"/>
                        <a:pt x="127" y="396"/>
                      </a:cubicBezTo>
                      <a:cubicBezTo>
                        <a:pt x="127" y="396"/>
                        <a:pt x="128" y="395"/>
                        <a:pt x="129" y="395"/>
                      </a:cubicBezTo>
                      <a:cubicBezTo>
                        <a:pt x="130" y="395"/>
                        <a:pt x="130" y="396"/>
                        <a:pt x="131" y="395"/>
                      </a:cubicBezTo>
                      <a:cubicBezTo>
                        <a:pt x="131" y="395"/>
                        <a:pt x="131" y="394"/>
                        <a:pt x="131" y="394"/>
                      </a:cubicBezTo>
                      <a:cubicBezTo>
                        <a:pt x="131" y="393"/>
                        <a:pt x="130" y="393"/>
                        <a:pt x="130" y="392"/>
                      </a:cubicBezTo>
                      <a:cubicBezTo>
                        <a:pt x="130" y="391"/>
                        <a:pt x="130" y="391"/>
                        <a:pt x="130" y="391"/>
                      </a:cubicBezTo>
                      <a:cubicBezTo>
                        <a:pt x="130" y="390"/>
                        <a:pt x="129" y="391"/>
                        <a:pt x="129" y="390"/>
                      </a:cubicBezTo>
                      <a:cubicBezTo>
                        <a:pt x="129" y="390"/>
                        <a:pt x="130" y="390"/>
                        <a:pt x="130" y="389"/>
                      </a:cubicBezTo>
                      <a:cubicBezTo>
                        <a:pt x="129" y="389"/>
                        <a:pt x="129" y="389"/>
                        <a:pt x="129" y="389"/>
                      </a:cubicBezTo>
                      <a:cubicBezTo>
                        <a:pt x="129" y="388"/>
                        <a:pt x="128" y="388"/>
                        <a:pt x="128" y="388"/>
                      </a:cubicBezTo>
                      <a:cubicBezTo>
                        <a:pt x="128" y="388"/>
                        <a:pt x="127" y="387"/>
                        <a:pt x="127" y="387"/>
                      </a:cubicBezTo>
                      <a:cubicBezTo>
                        <a:pt x="127" y="387"/>
                        <a:pt x="127" y="387"/>
                        <a:pt x="126" y="386"/>
                      </a:cubicBezTo>
                      <a:cubicBezTo>
                        <a:pt x="126" y="386"/>
                        <a:pt x="126" y="386"/>
                        <a:pt x="126" y="386"/>
                      </a:cubicBezTo>
                      <a:cubicBezTo>
                        <a:pt x="126" y="385"/>
                        <a:pt x="126" y="385"/>
                        <a:pt x="126" y="385"/>
                      </a:cubicBezTo>
                      <a:cubicBezTo>
                        <a:pt x="126" y="384"/>
                        <a:pt x="126" y="384"/>
                        <a:pt x="126" y="384"/>
                      </a:cubicBezTo>
                      <a:cubicBezTo>
                        <a:pt x="126" y="383"/>
                        <a:pt x="123" y="382"/>
                        <a:pt x="122" y="382"/>
                      </a:cubicBezTo>
                      <a:cubicBezTo>
                        <a:pt x="120" y="382"/>
                        <a:pt x="118" y="382"/>
                        <a:pt x="116" y="382"/>
                      </a:cubicBezTo>
                      <a:cubicBezTo>
                        <a:pt x="114" y="382"/>
                        <a:pt x="113" y="382"/>
                        <a:pt x="111" y="381"/>
                      </a:cubicBezTo>
                      <a:cubicBezTo>
                        <a:pt x="111" y="381"/>
                        <a:pt x="111" y="381"/>
                        <a:pt x="110" y="380"/>
                      </a:cubicBezTo>
                      <a:cubicBezTo>
                        <a:pt x="110" y="380"/>
                        <a:pt x="110" y="380"/>
                        <a:pt x="110" y="380"/>
                      </a:cubicBezTo>
                      <a:cubicBezTo>
                        <a:pt x="109" y="380"/>
                        <a:pt x="109" y="379"/>
                        <a:pt x="108" y="379"/>
                      </a:cubicBezTo>
                      <a:cubicBezTo>
                        <a:pt x="107" y="380"/>
                        <a:pt x="109" y="382"/>
                        <a:pt x="110" y="382"/>
                      </a:cubicBezTo>
                      <a:cubicBezTo>
                        <a:pt x="111" y="384"/>
                        <a:pt x="113" y="385"/>
                        <a:pt x="114" y="386"/>
                      </a:cubicBezTo>
                      <a:cubicBezTo>
                        <a:pt x="114" y="387"/>
                        <a:pt x="114" y="388"/>
                        <a:pt x="114" y="389"/>
                      </a:cubicBezTo>
                      <a:cubicBezTo>
                        <a:pt x="114" y="389"/>
                        <a:pt x="114" y="390"/>
                        <a:pt x="114" y="390"/>
                      </a:cubicBezTo>
                      <a:cubicBezTo>
                        <a:pt x="114" y="390"/>
                        <a:pt x="114" y="391"/>
                        <a:pt x="114" y="391"/>
                      </a:cubicBezTo>
                      <a:cubicBezTo>
                        <a:pt x="114" y="391"/>
                        <a:pt x="115" y="391"/>
                        <a:pt x="115" y="391"/>
                      </a:cubicBezTo>
                      <a:cubicBezTo>
                        <a:pt x="115" y="392"/>
                        <a:pt x="113" y="392"/>
                        <a:pt x="114" y="393"/>
                      </a:cubicBezTo>
                      <a:cubicBezTo>
                        <a:pt x="114" y="394"/>
                        <a:pt x="115" y="393"/>
                        <a:pt x="114" y="394"/>
                      </a:cubicBezTo>
                      <a:cubicBezTo>
                        <a:pt x="113" y="394"/>
                        <a:pt x="113" y="394"/>
                        <a:pt x="113" y="395"/>
                      </a:cubicBezTo>
                      <a:cubicBezTo>
                        <a:pt x="113" y="395"/>
                        <a:pt x="114" y="395"/>
                        <a:pt x="114" y="396"/>
                      </a:cubicBezTo>
                      <a:cubicBezTo>
                        <a:pt x="114" y="396"/>
                        <a:pt x="113" y="396"/>
                        <a:pt x="113" y="396"/>
                      </a:cubicBezTo>
                      <a:cubicBezTo>
                        <a:pt x="113" y="397"/>
                        <a:pt x="113" y="397"/>
                        <a:pt x="113" y="397"/>
                      </a:cubicBezTo>
                      <a:cubicBezTo>
                        <a:pt x="113" y="397"/>
                        <a:pt x="114" y="397"/>
                        <a:pt x="114" y="398"/>
                      </a:cubicBezTo>
                      <a:cubicBezTo>
                        <a:pt x="114" y="398"/>
                        <a:pt x="113" y="398"/>
                        <a:pt x="113" y="398"/>
                      </a:cubicBezTo>
                      <a:cubicBezTo>
                        <a:pt x="112" y="399"/>
                        <a:pt x="112" y="401"/>
                        <a:pt x="112" y="401"/>
                      </a:cubicBezTo>
                      <a:cubicBezTo>
                        <a:pt x="111" y="403"/>
                        <a:pt x="111" y="404"/>
                        <a:pt x="111" y="405"/>
                      </a:cubicBezTo>
                      <a:cubicBezTo>
                        <a:pt x="111" y="406"/>
                        <a:pt x="111" y="406"/>
                        <a:pt x="111" y="407"/>
                      </a:cubicBezTo>
                      <a:cubicBezTo>
                        <a:pt x="112" y="407"/>
                        <a:pt x="112" y="407"/>
                        <a:pt x="113" y="407"/>
                      </a:cubicBezTo>
                      <a:cubicBezTo>
                        <a:pt x="114" y="406"/>
                        <a:pt x="114" y="408"/>
                        <a:pt x="115" y="408"/>
                      </a:cubicBezTo>
                      <a:cubicBezTo>
                        <a:pt x="115" y="409"/>
                        <a:pt x="115" y="409"/>
                        <a:pt x="116" y="410"/>
                      </a:cubicBezTo>
                      <a:cubicBezTo>
                        <a:pt x="116" y="410"/>
                        <a:pt x="116" y="411"/>
                        <a:pt x="116" y="412"/>
                      </a:cubicBezTo>
                      <a:cubicBezTo>
                        <a:pt x="116" y="413"/>
                        <a:pt x="115" y="413"/>
                        <a:pt x="115" y="414"/>
                      </a:cubicBezTo>
                      <a:cubicBezTo>
                        <a:pt x="115" y="414"/>
                        <a:pt x="116" y="414"/>
                        <a:pt x="116" y="415"/>
                      </a:cubicBezTo>
                      <a:cubicBezTo>
                        <a:pt x="116" y="415"/>
                        <a:pt x="116" y="415"/>
                        <a:pt x="116" y="415"/>
                      </a:cubicBezTo>
                      <a:cubicBezTo>
                        <a:pt x="116" y="416"/>
                        <a:pt x="115" y="416"/>
                        <a:pt x="115" y="417"/>
                      </a:cubicBezTo>
                      <a:cubicBezTo>
                        <a:pt x="115" y="418"/>
                        <a:pt x="115" y="418"/>
                        <a:pt x="115" y="418"/>
                      </a:cubicBezTo>
                      <a:cubicBezTo>
                        <a:pt x="114" y="419"/>
                        <a:pt x="113" y="421"/>
                        <a:pt x="113" y="422"/>
                      </a:cubicBezTo>
                      <a:cubicBezTo>
                        <a:pt x="113" y="423"/>
                        <a:pt x="114" y="424"/>
                        <a:pt x="114" y="426"/>
                      </a:cubicBezTo>
                      <a:cubicBezTo>
                        <a:pt x="114" y="426"/>
                        <a:pt x="113" y="426"/>
                        <a:pt x="113" y="426"/>
                      </a:cubicBezTo>
                      <a:cubicBezTo>
                        <a:pt x="113" y="427"/>
                        <a:pt x="114" y="427"/>
                        <a:pt x="114" y="427"/>
                      </a:cubicBezTo>
                      <a:cubicBezTo>
                        <a:pt x="114" y="428"/>
                        <a:pt x="114" y="429"/>
                        <a:pt x="114" y="429"/>
                      </a:cubicBezTo>
                      <a:cubicBezTo>
                        <a:pt x="113" y="428"/>
                        <a:pt x="113" y="426"/>
                        <a:pt x="113" y="425"/>
                      </a:cubicBezTo>
                      <a:cubicBezTo>
                        <a:pt x="112" y="425"/>
                        <a:pt x="112" y="423"/>
                        <a:pt x="111" y="424"/>
                      </a:cubicBezTo>
                      <a:cubicBezTo>
                        <a:pt x="110" y="424"/>
                        <a:pt x="109" y="425"/>
                        <a:pt x="109" y="425"/>
                      </a:cubicBezTo>
                      <a:cubicBezTo>
                        <a:pt x="109" y="426"/>
                        <a:pt x="111" y="427"/>
                        <a:pt x="110" y="427"/>
                      </a:cubicBezTo>
                      <a:cubicBezTo>
                        <a:pt x="109" y="427"/>
                        <a:pt x="109" y="426"/>
                        <a:pt x="109" y="426"/>
                      </a:cubicBezTo>
                      <a:cubicBezTo>
                        <a:pt x="108" y="426"/>
                        <a:pt x="108" y="426"/>
                        <a:pt x="108" y="425"/>
                      </a:cubicBezTo>
                      <a:cubicBezTo>
                        <a:pt x="108" y="425"/>
                        <a:pt x="109" y="424"/>
                        <a:pt x="110" y="423"/>
                      </a:cubicBezTo>
                      <a:cubicBezTo>
                        <a:pt x="110" y="423"/>
                        <a:pt x="111" y="423"/>
                        <a:pt x="110" y="422"/>
                      </a:cubicBezTo>
                      <a:cubicBezTo>
                        <a:pt x="110" y="422"/>
                        <a:pt x="110" y="421"/>
                        <a:pt x="109" y="421"/>
                      </a:cubicBezTo>
                      <a:cubicBezTo>
                        <a:pt x="109" y="421"/>
                        <a:pt x="109" y="421"/>
                        <a:pt x="108" y="421"/>
                      </a:cubicBezTo>
                      <a:cubicBezTo>
                        <a:pt x="108" y="420"/>
                        <a:pt x="108" y="420"/>
                        <a:pt x="108" y="419"/>
                      </a:cubicBezTo>
                      <a:cubicBezTo>
                        <a:pt x="107" y="419"/>
                        <a:pt x="106" y="420"/>
                        <a:pt x="105" y="420"/>
                      </a:cubicBezTo>
                      <a:cubicBezTo>
                        <a:pt x="105" y="420"/>
                        <a:pt x="104" y="420"/>
                        <a:pt x="103" y="420"/>
                      </a:cubicBezTo>
                      <a:cubicBezTo>
                        <a:pt x="103" y="420"/>
                        <a:pt x="104" y="419"/>
                        <a:pt x="104" y="419"/>
                      </a:cubicBezTo>
                      <a:cubicBezTo>
                        <a:pt x="104" y="418"/>
                        <a:pt x="103" y="418"/>
                        <a:pt x="102" y="418"/>
                      </a:cubicBezTo>
                      <a:cubicBezTo>
                        <a:pt x="101" y="418"/>
                        <a:pt x="100" y="417"/>
                        <a:pt x="100" y="419"/>
                      </a:cubicBezTo>
                      <a:cubicBezTo>
                        <a:pt x="99" y="420"/>
                        <a:pt x="99" y="421"/>
                        <a:pt x="98" y="422"/>
                      </a:cubicBezTo>
                      <a:cubicBezTo>
                        <a:pt x="97" y="423"/>
                        <a:pt x="96" y="424"/>
                        <a:pt x="95" y="425"/>
                      </a:cubicBezTo>
                      <a:cubicBezTo>
                        <a:pt x="94" y="426"/>
                        <a:pt x="93" y="426"/>
                        <a:pt x="92" y="427"/>
                      </a:cubicBezTo>
                      <a:cubicBezTo>
                        <a:pt x="91" y="427"/>
                        <a:pt x="90" y="427"/>
                        <a:pt x="90" y="428"/>
                      </a:cubicBezTo>
                      <a:cubicBezTo>
                        <a:pt x="89" y="429"/>
                        <a:pt x="89" y="430"/>
                        <a:pt x="88" y="431"/>
                      </a:cubicBezTo>
                      <a:cubicBezTo>
                        <a:pt x="87" y="432"/>
                        <a:pt x="86" y="432"/>
                        <a:pt x="85" y="433"/>
                      </a:cubicBezTo>
                      <a:cubicBezTo>
                        <a:pt x="84" y="434"/>
                        <a:pt x="84" y="434"/>
                        <a:pt x="84" y="436"/>
                      </a:cubicBezTo>
                      <a:cubicBezTo>
                        <a:pt x="84" y="437"/>
                        <a:pt x="84" y="438"/>
                        <a:pt x="85" y="439"/>
                      </a:cubicBezTo>
                      <a:cubicBezTo>
                        <a:pt x="86" y="440"/>
                        <a:pt x="86" y="441"/>
                        <a:pt x="86" y="442"/>
                      </a:cubicBezTo>
                      <a:cubicBezTo>
                        <a:pt x="87" y="442"/>
                        <a:pt x="88" y="443"/>
                        <a:pt x="88" y="444"/>
                      </a:cubicBezTo>
                      <a:cubicBezTo>
                        <a:pt x="88" y="444"/>
                        <a:pt x="88" y="445"/>
                        <a:pt x="89" y="445"/>
                      </a:cubicBezTo>
                      <a:cubicBezTo>
                        <a:pt x="89" y="446"/>
                        <a:pt x="89" y="446"/>
                        <a:pt x="89" y="447"/>
                      </a:cubicBezTo>
                      <a:cubicBezTo>
                        <a:pt x="89" y="447"/>
                        <a:pt x="89" y="447"/>
                        <a:pt x="89" y="448"/>
                      </a:cubicBezTo>
                      <a:cubicBezTo>
                        <a:pt x="89" y="448"/>
                        <a:pt x="89" y="449"/>
                        <a:pt x="89" y="449"/>
                      </a:cubicBezTo>
                      <a:cubicBezTo>
                        <a:pt x="89" y="450"/>
                        <a:pt x="88" y="450"/>
                        <a:pt x="87" y="450"/>
                      </a:cubicBezTo>
                      <a:cubicBezTo>
                        <a:pt x="86" y="450"/>
                        <a:pt x="86" y="449"/>
                        <a:pt x="85" y="449"/>
                      </a:cubicBezTo>
                      <a:cubicBezTo>
                        <a:pt x="85" y="448"/>
                        <a:pt x="85" y="448"/>
                        <a:pt x="84" y="449"/>
                      </a:cubicBezTo>
                      <a:cubicBezTo>
                        <a:pt x="84" y="449"/>
                        <a:pt x="84" y="449"/>
                        <a:pt x="85" y="449"/>
                      </a:cubicBezTo>
                      <a:cubicBezTo>
                        <a:pt x="85" y="449"/>
                        <a:pt x="85" y="449"/>
                        <a:pt x="85" y="449"/>
                      </a:cubicBezTo>
                      <a:cubicBezTo>
                        <a:pt x="85" y="450"/>
                        <a:pt x="84" y="450"/>
                        <a:pt x="84" y="450"/>
                      </a:cubicBezTo>
                      <a:cubicBezTo>
                        <a:pt x="83" y="450"/>
                        <a:pt x="82" y="449"/>
                        <a:pt x="82" y="449"/>
                      </a:cubicBezTo>
                      <a:cubicBezTo>
                        <a:pt x="81" y="449"/>
                        <a:pt x="80" y="447"/>
                        <a:pt x="79" y="447"/>
                      </a:cubicBezTo>
                      <a:cubicBezTo>
                        <a:pt x="78" y="446"/>
                        <a:pt x="77" y="447"/>
                        <a:pt x="76" y="446"/>
                      </a:cubicBezTo>
                      <a:cubicBezTo>
                        <a:pt x="76" y="446"/>
                        <a:pt x="75" y="445"/>
                        <a:pt x="75" y="446"/>
                      </a:cubicBezTo>
                      <a:cubicBezTo>
                        <a:pt x="75" y="446"/>
                        <a:pt x="75" y="447"/>
                        <a:pt x="75" y="447"/>
                      </a:cubicBezTo>
                      <a:cubicBezTo>
                        <a:pt x="75" y="447"/>
                        <a:pt x="74" y="447"/>
                        <a:pt x="74" y="447"/>
                      </a:cubicBezTo>
                      <a:cubicBezTo>
                        <a:pt x="74" y="447"/>
                        <a:pt x="74" y="447"/>
                        <a:pt x="73" y="447"/>
                      </a:cubicBezTo>
                      <a:cubicBezTo>
                        <a:pt x="73" y="448"/>
                        <a:pt x="73" y="448"/>
                        <a:pt x="73" y="448"/>
                      </a:cubicBezTo>
                      <a:cubicBezTo>
                        <a:pt x="73" y="448"/>
                        <a:pt x="73" y="447"/>
                        <a:pt x="73" y="447"/>
                      </a:cubicBezTo>
                      <a:cubicBezTo>
                        <a:pt x="73" y="446"/>
                        <a:pt x="74" y="446"/>
                        <a:pt x="74" y="446"/>
                      </a:cubicBezTo>
                      <a:cubicBezTo>
                        <a:pt x="74" y="446"/>
                        <a:pt x="75" y="446"/>
                        <a:pt x="75" y="445"/>
                      </a:cubicBezTo>
                      <a:cubicBezTo>
                        <a:pt x="75" y="445"/>
                        <a:pt x="74" y="445"/>
                        <a:pt x="73" y="445"/>
                      </a:cubicBezTo>
                      <a:cubicBezTo>
                        <a:pt x="73" y="445"/>
                        <a:pt x="72" y="445"/>
                        <a:pt x="72" y="444"/>
                      </a:cubicBezTo>
                      <a:cubicBezTo>
                        <a:pt x="71" y="444"/>
                        <a:pt x="71" y="444"/>
                        <a:pt x="71" y="443"/>
                      </a:cubicBezTo>
                      <a:cubicBezTo>
                        <a:pt x="70" y="442"/>
                        <a:pt x="69" y="441"/>
                        <a:pt x="68" y="440"/>
                      </a:cubicBezTo>
                      <a:cubicBezTo>
                        <a:pt x="67" y="440"/>
                        <a:pt x="66" y="439"/>
                        <a:pt x="65" y="440"/>
                      </a:cubicBezTo>
                      <a:cubicBezTo>
                        <a:pt x="64" y="440"/>
                        <a:pt x="65" y="441"/>
                        <a:pt x="65" y="442"/>
                      </a:cubicBezTo>
                      <a:cubicBezTo>
                        <a:pt x="64" y="442"/>
                        <a:pt x="64" y="443"/>
                        <a:pt x="64" y="443"/>
                      </a:cubicBezTo>
                      <a:cubicBezTo>
                        <a:pt x="63" y="444"/>
                        <a:pt x="63" y="444"/>
                        <a:pt x="63" y="444"/>
                      </a:cubicBezTo>
                      <a:cubicBezTo>
                        <a:pt x="62" y="444"/>
                        <a:pt x="62" y="443"/>
                        <a:pt x="62" y="444"/>
                      </a:cubicBezTo>
                      <a:cubicBezTo>
                        <a:pt x="62" y="444"/>
                        <a:pt x="62" y="444"/>
                        <a:pt x="62" y="444"/>
                      </a:cubicBezTo>
                      <a:cubicBezTo>
                        <a:pt x="62" y="445"/>
                        <a:pt x="63" y="445"/>
                        <a:pt x="63" y="445"/>
                      </a:cubicBezTo>
                      <a:cubicBezTo>
                        <a:pt x="63" y="445"/>
                        <a:pt x="62" y="446"/>
                        <a:pt x="62" y="446"/>
                      </a:cubicBezTo>
                      <a:cubicBezTo>
                        <a:pt x="62" y="446"/>
                        <a:pt x="62" y="446"/>
                        <a:pt x="62" y="447"/>
                      </a:cubicBezTo>
                      <a:cubicBezTo>
                        <a:pt x="63" y="447"/>
                        <a:pt x="63" y="447"/>
                        <a:pt x="63" y="447"/>
                      </a:cubicBezTo>
                      <a:cubicBezTo>
                        <a:pt x="64" y="447"/>
                        <a:pt x="64" y="448"/>
                        <a:pt x="64" y="448"/>
                      </a:cubicBezTo>
                      <a:cubicBezTo>
                        <a:pt x="64" y="449"/>
                        <a:pt x="65" y="450"/>
                        <a:pt x="66" y="451"/>
                      </a:cubicBezTo>
                      <a:cubicBezTo>
                        <a:pt x="66" y="452"/>
                        <a:pt x="66" y="452"/>
                        <a:pt x="67" y="453"/>
                      </a:cubicBezTo>
                      <a:cubicBezTo>
                        <a:pt x="68" y="453"/>
                        <a:pt x="69" y="453"/>
                        <a:pt x="69" y="453"/>
                      </a:cubicBezTo>
                      <a:cubicBezTo>
                        <a:pt x="69" y="453"/>
                        <a:pt x="70" y="453"/>
                        <a:pt x="70" y="453"/>
                      </a:cubicBezTo>
                      <a:cubicBezTo>
                        <a:pt x="70" y="452"/>
                        <a:pt x="70" y="452"/>
                        <a:pt x="70" y="452"/>
                      </a:cubicBezTo>
                      <a:cubicBezTo>
                        <a:pt x="71" y="452"/>
                        <a:pt x="71" y="452"/>
                        <a:pt x="71" y="452"/>
                      </a:cubicBezTo>
                      <a:cubicBezTo>
                        <a:pt x="71" y="453"/>
                        <a:pt x="72" y="453"/>
                        <a:pt x="72" y="453"/>
                      </a:cubicBezTo>
                      <a:cubicBezTo>
                        <a:pt x="72" y="453"/>
                        <a:pt x="72" y="454"/>
                        <a:pt x="72" y="454"/>
                      </a:cubicBezTo>
                      <a:cubicBezTo>
                        <a:pt x="72" y="454"/>
                        <a:pt x="72" y="454"/>
                        <a:pt x="72" y="455"/>
                      </a:cubicBezTo>
                      <a:cubicBezTo>
                        <a:pt x="72" y="455"/>
                        <a:pt x="73" y="456"/>
                        <a:pt x="73" y="457"/>
                      </a:cubicBezTo>
                      <a:cubicBezTo>
                        <a:pt x="73" y="457"/>
                        <a:pt x="73" y="458"/>
                        <a:pt x="72" y="459"/>
                      </a:cubicBezTo>
                      <a:cubicBezTo>
                        <a:pt x="72" y="460"/>
                        <a:pt x="71" y="460"/>
                        <a:pt x="70" y="460"/>
                      </a:cubicBezTo>
                      <a:cubicBezTo>
                        <a:pt x="69" y="460"/>
                        <a:pt x="70" y="461"/>
                        <a:pt x="69" y="461"/>
                      </a:cubicBezTo>
                      <a:cubicBezTo>
                        <a:pt x="68" y="462"/>
                        <a:pt x="67" y="461"/>
                        <a:pt x="67" y="461"/>
                      </a:cubicBezTo>
                      <a:cubicBezTo>
                        <a:pt x="67" y="460"/>
                        <a:pt x="66" y="460"/>
                        <a:pt x="65" y="460"/>
                      </a:cubicBezTo>
                      <a:cubicBezTo>
                        <a:pt x="65" y="460"/>
                        <a:pt x="65" y="460"/>
                        <a:pt x="65" y="460"/>
                      </a:cubicBezTo>
                      <a:cubicBezTo>
                        <a:pt x="65" y="460"/>
                        <a:pt x="65" y="460"/>
                        <a:pt x="65" y="460"/>
                      </a:cubicBezTo>
                      <a:cubicBezTo>
                        <a:pt x="65" y="460"/>
                        <a:pt x="65" y="460"/>
                        <a:pt x="64" y="460"/>
                      </a:cubicBezTo>
                      <a:cubicBezTo>
                        <a:pt x="64" y="459"/>
                        <a:pt x="64" y="460"/>
                        <a:pt x="63" y="460"/>
                      </a:cubicBezTo>
                      <a:cubicBezTo>
                        <a:pt x="63" y="459"/>
                        <a:pt x="63" y="459"/>
                        <a:pt x="62" y="459"/>
                      </a:cubicBezTo>
                      <a:cubicBezTo>
                        <a:pt x="62" y="459"/>
                        <a:pt x="60" y="458"/>
                        <a:pt x="61" y="458"/>
                      </a:cubicBezTo>
                      <a:cubicBezTo>
                        <a:pt x="61" y="457"/>
                        <a:pt x="60" y="457"/>
                        <a:pt x="60" y="457"/>
                      </a:cubicBezTo>
                      <a:cubicBezTo>
                        <a:pt x="60" y="457"/>
                        <a:pt x="60" y="457"/>
                        <a:pt x="60" y="456"/>
                      </a:cubicBezTo>
                      <a:cubicBezTo>
                        <a:pt x="60" y="456"/>
                        <a:pt x="60" y="456"/>
                        <a:pt x="60" y="456"/>
                      </a:cubicBezTo>
                      <a:cubicBezTo>
                        <a:pt x="60" y="455"/>
                        <a:pt x="60" y="455"/>
                        <a:pt x="59" y="455"/>
                      </a:cubicBezTo>
                      <a:cubicBezTo>
                        <a:pt x="59" y="455"/>
                        <a:pt x="59" y="455"/>
                        <a:pt x="59" y="455"/>
                      </a:cubicBezTo>
                      <a:cubicBezTo>
                        <a:pt x="59" y="455"/>
                        <a:pt x="59" y="455"/>
                        <a:pt x="59" y="455"/>
                      </a:cubicBezTo>
                      <a:cubicBezTo>
                        <a:pt x="59" y="456"/>
                        <a:pt x="59" y="455"/>
                        <a:pt x="58" y="455"/>
                      </a:cubicBezTo>
                      <a:cubicBezTo>
                        <a:pt x="58" y="455"/>
                        <a:pt x="58" y="454"/>
                        <a:pt x="58" y="454"/>
                      </a:cubicBezTo>
                      <a:cubicBezTo>
                        <a:pt x="58" y="453"/>
                        <a:pt x="57" y="452"/>
                        <a:pt x="56" y="452"/>
                      </a:cubicBezTo>
                      <a:cubicBezTo>
                        <a:pt x="56" y="453"/>
                        <a:pt x="56" y="453"/>
                        <a:pt x="56" y="453"/>
                      </a:cubicBezTo>
                      <a:cubicBezTo>
                        <a:pt x="56" y="453"/>
                        <a:pt x="55" y="453"/>
                        <a:pt x="55" y="453"/>
                      </a:cubicBezTo>
                      <a:cubicBezTo>
                        <a:pt x="55" y="453"/>
                        <a:pt x="55" y="454"/>
                        <a:pt x="54" y="453"/>
                      </a:cubicBezTo>
                      <a:cubicBezTo>
                        <a:pt x="54" y="453"/>
                        <a:pt x="53" y="453"/>
                        <a:pt x="53" y="452"/>
                      </a:cubicBezTo>
                      <a:cubicBezTo>
                        <a:pt x="53" y="452"/>
                        <a:pt x="53" y="452"/>
                        <a:pt x="52" y="452"/>
                      </a:cubicBezTo>
                      <a:cubicBezTo>
                        <a:pt x="52" y="452"/>
                        <a:pt x="52" y="452"/>
                        <a:pt x="52" y="451"/>
                      </a:cubicBezTo>
                      <a:cubicBezTo>
                        <a:pt x="52" y="451"/>
                        <a:pt x="52" y="451"/>
                        <a:pt x="51" y="450"/>
                      </a:cubicBezTo>
                      <a:cubicBezTo>
                        <a:pt x="51" y="450"/>
                        <a:pt x="51" y="450"/>
                        <a:pt x="51" y="450"/>
                      </a:cubicBezTo>
                      <a:cubicBezTo>
                        <a:pt x="50" y="450"/>
                        <a:pt x="51" y="450"/>
                        <a:pt x="51" y="450"/>
                      </a:cubicBezTo>
                      <a:cubicBezTo>
                        <a:pt x="51" y="449"/>
                        <a:pt x="52" y="449"/>
                        <a:pt x="51" y="448"/>
                      </a:cubicBezTo>
                      <a:cubicBezTo>
                        <a:pt x="51" y="448"/>
                        <a:pt x="51" y="448"/>
                        <a:pt x="51" y="448"/>
                      </a:cubicBezTo>
                      <a:cubicBezTo>
                        <a:pt x="51" y="448"/>
                        <a:pt x="51" y="447"/>
                        <a:pt x="51" y="447"/>
                      </a:cubicBezTo>
                      <a:cubicBezTo>
                        <a:pt x="51" y="447"/>
                        <a:pt x="50" y="447"/>
                        <a:pt x="51" y="446"/>
                      </a:cubicBezTo>
                      <a:cubicBezTo>
                        <a:pt x="51" y="446"/>
                        <a:pt x="52" y="445"/>
                        <a:pt x="51" y="445"/>
                      </a:cubicBezTo>
                      <a:cubicBezTo>
                        <a:pt x="51" y="444"/>
                        <a:pt x="51" y="444"/>
                        <a:pt x="51" y="444"/>
                      </a:cubicBezTo>
                      <a:cubicBezTo>
                        <a:pt x="51" y="444"/>
                        <a:pt x="50" y="443"/>
                        <a:pt x="50" y="443"/>
                      </a:cubicBezTo>
                      <a:cubicBezTo>
                        <a:pt x="50" y="443"/>
                        <a:pt x="51" y="443"/>
                        <a:pt x="51" y="442"/>
                      </a:cubicBezTo>
                      <a:cubicBezTo>
                        <a:pt x="51" y="442"/>
                        <a:pt x="50" y="442"/>
                        <a:pt x="50" y="442"/>
                      </a:cubicBezTo>
                      <a:cubicBezTo>
                        <a:pt x="50" y="442"/>
                        <a:pt x="50" y="441"/>
                        <a:pt x="50" y="441"/>
                      </a:cubicBezTo>
                      <a:cubicBezTo>
                        <a:pt x="50" y="441"/>
                        <a:pt x="50" y="441"/>
                        <a:pt x="50" y="441"/>
                      </a:cubicBezTo>
                      <a:cubicBezTo>
                        <a:pt x="49" y="441"/>
                        <a:pt x="50" y="440"/>
                        <a:pt x="50" y="440"/>
                      </a:cubicBezTo>
                      <a:cubicBezTo>
                        <a:pt x="50" y="439"/>
                        <a:pt x="50" y="439"/>
                        <a:pt x="49" y="439"/>
                      </a:cubicBezTo>
                      <a:cubicBezTo>
                        <a:pt x="49" y="438"/>
                        <a:pt x="49" y="438"/>
                        <a:pt x="48" y="438"/>
                      </a:cubicBezTo>
                      <a:cubicBezTo>
                        <a:pt x="48" y="437"/>
                        <a:pt x="48" y="437"/>
                        <a:pt x="48" y="437"/>
                      </a:cubicBezTo>
                      <a:cubicBezTo>
                        <a:pt x="48" y="437"/>
                        <a:pt x="47" y="437"/>
                        <a:pt x="47" y="437"/>
                      </a:cubicBezTo>
                      <a:cubicBezTo>
                        <a:pt x="48" y="436"/>
                        <a:pt x="48" y="436"/>
                        <a:pt x="49" y="436"/>
                      </a:cubicBezTo>
                      <a:cubicBezTo>
                        <a:pt x="49" y="435"/>
                        <a:pt x="49" y="436"/>
                        <a:pt x="50" y="436"/>
                      </a:cubicBezTo>
                      <a:cubicBezTo>
                        <a:pt x="50" y="435"/>
                        <a:pt x="50" y="435"/>
                        <a:pt x="50" y="435"/>
                      </a:cubicBezTo>
                      <a:cubicBezTo>
                        <a:pt x="50" y="435"/>
                        <a:pt x="50" y="434"/>
                        <a:pt x="50" y="434"/>
                      </a:cubicBezTo>
                      <a:cubicBezTo>
                        <a:pt x="51" y="434"/>
                        <a:pt x="50" y="433"/>
                        <a:pt x="50" y="433"/>
                      </a:cubicBezTo>
                      <a:cubicBezTo>
                        <a:pt x="50" y="432"/>
                        <a:pt x="50" y="432"/>
                        <a:pt x="50" y="432"/>
                      </a:cubicBezTo>
                      <a:cubicBezTo>
                        <a:pt x="50" y="432"/>
                        <a:pt x="50" y="431"/>
                        <a:pt x="50" y="432"/>
                      </a:cubicBezTo>
                      <a:cubicBezTo>
                        <a:pt x="50" y="431"/>
                        <a:pt x="50" y="431"/>
                        <a:pt x="50" y="430"/>
                      </a:cubicBezTo>
                      <a:cubicBezTo>
                        <a:pt x="50" y="429"/>
                        <a:pt x="52" y="432"/>
                        <a:pt x="52" y="431"/>
                      </a:cubicBezTo>
                      <a:cubicBezTo>
                        <a:pt x="52" y="431"/>
                        <a:pt x="51" y="431"/>
                        <a:pt x="51" y="431"/>
                      </a:cubicBezTo>
                      <a:cubicBezTo>
                        <a:pt x="51" y="430"/>
                        <a:pt x="51" y="430"/>
                        <a:pt x="51" y="430"/>
                      </a:cubicBezTo>
                      <a:cubicBezTo>
                        <a:pt x="51" y="430"/>
                        <a:pt x="51" y="429"/>
                        <a:pt x="51" y="429"/>
                      </a:cubicBezTo>
                      <a:cubicBezTo>
                        <a:pt x="51" y="429"/>
                        <a:pt x="51" y="429"/>
                        <a:pt x="51" y="428"/>
                      </a:cubicBezTo>
                      <a:cubicBezTo>
                        <a:pt x="51" y="428"/>
                        <a:pt x="50" y="428"/>
                        <a:pt x="50" y="427"/>
                      </a:cubicBezTo>
                      <a:cubicBezTo>
                        <a:pt x="50" y="427"/>
                        <a:pt x="50" y="427"/>
                        <a:pt x="50" y="427"/>
                      </a:cubicBezTo>
                      <a:cubicBezTo>
                        <a:pt x="50" y="426"/>
                        <a:pt x="50" y="426"/>
                        <a:pt x="49" y="426"/>
                      </a:cubicBezTo>
                      <a:cubicBezTo>
                        <a:pt x="49" y="425"/>
                        <a:pt x="49" y="425"/>
                        <a:pt x="48" y="424"/>
                      </a:cubicBezTo>
                      <a:cubicBezTo>
                        <a:pt x="48" y="424"/>
                        <a:pt x="47" y="424"/>
                        <a:pt x="46" y="423"/>
                      </a:cubicBezTo>
                      <a:cubicBezTo>
                        <a:pt x="46" y="423"/>
                        <a:pt x="46" y="423"/>
                        <a:pt x="46" y="423"/>
                      </a:cubicBezTo>
                      <a:cubicBezTo>
                        <a:pt x="46" y="423"/>
                        <a:pt x="45" y="423"/>
                        <a:pt x="45" y="423"/>
                      </a:cubicBezTo>
                      <a:cubicBezTo>
                        <a:pt x="45" y="423"/>
                        <a:pt x="45" y="423"/>
                        <a:pt x="45" y="423"/>
                      </a:cubicBezTo>
                      <a:cubicBezTo>
                        <a:pt x="45" y="423"/>
                        <a:pt x="45" y="423"/>
                        <a:pt x="44" y="423"/>
                      </a:cubicBezTo>
                      <a:cubicBezTo>
                        <a:pt x="44" y="422"/>
                        <a:pt x="44" y="422"/>
                        <a:pt x="44" y="422"/>
                      </a:cubicBezTo>
                      <a:cubicBezTo>
                        <a:pt x="44" y="422"/>
                        <a:pt x="43" y="422"/>
                        <a:pt x="43" y="422"/>
                      </a:cubicBezTo>
                      <a:cubicBezTo>
                        <a:pt x="42" y="421"/>
                        <a:pt x="41" y="421"/>
                        <a:pt x="41" y="421"/>
                      </a:cubicBezTo>
                      <a:cubicBezTo>
                        <a:pt x="41" y="420"/>
                        <a:pt x="42" y="421"/>
                        <a:pt x="43" y="420"/>
                      </a:cubicBezTo>
                      <a:cubicBezTo>
                        <a:pt x="43" y="420"/>
                        <a:pt x="42" y="420"/>
                        <a:pt x="42" y="420"/>
                      </a:cubicBezTo>
                      <a:cubicBezTo>
                        <a:pt x="42" y="420"/>
                        <a:pt x="43" y="420"/>
                        <a:pt x="43" y="420"/>
                      </a:cubicBezTo>
                      <a:cubicBezTo>
                        <a:pt x="43" y="419"/>
                        <a:pt x="43" y="419"/>
                        <a:pt x="43" y="419"/>
                      </a:cubicBezTo>
                      <a:cubicBezTo>
                        <a:pt x="43" y="419"/>
                        <a:pt x="43" y="418"/>
                        <a:pt x="43" y="418"/>
                      </a:cubicBezTo>
                      <a:cubicBezTo>
                        <a:pt x="43" y="418"/>
                        <a:pt x="43" y="419"/>
                        <a:pt x="42" y="419"/>
                      </a:cubicBezTo>
                      <a:cubicBezTo>
                        <a:pt x="42" y="419"/>
                        <a:pt x="41" y="419"/>
                        <a:pt x="41" y="418"/>
                      </a:cubicBezTo>
                      <a:cubicBezTo>
                        <a:pt x="41" y="418"/>
                        <a:pt x="40" y="418"/>
                        <a:pt x="40" y="418"/>
                      </a:cubicBezTo>
                      <a:cubicBezTo>
                        <a:pt x="39" y="418"/>
                        <a:pt x="39" y="418"/>
                        <a:pt x="38" y="418"/>
                      </a:cubicBezTo>
                      <a:cubicBezTo>
                        <a:pt x="39" y="417"/>
                        <a:pt x="40" y="417"/>
                        <a:pt x="40" y="417"/>
                      </a:cubicBezTo>
                      <a:cubicBezTo>
                        <a:pt x="41" y="417"/>
                        <a:pt x="42" y="418"/>
                        <a:pt x="42" y="417"/>
                      </a:cubicBezTo>
                      <a:cubicBezTo>
                        <a:pt x="42" y="417"/>
                        <a:pt x="40" y="417"/>
                        <a:pt x="40" y="417"/>
                      </a:cubicBezTo>
                      <a:cubicBezTo>
                        <a:pt x="39" y="417"/>
                        <a:pt x="38" y="418"/>
                        <a:pt x="38" y="417"/>
                      </a:cubicBezTo>
                      <a:cubicBezTo>
                        <a:pt x="38" y="417"/>
                        <a:pt x="38" y="417"/>
                        <a:pt x="39" y="417"/>
                      </a:cubicBezTo>
                      <a:cubicBezTo>
                        <a:pt x="39" y="416"/>
                        <a:pt x="39" y="416"/>
                        <a:pt x="39" y="416"/>
                      </a:cubicBezTo>
                      <a:cubicBezTo>
                        <a:pt x="40" y="415"/>
                        <a:pt x="40" y="416"/>
                        <a:pt x="41" y="416"/>
                      </a:cubicBezTo>
                      <a:cubicBezTo>
                        <a:pt x="41" y="416"/>
                        <a:pt x="40" y="415"/>
                        <a:pt x="40" y="415"/>
                      </a:cubicBezTo>
                      <a:cubicBezTo>
                        <a:pt x="39" y="415"/>
                        <a:pt x="39" y="415"/>
                        <a:pt x="38" y="415"/>
                      </a:cubicBezTo>
                      <a:cubicBezTo>
                        <a:pt x="38" y="415"/>
                        <a:pt x="38" y="415"/>
                        <a:pt x="37" y="415"/>
                      </a:cubicBezTo>
                      <a:cubicBezTo>
                        <a:pt x="37" y="414"/>
                        <a:pt x="38" y="415"/>
                        <a:pt x="38" y="414"/>
                      </a:cubicBezTo>
                      <a:cubicBezTo>
                        <a:pt x="38" y="414"/>
                        <a:pt x="38" y="414"/>
                        <a:pt x="37" y="413"/>
                      </a:cubicBezTo>
                      <a:cubicBezTo>
                        <a:pt x="36" y="413"/>
                        <a:pt x="36" y="412"/>
                        <a:pt x="34" y="412"/>
                      </a:cubicBezTo>
                      <a:cubicBezTo>
                        <a:pt x="35" y="411"/>
                        <a:pt x="35" y="411"/>
                        <a:pt x="35" y="411"/>
                      </a:cubicBezTo>
                      <a:cubicBezTo>
                        <a:pt x="35" y="411"/>
                        <a:pt x="36" y="410"/>
                        <a:pt x="35" y="409"/>
                      </a:cubicBezTo>
                      <a:cubicBezTo>
                        <a:pt x="35" y="409"/>
                        <a:pt x="34" y="409"/>
                        <a:pt x="34" y="409"/>
                      </a:cubicBezTo>
                      <a:cubicBezTo>
                        <a:pt x="34" y="409"/>
                        <a:pt x="34" y="408"/>
                        <a:pt x="34" y="408"/>
                      </a:cubicBezTo>
                      <a:cubicBezTo>
                        <a:pt x="33" y="408"/>
                        <a:pt x="33" y="408"/>
                        <a:pt x="32" y="408"/>
                      </a:cubicBezTo>
                      <a:cubicBezTo>
                        <a:pt x="32" y="408"/>
                        <a:pt x="31" y="408"/>
                        <a:pt x="31" y="407"/>
                      </a:cubicBezTo>
                      <a:cubicBezTo>
                        <a:pt x="31" y="407"/>
                        <a:pt x="32" y="407"/>
                        <a:pt x="33" y="407"/>
                      </a:cubicBezTo>
                      <a:cubicBezTo>
                        <a:pt x="34" y="407"/>
                        <a:pt x="34" y="407"/>
                        <a:pt x="35" y="407"/>
                      </a:cubicBezTo>
                      <a:cubicBezTo>
                        <a:pt x="35" y="407"/>
                        <a:pt x="36" y="408"/>
                        <a:pt x="36" y="408"/>
                      </a:cubicBezTo>
                      <a:cubicBezTo>
                        <a:pt x="37" y="408"/>
                        <a:pt x="38" y="408"/>
                        <a:pt x="38" y="408"/>
                      </a:cubicBezTo>
                      <a:cubicBezTo>
                        <a:pt x="39" y="408"/>
                        <a:pt x="37" y="409"/>
                        <a:pt x="37" y="409"/>
                      </a:cubicBezTo>
                      <a:cubicBezTo>
                        <a:pt x="37" y="411"/>
                        <a:pt x="39" y="412"/>
                        <a:pt x="40" y="412"/>
                      </a:cubicBezTo>
                      <a:cubicBezTo>
                        <a:pt x="40" y="413"/>
                        <a:pt x="42" y="415"/>
                        <a:pt x="42" y="414"/>
                      </a:cubicBezTo>
                      <a:cubicBezTo>
                        <a:pt x="43" y="414"/>
                        <a:pt x="42" y="413"/>
                        <a:pt x="43" y="413"/>
                      </a:cubicBezTo>
                      <a:cubicBezTo>
                        <a:pt x="43" y="413"/>
                        <a:pt x="44" y="414"/>
                        <a:pt x="44" y="414"/>
                      </a:cubicBezTo>
                      <a:cubicBezTo>
                        <a:pt x="44" y="414"/>
                        <a:pt x="44" y="414"/>
                        <a:pt x="44" y="415"/>
                      </a:cubicBezTo>
                      <a:cubicBezTo>
                        <a:pt x="45" y="415"/>
                        <a:pt x="45" y="415"/>
                        <a:pt x="46" y="415"/>
                      </a:cubicBezTo>
                      <a:cubicBezTo>
                        <a:pt x="46" y="415"/>
                        <a:pt x="46" y="414"/>
                        <a:pt x="46" y="414"/>
                      </a:cubicBezTo>
                      <a:cubicBezTo>
                        <a:pt x="46" y="413"/>
                        <a:pt x="46" y="414"/>
                        <a:pt x="46" y="414"/>
                      </a:cubicBezTo>
                      <a:cubicBezTo>
                        <a:pt x="46" y="415"/>
                        <a:pt x="46" y="415"/>
                        <a:pt x="47" y="415"/>
                      </a:cubicBezTo>
                      <a:cubicBezTo>
                        <a:pt x="47" y="415"/>
                        <a:pt x="48" y="415"/>
                        <a:pt x="49" y="416"/>
                      </a:cubicBezTo>
                      <a:cubicBezTo>
                        <a:pt x="49" y="416"/>
                        <a:pt x="48" y="416"/>
                        <a:pt x="48" y="416"/>
                      </a:cubicBezTo>
                      <a:cubicBezTo>
                        <a:pt x="48" y="416"/>
                        <a:pt x="48" y="417"/>
                        <a:pt x="48" y="418"/>
                      </a:cubicBezTo>
                      <a:cubicBezTo>
                        <a:pt x="49" y="418"/>
                        <a:pt x="50" y="417"/>
                        <a:pt x="50" y="417"/>
                      </a:cubicBezTo>
                      <a:cubicBezTo>
                        <a:pt x="51" y="416"/>
                        <a:pt x="52" y="417"/>
                        <a:pt x="53" y="418"/>
                      </a:cubicBezTo>
                      <a:cubicBezTo>
                        <a:pt x="54" y="419"/>
                        <a:pt x="55" y="420"/>
                        <a:pt x="56" y="420"/>
                      </a:cubicBezTo>
                      <a:cubicBezTo>
                        <a:pt x="58" y="421"/>
                        <a:pt x="60" y="422"/>
                        <a:pt x="62" y="422"/>
                      </a:cubicBezTo>
                      <a:cubicBezTo>
                        <a:pt x="64" y="422"/>
                        <a:pt x="67" y="422"/>
                        <a:pt x="68" y="423"/>
                      </a:cubicBezTo>
                      <a:cubicBezTo>
                        <a:pt x="69" y="424"/>
                        <a:pt x="70" y="425"/>
                        <a:pt x="71" y="425"/>
                      </a:cubicBezTo>
                      <a:cubicBezTo>
                        <a:pt x="72" y="425"/>
                        <a:pt x="73" y="425"/>
                        <a:pt x="74" y="426"/>
                      </a:cubicBezTo>
                      <a:cubicBezTo>
                        <a:pt x="76" y="426"/>
                        <a:pt x="77" y="425"/>
                        <a:pt x="78" y="425"/>
                      </a:cubicBezTo>
                      <a:cubicBezTo>
                        <a:pt x="79" y="425"/>
                        <a:pt x="80" y="425"/>
                        <a:pt x="81" y="424"/>
                      </a:cubicBezTo>
                      <a:cubicBezTo>
                        <a:pt x="82" y="424"/>
                        <a:pt x="82" y="424"/>
                        <a:pt x="83" y="423"/>
                      </a:cubicBezTo>
                      <a:cubicBezTo>
                        <a:pt x="84" y="423"/>
                        <a:pt x="85" y="423"/>
                        <a:pt x="86" y="422"/>
                      </a:cubicBezTo>
                      <a:cubicBezTo>
                        <a:pt x="86" y="422"/>
                        <a:pt x="87" y="421"/>
                        <a:pt x="88" y="420"/>
                      </a:cubicBezTo>
                      <a:cubicBezTo>
                        <a:pt x="88" y="420"/>
                        <a:pt x="88" y="420"/>
                        <a:pt x="89" y="420"/>
                      </a:cubicBezTo>
                      <a:cubicBezTo>
                        <a:pt x="89" y="420"/>
                        <a:pt x="89" y="419"/>
                        <a:pt x="90" y="419"/>
                      </a:cubicBezTo>
                      <a:cubicBezTo>
                        <a:pt x="90" y="419"/>
                        <a:pt x="90" y="418"/>
                        <a:pt x="90" y="418"/>
                      </a:cubicBezTo>
                      <a:cubicBezTo>
                        <a:pt x="90" y="418"/>
                        <a:pt x="90" y="418"/>
                        <a:pt x="91" y="417"/>
                      </a:cubicBezTo>
                      <a:cubicBezTo>
                        <a:pt x="91" y="417"/>
                        <a:pt x="91" y="417"/>
                        <a:pt x="91" y="416"/>
                      </a:cubicBezTo>
                      <a:cubicBezTo>
                        <a:pt x="91" y="416"/>
                        <a:pt x="92" y="416"/>
                        <a:pt x="92" y="415"/>
                      </a:cubicBezTo>
                      <a:cubicBezTo>
                        <a:pt x="93" y="414"/>
                        <a:pt x="93" y="414"/>
                        <a:pt x="94" y="413"/>
                      </a:cubicBezTo>
                      <a:cubicBezTo>
                        <a:pt x="94" y="412"/>
                        <a:pt x="94" y="411"/>
                        <a:pt x="94" y="411"/>
                      </a:cubicBezTo>
                      <a:cubicBezTo>
                        <a:pt x="94" y="410"/>
                        <a:pt x="94" y="410"/>
                        <a:pt x="94" y="410"/>
                      </a:cubicBezTo>
                      <a:cubicBezTo>
                        <a:pt x="95" y="410"/>
                        <a:pt x="95" y="408"/>
                        <a:pt x="95" y="408"/>
                      </a:cubicBezTo>
                      <a:cubicBezTo>
                        <a:pt x="95" y="407"/>
                        <a:pt x="95" y="407"/>
                        <a:pt x="95" y="407"/>
                      </a:cubicBezTo>
                      <a:cubicBezTo>
                        <a:pt x="95" y="407"/>
                        <a:pt x="95" y="407"/>
                        <a:pt x="95" y="407"/>
                      </a:cubicBezTo>
                      <a:cubicBezTo>
                        <a:pt x="95" y="406"/>
                        <a:pt x="95" y="406"/>
                        <a:pt x="95" y="406"/>
                      </a:cubicBezTo>
                      <a:cubicBezTo>
                        <a:pt x="94" y="406"/>
                        <a:pt x="94" y="406"/>
                        <a:pt x="94" y="406"/>
                      </a:cubicBezTo>
                      <a:cubicBezTo>
                        <a:pt x="92" y="406"/>
                        <a:pt x="94" y="403"/>
                        <a:pt x="93" y="402"/>
                      </a:cubicBezTo>
                      <a:cubicBezTo>
                        <a:pt x="93" y="402"/>
                        <a:pt x="93" y="402"/>
                        <a:pt x="92" y="401"/>
                      </a:cubicBezTo>
                      <a:cubicBezTo>
                        <a:pt x="92" y="401"/>
                        <a:pt x="92" y="400"/>
                        <a:pt x="92" y="400"/>
                      </a:cubicBezTo>
                      <a:cubicBezTo>
                        <a:pt x="92" y="400"/>
                        <a:pt x="93" y="400"/>
                        <a:pt x="93" y="399"/>
                      </a:cubicBezTo>
                      <a:cubicBezTo>
                        <a:pt x="93" y="399"/>
                        <a:pt x="93" y="397"/>
                        <a:pt x="92" y="397"/>
                      </a:cubicBezTo>
                      <a:cubicBezTo>
                        <a:pt x="92" y="397"/>
                        <a:pt x="92" y="397"/>
                        <a:pt x="91" y="397"/>
                      </a:cubicBezTo>
                      <a:cubicBezTo>
                        <a:pt x="90" y="397"/>
                        <a:pt x="91" y="395"/>
                        <a:pt x="90" y="395"/>
                      </a:cubicBezTo>
                      <a:cubicBezTo>
                        <a:pt x="89" y="396"/>
                        <a:pt x="90" y="396"/>
                        <a:pt x="89" y="397"/>
                      </a:cubicBezTo>
                      <a:cubicBezTo>
                        <a:pt x="89" y="397"/>
                        <a:pt x="88" y="396"/>
                        <a:pt x="88" y="396"/>
                      </a:cubicBezTo>
                      <a:cubicBezTo>
                        <a:pt x="88" y="395"/>
                        <a:pt x="89" y="395"/>
                        <a:pt x="89" y="395"/>
                      </a:cubicBezTo>
                      <a:cubicBezTo>
                        <a:pt x="89" y="394"/>
                        <a:pt x="87" y="393"/>
                        <a:pt x="87" y="393"/>
                      </a:cubicBezTo>
                      <a:cubicBezTo>
                        <a:pt x="86" y="392"/>
                        <a:pt x="86" y="392"/>
                        <a:pt x="86" y="391"/>
                      </a:cubicBezTo>
                      <a:cubicBezTo>
                        <a:pt x="85" y="391"/>
                        <a:pt x="85" y="390"/>
                        <a:pt x="85" y="389"/>
                      </a:cubicBezTo>
                      <a:cubicBezTo>
                        <a:pt x="84" y="389"/>
                        <a:pt x="84" y="389"/>
                        <a:pt x="84" y="390"/>
                      </a:cubicBezTo>
                      <a:cubicBezTo>
                        <a:pt x="84" y="390"/>
                        <a:pt x="84" y="390"/>
                        <a:pt x="85" y="390"/>
                      </a:cubicBezTo>
                      <a:cubicBezTo>
                        <a:pt x="85" y="391"/>
                        <a:pt x="85" y="391"/>
                        <a:pt x="85" y="392"/>
                      </a:cubicBezTo>
                      <a:cubicBezTo>
                        <a:pt x="84" y="391"/>
                        <a:pt x="83" y="391"/>
                        <a:pt x="82" y="390"/>
                      </a:cubicBezTo>
                      <a:cubicBezTo>
                        <a:pt x="82" y="390"/>
                        <a:pt x="81" y="389"/>
                        <a:pt x="81" y="389"/>
                      </a:cubicBezTo>
                      <a:cubicBezTo>
                        <a:pt x="80" y="389"/>
                        <a:pt x="80" y="388"/>
                        <a:pt x="79" y="388"/>
                      </a:cubicBezTo>
                      <a:cubicBezTo>
                        <a:pt x="79" y="388"/>
                        <a:pt x="79" y="388"/>
                        <a:pt x="79" y="388"/>
                      </a:cubicBezTo>
                      <a:cubicBezTo>
                        <a:pt x="79" y="387"/>
                        <a:pt x="79" y="387"/>
                        <a:pt x="79" y="387"/>
                      </a:cubicBezTo>
                      <a:cubicBezTo>
                        <a:pt x="78" y="387"/>
                        <a:pt x="78" y="387"/>
                        <a:pt x="78" y="386"/>
                      </a:cubicBezTo>
                      <a:cubicBezTo>
                        <a:pt x="78" y="386"/>
                        <a:pt x="78" y="386"/>
                        <a:pt x="77" y="386"/>
                      </a:cubicBezTo>
                      <a:cubicBezTo>
                        <a:pt x="77" y="386"/>
                        <a:pt x="77" y="385"/>
                        <a:pt x="77" y="385"/>
                      </a:cubicBezTo>
                      <a:cubicBezTo>
                        <a:pt x="77" y="385"/>
                        <a:pt x="76" y="385"/>
                        <a:pt x="76" y="386"/>
                      </a:cubicBezTo>
                      <a:cubicBezTo>
                        <a:pt x="77" y="386"/>
                        <a:pt x="77" y="386"/>
                        <a:pt x="77" y="387"/>
                      </a:cubicBezTo>
                      <a:cubicBezTo>
                        <a:pt x="77" y="387"/>
                        <a:pt x="76" y="386"/>
                        <a:pt x="76" y="386"/>
                      </a:cubicBezTo>
                      <a:cubicBezTo>
                        <a:pt x="75" y="386"/>
                        <a:pt x="75" y="386"/>
                        <a:pt x="75" y="385"/>
                      </a:cubicBezTo>
                      <a:cubicBezTo>
                        <a:pt x="75" y="385"/>
                        <a:pt x="75" y="385"/>
                        <a:pt x="74" y="384"/>
                      </a:cubicBezTo>
                      <a:cubicBezTo>
                        <a:pt x="74" y="384"/>
                        <a:pt x="74" y="384"/>
                        <a:pt x="74" y="383"/>
                      </a:cubicBezTo>
                      <a:cubicBezTo>
                        <a:pt x="73" y="383"/>
                        <a:pt x="73" y="383"/>
                        <a:pt x="73" y="383"/>
                      </a:cubicBezTo>
                      <a:cubicBezTo>
                        <a:pt x="72" y="382"/>
                        <a:pt x="72" y="382"/>
                        <a:pt x="72" y="381"/>
                      </a:cubicBezTo>
                      <a:cubicBezTo>
                        <a:pt x="71" y="381"/>
                        <a:pt x="71" y="379"/>
                        <a:pt x="70" y="379"/>
                      </a:cubicBezTo>
                      <a:cubicBezTo>
                        <a:pt x="69" y="379"/>
                        <a:pt x="68" y="378"/>
                        <a:pt x="67" y="378"/>
                      </a:cubicBezTo>
                      <a:cubicBezTo>
                        <a:pt x="67" y="377"/>
                        <a:pt x="67" y="377"/>
                        <a:pt x="67" y="377"/>
                      </a:cubicBezTo>
                      <a:cubicBezTo>
                        <a:pt x="66" y="376"/>
                        <a:pt x="66" y="376"/>
                        <a:pt x="65" y="375"/>
                      </a:cubicBezTo>
                      <a:cubicBezTo>
                        <a:pt x="65" y="375"/>
                        <a:pt x="65" y="375"/>
                        <a:pt x="64" y="375"/>
                      </a:cubicBezTo>
                      <a:cubicBezTo>
                        <a:pt x="64" y="374"/>
                        <a:pt x="64" y="374"/>
                        <a:pt x="63" y="374"/>
                      </a:cubicBezTo>
                      <a:cubicBezTo>
                        <a:pt x="62" y="373"/>
                        <a:pt x="61" y="373"/>
                        <a:pt x="61" y="372"/>
                      </a:cubicBezTo>
                      <a:cubicBezTo>
                        <a:pt x="61" y="372"/>
                        <a:pt x="61" y="372"/>
                        <a:pt x="60" y="372"/>
                      </a:cubicBezTo>
                      <a:cubicBezTo>
                        <a:pt x="60" y="371"/>
                        <a:pt x="60" y="371"/>
                        <a:pt x="59" y="371"/>
                      </a:cubicBezTo>
                      <a:cubicBezTo>
                        <a:pt x="59" y="371"/>
                        <a:pt x="59" y="370"/>
                        <a:pt x="58" y="370"/>
                      </a:cubicBezTo>
                      <a:cubicBezTo>
                        <a:pt x="57" y="370"/>
                        <a:pt x="56" y="370"/>
                        <a:pt x="55" y="369"/>
                      </a:cubicBezTo>
                      <a:cubicBezTo>
                        <a:pt x="55" y="369"/>
                        <a:pt x="54" y="368"/>
                        <a:pt x="53" y="369"/>
                      </a:cubicBezTo>
                      <a:cubicBezTo>
                        <a:pt x="53" y="369"/>
                        <a:pt x="54" y="370"/>
                        <a:pt x="53" y="370"/>
                      </a:cubicBezTo>
                      <a:cubicBezTo>
                        <a:pt x="53" y="370"/>
                        <a:pt x="53" y="370"/>
                        <a:pt x="53" y="370"/>
                      </a:cubicBezTo>
                      <a:cubicBezTo>
                        <a:pt x="52" y="370"/>
                        <a:pt x="52" y="370"/>
                        <a:pt x="52" y="370"/>
                      </a:cubicBezTo>
                      <a:cubicBezTo>
                        <a:pt x="52" y="370"/>
                        <a:pt x="52" y="370"/>
                        <a:pt x="51" y="369"/>
                      </a:cubicBezTo>
                      <a:cubicBezTo>
                        <a:pt x="51" y="369"/>
                        <a:pt x="51" y="369"/>
                        <a:pt x="51" y="369"/>
                      </a:cubicBezTo>
                      <a:cubicBezTo>
                        <a:pt x="50" y="369"/>
                        <a:pt x="50" y="369"/>
                        <a:pt x="49" y="369"/>
                      </a:cubicBezTo>
                      <a:cubicBezTo>
                        <a:pt x="49" y="368"/>
                        <a:pt x="48" y="368"/>
                        <a:pt x="48" y="368"/>
                      </a:cubicBezTo>
                      <a:cubicBezTo>
                        <a:pt x="48" y="368"/>
                        <a:pt x="48" y="368"/>
                        <a:pt x="47" y="368"/>
                      </a:cubicBezTo>
                      <a:cubicBezTo>
                        <a:pt x="47" y="368"/>
                        <a:pt x="46" y="368"/>
                        <a:pt x="45" y="368"/>
                      </a:cubicBezTo>
                      <a:cubicBezTo>
                        <a:pt x="45" y="368"/>
                        <a:pt x="45" y="367"/>
                        <a:pt x="45" y="367"/>
                      </a:cubicBezTo>
                      <a:cubicBezTo>
                        <a:pt x="44" y="367"/>
                        <a:pt x="44" y="368"/>
                        <a:pt x="44" y="368"/>
                      </a:cubicBezTo>
                      <a:cubicBezTo>
                        <a:pt x="44" y="368"/>
                        <a:pt x="44" y="368"/>
                        <a:pt x="43" y="368"/>
                      </a:cubicBezTo>
                      <a:cubicBezTo>
                        <a:pt x="43" y="367"/>
                        <a:pt x="43" y="367"/>
                        <a:pt x="43" y="367"/>
                      </a:cubicBezTo>
                      <a:cubicBezTo>
                        <a:pt x="42" y="368"/>
                        <a:pt x="43" y="369"/>
                        <a:pt x="43" y="369"/>
                      </a:cubicBezTo>
                      <a:cubicBezTo>
                        <a:pt x="43" y="370"/>
                        <a:pt x="42" y="371"/>
                        <a:pt x="42" y="371"/>
                      </a:cubicBezTo>
                      <a:cubicBezTo>
                        <a:pt x="42" y="372"/>
                        <a:pt x="41" y="372"/>
                        <a:pt x="40" y="372"/>
                      </a:cubicBezTo>
                      <a:cubicBezTo>
                        <a:pt x="40" y="373"/>
                        <a:pt x="39" y="372"/>
                        <a:pt x="39" y="373"/>
                      </a:cubicBezTo>
                      <a:cubicBezTo>
                        <a:pt x="39" y="373"/>
                        <a:pt x="39" y="375"/>
                        <a:pt x="38" y="374"/>
                      </a:cubicBezTo>
                      <a:cubicBezTo>
                        <a:pt x="38" y="373"/>
                        <a:pt x="39" y="372"/>
                        <a:pt x="40" y="371"/>
                      </a:cubicBezTo>
                      <a:cubicBezTo>
                        <a:pt x="41" y="371"/>
                        <a:pt x="41" y="371"/>
                        <a:pt x="42" y="370"/>
                      </a:cubicBezTo>
                      <a:cubicBezTo>
                        <a:pt x="42" y="370"/>
                        <a:pt x="42" y="370"/>
                        <a:pt x="41" y="370"/>
                      </a:cubicBezTo>
                      <a:cubicBezTo>
                        <a:pt x="41" y="370"/>
                        <a:pt x="41" y="370"/>
                        <a:pt x="41" y="369"/>
                      </a:cubicBezTo>
                      <a:cubicBezTo>
                        <a:pt x="41" y="369"/>
                        <a:pt x="41" y="369"/>
                        <a:pt x="41" y="369"/>
                      </a:cubicBezTo>
                      <a:cubicBezTo>
                        <a:pt x="41" y="369"/>
                        <a:pt x="42" y="368"/>
                        <a:pt x="41" y="368"/>
                      </a:cubicBezTo>
                      <a:cubicBezTo>
                        <a:pt x="40" y="368"/>
                        <a:pt x="40" y="368"/>
                        <a:pt x="41" y="368"/>
                      </a:cubicBezTo>
                      <a:cubicBezTo>
                        <a:pt x="41" y="368"/>
                        <a:pt x="42" y="367"/>
                        <a:pt x="42" y="367"/>
                      </a:cubicBezTo>
                      <a:cubicBezTo>
                        <a:pt x="42" y="367"/>
                        <a:pt x="41" y="367"/>
                        <a:pt x="41" y="367"/>
                      </a:cubicBezTo>
                      <a:cubicBezTo>
                        <a:pt x="42" y="366"/>
                        <a:pt x="42" y="366"/>
                        <a:pt x="42" y="366"/>
                      </a:cubicBezTo>
                      <a:cubicBezTo>
                        <a:pt x="42" y="365"/>
                        <a:pt x="40" y="366"/>
                        <a:pt x="40" y="366"/>
                      </a:cubicBezTo>
                      <a:cubicBezTo>
                        <a:pt x="39" y="366"/>
                        <a:pt x="39" y="366"/>
                        <a:pt x="39" y="366"/>
                      </a:cubicBezTo>
                      <a:cubicBezTo>
                        <a:pt x="38" y="367"/>
                        <a:pt x="38" y="367"/>
                        <a:pt x="38" y="367"/>
                      </a:cubicBezTo>
                      <a:cubicBezTo>
                        <a:pt x="38" y="368"/>
                        <a:pt x="38" y="368"/>
                        <a:pt x="37" y="368"/>
                      </a:cubicBezTo>
                      <a:cubicBezTo>
                        <a:pt x="37" y="368"/>
                        <a:pt x="38" y="367"/>
                        <a:pt x="38" y="367"/>
                      </a:cubicBezTo>
                      <a:cubicBezTo>
                        <a:pt x="38" y="367"/>
                        <a:pt x="39" y="365"/>
                        <a:pt x="39" y="365"/>
                      </a:cubicBezTo>
                      <a:cubicBezTo>
                        <a:pt x="39" y="364"/>
                        <a:pt x="37" y="366"/>
                        <a:pt x="37" y="366"/>
                      </a:cubicBezTo>
                      <a:cubicBezTo>
                        <a:pt x="37" y="365"/>
                        <a:pt x="38" y="365"/>
                        <a:pt x="37" y="365"/>
                      </a:cubicBezTo>
                      <a:cubicBezTo>
                        <a:pt x="37" y="364"/>
                        <a:pt x="37" y="364"/>
                        <a:pt x="36" y="364"/>
                      </a:cubicBezTo>
                      <a:cubicBezTo>
                        <a:pt x="35" y="365"/>
                        <a:pt x="34" y="365"/>
                        <a:pt x="33" y="366"/>
                      </a:cubicBezTo>
                      <a:cubicBezTo>
                        <a:pt x="33" y="365"/>
                        <a:pt x="34" y="365"/>
                        <a:pt x="35" y="365"/>
                      </a:cubicBezTo>
                      <a:cubicBezTo>
                        <a:pt x="35" y="364"/>
                        <a:pt x="35" y="364"/>
                        <a:pt x="35" y="363"/>
                      </a:cubicBezTo>
                      <a:cubicBezTo>
                        <a:pt x="35" y="363"/>
                        <a:pt x="35" y="363"/>
                        <a:pt x="34" y="363"/>
                      </a:cubicBezTo>
                      <a:cubicBezTo>
                        <a:pt x="34" y="363"/>
                        <a:pt x="34" y="363"/>
                        <a:pt x="34" y="363"/>
                      </a:cubicBezTo>
                      <a:cubicBezTo>
                        <a:pt x="33" y="362"/>
                        <a:pt x="32" y="362"/>
                        <a:pt x="32" y="363"/>
                      </a:cubicBezTo>
                      <a:cubicBezTo>
                        <a:pt x="32" y="363"/>
                        <a:pt x="32" y="362"/>
                        <a:pt x="32" y="362"/>
                      </a:cubicBezTo>
                      <a:cubicBezTo>
                        <a:pt x="32" y="361"/>
                        <a:pt x="32" y="362"/>
                        <a:pt x="32" y="361"/>
                      </a:cubicBezTo>
                      <a:cubicBezTo>
                        <a:pt x="32" y="361"/>
                        <a:pt x="32" y="361"/>
                        <a:pt x="32" y="361"/>
                      </a:cubicBezTo>
                      <a:cubicBezTo>
                        <a:pt x="32" y="360"/>
                        <a:pt x="32" y="360"/>
                        <a:pt x="32" y="360"/>
                      </a:cubicBezTo>
                      <a:cubicBezTo>
                        <a:pt x="33" y="359"/>
                        <a:pt x="33" y="360"/>
                        <a:pt x="33" y="360"/>
                      </a:cubicBezTo>
                      <a:cubicBezTo>
                        <a:pt x="33" y="361"/>
                        <a:pt x="33" y="361"/>
                        <a:pt x="34" y="361"/>
                      </a:cubicBezTo>
                      <a:cubicBezTo>
                        <a:pt x="35" y="361"/>
                        <a:pt x="36" y="362"/>
                        <a:pt x="37" y="362"/>
                      </a:cubicBezTo>
                      <a:cubicBezTo>
                        <a:pt x="37" y="362"/>
                        <a:pt x="38" y="363"/>
                        <a:pt x="39" y="362"/>
                      </a:cubicBezTo>
                      <a:cubicBezTo>
                        <a:pt x="39" y="362"/>
                        <a:pt x="39" y="361"/>
                        <a:pt x="39" y="361"/>
                      </a:cubicBezTo>
                      <a:cubicBezTo>
                        <a:pt x="39" y="360"/>
                        <a:pt x="39" y="360"/>
                        <a:pt x="38" y="359"/>
                      </a:cubicBezTo>
                      <a:cubicBezTo>
                        <a:pt x="38" y="359"/>
                        <a:pt x="38" y="359"/>
                        <a:pt x="37" y="359"/>
                      </a:cubicBezTo>
                      <a:cubicBezTo>
                        <a:pt x="37" y="359"/>
                        <a:pt x="37" y="359"/>
                        <a:pt x="36" y="359"/>
                      </a:cubicBezTo>
                      <a:cubicBezTo>
                        <a:pt x="35" y="359"/>
                        <a:pt x="35" y="358"/>
                        <a:pt x="35" y="357"/>
                      </a:cubicBezTo>
                      <a:cubicBezTo>
                        <a:pt x="34" y="357"/>
                        <a:pt x="34" y="357"/>
                        <a:pt x="33" y="357"/>
                      </a:cubicBezTo>
                      <a:cubicBezTo>
                        <a:pt x="33" y="356"/>
                        <a:pt x="31" y="354"/>
                        <a:pt x="31" y="356"/>
                      </a:cubicBezTo>
                      <a:cubicBezTo>
                        <a:pt x="31" y="356"/>
                        <a:pt x="33" y="358"/>
                        <a:pt x="32" y="359"/>
                      </a:cubicBezTo>
                      <a:cubicBezTo>
                        <a:pt x="32" y="360"/>
                        <a:pt x="31" y="357"/>
                        <a:pt x="30" y="358"/>
                      </a:cubicBezTo>
                      <a:cubicBezTo>
                        <a:pt x="29" y="359"/>
                        <a:pt x="31" y="361"/>
                        <a:pt x="30" y="361"/>
                      </a:cubicBezTo>
                      <a:cubicBezTo>
                        <a:pt x="29" y="361"/>
                        <a:pt x="29" y="360"/>
                        <a:pt x="28" y="361"/>
                      </a:cubicBezTo>
                      <a:cubicBezTo>
                        <a:pt x="28" y="361"/>
                        <a:pt x="28" y="361"/>
                        <a:pt x="28" y="361"/>
                      </a:cubicBezTo>
                      <a:cubicBezTo>
                        <a:pt x="28" y="362"/>
                        <a:pt x="27" y="362"/>
                        <a:pt x="27" y="362"/>
                      </a:cubicBezTo>
                      <a:cubicBezTo>
                        <a:pt x="27" y="361"/>
                        <a:pt x="28" y="361"/>
                        <a:pt x="28" y="360"/>
                      </a:cubicBezTo>
                      <a:cubicBezTo>
                        <a:pt x="28" y="360"/>
                        <a:pt x="27" y="359"/>
                        <a:pt x="27" y="359"/>
                      </a:cubicBezTo>
                      <a:cubicBezTo>
                        <a:pt x="26" y="359"/>
                        <a:pt x="26" y="359"/>
                        <a:pt x="25" y="359"/>
                      </a:cubicBezTo>
                      <a:cubicBezTo>
                        <a:pt x="25" y="359"/>
                        <a:pt x="24" y="358"/>
                        <a:pt x="24" y="358"/>
                      </a:cubicBezTo>
                      <a:cubicBezTo>
                        <a:pt x="24" y="359"/>
                        <a:pt x="25" y="361"/>
                        <a:pt x="25" y="362"/>
                      </a:cubicBezTo>
                      <a:cubicBezTo>
                        <a:pt x="25" y="362"/>
                        <a:pt x="25" y="363"/>
                        <a:pt x="24" y="364"/>
                      </a:cubicBezTo>
                      <a:cubicBezTo>
                        <a:pt x="24" y="364"/>
                        <a:pt x="23" y="364"/>
                        <a:pt x="22" y="364"/>
                      </a:cubicBezTo>
                      <a:cubicBezTo>
                        <a:pt x="21" y="363"/>
                        <a:pt x="22" y="363"/>
                        <a:pt x="21" y="362"/>
                      </a:cubicBezTo>
                      <a:cubicBezTo>
                        <a:pt x="21" y="362"/>
                        <a:pt x="20" y="361"/>
                        <a:pt x="20" y="361"/>
                      </a:cubicBezTo>
                      <a:cubicBezTo>
                        <a:pt x="19" y="362"/>
                        <a:pt x="20" y="362"/>
                        <a:pt x="20" y="363"/>
                      </a:cubicBezTo>
                      <a:cubicBezTo>
                        <a:pt x="20" y="363"/>
                        <a:pt x="20" y="365"/>
                        <a:pt x="19" y="365"/>
                      </a:cubicBezTo>
                      <a:cubicBezTo>
                        <a:pt x="19" y="366"/>
                        <a:pt x="18" y="367"/>
                        <a:pt x="18" y="367"/>
                      </a:cubicBezTo>
                      <a:cubicBezTo>
                        <a:pt x="18" y="367"/>
                        <a:pt x="17" y="367"/>
                        <a:pt x="17" y="367"/>
                      </a:cubicBezTo>
                      <a:cubicBezTo>
                        <a:pt x="16" y="367"/>
                        <a:pt x="16" y="368"/>
                        <a:pt x="16" y="368"/>
                      </a:cubicBezTo>
                      <a:cubicBezTo>
                        <a:pt x="15" y="369"/>
                        <a:pt x="14" y="368"/>
                        <a:pt x="14" y="369"/>
                      </a:cubicBezTo>
                      <a:cubicBezTo>
                        <a:pt x="13" y="370"/>
                        <a:pt x="13" y="371"/>
                        <a:pt x="13" y="371"/>
                      </a:cubicBezTo>
                      <a:cubicBezTo>
                        <a:pt x="13" y="372"/>
                        <a:pt x="12" y="373"/>
                        <a:pt x="11" y="373"/>
                      </a:cubicBezTo>
                      <a:cubicBezTo>
                        <a:pt x="11" y="374"/>
                        <a:pt x="10" y="374"/>
                        <a:pt x="9" y="375"/>
                      </a:cubicBezTo>
                      <a:cubicBezTo>
                        <a:pt x="9" y="375"/>
                        <a:pt x="8" y="375"/>
                        <a:pt x="8" y="376"/>
                      </a:cubicBezTo>
                      <a:cubicBezTo>
                        <a:pt x="8" y="376"/>
                        <a:pt x="10" y="376"/>
                        <a:pt x="10" y="377"/>
                      </a:cubicBezTo>
                      <a:cubicBezTo>
                        <a:pt x="11" y="378"/>
                        <a:pt x="9" y="380"/>
                        <a:pt x="9" y="381"/>
                      </a:cubicBezTo>
                      <a:cubicBezTo>
                        <a:pt x="8" y="383"/>
                        <a:pt x="8" y="384"/>
                        <a:pt x="9" y="385"/>
                      </a:cubicBezTo>
                      <a:cubicBezTo>
                        <a:pt x="9" y="387"/>
                        <a:pt x="9" y="388"/>
                        <a:pt x="10" y="389"/>
                      </a:cubicBezTo>
                      <a:cubicBezTo>
                        <a:pt x="11" y="389"/>
                        <a:pt x="12" y="390"/>
                        <a:pt x="13" y="390"/>
                      </a:cubicBezTo>
                      <a:cubicBezTo>
                        <a:pt x="15" y="391"/>
                        <a:pt x="15" y="393"/>
                        <a:pt x="16" y="394"/>
                      </a:cubicBezTo>
                      <a:cubicBezTo>
                        <a:pt x="16" y="395"/>
                        <a:pt x="16" y="395"/>
                        <a:pt x="17" y="396"/>
                      </a:cubicBezTo>
                      <a:cubicBezTo>
                        <a:pt x="17" y="396"/>
                        <a:pt x="18" y="397"/>
                        <a:pt x="18" y="397"/>
                      </a:cubicBezTo>
                      <a:cubicBezTo>
                        <a:pt x="18" y="398"/>
                        <a:pt x="18" y="401"/>
                        <a:pt x="18" y="401"/>
                      </a:cubicBezTo>
                      <a:cubicBezTo>
                        <a:pt x="17" y="402"/>
                        <a:pt x="17" y="402"/>
                        <a:pt x="17" y="403"/>
                      </a:cubicBezTo>
                      <a:cubicBezTo>
                        <a:pt x="16" y="403"/>
                        <a:pt x="16" y="404"/>
                        <a:pt x="16" y="404"/>
                      </a:cubicBezTo>
                      <a:cubicBezTo>
                        <a:pt x="14" y="406"/>
                        <a:pt x="11" y="410"/>
                        <a:pt x="12" y="412"/>
                      </a:cubicBezTo>
                      <a:cubicBezTo>
                        <a:pt x="13" y="413"/>
                        <a:pt x="13" y="414"/>
                        <a:pt x="13" y="414"/>
                      </a:cubicBezTo>
                      <a:cubicBezTo>
                        <a:pt x="14" y="415"/>
                        <a:pt x="14" y="416"/>
                        <a:pt x="14" y="416"/>
                      </a:cubicBezTo>
                      <a:cubicBezTo>
                        <a:pt x="15" y="418"/>
                        <a:pt x="15" y="418"/>
                        <a:pt x="15" y="420"/>
                      </a:cubicBezTo>
                      <a:cubicBezTo>
                        <a:pt x="15" y="421"/>
                        <a:pt x="16" y="422"/>
                        <a:pt x="17" y="423"/>
                      </a:cubicBezTo>
                      <a:cubicBezTo>
                        <a:pt x="18" y="424"/>
                        <a:pt x="18" y="426"/>
                        <a:pt x="18" y="427"/>
                      </a:cubicBezTo>
                      <a:cubicBezTo>
                        <a:pt x="19" y="428"/>
                        <a:pt x="19" y="429"/>
                        <a:pt x="19" y="431"/>
                      </a:cubicBezTo>
                      <a:cubicBezTo>
                        <a:pt x="19" y="431"/>
                        <a:pt x="19" y="432"/>
                        <a:pt x="19" y="432"/>
                      </a:cubicBezTo>
                      <a:cubicBezTo>
                        <a:pt x="19" y="432"/>
                        <a:pt x="18" y="432"/>
                        <a:pt x="18" y="432"/>
                      </a:cubicBezTo>
                      <a:cubicBezTo>
                        <a:pt x="17" y="432"/>
                        <a:pt x="16" y="432"/>
                        <a:pt x="17" y="433"/>
                      </a:cubicBezTo>
                      <a:cubicBezTo>
                        <a:pt x="17" y="433"/>
                        <a:pt x="17" y="433"/>
                        <a:pt x="17" y="434"/>
                      </a:cubicBezTo>
                      <a:cubicBezTo>
                        <a:pt x="17" y="435"/>
                        <a:pt x="17" y="435"/>
                        <a:pt x="17" y="436"/>
                      </a:cubicBezTo>
                      <a:cubicBezTo>
                        <a:pt x="17" y="437"/>
                        <a:pt x="16" y="437"/>
                        <a:pt x="16" y="438"/>
                      </a:cubicBezTo>
                      <a:cubicBezTo>
                        <a:pt x="16" y="438"/>
                        <a:pt x="16" y="439"/>
                        <a:pt x="16" y="439"/>
                      </a:cubicBezTo>
                      <a:cubicBezTo>
                        <a:pt x="16" y="439"/>
                        <a:pt x="16" y="439"/>
                        <a:pt x="17" y="439"/>
                      </a:cubicBezTo>
                      <a:cubicBezTo>
                        <a:pt x="17" y="439"/>
                        <a:pt x="17" y="439"/>
                        <a:pt x="17" y="440"/>
                      </a:cubicBezTo>
                      <a:cubicBezTo>
                        <a:pt x="17" y="440"/>
                        <a:pt x="17" y="441"/>
                        <a:pt x="17" y="441"/>
                      </a:cubicBezTo>
                      <a:cubicBezTo>
                        <a:pt x="17" y="442"/>
                        <a:pt x="16" y="441"/>
                        <a:pt x="16" y="442"/>
                      </a:cubicBezTo>
                      <a:cubicBezTo>
                        <a:pt x="15" y="443"/>
                        <a:pt x="16" y="444"/>
                        <a:pt x="16" y="445"/>
                      </a:cubicBezTo>
                      <a:cubicBezTo>
                        <a:pt x="17" y="446"/>
                        <a:pt x="17" y="446"/>
                        <a:pt x="18" y="446"/>
                      </a:cubicBezTo>
                      <a:cubicBezTo>
                        <a:pt x="18" y="446"/>
                        <a:pt x="19" y="446"/>
                        <a:pt x="19" y="446"/>
                      </a:cubicBezTo>
                      <a:cubicBezTo>
                        <a:pt x="19" y="447"/>
                        <a:pt x="19" y="447"/>
                        <a:pt x="19" y="447"/>
                      </a:cubicBezTo>
                      <a:cubicBezTo>
                        <a:pt x="19" y="448"/>
                        <a:pt x="20" y="448"/>
                        <a:pt x="20" y="448"/>
                      </a:cubicBezTo>
                      <a:cubicBezTo>
                        <a:pt x="20" y="448"/>
                        <a:pt x="19" y="449"/>
                        <a:pt x="19" y="449"/>
                      </a:cubicBezTo>
                      <a:cubicBezTo>
                        <a:pt x="18" y="450"/>
                        <a:pt x="18" y="450"/>
                        <a:pt x="18" y="451"/>
                      </a:cubicBezTo>
                      <a:cubicBezTo>
                        <a:pt x="19" y="451"/>
                        <a:pt x="19" y="451"/>
                        <a:pt x="19" y="452"/>
                      </a:cubicBezTo>
                      <a:cubicBezTo>
                        <a:pt x="19" y="452"/>
                        <a:pt x="19" y="452"/>
                        <a:pt x="19" y="453"/>
                      </a:cubicBezTo>
                      <a:cubicBezTo>
                        <a:pt x="19" y="453"/>
                        <a:pt x="20" y="453"/>
                        <a:pt x="21" y="454"/>
                      </a:cubicBezTo>
                      <a:cubicBezTo>
                        <a:pt x="21" y="454"/>
                        <a:pt x="21" y="454"/>
                        <a:pt x="21" y="455"/>
                      </a:cubicBezTo>
                      <a:cubicBezTo>
                        <a:pt x="21" y="455"/>
                        <a:pt x="22" y="455"/>
                        <a:pt x="22" y="455"/>
                      </a:cubicBezTo>
                      <a:cubicBezTo>
                        <a:pt x="22" y="455"/>
                        <a:pt x="22" y="455"/>
                        <a:pt x="22" y="456"/>
                      </a:cubicBezTo>
                      <a:cubicBezTo>
                        <a:pt x="22" y="456"/>
                        <a:pt x="22" y="456"/>
                        <a:pt x="22" y="457"/>
                      </a:cubicBezTo>
                      <a:cubicBezTo>
                        <a:pt x="23" y="458"/>
                        <a:pt x="21" y="459"/>
                        <a:pt x="20" y="461"/>
                      </a:cubicBezTo>
                      <a:cubicBezTo>
                        <a:pt x="20" y="462"/>
                        <a:pt x="20" y="461"/>
                        <a:pt x="19" y="462"/>
                      </a:cubicBezTo>
                      <a:cubicBezTo>
                        <a:pt x="18" y="462"/>
                        <a:pt x="18" y="463"/>
                        <a:pt x="19" y="463"/>
                      </a:cubicBezTo>
                      <a:cubicBezTo>
                        <a:pt x="19" y="464"/>
                        <a:pt x="20" y="464"/>
                        <a:pt x="21" y="465"/>
                      </a:cubicBezTo>
                      <a:cubicBezTo>
                        <a:pt x="21" y="466"/>
                        <a:pt x="21" y="466"/>
                        <a:pt x="22" y="467"/>
                      </a:cubicBezTo>
                      <a:cubicBezTo>
                        <a:pt x="23" y="467"/>
                        <a:pt x="24" y="467"/>
                        <a:pt x="24" y="468"/>
                      </a:cubicBezTo>
                      <a:cubicBezTo>
                        <a:pt x="25" y="468"/>
                        <a:pt x="25" y="469"/>
                        <a:pt x="25" y="469"/>
                      </a:cubicBezTo>
                      <a:cubicBezTo>
                        <a:pt x="26" y="470"/>
                        <a:pt x="27" y="470"/>
                        <a:pt x="27" y="471"/>
                      </a:cubicBezTo>
                      <a:cubicBezTo>
                        <a:pt x="27" y="472"/>
                        <a:pt x="27" y="472"/>
                        <a:pt x="28" y="473"/>
                      </a:cubicBezTo>
                      <a:cubicBezTo>
                        <a:pt x="28" y="474"/>
                        <a:pt x="29" y="475"/>
                        <a:pt x="29" y="475"/>
                      </a:cubicBezTo>
                      <a:cubicBezTo>
                        <a:pt x="29" y="476"/>
                        <a:pt x="28" y="476"/>
                        <a:pt x="28" y="476"/>
                      </a:cubicBezTo>
                      <a:cubicBezTo>
                        <a:pt x="28" y="477"/>
                        <a:pt x="28" y="477"/>
                        <a:pt x="28" y="478"/>
                      </a:cubicBezTo>
                      <a:cubicBezTo>
                        <a:pt x="28" y="479"/>
                        <a:pt x="27" y="480"/>
                        <a:pt x="27" y="480"/>
                      </a:cubicBezTo>
                      <a:cubicBezTo>
                        <a:pt x="27" y="481"/>
                        <a:pt x="26" y="482"/>
                        <a:pt x="25" y="482"/>
                      </a:cubicBezTo>
                      <a:cubicBezTo>
                        <a:pt x="25" y="483"/>
                        <a:pt x="25" y="484"/>
                        <a:pt x="24" y="484"/>
                      </a:cubicBezTo>
                      <a:cubicBezTo>
                        <a:pt x="23" y="485"/>
                        <a:pt x="23" y="485"/>
                        <a:pt x="23" y="486"/>
                      </a:cubicBezTo>
                      <a:cubicBezTo>
                        <a:pt x="22" y="487"/>
                        <a:pt x="20" y="489"/>
                        <a:pt x="19" y="490"/>
                      </a:cubicBezTo>
                      <a:cubicBezTo>
                        <a:pt x="18" y="492"/>
                        <a:pt x="17" y="493"/>
                        <a:pt x="16" y="495"/>
                      </a:cubicBezTo>
                      <a:cubicBezTo>
                        <a:pt x="16" y="495"/>
                        <a:pt x="15" y="496"/>
                        <a:pt x="15" y="496"/>
                      </a:cubicBezTo>
                      <a:cubicBezTo>
                        <a:pt x="15" y="497"/>
                        <a:pt x="15" y="497"/>
                        <a:pt x="14" y="497"/>
                      </a:cubicBezTo>
                      <a:cubicBezTo>
                        <a:pt x="14" y="497"/>
                        <a:pt x="14" y="498"/>
                        <a:pt x="14" y="498"/>
                      </a:cubicBezTo>
                      <a:cubicBezTo>
                        <a:pt x="13" y="499"/>
                        <a:pt x="11" y="500"/>
                        <a:pt x="10" y="501"/>
                      </a:cubicBezTo>
                      <a:cubicBezTo>
                        <a:pt x="10" y="502"/>
                        <a:pt x="9" y="503"/>
                        <a:pt x="9" y="503"/>
                      </a:cubicBezTo>
                      <a:cubicBezTo>
                        <a:pt x="8" y="503"/>
                        <a:pt x="8" y="504"/>
                        <a:pt x="7" y="504"/>
                      </a:cubicBezTo>
                      <a:cubicBezTo>
                        <a:pt x="7" y="505"/>
                        <a:pt x="6" y="506"/>
                        <a:pt x="5" y="507"/>
                      </a:cubicBezTo>
                      <a:cubicBezTo>
                        <a:pt x="5" y="507"/>
                        <a:pt x="4" y="508"/>
                        <a:pt x="4" y="509"/>
                      </a:cubicBezTo>
                      <a:cubicBezTo>
                        <a:pt x="5" y="509"/>
                        <a:pt x="6" y="508"/>
                        <a:pt x="7" y="508"/>
                      </a:cubicBezTo>
                      <a:cubicBezTo>
                        <a:pt x="7" y="507"/>
                        <a:pt x="8" y="507"/>
                        <a:pt x="8" y="507"/>
                      </a:cubicBezTo>
                      <a:cubicBezTo>
                        <a:pt x="9" y="506"/>
                        <a:pt x="9" y="506"/>
                        <a:pt x="10" y="506"/>
                      </a:cubicBezTo>
                      <a:cubicBezTo>
                        <a:pt x="10" y="507"/>
                        <a:pt x="9" y="507"/>
                        <a:pt x="9" y="508"/>
                      </a:cubicBezTo>
                      <a:cubicBezTo>
                        <a:pt x="9" y="508"/>
                        <a:pt x="10" y="509"/>
                        <a:pt x="10" y="509"/>
                      </a:cubicBezTo>
                      <a:cubicBezTo>
                        <a:pt x="9" y="510"/>
                        <a:pt x="8" y="508"/>
                        <a:pt x="8" y="508"/>
                      </a:cubicBezTo>
                      <a:cubicBezTo>
                        <a:pt x="7" y="508"/>
                        <a:pt x="10" y="512"/>
                        <a:pt x="10" y="511"/>
                      </a:cubicBezTo>
                      <a:cubicBezTo>
                        <a:pt x="11" y="511"/>
                        <a:pt x="11" y="513"/>
                        <a:pt x="12" y="513"/>
                      </a:cubicBezTo>
                      <a:cubicBezTo>
                        <a:pt x="12" y="514"/>
                        <a:pt x="13" y="514"/>
                        <a:pt x="14" y="514"/>
                      </a:cubicBezTo>
                      <a:cubicBezTo>
                        <a:pt x="15" y="514"/>
                        <a:pt x="16" y="513"/>
                        <a:pt x="17" y="513"/>
                      </a:cubicBezTo>
                      <a:cubicBezTo>
                        <a:pt x="18" y="514"/>
                        <a:pt x="17" y="514"/>
                        <a:pt x="18" y="515"/>
                      </a:cubicBezTo>
                      <a:cubicBezTo>
                        <a:pt x="18" y="516"/>
                        <a:pt x="19" y="515"/>
                        <a:pt x="20" y="516"/>
                      </a:cubicBezTo>
                      <a:cubicBezTo>
                        <a:pt x="20" y="516"/>
                        <a:pt x="20" y="518"/>
                        <a:pt x="19" y="518"/>
                      </a:cubicBezTo>
                      <a:cubicBezTo>
                        <a:pt x="19" y="518"/>
                        <a:pt x="18" y="517"/>
                        <a:pt x="17" y="517"/>
                      </a:cubicBezTo>
                      <a:cubicBezTo>
                        <a:pt x="16" y="516"/>
                        <a:pt x="15" y="516"/>
                        <a:pt x="14" y="516"/>
                      </a:cubicBezTo>
                      <a:cubicBezTo>
                        <a:pt x="13" y="516"/>
                        <a:pt x="13" y="516"/>
                        <a:pt x="13" y="516"/>
                      </a:cubicBezTo>
                      <a:cubicBezTo>
                        <a:pt x="12" y="516"/>
                        <a:pt x="12" y="517"/>
                        <a:pt x="11" y="517"/>
                      </a:cubicBezTo>
                      <a:cubicBezTo>
                        <a:pt x="12" y="517"/>
                        <a:pt x="12" y="517"/>
                        <a:pt x="12" y="518"/>
                      </a:cubicBezTo>
                      <a:cubicBezTo>
                        <a:pt x="12" y="518"/>
                        <a:pt x="11" y="518"/>
                        <a:pt x="11" y="518"/>
                      </a:cubicBezTo>
                      <a:cubicBezTo>
                        <a:pt x="11" y="519"/>
                        <a:pt x="10" y="519"/>
                        <a:pt x="9" y="519"/>
                      </a:cubicBezTo>
                      <a:cubicBezTo>
                        <a:pt x="9" y="518"/>
                        <a:pt x="8" y="517"/>
                        <a:pt x="8" y="518"/>
                      </a:cubicBezTo>
                      <a:cubicBezTo>
                        <a:pt x="7" y="519"/>
                        <a:pt x="8" y="520"/>
                        <a:pt x="8" y="520"/>
                      </a:cubicBezTo>
                      <a:cubicBezTo>
                        <a:pt x="7" y="521"/>
                        <a:pt x="6" y="520"/>
                        <a:pt x="6" y="520"/>
                      </a:cubicBezTo>
                      <a:cubicBezTo>
                        <a:pt x="6" y="519"/>
                        <a:pt x="6" y="518"/>
                        <a:pt x="5" y="519"/>
                      </a:cubicBezTo>
                      <a:cubicBezTo>
                        <a:pt x="5" y="519"/>
                        <a:pt x="5" y="520"/>
                        <a:pt x="5" y="521"/>
                      </a:cubicBezTo>
                      <a:cubicBezTo>
                        <a:pt x="5" y="522"/>
                        <a:pt x="5" y="522"/>
                        <a:pt x="5" y="523"/>
                      </a:cubicBezTo>
                      <a:cubicBezTo>
                        <a:pt x="6" y="523"/>
                        <a:pt x="6" y="524"/>
                        <a:pt x="6" y="525"/>
                      </a:cubicBezTo>
                      <a:cubicBezTo>
                        <a:pt x="6" y="525"/>
                        <a:pt x="5" y="525"/>
                        <a:pt x="5" y="525"/>
                      </a:cubicBezTo>
                      <a:cubicBezTo>
                        <a:pt x="5" y="525"/>
                        <a:pt x="5" y="525"/>
                        <a:pt x="5" y="525"/>
                      </a:cubicBezTo>
                      <a:cubicBezTo>
                        <a:pt x="4" y="526"/>
                        <a:pt x="4" y="527"/>
                        <a:pt x="3" y="528"/>
                      </a:cubicBezTo>
                      <a:cubicBezTo>
                        <a:pt x="3" y="528"/>
                        <a:pt x="3" y="529"/>
                        <a:pt x="2" y="530"/>
                      </a:cubicBezTo>
                      <a:cubicBezTo>
                        <a:pt x="2" y="531"/>
                        <a:pt x="1" y="531"/>
                        <a:pt x="1" y="531"/>
                      </a:cubicBezTo>
                      <a:cubicBezTo>
                        <a:pt x="1" y="532"/>
                        <a:pt x="1" y="533"/>
                        <a:pt x="1" y="533"/>
                      </a:cubicBezTo>
                      <a:cubicBezTo>
                        <a:pt x="1" y="534"/>
                        <a:pt x="1" y="535"/>
                        <a:pt x="2" y="536"/>
                      </a:cubicBezTo>
                      <a:cubicBezTo>
                        <a:pt x="2" y="537"/>
                        <a:pt x="2" y="537"/>
                        <a:pt x="2" y="538"/>
                      </a:cubicBezTo>
                      <a:cubicBezTo>
                        <a:pt x="1" y="539"/>
                        <a:pt x="2" y="540"/>
                        <a:pt x="2" y="541"/>
                      </a:cubicBezTo>
                      <a:cubicBezTo>
                        <a:pt x="2" y="541"/>
                        <a:pt x="2" y="541"/>
                        <a:pt x="3" y="542"/>
                      </a:cubicBezTo>
                      <a:cubicBezTo>
                        <a:pt x="3" y="542"/>
                        <a:pt x="3" y="543"/>
                        <a:pt x="3" y="543"/>
                      </a:cubicBezTo>
                      <a:cubicBezTo>
                        <a:pt x="3" y="543"/>
                        <a:pt x="4" y="543"/>
                        <a:pt x="3" y="544"/>
                      </a:cubicBezTo>
                      <a:cubicBezTo>
                        <a:pt x="3" y="544"/>
                        <a:pt x="3" y="544"/>
                        <a:pt x="2" y="544"/>
                      </a:cubicBezTo>
                      <a:cubicBezTo>
                        <a:pt x="2" y="545"/>
                        <a:pt x="2" y="545"/>
                        <a:pt x="2" y="545"/>
                      </a:cubicBezTo>
                      <a:cubicBezTo>
                        <a:pt x="1" y="546"/>
                        <a:pt x="1" y="546"/>
                        <a:pt x="1" y="547"/>
                      </a:cubicBezTo>
                      <a:cubicBezTo>
                        <a:pt x="0" y="547"/>
                        <a:pt x="0" y="548"/>
                        <a:pt x="0" y="548"/>
                      </a:cubicBezTo>
                      <a:cubicBezTo>
                        <a:pt x="0" y="548"/>
                        <a:pt x="1" y="548"/>
                        <a:pt x="2" y="548"/>
                      </a:cubicBezTo>
                      <a:cubicBezTo>
                        <a:pt x="2" y="549"/>
                        <a:pt x="2" y="549"/>
                        <a:pt x="2" y="549"/>
                      </a:cubicBezTo>
                      <a:cubicBezTo>
                        <a:pt x="2" y="550"/>
                        <a:pt x="4" y="550"/>
                        <a:pt x="4" y="551"/>
                      </a:cubicBezTo>
                      <a:cubicBezTo>
                        <a:pt x="4" y="552"/>
                        <a:pt x="4" y="552"/>
                        <a:pt x="4" y="553"/>
                      </a:cubicBezTo>
                      <a:cubicBezTo>
                        <a:pt x="3" y="553"/>
                        <a:pt x="3" y="553"/>
                        <a:pt x="3" y="554"/>
                      </a:cubicBezTo>
                      <a:cubicBezTo>
                        <a:pt x="3" y="554"/>
                        <a:pt x="3" y="554"/>
                        <a:pt x="3" y="555"/>
                      </a:cubicBezTo>
                      <a:cubicBezTo>
                        <a:pt x="3" y="556"/>
                        <a:pt x="3" y="556"/>
                        <a:pt x="2" y="557"/>
                      </a:cubicBezTo>
                      <a:cubicBezTo>
                        <a:pt x="3" y="557"/>
                        <a:pt x="3" y="556"/>
                        <a:pt x="4" y="556"/>
                      </a:cubicBezTo>
                      <a:cubicBezTo>
                        <a:pt x="4" y="557"/>
                        <a:pt x="4" y="557"/>
                        <a:pt x="4" y="557"/>
                      </a:cubicBezTo>
                      <a:cubicBezTo>
                        <a:pt x="4" y="558"/>
                        <a:pt x="4" y="558"/>
                        <a:pt x="5" y="558"/>
                      </a:cubicBezTo>
                      <a:cubicBezTo>
                        <a:pt x="5" y="559"/>
                        <a:pt x="5" y="559"/>
                        <a:pt x="5" y="560"/>
                      </a:cubicBezTo>
                      <a:cubicBezTo>
                        <a:pt x="5" y="560"/>
                        <a:pt x="5" y="560"/>
                        <a:pt x="5" y="560"/>
                      </a:cubicBezTo>
                      <a:cubicBezTo>
                        <a:pt x="6" y="561"/>
                        <a:pt x="6" y="562"/>
                        <a:pt x="6" y="563"/>
                      </a:cubicBezTo>
                      <a:cubicBezTo>
                        <a:pt x="6" y="564"/>
                        <a:pt x="6" y="565"/>
                        <a:pt x="6" y="565"/>
                      </a:cubicBezTo>
                      <a:cubicBezTo>
                        <a:pt x="6" y="566"/>
                        <a:pt x="6" y="567"/>
                        <a:pt x="7" y="566"/>
                      </a:cubicBezTo>
                      <a:cubicBezTo>
                        <a:pt x="8" y="566"/>
                        <a:pt x="8" y="565"/>
                        <a:pt x="9" y="566"/>
                      </a:cubicBezTo>
                      <a:cubicBezTo>
                        <a:pt x="9" y="567"/>
                        <a:pt x="9" y="568"/>
                        <a:pt x="10" y="568"/>
                      </a:cubicBezTo>
                      <a:cubicBezTo>
                        <a:pt x="11" y="567"/>
                        <a:pt x="11" y="566"/>
                        <a:pt x="13" y="567"/>
                      </a:cubicBezTo>
                      <a:cubicBezTo>
                        <a:pt x="13" y="567"/>
                        <a:pt x="14" y="567"/>
                        <a:pt x="15" y="567"/>
                      </a:cubicBezTo>
                      <a:cubicBezTo>
                        <a:pt x="15" y="568"/>
                        <a:pt x="14" y="568"/>
                        <a:pt x="14" y="569"/>
                      </a:cubicBezTo>
                      <a:cubicBezTo>
                        <a:pt x="14" y="569"/>
                        <a:pt x="14" y="570"/>
                        <a:pt x="14" y="571"/>
                      </a:cubicBezTo>
                      <a:cubicBezTo>
                        <a:pt x="15" y="570"/>
                        <a:pt x="15" y="569"/>
                        <a:pt x="17" y="570"/>
                      </a:cubicBezTo>
                      <a:cubicBezTo>
                        <a:pt x="17" y="568"/>
                        <a:pt x="20" y="569"/>
                        <a:pt x="21" y="569"/>
                      </a:cubicBezTo>
                      <a:cubicBezTo>
                        <a:pt x="22" y="569"/>
                        <a:pt x="22" y="570"/>
                        <a:pt x="22" y="571"/>
                      </a:cubicBezTo>
                      <a:cubicBezTo>
                        <a:pt x="22" y="571"/>
                        <a:pt x="22" y="571"/>
                        <a:pt x="22" y="571"/>
                      </a:cubicBezTo>
                      <a:cubicBezTo>
                        <a:pt x="23" y="571"/>
                        <a:pt x="23" y="571"/>
                        <a:pt x="23" y="571"/>
                      </a:cubicBezTo>
                      <a:cubicBezTo>
                        <a:pt x="23" y="571"/>
                        <a:pt x="23" y="572"/>
                        <a:pt x="24" y="572"/>
                      </a:cubicBezTo>
                      <a:cubicBezTo>
                        <a:pt x="24" y="572"/>
                        <a:pt x="25" y="572"/>
                        <a:pt x="25" y="573"/>
                      </a:cubicBezTo>
                      <a:cubicBezTo>
                        <a:pt x="24" y="573"/>
                        <a:pt x="24" y="573"/>
                        <a:pt x="24" y="573"/>
                      </a:cubicBezTo>
                      <a:cubicBezTo>
                        <a:pt x="24" y="574"/>
                        <a:pt x="25" y="574"/>
                        <a:pt x="25" y="574"/>
                      </a:cubicBezTo>
                      <a:cubicBezTo>
                        <a:pt x="24" y="575"/>
                        <a:pt x="24" y="575"/>
                        <a:pt x="24" y="575"/>
                      </a:cubicBezTo>
                      <a:cubicBezTo>
                        <a:pt x="24" y="576"/>
                        <a:pt x="24" y="576"/>
                        <a:pt x="24" y="576"/>
                      </a:cubicBezTo>
                      <a:cubicBezTo>
                        <a:pt x="25" y="576"/>
                        <a:pt x="25" y="577"/>
                        <a:pt x="25" y="577"/>
                      </a:cubicBezTo>
                      <a:cubicBezTo>
                        <a:pt x="25" y="578"/>
                        <a:pt x="25" y="578"/>
                        <a:pt x="25" y="578"/>
                      </a:cubicBezTo>
                      <a:cubicBezTo>
                        <a:pt x="25" y="579"/>
                        <a:pt x="25" y="579"/>
                        <a:pt x="25" y="579"/>
                      </a:cubicBezTo>
                      <a:cubicBezTo>
                        <a:pt x="24" y="579"/>
                        <a:pt x="24" y="579"/>
                        <a:pt x="24" y="580"/>
                      </a:cubicBezTo>
                      <a:cubicBezTo>
                        <a:pt x="24" y="579"/>
                        <a:pt x="23" y="581"/>
                        <a:pt x="24" y="581"/>
                      </a:cubicBezTo>
                      <a:cubicBezTo>
                        <a:pt x="24" y="582"/>
                        <a:pt x="25" y="582"/>
                        <a:pt x="25" y="582"/>
                      </a:cubicBezTo>
                      <a:cubicBezTo>
                        <a:pt x="25" y="582"/>
                        <a:pt x="25" y="583"/>
                        <a:pt x="25" y="583"/>
                      </a:cubicBezTo>
                      <a:cubicBezTo>
                        <a:pt x="26" y="583"/>
                        <a:pt x="26" y="583"/>
                        <a:pt x="26" y="584"/>
                      </a:cubicBezTo>
                      <a:cubicBezTo>
                        <a:pt x="26" y="584"/>
                        <a:pt x="26" y="585"/>
                        <a:pt x="26" y="585"/>
                      </a:cubicBezTo>
                      <a:cubicBezTo>
                        <a:pt x="26" y="585"/>
                        <a:pt x="26" y="585"/>
                        <a:pt x="27" y="585"/>
                      </a:cubicBezTo>
                      <a:cubicBezTo>
                        <a:pt x="27" y="585"/>
                        <a:pt x="27" y="586"/>
                        <a:pt x="27" y="586"/>
                      </a:cubicBezTo>
                      <a:cubicBezTo>
                        <a:pt x="27" y="586"/>
                        <a:pt x="27" y="587"/>
                        <a:pt x="27" y="587"/>
                      </a:cubicBezTo>
                      <a:cubicBezTo>
                        <a:pt x="28" y="588"/>
                        <a:pt x="29" y="589"/>
                        <a:pt x="30" y="589"/>
                      </a:cubicBezTo>
                      <a:cubicBezTo>
                        <a:pt x="31" y="590"/>
                        <a:pt x="31" y="590"/>
                        <a:pt x="31" y="591"/>
                      </a:cubicBezTo>
                      <a:cubicBezTo>
                        <a:pt x="30" y="592"/>
                        <a:pt x="31" y="593"/>
                        <a:pt x="32" y="593"/>
                      </a:cubicBezTo>
                      <a:cubicBezTo>
                        <a:pt x="33" y="593"/>
                        <a:pt x="33" y="593"/>
                        <a:pt x="34" y="593"/>
                      </a:cubicBezTo>
                      <a:cubicBezTo>
                        <a:pt x="34" y="594"/>
                        <a:pt x="35" y="594"/>
                        <a:pt x="35" y="595"/>
                      </a:cubicBezTo>
                      <a:cubicBezTo>
                        <a:pt x="35" y="595"/>
                        <a:pt x="34" y="595"/>
                        <a:pt x="34" y="595"/>
                      </a:cubicBezTo>
                      <a:cubicBezTo>
                        <a:pt x="35" y="595"/>
                        <a:pt x="35" y="595"/>
                        <a:pt x="35" y="596"/>
                      </a:cubicBezTo>
                      <a:cubicBezTo>
                        <a:pt x="35" y="596"/>
                        <a:pt x="36" y="596"/>
                        <a:pt x="36" y="596"/>
                      </a:cubicBezTo>
                      <a:cubicBezTo>
                        <a:pt x="36" y="597"/>
                        <a:pt x="37" y="597"/>
                        <a:pt x="36" y="598"/>
                      </a:cubicBezTo>
                      <a:cubicBezTo>
                        <a:pt x="36" y="598"/>
                        <a:pt x="36" y="598"/>
                        <a:pt x="36" y="598"/>
                      </a:cubicBezTo>
                      <a:cubicBezTo>
                        <a:pt x="35" y="598"/>
                        <a:pt x="35" y="598"/>
                        <a:pt x="35" y="599"/>
                      </a:cubicBezTo>
                      <a:cubicBezTo>
                        <a:pt x="35" y="599"/>
                        <a:pt x="35" y="600"/>
                        <a:pt x="34" y="600"/>
                      </a:cubicBezTo>
                      <a:cubicBezTo>
                        <a:pt x="34" y="600"/>
                        <a:pt x="33" y="601"/>
                        <a:pt x="33" y="601"/>
                      </a:cubicBezTo>
                      <a:cubicBezTo>
                        <a:pt x="33" y="601"/>
                        <a:pt x="32" y="601"/>
                        <a:pt x="31" y="601"/>
                      </a:cubicBezTo>
                      <a:cubicBezTo>
                        <a:pt x="31" y="600"/>
                        <a:pt x="30" y="600"/>
                        <a:pt x="30" y="599"/>
                      </a:cubicBezTo>
                      <a:cubicBezTo>
                        <a:pt x="29" y="599"/>
                        <a:pt x="28" y="599"/>
                        <a:pt x="28" y="600"/>
                      </a:cubicBezTo>
                      <a:cubicBezTo>
                        <a:pt x="27" y="601"/>
                        <a:pt x="27" y="601"/>
                        <a:pt x="27" y="602"/>
                      </a:cubicBezTo>
                      <a:cubicBezTo>
                        <a:pt x="27" y="603"/>
                        <a:pt x="28" y="603"/>
                        <a:pt x="28" y="603"/>
                      </a:cubicBezTo>
                      <a:cubicBezTo>
                        <a:pt x="28" y="604"/>
                        <a:pt x="29" y="604"/>
                        <a:pt x="29" y="604"/>
                      </a:cubicBezTo>
                      <a:cubicBezTo>
                        <a:pt x="29" y="605"/>
                        <a:pt x="28" y="605"/>
                        <a:pt x="28" y="605"/>
                      </a:cubicBezTo>
                      <a:cubicBezTo>
                        <a:pt x="28" y="606"/>
                        <a:pt x="29" y="606"/>
                        <a:pt x="29" y="606"/>
                      </a:cubicBezTo>
                      <a:cubicBezTo>
                        <a:pt x="29" y="607"/>
                        <a:pt x="29" y="608"/>
                        <a:pt x="29" y="609"/>
                      </a:cubicBezTo>
                      <a:cubicBezTo>
                        <a:pt x="29" y="610"/>
                        <a:pt x="30" y="611"/>
                        <a:pt x="30" y="611"/>
                      </a:cubicBezTo>
                      <a:cubicBezTo>
                        <a:pt x="30" y="611"/>
                        <a:pt x="30" y="611"/>
                        <a:pt x="30" y="612"/>
                      </a:cubicBezTo>
                      <a:cubicBezTo>
                        <a:pt x="30" y="612"/>
                        <a:pt x="30" y="612"/>
                        <a:pt x="30" y="612"/>
                      </a:cubicBezTo>
                      <a:cubicBezTo>
                        <a:pt x="31" y="612"/>
                        <a:pt x="31" y="612"/>
                        <a:pt x="32" y="612"/>
                      </a:cubicBezTo>
                      <a:cubicBezTo>
                        <a:pt x="33" y="612"/>
                        <a:pt x="34" y="612"/>
                        <a:pt x="34" y="611"/>
                      </a:cubicBezTo>
                      <a:cubicBezTo>
                        <a:pt x="34" y="610"/>
                        <a:pt x="34" y="609"/>
                        <a:pt x="36" y="609"/>
                      </a:cubicBezTo>
                      <a:cubicBezTo>
                        <a:pt x="36" y="610"/>
                        <a:pt x="37" y="610"/>
                        <a:pt x="37" y="610"/>
                      </a:cubicBezTo>
                      <a:cubicBezTo>
                        <a:pt x="38" y="610"/>
                        <a:pt x="39" y="610"/>
                        <a:pt x="39" y="609"/>
                      </a:cubicBezTo>
                      <a:cubicBezTo>
                        <a:pt x="40" y="609"/>
                        <a:pt x="42" y="608"/>
                        <a:pt x="42" y="609"/>
                      </a:cubicBezTo>
                      <a:cubicBezTo>
                        <a:pt x="43" y="609"/>
                        <a:pt x="43" y="609"/>
                        <a:pt x="43" y="609"/>
                      </a:cubicBezTo>
                      <a:cubicBezTo>
                        <a:pt x="44" y="609"/>
                        <a:pt x="45" y="610"/>
                        <a:pt x="45" y="610"/>
                      </a:cubicBezTo>
                      <a:cubicBezTo>
                        <a:pt x="45" y="611"/>
                        <a:pt x="46" y="612"/>
                        <a:pt x="46" y="613"/>
                      </a:cubicBezTo>
                      <a:cubicBezTo>
                        <a:pt x="46" y="613"/>
                        <a:pt x="46" y="613"/>
                        <a:pt x="46" y="614"/>
                      </a:cubicBezTo>
                      <a:cubicBezTo>
                        <a:pt x="47" y="614"/>
                        <a:pt x="47" y="614"/>
                        <a:pt x="47" y="614"/>
                      </a:cubicBezTo>
                      <a:cubicBezTo>
                        <a:pt x="48" y="614"/>
                        <a:pt x="48" y="615"/>
                        <a:pt x="48" y="615"/>
                      </a:cubicBezTo>
                      <a:cubicBezTo>
                        <a:pt x="48" y="616"/>
                        <a:pt x="47" y="616"/>
                        <a:pt x="47" y="616"/>
                      </a:cubicBezTo>
                      <a:cubicBezTo>
                        <a:pt x="46" y="616"/>
                        <a:pt x="45" y="616"/>
                        <a:pt x="46" y="617"/>
                      </a:cubicBezTo>
                      <a:cubicBezTo>
                        <a:pt x="46" y="617"/>
                        <a:pt x="47" y="617"/>
                        <a:pt x="47" y="618"/>
                      </a:cubicBezTo>
                      <a:cubicBezTo>
                        <a:pt x="47" y="618"/>
                        <a:pt x="47" y="619"/>
                        <a:pt x="47" y="619"/>
                      </a:cubicBezTo>
                      <a:cubicBezTo>
                        <a:pt x="47" y="620"/>
                        <a:pt x="47" y="619"/>
                        <a:pt x="47" y="620"/>
                      </a:cubicBezTo>
                      <a:cubicBezTo>
                        <a:pt x="47" y="620"/>
                        <a:pt x="47" y="621"/>
                        <a:pt x="46" y="621"/>
                      </a:cubicBezTo>
                      <a:cubicBezTo>
                        <a:pt x="47" y="621"/>
                        <a:pt x="48" y="621"/>
                        <a:pt x="49" y="621"/>
                      </a:cubicBezTo>
                      <a:cubicBezTo>
                        <a:pt x="50" y="621"/>
                        <a:pt x="50" y="622"/>
                        <a:pt x="50" y="622"/>
                      </a:cubicBezTo>
                      <a:cubicBezTo>
                        <a:pt x="50" y="622"/>
                        <a:pt x="51" y="621"/>
                        <a:pt x="51" y="621"/>
                      </a:cubicBezTo>
                      <a:cubicBezTo>
                        <a:pt x="52" y="621"/>
                        <a:pt x="52" y="621"/>
                        <a:pt x="53" y="622"/>
                      </a:cubicBezTo>
                      <a:cubicBezTo>
                        <a:pt x="53" y="623"/>
                        <a:pt x="54" y="623"/>
                        <a:pt x="54" y="623"/>
                      </a:cubicBezTo>
                      <a:cubicBezTo>
                        <a:pt x="54" y="623"/>
                        <a:pt x="54" y="624"/>
                        <a:pt x="54" y="624"/>
                      </a:cubicBezTo>
                      <a:cubicBezTo>
                        <a:pt x="54" y="624"/>
                        <a:pt x="54" y="624"/>
                        <a:pt x="54" y="625"/>
                      </a:cubicBezTo>
                      <a:cubicBezTo>
                        <a:pt x="55" y="625"/>
                        <a:pt x="54" y="625"/>
                        <a:pt x="55" y="626"/>
                      </a:cubicBezTo>
                      <a:cubicBezTo>
                        <a:pt x="55" y="626"/>
                        <a:pt x="55" y="626"/>
                        <a:pt x="55" y="627"/>
                      </a:cubicBezTo>
                      <a:cubicBezTo>
                        <a:pt x="55" y="627"/>
                        <a:pt x="54" y="628"/>
                        <a:pt x="55" y="629"/>
                      </a:cubicBezTo>
                      <a:cubicBezTo>
                        <a:pt x="55" y="629"/>
                        <a:pt x="55" y="629"/>
                        <a:pt x="56" y="629"/>
                      </a:cubicBezTo>
                      <a:cubicBezTo>
                        <a:pt x="56" y="630"/>
                        <a:pt x="56" y="630"/>
                        <a:pt x="56" y="630"/>
                      </a:cubicBezTo>
                      <a:cubicBezTo>
                        <a:pt x="56" y="630"/>
                        <a:pt x="56" y="630"/>
                        <a:pt x="56" y="630"/>
                      </a:cubicBezTo>
                      <a:cubicBezTo>
                        <a:pt x="57" y="630"/>
                        <a:pt x="58" y="630"/>
                        <a:pt x="58" y="630"/>
                      </a:cubicBezTo>
                      <a:cubicBezTo>
                        <a:pt x="59" y="630"/>
                        <a:pt x="60" y="630"/>
                        <a:pt x="60" y="631"/>
                      </a:cubicBezTo>
                      <a:cubicBezTo>
                        <a:pt x="61" y="631"/>
                        <a:pt x="63" y="631"/>
                        <a:pt x="63" y="632"/>
                      </a:cubicBezTo>
                      <a:cubicBezTo>
                        <a:pt x="63" y="632"/>
                        <a:pt x="64" y="631"/>
                        <a:pt x="64" y="631"/>
                      </a:cubicBezTo>
                      <a:cubicBezTo>
                        <a:pt x="65" y="630"/>
                        <a:pt x="65" y="631"/>
                        <a:pt x="66" y="631"/>
                      </a:cubicBezTo>
                      <a:cubicBezTo>
                        <a:pt x="67" y="630"/>
                        <a:pt x="68" y="629"/>
                        <a:pt x="69" y="630"/>
                      </a:cubicBezTo>
                      <a:cubicBezTo>
                        <a:pt x="70" y="631"/>
                        <a:pt x="70" y="633"/>
                        <a:pt x="71" y="634"/>
                      </a:cubicBezTo>
                      <a:cubicBezTo>
                        <a:pt x="71" y="634"/>
                        <a:pt x="72" y="634"/>
                        <a:pt x="72" y="635"/>
                      </a:cubicBezTo>
                      <a:cubicBezTo>
                        <a:pt x="72" y="635"/>
                        <a:pt x="73" y="635"/>
                        <a:pt x="73" y="635"/>
                      </a:cubicBezTo>
                      <a:cubicBezTo>
                        <a:pt x="73" y="634"/>
                        <a:pt x="73" y="633"/>
                        <a:pt x="74" y="633"/>
                      </a:cubicBezTo>
                      <a:cubicBezTo>
                        <a:pt x="74" y="633"/>
                        <a:pt x="74" y="634"/>
                        <a:pt x="75" y="634"/>
                      </a:cubicBezTo>
                      <a:cubicBezTo>
                        <a:pt x="75" y="634"/>
                        <a:pt x="75" y="635"/>
                        <a:pt x="76" y="635"/>
                      </a:cubicBezTo>
                      <a:cubicBezTo>
                        <a:pt x="77" y="635"/>
                        <a:pt x="77" y="635"/>
                        <a:pt x="77" y="635"/>
                      </a:cubicBezTo>
                      <a:cubicBezTo>
                        <a:pt x="78" y="636"/>
                        <a:pt x="79" y="636"/>
                        <a:pt x="79" y="636"/>
                      </a:cubicBezTo>
                      <a:cubicBezTo>
                        <a:pt x="79" y="636"/>
                        <a:pt x="79" y="636"/>
                        <a:pt x="80" y="636"/>
                      </a:cubicBezTo>
                      <a:cubicBezTo>
                        <a:pt x="81" y="636"/>
                        <a:pt x="81" y="636"/>
                        <a:pt x="81" y="637"/>
                      </a:cubicBezTo>
                      <a:cubicBezTo>
                        <a:pt x="81" y="637"/>
                        <a:pt x="82" y="637"/>
                        <a:pt x="83" y="637"/>
                      </a:cubicBezTo>
                      <a:cubicBezTo>
                        <a:pt x="83" y="637"/>
                        <a:pt x="83" y="638"/>
                        <a:pt x="83" y="638"/>
                      </a:cubicBezTo>
                      <a:cubicBezTo>
                        <a:pt x="84" y="638"/>
                        <a:pt x="84" y="639"/>
                        <a:pt x="84" y="639"/>
                      </a:cubicBezTo>
                      <a:cubicBezTo>
                        <a:pt x="85" y="639"/>
                        <a:pt x="85" y="638"/>
                        <a:pt x="85" y="638"/>
                      </a:cubicBezTo>
                      <a:cubicBezTo>
                        <a:pt x="86" y="638"/>
                        <a:pt x="86" y="638"/>
                        <a:pt x="86" y="638"/>
                      </a:cubicBezTo>
                      <a:cubicBezTo>
                        <a:pt x="87" y="639"/>
                        <a:pt x="86" y="640"/>
                        <a:pt x="86" y="640"/>
                      </a:cubicBezTo>
                      <a:cubicBezTo>
                        <a:pt x="87" y="641"/>
                        <a:pt x="87" y="641"/>
                        <a:pt x="87" y="642"/>
                      </a:cubicBezTo>
                      <a:cubicBezTo>
                        <a:pt x="86" y="642"/>
                        <a:pt x="85" y="643"/>
                        <a:pt x="85" y="644"/>
                      </a:cubicBezTo>
                      <a:cubicBezTo>
                        <a:pt x="84" y="644"/>
                        <a:pt x="83" y="644"/>
                        <a:pt x="84" y="645"/>
                      </a:cubicBezTo>
                      <a:cubicBezTo>
                        <a:pt x="84" y="646"/>
                        <a:pt x="84" y="646"/>
                        <a:pt x="85" y="646"/>
                      </a:cubicBezTo>
                      <a:cubicBezTo>
                        <a:pt x="85" y="646"/>
                        <a:pt x="86" y="646"/>
                        <a:pt x="86" y="646"/>
                      </a:cubicBezTo>
                      <a:cubicBezTo>
                        <a:pt x="86" y="647"/>
                        <a:pt x="84" y="647"/>
                        <a:pt x="84" y="647"/>
                      </a:cubicBezTo>
                      <a:cubicBezTo>
                        <a:pt x="83" y="648"/>
                        <a:pt x="84" y="649"/>
                        <a:pt x="85" y="649"/>
                      </a:cubicBezTo>
                      <a:cubicBezTo>
                        <a:pt x="85" y="650"/>
                        <a:pt x="85" y="650"/>
                        <a:pt x="85" y="650"/>
                      </a:cubicBezTo>
                      <a:cubicBezTo>
                        <a:pt x="85" y="651"/>
                        <a:pt x="85" y="651"/>
                        <a:pt x="85" y="652"/>
                      </a:cubicBezTo>
                      <a:cubicBezTo>
                        <a:pt x="85" y="652"/>
                        <a:pt x="86" y="652"/>
                        <a:pt x="86" y="652"/>
                      </a:cubicBezTo>
                      <a:cubicBezTo>
                        <a:pt x="86" y="653"/>
                        <a:pt x="85" y="653"/>
                        <a:pt x="85" y="653"/>
                      </a:cubicBezTo>
                      <a:cubicBezTo>
                        <a:pt x="85" y="653"/>
                        <a:pt x="85" y="654"/>
                        <a:pt x="85" y="654"/>
                      </a:cubicBezTo>
                      <a:cubicBezTo>
                        <a:pt x="85" y="654"/>
                        <a:pt x="84" y="654"/>
                        <a:pt x="84" y="655"/>
                      </a:cubicBezTo>
                      <a:cubicBezTo>
                        <a:pt x="84" y="655"/>
                        <a:pt x="84" y="655"/>
                        <a:pt x="84" y="655"/>
                      </a:cubicBezTo>
                      <a:cubicBezTo>
                        <a:pt x="84" y="656"/>
                        <a:pt x="84" y="656"/>
                        <a:pt x="84" y="656"/>
                      </a:cubicBezTo>
                      <a:cubicBezTo>
                        <a:pt x="83" y="657"/>
                        <a:pt x="82" y="656"/>
                        <a:pt x="81" y="656"/>
                      </a:cubicBezTo>
                      <a:cubicBezTo>
                        <a:pt x="81" y="656"/>
                        <a:pt x="80" y="656"/>
                        <a:pt x="79" y="656"/>
                      </a:cubicBezTo>
                      <a:cubicBezTo>
                        <a:pt x="78" y="656"/>
                        <a:pt x="78" y="656"/>
                        <a:pt x="78" y="657"/>
                      </a:cubicBezTo>
                      <a:cubicBezTo>
                        <a:pt x="77" y="658"/>
                        <a:pt x="78" y="658"/>
                        <a:pt x="77" y="658"/>
                      </a:cubicBezTo>
                      <a:cubicBezTo>
                        <a:pt x="76" y="659"/>
                        <a:pt x="76" y="658"/>
                        <a:pt x="75" y="659"/>
                      </a:cubicBezTo>
                      <a:cubicBezTo>
                        <a:pt x="74" y="659"/>
                        <a:pt x="74" y="659"/>
                        <a:pt x="74" y="660"/>
                      </a:cubicBezTo>
                      <a:cubicBezTo>
                        <a:pt x="74" y="660"/>
                        <a:pt x="74" y="661"/>
                        <a:pt x="74" y="662"/>
                      </a:cubicBezTo>
                      <a:cubicBezTo>
                        <a:pt x="74" y="662"/>
                        <a:pt x="74" y="662"/>
                        <a:pt x="74" y="662"/>
                      </a:cubicBezTo>
                      <a:cubicBezTo>
                        <a:pt x="74" y="662"/>
                        <a:pt x="73" y="663"/>
                        <a:pt x="74" y="664"/>
                      </a:cubicBezTo>
                      <a:cubicBezTo>
                        <a:pt x="74" y="663"/>
                        <a:pt x="76" y="663"/>
                        <a:pt x="77" y="663"/>
                      </a:cubicBezTo>
                      <a:cubicBezTo>
                        <a:pt x="77" y="663"/>
                        <a:pt x="77" y="663"/>
                        <a:pt x="78" y="663"/>
                      </a:cubicBezTo>
                      <a:cubicBezTo>
                        <a:pt x="78" y="663"/>
                        <a:pt x="78" y="662"/>
                        <a:pt x="79" y="662"/>
                      </a:cubicBezTo>
                      <a:cubicBezTo>
                        <a:pt x="80" y="662"/>
                        <a:pt x="81" y="662"/>
                        <a:pt x="81" y="664"/>
                      </a:cubicBezTo>
                      <a:cubicBezTo>
                        <a:pt x="81" y="665"/>
                        <a:pt x="80" y="665"/>
                        <a:pt x="79" y="665"/>
                      </a:cubicBezTo>
                      <a:cubicBezTo>
                        <a:pt x="79" y="665"/>
                        <a:pt x="78" y="665"/>
                        <a:pt x="78" y="666"/>
                      </a:cubicBezTo>
                      <a:cubicBezTo>
                        <a:pt x="77" y="666"/>
                        <a:pt x="75" y="666"/>
                        <a:pt x="75" y="667"/>
                      </a:cubicBezTo>
                      <a:cubicBezTo>
                        <a:pt x="75" y="667"/>
                        <a:pt x="75" y="667"/>
                        <a:pt x="75" y="667"/>
                      </a:cubicBezTo>
                      <a:cubicBezTo>
                        <a:pt x="75" y="667"/>
                        <a:pt x="75" y="667"/>
                        <a:pt x="76" y="667"/>
                      </a:cubicBezTo>
                      <a:cubicBezTo>
                        <a:pt x="76" y="668"/>
                        <a:pt x="76" y="668"/>
                        <a:pt x="76" y="668"/>
                      </a:cubicBezTo>
                      <a:cubicBezTo>
                        <a:pt x="75" y="669"/>
                        <a:pt x="74" y="667"/>
                        <a:pt x="73" y="667"/>
                      </a:cubicBezTo>
                      <a:cubicBezTo>
                        <a:pt x="73" y="667"/>
                        <a:pt x="72" y="668"/>
                        <a:pt x="71" y="668"/>
                      </a:cubicBezTo>
                      <a:cubicBezTo>
                        <a:pt x="71" y="668"/>
                        <a:pt x="71" y="668"/>
                        <a:pt x="71" y="668"/>
                      </a:cubicBezTo>
                      <a:cubicBezTo>
                        <a:pt x="71" y="669"/>
                        <a:pt x="71" y="669"/>
                        <a:pt x="71" y="669"/>
                      </a:cubicBezTo>
                      <a:cubicBezTo>
                        <a:pt x="71" y="670"/>
                        <a:pt x="72" y="671"/>
                        <a:pt x="72" y="671"/>
                      </a:cubicBezTo>
                      <a:cubicBezTo>
                        <a:pt x="73" y="671"/>
                        <a:pt x="73" y="671"/>
                        <a:pt x="73" y="671"/>
                      </a:cubicBezTo>
                      <a:cubicBezTo>
                        <a:pt x="74" y="672"/>
                        <a:pt x="74" y="672"/>
                        <a:pt x="74" y="672"/>
                      </a:cubicBezTo>
                      <a:cubicBezTo>
                        <a:pt x="75" y="673"/>
                        <a:pt x="75" y="673"/>
                        <a:pt x="76" y="673"/>
                      </a:cubicBezTo>
                      <a:cubicBezTo>
                        <a:pt x="76" y="674"/>
                        <a:pt x="74" y="674"/>
                        <a:pt x="74" y="673"/>
                      </a:cubicBezTo>
                      <a:cubicBezTo>
                        <a:pt x="73" y="673"/>
                        <a:pt x="73" y="674"/>
                        <a:pt x="73" y="674"/>
                      </a:cubicBezTo>
                      <a:cubicBezTo>
                        <a:pt x="73" y="675"/>
                        <a:pt x="73" y="675"/>
                        <a:pt x="73" y="676"/>
                      </a:cubicBezTo>
                      <a:cubicBezTo>
                        <a:pt x="72" y="675"/>
                        <a:pt x="72" y="675"/>
                        <a:pt x="72" y="674"/>
                      </a:cubicBezTo>
                      <a:cubicBezTo>
                        <a:pt x="71" y="675"/>
                        <a:pt x="72" y="676"/>
                        <a:pt x="71" y="677"/>
                      </a:cubicBezTo>
                      <a:cubicBezTo>
                        <a:pt x="71" y="678"/>
                        <a:pt x="70" y="678"/>
                        <a:pt x="70" y="678"/>
                      </a:cubicBezTo>
                      <a:cubicBezTo>
                        <a:pt x="70" y="679"/>
                        <a:pt x="70" y="679"/>
                        <a:pt x="70" y="679"/>
                      </a:cubicBezTo>
                      <a:cubicBezTo>
                        <a:pt x="71" y="681"/>
                        <a:pt x="70" y="681"/>
                        <a:pt x="69" y="681"/>
                      </a:cubicBezTo>
                      <a:cubicBezTo>
                        <a:pt x="69" y="681"/>
                        <a:pt x="67" y="681"/>
                        <a:pt x="67" y="682"/>
                      </a:cubicBezTo>
                      <a:cubicBezTo>
                        <a:pt x="67" y="682"/>
                        <a:pt x="66" y="682"/>
                        <a:pt x="66" y="681"/>
                      </a:cubicBezTo>
                      <a:cubicBezTo>
                        <a:pt x="66" y="681"/>
                        <a:pt x="66" y="681"/>
                        <a:pt x="66" y="681"/>
                      </a:cubicBezTo>
                      <a:cubicBezTo>
                        <a:pt x="65" y="680"/>
                        <a:pt x="64" y="680"/>
                        <a:pt x="64" y="681"/>
                      </a:cubicBezTo>
                      <a:cubicBezTo>
                        <a:pt x="65" y="681"/>
                        <a:pt x="65" y="681"/>
                        <a:pt x="65" y="681"/>
                      </a:cubicBezTo>
                      <a:cubicBezTo>
                        <a:pt x="65" y="682"/>
                        <a:pt x="63" y="682"/>
                        <a:pt x="63" y="682"/>
                      </a:cubicBezTo>
                      <a:cubicBezTo>
                        <a:pt x="63" y="683"/>
                        <a:pt x="64" y="683"/>
                        <a:pt x="65" y="683"/>
                      </a:cubicBezTo>
                      <a:cubicBezTo>
                        <a:pt x="66" y="684"/>
                        <a:pt x="67" y="685"/>
                        <a:pt x="68" y="686"/>
                      </a:cubicBezTo>
                      <a:cubicBezTo>
                        <a:pt x="68" y="686"/>
                        <a:pt x="68" y="687"/>
                        <a:pt x="69" y="687"/>
                      </a:cubicBezTo>
                      <a:cubicBezTo>
                        <a:pt x="69" y="687"/>
                        <a:pt x="70" y="687"/>
                        <a:pt x="71" y="687"/>
                      </a:cubicBezTo>
                      <a:cubicBezTo>
                        <a:pt x="71" y="687"/>
                        <a:pt x="71" y="687"/>
                        <a:pt x="72" y="688"/>
                      </a:cubicBezTo>
                      <a:cubicBezTo>
                        <a:pt x="72" y="688"/>
                        <a:pt x="73" y="689"/>
                        <a:pt x="73" y="689"/>
                      </a:cubicBezTo>
                      <a:cubicBezTo>
                        <a:pt x="75" y="690"/>
                        <a:pt x="76" y="690"/>
                        <a:pt x="78" y="691"/>
                      </a:cubicBezTo>
                      <a:cubicBezTo>
                        <a:pt x="79" y="692"/>
                        <a:pt x="80" y="693"/>
                        <a:pt x="81" y="695"/>
                      </a:cubicBezTo>
                      <a:cubicBezTo>
                        <a:pt x="81" y="695"/>
                        <a:pt x="82" y="696"/>
                        <a:pt x="82" y="696"/>
                      </a:cubicBezTo>
                      <a:cubicBezTo>
                        <a:pt x="83" y="696"/>
                        <a:pt x="83" y="697"/>
                        <a:pt x="84" y="697"/>
                      </a:cubicBezTo>
                      <a:cubicBezTo>
                        <a:pt x="84" y="697"/>
                        <a:pt x="84" y="698"/>
                        <a:pt x="84" y="698"/>
                      </a:cubicBezTo>
                      <a:cubicBezTo>
                        <a:pt x="85" y="699"/>
                        <a:pt x="85" y="699"/>
                        <a:pt x="85" y="699"/>
                      </a:cubicBezTo>
                      <a:cubicBezTo>
                        <a:pt x="86" y="698"/>
                        <a:pt x="87" y="697"/>
                        <a:pt x="88" y="698"/>
                      </a:cubicBezTo>
                      <a:cubicBezTo>
                        <a:pt x="88" y="698"/>
                        <a:pt x="89" y="698"/>
                        <a:pt x="89" y="698"/>
                      </a:cubicBezTo>
                      <a:cubicBezTo>
                        <a:pt x="89" y="698"/>
                        <a:pt x="90" y="698"/>
                        <a:pt x="90" y="698"/>
                      </a:cubicBezTo>
                      <a:cubicBezTo>
                        <a:pt x="91" y="698"/>
                        <a:pt x="91" y="698"/>
                        <a:pt x="92" y="699"/>
                      </a:cubicBezTo>
                      <a:cubicBezTo>
                        <a:pt x="92" y="699"/>
                        <a:pt x="92" y="699"/>
                        <a:pt x="93" y="699"/>
                      </a:cubicBezTo>
                      <a:cubicBezTo>
                        <a:pt x="93" y="699"/>
                        <a:pt x="94" y="699"/>
                        <a:pt x="94" y="699"/>
                      </a:cubicBezTo>
                      <a:cubicBezTo>
                        <a:pt x="95" y="700"/>
                        <a:pt x="95" y="700"/>
                        <a:pt x="95" y="700"/>
                      </a:cubicBezTo>
                      <a:cubicBezTo>
                        <a:pt x="96" y="701"/>
                        <a:pt x="97" y="701"/>
                        <a:pt x="98" y="701"/>
                      </a:cubicBezTo>
                      <a:cubicBezTo>
                        <a:pt x="98" y="701"/>
                        <a:pt x="99" y="701"/>
                        <a:pt x="99" y="701"/>
                      </a:cubicBezTo>
                      <a:cubicBezTo>
                        <a:pt x="100" y="701"/>
                        <a:pt x="100" y="701"/>
                        <a:pt x="101" y="701"/>
                      </a:cubicBezTo>
                      <a:cubicBezTo>
                        <a:pt x="102" y="701"/>
                        <a:pt x="103" y="702"/>
                        <a:pt x="104" y="701"/>
                      </a:cubicBezTo>
                      <a:cubicBezTo>
                        <a:pt x="104" y="701"/>
                        <a:pt x="104" y="701"/>
                        <a:pt x="105" y="701"/>
                      </a:cubicBezTo>
                      <a:cubicBezTo>
                        <a:pt x="105" y="701"/>
                        <a:pt x="106" y="702"/>
                        <a:pt x="106" y="702"/>
                      </a:cubicBezTo>
                      <a:cubicBezTo>
                        <a:pt x="106" y="702"/>
                        <a:pt x="106" y="703"/>
                        <a:pt x="107" y="703"/>
                      </a:cubicBezTo>
                      <a:cubicBezTo>
                        <a:pt x="107" y="703"/>
                        <a:pt x="108" y="704"/>
                        <a:pt x="108" y="704"/>
                      </a:cubicBezTo>
                      <a:cubicBezTo>
                        <a:pt x="109" y="704"/>
                        <a:pt x="109" y="704"/>
                        <a:pt x="110" y="704"/>
                      </a:cubicBezTo>
                      <a:cubicBezTo>
                        <a:pt x="110" y="705"/>
                        <a:pt x="110" y="705"/>
                        <a:pt x="111" y="705"/>
                      </a:cubicBezTo>
                      <a:cubicBezTo>
                        <a:pt x="111" y="705"/>
                        <a:pt x="111" y="705"/>
                        <a:pt x="111" y="706"/>
                      </a:cubicBezTo>
                      <a:cubicBezTo>
                        <a:pt x="111" y="706"/>
                        <a:pt x="111" y="706"/>
                        <a:pt x="111" y="706"/>
                      </a:cubicBezTo>
                      <a:cubicBezTo>
                        <a:pt x="111" y="707"/>
                        <a:pt x="112" y="706"/>
                        <a:pt x="112" y="707"/>
                      </a:cubicBezTo>
                      <a:cubicBezTo>
                        <a:pt x="112" y="707"/>
                        <a:pt x="113" y="706"/>
                        <a:pt x="113" y="706"/>
                      </a:cubicBezTo>
                      <a:cubicBezTo>
                        <a:pt x="113" y="706"/>
                        <a:pt x="113" y="706"/>
                        <a:pt x="113" y="706"/>
                      </a:cubicBezTo>
                      <a:cubicBezTo>
                        <a:pt x="114" y="706"/>
                        <a:pt x="115" y="706"/>
                        <a:pt x="115" y="706"/>
                      </a:cubicBezTo>
                      <a:cubicBezTo>
                        <a:pt x="116" y="705"/>
                        <a:pt x="117" y="705"/>
                        <a:pt x="118" y="706"/>
                      </a:cubicBezTo>
                      <a:cubicBezTo>
                        <a:pt x="118" y="706"/>
                        <a:pt x="118" y="705"/>
                        <a:pt x="119" y="705"/>
                      </a:cubicBezTo>
                      <a:cubicBezTo>
                        <a:pt x="119" y="705"/>
                        <a:pt x="120" y="706"/>
                        <a:pt x="120" y="706"/>
                      </a:cubicBezTo>
                      <a:cubicBezTo>
                        <a:pt x="121" y="706"/>
                        <a:pt x="121" y="706"/>
                        <a:pt x="121" y="707"/>
                      </a:cubicBezTo>
                      <a:cubicBezTo>
                        <a:pt x="122" y="707"/>
                        <a:pt x="122" y="707"/>
                        <a:pt x="123" y="707"/>
                      </a:cubicBezTo>
                      <a:cubicBezTo>
                        <a:pt x="123" y="707"/>
                        <a:pt x="124" y="707"/>
                        <a:pt x="124" y="708"/>
                      </a:cubicBezTo>
                      <a:cubicBezTo>
                        <a:pt x="124" y="708"/>
                        <a:pt x="124" y="709"/>
                        <a:pt x="124" y="709"/>
                      </a:cubicBezTo>
                      <a:cubicBezTo>
                        <a:pt x="123" y="710"/>
                        <a:pt x="124" y="711"/>
                        <a:pt x="125" y="711"/>
                      </a:cubicBezTo>
                      <a:cubicBezTo>
                        <a:pt x="126" y="711"/>
                        <a:pt x="126" y="711"/>
                        <a:pt x="126" y="712"/>
                      </a:cubicBezTo>
                      <a:cubicBezTo>
                        <a:pt x="126" y="712"/>
                        <a:pt x="127" y="712"/>
                        <a:pt x="127" y="712"/>
                      </a:cubicBezTo>
                      <a:cubicBezTo>
                        <a:pt x="127" y="712"/>
                        <a:pt x="127" y="712"/>
                        <a:pt x="128" y="712"/>
                      </a:cubicBezTo>
                      <a:cubicBezTo>
                        <a:pt x="128" y="713"/>
                        <a:pt x="129" y="712"/>
                        <a:pt x="129" y="713"/>
                      </a:cubicBezTo>
                      <a:cubicBezTo>
                        <a:pt x="130" y="713"/>
                        <a:pt x="130" y="714"/>
                        <a:pt x="130" y="714"/>
                      </a:cubicBezTo>
                      <a:cubicBezTo>
                        <a:pt x="131" y="714"/>
                        <a:pt x="131" y="713"/>
                        <a:pt x="131" y="714"/>
                      </a:cubicBezTo>
                      <a:cubicBezTo>
                        <a:pt x="132" y="714"/>
                        <a:pt x="132" y="714"/>
                        <a:pt x="132" y="714"/>
                      </a:cubicBezTo>
                      <a:cubicBezTo>
                        <a:pt x="132" y="715"/>
                        <a:pt x="132" y="715"/>
                        <a:pt x="133" y="715"/>
                      </a:cubicBezTo>
                      <a:cubicBezTo>
                        <a:pt x="133" y="715"/>
                        <a:pt x="133" y="715"/>
                        <a:pt x="133" y="716"/>
                      </a:cubicBezTo>
                      <a:cubicBezTo>
                        <a:pt x="133" y="716"/>
                        <a:pt x="133" y="716"/>
                        <a:pt x="134" y="716"/>
                      </a:cubicBezTo>
                      <a:cubicBezTo>
                        <a:pt x="134" y="717"/>
                        <a:pt x="134" y="717"/>
                        <a:pt x="135" y="718"/>
                      </a:cubicBezTo>
                      <a:cubicBezTo>
                        <a:pt x="135" y="718"/>
                        <a:pt x="136" y="719"/>
                        <a:pt x="136" y="719"/>
                      </a:cubicBezTo>
                      <a:cubicBezTo>
                        <a:pt x="137" y="719"/>
                        <a:pt x="138" y="719"/>
                        <a:pt x="138" y="719"/>
                      </a:cubicBezTo>
                      <a:cubicBezTo>
                        <a:pt x="139" y="719"/>
                        <a:pt x="139" y="718"/>
                        <a:pt x="139" y="718"/>
                      </a:cubicBezTo>
                      <a:cubicBezTo>
                        <a:pt x="139" y="717"/>
                        <a:pt x="141" y="717"/>
                        <a:pt x="141" y="716"/>
                      </a:cubicBezTo>
                      <a:cubicBezTo>
                        <a:pt x="142" y="716"/>
                        <a:pt x="143" y="714"/>
                        <a:pt x="143" y="713"/>
                      </a:cubicBezTo>
                      <a:cubicBezTo>
                        <a:pt x="142" y="711"/>
                        <a:pt x="142" y="711"/>
                        <a:pt x="142" y="711"/>
                      </a:cubicBezTo>
                      <a:cubicBezTo>
                        <a:pt x="141" y="709"/>
                        <a:pt x="139" y="707"/>
                        <a:pt x="138" y="705"/>
                      </a:cubicBezTo>
                      <a:cubicBezTo>
                        <a:pt x="138" y="704"/>
                        <a:pt x="137" y="703"/>
                        <a:pt x="137" y="703"/>
                      </a:cubicBezTo>
                      <a:cubicBezTo>
                        <a:pt x="137" y="701"/>
                        <a:pt x="137" y="700"/>
                        <a:pt x="138" y="699"/>
                      </a:cubicBezTo>
                      <a:cubicBezTo>
                        <a:pt x="138" y="698"/>
                        <a:pt x="139" y="697"/>
                        <a:pt x="138" y="696"/>
                      </a:cubicBezTo>
                      <a:cubicBezTo>
                        <a:pt x="138" y="695"/>
                        <a:pt x="138" y="695"/>
                        <a:pt x="138" y="695"/>
                      </a:cubicBezTo>
                      <a:cubicBezTo>
                        <a:pt x="138" y="695"/>
                        <a:pt x="137" y="695"/>
                        <a:pt x="137" y="696"/>
                      </a:cubicBezTo>
                      <a:cubicBezTo>
                        <a:pt x="136" y="695"/>
                        <a:pt x="136" y="693"/>
                        <a:pt x="136" y="693"/>
                      </a:cubicBezTo>
                      <a:cubicBezTo>
                        <a:pt x="135" y="692"/>
                        <a:pt x="134" y="692"/>
                        <a:pt x="133" y="691"/>
                      </a:cubicBezTo>
                      <a:cubicBezTo>
                        <a:pt x="133" y="691"/>
                        <a:pt x="132" y="690"/>
                        <a:pt x="132" y="689"/>
                      </a:cubicBezTo>
                      <a:cubicBezTo>
                        <a:pt x="132" y="688"/>
                        <a:pt x="133" y="687"/>
                        <a:pt x="134" y="687"/>
                      </a:cubicBezTo>
                      <a:cubicBezTo>
                        <a:pt x="134" y="687"/>
                        <a:pt x="134" y="687"/>
                        <a:pt x="134" y="687"/>
                      </a:cubicBezTo>
                      <a:cubicBezTo>
                        <a:pt x="135" y="687"/>
                        <a:pt x="135" y="687"/>
                        <a:pt x="135" y="686"/>
                      </a:cubicBezTo>
                      <a:cubicBezTo>
                        <a:pt x="136" y="685"/>
                        <a:pt x="136" y="683"/>
                        <a:pt x="137" y="682"/>
                      </a:cubicBezTo>
                      <a:cubicBezTo>
                        <a:pt x="137" y="681"/>
                        <a:pt x="137" y="680"/>
                        <a:pt x="138" y="680"/>
                      </a:cubicBezTo>
                      <a:cubicBezTo>
                        <a:pt x="138" y="679"/>
                        <a:pt x="139" y="679"/>
                        <a:pt x="140" y="680"/>
                      </a:cubicBezTo>
                      <a:cubicBezTo>
                        <a:pt x="140" y="680"/>
                        <a:pt x="140" y="680"/>
                        <a:pt x="140" y="680"/>
                      </a:cubicBezTo>
                      <a:cubicBezTo>
                        <a:pt x="140" y="680"/>
                        <a:pt x="141" y="680"/>
                        <a:pt x="141" y="679"/>
                      </a:cubicBezTo>
                      <a:cubicBezTo>
                        <a:pt x="141" y="679"/>
                        <a:pt x="141" y="679"/>
                        <a:pt x="141" y="678"/>
                      </a:cubicBezTo>
                      <a:cubicBezTo>
                        <a:pt x="141" y="678"/>
                        <a:pt x="142" y="678"/>
                        <a:pt x="142" y="678"/>
                      </a:cubicBezTo>
                      <a:cubicBezTo>
                        <a:pt x="143" y="678"/>
                        <a:pt x="144" y="678"/>
                        <a:pt x="145" y="678"/>
                      </a:cubicBezTo>
                      <a:cubicBezTo>
                        <a:pt x="146" y="677"/>
                        <a:pt x="146" y="677"/>
                        <a:pt x="146" y="676"/>
                      </a:cubicBezTo>
                      <a:cubicBezTo>
                        <a:pt x="146" y="676"/>
                        <a:pt x="147" y="676"/>
                        <a:pt x="147" y="676"/>
                      </a:cubicBezTo>
                      <a:cubicBezTo>
                        <a:pt x="147" y="675"/>
                        <a:pt x="147" y="674"/>
                        <a:pt x="148" y="673"/>
                      </a:cubicBezTo>
                      <a:cubicBezTo>
                        <a:pt x="148" y="674"/>
                        <a:pt x="148" y="674"/>
                        <a:pt x="148" y="674"/>
                      </a:cubicBezTo>
                      <a:cubicBezTo>
                        <a:pt x="149" y="674"/>
                        <a:pt x="149" y="674"/>
                        <a:pt x="149" y="674"/>
                      </a:cubicBezTo>
                      <a:cubicBezTo>
                        <a:pt x="149" y="674"/>
                        <a:pt x="149" y="674"/>
                        <a:pt x="149" y="673"/>
                      </a:cubicBezTo>
                      <a:cubicBezTo>
                        <a:pt x="149" y="673"/>
                        <a:pt x="149" y="672"/>
                        <a:pt x="149" y="672"/>
                      </a:cubicBezTo>
                      <a:cubicBezTo>
                        <a:pt x="146" y="669"/>
                        <a:pt x="146" y="669"/>
                        <a:pt x="146" y="669"/>
                      </a:cubicBezTo>
                      <a:cubicBezTo>
                        <a:pt x="144" y="669"/>
                        <a:pt x="144" y="669"/>
                        <a:pt x="144" y="669"/>
                      </a:cubicBezTo>
                      <a:cubicBezTo>
                        <a:pt x="144" y="668"/>
                        <a:pt x="144" y="668"/>
                        <a:pt x="144" y="668"/>
                      </a:cubicBezTo>
                      <a:cubicBezTo>
                        <a:pt x="145" y="667"/>
                        <a:pt x="145" y="667"/>
                        <a:pt x="145" y="667"/>
                      </a:cubicBezTo>
                      <a:cubicBezTo>
                        <a:pt x="146" y="668"/>
                        <a:pt x="146" y="668"/>
                        <a:pt x="146" y="668"/>
                      </a:cubicBezTo>
                      <a:cubicBezTo>
                        <a:pt x="147" y="667"/>
                        <a:pt x="147" y="667"/>
                        <a:pt x="147" y="667"/>
                      </a:cubicBezTo>
                      <a:cubicBezTo>
                        <a:pt x="142" y="658"/>
                        <a:pt x="142" y="658"/>
                        <a:pt x="142" y="658"/>
                      </a:cubicBezTo>
                      <a:cubicBezTo>
                        <a:pt x="142" y="658"/>
                        <a:pt x="140" y="657"/>
                        <a:pt x="140" y="657"/>
                      </a:cubicBezTo>
                      <a:cubicBezTo>
                        <a:pt x="139" y="657"/>
                        <a:pt x="137" y="657"/>
                        <a:pt x="137" y="657"/>
                      </a:cubicBezTo>
                      <a:cubicBezTo>
                        <a:pt x="137" y="657"/>
                        <a:pt x="136" y="658"/>
                        <a:pt x="136" y="658"/>
                      </a:cubicBezTo>
                      <a:cubicBezTo>
                        <a:pt x="136" y="658"/>
                        <a:pt x="135" y="657"/>
                        <a:pt x="135" y="657"/>
                      </a:cubicBezTo>
                      <a:cubicBezTo>
                        <a:pt x="135" y="657"/>
                        <a:pt x="134" y="656"/>
                        <a:pt x="134" y="656"/>
                      </a:cubicBezTo>
                      <a:cubicBezTo>
                        <a:pt x="134" y="656"/>
                        <a:pt x="135" y="654"/>
                        <a:pt x="135" y="654"/>
                      </a:cubicBezTo>
                      <a:cubicBezTo>
                        <a:pt x="135" y="654"/>
                        <a:pt x="135" y="652"/>
                        <a:pt x="135" y="652"/>
                      </a:cubicBezTo>
                      <a:cubicBezTo>
                        <a:pt x="135" y="651"/>
                        <a:pt x="133" y="651"/>
                        <a:pt x="133" y="651"/>
                      </a:cubicBezTo>
                      <a:cubicBezTo>
                        <a:pt x="133" y="651"/>
                        <a:pt x="130" y="650"/>
                        <a:pt x="130" y="650"/>
                      </a:cubicBezTo>
                      <a:cubicBezTo>
                        <a:pt x="130" y="650"/>
                        <a:pt x="131" y="648"/>
                        <a:pt x="131" y="648"/>
                      </a:cubicBezTo>
                      <a:cubicBezTo>
                        <a:pt x="131" y="647"/>
                        <a:pt x="131" y="647"/>
                        <a:pt x="132" y="646"/>
                      </a:cubicBezTo>
                      <a:cubicBezTo>
                        <a:pt x="132" y="646"/>
                        <a:pt x="133" y="645"/>
                        <a:pt x="133" y="644"/>
                      </a:cubicBezTo>
                      <a:cubicBezTo>
                        <a:pt x="133" y="644"/>
                        <a:pt x="134" y="643"/>
                        <a:pt x="134" y="643"/>
                      </a:cubicBezTo>
                      <a:cubicBezTo>
                        <a:pt x="133" y="642"/>
                        <a:pt x="133" y="642"/>
                        <a:pt x="133" y="642"/>
                      </a:cubicBezTo>
                      <a:cubicBezTo>
                        <a:pt x="132" y="640"/>
                        <a:pt x="132" y="640"/>
                        <a:pt x="132" y="640"/>
                      </a:cubicBezTo>
                      <a:cubicBezTo>
                        <a:pt x="132" y="640"/>
                        <a:pt x="132" y="640"/>
                        <a:pt x="132" y="640"/>
                      </a:cubicBezTo>
                      <a:cubicBezTo>
                        <a:pt x="132" y="639"/>
                        <a:pt x="133" y="635"/>
                        <a:pt x="133" y="635"/>
                      </a:cubicBezTo>
                      <a:cubicBezTo>
                        <a:pt x="135" y="635"/>
                        <a:pt x="135" y="635"/>
                        <a:pt x="135" y="635"/>
                      </a:cubicBezTo>
                      <a:cubicBezTo>
                        <a:pt x="135" y="635"/>
                        <a:pt x="136" y="633"/>
                        <a:pt x="136" y="633"/>
                      </a:cubicBezTo>
                      <a:cubicBezTo>
                        <a:pt x="136" y="633"/>
                        <a:pt x="136" y="632"/>
                        <a:pt x="136" y="632"/>
                      </a:cubicBezTo>
                      <a:cubicBezTo>
                        <a:pt x="136" y="632"/>
                        <a:pt x="136" y="630"/>
                        <a:pt x="136" y="630"/>
                      </a:cubicBezTo>
                      <a:cubicBezTo>
                        <a:pt x="138" y="629"/>
                        <a:pt x="138" y="629"/>
                        <a:pt x="138" y="629"/>
                      </a:cubicBezTo>
                      <a:cubicBezTo>
                        <a:pt x="138" y="629"/>
                        <a:pt x="140" y="632"/>
                        <a:pt x="141" y="632"/>
                      </a:cubicBezTo>
                      <a:cubicBezTo>
                        <a:pt x="141" y="633"/>
                        <a:pt x="141" y="634"/>
                        <a:pt x="141" y="634"/>
                      </a:cubicBezTo>
                      <a:cubicBezTo>
                        <a:pt x="141" y="634"/>
                        <a:pt x="142" y="635"/>
                        <a:pt x="142" y="635"/>
                      </a:cubicBezTo>
                      <a:cubicBezTo>
                        <a:pt x="142" y="636"/>
                        <a:pt x="144" y="636"/>
                        <a:pt x="144" y="636"/>
                      </a:cubicBezTo>
                      <a:cubicBezTo>
                        <a:pt x="147" y="634"/>
                        <a:pt x="147" y="634"/>
                        <a:pt x="147" y="634"/>
                      </a:cubicBezTo>
                      <a:cubicBezTo>
                        <a:pt x="145" y="632"/>
                        <a:pt x="145" y="632"/>
                        <a:pt x="145" y="632"/>
                      </a:cubicBezTo>
                      <a:cubicBezTo>
                        <a:pt x="145" y="632"/>
                        <a:pt x="145" y="630"/>
                        <a:pt x="145" y="629"/>
                      </a:cubicBezTo>
                      <a:cubicBezTo>
                        <a:pt x="145" y="629"/>
                        <a:pt x="145" y="628"/>
                        <a:pt x="145" y="628"/>
                      </a:cubicBezTo>
                      <a:cubicBezTo>
                        <a:pt x="145" y="627"/>
                        <a:pt x="145" y="627"/>
                        <a:pt x="145" y="627"/>
                      </a:cubicBezTo>
                      <a:cubicBezTo>
                        <a:pt x="147" y="627"/>
                        <a:pt x="147" y="627"/>
                        <a:pt x="147" y="627"/>
                      </a:cubicBezTo>
                      <a:cubicBezTo>
                        <a:pt x="150" y="625"/>
                        <a:pt x="150" y="625"/>
                        <a:pt x="150" y="625"/>
                      </a:cubicBezTo>
                      <a:cubicBezTo>
                        <a:pt x="150" y="622"/>
                        <a:pt x="150" y="622"/>
                        <a:pt x="150" y="622"/>
                      </a:cubicBezTo>
                      <a:cubicBezTo>
                        <a:pt x="153" y="622"/>
                        <a:pt x="153" y="622"/>
                        <a:pt x="153" y="622"/>
                      </a:cubicBezTo>
                      <a:cubicBezTo>
                        <a:pt x="156" y="619"/>
                        <a:pt x="156" y="619"/>
                        <a:pt x="156" y="619"/>
                      </a:cubicBezTo>
                      <a:cubicBezTo>
                        <a:pt x="157" y="618"/>
                        <a:pt x="157" y="618"/>
                        <a:pt x="157" y="618"/>
                      </a:cubicBezTo>
                      <a:cubicBezTo>
                        <a:pt x="158" y="617"/>
                        <a:pt x="158" y="617"/>
                        <a:pt x="158" y="617"/>
                      </a:cubicBezTo>
                      <a:cubicBezTo>
                        <a:pt x="159" y="616"/>
                        <a:pt x="159" y="616"/>
                        <a:pt x="159" y="616"/>
                      </a:cubicBezTo>
                      <a:cubicBezTo>
                        <a:pt x="160" y="615"/>
                        <a:pt x="160" y="615"/>
                        <a:pt x="160" y="615"/>
                      </a:cubicBezTo>
                      <a:cubicBezTo>
                        <a:pt x="160" y="615"/>
                        <a:pt x="162" y="616"/>
                        <a:pt x="162" y="616"/>
                      </a:cubicBezTo>
                      <a:cubicBezTo>
                        <a:pt x="162" y="616"/>
                        <a:pt x="163" y="617"/>
                        <a:pt x="163" y="617"/>
                      </a:cubicBezTo>
                      <a:cubicBezTo>
                        <a:pt x="163" y="617"/>
                        <a:pt x="163" y="618"/>
                        <a:pt x="164" y="618"/>
                      </a:cubicBezTo>
                      <a:cubicBezTo>
                        <a:pt x="164" y="618"/>
                        <a:pt x="164" y="617"/>
                        <a:pt x="164" y="617"/>
                      </a:cubicBezTo>
                      <a:cubicBezTo>
                        <a:pt x="164" y="617"/>
                        <a:pt x="166" y="618"/>
                        <a:pt x="166" y="617"/>
                      </a:cubicBezTo>
                      <a:cubicBezTo>
                        <a:pt x="166" y="617"/>
                        <a:pt x="167" y="616"/>
                        <a:pt x="167" y="616"/>
                      </a:cubicBezTo>
                      <a:cubicBezTo>
                        <a:pt x="167" y="616"/>
                        <a:pt x="168" y="616"/>
                        <a:pt x="169" y="616"/>
                      </a:cubicBezTo>
                      <a:cubicBezTo>
                        <a:pt x="169" y="616"/>
                        <a:pt x="170" y="615"/>
                        <a:pt x="170" y="615"/>
                      </a:cubicBezTo>
                      <a:cubicBezTo>
                        <a:pt x="170" y="615"/>
                        <a:pt x="171" y="618"/>
                        <a:pt x="171" y="618"/>
                      </a:cubicBezTo>
                      <a:cubicBezTo>
                        <a:pt x="172" y="619"/>
                        <a:pt x="173" y="618"/>
                        <a:pt x="173" y="618"/>
                      </a:cubicBezTo>
                      <a:cubicBezTo>
                        <a:pt x="176" y="617"/>
                        <a:pt x="176" y="617"/>
                        <a:pt x="176" y="617"/>
                      </a:cubicBezTo>
                      <a:cubicBezTo>
                        <a:pt x="176" y="617"/>
                        <a:pt x="178" y="620"/>
                        <a:pt x="178" y="620"/>
                      </a:cubicBezTo>
                      <a:cubicBezTo>
                        <a:pt x="179" y="620"/>
                        <a:pt x="180" y="621"/>
                        <a:pt x="181" y="621"/>
                      </a:cubicBezTo>
                      <a:cubicBezTo>
                        <a:pt x="181" y="621"/>
                        <a:pt x="182" y="623"/>
                        <a:pt x="182" y="623"/>
                      </a:cubicBezTo>
                      <a:cubicBezTo>
                        <a:pt x="182" y="623"/>
                        <a:pt x="184" y="624"/>
                        <a:pt x="184" y="625"/>
                      </a:cubicBezTo>
                      <a:cubicBezTo>
                        <a:pt x="184" y="625"/>
                        <a:pt x="184" y="626"/>
                        <a:pt x="184" y="626"/>
                      </a:cubicBezTo>
                      <a:cubicBezTo>
                        <a:pt x="183" y="627"/>
                        <a:pt x="184" y="628"/>
                        <a:pt x="184" y="628"/>
                      </a:cubicBezTo>
                      <a:cubicBezTo>
                        <a:pt x="185" y="629"/>
                        <a:pt x="186" y="628"/>
                        <a:pt x="186" y="628"/>
                      </a:cubicBezTo>
                      <a:cubicBezTo>
                        <a:pt x="186" y="628"/>
                        <a:pt x="186" y="627"/>
                        <a:pt x="186" y="627"/>
                      </a:cubicBezTo>
                      <a:cubicBezTo>
                        <a:pt x="186" y="626"/>
                        <a:pt x="185" y="624"/>
                        <a:pt x="185" y="624"/>
                      </a:cubicBezTo>
                      <a:cubicBezTo>
                        <a:pt x="185" y="624"/>
                        <a:pt x="185" y="624"/>
                        <a:pt x="185" y="623"/>
                      </a:cubicBezTo>
                      <a:cubicBezTo>
                        <a:pt x="185" y="622"/>
                        <a:pt x="186" y="623"/>
                        <a:pt x="186" y="623"/>
                      </a:cubicBezTo>
                      <a:cubicBezTo>
                        <a:pt x="187" y="623"/>
                        <a:pt x="188" y="624"/>
                        <a:pt x="188" y="624"/>
                      </a:cubicBezTo>
                      <a:cubicBezTo>
                        <a:pt x="189" y="624"/>
                        <a:pt x="188" y="625"/>
                        <a:pt x="188" y="625"/>
                      </a:cubicBezTo>
                      <a:cubicBezTo>
                        <a:pt x="188" y="625"/>
                        <a:pt x="192" y="628"/>
                        <a:pt x="192" y="628"/>
                      </a:cubicBezTo>
                      <a:cubicBezTo>
                        <a:pt x="193" y="628"/>
                        <a:pt x="193" y="628"/>
                        <a:pt x="193" y="628"/>
                      </a:cubicBezTo>
                      <a:cubicBezTo>
                        <a:pt x="193" y="628"/>
                        <a:pt x="195" y="626"/>
                        <a:pt x="195" y="626"/>
                      </a:cubicBezTo>
                      <a:cubicBezTo>
                        <a:pt x="195" y="626"/>
                        <a:pt x="196" y="625"/>
                        <a:pt x="196" y="624"/>
                      </a:cubicBezTo>
                      <a:cubicBezTo>
                        <a:pt x="196" y="624"/>
                        <a:pt x="197" y="625"/>
                        <a:pt x="197" y="625"/>
                      </a:cubicBezTo>
                      <a:cubicBezTo>
                        <a:pt x="197" y="625"/>
                        <a:pt x="197" y="624"/>
                        <a:pt x="197" y="624"/>
                      </a:cubicBezTo>
                      <a:cubicBezTo>
                        <a:pt x="197" y="623"/>
                        <a:pt x="198" y="623"/>
                        <a:pt x="198" y="623"/>
                      </a:cubicBezTo>
                      <a:cubicBezTo>
                        <a:pt x="198" y="623"/>
                        <a:pt x="199" y="623"/>
                        <a:pt x="199" y="623"/>
                      </a:cubicBezTo>
                      <a:cubicBezTo>
                        <a:pt x="200" y="622"/>
                        <a:pt x="200" y="622"/>
                        <a:pt x="200" y="622"/>
                      </a:cubicBezTo>
                      <a:cubicBezTo>
                        <a:pt x="200" y="622"/>
                        <a:pt x="202" y="622"/>
                        <a:pt x="202" y="622"/>
                      </a:cubicBezTo>
                      <a:cubicBezTo>
                        <a:pt x="203" y="622"/>
                        <a:pt x="204" y="624"/>
                        <a:pt x="204" y="624"/>
                      </a:cubicBezTo>
                      <a:cubicBezTo>
                        <a:pt x="204" y="624"/>
                        <a:pt x="205" y="624"/>
                        <a:pt x="206" y="624"/>
                      </a:cubicBezTo>
                      <a:cubicBezTo>
                        <a:pt x="206" y="624"/>
                        <a:pt x="206" y="624"/>
                        <a:pt x="207" y="624"/>
                      </a:cubicBezTo>
                      <a:cubicBezTo>
                        <a:pt x="207" y="623"/>
                        <a:pt x="207" y="623"/>
                        <a:pt x="207" y="622"/>
                      </a:cubicBezTo>
                      <a:cubicBezTo>
                        <a:pt x="207" y="622"/>
                        <a:pt x="208" y="622"/>
                        <a:pt x="208" y="622"/>
                      </a:cubicBezTo>
                      <a:cubicBezTo>
                        <a:pt x="208" y="622"/>
                        <a:pt x="209" y="623"/>
                        <a:pt x="209" y="622"/>
                      </a:cubicBezTo>
                      <a:cubicBezTo>
                        <a:pt x="209" y="622"/>
                        <a:pt x="211" y="622"/>
                        <a:pt x="211" y="622"/>
                      </a:cubicBezTo>
                      <a:cubicBezTo>
                        <a:pt x="211" y="623"/>
                        <a:pt x="211" y="623"/>
                        <a:pt x="211" y="623"/>
                      </a:cubicBezTo>
                      <a:cubicBezTo>
                        <a:pt x="212" y="623"/>
                        <a:pt x="212" y="623"/>
                        <a:pt x="212" y="623"/>
                      </a:cubicBezTo>
                      <a:cubicBezTo>
                        <a:pt x="212" y="623"/>
                        <a:pt x="212" y="625"/>
                        <a:pt x="212" y="625"/>
                      </a:cubicBezTo>
                      <a:cubicBezTo>
                        <a:pt x="212" y="625"/>
                        <a:pt x="214" y="627"/>
                        <a:pt x="214" y="627"/>
                      </a:cubicBezTo>
                      <a:cubicBezTo>
                        <a:pt x="219" y="627"/>
                        <a:pt x="219" y="627"/>
                        <a:pt x="219" y="627"/>
                      </a:cubicBezTo>
                      <a:cubicBezTo>
                        <a:pt x="219" y="629"/>
                        <a:pt x="219" y="629"/>
                        <a:pt x="219" y="629"/>
                      </a:cubicBezTo>
                      <a:cubicBezTo>
                        <a:pt x="220" y="629"/>
                        <a:pt x="220" y="629"/>
                        <a:pt x="220" y="629"/>
                      </a:cubicBezTo>
                      <a:cubicBezTo>
                        <a:pt x="220" y="629"/>
                        <a:pt x="222" y="626"/>
                        <a:pt x="222" y="626"/>
                      </a:cubicBezTo>
                      <a:cubicBezTo>
                        <a:pt x="222" y="626"/>
                        <a:pt x="222" y="625"/>
                        <a:pt x="222" y="625"/>
                      </a:cubicBezTo>
                      <a:cubicBezTo>
                        <a:pt x="222" y="625"/>
                        <a:pt x="224" y="627"/>
                        <a:pt x="224" y="627"/>
                      </a:cubicBezTo>
                      <a:cubicBezTo>
                        <a:pt x="228" y="627"/>
                        <a:pt x="228" y="627"/>
                        <a:pt x="228" y="627"/>
                      </a:cubicBezTo>
                      <a:cubicBezTo>
                        <a:pt x="228" y="627"/>
                        <a:pt x="229" y="626"/>
                        <a:pt x="230" y="626"/>
                      </a:cubicBezTo>
                      <a:cubicBezTo>
                        <a:pt x="230" y="626"/>
                        <a:pt x="231" y="625"/>
                        <a:pt x="231" y="625"/>
                      </a:cubicBezTo>
                      <a:cubicBezTo>
                        <a:pt x="232" y="625"/>
                        <a:pt x="232" y="624"/>
                        <a:pt x="232" y="624"/>
                      </a:cubicBezTo>
                      <a:cubicBezTo>
                        <a:pt x="232" y="621"/>
                        <a:pt x="232" y="621"/>
                        <a:pt x="232" y="621"/>
                      </a:cubicBezTo>
                      <a:cubicBezTo>
                        <a:pt x="233" y="620"/>
                        <a:pt x="233" y="620"/>
                        <a:pt x="233" y="620"/>
                      </a:cubicBezTo>
                      <a:cubicBezTo>
                        <a:pt x="232" y="619"/>
                        <a:pt x="232" y="619"/>
                        <a:pt x="232" y="619"/>
                      </a:cubicBezTo>
                      <a:cubicBezTo>
                        <a:pt x="231" y="618"/>
                        <a:pt x="231" y="618"/>
                        <a:pt x="231" y="618"/>
                      </a:cubicBezTo>
                      <a:cubicBezTo>
                        <a:pt x="229" y="618"/>
                        <a:pt x="229" y="618"/>
                        <a:pt x="229" y="618"/>
                      </a:cubicBezTo>
                      <a:cubicBezTo>
                        <a:pt x="229" y="618"/>
                        <a:pt x="228" y="618"/>
                        <a:pt x="228" y="618"/>
                      </a:cubicBezTo>
                      <a:cubicBezTo>
                        <a:pt x="228" y="618"/>
                        <a:pt x="228" y="617"/>
                        <a:pt x="228" y="617"/>
                      </a:cubicBezTo>
                      <a:cubicBezTo>
                        <a:pt x="225" y="617"/>
                        <a:pt x="225" y="617"/>
                        <a:pt x="225" y="617"/>
                      </a:cubicBezTo>
                      <a:cubicBezTo>
                        <a:pt x="225" y="614"/>
                        <a:pt x="225" y="614"/>
                        <a:pt x="225" y="614"/>
                      </a:cubicBezTo>
                      <a:cubicBezTo>
                        <a:pt x="222" y="613"/>
                        <a:pt x="222" y="613"/>
                        <a:pt x="222" y="613"/>
                      </a:cubicBezTo>
                      <a:cubicBezTo>
                        <a:pt x="227" y="610"/>
                        <a:pt x="227" y="610"/>
                        <a:pt x="227" y="610"/>
                      </a:cubicBezTo>
                      <a:cubicBezTo>
                        <a:pt x="229" y="608"/>
                        <a:pt x="229" y="608"/>
                        <a:pt x="229" y="608"/>
                      </a:cubicBezTo>
                      <a:cubicBezTo>
                        <a:pt x="227" y="606"/>
                        <a:pt x="227" y="606"/>
                        <a:pt x="227" y="606"/>
                      </a:cubicBezTo>
                      <a:cubicBezTo>
                        <a:pt x="227" y="604"/>
                        <a:pt x="227" y="604"/>
                        <a:pt x="227" y="604"/>
                      </a:cubicBezTo>
                      <a:cubicBezTo>
                        <a:pt x="229" y="602"/>
                        <a:pt x="229" y="602"/>
                        <a:pt x="229" y="602"/>
                      </a:cubicBezTo>
                      <a:cubicBezTo>
                        <a:pt x="229" y="602"/>
                        <a:pt x="231" y="601"/>
                        <a:pt x="232" y="602"/>
                      </a:cubicBezTo>
                      <a:cubicBezTo>
                        <a:pt x="232" y="602"/>
                        <a:pt x="232" y="602"/>
                        <a:pt x="233" y="602"/>
                      </a:cubicBezTo>
                      <a:cubicBezTo>
                        <a:pt x="233" y="602"/>
                        <a:pt x="234" y="602"/>
                        <a:pt x="235" y="602"/>
                      </a:cubicBezTo>
                      <a:cubicBezTo>
                        <a:pt x="235" y="602"/>
                        <a:pt x="236" y="602"/>
                        <a:pt x="236" y="602"/>
                      </a:cubicBezTo>
                      <a:cubicBezTo>
                        <a:pt x="236" y="601"/>
                        <a:pt x="236" y="601"/>
                        <a:pt x="236" y="601"/>
                      </a:cubicBezTo>
                      <a:cubicBezTo>
                        <a:pt x="236" y="600"/>
                        <a:pt x="235" y="600"/>
                        <a:pt x="235" y="600"/>
                      </a:cubicBezTo>
                      <a:cubicBezTo>
                        <a:pt x="235" y="600"/>
                        <a:pt x="235" y="600"/>
                        <a:pt x="234" y="600"/>
                      </a:cubicBezTo>
                      <a:cubicBezTo>
                        <a:pt x="234" y="600"/>
                        <a:pt x="234" y="600"/>
                        <a:pt x="234" y="599"/>
                      </a:cubicBezTo>
                      <a:cubicBezTo>
                        <a:pt x="233" y="599"/>
                        <a:pt x="232" y="598"/>
                        <a:pt x="231" y="598"/>
                      </a:cubicBezTo>
                      <a:cubicBezTo>
                        <a:pt x="230" y="598"/>
                        <a:pt x="230" y="597"/>
                        <a:pt x="230" y="597"/>
                      </a:cubicBezTo>
                      <a:cubicBezTo>
                        <a:pt x="230" y="597"/>
                        <a:pt x="230" y="597"/>
                        <a:pt x="230" y="597"/>
                      </a:cubicBezTo>
                      <a:cubicBezTo>
                        <a:pt x="231" y="596"/>
                        <a:pt x="232" y="596"/>
                        <a:pt x="233" y="596"/>
                      </a:cubicBezTo>
                      <a:cubicBezTo>
                        <a:pt x="233" y="596"/>
                        <a:pt x="232" y="595"/>
                        <a:pt x="232" y="595"/>
                      </a:cubicBezTo>
                      <a:cubicBezTo>
                        <a:pt x="232" y="595"/>
                        <a:pt x="232" y="595"/>
                        <a:pt x="232" y="595"/>
                      </a:cubicBezTo>
                      <a:cubicBezTo>
                        <a:pt x="231" y="595"/>
                        <a:pt x="230" y="594"/>
                        <a:pt x="229" y="594"/>
                      </a:cubicBezTo>
                      <a:cubicBezTo>
                        <a:pt x="228" y="594"/>
                        <a:pt x="228" y="594"/>
                        <a:pt x="228" y="594"/>
                      </a:cubicBezTo>
                      <a:cubicBezTo>
                        <a:pt x="228" y="594"/>
                        <a:pt x="228" y="594"/>
                        <a:pt x="228" y="594"/>
                      </a:cubicBezTo>
                      <a:cubicBezTo>
                        <a:pt x="229" y="593"/>
                        <a:pt x="229" y="593"/>
                        <a:pt x="229" y="593"/>
                      </a:cubicBezTo>
                      <a:cubicBezTo>
                        <a:pt x="230" y="592"/>
                        <a:pt x="229" y="592"/>
                        <a:pt x="229" y="592"/>
                      </a:cubicBezTo>
                      <a:cubicBezTo>
                        <a:pt x="229" y="592"/>
                        <a:pt x="228" y="591"/>
                        <a:pt x="228" y="591"/>
                      </a:cubicBezTo>
                      <a:cubicBezTo>
                        <a:pt x="228" y="591"/>
                        <a:pt x="228" y="591"/>
                        <a:pt x="228" y="591"/>
                      </a:cubicBezTo>
                      <a:cubicBezTo>
                        <a:pt x="228" y="591"/>
                        <a:pt x="228" y="591"/>
                        <a:pt x="228" y="591"/>
                      </a:cubicBezTo>
                      <a:cubicBezTo>
                        <a:pt x="228" y="591"/>
                        <a:pt x="229" y="591"/>
                        <a:pt x="229" y="591"/>
                      </a:cubicBezTo>
                      <a:cubicBezTo>
                        <a:pt x="230" y="591"/>
                        <a:pt x="230" y="591"/>
                        <a:pt x="230" y="590"/>
                      </a:cubicBezTo>
                      <a:cubicBezTo>
                        <a:pt x="230" y="590"/>
                        <a:pt x="230" y="590"/>
                        <a:pt x="230" y="590"/>
                      </a:cubicBezTo>
                      <a:cubicBezTo>
                        <a:pt x="230" y="590"/>
                        <a:pt x="231" y="590"/>
                        <a:pt x="232" y="590"/>
                      </a:cubicBezTo>
                      <a:cubicBezTo>
                        <a:pt x="232" y="590"/>
                        <a:pt x="233" y="590"/>
                        <a:pt x="233" y="589"/>
                      </a:cubicBezTo>
                      <a:cubicBezTo>
                        <a:pt x="233" y="589"/>
                        <a:pt x="234" y="590"/>
                        <a:pt x="235" y="590"/>
                      </a:cubicBezTo>
                      <a:cubicBezTo>
                        <a:pt x="236" y="590"/>
                        <a:pt x="235" y="590"/>
                        <a:pt x="236" y="590"/>
                      </a:cubicBezTo>
                      <a:cubicBezTo>
                        <a:pt x="236" y="589"/>
                        <a:pt x="237" y="589"/>
                        <a:pt x="237" y="589"/>
                      </a:cubicBezTo>
                      <a:cubicBezTo>
                        <a:pt x="239" y="590"/>
                        <a:pt x="239" y="590"/>
                        <a:pt x="239" y="590"/>
                      </a:cubicBezTo>
                      <a:cubicBezTo>
                        <a:pt x="239" y="590"/>
                        <a:pt x="240" y="589"/>
                        <a:pt x="240" y="589"/>
                      </a:cubicBezTo>
                      <a:cubicBezTo>
                        <a:pt x="240" y="589"/>
                        <a:pt x="242" y="589"/>
                        <a:pt x="243" y="588"/>
                      </a:cubicBezTo>
                      <a:cubicBezTo>
                        <a:pt x="243" y="588"/>
                        <a:pt x="243" y="588"/>
                        <a:pt x="244" y="587"/>
                      </a:cubicBezTo>
                      <a:cubicBezTo>
                        <a:pt x="244" y="587"/>
                        <a:pt x="244" y="587"/>
                        <a:pt x="245" y="587"/>
                      </a:cubicBezTo>
                      <a:cubicBezTo>
                        <a:pt x="245" y="587"/>
                        <a:pt x="246" y="587"/>
                        <a:pt x="247" y="587"/>
                      </a:cubicBezTo>
                      <a:cubicBezTo>
                        <a:pt x="247" y="587"/>
                        <a:pt x="248" y="587"/>
                        <a:pt x="248" y="587"/>
                      </a:cubicBezTo>
                      <a:cubicBezTo>
                        <a:pt x="248" y="587"/>
                        <a:pt x="249" y="587"/>
                        <a:pt x="249" y="587"/>
                      </a:cubicBezTo>
                      <a:cubicBezTo>
                        <a:pt x="249" y="586"/>
                        <a:pt x="251" y="586"/>
                        <a:pt x="251" y="586"/>
                      </a:cubicBezTo>
                      <a:cubicBezTo>
                        <a:pt x="252" y="586"/>
                        <a:pt x="253" y="585"/>
                        <a:pt x="253" y="585"/>
                      </a:cubicBezTo>
                      <a:cubicBezTo>
                        <a:pt x="257" y="586"/>
                        <a:pt x="257" y="586"/>
                        <a:pt x="257" y="586"/>
                      </a:cubicBezTo>
                      <a:cubicBezTo>
                        <a:pt x="257" y="586"/>
                        <a:pt x="257" y="585"/>
                        <a:pt x="257" y="584"/>
                      </a:cubicBezTo>
                      <a:cubicBezTo>
                        <a:pt x="257" y="584"/>
                        <a:pt x="257" y="583"/>
                        <a:pt x="257" y="583"/>
                      </a:cubicBezTo>
                      <a:cubicBezTo>
                        <a:pt x="257" y="583"/>
                        <a:pt x="259" y="583"/>
                        <a:pt x="260" y="583"/>
                      </a:cubicBezTo>
                      <a:cubicBezTo>
                        <a:pt x="260" y="582"/>
                        <a:pt x="261" y="583"/>
                        <a:pt x="261" y="583"/>
                      </a:cubicBezTo>
                      <a:cubicBezTo>
                        <a:pt x="261" y="583"/>
                        <a:pt x="262" y="582"/>
                        <a:pt x="262" y="582"/>
                      </a:cubicBezTo>
                      <a:cubicBezTo>
                        <a:pt x="262" y="582"/>
                        <a:pt x="264" y="582"/>
                        <a:pt x="264" y="582"/>
                      </a:cubicBezTo>
                      <a:cubicBezTo>
                        <a:pt x="264" y="582"/>
                        <a:pt x="274" y="580"/>
                        <a:pt x="274" y="580"/>
                      </a:cubicBezTo>
                      <a:cubicBezTo>
                        <a:pt x="274" y="579"/>
                        <a:pt x="277" y="578"/>
                        <a:pt x="278" y="578"/>
                      </a:cubicBezTo>
                      <a:cubicBezTo>
                        <a:pt x="278" y="578"/>
                        <a:pt x="278" y="578"/>
                        <a:pt x="278" y="577"/>
                      </a:cubicBezTo>
                      <a:cubicBezTo>
                        <a:pt x="278" y="577"/>
                        <a:pt x="278" y="577"/>
                        <a:pt x="278" y="576"/>
                      </a:cubicBezTo>
                      <a:cubicBezTo>
                        <a:pt x="277" y="576"/>
                        <a:pt x="278" y="576"/>
                        <a:pt x="278" y="576"/>
                      </a:cubicBezTo>
                      <a:cubicBezTo>
                        <a:pt x="278" y="576"/>
                        <a:pt x="280" y="575"/>
                        <a:pt x="280" y="575"/>
                      </a:cubicBezTo>
                      <a:cubicBezTo>
                        <a:pt x="281" y="575"/>
                        <a:pt x="281" y="574"/>
                        <a:pt x="281" y="574"/>
                      </a:cubicBezTo>
                      <a:cubicBezTo>
                        <a:pt x="281" y="574"/>
                        <a:pt x="283" y="574"/>
                        <a:pt x="283" y="574"/>
                      </a:cubicBezTo>
                      <a:cubicBezTo>
                        <a:pt x="283" y="574"/>
                        <a:pt x="284" y="574"/>
                        <a:pt x="284" y="574"/>
                      </a:cubicBezTo>
                      <a:cubicBezTo>
                        <a:pt x="287" y="574"/>
                        <a:pt x="287" y="574"/>
                        <a:pt x="287" y="574"/>
                      </a:cubicBezTo>
                      <a:cubicBezTo>
                        <a:pt x="287" y="574"/>
                        <a:pt x="289" y="576"/>
                        <a:pt x="290" y="576"/>
                      </a:cubicBezTo>
                      <a:cubicBezTo>
                        <a:pt x="290" y="576"/>
                        <a:pt x="291" y="576"/>
                        <a:pt x="291" y="576"/>
                      </a:cubicBezTo>
                      <a:cubicBezTo>
                        <a:pt x="291" y="576"/>
                        <a:pt x="292" y="575"/>
                        <a:pt x="292" y="575"/>
                      </a:cubicBezTo>
                      <a:cubicBezTo>
                        <a:pt x="292" y="575"/>
                        <a:pt x="293" y="575"/>
                        <a:pt x="294" y="575"/>
                      </a:cubicBezTo>
                      <a:cubicBezTo>
                        <a:pt x="295" y="575"/>
                        <a:pt x="296" y="576"/>
                        <a:pt x="296" y="576"/>
                      </a:cubicBezTo>
                      <a:cubicBezTo>
                        <a:pt x="296" y="577"/>
                        <a:pt x="296" y="578"/>
                        <a:pt x="296" y="578"/>
                      </a:cubicBezTo>
                      <a:cubicBezTo>
                        <a:pt x="296" y="578"/>
                        <a:pt x="296" y="579"/>
                        <a:pt x="296" y="579"/>
                      </a:cubicBezTo>
                      <a:cubicBezTo>
                        <a:pt x="296" y="580"/>
                        <a:pt x="296" y="581"/>
                        <a:pt x="296" y="581"/>
                      </a:cubicBezTo>
                      <a:cubicBezTo>
                        <a:pt x="296" y="581"/>
                        <a:pt x="297" y="582"/>
                        <a:pt x="298" y="582"/>
                      </a:cubicBezTo>
                      <a:cubicBezTo>
                        <a:pt x="299" y="583"/>
                        <a:pt x="298" y="584"/>
                        <a:pt x="298" y="584"/>
                      </a:cubicBezTo>
                      <a:cubicBezTo>
                        <a:pt x="298" y="584"/>
                        <a:pt x="296" y="586"/>
                        <a:pt x="296" y="586"/>
                      </a:cubicBezTo>
                      <a:cubicBezTo>
                        <a:pt x="296" y="586"/>
                        <a:pt x="296" y="587"/>
                        <a:pt x="297" y="588"/>
                      </a:cubicBezTo>
                      <a:cubicBezTo>
                        <a:pt x="298" y="588"/>
                        <a:pt x="298" y="588"/>
                        <a:pt x="298" y="588"/>
                      </a:cubicBezTo>
                      <a:cubicBezTo>
                        <a:pt x="298" y="588"/>
                        <a:pt x="300" y="588"/>
                        <a:pt x="300" y="588"/>
                      </a:cubicBezTo>
                      <a:cubicBezTo>
                        <a:pt x="300" y="589"/>
                        <a:pt x="301" y="588"/>
                        <a:pt x="302" y="588"/>
                      </a:cubicBezTo>
                      <a:cubicBezTo>
                        <a:pt x="302" y="588"/>
                        <a:pt x="303" y="588"/>
                        <a:pt x="303" y="588"/>
                      </a:cubicBezTo>
                      <a:cubicBezTo>
                        <a:pt x="304" y="587"/>
                        <a:pt x="303" y="586"/>
                        <a:pt x="303" y="586"/>
                      </a:cubicBezTo>
                      <a:cubicBezTo>
                        <a:pt x="304" y="585"/>
                        <a:pt x="304" y="586"/>
                        <a:pt x="305" y="586"/>
                      </a:cubicBezTo>
                      <a:cubicBezTo>
                        <a:pt x="306" y="587"/>
                        <a:pt x="305" y="588"/>
                        <a:pt x="305" y="588"/>
                      </a:cubicBezTo>
                      <a:cubicBezTo>
                        <a:pt x="305" y="589"/>
                        <a:pt x="305" y="590"/>
                        <a:pt x="306" y="590"/>
                      </a:cubicBezTo>
                      <a:cubicBezTo>
                        <a:pt x="306" y="590"/>
                        <a:pt x="307" y="590"/>
                        <a:pt x="307" y="589"/>
                      </a:cubicBezTo>
                      <a:cubicBezTo>
                        <a:pt x="307" y="589"/>
                        <a:pt x="307" y="589"/>
                        <a:pt x="308" y="589"/>
                      </a:cubicBezTo>
                      <a:cubicBezTo>
                        <a:pt x="308" y="588"/>
                        <a:pt x="309" y="589"/>
                        <a:pt x="309" y="589"/>
                      </a:cubicBezTo>
                      <a:cubicBezTo>
                        <a:pt x="310" y="589"/>
                        <a:pt x="310" y="589"/>
                        <a:pt x="310" y="589"/>
                      </a:cubicBezTo>
                      <a:cubicBezTo>
                        <a:pt x="312" y="590"/>
                        <a:pt x="312" y="590"/>
                        <a:pt x="312" y="590"/>
                      </a:cubicBezTo>
                      <a:cubicBezTo>
                        <a:pt x="312" y="590"/>
                        <a:pt x="313" y="590"/>
                        <a:pt x="314" y="589"/>
                      </a:cubicBezTo>
                      <a:cubicBezTo>
                        <a:pt x="315" y="588"/>
                        <a:pt x="315" y="590"/>
                        <a:pt x="315" y="590"/>
                      </a:cubicBezTo>
                      <a:cubicBezTo>
                        <a:pt x="315" y="590"/>
                        <a:pt x="315" y="591"/>
                        <a:pt x="314" y="591"/>
                      </a:cubicBezTo>
                      <a:cubicBezTo>
                        <a:pt x="313" y="592"/>
                        <a:pt x="314" y="592"/>
                        <a:pt x="313" y="592"/>
                      </a:cubicBezTo>
                      <a:cubicBezTo>
                        <a:pt x="313" y="592"/>
                        <a:pt x="312" y="592"/>
                        <a:pt x="312" y="593"/>
                      </a:cubicBezTo>
                      <a:cubicBezTo>
                        <a:pt x="312" y="593"/>
                        <a:pt x="312" y="594"/>
                        <a:pt x="312" y="595"/>
                      </a:cubicBezTo>
                      <a:cubicBezTo>
                        <a:pt x="312" y="595"/>
                        <a:pt x="314" y="596"/>
                        <a:pt x="314" y="596"/>
                      </a:cubicBezTo>
                      <a:cubicBezTo>
                        <a:pt x="314" y="595"/>
                        <a:pt x="314" y="595"/>
                        <a:pt x="314" y="595"/>
                      </a:cubicBezTo>
                      <a:cubicBezTo>
                        <a:pt x="314" y="595"/>
                        <a:pt x="315" y="594"/>
                        <a:pt x="315" y="594"/>
                      </a:cubicBezTo>
                      <a:cubicBezTo>
                        <a:pt x="315" y="593"/>
                        <a:pt x="317" y="594"/>
                        <a:pt x="317" y="594"/>
                      </a:cubicBezTo>
                      <a:cubicBezTo>
                        <a:pt x="318" y="595"/>
                        <a:pt x="319" y="596"/>
                        <a:pt x="319" y="596"/>
                      </a:cubicBezTo>
                      <a:cubicBezTo>
                        <a:pt x="320" y="596"/>
                        <a:pt x="320" y="595"/>
                        <a:pt x="320" y="594"/>
                      </a:cubicBezTo>
                      <a:cubicBezTo>
                        <a:pt x="320" y="594"/>
                        <a:pt x="320" y="594"/>
                        <a:pt x="320" y="594"/>
                      </a:cubicBezTo>
                      <a:cubicBezTo>
                        <a:pt x="321" y="593"/>
                        <a:pt x="321" y="594"/>
                        <a:pt x="322" y="593"/>
                      </a:cubicBezTo>
                      <a:cubicBezTo>
                        <a:pt x="322" y="593"/>
                        <a:pt x="322" y="592"/>
                        <a:pt x="322" y="592"/>
                      </a:cubicBezTo>
                      <a:cubicBezTo>
                        <a:pt x="322" y="592"/>
                        <a:pt x="322" y="592"/>
                        <a:pt x="323" y="592"/>
                      </a:cubicBezTo>
                      <a:cubicBezTo>
                        <a:pt x="324" y="593"/>
                        <a:pt x="324" y="592"/>
                        <a:pt x="324" y="592"/>
                      </a:cubicBezTo>
                      <a:cubicBezTo>
                        <a:pt x="324" y="592"/>
                        <a:pt x="326" y="592"/>
                        <a:pt x="326" y="591"/>
                      </a:cubicBezTo>
                      <a:cubicBezTo>
                        <a:pt x="326" y="591"/>
                        <a:pt x="326" y="590"/>
                        <a:pt x="326" y="590"/>
                      </a:cubicBezTo>
                      <a:cubicBezTo>
                        <a:pt x="327" y="588"/>
                        <a:pt x="327" y="588"/>
                        <a:pt x="327" y="588"/>
                      </a:cubicBezTo>
                      <a:cubicBezTo>
                        <a:pt x="327" y="588"/>
                        <a:pt x="327" y="588"/>
                        <a:pt x="328" y="588"/>
                      </a:cubicBezTo>
                      <a:cubicBezTo>
                        <a:pt x="329" y="588"/>
                        <a:pt x="329" y="588"/>
                        <a:pt x="330" y="588"/>
                      </a:cubicBezTo>
                      <a:cubicBezTo>
                        <a:pt x="330" y="588"/>
                        <a:pt x="332" y="587"/>
                        <a:pt x="332" y="587"/>
                      </a:cubicBezTo>
                      <a:cubicBezTo>
                        <a:pt x="332" y="587"/>
                        <a:pt x="332" y="586"/>
                        <a:pt x="332" y="586"/>
                      </a:cubicBezTo>
                      <a:cubicBezTo>
                        <a:pt x="333" y="586"/>
                        <a:pt x="334" y="586"/>
                        <a:pt x="335" y="586"/>
                      </a:cubicBezTo>
                      <a:cubicBezTo>
                        <a:pt x="335" y="586"/>
                        <a:pt x="335" y="585"/>
                        <a:pt x="335" y="585"/>
                      </a:cubicBezTo>
                      <a:cubicBezTo>
                        <a:pt x="335" y="585"/>
                        <a:pt x="336" y="585"/>
                        <a:pt x="336" y="585"/>
                      </a:cubicBezTo>
                      <a:cubicBezTo>
                        <a:pt x="336" y="585"/>
                        <a:pt x="336" y="586"/>
                        <a:pt x="336" y="586"/>
                      </a:cubicBezTo>
                      <a:cubicBezTo>
                        <a:pt x="336" y="586"/>
                        <a:pt x="336" y="587"/>
                        <a:pt x="336" y="587"/>
                      </a:cubicBezTo>
                      <a:cubicBezTo>
                        <a:pt x="336" y="587"/>
                        <a:pt x="335" y="588"/>
                        <a:pt x="335" y="588"/>
                      </a:cubicBezTo>
                      <a:cubicBezTo>
                        <a:pt x="333" y="588"/>
                        <a:pt x="333" y="588"/>
                        <a:pt x="333" y="588"/>
                      </a:cubicBezTo>
                      <a:cubicBezTo>
                        <a:pt x="333" y="589"/>
                        <a:pt x="333" y="589"/>
                        <a:pt x="333" y="589"/>
                      </a:cubicBezTo>
                      <a:cubicBezTo>
                        <a:pt x="343" y="598"/>
                        <a:pt x="343" y="598"/>
                        <a:pt x="343" y="598"/>
                      </a:cubicBezTo>
                      <a:cubicBezTo>
                        <a:pt x="358" y="626"/>
                        <a:pt x="358" y="626"/>
                        <a:pt x="358" y="626"/>
                      </a:cubicBezTo>
                      <a:cubicBezTo>
                        <a:pt x="358" y="624"/>
                        <a:pt x="358" y="624"/>
                        <a:pt x="358" y="624"/>
                      </a:cubicBezTo>
                      <a:cubicBezTo>
                        <a:pt x="360" y="624"/>
                        <a:pt x="360" y="624"/>
                        <a:pt x="360" y="624"/>
                      </a:cubicBezTo>
                      <a:cubicBezTo>
                        <a:pt x="360" y="624"/>
                        <a:pt x="361" y="623"/>
                        <a:pt x="361" y="623"/>
                      </a:cubicBezTo>
                      <a:cubicBezTo>
                        <a:pt x="361" y="622"/>
                        <a:pt x="361" y="622"/>
                        <a:pt x="360" y="622"/>
                      </a:cubicBezTo>
                      <a:cubicBezTo>
                        <a:pt x="360" y="621"/>
                        <a:pt x="361" y="621"/>
                        <a:pt x="361" y="621"/>
                      </a:cubicBezTo>
                      <a:cubicBezTo>
                        <a:pt x="361" y="621"/>
                        <a:pt x="363" y="620"/>
                        <a:pt x="363" y="620"/>
                      </a:cubicBezTo>
                      <a:cubicBezTo>
                        <a:pt x="364" y="621"/>
                        <a:pt x="365" y="621"/>
                        <a:pt x="365" y="621"/>
                      </a:cubicBezTo>
                      <a:cubicBezTo>
                        <a:pt x="365" y="621"/>
                        <a:pt x="365" y="622"/>
                        <a:pt x="365" y="623"/>
                      </a:cubicBezTo>
                      <a:cubicBezTo>
                        <a:pt x="365" y="623"/>
                        <a:pt x="365" y="623"/>
                        <a:pt x="365" y="623"/>
                      </a:cubicBezTo>
                      <a:cubicBezTo>
                        <a:pt x="365" y="624"/>
                        <a:pt x="367" y="624"/>
                        <a:pt x="367" y="624"/>
                      </a:cubicBezTo>
                      <a:cubicBezTo>
                        <a:pt x="367" y="624"/>
                        <a:pt x="367" y="624"/>
                        <a:pt x="367" y="625"/>
                      </a:cubicBezTo>
                      <a:cubicBezTo>
                        <a:pt x="367" y="625"/>
                        <a:pt x="367" y="625"/>
                        <a:pt x="368" y="626"/>
                      </a:cubicBezTo>
                      <a:cubicBezTo>
                        <a:pt x="368" y="626"/>
                        <a:pt x="369" y="625"/>
                        <a:pt x="369" y="625"/>
                      </a:cubicBezTo>
                      <a:cubicBezTo>
                        <a:pt x="369" y="625"/>
                        <a:pt x="370" y="625"/>
                        <a:pt x="371" y="625"/>
                      </a:cubicBezTo>
                      <a:cubicBezTo>
                        <a:pt x="371" y="626"/>
                        <a:pt x="372" y="626"/>
                        <a:pt x="373" y="626"/>
                      </a:cubicBezTo>
                      <a:cubicBezTo>
                        <a:pt x="373" y="626"/>
                        <a:pt x="374" y="626"/>
                        <a:pt x="374" y="626"/>
                      </a:cubicBezTo>
                      <a:cubicBezTo>
                        <a:pt x="374" y="626"/>
                        <a:pt x="375" y="626"/>
                        <a:pt x="375" y="625"/>
                      </a:cubicBezTo>
                      <a:cubicBezTo>
                        <a:pt x="375" y="625"/>
                        <a:pt x="376" y="624"/>
                        <a:pt x="376" y="624"/>
                      </a:cubicBezTo>
                      <a:cubicBezTo>
                        <a:pt x="376" y="624"/>
                        <a:pt x="376" y="624"/>
                        <a:pt x="376" y="624"/>
                      </a:cubicBezTo>
                      <a:cubicBezTo>
                        <a:pt x="376" y="624"/>
                        <a:pt x="376" y="624"/>
                        <a:pt x="376" y="624"/>
                      </a:cubicBezTo>
                      <a:cubicBezTo>
                        <a:pt x="376" y="624"/>
                        <a:pt x="376" y="625"/>
                        <a:pt x="376" y="625"/>
                      </a:cubicBezTo>
                      <a:cubicBezTo>
                        <a:pt x="376" y="625"/>
                        <a:pt x="378" y="625"/>
                        <a:pt x="378" y="624"/>
                      </a:cubicBezTo>
                      <a:cubicBezTo>
                        <a:pt x="378" y="624"/>
                        <a:pt x="378" y="623"/>
                        <a:pt x="378" y="623"/>
                      </a:cubicBezTo>
                      <a:cubicBezTo>
                        <a:pt x="380" y="623"/>
                        <a:pt x="380" y="623"/>
                        <a:pt x="380" y="623"/>
                      </a:cubicBezTo>
                      <a:cubicBezTo>
                        <a:pt x="381" y="624"/>
                        <a:pt x="381" y="624"/>
                        <a:pt x="381" y="624"/>
                      </a:cubicBezTo>
                      <a:cubicBezTo>
                        <a:pt x="381" y="624"/>
                        <a:pt x="383" y="624"/>
                        <a:pt x="383" y="625"/>
                      </a:cubicBezTo>
                      <a:cubicBezTo>
                        <a:pt x="383" y="625"/>
                        <a:pt x="384" y="626"/>
                        <a:pt x="384" y="626"/>
                      </a:cubicBezTo>
                      <a:cubicBezTo>
                        <a:pt x="384" y="627"/>
                        <a:pt x="385" y="628"/>
                        <a:pt x="385" y="628"/>
                      </a:cubicBezTo>
                      <a:cubicBezTo>
                        <a:pt x="385" y="628"/>
                        <a:pt x="386" y="630"/>
                        <a:pt x="386" y="630"/>
                      </a:cubicBezTo>
                      <a:cubicBezTo>
                        <a:pt x="386" y="630"/>
                        <a:pt x="386" y="632"/>
                        <a:pt x="386" y="632"/>
                      </a:cubicBezTo>
                      <a:cubicBezTo>
                        <a:pt x="386" y="632"/>
                        <a:pt x="388" y="631"/>
                        <a:pt x="389" y="631"/>
                      </a:cubicBezTo>
                      <a:cubicBezTo>
                        <a:pt x="389" y="631"/>
                        <a:pt x="390" y="632"/>
                        <a:pt x="390" y="632"/>
                      </a:cubicBezTo>
                      <a:cubicBezTo>
                        <a:pt x="390" y="632"/>
                        <a:pt x="392" y="633"/>
                        <a:pt x="392" y="633"/>
                      </a:cubicBezTo>
                      <a:cubicBezTo>
                        <a:pt x="392" y="633"/>
                        <a:pt x="392" y="634"/>
                        <a:pt x="392" y="635"/>
                      </a:cubicBezTo>
                      <a:cubicBezTo>
                        <a:pt x="392" y="635"/>
                        <a:pt x="392" y="636"/>
                        <a:pt x="392" y="636"/>
                      </a:cubicBezTo>
                      <a:cubicBezTo>
                        <a:pt x="392" y="636"/>
                        <a:pt x="392" y="637"/>
                        <a:pt x="393" y="637"/>
                      </a:cubicBezTo>
                      <a:cubicBezTo>
                        <a:pt x="393" y="638"/>
                        <a:pt x="394" y="638"/>
                        <a:pt x="394" y="638"/>
                      </a:cubicBezTo>
                      <a:cubicBezTo>
                        <a:pt x="394" y="638"/>
                        <a:pt x="395" y="638"/>
                        <a:pt x="396" y="638"/>
                      </a:cubicBezTo>
                      <a:cubicBezTo>
                        <a:pt x="397" y="639"/>
                        <a:pt x="397" y="639"/>
                        <a:pt x="398" y="639"/>
                      </a:cubicBezTo>
                      <a:cubicBezTo>
                        <a:pt x="399" y="639"/>
                        <a:pt x="399" y="639"/>
                        <a:pt x="400" y="639"/>
                      </a:cubicBezTo>
                      <a:cubicBezTo>
                        <a:pt x="400" y="639"/>
                        <a:pt x="400" y="638"/>
                        <a:pt x="400" y="638"/>
                      </a:cubicBezTo>
                      <a:cubicBezTo>
                        <a:pt x="401" y="637"/>
                        <a:pt x="402" y="636"/>
                        <a:pt x="402" y="636"/>
                      </a:cubicBezTo>
                      <a:cubicBezTo>
                        <a:pt x="402" y="636"/>
                        <a:pt x="403" y="636"/>
                        <a:pt x="403" y="636"/>
                      </a:cubicBezTo>
                      <a:cubicBezTo>
                        <a:pt x="403" y="636"/>
                        <a:pt x="402" y="637"/>
                        <a:pt x="402" y="638"/>
                      </a:cubicBezTo>
                      <a:cubicBezTo>
                        <a:pt x="402" y="638"/>
                        <a:pt x="403" y="638"/>
                        <a:pt x="403" y="639"/>
                      </a:cubicBezTo>
                      <a:cubicBezTo>
                        <a:pt x="403" y="639"/>
                        <a:pt x="404" y="640"/>
                        <a:pt x="404" y="640"/>
                      </a:cubicBezTo>
                      <a:cubicBezTo>
                        <a:pt x="404" y="640"/>
                        <a:pt x="405" y="641"/>
                        <a:pt x="405" y="641"/>
                      </a:cubicBezTo>
                      <a:cubicBezTo>
                        <a:pt x="405" y="641"/>
                        <a:pt x="406" y="642"/>
                        <a:pt x="406" y="642"/>
                      </a:cubicBezTo>
                      <a:cubicBezTo>
                        <a:pt x="407" y="643"/>
                        <a:pt x="407" y="643"/>
                        <a:pt x="407" y="643"/>
                      </a:cubicBezTo>
                      <a:cubicBezTo>
                        <a:pt x="410" y="643"/>
                        <a:pt x="410" y="643"/>
                        <a:pt x="410" y="643"/>
                      </a:cubicBezTo>
                      <a:cubicBezTo>
                        <a:pt x="411" y="642"/>
                        <a:pt x="411" y="642"/>
                        <a:pt x="411" y="642"/>
                      </a:cubicBezTo>
                      <a:cubicBezTo>
                        <a:pt x="412" y="642"/>
                        <a:pt x="412" y="642"/>
                        <a:pt x="412" y="642"/>
                      </a:cubicBezTo>
                      <a:cubicBezTo>
                        <a:pt x="413" y="640"/>
                        <a:pt x="413" y="640"/>
                        <a:pt x="413" y="640"/>
                      </a:cubicBezTo>
                      <a:cubicBezTo>
                        <a:pt x="413" y="640"/>
                        <a:pt x="415" y="640"/>
                        <a:pt x="415" y="640"/>
                      </a:cubicBezTo>
                      <a:cubicBezTo>
                        <a:pt x="415" y="640"/>
                        <a:pt x="417" y="640"/>
                        <a:pt x="417" y="640"/>
                      </a:cubicBezTo>
                      <a:cubicBezTo>
                        <a:pt x="418" y="639"/>
                        <a:pt x="418" y="639"/>
                        <a:pt x="418" y="639"/>
                      </a:cubicBezTo>
                      <a:cubicBezTo>
                        <a:pt x="418" y="639"/>
                        <a:pt x="418" y="639"/>
                        <a:pt x="418" y="639"/>
                      </a:cubicBezTo>
                      <a:cubicBezTo>
                        <a:pt x="419" y="639"/>
                        <a:pt x="419" y="639"/>
                        <a:pt x="419" y="639"/>
                      </a:cubicBezTo>
                      <a:cubicBezTo>
                        <a:pt x="419" y="639"/>
                        <a:pt x="420" y="638"/>
                        <a:pt x="420" y="638"/>
                      </a:cubicBezTo>
                      <a:cubicBezTo>
                        <a:pt x="420" y="638"/>
                        <a:pt x="421" y="638"/>
                        <a:pt x="421" y="638"/>
                      </a:cubicBezTo>
                      <a:cubicBezTo>
                        <a:pt x="422" y="638"/>
                        <a:pt x="422" y="638"/>
                        <a:pt x="423" y="638"/>
                      </a:cubicBezTo>
                      <a:cubicBezTo>
                        <a:pt x="423" y="638"/>
                        <a:pt x="423" y="637"/>
                        <a:pt x="423" y="637"/>
                      </a:cubicBezTo>
                      <a:cubicBezTo>
                        <a:pt x="423" y="637"/>
                        <a:pt x="423" y="636"/>
                        <a:pt x="423" y="636"/>
                      </a:cubicBezTo>
                      <a:cubicBezTo>
                        <a:pt x="422" y="636"/>
                        <a:pt x="423" y="635"/>
                        <a:pt x="423" y="635"/>
                      </a:cubicBezTo>
                      <a:cubicBezTo>
                        <a:pt x="423" y="635"/>
                        <a:pt x="423" y="635"/>
                        <a:pt x="423" y="635"/>
                      </a:cubicBezTo>
                      <a:cubicBezTo>
                        <a:pt x="423" y="635"/>
                        <a:pt x="425" y="634"/>
                        <a:pt x="425" y="634"/>
                      </a:cubicBezTo>
                      <a:cubicBezTo>
                        <a:pt x="425" y="634"/>
                        <a:pt x="427" y="633"/>
                        <a:pt x="427" y="633"/>
                      </a:cubicBezTo>
                      <a:cubicBezTo>
                        <a:pt x="427" y="632"/>
                        <a:pt x="428" y="632"/>
                        <a:pt x="428" y="632"/>
                      </a:cubicBezTo>
                      <a:cubicBezTo>
                        <a:pt x="430" y="631"/>
                        <a:pt x="430" y="631"/>
                        <a:pt x="430" y="631"/>
                      </a:cubicBezTo>
                      <a:cubicBezTo>
                        <a:pt x="430" y="631"/>
                        <a:pt x="430" y="631"/>
                        <a:pt x="430" y="631"/>
                      </a:cubicBezTo>
                      <a:cubicBezTo>
                        <a:pt x="432" y="629"/>
                        <a:pt x="432" y="629"/>
                        <a:pt x="432" y="629"/>
                      </a:cubicBezTo>
                      <a:cubicBezTo>
                        <a:pt x="435" y="629"/>
                        <a:pt x="435" y="629"/>
                        <a:pt x="435" y="629"/>
                      </a:cubicBezTo>
                      <a:cubicBezTo>
                        <a:pt x="437" y="626"/>
                        <a:pt x="437" y="626"/>
                        <a:pt x="437" y="626"/>
                      </a:cubicBezTo>
                      <a:cubicBezTo>
                        <a:pt x="440" y="626"/>
                        <a:pt x="440" y="626"/>
                        <a:pt x="440" y="626"/>
                      </a:cubicBezTo>
                      <a:cubicBezTo>
                        <a:pt x="441" y="625"/>
                        <a:pt x="441" y="625"/>
                        <a:pt x="441" y="625"/>
                      </a:cubicBezTo>
                      <a:cubicBezTo>
                        <a:pt x="442" y="626"/>
                        <a:pt x="442" y="626"/>
                        <a:pt x="442" y="626"/>
                      </a:cubicBezTo>
                      <a:cubicBezTo>
                        <a:pt x="443" y="626"/>
                        <a:pt x="443" y="626"/>
                        <a:pt x="443" y="626"/>
                      </a:cubicBezTo>
                      <a:cubicBezTo>
                        <a:pt x="444" y="625"/>
                        <a:pt x="444" y="625"/>
                        <a:pt x="444" y="625"/>
                      </a:cubicBezTo>
                      <a:cubicBezTo>
                        <a:pt x="446" y="626"/>
                        <a:pt x="446" y="626"/>
                        <a:pt x="446" y="626"/>
                      </a:cubicBezTo>
                      <a:cubicBezTo>
                        <a:pt x="446" y="628"/>
                        <a:pt x="446" y="628"/>
                        <a:pt x="446" y="628"/>
                      </a:cubicBezTo>
                      <a:cubicBezTo>
                        <a:pt x="454" y="628"/>
                        <a:pt x="454" y="628"/>
                        <a:pt x="454" y="628"/>
                      </a:cubicBezTo>
                      <a:cubicBezTo>
                        <a:pt x="454" y="628"/>
                        <a:pt x="454" y="630"/>
                        <a:pt x="454" y="630"/>
                      </a:cubicBezTo>
                      <a:cubicBezTo>
                        <a:pt x="454" y="630"/>
                        <a:pt x="455" y="632"/>
                        <a:pt x="455" y="632"/>
                      </a:cubicBezTo>
                      <a:cubicBezTo>
                        <a:pt x="455" y="632"/>
                        <a:pt x="456" y="633"/>
                        <a:pt x="456" y="633"/>
                      </a:cubicBezTo>
                      <a:cubicBezTo>
                        <a:pt x="456" y="633"/>
                        <a:pt x="458" y="633"/>
                        <a:pt x="459" y="634"/>
                      </a:cubicBezTo>
                      <a:cubicBezTo>
                        <a:pt x="459" y="634"/>
                        <a:pt x="460" y="634"/>
                        <a:pt x="460" y="634"/>
                      </a:cubicBezTo>
                      <a:cubicBezTo>
                        <a:pt x="460" y="635"/>
                        <a:pt x="462" y="635"/>
                        <a:pt x="462" y="635"/>
                      </a:cubicBezTo>
                      <a:cubicBezTo>
                        <a:pt x="465" y="633"/>
                        <a:pt x="465" y="633"/>
                        <a:pt x="465" y="633"/>
                      </a:cubicBezTo>
                      <a:cubicBezTo>
                        <a:pt x="468" y="635"/>
                        <a:pt x="468" y="635"/>
                        <a:pt x="468" y="635"/>
                      </a:cubicBezTo>
                      <a:cubicBezTo>
                        <a:pt x="473" y="635"/>
                        <a:pt x="473" y="635"/>
                        <a:pt x="473" y="635"/>
                      </a:cubicBezTo>
                      <a:cubicBezTo>
                        <a:pt x="474" y="636"/>
                        <a:pt x="474" y="636"/>
                        <a:pt x="474" y="636"/>
                      </a:cubicBezTo>
                      <a:cubicBezTo>
                        <a:pt x="476" y="636"/>
                        <a:pt x="476" y="636"/>
                        <a:pt x="476" y="636"/>
                      </a:cubicBezTo>
                      <a:cubicBezTo>
                        <a:pt x="478" y="634"/>
                        <a:pt x="478" y="634"/>
                        <a:pt x="478" y="634"/>
                      </a:cubicBezTo>
                      <a:cubicBezTo>
                        <a:pt x="478" y="635"/>
                        <a:pt x="478" y="635"/>
                        <a:pt x="478" y="635"/>
                      </a:cubicBezTo>
                      <a:cubicBezTo>
                        <a:pt x="479" y="635"/>
                        <a:pt x="479" y="635"/>
                        <a:pt x="479" y="635"/>
                      </a:cubicBezTo>
                      <a:cubicBezTo>
                        <a:pt x="480" y="633"/>
                        <a:pt x="480" y="633"/>
                        <a:pt x="480" y="633"/>
                      </a:cubicBezTo>
                      <a:cubicBezTo>
                        <a:pt x="481" y="631"/>
                        <a:pt x="481" y="631"/>
                        <a:pt x="481" y="631"/>
                      </a:cubicBezTo>
                      <a:cubicBezTo>
                        <a:pt x="481" y="629"/>
                        <a:pt x="481" y="629"/>
                        <a:pt x="481" y="629"/>
                      </a:cubicBezTo>
                      <a:cubicBezTo>
                        <a:pt x="480" y="627"/>
                        <a:pt x="480" y="627"/>
                        <a:pt x="480" y="627"/>
                      </a:cubicBezTo>
                      <a:cubicBezTo>
                        <a:pt x="480" y="625"/>
                        <a:pt x="480" y="625"/>
                        <a:pt x="480" y="625"/>
                      </a:cubicBezTo>
                      <a:cubicBezTo>
                        <a:pt x="479" y="625"/>
                        <a:pt x="479" y="625"/>
                        <a:pt x="479" y="625"/>
                      </a:cubicBezTo>
                      <a:cubicBezTo>
                        <a:pt x="479" y="625"/>
                        <a:pt x="478" y="624"/>
                        <a:pt x="478" y="623"/>
                      </a:cubicBezTo>
                      <a:cubicBezTo>
                        <a:pt x="478" y="622"/>
                        <a:pt x="478" y="622"/>
                        <a:pt x="478" y="622"/>
                      </a:cubicBezTo>
                      <a:cubicBezTo>
                        <a:pt x="479" y="621"/>
                        <a:pt x="479" y="621"/>
                        <a:pt x="479" y="620"/>
                      </a:cubicBezTo>
                      <a:cubicBezTo>
                        <a:pt x="480" y="620"/>
                        <a:pt x="479" y="620"/>
                        <a:pt x="479" y="619"/>
                      </a:cubicBezTo>
                      <a:cubicBezTo>
                        <a:pt x="479" y="619"/>
                        <a:pt x="480" y="619"/>
                        <a:pt x="480" y="619"/>
                      </a:cubicBezTo>
                      <a:cubicBezTo>
                        <a:pt x="480" y="619"/>
                        <a:pt x="481" y="618"/>
                        <a:pt x="481" y="618"/>
                      </a:cubicBezTo>
                      <a:cubicBezTo>
                        <a:pt x="481" y="617"/>
                        <a:pt x="482" y="616"/>
                        <a:pt x="482" y="615"/>
                      </a:cubicBezTo>
                      <a:cubicBezTo>
                        <a:pt x="482" y="615"/>
                        <a:pt x="482" y="615"/>
                        <a:pt x="482" y="615"/>
                      </a:cubicBezTo>
                      <a:cubicBezTo>
                        <a:pt x="484" y="614"/>
                        <a:pt x="484" y="614"/>
                        <a:pt x="484" y="614"/>
                      </a:cubicBezTo>
                      <a:cubicBezTo>
                        <a:pt x="484" y="614"/>
                        <a:pt x="485" y="613"/>
                        <a:pt x="485" y="613"/>
                      </a:cubicBezTo>
                      <a:cubicBezTo>
                        <a:pt x="485" y="613"/>
                        <a:pt x="485" y="612"/>
                        <a:pt x="485" y="611"/>
                      </a:cubicBezTo>
                      <a:cubicBezTo>
                        <a:pt x="485" y="611"/>
                        <a:pt x="485" y="610"/>
                        <a:pt x="485" y="610"/>
                      </a:cubicBezTo>
                      <a:cubicBezTo>
                        <a:pt x="489" y="613"/>
                        <a:pt x="489" y="613"/>
                        <a:pt x="489" y="613"/>
                      </a:cubicBezTo>
                      <a:cubicBezTo>
                        <a:pt x="492" y="613"/>
                        <a:pt x="492" y="613"/>
                        <a:pt x="492" y="613"/>
                      </a:cubicBezTo>
                      <a:cubicBezTo>
                        <a:pt x="492" y="615"/>
                        <a:pt x="492" y="615"/>
                        <a:pt x="492" y="615"/>
                      </a:cubicBezTo>
                      <a:cubicBezTo>
                        <a:pt x="497" y="615"/>
                        <a:pt x="497" y="615"/>
                        <a:pt x="497" y="615"/>
                      </a:cubicBezTo>
                      <a:cubicBezTo>
                        <a:pt x="500" y="618"/>
                        <a:pt x="500" y="618"/>
                        <a:pt x="500" y="618"/>
                      </a:cubicBezTo>
                      <a:cubicBezTo>
                        <a:pt x="500" y="618"/>
                        <a:pt x="502" y="618"/>
                        <a:pt x="503" y="618"/>
                      </a:cubicBezTo>
                      <a:cubicBezTo>
                        <a:pt x="503" y="618"/>
                        <a:pt x="504" y="618"/>
                        <a:pt x="504" y="618"/>
                      </a:cubicBezTo>
                      <a:cubicBezTo>
                        <a:pt x="504" y="618"/>
                        <a:pt x="506" y="619"/>
                        <a:pt x="506" y="619"/>
                      </a:cubicBezTo>
                      <a:cubicBezTo>
                        <a:pt x="507" y="619"/>
                        <a:pt x="507" y="620"/>
                        <a:pt x="508" y="620"/>
                      </a:cubicBezTo>
                      <a:cubicBezTo>
                        <a:pt x="508" y="621"/>
                        <a:pt x="508" y="622"/>
                        <a:pt x="508" y="622"/>
                      </a:cubicBezTo>
                      <a:cubicBezTo>
                        <a:pt x="508" y="622"/>
                        <a:pt x="508" y="626"/>
                        <a:pt x="508" y="626"/>
                      </a:cubicBezTo>
                      <a:cubicBezTo>
                        <a:pt x="509" y="627"/>
                        <a:pt x="509" y="627"/>
                        <a:pt x="509" y="627"/>
                      </a:cubicBezTo>
                      <a:cubicBezTo>
                        <a:pt x="509" y="627"/>
                        <a:pt x="510" y="628"/>
                        <a:pt x="510" y="628"/>
                      </a:cubicBezTo>
                      <a:cubicBezTo>
                        <a:pt x="510" y="629"/>
                        <a:pt x="512" y="630"/>
                        <a:pt x="512" y="630"/>
                      </a:cubicBezTo>
                      <a:cubicBezTo>
                        <a:pt x="513" y="631"/>
                        <a:pt x="513" y="631"/>
                        <a:pt x="513" y="631"/>
                      </a:cubicBezTo>
                      <a:cubicBezTo>
                        <a:pt x="514" y="631"/>
                        <a:pt x="514" y="631"/>
                        <a:pt x="514" y="631"/>
                      </a:cubicBezTo>
                      <a:cubicBezTo>
                        <a:pt x="515" y="632"/>
                        <a:pt x="515" y="632"/>
                        <a:pt x="515" y="632"/>
                      </a:cubicBezTo>
                      <a:cubicBezTo>
                        <a:pt x="515" y="632"/>
                        <a:pt x="520" y="632"/>
                        <a:pt x="520" y="632"/>
                      </a:cubicBezTo>
                      <a:cubicBezTo>
                        <a:pt x="520" y="632"/>
                        <a:pt x="521" y="633"/>
                        <a:pt x="521" y="633"/>
                      </a:cubicBezTo>
                      <a:cubicBezTo>
                        <a:pt x="523" y="630"/>
                        <a:pt x="523" y="630"/>
                        <a:pt x="523" y="630"/>
                      </a:cubicBezTo>
                      <a:cubicBezTo>
                        <a:pt x="524" y="630"/>
                        <a:pt x="524" y="630"/>
                        <a:pt x="524" y="630"/>
                      </a:cubicBezTo>
                      <a:cubicBezTo>
                        <a:pt x="526" y="630"/>
                        <a:pt x="526" y="630"/>
                        <a:pt x="526" y="630"/>
                      </a:cubicBezTo>
                      <a:cubicBezTo>
                        <a:pt x="527" y="629"/>
                        <a:pt x="527" y="629"/>
                        <a:pt x="527" y="629"/>
                      </a:cubicBezTo>
                      <a:cubicBezTo>
                        <a:pt x="533" y="629"/>
                        <a:pt x="533" y="629"/>
                        <a:pt x="533" y="629"/>
                      </a:cubicBezTo>
                      <a:cubicBezTo>
                        <a:pt x="535" y="631"/>
                        <a:pt x="535" y="631"/>
                        <a:pt x="535" y="631"/>
                      </a:cubicBezTo>
                      <a:cubicBezTo>
                        <a:pt x="536" y="631"/>
                        <a:pt x="536" y="631"/>
                        <a:pt x="536" y="631"/>
                      </a:cubicBezTo>
                      <a:cubicBezTo>
                        <a:pt x="536" y="630"/>
                        <a:pt x="536" y="630"/>
                        <a:pt x="536" y="630"/>
                      </a:cubicBezTo>
                      <a:cubicBezTo>
                        <a:pt x="538" y="630"/>
                        <a:pt x="538" y="630"/>
                        <a:pt x="538" y="630"/>
                      </a:cubicBezTo>
                      <a:cubicBezTo>
                        <a:pt x="538" y="630"/>
                        <a:pt x="539" y="631"/>
                        <a:pt x="540" y="631"/>
                      </a:cubicBezTo>
                      <a:cubicBezTo>
                        <a:pt x="540" y="631"/>
                        <a:pt x="541" y="632"/>
                        <a:pt x="541" y="632"/>
                      </a:cubicBezTo>
                      <a:cubicBezTo>
                        <a:pt x="541" y="633"/>
                        <a:pt x="542" y="634"/>
                        <a:pt x="542" y="634"/>
                      </a:cubicBezTo>
                      <a:cubicBezTo>
                        <a:pt x="544" y="634"/>
                        <a:pt x="544" y="634"/>
                        <a:pt x="544" y="634"/>
                      </a:cubicBezTo>
                      <a:cubicBezTo>
                        <a:pt x="547" y="635"/>
                        <a:pt x="547" y="635"/>
                        <a:pt x="547" y="635"/>
                      </a:cubicBezTo>
                      <a:cubicBezTo>
                        <a:pt x="547" y="638"/>
                        <a:pt x="547" y="638"/>
                        <a:pt x="547" y="638"/>
                      </a:cubicBezTo>
                      <a:cubicBezTo>
                        <a:pt x="548" y="638"/>
                        <a:pt x="548" y="638"/>
                        <a:pt x="548" y="638"/>
                      </a:cubicBezTo>
                      <a:cubicBezTo>
                        <a:pt x="550" y="640"/>
                        <a:pt x="550" y="640"/>
                        <a:pt x="550" y="640"/>
                      </a:cubicBezTo>
                      <a:cubicBezTo>
                        <a:pt x="550" y="641"/>
                        <a:pt x="550" y="641"/>
                        <a:pt x="550" y="641"/>
                      </a:cubicBezTo>
                      <a:cubicBezTo>
                        <a:pt x="550" y="641"/>
                        <a:pt x="555" y="641"/>
                        <a:pt x="555" y="641"/>
                      </a:cubicBezTo>
                      <a:cubicBezTo>
                        <a:pt x="556" y="641"/>
                        <a:pt x="561" y="643"/>
                        <a:pt x="561" y="643"/>
                      </a:cubicBezTo>
                      <a:cubicBezTo>
                        <a:pt x="562" y="643"/>
                        <a:pt x="562" y="643"/>
                        <a:pt x="562" y="643"/>
                      </a:cubicBezTo>
                      <a:cubicBezTo>
                        <a:pt x="564" y="642"/>
                        <a:pt x="564" y="642"/>
                        <a:pt x="564" y="642"/>
                      </a:cubicBezTo>
                      <a:cubicBezTo>
                        <a:pt x="565" y="642"/>
                        <a:pt x="565" y="642"/>
                        <a:pt x="565" y="642"/>
                      </a:cubicBezTo>
                      <a:cubicBezTo>
                        <a:pt x="567" y="643"/>
                        <a:pt x="567" y="643"/>
                        <a:pt x="567" y="643"/>
                      </a:cubicBezTo>
                      <a:cubicBezTo>
                        <a:pt x="575" y="640"/>
                        <a:pt x="575" y="640"/>
                        <a:pt x="575" y="640"/>
                      </a:cubicBezTo>
                      <a:cubicBezTo>
                        <a:pt x="581" y="638"/>
                        <a:pt x="581" y="638"/>
                        <a:pt x="581" y="638"/>
                      </a:cubicBezTo>
                      <a:cubicBezTo>
                        <a:pt x="584" y="634"/>
                        <a:pt x="584" y="634"/>
                        <a:pt x="584" y="634"/>
                      </a:cubicBezTo>
                      <a:cubicBezTo>
                        <a:pt x="589" y="631"/>
                        <a:pt x="589" y="631"/>
                        <a:pt x="589" y="631"/>
                      </a:cubicBezTo>
                      <a:cubicBezTo>
                        <a:pt x="589" y="631"/>
                        <a:pt x="590" y="631"/>
                        <a:pt x="590" y="631"/>
                      </a:cubicBezTo>
                      <a:cubicBezTo>
                        <a:pt x="590" y="631"/>
                        <a:pt x="593" y="632"/>
                        <a:pt x="593" y="632"/>
                      </a:cubicBezTo>
                      <a:cubicBezTo>
                        <a:pt x="596" y="634"/>
                        <a:pt x="596" y="634"/>
                        <a:pt x="596" y="634"/>
                      </a:cubicBezTo>
                      <a:cubicBezTo>
                        <a:pt x="598" y="635"/>
                        <a:pt x="598" y="635"/>
                        <a:pt x="598" y="635"/>
                      </a:cubicBezTo>
                      <a:cubicBezTo>
                        <a:pt x="600" y="635"/>
                        <a:pt x="600" y="635"/>
                        <a:pt x="600" y="635"/>
                      </a:cubicBezTo>
                      <a:cubicBezTo>
                        <a:pt x="603" y="633"/>
                        <a:pt x="603" y="633"/>
                        <a:pt x="603" y="633"/>
                      </a:cubicBezTo>
                      <a:cubicBezTo>
                        <a:pt x="607" y="636"/>
                        <a:pt x="607" y="636"/>
                        <a:pt x="607" y="636"/>
                      </a:cubicBezTo>
                      <a:cubicBezTo>
                        <a:pt x="608" y="637"/>
                        <a:pt x="608" y="637"/>
                        <a:pt x="608" y="637"/>
                      </a:cubicBezTo>
                      <a:cubicBezTo>
                        <a:pt x="610" y="638"/>
                        <a:pt x="610" y="638"/>
                        <a:pt x="610" y="638"/>
                      </a:cubicBezTo>
                      <a:cubicBezTo>
                        <a:pt x="612" y="639"/>
                        <a:pt x="612" y="639"/>
                        <a:pt x="612" y="639"/>
                      </a:cubicBezTo>
                      <a:cubicBezTo>
                        <a:pt x="614" y="639"/>
                        <a:pt x="614" y="639"/>
                        <a:pt x="614" y="639"/>
                      </a:cubicBezTo>
                      <a:cubicBezTo>
                        <a:pt x="619" y="635"/>
                        <a:pt x="619" y="635"/>
                        <a:pt x="619" y="635"/>
                      </a:cubicBezTo>
                      <a:cubicBezTo>
                        <a:pt x="622" y="634"/>
                        <a:pt x="622" y="634"/>
                        <a:pt x="622" y="634"/>
                      </a:cubicBezTo>
                      <a:cubicBezTo>
                        <a:pt x="622" y="634"/>
                        <a:pt x="624" y="633"/>
                        <a:pt x="624" y="633"/>
                      </a:cubicBezTo>
                      <a:cubicBezTo>
                        <a:pt x="624" y="632"/>
                        <a:pt x="624" y="631"/>
                        <a:pt x="624" y="631"/>
                      </a:cubicBezTo>
                      <a:cubicBezTo>
                        <a:pt x="624" y="631"/>
                        <a:pt x="623" y="631"/>
                        <a:pt x="623" y="630"/>
                      </a:cubicBezTo>
                      <a:cubicBezTo>
                        <a:pt x="623" y="630"/>
                        <a:pt x="623" y="630"/>
                        <a:pt x="623" y="630"/>
                      </a:cubicBezTo>
                      <a:cubicBezTo>
                        <a:pt x="624" y="629"/>
                        <a:pt x="624" y="629"/>
                        <a:pt x="624" y="629"/>
                      </a:cubicBezTo>
                      <a:cubicBezTo>
                        <a:pt x="624" y="627"/>
                        <a:pt x="624" y="627"/>
                        <a:pt x="624" y="627"/>
                      </a:cubicBezTo>
                      <a:cubicBezTo>
                        <a:pt x="625" y="626"/>
                        <a:pt x="625" y="626"/>
                        <a:pt x="625" y="626"/>
                      </a:cubicBezTo>
                      <a:cubicBezTo>
                        <a:pt x="625" y="626"/>
                        <a:pt x="627" y="622"/>
                        <a:pt x="627" y="622"/>
                      </a:cubicBezTo>
                      <a:cubicBezTo>
                        <a:pt x="627" y="622"/>
                        <a:pt x="629" y="617"/>
                        <a:pt x="629" y="617"/>
                      </a:cubicBezTo>
                      <a:cubicBezTo>
                        <a:pt x="629" y="617"/>
                        <a:pt x="630" y="615"/>
                        <a:pt x="630" y="615"/>
                      </a:cubicBezTo>
                      <a:cubicBezTo>
                        <a:pt x="634" y="612"/>
                        <a:pt x="634" y="612"/>
                        <a:pt x="634" y="612"/>
                      </a:cubicBezTo>
                      <a:cubicBezTo>
                        <a:pt x="634" y="612"/>
                        <a:pt x="634" y="612"/>
                        <a:pt x="634" y="612"/>
                      </a:cubicBezTo>
                      <a:cubicBezTo>
                        <a:pt x="634" y="611"/>
                        <a:pt x="634" y="610"/>
                        <a:pt x="633" y="610"/>
                      </a:cubicBezTo>
                      <a:cubicBezTo>
                        <a:pt x="633" y="609"/>
                        <a:pt x="633" y="609"/>
                        <a:pt x="633" y="609"/>
                      </a:cubicBezTo>
                      <a:cubicBezTo>
                        <a:pt x="633" y="608"/>
                        <a:pt x="633" y="607"/>
                        <a:pt x="633" y="607"/>
                      </a:cubicBezTo>
                      <a:cubicBezTo>
                        <a:pt x="633" y="607"/>
                        <a:pt x="634" y="607"/>
                        <a:pt x="634" y="606"/>
                      </a:cubicBezTo>
                      <a:cubicBezTo>
                        <a:pt x="634" y="606"/>
                        <a:pt x="632" y="606"/>
                        <a:pt x="632" y="606"/>
                      </a:cubicBezTo>
                      <a:cubicBezTo>
                        <a:pt x="631" y="605"/>
                        <a:pt x="630" y="605"/>
                        <a:pt x="630" y="605"/>
                      </a:cubicBezTo>
                      <a:cubicBezTo>
                        <a:pt x="630" y="605"/>
                        <a:pt x="629" y="606"/>
                        <a:pt x="629" y="606"/>
                      </a:cubicBezTo>
                      <a:cubicBezTo>
                        <a:pt x="629" y="605"/>
                        <a:pt x="629" y="605"/>
                        <a:pt x="629" y="605"/>
                      </a:cubicBezTo>
                      <a:cubicBezTo>
                        <a:pt x="629" y="605"/>
                        <a:pt x="629" y="604"/>
                        <a:pt x="629" y="603"/>
                      </a:cubicBezTo>
                      <a:cubicBezTo>
                        <a:pt x="629" y="603"/>
                        <a:pt x="631" y="602"/>
                        <a:pt x="631" y="602"/>
                      </a:cubicBezTo>
                      <a:cubicBezTo>
                        <a:pt x="632" y="601"/>
                        <a:pt x="634" y="598"/>
                        <a:pt x="634" y="598"/>
                      </a:cubicBezTo>
                      <a:cubicBezTo>
                        <a:pt x="634" y="598"/>
                        <a:pt x="635" y="598"/>
                        <a:pt x="635" y="598"/>
                      </a:cubicBezTo>
                      <a:cubicBezTo>
                        <a:pt x="635" y="598"/>
                        <a:pt x="637" y="598"/>
                        <a:pt x="638" y="598"/>
                      </a:cubicBezTo>
                      <a:cubicBezTo>
                        <a:pt x="639" y="598"/>
                        <a:pt x="639" y="597"/>
                        <a:pt x="639" y="597"/>
                      </a:cubicBezTo>
                      <a:cubicBezTo>
                        <a:pt x="639" y="597"/>
                        <a:pt x="640" y="597"/>
                        <a:pt x="641" y="597"/>
                      </a:cubicBezTo>
                      <a:cubicBezTo>
                        <a:pt x="642" y="596"/>
                        <a:pt x="642" y="596"/>
                        <a:pt x="642" y="596"/>
                      </a:cubicBezTo>
                      <a:cubicBezTo>
                        <a:pt x="643" y="596"/>
                        <a:pt x="643" y="596"/>
                        <a:pt x="644" y="596"/>
                      </a:cubicBezTo>
                      <a:cubicBezTo>
                        <a:pt x="644" y="596"/>
                        <a:pt x="644" y="596"/>
                        <a:pt x="645" y="597"/>
                      </a:cubicBezTo>
                      <a:cubicBezTo>
                        <a:pt x="646" y="597"/>
                        <a:pt x="646" y="597"/>
                        <a:pt x="646" y="596"/>
                      </a:cubicBezTo>
                      <a:cubicBezTo>
                        <a:pt x="647" y="596"/>
                        <a:pt x="647" y="596"/>
                        <a:pt x="647" y="596"/>
                      </a:cubicBezTo>
                      <a:cubicBezTo>
                        <a:pt x="647" y="596"/>
                        <a:pt x="650" y="595"/>
                        <a:pt x="650" y="595"/>
                      </a:cubicBezTo>
                      <a:cubicBezTo>
                        <a:pt x="650" y="595"/>
                        <a:pt x="652" y="595"/>
                        <a:pt x="652" y="595"/>
                      </a:cubicBezTo>
                      <a:cubicBezTo>
                        <a:pt x="653" y="595"/>
                        <a:pt x="654" y="596"/>
                        <a:pt x="655" y="596"/>
                      </a:cubicBezTo>
                      <a:cubicBezTo>
                        <a:pt x="655" y="596"/>
                        <a:pt x="657" y="598"/>
                        <a:pt x="660" y="599"/>
                      </a:cubicBezTo>
                      <a:cubicBezTo>
                        <a:pt x="661" y="600"/>
                        <a:pt x="661" y="600"/>
                        <a:pt x="661" y="600"/>
                      </a:cubicBezTo>
                      <a:cubicBezTo>
                        <a:pt x="661" y="600"/>
                        <a:pt x="661" y="600"/>
                        <a:pt x="661" y="600"/>
                      </a:cubicBezTo>
                      <a:cubicBezTo>
                        <a:pt x="662" y="600"/>
                        <a:pt x="662" y="600"/>
                        <a:pt x="663" y="599"/>
                      </a:cubicBezTo>
                      <a:cubicBezTo>
                        <a:pt x="663" y="599"/>
                        <a:pt x="663" y="599"/>
                        <a:pt x="664" y="599"/>
                      </a:cubicBezTo>
                      <a:cubicBezTo>
                        <a:pt x="665" y="599"/>
                        <a:pt x="665" y="599"/>
                        <a:pt x="666" y="600"/>
                      </a:cubicBezTo>
                      <a:cubicBezTo>
                        <a:pt x="668" y="601"/>
                        <a:pt x="667" y="601"/>
                        <a:pt x="667" y="602"/>
                      </a:cubicBezTo>
                      <a:cubicBezTo>
                        <a:pt x="668" y="603"/>
                        <a:pt x="668" y="603"/>
                        <a:pt x="669" y="604"/>
                      </a:cubicBezTo>
                      <a:cubicBezTo>
                        <a:pt x="670" y="604"/>
                        <a:pt x="669" y="605"/>
                        <a:pt x="669" y="605"/>
                      </a:cubicBezTo>
                      <a:cubicBezTo>
                        <a:pt x="669" y="606"/>
                        <a:pt x="669" y="606"/>
                        <a:pt x="669" y="606"/>
                      </a:cubicBezTo>
                      <a:cubicBezTo>
                        <a:pt x="670" y="607"/>
                        <a:pt x="671" y="608"/>
                        <a:pt x="671" y="608"/>
                      </a:cubicBezTo>
                      <a:cubicBezTo>
                        <a:pt x="672" y="609"/>
                        <a:pt x="671" y="609"/>
                        <a:pt x="671" y="610"/>
                      </a:cubicBezTo>
                      <a:cubicBezTo>
                        <a:pt x="671" y="610"/>
                        <a:pt x="672" y="610"/>
                        <a:pt x="672" y="610"/>
                      </a:cubicBezTo>
                      <a:cubicBezTo>
                        <a:pt x="673" y="611"/>
                        <a:pt x="673" y="612"/>
                        <a:pt x="673" y="612"/>
                      </a:cubicBezTo>
                      <a:cubicBezTo>
                        <a:pt x="673" y="612"/>
                        <a:pt x="673" y="613"/>
                        <a:pt x="672" y="613"/>
                      </a:cubicBezTo>
                      <a:cubicBezTo>
                        <a:pt x="672" y="614"/>
                        <a:pt x="673" y="614"/>
                        <a:pt x="673" y="614"/>
                      </a:cubicBezTo>
                      <a:cubicBezTo>
                        <a:pt x="673" y="615"/>
                        <a:pt x="674" y="615"/>
                        <a:pt x="674" y="616"/>
                      </a:cubicBezTo>
                      <a:cubicBezTo>
                        <a:pt x="674" y="617"/>
                        <a:pt x="674" y="617"/>
                        <a:pt x="674" y="617"/>
                      </a:cubicBezTo>
                      <a:cubicBezTo>
                        <a:pt x="674" y="617"/>
                        <a:pt x="674" y="618"/>
                        <a:pt x="675" y="618"/>
                      </a:cubicBezTo>
                      <a:cubicBezTo>
                        <a:pt x="675" y="619"/>
                        <a:pt x="675" y="619"/>
                        <a:pt x="675" y="620"/>
                      </a:cubicBezTo>
                      <a:cubicBezTo>
                        <a:pt x="675" y="620"/>
                        <a:pt x="675" y="621"/>
                        <a:pt x="675" y="621"/>
                      </a:cubicBezTo>
                      <a:cubicBezTo>
                        <a:pt x="675" y="622"/>
                        <a:pt x="675" y="622"/>
                        <a:pt x="676" y="622"/>
                      </a:cubicBezTo>
                      <a:cubicBezTo>
                        <a:pt x="676" y="623"/>
                        <a:pt x="676" y="623"/>
                        <a:pt x="677" y="624"/>
                      </a:cubicBezTo>
                      <a:cubicBezTo>
                        <a:pt x="678" y="625"/>
                        <a:pt x="678" y="626"/>
                        <a:pt x="678" y="626"/>
                      </a:cubicBezTo>
                      <a:cubicBezTo>
                        <a:pt x="678" y="627"/>
                        <a:pt x="678" y="628"/>
                        <a:pt x="678" y="628"/>
                      </a:cubicBezTo>
                      <a:cubicBezTo>
                        <a:pt x="678" y="629"/>
                        <a:pt x="679" y="631"/>
                        <a:pt x="679" y="631"/>
                      </a:cubicBezTo>
                      <a:cubicBezTo>
                        <a:pt x="679" y="631"/>
                        <a:pt x="680" y="632"/>
                        <a:pt x="680" y="632"/>
                      </a:cubicBezTo>
                      <a:cubicBezTo>
                        <a:pt x="680" y="632"/>
                        <a:pt x="680" y="633"/>
                        <a:pt x="680" y="633"/>
                      </a:cubicBezTo>
                      <a:cubicBezTo>
                        <a:pt x="680" y="634"/>
                        <a:pt x="680" y="634"/>
                        <a:pt x="680" y="634"/>
                      </a:cubicBezTo>
                      <a:cubicBezTo>
                        <a:pt x="680" y="635"/>
                        <a:pt x="680" y="636"/>
                        <a:pt x="680" y="636"/>
                      </a:cubicBezTo>
                      <a:cubicBezTo>
                        <a:pt x="680" y="636"/>
                        <a:pt x="680" y="637"/>
                        <a:pt x="680" y="637"/>
                      </a:cubicBezTo>
                      <a:cubicBezTo>
                        <a:pt x="681" y="637"/>
                        <a:pt x="682" y="638"/>
                        <a:pt x="682" y="638"/>
                      </a:cubicBezTo>
                      <a:cubicBezTo>
                        <a:pt x="688" y="638"/>
                        <a:pt x="688" y="638"/>
                        <a:pt x="688" y="638"/>
                      </a:cubicBezTo>
                      <a:cubicBezTo>
                        <a:pt x="688" y="639"/>
                        <a:pt x="688" y="639"/>
                        <a:pt x="688" y="639"/>
                      </a:cubicBezTo>
                      <a:cubicBezTo>
                        <a:pt x="688" y="639"/>
                        <a:pt x="689" y="640"/>
                        <a:pt x="690" y="640"/>
                      </a:cubicBezTo>
                      <a:cubicBezTo>
                        <a:pt x="690" y="641"/>
                        <a:pt x="692" y="641"/>
                        <a:pt x="692" y="641"/>
                      </a:cubicBezTo>
                      <a:cubicBezTo>
                        <a:pt x="693" y="640"/>
                        <a:pt x="693" y="640"/>
                        <a:pt x="693" y="640"/>
                      </a:cubicBezTo>
                      <a:cubicBezTo>
                        <a:pt x="693" y="640"/>
                        <a:pt x="694" y="641"/>
                        <a:pt x="694" y="641"/>
                      </a:cubicBezTo>
                      <a:cubicBezTo>
                        <a:pt x="694" y="642"/>
                        <a:pt x="698" y="646"/>
                        <a:pt x="698" y="646"/>
                      </a:cubicBezTo>
                      <a:cubicBezTo>
                        <a:pt x="698" y="646"/>
                        <a:pt x="701" y="646"/>
                        <a:pt x="701" y="646"/>
                      </a:cubicBezTo>
                      <a:cubicBezTo>
                        <a:pt x="701" y="646"/>
                        <a:pt x="700" y="648"/>
                        <a:pt x="700" y="648"/>
                      </a:cubicBezTo>
                      <a:cubicBezTo>
                        <a:pt x="700" y="649"/>
                        <a:pt x="700" y="649"/>
                        <a:pt x="700" y="649"/>
                      </a:cubicBezTo>
                      <a:cubicBezTo>
                        <a:pt x="702" y="650"/>
                        <a:pt x="702" y="650"/>
                        <a:pt x="702" y="650"/>
                      </a:cubicBezTo>
                      <a:cubicBezTo>
                        <a:pt x="702" y="652"/>
                        <a:pt x="702" y="652"/>
                        <a:pt x="702" y="652"/>
                      </a:cubicBezTo>
                      <a:cubicBezTo>
                        <a:pt x="701" y="654"/>
                        <a:pt x="701" y="654"/>
                        <a:pt x="701" y="654"/>
                      </a:cubicBezTo>
                      <a:cubicBezTo>
                        <a:pt x="703" y="658"/>
                        <a:pt x="703" y="658"/>
                        <a:pt x="703" y="658"/>
                      </a:cubicBezTo>
                      <a:cubicBezTo>
                        <a:pt x="714" y="658"/>
                        <a:pt x="714" y="658"/>
                        <a:pt x="714" y="658"/>
                      </a:cubicBezTo>
                      <a:cubicBezTo>
                        <a:pt x="714" y="656"/>
                        <a:pt x="714" y="656"/>
                        <a:pt x="714" y="656"/>
                      </a:cubicBezTo>
                      <a:cubicBezTo>
                        <a:pt x="715" y="655"/>
                        <a:pt x="715" y="655"/>
                        <a:pt x="715" y="655"/>
                      </a:cubicBezTo>
                      <a:cubicBezTo>
                        <a:pt x="717" y="654"/>
                        <a:pt x="717" y="654"/>
                        <a:pt x="717" y="654"/>
                      </a:cubicBezTo>
                      <a:cubicBezTo>
                        <a:pt x="721" y="653"/>
                        <a:pt x="721" y="653"/>
                        <a:pt x="721" y="653"/>
                      </a:cubicBezTo>
                      <a:cubicBezTo>
                        <a:pt x="722" y="653"/>
                        <a:pt x="722" y="652"/>
                        <a:pt x="723" y="652"/>
                      </a:cubicBezTo>
                      <a:cubicBezTo>
                        <a:pt x="723" y="652"/>
                        <a:pt x="723" y="651"/>
                        <a:pt x="723" y="651"/>
                      </a:cubicBezTo>
                      <a:cubicBezTo>
                        <a:pt x="724" y="651"/>
                        <a:pt x="724" y="651"/>
                        <a:pt x="724" y="651"/>
                      </a:cubicBezTo>
                      <a:cubicBezTo>
                        <a:pt x="726" y="651"/>
                        <a:pt x="727" y="651"/>
                        <a:pt x="729" y="652"/>
                      </a:cubicBezTo>
                      <a:cubicBezTo>
                        <a:pt x="728" y="653"/>
                        <a:pt x="728" y="654"/>
                        <a:pt x="728" y="655"/>
                      </a:cubicBezTo>
                      <a:cubicBezTo>
                        <a:pt x="728" y="656"/>
                        <a:pt x="729" y="657"/>
                        <a:pt x="729" y="658"/>
                      </a:cubicBezTo>
                      <a:cubicBezTo>
                        <a:pt x="729" y="658"/>
                        <a:pt x="729" y="658"/>
                        <a:pt x="729" y="658"/>
                      </a:cubicBezTo>
                      <a:cubicBezTo>
                        <a:pt x="729" y="659"/>
                        <a:pt x="729" y="659"/>
                        <a:pt x="729" y="659"/>
                      </a:cubicBezTo>
                      <a:cubicBezTo>
                        <a:pt x="728" y="660"/>
                        <a:pt x="727" y="660"/>
                        <a:pt x="726" y="661"/>
                      </a:cubicBezTo>
                      <a:cubicBezTo>
                        <a:pt x="726" y="661"/>
                        <a:pt x="725" y="661"/>
                        <a:pt x="725" y="662"/>
                      </a:cubicBezTo>
                      <a:cubicBezTo>
                        <a:pt x="725" y="662"/>
                        <a:pt x="725" y="662"/>
                        <a:pt x="725" y="662"/>
                      </a:cubicBezTo>
                      <a:cubicBezTo>
                        <a:pt x="725" y="663"/>
                        <a:pt x="725" y="665"/>
                        <a:pt x="724" y="666"/>
                      </a:cubicBezTo>
                      <a:cubicBezTo>
                        <a:pt x="724" y="667"/>
                        <a:pt x="723" y="667"/>
                        <a:pt x="723" y="668"/>
                      </a:cubicBezTo>
                      <a:cubicBezTo>
                        <a:pt x="722" y="669"/>
                        <a:pt x="722" y="670"/>
                        <a:pt x="723" y="670"/>
                      </a:cubicBezTo>
                      <a:cubicBezTo>
                        <a:pt x="723" y="671"/>
                        <a:pt x="723" y="671"/>
                        <a:pt x="723" y="671"/>
                      </a:cubicBezTo>
                      <a:cubicBezTo>
                        <a:pt x="723" y="671"/>
                        <a:pt x="723" y="672"/>
                        <a:pt x="723" y="672"/>
                      </a:cubicBezTo>
                      <a:cubicBezTo>
                        <a:pt x="722" y="673"/>
                        <a:pt x="722" y="673"/>
                        <a:pt x="722" y="673"/>
                      </a:cubicBezTo>
                      <a:cubicBezTo>
                        <a:pt x="721" y="675"/>
                        <a:pt x="721" y="676"/>
                        <a:pt x="720" y="677"/>
                      </a:cubicBezTo>
                      <a:cubicBezTo>
                        <a:pt x="720" y="678"/>
                        <a:pt x="720" y="679"/>
                        <a:pt x="719" y="679"/>
                      </a:cubicBezTo>
                      <a:cubicBezTo>
                        <a:pt x="718" y="679"/>
                        <a:pt x="718" y="680"/>
                        <a:pt x="718" y="680"/>
                      </a:cubicBezTo>
                      <a:cubicBezTo>
                        <a:pt x="718" y="681"/>
                        <a:pt x="718" y="682"/>
                        <a:pt x="718" y="682"/>
                      </a:cubicBezTo>
                      <a:cubicBezTo>
                        <a:pt x="718" y="683"/>
                        <a:pt x="718" y="683"/>
                        <a:pt x="717" y="683"/>
                      </a:cubicBezTo>
                      <a:cubicBezTo>
                        <a:pt x="717" y="684"/>
                        <a:pt x="717" y="683"/>
                        <a:pt x="716" y="683"/>
                      </a:cubicBezTo>
                      <a:cubicBezTo>
                        <a:pt x="714" y="683"/>
                        <a:pt x="711" y="682"/>
                        <a:pt x="709" y="681"/>
                      </a:cubicBezTo>
                      <a:cubicBezTo>
                        <a:pt x="708" y="682"/>
                        <a:pt x="708" y="683"/>
                        <a:pt x="708" y="684"/>
                      </a:cubicBezTo>
                      <a:cubicBezTo>
                        <a:pt x="707" y="684"/>
                        <a:pt x="707" y="684"/>
                        <a:pt x="707" y="684"/>
                      </a:cubicBezTo>
                      <a:cubicBezTo>
                        <a:pt x="706" y="684"/>
                        <a:pt x="706" y="684"/>
                        <a:pt x="706" y="684"/>
                      </a:cubicBezTo>
                      <a:cubicBezTo>
                        <a:pt x="705" y="684"/>
                        <a:pt x="704" y="685"/>
                        <a:pt x="703" y="686"/>
                      </a:cubicBezTo>
                      <a:cubicBezTo>
                        <a:pt x="703" y="686"/>
                        <a:pt x="703" y="686"/>
                        <a:pt x="703" y="686"/>
                      </a:cubicBezTo>
                      <a:cubicBezTo>
                        <a:pt x="703" y="687"/>
                        <a:pt x="703" y="687"/>
                        <a:pt x="703" y="687"/>
                      </a:cubicBezTo>
                      <a:cubicBezTo>
                        <a:pt x="704" y="689"/>
                        <a:pt x="705" y="691"/>
                        <a:pt x="705" y="692"/>
                      </a:cubicBezTo>
                      <a:cubicBezTo>
                        <a:pt x="705" y="693"/>
                        <a:pt x="705" y="693"/>
                        <a:pt x="705" y="693"/>
                      </a:cubicBezTo>
                      <a:cubicBezTo>
                        <a:pt x="705" y="694"/>
                        <a:pt x="705" y="694"/>
                        <a:pt x="705" y="695"/>
                      </a:cubicBezTo>
                      <a:cubicBezTo>
                        <a:pt x="704" y="697"/>
                        <a:pt x="706" y="699"/>
                        <a:pt x="705" y="701"/>
                      </a:cubicBezTo>
                      <a:cubicBezTo>
                        <a:pt x="704" y="701"/>
                        <a:pt x="704" y="701"/>
                        <a:pt x="704" y="702"/>
                      </a:cubicBezTo>
                      <a:cubicBezTo>
                        <a:pt x="704" y="702"/>
                        <a:pt x="704" y="702"/>
                        <a:pt x="704" y="703"/>
                      </a:cubicBezTo>
                      <a:cubicBezTo>
                        <a:pt x="704" y="703"/>
                        <a:pt x="704" y="704"/>
                        <a:pt x="703" y="704"/>
                      </a:cubicBezTo>
                      <a:cubicBezTo>
                        <a:pt x="703" y="705"/>
                        <a:pt x="702" y="705"/>
                        <a:pt x="702" y="705"/>
                      </a:cubicBezTo>
                      <a:cubicBezTo>
                        <a:pt x="701" y="705"/>
                        <a:pt x="701" y="705"/>
                        <a:pt x="700" y="705"/>
                      </a:cubicBezTo>
                      <a:cubicBezTo>
                        <a:pt x="700" y="705"/>
                        <a:pt x="700" y="706"/>
                        <a:pt x="700" y="706"/>
                      </a:cubicBezTo>
                      <a:cubicBezTo>
                        <a:pt x="700" y="706"/>
                        <a:pt x="700" y="706"/>
                        <a:pt x="700" y="707"/>
                      </a:cubicBezTo>
                      <a:cubicBezTo>
                        <a:pt x="700" y="707"/>
                        <a:pt x="701" y="707"/>
                        <a:pt x="701" y="708"/>
                      </a:cubicBezTo>
                      <a:cubicBezTo>
                        <a:pt x="701" y="708"/>
                        <a:pt x="701" y="708"/>
                        <a:pt x="701" y="708"/>
                      </a:cubicBezTo>
                      <a:cubicBezTo>
                        <a:pt x="701" y="706"/>
                        <a:pt x="702" y="705"/>
                        <a:pt x="704" y="706"/>
                      </a:cubicBezTo>
                      <a:cubicBezTo>
                        <a:pt x="705" y="706"/>
                        <a:pt x="705" y="706"/>
                        <a:pt x="705" y="705"/>
                      </a:cubicBezTo>
                      <a:cubicBezTo>
                        <a:pt x="705" y="703"/>
                        <a:pt x="707" y="701"/>
                        <a:pt x="709" y="700"/>
                      </a:cubicBezTo>
                      <a:cubicBezTo>
                        <a:pt x="709" y="700"/>
                        <a:pt x="709" y="700"/>
                        <a:pt x="710" y="700"/>
                      </a:cubicBezTo>
                      <a:cubicBezTo>
                        <a:pt x="710" y="700"/>
                        <a:pt x="710" y="700"/>
                        <a:pt x="710" y="700"/>
                      </a:cubicBezTo>
                      <a:cubicBezTo>
                        <a:pt x="710" y="701"/>
                        <a:pt x="709" y="701"/>
                        <a:pt x="709" y="701"/>
                      </a:cubicBezTo>
                      <a:cubicBezTo>
                        <a:pt x="709" y="701"/>
                        <a:pt x="709" y="701"/>
                        <a:pt x="709" y="701"/>
                      </a:cubicBezTo>
                      <a:cubicBezTo>
                        <a:pt x="710" y="702"/>
                        <a:pt x="710" y="701"/>
                        <a:pt x="710" y="701"/>
                      </a:cubicBezTo>
                      <a:cubicBezTo>
                        <a:pt x="710" y="701"/>
                        <a:pt x="711" y="700"/>
                        <a:pt x="711" y="701"/>
                      </a:cubicBezTo>
                      <a:cubicBezTo>
                        <a:pt x="712" y="701"/>
                        <a:pt x="712" y="701"/>
                        <a:pt x="712" y="701"/>
                      </a:cubicBezTo>
                      <a:cubicBezTo>
                        <a:pt x="712" y="701"/>
                        <a:pt x="712" y="702"/>
                        <a:pt x="712" y="702"/>
                      </a:cubicBezTo>
                      <a:cubicBezTo>
                        <a:pt x="712" y="702"/>
                        <a:pt x="712" y="702"/>
                        <a:pt x="712" y="702"/>
                      </a:cubicBezTo>
                      <a:cubicBezTo>
                        <a:pt x="712" y="704"/>
                        <a:pt x="713" y="704"/>
                        <a:pt x="714" y="704"/>
                      </a:cubicBezTo>
                      <a:cubicBezTo>
                        <a:pt x="715" y="704"/>
                        <a:pt x="716" y="704"/>
                        <a:pt x="716" y="705"/>
                      </a:cubicBezTo>
                      <a:cubicBezTo>
                        <a:pt x="718" y="705"/>
                        <a:pt x="719" y="705"/>
                        <a:pt x="720" y="704"/>
                      </a:cubicBezTo>
                      <a:cubicBezTo>
                        <a:pt x="722" y="704"/>
                        <a:pt x="724" y="702"/>
                        <a:pt x="726" y="701"/>
                      </a:cubicBezTo>
                      <a:cubicBezTo>
                        <a:pt x="729" y="699"/>
                        <a:pt x="732" y="697"/>
                        <a:pt x="734" y="694"/>
                      </a:cubicBezTo>
                      <a:cubicBezTo>
                        <a:pt x="734" y="692"/>
                        <a:pt x="734" y="691"/>
                        <a:pt x="735" y="690"/>
                      </a:cubicBezTo>
                      <a:cubicBezTo>
                        <a:pt x="736" y="689"/>
                        <a:pt x="737" y="689"/>
                        <a:pt x="738" y="688"/>
                      </a:cubicBezTo>
                      <a:cubicBezTo>
                        <a:pt x="740" y="684"/>
                        <a:pt x="743" y="680"/>
                        <a:pt x="747" y="677"/>
                      </a:cubicBezTo>
                      <a:cubicBezTo>
                        <a:pt x="749" y="674"/>
                        <a:pt x="750" y="671"/>
                        <a:pt x="753" y="669"/>
                      </a:cubicBezTo>
                      <a:cubicBezTo>
                        <a:pt x="753" y="669"/>
                        <a:pt x="753" y="669"/>
                        <a:pt x="753" y="668"/>
                      </a:cubicBezTo>
                      <a:cubicBezTo>
                        <a:pt x="753" y="666"/>
                        <a:pt x="754" y="664"/>
                        <a:pt x="756" y="662"/>
                      </a:cubicBezTo>
                      <a:cubicBezTo>
                        <a:pt x="757" y="661"/>
                        <a:pt x="758" y="659"/>
                        <a:pt x="758" y="657"/>
                      </a:cubicBezTo>
                      <a:cubicBezTo>
                        <a:pt x="759" y="657"/>
                        <a:pt x="759" y="656"/>
                        <a:pt x="760" y="655"/>
                      </a:cubicBezTo>
                      <a:cubicBezTo>
                        <a:pt x="761" y="654"/>
                        <a:pt x="762" y="652"/>
                        <a:pt x="764" y="650"/>
                      </a:cubicBezTo>
                      <a:cubicBezTo>
                        <a:pt x="765" y="650"/>
                        <a:pt x="765" y="649"/>
                        <a:pt x="765" y="648"/>
                      </a:cubicBezTo>
                      <a:cubicBezTo>
                        <a:pt x="765" y="646"/>
                        <a:pt x="766" y="644"/>
                        <a:pt x="766" y="642"/>
                      </a:cubicBezTo>
                      <a:cubicBezTo>
                        <a:pt x="766" y="642"/>
                        <a:pt x="766" y="642"/>
                        <a:pt x="766" y="641"/>
                      </a:cubicBezTo>
                      <a:cubicBezTo>
                        <a:pt x="766" y="641"/>
                        <a:pt x="766" y="641"/>
                        <a:pt x="766" y="641"/>
                      </a:cubicBezTo>
                      <a:cubicBezTo>
                        <a:pt x="767" y="640"/>
                        <a:pt x="767" y="639"/>
                        <a:pt x="767" y="638"/>
                      </a:cubicBezTo>
                      <a:cubicBezTo>
                        <a:pt x="767" y="638"/>
                        <a:pt x="767" y="638"/>
                        <a:pt x="767" y="637"/>
                      </a:cubicBezTo>
                      <a:cubicBezTo>
                        <a:pt x="767" y="636"/>
                        <a:pt x="767" y="636"/>
                        <a:pt x="767" y="635"/>
                      </a:cubicBezTo>
                      <a:cubicBezTo>
                        <a:pt x="767" y="635"/>
                        <a:pt x="767" y="634"/>
                        <a:pt x="767" y="634"/>
                      </a:cubicBezTo>
                      <a:cubicBezTo>
                        <a:pt x="767" y="634"/>
                        <a:pt x="768" y="634"/>
                        <a:pt x="768" y="633"/>
                      </a:cubicBezTo>
                      <a:cubicBezTo>
                        <a:pt x="768" y="633"/>
                        <a:pt x="768" y="632"/>
                        <a:pt x="767" y="632"/>
                      </a:cubicBezTo>
                      <a:cubicBezTo>
                        <a:pt x="767" y="632"/>
                        <a:pt x="767" y="631"/>
                        <a:pt x="767" y="631"/>
                      </a:cubicBezTo>
                      <a:cubicBezTo>
                        <a:pt x="767" y="630"/>
                        <a:pt x="767" y="630"/>
                        <a:pt x="767" y="630"/>
                      </a:cubicBezTo>
                      <a:cubicBezTo>
                        <a:pt x="767" y="630"/>
                        <a:pt x="767" y="629"/>
                        <a:pt x="767" y="628"/>
                      </a:cubicBezTo>
                      <a:cubicBezTo>
                        <a:pt x="767" y="627"/>
                        <a:pt x="767" y="627"/>
                        <a:pt x="767" y="627"/>
                      </a:cubicBezTo>
                      <a:cubicBezTo>
                        <a:pt x="767" y="626"/>
                        <a:pt x="767" y="625"/>
                        <a:pt x="767" y="624"/>
                      </a:cubicBezTo>
                      <a:cubicBezTo>
                        <a:pt x="768" y="624"/>
                        <a:pt x="768" y="623"/>
                        <a:pt x="768" y="622"/>
                      </a:cubicBezTo>
                      <a:cubicBezTo>
                        <a:pt x="769" y="619"/>
                        <a:pt x="769" y="617"/>
                        <a:pt x="771" y="615"/>
                      </a:cubicBezTo>
                      <a:cubicBezTo>
                        <a:pt x="773" y="614"/>
                        <a:pt x="773" y="612"/>
                        <a:pt x="773" y="611"/>
                      </a:cubicBezTo>
                      <a:cubicBezTo>
                        <a:pt x="773" y="611"/>
                        <a:pt x="773" y="611"/>
                        <a:pt x="773" y="610"/>
                      </a:cubicBezTo>
                      <a:cubicBezTo>
                        <a:pt x="773" y="610"/>
                        <a:pt x="772" y="609"/>
                        <a:pt x="772" y="609"/>
                      </a:cubicBezTo>
                      <a:cubicBezTo>
                        <a:pt x="771" y="608"/>
                        <a:pt x="771" y="608"/>
                        <a:pt x="771" y="607"/>
                      </a:cubicBezTo>
                      <a:cubicBezTo>
                        <a:pt x="771" y="607"/>
                        <a:pt x="771" y="607"/>
                        <a:pt x="771" y="607"/>
                      </a:cubicBezTo>
                      <a:cubicBezTo>
                        <a:pt x="772" y="605"/>
                        <a:pt x="772" y="605"/>
                        <a:pt x="772" y="604"/>
                      </a:cubicBezTo>
                      <a:cubicBezTo>
                        <a:pt x="772" y="603"/>
                        <a:pt x="772" y="603"/>
                        <a:pt x="770" y="602"/>
                      </a:cubicBezTo>
                      <a:cubicBezTo>
                        <a:pt x="770" y="601"/>
                        <a:pt x="769" y="601"/>
                        <a:pt x="769" y="600"/>
                      </a:cubicBezTo>
                      <a:cubicBezTo>
                        <a:pt x="770" y="600"/>
                        <a:pt x="770" y="600"/>
                        <a:pt x="771" y="601"/>
                      </a:cubicBezTo>
                      <a:cubicBezTo>
                        <a:pt x="772" y="601"/>
                        <a:pt x="773" y="600"/>
                        <a:pt x="773" y="599"/>
                      </a:cubicBezTo>
                      <a:cubicBezTo>
                        <a:pt x="773" y="599"/>
                        <a:pt x="773" y="599"/>
                        <a:pt x="773" y="599"/>
                      </a:cubicBezTo>
                      <a:cubicBezTo>
                        <a:pt x="773" y="598"/>
                        <a:pt x="773" y="598"/>
                        <a:pt x="772" y="598"/>
                      </a:cubicBezTo>
                      <a:cubicBezTo>
                        <a:pt x="770" y="596"/>
                        <a:pt x="768" y="594"/>
                        <a:pt x="767" y="593"/>
                      </a:cubicBezTo>
                      <a:cubicBezTo>
                        <a:pt x="766" y="592"/>
                        <a:pt x="766" y="592"/>
                        <a:pt x="766" y="592"/>
                      </a:cubicBezTo>
                      <a:cubicBezTo>
                        <a:pt x="766" y="592"/>
                        <a:pt x="766" y="592"/>
                        <a:pt x="766" y="591"/>
                      </a:cubicBezTo>
                      <a:cubicBezTo>
                        <a:pt x="766" y="591"/>
                        <a:pt x="766" y="591"/>
                        <a:pt x="766" y="591"/>
                      </a:cubicBezTo>
                      <a:cubicBezTo>
                        <a:pt x="766" y="590"/>
                        <a:pt x="765" y="589"/>
                        <a:pt x="764" y="588"/>
                      </a:cubicBezTo>
                      <a:cubicBezTo>
                        <a:pt x="763" y="587"/>
                        <a:pt x="761" y="586"/>
                        <a:pt x="759" y="588"/>
                      </a:cubicBezTo>
                      <a:cubicBezTo>
                        <a:pt x="758" y="588"/>
                        <a:pt x="757" y="587"/>
                        <a:pt x="755" y="586"/>
                      </a:cubicBezTo>
                      <a:cubicBezTo>
                        <a:pt x="755" y="587"/>
                        <a:pt x="755" y="588"/>
                        <a:pt x="755" y="589"/>
                      </a:cubicBezTo>
                      <a:cubicBezTo>
                        <a:pt x="755" y="590"/>
                        <a:pt x="755" y="590"/>
                        <a:pt x="755" y="591"/>
                      </a:cubicBezTo>
                      <a:cubicBezTo>
                        <a:pt x="755" y="592"/>
                        <a:pt x="754" y="592"/>
                        <a:pt x="754" y="593"/>
                      </a:cubicBezTo>
                      <a:cubicBezTo>
                        <a:pt x="754" y="593"/>
                        <a:pt x="754" y="593"/>
                        <a:pt x="754" y="593"/>
                      </a:cubicBezTo>
                      <a:cubicBezTo>
                        <a:pt x="754" y="594"/>
                        <a:pt x="754" y="595"/>
                        <a:pt x="752" y="595"/>
                      </a:cubicBezTo>
                      <a:cubicBezTo>
                        <a:pt x="752" y="595"/>
                        <a:pt x="752" y="595"/>
                        <a:pt x="752" y="594"/>
                      </a:cubicBezTo>
                      <a:cubicBezTo>
                        <a:pt x="754" y="593"/>
                        <a:pt x="754" y="591"/>
                        <a:pt x="754" y="589"/>
                      </a:cubicBezTo>
                      <a:cubicBezTo>
                        <a:pt x="754" y="589"/>
                        <a:pt x="754" y="589"/>
                        <a:pt x="754" y="590"/>
                      </a:cubicBezTo>
                      <a:cubicBezTo>
                        <a:pt x="753" y="590"/>
                        <a:pt x="753" y="590"/>
                        <a:pt x="753" y="590"/>
                      </a:cubicBezTo>
                      <a:cubicBezTo>
                        <a:pt x="753" y="591"/>
                        <a:pt x="753" y="592"/>
                        <a:pt x="752" y="592"/>
                      </a:cubicBezTo>
                      <a:cubicBezTo>
                        <a:pt x="751" y="594"/>
                        <a:pt x="748" y="595"/>
                        <a:pt x="746" y="595"/>
                      </a:cubicBezTo>
                      <a:cubicBezTo>
                        <a:pt x="745" y="595"/>
                        <a:pt x="745" y="595"/>
                        <a:pt x="745" y="594"/>
                      </a:cubicBezTo>
                      <a:cubicBezTo>
                        <a:pt x="745" y="594"/>
                        <a:pt x="745" y="594"/>
                        <a:pt x="745" y="594"/>
                      </a:cubicBezTo>
                      <a:cubicBezTo>
                        <a:pt x="745" y="594"/>
                        <a:pt x="745" y="594"/>
                        <a:pt x="746" y="593"/>
                      </a:cubicBezTo>
                      <a:cubicBezTo>
                        <a:pt x="747" y="593"/>
                        <a:pt x="748" y="592"/>
                        <a:pt x="748" y="591"/>
                      </a:cubicBezTo>
                      <a:cubicBezTo>
                        <a:pt x="748" y="591"/>
                        <a:pt x="747" y="590"/>
                        <a:pt x="746" y="589"/>
                      </a:cubicBezTo>
                      <a:cubicBezTo>
                        <a:pt x="746" y="589"/>
                        <a:pt x="746" y="589"/>
                        <a:pt x="746" y="588"/>
                      </a:cubicBezTo>
                      <a:cubicBezTo>
                        <a:pt x="746" y="588"/>
                        <a:pt x="746" y="588"/>
                        <a:pt x="747" y="588"/>
                      </a:cubicBezTo>
                      <a:cubicBezTo>
                        <a:pt x="747" y="588"/>
                        <a:pt x="748" y="587"/>
                        <a:pt x="748" y="587"/>
                      </a:cubicBezTo>
                      <a:cubicBezTo>
                        <a:pt x="748" y="587"/>
                        <a:pt x="748" y="587"/>
                        <a:pt x="748" y="587"/>
                      </a:cubicBezTo>
                      <a:cubicBezTo>
                        <a:pt x="747" y="586"/>
                        <a:pt x="747" y="586"/>
                        <a:pt x="746" y="586"/>
                      </a:cubicBezTo>
                      <a:cubicBezTo>
                        <a:pt x="745" y="587"/>
                        <a:pt x="745" y="587"/>
                        <a:pt x="745" y="588"/>
                      </a:cubicBezTo>
                      <a:cubicBezTo>
                        <a:pt x="745" y="588"/>
                        <a:pt x="745" y="589"/>
                        <a:pt x="745" y="589"/>
                      </a:cubicBezTo>
                      <a:cubicBezTo>
                        <a:pt x="745" y="589"/>
                        <a:pt x="745" y="589"/>
                        <a:pt x="745" y="590"/>
                      </a:cubicBezTo>
                      <a:cubicBezTo>
                        <a:pt x="745" y="590"/>
                        <a:pt x="745" y="591"/>
                        <a:pt x="744" y="592"/>
                      </a:cubicBezTo>
                      <a:cubicBezTo>
                        <a:pt x="743" y="592"/>
                        <a:pt x="742" y="591"/>
                        <a:pt x="742" y="592"/>
                      </a:cubicBezTo>
                      <a:cubicBezTo>
                        <a:pt x="741" y="592"/>
                        <a:pt x="741" y="591"/>
                        <a:pt x="741" y="591"/>
                      </a:cubicBezTo>
                      <a:cubicBezTo>
                        <a:pt x="741" y="591"/>
                        <a:pt x="741" y="590"/>
                        <a:pt x="742" y="590"/>
                      </a:cubicBezTo>
                      <a:cubicBezTo>
                        <a:pt x="742" y="589"/>
                        <a:pt x="742" y="588"/>
                        <a:pt x="742" y="588"/>
                      </a:cubicBezTo>
                      <a:cubicBezTo>
                        <a:pt x="742" y="587"/>
                        <a:pt x="742" y="586"/>
                        <a:pt x="742" y="585"/>
                      </a:cubicBezTo>
                      <a:cubicBezTo>
                        <a:pt x="742" y="584"/>
                        <a:pt x="742" y="584"/>
                        <a:pt x="742" y="583"/>
                      </a:cubicBezTo>
                      <a:cubicBezTo>
                        <a:pt x="742" y="583"/>
                        <a:pt x="742" y="583"/>
                        <a:pt x="742" y="583"/>
                      </a:cubicBezTo>
                      <a:cubicBezTo>
                        <a:pt x="742" y="583"/>
                        <a:pt x="742" y="582"/>
                        <a:pt x="741" y="583"/>
                      </a:cubicBezTo>
                      <a:cubicBezTo>
                        <a:pt x="739" y="583"/>
                        <a:pt x="737" y="582"/>
                        <a:pt x="735" y="583"/>
                      </a:cubicBezTo>
                      <a:cubicBezTo>
                        <a:pt x="735" y="583"/>
                        <a:pt x="735" y="583"/>
                        <a:pt x="735" y="583"/>
                      </a:cubicBezTo>
                      <a:cubicBezTo>
                        <a:pt x="734" y="582"/>
                        <a:pt x="733" y="582"/>
                        <a:pt x="733" y="582"/>
                      </a:cubicBezTo>
                      <a:cubicBezTo>
                        <a:pt x="732" y="581"/>
                        <a:pt x="731" y="581"/>
                        <a:pt x="731" y="580"/>
                      </a:cubicBezTo>
                      <a:cubicBezTo>
                        <a:pt x="731" y="579"/>
                        <a:pt x="732" y="579"/>
                        <a:pt x="733" y="578"/>
                      </a:cubicBezTo>
                      <a:cubicBezTo>
                        <a:pt x="734" y="577"/>
                        <a:pt x="735" y="577"/>
                        <a:pt x="736" y="575"/>
                      </a:cubicBezTo>
                      <a:cubicBezTo>
                        <a:pt x="737" y="574"/>
                        <a:pt x="739" y="573"/>
                        <a:pt x="739" y="572"/>
                      </a:cubicBezTo>
                      <a:cubicBezTo>
                        <a:pt x="741" y="570"/>
                        <a:pt x="744" y="568"/>
                        <a:pt x="746" y="567"/>
                      </a:cubicBezTo>
                      <a:cubicBezTo>
                        <a:pt x="747" y="566"/>
                        <a:pt x="748" y="565"/>
                        <a:pt x="748" y="563"/>
                      </a:cubicBezTo>
                      <a:cubicBezTo>
                        <a:pt x="749" y="562"/>
                        <a:pt x="751" y="561"/>
                        <a:pt x="751" y="559"/>
                      </a:cubicBezTo>
                      <a:cubicBezTo>
                        <a:pt x="752" y="559"/>
                        <a:pt x="752" y="558"/>
                        <a:pt x="752" y="557"/>
                      </a:cubicBezTo>
                      <a:cubicBezTo>
                        <a:pt x="752" y="557"/>
                        <a:pt x="752" y="557"/>
                        <a:pt x="752" y="557"/>
                      </a:cubicBezTo>
                      <a:cubicBezTo>
                        <a:pt x="754" y="557"/>
                        <a:pt x="754" y="555"/>
                        <a:pt x="754" y="554"/>
                      </a:cubicBezTo>
                      <a:cubicBezTo>
                        <a:pt x="755" y="554"/>
                        <a:pt x="756" y="554"/>
                        <a:pt x="756" y="553"/>
                      </a:cubicBezTo>
                      <a:cubicBezTo>
                        <a:pt x="756" y="551"/>
                        <a:pt x="758" y="551"/>
                        <a:pt x="759" y="550"/>
                      </a:cubicBezTo>
                      <a:cubicBezTo>
                        <a:pt x="760" y="549"/>
                        <a:pt x="761" y="549"/>
                        <a:pt x="761" y="548"/>
                      </a:cubicBezTo>
                      <a:cubicBezTo>
                        <a:pt x="762" y="548"/>
                        <a:pt x="763" y="546"/>
                        <a:pt x="764" y="545"/>
                      </a:cubicBezTo>
                      <a:cubicBezTo>
                        <a:pt x="767" y="544"/>
                        <a:pt x="767" y="543"/>
                        <a:pt x="768" y="541"/>
                      </a:cubicBezTo>
                      <a:cubicBezTo>
                        <a:pt x="768" y="538"/>
                        <a:pt x="769" y="536"/>
                        <a:pt x="772" y="535"/>
                      </a:cubicBezTo>
                      <a:cubicBezTo>
                        <a:pt x="773" y="534"/>
                        <a:pt x="774" y="534"/>
                        <a:pt x="774" y="533"/>
                      </a:cubicBezTo>
                      <a:cubicBezTo>
                        <a:pt x="775" y="532"/>
                        <a:pt x="776" y="531"/>
                        <a:pt x="776" y="529"/>
                      </a:cubicBezTo>
                      <a:cubicBezTo>
                        <a:pt x="779" y="526"/>
                        <a:pt x="782" y="524"/>
                        <a:pt x="787" y="524"/>
                      </a:cubicBezTo>
                      <a:cubicBezTo>
                        <a:pt x="787" y="524"/>
                        <a:pt x="787" y="524"/>
                        <a:pt x="787" y="524"/>
                      </a:cubicBezTo>
                      <a:cubicBezTo>
                        <a:pt x="788" y="523"/>
                        <a:pt x="789" y="523"/>
                        <a:pt x="790" y="523"/>
                      </a:cubicBezTo>
                      <a:cubicBezTo>
                        <a:pt x="793" y="523"/>
                        <a:pt x="795" y="523"/>
                        <a:pt x="797" y="523"/>
                      </a:cubicBezTo>
                      <a:cubicBezTo>
                        <a:pt x="797" y="523"/>
                        <a:pt x="798" y="523"/>
                        <a:pt x="798" y="523"/>
                      </a:cubicBezTo>
                      <a:cubicBezTo>
                        <a:pt x="799" y="523"/>
                        <a:pt x="799" y="523"/>
                        <a:pt x="799" y="523"/>
                      </a:cubicBezTo>
                      <a:cubicBezTo>
                        <a:pt x="800" y="524"/>
                        <a:pt x="802" y="523"/>
                        <a:pt x="803" y="523"/>
                      </a:cubicBezTo>
                      <a:cubicBezTo>
                        <a:pt x="803" y="523"/>
                        <a:pt x="803" y="523"/>
                        <a:pt x="803" y="523"/>
                      </a:cubicBezTo>
                      <a:cubicBezTo>
                        <a:pt x="804" y="523"/>
                        <a:pt x="804" y="524"/>
                        <a:pt x="803" y="524"/>
                      </a:cubicBezTo>
                      <a:cubicBezTo>
                        <a:pt x="803" y="525"/>
                        <a:pt x="803" y="525"/>
                        <a:pt x="804" y="526"/>
                      </a:cubicBezTo>
                      <a:cubicBezTo>
                        <a:pt x="804" y="526"/>
                        <a:pt x="804" y="526"/>
                        <a:pt x="804" y="526"/>
                      </a:cubicBezTo>
                      <a:cubicBezTo>
                        <a:pt x="804" y="526"/>
                        <a:pt x="805" y="526"/>
                        <a:pt x="805" y="526"/>
                      </a:cubicBezTo>
                      <a:cubicBezTo>
                        <a:pt x="807" y="526"/>
                        <a:pt x="806" y="524"/>
                        <a:pt x="806" y="523"/>
                      </a:cubicBezTo>
                      <a:cubicBezTo>
                        <a:pt x="807" y="523"/>
                        <a:pt x="807" y="522"/>
                        <a:pt x="808" y="522"/>
                      </a:cubicBezTo>
                      <a:cubicBezTo>
                        <a:pt x="808" y="523"/>
                        <a:pt x="809" y="523"/>
                        <a:pt x="809" y="523"/>
                      </a:cubicBezTo>
                      <a:cubicBezTo>
                        <a:pt x="809" y="523"/>
                        <a:pt x="810" y="523"/>
                        <a:pt x="810" y="523"/>
                      </a:cubicBezTo>
                      <a:cubicBezTo>
                        <a:pt x="810" y="523"/>
                        <a:pt x="810" y="523"/>
                        <a:pt x="810" y="523"/>
                      </a:cubicBezTo>
                      <a:cubicBezTo>
                        <a:pt x="811" y="524"/>
                        <a:pt x="811" y="524"/>
                        <a:pt x="812" y="524"/>
                      </a:cubicBezTo>
                      <a:cubicBezTo>
                        <a:pt x="812" y="524"/>
                        <a:pt x="812" y="524"/>
                        <a:pt x="812" y="524"/>
                      </a:cubicBezTo>
                      <a:cubicBezTo>
                        <a:pt x="815" y="525"/>
                        <a:pt x="817" y="525"/>
                        <a:pt x="818" y="523"/>
                      </a:cubicBezTo>
                      <a:cubicBezTo>
                        <a:pt x="819" y="523"/>
                        <a:pt x="819" y="523"/>
                        <a:pt x="820" y="523"/>
                      </a:cubicBezTo>
                      <a:cubicBezTo>
                        <a:pt x="820" y="523"/>
                        <a:pt x="820" y="523"/>
                        <a:pt x="820" y="524"/>
                      </a:cubicBezTo>
                      <a:cubicBezTo>
                        <a:pt x="820" y="524"/>
                        <a:pt x="821" y="524"/>
                        <a:pt x="821" y="525"/>
                      </a:cubicBezTo>
                      <a:cubicBezTo>
                        <a:pt x="821" y="525"/>
                        <a:pt x="821" y="525"/>
                        <a:pt x="821" y="525"/>
                      </a:cubicBezTo>
                      <a:cubicBezTo>
                        <a:pt x="822" y="525"/>
                        <a:pt x="823" y="525"/>
                        <a:pt x="824" y="524"/>
                      </a:cubicBezTo>
                      <a:cubicBezTo>
                        <a:pt x="824" y="524"/>
                        <a:pt x="824" y="524"/>
                        <a:pt x="824" y="524"/>
                      </a:cubicBezTo>
                      <a:cubicBezTo>
                        <a:pt x="824" y="523"/>
                        <a:pt x="823" y="523"/>
                        <a:pt x="823" y="523"/>
                      </a:cubicBezTo>
                      <a:cubicBezTo>
                        <a:pt x="823" y="523"/>
                        <a:pt x="823" y="523"/>
                        <a:pt x="823" y="523"/>
                      </a:cubicBezTo>
                      <a:cubicBezTo>
                        <a:pt x="823" y="523"/>
                        <a:pt x="823" y="523"/>
                        <a:pt x="823" y="523"/>
                      </a:cubicBezTo>
                      <a:cubicBezTo>
                        <a:pt x="823" y="522"/>
                        <a:pt x="823" y="522"/>
                        <a:pt x="823" y="522"/>
                      </a:cubicBezTo>
                      <a:cubicBezTo>
                        <a:pt x="823" y="522"/>
                        <a:pt x="823" y="522"/>
                        <a:pt x="823" y="522"/>
                      </a:cubicBezTo>
                      <a:cubicBezTo>
                        <a:pt x="825" y="522"/>
                        <a:pt x="825" y="522"/>
                        <a:pt x="826" y="521"/>
                      </a:cubicBezTo>
                      <a:cubicBezTo>
                        <a:pt x="826" y="521"/>
                        <a:pt x="826" y="521"/>
                        <a:pt x="826" y="521"/>
                      </a:cubicBezTo>
                      <a:cubicBezTo>
                        <a:pt x="826" y="521"/>
                        <a:pt x="826" y="521"/>
                        <a:pt x="826" y="520"/>
                      </a:cubicBezTo>
                      <a:cubicBezTo>
                        <a:pt x="826" y="519"/>
                        <a:pt x="827" y="519"/>
                        <a:pt x="827" y="519"/>
                      </a:cubicBezTo>
                      <a:cubicBezTo>
                        <a:pt x="828" y="519"/>
                        <a:pt x="830" y="518"/>
                        <a:pt x="831" y="519"/>
                      </a:cubicBezTo>
                      <a:cubicBezTo>
                        <a:pt x="832" y="520"/>
                        <a:pt x="833" y="520"/>
                        <a:pt x="834" y="520"/>
                      </a:cubicBezTo>
                      <a:cubicBezTo>
                        <a:pt x="834" y="520"/>
                        <a:pt x="834" y="520"/>
                        <a:pt x="834" y="520"/>
                      </a:cubicBezTo>
                      <a:cubicBezTo>
                        <a:pt x="834" y="521"/>
                        <a:pt x="835" y="521"/>
                        <a:pt x="835" y="521"/>
                      </a:cubicBezTo>
                      <a:cubicBezTo>
                        <a:pt x="835" y="521"/>
                        <a:pt x="835" y="521"/>
                        <a:pt x="835" y="521"/>
                      </a:cubicBezTo>
                      <a:cubicBezTo>
                        <a:pt x="835" y="521"/>
                        <a:pt x="835" y="521"/>
                        <a:pt x="835" y="521"/>
                      </a:cubicBezTo>
                      <a:cubicBezTo>
                        <a:pt x="835" y="522"/>
                        <a:pt x="835" y="522"/>
                        <a:pt x="835" y="522"/>
                      </a:cubicBezTo>
                      <a:cubicBezTo>
                        <a:pt x="835" y="522"/>
                        <a:pt x="835" y="522"/>
                        <a:pt x="835" y="522"/>
                      </a:cubicBezTo>
                      <a:cubicBezTo>
                        <a:pt x="836" y="522"/>
                        <a:pt x="836" y="523"/>
                        <a:pt x="837" y="522"/>
                      </a:cubicBezTo>
                      <a:cubicBezTo>
                        <a:pt x="837" y="522"/>
                        <a:pt x="837" y="522"/>
                        <a:pt x="837" y="522"/>
                      </a:cubicBezTo>
                      <a:cubicBezTo>
                        <a:pt x="837" y="522"/>
                        <a:pt x="837" y="522"/>
                        <a:pt x="838" y="522"/>
                      </a:cubicBezTo>
                      <a:cubicBezTo>
                        <a:pt x="838" y="521"/>
                        <a:pt x="839" y="521"/>
                        <a:pt x="840" y="521"/>
                      </a:cubicBezTo>
                      <a:cubicBezTo>
                        <a:pt x="840" y="521"/>
                        <a:pt x="840" y="521"/>
                        <a:pt x="841" y="521"/>
                      </a:cubicBezTo>
                      <a:cubicBezTo>
                        <a:pt x="841" y="521"/>
                        <a:pt x="841" y="521"/>
                        <a:pt x="841" y="521"/>
                      </a:cubicBezTo>
                      <a:cubicBezTo>
                        <a:pt x="842" y="522"/>
                        <a:pt x="842" y="523"/>
                        <a:pt x="843" y="524"/>
                      </a:cubicBezTo>
                      <a:cubicBezTo>
                        <a:pt x="843" y="524"/>
                        <a:pt x="843" y="524"/>
                        <a:pt x="843" y="524"/>
                      </a:cubicBezTo>
                      <a:cubicBezTo>
                        <a:pt x="844" y="525"/>
                        <a:pt x="844" y="525"/>
                        <a:pt x="844" y="525"/>
                      </a:cubicBezTo>
                      <a:cubicBezTo>
                        <a:pt x="845" y="525"/>
                        <a:pt x="845" y="525"/>
                        <a:pt x="846" y="525"/>
                      </a:cubicBezTo>
                      <a:cubicBezTo>
                        <a:pt x="845" y="527"/>
                        <a:pt x="844" y="526"/>
                        <a:pt x="843" y="526"/>
                      </a:cubicBezTo>
                      <a:cubicBezTo>
                        <a:pt x="842" y="526"/>
                        <a:pt x="840" y="527"/>
                        <a:pt x="839" y="527"/>
                      </a:cubicBezTo>
                      <a:cubicBezTo>
                        <a:pt x="840" y="528"/>
                        <a:pt x="840" y="530"/>
                        <a:pt x="841" y="530"/>
                      </a:cubicBezTo>
                      <a:cubicBezTo>
                        <a:pt x="841" y="531"/>
                        <a:pt x="842" y="531"/>
                        <a:pt x="843" y="530"/>
                      </a:cubicBezTo>
                      <a:cubicBezTo>
                        <a:pt x="843" y="530"/>
                        <a:pt x="843" y="530"/>
                        <a:pt x="843" y="530"/>
                      </a:cubicBezTo>
                      <a:cubicBezTo>
                        <a:pt x="844" y="530"/>
                        <a:pt x="845" y="530"/>
                        <a:pt x="845" y="530"/>
                      </a:cubicBezTo>
                      <a:cubicBezTo>
                        <a:pt x="845" y="529"/>
                        <a:pt x="845" y="529"/>
                        <a:pt x="845" y="529"/>
                      </a:cubicBezTo>
                      <a:cubicBezTo>
                        <a:pt x="847" y="529"/>
                        <a:pt x="848" y="529"/>
                        <a:pt x="849" y="529"/>
                      </a:cubicBezTo>
                      <a:cubicBezTo>
                        <a:pt x="850" y="530"/>
                        <a:pt x="851" y="530"/>
                        <a:pt x="851" y="529"/>
                      </a:cubicBezTo>
                      <a:cubicBezTo>
                        <a:pt x="851" y="529"/>
                        <a:pt x="851" y="528"/>
                        <a:pt x="851" y="528"/>
                      </a:cubicBezTo>
                      <a:cubicBezTo>
                        <a:pt x="852" y="527"/>
                        <a:pt x="854" y="527"/>
                        <a:pt x="855" y="525"/>
                      </a:cubicBezTo>
                      <a:cubicBezTo>
                        <a:pt x="855" y="525"/>
                        <a:pt x="856" y="525"/>
                        <a:pt x="856" y="526"/>
                      </a:cubicBezTo>
                      <a:cubicBezTo>
                        <a:pt x="857" y="526"/>
                        <a:pt x="857" y="526"/>
                        <a:pt x="858" y="527"/>
                      </a:cubicBezTo>
                      <a:cubicBezTo>
                        <a:pt x="858" y="527"/>
                        <a:pt x="858" y="527"/>
                        <a:pt x="858" y="527"/>
                      </a:cubicBezTo>
                      <a:cubicBezTo>
                        <a:pt x="859" y="528"/>
                        <a:pt x="860" y="527"/>
                        <a:pt x="861" y="526"/>
                      </a:cubicBezTo>
                      <a:cubicBezTo>
                        <a:pt x="861" y="526"/>
                        <a:pt x="861" y="526"/>
                        <a:pt x="861" y="526"/>
                      </a:cubicBezTo>
                      <a:cubicBezTo>
                        <a:pt x="861" y="526"/>
                        <a:pt x="862" y="526"/>
                        <a:pt x="862" y="526"/>
                      </a:cubicBezTo>
                      <a:cubicBezTo>
                        <a:pt x="863" y="526"/>
                        <a:pt x="864" y="526"/>
                        <a:pt x="865" y="526"/>
                      </a:cubicBezTo>
                      <a:cubicBezTo>
                        <a:pt x="866" y="526"/>
                        <a:pt x="867" y="525"/>
                        <a:pt x="866" y="523"/>
                      </a:cubicBezTo>
                      <a:cubicBezTo>
                        <a:pt x="866" y="523"/>
                        <a:pt x="866" y="523"/>
                        <a:pt x="865" y="523"/>
                      </a:cubicBezTo>
                      <a:cubicBezTo>
                        <a:pt x="865" y="522"/>
                        <a:pt x="864" y="522"/>
                        <a:pt x="864" y="522"/>
                      </a:cubicBezTo>
                      <a:cubicBezTo>
                        <a:pt x="863" y="520"/>
                        <a:pt x="861" y="521"/>
                        <a:pt x="860" y="522"/>
                      </a:cubicBezTo>
                      <a:cubicBezTo>
                        <a:pt x="860" y="521"/>
                        <a:pt x="860" y="521"/>
                        <a:pt x="860" y="521"/>
                      </a:cubicBezTo>
                      <a:cubicBezTo>
                        <a:pt x="860" y="519"/>
                        <a:pt x="859" y="517"/>
                        <a:pt x="861" y="516"/>
                      </a:cubicBezTo>
                      <a:cubicBezTo>
                        <a:pt x="862" y="516"/>
                        <a:pt x="862" y="515"/>
                        <a:pt x="862" y="515"/>
                      </a:cubicBezTo>
                      <a:cubicBezTo>
                        <a:pt x="862" y="514"/>
                        <a:pt x="862" y="514"/>
                        <a:pt x="862" y="514"/>
                      </a:cubicBezTo>
                      <a:cubicBezTo>
                        <a:pt x="862" y="514"/>
                        <a:pt x="862" y="513"/>
                        <a:pt x="862" y="513"/>
                      </a:cubicBezTo>
                      <a:cubicBezTo>
                        <a:pt x="863" y="513"/>
                        <a:pt x="863" y="513"/>
                        <a:pt x="863" y="512"/>
                      </a:cubicBezTo>
                      <a:cubicBezTo>
                        <a:pt x="864" y="510"/>
                        <a:pt x="866" y="509"/>
                        <a:pt x="868" y="508"/>
                      </a:cubicBezTo>
                      <a:cubicBezTo>
                        <a:pt x="869" y="507"/>
                        <a:pt x="870" y="505"/>
                        <a:pt x="871" y="505"/>
                      </a:cubicBezTo>
                      <a:cubicBezTo>
                        <a:pt x="872" y="504"/>
                        <a:pt x="872" y="503"/>
                        <a:pt x="872" y="501"/>
                      </a:cubicBezTo>
                      <a:cubicBezTo>
                        <a:pt x="873" y="501"/>
                        <a:pt x="873" y="500"/>
                        <a:pt x="874" y="499"/>
                      </a:cubicBezTo>
                      <a:cubicBezTo>
                        <a:pt x="874" y="499"/>
                        <a:pt x="874" y="499"/>
                        <a:pt x="874" y="499"/>
                      </a:cubicBezTo>
                      <a:cubicBezTo>
                        <a:pt x="875" y="499"/>
                        <a:pt x="875" y="499"/>
                        <a:pt x="875" y="499"/>
                      </a:cubicBezTo>
                      <a:cubicBezTo>
                        <a:pt x="875" y="499"/>
                        <a:pt x="875" y="499"/>
                        <a:pt x="875" y="499"/>
                      </a:cubicBezTo>
                      <a:cubicBezTo>
                        <a:pt x="876" y="498"/>
                        <a:pt x="877" y="498"/>
                        <a:pt x="876" y="497"/>
                      </a:cubicBezTo>
                      <a:cubicBezTo>
                        <a:pt x="876" y="495"/>
                        <a:pt x="876" y="494"/>
                        <a:pt x="878" y="493"/>
                      </a:cubicBezTo>
                      <a:cubicBezTo>
                        <a:pt x="878" y="493"/>
                        <a:pt x="878" y="493"/>
                        <a:pt x="878" y="493"/>
                      </a:cubicBezTo>
                      <a:cubicBezTo>
                        <a:pt x="878" y="493"/>
                        <a:pt x="878" y="493"/>
                        <a:pt x="878" y="493"/>
                      </a:cubicBezTo>
                      <a:cubicBezTo>
                        <a:pt x="878" y="492"/>
                        <a:pt x="878" y="492"/>
                        <a:pt x="879" y="492"/>
                      </a:cubicBezTo>
                      <a:cubicBezTo>
                        <a:pt x="879" y="492"/>
                        <a:pt x="880" y="492"/>
                        <a:pt x="880" y="492"/>
                      </a:cubicBezTo>
                      <a:cubicBezTo>
                        <a:pt x="881" y="492"/>
                        <a:pt x="881" y="492"/>
                        <a:pt x="882" y="491"/>
                      </a:cubicBezTo>
                      <a:cubicBezTo>
                        <a:pt x="882" y="491"/>
                        <a:pt x="882" y="490"/>
                        <a:pt x="882" y="490"/>
                      </a:cubicBezTo>
                      <a:cubicBezTo>
                        <a:pt x="883" y="490"/>
                        <a:pt x="883" y="490"/>
                        <a:pt x="884" y="490"/>
                      </a:cubicBezTo>
                      <a:cubicBezTo>
                        <a:pt x="884" y="490"/>
                        <a:pt x="884" y="490"/>
                        <a:pt x="884" y="490"/>
                      </a:cubicBezTo>
                      <a:cubicBezTo>
                        <a:pt x="886" y="491"/>
                        <a:pt x="886" y="490"/>
                        <a:pt x="887" y="489"/>
                      </a:cubicBezTo>
                      <a:cubicBezTo>
                        <a:pt x="888" y="490"/>
                        <a:pt x="890" y="490"/>
                        <a:pt x="891" y="490"/>
                      </a:cubicBezTo>
                      <a:cubicBezTo>
                        <a:pt x="893" y="489"/>
                        <a:pt x="894" y="489"/>
                        <a:pt x="895" y="491"/>
                      </a:cubicBezTo>
                      <a:cubicBezTo>
                        <a:pt x="895" y="491"/>
                        <a:pt x="896" y="491"/>
                        <a:pt x="896" y="492"/>
                      </a:cubicBezTo>
                      <a:cubicBezTo>
                        <a:pt x="896" y="492"/>
                        <a:pt x="896" y="492"/>
                        <a:pt x="896" y="492"/>
                      </a:cubicBezTo>
                      <a:cubicBezTo>
                        <a:pt x="897" y="492"/>
                        <a:pt x="898" y="492"/>
                        <a:pt x="899" y="491"/>
                      </a:cubicBezTo>
                      <a:cubicBezTo>
                        <a:pt x="899" y="490"/>
                        <a:pt x="899" y="490"/>
                        <a:pt x="900" y="489"/>
                      </a:cubicBezTo>
                      <a:cubicBezTo>
                        <a:pt x="900" y="489"/>
                        <a:pt x="901" y="489"/>
                        <a:pt x="901" y="490"/>
                      </a:cubicBezTo>
                      <a:cubicBezTo>
                        <a:pt x="901" y="491"/>
                        <a:pt x="901" y="492"/>
                        <a:pt x="900" y="493"/>
                      </a:cubicBezTo>
                      <a:cubicBezTo>
                        <a:pt x="899" y="495"/>
                        <a:pt x="897" y="497"/>
                        <a:pt x="898" y="499"/>
                      </a:cubicBezTo>
                      <a:cubicBezTo>
                        <a:pt x="898" y="500"/>
                        <a:pt x="898" y="500"/>
                        <a:pt x="898" y="501"/>
                      </a:cubicBezTo>
                      <a:cubicBezTo>
                        <a:pt x="898" y="501"/>
                        <a:pt x="897" y="501"/>
                        <a:pt x="898" y="502"/>
                      </a:cubicBezTo>
                      <a:cubicBezTo>
                        <a:pt x="898" y="502"/>
                        <a:pt x="899" y="502"/>
                        <a:pt x="899" y="502"/>
                      </a:cubicBezTo>
                      <a:cubicBezTo>
                        <a:pt x="900" y="502"/>
                        <a:pt x="900" y="501"/>
                        <a:pt x="900" y="501"/>
                      </a:cubicBezTo>
                      <a:cubicBezTo>
                        <a:pt x="900" y="501"/>
                        <a:pt x="900" y="501"/>
                        <a:pt x="900" y="501"/>
                      </a:cubicBezTo>
                      <a:cubicBezTo>
                        <a:pt x="900" y="501"/>
                        <a:pt x="900" y="501"/>
                        <a:pt x="900" y="501"/>
                      </a:cubicBezTo>
                      <a:cubicBezTo>
                        <a:pt x="901" y="501"/>
                        <a:pt x="901" y="501"/>
                        <a:pt x="901" y="501"/>
                      </a:cubicBezTo>
                      <a:cubicBezTo>
                        <a:pt x="902" y="501"/>
                        <a:pt x="902" y="501"/>
                        <a:pt x="902" y="501"/>
                      </a:cubicBezTo>
                      <a:cubicBezTo>
                        <a:pt x="902" y="501"/>
                        <a:pt x="901" y="502"/>
                        <a:pt x="901" y="502"/>
                      </a:cubicBezTo>
                      <a:cubicBezTo>
                        <a:pt x="901" y="502"/>
                        <a:pt x="901" y="502"/>
                        <a:pt x="901" y="502"/>
                      </a:cubicBezTo>
                      <a:cubicBezTo>
                        <a:pt x="900" y="503"/>
                        <a:pt x="899" y="505"/>
                        <a:pt x="900" y="506"/>
                      </a:cubicBezTo>
                      <a:cubicBezTo>
                        <a:pt x="900" y="506"/>
                        <a:pt x="900" y="506"/>
                        <a:pt x="900" y="506"/>
                      </a:cubicBezTo>
                      <a:cubicBezTo>
                        <a:pt x="900" y="507"/>
                        <a:pt x="900" y="507"/>
                        <a:pt x="900" y="507"/>
                      </a:cubicBezTo>
                      <a:cubicBezTo>
                        <a:pt x="900" y="507"/>
                        <a:pt x="900" y="507"/>
                        <a:pt x="901" y="506"/>
                      </a:cubicBezTo>
                      <a:cubicBezTo>
                        <a:pt x="901" y="506"/>
                        <a:pt x="901" y="506"/>
                        <a:pt x="901" y="506"/>
                      </a:cubicBezTo>
                      <a:cubicBezTo>
                        <a:pt x="902" y="506"/>
                        <a:pt x="903" y="505"/>
                        <a:pt x="903" y="505"/>
                      </a:cubicBezTo>
                      <a:cubicBezTo>
                        <a:pt x="904" y="505"/>
                        <a:pt x="905" y="505"/>
                        <a:pt x="905" y="504"/>
                      </a:cubicBezTo>
                      <a:cubicBezTo>
                        <a:pt x="905" y="504"/>
                        <a:pt x="905" y="504"/>
                        <a:pt x="905" y="504"/>
                      </a:cubicBezTo>
                      <a:cubicBezTo>
                        <a:pt x="907" y="501"/>
                        <a:pt x="909" y="498"/>
                        <a:pt x="912" y="496"/>
                      </a:cubicBezTo>
                      <a:cubicBezTo>
                        <a:pt x="913" y="496"/>
                        <a:pt x="913" y="495"/>
                        <a:pt x="913" y="495"/>
                      </a:cubicBezTo>
                      <a:cubicBezTo>
                        <a:pt x="914" y="494"/>
                        <a:pt x="914" y="492"/>
                        <a:pt x="916" y="492"/>
                      </a:cubicBezTo>
                      <a:cubicBezTo>
                        <a:pt x="916" y="492"/>
                        <a:pt x="917" y="492"/>
                        <a:pt x="917" y="492"/>
                      </a:cubicBezTo>
                      <a:cubicBezTo>
                        <a:pt x="917" y="491"/>
                        <a:pt x="918" y="491"/>
                        <a:pt x="918" y="491"/>
                      </a:cubicBezTo>
                      <a:cubicBezTo>
                        <a:pt x="918" y="491"/>
                        <a:pt x="919" y="492"/>
                        <a:pt x="919" y="493"/>
                      </a:cubicBezTo>
                      <a:cubicBezTo>
                        <a:pt x="919" y="493"/>
                        <a:pt x="919" y="493"/>
                        <a:pt x="919" y="493"/>
                      </a:cubicBezTo>
                      <a:cubicBezTo>
                        <a:pt x="919" y="493"/>
                        <a:pt x="919" y="493"/>
                        <a:pt x="920" y="493"/>
                      </a:cubicBezTo>
                      <a:cubicBezTo>
                        <a:pt x="920" y="493"/>
                        <a:pt x="921" y="492"/>
                        <a:pt x="921" y="492"/>
                      </a:cubicBezTo>
                      <a:cubicBezTo>
                        <a:pt x="921" y="491"/>
                        <a:pt x="921" y="491"/>
                        <a:pt x="921" y="491"/>
                      </a:cubicBezTo>
                      <a:cubicBezTo>
                        <a:pt x="921" y="491"/>
                        <a:pt x="921" y="491"/>
                        <a:pt x="921" y="491"/>
                      </a:cubicBezTo>
                      <a:cubicBezTo>
                        <a:pt x="920" y="491"/>
                        <a:pt x="920" y="490"/>
                        <a:pt x="920" y="490"/>
                      </a:cubicBezTo>
                      <a:cubicBezTo>
                        <a:pt x="919" y="490"/>
                        <a:pt x="919" y="489"/>
                        <a:pt x="920" y="488"/>
                      </a:cubicBezTo>
                      <a:cubicBezTo>
                        <a:pt x="920" y="487"/>
                        <a:pt x="920" y="486"/>
                        <a:pt x="920" y="486"/>
                      </a:cubicBezTo>
                      <a:cubicBezTo>
                        <a:pt x="920" y="485"/>
                        <a:pt x="920" y="484"/>
                        <a:pt x="920" y="484"/>
                      </a:cubicBezTo>
                      <a:cubicBezTo>
                        <a:pt x="921" y="483"/>
                        <a:pt x="921" y="482"/>
                        <a:pt x="921" y="481"/>
                      </a:cubicBezTo>
                      <a:cubicBezTo>
                        <a:pt x="921" y="480"/>
                        <a:pt x="922" y="479"/>
                        <a:pt x="923" y="479"/>
                      </a:cubicBezTo>
                      <a:cubicBezTo>
                        <a:pt x="924" y="479"/>
                        <a:pt x="925" y="479"/>
                        <a:pt x="926" y="479"/>
                      </a:cubicBezTo>
                      <a:cubicBezTo>
                        <a:pt x="927" y="477"/>
                        <a:pt x="929" y="477"/>
                        <a:pt x="931" y="479"/>
                      </a:cubicBezTo>
                      <a:cubicBezTo>
                        <a:pt x="931" y="479"/>
                        <a:pt x="931" y="478"/>
                        <a:pt x="931" y="478"/>
                      </a:cubicBezTo>
                      <a:cubicBezTo>
                        <a:pt x="931" y="479"/>
                        <a:pt x="931" y="479"/>
                        <a:pt x="931" y="479"/>
                      </a:cubicBezTo>
                      <a:cubicBezTo>
                        <a:pt x="932" y="479"/>
                        <a:pt x="932" y="479"/>
                        <a:pt x="932" y="479"/>
                      </a:cubicBezTo>
                      <a:cubicBezTo>
                        <a:pt x="932" y="480"/>
                        <a:pt x="933" y="480"/>
                        <a:pt x="933" y="480"/>
                      </a:cubicBezTo>
                      <a:cubicBezTo>
                        <a:pt x="933" y="480"/>
                        <a:pt x="932" y="480"/>
                        <a:pt x="931" y="480"/>
                      </a:cubicBezTo>
                      <a:cubicBezTo>
                        <a:pt x="930" y="480"/>
                        <a:pt x="928" y="481"/>
                        <a:pt x="927" y="483"/>
                      </a:cubicBezTo>
                      <a:cubicBezTo>
                        <a:pt x="927" y="483"/>
                        <a:pt x="927" y="484"/>
                        <a:pt x="927" y="485"/>
                      </a:cubicBezTo>
                      <a:cubicBezTo>
                        <a:pt x="927" y="485"/>
                        <a:pt x="927" y="486"/>
                        <a:pt x="926" y="487"/>
                      </a:cubicBezTo>
                      <a:cubicBezTo>
                        <a:pt x="926" y="487"/>
                        <a:pt x="926" y="487"/>
                        <a:pt x="926" y="487"/>
                      </a:cubicBezTo>
                      <a:cubicBezTo>
                        <a:pt x="926" y="489"/>
                        <a:pt x="926" y="490"/>
                        <a:pt x="926" y="491"/>
                      </a:cubicBezTo>
                      <a:cubicBezTo>
                        <a:pt x="925" y="492"/>
                        <a:pt x="925" y="492"/>
                        <a:pt x="925" y="492"/>
                      </a:cubicBezTo>
                      <a:cubicBezTo>
                        <a:pt x="925" y="492"/>
                        <a:pt x="925" y="493"/>
                        <a:pt x="925" y="493"/>
                      </a:cubicBezTo>
                      <a:cubicBezTo>
                        <a:pt x="925" y="493"/>
                        <a:pt x="925" y="493"/>
                        <a:pt x="925" y="493"/>
                      </a:cubicBezTo>
                      <a:cubicBezTo>
                        <a:pt x="924" y="494"/>
                        <a:pt x="924" y="494"/>
                        <a:pt x="924" y="495"/>
                      </a:cubicBezTo>
                      <a:cubicBezTo>
                        <a:pt x="925" y="496"/>
                        <a:pt x="925" y="496"/>
                        <a:pt x="926" y="497"/>
                      </a:cubicBezTo>
                      <a:cubicBezTo>
                        <a:pt x="925" y="498"/>
                        <a:pt x="925" y="499"/>
                        <a:pt x="923" y="500"/>
                      </a:cubicBezTo>
                      <a:cubicBezTo>
                        <a:pt x="923" y="501"/>
                        <a:pt x="923" y="501"/>
                        <a:pt x="923" y="502"/>
                      </a:cubicBezTo>
                      <a:cubicBezTo>
                        <a:pt x="924" y="502"/>
                        <a:pt x="924" y="502"/>
                        <a:pt x="924" y="502"/>
                      </a:cubicBezTo>
                      <a:cubicBezTo>
                        <a:pt x="923" y="503"/>
                        <a:pt x="922" y="503"/>
                        <a:pt x="921" y="504"/>
                      </a:cubicBezTo>
                      <a:cubicBezTo>
                        <a:pt x="921" y="504"/>
                        <a:pt x="921" y="504"/>
                        <a:pt x="921" y="504"/>
                      </a:cubicBezTo>
                      <a:cubicBezTo>
                        <a:pt x="919" y="505"/>
                        <a:pt x="918" y="505"/>
                        <a:pt x="917" y="506"/>
                      </a:cubicBezTo>
                      <a:cubicBezTo>
                        <a:pt x="916" y="507"/>
                        <a:pt x="915" y="507"/>
                        <a:pt x="915" y="508"/>
                      </a:cubicBezTo>
                      <a:cubicBezTo>
                        <a:pt x="915" y="508"/>
                        <a:pt x="915" y="508"/>
                        <a:pt x="915" y="508"/>
                      </a:cubicBezTo>
                      <a:cubicBezTo>
                        <a:pt x="914" y="508"/>
                        <a:pt x="913" y="508"/>
                        <a:pt x="912" y="509"/>
                      </a:cubicBezTo>
                      <a:cubicBezTo>
                        <a:pt x="912" y="509"/>
                        <a:pt x="912" y="509"/>
                        <a:pt x="912" y="509"/>
                      </a:cubicBezTo>
                      <a:cubicBezTo>
                        <a:pt x="912" y="510"/>
                        <a:pt x="912" y="511"/>
                        <a:pt x="912" y="512"/>
                      </a:cubicBezTo>
                      <a:cubicBezTo>
                        <a:pt x="912" y="512"/>
                        <a:pt x="911" y="513"/>
                        <a:pt x="910" y="513"/>
                      </a:cubicBezTo>
                      <a:cubicBezTo>
                        <a:pt x="910" y="514"/>
                        <a:pt x="909" y="514"/>
                        <a:pt x="909" y="515"/>
                      </a:cubicBezTo>
                      <a:cubicBezTo>
                        <a:pt x="908" y="516"/>
                        <a:pt x="907" y="517"/>
                        <a:pt x="906" y="518"/>
                      </a:cubicBezTo>
                      <a:cubicBezTo>
                        <a:pt x="906" y="519"/>
                        <a:pt x="905" y="520"/>
                        <a:pt x="904" y="520"/>
                      </a:cubicBezTo>
                      <a:cubicBezTo>
                        <a:pt x="903" y="521"/>
                        <a:pt x="903" y="521"/>
                        <a:pt x="902" y="521"/>
                      </a:cubicBezTo>
                      <a:cubicBezTo>
                        <a:pt x="902" y="521"/>
                        <a:pt x="902" y="521"/>
                        <a:pt x="902" y="521"/>
                      </a:cubicBezTo>
                      <a:cubicBezTo>
                        <a:pt x="902" y="522"/>
                        <a:pt x="902" y="522"/>
                        <a:pt x="902" y="522"/>
                      </a:cubicBezTo>
                      <a:cubicBezTo>
                        <a:pt x="901" y="522"/>
                        <a:pt x="901" y="523"/>
                        <a:pt x="901" y="523"/>
                      </a:cubicBezTo>
                      <a:cubicBezTo>
                        <a:pt x="901" y="523"/>
                        <a:pt x="901" y="524"/>
                        <a:pt x="900" y="524"/>
                      </a:cubicBezTo>
                      <a:cubicBezTo>
                        <a:pt x="900" y="524"/>
                        <a:pt x="900" y="524"/>
                        <a:pt x="899" y="525"/>
                      </a:cubicBezTo>
                      <a:cubicBezTo>
                        <a:pt x="899" y="525"/>
                        <a:pt x="899" y="526"/>
                        <a:pt x="898" y="526"/>
                      </a:cubicBezTo>
                      <a:cubicBezTo>
                        <a:pt x="898" y="527"/>
                        <a:pt x="898" y="527"/>
                        <a:pt x="897" y="528"/>
                      </a:cubicBezTo>
                      <a:cubicBezTo>
                        <a:pt x="897" y="528"/>
                        <a:pt x="897" y="529"/>
                        <a:pt x="897" y="530"/>
                      </a:cubicBezTo>
                      <a:cubicBezTo>
                        <a:pt x="897" y="530"/>
                        <a:pt x="897" y="531"/>
                        <a:pt x="896" y="531"/>
                      </a:cubicBezTo>
                      <a:cubicBezTo>
                        <a:pt x="896" y="531"/>
                        <a:pt x="895" y="532"/>
                        <a:pt x="895" y="533"/>
                      </a:cubicBezTo>
                      <a:cubicBezTo>
                        <a:pt x="893" y="536"/>
                        <a:pt x="890" y="538"/>
                        <a:pt x="887" y="540"/>
                      </a:cubicBezTo>
                      <a:cubicBezTo>
                        <a:pt x="887" y="541"/>
                        <a:pt x="886" y="542"/>
                        <a:pt x="885" y="542"/>
                      </a:cubicBezTo>
                      <a:cubicBezTo>
                        <a:pt x="885" y="541"/>
                        <a:pt x="884" y="541"/>
                        <a:pt x="884" y="541"/>
                      </a:cubicBezTo>
                      <a:cubicBezTo>
                        <a:pt x="883" y="541"/>
                        <a:pt x="883" y="542"/>
                        <a:pt x="882" y="543"/>
                      </a:cubicBezTo>
                      <a:cubicBezTo>
                        <a:pt x="882" y="543"/>
                        <a:pt x="882" y="543"/>
                        <a:pt x="881" y="544"/>
                      </a:cubicBezTo>
                      <a:cubicBezTo>
                        <a:pt x="881" y="544"/>
                        <a:pt x="880" y="544"/>
                        <a:pt x="879" y="544"/>
                      </a:cubicBezTo>
                      <a:cubicBezTo>
                        <a:pt x="879" y="544"/>
                        <a:pt x="879" y="544"/>
                        <a:pt x="879" y="544"/>
                      </a:cubicBezTo>
                      <a:cubicBezTo>
                        <a:pt x="879" y="544"/>
                        <a:pt x="879" y="544"/>
                        <a:pt x="879" y="544"/>
                      </a:cubicBezTo>
                      <a:cubicBezTo>
                        <a:pt x="879" y="544"/>
                        <a:pt x="879" y="544"/>
                        <a:pt x="879" y="544"/>
                      </a:cubicBezTo>
                      <a:cubicBezTo>
                        <a:pt x="879" y="543"/>
                        <a:pt x="878" y="544"/>
                        <a:pt x="878" y="544"/>
                      </a:cubicBezTo>
                      <a:cubicBezTo>
                        <a:pt x="877" y="544"/>
                        <a:pt x="877" y="545"/>
                        <a:pt x="878" y="545"/>
                      </a:cubicBezTo>
                      <a:cubicBezTo>
                        <a:pt x="878" y="545"/>
                        <a:pt x="878" y="545"/>
                        <a:pt x="878" y="545"/>
                      </a:cubicBezTo>
                      <a:cubicBezTo>
                        <a:pt x="878" y="546"/>
                        <a:pt x="878" y="546"/>
                        <a:pt x="879" y="547"/>
                      </a:cubicBezTo>
                      <a:cubicBezTo>
                        <a:pt x="879" y="548"/>
                        <a:pt x="879" y="548"/>
                        <a:pt x="879" y="548"/>
                      </a:cubicBezTo>
                      <a:cubicBezTo>
                        <a:pt x="879" y="549"/>
                        <a:pt x="878" y="549"/>
                        <a:pt x="878" y="549"/>
                      </a:cubicBezTo>
                      <a:cubicBezTo>
                        <a:pt x="878" y="549"/>
                        <a:pt x="878" y="549"/>
                        <a:pt x="878" y="549"/>
                      </a:cubicBezTo>
                      <a:cubicBezTo>
                        <a:pt x="878" y="549"/>
                        <a:pt x="878" y="550"/>
                        <a:pt x="878" y="550"/>
                      </a:cubicBezTo>
                      <a:cubicBezTo>
                        <a:pt x="878" y="550"/>
                        <a:pt x="878" y="550"/>
                        <a:pt x="878" y="550"/>
                      </a:cubicBezTo>
                      <a:cubicBezTo>
                        <a:pt x="878" y="550"/>
                        <a:pt x="877" y="551"/>
                        <a:pt x="877" y="551"/>
                      </a:cubicBezTo>
                      <a:cubicBezTo>
                        <a:pt x="877" y="552"/>
                        <a:pt x="877" y="552"/>
                        <a:pt x="876" y="553"/>
                      </a:cubicBezTo>
                      <a:cubicBezTo>
                        <a:pt x="875" y="554"/>
                        <a:pt x="874" y="555"/>
                        <a:pt x="872" y="557"/>
                      </a:cubicBezTo>
                      <a:cubicBezTo>
                        <a:pt x="872" y="557"/>
                        <a:pt x="872" y="557"/>
                        <a:pt x="872" y="557"/>
                      </a:cubicBezTo>
                      <a:cubicBezTo>
                        <a:pt x="872" y="558"/>
                        <a:pt x="872" y="558"/>
                        <a:pt x="871" y="559"/>
                      </a:cubicBezTo>
                      <a:cubicBezTo>
                        <a:pt x="871" y="559"/>
                        <a:pt x="871" y="559"/>
                        <a:pt x="871" y="559"/>
                      </a:cubicBezTo>
                      <a:cubicBezTo>
                        <a:pt x="871" y="560"/>
                        <a:pt x="871" y="560"/>
                        <a:pt x="871" y="560"/>
                      </a:cubicBezTo>
                      <a:cubicBezTo>
                        <a:pt x="871" y="560"/>
                        <a:pt x="871" y="561"/>
                        <a:pt x="871" y="561"/>
                      </a:cubicBezTo>
                      <a:cubicBezTo>
                        <a:pt x="871" y="562"/>
                        <a:pt x="870" y="562"/>
                        <a:pt x="870" y="563"/>
                      </a:cubicBezTo>
                      <a:cubicBezTo>
                        <a:pt x="870" y="564"/>
                        <a:pt x="870" y="565"/>
                        <a:pt x="870" y="565"/>
                      </a:cubicBezTo>
                      <a:cubicBezTo>
                        <a:pt x="870" y="566"/>
                        <a:pt x="869" y="567"/>
                        <a:pt x="869" y="568"/>
                      </a:cubicBezTo>
                      <a:cubicBezTo>
                        <a:pt x="869" y="568"/>
                        <a:pt x="869" y="568"/>
                        <a:pt x="869" y="568"/>
                      </a:cubicBezTo>
                      <a:cubicBezTo>
                        <a:pt x="869" y="572"/>
                        <a:pt x="869" y="576"/>
                        <a:pt x="869" y="580"/>
                      </a:cubicBezTo>
                      <a:cubicBezTo>
                        <a:pt x="869" y="581"/>
                        <a:pt x="869" y="581"/>
                        <a:pt x="869" y="581"/>
                      </a:cubicBezTo>
                      <a:cubicBezTo>
                        <a:pt x="869" y="581"/>
                        <a:pt x="869" y="581"/>
                        <a:pt x="869" y="581"/>
                      </a:cubicBezTo>
                      <a:cubicBezTo>
                        <a:pt x="870" y="581"/>
                        <a:pt x="870" y="582"/>
                        <a:pt x="870" y="582"/>
                      </a:cubicBezTo>
                      <a:cubicBezTo>
                        <a:pt x="870" y="583"/>
                        <a:pt x="870" y="583"/>
                        <a:pt x="870" y="583"/>
                      </a:cubicBezTo>
                      <a:cubicBezTo>
                        <a:pt x="870" y="585"/>
                        <a:pt x="870" y="586"/>
                        <a:pt x="871" y="587"/>
                      </a:cubicBezTo>
                      <a:cubicBezTo>
                        <a:pt x="871" y="587"/>
                        <a:pt x="871" y="587"/>
                        <a:pt x="871" y="588"/>
                      </a:cubicBezTo>
                      <a:cubicBezTo>
                        <a:pt x="871" y="589"/>
                        <a:pt x="871" y="589"/>
                        <a:pt x="871" y="590"/>
                      </a:cubicBezTo>
                      <a:cubicBezTo>
                        <a:pt x="871" y="590"/>
                        <a:pt x="871" y="590"/>
                        <a:pt x="871" y="590"/>
                      </a:cubicBezTo>
                      <a:cubicBezTo>
                        <a:pt x="871" y="592"/>
                        <a:pt x="871" y="593"/>
                        <a:pt x="871" y="594"/>
                      </a:cubicBezTo>
                      <a:cubicBezTo>
                        <a:pt x="872" y="594"/>
                        <a:pt x="872" y="594"/>
                        <a:pt x="872" y="594"/>
                      </a:cubicBezTo>
                      <a:cubicBezTo>
                        <a:pt x="872" y="595"/>
                        <a:pt x="872" y="595"/>
                        <a:pt x="872" y="595"/>
                      </a:cubicBezTo>
                      <a:cubicBezTo>
                        <a:pt x="872" y="596"/>
                        <a:pt x="872" y="597"/>
                        <a:pt x="872" y="598"/>
                      </a:cubicBezTo>
                      <a:cubicBezTo>
                        <a:pt x="872" y="599"/>
                        <a:pt x="872" y="599"/>
                        <a:pt x="872" y="599"/>
                      </a:cubicBezTo>
                      <a:cubicBezTo>
                        <a:pt x="872" y="599"/>
                        <a:pt x="872" y="600"/>
                        <a:pt x="873" y="600"/>
                      </a:cubicBezTo>
                      <a:cubicBezTo>
                        <a:pt x="873" y="601"/>
                        <a:pt x="872" y="602"/>
                        <a:pt x="873" y="603"/>
                      </a:cubicBezTo>
                      <a:cubicBezTo>
                        <a:pt x="873" y="603"/>
                        <a:pt x="873" y="603"/>
                        <a:pt x="873" y="604"/>
                      </a:cubicBezTo>
                      <a:cubicBezTo>
                        <a:pt x="874" y="605"/>
                        <a:pt x="874" y="606"/>
                        <a:pt x="874" y="607"/>
                      </a:cubicBezTo>
                      <a:cubicBezTo>
                        <a:pt x="874" y="608"/>
                        <a:pt x="874" y="609"/>
                        <a:pt x="875" y="610"/>
                      </a:cubicBezTo>
                      <a:cubicBezTo>
                        <a:pt x="875" y="611"/>
                        <a:pt x="875" y="611"/>
                        <a:pt x="875" y="611"/>
                      </a:cubicBezTo>
                      <a:cubicBezTo>
                        <a:pt x="875" y="612"/>
                        <a:pt x="875" y="613"/>
                        <a:pt x="875" y="614"/>
                      </a:cubicBezTo>
                      <a:cubicBezTo>
                        <a:pt x="875" y="616"/>
                        <a:pt x="875" y="618"/>
                        <a:pt x="875" y="619"/>
                      </a:cubicBezTo>
                      <a:cubicBezTo>
                        <a:pt x="876" y="620"/>
                        <a:pt x="876" y="620"/>
                        <a:pt x="876" y="621"/>
                      </a:cubicBezTo>
                      <a:cubicBezTo>
                        <a:pt x="877" y="622"/>
                        <a:pt x="877" y="623"/>
                        <a:pt x="877" y="623"/>
                      </a:cubicBezTo>
                      <a:cubicBezTo>
                        <a:pt x="877" y="623"/>
                        <a:pt x="877" y="623"/>
                        <a:pt x="877" y="623"/>
                      </a:cubicBezTo>
                      <a:cubicBezTo>
                        <a:pt x="878" y="623"/>
                        <a:pt x="878" y="622"/>
                        <a:pt x="878" y="622"/>
                      </a:cubicBezTo>
                      <a:cubicBezTo>
                        <a:pt x="879" y="622"/>
                        <a:pt x="879" y="622"/>
                        <a:pt x="879" y="622"/>
                      </a:cubicBezTo>
                      <a:cubicBezTo>
                        <a:pt x="879" y="621"/>
                        <a:pt x="880" y="621"/>
                        <a:pt x="880" y="621"/>
                      </a:cubicBezTo>
                      <a:cubicBezTo>
                        <a:pt x="881" y="620"/>
                        <a:pt x="882" y="619"/>
                        <a:pt x="883" y="618"/>
                      </a:cubicBezTo>
                      <a:cubicBezTo>
                        <a:pt x="885" y="616"/>
                        <a:pt x="887" y="614"/>
                        <a:pt x="887" y="611"/>
                      </a:cubicBezTo>
                      <a:cubicBezTo>
                        <a:pt x="887" y="611"/>
                        <a:pt x="887" y="611"/>
                        <a:pt x="887" y="611"/>
                      </a:cubicBezTo>
                      <a:cubicBezTo>
                        <a:pt x="889" y="610"/>
                        <a:pt x="889" y="609"/>
                        <a:pt x="889" y="608"/>
                      </a:cubicBezTo>
                      <a:cubicBezTo>
                        <a:pt x="889" y="608"/>
                        <a:pt x="889" y="607"/>
                        <a:pt x="889" y="607"/>
                      </a:cubicBezTo>
                      <a:cubicBezTo>
                        <a:pt x="889" y="607"/>
                        <a:pt x="889" y="607"/>
                        <a:pt x="889" y="606"/>
                      </a:cubicBezTo>
                      <a:cubicBezTo>
                        <a:pt x="889" y="606"/>
                        <a:pt x="889" y="605"/>
                        <a:pt x="889" y="605"/>
                      </a:cubicBezTo>
                      <a:cubicBezTo>
                        <a:pt x="889" y="604"/>
                        <a:pt x="890" y="604"/>
                        <a:pt x="890" y="603"/>
                      </a:cubicBezTo>
                      <a:cubicBezTo>
                        <a:pt x="890" y="603"/>
                        <a:pt x="889" y="602"/>
                        <a:pt x="889" y="602"/>
                      </a:cubicBezTo>
                      <a:cubicBezTo>
                        <a:pt x="888" y="602"/>
                        <a:pt x="888" y="602"/>
                        <a:pt x="888" y="601"/>
                      </a:cubicBezTo>
                      <a:cubicBezTo>
                        <a:pt x="888" y="601"/>
                        <a:pt x="888" y="601"/>
                        <a:pt x="889" y="601"/>
                      </a:cubicBezTo>
                      <a:cubicBezTo>
                        <a:pt x="889" y="600"/>
                        <a:pt x="889" y="600"/>
                        <a:pt x="889" y="601"/>
                      </a:cubicBezTo>
                      <a:cubicBezTo>
                        <a:pt x="891" y="602"/>
                        <a:pt x="892" y="601"/>
                        <a:pt x="893" y="600"/>
                      </a:cubicBezTo>
                      <a:cubicBezTo>
                        <a:pt x="894" y="599"/>
                        <a:pt x="895" y="599"/>
                        <a:pt x="896" y="598"/>
                      </a:cubicBezTo>
                      <a:cubicBezTo>
                        <a:pt x="897" y="598"/>
                        <a:pt x="898" y="599"/>
                        <a:pt x="899" y="600"/>
                      </a:cubicBezTo>
                      <a:cubicBezTo>
                        <a:pt x="899" y="600"/>
                        <a:pt x="899" y="599"/>
                        <a:pt x="899" y="599"/>
                      </a:cubicBezTo>
                      <a:cubicBezTo>
                        <a:pt x="899" y="599"/>
                        <a:pt x="899" y="599"/>
                        <a:pt x="899" y="598"/>
                      </a:cubicBezTo>
                      <a:cubicBezTo>
                        <a:pt x="898" y="598"/>
                        <a:pt x="898" y="597"/>
                        <a:pt x="898" y="596"/>
                      </a:cubicBezTo>
                      <a:cubicBezTo>
                        <a:pt x="898" y="596"/>
                        <a:pt x="898" y="595"/>
                        <a:pt x="898" y="595"/>
                      </a:cubicBezTo>
                      <a:cubicBezTo>
                        <a:pt x="898" y="595"/>
                        <a:pt x="898" y="595"/>
                        <a:pt x="898" y="594"/>
                      </a:cubicBezTo>
                      <a:cubicBezTo>
                        <a:pt x="898" y="594"/>
                        <a:pt x="898" y="594"/>
                        <a:pt x="898" y="593"/>
                      </a:cubicBezTo>
                      <a:cubicBezTo>
                        <a:pt x="898" y="593"/>
                        <a:pt x="898" y="593"/>
                        <a:pt x="898" y="593"/>
                      </a:cubicBezTo>
                      <a:cubicBezTo>
                        <a:pt x="898" y="593"/>
                        <a:pt x="898" y="592"/>
                        <a:pt x="898" y="592"/>
                      </a:cubicBezTo>
                      <a:cubicBezTo>
                        <a:pt x="898" y="592"/>
                        <a:pt x="898" y="591"/>
                        <a:pt x="898" y="591"/>
                      </a:cubicBezTo>
                      <a:cubicBezTo>
                        <a:pt x="899" y="589"/>
                        <a:pt x="900" y="587"/>
                        <a:pt x="901" y="586"/>
                      </a:cubicBezTo>
                      <a:cubicBezTo>
                        <a:pt x="902" y="585"/>
                        <a:pt x="904" y="584"/>
                        <a:pt x="905" y="583"/>
                      </a:cubicBezTo>
                      <a:cubicBezTo>
                        <a:pt x="906" y="583"/>
                        <a:pt x="906" y="583"/>
                        <a:pt x="907" y="583"/>
                      </a:cubicBezTo>
                      <a:cubicBezTo>
                        <a:pt x="909" y="584"/>
                        <a:pt x="910" y="584"/>
                        <a:pt x="911" y="582"/>
                      </a:cubicBezTo>
                      <a:cubicBezTo>
                        <a:pt x="913" y="581"/>
                        <a:pt x="913" y="581"/>
                        <a:pt x="913" y="580"/>
                      </a:cubicBezTo>
                      <a:cubicBezTo>
                        <a:pt x="913" y="580"/>
                        <a:pt x="913" y="579"/>
                        <a:pt x="912" y="578"/>
                      </a:cubicBezTo>
                      <a:cubicBezTo>
                        <a:pt x="912" y="578"/>
                        <a:pt x="912" y="578"/>
                        <a:pt x="912" y="578"/>
                      </a:cubicBezTo>
                      <a:cubicBezTo>
                        <a:pt x="912" y="577"/>
                        <a:pt x="911" y="576"/>
                        <a:pt x="911" y="575"/>
                      </a:cubicBezTo>
                      <a:cubicBezTo>
                        <a:pt x="911" y="574"/>
                        <a:pt x="911" y="574"/>
                        <a:pt x="911" y="573"/>
                      </a:cubicBezTo>
                      <a:cubicBezTo>
                        <a:pt x="911" y="572"/>
                        <a:pt x="911" y="571"/>
                        <a:pt x="911" y="570"/>
                      </a:cubicBezTo>
                      <a:cubicBezTo>
                        <a:pt x="912" y="569"/>
                        <a:pt x="913" y="568"/>
                        <a:pt x="913" y="566"/>
                      </a:cubicBezTo>
                      <a:cubicBezTo>
                        <a:pt x="912" y="565"/>
                        <a:pt x="913" y="565"/>
                        <a:pt x="914" y="564"/>
                      </a:cubicBezTo>
                      <a:cubicBezTo>
                        <a:pt x="915" y="564"/>
                        <a:pt x="916" y="564"/>
                        <a:pt x="916" y="563"/>
                      </a:cubicBezTo>
                      <a:cubicBezTo>
                        <a:pt x="915" y="560"/>
                        <a:pt x="918" y="561"/>
                        <a:pt x="919" y="560"/>
                      </a:cubicBezTo>
                      <a:cubicBezTo>
                        <a:pt x="918" y="561"/>
                        <a:pt x="918" y="562"/>
                        <a:pt x="918" y="562"/>
                      </a:cubicBezTo>
                      <a:cubicBezTo>
                        <a:pt x="917" y="563"/>
                        <a:pt x="917" y="563"/>
                        <a:pt x="917" y="564"/>
                      </a:cubicBezTo>
                      <a:cubicBezTo>
                        <a:pt x="918" y="565"/>
                        <a:pt x="918" y="565"/>
                        <a:pt x="919" y="566"/>
                      </a:cubicBezTo>
                      <a:cubicBezTo>
                        <a:pt x="919" y="566"/>
                        <a:pt x="920" y="566"/>
                        <a:pt x="921" y="564"/>
                      </a:cubicBezTo>
                      <a:cubicBezTo>
                        <a:pt x="922" y="564"/>
                        <a:pt x="922" y="563"/>
                        <a:pt x="922" y="563"/>
                      </a:cubicBezTo>
                      <a:cubicBezTo>
                        <a:pt x="921" y="561"/>
                        <a:pt x="921" y="560"/>
                        <a:pt x="921" y="558"/>
                      </a:cubicBezTo>
                      <a:cubicBezTo>
                        <a:pt x="921" y="558"/>
                        <a:pt x="921" y="557"/>
                        <a:pt x="921" y="557"/>
                      </a:cubicBezTo>
                      <a:cubicBezTo>
                        <a:pt x="920" y="557"/>
                        <a:pt x="920" y="557"/>
                        <a:pt x="919" y="557"/>
                      </a:cubicBezTo>
                      <a:cubicBezTo>
                        <a:pt x="919" y="557"/>
                        <a:pt x="919" y="557"/>
                        <a:pt x="919" y="557"/>
                      </a:cubicBezTo>
                      <a:cubicBezTo>
                        <a:pt x="918" y="557"/>
                        <a:pt x="918" y="556"/>
                        <a:pt x="918" y="556"/>
                      </a:cubicBezTo>
                      <a:cubicBezTo>
                        <a:pt x="918" y="554"/>
                        <a:pt x="918" y="553"/>
                        <a:pt x="918" y="551"/>
                      </a:cubicBezTo>
                      <a:cubicBezTo>
                        <a:pt x="917" y="550"/>
                        <a:pt x="918" y="549"/>
                        <a:pt x="919" y="548"/>
                      </a:cubicBezTo>
                      <a:cubicBezTo>
                        <a:pt x="920" y="547"/>
                        <a:pt x="921" y="546"/>
                        <a:pt x="921" y="545"/>
                      </a:cubicBezTo>
                      <a:cubicBezTo>
                        <a:pt x="921" y="544"/>
                        <a:pt x="921" y="544"/>
                        <a:pt x="921" y="544"/>
                      </a:cubicBezTo>
                      <a:cubicBezTo>
                        <a:pt x="920" y="544"/>
                        <a:pt x="920" y="544"/>
                        <a:pt x="920" y="544"/>
                      </a:cubicBezTo>
                      <a:cubicBezTo>
                        <a:pt x="920" y="543"/>
                        <a:pt x="919" y="543"/>
                        <a:pt x="919" y="543"/>
                      </a:cubicBezTo>
                      <a:cubicBezTo>
                        <a:pt x="918" y="543"/>
                        <a:pt x="918" y="543"/>
                        <a:pt x="918" y="542"/>
                      </a:cubicBezTo>
                      <a:cubicBezTo>
                        <a:pt x="917" y="542"/>
                        <a:pt x="917" y="542"/>
                        <a:pt x="917" y="542"/>
                      </a:cubicBezTo>
                      <a:cubicBezTo>
                        <a:pt x="917" y="542"/>
                        <a:pt x="917" y="542"/>
                        <a:pt x="917" y="542"/>
                      </a:cubicBezTo>
                      <a:cubicBezTo>
                        <a:pt x="916" y="542"/>
                        <a:pt x="916" y="543"/>
                        <a:pt x="916" y="543"/>
                      </a:cubicBezTo>
                      <a:cubicBezTo>
                        <a:pt x="916" y="544"/>
                        <a:pt x="915" y="544"/>
                        <a:pt x="915" y="544"/>
                      </a:cubicBezTo>
                      <a:cubicBezTo>
                        <a:pt x="915" y="544"/>
                        <a:pt x="915" y="544"/>
                        <a:pt x="914" y="544"/>
                      </a:cubicBezTo>
                      <a:cubicBezTo>
                        <a:pt x="914" y="543"/>
                        <a:pt x="914" y="543"/>
                        <a:pt x="914" y="544"/>
                      </a:cubicBezTo>
                      <a:cubicBezTo>
                        <a:pt x="913" y="544"/>
                        <a:pt x="913" y="544"/>
                        <a:pt x="913" y="544"/>
                      </a:cubicBezTo>
                      <a:cubicBezTo>
                        <a:pt x="913" y="544"/>
                        <a:pt x="913" y="544"/>
                        <a:pt x="913" y="544"/>
                      </a:cubicBezTo>
                      <a:cubicBezTo>
                        <a:pt x="913" y="543"/>
                        <a:pt x="913" y="543"/>
                        <a:pt x="913" y="543"/>
                      </a:cubicBezTo>
                      <a:cubicBezTo>
                        <a:pt x="913" y="539"/>
                        <a:pt x="913" y="539"/>
                        <a:pt x="913" y="539"/>
                      </a:cubicBezTo>
                      <a:cubicBezTo>
                        <a:pt x="913" y="538"/>
                        <a:pt x="913" y="538"/>
                        <a:pt x="913" y="538"/>
                      </a:cubicBezTo>
                      <a:cubicBezTo>
                        <a:pt x="914" y="537"/>
                        <a:pt x="913" y="537"/>
                        <a:pt x="914" y="536"/>
                      </a:cubicBezTo>
                      <a:cubicBezTo>
                        <a:pt x="914" y="535"/>
                        <a:pt x="915" y="534"/>
                        <a:pt x="915" y="533"/>
                      </a:cubicBezTo>
                      <a:cubicBezTo>
                        <a:pt x="915" y="533"/>
                        <a:pt x="915" y="532"/>
                        <a:pt x="915" y="532"/>
                      </a:cubicBezTo>
                      <a:cubicBezTo>
                        <a:pt x="917" y="531"/>
                        <a:pt x="919" y="530"/>
                        <a:pt x="919" y="527"/>
                      </a:cubicBezTo>
                      <a:cubicBezTo>
                        <a:pt x="919" y="527"/>
                        <a:pt x="920" y="527"/>
                        <a:pt x="920" y="527"/>
                      </a:cubicBezTo>
                      <a:cubicBezTo>
                        <a:pt x="920" y="527"/>
                        <a:pt x="921" y="527"/>
                        <a:pt x="921" y="527"/>
                      </a:cubicBezTo>
                      <a:cubicBezTo>
                        <a:pt x="921" y="527"/>
                        <a:pt x="921" y="526"/>
                        <a:pt x="921" y="526"/>
                      </a:cubicBezTo>
                      <a:cubicBezTo>
                        <a:pt x="919" y="525"/>
                        <a:pt x="920" y="525"/>
                        <a:pt x="921" y="525"/>
                      </a:cubicBezTo>
                      <a:cubicBezTo>
                        <a:pt x="922" y="524"/>
                        <a:pt x="922" y="523"/>
                        <a:pt x="921" y="523"/>
                      </a:cubicBezTo>
                      <a:cubicBezTo>
                        <a:pt x="921" y="523"/>
                        <a:pt x="921" y="523"/>
                        <a:pt x="921" y="523"/>
                      </a:cubicBezTo>
                      <a:cubicBezTo>
                        <a:pt x="921" y="523"/>
                        <a:pt x="921" y="522"/>
                        <a:pt x="921" y="522"/>
                      </a:cubicBezTo>
                      <a:cubicBezTo>
                        <a:pt x="920" y="521"/>
                        <a:pt x="921" y="521"/>
                        <a:pt x="922" y="520"/>
                      </a:cubicBezTo>
                      <a:cubicBezTo>
                        <a:pt x="923" y="519"/>
                        <a:pt x="922" y="518"/>
                        <a:pt x="922" y="517"/>
                      </a:cubicBezTo>
                      <a:cubicBezTo>
                        <a:pt x="923" y="517"/>
                        <a:pt x="923" y="516"/>
                        <a:pt x="923" y="516"/>
                      </a:cubicBezTo>
                      <a:cubicBezTo>
                        <a:pt x="924" y="516"/>
                        <a:pt x="925" y="517"/>
                        <a:pt x="924" y="515"/>
                      </a:cubicBezTo>
                      <a:cubicBezTo>
                        <a:pt x="924" y="515"/>
                        <a:pt x="924" y="515"/>
                        <a:pt x="924" y="515"/>
                      </a:cubicBezTo>
                      <a:cubicBezTo>
                        <a:pt x="924" y="515"/>
                        <a:pt x="924" y="515"/>
                        <a:pt x="924" y="515"/>
                      </a:cubicBezTo>
                      <a:cubicBezTo>
                        <a:pt x="924" y="515"/>
                        <a:pt x="924" y="515"/>
                        <a:pt x="924" y="515"/>
                      </a:cubicBezTo>
                      <a:cubicBezTo>
                        <a:pt x="925" y="514"/>
                        <a:pt x="925" y="515"/>
                        <a:pt x="925" y="515"/>
                      </a:cubicBezTo>
                      <a:cubicBezTo>
                        <a:pt x="926" y="515"/>
                        <a:pt x="927" y="515"/>
                        <a:pt x="928" y="515"/>
                      </a:cubicBezTo>
                      <a:cubicBezTo>
                        <a:pt x="928" y="515"/>
                        <a:pt x="928" y="514"/>
                        <a:pt x="928" y="514"/>
                      </a:cubicBezTo>
                      <a:cubicBezTo>
                        <a:pt x="928" y="514"/>
                        <a:pt x="928" y="514"/>
                        <a:pt x="928" y="514"/>
                      </a:cubicBezTo>
                      <a:cubicBezTo>
                        <a:pt x="929" y="514"/>
                        <a:pt x="930" y="514"/>
                        <a:pt x="930" y="515"/>
                      </a:cubicBezTo>
                      <a:cubicBezTo>
                        <a:pt x="931" y="515"/>
                        <a:pt x="931" y="516"/>
                        <a:pt x="931" y="516"/>
                      </a:cubicBezTo>
                      <a:cubicBezTo>
                        <a:pt x="931" y="516"/>
                        <a:pt x="931" y="516"/>
                        <a:pt x="931" y="516"/>
                      </a:cubicBezTo>
                      <a:cubicBezTo>
                        <a:pt x="932" y="518"/>
                        <a:pt x="933" y="517"/>
                        <a:pt x="933" y="516"/>
                      </a:cubicBezTo>
                      <a:cubicBezTo>
                        <a:pt x="934" y="515"/>
                        <a:pt x="934" y="515"/>
                        <a:pt x="933" y="514"/>
                      </a:cubicBezTo>
                      <a:cubicBezTo>
                        <a:pt x="935" y="513"/>
                        <a:pt x="936" y="512"/>
                        <a:pt x="937" y="511"/>
                      </a:cubicBezTo>
                      <a:cubicBezTo>
                        <a:pt x="938" y="511"/>
                        <a:pt x="938" y="511"/>
                        <a:pt x="938" y="511"/>
                      </a:cubicBezTo>
                      <a:cubicBezTo>
                        <a:pt x="939" y="509"/>
                        <a:pt x="940" y="509"/>
                        <a:pt x="941" y="509"/>
                      </a:cubicBezTo>
                      <a:cubicBezTo>
                        <a:pt x="941" y="509"/>
                        <a:pt x="941" y="509"/>
                        <a:pt x="941" y="509"/>
                      </a:cubicBezTo>
                      <a:cubicBezTo>
                        <a:pt x="941" y="512"/>
                        <a:pt x="941" y="512"/>
                        <a:pt x="941" y="512"/>
                      </a:cubicBezTo>
                      <a:cubicBezTo>
                        <a:pt x="941" y="513"/>
                        <a:pt x="941" y="513"/>
                        <a:pt x="941" y="513"/>
                      </a:cubicBezTo>
                      <a:cubicBezTo>
                        <a:pt x="940" y="515"/>
                        <a:pt x="940" y="516"/>
                        <a:pt x="941" y="517"/>
                      </a:cubicBezTo>
                      <a:cubicBezTo>
                        <a:pt x="943" y="517"/>
                        <a:pt x="943" y="515"/>
                        <a:pt x="945" y="513"/>
                      </a:cubicBezTo>
                      <a:cubicBezTo>
                        <a:pt x="946" y="512"/>
                        <a:pt x="946" y="510"/>
                        <a:pt x="948" y="510"/>
                      </a:cubicBezTo>
                      <a:cubicBezTo>
                        <a:pt x="949" y="510"/>
                        <a:pt x="950" y="509"/>
                        <a:pt x="951" y="508"/>
                      </a:cubicBezTo>
                      <a:cubicBezTo>
                        <a:pt x="952" y="508"/>
                        <a:pt x="953" y="508"/>
                        <a:pt x="954" y="507"/>
                      </a:cubicBezTo>
                      <a:cubicBezTo>
                        <a:pt x="956" y="506"/>
                        <a:pt x="958" y="507"/>
                        <a:pt x="960" y="507"/>
                      </a:cubicBezTo>
                      <a:cubicBezTo>
                        <a:pt x="961" y="507"/>
                        <a:pt x="962" y="507"/>
                        <a:pt x="962" y="507"/>
                      </a:cubicBezTo>
                      <a:cubicBezTo>
                        <a:pt x="963" y="508"/>
                        <a:pt x="963" y="508"/>
                        <a:pt x="963" y="509"/>
                      </a:cubicBezTo>
                      <a:cubicBezTo>
                        <a:pt x="963" y="509"/>
                        <a:pt x="963" y="509"/>
                        <a:pt x="963" y="509"/>
                      </a:cubicBezTo>
                      <a:cubicBezTo>
                        <a:pt x="964" y="509"/>
                        <a:pt x="964" y="509"/>
                        <a:pt x="964" y="509"/>
                      </a:cubicBezTo>
                      <a:cubicBezTo>
                        <a:pt x="965" y="510"/>
                        <a:pt x="965" y="511"/>
                        <a:pt x="966" y="512"/>
                      </a:cubicBezTo>
                      <a:cubicBezTo>
                        <a:pt x="966" y="512"/>
                        <a:pt x="966" y="512"/>
                        <a:pt x="966" y="512"/>
                      </a:cubicBezTo>
                      <a:cubicBezTo>
                        <a:pt x="966" y="512"/>
                        <a:pt x="966" y="512"/>
                        <a:pt x="966" y="512"/>
                      </a:cubicBezTo>
                      <a:cubicBezTo>
                        <a:pt x="966" y="513"/>
                        <a:pt x="966" y="514"/>
                        <a:pt x="967" y="514"/>
                      </a:cubicBezTo>
                      <a:cubicBezTo>
                        <a:pt x="967" y="515"/>
                        <a:pt x="967" y="515"/>
                        <a:pt x="967" y="515"/>
                      </a:cubicBezTo>
                      <a:cubicBezTo>
                        <a:pt x="968" y="515"/>
                        <a:pt x="969" y="516"/>
                        <a:pt x="969" y="515"/>
                      </a:cubicBezTo>
                      <a:cubicBezTo>
                        <a:pt x="970" y="515"/>
                        <a:pt x="970" y="514"/>
                        <a:pt x="970" y="514"/>
                      </a:cubicBezTo>
                      <a:cubicBezTo>
                        <a:pt x="970" y="512"/>
                        <a:pt x="971" y="511"/>
                        <a:pt x="972" y="509"/>
                      </a:cubicBezTo>
                      <a:cubicBezTo>
                        <a:pt x="972" y="509"/>
                        <a:pt x="973" y="509"/>
                        <a:pt x="973" y="508"/>
                      </a:cubicBezTo>
                      <a:cubicBezTo>
                        <a:pt x="974" y="507"/>
                        <a:pt x="975" y="507"/>
                        <a:pt x="976" y="506"/>
                      </a:cubicBezTo>
                      <a:cubicBezTo>
                        <a:pt x="977" y="505"/>
                        <a:pt x="978" y="504"/>
                        <a:pt x="979" y="504"/>
                      </a:cubicBezTo>
                      <a:cubicBezTo>
                        <a:pt x="981" y="503"/>
                        <a:pt x="981" y="502"/>
                        <a:pt x="981" y="501"/>
                      </a:cubicBezTo>
                      <a:cubicBezTo>
                        <a:pt x="981" y="500"/>
                        <a:pt x="981" y="500"/>
                        <a:pt x="981" y="500"/>
                      </a:cubicBezTo>
                      <a:cubicBezTo>
                        <a:pt x="983" y="501"/>
                        <a:pt x="983" y="501"/>
                        <a:pt x="983" y="498"/>
                      </a:cubicBezTo>
                      <a:cubicBezTo>
                        <a:pt x="983" y="498"/>
                        <a:pt x="983" y="499"/>
                        <a:pt x="983" y="499"/>
                      </a:cubicBezTo>
                      <a:cubicBezTo>
                        <a:pt x="984" y="499"/>
                        <a:pt x="985" y="498"/>
                        <a:pt x="986" y="498"/>
                      </a:cubicBezTo>
                      <a:cubicBezTo>
                        <a:pt x="986" y="497"/>
                        <a:pt x="987" y="497"/>
                        <a:pt x="986" y="496"/>
                      </a:cubicBezTo>
                      <a:cubicBezTo>
                        <a:pt x="986" y="496"/>
                        <a:pt x="986" y="496"/>
                        <a:pt x="986" y="496"/>
                      </a:cubicBezTo>
                      <a:cubicBezTo>
                        <a:pt x="985" y="496"/>
                        <a:pt x="985" y="496"/>
                        <a:pt x="986" y="495"/>
                      </a:cubicBezTo>
                      <a:cubicBezTo>
                        <a:pt x="986" y="495"/>
                        <a:pt x="986" y="495"/>
                        <a:pt x="986" y="495"/>
                      </a:cubicBezTo>
                      <a:cubicBezTo>
                        <a:pt x="986" y="495"/>
                        <a:pt x="986" y="495"/>
                        <a:pt x="986" y="495"/>
                      </a:cubicBezTo>
                      <a:cubicBezTo>
                        <a:pt x="987" y="495"/>
                        <a:pt x="987" y="495"/>
                        <a:pt x="987" y="495"/>
                      </a:cubicBezTo>
                      <a:cubicBezTo>
                        <a:pt x="987" y="496"/>
                        <a:pt x="988" y="496"/>
                        <a:pt x="989" y="495"/>
                      </a:cubicBezTo>
                      <a:cubicBezTo>
                        <a:pt x="989" y="494"/>
                        <a:pt x="991" y="493"/>
                        <a:pt x="991" y="492"/>
                      </a:cubicBezTo>
                      <a:cubicBezTo>
                        <a:pt x="991" y="491"/>
                        <a:pt x="991" y="491"/>
                        <a:pt x="992" y="492"/>
                      </a:cubicBezTo>
                      <a:cubicBezTo>
                        <a:pt x="993" y="492"/>
                        <a:pt x="994" y="492"/>
                        <a:pt x="993" y="491"/>
                      </a:cubicBezTo>
                      <a:cubicBezTo>
                        <a:pt x="993" y="489"/>
                        <a:pt x="994" y="489"/>
                        <a:pt x="995" y="489"/>
                      </a:cubicBezTo>
                      <a:cubicBezTo>
                        <a:pt x="997" y="490"/>
                        <a:pt x="998" y="489"/>
                        <a:pt x="999" y="488"/>
                      </a:cubicBezTo>
                      <a:cubicBezTo>
                        <a:pt x="1001" y="487"/>
                        <a:pt x="1003" y="485"/>
                        <a:pt x="1005" y="485"/>
                      </a:cubicBezTo>
                      <a:cubicBezTo>
                        <a:pt x="1007" y="484"/>
                        <a:pt x="1009" y="482"/>
                        <a:pt x="1011" y="481"/>
                      </a:cubicBezTo>
                      <a:cubicBezTo>
                        <a:pt x="1012" y="480"/>
                        <a:pt x="1012" y="480"/>
                        <a:pt x="1011" y="480"/>
                      </a:cubicBezTo>
                      <a:cubicBezTo>
                        <a:pt x="1012" y="479"/>
                        <a:pt x="1012" y="479"/>
                        <a:pt x="1012" y="479"/>
                      </a:cubicBezTo>
                      <a:cubicBezTo>
                        <a:pt x="1012" y="479"/>
                        <a:pt x="1013" y="480"/>
                        <a:pt x="1013" y="480"/>
                      </a:cubicBezTo>
                      <a:cubicBezTo>
                        <a:pt x="1013" y="480"/>
                        <a:pt x="1013" y="480"/>
                        <a:pt x="1014" y="480"/>
                      </a:cubicBezTo>
                      <a:cubicBezTo>
                        <a:pt x="1014" y="479"/>
                        <a:pt x="1015" y="479"/>
                        <a:pt x="1016" y="479"/>
                      </a:cubicBezTo>
                      <a:cubicBezTo>
                        <a:pt x="1016" y="479"/>
                        <a:pt x="1016" y="479"/>
                        <a:pt x="1016" y="479"/>
                      </a:cubicBezTo>
                      <a:cubicBezTo>
                        <a:pt x="1016" y="479"/>
                        <a:pt x="1016" y="479"/>
                        <a:pt x="1016" y="479"/>
                      </a:cubicBezTo>
                      <a:cubicBezTo>
                        <a:pt x="1015" y="479"/>
                        <a:pt x="1015" y="479"/>
                        <a:pt x="1014" y="478"/>
                      </a:cubicBezTo>
                      <a:cubicBezTo>
                        <a:pt x="1014" y="478"/>
                        <a:pt x="1014" y="477"/>
                        <a:pt x="1014" y="476"/>
                      </a:cubicBezTo>
                      <a:cubicBezTo>
                        <a:pt x="1014" y="476"/>
                        <a:pt x="1014" y="475"/>
                        <a:pt x="1014" y="475"/>
                      </a:cubicBezTo>
                      <a:cubicBezTo>
                        <a:pt x="1014" y="475"/>
                        <a:pt x="1015" y="475"/>
                        <a:pt x="1015" y="475"/>
                      </a:cubicBezTo>
                      <a:cubicBezTo>
                        <a:pt x="1015" y="475"/>
                        <a:pt x="1015" y="476"/>
                        <a:pt x="1015" y="476"/>
                      </a:cubicBezTo>
                      <a:cubicBezTo>
                        <a:pt x="1015" y="476"/>
                        <a:pt x="1015" y="476"/>
                        <a:pt x="1015" y="476"/>
                      </a:cubicBezTo>
                      <a:cubicBezTo>
                        <a:pt x="1016" y="477"/>
                        <a:pt x="1016" y="477"/>
                        <a:pt x="1017" y="477"/>
                      </a:cubicBezTo>
                      <a:cubicBezTo>
                        <a:pt x="1017" y="477"/>
                        <a:pt x="1017" y="478"/>
                        <a:pt x="1017" y="478"/>
                      </a:cubicBezTo>
                      <a:cubicBezTo>
                        <a:pt x="1017" y="478"/>
                        <a:pt x="1017" y="478"/>
                        <a:pt x="1017" y="479"/>
                      </a:cubicBezTo>
                      <a:cubicBezTo>
                        <a:pt x="1017" y="479"/>
                        <a:pt x="1017" y="479"/>
                        <a:pt x="1017" y="479"/>
                      </a:cubicBezTo>
                      <a:cubicBezTo>
                        <a:pt x="1021" y="479"/>
                        <a:pt x="1023" y="480"/>
                        <a:pt x="1026" y="481"/>
                      </a:cubicBezTo>
                      <a:cubicBezTo>
                        <a:pt x="1027" y="482"/>
                        <a:pt x="1027" y="483"/>
                        <a:pt x="1028" y="482"/>
                      </a:cubicBezTo>
                      <a:cubicBezTo>
                        <a:pt x="1029" y="482"/>
                        <a:pt x="1028" y="481"/>
                        <a:pt x="1028" y="480"/>
                      </a:cubicBezTo>
                      <a:cubicBezTo>
                        <a:pt x="1028" y="480"/>
                        <a:pt x="1028" y="480"/>
                        <a:pt x="1028" y="479"/>
                      </a:cubicBezTo>
                      <a:cubicBezTo>
                        <a:pt x="1028" y="479"/>
                        <a:pt x="1028" y="479"/>
                        <a:pt x="1028" y="479"/>
                      </a:cubicBezTo>
                      <a:cubicBezTo>
                        <a:pt x="1028" y="480"/>
                        <a:pt x="1029" y="480"/>
                        <a:pt x="1029" y="480"/>
                      </a:cubicBezTo>
                      <a:cubicBezTo>
                        <a:pt x="1029" y="480"/>
                        <a:pt x="1030" y="480"/>
                        <a:pt x="1030" y="479"/>
                      </a:cubicBezTo>
                      <a:cubicBezTo>
                        <a:pt x="1032" y="477"/>
                        <a:pt x="1032" y="476"/>
                        <a:pt x="1030" y="474"/>
                      </a:cubicBezTo>
                      <a:cubicBezTo>
                        <a:pt x="1030" y="474"/>
                        <a:pt x="1030" y="474"/>
                        <a:pt x="1030" y="474"/>
                      </a:cubicBezTo>
                      <a:cubicBezTo>
                        <a:pt x="1030" y="474"/>
                        <a:pt x="1030" y="473"/>
                        <a:pt x="1030" y="473"/>
                      </a:cubicBezTo>
                      <a:cubicBezTo>
                        <a:pt x="1030" y="473"/>
                        <a:pt x="1030" y="473"/>
                        <a:pt x="1030" y="473"/>
                      </a:cubicBezTo>
                      <a:cubicBezTo>
                        <a:pt x="1030" y="473"/>
                        <a:pt x="1030" y="473"/>
                        <a:pt x="1029" y="473"/>
                      </a:cubicBezTo>
                      <a:cubicBezTo>
                        <a:pt x="1029" y="473"/>
                        <a:pt x="1028" y="473"/>
                        <a:pt x="1028" y="472"/>
                      </a:cubicBezTo>
                      <a:cubicBezTo>
                        <a:pt x="1028" y="472"/>
                        <a:pt x="1029" y="472"/>
                        <a:pt x="1029" y="472"/>
                      </a:cubicBezTo>
                      <a:cubicBezTo>
                        <a:pt x="1030" y="472"/>
                        <a:pt x="1030" y="471"/>
                        <a:pt x="1030" y="470"/>
                      </a:cubicBezTo>
                      <a:cubicBezTo>
                        <a:pt x="1029" y="469"/>
                        <a:pt x="1028" y="469"/>
                        <a:pt x="1027" y="468"/>
                      </a:cubicBezTo>
                      <a:cubicBezTo>
                        <a:pt x="1027" y="466"/>
                        <a:pt x="1025" y="466"/>
                        <a:pt x="1025" y="464"/>
                      </a:cubicBezTo>
                      <a:cubicBezTo>
                        <a:pt x="1025" y="464"/>
                        <a:pt x="1025" y="464"/>
                        <a:pt x="1024" y="464"/>
                      </a:cubicBezTo>
                      <a:cubicBezTo>
                        <a:pt x="1024" y="464"/>
                        <a:pt x="1023" y="464"/>
                        <a:pt x="1023" y="464"/>
                      </a:cubicBezTo>
                      <a:cubicBezTo>
                        <a:pt x="1023" y="462"/>
                        <a:pt x="1024" y="463"/>
                        <a:pt x="1025" y="463"/>
                      </a:cubicBezTo>
                      <a:cubicBezTo>
                        <a:pt x="1026" y="463"/>
                        <a:pt x="1026" y="462"/>
                        <a:pt x="1026" y="462"/>
                      </a:cubicBezTo>
                      <a:cubicBezTo>
                        <a:pt x="1025" y="460"/>
                        <a:pt x="1026" y="457"/>
                        <a:pt x="1023" y="458"/>
                      </a:cubicBezTo>
                      <a:cubicBezTo>
                        <a:pt x="1023" y="458"/>
                        <a:pt x="1023" y="457"/>
                        <a:pt x="1023" y="457"/>
                      </a:cubicBezTo>
                      <a:cubicBezTo>
                        <a:pt x="1023" y="457"/>
                        <a:pt x="1025" y="457"/>
                        <a:pt x="1024" y="455"/>
                      </a:cubicBezTo>
                      <a:cubicBezTo>
                        <a:pt x="1024" y="455"/>
                        <a:pt x="1024" y="454"/>
                        <a:pt x="1023" y="453"/>
                      </a:cubicBezTo>
                      <a:cubicBezTo>
                        <a:pt x="1023" y="453"/>
                        <a:pt x="1023" y="453"/>
                        <a:pt x="1023" y="452"/>
                      </a:cubicBezTo>
                      <a:cubicBezTo>
                        <a:pt x="1022" y="454"/>
                        <a:pt x="1020" y="454"/>
                        <a:pt x="1019" y="453"/>
                      </a:cubicBezTo>
                      <a:cubicBezTo>
                        <a:pt x="1017" y="451"/>
                        <a:pt x="1016" y="450"/>
                        <a:pt x="1017" y="447"/>
                      </a:cubicBezTo>
                      <a:cubicBezTo>
                        <a:pt x="1017" y="447"/>
                        <a:pt x="1017" y="446"/>
                        <a:pt x="1017" y="446"/>
                      </a:cubicBezTo>
                      <a:cubicBezTo>
                        <a:pt x="1016" y="445"/>
                        <a:pt x="1016" y="446"/>
                        <a:pt x="1015" y="447"/>
                      </a:cubicBezTo>
                      <a:cubicBezTo>
                        <a:pt x="1014" y="447"/>
                        <a:pt x="1013" y="447"/>
                        <a:pt x="1013" y="448"/>
                      </a:cubicBezTo>
                      <a:cubicBezTo>
                        <a:pt x="1013" y="448"/>
                        <a:pt x="1013" y="448"/>
                        <a:pt x="1013" y="448"/>
                      </a:cubicBezTo>
                      <a:cubicBezTo>
                        <a:pt x="1011" y="448"/>
                        <a:pt x="1009" y="446"/>
                        <a:pt x="1009" y="444"/>
                      </a:cubicBezTo>
                      <a:cubicBezTo>
                        <a:pt x="1009" y="444"/>
                        <a:pt x="1009" y="444"/>
                        <a:pt x="1010" y="444"/>
                      </a:cubicBezTo>
                      <a:cubicBezTo>
                        <a:pt x="1010" y="444"/>
                        <a:pt x="1010" y="445"/>
                        <a:pt x="1012" y="444"/>
                      </a:cubicBezTo>
                      <a:cubicBezTo>
                        <a:pt x="1012" y="444"/>
                        <a:pt x="1013" y="444"/>
                        <a:pt x="1014" y="445"/>
                      </a:cubicBezTo>
                      <a:cubicBezTo>
                        <a:pt x="1014" y="445"/>
                        <a:pt x="1015" y="445"/>
                        <a:pt x="1015" y="444"/>
                      </a:cubicBezTo>
                      <a:cubicBezTo>
                        <a:pt x="1015" y="442"/>
                        <a:pt x="1016" y="443"/>
                        <a:pt x="1017" y="443"/>
                      </a:cubicBezTo>
                      <a:cubicBezTo>
                        <a:pt x="1017" y="444"/>
                        <a:pt x="1016" y="445"/>
                        <a:pt x="1018" y="445"/>
                      </a:cubicBezTo>
                      <a:cubicBezTo>
                        <a:pt x="1018" y="445"/>
                        <a:pt x="1018" y="447"/>
                        <a:pt x="1019" y="447"/>
                      </a:cubicBezTo>
                      <a:cubicBezTo>
                        <a:pt x="1021" y="447"/>
                        <a:pt x="1023" y="447"/>
                        <a:pt x="1025" y="447"/>
                      </a:cubicBezTo>
                      <a:cubicBezTo>
                        <a:pt x="1026" y="447"/>
                        <a:pt x="1026" y="447"/>
                        <a:pt x="1027" y="447"/>
                      </a:cubicBezTo>
                      <a:cubicBezTo>
                        <a:pt x="1028" y="446"/>
                        <a:pt x="1028" y="445"/>
                        <a:pt x="1030" y="445"/>
                      </a:cubicBezTo>
                      <a:cubicBezTo>
                        <a:pt x="1031" y="445"/>
                        <a:pt x="1032" y="444"/>
                        <a:pt x="1032" y="443"/>
                      </a:cubicBezTo>
                      <a:cubicBezTo>
                        <a:pt x="1033" y="441"/>
                        <a:pt x="1035" y="440"/>
                        <a:pt x="1036" y="439"/>
                      </a:cubicBezTo>
                      <a:cubicBezTo>
                        <a:pt x="1037" y="438"/>
                        <a:pt x="1038" y="437"/>
                        <a:pt x="1038" y="435"/>
                      </a:cubicBezTo>
                      <a:cubicBezTo>
                        <a:pt x="1037" y="435"/>
                        <a:pt x="1037" y="434"/>
                        <a:pt x="1038" y="434"/>
                      </a:cubicBezTo>
                      <a:cubicBezTo>
                        <a:pt x="1039" y="434"/>
                        <a:pt x="1039" y="431"/>
                        <a:pt x="1038" y="431"/>
                      </a:cubicBezTo>
                      <a:cubicBezTo>
                        <a:pt x="1036" y="429"/>
                        <a:pt x="1035" y="425"/>
                        <a:pt x="1037" y="422"/>
                      </a:cubicBezTo>
                      <a:cubicBezTo>
                        <a:pt x="1037" y="423"/>
                        <a:pt x="1037" y="423"/>
                        <a:pt x="1038" y="423"/>
                      </a:cubicBezTo>
                      <a:cubicBezTo>
                        <a:pt x="1039" y="423"/>
                        <a:pt x="1039" y="422"/>
                        <a:pt x="1039" y="421"/>
                      </a:cubicBezTo>
                      <a:cubicBezTo>
                        <a:pt x="1039" y="421"/>
                        <a:pt x="1039" y="421"/>
                        <a:pt x="1040" y="420"/>
                      </a:cubicBezTo>
                      <a:cubicBezTo>
                        <a:pt x="1040" y="420"/>
                        <a:pt x="1040" y="421"/>
                        <a:pt x="1040" y="421"/>
                      </a:cubicBezTo>
                      <a:cubicBezTo>
                        <a:pt x="1041" y="422"/>
                        <a:pt x="1041" y="422"/>
                        <a:pt x="1042" y="422"/>
                      </a:cubicBezTo>
                      <a:cubicBezTo>
                        <a:pt x="1043" y="422"/>
                        <a:pt x="1043" y="421"/>
                        <a:pt x="1043" y="420"/>
                      </a:cubicBezTo>
                      <a:cubicBezTo>
                        <a:pt x="1043" y="419"/>
                        <a:pt x="1044" y="419"/>
                        <a:pt x="1045" y="419"/>
                      </a:cubicBezTo>
                      <a:cubicBezTo>
                        <a:pt x="1045" y="419"/>
                        <a:pt x="1045" y="419"/>
                        <a:pt x="1045" y="419"/>
                      </a:cubicBezTo>
                      <a:cubicBezTo>
                        <a:pt x="1045" y="420"/>
                        <a:pt x="1045" y="420"/>
                        <a:pt x="1045" y="420"/>
                      </a:cubicBezTo>
                      <a:cubicBezTo>
                        <a:pt x="1045" y="421"/>
                        <a:pt x="1045" y="423"/>
                        <a:pt x="1043" y="424"/>
                      </a:cubicBezTo>
                      <a:cubicBezTo>
                        <a:pt x="1042" y="425"/>
                        <a:pt x="1042" y="428"/>
                        <a:pt x="1044" y="429"/>
                      </a:cubicBezTo>
                      <a:cubicBezTo>
                        <a:pt x="1045" y="430"/>
                        <a:pt x="1045" y="431"/>
                        <a:pt x="1044" y="432"/>
                      </a:cubicBezTo>
                      <a:cubicBezTo>
                        <a:pt x="1044" y="434"/>
                        <a:pt x="1045" y="434"/>
                        <a:pt x="1046" y="434"/>
                      </a:cubicBezTo>
                      <a:cubicBezTo>
                        <a:pt x="1049" y="434"/>
                        <a:pt x="1052" y="434"/>
                        <a:pt x="1054" y="431"/>
                      </a:cubicBezTo>
                      <a:cubicBezTo>
                        <a:pt x="1054" y="431"/>
                        <a:pt x="1054" y="431"/>
                        <a:pt x="1055" y="431"/>
                      </a:cubicBezTo>
                      <a:cubicBezTo>
                        <a:pt x="1055" y="431"/>
                        <a:pt x="1055" y="431"/>
                        <a:pt x="1055" y="431"/>
                      </a:cubicBezTo>
                      <a:cubicBezTo>
                        <a:pt x="1056" y="433"/>
                        <a:pt x="1059" y="433"/>
                        <a:pt x="1061" y="434"/>
                      </a:cubicBezTo>
                      <a:cubicBezTo>
                        <a:pt x="1061" y="434"/>
                        <a:pt x="1062" y="435"/>
                        <a:pt x="1062" y="435"/>
                      </a:cubicBezTo>
                      <a:cubicBezTo>
                        <a:pt x="1062" y="437"/>
                        <a:pt x="1063" y="438"/>
                        <a:pt x="1063" y="440"/>
                      </a:cubicBezTo>
                      <a:cubicBezTo>
                        <a:pt x="1063" y="440"/>
                        <a:pt x="1063" y="440"/>
                        <a:pt x="1063" y="441"/>
                      </a:cubicBezTo>
                      <a:cubicBezTo>
                        <a:pt x="1062" y="442"/>
                        <a:pt x="1063" y="442"/>
                        <a:pt x="1064" y="443"/>
                      </a:cubicBezTo>
                      <a:cubicBezTo>
                        <a:pt x="1064" y="443"/>
                        <a:pt x="1065" y="443"/>
                        <a:pt x="1065" y="444"/>
                      </a:cubicBezTo>
                      <a:cubicBezTo>
                        <a:pt x="1067" y="445"/>
                        <a:pt x="1067" y="445"/>
                        <a:pt x="1069" y="444"/>
                      </a:cubicBezTo>
                      <a:cubicBezTo>
                        <a:pt x="1069" y="444"/>
                        <a:pt x="1070" y="443"/>
                        <a:pt x="1070" y="443"/>
                      </a:cubicBezTo>
                      <a:cubicBezTo>
                        <a:pt x="1071" y="444"/>
                        <a:pt x="1071" y="444"/>
                        <a:pt x="1071" y="445"/>
                      </a:cubicBezTo>
                      <a:cubicBezTo>
                        <a:pt x="1070" y="446"/>
                        <a:pt x="1071" y="446"/>
                        <a:pt x="1071" y="447"/>
                      </a:cubicBezTo>
                      <a:cubicBezTo>
                        <a:pt x="1072" y="447"/>
                        <a:pt x="1074" y="448"/>
                        <a:pt x="1074" y="449"/>
                      </a:cubicBezTo>
                      <a:cubicBezTo>
                        <a:pt x="1075" y="449"/>
                        <a:pt x="1075" y="450"/>
                        <a:pt x="1075" y="450"/>
                      </a:cubicBezTo>
                      <a:cubicBezTo>
                        <a:pt x="1076" y="451"/>
                        <a:pt x="1077" y="452"/>
                        <a:pt x="1078" y="452"/>
                      </a:cubicBezTo>
                      <a:cubicBezTo>
                        <a:pt x="1079" y="451"/>
                        <a:pt x="1079" y="451"/>
                        <a:pt x="1079" y="452"/>
                      </a:cubicBezTo>
                      <a:cubicBezTo>
                        <a:pt x="1080" y="453"/>
                        <a:pt x="1081" y="453"/>
                        <a:pt x="1082" y="453"/>
                      </a:cubicBezTo>
                      <a:cubicBezTo>
                        <a:pt x="1083" y="452"/>
                        <a:pt x="1083" y="451"/>
                        <a:pt x="1082" y="450"/>
                      </a:cubicBezTo>
                      <a:cubicBezTo>
                        <a:pt x="1082" y="450"/>
                        <a:pt x="1081" y="450"/>
                        <a:pt x="1082" y="450"/>
                      </a:cubicBezTo>
                      <a:cubicBezTo>
                        <a:pt x="1082" y="449"/>
                        <a:pt x="1082" y="449"/>
                        <a:pt x="1083" y="450"/>
                      </a:cubicBezTo>
                      <a:cubicBezTo>
                        <a:pt x="1083" y="450"/>
                        <a:pt x="1083" y="450"/>
                        <a:pt x="1083" y="451"/>
                      </a:cubicBezTo>
                      <a:cubicBezTo>
                        <a:pt x="1084" y="452"/>
                        <a:pt x="1085" y="451"/>
                        <a:pt x="1085" y="451"/>
                      </a:cubicBezTo>
                      <a:cubicBezTo>
                        <a:pt x="1086" y="451"/>
                        <a:pt x="1086" y="451"/>
                        <a:pt x="1086" y="451"/>
                      </a:cubicBezTo>
                      <a:cubicBezTo>
                        <a:pt x="1086" y="450"/>
                        <a:pt x="1086" y="449"/>
                        <a:pt x="1086" y="449"/>
                      </a:cubicBezTo>
                      <a:cubicBezTo>
                        <a:pt x="1084" y="449"/>
                        <a:pt x="1083" y="447"/>
                        <a:pt x="1081" y="447"/>
                      </a:cubicBezTo>
                      <a:cubicBezTo>
                        <a:pt x="1085" y="446"/>
                        <a:pt x="1082" y="445"/>
                        <a:pt x="1082" y="444"/>
                      </a:cubicBezTo>
                      <a:cubicBezTo>
                        <a:pt x="1084" y="444"/>
                        <a:pt x="1084" y="444"/>
                        <a:pt x="1086" y="442"/>
                      </a:cubicBezTo>
                      <a:cubicBezTo>
                        <a:pt x="1087" y="441"/>
                        <a:pt x="1087" y="440"/>
                        <a:pt x="1086" y="438"/>
                      </a:cubicBezTo>
                      <a:cubicBezTo>
                        <a:pt x="1086" y="438"/>
                        <a:pt x="1085" y="438"/>
                        <a:pt x="1084" y="438"/>
                      </a:cubicBezTo>
                      <a:cubicBezTo>
                        <a:pt x="1085" y="438"/>
                        <a:pt x="1085" y="438"/>
                        <a:pt x="1086" y="438"/>
                      </a:cubicBezTo>
                      <a:cubicBezTo>
                        <a:pt x="1087" y="438"/>
                        <a:pt x="1088" y="436"/>
                        <a:pt x="1087" y="435"/>
                      </a:cubicBezTo>
                      <a:cubicBezTo>
                        <a:pt x="1086" y="434"/>
                        <a:pt x="1086" y="433"/>
                        <a:pt x="1086" y="432"/>
                      </a:cubicBezTo>
                      <a:cubicBezTo>
                        <a:pt x="1085" y="432"/>
                        <a:pt x="1085" y="432"/>
                        <a:pt x="1085" y="432"/>
                      </a:cubicBezTo>
                      <a:cubicBezTo>
                        <a:pt x="1085" y="432"/>
                        <a:pt x="1084" y="432"/>
                        <a:pt x="1084" y="431"/>
                      </a:cubicBezTo>
                      <a:cubicBezTo>
                        <a:pt x="1084" y="430"/>
                        <a:pt x="1085" y="431"/>
                        <a:pt x="1085" y="431"/>
                      </a:cubicBezTo>
                      <a:cubicBezTo>
                        <a:pt x="1086" y="430"/>
                        <a:pt x="1086" y="431"/>
                        <a:pt x="1087" y="432"/>
                      </a:cubicBezTo>
                      <a:cubicBezTo>
                        <a:pt x="1087" y="433"/>
                        <a:pt x="1087" y="433"/>
                        <a:pt x="1088" y="433"/>
                      </a:cubicBezTo>
                      <a:cubicBezTo>
                        <a:pt x="1090" y="433"/>
                        <a:pt x="1092" y="432"/>
                        <a:pt x="1094" y="433"/>
                      </a:cubicBezTo>
                      <a:cubicBezTo>
                        <a:pt x="1094" y="434"/>
                        <a:pt x="1095" y="434"/>
                        <a:pt x="1095" y="433"/>
                      </a:cubicBezTo>
                      <a:cubicBezTo>
                        <a:pt x="1095" y="433"/>
                        <a:pt x="1095" y="432"/>
                        <a:pt x="1095" y="432"/>
                      </a:cubicBezTo>
                      <a:cubicBezTo>
                        <a:pt x="1094" y="431"/>
                        <a:pt x="1094" y="431"/>
                        <a:pt x="1094" y="431"/>
                      </a:cubicBezTo>
                      <a:cubicBezTo>
                        <a:pt x="1093" y="430"/>
                        <a:pt x="1093" y="430"/>
                        <a:pt x="1093" y="429"/>
                      </a:cubicBezTo>
                      <a:cubicBezTo>
                        <a:pt x="1094" y="430"/>
                        <a:pt x="1095" y="431"/>
                        <a:pt x="1096" y="431"/>
                      </a:cubicBezTo>
                      <a:cubicBezTo>
                        <a:pt x="1098" y="432"/>
                        <a:pt x="1098" y="432"/>
                        <a:pt x="1098" y="430"/>
                      </a:cubicBezTo>
                      <a:cubicBezTo>
                        <a:pt x="1098" y="427"/>
                        <a:pt x="1100" y="425"/>
                        <a:pt x="1103" y="425"/>
                      </a:cubicBezTo>
                      <a:cubicBezTo>
                        <a:pt x="1104" y="425"/>
                        <a:pt x="1104" y="424"/>
                        <a:pt x="1104" y="424"/>
                      </a:cubicBezTo>
                      <a:cubicBezTo>
                        <a:pt x="1104" y="423"/>
                        <a:pt x="1104" y="423"/>
                        <a:pt x="1103" y="423"/>
                      </a:cubicBezTo>
                      <a:close/>
                      <a:moveTo>
                        <a:pt x="823" y="679"/>
                      </a:moveTo>
                      <a:cubicBezTo>
                        <a:pt x="822" y="679"/>
                        <a:pt x="822" y="679"/>
                        <a:pt x="821" y="680"/>
                      </a:cubicBezTo>
                      <a:cubicBezTo>
                        <a:pt x="821" y="680"/>
                        <a:pt x="820" y="682"/>
                        <a:pt x="818" y="681"/>
                      </a:cubicBezTo>
                      <a:cubicBezTo>
                        <a:pt x="818" y="681"/>
                        <a:pt x="818" y="681"/>
                        <a:pt x="817" y="680"/>
                      </a:cubicBezTo>
                      <a:cubicBezTo>
                        <a:pt x="817" y="681"/>
                        <a:pt x="817" y="682"/>
                        <a:pt x="816" y="682"/>
                      </a:cubicBezTo>
                      <a:cubicBezTo>
                        <a:pt x="815" y="683"/>
                        <a:pt x="815" y="683"/>
                        <a:pt x="814" y="684"/>
                      </a:cubicBezTo>
                      <a:cubicBezTo>
                        <a:pt x="813" y="685"/>
                        <a:pt x="812" y="686"/>
                        <a:pt x="811" y="688"/>
                      </a:cubicBezTo>
                      <a:cubicBezTo>
                        <a:pt x="811" y="688"/>
                        <a:pt x="810" y="688"/>
                        <a:pt x="810" y="688"/>
                      </a:cubicBezTo>
                      <a:cubicBezTo>
                        <a:pt x="810" y="689"/>
                        <a:pt x="810" y="689"/>
                        <a:pt x="811" y="689"/>
                      </a:cubicBezTo>
                      <a:cubicBezTo>
                        <a:pt x="811" y="689"/>
                        <a:pt x="811" y="688"/>
                        <a:pt x="812" y="688"/>
                      </a:cubicBezTo>
                      <a:cubicBezTo>
                        <a:pt x="812" y="688"/>
                        <a:pt x="812" y="688"/>
                        <a:pt x="812" y="688"/>
                      </a:cubicBezTo>
                      <a:cubicBezTo>
                        <a:pt x="813" y="687"/>
                        <a:pt x="815" y="686"/>
                        <a:pt x="815" y="684"/>
                      </a:cubicBezTo>
                      <a:cubicBezTo>
                        <a:pt x="818" y="684"/>
                        <a:pt x="820" y="682"/>
                        <a:pt x="822" y="681"/>
                      </a:cubicBezTo>
                      <a:cubicBezTo>
                        <a:pt x="823" y="680"/>
                        <a:pt x="823" y="680"/>
                        <a:pt x="823" y="680"/>
                      </a:cubicBezTo>
                      <a:cubicBezTo>
                        <a:pt x="823" y="680"/>
                        <a:pt x="823" y="680"/>
                        <a:pt x="823" y="680"/>
                      </a:cubicBezTo>
                      <a:cubicBezTo>
                        <a:pt x="823" y="679"/>
                        <a:pt x="823" y="679"/>
                        <a:pt x="823" y="679"/>
                      </a:cubicBezTo>
                      <a:close/>
                      <a:moveTo>
                        <a:pt x="834" y="672"/>
                      </a:moveTo>
                      <a:cubicBezTo>
                        <a:pt x="834" y="672"/>
                        <a:pt x="834" y="672"/>
                        <a:pt x="834" y="672"/>
                      </a:cubicBezTo>
                      <a:cubicBezTo>
                        <a:pt x="834" y="672"/>
                        <a:pt x="833" y="672"/>
                        <a:pt x="833" y="672"/>
                      </a:cubicBezTo>
                      <a:cubicBezTo>
                        <a:pt x="832" y="673"/>
                        <a:pt x="832" y="673"/>
                        <a:pt x="831" y="674"/>
                      </a:cubicBezTo>
                      <a:cubicBezTo>
                        <a:pt x="831" y="674"/>
                        <a:pt x="831" y="674"/>
                        <a:pt x="830" y="675"/>
                      </a:cubicBezTo>
                      <a:cubicBezTo>
                        <a:pt x="830" y="675"/>
                        <a:pt x="829" y="676"/>
                        <a:pt x="828" y="677"/>
                      </a:cubicBezTo>
                      <a:cubicBezTo>
                        <a:pt x="828" y="677"/>
                        <a:pt x="828" y="677"/>
                        <a:pt x="828" y="678"/>
                      </a:cubicBezTo>
                      <a:cubicBezTo>
                        <a:pt x="830" y="678"/>
                        <a:pt x="831" y="676"/>
                        <a:pt x="832" y="675"/>
                      </a:cubicBezTo>
                      <a:cubicBezTo>
                        <a:pt x="833" y="674"/>
                        <a:pt x="833" y="674"/>
                        <a:pt x="834" y="673"/>
                      </a:cubicBezTo>
                      <a:cubicBezTo>
                        <a:pt x="834" y="673"/>
                        <a:pt x="835" y="673"/>
                        <a:pt x="835" y="672"/>
                      </a:cubicBezTo>
                      <a:cubicBezTo>
                        <a:pt x="835" y="672"/>
                        <a:pt x="835" y="672"/>
                        <a:pt x="834" y="672"/>
                      </a:cubicBezTo>
                      <a:close/>
                      <a:moveTo>
                        <a:pt x="864" y="638"/>
                      </a:moveTo>
                      <a:cubicBezTo>
                        <a:pt x="864" y="638"/>
                        <a:pt x="864" y="638"/>
                        <a:pt x="864" y="638"/>
                      </a:cubicBezTo>
                      <a:cubicBezTo>
                        <a:pt x="863" y="638"/>
                        <a:pt x="863" y="639"/>
                        <a:pt x="863" y="640"/>
                      </a:cubicBezTo>
                      <a:cubicBezTo>
                        <a:pt x="863" y="640"/>
                        <a:pt x="863" y="640"/>
                        <a:pt x="863" y="640"/>
                      </a:cubicBezTo>
                      <a:cubicBezTo>
                        <a:pt x="863" y="640"/>
                        <a:pt x="863" y="640"/>
                        <a:pt x="863" y="640"/>
                      </a:cubicBezTo>
                      <a:cubicBezTo>
                        <a:pt x="863" y="641"/>
                        <a:pt x="863" y="641"/>
                        <a:pt x="863" y="641"/>
                      </a:cubicBezTo>
                      <a:cubicBezTo>
                        <a:pt x="863" y="641"/>
                        <a:pt x="863" y="641"/>
                        <a:pt x="864" y="641"/>
                      </a:cubicBezTo>
                      <a:cubicBezTo>
                        <a:pt x="864" y="641"/>
                        <a:pt x="864" y="641"/>
                        <a:pt x="864" y="641"/>
                      </a:cubicBezTo>
                      <a:cubicBezTo>
                        <a:pt x="864" y="640"/>
                        <a:pt x="864" y="640"/>
                        <a:pt x="864" y="640"/>
                      </a:cubicBezTo>
                      <a:cubicBezTo>
                        <a:pt x="864" y="639"/>
                        <a:pt x="864" y="639"/>
                        <a:pt x="864" y="639"/>
                      </a:cubicBezTo>
                      <a:cubicBezTo>
                        <a:pt x="864" y="638"/>
                        <a:pt x="864" y="638"/>
                        <a:pt x="864" y="638"/>
                      </a:cubicBezTo>
                      <a:cubicBezTo>
                        <a:pt x="864" y="638"/>
                        <a:pt x="864" y="638"/>
                        <a:pt x="864" y="638"/>
                      </a:cubicBezTo>
                      <a:cubicBezTo>
                        <a:pt x="864" y="638"/>
                        <a:pt x="864" y="638"/>
                        <a:pt x="864" y="638"/>
                      </a:cubicBezTo>
                      <a:cubicBezTo>
                        <a:pt x="864" y="638"/>
                        <a:pt x="864" y="638"/>
                        <a:pt x="864" y="638"/>
                      </a:cubicBezTo>
                      <a:close/>
                      <a:moveTo>
                        <a:pt x="805" y="689"/>
                      </a:moveTo>
                      <a:cubicBezTo>
                        <a:pt x="804" y="688"/>
                        <a:pt x="804" y="689"/>
                        <a:pt x="804" y="690"/>
                      </a:cubicBezTo>
                      <a:cubicBezTo>
                        <a:pt x="804" y="690"/>
                        <a:pt x="804" y="690"/>
                        <a:pt x="804" y="690"/>
                      </a:cubicBezTo>
                      <a:cubicBezTo>
                        <a:pt x="803" y="691"/>
                        <a:pt x="802" y="692"/>
                        <a:pt x="802" y="694"/>
                      </a:cubicBezTo>
                      <a:cubicBezTo>
                        <a:pt x="801" y="694"/>
                        <a:pt x="801" y="694"/>
                        <a:pt x="801" y="694"/>
                      </a:cubicBezTo>
                      <a:cubicBezTo>
                        <a:pt x="800" y="695"/>
                        <a:pt x="800" y="695"/>
                        <a:pt x="800" y="695"/>
                      </a:cubicBezTo>
                      <a:cubicBezTo>
                        <a:pt x="800" y="695"/>
                        <a:pt x="800" y="695"/>
                        <a:pt x="800" y="695"/>
                      </a:cubicBezTo>
                      <a:cubicBezTo>
                        <a:pt x="800" y="696"/>
                        <a:pt x="801" y="696"/>
                        <a:pt x="801" y="696"/>
                      </a:cubicBezTo>
                      <a:cubicBezTo>
                        <a:pt x="801" y="696"/>
                        <a:pt x="802" y="695"/>
                        <a:pt x="802" y="695"/>
                      </a:cubicBezTo>
                      <a:cubicBezTo>
                        <a:pt x="802" y="695"/>
                        <a:pt x="802" y="695"/>
                        <a:pt x="801" y="695"/>
                      </a:cubicBezTo>
                      <a:cubicBezTo>
                        <a:pt x="801" y="695"/>
                        <a:pt x="801" y="695"/>
                        <a:pt x="801" y="695"/>
                      </a:cubicBezTo>
                      <a:cubicBezTo>
                        <a:pt x="802" y="694"/>
                        <a:pt x="802" y="694"/>
                        <a:pt x="803" y="694"/>
                      </a:cubicBezTo>
                      <a:cubicBezTo>
                        <a:pt x="803" y="693"/>
                        <a:pt x="804" y="691"/>
                        <a:pt x="806" y="691"/>
                      </a:cubicBezTo>
                      <a:cubicBezTo>
                        <a:pt x="806" y="690"/>
                        <a:pt x="807" y="690"/>
                        <a:pt x="807" y="690"/>
                      </a:cubicBezTo>
                      <a:cubicBezTo>
                        <a:pt x="807" y="690"/>
                        <a:pt x="807" y="689"/>
                        <a:pt x="807" y="689"/>
                      </a:cubicBezTo>
                      <a:cubicBezTo>
                        <a:pt x="807" y="689"/>
                        <a:pt x="806" y="689"/>
                        <a:pt x="805" y="689"/>
                      </a:cubicBezTo>
                      <a:close/>
                      <a:moveTo>
                        <a:pt x="874" y="627"/>
                      </a:moveTo>
                      <a:cubicBezTo>
                        <a:pt x="875" y="627"/>
                        <a:pt x="875" y="626"/>
                        <a:pt x="875" y="625"/>
                      </a:cubicBezTo>
                      <a:cubicBezTo>
                        <a:pt x="875" y="625"/>
                        <a:pt x="875" y="625"/>
                        <a:pt x="875" y="625"/>
                      </a:cubicBezTo>
                      <a:cubicBezTo>
                        <a:pt x="875" y="625"/>
                        <a:pt x="875" y="625"/>
                        <a:pt x="875" y="625"/>
                      </a:cubicBezTo>
                      <a:cubicBezTo>
                        <a:pt x="875" y="625"/>
                        <a:pt x="875" y="625"/>
                        <a:pt x="875" y="625"/>
                      </a:cubicBezTo>
                      <a:cubicBezTo>
                        <a:pt x="874" y="625"/>
                        <a:pt x="874" y="625"/>
                        <a:pt x="873" y="626"/>
                      </a:cubicBezTo>
                      <a:cubicBezTo>
                        <a:pt x="873" y="626"/>
                        <a:pt x="873" y="627"/>
                        <a:pt x="874" y="627"/>
                      </a:cubicBezTo>
                      <a:close/>
                      <a:moveTo>
                        <a:pt x="809" y="695"/>
                      </a:moveTo>
                      <a:cubicBezTo>
                        <a:pt x="809" y="695"/>
                        <a:pt x="809" y="695"/>
                        <a:pt x="809" y="695"/>
                      </a:cubicBezTo>
                      <a:cubicBezTo>
                        <a:pt x="809" y="695"/>
                        <a:pt x="810" y="695"/>
                        <a:pt x="810" y="695"/>
                      </a:cubicBezTo>
                      <a:cubicBezTo>
                        <a:pt x="810" y="695"/>
                        <a:pt x="810" y="695"/>
                        <a:pt x="810" y="695"/>
                      </a:cubicBezTo>
                      <a:cubicBezTo>
                        <a:pt x="810" y="694"/>
                        <a:pt x="809" y="694"/>
                        <a:pt x="809" y="695"/>
                      </a:cubicBezTo>
                      <a:close/>
                      <a:moveTo>
                        <a:pt x="867" y="632"/>
                      </a:moveTo>
                      <a:cubicBezTo>
                        <a:pt x="867" y="632"/>
                        <a:pt x="867" y="632"/>
                        <a:pt x="867" y="632"/>
                      </a:cubicBezTo>
                      <a:cubicBezTo>
                        <a:pt x="867" y="632"/>
                        <a:pt x="867" y="632"/>
                        <a:pt x="867" y="633"/>
                      </a:cubicBezTo>
                      <a:cubicBezTo>
                        <a:pt x="867" y="633"/>
                        <a:pt x="867" y="633"/>
                        <a:pt x="867" y="633"/>
                      </a:cubicBezTo>
                      <a:cubicBezTo>
                        <a:pt x="868" y="633"/>
                        <a:pt x="868" y="633"/>
                        <a:pt x="868" y="633"/>
                      </a:cubicBezTo>
                      <a:cubicBezTo>
                        <a:pt x="869" y="632"/>
                        <a:pt x="869" y="632"/>
                        <a:pt x="870" y="632"/>
                      </a:cubicBezTo>
                      <a:cubicBezTo>
                        <a:pt x="871" y="631"/>
                        <a:pt x="872" y="630"/>
                        <a:pt x="872" y="629"/>
                      </a:cubicBezTo>
                      <a:cubicBezTo>
                        <a:pt x="873" y="629"/>
                        <a:pt x="873" y="628"/>
                        <a:pt x="873" y="628"/>
                      </a:cubicBezTo>
                      <a:cubicBezTo>
                        <a:pt x="873" y="627"/>
                        <a:pt x="873" y="626"/>
                        <a:pt x="873" y="626"/>
                      </a:cubicBezTo>
                      <a:cubicBezTo>
                        <a:pt x="873" y="626"/>
                        <a:pt x="873" y="626"/>
                        <a:pt x="872" y="626"/>
                      </a:cubicBezTo>
                      <a:cubicBezTo>
                        <a:pt x="872" y="626"/>
                        <a:pt x="872" y="626"/>
                        <a:pt x="872" y="626"/>
                      </a:cubicBezTo>
                      <a:cubicBezTo>
                        <a:pt x="871" y="625"/>
                        <a:pt x="871" y="626"/>
                        <a:pt x="871" y="627"/>
                      </a:cubicBezTo>
                      <a:cubicBezTo>
                        <a:pt x="870" y="629"/>
                        <a:pt x="870" y="630"/>
                        <a:pt x="868" y="630"/>
                      </a:cubicBezTo>
                      <a:cubicBezTo>
                        <a:pt x="867" y="630"/>
                        <a:pt x="867" y="631"/>
                        <a:pt x="867" y="632"/>
                      </a:cubicBezTo>
                      <a:close/>
                      <a:moveTo>
                        <a:pt x="860" y="645"/>
                      </a:moveTo>
                      <a:cubicBezTo>
                        <a:pt x="859" y="645"/>
                        <a:pt x="859" y="646"/>
                        <a:pt x="859" y="646"/>
                      </a:cubicBezTo>
                      <a:cubicBezTo>
                        <a:pt x="859" y="646"/>
                        <a:pt x="860" y="646"/>
                        <a:pt x="860" y="645"/>
                      </a:cubicBezTo>
                      <a:close/>
                      <a:moveTo>
                        <a:pt x="869" y="624"/>
                      </a:moveTo>
                      <a:cubicBezTo>
                        <a:pt x="869" y="624"/>
                        <a:pt x="869" y="624"/>
                        <a:pt x="869" y="624"/>
                      </a:cubicBezTo>
                      <a:cubicBezTo>
                        <a:pt x="869" y="624"/>
                        <a:pt x="869" y="624"/>
                        <a:pt x="869" y="624"/>
                      </a:cubicBezTo>
                      <a:cubicBezTo>
                        <a:pt x="869" y="624"/>
                        <a:pt x="869" y="624"/>
                        <a:pt x="869" y="624"/>
                      </a:cubicBezTo>
                      <a:cubicBezTo>
                        <a:pt x="869" y="624"/>
                        <a:pt x="869" y="624"/>
                        <a:pt x="869" y="624"/>
                      </a:cubicBezTo>
                      <a:cubicBezTo>
                        <a:pt x="869" y="624"/>
                        <a:pt x="869" y="624"/>
                        <a:pt x="869" y="624"/>
                      </a:cubicBezTo>
                      <a:cubicBezTo>
                        <a:pt x="869" y="624"/>
                        <a:pt x="869" y="624"/>
                        <a:pt x="869" y="624"/>
                      </a:cubicBezTo>
                      <a:cubicBezTo>
                        <a:pt x="869" y="624"/>
                        <a:pt x="869" y="624"/>
                        <a:pt x="869" y="624"/>
                      </a:cubicBezTo>
                      <a:cubicBezTo>
                        <a:pt x="869" y="625"/>
                        <a:pt x="869" y="625"/>
                        <a:pt x="869" y="625"/>
                      </a:cubicBezTo>
                      <a:cubicBezTo>
                        <a:pt x="869" y="625"/>
                        <a:pt x="869" y="625"/>
                        <a:pt x="869" y="624"/>
                      </a:cubicBezTo>
                      <a:close/>
                      <a:moveTo>
                        <a:pt x="846" y="664"/>
                      </a:moveTo>
                      <a:cubicBezTo>
                        <a:pt x="845" y="664"/>
                        <a:pt x="845" y="664"/>
                        <a:pt x="845" y="664"/>
                      </a:cubicBezTo>
                      <a:cubicBezTo>
                        <a:pt x="845" y="664"/>
                        <a:pt x="845" y="664"/>
                        <a:pt x="845" y="664"/>
                      </a:cubicBezTo>
                      <a:cubicBezTo>
                        <a:pt x="845" y="664"/>
                        <a:pt x="845" y="665"/>
                        <a:pt x="844" y="665"/>
                      </a:cubicBezTo>
                      <a:cubicBezTo>
                        <a:pt x="844" y="665"/>
                        <a:pt x="843" y="665"/>
                        <a:pt x="843" y="666"/>
                      </a:cubicBezTo>
                      <a:cubicBezTo>
                        <a:pt x="843" y="666"/>
                        <a:pt x="843" y="666"/>
                        <a:pt x="843" y="666"/>
                      </a:cubicBezTo>
                      <a:cubicBezTo>
                        <a:pt x="843" y="666"/>
                        <a:pt x="843" y="666"/>
                        <a:pt x="843" y="666"/>
                      </a:cubicBezTo>
                      <a:cubicBezTo>
                        <a:pt x="843" y="666"/>
                        <a:pt x="843" y="667"/>
                        <a:pt x="843" y="667"/>
                      </a:cubicBezTo>
                      <a:cubicBezTo>
                        <a:pt x="843" y="666"/>
                        <a:pt x="843" y="666"/>
                        <a:pt x="844" y="666"/>
                      </a:cubicBezTo>
                      <a:cubicBezTo>
                        <a:pt x="844" y="666"/>
                        <a:pt x="844" y="666"/>
                        <a:pt x="845" y="665"/>
                      </a:cubicBezTo>
                      <a:cubicBezTo>
                        <a:pt x="845" y="665"/>
                        <a:pt x="845" y="665"/>
                        <a:pt x="845" y="665"/>
                      </a:cubicBezTo>
                      <a:cubicBezTo>
                        <a:pt x="845" y="665"/>
                        <a:pt x="846" y="664"/>
                        <a:pt x="846" y="664"/>
                      </a:cubicBezTo>
                      <a:cubicBezTo>
                        <a:pt x="846" y="664"/>
                        <a:pt x="846" y="664"/>
                        <a:pt x="846" y="664"/>
                      </a:cubicBezTo>
                      <a:cubicBezTo>
                        <a:pt x="846" y="664"/>
                        <a:pt x="846" y="664"/>
                        <a:pt x="846" y="664"/>
                      </a:cubicBezTo>
                      <a:close/>
                      <a:moveTo>
                        <a:pt x="775" y="608"/>
                      </a:moveTo>
                      <a:cubicBezTo>
                        <a:pt x="775" y="609"/>
                        <a:pt x="774" y="610"/>
                        <a:pt x="775" y="611"/>
                      </a:cubicBezTo>
                      <a:cubicBezTo>
                        <a:pt x="775" y="613"/>
                        <a:pt x="775" y="615"/>
                        <a:pt x="777" y="616"/>
                      </a:cubicBezTo>
                      <a:cubicBezTo>
                        <a:pt x="778" y="618"/>
                        <a:pt x="778" y="619"/>
                        <a:pt x="779" y="621"/>
                      </a:cubicBezTo>
                      <a:cubicBezTo>
                        <a:pt x="779" y="621"/>
                        <a:pt x="779" y="621"/>
                        <a:pt x="779" y="622"/>
                      </a:cubicBezTo>
                      <a:cubicBezTo>
                        <a:pt x="779" y="622"/>
                        <a:pt x="779" y="623"/>
                        <a:pt x="779" y="623"/>
                      </a:cubicBezTo>
                      <a:cubicBezTo>
                        <a:pt x="778" y="624"/>
                        <a:pt x="778" y="625"/>
                        <a:pt x="778" y="626"/>
                      </a:cubicBezTo>
                      <a:cubicBezTo>
                        <a:pt x="778" y="626"/>
                        <a:pt x="778" y="626"/>
                        <a:pt x="778" y="627"/>
                      </a:cubicBezTo>
                      <a:cubicBezTo>
                        <a:pt x="778" y="629"/>
                        <a:pt x="778" y="631"/>
                        <a:pt x="778" y="632"/>
                      </a:cubicBezTo>
                      <a:cubicBezTo>
                        <a:pt x="778" y="636"/>
                        <a:pt x="778" y="639"/>
                        <a:pt x="778" y="642"/>
                      </a:cubicBezTo>
                      <a:cubicBezTo>
                        <a:pt x="778" y="643"/>
                        <a:pt x="778" y="643"/>
                        <a:pt x="777" y="644"/>
                      </a:cubicBezTo>
                      <a:cubicBezTo>
                        <a:pt x="777" y="645"/>
                        <a:pt x="777" y="646"/>
                        <a:pt x="777" y="647"/>
                      </a:cubicBezTo>
                      <a:cubicBezTo>
                        <a:pt x="777" y="648"/>
                        <a:pt x="777" y="649"/>
                        <a:pt x="777" y="649"/>
                      </a:cubicBezTo>
                      <a:cubicBezTo>
                        <a:pt x="778" y="650"/>
                        <a:pt x="778" y="651"/>
                        <a:pt x="778" y="652"/>
                      </a:cubicBezTo>
                      <a:cubicBezTo>
                        <a:pt x="778" y="653"/>
                        <a:pt x="778" y="654"/>
                        <a:pt x="778" y="655"/>
                      </a:cubicBezTo>
                      <a:cubicBezTo>
                        <a:pt x="777" y="657"/>
                        <a:pt x="777" y="658"/>
                        <a:pt x="777" y="659"/>
                      </a:cubicBezTo>
                      <a:cubicBezTo>
                        <a:pt x="777" y="660"/>
                        <a:pt x="777" y="661"/>
                        <a:pt x="778" y="662"/>
                      </a:cubicBezTo>
                      <a:cubicBezTo>
                        <a:pt x="778" y="662"/>
                        <a:pt x="778" y="663"/>
                        <a:pt x="778" y="663"/>
                      </a:cubicBezTo>
                      <a:cubicBezTo>
                        <a:pt x="778" y="663"/>
                        <a:pt x="778" y="664"/>
                        <a:pt x="777" y="664"/>
                      </a:cubicBezTo>
                      <a:cubicBezTo>
                        <a:pt x="777" y="666"/>
                        <a:pt x="776" y="667"/>
                        <a:pt x="776" y="668"/>
                      </a:cubicBezTo>
                      <a:cubicBezTo>
                        <a:pt x="776" y="669"/>
                        <a:pt x="776" y="669"/>
                        <a:pt x="776" y="669"/>
                      </a:cubicBezTo>
                      <a:cubicBezTo>
                        <a:pt x="776" y="670"/>
                        <a:pt x="776" y="671"/>
                        <a:pt x="776" y="672"/>
                      </a:cubicBezTo>
                      <a:cubicBezTo>
                        <a:pt x="776" y="672"/>
                        <a:pt x="776" y="672"/>
                        <a:pt x="776" y="672"/>
                      </a:cubicBezTo>
                      <a:cubicBezTo>
                        <a:pt x="776" y="672"/>
                        <a:pt x="776" y="673"/>
                        <a:pt x="776" y="673"/>
                      </a:cubicBezTo>
                      <a:cubicBezTo>
                        <a:pt x="776" y="673"/>
                        <a:pt x="777" y="674"/>
                        <a:pt x="777" y="674"/>
                      </a:cubicBezTo>
                      <a:cubicBezTo>
                        <a:pt x="778" y="674"/>
                        <a:pt x="779" y="673"/>
                        <a:pt x="779" y="672"/>
                      </a:cubicBezTo>
                      <a:cubicBezTo>
                        <a:pt x="779" y="671"/>
                        <a:pt x="780" y="670"/>
                        <a:pt x="780" y="668"/>
                      </a:cubicBezTo>
                      <a:cubicBezTo>
                        <a:pt x="780" y="667"/>
                        <a:pt x="781" y="667"/>
                        <a:pt x="782" y="667"/>
                      </a:cubicBezTo>
                      <a:cubicBezTo>
                        <a:pt x="782" y="668"/>
                        <a:pt x="783" y="668"/>
                        <a:pt x="784" y="668"/>
                      </a:cubicBezTo>
                      <a:cubicBezTo>
                        <a:pt x="785" y="668"/>
                        <a:pt x="786" y="669"/>
                        <a:pt x="786" y="669"/>
                      </a:cubicBezTo>
                      <a:cubicBezTo>
                        <a:pt x="787" y="670"/>
                        <a:pt x="787" y="672"/>
                        <a:pt x="787" y="673"/>
                      </a:cubicBezTo>
                      <a:cubicBezTo>
                        <a:pt x="788" y="672"/>
                        <a:pt x="788" y="671"/>
                        <a:pt x="788" y="670"/>
                      </a:cubicBezTo>
                      <a:cubicBezTo>
                        <a:pt x="788" y="669"/>
                        <a:pt x="787" y="668"/>
                        <a:pt x="787" y="667"/>
                      </a:cubicBezTo>
                      <a:cubicBezTo>
                        <a:pt x="787" y="666"/>
                        <a:pt x="786" y="666"/>
                        <a:pt x="786" y="666"/>
                      </a:cubicBezTo>
                      <a:cubicBezTo>
                        <a:pt x="786" y="666"/>
                        <a:pt x="786" y="667"/>
                        <a:pt x="785" y="667"/>
                      </a:cubicBezTo>
                      <a:cubicBezTo>
                        <a:pt x="785" y="667"/>
                        <a:pt x="785" y="667"/>
                        <a:pt x="785" y="666"/>
                      </a:cubicBezTo>
                      <a:cubicBezTo>
                        <a:pt x="785" y="666"/>
                        <a:pt x="785" y="666"/>
                        <a:pt x="785" y="666"/>
                      </a:cubicBezTo>
                      <a:cubicBezTo>
                        <a:pt x="785" y="666"/>
                        <a:pt x="785" y="666"/>
                        <a:pt x="785" y="666"/>
                      </a:cubicBezTo>
                      <a:cubicBezTo>
                        <a:pt x="784" y="664"/>
                        <a:pt x="784" y="662"/>
                        <a:pt x="783" y="661"/>
                      </a:cubicBezTo>
                      <a:cubicBezTo>
                        <a:pt x="781" y="659"/>
                        <a:pt x="781" y="657"/>
                        <a:pt x="781" y="655"/>
                      </a:cubicBezTo>
                      <a:cubicBezTo>
                        <a:pt x="781" y="655"/>
                        <a:pt x="781" y="655"/>
                        <a:pt x="781" y="654"/>
                      </a:cubicBezTo>
                      <a:cubicBezTo>
                        <a:pt x="781" y="653"/>
                        <a:pt x="781" y="652"/>
                        <a:pt x="782" y="651"/>
                      </a:cubicBezTo>
                      <a:cubicBezTo>
                        <a:pt x="782" y="649"/>
                        <a:pt x="783" y="648"/>
                        <a:pt x="783" y="646"/>
                      </a:cubicBezTo>
                      <a:cubicBezTo>
                        <a:pt x="783" y="646"/>
                        <a:pt x="784" y="645"/>
                        <a:pt x="784" y="645"/>
                      </a:cubicBezTo>
                      <a:cubicBezTo>
                        <a:pt x="784" y="643"/>
                        <a:pt x="784" y="642"/>
                        <a:pt x="786" y="641"/>
                      </a:cubicBezTo>
                      <a:cubicBezTo>
                        <a:pt x="787" y="641"/>
                        <a:pt x="787" y="641"/>
                        <a:pt x="787" y="641"/>
                      </a:cubicBezTo>
                      <a:cubicBezTo>
                        <a:pt x="787" y="641"/>
                        <a:pt x="786" y="640"/>
                        <a:pt x="786" y="640"/>
                      </a:cubicBezTo>
                      <a:cubicBezTo>
                        <a:pt x="786" y="640"/>
                        <a:pt x="786" y="640"/>
                        <a:pt x="786" y="640"/>
                      </a:cubicBezTo>
                      <a:cubicBezTo>
                        <a:pt x="787" y="640"/>
                        <a:pt x="787" y="640"/>
                        <a:pt x="787" y="640"/>
                      </a:cubicBezTo>
                      <a:cubicBezTo>
                        <a:pt x="788" y="641"/>
                        <a:pt x="790" y="641"/>
                        <a:pt x="791" y="642"/>
                      </a:cubicBezTo>
                      <a:cubicBezTo>
                        <a:pt x="792" y="642"/>
                        <a:pt x="792" y="643"/>
                        <a:pt x="793" y="643"/>
                      </a:cubicBezTo>
                      <a:cubicBezTo>
                        <a:pt x="793" y="643"/>
                        <a:pt x="793" y="643"/>
                        <a:pt x="793" y="643"/>
                      </a:cubicBezTo>
                      <a:cubicBezTo>
                        <a:pt x="793" y="641"/>
                        <a:pt x="792" y="640"/>
                        <a:pt x="792" y="639"/>
                      </a:cubicBezTo>
                      <a:cubicBezTo>
                        <a:pt x="792" y="637"/>
                        <a:pt x="791" y="635"/>
                        <a:pt x="791" y="634"/>
                      </a:cubicBezTo>
                      <a:cubicBezTo>
                        <a:pt x="789" y="630"/>
                        <a:pt x="789" y="626"/>
                        <a:pt x="788" y="622"/>
                      </a:cubicBezTo>
                      <a:cubicBezTo>
                        <a:pt x="788" y="622"/>
                        <a:pt x="788" y="622"/>
                        <a:pt x="788" y="621"/>
                      </a:cubicBezTo>
                      <a:cubicBezTo>
                        <a:pt x="788" y="621"/>
                        <a:pt x="788" y="620"/>
                        <a:pt x="788" y="620"/>
                      </a:cubicBezTo>
                      <a:cubicBezTo>
                        <a:pt x="788" y="619"/>
                        <a:pt x="787" y="618"/>
                        <a:pt x="786" y="617"/>
                      </a:cubicBezTo>
                      <a:cubicBezTo>
                        <a:pt x="786" y="617"/>
                        <a:pt x="786" y="617"/>
                        <a:pt x="786" y="617"/>
                      </a:cubicBezTo>
                      <a:cubicBezTo>
                        <a:pt x="786" y="617"/>
                        <a:pt x="786" y="617"/>
                        <a:pt x="786" y="617"/>
                      </a:cubicBezTo>
                      <a:cubicBezTo>
                        <a:pt x="786" y="617"/>
                        <a:pt x="786" y="616"/>
                        <a:pt x="786" y="616"/>
                      </a:cubicBezTo>
                      <a:cubicBezTo>
                        <a:pt x="786" y="614"/>
                        <a:pt x="785" y="613"/>
                        <a:pt x="785" y="612"/>
                      </a:cubicBezTo>
                      <a:cubicBezTo>
                        <a:pt x="785" y="612"/>
                        <a:pt x="785" y="612"/>
                        <a:pt x="785" y="611"/>
                      </a:cubicBezTo>
                      <a:cubicBezTo>
                        <a:pt x="785" y="611"/>
                        <a:pt x="785" y="610"/>
                        <a:pt x="785" y="610"/>
                      </a:cubicBezTo>
                      <a:cubicBezTo>
                        <a:pt x="785" y="609"/>
                        <a:pt x="785" y="609"/>
                        <a:pt x="785" y="608"/>
                      </a:cubicBezTo>
                      <a:cubicBezTo>
                        <a:pt x="786" y="607"/>
                        <a:pt x="786" y="606"/>
                        <a:pt x="786" y="605"/>
                      </a:cubicBezTo>
                      <a:cubicBezTo>
                        <a:pt x="786" y="604"/>
                        <a:pt x="786" y="603"/>
                        <a:pt x="785" y="602"/>
                      </a:cubicBezTo>
                      <a:cubicBezTo>
                        <a:pt x="785" y="601"/>
                        <a:pt x="784" y="600"/>
                        <a:pt x="784" y="598"/>
                      </a:cubicBezTo>
                      <a:cubicBezTo>
                        <a:pt x="784" y="598"/>
                        <a:pt x="784" y="598"/>
                        <a:pt x="784" y="598"/>
                      </a:cubicBezTo>
                      <a:cubicBezTo>
                        <a:pt x="785" y="597"/>
                        <a:pt x="785" y="597"/>
                        <a:pt x="785" y="596"/>
                      </a:cubicBezTo>
                      <a:cubicBezTo>
                        <a:pt x="785" y="596"/>
                        <a:pt x="785" y="596"/>
                        <a:pt x="785" y="595"/>
                      </a:cubicBezTo>
                      <a:cubicBezTo>
                        <a:pt x="784" y="594"/>
                        <a:pt x="783" y="592"/>
                        <a:pt x="783" y="591"/>
                      </a:cubicBezTo>
                      <a:cubicBezTo>
                        <a:pt x="783" y="590"/>
                        <a:pt x="784" y="589"/>
                        <a:pt x="784" y="589"/>
                      </a:cubicBezTo>
                      <a:cubicBezTo>
                        <a:pt x="784" y="589"/>
                        <a:pt x="784" y="589"/>
                        <a:pt x="784" y="588"/>
                      </a:cubicBezTo>
                      <a:cubicBezTo>
                        <a:pt x="784" y="588"/>
                        <a:pt x="784" y="588"/>
                        <a:pt x="783" y="587"/>
                      </a:cubicBezTo>
                      <a:cubicBezTo>
                        <a:pt x="783" y="587"/>
                        <a:pt x="783" y="586"/>
                        <a:pt x="782" y="585"/>
                      </a:cubicBezTo>
                      <a:cubicBezTo>
                        <a:pt x="782" y="586"/>
                        <a:pt x="781" y="586"/>
                        <a:pt x="781" y="586"/>
                      </a:cubicBezTo>
                      <a:cubicBezTo>
                        <a:pt x="780" y="587"/>
                        <a:pt x="780" y="587"/>
                        <a:pt x="780" y="587"/>
                      </a:cubicBezTo>
                      <a:cubicBezTo>
                        <a:pt x="780" y="588"/>
                        <a:pt x="780" y="588"/>
                        <a:pt x="780" y="589"/>
                      </a:cubicBezTo>
                      <a:cubicBezTo>
                        <a:pt x="781" y="589"/>
                        <a:pt x="781" y="589"/>
                        <a:pt x="781" y="590"/>
                      </a:cubicBezTo>
                      <a:cubicBezTo>
                        <a:pt x="782" y="590"/>
                        <a:pt x="782" y="591"/>
                        <a:pt x="782" y="592"/>
                      </a:cubicBezTo>
                      <a:cubicBezTo>
                        <a:pt x="782" y="593"/>
                        <a:pt x="782" y="594"/>
                        <a:pt x="781" y="594"/>
                      </a:cubicBezTo>
                      <a:cubicBezTo>
                        <a:pt x="781" y="594"/>
                        <a:pt x="781" y="594"/>
                        <a:pt x="781" y="594"/>
                      </a:cubicBezTo>
                      <a:cubicBezTo>
                        <a:pt x="781" y="595"/>
                        <a:pt x="781" y="595"/>
                        <a:pt x="782" y="595"/>
                      </a:cubicBezTo>
                      <a:cubicBezTo>
                        <a:pt x="781" y="595"/>
                        <a:pt x="781" y="595"/>
                        <a:pt x="781" y="595"/>
                      </a:cubicBezTo>
                      <a:cubicBezTo>
                        <a:pt x="781" y="596"/>
                        <a:pt x="781" y="596"/>
                        <a:pt x="780" y="597"/>
                      </a:cubicBezTo>
                      <a:cubicBezTo>
                        <a:pt x="780" y="597"/>
                        <a:pt x="779" y="597"/>
                        <a:pt x="779" y="596"/>
                      </a:cubicBezTo>
                      <a:cubicBezTo>
                        <a:pt x="779" y="595"/>
                        <a:pt x="778" y="595"/>
                        <a:pt x="777" y="596"/>
                      </a:cubicBezTo>
                      <a:cubicBezTo>
                        <a:pt x="776" y="596"/>
                        <a:pt x="776" y="597"/>
                        <a:pt x="776" y="598"/>
                      </a:cubicBezTo>
                      <a:cubicBezTo>
                        <a:pt x="776" y="598"/>
                        <a:pt x="776" y="598"/>
                        <a:pt x="776" y="599"/>
                      </a:cubicBezTo>
                      <a:cubicBezTo>
                        <a:pt x="776" y="600"/>
                        <a:pt x="776" y="600"/>
                        <a:pt x="776" y="601"/>
                      </a:cubicBezTo>
                      <a:cubicBezTo>
                        <a:pt x="776" y="602"/>
                        <a:pt x="776" y="603"/>
                        <a:pt x="776" y="603"/>
                      </a:cubicBezTo>
                      <a:cubicBezTo>
                        <a:pt x="776" y="605"/>
                        <a:pt x="775" y="607"/>
                        <a:pt x="775" y="608"/>
                      </a:cubicBezTo>
                      <a:close/>
                      <a:moveTo>
                        <a:pt x="795" y="646"/>
                      </a:moveTo>
                      <a:cubicBezTo>
                        <a:pt x="795" y="646"/>
                        <a:pt x="795" y="646"/>
                        <a:pt x="795" y="646"/>
                      </a:cubicBezTo>
                      <a:cubicBezTo>
                        <a:pt x="795" y="646"/>
                        <a:pt x="795" y="646"/>
                        <a:pt x="795" y="646"/>
                      </a:cubicBezTo>
                      <a:cubicBezTo>
                        <a:pt x="795" y="646"/>
                        <a:pt x="795" y="646"/>
                        <a:pt x="795" y="646"/>
                      </a:cubicBezTo>
                      <a:cubicBezTo>
                        <a:pt x="795" y="646"/>
                        <a:pt x="795" y="646"/>
                        <a:pt x="795" y="646"/>
                      </a:cubicBezTo>
                      <a:cubicBezTo>
                        <a:pt x="795" y="645"/>
                        <a:pt x="795" y="645"/>
                        <a:pt x="795" y="645"/>
                      </a:cubicBezTo>
                      <a:cubicBezTo>
                        <a:pt x="795" y="645"/>
                        <a:pt x="795" y="645"/>
                        <a:pt x="795" y="645"/>
                      </a:cubicBezTo>
                      <a:cubicBezTo>
                        <a:pt x="795" y="645"/>
                        <a:pt x="795" y="645"/>
                        <a:pt x="795" y="645"/>
                      </a:cubicBezTo>
                      <a:cubicBezTo>
                        <a:pt x="795" y="645"/>
                        <a:pt x="795" y="645"/>
                        <a:pt x="795" y="645"/>
                      </a:cubicBezTo>
                      <a:cubicBezTo>
                        <a:pt x="794" y="645"/>
                        <a:pt x="794" y="645"/>
                        <a:pt x="794" y="645"/>
                      </a:cubicBezTo>
                      <a:cubicBezTo>
                        <a:pt x="794" y="645"/>
                        <a:pt x="794" y="645"/>
                        <a:pt x="794" y="645"/>
                      </a:cubicBezTo>
                      <a:cubicBezTo>
                        <a:pt x="794" y="645"/>
                        <a:pt x="795" y="646"/>
                        <a:pt x="795" y="646"/>
                      </a:cubicBezTo>
                      <a:cubicBezTo>
                        <a:pt x="795" y="646"/>
                        <a:pt x="795" y="646"/>
                        <a:pt x="795" y="646"/>
                      </a:cubicBezTo>
                      <a:close/>
                      <a:moveTo>
                        <a:pt x="751" y="577"/>
                      </a:moveTo>
                      <a:cubicBezTo>
                        <a:pt x="750" y="577"/>
                        <a:pt x="749" y="576"/>
                        <a:pt x="749" y="576"/>
                      </a:cubicBezTo>
                      <a:cubicBezTo>
                        <a:pt x="748" y="576"/>
                        <a:pt x="747" y="576"/>
                        <a:pt x="747" y="577"/>
                      </a:cubicBezTo>
                      <a:cubicBezTo>
                        <a:pt x="746" y="578"/>
                        <a:pt x="745" y="579"/>
                        <a:pt x="745" y="580"/>
                      </a:cubicBezTo>
                      <a:cubicBezTo>
                        <a:pt x="745" y="580"/>
                        <a:pt x="745" y="580"/>
                        <a:pt x="745" y="581"/>
                      </a:cubicBezTo>
                      <a:cubicBezTo>
                        <a:pt x="745" y="581"/>
                        <a:pt x="745" y="581"/>
                        <a:pt x="745" y="581"/>
                      </a:cubicBezTo>
                      <a:cubicBezTo>
                        <a:pt x="745" y="581"/>
                        <a:pt x="745" y="581"/>
                        <a:pt x="745" y="581"/>
                      </a:cubicBezTo>
                      <a:cubicBezTo>
                        <a:pt x="746" y="581"/>
                        <a:pt x="746" y="580"/>
                        <a:pt x="747" y="580"/>
                      </a:cubicBezTo>
                      <a:cubicBezTo>
                        <a:pt x="747" y="581"/>
                        <a:pt x="747" y="581"/>
                        <a:pt x="747" y="581"/>
                      </a:cubicBezTo>
                      <a:cubicBezTo>
                        <a:pt x="747" y="581"/>
                        <a:pt x="747" y="581"/>
                        <a:pt x="748" y="582"/>
                      </a:cubicBezTo>
                      <a:cubicBezTo>
                        <a:pt x="748" y="582"/>
                        <a:pt x="748" y="582"/>
                        <a:pt x="749" y="581"/>
                      </a:cubicBezTo>
                      <a:cubicBezTo>
                        <a:pt x="750" y="581"/>
                        <a:pt x="750" y="579"/>
                        <a:pt x="752" y="578"/>
                      </a:cubicBezTo>
                      <a:cubicBezTo>
                        <a:pt x="752" y="578"/>
                        <a:pt x="752" y="578"/>
                        <a:pt x="752" y="578"/>
                      </a:cubicBezTo>
                      <a:cubicBezTo>
                        <a:pt x="752" y="578"/>
                        <a:pt x="752" y="578"/>
                        <a:pt x="751" y="578"/>
                      </a:cubicBezTo>
                      <a:cubicBezTo>
                        <a:pt x="751" y="578"/>
                        <a:pt x="751" y="578"/>
                        <a:pt x="751" y="578"/>
                      </a:cubicBezTo>
                      <a:cubicBezTo>
                        <a:pt x="751" y="577"/>
                        <a:pt x="751" y="577"/>
                        <a:pt x="751" y="577"/>
                      </a:cubicBezTo>
                      <a:close/>
                      <a:moveTo>
                        <a:pt x="744" y="577"/>
                      </a:moveTo>
                      <a:cubicBezTo>
                        <a:pt x="743" y="577"/>
                        <a:pt x="742" y="578"/>
                        <a:pt x="741" y="579"/>
                      </a:cubicBezTo>
                      <a:cubicBezTo>
                        <a:pt x="741" y="579"/>
                        <a:pt x="741" y="579"/>
                        <a:pt x="742" y="579"/>
                      </a:cubicBezTo>
                      <a:cubicBezTo>
                        <a:pt x="742" y="579"/>
                        <a:pt x="742" y="579"/>
                        <a:pt x="743" y="579"/>
                      </a:cubicBezTo>
                      <a:cubicBezTo>
                        <a:pt x="743" y="579"/>
                        <a:pt x="743" y="579"/>
                        <a:pt x="743" y="579"/>
                      </a:cubicBezTo>
                      <a:cubicBezTo>
                        <a:pt x="743" y="579"/>
                        <a:pt x="743" y="579"/>
                        <a:pt x="743" y="579"/>
                      </a:cubicBezTo>
                      <a:cubicBezTo>
                        <a:pt x="743" y="579"/>
                        <a:pt x="743" y="579"/>
                        <a:pt x="743" y="579"/>
                      </a:cubicBezTo>
                      <a:cubicBezTo>
                        <a:pt x="743" y="579"/>
                        <a:pt x="743" y="579"/>
                        <a:pt x="743" y="579"/>
                      </a:cubicBezTo>
                      <a:cubicBezTo>
                        <a:pt x="744" y="579"/>
                        <a:pt x="744" y="578"/>
                        <a:pt x="744" y="578"/>
                      </a:cubicBezTo>
                      <a:cubicBezTo>
                        <a:pt x="744" y="578"/>
                        <a:pt x="744" y="578"/>
                        <a:pt x="744" y="577"/>
                      </a:cubicBezTo>
                      <a:cubicBezTo>
                        <a:pt x="745" y="577"/>
                        <a:pt x="744" y="577"/>
                        <a:pt x="744" y="577"/>
                      </a:cubicBezTo>
                      <a:cubicBezTo>
                        <a:pt x="744" y="577"/>
                        <a:pt x="744" y="577"/>
                        <a:pt x="744" y="577"/>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3" name="Freeform 840">
                  <a:extLst>
                    <a:ext uri="{FF2B5EF4-FFF2-40B4-BE49-F238E27FC236}">
                      <a16:creationId xmlns:a16="http://schemas.microsoft.com/office/drawing/2014/main" id="{13CD46DE-F9F2-5D5B-C22B-AA966CE873E6}"/>
                    </a:ext>
                  </a:extLst>
                </p:cNvPr>
                <p:cNvSpPr>
                  <a:spLocks noEditPoints="1"/>
                </p:cNvSpPr>
                <p:nvPr/>
              </p:nvSpPr>
              <p:spPr bwMode="auto">
                <a:xfrm>
                  <a:off x="8667750" y="4279900"/>
                  <a:ext cx="295275" cy="495300"/>
                </a:xfrm>
                <a:custGeom>
                  <a:avLst/>
                  <a:gdLst>
                    <a:gd name="T0" fmla="*/ 25 w 71"/>
                    <a:gd name="T1" fmla="*/ 115 h 119"/>
                    <a:gd name="T2" fmla="*/ 23 w 71"/>
                    <a:gd name="T3" fmla="*/ 115 h 119"/>
                    <a:gd name="T4" fmla="*/ 22 w 71"/>
                    <a:gd name="T5" fmla="*/ 116 h 119"/>
                    <a:gd name="T6" fmla="*/ 23 w 71"/>
                    <a:gd name="T7" fmla="*/ 115 h 119"/>
                    <a:gd name="T8" fmla="*/ 25 w 71"/>
                    <a:gd name="T9" fmla="*/ 115 h 119"/>
                    <a:gd name="T10" fmla="*/ 25 w 71"/>
                    <a:gd name="T11" fmla="*/ 115 h 119"/>
                    <a:gd name="T12" fmla="*/ 25 w 71"/>
                    <a:gd name="T13" fmla="*/ 114 h 119"/>
                    <a:gd name="T14" fmla="*/ 26 w 71"/>
                    <a:gd name="T15" fmla="*/ 115 h 119"/>
                    <a:gd name="T16" fmla="*/ 20 w 71"/>
                    <a:gd name="T17" fmla="*/ 119 h 119"/>
                    <a:gd name="T18" fmla="*/ 23 w 71"/>
                    <a:gd name="T19" fmla="*/ 115 h 119"/>
                    <a:gd name="T20" fmla="*/ 22 w 71"/>
                    <a:gd name="T21" fmla="*/ 117 h 119"/>
                    <a:gd name="T22" fmla="*/ 23 w 71"/>
                    <a:gd name="T23" fmla="*/ 117 h 119"/>
                    <a:gd name="T24" fmla="*/ 26 w 71"/>
                    <a:gd name="T25" fmla="*/ 113 h 119"/>
                    <a:gd name="T26" fmla="*/ 28 w 71"/>
                    <a:gd name="T27" fmla="*/ 115 h 119"/>
                    <a:gd name="T28" fmla="*/ 25 w 71"/>
                    <a:gd name="T29" fmla="*/ 114 h 119"/>
                    <a:gd name="T30" fmla="*/ 25 w 71"/>
                    <a:gd name="T31" fmla="*/ 116 h 119"/>
                    <a:gd name="T32" fmla="*/ 31 w 71"/>
                    <a:gd name="T33" fmla="*/ 111 h 119"/>
                    <a:gd name="T34" fmla="*/ 36 w 71"/>
                    <a:gd name="T35" fmla="*/ 107 h 119"/>
                    <a:gd name="T36" fmla="*/ 55 w 71"/>
                    <a:gd name="T37" fmla="*/ 68 h 119"/>
                    <a:gd name="T38" fmla="*/ 49 w 71"/>
                    <a:gd name="T39" fmla="*/ 84 h 119"/>
                    <a:gd name="T40" fmla="*/ 35 w 71"/>
                    <a:gd name="T41" fmla="*/ 58 h 119"/>
                    <a:gd name="T42" fmla="*/ 36 w 71"/>
                    <a:gd name="T43" fmla="*/ 59 h 119"/>
                    <a:gd name="T44" fmla="*/ 35 w 71"/>
                    <a:gd name="T45" fmla="*/ 62 h 119"/>
                    <a:gd name="T46" fmla="*/ 36 w 71"/>
                    <a:gd name="T47" fmla="*/ 62 h 119"/>
                    <a:gd name="T48" fmla="*/ 37 w 71"/>
                    <a:gd name="T49" fmla="*/ 59 h 119"/>
                    <a:gd name="T50" fmla="*/ 37 w 71"/>
                    <a:gd name="T51" fmla="*/ 59 h 119"/>
                    <a:gd name="T52" fmla="*/ 39 w 71"/>
                    <a:gd name="T53" fmla="*/ 52 h 119"/>
                    <a:gd name="T54" fmla="*/ 25 w 71"/>
                    <a:gd name="T55" fmla="*/ 51 h 119"/>
                    <a:gd name="T56" fmla="*/ 18 w 71"/>
                    <a:gd name="T57" fmla="*/ 36 h 119"/>
                    <a:gd name="T58" fmla="*/ 22 w 71"/>
                    <a:gd name="T59" fmla="*/ 20 h 119"/>
                    <a:gd name="T60" fmla="*/ 36 w 71"/>
                    <a:gd name="T61" fmla="*/ 25 h 119"/>
                    <a:gd name="T62" fmla="*/ 33 w 71"/>
                    <a:gd name="T63" fmla="*/ 47 h 119"/>
                    <a:gd name="T64" fmla="*/ 48 w 71"/>
                    <a:gd name="T65" fmla="*/ 50 h 119"/>
                    <a:gd name="T66" fmla="*/ 36 w 71"/>
                    <a:gd name="T67" fmla="*/ 48 h 119"/>
                    <a:gd name="T68" fmla="*/ 18 w 71"/>
                    <a:gd name="T69" fmla="*/ 72 h 119"/>
                    <a:gd name="T70" fmla="*/ 7 w 71"/>
                    <a:gd name="T71" fmla="*/ 86 h 119"/>
                    <a:gd name="T72" fmla="*/ 23 w 71"/>
                    <a:gd name="T73" fmla="*/ 66 h 119"/>
                    <a:gd name="T74" fmla="*/ 22 w 71"/>
                    <a:gd name="T75" fmla="*/ 66 h 119"/>
                    <a:gd name="T76" fmla="*/ 1 w 71"/>
                    <a:gd name="T77" fmla="*/ 96 h 119"/>
                    <a:gd name="T78" fmla="*/ 29 w 71"/>
                    <a:gd name="T79" fmla="*/ 62 h 119"/>
                    <a:gd name="T80" fmla="*/ 57 w 71"/>
                    <a:gd name="T81" fmla="*/ 66 h 119"/>
                    <a:gd name="T82" fmla="*/ 62 w 71"/>
                    <a:gd name="T83" fmla="*/ 66 h 119"/>
                    <a:gd name="T84" fmla="*/ 46 w 71"/>
                    <a:gd name="T85" fmla="*/ 77 h 119"/>
                    <a:gd name="T86" fmla="*/ 47 w 71"/>
                    <a:gd name="T87" fmla="*/ 58 h 119"/>
                    <a:gd name="T88" fmla="*/ 43 w 71"/>
                    <a:gd name="T89" fmla="*/ 56 h 119"/>
                    <a:gd name="T90" fmla="*/ 64 w 71"/>
                    <a:gd name="T91" fmla="*/ 70 h 119"/>
                    <a:gd name="T92" fmla="*/ 68 w 71"/>
                    <a:gd name="T93" fmla="*/ 102 h 119"/>
                    <a:gd name="T94" fmla="*/ 60 w 71"/>
                    <a:gd name="T95" fmla="*/ 108 h 119"/>
                    <a:gd name="T96" fmla="*/ 45 w 71"/>
                    <a:gd name="T97" fmla="*/ 95 h 119"/>
                    <a:gd name="T98" fmla="*/ 38 w 71"/>
                    <a:gd name="T99" fmla="*/ 96 h 119"/>
                    <a:gd name="T100" fmla="*/ 51 w 71"/>
                    <a:gd name="T101" fmla="*/ 92 h 119"/>
                    <a:gd name="T102" fmla="*/ 64 w 71"/>
                    <a:gd name="T103" fmla="*/ 80 h 119"/>
                    <a:gd name="T104" fmla="*/ 65 w 71"/>
                    <a:gd name="T105" fmla="*/ 98 h 119"/>
                    <a:gd name="T106" fmla="*/ 47 w 71"/>
                    <a:gd name="T107" fmla="*/ 77 h 119"/>
                    <a:gd name="T108" fmla="*/ 52 w 71"/>
                    <a:gd name="T109" fmla="*/ 50 h 119"/>
                    <a:gd name="T110" fmla="*/ 32 w 71"/>
                    <a:gd name="T111" fmla="*/ 13 h 119"/>
                    <a:gd name="T112" fmla="*/ 55 w 71"/>
                    <a:gd name="T113" fmla="*/ 77 h 119"/>
                    <a:gd name="T114" fmla="*/ 33 w 71"/>
                    <a:gd name="T115" fmla="*/ 1 h 119"/>
                    <a:gd name="T116" fmla="*/ 33 w 71"/>
                    <a:gd name="T117" fmla="*/ 6 h 119"/>
                    <a:gd name="T118" fmla="*/ 35 w 71"/>
                    <a:gd name="T119" fmla="*/ 4 h 119"/>
                    <a:gd name="T120" fmla="*/ 34 w 71"/>
                    <a:gd name="T121" fmla="*/ 1 h 119"/>
                    <a:gd name="T122" fmla="*/ 36 w 71"/>
                    <a:gd name="T123" fmla="*/ 65 h 119"/>
                    <a:gd name="T124" fmla="*/ 32 w 71"/>
                    <a:gd name="T125" fmla="*/ 6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119">
                      <a:moveTo>
                        <a:pt x="39" y="101"/>
                      </a:moveTo>
                      <a:cubicBezTo>
                        <a:pt x="39" y="101"/>
                        <a:pt x="39" y="101"/>
                        <a:pt x="40" y="101"/>
                      </a:cubicBezTo>
                      <a:cubicBezTo>
                        <a:pt x="40" y="101"/>
                        <a:pt x="40" y="101"/>
                        <a:pt x="40" y="101"/>
                      </a:cubicBezTo>
                      <a:cubicBezTo>
                        <a:pt x="40" y="101"/>
                        <a:pt x="40" y="101"/>
                        <a:pt x="40" y="101"/>
                      </a:cubicBezTo>
                      <a:cubicBezTo>
                        <a:pt x="39" y="101"/>
                        <a:pt x="39" y="101"/>
                        <a:pt x="39" y="101"/>
                      </a:cubicBezTo>
                      <a:cubicBezTo>
                        <a:pt x="39" y="101"/>
                        <a:pt x="39" y="101"/>
                        <a:pt x="39" y="101"/>
                      </a:cubicBezTo>
                      <a:close/>
                      <a:moveTo>
                        <a:pt x="25" y="113"/>
                      </a:move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lose/>
                      <a:moveTo>
                        <a:pt x="25" y="114"/>
                      </a:move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lose/>
                      <a:moveTo>
                        <a:pt x="25" y="115"/>
                      </a:move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4" y="115"/>
                        <a:pt x="24" y="115"/>
                      </a:cubicBezTo>
                      <a:cubicBezTo>
                        <a:pt x="25"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6"/>
                        <a:pt x="23" y="116"/>
                      </a:cubicBezTo>
                      <a:cubicBezTo>
                        <a:pt x="23" y="116"/>
                        <a:pt x="23" y="115"/>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2" y="116"/>
                        <a:pt x="22" y="116"/>
                        <a:pt x="22" y="116"/>
                      </a:cubicBezTo>
                      <a:cubicBezTo>
                        <a:pt x="22" y="116"/>
                        <a:pt x="22" y="116"/>
                        <a:pt x="22" y="116"/>
                      </a:cubicBezTo>
                      <a:cubicBezTo>
                        <a:pt x="22" y="116"/>
                        <a:pt x="22" y="116"/>
                        <a:pt x="22" y="116"/>
                      </a:cubicBezTo>
                      <a:cubicBezTo>
                        <a:pt x="22" y="116"/>
                        <a:pt x="23" y="116"/>
                        <a:pt x="23" y="116"/>
                      </a:cubicBezTo>
                      <a:cubicBezTo>
                        <a:pt x="23" y="116"/>
                        <a:pt x="23" y="116"/>
                        <a:pt x="23"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5"/>
                        <a:pt x="22" y="115"/>
                      </a:cubicBezTo>
                      <a:cubicBezTo>
                        <a:pt x="22" y="115"/>
                        <a:pt x="22" y="115"/>
                        <a:pt x="22" y="115"/>
                      </a:cubicBezTo>
                      <a:cubicBezTo>
                        <a:pt x="22" y="115"/>
                        <a:pt x="22" y="115"/>
                        <a:pt x="22" y="115"/>
                      </a:cubicBezTo>
                      <a:cubicBezTo>
                        <a:pt x="22" y="115"/>
                        <a:pt x="22" y="115"/>
                        <a:pt x="22" y="115"/>
                      </a:cubicBezTo>
                      <a:cubicBezTo>
                        <a:pt x="22" y="115"/>
                        <a:pt x="22" y="115"/>
                        <a:pt x="22" y="115"/>
                      </a:cubicBezTo>
                      <a:cubicBezTo>
                        <a:pt x="22" y="115"/>
                        <a:pt x="22" y="115"/>
                        <a:pt x="22" y="115"/>
                      </a:cubicBezTo>
                      <a:cubicBezTo>
                        <a:pt x="22" y="115"/>
                        <a:pt x="22" y="115"/>
                        <a:pt x="22" y="115"/>
                      </a:cubicBezTo>
                      <a:cubicBezTo>
                        <a:pt x="22" y="115"/>
                        <a:pt x="22" y="115"/>
                        <a:pt x="22" y="115"/>
                      </a:cubicBezTo>
                      <a:cubicBezTo>
                        <a:pt x="22" y="115"/>
                        <a:pt x="22" y="115"/>
                        <a:pt x="22" y="115"/>
                      </a:cubicBezTo>
                      <a:cubicBezTo>
                        <a:pt x="22" y="115"/>
                        <a:pt x="22" y="115"/>
                        <a:pt x="22" y="115"/>
                      </a:cubicBezTo>
                      <a:cubicBezTo>
                        <a:pt x="22"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4" y="114"/>
                        <a:pt x="24" y="114"/>
                      </a:cubicBezTo>
                      <a:cubicBezTo>
                        <a:pt x="24" y="114"/>
                        <a:pt x="25" y="114"/>
                        <a:pt x="25" y="114"/>
                      </a:cubicBezTo>
                      <a:cubicBezTo>
                        <a:pt x="25" y="114"/>
                        <a:pt x="25" y="114"/>
                        <a:pt x="25" y="114"/>
                      </a:cubicBezTo>
                      <a:cubicBezTo>
                        <a:pt x="24"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lose/>
                      <a:moveTo>
                        <a:pt x="22" y="116"/>
                      </a:moveTo>
                      <a:cubicBezTo>
                        <a:pt x="22" y="116"/>
                        <a:pt x="22" y="116"/>
                        <a:pt x="22" y="116"/>
                      </a:cubicBezTo>
                      <a:cubicBezTo>
                        <a:pt x="22" y="116"/>
                        <a:pt x="22" y="116"/>
                        <a:pt x="22" y="116"/>
                      </a:cubicBezTo>
                      <a:close/>
                      <a:moveTo>
                        <a:pt x="23" y="116"/>
                      </a:moveTo>
                      <a:cubicBezTo>
                        <a:pt x="23" y="116"/>
                        <a:pt x="23" y="116"/>
                        <a:pt x="23" y="116"/>
                      </a:cubicBezTo>
                      <a:cubicBezTo>
                        <a:pt x="23" y="116"/>
                        <a:pt x="23" y="116"/>
                        <a:pt x="23" y="116"/>
                      </a:cubicBezTo>
                      <a:close/>
                      <a:moveTo>
                        <a:pt x="25" y="115"/>
                      </a:moveTo>
                      <a:cubicBezTo>
                        <a:pt x="25" y="115"/>
                        <a:pt x="25" y="115"/>
                        <a:pt x="25" y="115"/>
                      </a:cubicBezTo>
                      <a:cubicBezTo>
                        <a:pt x="25" y="115"/>
                        <a:pt x="25" y="115"/>
                        <a:pt x="25" y="115"/>
                      </a:cubicBezTo>
                      <a:close/>
                      <a:moveTo>
                        <a:pt x="24" y="116"/>
                      </a:move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lose/>
                      <a:moveTo>
                        <a:pt x="25" y="114"/>
                      </a:move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lose/>
                      <a:moveTo>
                        <a:pt x="25" y="116"/>
                      </a:moveTo>
                      <a:cubicBezTo>
                        <a:pt x="25" y="116"/>
                        <a:pt x="25" y="116"/>
                        <a:pt x="25" y="116"/>
                      </a:cubicBezTo>
                      <a:cubicBezTo>
                        <a:pt x="25" y="116"/>
                        <a:pt x="25" y="116"/>
                        <a:pt x="25" y="116"/>
                      </a:cubicBezTo>
                      <a:cubicBezTo>
                        <a:pt x="25" y="116"/>
                        <a:pt x="25" y="116"/>
                        <a:pt x="25" y="116"/>
                      </a:cubicBezTo>
                      <a:close/>
                      <a:moveTo>
                        <a:pt x="25" y="115"/>
                      </a:moveTo>
                      <a:cubicBezTo>
                        <a:pt x="25" y="115"/>
                        <a:pt x="25" y="115"/>
                        <a:pt x="25" y="115"/>
                      </a:cubicBezTo>
                      <a:cubicBezTo>
                        <a:pt x="25" y="115"/>
                        <a:pt x="25" y="115"/>
                        <a:pt x="25" y="115"/>
                      </a:cubicBezTo>
                      <a:cubicBezTo>
                        <a:pt x="25" y="115"/>
                        <a:pt x="25" y="115"/>
                        <a:pt x="25" y="115"/>
                      </a:cubicBezTo>
                      <a:cubicBezTo>
                        <a:pt x="25" y="115"/>
                        <a:pt x="25" y="115"/>
                        <a:pt x="25" y="115"/>
                      </a:cubicBezTo>
                      <a:close/>
                      <a:moveTo>
                        <a:pt x="25" y="115"/>
                      </a:moveTo>
                      <a:cubicBezTo>
                        <a:pt x="25" y="115"/>
                        <a:pt x="25" y="115"/>
                        <a:pt x="25" y="115"/>
                      </a:cubicBezTo>
                      <a:cubicBezTo>
                        <a:pt x="25" y="115"/>
                        <a:pt x="25" y="115"/>
                        <a:pt x="25" y="115"/>
                      </a:cubicBezTo>
                      <a:cubicBezTo>
                        <a:pt x="25" y="115"/>
                        <a:pt x="25" y="115"/>
                        <a:pt x="25" y="115"/>
                      </a:cubicBezTo>
                      <a:cubicBezTo>
                        <a:pt x="25" y="115"/>
                        <a:pt x="25" y="115"/>
                        <a:pt x="25" y="115"/>
                      </a:cubicBezTo>
                      <a:close/>
                      <a:moveTo>
                        <a:pt x="25" y="116"/>
                      </a:moveTo>
                      <a:cubicBezTo>
                        <a:pt x="25" y="116"/>
                        <a:pt x="25" y="116"/>
                        <a:pt x="25" y="116"/>
                      </a:cubicBezTo>
                      <a:cubicBezTo>
                        <a:pt x="25" y="116"/>
                        <a:pt x="25" y="116"/>
                        <a:pt x="25" y="116"/>
                      </a:cubicBezTo>
                      <a:cubicBezTo>
                        <a:pt x="25" y="116"/>
                        <a:pt x="25" y="116"/>
                        <a:pt x="25" y="116"/>
                      </a:cubicBezTo>
                      <a:cubicBezTo>
                        <a:pt x="25" y="116"/>
                        <a:pt x="25" y="116"/>
                        <a:pt x="25" y="116"/>
                      </a:cubicBezTo>
                      <a:cubicBezTo>
                        <a:pt x="25" y="116"/>
                        <a:pt x="25" y="116"/>
                        <a:pt x="25" y="116"/>
                      </a:cubicBezTo>
                      <a:cubicBezTo>
                        <a:pt x="25" y="116"/>
                        <a:pt x="25" y="116"/>
                        <a:pt x="25" y="116"/>
                      </a:cubicBezTo>
                      <a:cubicBezTo>
                        <a:pt x="25" y="116"/>
                        <a:pt x="25" y="116"/>
                        <a:pt x="25" y="116"/>
                      </a:cubicBezTo>
                      <a:cubicBezTo>
                        <a:pt x="25" y="116"/>
                        <a:pt x="25" y="116"/>
                        <a:pt x="25" y="116"/>
                      </a:cubicBezTo>
                      <a:cubicBezTo>
                        <a:pt x="25" y="116"/>
                        <a:pt x="25" y="116"/>
                        <a:pt x="25" y="116"/>
                      </a:cubicBezTo>
                      <a:cubicBezTo>
                        <a:pt x="25" y="116"/>
                        <a:pt x="25" y="116"/>
                        <a:pt x="25" y="116"/>
                      </a:cubicBezTo>
                      <a:cubicBezTo>
                        <a:pt x="25" y="116"/>
                        <a:pt x="25" y="116"/>
                        <a:pt x="25" y="116"/>
                      </a:cubicBezTo>
                      <a:close/>
                      <a:moveTo>
                        <a:pt x="25" y="114"/>
                      </a:move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ubicBezTo>
                        <a:pt x="25" y="114"/>
                        <a:pt x="25" y="114"/>
                        <a:pt x="25" y="114"/>
                      </a:cubicBezTo>
                      <a:close/>
                      <a:moveTo>
                        <a:pt x="25" y="114"/>
                      </a:moveTo>
                      <a:cubicBezTo>
                        <a:pt x="25" y="114"/>
                        <a:pt x="25" y="114"/>
                        <a:pt x="25" y="114"/>
                      </a:cubicBezTo>
                      <a:cubicBezTo>
                        <a:pt x="25" y="114"/>
                        <a:pt x="25" y="114"/>
                        <a:pt x="25" y="114"/>
                      </a:cubicBezTo>
                      <a:cubicBezTo>
                        <a:pt x="25" y="114"/>
                        <a:pt x="25" y="114"/>
                        <a:pt x="25" y="114"/>
                      </a:cubicBezTo>
                      <a:cubicBezTo>
                        <a:pt x="25" y="114"/>
                        <a:pt x="25" y="114"/>
                        <a:pt x="25" y="114"/>
                      </a:cubicBezTo>
                      <a:close/>
                      <a:moveTo>
                        <a:pt x="26" y="114"/>
                      </a:moveTo>
                      <a:cubicBezTo>
                        <a:pt x="26" y="114"/>
                        <a:pt x="26" y="114"/>
                        <a:pt x="25" y="114"/>
                      </a:cubicBezTo>
                      <a:cubicBezTo>
                        <a:pt x="25" y="114"/>
                        <a:pt x="25" y="114"/>
                        <a:pt x="25" y="114"/>
                      </a:cubicBezTo>
                      <a:cubicBezTo>
                        <a:pt x="25" y="114"/>
                        <a:pt x="25" y="114"/>
                        <a:pt x="26" y="114"/>
                      </a:cubicBezTo>
                      <a:cubicBezTo>
                        <a:pt x="26" y="114"/>
                        <a:pt x="26" y="114"/>
                        <a:pt x="26" y="114"/>
                      </a:cubicBezTo>
                      <a:close/>
                      <a:moveTo>
                        <a:pt x="26" y="115"/>
                      </a:moveTo>
                      <a:cubicBezTo>
                        <a:pt x="26" y="115"/>
                        <a:pt x="26" y="115"/>
                        <a:pt x="26" y="115"/>
                      </a:cubicBezTo>
                      <a:cubicBezTo>
                        <a:pt x="26" y="115"/>
                        <a:pt x="26" y="115"/>
                        <a:pt x="26" y="115"/>
                      </a:cubicBezTo>
                      <a:cubicBezTo>
                        <a:pt x="26" y="115"/>
                        <a:pt x="26" y="115"/>
                        <a:pt x="26" y="115"/>
                      </a:cubicBezTo>
                      <a:cubicBezTo>
                        <a:pt x="26" y="115"/>
                        <a:pt x="26" y="115"/>
                        <a:pt x="26" y="115"/>
                      </a:cubicBezTo>
                      <a:close/>
                      <a:moveTo>
                        <a:pt x="25" y="114"/>
                      </a:moveTo>
                      <a:cubicBezTo>
                        <a:pt x="25" y="114"/>
                        <a:pt x="25" y="114"/>
                        <a:pt x="25" y="114"/>
                      </a:cubicBezTo>
                      <a:cubicBezTo>
                        <a:pt x="25" y="114"/>
                        <a:pt x="25" y="114"/>
                        <a:pt x="25" y="114"/>
                      </a:cubicBezTo>
                      <a:cubicBezTo>
                        <a:pt x="25" y="114"/>
                        <a:pt x="25" y="114"/>
                        <a:pt x="25" y="114"/>
                      </a:cubicBezTo>
                      <a:cubicBezTo>
                        <a:pt x="25" y="114"/>
                        <a:pt x="25" y="114"/>
                        <a:pt x="25" y="114"/>
                      </a:cubicBezTo>
                      <a:close/>
                      <a:moveTo>
                        <a:pt x="26" y="115"/>
                      </a:moveTo>
                      <a:cubicBezTo>
                        <a:pt x="26" y="114"/>
                        <a:pt x="26" y="114"/>
                        <a:pt x="26" y="114"/>
                      </a:cubicBezTo>
                      <a:cubicBezTo>
                        <a:pt x="26" y="114"/>
                        <a:pt x="26" y="114"/>
                        <a:pt x="26" y="114"/>
                      </a:cubicBezTo>
                      <a:cubicBezTo>
                        <a:pt x="26" y="114"/>
                        <a:pt x="25" y="114"/>
                        <a:pt x="25" y="115"/>
                      </a:cubicBezTo>
                      <a:cubicBezTo>
                        <a:pt x="25" y="115"/>
                        <a:pt x="25" y="115"/>
                        <a:pt x="25"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lose/>
                      <a:moveTo>
                        <a:pt x="25" y="114"/>
                      </a:moveTo>
                      <a:cubicBezTo>
                        <a:pt x="25" y="114"/>
                        <a:pt x="25" y="114"/>
                        <a:pt x="25" y="114"/>
                      </a:cubicBezTo>
                      <a:cubicBezTo>
                        <a:pt x="25" y="114"/>
                        <a:pt x="25" y="114"/>
                        <a:pt x="25" y="114"/>
                      </a:cubicBezTo>
                      <a:close/>
                      <a:moveTo>
                        <a:pt x="25" y="113"/>
                      </a:move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ubicBezTo>
                        <a:pt x="25" y="113"/>
                        <a:pt x="25" y="113"/>
                        <a:pt x="25" y="113"/>
                      </a:cubicBezTo>
                      <a:close/>
                      <a:moveTo>
                        <a:pt x="26" y="114"/>
                      </a:moveTo>
                      <a:cubicBezTo>
                        <a:pt x="26" y="114"/>
                        <a:pt x="26" y="114"/>
                        <a:pt x="26" y="114"/>
                      </a:cubicBezTo>
                      <a:cubicBezTo>
                        <a:pt x="26" y="114"/>
                        <a:pt x="26" y="114"/>
                        <a:pt x="26" y="114"/>
                      </a:cubicBezTo>
                      <a:close/>
                      <a:moveTo>
                        <a:pt x="25" y="115"/>
                      </a:move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4"/>
                      </a:cubicBezTo>
                      <a:cubicBezTo>
                        <a:pt x="25" y="114"/>
                        <a:pt x="25" y="114"/>
                        <a:pt x="25" y="114"/>
                      </a:cubicBezTo>
                      <a:cubicBezTo>
                        <a:pt x="25" y="114"/>
                        <a:pt x="25" y="114"/>
                        <a:pt x="25" y="114"/>
                      </a:cubicBezTo>
                      <a:cubicBezTo>
                        <a:pt x="25" y="114"/>
                        <a:pt x="25" y="114"/>
                        <a:pt x="25" y="114"/>
                      </a:cubicBezTo>
                      <a:cubicBezTo>
                        <a:pt x="25" y="114"/>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ubicBezTo>
                        <a:pt x="25" y="115"/>
                        <a:pt x="25" y="115"/>
                        <a:pt x="25" y="115"/>
                      </a:cubicBezTo>
                      <a:close/>
                      <a:moveTo>
                        <a:pt x="26" y="115"/>
                      </a:moveTo>
                      <a:cubicBezTo>
                        <a:pt x="26" y="115"/>
                        <a:pt x="26" y="115"/>
                        <a:pt x="26" y="115"/>
                      </a:cubicBezTo>
                      <a:cubicBezTo>
                        <a:pt x="26" y="115"/>
                        <a:pt x="26" y="115"/>
                        <a:pt x="26" y="115"/>
                      </a:cubicBezTo>
                      <a:cubicBezTo>
                        <a:pt x="26" y="115"/>
                        <a:pt x="26" y="115"/>
                        <a:pt x="26" y="115"/>
                      </a:cubicBezTo>
                      <a:cubicBezTo>
                        <a:pt x="26" y="115"/>
                        <a:pt x="26" y="115"/>
                        <a:pt x="26" y="114"/>
                      </a:cubicBezTo>
                      <a:cubicBezTo>
                        <a:pt x="26" y="115"/>
                        <a:pt x="26" y="115"/>
                        <a:pt x="26" y="115"/>
                      </a:cubicBezTo>
                      <a:close/>
                      <a:moveTo>
                        <a:pt x="26" y="115"/>
                      </a:moveTo>
                      <a:cubicBezTo>
                        <a:pt x="26" y="115"/>
                        <a:pt x="26" y="115"/>
                        <a:pt x="26" y="115"/>
                      </a:cubicBezTo>
                      <a:cubicBezTo>
                        <a:pt x="26" y="115"/>
                        <a:pt x="26" y="115"/>
                        <a:pt x="26" y="115"/>
                      </a:cubicBezTo>
                      <a:cubicBezTo>
                        <a:pt x="26" y="115"/>
                        <a:pt x="26" y="115"/>
                        <a:pt x="26" y="115"/>
                      </a:cubicBezTo>
                      <a:cubicBezTo>
                        <a:pt x="26" y="115"/>
                        <a:pt x="26" y="115"/>
                        <a:pt x="26" y="115"/>
                      </a:cubicBezTo>
                      <a:close/>
                      <a:moveTo>
                        <a:pt x="26" y="114"/>
                      </a:moveTo>
                      <a:cubicBezTo>
                        <a:pt x="26" y="114"/>
                        <a:pt x="26" y="114"/>
                        <a:pt x="26" y="114"/>
                      </a:cubicBezTo>
                      <a:cubicBezTo>
                        <a:pt x="26" y="114"/>
                        <a:pt x="26" y="114"/>
                        <a:pt x="26" y="114"/>
                      </a:cubicBezTo>
                      <a:cubicBezTo>
                        <a:pt x="26" y="114"/>
                        <a:pt x="26" y="113"/>
                        <a:pt x="25" y="114"/>
                      </a:cubicBezTo>
                      <a:cubicBezTo>
                        <a:pt x="25" y="114"/>
                        <a:pt x="25" y="114"/>
                        <a:pt x="25" y="114"/>
                      </a:cubicBezTo>
                      <a:cubicBezTo>
                        <a:pt x="25" y="114"/>
                        <a:pt x="25" y="114"/>
                        <a:pt x="25" y="114"/>
                      </a:cubicBezTo>
                      <a:cubicBezTo>
                        <a:pt x="25" y="114"/>
                        <a:pt x="25" y="114"/>
                        <a:pt x="25" y="114"/>
                      </a:cubicBezTo>
                      <a:cubicBezTo>
                        <a:pt x="25" y="114"/>
                        <a:pt x="26" y="114"/>
                        <a:pt x="26" y="114"/>
                      </a:cubicBezTo>
                      <a:cubicBezTo>
                        <a:pt x="26" y="114"/>
                        <a:pt x="26" y="114"/>
                        <a:pt x="26" y="114"/>
                      </a:cubicBezTo>
                      <a:cubicBezTo>
                        <a:pt x="26" y="114"/>
                        <a:pt x="26" y="114"/>
                        <a:pt x="26" y="114"/>
                      </a:cubicBezTo>
                      <a:close/>
                      <a:moveTo>
                        <a:pt x="23" y="116"/>
                      </a:moveTo>
                      <a:cubicBezTo>
                        <a:pt x="23" y="116"/>
                        <a:pt x="23" y="116"/>
                        <a:pt x="23" y="116"/>
                      </a:cubicBezTo>
                      <a:cubicBezTo>
                        <a:pt x="23" y="116"/>
                        <a:pt x="23" y="116"/>
                        <a:pt x="23" y="116"/>
                      </a:cubicBezTo>
                      <a:cubicBezTo>
                        <a:pt x="23" y="116"/>
                        <a:pt x="23" y="116"/>
                        <a:pt x="23" y="116"/>
                      </a:cubicBezTo>
                      <a:cubicBezTo>
                        <a:pt x="23" y="116"/>
                        <a:pt x="23" y="116"/>
                        <a:pt x="23" y="116"/>
                      </a:cubicBezTo>
                      <a:close/>
                      <a:moveTo>
                        <a:pt x="22" y="116"/>
                      </a:move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ubicBezTo>
                        <a:pt x="22" y="116"/>
                        <a:pt x="22" y="116"/>
                        <a:pt x="22" y="116"/>
                      </a:cubicBezTo>
                      <a:close/>
                      <a:moveTo>
                        <a:pt x="24" y="116"/>
                      </a:moveTo>
                      <a:cubicBezTo>
                        <a:pt x="24" y="116"/>
                        <a:pt x="24" y="116"/>
                        <a:pt x="24" y="116"/>
                      </a:cubicBezTo>
                      <a:cubicBezTo>
                        <a:pt x="24" y="116"/>
                        <a:pt x="24" y="116"/>
                        <a:pt x="24" y="116"/>
                      </a:cubicBezTo>
                      <a:close/>
                      <a:moveTo>
                        <a:pt x="20" y="117"/>
                      </a:moveTo>
                      <a:cubicBezTo>
                        <a:pt x="20" y="117"/>
                        <a:pt x="20" y="117"/>
                        <a:pt x="20" y="117"/>
                      </a:cubicBezTo>
                      <a:cubicBezTo>
                        <a:pt x="20" y="117"/>
                        <a:pt x="20" y="117"/>
                        <a:pt x="20" y="117"/>
                      </a:cubicBezTo>
                      <a:cubicBezTo>
                        <a:pt x="20" y="117"/>
                        <a:pt x="20" y="118"/>
                        <a:pt x="20" y="118"/>
                      </a:cubicBezTo>
                      <a:cubicBezTo>
                        <a:pt x="20" y="118"/>
                        <a:pt x="20" y="117"/>
                        <a:pt x="20" y="117"/>
                      </a:cubicBezTo>
                      <a:close/>
                      <a:moveTo>
                        <a:pt x="20" y="118"/>
                      </a:moveTo>
                      <a:cubicBezTo>
                        <a:pt x="20" y="118"/>
                        <a:pt x="20" y="118"/>
                        <a:pt x="20" y="118"/>
                      </a:cubicBezTo>
                      <a:cubicBezTo>
                        <a:pt x="20" y="118"/>
                        <a:pt x="20" y="118"/>
                        <a:pt x="20" y="118"/>
                      </a:cubicBezTo>
                      <a:cubicBezTo>
                        <a:pt x="20" y="118"/>
                        <a:pt x="20" y="117"/>
                        <a:pt x="20" y="117"/>
                      </a:cubicBezTo>
                      <a:cubicBezTo>
                        <a:pt x="20" y="117"/>
                        <a:pt x="20" y="117"/>
                        <a:pt x="20" y="117"/>
                      </a:cubicBezTo>
                      <a:cubicBezTo>
                        <a:pt x="20" y="117"/>
                        <a:pt x="20" y="117"/>
                        <a:pt x="20" y="117"/>
                      </a:cubicBezTo>
                      <a:cubicBezTo>
                        <a:pt x="20" y="117"/>
                        <a:pt x="20" y="117"/>
                        <a:pt x="20" y="117"/>
                      </a:cubicBezTo>
                      <a:cubicBezTo>
                        <a:pt x="20" y="117"/>
                        <a:pt x="20" y="117"/>
                        <a:pt x="20" y="118"/>
                      </a:cubicBezTo>
                      <a:cubicBezTo>
                        <a:pt x="20" y="118"/>
                        <a:pt x="20" y="118"/>
                        <a:pt x="20" y="118"/>
                      </a:cubicBezTo>
                      <a:cubicBezTo>
                        <a:pt x="20" y="118"/>
                        <a:pt x="20" y="118"/>
                        <a:pt x="20" y="118"/>
                      </a:cubicBezTo>
                      <a:cubicBezTo>
                        <a:pt x="20" y="118"/>
                        <a:pt x="20" y="118"/>
                        <a:pt x="20" y="118"/>
                      </a:cubicBezTo>
                      <a:cubicBezTo>
                        <a:pt x="20" y="118"/>
                        <a:pt x="20" y="118"/>
                        <a:pt x="20" y="118"/>
                      </a:cubicBezTo>
                      <a:cubicBezTo>
                        <a:pt x="20" y="118"/>
                        <a:pt x="20" y="118"/>
                        <a:pt x="20" y="118"/>
                      </a:cubicBezTo>
                      <a:cubicBezTo>
                        <a:pt x="20" y="118"/>
                        <a:pt x="20" y="118"/>
                        <a:pt x="20" y="118"/>
                      </a:cubicBezTo>
                      <a:cubicBezTo>
                        <a:pt x="20" y="118"/>
                        <a:pt x="20" y="118"/>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8"/>
                        <a:pt x="20" y="118"/>
                        <a:pt x="20" y="118"/>
                      </a:cubicBezTo>
                      <a:cubicBezTo>
                        <a:pt x="20" y="118"/>
                        <a:pt x="20" y="118"/>
                        <a:pt x="20" y="118"/>
                      </a:cubicBezTo>
                      <a:cubicBezTo>
                        <a:pt x="20" y="118"/>
                        <a:pt x="20" y="118"/>
                        <a:pt x="20" y="118"/>
                      </a:cubicBezTo>
                      <a:cubicBezTo>
                        <a:pt x="20" y="118"/>
                        <a:pt x="20" y="118"/>
                        <a:pt x="20" y="118"/>
                      </a:cubicBezTo>
                      <a:close/>
                      <a:moveTo>
                        <a:pt x="23" y="118"/>
                      </a:moveTo>
                      <a:cubicBezTo>
                        <a:pt x="23" y="118"/>
                        <a:pt x="23" y="118"/>
                        <a:pt x="23" y="118"/>
                      </a:cubicBezTo>
                      <a:cubicBezTo>
                        <a:pt x="23" y="118"/>
                        <a:pt x="23" y="118"/>
                        <a:pt x="23" y="118"/>
                      </a:cubicBezTo>
                      <a:cubicBezTo>
                        <a:pt x="23"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3" y="118"/>
                        <a:pt x="23" y="118"/>
                        <a:pt x="23" y="118"/>
                      </a:cubicBezTo>
                      <a:cubicBezTo>
                        <a:pt x="23" y="118"/>
                        <a:pt x="23" y="118"/>
                        <a:pt x="23" y="118"/>
                      </a:cubicBezTo>
                      <a:cubicBezTo>
                        <a:pt x="23" y="118"/>
                        <a:pt x="23" y="118"/>
                        <a:pt x="23" y="118"/>
                      </a:cubicBezTo>
                      <a:cubicBezTo>
                        <a:pt x="23" y="118"/>
                        <a:pt x="23" y="118"/>
                        <a:pt x="23" y="118"/>
                      </a:cubicBezTo>
                      <a:close/>
                      <a:moveTo>
                        <a:pt x="23" y="117"/>
                      </a:moveTo>
                      <a:cubicBezTo>
                        <a:pt x="23" y="117"/>
                        <a:pt x="23" y="117"/>
                        <a:pt x="23" y="117"/>
                      </a:cubicBezTo>
                      <a:cubicBezTo>
                        <a:pt x="23" y="117"/>
                        <a:pt x="23" y="117"/>
                        <a:pt x="23" y="117"/>
                      </a:cubicBezTo>
                      <a:cubicBezTo>
                        <a:pt x="23" y="117"/>
                        <a:pt x="23" y="117"/>
                        <a:pt x="23" y="117"/>
                      </a:cubicBezTo>
                      <a:cubicBezTo>
                        <a:pt x="23" y="117"/>
                        <a:pt x="23" y="117"/>
                        <a:pt x="23" y="117"/>
                      </a:cubicBezTo>
                      <a:close/>
                      <a:moveTo>
                        <a:pt x="23" y="116"/>
                      </a:moveTo>
                      <a:cubicBezTo>
                        <a:pt x="23" y="116"/>
                        <a:pt x="23" y="116"/>
                        <a:pt x="23" y="116"/>
                      </a:cubicBezTo>
                      <a:cubicBezTo>
                        <a:pt x="23" y="116"/>
                        <a:pt x="23" y="116"/>
                        <a:pt x="23" y="116"/>
                      </a:cubicBezTo>
                      <a:cubicBezTo>
                        <a:pt x="23" y="116"/>
                        <a:pt x="23" y="116"/>
                        <a:pt x="23" y="116"/>
                      </a:cubicBezTo>
                      <a:cubicBezTo>
                        <a:pt x="23" y="116"/>
                        <a:pt x="23" y="116"/>
                        <a:pt x="23" y="116"/>
                      </a:cubicBezTo>
                      <a:close/>
                      <a:moveTo>
                        <a:pt x="23" y="115"/>
                      </a:move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ubicBezTo>
                        <a:pt x="23" y="115"/>
                        <a:pt x="23" y="115"/>
                        <a:pt x="23" y="115"/>
                      </a:cubicBezTo>
                      <a:close/>
                      <a:moveTo>
                        <a:pt x="23" y="115"/>
                      </a:moveTo>
                      <a:cubicBezTo>
                        <a:pt x="23" y="115"/>
                        <a:pt x="23" y="115"/>
                        <a:pt x="23" y="115"/>
                      </a:cubicBezTo>
                      <a:cubicBezTo>
                        <a:pt x="23" y="115"/>
                        <a:pt x="23" y="115"/>
                        <a:pt x="23" y="115"/>
                      </a:cubicBezTo>
                      <a:cubicBezTo>
                        <a:pt x="23" y="115"/>
                        <a:pt x="23" y="115"/>
                        <a:pt x="23" y="115"/>
                      </a:cubicBezTo>
                      <a:cubicBezTo>
                        <a:pt x="23" y="115"/>
                        <a:pt x="23" y="115"/>
                        <a:pt x="23" y="115"/>
                      </a:cubicBezTo>
                      <a:close/>
                      <a:moveTo>
                        <a:pt x="19" y="117"/>
                      </a:moveTo>
                      <a:cubicBezTo>
                        <a:pt x="19" y="117"/>
                        <a:pt x="19" y="117"/>
                        <a:pt x="19" y="117"/>
                      </a:cubicBezTo>
                      <a:cubicBezTo>
                        <a:pt x="19" y="117"/>
                        <a:pt x="19" y="117"/>
                        <a:pt x="19" y="117"/>
                      </a:cubicBezTo>
                      <a:cubicBezTo>
                        <a:pt x="20" y="117"/>
                        <a:pt x="20" y="117"/>
                        <a:pt x="20" y="117"/>
                      </a:cubicBezTo>
                      <a:cubicBezTo>
                        <a:pt x="19" y="117"/>
                        <a:pt x="19" y="117"/>
                        <a:pt x="19" y="117"/>
                      </a:cubicBezTo>
                      <a:cubicBezTo>
                        <a:pt x="19" y="117"/>
                        <a:pt x="19" y="117"/>
                        <a:pt x="19" y="117"/>
                      </a:cubicBezTo>
                      <a:cubicBezTo>
                        <a:pt x="19" y="117"/>
                        <a:pt x="19" y="117"/>
                        <a:pt x="19" y="117"/>
                      </a:cubicBezTo>
                      <a:cubicBezTo>
                        <a:pt x="19" y="117"/>
                        <a:pt x="19" y="117"/>
                        <a:pt x="19" y="117"/>
                      </a:cubicBezTo>
                      <a:cubicBezTo>
                        <a:pt x="19" y="117"/>
                        <a:pt x="19" y="117"/>
                        <a:pt x="19" y="117"/>
                      </a:cubicBezTo>
                      <a:close/>
                      <a:moveTo>
                        <a:pt x="23" y="115"/>
                      </a:moveTo>
                      <a:cubicBezTo>
                        <a:pt x="23" y="115"/>
                        <a:pt x="23" y="115"/>
                        <a:pt x="23" y="115"/>
                      </a:cubicBezTo>
                      <a:cubicBezTo>
                        <a:pt x="23" y="115"/>
                        <a:pt x="23" y="115"/>
                        <a:pt x="23" y="115"/>
                      </a:cubicBezTo>
                      <a:cubicBezTo>
                        <a:pt x="23" y="115"/>
                        <a:pt x="23" y="115"/>
                        <a:pt x="23" y="115"/>
                      </a:cubicBezTo>
                      <a:cubicBezTo>
                        <a:pt x="23" y="115"/>
                        <a:pt x="23" y="115"/>
                        <a:pt x="23" y="115"/>
                      </a:cubicBezTo>
                      <a:close/>
                      <a:moveTo>
                        <a:pt x="20" y="118"/>
                      </a:moveTo>
                      <a:cubicBezTo>
                        <a:pt x="20" y="118"/>
                        <a:pt x="20" y="118"/>
                        <a:pt x="20" y="118"/>
                      </a:cubicBezTo>
                      <a:cubicBezTo>
                        <a:pt x="20" y="118"/>
                        <a:pt x="20" y="118"/>
                        <a:pt x="20" y="118"/>
                      </a:cubicBezTo>
                      <a:cubicBezTo>
                        <a:pt x="20" y="118"/>
                        <a:pt x="20" y="118"/>
                        <a:pt x="20" y="118"/>
                      </a:cubicBezTo>
                      <a:cubicBezTo>
                        <a:pt x="20" y="118"/>
                        <a:pt x="20" y="118"/>
                        <a:pt x="20" y="118"/>
                      </a:cubicBezTo>
                      <a:cubicBezTo>
                        <a:pt x="19" y="118"/>
                        <a:pt x="19" y="118"/>
                        <a:pt x="19" y="118"/>
                      </a:cubicBezTo>
                      <a:cubicBezTo>
                        <a:pt x="20" y="118"/>
                        <a:pt x="19" y="118"/>
                        <a:pt x="19" y="118"/>
                      </a:cubicBezTo>
                      <a:cubicBezTo>
                        <a:pt x="19" y="118"/>
                        <a:pt x="19" y="118"/>
                        <a:pt x="19" y="118"/>
                      </a:cubicBezTo>
                      <a:cubicBezTo>
                        <a:pt x="19" y="118"/>
                        <a:pt x="19" y="118"/>
                        <a:pt x="19" y="118"/>
                      </a:cubicBezTo>
                      <a:cubicBezTo>
                        <a:pt x="19" y="118"/>
                        <a:pt x="19" y="118"/>
                        <a:pt x="19" y="118"/>
                      </a:cubicBezTo>
                      <a:cubicBezTo>
                        <a:pt x="20" y="118"/>
                        <a:pt x="20" y="118"/>
                        <a:pt x="20" y="118"/>
                      </a:cubicBezTo>
                      <a:cubicBezTo>
                        <a:pt x="20" y="118"/>
                        <a:pt x="20" y="118"/>
                        <a:pt x="20" y="118"/>
                      </a:cubicBezTo>
                      <a:cubicBezTo>
                        <a:pt x="20" y="118"/>
                        <a:pt x="20" y="119"/>
                        <a:pt x="20" y="119"/>
                      </a:cubicBezTo>
                      <a:cubicBezTo>
                        <a:pt x="19" y="119"/>
                        <a:pt x="19" y="119"/>
                        <a:pt x="20" y="119"/>
                      </a:cubicBezTo>
                      <a:cubicBezTo>
                        <a:pt x="20" y="119"/>
                        <a:pt x="20" y="119"/>
                        <a:pt x="20" y="119"/>
                      </a:cubicBezTo>
                      <a:cubicBezTo>
                        <a:pt x="19" y="119"/>
                        <a:pt x="19" y="119"/>
                        <a:pt x="19" y="119"/>
                      </a:cubicBezTo>
                      <a:cubicBezTo>
                        <a:pt x="19" y="119"/>
                        <a:pt x="19" y="119"/>
                        <a:pt x="19" y="119"/>
                      </a:cubicBezTo>
                      <a:cubicBezTo>
                        <a:pt x="19" y="119"/>
                        <a:pt x="19" y="119"/>
                        <a:pt x="20" y="119"/>
                      </a:cubicBezTo>
                      <a:cubicBezTo>
                        <a:pt x="20" y="119"/>
                        <a:pt x="20" y="119"/>
                        <a:pt x="20" y="119"/>
                      </a:cubicBezTo>
                      <a:cubicBezTo>
                        <a:pt x="20" y="119"/>
                        <a:pt x="20" y="119"/>
                        <a:pt x="20" y="119"/>
                      </a:cubicBezTo>
                      <a:cubicBezTo>
                        <a:pt x="20" y="119"/>
                        <a:pt x="20" y="119"/>
                        <a:pt x="20" y="119"/>
                      </a:cubicBezTo>
                      <a:cubicBezTo>
                        <a:pt x="20" y="119"/>
                        <a:pt x="20" y="119"/>
                        <a:pt x="20" y="119"/>
                      </a:cubicBezTo>
                      <a:cubicBezTo>
                        <a:pt x="20" y="118"/>
                        <a:pt x="20" y="118"/>
                        <a:pt x="20" y="118"/>
                      </a:cubicBezTo>
                      <a:cubicBezTo>
                        <a:pt x="20" y="118"/>
                        <a:pt x="20" y="118"/>
                        <a:pt x="20" y="118"/>
                      </a:cubicBezTo>
                      <a:cubicBezTo>
                        <a:pt x="20" y="118"/>
                        <a:pt x="20" y="118"/>
                        <a:pt x="20" y="118"/>
                      </a:cubicBezTo>
                      <a:close/>
                      <a:moveTo>
                        <a:pt x="22" y="117"/>
                      </a:moveTo>
                      <a:cubicBezTo>
                        <a:pt x="22" y="117"/>
                        <a:pt x="22" y="117"/>
                        <a:pt x="23" y="117"/>
                      </a:cubicBezTo>
                      <a:cubicBezTo>
                        <a:pt x="23" y="117"/>
                        <a:pt x="23" y="117"/>
                        <a:pt x="23" y="117"/>
                      </a:cubicBezTo>
                      <a:cubicBezTo>
                        <a:pt x="23" y="117"/>
                        <a:pt x="23" y="117"/>
                        <a:pt x="23" y="117"/>
                      </a:cubicBezTo>
                      <a:cubicBezTo>
                        <a:pt x="23" y="117"/>
                        <a:pt x="23"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ubicBezTo>
                        <a:pt x="22" y="117"/>
                        <a:pt x="22" y="117"/>
                        <a:pt x="22" y="117"/>
                      </a:cubicBezTo>
                      <a:close/>
                      <a:moveTo>
                        <a:pt x="24" y="116"/>
                      </a:moveTo>
                      <a:cubicBezTo>
                        <a:pt x="24" y="116"/>
                        <a:pt x="24" y="116"/>
                        <a:pt x="24" y="116"/>
                      </a:cubicBezTo>
                      <a:cubicBezTo>
                        <a:pt x="24" y="116"/>
                        <a:pt x="24" y="116"/>
                        <a:pt x="24" y="116"/>
                      </a:cubicBezTo>
                      <a:cubicBezTo>
                        <a:pt x="24"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7"/>
                      </a:cubicBezTo>
                      <a:cubicBezTo>
                        <a:pt x="23" y="117"/>
                        <a:pt x="23" y="117"/>
                        <a:pt x="23" y="117"/>
                      </a:cubicBezTo>
                      <a:cubicBezTo>
                        <a:pt x="23" y="117"/>
                        <a:pt x="23" y="117"/>
                        <a:pt x="23" y="117"/>
                      </a:cubicBezTo>
                      <a:cubicBezTo>
                        <a:pt x="23" y="117"/>
                        <a:pt x="23" y="117"/>
                        <a:pt x="23" y="117"/>
                      </a:cubicBezTo>
                      <a:cubicBezTo>
                        <a:pt x="23" y="117"/>
                        <a:pt x="23" y="117"/>
                        <a:pt x="23" y="117"/>
                      </a:cubicBezTo>
                      <a:cubicBezTo>
                        <a:pt x="23" y="117"/>
                        <a:pt x="23" y="117"/>
                        <a:pt x="24" y="117"/>
                      </a:cubicBezTo>
                      <a:cubicBezTo>
                        <a:pt x="24" y="117"/>
                        <a:pt x="24" y="117"/>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ubicBezTo>
                        <a:pt x="24" y="116"/>
                        <a:pt x="24" y="116"/>
                        <a:pt x="24" y="116"/>
                      </a:cubicBezTo>
                      <a:close/>
                      <a:moveTo>
                        <a:pt x="23" y="116"/>
                      </a:moveTo>
                      <a:cubicBezTo>
                        <a:pt x="23" y="116"/>
                        <a:pt x="23" y="116"/>
                        <a:pt x="23" y="116"/>
                      </a:cubicBezTo>
                      <a:cubicBezTo>
                        <a:pt x="23" y="116"/>
                        <a:pt x="23" y="116"/>
                        <a:pt x="23" y="116"/>
                      </a:cubicBezTo>
                      <a:cubicBezTo>
                        <a:pt x="23" y="116"/>
                        <a:pt x="23" y="116"/>
                        <a:pt x="23" y="116"/>
                      </a:cubicBezTo>
                      <a:cubicBezTo>
                        <a:pt x="23" y="116"/>
                        <a:pt x="23" y="116"/>
                        <a:pt x="23" y="116"/>
                      </a:cubicBezTo>
                      <a:close/>
                      <a:moveTo>
                        <a:pt x="23" y="116"/>
                      </a:move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lose/>
                      <a:moveTo>
                        <a:pt x="24" y="115"/>
                      </a:moveTo>
                      <a:cubicBezTo>
                        <a:pt x="24" y="115"/>
                        <a:pt x="24" y="115"/>
                        <a:pt x="24" y="115"/>
                      </a:cubicBezTo>
                      <a:cubicBezTo>
                        <a:pt x="24" y="115"/>
                        <a:pt x="24" y="115"/>
                        <a:pt x="24" y="115"/>
                      </a:cubicBezTo>
                      <a:cubicBezTo>
                        <a:pt x="24" y="115"/>
                        <a:pt x="24" y="115"/>
                        <a:pt x="24" y="115"/>
                      </a:cubicBezTo>
                      <a:cubicBezTo>
                        <a:pt x="24" y="115"/>
                        <a:pt x="24" y="115"/>
                        <a:pt x="24" y="115"/>
                      </a:cubicBezTo>
                      <a:cubicBezTo>
                        <a:pt x="24" y="115"/>
                        <a:pt x="24" y="115"/>
                        <a:pt x="24" y="115"/>
                      </a:cubicBezTo>
                      <a:close/>
                      <a:moveTo>
                        <a:pt x="24" y="116"/>
                      </a:moveTo>
                      <a:cubicBezTo>
                        <a:pt x="24" y="116"/>
                        <a:pt x="24" y="116"/>
                        <a:pt x="24" y="116"/>
                      </a:cubicBezTo>
                      <a:cubicBezTo>
                        <a:pt x="24" y="116"/>
                        <a:pt x="24" y="116"/>
                        <a:pt x="24" y="116"/>
                      </a:cubicBezTo>
                      <a:cubicBezTo>
                        <a:pt x="24" y="116"/>
                        <a:pt x="24" y="116"/>
                        <a:pt x="24" y="116"/>
                      </a:cubicBezTo>
                      <a:cubicBezTo>
                        <a:pt x="24" y="116"/>
                        <a:pt x="24" y="116"/>
                        <a:pt x="24" y="116"/>
                      </a:cubicBezTo>
                      <a:close/>
                      <a:moveTo>
                        <a:pt x="23" y="117"/>
                      </a:moveTo>
                      <a:cubicBezTo>
                        <a:pt x="23" y="117"/>
                        <a:pt x="23" y="117"/>
                        <a:pt x="23" y="117"/>
                      </a:cubicBezTo>
                      <a:cubicBezTo>
                        <a:pt x="23" y="117"/>
                        <a:pt x="23" y="117"/>
                        <a:pt x="23" y="117"/>
                      </a:cubicBezTo>
                      <a:cubicBezTo>
                        <a:pt x="23" y="117"/>
                        <a:pt x="23" y="117"/>
                        <a:pt x="23" y="117"/>
                      </a:cubicBezTo>
                      <a:cubicBezTo>
                        <a:pt x="23" y="117"/>
                        <a:pt x="23" y="117"/>
                        <a:pt x="23" y="117"/>
                      </a:cubicBezTo>
                      <a:close/>
                      <a:moveTo>
                        <a:pt x="23" y="117"/>
                      </a:moveTo>
                      <a:cubicBezTo>
                        <a:pt x="23" y="117"/>
                        <a:pt x="23" y="117"/>
                        <a:pt x="23" y="117"/>
                      </a:cubicBezTo>
                      <a:cubicBezTo>
                        <a:pt x="23" y="117"/>
                        <a:pt x="23" y="117"/>
                        <a:pt x="23" y="117"/>
                      </a:cubicBezTo>
                      <a:cubicBezTo>
                        <a:pt x="23" y="117"/>
                        <a:pt x="23" y="117"/>
                        <a:pt x="23" y="117"/>
                      </a:cubicBezTo>
                      <a:close/>
                      <a:moveTo>
                        <a:pt x="23" y="116"/>
                      </a:moveTo>
                      <a:cubicBezTo>
                        <a:pt x="23" y="116"/>
                        <a:pt x="23" y="116"/>
                        <a:pt x="23" y="116"/>
                      </a:cubicBezTo>
                      <a:cubicBezTo>
                        <a:pt x="23" y="116"/>
                        <a:pt x="23" y="116"/>
                        <a:pt x="23" y="116"/>
                      </a:cubicBezTo>
                      <a:cubicBezTo>
                        <a:pt x="23" y="116"/>
                        <a:pt x="23" y="116"/>
                        <a:pt x="23" y="116"/>
                      </a:cubicBezTo>
                      <a:cubicBezTo>
                        <a:pt x="23" y="116"/>
                        <a:pt x="23" y="116"/>
                        <a:pt x="23" y="116"/>
                      </a:cubicBezTo>
                      <a:close/>
                      <a:moveTo>
                        <a:pt x="23" y="116"/>
                      </a:move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ubicBezTo>
                        <a:pt x="23" y="116"/>
                        <a:pt x="23" y="116"/>
                        <a:pt x="23" y="116"/>
                      </a:cubicBezTo>
                      <a:close/>
                      <a:moveTo>
                        <a:pt x="23" y="116"/>
                      </a:moveTo>
                      <a:cubicBezTo>
                        <a:pt x="23" y="116"/>
                        <a:pt x="23" y="116"/>
                        <a:pt x="23" y="116"/>
                      </a:cubicBezTo>
                      <a:cubicBezTo>
                        <a:pt x="23" y="116"/>
                        <a:pt x="23" y="116"/>
                        <a:pt x="23" y="116"/>
                      </a:cubicBezTo>
                      <a:cubicBezTo>
                        <a:pt x="23" y="116"/>
                        <a:pt x="23" y="116"/>
                        <a:pt x="23" y="116"/>
                      </a:cubicBezTo>
                      <a:cubicBezTo>
                        <a:pt x="23" y="116"/>
                        <a:pt x="23" y="116"/>
                        <a:pt x="23" y="116"/>
                      </a:cubicBezTo>
                      <a:close/>
                      <a:moveTo>
                        <a:pt x="23" y="117"/>
                      </a:moveTo>
                      <a:cubicBezTo>
                        <a:pt x="23" y="117"/>
                        <a:pt x="23" y="117"/>
                        <a:pt x="23" y="117"/>
                      </a:cubicBezTo>
                      <a:cubicBezTo>
                        <a:pt x="23" y="117"/>
                        <a:pt x="23" y="117"/>
                        <a:pt x="23" y="117"/>
                      </a:cubicBezTo>
                      <a:cubicBezTo>
                        <a:pt x="23" y="117"/>
                        <a:pt x="23" y="117"/>
                        <a:pt x="23" y="117"/>
                      </a:cubicBezTo>
                      <a:close/>
                      <a:moveTo>
                        <a:pt x="27" y="115"/>
                      </a:moveTo>
                      <a:cubicBezTo>
                        <a:pt x="27" y="115"/>
                        <a:pt x="27" y="115"/>
                        <a:pt x="27" y="115"/>
                      </a:cubicBezTo>
                      <a:cubicBezTo>
                        <a:pt x="27" y="115"/>
                        <a:pt x="27" y="115"/>
                        <a:pt x="27" y="115"/>
                      </a:cubicBezTo>
                      <a:cubicBezTo>
                        <a:pt x="27" y="115"/>
                        <a:pt x="27" y="115"/>
                        <a:pt x="27" y="115"/>
                      </a:cubicBezTo>
                      <a:cubicBezTo>
                        <a:pt x="27" y="115"/>
                        <a:pt x="27" y="115"/>
                        <a:pt x="27" y="115"/>
                      </a:cubicBezTo>
                      <a:cubicBezTo>
                        <a:pt x="27" y="115"/>
                        <a:pt x="27" y="115"/>
                        <a:pt x="27" y="115"/>
                      </a:cubicBezTo>
                      <a:cubicBezTo>
                        <a:pt x="27" y="115"/>
                        <a:pt x="27" y="115"/>
                        <a:pt x="28" y="115"/>
                      </a:cubicBezTo>
                      <a:cubicBezTo>
                        <a:pt x="28" y="115"/>
                        <a:pt x="28" y="115"/>
                        <a:pt x="28" y="115"/>
                      </a:cubicBezTo>
                      <a:cubicBezTo>
                        <a:pt x="28" y="115"/>
                        <a:pt x="28" y="115"/>
                        <a:pt x="28" y="115"/>
                      </a:cubicBezTo>
                      <a:cubicBezTo>
                        <a:pt x="28" y="115"/>
                        <a:pt x="28" y="115"/>
                        <a:pt x="28" y="115"/>
                      </a:cubicBezTo>
                      <a:cubicBezTo>
                        <a:pt x="28" y="115"/>
                        <a:pt x="27" y="115"/>
                        <a:pt x="27" y="115"/>
                      </a:cubicBezTo>
                      <a:close/>
                      <a:moveTo>
                        <a:pt x="26" y="113"/>
                      </a:moveTo>
                      <a:cubicBezTo>
                        <a:pt x="26" y="113"/>
                        <a:pt x="26" y="113"/>
                        <a:pt x="26" y="113"/>
                      </a:cubicBezTo>
                      <a:cubicBezTo>
                        <a:pt x="26" y="113"/>
                        <a:pt x="26" y="113"/>
                        <a:pt x="26" y="113"/>
                      </a:cubicBezTo>
                      <a:cubicBezTo>
                        <a:pt x="26" y="113"/>
                        <a:pt x="26" y="113"/>
                        <a:pt x="26" y="113"/>
                      </a:cubicBezTo>
                      <a:cubicBezTo>
                        <a:pt x="26" y="113"/>
                        <a:pt x="26" y="113"/>
                        <a:pt x="26" y="113"/>
                      </a:cubicBezTo>
                      <a:cubicBezTo>
                        <a:pt x="26" y="113"/>
                        <a:pt x="26" y="113"/>
                        <a:pt x="26" y="113"/>
                      </a:cubicBezTo>
                      <a:cubicBezTo>
                        <a:pt x="26" y="113"/>
                        <a:pt x="26" y="113"/>
                        <a:pt x="26" y="113"/>
                      </a:cubicBezTo>
                      <a:close/>
                      <a:moveTo>
                        <a:pt x="27" y="115"/>
                      </a:moveTo>
                      <a:cubicBezTo>
                        <a:pt x="27" y="115"/>
                        <a:pt x="27" y="115"/>
                        <a:pt x="27" y="115"/>
                      </a:cubicBezTo>
                      <a:cubicBezTo>
                        <a:pt x="27" y="115"/>
                        <a:pt x="27" y="115"/>
                        <a:pt x="27" y="115"/>
                      </a:cubicBezTo>
                      <a:cubicBezTo>
                        <a:pt x="27" y="115"/>
                        <a:pt x="27" y="115"/>
                        <a:pt x="27" y="115"/>
                      </a:cubicBezTo>
                      <a:cubicBezTo>
                        <a:pt x="27" y="115"/>
                        <a:pt x="27" y="115"/>
                        <a:pt x="27" y="115"/>
                      </a:cubicBezTo>
                      <a:cubicBezTo>
                        <a:pt x="27" y="115"/>
                        <a:pt x="27" y="115"/>
                        <a:pt x="27" y="115"/>
                      </a:cubicBezTo>
                      <a:cubicBezTo>
                        <a:pt x="27" y="115"/>
                        <a:pt x="27" y="115"/>
                        <a:pt x="27" y="115"/>
                      </a:cubicBezTo>
                      <a:cubicBezTo>
                        <a:pt x="27" y="115"/>
                        <a:pt x="27" y="115"/>
                        <a:pt x="27" y="115"/>
                      </a:cubicBezTo>
                      <a:cubicBezTo>
                        <a:pt x="27" y="115"/>
                        <a:pt x="27" y="115"/>
                        <a:pt x="27" y="115"/>
                      </a:cubicBezTo>
                      <a:close/>
                      <a:moveTo>
                        <a:pt x="26" y="113"/>
                      </a:moveTo>
                      <a:cubicBezTo>
                        <a:pt x="26" y="113"/>
                        <a:pt x="26" y="113"/>
                        <a:pt x="26" y="113"/>
                      </a:cubicBezTo>
                      <a:cubicBezTo>
                        <a:pt x="26" y="113"/>
                        <a:pt x="26" y="113"/>
                        <a:pt x="26" y="113"/>
                      </a:cubicBezTo>
                      <a:cubicBezTo>
                        <a:pt x="26" y="113"/>
                        <a:pt x="26" y="113"/>
                        <a:pt x="26" y="113"/>
                      </a:cubicBezTo>
                      <a:cubicBezTo>
                        <a:pt x="26" y="113"/>
                        <a:pt x="26" y="113"/>
                        <a:pt x="26" y="113"/>
                      </a:cubicBezTo>
                      <a:cubicBezTo>
                        <a:pt x="26" y="113"/>
                        <a:pt x="26" y="113"/>
                        <a:pt x="26" y="113"/>
                      </a:cubicBezTo>
                      <a:cubicBezTo>
                        <a:pt x="26" y="113"/>
                        <a:pt x="26" y="113"/>
                        <a:pt x="26" y="113"/>
                      </a:cubicBezTo>
                      <a:cubicBezTo>
                        <a:pt x="26" y="113"/>
                        <a:pt x="26" y="113"/>
                        <a:pt x="26" y="113"/>
                      </a:cubicBezTo>
                      <a:close/>
                      <a:moveTo>
                        <a:pt x="26" y="114"/>
                      </a:moveTo>
                      <a:cubicBezTo>
                        <a:pt x="26" y="114"/>
                        <a:pt x="26" y="114"/>
                        <a:pt x="26" y="114"/>
                      </a:cubicBezTo>
                      <a:cubicBezTo>
                        <a:pt x="26" y="114"/>
                        <a:pt x="26" y="114"/>
                        <a:pt x="26" y="114"/>
                      </a:cubicBezTo>
                      <a:cubicBezTo>
                        <a:pt x="26" y="114"/>
                        <a:pt x="26" y="114"/>
                        <a:pt x="26" y="114"/>
                      </a:cubicBezTo>
                      <a:cubicBezTo>
                        <a:pt x="26" y="114"/>
                        <a:pt x="26" y="114"/>
                        <a:pt x="26" y="114"/>
                      </a:cubicBezTo>
                      <a:close/>
                      <a:moveTo>
                        <a:pt x="26" y="115"/>
                      </a:moveTo>
                      <a:cubicBezTo>
                        <a:pt x="26" y="115"/>
                        <a:pt x="26" y="115"/>
                        <a:pt x="26" y="115"/>
                      </a:cubicBezTo>
                      <a:cubicBezTo>
                        <a:pt x="26" y="115"/>
                        <a:pt x="26" y="115"/>
                        <a:pt x="26" y="115"/>
                      </a:cubicBezTo>
                      <a:cubicBezTo>
                        <a:pt x="26" y="115"/>
                        <a:pt x="26" y="115"/>
                        <a:pt x="26" y="115"/>
                      </a:cubicBezTo>
                      <a:cubicBezTo>
                        <a:pt x="26" y="115"/>
                        <a:pt x="26" y="115"/>
                        <a:pt x="26" y="115"/>
                      </a:cubicBezTo>
                      <a:close/>
                      <a:moveTo>
                        <a:pt x="27" y="115"/>
                      </a:moveTo>
                      <a:cubicBezTo>
                        <a:pt x="27" y="115"/>
                        <a:pt x="27" y="115"/>
                        <a:pt x="27" y="115"/>
                      </a:cubicBezTo>
                      <a:cubicBezTo>
                        <a:pt x="27" y="115"/>
                        <a:pt x="27" y="115"/>
                        <a:pt x="27" y="115"/>
                      </a:cubicBezTo>
                      <a:cubicBezTo>
                        <a:pt x="27" y="115"/>
                        <a:pt x="27" y="115"/>
                        <a:pt x="27" y="115"/>
                      </a:cubicBezTo>
                      <a:cubicBezTo>
                        <a:pt x="27" y="115"/>
                        <a:pt x="27" y="115"/>
                        <a:pt x="27" y="115"/>
                      </a:cubicBezTo>
                      <a:close/>
                      <a:moveTo>
                        <a:pt x="26" y="114"/>
                      </a:moveTo>
                      <a:cubicBezTo>
                        <a:pt x="26" y="114"/>
                        <a:pt x="26" y="114"/>
                        <a:pt x="26" y="114"/>
                      </a:cubicBezTo>
                      <a:cubicBezTo>
                        <a:pt x="26" y="114"/>
                        <a:pt x="26" y="114"/>
                        <a:pt x="26" y="114"/>
                      </a:cubicBezTo>
                      <a:cubicBezTo>
                        <a:pt x="26" y="114"/>
                        <a:pt x="26" y="114"/>
                        <a:pt x="26" y="114"/>
                      </a:cubicBezTo>
                      <a:cubicBezTo>
                        <a:pt x="26" y="114"/>
                        <a:pt x="26" y="114"/>
                        <a:pt x="26" y="114"/>
                      </a:cubicBezTo>
                      <a:close/>
                      <a:moveTo>
                        <a:pt x="26" y="114"/>
                      </a:moveTo>
                      <a:cubicBezTo>
                        <a:pt x="26" y="114"/>
                        <a:pt x="26" y="114"/>
                        <a:pt x="26" y="114"/>
                      </a:cubicBezTo>
                      <a:cubicBezTo>
                        <a:pt x="26" y="114"/>
                        <a:pt x="26" y="114"/>
                        <a:pt x="26" y="115"/>
                      </a:cubicBezTo>
                      <a:cubicBezTo>
                        <a:pt x="26" y="114"/>
                        <a:pt x="26" y="114"/>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4"/>
                      </a:cubicBezTo>
                      <a:cubicBezTo>
                        <a:pt x="26" y="114"/>
                        <a:pt x="26" y="114"/>
                        <a:pt x="26" y="114"/>
                      </a:cubicBezTo>
                      <a:cubicBezTo>
                        <a:pt x="26" y="114"/>
                        <a:pt x="26" y="114"/>
                        <a:pt x="26" y="114"/>
                      </a:cubicBezTo>
                      <a:cubicBezTo>
                        <a:pt x="26" y="114"/>
                        <a:pt x="26" y="114"/>
                        <a:pt x="26" y="114"/>
                      </a:cubicBezTo>
                      <a:close/>
                      <a:moveTo>
                        <a:pt x="28" y="114"/>
                      </a:moveTo>
                      <a:cubicBezTo>
                        <a:pt x="28" y="114"/>
                        <a:pt x="28" y="114"/>
                        <a:pt x="28" y="114"/>
                      </a:cubicBezTo>
                      <a:cubicBezTo>
                        <a:pt x="28" y="114"/>
                        <a:pt x="28" y="114"/>
                        <a:pt x="28" y="114"/>
                      </a:cubicBezTo>
                      <a:cubicBezTo>
                        <a:pt x="28" y="115"/>
                        <a:pt x="28" y="115"/>
                        <a:pt x="28" y="115"/>
                      </a:cubicBezTo>
                      <a:cubicBezTo>
                        <a:pt x="28" y="115"/>
                        <a:pt x="28" y="115"/>
                        <a:pt x="28" y="114"/>
                      </a:cubicBezTo>
                      <a:cubicBezTo>
                        <a:pt x="28" y="114"/>
                        <a:pt x="28" y="114"/>
                        <a:pt x="28" y="114"/>
                      </a:cubicBezTo>
                      <a:cubicBezTo>
                        <a:pt x="28" y="114"/>
                        <a:pt x="28" y="114"/>
                        <a:pt x="28" y="114"/>
                      </a:cubicBezTo>
                      <a:close/>
                      <a:moveTo>
                        <a:pt x="28" y="115"/>
                      </a:moveTo>
                      <a:cubicBezTo>
                        <a:pt x="28" y="115"/>
                        <a:pt x="28" y="115"/>
                        <a:pt x="28" y="115"/>
                      </a:cubicBezTo>
                      <a:cubicBezTo>
                        <a:pt x="28" y="115"/>
                        <a:pt x="28" y="115"/>
                        <a:pt x="28" y="115"/>
                      </a:cubicBezTo>
                      <a:cubicBezTo>
                        <a:pt x="28" y="115"/>
                        <a:pt x="28" y="115"/>
                        <a:pt x="28" y="115"/>
                      </a:cubicBezTo>
                      <a:cubicBezTo>
                        <a:pt x="28" y="115"/>
                        <a:pt x="28" y="115"/>
                        <a:pt x="28" y="115"/>
                      </a:cubicBezTo>
                      <a:cubicBezTo>
                        <a:pt x="28" y="115"/>
                        <a:pt x="28" y="115"/>
                        <a:pt x="28" y="115"/>
                      </a:cubicBezTo>
                      <a:cubicBezTo>
                        <a:pt x="28" y="115"/>
                        <a:pt x="28" y="115"/>
                        <a:pt x="28" y="115"/>
                      </a:cubicBezTo>
                      <a:close/>
                      <a:moveTo>
                        <a:pt x="25" y="114"/>
                      </a:moveTo>
                      <a:cubicBezTo>
                        <a:pt x="25" y="114"/>
                        <a:pt x="25" y="114"/>
                        <a:pt x="25" y="114"/>
                      </a:cubicBezTo>
                      <a:cubicBezTo>
                        <a:pt x="25" y="114"/>
                        <a:pt x="25" y="114"/>
                        <a:pt x="25" y="114"/>
                      </a:cubicBezTo>
                      <a:cubicBezTo>
                        <a:pt x="25" y="114"/>
                        <a:pt x="25" y="114"/>
                        <a:pt x="25" y="114"/>
                      </a:cubicBezTo>
                      <a:cubicBezTo>
                        <a:pt x="25" y="114"/>
                        <a:pt x="25" y="114"/>
                        <a:pt x="25" y="114"/>
                      </a:cubicBezTo>
                      <a:close/>
                      <a:moveTo>
                        <a:pt x="27" y="113"/>
                      </a:move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lose/>
                      <a:moveTo>
                        <a:pt x="27" y="114"/>
                      </a:moveTo>
                      <a:cubicBezTo>
                        <a:pt x="27" y="114"/>
                        <a:pt x="27" y="114"/>
                        <a:pt x="27" y="114"/>
                      </a:cubicBezTo>
                      <a:cubicBezTo>
                        <a:pt x="27" y="114"/>
                        <a:pt x="27" y="114"/>
                        <a:pt x="27" y="114"/>
                      </a:cubicBezTo>
                      <a:cubicBezTo>
                        <a:pt x="27" y="114"/>
                        <a:pt x="27" y="114"/>
                        <a:pt x="27" y="114"/>
                      </a:cubicBezTo>
                      <a:cubicBezTo>
                        <a:pt x="27" y="114"/>
                        <a:pt x="27" y="114"/>
                        <a:pt x="27" y="114"/>
                      </a:cubicBezTo>
                      <a:close/>
                      <a:moveTo>
                        <a:pt x="27" y="113"/>
                      </a:move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8" y="113"/>
                        <a:pt x="28" y="113"/>
                      </a:cubicBezTo>
                      <a:cubicBezTo>
                        <a:pt x="28" y="113"/>
                        <a:pt x="28" y="113"/>
                        <a:pt x="27" y="113"/>
                      </a:cubicBezTo>
                      <a:cubicBezTo>
                        <a:pt x="27" y="113"/>
                        <a:pt x="27" y="113"/>
                        <a:pt x="27" y="113"/>
                      </a:cubicBezTo>
                      <a:close/>
                      <a:moveTo>
                        <a:pt x="26" y="115"/>
                      </a:move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lose/>
                      <a:moveTo>
                        <a:pt x="25" y="114"/>
                      </a:moveTo>
                      <a:cubicBezTo>
                        <a:pt x="25" y="114"/>
                        <a:pt x="25" y="114"/>
                        <a:pt x="25" y="114"/>
                      </a:cubicBezTo>
                      <a:cubicBezTo>
                        <a:pt x="25" y="114"/>
                        <a:pt x="25" y="114"/>
                        <a:pt x="25" y="114"/>
                      </a:cubicBezTo>
                      <a:cubicBezTo>
                        <a:pt x="25" y="114"/>
                        <a:pt x="25" y="114"/>
                        <a:pt x="25" y="114"/>
                      </a:cubicBezTo>
                      <a:cubicBezTo>
                        <a:pt x="25" y="114"/>
                        <a:pt x="25" y="114"/>
                        <a:pt x="25" y="114"/>
                      </a:cubicBezTo>
                      <a:close/>
                      <a:moveTo>
                        <a:pt x="25" y="115"/>
                      </a:moveTo>
                      <a:cubicBezTo>
                        <a:pt x="25" y="115"/>
                        <a:pt x="25" y="115"/>
                        <a:pt x="25" y="115"/>
                      </a:cubicBezTo>
                      <a:cubicBezTo>
                        <a:pt x="25" y="115"/>
                        <a:pt x="25" y="115"/>
                        <a:pt x="25" y="115"/>
                      </a:cubicBezTo>
                      <a:cubicBezTo>
                        <a:pt x="25" y="115"/>
                        <a:pt x="25" y="115"/>
                        <a:pt x="25" y="115"/>
                      </a:cubicBezTo>
                      <a:cubicBezTo>
                        <a:pt x="25" y="115"/>
                        <a:pt x="25" y="115"/>
                        <a:pt x="25" y="115"/>
                      </a:cubicBezTo>
                      <a:close/>
                      <a:moveTo>
                        <a:pt x="25" y="114"/>
                      </a:moveTo>
                      <a:cubicBezTo>
                        <a:pt x="25" y="114"/>
                        <a:pt x="25" y="114"/>
                        <a:pt x="25" y="114"/>
                      </a:cubicBezTo>
                      <a:cubicBezTo>
                        <a:pt x="25" y="114"/>
                        <a:pt x="25" y="114"/>
                        <a:pt x="25" y="114"/>
                      </a:cubicBezTo>
                      <a:cubicBezTo>
                        <a:pt x="25" y="114"/>
                        <a:pt x="25" y="114"/>
                        <a:pt x="25" y="114"/>
                      </a:cubicBezTo>
                      <a:cubicBezTo>
                        <a:pt x="25" y="114"/>
                        <a:pt x="25" y="114"/>
                        <a:pt x="25" y="114"/>
                      </a:cubicBezTo>
                      <a:close/>
                      <a:moveTo>
                        <a:pt x="25" y="115"/>
                      </a:moveTo>
                      <a:cubicBezTo>
                        <a:pt x="25" y="115"/>
                        <a:pt x="25" y="115"/>
                        <a:pt x="25" y="115"/>
                      </a:cubicBezTo>
                      <a:cubicBezTo>
                        <a:pt x="25" y="115"/>
                        <a:pt x="25" y="115"/>
                        <a:pt x="25" y="115"/>
                      </a:cubicBezTo>
                      <a:cubicBezTo>
                        <a:pt x="25" y="115"/>
                        <a:pt x="25" y="115"/>
                        <a:pt x="25" y="115"/>
                      </a:cubicBezTo>
                      <a:cubicBezTo>
                        <a:pt x="25" y="115"/>
                        <a:pt x="25" y="115"/>
                        <a:pt x="25" y="115"/>
                      </a:cubicBezTo>
                      <a:close/>
                      <a:moveTo>
                        <a:pt x="25" y="114"/>
                      </a:moveTo>
                      <a:cubicBezTo>
                        <a:pt x="25" y="114"/>
                        <a:pt x="25" y="114"/>
                        <a:pt x="25" y="114"/>
                      </a:cubicBezTo>
                      <a:cubicBezTo>
                        <a:pt x="25" y="114"/>
                        <a:pt x="25" y="114"/>
                        <a:pt x="25" y="114"/>
                      </a:cubicBezTo>
                      <a:cubicBezTo>
                        <a:pt x="25" y="114"/>
                        <a:pt x="25" y="114"/>
                        <a:pt x="25" y="114"/>
                      </a:cubicBezTo>
                      <a:cubicBezTo>
                        <a:pt x="25" y="114"/>
                        <a:pt x="25" y="114"/>
                        <a:pt x="25" y="114"/>
                      </a:cubicBezTo>
                      <a:close/>
                      <a:moveTo>
                        <a:pt x="25" y="115"/>
                      </a:moveTo>
                      <a:cubicBezTo>
                        <a:pt x="25" y="115"/>
                        <a:pt x="25" y="115"/>
                        <a:pt x="25" y="115"/>
                      </a:cubicBezTo>
                      <a:cubicBezTo>
                        <a:pt x="25" y="115"/>
                        <a:pt x="25" y="115"/>
                        <a:pt x="25" y="115"/>
                      </a:cubicBezTo>
                      <a:cubicBezTo>
                        <a:pt x="25" y="115"/>
                        <a:pt x="25" y="115"/>
                        <a:pt x="25" y="115"/>
                      </a:cubicBezTo>
                      <a:cubicBezTo>
                        <a:pt x="25" y="115"/>
                        <a:pt x="25" y="115"/>
                        <a:pt x="25" y="115"/>
                      </a:cubicBezTo>
                      <a:close/>
                      <a:moveTo>
                        <a:pt x="25" y="114"/>
                      </a:moveTo>
                      <a:cubicBezTo>
                        <a:pt x="25" y="114"/>
                        <a:pt x="25" y="114"/>
                        <a:pt x="25" y="114"/>
                      </a:cubicBezTo>
                      <a:cubicBezTo>
                        <a:pt x="25" y="114"/>
                        <a:pt x="25" y="114"/>
                        <a:pt x="25" y="114"/>
                      </a:cubicBezTo>
                      <a:cubicBezTo>
                        <a:pt x="25" y="114"/>
                        <a:pt x="25" y="114"/>
                        <a:pt x="25" y="114"/>
                      </a:cubicBezTo>
                      <a:cubicBezTo>
                        <a:pt x="25" y="114"/>
                        <a:pt x="25" y="114"/>
                        <a:pt x="25" y="114"/>
                      </a:cubicBezTo>
                      <a:close/>
                      <a:moveTo>
                        <a:pt x="25" y="114"/>
                      </a:moveTo>
                      <a:cubicBezTo>
                        <a:pt x="25" y="114"/>
                        <a:pt x="25" y="114"/>
                        <a:pt x="25" y="114"/>
                      </a:cubicBezTo>
                      <a:cubicBezTo>
                        <a:pt x="25" y="114"/>
                        <a:pt x="25" y="114"/>
                        <a:pt x="25" y="114"/>
                      </a:cubicBezTo>
                      <a:cubicBezTo>
                        <a:pt x="25" y="114"/>
                        <a:pt x="25" y="114"/>
                        <a:pt x="25" y="114"/>
                      </a:cubicBezTo>
                      <a:cubicBezTo>
                        <a:pt x="25" y="114"/>
                        <a:pt x="25" y="114"/>
                        <a:pt x="25" y="114"/>
                      </a:cubicBezTo>
                      <a:close/>
                      <a:moveTo>
                        <a:pt x="26" y="115"/>
                      </a:moveTo>
                      <a:cubicBezTo>
                        <a:pt x="26" y="115"/>
                        <a:pt x="26" y="115"/>
                        <a:pt x="26" y="115"/>
                      </a:cubicBezTo>
                      <a:cubicBezTo>
                        <a:pt x="25" y="115"/>
                        <a:pt x="25" y="115"/>
                        <a:pt x="25" y="115"/>
                      </a:cubicBezTo>
                      <a:cubicBezTo>
                        <a:pt x="25" y="115"/>
                        <a:pt x="25" y="115"/>
                        <a:pt x="25" y="115"/>
                      </a:cubicBezTo>
                      <a:cubicBezTo>
                        <a:pt x="25" y="115"/>
                        <a:pt x="25" y="116"/>
                        <a:pt x="25" y="116"/>
                      </a:cubicBezTo>
                      <a:cubicBezTo>
                        <a:pt x="25" y="116"/>
                        <a:pt x="25" y="116"/>
                        <a:pt x="25" y="116"/>
                      </a:cubicBezTo>
                      <a:cubicBezTo>
                        <a:pt x="25" y="116"/>
                        <a:pt x="25" y="116"/>
                        <a:pt x="25" y="116"/>
                      </a:cubicBezTo>
                      <a:cubicBezTo>
                        <a:pt x="25" y="116"/>
                        <a:pt x="25" y="116"/>
                        <a:pt x="25" y="116"/>
                      </a:cubicBezTo>
                      <a:cubicBezTo>
                        <a:pt x="25" y="116"/>
                        <a:pt x="25" y="116"/>
                        <a:pt x="25" y="116"/>
                      </a:cubicBezTo>
                      <a:cubicBezTo>
                        <a:pt x="26" y="116"/>
                        <a:pt x="26" y="116"/>
                        <a:pt x="26" y="116"/>
                      </a:cubicBezTo>
                      <a:cubicBezTo>
                        <a:pt x="26" y="116"/>
                        <a:pt x="26" y="116"/>
                        <a:pt x="26" y="115"/>
                      </a:cubicBezTo>
                      <a:cubicBezTo>
                        <a:pt x="26" y="115"/>
                        <a:pt x="26" y="115"/>
                        <a:pt x="26" y="115"/>
                      </a:cubicBezTo>
                      <a:cubicBezTo>
                        <a:pt x="26" y="115"/>
                        <a:pt x="26" y="115"/>
                        <a:pt x="26" y="115"/>
                      </a:cubicBezTo>
                      <a:cubicBezTo>
                        <a:pt x="26" y="115"/>
                        <a:pt x="26" y="115"/>
                        <a:pt x="26" y="115"/>
                      </a:cubicBezTo>
                      <a:cubicBezTo>
                        <a:pt x="26" y="115"/>
                        <a:pt x="26" y="115"/>
                        <a:pt x="26" y="115"/>
                      </a:cubicBezTo>
                      <a:close/>
                      <a:moveTo>
                        <a:pt x="25" y="116"/>
                      </a:moveTo>
                      <a:cubicBezTo>
                        <a:pt x="25" y="116"/>
                        <a:pt x="25" y="116"/>
                        <a:pt x="25" y="116"/>
                      </a:cubicBezTo>
                      <a:cubicBezTo>
                        <a:pt x="25" y="116"/>
                        <a:pt x="25" y="116"/>
                        <a:pt x="25" y="116"/>
                      </a:cubicBezTo>
                      <a:cubicBezTo>
                        <a:pt x="25" y="116"/>
                        <a:pt x="25" y="116"/>
                        <a:pt x="25" y="116"/>
                      </a:cubicBezTo>
                      <a:cubicBezTo>
                        <a:pt x="25" y="116"/>
                        <a:pt x="25" y="116"/>
                        <a:pt x="25" y="116"/>
                      </a:cubicBezTo>
                      <a:cubicBezTo>
                        <a:pt x="25" y="116"/>
                        <a:pt x="25" y="116"/>
                        <a:pt x="25" y="116"/>
                      </a:cubicBezTo>
                      <a:cubicBezTo>
                        <a:pt x="25" y="116"/>
                        <a:pt x="25" y="116"/>
                        <a:pt x="25" y="116"/>
                      </a:cubicBezTo>
                      <a:close/>
                      <a:moveTo>
                        <a:pt x="65" y="78"/>
                      </a:moveTo>
                      <a:cubicBezTo>
                        <a:pt x="65" y="78"/>
                        <a:pt x="65" y="78"/>
                        <a:pt x="65" y="78"/>
                      </a:cubicBezTo>
                      <a:cubicBezTo>
                        <a:pt x="65" y="78"/>
                        <a:pt x="65" y="78"/>
                        <a:pt x="65" y="78"/>
                      </a:cubicBezTo>
                      <a:cubicBezTo>
                        <a:pt x="65" y="78"/>
                        <a:pt x="65" y="78"/>
                        <a:pt x="65" y="78"/>
                      </a:cubicBezTo>
                      <a:cubicBezTo>
                        <a:pt x="65" y="78"/>
                        <a:pt x="65" y="78"/>
                        <a:pt x="66" y="78"/>
                      </a:cubicBezTo>
                      <a:cubicBezTo>
                        <a:pt x="65" y="78"/>
                        <a:pt x="66" y="79"/>
                        <a:pt x="66" y="79"/>
                      </a:cubicBezTo>
                      <a:cubicBezTo>
                        <a:pt x="66" y="79"/>
                        <a:pt x="66" y="79"/>
                        <a:pt x="67" y="78"/>
                      </a:cubicBezTo>
                      <a:cubicBezTo>
                        <a:pt x="67" y="78"/>
                        <a:pt x="67" y="78"/>
                        <a:pt x="67" y="78"/>
                      </a:cubicBezTo>
                      <a:cubicBezTo>
                        <a:pt x="67" y="78"/>
                        <a:pt x="67" y="78"/>
                        <a:pt x="66" y="78"/>
                      </a:cubicBezTo>
                      <a:cubicBezTo>
                        <a:pt x="66" y="78"/>
                        <a:pt x="67" y="78"/>
                        <a:pt x="67" y="78"/>
                      </a:cubicBezTo>
                      <a:cubicBezTo>
                        <a:pt x="67" y="78"/>
                        <a:pt x="67" y="78"/>
                        <a:pt x="67" y="78"/>
                      </a:cubicBezTo>
                      <a:cubicBezTo>
                        <a:pt x="67" y="78"/>
                        <a:pt x="67" y="77"/>
                        <a:pt x="66" y="77"/>
                      </a:cubicBezTo>
                      <a:cubicBezTo>
                        <a:pt x="66" y="77"/>
                        <a:pt x="66" y="77"/>
                        <a:pt x="66" y="77"/>
                      </a:cubicBezTo>
                      <a:cubicBezTo>
                        <a:pt x="66" y="77"/>
                        <a:pt x="66" y="77"/>
                        <a:pt x="66" y="77"/>
                      </a:cubicBezTo>
                      <a:cubicBezTo>
                        <a:pt x="66" y="76"/>
                        <a:pt x="66" y="76"/>
                        <a:pt x="66" y="76"/>
                      </a:cubicBezTo>
                      <a:cubicBezTo>
                        <a:pt x="66" y="76"/>
                        <a:pt x="66" y="76"/>
                        <a:pt x="66" y="76"/>
                      </a:cubicBezTo>
                      <a:cubicBezTo>
                        <a:pt x="65" y="76"/>
                        <a:pt x="65" y="76"/>
                        <a:pt x="65" y="76"/>
                      </a:cubicBezTo>
                      <a:cubicBezTo>
                        <a:pt x="65" y="77"/>
                        <a:pt x="65" y="77"/>
                        <a:pt x="66" y="77"/>
                      </a:cubicBezTo>
                      <a:cubicBezTo>
                        <a:pt x="66" y="77"/>
                        <a:pt x="65" y="77"/>
                        <a:pt x="65" y="77"/>
                      </a:cubicBezTo>
                      <a:cubicBezTo>
                        <a:pt x="65" y="77"/>
                        <a:pt x="65" y="77"/>
                        <a:pt x="65" y="78"/>
                      </a:cubicBezTo>
                      <a:close/>
                      <a:moveTo>
                        <a:pt x="63" y="78"/>
                      </a:moveTo>
                      <a:cubicBezTo>
                        <a:pt x="63" y="78"/>
                        <a:pt x="63" y="78"/>
                        <a:pt x="63" y="78"/>
                      </a:cubicBezTo>
                      <a:cubicBezTo>
                        <a:pt x="63" y="78"/>
                        <a:pt x="63" y="78"/>
                        <a:pt x="63" y="78"/>
                      </a:cubicBezTo>
                      <a:cubicBezTo>
                        <a:pt x="63" y="78"/>
                        <a:pt x="63" y="78"/>
                        <a:pt x="63" y="78"/>
                      </a:cubicBezTo>
                      <a:cubicBezTo>
                        <a:pt x="63" y="78"/>
                        <a:pt x="63" y="78"/>
                        <a:pt x="63" y="78"/>
                      </a:cubicBezTo>
                      <a:cubicBezTo>
                        <a:pt x="63" y="78"/>
                        <a:pt x="63" y="78"/>
                        <a:pt x="63" y="78"/>
                      </a:cubicBezTo>
                      <a:cubicBezTo>
                        <a:pt x="63" y="78"/>
                        <a:pt x="63" y="78"/>
                        <a:pt x="63" y="78"/>
                      </a:cubicBezTo>
                      <a:cubicBezTo>
                        <a:pt x="63" y="78"/>
                        <a:pt x="63" y="78"/>
                        <a:pt x="63" y="78"/>
                      </a:cubicBezTo>
                      <a:cubicBezTo>
                        <a:pt x="63" y="78"/>
                        <a:pt x="63" y="78"/>
                        <a:pt x="63" y="78"/>
                      </a:cubicBezTo>
                      <a:close/>
                      <a:moveTo>
                        <a:pt x="64" y="79"/>
                      </a:moveTo>
                      <a:cubicBezTo>
                        <a:pt x="64" y="79"/>
                        <a:pt x="64" y="79"/>
                        <a:pt x="64" y="79"/>
                      </a:cubicBezTo>
                      <a:cubicBezTo>
                        <a:pt x="64" y="78"/>
                        <a:pt x="64" y="78"/>
                        <a:pt x="64" y="78"/>
                      </a:cubicBezTo>
                      <a:cubicBezTo>
                        <a:pt x="64" y="78"/>
                        <a:pt x="63" y="78"/>
                        <a:pt x="64" y="79"/>
                      </a:cubicBezTo>
                      <a:cubicBezTo>
                        <a:pt x="64" y="79"/>
                        <a:pt x="64" y="79"/>
                        <a:pt x="64" y="79"/>
                      </a:cubicBezTo>
                      <a:close/>
                      <a:moveTo>
                        <a:pt x="63" y="79"/>
                      </a:moveTo>
                      <a:cubicBezTo>
                        <a:pt x="63" y="79"/>
                        <a:pt x="63" y="79"/>
                        <a:pt x="63" y="79"/>
                      </a:cubicBezTo>
                      <a:cubicBezTo>
                        <a:pt x="63" y="79"/>
                        <a:pt x="63" y="79"/>
                        <a:pt x="63" y="79"/>
                      </a:cubicBezTo>
                      <a:cubicBezTo>
                        <a:pt x="63" y="79"/>
                        <a:pt x="63" y="79"/>
                        <a:pt x="63" y="79"/>
                      </a:cubicBezTo>
                      <a:cubicBezTo>
                        <a:pt x="63" y="79"/>
                        <a:pt x="63" y="79"/>
                        <a:pt x="63" y="79"/>
                      </a:cubicBezTo>
                      <a:close/>
                      <a:moveTo>
                        <a:pt x="65" y="80"/>
                      </a:moveTo>
                      <a:cubicBezTo>
                        <a:pt x="66" y="80"/>
                        <a:pt x="66" y="80"/>
                        <a:pt x="66" y="80"/>
                      </a:cubicBezTo>
                      <a:cubicBezTo>
                        <a:pt x="66" y="79"/>
                        <a:pt x="65" y="79"/>
                        <a:pt x="66" y="79"/>
                      </a:cubicBezTo>
                      <a:cubicBezTo>
                        <a:pt x="66" y="79"/>
                        <a:pt x="66" y="79"/>
                        <a:pt x="66" y="79"/>
                      </a:cubicBezTo>
                      <a:cubicBezTo>
                        <a:pt x="66" y="79"/>
                        <a:pt x="66" y="79"/>
                        <a:pt x="66" y="79"/>
                      </a:cubicBezTo>
                      <a:cubicBezTo>
                        <a:pt x="66" y="79"/>
                        <a:pt x="66" y="79"/>
                        <a:pt x="66" y="79"/>
                      </a:cubicBezTo>
                      <a:cubicBezTo>
                        <a:pt x="66" y="79"/>
                        <a:pt x="66" y="79"/>
                        <a:pt x="66" y="79"/>
                      </a:cubicBezTo>
                      <a:cubicBezTo>
                        <a:pt x="65" y="79"/>
                        <a:pt x="65" y="79"/>
                        <a:pt x="65" y="79"/>
                      </a:cubicBezTo>
                      <a:cubicBezTo>
                        <a:pt x="65" y="79"/>
                        <a:pt x="65" y="79"/>
                        <a:pt x="65" y="79"/>
                      </a:cubicBezTo>
                      <a:cubicBezTo>
                        <a:pt x="65" y="79"/>
                        <a:pt x="65" y="79"/>
                        <a:pt x="65" y="79"/>
                      </a:cubicBezTo>
                      <a:cubicBezTo>
                        <a:pt x="65" y="80"/>
                        <a:pt x="65" y="80"/>
                        <a:pt x="65" y="80"/>
                      </a:cubicBezTo>
                      <a:cubicBezTo>
                        <a:pt x="65" y="80"/>
                        <a:pt x="65" y="80"/>
                        <a:pt x="65" y="80"/>
                      </a:cubicBezTo>
                      <a:close/>
                      <a:moveTo>
                        <a:pt x="32" y="110"/>
                      </a:moveTo>
                      <a:cubicBezTo>
                        <a:pt x="32" y="110"/>
                        <a:pt x="32" y="110"/>
                        <a:pt x="32" y="110"/>
                      </a:cubicBezTo>
                      <a:cubicBezTo>
                        <a:pt x="32" y="110"/>
                        <a:pt x="32" y="110"/>
                        <a:pt x="32" y="110"/>
                      </a:cubicBezTo>
                      <a:cubicBezTo>
                        <a:pt x="32" y="110"/>
                        <a:pt x="32" y="110"/>
                        <a:pt x="32" y="110"/>
                      </a:cubicBezTo>
                      <a:cubicBezTo>
                        <a:pt x="32" y="110"/>
                        <a:pt x="32" y="110"/>
                        <a:pt x="32" y="110"/>
                      </a:cubicBezTo>
                      <a:close/>
                      <a:moveTo>
                        <a:pt x="31" y="111"/>
                      </a:moveTo>
                      <a:cubicBezTo>
                        <a:pt x="31" y="111"/>
                        <a:pt x="31" y="111"/>
                        <a:pt x="31" y="111"/>
                      </a:cubicBezTo>
                      <a:cubicBezTo>
                        <a:pt x="31" y="111"/>
                        <a:pt x="31" y="111"/>
                        <a:pt x="31" y="111"/>
                      </a:cubicBezTo>
                      <a:cubicBezTo>
                        <a:pt x="31" y="111"/>
                        <a:pt x="31" y="111"/>
                        <a:pt x="31" y="111"/>
                      </a:cubicBezTo>
                      <a:cubicBezTo>
                        <a:pt x="31" y="111"/>
                        <a:pt x="31" y="111"/>
                        <a:pt x="31" y="111"/>
                      </a:cubicBezTo>
                      <a:close/>
                      <a:moveTo>
                        <a:pt x="36" y="108"/>
                      </a:moveTo>
                      <a:cubicBezTo>
                        <a:pt x="36" y="108"/>
                        <a:pt x="36" y="108"/>
                        <a:pt x="36" y="108"/>
                      </a:cubicBezTo>
                      <a:cubicBezTo>
                        <a:pt x="36" y="108"/>
                        <a:pt x="36" y="108"/>
                        <a:pt x="36" y="108"/>
                      </a:cubicBezTo>
                      <a:close/>
                      <a:moveTo>
                        <a:pt x="33" y="108"/>
                      </a:moveTo>
                      <a:cubicBezTo>
                        <a:pt x="33" y="109"/>
                        <a:pt x="33" y="108"/>
                        <a:pt x="32" y="109"/>
                      </a:cubicBezTo>
                      <a:cubicBezTo>
                        <a:pt x="32" y="109"/>
                        <a:pt x="32" y="108"/>
                        <a:pt x="32" y="108"/>
                      </a:cubicBezTo>
                      <a:cubicBezTo>
                        <a:pt x="32" y="108"/>
                        <a:pt x="31" y="108"/>
                        <a:pt x="31" y="108"/>
                      </a:cubicBezTo>
                      <a:cubicBezTo>
                        <a:pt x="31" y="108"/>
                        <a:pt x="30" y="108"/>
                        <a:pt x="30" y="108"/>
                      </a:cubicBezTo>
                      <a:cubicBezTo>
                        <a:pt x="30" y="108"/>
                        <a:pt x="30" y="109"/>
                        <a:pt x="30" y="109"/>
                      </a:cubicBezTo>
                      <a:cubicBezTo>
                        <a:pt x="30" y="109"/>
                        <a:pt x="30" y="109"/>
                        <a:pt x="30" y="109"/>
                      </a:cubicBezTo>
                      <a:cubicBezTo>
                        <a:pt x="30" y="110"/>
                        <a:pt x="30" y="109"/>
                        <a:pt x="31" y="109"/>
                      </a:cubicBezTo>
                      <a:cubicBezTo>
                        <a:pt x="31" y="109"/>
                        <a:pt x="31" y="109"/>
                        <a:pt x="31" y="109"/>
                      </a:cubicBezTo>
                      <a:cubicBezTo>
                        <a:pt x="31" y="109"/>
                        <a:pt x="31" y="109"/>
                        <a:pt x="31" y="109"/>
                      </a:cubicBezTo>
                      <a:cubicBezTo>
                        <a:pt x="32" y="109"/>
                        <a:pt x="32" y="109"/>
                        <a:pt x="32" y="109"/>
                      </a:cubicBezTo>
                      <a:cubicBezTo>
                        <a:pt x="32" y="109"/>
                        <a:pt x="32" y="109"/>
                        <a:pt x="32" y="109"/>
                      </a:cubicBezTo>
                      <a:cubicBezTo>
                        <a:pt x="32" y="109"/>
                        <a:pt x="32" y="109"/>
                        <a:pt x="33" y="109"/>
                      </a:cubicBezTo>
                      <a:cubicBezTo>
                        <a:pt x="33" y="110"/>
                        <a:pt x="33" y="109"/>
                        <a:pt x="33" y="109"/>
                      </a:cubicBezTo>
                      <a:cubicBezTo>
                        <a:pt x="33" y="109"/>
                        <a:pt x="33" y="109"/>
                        <a:pt x="33" y="109"/>
                      </a:cubicBezTo>
                      <a:cubicBezTo>
                        <a:pt x="33" y="109"/>
                        <a:pt x="33" y="109"/>
                        <a:pt x="33" y="109"/>
                      </a:cubicBezTo>
                      <a:cubicBezTo>
                        <a:pt x="34" y="109"/>
                        <a:pt x="34" y="109"/>
                        <a:pt x="34" y="108"/>
                      </a:cubicBezTo>
                      <a:cubicBezTo>
                        <a:pt x="34" y="108"/>
                        <a:pt x="33" y="108"/>
                        <a:pt x="33" y="108"/>
                      </a:cubicBezTo>
                      <a:close/>
                      <a:moveTo>
                        <a:pt x="35" y="108"/>
                      </a:moveTo>
                      <a:cubicBezTo>
                        <a:pt x="35" y="108"/>
                        <a:pt x="35" y="108"/>
                        <a:pt x="35" y="108"/>
                      </a:cubicBezTo>
                      <a:cubicBezTo>
                        <a:pt x="34" y="108"/>
                        <a:pt x="35" y="108"/>
                        <a:pt x="35" y="108"/>
                      </a:cubicBezTo>
                      <a:cubicBezTo>
                        <a:pt x="35" y="108"/>
                        <a:pt x="35" y="108"/>
                        <a:pt x="35" y="108"/>
                      </a:cubicBezTo>
                      <a:cubicBezTo>
                        <a:pt x="35" y="108"/>
                        <a:pt x="35" y="108"/>
                        <a:pt x="35" y="108"/>
                      </a:cubicBezTo>
                      <a:close/>
                      <a:moveTo>
                        <a:pt x="34" y="108"/>
                      </a:moveTo>
                      <a:cubicBezTo>
                        <a:pt x="34" y="108"/>
                        <a:pt x="34" y="108"/>
                        <a:pt x="34" y="108"/>
                      </a:cubicBezTo>
                      <a:cubicBezTo>
                        <a:pt x="34" y="108"/>
                        <a:pt x="34" y="108"/>
                        <a:pt x="34" y="108"/>
                      </a:cubicBezTo>
                      <a:cubicBezTo>
                        <a:pt x="34" y="108"/>
                        <a:pt x="34" y="108"/>
                        <a:pt x="34" y="108"/>
                      </a:cubicBezTo>
                      <a:cubicBezTo>
                        <a:pt x="34" y="108"/>
                        <a:pt x="34" y="108"/>
                        <a:pt x="34" y="108"/>
                      </a:cubicBezTo>
                      <a:close/>
                      <a:moveTo>
                        <a:pt x="35" y="109"/>
                      </a:moveTo>
                      <a:cubicBezTo>
                        <a:pt x="35" y="109"/>
                        <a:pt x="35" y="109"/>
                        <a:pt x="35" y="109"/>
                      </a:cubicBezTo>
                      <a:cubicBezTo>
                        <a:pt x="35" y="109"/>
                        <a:pt x="35" y="109"/>
                        <a:pt x="35" y="109"/>
                      </a:cubicBezTo>
                      <a:cubicBezTo>
                        <a:pt x="35" y="109"/>
                        <a:pt x="35" y="109"/>
                        <a:pt x="35" y="109"/>
                      </a:cubicBezTo>
                      <a:cubicBezTo>
                        <a:pt x="35" y="109"/>
                        <a:pt x="35" y="109"/>
                        <a:pt x="35" y="109"/>
                      </a:cubicBezTo>
                      <a:close/>
                      <a:moveTo>
                        <a:pt x="27" y="108"/>
                      </a:moveTo>
                      <a:cubicBezTo>
                        <a:pt x="27" y="108"/>
                        <a:pt x="27" y="108"/>
                        <a:pt x="26" y="108"/>
                      </a:cubicBezTo>
                      <a:cubicBezTo>
                        <a:pt x="26" y="108"/>
                        <a:pt x="26" y="108"/>
                        <a:pt x="26" y="108"/>
                      </a:cubicBezTo>
                      <a:cubicBezTo>
                        <a:pt x="26" y="108"/>
                        <a:pt x="26" y="108"/>
                        <a:pt x="26" y="108"/>
                      </a:cubicBezTo>
                      <a:cubicBezTo>
                        <a:pt x="26" y="108"/>
                        <a:pt x="27" y="108"/>
                        <a:pt x="27" y="108"/>
                      </a:cubicBezTo>
                      <a:close/>
                      <a:moveTo>
                        <a:pt x="27" y="106"/>
                      </a:moveTo>
                      <a:cubicBezTo>
                        <a:pt x="27" y="106"/>
                        <a:pt x="27" y="106"/>
                        <a:pt x="27" y="106"/>
                      </a:cubicBezTo>
                      <a:cubicBezTo>
                        <a:pt x="27" y="106"/>
                        <a:pt x="27" y="106"/>
                        <a:pt x="27" y="106"/>
                      </a:cubicBezTo>
                      <a:cubicBezTo>
                        <a:pt x="27" y="107"/>
                        <a:pt x="27" y="107"/>
                        <a:pt x="27" y="107"/>
                      </a:cubicBezTo>
                      <a:cubicBezTo>
                        <a:pt x="27" y="107"/>
                        <a:pt x="27" y="107"/>
                        <a:pt x="27" y="107"/>
                      </a:cubicBezTo>
                      <a:cubicBezTo>
                        <a:pt x="27" y="106"/>
                        <a:pt x="27" y="106"/>
                        <a:pt x="27" y="106"/>
                      </a:cubicBezTo>
                      <a:cubicBezTo>
                        <a:pt x="27" y="106"/>
                        <a:pt x="27" y="106"/>
                        <a:pt x="27" y="106"/>
                      </a:cubicBezTo>
                      <a:close/>
                      <a:moveTo>
                        <a:pt x="28" y="107"/>
                      </a:moveTo>
                      <a:cubicBezTo>
                        <a:pt x="28" y="107"/>
                        <a:pt x="28" y="107"/>
                        <a:pt x="28" y="107"/>
                      </a:cubicBezTo>
                      <a:cubicBezTo>
                        <a:pt x="28" y="107"/>
                        <a:pt x="28" y="107"/>
                        <a:pt x="28" y="107"/>
                      </a:cubicBezTo>
                      <a:close/>
                      <a:moveTo>
                        <a:pt x="37" y="107"/>
                      </a:moveTo>
                      <a:cubicBezTo>
                        <a:pt x="37" y="107"/>
                        <a:pt x="37" y="107"/>
                        <a:pt x="36" y="107"/>
                      </a:cubicBezTo>
                      <a:cubicBezTo>
                        <a:pt x="36" y="107"/>
                        <a:pt x="36" y="107"/>
                        <a:pt x="36" y="107"/>
                      </a:cubicBezTo>
                      <a:cubicBezTo>
                        <a:pt x="36" y="107"/>
                        <a:pt x="37" y="107"/>
                        <a:pt x="37" y="107"/>
                      </a:cubicBezTo>
                      <a:close/>
                      <a:moveTo>
                        <a:pt x="28" y="106"/>
                      </a:moveTo>
                      <a:cubicBezTo>
                        <a:pt x="28" y="106"/>
                        <a:pt x="28" y="106"/>
                        <a:pt x="28" y="106"/>
                      </a:cubicBezTo>
                      <a:cubicBezTo>
                        <a:pt x="28" y="106"/>
                        <a:pt x="28" y="106"/>
                        <a:pt x="28" y="106"/>
                      </a:cubicBezTo>
                      <a:cubicBezTo>
                        <a:pt x="28" y="106"/>
                        <a:pt x="28" y="106"/>
                        <a:pt x="28" y="106"/>
                      </a:cubicBezTo>
                      <a:cubicBezTo>
                        <a:pt x="28" y="106"/>
                        <a:pt x="28" y="106"/>
                        <a:pt x="28" y="106"/>
                      </a:cubicBezTo>
                      <a:close/>
                      <a:moveTo>
                        <a:pt x="30" y="110"/>
                      </a:moveTo>
                      <a:cubicBezTo>
                        <a:pt x="30" y="111"/>
                        <a:pt x="30" y="111"/>
                        <a:pt x="30" y="111"/>
                      </a:cubicBezTo>
                      <a:cubicBezTo>
                        <a:pt x="30" y="111"/>
                        <a:pt x="30" y="111"/>
                        <a:pt x="30" y="111"/>
                      </a:cubicBezTo>
                      <a:cubicBezTo>
                        <a:pt x="30" y="111"/>
                        <a:pt x="30" y="111"/>
                        <a:pt x="30" y="111"/>
                      </a:cubicBezTo>
                      <a:cubicBezTo>
                        <a:pt x="30" y="111"/>
                        <a:pt x="30" y="111"/>
                        <a:pt x="30" y="111"/>
                      </a:cubicBezTo>
                      <a:cubicBezTo>
                        <a:pt x="30" y="111"/>
                        <a:pt x="30" y="110"/>
                        <a:pt x="30" y="110"/>
                      </a:cubicBezTo>
                      <a:close/>
                      <a:moveTo>
                        <a:pt x="30" y="111"/>
                      </a:moveTo>
                      <a:cubicBezTo>
                        <a:pt x="30" y="111"/>
                        <a:pt x="30" y="111"/>
                        <a:pt x="30" y="111"/>
                      </a:cubicBezTo>
                      <a:cubicBezTo>
                        <a:pt x="30" y="111"/>
                        <a:pt x="30" y="111"/>
                        <a:pt x="30" y="111"/>
                      </a:cubicBezTo>
                      <a:cubicBezTo>
                        <a:pt x="30" y="111"/>
                        <a:pt x="29" y="111"/>
                        <a:pt x="29" y="111"/>
                      </a:cubicBezTo>
                      <a:cubicBezTo>
                        <a:pt x="29" y="111"/>
                        <a:pt x="29" y="111"/>
                        <a:pt x="29" y="111"/>
                      </a:cubicBezTo>
                      <a:cubicBezTo>
                        <a:pt x="29" y="111"/>
                        <a:pt x="30" y="111"/>
                        <a:pt x="30" y="111"/>
                      </a:cubicBezTo>
                      <a:close/>
                      <a:moveTo>
                        <a:pt x="29" y="112"/>
                      </a:moveTo>
                      <a:cubicBezTo>
                        <a:pt x="29" y="112"/>
                        <a:pt x="29" y="112"/>
                        <a:pt x="29" y="112"/>
                      </a:cubicBezTo>
                      <a:cubicBezTo>
                        <a:pt x="29" y="112"/>
                        <a:pt x="29" y="112"/>
                        <a:pt x="29" y="112"/>
                      </a:cubicBezTo>
                      <a:cubicBezTo>
                        <a:pt x="29" y="112"/>
                        <a:pt x="29" y="112"/>
                        <a:pt x="29" y="112"/>
                      </a:cubicBezTo>
                      <a:cubicBezTo>
                        <a:pt x="29" y="112"/>
                        <a:pt x="29" y="112"/>
                        <a:pt x="30" y="112"/>
                      </a:cubicBezTo>
                      <a:cubicBezTo>
                        <a:pt x="30" y="112"/>
                        <a:pt x="30" y="112"/>
                        <a:pt x="30" y="112"/>
                      </a:cubicBezTo>
                      <a:cubicBezTo>
                        <a:pt x="30" y="112"/>
                        <a:pt x="30" y="112"/>
                        <a:pt x="30" y="112"/>
                      </a:cubicBezTo>
                      <a:cubicBezTo>
                        <a:pt x="30" y="112"/>
                        <a:pt x="30" y="112"/>
                        <a:pt x="30" y="112"/>
                      </a:cubicBezTo>
                      <a:cubicBezTo>
                        <a:pt x="30" y="111"/>
                        <a:pt x="30" y="112"/>
                        <a:pt x="29" y="112"/>
                      </a:cubicBezTo>
                      <a:close/>
                      <a:moveTo>
                        <a:pt x="36" y="108"/>
                      </a:moveTo>
                      <a:cubicBezTo>
                        <a:pt x="37" y="108"/>
                        <a:pt x="37" y="108"/>
                        <a:pt x="37" y="108"/>
                      </a:cubicBezTo>
                      <a:cubicBezTo>
                        <a:pt x="37" y="108"/>
                        <a:pt x="37" y="108"/>
                        <a:pt x="36" y="108"/>
                      </a:cubicBezTo>
                      <a:close/>
                      <a:moveTo>
                        <a:pt x="60" y="78"/>
                      </a:moveTo>
                      <a:cubicBezTo>
                        <a:pt x="60" y="78"/>
                        <a:pt x="60" y="78"/>
                        <a:pt x="61" y="78"/>
                      </a:cubicBezTo>
                      <a:cubicBezTo>
                        <a:pt x="60" y="78"/>
                        <a:pt x="60" y="77"/>
                        <a:pt x="60" y="77"/>
                      </a:cubicBezTo>
                      <a:cubicBezTo>
                        <a:pt x="60" y="77"/>
                        <a:pt x="60" y="76"/>
                        <a:pt x="59" y="76"/>
                      </a:cubicBezTo>
                      <a:cubicBezTo>
                        <a:pt x="59" y="76"/>
                        <a:pt x="59" y="76"/>
                        <a:pt x="59" y="75"/>
                      </a:cubicBezTo>
                      <a:cubicBezTo>
                        <a:pt x="59" y="75"/>
                        <a:pt x="59" y="75"/>
                        <a:pt x="59" y="75"/>
                      </a:cubicBezTo>
                      <a:cubicBezTo>
                        <a:pt x="60" y="75"/>
                        <a:pt x="60" y="75"/>
                        <a:pt x="60" y="75"/>
                      </a:cubicBezTo>
                      <a:cubicBezTo>
                        <a:pt x="60" y="75"/>
                        <a:pt x="60" y="74"/>
                        <a:pt x="60" y="74"/>
                      </a:cubicBezTo>
                      <a:cubicBezTo>
                        <a:pt x="60" y="74"/>
                        <a:pt x="59" y="74"/>
                        <a:pt x="59" y="74"/>
                      </a:cubicBezTo>
                      <a:cubicBezTo>
                        <a:pt x="60" y="74"/>
                        <a:pt x="59" y="73"/>
                        <a:pt x="59" y="73"/>
                      </a:cubicBezTo>
                      <a:cubicBezTo>
                        <a:pt x="59" y="73"/>
                        <a:pt x="59" y="73"/>
                        <a:pt x="59" y="73"/>
                      </a:cubicBezTo>
                      <a:cubicBezTo>
                        <a:pt x="59" y="73"/>
                        <a:pt x="59" y="73"/>
                        <a:pt x="59" y="73"/>
                      </a:cubicBezTo>
                      <a:cubicBezTo>
                        <a:pt x="59" y="72"/>
                        <a:pt x="59" y="72"/>
                        <a:pt x="58" y="72"/>
                      </a:cubicBezTo>
                      <a:cubicBezTo>
                        <a:pt x="58" y="72"/>
                        <a:pt x="58" y="72"/>
                        <a:pt x="58" y="72"/>
                      </a:cubicBezTo>
                      <a:cubicBezTo>
                        <a:pt x="58" y="71"/>
                        <a:pt x="58" y="71"/>
                        <a:pt x="58" y="71"/>
                      </a:cubicBezTo>
                      <a:cubicBezTo>
                        <a:pt x="58" y="70"/>
                        <a:pt x="58" y="70"/>
                        <a:pt x="58" y="69"/>
                      </a:cubicBezTo>
                      <a:cubicBezTo>
                        <a:pt x="58" y="69"/>
                        <a:pt x="58" y="68"/>
                        <a:pt x="57" y="68"/>
                      </a:cubicBezTo>
                      <a:cubicBezTo>
                        <a:pt x="57" y="68"/>
                        <a:pt x="57" y="68"/>
                        <a:pt x="57" y="67"/>
                      </a:cubicBezTo>
                      <a:cubicBezTo>
                        <a:pt x="57" y="67"/>
                        <a:pt x="57" y="67"/>
                        <a:pt x="57" y="67"/>
                      </a:cubicBezTo>
                      <a:cubicBezTo>
                        <a:pt x="57" y="67"/>
                        <a:pt x="57" y="67"/>
                        <a:pt x="57" y="67"/>
                      </a:cubicBezTo>
                      <a:cubicBezTo>
                        <a:pt x="57" y="67"/>
                        <a:pt x="57" y="67"/>
                        <a:pt x="57" y="67"/>
                      </a:cubicBezTo>
                      <a:cubicBezTo>
                        <a:pt x="57" y="67"/>
                        <a:pt x="57" y="67"/>
                        <a:pt x="57" y="67"/>
                      </a:cubicBezTo>
                      <a:cubicBezTo>
                        <a:pt x="56" y="67"/>
                        <a:pt x="56" y="67"/>
                        <a:pt x="56" y="67"/>
                      </a:cubicBezTo>
                      <a:cubicBezTo>
                        <a:pt x="56" y="67"/>
                        <a:pt x="56" y="67"/>
                        <a:pt x="56" y="67"/>
                      </a:cubicBezTo>
                      <a:cubicBezTo>
                        <a:pt x="56" y="67"/>
                        <a:pt x="56" y="67"/>
                        <a:pt x="56" y="67"/>
                      </a:cubicBezTo>
                      <a:cubicBezTo>
                        <a:pt x="55" y="67"/>
                        <a:pt x="55" y="67"/>
                        <a:pt x="55" y="68"/>
                      </a:cubicBezTo>
                      <a:cubicBezTo>
                        <a:pt x="55" y="68"/>
                        <a:pt x="55" y="68"/>
                        <a:pt x="54" y="68"/>
                      </a:cubicBezTo>
                      <a:cubicBezTo>
                        <a:pt x="54" y="68"/>
                        <a:pt x="54" y="68"/>
                        <a:pt x="54" y="68"/>
                      </a:cubicBezTo>
                      <a:cubicBezTo>
                        <a:pt x="54" y="67"/>
                        <a:pt x="54" y="67"/>
                        <a:pt x="54" y="67"/>
                      </a:cubicBezTo>
                      <a:cubicBezTo>
                        <a:pt x="54" y="67"/>
                        <a:pt x="54" y="67"/>
                        <a:pt x="54" y="67"/>
                      </a:cubicBezTo>
                      <a:cubicBezTo>
                        <a:pt x="54" y="67"/>
                        <a:pt x="54" y="67"/>
                        <a:pt x="54" y="67"/>
                      </a:cubicBezTo>
                      <a:cubicBezTo>
                        <a:pt x="54" y="67"/>
                        <a:pt x="54" y="67"/>
                        <a:pt x="54" y="67"/>
                      </a:cubicBezTo>
                      <a:cubicBezTo>
                        <a:pt x="54" y="67"/>
                        <a:pt x="54" y="67"/>
                        <a:pt x="54" y="67"/>
                      </a:cubicBezTo>
                      <a:cubicBezTo>
                        <a:pt x="53" y="67"/>
                        <a:pt x="53" y="67"/>
                        <a:pt x="53" y="67"/>
                      </a:cubicBezTo>
                      <a:cubicBezTo>
                        <a:pt x="53" y="67"/>
                        <a:pt x="53" y="66"/>
                        <a:pt x="53" y="66"/>
                      </a:cubicBezTo>
                      <a:cubicBezTo>
                        <a:pt x="53" y="66"/>
                        <a:pt x="53" y="66"/>
                        <a:pt x="53" y="66"/>
                      </a:cubicBezTo>
                      <a:cubicBezTo>
                        <a:pt x="52" y="66"/>
                        <a:pt x="52" y="66"/>
                        <a:pt x="52" y="67"/>
                      </a:cubicBezTo>
                      <a:cubicBezTo>
                        <a:pt x="52" y="67"/>
                        <a:pt x="53" y="67"/>
                        <a:pt x="53" y="67"/>
                      </a:cubicBezTo>
                      <a:cubicBezTo>
                        <a:pt x="53" y="67"/>
                        <a:pt x="53" y="67"/>
                        <a:pt x="53" y="68"/>
                      </a:cubicBezTo>
                      <a:cubicBezTo>
                        <a:pt x="53" y="68"/>
                        <a:pt x="53" y="68"/>
                        <a:pt x="53" y="68"/>
                      </a:cubicBezTo>
                      <a:cubicBezTo>
                        <a:pt x="53" y="68"/>
                        <a:pt x="53" y="68"/>
                        <a:pt x="53" y="69"/>
                      </a:cubicBezTo>
                      <a:cubicBezTo>
                        <a:pt x="53" y="69"/>
                        <a:pt x="53" y="69"/>
                        <a:pt x="53" y="69"/>
                      </a:cubicBezTo>
                      <a:cubicBezTo>
                        <a:pt x="53" y="69"/>
                        <a:pt x="53" y="69"/>
                        <a:pt x="53" y="69"/>
                      </a:cubicBezTo>
                      <a:cubicBezTo>
                        <a:pt x="53" y="69"/>
                        <a:pt x="53" y="69"/>
                        <a:pt x="53" y="70"/>
                      </a:cubicBezTo>
                      <a:cubicBezTo>
                        <a:pt x="53" y="70"/>
                        <a:pt x="53" y="70"/>
                        <a:pt x="53" y="70"/>
                      </a:cubicBezTo>
                      <a:cubicBezTo>
                        <a:pt x="53" y="70"/>
                        <a:pt x="53" y="70"/>
                        <a:pt x="53" y="70"/>
                      </a:cubicBezTo>
                      <a:cubicBezTo>
                        <a:pt x="53" y="70"/>
                        <a:pt x="53" y="71"/>
                        <a:pt x="53" y="71"/>
                      </a:cubicBezTo>
                      <a:cubicBezTo>
                        <a:pt x="53" y="71"/>
                        <a:pt x="54" y="71"/>
                        <a:pt x="54" y="71"/>
                      </a:cubicBezTo>
                      <a:cubicBezTo>
                        <a:pt x="54" y="71"/>
                        <a:pt x="54" y="71"/>
                        <a:pt x="54" y="71"/>
                      </a:cubicBezTo>
                      <a:cubicBezTo>
                        <a:pt x="54" y="71"/>
                        <a:pt x="54" y="71"/>
                        <a:pt x="54" y="71"/>
                      </a:cubicBezTo>
                      <a:cubicBezTo>
                        <a:pt x="55" y="70"/>
                        <a:pt x="55" y="70"/>
                        <a:pt x="54" y="70"/>
                      </a:cubicBezTo>
                      <a:cubicBezTo>
                        <a:pt x="55" y="70"/>
                        <a:pt x="55" y="70"/>
                        <a:pt x="56" y="71"/>
                      </a:cubicBezTo>
                      <a:cubicBezTo>
                        <a:pt x="56" y="71"/>
                        <a:pt x="56" y="71"/>
                        <a:pt x="56" y="71"/>
                      </a:cubicBezTo>
                      <a:cubicBezTo>
                        <a:pt x="56" y="71"/>
                        <a:pt x="56" y="72"/>
                        <a:pt x="56" y="72"/>
                      </a:cubicBezTo>
                      <a:cubicBezTo>
                        <a:pt x="56" y="72"/>
                        <a:pt x="57" y="72"/>
                        <a:pt x="56" y="73"/>
                      </a:cubicBezTo>
                      <a:cubicBezTo>
                        <a:pt x="56" y="73"/>
                        <a:pt x="56" y="73"/>
                        <a:pt x="56" y="73"/>
                      </a:cubicBezTo>
                      <a:cubicBezTo>
                        <a:pt x="56" y="74"/>
                        <a:pt x="56" y="74"/>
                        <a:pt x="56" y="75"/>
                      </a:cubicBezTo>
                      <a:cubicBezTo>
                        <a:pt x="56" y="75"/>
                        <a:pt x="56" y="75"/>
                        <a:pt x="56" y="76"/>
                      </a:cubicBezTo>
                      <a:cubicBezTo>
                        <a:pt x="56" y="76"/>
                        <a:pt x="56" y="76"/>
                        <a:pt x="56" y="76"/>
                      </a:cubicBezTo>
                      <a:cubicBezTo>
                        <a:pt x="56" y="76"/>
                        <a:pt x="57" y="76"/>
                        <a:pt x="57" y="76"/>
                      </a:cubicBezTo>
                      <a:cubicBezTo>
                        <a:pt x="57" y="76"/>
                        <a:pt x="58" y="77"/>
                        <a:pt x="58" y="77"/>
                      </a:cubicBezTo>
                      <a:cubicBezTo>
                        <a:pt x="58" y="77"/>
                        <a:pt x="58" y="77"/>
                        <a:pt x="58" y="77"/>
                      </a:cubicBezTo>
                      <a:cubicBezTo>
                        <a:pt x="58" y="77"/>
                        <a:pt x="58" y="77"/>
                        <a:pt x="58" y="77"/>
                      </a:cubicBezTo>
                      <a:cubicBezTo>
                        <a:pt x="59" y="77"/>
                        <a:pt x="58" y="77"/>
                        <a:pt x="58" y="76"/>
                      </a:cubicBezTo>
                      <a:cubicBezTo>
                        <a:pt x="58" y="76"/>
                        <a:pt x="58" y="75"/>
                        <a:pt x="58" y="75"/>
                      </a:cubicBezTo>
                      <a:cubicBezTo>
                        <a:pt x="58" y="75"/>
                        <a:pt x="58" y="74"/>
                        <a:pt x="58" y="74"/>
                      </a:cubicBezTo>
                      <a:cubicBezTo>
                        <a:pt x="58" y="75"/>
                        <a:pt x="59" y="75"/>
                        <a:pt x="59" y="76"/>
                      </a:cubicBezTo>
                      <a:cubicBezTo>
                        <a:pt x="59" y="76"/>
                        <a:pt x="59" y="77"/>
                        <a:pt x="60" y="77"/>
                      </a:cubicBezTo>
                      <a:cubicBezTo>
                        <a:pt x="59" y="78"/>
                        <a:pt x="60" y="78"/>
                        <a:pt x="60" y="78"/>
                      </a:cubicBezTo>
                      <a:close/>
                      <a:moveTo>
                        <a:pt x="49" y="83"/>
                      </a:moveTo>
                      <a:cubicBezTo>
                        <a:pt x="49" y="83"/>
                        <a:pt x="49" y="83"/>
                        <a:pt x="49" y="83"/>
                      </a:cubicBezTo>
                      <a:cubicBezTo>
                        <a:pt x="49" y="83"/>
                        <a:pt x="49" y="83"/>
                        <a:pt x="49" y="83"/>
                      </a:cubicBezTo>
                      <a:cubicBezTo>
                        <a:pt x="49" y="83"/>
                        <a:pt x="48" y="83"/>
                        <a:pt x="48" y="83"/>
                      </a:cubicBezTo>
                      <a:cubicBezTo>
                        <a:pt x="48" y="83"/>
                        <a:pt x="48" y="83"/>
                        <a:pt x="48" y="84"/>
                      </a:cubicBezTo>
                      <a:cubicBezTo>
                        <a:pt x="48" y="84"/>
                        <a:pt x="47" y="84"/>
                        <a:pt x="47" y="84"/>
                      </a:cubicBezTo>
                      <a:cubicBezTo>
                        <a:pt x="47" y="85"/>
                        <a:pt x="48" y="85"/>
                        <a:pt x="48" y="84"/>
                      </a:cubicBezTo>
                      <a:cubicBezTo>
                        <a:pt x="48" y="85"/>
                        <a:pt x="48" y="85"/>
                        <a:pt x="48" y="85"/>
                      </a:cubicBezTo>
                      <a:cubicBezTo>
                        <a:pt x="48" y="85"/>
                        <a:pt x="48" y="85"/>
                        <a:pt x="48" y="85"/>
                      </a:cubicBezTo>
                      <a:cubicBezTo>
                        <a:pt x="48" y="85"/>
                        <a:pt x="48" y="85"/>
                        <a:pt x="49" y="85"/>
                      </a:cubicBezTo>
                      <a:cubicBezTo>
                        <a:pt x="49" y="85"/>
                        <a:pt x="49" y="85"/>
                        <a:pt x="49" y="84"/>
                      </a:cubicBezTo>
                      <a:cubicBezTo>
                        <a:pt x="49" y="84"/>
                        <a:pt x="49" y="84"/>
                        <a:pt x="49" y="84"/>
                      </a:cubicBezTo>
                      <a:cubicBezTo>
                        <a:pt x="49" y="85"/>
                        <a:pt x="49" y="84"/>
                        <a:pt x="49" y="84"/>
                      </a:cubicBezTo>
                      <a:cubicBezTo>
                        <a:pt x="49" y="84"/>
                        <a:pt x="49" y="84"/>
                        <a:pt x="49" y="84"/>
                      </a:cubicBezTo>
                      <a:cubicBezTo>
                        <a:pt x="49" y="84"/>
                        <a:pt x="49" y="84"/>
                        <a:pt x="49" y="84"/>
                      </a:cubicBezTo>
                      <a:cubicBezTo>
                        <a:pt x="49" y="84"/>
                        <a:pt x="49" y="84"/>
                        <a:pt x="49" y="84"/>
                      </a:cubicBezTo>
                      <a:cubicBezTo>
                        <a:pt x="49" y="84"/>
                        <a:pt x="49" y="84"/>
                        <a:pt x="49" y="83"/>
                      </a:cubicBezTo>
                      <a:close/>
                      <a:moveTo>
                        <a:pt x="63" y="111"/>
                      </a:moveTo>
                      <a:cubicBezTo>
                        <a:pt x="63" y="111"/>
                        <a:pt x="63" y="111"/>
                        <a:pt x="63" y="111"/>
                      </a:cubicBezTo>
                      <a:cubicBezTo>
                        <a:pt x="63" y="111"/>
                        <a:pt x="63" y="111"/>
                        <a:pt x="63" y="111"/>
                      </a:cubicBezTo>
                      <a:cubicBezTo>
                        <a:pt x="63" y="111"/>
                        <a:pt x="64" y="111"/>
                        <a:pt x="63" y="111"/>
                      </a:cubicBezTo>
                      <a:cubicBezTo>
                        <a:pt x="63" y="111"/>
                        <a:pt x="63" y="111"/>
                        <a:pt x="63" y="111"/>
                      </a:cubicBezTo>
                      <a:close/>
                      <a:moveTo>
                        <a:pt x="64" y="110"/>
                      </a:moveTo>
                      <a:cubicBezTo>
                        <a:pt x="64" y="111"/>
                        <a:pt x="64" y="111"/>
                        <a:pt x="64" y="111"/>
                      </a:cubicBezTo>
                      <a:cubicBezTo>
                        <a:pt x="64" y="111"/>
                        <a:pt x="64" y="110"/>
                        <a:pt x="64" y="110"/>
                      </a:cubicBezTo>
                      <a:cubicBezTo>
                        <a:pt x="64" y="110"/>
                        <a:pt x="64" y="110"/>
                        <a:pt x="64" y="110"/>
                      </a:cubicBezTo>
                      <a:close/>
                      <a:moveTo>
                        <a:pt x="51" y="62"/>
                      </a:moveTo>
                      <a:cubicBezTo>
                        <a:pt x="51" y="62"/>
                        <a:pt x="51" y="62"/>
                        <a:pt x="51" y="62"/>
                      </a:cubicBezTo>
                      <a:cubicBezTo>
                        <a:pt x="51" y="63"/>
                        <a:pt x="52" y="62"/>
                        <a:pt x="52" y="62"/>
                      </a:cubicBezTo>
                      <a:cubicBezTo>
                        <a:pt x="52" y="62"/>
                        <a:pt x="51" y="62"/>
                        <a:pt x="51" y="62"/>
                      </a:cubicBezTo>
                      <a:close/>
                      <a:moveTo>
                        <a:pt x="57" y="65"/>
                      </a:moveTo>
                      <a:cubicBezTo>
                        <a:pt x="57" y="65"/>
                        <a:pt x="57" y="65"/>
                        <a:pt x="57" y="65"/>
                      </a:cubicBezTo>
                      <a:cubicBezTo>
                        <a:pt x="57" y="65"/>
                        <a:pt x="57" y="65"/>
                        <a:pt x="56" y="65"/>
                      </a:cubicBezTo>
                      <a:cubicBezTo>
                        <a:pt x="56" y="65"/>
                        <a:pt x="56" y="65"/>
                        <a:pt x="56" y="65"/>
                      </a:cubicBezTo>
                      <a:cubicBezTo>
                        <a:pt x="56" y="65"/>
                        <a:pt x="56" y="65"/>
                        <a:pt x="57" y="65"/>
                      </a:cubicBezTo>
                      <a:close/>
                      <a:moveTo>
                        <a:pt x="52" y="63"/>
                      </a:moveTo>
                      <a:cubicBezTo>
                        <a:pt x="52" y="63"/>
                        <a:pt x="52" y="63"/>
                        <a:pt x="52" y="63"/>
                      </a:cubicBezTo>
                      <a:cubicBezTo>
                        <a:pt x="52" y="63"/>
                        <a:pt x="53" y="63"/>
                        <a:pt x="53" y="63"/>
                      </a:cubicBezTo>
                      <a:cubicBezTo>
                        <a:pt x="53" y="63"/>
                        <a:pt x="52" y="63"/>
                        <a:pt x="52" y="63"/>
                      </a:cubicBezTo>
                      <a:close/>
                      <a:moveTo>
                        <a:pt x="56" y="66"/>
                      </a:moveTo>
                      <a:cubicBezTo>
                        <a:pt x="56" y="66"/>
                        <a:pt x="56" y="66"/>
                        <a:pt x="56" y="66"/>
                      </a:cubicBezTo>
                      <a:cubicBezTo>
                        <a:pt x="56" y="66"/>
                        <a:pt x="56" y="66"/>
                        <a:pt x="56" y="66"/>
                      </a:cubicBezTo>
                      <a:cubicBezTo>
                        <a:pt x="56" y="66"/>
                        <a:pt x="56" y="66"/>
                        <a:pt x="56" y="66"/>
                      </a:cubicBezTo>
                      <a:cubicBezTo>
                        <a:pt x="56" y="66"/>
                        <a:pt x="56" y="66"/>
                        <a:pt x="56" y="66"/>
                      </a:cubicBezTo>
                      <a:cubicBezTo>
                        <a:pt x="56" y="66"/>
                        <a:pt x="56" y="66"/>
                        <a:pt x="56" y="66"/>
                      </a:cubicBezTo>
                      <a:cubicBezTo>
                        <a:pt x="56" y="66"/>
                        <a:pt x="56" y="66"/>
                        <a:pt x="56" y="66"/>
                      </a:cubicBezTo>
                      <a:close/>
                      <a:moveTo>
                        <a:pt x="53" y="63"/>
                      </a:moveTo>
                      <a:cubicBezTo>
                        <a:pt x="53" y="63"/>
                        <a:pt x="53" y="63"/>
                        <a:pt x="53" y="63"/>
                      </a:cubicBezTo>
                      <a:cubicBezTo>
                        <a:pt x="53" y="63"/>
                        <a:pt x="53" y="63"/>
                        <a:pt x="53" y="63"/>
                      </a:cubicBezTo>
                      <a:cubicBezTo>
                        <a:pt x="53" y="63"/>
                        <a:pt x="53" y="63"/>
                        <a:pt x="53" y="63"/>
                      </a:cubicBezTo>
                      <a:cubicBezTo>
                        <a:pt x="53" y="63"/>
                        <a:pt x="53" y="63"/>
                        <a:pt x="53" y="63"/>
                      </a:cubicBezTo>
                      <a:close/>
                      <a:moveTo>
                        <a:pt x="55" y="65"/>
                      </a:moveTo>
                      <a:cubicBezTo>
                        <a:pt x="56" y="65"/>
                        <a:pt x="56" y="65"/>
                        <a:pt x="56" y="65"/>
                      </a:cubicBezTo>
                      <a:cubicBezTo>
                        <a:pt x="56" y="65"/>
                        <a:pt x="56" y="65"/>
                        <a:pt x="56" y="65"/>
                      </a:cubicBezTo>
                      <a:cubicBezTo>
                        <a:pt x="56" y="65"/>
                        <a:pt x="56" y="65"/>
                        <a:pt x="56" y="65"/>
                      </a:cubicBezTo>
                      <a:cubicBezTo>
                        <a:pt x="56" y="65"/>
                        <a:pt x="56" y="65"/>
                        <a:pt x="55" y="65"/>
                      </a:cubicBezTo>
                      <a:close/>
                      <a:moveTo>
                        <a:pt x="35" y="58"/>
                      </a:moveTo>
                      <a:cubicBezTo>
                        <a:pt x="35" y="58"/>
                        <a:pt x="35" y="58"/>
                        <a:pt x="35" y="58"/>
                      </a:cubicBezTo>
                      <a:cubicBezTo>
                        <a:pt x="35" y="58"/>
                        <a:pt x="35" y="58"/>
                        <a:pt x="35" y="58"/>
                      </a:cubicBezTo>
                      <a:cubicBezTo>
                        <a:pt x="35" y="58"/>
                        <a:pt x="35" y="58"/>
                        <a:pt x="35"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7"/>
                        <a:pt x="36" y="57"/>
                      </a:cubicBezTo>
                      <a:cubicBezTo>
                        <a:pt x="36" y="57"/>
                        <a:pt x="36" y="57"/>
                        <a:pt x="36" y="58"/>
                      </a:cubicBezTo>
                      <a:cubicBezTo>
                        <a:pt x="36" y="58"/>
                        <a:pt x="36" y="58"/>
                        <a:pt x="36" y="58"/>
                      </a:cubicBezTo>
                      <a:cubicBezTo>
                        <a:pt x="36" y="58"/>
                        <a:pt x="36" y="58"/>
                        <a:pt x="36" y="58"/>
                      </a:cubicBezTo>
                      <a:cubicBezTo>
                        <a:pt x="35" y="58"/>
                        <a:pt x="35" y="58"/>
                        <a:pt x="35" y="58"/>
                      </a:cubicBezTo>
                      <a:cubicBezTo>
                        <a:pt x="35" y="58"/>
                        <a:pt x="35" y="58"/>
                        <a:pt x="35" y="58"/>
                      </a:cubicBezTo>
                      <a:cubicBezTo>
                        <a:pt x="35" y="58"/>
                        <a:pt x="35" y="58"/>
                        <a:pt x="35" y="58"/>
                      </a:cubicBezTo>
                      <a:cubicBezTo>
                        <a:pt x="35" y="58"/>
                        <a:pt x="35" y="58"/>
                        <a:pt x="35" y="58"/>
                      </a:cubicBezTo>
                      <a:close/>
                      <a:moveTo>
                        <a:pt x="35" y="57"/>
                      </a:moveTo>
                      <a:cubicBezTo>
                        <a:pt x="35" y="57"/>
                        <a:pt x="35" y="57"/>
                        <a:pt x="35" y="57"/>
                      </a:cubicBezTo>
                      <a:cubicBezTo>
                        <a:pt x="35" y="57"/>
                        <a:pt x="35" y="57"/>
                        <a:pt x="35" y="57"/>
                      </a:cubicBezTo>
                      <a:cubicBezTo>
                        <a:pt x="35" y="57"/>
                        <a:pt x="35" y="57"/>
                        <a:pt x="35" y="57"/>
                      </a:cubicBezTo>
                      <a:cubicBezTo>
                        <a:pt x="35" y="57"/>
                        <a:pt x="35" y="57"/>
                        <a:pt x="35" y="57"/>
                      </a:cubicBezTo>
                      <a:cubicBezTo>
                        <a:pt x="36" y="57"/>
                        <a:pt x="36" y="57"/>
                        <a:pt x="36" y="57"/>
                      </a:cubicBezTo>
                      <a:cubicBezTo>
                        <a:pt x="36" y="57"/>
                        <a:pt x="36" y="57"/>
                        <a:pt x="36" y="57"/>
                      </a:cubicBezTo>
                      <a:cubicBezTo>
                        <a:pt x="36" y="57"/>
                        <a:pt x="36" y="57"/>
                        <a:pt x="36" y="57"/>
                      </a:cubicBezTo>
                      <a:cubicBezTo>
                        <a:pt x="36" y="57"/>
                        <a:pt x="36" y="57"/>
                        <a:pt x="36" y="57"/>
                      </a:cubicBezTo>
                      <a:cubicBezTo>
                        <a:pt x="36" y="57"/>
                        <a:pt x="36" y="57"/>
                        <a:pt x="36" y="57"/>
                      </a:cubicBezTo>
                      <a:cubicBezTo>
                        <a:pt x="36" y="56"/>
                        <a:pt x="36" y="57"/>
                        <a:pt x="36" y="56"/>
                      </a:cubicBezTo>
                      <a:cubicBezTo>
                        <a:pt x="36" y="56"/>
                        <a:pt x="36" y="56"/>
                        <a:pt x="36" y="56"/>
                      </a:cubicBezTo>
                      <a:cubicBezTo>
                        <a:pt x="36" y="57"/>
                        <a:pt x="36" y="57"/>
                        <a:pt x="35" y="57"/>
                      </a:cubicBezTo>
                      <a:cubicBezTo>
                        <a:pt x="35" y="57"/>
                        <a:pt x="35" y="56"/>
                        <a:pt x="35" y="57"/>
                      </a:cubicBezTo>
                      <a:cubicBezTo>
                        <a:pt x="35" y="57"/>
                        <a:pt x="35" y="57"/>
                        <a:pt x="35" y="57"/>
                      </a:cubicBezTo>
                      <a:cubicBezTo>
                        <a:pt x="35" y="57"/>
                        <a:pt x="35" y="57"/>
                        <a:pt x="35" y="57"/>
                      </a:cubicBezTo>
                      <a:close/>
                      <a:moveTo>
                        <a:pt x="35" y="63"/>
                      </a:move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lose/>
                      <a:moveTo>
                        <a:pt x="36" y="59"/>
                      </a:move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5" y="59"/>
                      </a:cubicBezTo>
                      <a:cubicBezTo>
                        <a:pt x="35" y="59"/>
                        <a:pt x="35" y="59"/>
                        <a:pt x="35" y="59"/>
                      </a:cubicBezTo>
                      <a:cubicBezTo>
                        <a:pt x="35" y="59"/>
                        <a:pt x="35" y="59"/>
                        <a:pt x="35" y="59"/>
                      </a:cubicBezTo>
                      <a:cubicBezTo>
                        <a:pt x="35" y="59"/>
                        <a:pt x="35" y="59"/>
                        <a:pt x="35" y="59"/>
                      </a:cubicBezTo>
                      <a:cubicBezTo>
                        <a:pt x="35" y="59"/>
                        <a:pt x="35" y="59"/>
                        <a:pt x="35" y="59"/>
                      </a:cubicBezTo>
                      <a:cubicBezTo>
                        <a:pt x="35" y="59"/>
                        <a:pt x="35" y="59"/>
                        <a:pt x="35" y="59"/>
                      </a:cubicBezTo>
                      <a:cubicBezTo>
                        <a:pt x="35" y="59"/>
                        <a:pt x="35" y="59"/>
                        <a:pt x="35" y="59"/>
                      </a:cubicBezTo>
                      <a:cubicBezTo>
                        <a:pt x="35" y="59"/>
                        <a:pt x="35" y="59"/>
                        <a:pt x="35" y="59"/>
                      </a:cubicBezTo>
                      <a:cubicBezTo>
                        <a:pt x="35" y="59"/>
                        <a:pt x="35" y="59"/>
                        <a:pt x="35" y="60"/>
                      </a:cubicBezTo>
                      <a:cubicBezTo>
                        <a:pt x="35" y="60"/>
                        <a:pt x="35" y="60"/>
                        <a:pt x="35" y="60"/>
                      </a:cubicBezTo>
                      <a:cubicBezTo>
                        <a:pt x="35" y="60"/>
                        <a:pt x="35" y="60"/>
                        <a:pt x="35" y="60"/>
                      </a:cubicBezTo>
                      <a:cubicBezTo>
                        <a:pt x="35" y="60"/>
                        <a:pt x="35" y="60"/>
                        <a:pt x="35" y="60"/>
                      </a:cubicBezTo>
                      <a:cubicBezTo>
                        <a:pt x="35" y="60"/>
                        <a:pt x="35" y="60"/>
                        <a:pt x="35" y="60"/>
                      </a:cubicBezTo>
                      <a:cubicBezTo>
                        <a:pt x="35" y="60"/>
                        <a:pt x="35" y="60"/>
                        <a:pt x="35" y="60"/>
                      </a:cubicBezTo>
                      <a:cubicBezTo>
                        <a:pt x="35" y="60"/>
                        <a:pt x="35" y="60"/>
                        <a:pt x="35" y="60"/>
                      </a:cubicBezTo>
                      <a:cubicBezTo>
                        <a:pt x="35" y="60"/>
                        <a:pt x="35" y="60"/>
                        <a:pt x="35" y="60"/>
                      </a:cubicBezTo>
                      <a:cubicBezTo>
                        <a:pt x="35" y="60"/>
                        <a:pt x="35" y="60"/>
                        <a:pt x="35" y="60"/>
                      </a:cubicBezTo>
                      <a:cubicBezTo>
                        <a:pt x="35" y="60"/>
                        <a:pt x="35" y="60"/>
                        <a:pt x="35" y="60"/>
                      </a:cubicBezTo>
                      <a:cubicBezTo>
                        <a:pt x="35" y="60"/>
                        <a:pt x="35" y="60"/>
                        <a:pt x="35" y="60"/>
                      </a:cubicBezTo>
                      <a:cubicBezTo>
                        <a:pt x="35" y="60"/>
                        <a:pt x="35" y="60"/>
                        <a:pt x="35" y="60"/>
                      </a:cubicBezTo>
                      <a:cubicBezTo>
                        <a:pt x="35" y="60"/>
                        <a:pt x="35" y="60"/>
                        <a:pt x="35" y="60"/>
                      </a:cubicBezTo>
                      <a:cubicBezTo>
                        <a:pt x="35" y="60"/>
                        <a:pt x="35" y="60"/>
                        <a:pt x="35" y="60"/>
                      </a:cubicBezTo>
                      <a:cubicBezTo>
                        <a:pt x="35" y="60"/>
                        <a:pt x="35" y="60"/>
                        <a:pt x="35" y="60"/>
                      </a:cubicBezTo>
                      <a:cubicBezTo>
                        <a:pt x="35" y="60"/>
                        <a:pt x="35" y="60"/>
                        <a:pt x="35" y="60"/>
                      </a:cubicBezTo>
                      <a:cubicBezTo>
                        <a:pt x="35" y="60"/>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2"/>
                        <a:pt x="35" y="62"/>
                        <a:pt x="35" y="62"/>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6" y="63"/>
                        <a:pt x="36" y="63"/>
                      </a:cubicBezTo>
                      <a:cubicBezTo>
                        <a:pt x="36" y="63"/>
                        <a:pt x="35" y="63"/>
                        <a:pt x="35" y="63"/>
                      </a:cubicBezTo>
                      <a:cubicBezTo>
                        <a:pt x="35" y="63"/>
                        <a:pt x="35" y="63"/>
                        <a:pt x="36" y="63"/>
                      </a:cubicBezTo>
                      <a:cubicBezTo>
                        <a:pt x="36" y="63"/>
                        <a:pt x="36" y="63"/>
                        <a:pt x="36" y="63"/>
                      </a:cubicBezTo>
                      <a:cubicBezTo>
                        <a:pt x="36" y="63"/>
                        <a:pt x="36" y="63"/>
                        <a:pt x="36" y="63"/>
                      </a:cubicBezTo>
                      <a:cubicBezTo>
                        <a:pt x="36" y="63"/>
                        <a:pt x="36" y="63"/>
                        <a:pt x="36" y="63"/>
                      </a:cubicBezTo>
                      <a:cubicBezTo>
                        <a:pt x="35" y="63"/>
                        <a:pt x="35" y="63"/>
                        <a:pt x="35" y="63"/>
                      </a:cubicBezTo>
                      <a:cubicBezTo>
                        <a:pt x="36" y="63"/>
                        <a:pt x="36" y="63"/>
                        <a:pt x="36" y="63"/>
                      </a:cubicBezTo>
                      <a:cubicBezTo>
                        <a:pt x="36" y="63"/>
                        <a:pt x="36" y="63"/>
                        <a:pt x="36" y="63"/>
                      </a:cubicBezTo>
                      <a:cubicBezTo>
                        <a:pt x="36" y="63"/>
                        <a:pt x="36" y="63"/>
                        <a:pt x="36" y="63"/>
                      </a:cubicBezTo>
                      <a:cubicBezTo>
                        <a:pt x="36" y="63"/>
                        <a:pt x="36" y="63"/>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1"/>
                        <a:pt x="36" y="61"/>
                      </a:cubicBezTo>
                      <a:cubicBezTo>
                        <a:pt x="36" y="61"/>
                        <a:pt x="36" y="61"/>
                        <a:pt x="36" y="61"/>
                      </a:cubicBezTo>
                      <a:cubicBezTo>
                        <a:pt x="36" y="61"/>
                        <a:pt x="36" y="61"/>
                        <a:pt x="36" y="61"/>
                      </a:cubicBezTo>
                      <a:cubicBezTo>
                        <a:pt x="36" y="61"/>
                        <a:pt x="36" y="61"/>
                        <a:pt x="36" y="61"/>
                      </a:cubicBezTo>
                      <a:cubicBezTo>
                        <a:pt x="36" y="61"/>
                        <a:pt x="36" y="61"/>
                        <a:pt x="36" y="61"/>
                      </a:cubicBezTo>
                      <a:cubicBezTo>
                        <a:pt x="36" y="61"/>
                        <a:pt x="36" y="61"/>
                        <a:pt x="36" y="61"/>
                      </a:cubicBezTo>
                      <a:cubicBezTo>
                        <a:pt x="36" y="61"/>
                        <a:pt x="36" y="61"/>
                        <a:pt x="36" y="61"/>
                      </a:cubicBezTo>
                      <a:cubicBezTo>
                        <a:pt x="36" y="61"/>
                        <a:pt x="36" y="61"/>
                        <a:pt x="36" y="61"/>
                      </a:cubicBezTo>
                      <a:cubicBezTo>
                        <a:pt x="36" y="61"/>
                        <a:pt x="36" y="61"/>
                        <a:pt x="36" y="61"/>
                      </a:cubicBezTo>
                      <a:cubicBezTo>
                        <a:pt x="36" y="61"/>
                        <a:pt x="36" y="61"/>
                        <a:pt x="36" y="61"/>
                      </a:cubicBezTo>
                      <a:cubicBezTo>
                        <a:pt x="36" y="61"/>
                        <a:pt x="36" y="61"/>
                        <a:pt x="36" y="61"/>
                      </a:cubicBezTo>
                      <a:cubicBezTo>
                        <a:pt x="36" y="61"/>
                        <a:pt x="36" y="60"/>
                        <a:pt x="36" y="60"/>
                      </a:cubicBezTo>
                      <a:cubicBezTo>
                        <a:pt x="36" y="60"/>
                        <a:pt x="36" y="60"/>
                        <a:pt x="36" y="60"/>
                      </a:cubicBezTo>
                      <a:cubicBezTo>
                        <a:pt x="36" y="60"/>
                        <a:pt x="36" y="60"/>
                        <a:pt x="36" y="60"/>
                      </a:cubicBezTo>
                      <a:cubicBezTo>
                        <a:pt x="36" y="60"/>
                        <a:pt x="36" y="60"/>
                        <a:pt x="36" y="60"/>
                      </a:cubicBezTo>
                      <a:cubicBezTo>
                        <a:pt x="36" y="60"/>
                        <a:pt x="36" y="60"/>
                        <a:pt x="36" y="60"/>
                      </a:cubicBezTo>
                      <a:cubicBezTo>
                        <a:pt x="36" y="60"/>
                        <a:pt x="36" y="60"/>
                        <a:pt x="36" y="60"/>
                      </a:cubicBezTo>
                      <a:cubicBezTo>
                        <a:pt x="36" y="60"/>
                        <a:pt x="36" y="60"/>
                        <a:pt x="36" y="60"/>
                      </a:cubicBezTo>
                      <a:cubicBezTo>
                        <a:pt x="36" y="60"/>
                        <a:pt x="36" y="60"/>
                        <a:pt x="36" y="60"/>
                      </a:cubicBezTo>
                      <a:cubicBezTo>
                        <a:pt x="36" y="60"/>
                        <a:pt x="36" y="60"/>
                        <a:pt x="36" y="60"/>
                      </a:cubicBezTo>
                      <a:cubicBezTo>
                        <a:pt x="36" y="60"/>
                        <a:pt x="36" y="60"/>
                        <a:pt x="36" y="60"/>
                      </a:cubicBezTo>
                      <a:cubicBezTo>
                        <a:pt x="36" y="60"/>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lose/>
                      <a:moveTo>
                        <a:pt x="37" y="59"/>
                      </a:move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lose/>
                      <a:moveTo>
                        <a:pt x="40" y="60"/>
                      </a:moveTo>
                      <a:cubicBezTo>
                        <a:pt x="40" y="60"/>
                        <a:pt x="40" y="60"/>
                        <a:pt x="40" y="60"/>
                      </a:cubicBezTo>
                      <a:cubicBezTo>
                        <a:pt x="40" y="60"/>
                        <a:pt x="39" y="60"/>
                        <a:pt x="39" y="60"/>
                      </a:cubicBezTo>
                      <a:cubicBezTo>
                        <a:pt x="39" y="60"/>
                        <a:pt x="39" y="60"/>
                        <a:pt x="39" y="60"/>
                      </a:cubicBezTo>
                      <a:cubicBezTo>
                        <a:pt x="38" y="60"/>
                        <a:pt x="38" y="60"/>
                        <a:pt x="38" y="60"/>
                      </a:cubicBezTo>
                      <a:cubicBezTo>
                        <a:pt x="39" y="61"/>
                        <a:pt x="39" y="61"/>
                        <a:pt x="39" y="61"/>
                      </a:cubicBezTo>
                      <a:cubicBezTo>
                        <a:pt x="39" y="61"/>
                        <a:pt x="40" y="61"/>
                        <a:pt x="40" y="61"/>
                      </a:cubicBezTo>
                      <a:cubicBezTo>
                        <a:pt x="40" y="61"/>
                        <a:pt x="40" y="61"/>
                        <a:pt x="40" y="61"/>
                      </a:cubicBezTo>
                      <a:cubicBezTo>
                        <a:pt x="40" y="61"/>
                        <a:pt x="40" y="60"/>
                        <a:pt x="40" y="60"/>
                      </a:cubicBezTo>
                      <a:close/>
                      <a:moveTo>
                        <a:pt x="37" y="59"/>
                      </a:move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lose/>
                      <a:moveTo>
                        <a:pt x="33" y="57"/>
                      </a:move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lose/>
                      <a:moveTo>
                        <a:pt x="37" y="59"/>
                      </a:moveTo>
                      <a:cubicBezTo>
                        <a:pt x="37" y="59"/>
                        <a:pt x="37" y="59"/>
                        <a:pt x="37" y="59"/>
                      </a:cubicBezTo>
                      <a:cubicBezTo>
                        <a:pt x="37" y="59"/>
                        <a:pt x="37" y="59"/>
                        <a:pt x="37" y="59"/>
                      </a:cubicBezTo>
                      <a:cubicBezTo>
                        <a:pt x="37" y="59"/>
                        <a:pt x="37" y="59"/>
                        <a:pt x="37" y="59"/>
                      </a:cubicBezTo>
                      <a:cubicBezTo>
                        <a:pt x="37" y="59"/>
                        <a:pt x="37" y="59"/>
                        <a:pt x="37" y="59"/>
                      </a:cubicBezTo>
                      <a:cubicBezTo>
                        <a:pt x="37" y="59"/>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8" y="60"/>
                        <a:pt x="38" y="60"/>
                        <a:pt x="38" y="60"/>
                      </a:cubicBezTo>
                      <a:cubicBezTo>
                        <a:pt x="38" y="60"/>
                        <a:pt x="38" y="60"/>
                        <a:pt x="38" y="60"/>
                      </a:cubicBezTo>
                      <a:cubicBezTo>
                        <a:pt x="38" y="60"/>
                        <a:pt x="38" y="60"/>
                        <a:pt x="38" y="60"/>
                      </a:cubicBezTo>
                      <a:cubicBezTo>
                        <a:pt x="38" y="60"/>
                        <a:pt x="38" y="60"/>
                        <a:pt x="38" y="60"/>
                      </a:cubicBezTo>
                      <a:cubicBezTo>
                        <a:pt x="38" y="60"/>
                        <a:pt x="38" y="59"/>
                        <a:pt x="38"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lose/>
                      <a:moveTo>
                        <a:pt x="51" y="55"/>
                      </a:moveTo>
                      <a:cubicBezTo>
                        <a:pt x="51" y="55"/>
                        <a:pt x="51" y="56"/>
                        <a:pt x="51" y="56"/>
                      </a:cubicBezTo>
                      <a:cubicBezTo>
                        <a:pt x="51" y="56"/>
                        <a:pt x="51" y="57"/>
                        <a:pt x="51" y="57"/>
                      </a:cubicBezTo>
                      <a:cubicBezTo>
                        <a:pt x="51" y="58"/>
                        <a:pt x="51" y="58"/>
                        <a:pt x="50" y="59"/>
                      </a:cubicBezTo>
                      <a:cubicBezTo>
                        <a:pt x="50" y="59"/>
                        <a:pt x="50" y="59"/>
                        <a:pt x="50" y="59"/>
                      </a:cubicBezTo>
                      <a:cubicBezTo>
                        <a:pt x="49" y="59"/>
                        <a:pt x="49" y="58"/>
                        <a:pt x="49" y="58"/>
                      </a:cubicBezTo>
                      <a:cubicBezTo>
                        <a:pt x="49" y="58"/>
                        <a:pt x="49" y="58"/>
                        <a:pt x="49" y="58"/>
                      </a:cubicBezTo>
                      <a:cubicBezTo>
                        <a:pt x="49" y="58"/>
                        <a:pt x="49" y="58"/>
                        <a:pt x="49" y="57"/>
                      </a:cubicBezTo>
                      <a:cubicBezTo>
                        <a:pt x="48" y="57"/>
                        <a:pt x="49" y="57"/>
                        <a:pt x="48" y="57"/>
                      </a:cubicBezTo>
                      <a:cubicBezTo>
                        <a:pt x="48" y="57"/>
                        <a:pt x="48" y="57"/>
                        <a:pt x="48" y="57"/>
                      </a:cubicBezTo>
                      <a:cubicBezTo>
                        <a:pt x="48" y="57"/>
                        <a:pt x="48" y="57"/>
                        <a:pt x="48" y="57"/>
                      </a:cubicBezTo>
                      <a:cubicBezTo>
                        <a:pt x="49" y="57"/>
                        <a:pt x="49" y="56"/>
                        <a:pt x="49" y="57"/>
                      </a:cubicBezTo>
                      <a:cubicBezTo>
                        <a:pt x="49" y="57"/>
                        <a:pt x="49" y="56"/>
                        <a:pt x="49" y="56"/>
                      </a:cubicBezTo>
                      <a:cubicBezTo>
                        <a:pt x="49" y="56"/>
                        <a:pt x="49" y="56"/>
                        <a:pt x="50" y="56"/>
                      </a:cubicBezTo>
                      <a:cubicBezTo>
                        <a:pt x="50" y="56"/>
                        <a:pt x="50" y="56"/>
                        <a:pt x="50" y="56"/>
                      </a:cubicBezTo>
                      <a:cubicBezTo>
                        <a:pt x="49" y="56"/>
                        <a:pt x="49" y="56"/>
                        <a:pt x="49" y="56"/>
                      </a:cubicBezTo>
                      <a:cubicBezTo>
                        <a:pt x="49" y="56"/>
                        <a:pt x="49" y="56"/>
                        <a:pt x="49" y="56"/>
                      </a:cubicBezTo>
                      <a:cubicBezTo>
                        <a:pt x="49" y="56"/>
                        <a:pt x="49" y="56"/>
                        <a:pt x="48" y="56"/>
                      </a:cubicBezTo>
                      <a:cubicBezTo>
                        <a:pt x="48" y="56"/>
                        <a:pt x="48" y="56"/>
                        <a:pt x="48" y="56"/>
                      </a:cubicBezTo>
                      <a:cubicBezTo>
                        <a:pt x="48" y="56"/>
                        <a:pt x="48" y="56"/>
                        <a:pt x="48" y="56"/>
                      </a:cubicBezTo>
                      <a:cubicBezTo>
                        <a:pt x="48" y="57"/>
                        <a:pt x="48" y="56"/>
                        <a:pt x="48" y="57"/>
                      </a:cubicBezTo>
                      <a:cubicBezTo>
                        <a:pt x="48" y="57"/>
                        <a:pt x="48" y="57"/>
                        <a:pt x="48" y="57"/>
                      </a:cubicBezTo>
                      <a:cubicBezTo>
                        <a:pt x="47" y="57"/>
                        <a:pt x="47" y="56"/>
                        <a:pt x="47" y="56"/>
                      </a:cubicBezTo>
                      <a:cubicBezTo>
                        <a:pt x="47" y="56"/>
                        <a:pt x="47" y="56"/>
                        <a:pt x="47" y="56"/>
                      </a:cubicBezTo>
                      <a:cubicBezTo>
                        <a:pt x="47" y="56"/>
                        <a:pt x="47" y="56"/>
                        <a:pt x="47" y="56"/>
                      </a:cubicBezTo>
                      <a:cubicBezTo>
                        <a:pt x="46" y="56"/>
                        <a:pt x="46" y="56"/>
                        <a:pt x="46" y="56"/>
                      </a:cubicBezTo>
                      <a:cubicBezTo>
                        <a:pt x="46" y="56"/>
                        <a:pt x="46" y="56"/>
                        <a:pt x="46" y="56"/>
                      </a:cubicBezTo>
                      <a:cubicBezTo>
                        <a:pt x="45" y="55"/>
                        <a:pt x="45" y="55"/>
                        <a:pt x="45" y="56"/>
                      </a:cubicBezTo>
                      <a:cubicBezTo>
                        <a:pt x="45" y="56"/>
                        <a:pt x="44" y="56"/>
                        <a:pt x="44" y="55"/>
                      </a:cubicBezTo>
                      <a:cubicBezTo>
                        <a:pt x="44" y="55"/>
                        <a:pt x="44" y="55"/>
                        <a:pt x="44" y="55"/>
                      </a:cubicBezTo>
                      <a:cubicBezTo>
                        <a:pt x="44" y="55"/>
                        <a:pt x="44" y="54"/>
                        <a:pt x="44" y="54"/>
                      </a:cubicBezTo>
                      <a:cubicBezTo>
                        <a:pt x="44" y="54"/>
                        <a:pt x="44" y="54"/>
                        <a:pt x="44" y="54"/>
                      </a:cubicBezTo>
                      <a:cubicBezTo>
                        <a:pt x="44" y="54"/>
                        <a:pt x="44" y="54"/>
                        <a:pt x="44" y="54"/>
                      </a:cubicBezTo>
                      <a:cubicBezTo>
                        <a:pt x="44" y="54"/>
                        <a:pt x="44" y="53"/>
                        <a:pt x="44" y="53"/>
                      </a:cubicBezTo>
                      <a:cubicBezTo>
                        <a:pt x="44" y="53"/>
                        <a:pt x="43" y="52"/>
                        <a:pt x="43" y="52"/>
                      </a:cubicBezTo>
                      <a:cubicBezTo>
                        <a:pt x="43" y="52"/>
                        <a:pt x="42" y="52"/>
                        <a:pt x="42" y="52"/>
                      </a:cubicBezTo>
                      <a:cubicBezTo>
                        <a:pt x="41" y="52"/>
                        <a:pt x="41" y="52"/>
                        <a:pt x="41" y="51"/>
                      </a:cubicBezTo>
                      <a:cubicBezTo>
                        <a:pt x="41" y="51"/>
                        <a:pt x="41" y="51"/>
                        <a:pt x="41" y="51"/>
                      </a:cubicBezTo>
                      <a:cubicBezTo>
                        <a:pt x="41" y="51"/>
                        <a:pt x="41" y="51"/>
                        <a:pt x="41" y="50"/>
                      </a:cubicBezTo>
                      <a:cubicBezTo>
                        <a:pt x="40" y="50"/>
                        <a:pt x="40" y="50"/>
                        <a:pt x="40" y="50"/>
                      </a:cubicBezTo>
                      <a:cubicBezTo>
                        <a:pt x="40" y="50"/>
                        <a:pt x="39" y="50"/>
                        <a:pt x="39" y="50"/>
                      </a:cubicBezTo>
                      <a:cubicBezTo>
                        <a:pt x="39" y="49"/>
                        <a:pt x="39" y="49"/>
                        <a:pt x="39" y="49"/>
                      </a:cubicBezTo>
                      <a:cubicBezTo>
                        <a:pt x="39" y="49"/>
                        <a:pt x="39" y="49"/>
                        <a:pt x="39" y="49"/>
                      </a:cubicBezTo>
                      <a:cubicBezTo>
                        <a:pt x="39" y="49"/>
                        <a:pt x="39" y="49"/>
                        <a:pt x="39" y="49"/>
                      </a:cubicBezTo>
                      <a:cubicBezTo>
                        <a:pt x="38" y="49"/>
                        <a:pt x="38" y="49"/>
                        <a:pt x="38" y="49"/>
                      </a:cubicBezTo>
                      <a:cubicBezTo>
                        <a:pt x="38" y="49"/>
                        <a:pt x="38" y="50"/>
                        <a:pt x="38" y="50"/>
                      </a:cubicBezTo>
                      <a:cubicBezTo>
                        <a:pt x="39" y="50"/>
                        <a:pt x="39" y="50"/>
                        <a:pt x="38" y="51"/>
                      </a:cubicBezTo>
                      <a:cubicBezTo>
                        <a:pt x="38" y="51"/>
                        <a:pt x="38" y="51"/>
                        <a:pt x="38" y="51"/>
                      </a:cubicBezTo>
                      <a:cubicBezTo>
                        <a:pt x="39" y="51"/>
                        <a:pt x="39" y="52"/>
                        <a:pt x="39" y="52"/>
                      </a:cubicBezTo>
                      <a:cubicBezTo>
                        <a:pt x="39" y="52"/>
                        <a:pt x="39" y="52"/>
                        <a:pt x="39" y="52"/>
                      </a:cubicBezTo>
                      <a:cubicBezTo>
                        <a:pt x="39" y="52"/>
                        <a:pt x="39" y="52"/>
                        <a:pt x="39" y="52"/>
                      </a:cubicBezTo>
                      <a:cubicBezTo>
                        <a:pt x="39" y="52"/>
                        <a:pt x="39" y="53"/>
                        <a:pt x="39" y="53"/>
                      </a:cubicBezTo>
                      <a:cubicBezTo>
                        <a:pt x="40" y="53"/>
                        <a:pt x="40" y="53"/>
                        <a:pt x="40" y="54"/>
                      </a:cubicBezTo>
                      <a:cubicBezTo>
                        <a:pt x="40" y="54"/>
                        <a:pt x="40" y="54"/>
                        <a:pt x="40" y="54"/>
                      </a:cubicBezTo>
                      <a:cubicBezTo>
                        <a:pt x="40" y="54"/>
                        <a:pt x="40" y="54"/>
                        <a:pt x="40" y="54"/>
                      </a:cubicBezTo>
                      <a:cubicBezTo>
                        <a:pt x="40" y="54"/>
                        <a:pt x="40" y="54"/>
                        <a:pt x="40" y="54"/>
                      </a:cubicBezTo>
                      <a:cubicBezTo>
                        <a:pt x="40" y="54"/>
                        <a:pt x="40" y="54"/>
                        <a:pt x="40" y="54"/>
                      </a:cubicBezTo>
                      <a:cubicBezTo>
                        <a:pt x="40" y="54"/>
                        <a:pt x="40" y="54"/>
                        <a:pt x="40" y="55"/>
                      </a:cubicBezTo>
                      <a:cubicBezTo>
                        <a:pt x="39" y="55"/>
                        <a:pt x="39" y="55"/>
                        <a:pt x="39" y="54"/>
                      </a:cubicBezTo>
                      <a:cubicBezTo>
                        <a:pt x="39" y="54"/>
                        <a:pt x="39" y="54"/>
                        <a:pt x="39" y="53"/>
                      </a:cubicBezTo>
                      <a:cubicBezTo>
                        <a:pt x="39" y="53"/>
                        <a:pt x="39" y="53"/>
                        <a:pt x="39" y="53"/>
                      </a:cubicBezTo>
                      <a:cubicBezTo>
                        <a:pt x="38" y="53"/>
                        <a:pt x="38" y="53"/>
                        <a:pt x="38" y="53"/>
                      </a:cubicBezTo>
                      <a:cubicBezTo>
                        <a:pt x="38" y="53"/>
                        <a:pt x="38" y="53"/>
                        <a:pt x="38" y="52"/>
                      </a:cubicBezTo>
                      <a:cubicBezTo>
                        <a:pt x="38" y="52"/>
                        <a:pt x="38" y="52"/>
                        <a:pt x="38" y="52"/>
                      </a:cubicBezTo>
                      <a:cubicBezTo>
                        <a:pt x="37" y="52"/>
                        <a:pt x="37" y="52"/>
                        <a:pt x="37" y="52"/>
                      </a:cubicBezTo>
                      <a:cubicBezTo>
                        <a:pt x="37" y="52"/>
                        <a:pt x="36" y="52"/>
                        <a:pt x="36" y="51"/>
                      </a:cubicBezTo>
                      <a:cubicBezTo>
                        <a:pt x="36" y="51"/>
                        <a:pt x="36" y="51"/>
                        <a:pt x="36" y="51"/>
                      </a:cubicBezTo>
                      <a:cubicBezTo>
                        <a:pt x="36" y="51"/>
                        <a:pt x="36" y="51"/>
                        <a:pt x="36" y="51"/>
                      </a:cubicBezTo>
                      <a:cubicBezTo>
                        <a:pt x="36" y="50"/>
                        <a:pt x="35" y="50"/>
                        <a:pt x="35" y="50"/>
                      </a:cubicBezTo>
                      <a:cubicBezTo>
                        <a:pt x="35" y="50"/>
                        <a:pt x="35" y="50"/>
                        <a:pt x="34" y="50"/>
                      </a:cubicBezTo>
                      <a:cubicBezTo>
                        <a:pt x="34" y="50"/>
                        <a:pt x="34" y="50"/>
                        <a:pt x="34" y="50"/>
                      </a:cubicBezTo>
                      <a:cubicBezTo>
                        <a:pt x="34" y="50"/>
                        <a:pt x="34" y="50"/>
                        <a:pt x="34" y="50"/>
                      </a:cubicBezTo>
                      <a:cubicBezTo>
                        <a:pt x="33" y="50"/>
                        <a:pt x="33" y="49"/>
                        <a:pt x="33" y="49"/>
                      </a:cubicBezTo>
                      <a:cubicBezTo>
                        <a:pt x="33" y="49"/>
                        <a:pt x="33" y="49"/>
                        <a:pt x="33" y="49"/>
                      </a:cubicBezTo>
                      <a:cubicBezTo>
                        <a:pt x="33" y="49"/>
                        <a:pt x="33" y="49"/>
                        <a:pt x="32" y="49"/>
                      </a:cubicBezTo>
                      <a:cubicBezTo>
                        <a:pt x="32" y="50"/>
                        <a:pt x="32" y="50"/>
                        <a:pt x="32" y="50"/>
                      </a:cubicBezTo>
                      <a:cubicBezTo>
                        <a:pt x="32" y="50"/>
                        <a:pt x="31" y="50"/>
                        <a:pt x="31" y="50"/>
                      </a:cubicBezTo>
                      <a:cubicBezTo>
                        <a:pt x="31" y="50"/>
                        <a:pt x="31" y="50"/>
                        <a:pt x="31" y="50"/>
                      </a:cubicBezTo>
                      <a:cubicBezTo>
                        <a:pt x="31" y="50"/>
                        <a:pt x="31" y="51"/>
                        <a:pt x="31" y="51"/>
                      </a:cubicBezTo>
                      <a:cubicBezTo>
                        <a:pt x="31" y="51"/>
                        <a:pt x="31" y="51"/>
                        <a:pt x="31" y="51"/>
                      </a:cubicBezTo>
                      <a:cubicBezTo>
                        <a:pt x="31" y="51"/>
                        <a:pt x="31" y="51"/>
                        <a:pt x="31" y="51"/>
                      </a:cubicBezTo>
                      <a:cubicBezTo>
                        <a:pt x="31" y="51"/>
                        <a:pt x="31" y="52"/>
                        <a:pt x="30" y="52"/>
                      </a:cubicBezTo>
                      <a:cubicBezTo>
                        <a:pt x="30" y="52"/>
                        <a:pt x="30" y="52"/>
                        <a:pt x="30" y="52"/>
                      </a:cubicBezTo>
                      <a:cubicBezTo>
                        <a:pt x="30" y="52"/>
                        <a:pt x="30" y="52"/>
                        <a:pt x="29" y="52"/>
                      </a:cubicBezTo>
                      <a:cubicBezTo>
                        <a:pt x="29" y="52"/>
                        <a:pt x="29" y="52"/>
                        <a:pt x="29" y="52"/>
                      </a:cubicBezTo>
                      <a:cubicBezTo>
                        <a:pt x="29" y="52"/>
                        <a:pt x="29" y="52"/>
                        <a:pt x="29" y="52"/>
                      </a:cubicBezTo>
                      <a:cubicBezTo>
                        <a:pt x="29" y="52"/>
                        <a:pt x="29" y="52"/>
                        <a:pt x="29" y="52"/>
                      </a:cubicBezTo>
                      <a:cubicBezTo>
                        <a:pt x="29" y="52"/>
                        <a:pt x="29" y="52"/>
                        <a:pt x="29" y="52"/>
                      </a:cubicBezTo>
                      <a:cubicBezTo>
                        <a:pt x="29" y="52"/>
                        <a:pt x="29" y="52"/>
                        <a:pt x="28" y="52"/>
                      </a:cubicBezTo>
                      <a:cubicBezTo>
                        <a:pt x="28" y="52"/>
                        <a:pt x="28" y="52"/>
                        <a:pt x="28" y="52"/>
                      </a:cubicBezTo>
                      <a:cubicBezTo>
                        <a:pt x="28" y="52"/>
                        <a:pt x="28" y="52"/>
                        <a:pt x="28" y="52"/>
                      </a:cubicBezTo>
                      <a:cubicBezTo>
                        <a:pt x="28" y="52"/>
                        <a:pt x="28" y="52"/>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7" y="51"/>
                        <a:pt x="27" y="51"/>
                        <a:pt x="27" y="51"/>
                      </a:cubicBezTo>
                      <a:cubicBezTo>
                        <a:pt x="27" y="51"/>
                        <a:pt x="27" y="52"/>
                        <a:pt x="27" y="51"/>
                      </a:cubicBezTo>
                      <a:cubicBezTo>
                        <a:pt x="26" y="51"/>
                        <a:pt x="26" y="51"/>
                        <a:pt x="27" y="51"/>
                      </a:cubicBezTo>
                      <a:cubicBezTo>
                        <a:pt x="27" y="50"/>
                        <a:pt x="27" y="50"/>
                        <a:pt x="27" y="50"/>
                      </a:cubicBezTo>
                      <a:cubicBezTo>
                        <a:pt x="27" y="50"/>
                        <a:pt x="27" y="50"/>
                        <a:pt x="27" y="50"/>
                      </a:cubicBezTo>
                      <a:cubicBezTo>
                        <a:pt x="26" y="50"/>
                        <a:pt x="26" y="50"/>
                        <a:pt x="25" y="50"/>
                      </a:cubicBezTo>
                      <a:cubicBezTo>
                        <a:pt x="25" y="50"/>
                        <a:pt x="25" y="50"/>
                        <a:pt x="25" y="50"/>
                      </a:cubicBezTo>
                      <a:cubicBezTo>
                        <a:pt x="25" y="50"/>
                        <a:pt x="25" y="51"/>
                        <a:pt x="25" y="51"/>
                      </a:cubicBezTo>
                      <a:cubicBezTo>
                        <a:pt x="25" y="51"/>
                        <a:pt x="25" y="51"/>
                        <a:pt x="25" y="51"/>
                      </a:cubicBezTo>
                      <a:cubicBezTo>
                        <a:pt x="25" y="51"/>
                        <a:pt x="25" y="51"/>
                        <a:pt x="25" y="51"/>
                      </a:cubicBezTo>
                      <a:cubicBezTo>
                        <a:pt x="25" y="51"/>
                        <a:pt x="25" y="51"/>
                        <a:pt x="25" y="51"/>
                      </a:cubicBezTo>
                      <a:cubicBezTo>
                        <a:pt x="25" y="50"/>
                        <a:pt x="25" y="50"/>
                        <a:pt x="25" y="50"/>
                      </a:cubicBezTo>
                      <a:cubicBezTo>
                        <a:pt x="25" y="50"/>
                        <a:pt x="25" y="50"/>
                        <a:pt x="25" y="50"/>
                      </a:cubicBezTo>
                      <a:cubicBezTo>
                        <a:pt x="25" y="49"/>
                        <a:pt x="25" y="49"/>
                        <a:pt x="24" y="48"/>
                      </a:cubicBezTo>
                      <a:cubicBezTo>
                        <a:pt x="24" y="48"/>
                        <a:pt x="24" y="48"/>
                        <a:pt x="24" y="48"/>
                      </a:cubicBezTo>
                      <a:cubicBezTo>
                        <a:pt x="24" y="48"/>
                        <a:pt x="24" y="48"/>
                        <a:pt x="24" y="48"/>
                      </a:cubicBezTo>
                      <a:cubicBezTo>
                        <a:pt x="24" y="48"/>
                        <a:pt x="24" y="48"/>
                        <a:pt x="24" y="48"/>
                      </a:cubicBezTo>
                      <a:cubicBezTo>
                        <a:pt x="24" y="48"/>
                        <a:pt x="25" y="48"/>
                        <a:pt x="25" y="48"/>
                      </a:cubicBezTo>
                      <a:cubicBezTo>
                        <a:pt x="25" y="47"/>
                        <a:pt x="25" y="47"/>
                        <a:pt x="25" y="47"/>
                      </a:cubicBezTo>
                      <a:cubicBezTo>
                        <a:pt x="25" y="47"/>
                        <a:pt x="25" y="47"/>
                        <a:pt x="25" y="47"/>
                      </a:cubicBezTo>
                      <a:cubicBezTo>
                        <a:pt x="25" y="47"/>
                        <a:pt x="26" y="47"/>
                        <a:pt x="26" y="46"/>
                      </a:cubicBezTo>
                      <a:cubicBezTo>
                        <a:pt x="26" y="46"/>
                        <a:pt x="26" y="46"/>
                        <a:pt x="26" y="46"/>
                      </a:cubicBezTo>
                      <a:cubicBezTo>
                        <a:pt x="27" y="46"/>
                        <a:pt x="27" y="46"/>
                        <a:pt x="27" y="46"/>
                      </a:cubicBezTo>
                      <a:cubicBezTo>
                        <a:pt x="27" y="46"/>
                        <a:pt x="27" y="45"/>
                        <a:pt x="27" y="45"/>
                      </a:cubicBezTo>
                      <a:cubicBezTo>
                        <a:pt x="27" y="45"/>
                        <a:pt x="27" y="45"/>
                        <a:pt x="27" y="45"/>
                      </a:cubicBezTo>
                      <a:cubicBezTo>
                        <a:pt x="27" y="45"/>
                        <a:pt x="27" y="45"/>
                        <a:pt x="27" y="44"/>
                      </a:cubicBezTo>
                      <a:cubicBezTo>
                        <a:pt x="26" y="44"/>
                        <a:pt x="26" y="44"/>
                        <a:pt x="26" y="44"/>
                      </a:cubicBezTo>
                      <a:cubicBezTo>
                        <a:pt x="26" y="44"/>
                        <a:pt x="26" y="44"/>
                        <a:pt x="26" y="44"/>
                      </a:cubicBezTo>
                      <a:cubicBezTo>
                        <a:pt x="26" y="44"/>
                        <a:pt x="26" y="44"/>
                        <a:pt x="25" y="44"/>
                      </a:cubicBezTo>
                      <a:cubicBezTo>
                        <a:pt x="25" y="44"/>
                        <a:pt x="25" y="44"/>
                        <a:pt x="25" y="44"/>
                      </a:cubicBezTo>
                      <a:cubicBezTo>
                        <a:pt x="25" y="44"/>
                        <a:pt x="24" y="44"/>
                        <a:pt x="24" y="43"/>
                      </a:cubicBezTo>
                      <a:cubicBezTo>
                        <a:pt x="24" y="43"/>
                        <a:pt x="24" y="43"/>
                        <a:pt x="24" y="43"/>
                      </a:cubicBezTo>
                      <a:cubicBezTo>
                        <a:pt x="24" y="43"/>
                        <a:pt x="24" y="43"/>
                        <a:pt x="24" y="43"/>
                      </a:cubicBezTo>
                      <a:cubicBezTo>
                        <a:pt x="24" y="44"/>
                        <a:pt x="24" y="44"/>
                        <a:pt x="24" y="44"/>
                      </a:cubicBezTo>
                      <a:cubicBezTo>
                        <a:pt x="24" y="45"/>
                        <a:pt x="24" y="45"/>
                        <a:pt x="24" y="46"/>
                      </a:cubicBezTo>
                      <a:cubicBezTo>
                        <a:pt x="24" y="46"/>
                        <a:pt x="24" y="46"/>
                        <a:pt x="24" y="46"/>
                      </a:cubicBezTo>
                      <a:cubicBezTo>
                        <a:pt x="24" y="46"/>
                        <a:pt x="24" y="46"/>
                        <a:pt x="24" y="46"/>
                      </a:cubicBezTo>
                      <a:cubicBezTo>
                        <a:pt x="24" y="46"/>
                        <a:pt x="24" y="46"/>
                        <a:pt x="24" y="46"/>
                      </a:cubicBezTo>
                      <a:cubicBezTo>
                        <a:pt x="23" y="46"/>
                        <a:pt x="23" y="46"/>
                        <a:pt x="23" y="46"/>
                      </a:cubicBezTo>
                      <a:cubicBezTo>
                        <a:pt x="23" y="46"/>
                        <a:pt x="23" y="46"/>
                        <a:pt x="23" y="46"/>
                      </a:cubicBezTo>
                      <a:cubicBezTo>
                        <a:pt x="23" y="45"/>
                        <a:pt x="23" y="45"/>
                        <a:pt x="23" y="45"/>
                      </a:cubicBezTo>
                      <a:cubicBezTo>
                        <a:pt x="22" y="45"/>
                        <a:pt x="22" y="45"/>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3"/>
                      </a:cubicBezTo>
                      <a:cubicBezTo>
                        <a:pt x="22" y="43"/>
                        <a:pt x="22" y="43"/>
                        <a:pt x="21" y="43"/>
                      </a:cubicBezTo>
                      <a:cubicBezTo>
                        <a:pt x="21" y="43"/>
                        <a:pt x="21" y="43"/>
                        <a:pt x="21" y="43"/>
                      </a:cubicBezTo>
                      <a:cubicBezTo>
                        <a:pt x="21" y="43"/>
                        <a:pt x="21" y="44"/>
                        <a:pt x="21" y="44"/>
                      </a:cubicBezTo>
                      <a:cubicBezTo>
                        <a:pt x="21" y="44"/>
                        <a:pt x="21" y="44"/>
                        <a:pt x="21" y="44"/>
                      </a:cubicBezTo>
                      <a:cubicBezTo>
                        <a:pt x="21" y="44"/>
                        <a:pt x="20" y="44"/>
                        <a:pt x="20" y="43"/>
                      </a:cubicBezTo>
                      <a:cubicBezTo>
                        <a:pt x="20" y="43"/>
                        <a:pt x="20" y="43"/>
                        <a:pt x="20" y="43"/>
                      </a:cubicBezTo>
                      <a:cubicBezTo>
                        <a:pt x="20" y="43"/>
                        <a:pt x="20" y="42"/>
                        <a:pt x="20" y="42"/>
                      </a:cubicBezTo>
                      <a:cubicBezTo>
                        <a:pt x="20" y="42"/>
                        <a:pt x="20" y="42"/>
                        <a:pt x="20" y="42"/>
                      </a:cubicBezTo>
                      <a:cubicBezTo>
                        <a:pt x="20" y="42"/>
                        <a:pt x="20" y="42"/>
                        <a:pt x="20" y="42"/>
                      </a:cubicBezTo>
                      <a:cubicBezTo>
                        <a:pt x="20" y="42"/>
                        <a:pt x="20" y="42"/>
                        <a:pt x="20" y="41"/>
                      </a:cubicBezTo>
                      <a:cubicBezTo>
                        <a:pt x="20" y="41"/>
                        <a:pt x="20" y="41"/>
                        <a:pt x="20" y="40"/>
                      </a:cubicBezTo>
                      <a:cubicBezTo>
                        <a:pt x="20" y="40"/>
                        <a:pt x="20" y="40"/>
                        <a:pt x="20" y="40"/>
                      </a:cubicBezTo>
                      <a:cubicBezTo>
                        <a:pt x="19" y="40"/>
                        <a:pt x="19" y="40"/>
                        <a:pt x="19" y="39"/>
                      </a:cubicBezTo>
                      <a:cubicBezTo>
                        <a:pt x="19" y="39"/>
                        <a:pt x="19" y="39"/>
                        <a:pt x="19" y="39"/>
                      </a:cubicBezTo>
                      <a:cubicBezTo>
                        <a:pt x="19" y="38"/>
                        <a:pt x="19" y="38"/>
                        <a:pt x="19" y="38"/>
                      </a:cubicBezTo>
                      <a:cubicBezTo>
                        <a:pt x="19" y="38"/>
                        <a:pt x="19" y="38"/>
                        <a:pt x="19" y="37"/>
                      </a:cubicBezTo>
                      <a:cubicBezTo>
                        <a:pt x="19" y="37"/>
                        <a:pt x="19" y="37"/>
                        <a:pt x="19" y="37"/>
                      </a:cubicBezTo>
                      <a:cubicBezTo>
                        <a:pt x="19" y="37"/>
                        <a:pt x="19" y="37"/>
                        <a:pt x="19" y="37"/>
                      </a:cubicBezTo>
                      <a:cubicBezTo>
                        <a:pt x="19" y="37"/>
                        <a:pt x="18" y="37"/>
                        <a:pt x="18" y="36"/>
                      </a:cubicBezTo>
                      <a:cubicBezTo>
                        <a:pt x="18" y="36"/>
                        <a:pt x="18" y="36"/>
                        <a:pt x="18" y="36"/>
                      </a:cubicBezTo>
                      <a:cubicBezTo>
                        <a:pt x="18" y="36"/>
                        <a:pt x="19" y="36"/>
                        <a:pt x="19" y="36"/>
                      </a:cubicBezTo>
                      <a:cubicBezTo>
                        <a:pt x="19" y="36"/>
                        <a:pt x="19" y="36"/>
                        <a:pt x="19"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4"/>
                        <a:pt x="18" y="34"/>
                        <a:pt x="18" y="33"/>
                      </a:cubicBezTo>
                      <a:cubicBezTo>
                        <a:pt x="18" y="33"/>
                        <a:pt x="18" y="33"/>
                        <a:pt x="18" y="33"/>
                      </a:cubicBezTo>
                      <a:cubicBezTo>
                        <a:pt x="18" y="32"/>
                        <a:pt x="18" y="32"/>
                        <a:pt x="18" y="32"/>
                      </a:cubicBezTo>
                      <a:cubicBezTo>
                        <a:pt x="18" y="32"/>
                        <a:pt x="19" y="32"/>
                        <a:pt x="19" y="32"/>
                      </a:cubicBezTo>
                      <a:cubicBezTo>
                        <a:pt x="19" y="32"/>
                        <a:pt x="19" y="32"/>
                        <a:pt x="19" y="32"/>
                      </a:cubicBezTo>
                      <a:cubicBezTo>
                        <a:pt x="19" y="32"/>
                        <a:pt x="19" y="32"/>
                        <a:pt x="19" y="32"/>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20" y="33"/>
                        <a:pt x="20" y="33"/>
                      </a:cubicBezTo>
                      <a:cubicBezTo>
                        <a:pt x="20" y="33"/>
                        <a:pt x="20" y="34"/>
                        <a:pt x="20" y="34"/>
                      </a:cubicBezTo>
                      <a:cubicBezTo>
                        <a:pt x="20" y="34"/>
                        <a:pt x="20" y="34"/>
                        <a:pt x="20" y="34"/>
                      </a:cubicBezTo>
                      <a:cubicBezTo>
                        <a:pt x="20" y="34"/>
                        <a:pt x="20" y="34"/>
                        <a:pt x="20" y="34"/>
                      </a:cubicBezTo>
                      <a:cubicBezTo>
                        <a:pt x="21" y="34"/>
                        <a:pt x="21" y="34"/>
                        <a:pt x="21" y="34"/>
                      </a:cubicBezTo>
                      <a:cubicBezTo>
                        <a:pt x="21" y="34"/>
                        <a:pt x="21" y="34"/>
                        <a:pt x="21" y="34"/>
                      </a:cubicBezTo>
                      <a:cubicBezTo>
                        <a:pt x="21" y="34"/>
                        <a:pt x="22" y="34"/>
                        <a:pt x="22" y="34"/>
                      </a:cubicBezTo>
                      <a:cubicBezTo>
                        <a:pt x="22" y="34"/>
                        <a:pt x="22" y="34"/>
                        <a:pt x="22" y="34"/>
                      </a:cubicBezTo>
                      <a:cubicBezTo>
                        <a:pt x="22" y="33"/>
                        <a:pt x="22" y="33"/>
                        <a:pt x="22" y="33"/>
                      </a:cubicBezTo>
                      <a:cubicBezTo>
                        <a:pt x="22" y="33"/>
                        <a:pt x="22" y="33"/>
                        <a:pt x="22" y="33"/>
                      </a:cubicBezTo>
                      <a:cubicBezTo>
                        <a:pt x="22" y="33"/>
                        <a:pt x="22" y="33"/>
                        <a:pt x="22" y="33"/>
                      </a:cubicBezTo>
                      <a:cubicBezTo>
                        <a:pt x="22" y="33"/>
                        <a:pt x="22" y="32"/>
                        <a:pt x="22" y="32"/>
                      </a:cubicBezTo>
                      <a:cubicBezTo>
                        <a:pt x="22" y="32"/>
                        <a:pt x="22" y="31"/>
                        <a:pt x="22" y="31"/>
                      </a:cubicBezTo>
                      <a:cubicBezTo>
                        <a:pt x="22" y="31"/>
                        <a:pt x="21" y="30"/>
                        <a:pt x="22" y="30"/>
                      </a:cubicBezTo>
                      <a:cubicBezTo>
                        <a:pt x="22" y="29"/>
                        <a:pt x="22" y="29"/>
                        <a:pt x="22" y="29"/>
                      </a:cubicBezTo>
                      <a:cubicBezTo>
                        <a:pt x="22" y="29"/>
                        <a:pt x="22" y="29"/>
                        <a:pt x="22" y="29"/>
                      </a:cubicBezTo>
                      <a:cubicBezTo>
                        <a:pt x="21" y="29"/>
                        <a:pt x="21"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7"/>
                      </a:cubicBezTo>
                      <a:cubicBezTo>
                        <a:pt x="22" y="27"/>
                        <a:pt x="22" y="27"/>
                        <a:pt x="22" y="27"/>
                      </a:cubicBezTo>
                      <a:cubicBezTo>
                        <a:pt x="22" y="27"/>
                        <a:pt x="22" y="27"/>
                        <a:pt x="22" y="27"/>
                      </a:cubicBezTo>
                      <a:cubicBezTo>
                        <a:pt x="22" y="26"/>
                        <a:pt x="22" y="26"/>
                        <a:pt x="22" y="26"/>
                      </a:cubicBezTo>
                      <a:cubicBezTo>
                        <a:pt x="22" y="26"/>
                        <a:pt x="22" y="25"/>
                        <a:pt x="22" y="25"/>
                      </a:cubicBezTo>
                      <a:cubicBezTo>
                        <a:pt x="22" y="25"/>
                        <a:pt x="22" y="25"/>
                        <a:pt x="22" y="25"/>
                      </a:cubicBezTo>
                      <a:cubicBezTo>
                        <a:pt x="22" y="24"/>
                        <a:pt x="22" y="24"/>
                        <a:pt x="22" y="24"/>
                      </a:cubicBezTo>
                      <a:cubicBezTo>
                        <a:pt x="22" y="24"/>
                        <a:pt x="22" y="24"/>
                        <a:pt x="22" y="24"/>
                      </a:cubicBezTo>
                      <a:cubicBezTo>
                        <a:pt x="22" y="24"/>
                        <a:pt x="22" y="23"/>
                        <a:pt x="21" y="23"/>
                      </a:cubicBezTo>
                      <a:cubicBezTo>
                        <a:pt x="21" y="23"/>
                        <a:pt x="21" y="23"/>
                        <a:pt x="21" y="23"/>
                      </a:cubicBezTo>
                      <a:cubicBezTo>
                        <a:pt x="21" y="22"/>
                        <a:pt x="22" y="22"/>
                        <a:pt x="22" y="22"/>
                      </a:cubicBezTo>
                      <a:cubicBezTo>
                        <a:pt x="22" y="22"/>
                        <a:pt x="22" y="22"/>
                        <a:pt x="22" y="22"/>
                      </a:cubicBezTo>
                      <a:cubicBezTo>
                        <a:pt x="22" y="22"/>
                        <a:pt x="22" y="21"/>
                        <a:pt x="22" y="21"/>
                      </a:cubicBezTo>
                      <a:cubicBezTo>
                        <a:pt x="22" y="21"/>
                        <a:pt x="22" y="21"/>
                        <a:pt x="22" y="21"/>
                      </a:cubicBezTo>
                      <a:cubicBezTo>
                        <a:pt x="22" y="21"/>
                        <a:pt x="22" y="20"/>
                        <a:pt x="22" y="20"/>
                      </a:cubicBezTo>
                      <a:cubicBezTo>
                        <a:pt x="22" y="20"/>
                        <a:pt x="22" y="20"/>
                        <a:pt x="22" y="20"/>
                      </a:cubicBezTo>
                      <a:cubicBezTo>
                        <a:pt x="22" y="20"/>
                        <a:pt x="22" y="20"/>
                        <a:pt x="22" y="20"/>
                      </a:cubicBezTo>
                      <a:cubicBezTo>
                        <a:pt x="22" y="20"/>
                        <a:pt x="22" y="20"/>
                        <a:pt x="22" y="20"/>
                      </a:cubicBezTo>
                      <a:cubicBezTo>
                        <a:pt x="22" y="20"/>
                        <a:pt x="22" y="19"/>
                        <a:pt x="22" y="19"/>
                      </a:cubicBezTo>
                      <a:cubicBezTo>
                        <a:pt x="22" y="19"/>
                        <a:pt x="22" y="19"/>
                        <a:pt x="22" y="19"/>
                      </a:cubicBezTo>
                      <a:cubicBezTo>
                        <a:pt x="22" y="18"/>
                        <a:pt x="23" y="18"/>
                        <a:pt x="23" y="18"/>
                      </a:cubicBezTo>
                      <a:cubicBezTo>
                        <a:pt x="23" y="17"/>
                        <a:pt x="23" y="17"/>
                        <a:pt x="23" y="17"/>
                      </a:cubicBezTo>
                      <a:cubicBezTo>
                        <a:pt x="23" y="17"/>
                        <a:pt x="22" y="17"/>
                        <a:pt x="22" y="17"/>
                      </a:cubicBezTo>
                      <a:cubicBezTo>
                        <a:pt x="22" y="17"/>
                        <a:pt x="22" y="16"/>
                        <a:pt x="23" y="16"/>
                      </a:cubicBezTo>
                      <a:cubicBezTo>
                        <a:pt x="23" y="16"/>
                        <a:pt x="23" y="16"/>
                        <a:pt x="23" y="16"/>
                      </a:cubicBezTo>
                      <a:cubicBezTo>
                        <a:pt x="23" y="16"/>
                        <a:pt x="24" y="16"/>
                        <a:pt x="24" y="16"/>
                      </a:cubicBezTo>
                      <a:cubicBezTo>
                        <a:pt x="24" y="16"/>
                        <a:pt x="24" y="16"/>
                        <a:pt x="24" y="16"/>
                      </a:cubicBezTo>
                      <a:cubicBezTo>
                        <a:pt x="24" y="15"/>
                        <a:pt x="24" y="15"/>
                        <a:pt x="24" y="15"/>
                      </a:cubicBezTo>
                      <a:cubicBezTo>
                        <a:pt x="24" y="15"/>
                        <a:pt x="24" y="15"/>
                        <a:pt x="24" y="15"/>
                      </a:cubicBezTo>
                      <a:cubicBezTo>
                        <a:pt x="25" y="15"/>
                        <a:pt x="25" y="15"/>
                        <a:pt x="25" y="15"/>
                      </a:cubicBezTo>
                      <a:cubicBezTo>
                        <a:pt x="25" y="15"/>
                        <a:pt x="25" y="15"/>
                        <a:pt x="25" y="15"/>
                      </a:cubicBezTo>
                      <a:cubicBezTo>
                        <a:pt x="25" y="15"/>
                        <a:pt x="25" y="16"/>
                        <a:pt x="25" y="16"/>
                      </a:cubicBezTo>
                      <a:cubicBezTo>
                        <a:pt x="25" y="16"/>
                        <a:pt x="25" y="16"/>
                        <a:pt x="25" y="16"/>
                      </a:cubicBezTo>
                      <a:cubicBezTo>
                        <a:pt x="25" y="16"/>
                        <a:pt x="25" y="16"/>
                        <a:pt x="25" y="16"/>
                      </a:cubicBezTo>
                      <a:cubicBezTo>
                        <a:pt x="25" y="16"/>
                        <a:pt x="25" y="16"/>
                        <a:pt x="25" y="16"/>
                      </a:cubicBezTo>
                      <a:cubicBezTo>
                        <a:pt x="25" y="15"/>
                        <a:pt x="25" y="15"/>
                        <a:pt x="26" y="15"/>
                      </a:cubicBezTo>
                      <a:cubicBezTo>
                        <a:pt x="26" y="15"/>
                        <a:pt x="26" y="15"/>
                        <a:pt x="26" y="15"/>
                      </a:cubicBezTo>
                      <a:cubicBezTo>
                        <a:pt x="26" y="15"/>
                        <a:pt x="27" y="15"/>
                        <a:pt x="27" y="15"/>
                      </a:cubicBezTo>
                      <a:cubicBezTo>
                        <a:pt x="27" y="15"/>
                        <a:pt x="27" y="15"/>
                        <a:pt x="27" y="15"/>
                      </a:cubicBezTo>
                      <a:cubicBezTo>
                        <a:pt x="27" y="15"/>
                        <a:pt x="28" y="16"/>
                        <a:pt x="28" y="16"/>
                      </a:cubicBezTo>
                      <a:cubicBezTo>
                        <a:pt x="29" y="16"/>
                        <a:pt x="29" y="16"/>
                        <a:pt x="29" y="16"/>
                      </a:cubicBezTo>
                      <a:cubicBezTo>
                        <a:pt x="29" y="16"/>
                        <a:pt x="29" y="16"/>
                        <a:pt x="29" y="16"/>
                      </a:cubicBezTo>
                      <a:cubicBezTo>
                        <a:pt x="29" y="16"/>
                        <a:pt x="29" y="16"/>
                        <a:pt x="29" y="16"/>
                      </a:cubicBezTo>
                      <a:cubicBezTo>
                        <a:pt x="30" y="17"/>
                        <a:pt x="30" y="17"/>
                        <a:pt x="30" y="17"/>
                      </a:cubicBezTo>
                      <a:cubicBezTo>
                        <a:pt x="30" y="17"/>
                        <a:pt x="30" y="17"/>
                        <a:pt x="30" y="17"/>
                      </a:cubicBezTo>
                      <a:cubicBezTo>
                        <a:pt x="31" y="17"/>
                        <a:pt x="32" y="17"/>
                        <a:pt x="32" y="17"/>
                      </a:cubicBezTo>
                      <a:cubicBezTo>
                        <a:pt x="32" y="17"/>
                        <a:pt x="32" y="17"/>
                        <a:pt x="32" y="17"/>
                      </a:cubicBezTo>
                      <a:cubicBezTo>
                        <a:pt x="32" y="17"/>
                        <a:pt x="33" y="17"/>
                        <a:pt x="33" y="17"/>
                      </a:cubicBezTo>
                      <a:cubicBezTo>
                        <a:pt x="33" y="17"/>
                        <a:pt x="33" y="17"/>
                        <a:pt x="33" y="17"/>
                      </a:cubicBezTo>
                      <a:cubicBezTo>
                        <a:pt x="33" y="17"/>
                        <a:pt x="34" y="16"/>
                        <a:pt x="34" y="16"/>
                      </a:cubicBezTo>
                      <a:cubicBezTo>
                        <a:pt x="34" y="16"/>
                        <a:pt x="34" y="16"/>
                        <a:pt x="34" y="16"/>
                      </a:cubicBezTo>
                      <a:cubicBezTo>
                        <a:pt x="34" y="16"/>
                        <a:pt x="34" y="16"/>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5" y="16"/>
                        <a:pt x="35" y="16"/>
                        <a:pt x="35" y="16"/>
                      </a:cubicBezTo>
                      <a:cubicBezTo>
                        <a:pt x="35" y="17"/>
                        <a:pt x="35" y="17"/>
                        <a:pt x="35" y="17"/>
                      </a:cubicBezTo>
                      <a:cubicBezTo>
                        <a:pt x="35" y="18"/>
                        <a:pt x="35" y="18"/>
                        <a:pt x="34" y="18"/>
                      </a:cubicBezTo>
                      <a:cubicBezTo>
                        <a:pt x="34" y="18"/>
                        <a:pt x="34" y="19"/>
                        <a:pt x="34" y="19"/>
                      </a:cubicBezTo>
                      <a:cubicBezTo>
                        <a:pt x="34" y="19"/>
                        <a:pt x="34" y="20"/>
                        <a:pt x="34" y="20"/>
                      </a:cubicBezTo>
                      <a:cubicBezTo>
                        <a:pt x="34" y="21"/>
                        <a:pt x="34" y="21"/>
                        <a:pt x="34" y="21"/>
                      </a:cubicBezTo>
                      <a:cubicBezTo>
                        <a:pt x="34" y="21"/>
                        <a:pt x="34" y="22"/>
                        <a:pt x="34" y="22"/>
                      </a:cubicBezTo>
                      <a:cubicBezTo>
                        <a:pt x="34" y="22"/>
                        <a:pt x="34" y="22"/>
                        <a:pt x="34" y="23"/>
                      </a:cubicBezTo>
                      <a:cubicBezTo>
                        <a:pt x="35" y="23"/>
                        <a:pt x="35" y="23"/>
                        <a:pt x="35" y="24"/>
                      </a:cubicBezTo>
                      <a:cubicBezTo>
                        <a:pt x="35" y="24"/>
                        <a:pt x="35" y="24"/>
                        <a:pt x="36" y="24"/>
                      </a:cubicBezTo>
                      <a:cubicBezTo>
                        <a:pt x="36" y="24"/>
                        <a:pt x="36" y="24"/>
                        <a:pt x="36" y="24"/>
                      </a:cubicBezTo>
                      <a:cubicBezTo>
                        <a:pt x="36" y="24"/>
                        <a:pt x="36" y="24"/>
                        <a:pt x="36" y="25"/>
                      </a:cubicBezTo>
                      <a:cubicBezTo>
                        <a:pt x="36" y="25"/>
                        <a:pt x="36" y="25"/>
                        <a:pt x="36" y="25"/>
                      </a:cubicBezTo>
                      <a:cubicBezTo>
                        <a:pt x="36" y="25"/>
                        <a:pt x="36" y="25"/>
                        <a:pt x="36" y="25"/>
                      </a:cubicBezTo>
                      <a:cubicBezTo>
                        <a:pt x="36" y="26"/>
                        <a:pt x="37" y="26"/>
                        <a:pt x="37" y="25"/>
                      </a:cubicBezTo>
                      <a:cubicBezTo>
                        <a:pt x="37" y="25"/>
                        <a:pt x="37" y="26"/>
                        <a:pt x="37" y="26"/>
                      </a:cubicBezTo>
                      <a:cubicBezTo>
                        <a:pt x="37" y="26"/>
                        <a:pt x="37" y="26"/>
                        <a:pt x="37" y="26"/>
                      </a:cubicBezTo>
                      <a:cubicBezTo>
                        <a:pt x="37" y="27"/>
                        <a:pt x="37" y="27"/>
                        <a:pt x="37" y="27"/>
                      </a:cubicBezTo>
                      <a:cubicBezTo>
                        <a:pt x="37" y="27"/>
                        <a:pt x="37" y="28"/>
                        <a:pt x="37" y="28"/>
                      </a:cubicBezTo>
                      <a:cubicBezTo>
                        <a:pt x="36" y="28"/>
                        <a:pt x="37" y="28"/>
                        <a:pt x="36" y="28"/>
                      </a:cubicBezTo>
                      <a:cubicBezTo>
                        <a:pt x="36" y="28"/>
                        <a:pt x="36" y="28"/>
                        <a:pt x="36" y="28"/>
                      </a:cubicBezTo>
                      <a:cubicBezTo>
                        <a:pt x="36" y="29"/>
                        <a:pt x="36" y="29"/>
                        <a:pt x="36" y="29"/>
                      </a:cubicBezTo>
                      <a:cubicBezTo>
                        <a:pt x="36" y="30"/>
                        <a:pt x="36" y="30"/>
                        <a:pt x="36" y="30"/>
                      </a:cubicBezTo>
                      <a:cubicBezTo>
                        <a:pt x="36" y="30"/>
                        <a:pt x="35" y="30"/>
                        <a:pt x="35" y="30"/>
                      </a:cubicBezTo>
                      <a:cubicBezTo>
                        <a:pt x="35" y="30"/>
                        <a:pt x="35" y="30"/>
                        <a:pt x="35" y="30"/>
                      </a:cubicBezTo>
                      <a:cubicBezTo>
                        <a:pt x="35" y="30"/>
                        <a:pt x="35" y="30"/>
                        <a:pt x="35" y="30"/>
                      </a:cubicBezTo>
                      <a:cubicBezTo>
                        <a:pt x="35" y="30"/>
                        <a:pt x="35" y="30"/>
                        <a:pt x="35" y="30"/>
                      </a:cubicBezTo>
                      <a:cubicBezTo>
                        <a:pt x="35" y="30"/>
                        <a:pt x="35" y="31"/>
                        <a:pt x="35" y="31"/>
                      </a:cubicBezTo>
                      <a:cubicBezTo>
                        <a:pt x="35" y="31"/>
                        <a:pt x="35" y="31"/>
                        <a:pt x="35" y="31"/>
                      </a:cubicBezTo>
                      <a:cubicBezTo>
                        <a:pt x="35" y="31"/>
                        <a:pt x="35" y="32"/>
                        <a:pt x="35" y="32"/>
                      </a:cubicBezTo>
                      <a:cubicBezTo>
                        <a:pt x="35" y="32"/>
                        <a:pt x="35" y="32"/>
                        <a:pt x="35" y="32"/>
                      </a:cubicBezTo>
                      <a:cubicBezTo>
                        <a:pt x="35" y="32"/>
                        <a:pt x="35" y="32"/>
                        <a:pt x="35" y="32"/>
                      </a:cubicBezTo>
                      <a:cubicBezTo>
                        <a:pt x="34" y="33"/>
                        <a:pt x="34" y="33"/>
                        <a:pt x="34" y="34"/>
                      </a:cubicBezTo>
                      <a:cubicBezTo>
                        <a:pt x="34" y="34"/>
                        <a:pt x="34" y="34"/>
                        <a:pt x="34" y="34"/>
                      </a:cubicBezTo>
                      <a:cubicBezTo>
                        <a:pt x="34" y="34"/>
                        <a:pt x="34" y="33"/>
                        <a:pt x="34" y="33"/>
                      </a:cubicBezTo>
                      <a:cubicBezTo>
                        <a:pt x="34" y="33"/>
                        <a:pt x="34" y="33"/>
                        <a:pt x="34" y="33"/>
                      </a:cubicBezTo>
                      <a:cubicBezTo>
                        <a:pt x="34" y="33"/>
                        <a:pt x="34" y="33"/>
                        <a:pt x="34" y="32"/>
                      </a:cubicBezTo>
                      <a:cubicBezTo>
                        <a:pt x="35" y="32"/>
                        <a:pt x="35" y="32"/>
                        <a:pt x="34" y="32"/>
                      </a:cubicBezTo>
                      <a:cubicBezTo>
                        <a:pt x="34" y="32"/>
                        <a:pt x="34" y="32"/>
                        <a:pt x="34" y="32"/>
                      </a:cubicBezTo>
                      <a:cubicBezTo>
                        <a:pt x="34" y="33"/>
                        <a:pt x="34" y="33"/>
                        <a:pt x="34" y="33"/>
                      </a:cubicBezTo>
                      <a:cubicBezTo>
                        <a:pt x="34" y="33"/>
                        <a:pt x="34" y="33"/>
                        <a:pt x="33" y="33"/>
                      </a:cubicBezTo>
                      <a:cubicBezTo>
                        <a:pt x="33" y="33"/>
                        <a:pt x="33" y="33"/>
                        <a:pt x="32" y="33"/>
                      </a:cubicBezTo>
                      <a:cubicBezTo>
                        <a:pt x="32" y="34"/>
                        <a:pt x="32" y="34"/>
                        <a:pt x="32" y="34"/>
                      </a:cubicBezTo>
                      <a:cubicBezTo>
                        <a:pt x="32" y="34"/>
                        <a:pt x="32" y="34"/>
                        <a:pt x="31" y="34"/>
                      </a:cubicBezTo>
                      <a:cubicBezTo>
                        <a:pt x="31" y="34"/>
                        <a:pt x="31" y="34"/>
                        <a:pt x="31" y="34"/>
                      </a:cubicBezTo>
                      <a:cubicBezTo>
                        <a:pt x="31" y="34"/>
                        <a:pt x="31" y="35"/>
                        <a:pt x="31" y="35"/>
                      </a:cubicBezTo>
                      <a:cubicBezTo>
                        <a:pt x="30" y="35"/>
                        <a:pt x="31" y="35"/>
                        <a:pt x="31" y="36"/>
                      </a:cubicBezTo>
                      <a:cubicBezTo>
                        <a:pt x="31" y="36"/>
                        <a:pt x="31" y="36"/>
                        <a:pt x="31" y="36"/>
                      </a:cubicBezTo>
                      <a:cubicBezTo>
                        <a:pt x="31" y="36"/>
                        <a:pt x="32" y="36"/>
                        <a:pt x="31" y="36"/>
                      </a:cubicBezTo>
                      <a:cubicBezTo>
                        <a:pt x="31" y="37"/>
                        <a:pt x="31" y="37"/>
                        <a:pt x="31" y="37"/>
                      </a:cubicBezTo>
                      <a:cubicBezTo>
                        <a:pt x="31" y="38"/>
                        <a:pt x="30" y="38"/>
                        <a:pt x="30" y="38"/>
                      </a:cubicBezTo>
                      <a:cubicBezTo>
                        <a:pt x="30" y="38"/>
                        <a:pt x="30" y="38"/>
                        <a:pt x="30" y="38"/>
                      </a:cubicBezTo>
                      <a:cubicBezTo>
                        <a:pt x="30" y="38"/>
                        <a:pt x="30" y="38"/>
                        <a:pt x="30" y="39"/>
                      </a:cubicBezTo>
                      <a:cubicBezTo>
                        <a:pt x="30" y="39"/>
                        <a:pt x="30" y="39"/>
                        <a:pt x="30" y="39"/>
                      </a:cubicBezTo>
                      <a:cubicBezTo>
                        <a:pt x="30" y="39"/>
                        <a:pt x="30" y="39"/>
                        <a:pt x="30" y="39"/>
                      </a:cubicBezTo>
                      <a:cubicBezTo>
                        <a:pt x="30" y="39"/>
                        <a:pt x="30" y="40"/>
                        <a:pt x="30" y="40"/>
                      </a:cubicBezTo>
                      <a:cubicBezTo>
                        <a:pt x="30" y="40"/>
                        <a:pt x="30" y="40"/>
                        <a:pt x="30" y="40"/>
                      </a:cubicBezTo>
                      <a:cubicBezTo>
                        <a:pt x="30" y="40"/>
                        <a:pt x="30" y="40"/>
                        <a:pt x="30" y="40"/>
                      </a:cubicBezTo>
                      <a:cubicBezTo>
                        <a:pt x="31" y="41"/>
                        <a:pt x="31" y="41"/>
                        <a:pt x="31" y="41"/>
                      </a:cubicBezTo>
                      <a:cubicBezTo>
                        <a:pt x="31" y="41"/>
                        <a:pt x="31" y="41"/>
                        <a:pt x="31" y="41"/>
                      </a:cubicBezTo>
                      <a:cubicBezTo>
                        <a:pt x="31" y="42"/>
                        <a:pt x="31" y="42"/>
                        <a:pt x="31" y="42"/>
                      </a:cubicBezTo>
                      <a:cubicBezTo>
                        <a:pt x="31" y="42"/>
                        <a:pt x="31" y="43"/>
                        <a:pt x="31" y="43"/>
                      </a:cubicBezTo>
                      <a:cubicBezTo>
                        <a:pt x="32" y="43"/>
                        <a:pt x="32" y="43"/>
                        <a:pt x="32" y="43"/>
                      </a:cubicBezTo>
                      <a:cubicBezTo>
                        <a:pt x="32" y="43"/>
                        <a:pt x="32" y="44"/>
                        <a:pt x="32" y="44"/>
                      </a:cubicBezTo>
                      <a:cubicBezTo>
                        <a:pt x="32" y="44"/>
                        <a:pt x="32" y="44"/>
                        <a:pt x="32" y="44"/>
                      </a:cubicBezTo>
                      <a:cubicBezTo>
                        <a:pt x="32" y="44"/>
                        <a:pt x="32" y="44"/>
                        <a:pt x="32" y="44"/>
                      </a:cubicBezTo>
                      <a:cubicBezTo>
                        <a:pt x="32" y="44"/>
                        <a:pt x="32" y="45"/>
                        <a:pt x="32" y="45"/>
                      </a:cubicBezTo>
                      <a:cubicBezTo>
                        <a:pt x="32" y="45"/>
                        <a:pt x="32" y="45"/>
                        <a:pt x="32" y="45"/>
                      </a:cubicBezTo>
                      <a:cubicBezTo>
                        <a:pt x="32" y="46"/>
                        <a:pt x="32" y="46"/>
                        <a:pt x="33" y="47"/>
                      </a:cubicBezTo>
                      <a:cubicBezTo>
                        <a:pt x="33" y="47"/>
                        <a:pt x="33" y="47"/>
                        <a:pt x="33" y="47"/>
                      </a:cubicBezTo>
                      <a:cubicBezTo>
                        <a:pt x="33" y="47"/>
                        <a:pt x="33" y="47"/>
                        <a:pt x="33" y="47"/>
                      </a:cubicBezTo>
                      <a:cubicBezTo>
                        <a:pt x="33" y="48"/>
                        <a:pt x="33" y="48"/>
                        <a:pt x="33" y="48"/>
                      </a:cubicBezTo>
                      <a:cubicBezTo>
                        <a:pt x="33" y="48"/>
                        <a:pt x="34" y="49"/>
                        <a:pt x="34" y="49"/>
                      </a:cubicBezTo>
                      <a:cubicBezTo>
                        <a:pt x="35" y="49"/>
                        <a:pt x="35" y="49"/>
                        <a:pt x="36" y="49"/>
                      </a:cubicBezTo>
                      <a:cubicBezTo>
                        <a:pt x="36" y="49"/>
                        <a:pt x="36" y="49"/>
                        <a:pt x="36" y="49"/>
                      </a:cubicBezTo>
                      <a:cubicBezTo>
                        <a:pt x="36" y="49"/>
                        <a:pt x="36" y="49"/>
                        <a:pt x="36" y="49"/>
                      </a:cubicBezTo>
                      <a:cubicBezTo>
                        <a:pt x="36" y="49"/>
                        <a:pt x="36" y="49"/>
                        <a:pt x="36" y="49"/>
                      </a:cubicBezTo>
                      <a:cubicBezTo>
                        <a:pt x="36" y="49"/>
                        <a:pt x="36" y="49"/>
                        <a:pt x="37" y="49"/>
                      </a:cubicBezTo>
                      <a:cubicBezTo>
                        <a:pt x="37" y="49"/>
                        <a:pt x="37" y="49"/>
                        <a:pt x="37" y="49"/>
                      </a:cubicBezTo>
                      <a:cubicBezTo>
                        <a:pt x="37" y="49"/>
                        <a:pt x="37" y="48"/>
                        <a:pt x="36" y="48"/>
                      </a:cubicBezTo>
                      <a:cubicBezTo>
                        <a:pt x="36" y="48"/>
                        <a:pt x="36" y="48"/>
                        <a:pt x="36" y="48"/>
                      </a:cubicBezTo>
                      <a:cubicBezTo>
                        <a:pt x="36" y="48"/>
                        <a:pt x="36" y="48"/>
                        <a:pt x="36" y="47"/>
                      </a:cubicBezTo>
                      <a:cubicBezTo>
                        <a:pt x="36" y="47"/>
                        <a:pt x="36" y="47"/>
                        <a:pt x="36" y="47"/>
                      </a:cubicBezTo>
                      <a:cubicBezTo>
                        <a:pt x="36" y="47"/>
                        <a:pt x="36" y="47"/>
                        <a:pt x="36" y="47"/>
                      </a:cubicBezTo>
                      <a:cubicBezTo>
                        <a:pt x="37" y="47"/>
                        <a:pt x="36" y="47"/>
                        <a:pt x="36" y="47"/>
                      </a:cubicBezTo>
                      <a:cubicBezTo>
                        <a:pt x="37" y="47"/>
                        <a:pt x="36" y="48"/>
                        <a:pt x="37" y="48"/>
                      </a:cubicBezTo>
                      <a:cubicBezTo>
                        <a:pt x="37" y="48"/>
                        <a:pt x="37" y="48"/>
                        <a:pt x="37" y="48"/>
                      </a:cubicBezTo>
                      <a:cubicBezTo>
                        <a:pt x="37" y="48"/>
                        <a:pt x="37" y="48"/>
                        <a:pt x="37" y="48"/>
                      </a:cubicBezTo>
                      <a:cubicBezTo>
                        <a:pt x="37" y="47"/>
                        <a:pt x="37" y="47"/>
                        <a:pt x="37" y="47"/>
                      </a:cubicBezTo>
                      <a:cubicBezTo>
                        <a:pt x="37" y="47"/>
                        <a:pt x="37" y="47"/>
                        <a:pt x="37" y="46"/>
                      </a:cubicBezTo>
                      <a:cubicBezTo>
                        <a:pt x="38" y="46"/>
                        <a:pt x="38" y="46"/>
                        <a:pt x="39" y="46"/>
                      </a:cubicBezTo>
                      <a:cubicBezTo>
                        <a:pt x="39" y="46"/>
                        <a:pt x="39" y="46"/>
                        <a:pt x="39" y="46"/>
                      </a:cubicBezTo>
                      <a:cubicBezTo>
                        <a:pt x="39" y="46"/>
                        <a:pt x="39" y="46"/>
                        <a:pt x="39" y="46"/>
                      </a:cubicBezTo>
                      <a:cubicBezTo>
                        <a:pt x="39" y="46"/>
                        <a:pt x="39" y="46"/>
                        <a:pt x="39" y="46"/>
                      </a:cubicBezTo>
                      <a:cubicBezTo>
                        <a:pt x="39" y="46"/>
                        <a:pt x="39" y="46"/>
                        <a:pt x="39" y="46"/>
                      </a:cubicBezTo>
                      <a:cubicBezTo>
                        <a:pt x="40" y="46"/>
                        <a:pt x="40" y="46"/>
                        <a:pt x="40" y="46"/>
                      </a:cubicBezTo>
                      <a:cubicBezTo>
                        <a:pt x="40" y="47"/>
                        <a:pt x="41" y="46"/>
                        <a:pt x="41" y="47"/>
                      </a:cubicBezTo>
                      <a:cubicBezTo>
                        <a:pt x="41" y="47"/>
                        <a:pt x="41" y="47"/>
                        <a:pt x="42" y="47"/>
                      </a:cubicBezTo>
                      <a:cubicBezTo>
                        <a:pt x="42" y="48"/>
                        <a:pt x="42" y="48"/>
                        <a:pt x="42" y="48"/>
                      </a:cubicBezTo>
                      <a:cubicBezTo>
                        <a:pt x="42" y="48"/>
                        <a:pt x="42" y="48"/>
                        <a:pt x="42" y="48"/>
                      </a:cubicBezTo>
                      <a:cubicBezTo>
                        <a:pt x="43" y="49"/>
                        <a:pt x="43" y="49"/>
                        <a:pt x="43" y="49"/>
                      </a:cubicBezTo>
                      <a:cubicBezTo>
                        <a:pt x="43" y="49"/>
                        <a:pt x="43" y="49"/>
                        <a:pt x="42" y="49"/>
                      </a:cubicBezTo>
                      <a:cubicBezTo>
                        <a:pt x="42" y="49"/>
                        <a:pt x="42" y="50"/>
                        <a:pt x="42" y="50"/>
                      </a:cubicBezTo>
                      <a:cubicBezTo>
                        <a:pt x="42" y="50"/>
                        <a:pt x="42" y="50"/>
                        <a:pt x="43" y="50"/>
                      </a:cubicBezTo>
                      <a:cubicBezTo>
                        <a:pt x="43" y="50"/>
                        <a:pt x="43" y="50"/>
                        <a:pt x="43" y="50"/>
                      </a:cubicBezTo>
                      <a:cubicBezTo>
                        <a:pt x="43" y="50"/>
                        <a:pt x="43" y="50"/>
                        <a:pt x="44" y="50"/>
                      </a:cubicBezTo>
                      <a:cubicBezTo>
                        <a:pt x="44" y="50"/>
                        <a:pt x="44" y="50"/>
                        <a:pt x="44" y="50"/>
                      </a:cubicBezTo>
                      <a:cubicBezTo>
                        <a:pt x="44" y="50"/>
                        <a:pt x="44" y="50"/>
                        <a:pt x="44" y="50"/>
                      </a:cubicBezTo>
                      <a:cubicBezTo>
                        <a:pt x="44" y="50"/>
                        <a:pt x="44" y="50"/>
                        <a:pt x="44" y="49"/>
                      </a:cubicBezTo>
                      <a:cubicBezTo>
                        <a:pt x="44" y="49"/>
                        <a:pt x="44" y="49"/>
                        <a:pt x="44" y="49"/>
                      </a:cubicBezTo>
                      <a:cubicBezTo>
                        <a:pt x="44" y="49"/>
                        <a:pt x="44" y="49"/>
                        <a:pt x="44" y="49"/>
                      </a:cubicBezTo>
                      <a:cubicBezTo>
                        <a:pt x="44" y="49"/>
                        <a:pt x="44" y="49"/>
                        <a:pt x="44" y="48"/>
                      </a:cubicBezTo>
                      <a:cubicBezTo>
                        <a:pt x="43" y="48"/>
                        <a:pt x="43" y="48"/>
                        <a:pt x="43" y="48"/>
                      </a:cubicBezTo>
                      <a:cubicBezTo>
                        <a:pt x="43" y="48"/>
                        <a:pt x="44" y="48"/>
                        <a:pt x="44" y="48"/>
                      </a:cubicBezTo>
                      <a:cubicBezTo>
                        <a:pt x="44" y="48"/>
                        <a:pt x="44" y="48"/>
                        <a:pt x="44" y="48"/>
                      </a:cubicBezTo>
                      <a:cubicBezTo>
                        <a:pt x="44" y="48"/>
                        <a:pt x="44" y="48"/>
                        <a:pt x="45" y="48"/>
                      </a:cubicBezTo>
                      <a:cubicBezTo>
                        <a:pt x="45" y="48"/>
                        <a:pt x="45" y="48"/>
                        <a:pt x="45" y="48"/>
                      </a:cubicBezTo>
                      <a:cubicBezTo>
                        <a:pt x="45" y="48"/>
                        <a:pt x="45" y="48"/>
                        <a:pt x="45" y="49"/>
                      </a:cubicBezTo>
                      <a:cubicBezTo>
                        <a:pt x="45" y="49"/>
                        <a:pt x="45" y="49"/>
                        <a:pt x="45" y="49"/>
                      </a:cubicBezTo>
                      <a:cubicBezTo>
                        <a:pt x="45" y="48"/>
                        <a:pt x="46" y="49"/>
                        <a:pt x="46" y="49"/>
                      </a:cubicBezTo>
                      <a:cubicBezTo>
                        <a:pt x="46" y="49"/>
                        <a:pt x="47" y="49"/>
                        <a:pt x="47" y="49"/>
                      </a:cubicBezTo>
                      <a:cubicBezTo>
                        <a:pt x="47" y="49"/>
                        <a:pt x="47" y="49"/>
                        <a:pt x="47" y="49"/>
                      </a:cubicBezTo>
                      <a:cubicBezTo>
                        <a:pt x="47" y="49"/>
                        <a:pt x="47" y="49"/>
                        <a:pt x="48" y="49"/>
                      </a:cubicBezTo>
                      <a:cubicBezTo>
                        <a:pt x="48" y="49"/>
                        <a:pt x="48" y="49"/>
                        <a:pt x="48" y="49"/>
                      </a:cubicBezTo>
                      <a:cubicBezTo>
                        <a:pt x="48" y="49"/>
                        <a:pt x="49" y="50"/>
                        <a:pt x="49" y="50"/>
                      </a:cubicBezTo>
                      <a:cubicBezTo>
                        <a:pt x="49" y="50"/>
                        <a:pt x="49" y="50"/>
                        <a:pt x="49" y="50"/>
                      </a:cubicBezTo>
                      <a:cubicBezTo>
                        <a:pt x="49" y="50"/>
                        <a:pt x="49" y="50"/>
                        <a:pt x="49" y="50"/>
                      </a:cubicBezTo>
                      <a:cubicBezTo>
                        <a:pt x="49" y="50"/>
                        <a:pt x="48" y="50"/>
                        <a:pt x="48" y="50"/>
                      </a:cubicBezTo>
                      <a:cubicBezTo>
                        <a:pt x="48" y="50"/>
                        <a:pt x="48" y="50"/>
                        <a:pt x="48" y="50"/>
                      </a:cubicBezTo>
                      <a:cubicBezTo>
                        <a:pt x="48" y="50"/>
                        <a:pt x="48" y="50"/>
                        <a:pt x="47" y="50"/>
                      </a:cubicBezTo>
                      <a:cubicBezTo>
                        <a:pt x="47" y="50"/>
                        <a:pt x="47" y="50"/>
                        <a:pt x="46" y="50"/>
                      </a:cubicBezTo>
                      <a:cubicBezTo>
                        <a:pt x="46" y="51"/>
                        <a:pt x="46" y="51"/>
                        <a:pt x="46" y="51"/>
                      </a:cubicBezTo>
                      <a:cubicBezTo>
                        <a:pt x="46" y="51"/>
                        <a:pt x="46" y="51"/>
                        <a:pt x="46" y="52"/>
                      </a:cubicBezTo>
                      <a:cubicBezTo>
                        <a:pt x="46" y="52"/>
                        <a:pt x="46" y="52"/>
                        <a:pt x="47" y="52"/>
                      </a:cubicBezTo>
                      <a:cubicBezTo>
                        <a:pt x="47" y="52"/>
                        <a:pt x="47" y="52"/>
                        <a:pt x="47" y="52"/>
                      </a:cubicBezTo>
                      <a:cubicBezTo>
                        <a:pt x="47" y="52"/>
                        <a:pt x="47" y="53"/>
                        <a:pt x="48" y="53"/>
                      </a:cubicBezTo>
                      <a:cubicBezTo>
                        <a:pt x="48" y="53"/>
                        <a:pt x="48" y="53"/>
                        <a:pt x="48" y="53"/>
                      </a:cubicBezTo>
                      <a:cubicBezTo>
                        <a:pt x="48" y="54"/>
                        <a:pt x="48" y="54"/>
                        <a:pt x="48" y="54"/>
                      </a:cubicBezTo>
                      <a:cubicBezTo>
                        <a:pt x="48" y="54"/>
                        <a:pt x="48" y="53"/>
                        <a:pt x="48" y="53"/>
                      </a:cubicBezTo>
                      <a:cubicBezTo>
                        <a:pt x="48" y="53"/>
                        <a:pt x="48" y="53"/>
                        <a:pt x="48" y="53"/>
                      </a:cubicBezTo>
                      <a:cubicBezTo>
                        <a:pt x="48" y="53"/>
                        <a:pt x="48" y="53"/>
                        <a:pt x="48" y="53"/>
                      </a:cubicBezTo>
                      <a:cubicBezTo>
                        <a:pt x="48" y="53"/>
                        <a:pt x="49" y="53"/>
                        <a:pt x="49" y="53"/>
                      </a:cubicBezTo>
                      <a:cubicBezTo>
                        <a:pt x="49" y="53"/>
                        <a:pt x="49" y="53"/>
                        <a:pt x="49" y="54"/>
                      </a:cubicBezTo>
                      <a:cubicBezTo>
                        <a:pt x="49" y="54"/>
                        <a:pt x="48" y="54"/>
                        <a:pt x="48" y="54"/>
                      </a:cubicBezTo>
                      <a:cubicBezTo>
                        <a:pt x="48" y="54"/>
                        <a:pt x="48" y="54"/>
                        <a:pt x="48" y="54"/>
                      </a:cubicBezTo>
                      <a:cubicBezTo>
                        <a:pt x="48" y="54"/>
                        <a:pt x="48" y="54"/>
                        <a:pt x="48" y="54"/>
                      </a:cubicBezTo>
                      <a:cubicBezTo>
                        <a:pt x="48" y="55"/>
                        <a:pt x="48" y="55"/>
                        <a:pt x="48" y="55"/>
                      </a:cubicBezTo>
                      <a:cubicBezTo>
                        <a:pt x="48" y="55"/>
                        <a:pt x="48" y="55"/>
                        <a:pt x="48" y="55"/>
                      </a:cubicBezTo>
                      <a:cubicBezTo>
                        <a:pt x="48" y="55"/>
                        <a:pt x="48" y="55"/>
                        <a:pt x="48" y="55"/>
                      </a:cubicBezTo>
                      <a:cubicBezTo>
                        <a:pt x="48" y="55"/>
                        <a:pt x="48" y="55"/>
                        <a:pt x="48" y="55"/>
                      </a:cubicBezTo>
                      <a:cubicBezTo>
                        <a:pt x="48" y="54"/>
                        <a:pt x="49" y="54"/>
                        <a:pt x="49" y="54"/>
                      </a:cubicBezTo>
                      <a:cubicBezTo>
                        <a:pt x="49" y="55"/>
                        <a:pt x="49" y="55"/>
                        <a:pt x="49" y="55"/>
                      </a:cubicBezTo>
                      <a:cubicBezTo>
                        <a:pt x="50" y="55"/>
                        <a:pt x="50" y="55"/>
                        <a:pt x="50" y="55"/>
                      </a:cubicBezTo>
                      <a:cubicBezTo>
                        <a:pt x="50" y="55"/>
                        <a:pt x="50" y="55"/>
                        <a:pt x="50" y="55"/>
                      </a:cubicBezTo>
                      <a:cubicBezTo>
                        <a:pt x="50" y="55"/>
                        <a:pt x="50" y="55"/>
                        <a:pt x="51" y="55"/>
                      </a:cubicBezTo>
                      <a:cubicBezTo>
                        <a:pt x="51" y="55"/>
                        <a:pt x="51" y="55"/>
                        <a:pt x="51" y="55"/>
                      </a:cubicBezTo>
                      <a:cubicBezTo>
                        <a:pt x="51" y="55"/>
                        <a:pt x="51" y="55"/>
                        <a:pt x="51" y="55"/>
                      </a:cubicBezTo>
                      <a:close/>
                      <a:moveTo>
                        <a:pt x="27" y="40"/>
                      </a:moveTo>
                      <a:cubicBezTo>
                        <a:pt x="27" y="40"/>
                        <a:pt x="27" y="40"/>
                        <a:pt x="27" y="40"/>
                      </a:cubicBezTo>
                      <a:cubicBezTo>
                        <a:pt x="27" y="40"/>
                        <a:pt x="27" y="40"/>
                        <a:pt x="27" y="40"/>
                      </a:cubicBezTo>
                      <a:cubicBezTo>
                        <a:pt x="27" y="40"/>
                        <a:pt x="27" y="40"/>
                        <a:pt x="27" y="40"/>
                      </a:cubicBezTo>
                      <a:close/>
                      <a:moveTo>
                        <a:pt x="40" y="49"/>
                      </a:moveTo>
                      <a:cubicBezTo>
                        <a:pt x="40" y="49"/>
                        <a:pt x="40" y="48"/>
                        <a:pt x="40" y="48"/>
                      </a:cubicBezTo>
                      <a:cubicBezTo>
                        <a:pt x="40" y="48"/>
                        <a:pt x="40" y="49"/>
                        <a:pt x="40" y="49"/>
                      </a:cubicBezTo>
                      <a:close/>
                      <a:moveTo>
                        <a:pt x="39" y="52"/>
                      </a:moveTo>
                      <a:cubicBezTo>
                        <a:pt x="39" y="52"/>
                        <a:pt x="39" y="52"/>
                        <a:pt x="39" y="52"/>
                      </a:cubicBezTo>
                      <a:cubicBezTo>
                        <a:pt x="39" y="52"/>
                        <a:pt x="39" y="52"/>
                        <a:pt x="39" y="52"/>
                      </a:cubicBezTo>
                      <a:cubicBezTo>
                        <a:pt x="39" y="52"/>
                        <a:pt x="39" y="52"/>
                        <a:pt x="39" y="52"/>
                      </a:cubicBezTo>
                      <a:close/>
                      <a:moveTo>
                        <a:pt x="36" y="43"/>
                      </a:moveTo>
                      <a:cubicBezTo>
                        <a:pt x="36" y="43"/>
                        <a:pt x="36" y="43"/>
                        <a:pt x="36" y="43"/>
                      </a:cubicBezTo>
                      <a:cubicBezTo>
                        <a:pt x="36" y="43"/>
                        <a:pt x="36" y="42"/>
                        <a:pt x="35" y="43"/>
                      </a:cubicBezTo>
                      <a:cubicBezTo>
                        <a:pt x="35" y="43"/>
                        <a:pt x="35" y="42"/>
                        <a:pt x="35" y="43"/>
                      </a:cubicBezTo>
                      <a:cubicBezTo>
                        <a:pt x="35" y="43"/>
                        <a:pt x="35" y="43"/>
                        <a:pt x="35" y="43"/>
                      </a:cubicBezTo>
                      <a:cubicBezTo>
                        <a:pt x="35" y="43"/>
                        <a:pt x="36" y="43"/>
                        <a:pt x="36" y="43"/>
                      </a:cubicBezTo>
                      <a:cubicBezTo>
                        <a:pt x="36" y="43"/>
                        <a:pt x="36" y="43"/>
                        <a:pt x="36" y="43"/>
                      </a:cubicBezTo>
                      <a:close/>
                      <a:moveTo>
                        <a:pt x="34" y="42"/>
                      </a:moveTo>
                      <a:cubicBezTo>
                        <a:pt x="34" y="43"/>
                        <a:pt x="34" y="43"/>
                        <a:pt x="35" y="43"/>
                      </a:cubicBezTo>
                      <a:cubicBezTo>
                        <a:pt x="35" y="43"/>
                        <a:pt x="35" y="42"/>
                        <a:pt x="35" y="42"/>
                      </a:cubicBezTo>
                      <a:cubicBezTo>
                        <a:pt x="35" y="42"/>
                        <a:pt x="35" y="42"/>
                        <a:pt x="35" y="42"/>
                      </a:cubicBezTo>
                      <a:cubicBezTo>
                        <a:pt x="34" y="42"/>
                        <a:pt x="34" y="42"/>
                        <a:pt x="34" y="42"/>
                      </a:cubicBezTo>
                      <a:close/>
                      <a:moveTo>
                        <a:pt x="35" y="48"/>
                      </a:moveTo>
                      <a:cubicBezTo>
                        <a:pt x="35" y="48"/>
                        <a:pt x="35" y="48"/>
                        <a:pt x="35" y="48"/>
                      </a:cubicBezTo>
                      <a:cubicBezTo>
                        <a:pt x="35" y="48"/>
                        <a:pt x="35" y="48"/>
                        <a:pt x="35" y="49"/>
                      </a:cubicBezTo>
                      <a:cubicBezTo>
                        <a:pt x="35" y="49"/>
                        <a:pt x="36" y="49"/>
                        <a:pt x="36" y="49"/>
                      </a:cubicBezTo>
                      <a:cubicBezTo>
                        <a:pt x="36" y="48"/>
                        <a:pt x="36" y="48"/>
                        <a:pt x="36" y="48"/>
                      </a:cubicBezTo>
                      <a:cubicBezTo>
                        <a:pt x="35" y="48"/>
                        <a:pt x="35" y="48"/>
                        <a:pt x="34" y="47"/>
                      </a:cubicBezTo>
                      <a:cubicBezTo>
                        <a:pt x="34" y="47"/>
                        <a:pt x="34" y="47"/>
                        <a:pt x="34" y="47"/>
                      </a:cubicBezTo>
                      <a:cubicBezTo>
                        <a:pt x="34" y="47"/>
                        <a:pt x="34" y="47"/>
                        <a:pt x="34" y="47"/>
                      </a:cubicBezTo>
                      <a:cubicBezTo>
                        <a:pt x="34" y="47"/>
                        <a:pt x="34" y="47"/>
                        <a:pt x="34" y="47"/>
                      </a:cubicBezTo>
                      <a:cubicBezTo>
                        <a:pt x="34" y="48"/>
                        <a:pt x="34" y="48"/>
                        <a:pt x="35" y="48"/>
                      </a:cubicBezTo>
                      <a:close/>
                      <a:moveTo>
                        <a:pt x="37" y="43"/>
                      </a:moveTo>
                      <a:cubicBezTo>
                        <a:pt x="37" y="43"/>
                        <a:pt x="37" y="43"/>
                        <a:pt x="37" y="43"/>
                      </a:cubicBezTo>
                      <a:cubicBezTo>
                        <a:pt x="37" y="44"/>
                        <a:pt x="36" y="44"/>
                        <a:pt x="37" y="44"/>
                      </a:cubicBezTo>
                      <a:cubicBezTo>
                        <a:pt x="37" y="44"/>
                        <a:pt x="37" y="44"/>
                        <a:pt x="37" y="44"/>
                      </a:cubicBezTo>
                      <a:cubicBezTo>
                        <a:pt x="37" y="44"/>
                        <a:pt x="37" y="44"/>
                        <a:pt x="37" y="44"/>
                      </a:cubicBezTo>
                      <a:cubicBezTo>
                        <a:pt x="37" y="44"/>
                        <a:pt x="37" y="44"/>
                        <a:pt x="37" y="44"/>
                      </a:cubicBezTo>
                      <a:cubicBezTo>
                        <a:pt x="37" y="43"/>
                        <a:pt x="37" y="43"/>
                        <a:pt x="37" y="43"/>
                      </a:cubicBezTo>
                      <a:close/>
                      <a:moveTo>
                        <a:pt x="33" y="47"/>
                      </a:moveTo>
                      <a:cubicBezTo>
                        <a:pt x="33" y="47"/>
                        <a:pt x="33" y="47"/>
                        <a:pt x="33" y="47"/>
                      </a:cubicBezTo>
                      <a:cubicBezTo>
                        <a:pt x="33" y="47"/>
                        <a:pt x="33" y="47"/>
                        <a:pt x="33" y="47"/>
                      </a:cubicBezTo>
                      <a:cubicBezTo>
                        <a:pt x="33" y="47"/>
                        <a:pt x="33" y="47"/>
                        <a:pt x="33" y="47"/>
                      </a:cubicBezTo>
                      <a:cubicBezTo>
                        <a:pt x="33" y="47"/>
                        <a:pt x="33" y="47"/>
                        <a:pt x="33" y="47"/>
                      </a:cubicBezTo>
                      <a:close/>
                      <a:moveTo>
                        <a:pt x="33" y="42"/>
                      </a:moveTo>
                      <a:cubicBezTo>
                        <a:pt x="33" y="43"/>
                        <a:pt x="33" y="43"/>
                        <a:pt x="34" y="43"/>
                      </a:cubicBezTo>
                      <a:cubicBezTo>
                        <a:pt x="34" y="43"/>
                        <a:pt x="34" y="43"/>
                        <a:pt x="34" y="43"/>
                      </a:cubicBezTo>
                      <a:cubicBezTo>
                        <a:pt x="34" y="44"/>
                        <a:pt x="34" y="44"/>
                        <a:pt x="34" y="44"/>
                      </a:cubicBezTo>
                      <a:cubicBezTo>
                        <a:pt x="34" y="44"/>
                        <a:pt x="34" y="44"/>
                        <a:pt x="34" y="44"/>
                      </a:cubicBezTo>
                      <a:cubicBezTo>
                        <a:pt x="35" y="43"/>
                        <a:pt x="35" y="43"/>
                        <a:pt x="34" y="43"/>
                      </a:cubicBezTo>
                      <a:cubicBezTo>
                        <a:pt x="34" y="42"/>
                        <a:pt x="34" y="42"/>
                        <a:pt x="34" y="42"/>
                      </a:cubicBezTo>
                      <a:cubicBezTo>
                        <a:pt x="34" y="42"/>
                        <a:pt x="34" y="42"/>
                        <a:pt x="34" y="42"/>
                      </a:cubicBezTo>
                      <a:cubicBezTo>
                        <a:pt x="34" y="42"/>
                        <a:pt x="34" y="41"/>
                        <a:pt x="35" y="41"/>
                      </a:cubicBezTo>
                      <a:cubicBezTo>
                        <a:pt x="34" y="41"/>
                        <a:pt x="34" y="41"/>
                        <a:pt x="33" y="41"/>
                      </a:cubicBezTo>
                      <a:cubicBezTo>
                        <a:pt x="33" y="41"/>
                        <a:pt x="33" y="41"/>
                        <a:pt x="33" y="42"/>
                      </a:cubicBezTo>
                      <a:cubicBezTo>
                        <a:pt x="33" y="42"/>
                        <a:pt x="33" y="42"/>
                        <a:pt x="33" y="42"/>
                      </a:cubicBezTo>
                      <a:cubicBezTo>
                        <a:pt x="33" y="42"/>
                        <a:pt x="33" y="42"/>
                        <a:pt x="33" y="42"/>
                      </a:cubicBezTo>
                      <a:close/>
                      <a:moveTo>
                        <a:pt x="19" y="32"/>
                      </a:move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lose/>
                      <a:moveTo>
                        <a:pt x="19" y="32"/>
                      </a:move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19" y="33"/>
                        <a:pt x="19" y="33"/>
                      </a:cubicBezTo>
                      <a:cubicBezTo>
                        <a:pt x="19" y="32"/>
                        <a:pt x="19" y="32"/>
                        <a:pt x="19" y="32"/>
                      </a:cubicBezTo>
                      <a:cubicBezTo>
                        <a:pt x="19" y="32"/>
                        <a:pt x="19" y="32"/>
                        <a:pt x="19" y="32"/>
                      </a:cubicBezTo>
                      <a:cubicBezTo>
                        <a:pt x="19" y="32"/>
                        <a:pt x="19" y="32"/>
                        <a:pt x="19" y="32"/>
                      </a:cubicBezTo>
                      <a:close/>
                      <a:moveTo>
                        <a:pt x="19" y="75"/>
                      </a:moveTo>
                      <a:cubicBezTo>
                        <a:pt x="19" y="75"/>
                        <a:pt x="19" y="75"/>
                        <a:pt x="19" y="75"/>
                      </a:cubicBezTo>
                      <a:cubicBezTo>
                        <a:pt x="19" y="74"/>
                        <a:pt x="19" y="75"/>
                        <a:pt x="18" y="75"/>
                      </a:cubicBezTo>
                      <a:cubicBezTo>
                        <a:pt x="18" y="74"/>
                        <a:pt x="18" y="74"/>
                        <a:pt x="18" y="74"/>
                      </a:cubicBezTo>
                      <a:cubicBezTo>
                        <a:pt x="18" y="74"/>
                        <a:pt x="18" y="74"/>
                        <a:pt x="18" y="73"/>
                      </a:cubicBezTo>
                      <a:cubicBezTo>
                        <a:pt x="18" y="73"/>
                        <a:pt x="18" y="74"/>
                        <a:pt x="18" y="73"/>
                      </a:cubicBezTo>
                      <a:cubicBezTo>
                        <a:pt x="17" y="73"/>
                        <a:pt x="18" y="73"/>
                        <a:pt x="17" y="72"/>
                      </a:cubicBezTo>
                      <a:cubicBezTo>
                        <a:pt x="17" y="72"/>
                        <a:pt x="17" y="72"/>
                        <a:pt x="18" y="72"/>
                      </a:cubicBezTo>
                      <a:cubicBezTo>
                        <a:pt x="18" y="72"/>
                        <a:pt x="18" y="72"/>
                        <a:pt x="18" y="72"/>
                      </a:cubicBezTo>
                      <a:cubicBezTo>
                        <a:pt x="18" y="72"/>
                        <a:pt x="18" y="72"/>
                        <a:pt x="18" y="72"/>
                      </a:cubicBezTo>
                      <a:cubicBezTo>
                        <a:pt x="18" y="72"/>
                        <a:pt x="18" y="72"/>
                        <a:pt x="18" y="72"/>
                      </a:cubicBezTo>
                      <a:cubicBezTo>
                        <a:pt x="18" y="72"/>
                        <a:pt x="18" y="72"/>
                        <a:pt x="18" y="72"/>
                      </a:cubicBezTo>
                      <a:cubicBezTo>
                        <a:pt x="18" y="72"/>
                        <a:pt x="18" y="71"/>
                        <a:pt x="18" y="72"/>
                      </a:cubicBezTo>
                      <a:cubicBezTo>
                        <a:pt x="18" y="72"/>
                        <a:pt x="18" y="71"/>
                        <a:pt x="18" y="71"/>
                      </a:cubicBezTo>
                      <a:cubicBezTo>
                        <a:pt x="18" y="71"/>
                        <a:pt x="18" y="71"/>
                        <a:pt x="18" y="71"/>
                      </a:cubicBezTo>
                      <a:cubicBezTo>
                        <a:pt x="18" y="71"/>
                        <a:pt x="18" y="70"/>
                        <a:pt x="18" y="70"/>
                      </a:cubicBezTo>
                      <a:cubicBezTo>
                        <a:pt x="18" y="70"/>
                        <a:pt x="17" y="70"/>
                        <a:pt x="17" y="69"/>
                      </a:cubicBezTo>
                      <a:cubicBezTo>
                        <a:pt x="18" y="69"/>
                        <a:pt x="17" y="69"/>
                        <a:pt x="17" y="69"/>
                      </a:cubicBezTo>
                      <a:cubicBezTo>
                        <a:pt x="17" y="69"/>
                        <a:pt x="17" y="69"/>
                        <a:pt x="17" y="69"/>
                      </a:cubicBezTo>
                      <a:cubicBezTo>
                        <a:pt x="17" y="70"/>
                        <a:pt x="17" y="70"/>
                        <a:pt x="17" y="70"/>
                      </a:cubicBezTo>
                      <a:cubicBezTo>
                        <a:pt x="17" y="70"/>
                        <a:pt x="17" y="70"/>
                        <a:pt x="17" y="70"/>
                      </a:cubicBezTo>
                      <a:cubicBezTo>
                        <a:pt x="17" y="71"/>
                        <a:pt x="17" y="71"/>
                        <a:pt x="17" y="71"/>
                      </a:cubicBezTo>
                      <a:cubicBezTo>
                        <a:pt x="17" y="71"/>
                        <a:pt x="17" y="71"/>
                        <a:pt x="17" y="71"/>
                      </a:cubicBezTo>
                      <a:cubicBezTo>
                        <a:pt x="17" y="71"/>
                        <a:pt x="17" y="72"/>
                        <a:pt x="17" y="72"/>
                      </a:cubicBezTo>
                      <a:cubicBezTo>
                        <a:pt x="17" y="72"/>
                        <a:pt x="17" y="72"/>
                        <a:pt x="16" y="72"/>
                      </a:cubicBezTo>
                      <a:cubicBezTo>
                        <a:pt x="16" y="72"/>
                        <a:pt x="16" y="72"/>
                        <a:pt x="16" y="72"/>
                      </a:cubicBezTo>
                      <a:cubicBezTo>
                        <a:pt x="16" y="72"/>
                        <a:pt x="16" y="72"/>
                        <a:pt x="16" y="72"/>
                      </a:cubicBezTo>
                      <a:cubicBezTo>
                        <a:pt x="16" y="73"/>
                        <a:pt x="16" y="73"/>
                        <a:pt x="16" y="73"/>
                      </a:cubicBezTo>
                      <a:cubicBezTo>
                        <a:pt x="16" y="73"/>
                        <a:pt x="16" y="73"/>
                        <a:pt x="16" y="73"/>
                      </a:cubicBezTo>
                      <a:cubicBezTo>
                        <a:pt x="16" y="73"/>
                        <a:pt x="17" y="73"/>
                        <a:pt x="17" y="73"/>
                      </a:cubicBezTo>
                      <a:cubicBezTo>
                        <a:pt x="17" y="73"/>
                        <a:pt x="17" y="73"/>
                        <a:pt x="17" y="73"/>
                      </a:cubicBezTo>
                      <a:cubicBezTo>
                        <a:pt x="17" y="74"/>
                        <a:pt x="17" y="74"/>
                        <a:pt x="17" y="74"/>
                      </a:cubicBezTo>
                      <a:cubicBezTo>
                        <a:pt x="17" y="74"/>
                        <a:pt x="17" y="74"/>
                        <a:pt x="17" y="74"/>
                      </a:cubicBezTo>
                      <a:cubicBezTo>
                        <a:pt x="16" y="74"/>
                        <a:pt x="16" y="73"/>
                        <a:pt x="16" y="73"/>
                      </a:cubicBezTo>
                      <a:cubicBezTo>
                        <a:pt x="16" y="73"/>
                        <a:pt x="16" y="73"/>
                        <a:pt x="16" y="73"/>
                      </a:cubicBezTo>
                      <a:cubicBezTo>
                        <a:pt x="15" y="73"/>
                        <a:pt x="16" y="73"/>
                        <a:pt x="16" y="73"/>
                      </a:cubicBezTo>
                      <a:cubicBezTo>
                        <a:pt x="16" y="73"/>
                        <a:pt x="16" y="73"/>
                        <a:pt x="16" y="73"/>
                      </a:cubicBezTo>
                      <a:cubicBezTo>
                        <a:pt x="16" y="74"/>
                        <a:pt x="16" y="74"/>
                        <a:pt x="16" y="74"/>
                      </a:cubicBezTo>
                      <a:cubicBezTo>
                        <a:pt x="16" y="74"/>
                        <a:pt x="17" y="74"/>
                        <a:pt x="16" y="74"/>
                      </a:cubicBezTo>
                      <a:cubicBezTo>
                        <a:pt x="16" y="75"/>
                        <a:pt x="16" y="75"/>
                        <a:pt x="16" y="76"/>
                      </a:cubicBezTo>
                      <a:cubicBezTo>
                        <a:pt x="16" y="76"/>
                        <a:pt x="15" y="76"/>
                        <a:pt x="15" y="77"/>
                      </a:cubicBezTo>
                      <a:cubicBezTo>
                        <a:pt x="15" y="77"/>
                        <a:pt x="15" y="77"/>
                        <a:pt x="15" y="77"/>
                      </a:cubicBezTo>
                      <a:cubicBezTo>
                        <a:pt x="15" y="77"/>
                        <a:pt x="15" y="77"/>
                        <a:pt x="15" y="77"/>
                      </a:cubicBezTo>
                      <a:cubicBezTo>
                        <a:pt x="15" y="77"/>
                        <a:pt x="15" y="76"/>
                        <a:pt x="15" y="76"/>
                      </a:cubicBezTo>
                      <a:cubicBezTo>
                        <a:pt x="15" y="76"/>
                        <a:pt x="15" y="76"/>
                        <a:pt x="15" y="76"/>
                      </a:cubicBezTo>
                      <a:cubicBezTo>
                        <a:pt x="15" y="76"/>
                        <a:pt x="15" y="76"/>
                        <a:pt x="15" y="76"/>
                      </a:cubicBezTo>
                      <a:cubicBezTo>
                        <a:pt x="15" y="77"/>
                        <a:pt x="15" y="77"/>
                        <a:pt x="14" y="77"/>
                      </a:cubicBezTo>
                      <a:cubicBezTo>
                        <a:pt x="14" y="77"/>
                        <a:pt x="14" y="77"/>
                        <a:pt x="14" y="77"/>
                      </a:cubicBezTo>
                      <a:cubicBezTo>
                        <a:pt x="14" y="77"/>
                        <a:pt x="14" y="77"/>
                        <a:pt x="14" y="77"/>
                      </a:cubicBezTo>
                      <a:cubicBezTo>
                        <a:pt x="14" y="77"/>
                        <a:pt x="14" y="77"/>
                        <a:pt x="14" y="77"/>
                      </a:cubicBezTo>
                      <a:cubicBezTo>
                        <a:pt x="14" y="78"/>
                        <a:pt x="14" y="78"/>
                        <a:pt x="14" y="78"/>
                      </a:cubicBezTo>
                      <a:cubicBezTo>
                        <a:pt x="14" y="78"/>
                        <a:pt x="14" y="78"/>
                        <a:pt x="14" y="78"/>
                      </a:cubicBezTo>
                      <a:cubicBezTo>
                        <a:pt x="14" y="78"/>
                        <a:pt x="14" y="78"/>
                        <a:pt x="14" y="78"/>
                      </a:cubicBezTo>
                      <a:cubicBezTo>
                        <a:pt x="13" y="78"/>
                        <a:pt x="13" y="78"/>
                        <a:pt x="13" y="78"/>
                      </a:cubicBezTo>
                      <a:cubicBezTo>
                        <a:pt x="13" y="79"/>
                        <a:pt x="13" y="79"/>
                        <a:pt x="13" y="79"/>
                      </a:cubicBezTo>
                      <a:cubicBezTo>
                        <a:pt x="13" y="79"/>
                        <a:pt x="13" y="79"/>
                        <a:pt x="13" y="80"/>
                      </a:cubicBezTo>
                      <a:cubicBezTo>
                        <a:pt x="13" y="80"/>
                        <a:pt x="13" y="79"/>
                        <a:pt x="13" y="79"/>
                      </a:cubicBezTo>
                      <a:cubicBezTo>
                        <a:pt x="13" y="79"/>
                        <a:pt x="13" y="79"/>
                        <a:pt x="13" y="79"/>
                      </a:cubicBezTo>
                      <a:cubicBezTo>
                        <a:pt x="12" y="79"/>
                        <a:pt x="12" y="79"/>
                        <a:pt x="12" y="79"/>
                      </a:cubicBezTo>
                      <a:cubicBezTo>
                        <a:pt x="12" y="80"/>
                        <a:pt x="12" y="80"/>
                        <a:pt x="12" y="81"/>
                      </a:cubicBezTo>
                      <a:cubicBezTo>
                        <a:pt x="11" y="81"/>
                        <a:pt x="11" y="81"/>
                        <a:pt x="11" y="81"/>
                      </a:cubicBezTo>
                      <a:cubicBezTo>
                        <a:pt x="11" y="82"/>
                        <a:pt x="10" y="82"/>
                        <a:pt x="10" y="82"/>
                      </a:cubicBezTo>
                      <a:cubicBezTo>
                        <a:pt x="10" y="83"/>
                        <a:pt x="10" y="83"/>
                        <a:pt x="9" y="83"/>
                      </a:cubicBezTo>
                      <a:cubicBezTo>
                        <a:pt x="9" y="84"/>
                        <a:pt x="9" y="84"/>
                        <a:pt x="8" y="85"/>
                      </a:cubicBezTo>
                      <a:cubicBezTo>
                        <a:pt x="8" y="85"/>
                        <a:pt x="8" y="85"/>
                        <a:pt x="7" y="86"/>
                      </a:cubicBezTo>
                      <a:cubicBezTo>
                        <a:pt x="7" y="86"/>
                        <a:pt x="7" y="86"/>
                        <a:pt x="7" y="86"/>
                      </a:cubicBezTo>
                      <a:cubicBezTo>
                        <a:pt x="7" y="86"/>
                        <a:pt x="7" y="86"/>
                        <a:pt x="7" y="86"/>
                      </a:cubicBezTo>
                      <a:cubicBezTo>
                        <a:pt x="7" y="86"/>
                        <a:pt x="6" y="86"/>
                        <a:pt x="6" y="86"/>
                      </a:cubicBezTo>
                      <a:cubicBezTo>
                        <a:pt x="6" y="86"/>
                        <a:pt x="6" y="86"/>
                        <a:pt x="6" y="86"/>
                      </a:cubicBezTo>
                      <a:cubicBezTo>
                        <a:pt x="6" y="86"/>
                        <a:pt x="6" y="87"/>
                        <a:pt x="5" y="87"/>
                      </a:cubicBezTo>
                      <a:cubicBezTo>
                        <a:pt x="5" y="87"/>
                        <a:pt x="5" y="87"/>
                        <a:pt x="5" y="87"/>
                      </a:cubicBezTo>
                      <a:cubicBezTo>
                        <a:pt x="5" y="87"/>
                        <a:pt x="5" y="88"/>
                        <a:pt x="4" y="88"/>
                      </a:cubicBezTo>
                      <a:cubicBezTo>
                        <a:pt x="4" y="88"/>
                        <a:pt x="4" y="88"/>
                        <a:pt x="4" y="88"/>
                      </a:cubicBezTo>
                      <a:cubicBezTo>
                        <a:pt x="4" y="88"/>
                        <a:pt x="4" y="89"/>
                        <a:pt x="4" y="89"/>
                      </a:cubicBezTo>
                      <a:cubicBezTo>
                        <a:pt x="3" y="89"/>
                        <a:pt x="3" y="89"/>
                        <a:pt x="3" y="89"/>
                      </a:cubicBezTo>
                      <a:cubicBezTo>
                        <a:pt x="3" y="90"/>
                        <a:pt x="3" y="89"/>
                        <a:pt x="3" y="90"/>
                      </a:cubicBezTo>
                      <a:cubicBezTo>
                        <a:pt x="3" y="90"/>
                        <a:pt x="3" y="90"/>
                        <a:pt x="2" y="90"/>
                      </a:cubicBezTo>
                      <a:cubicBezTo>
                        <a:pt x="2" y="90"/>
                        <a:pt x="2" y="91"/>
                        <a:pt x="2" y="91"/>
                      </a:cubicBezTo>
                      <a:cubicBezTo>
                        <a:pt x="2" y="91"/>
                        <a:pt x="2" y="92"/>
                        <a:pt x="2" y="92"/>
                      </a:cubicBezTo>
                      <a:cubicBezTo>
                        <a:pt x="2" y="92"/>
                        <a:pt x="2" y="93"/>
                        <a:pt x="2" y="93"/>
                      </a:cubicBezTo>
                      <a:cubicBezTo>
                        <a:pt x="2" y="92"/>
                        <a:pt x="2" y="92"/>
                        <a:pt x="2" y="92"/>
                      </a:cubicBezTo>
                      <a:cubicBezTo>
                        <a:pt x="2" y="92"/>
                        <a:pt x="3" y="92"/>
                        <a:pt x="3" y="92"/>
                      </a:cubicBezTo>
                      <a:cubicBezTo>
                        <a:pt x="3" y="91"/>
                        <a:pt x="3" y="91"/>
                        <a:pt x="4" y="91"/>
                      </a:cubicBezTo>
                      <a:cubicBezTo>
                        <a:pt x="4" y="91"/>
                        <a:pt x="4" y="91"/>
                        <a:pt x="4" y="91"/>
                      </a:cubicBezTo>
                      <a:cubicBezTo>
                        <a:pt x="4" y="91"/>
                        <a:pt x="4" y="91"/>
                        <a:pt x="4" y="91"/>
                      </a:cubicBezTo>
                      <a:cubicBezTo>
                        <a:pt x="4" y="90"/>
                        <a:pt x="4" y="90"/>
                        <a:pt x="5" y="90"/>
                      </a:cubicBezTo>
                      <a:cubicBezTo>
                        <a:pt x="5" y="90"/>
                        <a:pt x="5" y="90"/>
                        <a:pt x="5" y="90"/>
                      </a:cubicBezTo>
                      <a:cubicBezTo>
                        <a:pt x="6" y="90"/>
                        <a:pt x="6" y="89"/>
                        <a:pt x="6" y="89"/>
                      </a:cubicBezTo>
                      <a:cubicBezTo>
                        <a:pt x="7" y="89"/>
                        <a:pt x="8" y="88"/>
                        <a:pt x="8" y="88"/>
                      </a:cubicBezTo>
                      <a:cubicBezTo>
                        <a:pt x="8" y="88"/>
                        <a:pt x="8" y="88"/>
                        <a:pt x="8" y="87"/>
                      </a:cubicBezTo>
                      <a:cubicBezTo>
                        <a:pt x="8" y="87"/>
                        <a:pt x="8" y="87"/>
                        <a:pt x="8" y="87"/>
                      </a:cubicBezTo>
                      <a:cubicBezTo>
                        <a:pt x="8" y="86"/>
                        <a:pt x="9" y="86"/>
                        <a:pt x="9" y="86"/>
                      </a:cubicBezTo>
                      <a:cubicBezTo>
                        <a:pt x="10" y="86"/>
                        <a:pt x="10" y="85"/>
                        <a:pt x="11" y="85"/>
                      </a:cubicBezTo>
                      <a:cubicBezTo>
                        <a:pt x="11" y="85"/>
                        <a:pt x="11" y="84"/>
                        <a:pt x="12" y="84"/>
                      </a:cubicBezTo>
                      <a:cubicBezTo>
                        <a:pt x="12" y="84"/>
                        <a:pt x="12" y="83"/>
                        <a:pt x="12" y="83"/>
                      </a:cubicBezTo>
                      <a:cubicBezTo>
                        <a:pt x="12" y="83"/>
                        <a:pt x="12" y="83"/>
                        <a:pt x="12" y="82"/>
                      </a:cubicBezTo>
                      <a:cubicBezTo>
                        <a:pt x="13" y="82"/>
                        <a:pt x="12" y="82"/>
                        <a:pt x="12" y="82"/>
                      </a:cubicBezTo>
                      <a:cubicBezTo>
                        <a:pt x="12" y="82"/>
                        <a:pt x="12" y="82"/>
                        <a:pt x="12" y="82"/>
                      </a:cubicBezTo>
                      <a:cubicBezTo>
                        <a:pt x="12" y="82"/>
                        <a:pt x="12" y="82"/>
                        <a:pt x="12" y="82"/>
                      </a:cubicBezTo>
                      <a:cubicBezTo>
                        <a:pt x="12" y="82"/>
                        <a:pt x="12" y="82"/>
                        <a:pt x="12" y="82"/>
                      </a:cubicBezTo>
                      <a:cubicBezTo>
                        <a:pt x="12" y="82"/>
                        <a:pt x="12" y="81"/>
                        <a:pt x="12" y="81"/>
                      </a:cubicBezTo>
                      <a:cubicBezTo>
                        <a:pt x="12" y="82"/>
                        <a:pt x="12" y="82"/>
                        <a:pt x="12" y="82"/>
                      </a:cubicBezTo>
                      <a:cubicBezTo>
                        <a:pt x="12" y="82"/>
                        <a:pt x="12" y="82"/>
                        <a:pt x="12" y="82"/>
                      </a:cubicBezTo>
                      <a:cubicBezTo>
                        <a:pt x="13" y="82"/>
                        <a:pt x="13" y="82"/>
                        <a:pt x="13" y="81"/>
                      </a:cubicBezTo>
                      <a:cubicBezTo>
                        <a:pt x="13" y="81"/>
                        <a:pt x="13" y="81"/>
                        <a:pt x="13" y="81"/>
                      </a:cubicBezTo>
                      <a:cubicBezTo>
                        <a:pt x="12" y="81"/>
                        <a:pt x="12" y="81"/>
                        <a:pt x="12" y="81"/>
                      </a:cubicBezTo>
                      <a:cubicBezTo>
                        <a:pt x="12" y="81"/>
                        <a:pt x="12" y="81"/>
                        <a:pt x="12" y="80"/>
                      </a:cubicBezTo>
                      <a:cubicBezTo>
                        <a:pt x="13" y="80"/>
                        <a:pt x="13" y="80"/>
                        <a:pt x="13" y="80"/>
                      </a:cubicBezTo>
                      <a:cubicBezTo>
                        <a:pt x="13" y="80"/>
                        <a:pt x="13" y="80"/>
                        <a:pt x="13" y="80"/>
                      </a:cubicBezTo>
                      <a:cubicBezTo>
                        <a:pt x="13" y="80"/>
                        <a:pt x="13" y="80"/>
                        <a:pt x="13" y="80"/>
                      </a:cubicBezTo>
                      <a:cubicBezTo>
                        <a:pt x="14" y="80"/>
                        <a:pt x="15" y="80"/>
                        <a:pt x="15" y="80"/>
                      </a:cubicBezTo>
                      <a:cubicBezTo>
                        <a:pt x="16" y="80"/>
                        <a:pt x="16" y="79"/>
                        <a:pt x="16" y="79"/>
                      </a:cubicBezTo>
                      <a:cubicBezTo>
                        <a:pt x="16" y="79"/>
                        <a:pt x="16" y="78"/>
                        <a:pt x="16" y="78"/>
                      </a:cubicBezTo>
                      <a:cubicBezTo>
                        <a:pt x="16" y="78"/>
                        <a:pt x="16" y="78"/>
                        <a:pt x="17" y="77"/>
                      </a:cubicBezTo>
                      <a:cubicBezTo>
                        <a:pt x="17" y="77"/>
                        <a:pt x="17" y="77"/>
                        <a:pt x="17" y="77"/>
                      </a:cubicBezTo>
                      <a:cubicBezTo>
                        <a:pt x="17" y="77"/>
                        <a:pt x="18" y="77"/>
                        <a:pt x="18" y="77"/>
                      </a:cubicBezTo>
                      <a:cubicBezTo>
                        <a:pt x="18" y="77"/>
                        <a:pt x="18" y="77"/>
                        <a:pt x="18" y="77"/>
                      </a:cubicBezTo>
                      <a:cubicBezTo>
                        <a:pt x="18" y="76"/>
                        <a:pt x="19" y="76"/>
                        <a:pt x="19" y="76"/>
                      </a:cubicBezTo>
                      <a:cubicBezTo>
                        <a:pt x="19" y="76"/>
                        <a:pt x="20" y="76"/>
                        <a:pt x="19" y="75"/>
                      </a:cubicBezTo>
                      <a:close/>
                      <a:moveTo>
                        <a:pt x="23" y="65"/>
                      </a:moveTo>
                      <a:cubicBezTo>
                        <a:pt x="23" y="65"/>
                        <a:pt x="23" y="65"/>
                        <a:pt x="22" y="65"/>
                      </a:cubicBezTo>
                      <a:cubicBezTo>
                        <a:pt x="22" y="65"/>
                        <a:pt x="23" y="65"/>
                        <a:pt x="23" y="66"/>
                      </a:cubicBezTo>
                      <a:cubicBezTo>
                        <a:pt x="23" y="65"/>
                        <a:pt x="23" y="65"/>
                        <a:pt x="23" y="65"/>
                      </a:cubicBezTo>
                      <a:cubicBezTo>
                        <a:pt x="23" y="65"/>
                        <a:pt x="23" y="65"/>
                        <a:pt x="23" y="65"/>
                      </a:cubicBezTo>
                      <a:close/>
                      <a:moveTo>
                        <a:pt x="3" y="93"/>
                      </a:moveTo>
                      <a:cubicBezTo>
                        <a:pt x="2" y="93"/>
                        <a:pt x="2" y="93"/>
                        <a:pt x="2" y="93"/>
                      </a:cubicBezTo>
                      <a:cubicBezTo>
                        <a:pt x="2" y="93"/>
                        <a:pt x="2" y="93"/>
                        <a:pt x="2" y="93"/>
                      </a:cubicBezTo>
                      <a:cubicBezTo>
                        <a:pt x="2" y="94"/>
                        <a:pt x="2" y="94"/>
                        <a:pt x="2" y="94"/>
                      </a:cubicBezTo>
                      <a:cubicBezTo>
                        <a:pt x="3" y="94"/>
                        <a:pt x="3" y="94"/>
                        <a:pt x="3" y="94"/>
                      </a:cubicBezTo>
                      <a:cubicBezTo>
                        <a:pt x="3" y="93"/>
                        <a:pt x="3" y="93"/>
                        <a:pt x="3" y="93"/>
                      </a:cubicBezTo>
                      <a:cubicBezTo>
                        <a:pt x="3" y="93"/>
                        <a:pt x="3" y="93"/>
                        <a:pt x="3" y="93"/>
                      </a:cubicBezTo>
                      <a:close/>
                      <a:moveTo>
                        <a:pt x="2" y="93"/>
                      </a:moveTo>
                      <a:cubicBezTo>
                        <a:pt x="2" y="93"/>
                        <a:pt x="2" y="93"/>
                        <a:pt x="2" y="93"/>
                      </a:cubicBezTo>
                      <a:cubicBezTo>
                        <a:pt x="2" y="93"/>
                        <a:pt x="2" y="93"/>
                        <a:pt x="2" y="93"/>
                      </a:cubicBezTo>
                      <a:cubicBezTo>
                        <a:pt x="2" y="93"/>
                        <a:pt x="2" y="93"/>
                        <a:pt x="2" y="93"/>
                      </a:cubicBezTo>
                      <a:close/>
                      <a:moveTo>
                        <a:pt x="17" y="71"/>
                      </a:moveTo>
                      <a:cubicBezTo>
                        <a:pt x="17" y="71"/>
                        <a:pt x="17" y="71"/>
                        <a:pt x="17" y="71"/>
                      </a:cubicBezTo>
                      <a:cubicBezTo>
                        <a:pt x="17" y="70"/>
                        <a:pt x="16" y="70"/>
                        <a:pt x="16" y="70"/>
                      </a:cubicBezTo>
                      <a:cubicBezTo>
                        <a:pt x="16" y="70"/>
                        <a:pt x="16" y="70"/>
                        <a:pt x="16" y="71"/>
                      </a:cubicBezTo>
                      <a:cubicBezTo>
                        <a:pt x="16" y="71"/>
                        <a:pt x="16" y="71"/>
                        <a:pt x="17" y="71"/>
                      </a:cubicBezTo>
                      <a:close/>
                      <a:moveTo>
                        <a:pt x="23" y="64"/>
                      </a:moveTo>
                      <a:cubicBezTo>
                        <a:pt x="23" y="64"/>
                        <a:pt x="23" y="64"/>
                        <a:pt x="23" y="64"/>
                      </a:cubicBezTo>
                      <a:cubicBezTo>
                        <a:pt x="23" y="63"/>
                        <a:pt x="23" y="63"/>
                        <a:pt x="23" y="63"/>
                      </a:cubicBezTo>
                      <a:cubicBezTo>
                        <a:pt x="22" y="63"/>
                        <a:pt x="22" y="63"/>
                        <a:pt x="22" y="63"/>
                      </a:cubicBezTo>
                      <a:cubicBezTo>
                        <a:pt x="22" y="64"/>
                        <a:pt x="22" y="64"/>
                        <a:pt x="22" y="63"/>
                      </a:cubicBezTo>
                      <a:cubicBezTo>
                        <a:pt x="22" y="63"/>
                        <a:pt x="22" y="63"/>
                        <a:pt x="21" y="63"/>
                      </a:cubicBezTo>
                      <a:cubicBezTo>
                        <a:pt x="21" y="63"/>
                        <a:pt x="21" y="63"/>
                        <a:pt x="21" y="63"/>
                      </a:cubicBezTo>
                      <a:cubicBezTo>
                        <a:pt x="21" y="63"/>
                        <a:pt x="21" y="63"/>
                        <a:pt x="21" y="63"/>
                      </a:cubicBezTo>
                      <a:cubicBezTo>
                        <a:pt x="21" y="62"/>
                        <a:pt x="21" y="62"/>
                        <a:pt x="20" y="62"/>
                      </a:cubicBezTo>
                      <a:cubicBezTo>
                        <a:pt x="20" y="62"/>
                        <a:pt x="20" y="62"/>
                        <a:pt x="20" y="62"/>
                      </a:cubicBezTo>
                      <a:cubicBezTo>
                        <a:pt x="20" y="62"/>
                        <a:pt x="20" y="62"/>
                        <a:pt x="20" y="62"/>
                      </a:cubicBezTo>
                      <a:cubicBezTo>
                        <a:pt x="20" y="63"/>
                        <a:pt x="20" y="63"/>
                        <a:pt x="20" y="63"/>
                      </a:cubicBezTo>
                      <a:cubicBezTo>
                        <a:pt x="20" y="63"/>
                        <a:pt x="20" y="63"/>
                        <a:pt x="20" y="63"/>
                      </a:cubicBezTo>
                      <a:cubicBezTo>
                        <a:pt x="20" y="63"/>
                        <a:pt x="20" y="63"/>
                        <a:pt x="20" y="63"/>
                      </a:cubicBezTo>
                      <a:cubicBezTo>
                        <a:pt x="20" y="63"/>
                        <a:pt x="20" y="63"/>
                        <a:pt x="20" y="63"/>
                      </a:cubicBezTo>
                      <a:cubicBezTo>
                        <a:pt x="20" y="64"/>
                        <a:pt x="20" y="64"/>
                        <a:pt x="20" y="64"/>
                      </a:cubicBezTo>
                      <a:cubicBezTo>
                        <a:pt x="21" y="64"/>
                        <a:pt x="21" y="64"/>
                        <a:pt x="21" y="64"/>
                      </a:cubicBezTo>
                      <a:cubicBezTo>
                        <a:pt x="21" y="65"/>
                        <a:pt x="21" y="64"/>
                        <a:pt x="21" y="64"/>
                      </a:cubicBezTo>
                      <a:cubicBezTo>
                        <a:pt x="21" y="64"/>
                        <a:pt x="21" y="65"/>
                        <a:pt x="22" y="65"/>
                      </a:cubicBezTo>
                      <a:cubicBezTo>
                        <a:pt x="22" y="65"/>
                        <a:pt x="22" y="65"/>
                        <a:pt x="22" y="65"/>
                      </a:cubicBezTo>
                      <a:cubicBezTo>
                        <a:pt x="22" y="64"/>
                        <a:pt x="22" y="64"/>
                        <a:pt x="22" y="64"/>
                      </a:cubicBezTo>
                      <a:cubicBezTo>
                        <a:pt x="22" y="64"/>
                        <a:pt x="22" y="65"/>
                        <a:pt x="22" y="65"/>
                      </a:cubicBezTo>
                      <a:cubicBezTo>
                        <a:pt x="23" y="65"/>
                        <a:pt x="23" y="64"/>
                        <a:pt x="23" y="64"/>
                      </a:cubicBezTo>
                      <a:cubicBezTo>
                        <a:pt x="23" y="65"/>
                        <a:pt x="23" y="64"/>
                        <a:pt x="23" y="64"/>
                      </a:cubicBezTo>
                      <a:cubicBezTo>
                        <a:pt x="23" y="64"/>
                        <a:pt x="23" y="64"/>
                        <a:pt x="23" y="64"/>
                      </a:cubicBezTo>
                      <a:close/>
                      <a:moveTo>
                        <a:pt x="29" y="73"/>
                      </a:moveTo>
                      <a:cubicBezTo>
                        <a:pt x="29" y="73"/>
                        <a:pt x="29" y="73"/>
                        <a:pt x="29" y="73"/>
                      </a:cubicBezTo>
                      <a:cubicBezTo>
                        <a:pt x="29" y="73"/>
                        <a:pt x="29" y="73"/>
                        <a:pt x="29" y="73"/>
                      </a:cubicBezTo>
                      <a:cubicBezTo>
                        <a:pt x="29" y="73"/>
                        <a:pt x="29" y="72"/>
                        <a:pt x="29" y="72"/>
                      </a:cubicBezTo>
                      <a:cubicBezTo>
                        <a:pt x="29" y="73"/>
                        <a:pt x="29" y="73"/>
                        <a:pt x="29" y="73"/>
                      </a:cubicBezTo>
                      <a:close/>
                      <a:moveTo>
                        <a:pt x="28" y="70"/>
                      </a:moveTo>
                      <a:cubicBezTo>
                        <a:pt x="28" y="70"/>
                        <a:pt x="28" y="70"/>
                        <a:pt x="28" y="71"/>
                      </a:cubicBezTo>
                      <a:cubicBezTo>
                        <a:pt x="28" y="71"/>
                        <a:pt x="28" y="71"/>
                        <a:pt x="28" y="70"/>
                      </a:cubicBezTo>
                      <a:close/>
                      <a:moveTo>
                        <a:pt x="22" y="65"/>
                      </a:moveTo>
                      <a:cubicBezTo>
                        <a:pt x="22" y="65"/>
                        <a:pt x="22" y="65"/>
                        <a:pt x="22" y="65"/>
                      </a:cubicBezTo>
                      <a:cubicBezTo>
                        <a:pt x="22" y="65"/>
                        <a:pt x="22" y="65"/>
                        <a:pt x="22" y="65"/>
                      </a:cubicBezTo>
                      <a:cubicBezTo>
                        <a:pt x="22" y="65"/>
                        <a:pt x="22" y="65"/>
                        <a:pt x="22" y="65"/>
                      </a:cubicBezTo>
                      <a:cubicBezTo>
                        <a:pt x="22" y="65"/>
                        <a:pt x="22" y="65"/>
                        <a:pt x="22" y="65"/>
                      </a:cubicBezTo>
                      <a:close/>
                      <a:moveTo>
                        <a:pt x="22" y="66"/>
                      </a:moveTo>
                      <a:cubicBezTo>
                        <a:pt x="22" y="66"/>
                        <a:pt x="22" y="66"/>
                        <a:pt x="22" y="66"/>
                      </a:cubicBezTo>
                      <a:cubicBezTo>
                        <a:pt x="22" y="66"/>
                        <a:pt x="22" y="66"/>
                        <a:pt x="22" y="66"/>
                      </a:cubicBezTo>
                      <a:cubicBezTo>
                        <a:pt x="22" y="66"/>
                        <a:pt x="22" y="66"/>
                        <a:pt x="22" y="66"/>
                      </a:cubicBezTo>
                      <a:cubicBezTo>
                        <a:pt x="22" y="66"/>
                        <a:pt x="22" y="66"/>
                        <a:pt x="22" y="66"/>
                      </a:cubicBezTo>
                      <a:close/>
                      <a:moveTo>
                        <a:pt x="21" y="75"/>
                      </a:moveTo>
                      <a:cubicBezTo>
                        <a:pt x="21" y="75"/>
                        <a:pt x="21" y="75"/>
                        <a:pt x="21" y="75"/>
                      </a:cubicBezTo>
                      <a:cubicBezTo>
                        <a:pt x="21" y="75"/>
                        <a:pt x="21" y="75"/>
                        <a:pt x="21" y="75"/>
                      </a:cubicBezTo>
                      <a:cubicBezTo>
                        <a:pt x="20" y="75"/>
                        <a:pt x="20" y="75"/>
                        <a:pt x="20" y="75"/>
                      </a:cubicBezTo>
                      <a:cubicBezTo>
                        <a:pt x="20" y="75"/>
                        <a:pt x="20" y="75"/>
                        <a:pt x="20" y="75"/>
                      </a:cubicBezTo>
                      <a:cubicBezTo>
                        <a:pt x="20" y="75"/>
                        <a:pt x="20" y="76"/>
                        <a:pt x="20" y="76"/>
                      </a:cubicBezTo>
                      <a:cubicBezTo>
                        <a:pt x="20" y="76"/>
                        <a:pt x="20" y="76"/>
                        <a:pt x="20" y="76"/>
                      </a:cubicBezTo>
                      <a:cubicBezTo>
                        <a:pt x="20" y="76"/>
                        <a:pt x="20" y="76"/>
                        <a:pt x="20" y="76"/>
                      </a:cubicBezTo>
                      <a:cubicBezTo>
                        <a:pt x="20" y="76"/>
                        <a:pt x="20" y="76"/>
                        <a:pt x="20" y="76"/>
                      </a:cubicBezTo>
                      <a:cubicBezTo>
                        <a:pt x="21" y="76"/>
                        <a:pt x="21" y="76"/>
                        <a:pt x="21" y="75"/>
                      </a:cubicBezTo>
                      <a:cubicBezTo>
                        <a:pt x="21" y="75"/>
                        <a:pt x="21" y="75"/>
                        <a:pt x="21" y="75"/>
                      </a:cubicBezTo>
                      <a:close/>
                      <a:moveTo>
                        <a:pt x="21" y="65"/>
                      </a:moveTo>
                      <a:cubicBezTo>
                        <a:pt x="21" y="65"/>
                        <a:pt x="21" y="65"/>
                        <a:pt x="20" y="65"/>
                      </a:cubicBezTo>
                      <a:cubicBezTo>
                        <a:pt x="20" y="65"/>
                        <a:pt x="20" y="65"/>
                        <a:pt x="20" y="65"/>
                      </a:cubicBezTo>
                      <a:cubicBezTo>
                        <a:pt x="20" y="65"/>
                        <a:pt x="20" y="65"/>
                        <a:pt x="20" y="65"/>
                      </a:cubicBezTo>
                      <a:cubicBezTo>
                        <a:pt x="20" y="66"/>
                        <a:pt x="20" y="66"/>
                        <a:pt x="20" y="66"/>
                      </a:cubicBezTo>
                      <a:cubicBezTo>
                        <a:pt x="20" y="66"/>
                        <a:pt x="20" y="66"/>
                        <a:pt x="21" y="66"/>
                      </a:cubicBezTo>
                      <a:cubicBezTo>
                        <a:pt x="21" y="66"/>
                        <a:pt x="21" y="66"/>
                        <a:pt x="21" y="66"/>
                      </a:cubicBezTo>
                      <a:cubicBezTo>
                        <a:pt x="21" y="66"/>
                        <a:pt x="21" y="66"/>
                        <a:pt x="21" y="66"/>
                      </a:cubicBezTo>
                      <a:cubicBezTo>
                        <a:pt x="20" y="67"/>
                        <a:pt x="20" y="67"/>
                        <a:pt x="21" y="67"/>
                      </a:cubicBezTo>
                      <a:cubicBezTo>
                        <a:pt x="21" y="67"/>
                        <a:pt x="21" y="67"/>
                        <a:pt x="21" y="67"/>
                      </a:cubicBezTo>
                      <a:cubicBezTo>
                        <a:pt x="21" y="67"/>
                        <a:pt x="21" y="67"/>
                        <a:pt x="21" y="66"/>
                      </a:cubicBezTo>
                      <a:cubicBezTo>
                        <a:pt x="21" y="66"/>
                        <a:pt x="21" y="66"/>
                        <a:pt x="21" y="65"/>
                      </a:cubicBezTo>
                      <a:cubicBezTo>
                        <a:pt x="21" y="65"/>
                        <a:pt x="21" y="65"/>
                        <a:pt x="21" y="65"/>
                      </a:cubicBezTo>
                      <a:close/>
                      <a:moveTo>
                        <a:pt x="15" y="76"/>
                      </a:moveTo>
                      <a:cubicBezTo>
                        <a:pt x="15" y="76"/>
                        <a:pt x="15" y="76"/>
                        <a:pt x="15" y="75"/>
                      </a:cubicBezTo>
                      <a:cubicBezTo>
                        <a:pt x="15" y="75"/>
                        <a:pt x="15" y="75"/>
                        <a:pt x="15" y="75"/>
                      </a:cubicBezTo>
                      <a:cubicBezTo>
                        <a:pt x="15" y="75"/>
                        <a:pt x="15" y="75"/>
                        <a:pt x="15" y="76"/>
                      </a:cubicBezTo>
                      <a:cubicBezTo>
                        <a:pt x="15" y="76"/>
                        <a:pt x="15" y="76"/>
                        <a:pt x="15" y="76"/>
                      </a:cubicBezTo>
                      <a:close/>
                      <a:moveTo>
                        <a:pt x="1" y="94"/>
                      </a:moveTo>
                      <a:cubicBezTo>
                        <a:pt x="2" y="94"/>
                        <a:pt x="2" y="94"/>
                        <a:pt x="2" y="94"/>
                      </a:cubicBezTo>
                      <a:cubicBezTo>
                        <a:pt x="2" y="94"/>
                        <a:pt x="2" y="94"/>
                        <a:pt x="1" y="94"/>
                      </a:cubicBezTo>
                      <a:close/>
                      <a:moveTo>
                        <a:pt x="1" y="93"/>
                      </a:moveTo>
                      <a:cubicBezTo>
                        <a:pt x="1" y="93"/>
                        <a:pt x="1" y="93"/>
                        <a:pt x="1" y="93"/>
                      </a:cubicBezTo>
                      <a:cubicBezTo>
                        <a:pt x="1" y="93"/>
                        <a:pt x="1" y="94"/>
                        <a:pt x="1" y="94"/>
                      </a:cubicBezTo>
                      <a:cubicBezTo>
                        <a:pt x="1" y="94"/>
                        <a:pt x="1" y="93"/>
                        <a:pt x="1" y="93"/>
                      </a:cubicBezTo>
                      <a:cubicBezTo>
                        <a:pt x="1" y="93"/>
                        <a:pt x="1" y="93"/>
                        <a:pt x="1" y="93"/>
                      </a:cubicBezTo>
                      <a:close/>
                      <a:moveTo>
                        <a:pt x="19" y="69"/>
                      </a:moveTo>
                      <a:cubicBezTo>
                        <a:pt x="19" y="69"/>
                        <a:pt x="20" y="69"/>
                        <a:pt x="20" y="69"/>
                      </a:cubicBezTo>
                      <a:cubicBezTo>
                        <a:pt x="20" y="69"/>
                        <a:pt x="20" y="69"/>
                        <a:pt x="20" y="68"/>
                      </a:cubicBezTo>
                      <a:cubicBezTo>
                        <a:pt x="20" y="68"/>
                        <a:pt x="20" y="68"/>
                        <a:pt x="20" y="68"/>
                      </a:cubicBezTo>
                      <a:cubicBezTo>
                        <a:pt x="20" y="69"/>
                        <a:pt x="19" y="69"/>
                        <a:pt x="19" y="69"/>
                      </a:cubicBezTo>
                      <a:cubicBezTo>
                        <a:pt x="19" y="69"/>
                        <a:pt x="19" y="69"/>
                        <a:pt x="19" y="69"/>
                      </a:cubicBezTo>
                      <a:close/>
                      <a:moveTo>
                        <a:pt x="1" y="94"/>
                      </a:moveTo>
                      <a:cubicBezTo>
                        <a:pt x="1" y="94"/>
                        <a:pt x="1" y="94"/>
                        <a:pt x="1" y="94"/>
                      </a:cubicBezTo>
                      <a:cubicBezTo>
                        <a:pt x="0" y="94"/>
                        <a:pt x="0" y="94"/>
                        <a:pt x="0" y="95"/>
                      </a:cubicBezTo>
                      <a:cubicBezTo>
                        <a:pt x="0" y="95"/>
                        <a:pt x="0" y="95"/>
                        <a:pt x="0" y="95"/>
                      </a:cubicBezTo>
                      <a:cubicBezTo>
                        <a:pt x="0" y="95"/>
                        <a:pt x="0" y="95"/>
                        <a:pt x="0" y="96"/>
                      </a:cubicBezTo>
                      <a:cubicBezTo>
                        <a:pt x="0" y="96"/>
                        <a:pt x="0" y="96"/>
                        <a:pt x="0" y="96"/>
                      </a:cubicBezTo>
                      <a:cubicBezTo>
                        <a:pt x="0" y="96"/>
                        <a:pt x="0" y="96"/>
                        <a:pt x="0" y="96"/>
                      </a:cubicBezTo>
                      <a:cubicBezTo>
                        <a:pt x="1" y="96"/>
                        <a:pt x="0" y="97"/>
                        <a:pt x="1" y="97"/>
                      </a:cubicBezTo>
                      <a:cubicBezTo>
                        <a:pt x="1" y="96"/>
                        <a:pt x="1" y="96"/>
                        <a:pt x="1" y="96"/>
                      </a:cubicBezTo>
                      <a:cubicBezTo>
                        <a:pt x="1" y="96"/>
                        <a:pt x="1" y="96"/>
                        <a:pt x="1" y="96"/>
                      </a:cubicBezTo>
                      <a:cubicBezTo>
                        <a:pt x="1" y="95"/>
                        <a:pt x="1" y="95"/>
                        <a:pt x="1" y="95"/>
                      </a:cubicBezTo>
                      <a:cubicBezTo>
                        <a:pt x="1" y="95"/>
                        <a:pt x="1" y="94"/>
                        <a:pt x="1" y="94"/>
                      </a:cubicBezTo>
                      <a:close/>
                      <a:moveTo>
                        <a:pt x="18" y="71"/>
                      </a:moveTo>
                      <a:cubicBezTo>
                        <a:pt x="18" y="71"/>
                        <a:pt x="18" y="71"/>
                        <a:pt x="18" y="71"/>
                      </a:cubicBezTo>
                      <a:cubicBezTo>
                        <a:pt x="18" y="71"/>
                        <a:pt x="18" y="71"/>
                        <a:pt x="18" y="71"/>
                      </a:cubicBezTo>
                      <a:cubicBezTo>
                        <a:pt x="18" y="71"/>
                        <a:pt x="19" y="71"/>
                        <a:pt x="18" y="71"/>
                      </a:cubicBezTo>
                      <a:cubicBezTo>
                        <a:pt x="18" y="71"/>
                        <a:pt x="18" y="71"/>
                        <a:pt x="18" y="71"/>
                      </a:cubicBezTo>
                      <a:close/>
                      <a:moveTo>
                        <a:pt x="19" y="70"/>
                      </a:moveTo>
                      <a:cubicBezTo>
                        <a:pt x="19" y="70"/>
                        <a:pt x="19" y="70"/>
                        <a:pt x="19" y="70"/>
                      </a:cubicBezTo>
                      <a:cubicBezTo>
                        <a:pt x="19" y="70"/>
                        <a:pt x="19" y="70"/>
                        <a:pt x="19" y="70"/>
                      </a:cubicBezTo>
                      <a:cubicBezTo>
                        <a:pt x="19" y="70"/>
                        <a:pt x="19" y="70"/>
                        <a:pt x="19" y="70"/>
                      </a:cubicBezTo>
                      <a:close/>
                      <a:moveTo>
                        <a:pt x="31" y="61"/>
                      </a:moveTo>
                      <a:cubicBezTo>
                        <a:pt x="31" y="60"/>
                        <a:pt x="31" y="60"/>
                        <a:pt x="31" y="60"/>
                      </a:cubicBezTo>
                      <a:cubicBezTo>
                        <a:pt x="32" y="60"/>
                        <a:pt x="32" y="60"/>
                        <a:pt x="32" y="60"/>
                      </a:cubicBezTo>
                      <a:cubicBezTo>
                        <a:pt x="32" y="60"/>
                        <a:pt x="32" y="59"/>
                        <a:pt x="32" y="59"/>
                      </a:cubicBezTo>
                      <a:cubicBezTo>
                        <a:pt x="32" y="59"/>
                        <a:pt x="32" y="59"/>
                        <a:pt x="32" y="59"/>
                      </a:cubicBezTo>
                      <a:cubicBezTo>
                        <a:pt x="32" y="59"/>
                        <a:pt x="32" y="59"/>
                        <a:pt x="31" y="58"/>
                      </a:cubicBezTo>
                      <a:cubicBezTo>
                        <a:pt x="31" y="58"/>
                        <a:pt x="31" y="58"/>
                        <a:pt x="31" y="58"/>
                      </a:cubicBezTo>
                      <a:cubicBezTo>
                        <a:pt x="31" y="58"/>
                        <a:pt x="31" y="58"/>
                        <a:pt x="31" y="58"/>
                      </a:cubicBezTo>
                      <a:cubicBezTo>
                        <a:pt x="31" y="58"/>
                        <a:pt x="31" y="57"/>
                        <a:pt x="31" y="56"/>
                      </a:cubicBezTo>
                      <a:cubicBezTo>
                        <a:pt x="31" y="56"/>
                        <a:pt x="31" y="56"/>
                        <a:pt x="32" y="56"/>
                      </a:cubicBezTo>
                      <a:cubicBezTo>
                        <a:pt x="32" y="56"/>
                        <a:pt x="32" y="56"/>
                        <a:pt x="32" y="55"/>
                      </a:cubicBezTo>
                      <a:cubicBezTo>
                        <a:pt x="31" y="55"/>
                        <a:pt x="31" y="55"/>
                        <a:pt x="31" y="55"/>
                      </a:cubicBezTo>
                      <a:cubicBezTo>
                        <a:pt x="31" y="55"/>
                        <a:pt x="31" y="55"/>
                        <a:pt x="31" y="55"/>
                      </a:cubicBezTo>
                      <a:cubicBezTo>
                        <a:pt x="31" y="55"/>
                        <a:pt x="31" y="55"/>
                        <a:pt x="31" y="55"/>
                      </a:cubicBezTo>
                      <a:cubicBezTo>
                        <a:pt x="31" y="55"/>
                        <a:pt x="30" y="55"/>
                        <a:pt x="30" y="54"/>
                      </a:cubicBezTo>
                      <a:cubicBezTo>
                        <a:pt x="30" y="54"/>
                        <a:pt x="29" y="54"/>
                        <a:pt x="29" y="54"/>
                      </a:cubicBezTo>
                      <a:cubicBezTo>
                        <a:pt x="29" y="53"/>
                        <a:pt x="29" y="53"/>
                        <a:pt x="29" y="53"/>
                      </a:cubicBezTo>
                      <a:cubicBezTo>
                        <a:pt x="29" y="53"/>
                        <a:pt x="29" y="53"/>
                        <a:pt x="29" y="54"/>
                      </a:cubicBezTo>
                      <a:cubicBezTo>
                        <a:pt x="29" y="54"/>
                        <a:pt x="28" y="53"/>
                        <a:pt x="28" y="54"/>
                      </a:cubicBezTo>
                      <a:cubicBezTo>
                        <a:pt x="28" y="54"/>
                        <a:pt x="28" y="54"/>
                        <a:pt x="28" y="54"/>
                      </a:cubicBezTo>
                      <a:cubicBezTo>
                        <a:pt x="28" y="53"/>
                        <a:pt x="27" y="53"/>
                        <a:pt x="27" y="53"/>
                      </a:cubicBezTo>
                      <a:cubicBezTo>
                        <a:pt x="27" y="53"/>
                        <a:pt x="27" y="53"/>
                        <a:pt x="27" y="53"/>
                      </a:cubicBezTo>
                      <a:cubicBezTo>
                        <a:pt x="27" y="53"/>
                        <a:pt x="27" y="53"/>
                        <a:pt x="27" y="53"/>
                      </a:cubicBezTo>
                      <a:cubicBezTo>
                        <a:pt x="26" y="53"/>
                        <a:pt x="26" y="53"/>
                        <a:pt x="26" y="53"/>
                      </a:cubicBezTo>
                      <a:cubicBezTo>
                        <a:pt x="26" y="53"/>
                        <a:pt x="26" y="53"/>
                        <a:pt x="26" y="53"/>
                      </a:cubicBezTo>
                      <a:cubicBezTo>
                        <a:pt x="26" y="53"/>
                        <a:pt x="25" y="53"/>
                        <a:pt x="25" y="53"/>
                      </a:cubicBezTo>
                      <a:cubicBezTo>
                        <a:pt x="25" y="53"/>
                        <a:pt x="25" y="53"/>
                        <a:pt x="25" y="53"/>
                      </a:cubicBezTo>
                      <a:cubicBezTo>
                        <a:pt x="24" y="53"/>
                        <a:pt x="24" y="53"/>
                        <a:pt x="24" y="53"/>
                      </a:cubicBezTo>
                      <a:cubicBezTo>
                        <a:pt x="24" y="53"/>
                        <a:pt x="24" y="53"/>
                        <a:pt x="24" y="53"/>
                      </a:cubicBezTo>
                      <a:cubicBezTo>
                        <a:pt x="23" y="53"/>
                        <a:pt x="23" y="53"/>
                        <a:pt x="23" y="53"/>
                      </a:cubicBezTo>
                      <a:cubicBezTo>
                        <a:pt x="23" y="53"/>
                        <a:pt x="23" y="53"/>
                        <a:pt x="23" y="54"/>
                      </a:cubicBezTo>
                      <a:cubicBezTo>
                        <a:pt x="23" y="54"/>
                        <a:pt x="23" y="54"/>
                        <a:pt x="23" y="54"/>
                      </a:cubicBezTo>
                      <a:cubicBezTo>
                        <a:pt x="23" y="54"/>
                        <a:pt x="23" y="54"/>
                        <a:pt x="23" y="54"/>
                      </a:cubicBezTo>
                      <a:cubicBezTo>
                        <a:pt x="23" y="54"/>
                        <a:pt x="23" y="54"/>
                        <a:pt x="24" y="54"/>
                      </a:cubicBezTo>
                      <a:cubicBezTo>
                        <a:pt x="24" y="54"/>
                        <a:pt x="24" y="54"/>
                        <a:pt x="24" y="54"/>
                      </a:cubicBezTo>
                      <a:cubicBezTo>
                        <a:pt x="24" y="54"/>
                        <a:pt x="24" y="55"/>
                        <a:pt x="24" y="55"/>
                      </a:cubicBezTo>
                      <a:cubicBezTo>
                        <a:pt x="24" y="55"/>
                        <a:pt x="24" y="55"/>
                        <a:pt x="25" y="55"/>
                      </a:cubicBezTo>
                      <a:cubicBezTo>
                        <a:pt x="25" y="55"/>
                        <a:pt x="25" y="55"/>
                        <a:pt x="25" y="55"/>
                      </a:cubicBezTo>
                      <a:cubicBezTo>
                        <a:pt x="25" y="56"/>
                        <a:pt x="26" y="56"/>
                        <a:pt x="26" y="57"/>
                      </a:cubicBezTo>
                      <a:cubicBezTo>
                        <a:pt x="26" y="57"/>
                        <a:pt x="26" y="57"/>
                        <a:pt x="26" y="58"/>
                      </a:cubicBezTo>
                      <a:cubicBezTo>
                        <a:pt x="26" y="58"/>
                        <a:pt x="26" y="58"/>
                        <a:pt x="26" y="59"/>
                      </a:cubicBezTo>
                      <a:cubicBezTo>
                        <a:pt x="26" y="59"/>
                        <a:pt x="27" y="59"/>
                        <a:pt x="27" y="59"/>
                      </a:cubicBezTo>
                      <a:cubicBezTo>
                        <a:pt x="27" y="59"/>
                        <a:pt x="27" y="59"/>
                        <a:pt x="27" y="59"/>
                      </a:cubicBezTo>
                      <a:cubicBezTo>
                        <a:pt x="27" y="60"/>
                        <a:pt x="27" y="60"/>
                        <a:pt x="27" y="60"/>
                      </a:cubicBezTo>
                      <a:cubicBezTo>
                        <a:pt x="27" y="61"/>
                        <a:pt x="28" y="61"/>
                        <a:pt x="28" y="61"/>
                      </a:cubicBezTo>
                      <a:cubicBezTo>
                        <a:pt x="28" y="61"/>
                        <a:pt x="28" y="62"/>
                        <a:pt x="29" y="62"/>
                      </a:cubicBezTo>
                      <a:cubicBezTo>
                        <a:pt x="29" y="62"/>
                        <a:pt x="29" y="62"/>
                        <a:pt x="29" y="62"/>
                      </a:cubicBezTo>
                      <a:cubicBezTo>
                        <a:pt x="29" y="62"/>
                        <a:pt x="29" y="62"/>
                        <a:pt x="29" y="62"/>
                      </a:cubicBezTo>
                      <a:cubicBezTo>
                        <a:pt x="29" y="62"/>
                        <a:pt x="29" y="62"/>
                        <a:pt x="29" y="62"/>
                      </a:cubicBezTo>
                      <a:cubicBezTo>
                        <a:pt x="29" y="62"/>
                        <a:pt x="29" y="62"/>
                        <a:pt x="29" y="62"/>
                      </a:cubicBezTo>
                      <a:cubicBezTo>
                        <a:pt x="30" y="62"/>
                        <a:pt x="30" y="62"/>
                        <a:pt x="30" y="62"/>
                      </a:cubicBezTo>
                      <a:cubicBezTo>
                        <a:pt x="30" y="62"/>
                        <a:pt x="30" y="62"/>
                        <a:pt x="30" y="62"/>
                      </a:cubicBezTo>
                      <a:cubicBezTo>
                        <a:pt x="30" y="62"/>
                        <a:pt x="30" y="62"/>
                        <a:pt x="30" y="62"/>
                      </a:cubicBezTo>
                      <a:cubicBezTo>
                        <a:pt x="31" y="62"/>
                        <a:pt x="30" y="62"/>
                        <a:pt x="31" y="62"/>
                      </a:cubicBezTo>
                      <a:cubicBezTo>
                        <a:pt x="31" y="62"/>
                        <a:pt x="31" y="62"/>
                        <a:pt x="31" y="62"/>
                      </a:cubicBezTo>
                      <a:cubicBezTo>
                        <a:pt x="31" y="61"/>
                        <a:pt x="31" y="61"/>
                        <a:pt x="31" y="61"/>
                      </a:cubicBezTo>
                      <a:cubicBezTo>
                        <a:pt x="31" y="61"/>
                        <a:pt x="31" y="61"/>
                        <a:pt x="31" y="61"/>
                      </a:cubicBezTo>
                      <a:close/>
                      <a:moveTo>
                        <a:pt x="29" y="63"/>
                      </a:moveTo>
                      <a:cubicBezTo>
                        <a:pt x="29" y="63"/>
                        <a:pt x="29" y="62"/>
                        <a:pt x="29" y="62"/>
                      </a:cubicBezTo>
                      <a:cubicBezTo>
                        <a:pt x="29" y="62"/>
                        <a:pt x="29" y="62"/>
                        <a:pt x="28" y="62"/>
                      </a:cubicBezTo>
                      <a:cubicBezTo>
                        <a:pt x="28" y="62"/>
                        <a:pt x="28" y="62"/>
                        <a:pt x="28" y="62"/>
                      </a:cubicBezTo>
                      <a:cubicBezTo>
                        <a:pt x="28" y="63"/>
                        <a:pt x="29" y="63"/>
                        <a:pt x="29" y="63"/>
                      </a:cubicBezTo>
                      <a:close/>
                      <a:moveTo>
                        <a:pt x="23" y="51"/>
                      </a:moveTo>
                      <a:cubicBezTo>
                        <a:pt x="23" y="51"/>
                        <a:pt x="22" y="51"/>
                        <a:pt x="22" y="51"/>
                      </a:cubicBezTo>
                      <a:cubicBezTo>
                        <a:pt x="22" y="51"/>
                        <a:pt x="22" y="51"/>
                        <a:pt x="22" y="51"/>
                      </a:cubicBezTo>
                      <a:cubicBezTo>
                        <a:pt x="22" y="51"/>
                        <a:pt x="22" y="51"/>
                        <a:pt x="22" y="51"/>
                      </a:cubicBezTo>
                      <a:cubicBezTo>
                        <a:pt x="21" y="51"/>
                        <a:pt x="21" y="51"/>
                        <a:pt x="21" y="51"/>
                      </a:cubicBezTo>
                      <a:cubicBezTo>
                        <a:pt x="21" y="50"/>
                        <a:pt x="21" y="50"/>
                        <a:pt x="20" y="50"/>
                      </a:cubicBezTo>
                      <a:cubicBezTo>
                        <a:pt x="20" y="50"/>
                        <a:pt x="20" y="51"/>
                        <a:pt x="20" y="51"/>
                      </a:cubicBezTo>
                      <a:cubicBezTo>
                        <a:pt x="20" y="51"/>
                        <a:pt x="21" y="51"/>
                        <a:pt x="21" y="51"/>
                      </a:cubicBezTo>
                      <a:cubicBezTo>
                        <a:pt x="21" y="51"/>
                        <a:pt x="21" y="51"/>
                        <a:pt x="21" y="51"/>
                      </a:cubicBezTo>
                      <a:cubicBezTo>
                        <a:pt x="21" y="52"/>
                        <a:pt x="22" y="52"/>
                        <a:pt x="22" y="52"/>
                      </a:cubicBezTo>
                      <a:cubicBezTo>
                        <a:pt x="22" y="52"/>
                        <a:pt x="22" y="52"/>
                        <a:pt x="22" y="52"/>
                      </a:cubicBezTo>
                      <a:cubicBezTo>
                        <a:pt x="23" y="52"/>
                        <a:pt x="23" y="52"/>
                        <a:pt x="23" y="52"/>
                      </a:cubicBezTo>
                      <a:cubicBezTo>
                        <a:pt x="23" y="52"/>
                        <a:pt x="23" y="52"/>
                        <a:pt x="23" y="52"/>
                      </a:cubicBezTo>
                      <a:cubicBezTo>
                        <a:pt x="23" y="52"/>
                        <a:pt x="23" y="52"/>
                        <a:pt x="23" y="52"/>
                      </a:cubicBezTo>
                      <a:cubicBezTo>
                        <a:pt x="23" y="52"/>
                        <a:pt x="23" y="52"/>
                        <a:pt x="22" y="52"/>
                      </a:cubicBezTo>
                      <a:cubicBezTo>
                        <a:pt x="22" y="52"/>
                        <a:pt x="22" y="52"/>
                        <a:pt x="22" y="51"/>
                      </a:cubicBezTo>
                      <a:cubicBezTo>
                        <a:pt x="22" y="51"/>
                        <a:pt x="22" y="51"/>
                        <a:pt x="22" y="51"/>
                      </a:cubicBezTo>
                      <a:cubicBezTo>
                        <a:pt x="22" y="51"/>
                        <a:pt x="22" y="51"/>
                        <a:pt x="22" y="51"/>
                      </a:cubicBezTo>
                      <a:cubicBezTo>
                        <a:pt x="22" y="51"/>
                        <a:pt x="23" y="51"/>
                        <a:pt x="23" y="51"/>
                      </a:cubicBezTo>
                      <a:close/>
                      <a:moveTo>
                        <a:pt x="63" y="69"/>
                      </a:moveTo>
                      <a:cubicBezTo>
                        <a:pt x="63" y="69"/>
                        <a:pt x="63" y="69"/>
                        <a:pt x="63" y="69"/>
                      </a:cubicBezTo>
                      <a:cubicBezTo>
                        <a:pt x="63" y="69"/>
                        <a:pt x="63" y="69"/>
                        <a:pt x="63" y="68"/>
                      </a:cubicBezTo>
                      <a:cubicBezTo>
                        <a:pt x="62" y="69"/>
                        <a:pt x="62" y="69"/>
                        <a:pt x="62" y="69"/>
                      </a:cubicBezTo>
                      <a:cubicBezTo>
                        <a:pt x="62" y="69"/>
                        <a:pt x="62" y="69"/>
                        <a:pt x="62" y="69"/>
                      </a:cubicBezTo>
                      <a:cubicBezTo>
                        <a:pt x="62" y="68"/>
                        <a:pt x="62" y="68"/>
                        <a:pt x="62" y="68"/>
                      </a:cubicBezTo>
                      <a:cubicBezTo>
                        <a:pt x="62" y="69"/>
                        <a:pt x="61" y="69"/>
                        <a:pt x="61" y="69"/>
                      </a:cubicBezTo>
                      <a:cubicBezTo>
                        <a:pt x="61" y="69"/>
                        <a:pt x="60" y="69"/>
                        <a:pt x="60" y="69"/>
                      </a:cubicBezTo>
                      <a:cubicBezTo>
                        <a:pt x="60" y="69"/>
                        <a:pt x="60" y="69"/>
                        <a:pt x="60" y="69"/>
                      </a:cubicBezTo>
                      <a:cubicBezTo>
                        <a:pt x="60" y="69"/>
                        <a:pt x="60" y="69"/>
                        <a:pt x="60" y="69"/>
                      </a:cubicBezTo>
                      <a:cubicBezTo>
                        <a:pt x="60" y="69"/>
                        <a:pt x="60" y="69"/>
                        <a:pt x="59" y="69"/>
                      </a:cubicBezTo>
                      <a:cubicBezTo>
                        <a:pt x="59" y="69"/>
                        <a:pt x="59" y="68"/>
                        <a:pt x="59" y="68"/>
                      </a:cubicBezTo>
                      <a:cubicBezTo>
                        <a:pt x="59" y="68"/>
                        <a:pt x="59" y="68"/>
                        <a:pt x="58" y="68"/>
                      </a:cubicBezTo>
                      <a:cubicBezTo>
                        <a:pt x="58" y="68"/>
                        <a:pt x="58" y="68"/>
                        <a:pt x="58" y="68"/>
                      </a:cubicBezTo>
                      <a:cubicBezTo>
                        <a:pt x="58" y="68"/>
                        <a:pt x="58" y="68"/>
                        <a:pt x="58" y="67"/>
                      </a:cubicBezTo>
                      <a:cubicBezTo>
                        <a:pt x="58" y="67"/>
                        <a:pt x="58" y="67"/>
                        <a:pt x="58" y="67"/>
                      </a:cubicBezTo>
                      <a:cubicBezTo>
                        <a:pt x="58" y="67"/>
                        <a:pt x="58" y="67"/>
                        <a:pt x="58" y="67"/>
                      </a:cubicBezTo>
                      <a:cubicBezTo>
                        <a:pt x="58" y="67"/>
                        <a:pt x="58" y="67"/>
                        <a:pt x="58" y="67"/>
                      </a:cubicBezTo>
                      <a:cubicBezTo>
                        <a:pt x="58" y="67"/>
                        <a:pt x="58" y="67"/>
                        <a:pt x="57" y="67"/>
                      </a:cubicBezTo>
                      <a:cubicBezTo>
                        <a:pt x="57" y="67"/>
                        <a:pt x="57" y="67"/>
                        <a:pt x="57" y="67"/>
                      </a:cubicBezTo>
                      <a:cubicBezTo>
                        <a:pt x="57" y="67"/>
                        <a:pt x="57" y="67"/>
                        <a:pt x="57" y="66"/>
                      </a:cubicBezTo>
                      <a:cubicBezTo>
                        <a:pt x="57" y="66"/>
                        <a:pt x="57" y="66"/>
                        <a:pt x="57" y="66"/>
                      </a:cubicBezTo>
                      <a:cubicBezTo>
                        <a:pt x="57" y="66"/>
                        <a:pt x="57" y="66"/>
                        <a:pt x="57" y="66"/>
                      </a:cubicBezTo>
                      <a:cubicBezTo>
                        <a:pt x="57" y="66"/>
                        <a:pt x="57" y="66"/>
                        <a:pt x="57" y="66"/>
                      </a:cubicBezTo>
                      <a:cubicBezTo>
                        <a:pt x="57" y="66"/>
                        <a:pt x="57" y="65"/>
                        <a:pt x="57" y="65"/>
                      </a:cubicBezTo>
                      <a:cubicBezTo>
                        <a:pt x="57" y="65"/>
                        <a:pt x="57" y="65"/>
                        <a:pt x="57" y="65"/>
                      </a:cubicBezTo>
                      <a:cubicBezTo>
                        <a:pt x="57" y="65"/>
                        <a:pt x="57" y="65"/>
                        <a:pt x="58" y="65"/>
                      </a:cubicBezTo>
                      <a:cubicBezTo>
                        <a:pt x="58" y="65"/>
                        <a:pt x="58" y="64"/>
                        <a:pt x="58" y="64"/>
                      </a:cubicBezTo>
                      <a:cubicBezTo>
                        <a:pt x="58" y="64"/>
                        <a:pt x="58" y="64"/>
                        <a:pt x="58" y="64"/>
                      </a:cubicBezTo>
                      <a:cubicBezTo>
                        <a:pt x="57" y="64"/>
                        <a:pt x="57" y="64"/>
                        <a:pt x="57" y="64"/>
                      </a:cubicBezTo>
                      <a:cubicBezTo>
                        <a:pt x="57" y="64"/>
                        <a:pt x="57" y="64"/>
                        <a:pt x="57" y="64"/>
                      </a:cubicBezTo>
                      <a:cubicBezTo>
                        <a:pt x="56" y="64"/>
                        <a:pt x="56" y="64"/>
                        <a:pt x="56" y="64"/>
                      </a:cubicBezTo>
                      <a:cubicBezTo>
                        <a:pt x="56" y="64"/>
                        <a:pt x="56" y="64"/>
                        <a:pt x="56" y="64"/>
                      </a:cubicBezTo>
                      <a:cubicBezTo>
                        <a:pt x="56" y="63"/>
                        <a:pt x="55" y="63"/>
                        <a:pt x="55" y="63"/>
                      </a:cubicBezTo>
                      <a:cubicBezTo>
                        <a:pt x="55" y="63"/>
                        <a:pt x="55" y="62"/>
                        <a:pt x="55" y="62"/>
                      </a:cubicBezTo>
                      <a:cubicBezTo>
                        <a:pt x="55" y="62"/>
                        <a:pt x="54" y="62"/>
                        <a:pt x="54" y="62"/>
                      </a:cubicBezTo>
                      <a:cubicBezTo>
                        <a:pt x="54" y="62"/>
                        <a:pt x="54" y="62"/>
                        <a:pt x="54" y="62"/>
                      </a:cubicBezTo>
                      <a:cubicBezTo>
                        <a:pt x="54" y="62"/>
                        <a:pt x="53" y="62"/>
                        <a:pt x="53" y="62"/>
                      </a:cubicBezTo>
                      <a:cubicBezTo>
                        <a:pt x="53" y="62"/>
                        <a:pt x="53" y="62"/>
                        <a:pt x="53" y="62"/>
                      </a:cubicBezTo>
                      <a:cubicBezTo>
                        <a:pt x="53" y="62"/>
                        <a:pt x="53" y="61"/>
                        <a:pt x="53" y="61"/>
                      </a:cubicBezTo>
                      <a:cubicBezTo>
                        <a:pt x="52" y="61"/>
                        <a:pt x="52" y="61"/>
                        <a:pt x="52" y="60"/>
                      </a:cubicBezTo>
                      <a:cubicBezTo>
                        <a:pt x="52" y="60"/>
                        <a:pt x="52" y="60"/>
                        <a:pt x="52" y="59"/>
                      </a:cubicBezTo>
                      <a:cubicBezTo>
                        <a:pt x="52" y="59"/>
                        <a:pt x="52" y="59"/>
                        <a:pt x="52" y="59"/>
                      </a:cubicBezTo>
                      <a:cubicBezTo>
                        <a:pt x="52" y="59"/>
                        <a:pt x="52" y="59"/>
                        <a:pt x="52" y="58"/>
                      </a:cubicBezTo>
                      <a:cubicBezTo>
                        <a:pt x="52" y="58"/>
                        <a:pt x="52" y="59"/>
                        <a:pt x="52" y="59"/>
                      </a:cubicBezTo>
                      <a:cubicBezTo>
                        <a:pt x="52" y="59"/>
                        <a:pt x="52" y="59"/>
                        <a:pt x="52" y="59"/>
                      </a:cubicBezTo>
                      <a:cubicBezTo>
                        <a:pt x="53" y="59"/>
                        <a:pt x="53" y="58"/>
                        <a:pt x="53" y="59"/>
                      </a:cubicBezTo>
                      <a:cubicBezTo>
                        <a:pt x="53" y="59"/>
                        <a:pt x="53" y="59"/>
                        <a:pt x="53" y="59"/>
                      </a:cubicBezTo>
                      <a:cubicBezTo>
                        <a:pt x="53" y="58"/>
                        <a:pt x="53" y="58"/>
                        <a:pt x="53" y="58"/>
                      </a:cubicBezTo>
                      <a:cubicBezTo>
                        <a:pt x="54" y="58"/>
                        <a:pt x="54" y="58"/>
                        <a:pt x="53" y="59"/>
                      </a:cubicBezTo>
                      <a:cubicBezTo>
                        <a:pt x="54" y="59"/>
                        <a:pt x="54" y="59"/>
                        <a:pt x="54" y="59"/>
                      </a:cubicBezTo>
                      <a:cubicBezTo>
                        <a:pt x="54" y="58"/>
                        <a:pt x="54" y="58"/>
                        <a:pt x="55" y="59"/>
                      </a:cubicBezTo>
                      <a:cubicBezTo>
                        <a:pt x="55" y="59"/>
                        <a:pt x="55" y="59"/>
                        <a:pt x="55" y="59"/>
                      </a:cubicBezTo>
                      <a:cubicBezTo>
                        <a:pt x="55" y="59"/>
                        <a:pt x="56" y="59"/>
                        <a:pt x="56" y="58"/>
                      </a:cubicBezTo>
                      <a:cubicBezTo>
                        <a:pt x="56" y="58"/>
                        <a:pt x="56" y="58"/>
                        <a:pt x="57" y="58"/>
                      </a:cubicBezTo>
                      <a:cubicBezTo>
                        <a:pt x="57" y="58"/>
                        <a:pt x="57" y="58"/>
                        <a:pt x="57" y="58"/>
                      </a:cubicBezTo>
                      <a:cubicBezTo>
                        <a:pt x="57" y="58"/>
                        <a:pt x="57" y="58"/>
                        <a:pt x="57" y="58"/>
                      </a:cubicBezTo>
                      <a:cubicBezTo>
                        <a:pt x="57" y="58"/>
                        <a:pt x="57" y="58"/>
                        <a:pt x="57" y="58"/>
                      </a:cubicBezTo>
                      <a:cubicBezTo>
                        <a:pt x="57" y="58"/>
                        <a:pt x="57" y="58"/>
                        <a:pt x="57" y="58"/>
                      </a:cubicBezTo>
                      <a:cubicBezTo>
                        <a:pt x="58" y="58"/>
                        <a:pt x="58" y="58"/>
                        <a:pt x="58" y="58"/>
                      </a:cubicBezTo>
                      <a:cubicBezTo>
                        <a:pt x="58" y="58"/>
                        <a:pt x="58" y="58"/>
                        <a:pt x="58" y="58"/>
                      </a:cubicBezTo>
                      <a:cubicBezTo>
                        <a:pt x="58" y="58"/>
                        <a:pt x="58" y="58"/>
                        <a:pt x="58" y="58"/>
                      </a:cubicBezTo>
                      <a:cubicBezTo>
                        <a:pt x="59" y="58"/>
                        <a:pt x="58" y="58"/>
                        <a:pt x="58" y="58"/>
                      </a:cubicBezTo>
                      <a:cubicBezTo>
                        <a:pt x="59" y="58"/>
                        <a:pt x="59" y="59"/>
                        <a:pt x="59" y="59"/>
                      </a:cubicBezTo>
                      <a:cubicBezTo>
                        <a:pt x="59" y="59"/>
                        <a:pt x="59" y="59"/>
                        <a:pt x="59" y="59"/>
                      </a:cubicBezTo>
                      <a:cubicBezTo>
                        <a:pt x="59" y="60"/>
                        <a:pt x="59" y="60"/>
                        <a:pt x="60" y="60"/>
                      </a:cubicBezTo>
                      <a:cubicBezTo>
                        <a:pt x="60" y="60"/>
                        <a:pt x="60" y="60"/>
                        <a:pt x="60" y="60"/>
                      </a:cubicBezTo>
                      <a:cubicBezTo>
                        <a:pt x="60" y="60"/>
                        <a:pt x="60" y="60"/>
                        <a:pt x="60" y="60"/>
                      </a:cubicBezTo>
                      <a:cubicBezTo>
                        <a:pt x="60" y="60"/>
                        <a:pt x="61" y="60"/>
                        <a:pt x="61" y="61"/>
                      </a:cubicBezTo>
                      <a:cubicBezTo>
                        <a:pt x="61" y="61"/>
                        <a:pt x="61" y="61"/>
                        <a:pt x="61" y="61"/>
                      </a:cubicBezTo>
                      <a:cubicBezTo>
                        <a:pt x="60" y="61"/>
                        <a:pt x="60" y="61"/>
                        <a:pt x="61" y="61"/>
                      </a:cubicBezTo>
                      <a:cubicBezTo>
                        <a:pt x="61" y="61"/>
                        <a:pt x="61" y="61"/>
                        <a:pt x="61" y="62"/>
                      </a:cubicBezTo>
                      <a:cubicBezTo>
                        <a:pt x="61" y="62"/>
                        <a:pt x="61" y="62"/>
                        <a:pt x="61" y="62"/>
                      </a:cubicBezTo>
                      <a:cubicBezTo>
                        <a:pt x="60" y="62"/>
                        <a:pt x="60" y="63"/>
                        <a:pt x="61" y="63"/>
                      </a:cubicBezTo>
                      <a:cubicBezTo>
                        <a:pt x="61" y="64"/>
                        <a:pt x="61" y="64"/>
                        <a:pt x="61" y="64"/>
                      </a:cubicBezTo>
                      <a:cubicBezTo>
                        <a:pt x="61" y="65"/>
                        <a:pt x="61" y="65"/>
                        <a:pt x="61" y="65"/>
                      </a:cubicBezTo>
                      <a:cubicBezTo>
                        <a:pt x="61" y="65"/>
                        <a:pt x="61" y="65"/>
                        <a:pt x="61" y="65"/>
                      </a:cubicBezTo>
                      <a:cubicBezTo>
                        <a:pt x="61" y="65"/>
                        <a:pt x="61" y="66"/>
                        <a:pt x="61" y="66"/>
                      </a:cubicBezTo>
                      <a:cubicBezTo>
                        <a:pt x="61" y="66"/>
                        <a:pt x="61" y="66"/>
                        <a:pt x="62" y="66"/>
                      </a:cubicBezTo>
                      <a:cubicBezTo>
                        <a:pt x="62" y="66"/>
                        <a:pt x="62" y="66"/>
                        <a:pt x="62" y="66"/>
                      </a:cubicBezTo>
                      <a:cubicBezTo>
                        <a:pt x="62" y="66"/>
                        <a:pt x="62" y="66"/>
                        <a:pt x="62" y="66"/>
                      </a:cubicBezTo>
                      <a:cubicBezTo>
                        <a:pt x="62" y="67"/>
                        <a:pt x="62" y="67"/>
                        <a:pt x="62" y="67"/>
                      </a:cubicBezTo>
                      <a:cubicBezTo>
                        <a:pt x="62" y="67"/>
                        <a:pt x="62" y="67"/>
                        <a:pt x="62" y="67"/>
                      </a:cubicBezTo>
                      <a:cubicBezTo>
                        <a:pt x="62" y="67"/>
                        <a:pt x="62" y="67"/>
                        <a:pt x="62" y="67"/>
                      </a:cubicBezTo>
                      <a:cubicBezTo>
                        <a:pt x="62" y="67"/>
                        <a:pt x="62" y="67"/>
                        <a:pt x="62" y="67"/>
                      </a:cubicBezTo>
                      <a:cubicBezTo>
                        <a:pt x="62" y="68"/>
                        <a:pt x="62" y="68"/>
                        <a:pt x="62" y="68"/>
                      </a:cubicBezTo>
                      <a:cubicBezTo>
                        <a:pt x="62" y="68"/>
                        <a:pt x="62" y="68"/>
                        <a:pt x="62" y="68"/>
                      </a:cubicBezTo>
                      <a:cubicBezTo>
                        <a:pt x="62" y="68"/>
                        <a:pt x="62" y="68"/>
                        <a:pt x="62" y="68"/>
                      </a:cubicBezTo>
                      <a:cubicBezTo>
                        <a:pt x="62" y="68"/>
                        <a:pt x="63" y="68"/>
                        <a:pt x="63" y="68"/>
                      </a:cubicBezTo>
                      <a:cubicBezTo>
                        <a:pt x="63" y="69"/>
                        <a:pt x="63" y="69"/>
                        <a:pt x="63" y="69"/>
                      </a:cubicBezTo>
                      <a:cubicBezTo>
                        <a:pt x="63" y="69"/>
                        <a:pt x="63" y="69"/>
                        <a:pt x="63" y="69"/>
                      </a:cubicBezTo>
                      <a:close/>
                      <a:moveTo>
                        <a:pt x="52" y="58"/>
                      </a:moveTo>
                      <a:cubicBezTo>
                        <a:pt x="52" y="58"/>
                        <a:pt x="53" y="58"/>
                        <a:pt x="53" y="58"/>
                      </a:cubicBezTo>
                      <a:cubicBezTo>
                        <a:pt x="53" y="58"/>
                        <a:pt x="53" y="58"/>
                        <a:pt x="53" y="58"/>
                      </a:cubicBezTo>
                      <a:cubicBezTo>
                        <a:pt x="53" y="58"/>
                        <a:pt x="53" y="58"/>
                        <a:pt x="53" y="58"/>
                      </a:cubicBezTo>
                      <a:cubicBezTo>
                        <a:pt x="53" y="58"/>
                        <a:pt x="52" y="58"/>
                        <a:pt x="52" y="58"/>
                      </a:cubicBezTo>
                      <a:close/>
                      <a:moveTo>
                        <a:pt x="52" y="58"/>
                      </a:moveTo>
                      <a:cubicBezTo>
                        <a:pt x="52" y="58"/>
                        <a:pt x="52" y="58"/>
                        <a:pt x="52" y="58"/>
                      </a:cubicBezTo>
                      <a:cubicBezTo>
                        <a:pt x="52" y="58"/>
                        <a:pt x="52" y="58"/>
                        <a:pt x="52" y="58"/>
                      </a:cubicBezTo>
                      <a:cubicBezTo>
                        <a:pt x="53" y="58"/>
                        <a:pt x="53" y="58"/>
                        <a:pt x="53" y="58"/>
                      </a:cubicBezTo>
                      <a:cubicBezTo>
                        <a:pt x="53" y="58"/>
                        <a:pt x="53" y="58"/>
                        <a:pt x="52" y="58"/>
                      </a:cubicBezTo>
                      <a:close/>
                      <a:moveTo>
                        <a:pt x="57" y="58"/>
                      </a:moveTo>
                      <a:cubicBezTo>
                        <a:pt x="57" y="58"/>
                        <a:pt x="57" y="58"/>
                        <a:pt x="58" y="58"/>
                      </a:cubicBezTo>
                      <a:cubicBezTo>
                        <a:pt x="58" y="58"/>
                        <a:pt x="58" y="58"/>
                        <a:pt x="58" y="57"/>
                      </a:cubicBezTo>
                      <a:cubicBezTo>
                        <a:pt x="58" y="57"/>
                        <a:pt x="57" y="57"/>
                        <a:pt x="57" y="57"/>
                      </a:cubicBezTo>
                      <a:cubicBezTo>
                        <a:pt x="57" y="57"/>
                        <a:pt x="57" y="57"/>
                        <a:pt x="57" y="57"/>
                      </a:cubicBezTo>
                      <a:cubicBezTo>
                        <a:pt x="57" y="57"/>
                        <a:pt x="57" y="58"/>
                        <a:pt x="57" y="58"/>
                      </a:cubicBezTo>
                      <a:close/>
                      <a:moveTo>
                        <a:pt x="52" y="59"/>
                      </a:moveTo>
                      <a:cubicBezTo>
                        <a:pt x="52" y="60"/>
                        <a:pt x="52" y="60"/>
                        <a:pt x="52" y="60"/>
                      </a:cubicBezTo>
                      <a:cubicBezTo>
                        <a:pt x="52" y="60"/>
                        <a:pt x="52" y="60"/>
                        <a:pt x="52" y="59"/>
                      </a:cubicBezTo>
                      <a:close/>
                      <a:moveTo>
                        <a:pt x="51" y="59"/>
                      </a:moveTo>
                      <a:cubicBezTo>
                        <a:pt x="51" y="59"/>
                        <a:pt x="51" y="59"/>
                        <a:pt x="51" y="59"/>
                      </a:cubicBezTo>
                      <a:cubicBezTo>
                        <a:pt x="51" y="60"/>
                        <a:pt x="51" y="60"/>
                        <a:pt x="51" y="60"/>
                      </a:cubicBezTo>
                      <a:cubicBezTo>
                        <a:pt x="51" y="60"/>
                        <a:pt x="51" y="60"/>
                        <a:pt x="51" y="60"/>
                      </a:cubicBezTo>
                      <a:cubicBezTo>
                        <a:pt x="51" y="60"/>
                        <a:pt x="51" y="59"/>
                        <a:pt x="51" y="59"/>
                      </a:cubicBezTo>
                      <a:close/>
                      <a:moveTo>
                        <a:pt x="40" y="82"/>
                      </a:moveTo>
                      <a:cubicBezTo>
                        <a:pt x="41" y="82"/>
                        <a:pt x="41" y="83"/>
                        <a:pt x="41" y="83"/>
                      </a:cubicBezTo>
                      <a:cubicBezTo>
                        <a:pt x="41" y="83"/>
                        <a:pt x="42" y="83"/>
                        <a:pt x="42" y="83"/>
                      </a:cubicBezTo>
                      <a:cubicBezTo>
                        <a:pt x="43" y="83"/>
                        <a:pt x="43" y="83"/>
                        <a:pt x="43" y="84"/>
                      </a:cubicBezTo>
                      <a:cubicBezTo>
                        <a:pt x="43" y="84"/>
                        <a:pt x="43" y="84"/>
                        <a:pt x="43" y="84"/>
                      </a:cubicBezTo>
                      <a:cubicBezTo>
                        <a:pt x="43" y="85"/>
                        <a:pt x="43" y="85"/>
                        <a:pt x="44" y="85"/>
                      </a:cubicBezTo>
                      <a:cubicBezTo>
                        <a:pt x="44" y="85"/>
                        <a:pt x="44" y="85"/>
                        <a:pt x="45" y="85"/>
                      </a:cubicBezTo>
                      <a:cubicBezTo>
                        <a:pt x="45" y="85"/>
                        <a:pt x="45" y="85"/>
                        <a:pt x="45" y="85"/>
                      </a:cubicBezTo>
                      <a:cubicBezTo>
                        <a:pt x="46" y="85"/>
                        <a:pt x="46" y="84"/>
                        <a:pt x="46" y="83"/>
                      </a:cubicBezTo>
                      <a:cubicBezTo>
                        <a:pt x="46" y="83"/>
                        <a:pt x="46" y="83"/>
                        <a:pt x="46" y="83"/>
                      </a:cubicBezTo>
                      <a:cubicBezTo>
                        <a:pt x="46" y="83"/>
                        <a:pt x="46" y="82"/>
                        <a:pt x="45" y="82"/>
                      </a:cubicBezTo>
                      <a:cubicBezTo>
                        <a:pt x="45" y="82"/>
                        <a:pt x="45" y="82"/>
                        <a:pt x="45" y="82"/>
                      </a:cubicBezTo>
                      <a:cubicBezTo>
                        <a:pt x="45" y="81"/>
                        <a:pt x="45" y="81"/>
                        <a:pt x="45" y="81"/>
                      </a:cubicBezTo>
                      <a:cubicBezTo>
                        <a:pt x="45" y="81"/>
                        <a:pt x="45" y="81"/>
                        <a:pt x="45" y="81"/>
                      </a:cubicBezTo>
                      <a:cubicBezTo>
                        <a:pt x="45" y="81"/>
                        <a:pt x="45" y="81"/>
                        <a:pt x="45" y="81"/>
                      </a:cubicBezTo>
                      <a:cubicBezTo>
                        <a:pt x="45" y="80"/>
                        <a:pt x="45" y="80"/>
                        <a:pt x="45" y="80"/>
                      </a:cubicBezTo>
                      <a:cubicBezTo>
                        <a:pt x="45" y="80"/>
                        <a:pt x="45" y="79"/>
                        <a:pt x="45" y="79"/>
                      </a:cubicBezTo>
                      <a:cubicBezTo>
                        <a:pt x="45" y="79"/>
                        <a:pt x="45" y="79"/>
                        <a:pt x="45" y="78"/>
                      </a:cubicBezTo>
                      <a:cubicBezTo>
                        <a:pt x="45" y="78"/>
                        <a:pt x="45" y="78"/>
                        <a:pt x="45" y="78"/>
                      </a:cubicBezTo>
                      <a:cubicBezTo>
                        <a:pt x="46" y="78"/>
                        <a:pt x="46" y="78"/>
                        <a:pt x="46" y="78"/>
                      </a:cubicBezTo>
                      <a:cubicBezTo>
                        <a:pt x="46" y="77"/>
                        <a:pt x="46" y="77"/>
                        <a:pt x="46" y="77"/>
                      </a:cubicBezTo>
                      <a:cubicBezTo>
                        <a:pt x="46" y="77"/>
                        <a:pt x="46" y="76"/>
                        <a:pt x="46" y="75"/>
                      </a:cubicBezTo>
                      <a:cubicBezTo>
                        <a:pt x="46" y="75"/>
                        <a:pt x="46" y="75"/>
                        <a:pt x="46" y="75"/>
                      </a:cubicBezTo>
                      <a:cubicBezTo>
                        <a:pt x="46" y="75"/>
                        <a:pt x="46" y="75"/>
                        <a:pt x="46" y="75"/>
                      </a:cubicBezTo>
                      <a:cubicBezTo>
                        <a:pt x="46" y="75"/>
                        <a:pt x="46" y="75"/>
                        <a:pt x="46" y="75"/>
                      </a:cubicBezTo>
                      <a:cubicBezTo>
                        <a:pt x="46" y="75"/>
                        <a:pt x="46" y="75"/>
                        <a:pt x="47" y="74"/>
                      </a:cubicBezTo>
                      <a:cubicBezTo>
                        <a:pt x="47" y="74"/>
                        <a:pt x="47" y="74"/>
                        <a:pt x="47" y="74"/>
                      </a:cubicBezTo>
                      <a:cubicBezTo>
                        <a:pt x="47" y="74"/>
                        <a:pt x="47" y="74"/>
                        <a:pt x="47" y="74"/>
                      </a:cubicBezTo>
                      <a:cubicBezTo>
                        <a:pt x="47" y="73"/>
                        <a:pt x="47" y="73"/>
                        <a:pt x="47" y="73"/>
                      </a:cubicBezTo>
                      <a:cubicBezTo>
                        <a:pt x="47" y="73"/>
                        <a:pt x="47" y="73"/>
                        <a:pt x="47" y="73"/>
                      </a:cubicBezTo>
                      <a:cubicBezTo>
                        <a:pt x="47" y="73"/>
                        <a:pt x="47" y="72"/>
                        <a:pt x="47" y="72"/>
                      </a:cubicBezTo>
                      <a:cubicBezTo>
                        <a:pt x="48" y="72"/>
                        <a:pt x="48" y="72"/>
                        <a:pt x="47" y="72"/>
                      </a:cubicBezTo>
                      <a:cubicBezTo>
                        <a:pt x="47" y="72"/>
                        <a:pt x="47" y="71"/>
                        <a:pt x="47" y="71"/>
                      </a:cubicBezTo>
                      <a:cubicBezTo>
                        <a:pt x="47" y="71"/>
                        <a:pt x="47" y="71"/>
                        <a:pt x="46" y="71"/>
                      </a:cubicBezTo>
                      <a:cubicBezTo>
                        <a:pt x="46" y="71"/>
                        <a:pt x="46" y="71"/>
                        <a:pt x="46" y="71"/>
                      </a:cubicBezTo>
                      <a:cubicBezTo>
                        <a:pt x="46" y="71"/>
                        <a:pt x="46" y="71"/>
                        <a:pt x="46" y="71"/>
                      </a:cubicBezTo>
                      <a:cubicBezTo>
                        <a:pt x="46" y="71"/>
                        <a:pt x="46" y="71"/>
                        <a:pt x="46" y="71"/>
                      </a:cubicBezTo>
                      <a:cubicBezTo>
                        <a:pt x="45" y="71"/>
                        <a:pt x="45" y="71"/>
                        <a:pt x="45" y="71"/>
                      </a:cubicBezTo>
                      <a:cubicBezTo>
                        <a:pt x="45" y="71"/>
                        <a:pt x="45" y="71"/>
                        <a:pt x="45" y="71"/>
                      </a:cubicBezTo>
                      <a:cubicBezTo>
                        <a:pt x="45" y="71"/>
                        <a:pt x="45" y="71"/>
                        <a:pt x="44" y="71"/>
                      </a:cubicBezTo>
                      <a:cubicBezTo>
                        <a:pt x="44" y="71"/>
                        <a:pt x="44" y="71"/>
                        <a:pt x="44" y="71"/>
                      </a:cubicBezTo>
                      <a:cubicBezTo>
                        <a:pt x="44" y="71"/>
                        <a:pt x="44" y="71"/>
                        <a:pt x="44" y="71"/>
                      </a:cubicBezTo>
                      <a:cubicBezTo>
                        <a:pt x="43" y="71"/>
                        <a:pt x="43" y="71"/>
                        <a:pt x="43" y="72"/>
                      </a:cubicBezTo>
                      <a:cubicBezTo>
                        <a:pt x="43" y="72"/>
                        <a:pt x="43" y="72"/>
                        <a:pt x="43" y="72"/>
                      </a:cubicBezTo>
                      <a:cubicBezTo>
                        <a:pt x="43" y="73"/>
                        <a:pt x="43" y="73"/>
                        <a:pt x="43" y="74"/>
                      </a:cubicBezTo>
                      <a:cubicBezTo>
                        <a:pt x="42" y="74"/>
                        <a:pt x="42" y="74"/>
                        <a:pt x="42" y="74"/>
                      </a:cubicBezTo>
                      <a:cubicBezTo>
                        <a:pt x="42" y="74"/>
                        <a:pt x="42" y="74"/>
                        <a:pt x="42" y="74"/>
                      </a:cubicBezTo>
                      <a:cubicBezTo>
                        <a:pt x="42" y="74"/>
                        <a:pt x="42" y="75"/>
                        <a:pt x="42" y="75"/>
                      </a:cubicBezTo>
                      <a:cubicBezTo>
                        <a:pt x="42" y="75"/>
                        <a:pt x="42" y="75"/>
                        <a:pt x="42" y="75"/>
                      </a:cubicBezTo>
                      <a:cubicBezTo>
                        <a:pt x="42" y="75"/>
                        <a:pt x="42" y="75"/>
                        <a:pt x="42" y="75"/>
                      </a:cubicBezTo>
                      <a:cubicBezTo>
                        <a:pt x="42" y="75"/>
                        <a:pt x="42" y="75"/>
                        <a:pt x="42" y="75"/>
                      </a:cubicBezTo>
                      <a:cubicBezTo>
                        <a:pt x="42" y="76"/>
                        <a:pt x="42" y="76"/>
                        <a:pt x="42" y="76"/>
                      </a:cubicBezTo>
                      <a:cubicBezTo>
                        <a:pt x="42" y="76"/>
                        <a:pt x="42" y="76"/>
                        <a:pt x="42" y="76"/>
                      </a:cubicBezTo>
                      <a:cubicBezTo>
                        <a:pt x="42" y="77"/>
                        <a:pt x="42" y="77"/>
                        <a:pt x="42" y="77"/>
                      </a:cubicBezTo>
                      <a:cubicBezTo>
                        <a:pt x="42" y="77"/>
                        <a:pt x="43" y="77"/>
                        <a:pt x="42" y="78"/>
                      </a:cubicBezTo>
                      <a:cubicBezTo>
                        <a:pt x="42" y="78"/>
                        <a:pt x="42" y="78"/>
                        <a:pt x="42" y="78"/>
                      </a:cubicBezTo>
                      <a:cubicBezTo>
                        <a:pt x="41" y="78"/>
                        <a:pt x="41" y="78"/>
                        <a:pt x="41" y="78"/>
                      </a:cubicBezTo>
                      <a:cubicBezTo>
                        <a:pt x="41" y="78"/>
                        <a:pt x="40" y="78"/>
                        <a:pt x="40" y="78"/>
                      </a:cubicBezTo>
                      <a:cubicBezTo>
                        <a:pt x="40" y="78"/>
                        <a:pt x="40" y="78"/>
                        <a:pt x="40" y="78"/>
                      </a:cubicBezTo>
                      <a:cubicBezTo>
                        <a:pt x="39" y="78"/>
                        <a:pt x="39" y="78"/>
                        <a:pt x="40" y="79"/>
                      </a:cubicBezTo>
                      <a:cubicBezTo>
                        <a:pt x="40" y="79"/>
                        <a:pt x="39" y="79"/>
                        <a:pt x="39" y="79"/>
                      </a:cubicBezTo>
                      <a:cubicBezTo>
                        <a:pt x="39" y="80"/>
                        <a:pt x="39" y="80"/>
                        <a:pt x="39" y="80"/>
                      </a:cubicBezTo>
                      <a:cubicBezTo>
                        <a:pt x="39" y="80"/>
                        <a:pt x="39" y="80"/>
                        <a:pt x="39" y="81"/>
                      </a:cubicBezTo>
                      <a:cubicBezTo>
                        <a:pt x="39" y="81"/>
                        <a:pt x="39" y="81"/>
                        <a:pt x="40" y="81"/>
                      </a:cubicBezTo>
                      <a:cubicBezTo>
                        <a:pt x="40" y="81"/>
                        <a:pt x="40" y="81"/>
                        <a:pt x="40" y="81"/>
                      </a:cubicBezTo>
                      <a:cubicBezTo>
                        <a:pt x="40" y="82"/>
                        <a:pt x="40" y="82"/>
                        <a:pt x="40" y="82"/>
                      </a:cubicBezTo>
                      <a:close/>
                      <a:moveTo>
                        <a:pt x="47" y="59"/>
                      </a:moveTo>
                      <a:cubicBezTo>
                        <a:pt x="47" y="59"/>
                        <a:pt x="47" y="60"/>
                        <a:pt x="48" y="60"/>
                      </a:cubicBezTo>
                      <a:cubicBezTo>
                        <a:pt x="48" y="60"/>
                        <a:pt x="48" y="60"/>
                        <a:pt x="48" y="60"/>
                      </a:cubicBezTo>
                      <a:cubicBezTo>
                        <a:pt x="48" y="60"/>
                        <a:pt x="48" y="60"/>
                        <a:pt x="48" y="60"/>
                      </a:cubicBezTo>
                      <a:cubicBezTo>
                        <a:pt x="48" y="60"/>
                        <a:pt x="48" y="60"/>
                        <a:pt x="48" y="60"/>
                      </a:cubicBezTo>
                      <a:cubicBezTo>
                        <a:pt x="48" y="60"/>
                        <a:pt x="48" y="60"/>
                        <a:pt x="48" y="60"/>
                      </a:cubicBezTo>
                      <a:cubicBezTo>
                        <a:pt x="48" y="60"/>
                        <a:pt x="48" y="60"/>
                        <a:pt x="48" y="60"/>
                      </a:cubicBezTo>
                      <a:cubicBezTo>
                        <a:pt x="48" y="59"/>
                        <a:pt x="48" y="59"/>
                        <a:pt x="48" y="59"/>
                      </a:cubicBezTo>
                      <a:cubicBezTo>
                        <a:pt x="48" y="58"/>
                        <a:pt x="48" y="58"/>
                        <a:pt x="47" y="58"/>
                      </a:cubicBezTo>
                      <a:cubicBezTo>
                        <a:pt x="47" y="58"/>
                        <a:pt x="47" y="58"/>
                        <a:pt x="47" y="58"/>
                      </a:cubicBezTo>
                      <a:cubicBezTo>
                        <a:pt x="47" y="58"/>
                        <a:pt x="47" y="58"/>
                        <a:pt x="47" y="58"/>
                      </a:cubicBezTo>
                      <a:cubicBezTo>
                        <a:pt x="47" y="58"/>
                        <a:pt x="47" y="58"/>
                        <a:pt x="47" y="58"/>
                      </a:cubicBezTo>
                      <a:cubicBezTo>
                        <a:pt x="47" y="58"/>
                        <a:pt x="47" y="59"/>
                        <a:pt x="47" y="59"/>
                      </a:cubicBezTo>
                      <a:cubicBezTo>
                        <a:pt x="47" y="59"/>
                        <a:pt x="47" y="59"/>
                        <a:pt x="47" y="59"/>
                      </a:cubicBezTo>
                      <a:close/>
                      <a:moveTo>
                        <a:pt x="46" y="59"/>
                      </a:moveTo>
                      <a:cubicBezTo>
                        <a:pt x="46" y="59"/>
                        <a:pt x="46" y="59"/>
                        <a:pt x="46" y="59"/>
                      </a:cubicBezTo>
                      <a:cubicBezTo>
                        <a:pt x="45" y="59"/>
                        <a:pt x="45" y="59"/>
                        <a:pt x="45" y="60"/>
                      </a:cubicBezTo>
                      <a:cubicBezTo>
                        <a:pt x="45" y="60"/>
                        <a:pt x="45" y="60"/>
                        <a:pt x="45" y="60"/>
                      </a:cubicBezTo>
                      <a:cubicBezTo>
                        <a:pt x="45" y="59"/>
                        <a:pt x="45" y="59"/>
                        <a:pt x="45" y="59"/>
                      </a:cubicBezTo>
                      <a:cubicBezTo>
                        <a:pt x="45" y="59"/>
                        <a:pt x="45" y="59"/>
                        <a:pt x="44" y="59"/>
                      </a:cubicBezTo>
                      <a:cubicBezTo>
                        <a:pt x="44" y="59"/>
                        <a:pt x="44" y="59"/>
                        <a:pt x="44" y="59"/>
                      </a:cubicBezTo>
                      <a:cubicBezTo>
                        <a:pt x="44" y="59"/>
                        <a:pt x="44" y="59"/>
                        <a:pt x="44" y="59"/>
                      </a:cubicBezTo>
                      <a:cubicBezTo>
                        <a:pt x="44" y="59"/>
                        <a:pt x="44" y="59"/>
                        <a:pt x="44" y="60"/>
                      </a:cubicBezTo>
                      <a:cubicBezTo>
                        <a:pt x="45" y="60"/>
                        <a:pt x="45" y="60"/>
                        <a:pt x="45" y="60"/>
                      </a:cubicBezTo>
                      <a:cubicBezTo>
                        <a:pt x="45" y="61"/>
                        <a:pt x="44" y="61"/>
                        <a:pt x="44" y="61"/>
                      </a:cubicBezTo>
                      <a:cubicBezTo>
                        <a:pt x="44" y="61"/>
                        <a:pt x="44" y="61"/>
                        <a:pt x="44" y="62"/>
                      </a:cubicBezTo>
                      <a:cubicBezTo>
                        <a:pt x="44" y="62"/>
                        <a:pt x="45" y="61"/>
                        <a:pt x="45" y="61"/>
                      </a:cubicBezTo>
                      <a:cubicBezTo>
                        <a:pt x="45" y="62"/>
                        <a:pt x="45" y="62"/>
                        <a:pt x="45" y="62"/>
                      </a:cubicBezTo>
                      <a:cubicBezTo>
                        <a:pt x="45" y="62"/>
                        <a:pt x="44" y="62"/>
                        <a:pt x="44" y="63"/>
                      </a:cubicBezTo>
                      <a:cubicBezTo>
                        <a:pt x="44" y="63"/>
                        <a:pt x="44" y="63"/>
                        <a:pt x="44" y="63"/>
                      </a:cubicBezTo>
                      <a:cubicBezTo>
                        <a:pt x="44" y="63"/>
                        <a:pt x="44" y="63"/>
                        <a:pt x="44" y="63"/>
                      </a:cubicBezTo>
                      <a:cubicBezTo>
                        <a:pt x="44" y="63"/>
                        <a:pt x="44" y="64"/>
                        <a:pt x="44" y="64"/>
                      </a:cubicBezTo>
                      <a:cubicBezTo>
                        <a:pt x="44" y="64"/>
                        <a:pt x="44" y="64"/>
                        <a:pt x="44" y="64"/>
                      </a:cubicBezTo>
                      <a:cubicBezTo>
                        <a:pt x="44" y="64"/>
                        <a:pt x="44" y="64"/>
                        <a:pt x="44" y="64"/>
                      </a:cubicBezTo>
                      <a:cubicBezTo>
                        <a:pt x="45" y="63"/>
                        <a:pt x="45" y="63"/>
                        <a:pt x="46" y="62"/>
                      </a:cubicBezTo>
                      <a:cubicBezTo>
                        <a:pt x="46" y="62"/>
                        <a:pt x="46" y="62"/>
                        <a:pt x="46" y="61"/>
                      </a:cubicBezTo>
                      <a:cubicBezTo>
                        <a:pt x="46" y="61"/>
                        <a:pt x="47" y="62"/>
                        <a:pt x="47" y="62"/>
                      </a:cubicBezTo>
                      <a:cubicBezTo>
                        <a:pt x="47" y="62"/>
                        <a:pt x="47" y="62"/>
                        <a:pt x="47" y="62"/>
                      </a:cubicBezTo>
                      <a:cubicBezTo>
                        <a:pt x="48" y="63"/>
                        <a:pt x="48" y="63"/>
                        <a:pt x="48" y="63"/>
                      </a:cubicBezTo>
                      <a:cubicBezTo>
                        <a:pt x="48" y="63"/>
                        <a:pt x="48" y="63"/>
                        <a:pt x="48" y="63"/>
                      </a:cubicBezTo>
                      <a:cubicBezTo>
                        <a:pt x="49" y="63"/>
                        <a:pt x="49" y="64"/>
                        <a:pt x="49" y="64"/>
                      </a:cubicBezTo>
                      <a:cubicBezTo>
                        <a:pt x="49" y="64"/>
                        <a:pt x="49" y="64"/>
                        <a:pt x="50" y="64"/>
                      </a:cubicBezTo>
                      <a:cubicBezTo>
                        <a:pt x="50" y="64"/>
                        <a:pt x="50" y="64"/>
                        <a:pt x="50" y="65"/>
                      </a:cubicBezTo>
                      <a:cubicBezTo>
                        <a:pt x="50" y="65"/>
                        <a:pt x="51" y="65"/>
                        <a:pt x="51" y="65"/>
                      </a:cubicBezTo>
                      <a:cubicBezTo>
                        <a:pt x="51" y="65"/>
                        <a:pt x="51" y="65"/>
                        <a:pt x="51" y="65"/>
                      </a:cubicBezTo>
                      <a:cubicBezTo>
                        <a:pt x="51" y="64"/>
                        <a:pt x="51" y="64"/>
                        <a:pt x="50" y="64"/>
                      </a:cubicBezTo>
                      <a:cubicBezTo>
                        <a:pt x="50" y="64"/>
                        <a:pt x="50" y="63"/>
                        <a:pt x="50" y="63"/>
                      </a:cubicBezTo>
                      <a:cubicBezTo>
                        <a:pt x="50" y="63"/>
                        <a:pt x="50" y="63"/>
                        <a:pt x="50" y="63"/>
                      </a:cubicBezTo>
                      <a:cubicBezTo>
                        <a:pt x="50" y="63"/>
                        <a:pt x="50" y="63"/>
                        <a:pt x="50" y="63"/>
                      </a:cubicBezTo>
                      <a:cubicBezTo>
                        <a:pt x="50" y="63"/>
                        <a:pt x="50" y="63"/>
                        <a:pt x="50" y="63"/>
                      </a:cubicBezTo>
                      <a:cubicBezTo>
                        <a:pt x="50" y="63"/>
                        <a:pt x="50" y="63"/>
                        <a:pt x="50" y="63"/>
                      </a:cubicBezTo>
                      <a:cubicBezTo>
                        <a:pt x="50" y="63"/>
                        <a:pt x="50" y="63"/>
                        <a:pt x="50" y="63"/>
                      </a:cubicBezTo>
                      <a:cubicBezTo>
                        <a:pt x="50" y="62"/>
                        <a:pt x="49" y="62"/>
                        <a:pt x="49" y="61"/>
                      </a:cubicBezTo>
                      <a:cubicBezTo>
                        <a:pt x="49" y="61"/>
                        <a:pt x="49" y="61"/>
                        <a:pt x="49" y="61"/>
                      </a:cubicBezTo>
                      <a:cubicBezTo>
                        <a:pt x="48" y="61"/>
                        <a:pt x="48" y="61"/>
                        <a:pt x="48" y="61"/>
                      </a:cubicBezTo>
                      <a:cubicBezTo>
                        <a:pt x="48" y="61"/>
                        <a:pt x="47" y="60"/>
                        <a:pt x="47" y="60"/>
                      </a:cubicBezTo>
                      <a:cubicBezTo>
                        <a:pt x="47" y="60"/>
                        <a:pt x="47" y="60"/>
                        <a:pt x="46" y="60"/>
                      </a:cubicBezTo>
                      <a:cubicBezTo>
                        <a:pt x="46" y="60"/>
                        <a:pt x="46" y="60"/>
                        <a:pt x="46" y="60"/>
                      </a:cubicBezTo>
                      <a:cubicBezTo>
                        <a:pt x="46" y="59"/>
                        <a:pt x="46" y="59"/>
                        <a:pt x="46" y="59"/>
                      </a:cubicBezTo>
                      <a:cubicBezTo>
                        <a:pt x="46" y="59"/>
                        <a:pt x="46" y="59"/>
                        <a:pt x="46" y="59"/>
                      </a:cubicBezTo>
                      <a:close/>
                      <a:moveTo>
                        <a:pt x="45" y="57"/>
                      </a:moveTo>
                      <a:cubicBezTo>
                        <a:pt x="44" y="57"/>
                        <a:pt x="44" y="57"/>
                        <a:pt x="44" y="57"/>
                      </a:cubicBezTo>
                      <a:cubicBezTo>
                        <a:pt x="44" y="56"/>
                        <a:pt x="44" y="56"/>
                        <a:pt x="44" y="56"/>
                      </a:cubicBezTo>
                      <a:cubicBezTo>
                        <a:pt x="44" y="56"/>
                        <a:pt x="44" y="56"/>
                        <a:pt x="44" y="56"/>
                      </a:cubicBezTo>
                      <a:cubicBezTo>
                        <a:pt x="43" y="56"/>
                        <a:pt x="43" y="56"/>
                        <a:pt x="43" y="55"/>
                      </a:cubicBezTo>
                      <a:cubicBezTo>
                        <a:pt x="43" y="55"/>
                        <a:pt x="42" y="55"/>
                        <a:pt x="42" y="55"/>
                      </a:cubicBezTo>
                      <a:cubicBezTo>
                        <a:pt x="42" y="55"/>
                        <a:pt x="42" y="55"/>
                        <a:pt x="42" y="55"/>
                      </a:cubicBezTo>
                      <a:cubicBezTo>
                        <a:pt x="42" y="55"/>
                        <a:pt x="42" y="56"/>
                        <a:pt x="42" y="56"/>
                      </a:cubicBezTo>
                      <a:cubicBezTo>
                        <a:pt x="43" y="56"/>
                        <a:pt x="43" y="56"/>
                        <a:pt x="43" y="56"/>
                      </a:cubicBezTo>
                      <a:cubicBezTo>
                        <a:pt x="44" y="57"/>
                        <a:pt x="44" y="57"/>
                        <a:pt x="45" y="57"/>
                      </a:cubicBezTo>
                      <a:cubicBezTo>
                        <a:pt x="45" y="57"/>
                        <a:pt x="45" y="58"/>
                        <a:pt x="45" y="58"/>
                      </a:cubicBezTo>
                      <a:cubicBezTo>
                        <a:pt x="45" y="58"/>
                        <a:pt x="45" y="58"/>
                        <a:pt x="45" y="58"/>
                      </a:cubicBezTo>
                      <a:cubicBezTo>
                        <a:pt x="45" y="58"/>
                        <a:pt x="45" y="58"/>
                        <a:pt x="45" y="57"/>
                      </a:cubicBezTo>
                      <a:cubicBezTo>
                        <a:pt x="45" y="57"/>
                        <a:pt x="45" y="57"/>
                        <a:pt x="45" y="57"/>
                      </a:cubicBezTo>
                      <a:close/>
                      <a:moveTo>
                        <a:pt x="34" y="54"/>
                      </a:moveTo>
                      <a:cubicBezTo>
                        <a:pt x="35" y="54"/>
                        <a:pt x="35" y="55"/>
                        <a:pt x="35" y="55"/>
                      </a:cubicBezTo>
                      <a:cubicBezTo>
                        <a:pt x="35" y="55"/>
                        <a:pt x="35" y="55"/>
                        <a:pt x="35" y="55"/>
                      </a:cubicBezTo>
                      <a:cubicBezTo>
                        <a:pt x="35" y="55"/>
                        <a:pt x="35" y="54"/>
                        <a:pt x="35" y="54"/>
                      </a:cubicBezTo>
                      <a:cubicBezTo>
                        <a:pt x="35" y="54"/>
                        <a:pt x="36" y="54"/>
                        <a:pt x="36" y="54"/>
                      </a:cubicBezTo>
                      <a:cubicBezTo>
                        <a:pt x="36" y="54"/>
                        <a:pt x="36" y="53"/>
                        <a:pt x="36" y="53"/>
                      </a:cubicBezTo>
                      <a:cubicBezTo>
                        <a:pt x="36" y="53"/>
                        <a:pt x="36" y="53"/>
                        <a:pt x="36" y="53"/>
                      </a:cubicBezTo>
                      <a:cubicBezTo>
                        <a:pt x="36" y="53"/>
                        <a:pt x="36" y="53"/>
                        <a:pt x="35" y="53"/>
                      </a:cubicBezTo>
                      <a:cubicBezTo>
                        <a:pt x="35" y="53"/>
                        <a:pt x="35" y="53"/>
                        <a:pt x="35" y="53"/>
                      </a:cubicBezTo>
                      <a:cubicBezTo>
                        <a:pt x="35" y="52"/>
                        <a:pt x="35" y="52"/>
                        <a:pt x="35" y="52"/>
                      </a:cubicBezTo>
                      <a:cubicBezTo>
                        <a:pt x="34" y="52"/>
                        <a:pt x="34" y="52"/>
                        <a:pt x="34" y="52"/>
                      </a:cubicBezTo>
                      <a:cubicBezTo>
                        <a:pt x="34" y="52"/>
                        <a:pt x="34" y="52"/>
                        <a:pt x="34" y="53"/>
                      </a:cubicBezTo>
                      <a:cubicBezTo>
                        <a:pt x="34" y="53"/>
                        <a:pt x="34" y="53"/>
                        <a:pt x="33" y="53"/>
                      </a:cubicBezTo>
                      <a:cubicBezTo>
                        <a:pt x="33" y="53"/>
                        <a:pt x="34" y="53"/>
                        <a:pt x="33" y="53"/>
                      </a:cubicBezTo>
                      <a:cubicBezTo>
                        <a:pt x="34" y="54"/>
                        <a:pt x="34" y="54"/>
                        <a:pt x="34" y="54"/>
                      </a:cubicBezTo>
                      <a:close/>
                      <a:moveTo>
                        <a:pt x="52" y="98"/>
                      </a:moveTo>
                      <a:cubicBezTo>
                        <a:pt x="52" y="98"/>
                        <a:pt x="53" y="98"/>
                        <a:pt x="53" y="97"/>
                      </a:cubicBezTo>
                      <a:cubicBezTo>
                        <a:pt x="52" y="97"/>
                        <a:pt x="52" y="97"/>
                        <a:pt x="52" y="98"/>
                      </a:cubicBezTo>
                      <a:close/>
                      <a:moveTo>
                        <a:pt x="44" y="68"/>
                      </a:moveTo>
                      <a:cubicBezTo>
                        <a:pt x="44" y="68"/>
                        <a:pt x="44" y="69"/>
                        <a:pt x="44" y="69"/>
                      </a:cubicBezTo>
                      <a:cubicBezTo>
                        <a:pt x="44" y="69"/>
                        <a:pt x="44" y="69"/>
                        <a:pt x="44" y="69"/>
                      </a:cubicBezTo>
                      <a:cubicBezTo>
                        <a:pt x="44" y="69"/>
                        <a:pt x="44" y="69"/>
                        <a:pt x="44" y="69"/>
                      </a:cubicBezTo>
                      <a:cubicBezTo>
                        <a:pt x="44" y="69"/>
                        <a:pt x="44" y="68"/>
                        <a:pt x="44" y="68"/>
                      </a:cubicBezTo>
                      <a:close/>
                      <a:moveTo>
                        <a:pt x="44" y="67"/>
                      </a:moveTo>
                      <a:cubicBezTo>
                        <a:pt x="45" y="67"/>
                        <a:pt x="44" y="67"/>
                        <a:pt x="45" y="67"/>
                      </a:cubicBezTo>
                      <a:cubicBezTo>
                        <a:pt x="45" y="67"/>
                        <a:pt x="45" y="67"/>
                        <a:pt x="45" y="67"/>
                      </a:cubicBezTo>
                      <a:cubicBezTo>
                        <a:pt x="45" y="67"/>
                        <a:pt x="44" y="67"/>
                        <a:pt x="44" y="67"/>
                      </a:cubicBezTo>
                      <a:cubicBezTo>
                        <a:pt x="44" y="67"/>
                        <a:pt x="44" y="67"/>
                        <a:pt x="44" y="67"/>
                      </a:cubicBezTo>
                      <a:close/>
                      <a:moveTo>
                        <a:pt x="40" y="75"/>
                      </a:moveTo>
                      <a:cubicBezTo>
                        <a:pt x="40" y="76"/>
                        <a:pt x="40" y="76"/>
                        <a:pt x="40" y="75"/>
                      </a:cubicBezTo>
                      <a:cubicBezTo>
                        <a:pt x="40" y="75"/>
                        <a:pt x="40" y="75"/>
                        <a:pt x="41" y="75"/>
                      </a:cubicBezTo>
                      <a:cubicBezTo>
                        <a:pt x="41" y="75"/>
                        <a:pt x="41" y="75"/>
                        <a:pt x="41" y="75"/>
                      </a:cubicBezTo>
                      <a:cubicBezTo>
                        <a:pt x="41" y="75"/>
                        <a:pt x="41" y="74"/>
                        <a:pt x="41" y="74"/>
                      </a:cubicBezTo>
                      <a:cubicBezTo>
                        <a:pt x="41" y="74"/>
                        <a:pt x="41" y="74"/>
                        <a:pt x="41" y="74"/>
                      </a:cubicBezTo>
                      <a:cubicBezTo>
                        <a:pt x="41" y="74"/>
                        <a:pt x="42" y="73"/>
                        <a:pt x="41" y="73"/>
                      </a:cubicBezTo>
                      <a:cubicBezTo>
                        <a:pt x="41" y="73"/>
                        <a:pt x="41" y="73"/>
                        <a:pt x="41" y="73"/>
                      </a:cubicBezTo>
                      <a:cubicBezTo>
                        <a:pt x="41" y="73"/>
                        <a:pt x="41" y="73"/>
                        <a:pt x="41" y="73"/>
                      </a:cubicBezTo>
                      <a:cubicBezTo>
                        <a:pt x="41" y="73"/>
                        <a:pt x="41" y="73"/>
                        <a:pt x="40" y="73"/>
                      </a:cubicBezTo>
                      <a:cubicBezTo>
                        <a:pt x="41" y="73"/>
                        <a:pt x="41" y="73"/>
                        <a:pt x="41" y="73"/>
                      </a:cubicBezTo>
                      <a:cubicBezTo>
                        <a:pt x="41" y="74"/>
                        <a:pt x="40" y="74"/>
                        <a:pt x="40" y="74"/>
                      </a:cubicBezTo>
                      <a:cubicBezTo>
                        <a:pt x="40" y="74"/>
                        <a:pt x="40" y="74"/>
                        <a:pt x="40" y="74"/>
                      </a:cubicBezTo>
                      <a:cubicBezTo>
                        <a:pt x="40" y="74"/>
                        <a:pt x="40" y="74"/>
                        <a:pt x="40" y="75"/>
                      </a:cubicBezTo>
                      <a:cubicBezTo>
                        <a:pt x="40" y="75"/>
                        <a:pt x="40" y="75"/>
                        <a:pt x="40" y="75"/>
                      </a:cubicBezTo>
                      <a:cubicBezTo>
                        <a:pt x="40" y="75"/>
                        <a:pt x="40" y="75"/>
                        <a:pt x="40" y="75"/>
                      </a:cubicBezTo>
                      <a:cubicBezTo>
                        <a:pt x="40" y="75"/>
                        <a:pt x="40" y="75"/>
                        <a:pt x="40" y="75"/>
                      </a:cubicBezTo>
                      <a:cubicBezTo>
                        <a:pt x="40" y="75"/>
                        <a:pt x="40" y="75"/>
                        <a:pt x="40" y="75"/>
                      </a:cubicBezTo>
                      <a:close/>
                      <a:moveTo>
                        <a:pt x="64" y="70"/>
                      </a:moveTo>
                      <a:cubicBezTo>
                        <a:pt x="64" y="69"/>
                        <a:pt x="64" y="69"/>
                        <a:pt x="64" y="69"/>
                      </a:cubicBezTo>
                      <a:cubicBezTo>
                        <a:pt x="64" y="69"/>
                        <a:pt x="64" y="69"/>
                        <a:pt x="63" y="69"/>
                      </a:cubicBezTo>
                      <a:cubicBezTo>
                        <a:pt x="63" y="69"/>
                        <a:pt x="63" y="69"/>
                        <a:pt x="63" y="69"/>
                      </a:cubicBezTo>
                      <a:cubicBezTo>
                        <a:pt x="63" y="69"/>
                        <a:pt x="63" y="69"/>
                        <a:pt x="63" y="69"/>
                      </a:cubicBezTo>
                      <a:cubicBezTo>
                        <a:pt x="63" y="69"/>
                        <a:pt x="63" y="70"/>
                        <a:pt x="64" y="70"/>
                      </a:cubicBezTo>
                      <a:close/>
                      <a:moveTo>
                        <a:pt x="64" y="71"/>
                      </a:moveTo>
                      <a:cubicBezTo>
                        <a:pt x="64"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2"/>
                        <a:pt x="63" y="72"/>
                        <a:pt x="64" y="72"/>
                      </a:cubicBezTo>
                      <a:cubicBezTo>
                        <a:pt x="64" y="72"/>
                        <a:pt x="64" y="72"/>
                        <a:pt x="64" y="72"/>
                      </a:cubicBezTo>
                      <a:cubicBezTo>
                        <a:pt x="64" y="72"/>
                        <a:pt x="64" y="71"/>
                        <a:pt x="64" y="71"/>
                      </a:cubicBezTo>
                      <a:close/>
                      <a:moveTo>
                        <a:pt x="62" y="78"/>
                      </a:moveTo>
                      <a:cubicBezTo>
                        <a:pt x="62" y="78"/>
                        <a:pt x="62" y="78"/>
                        <a:pt x="62" y="78"/>
                      </a:cubicBezTo>
                      <a:cubicBezTo>
                        <a:pt x="62" y="78"/>
                        <a:pt x="62" y="78"/>
                        <a:pt x="62" y="78"/>
                      </a:cubicBezTo>
                      <a:cubicBezTo>
                        <a:pt x="62" y="78"/>
                        <a:pt x="62" y="78"/>
                        <a:pt x="62" y="78"/>
                      </a:cubicBezTo>
                      <a:cubicBezTo>
                        <a:pt x="62" y="78"/>
                        <a:pt x="62" y="78"/>
                        <a:pt x="62" y="78"/>
                      </a:cubicBezTo>
                      <a:close/>
                      <a:moveTo>
                        <a:pt x="63" y="78"/>
                      </a:moveTo>
                      <a:cubicBezTo>
                        <a:pt x="64" y="78"/>
                        <a:pt x="63" y="78"/>
                        <a:pt x="63" y="78"/>
                      </a:cubicBezTo>
                      <a:cubicBezTo>
                        <a:pt x="63" y="77"/>
                        <a:pt x="63" y="77"/>
                        <a:pt x="63" y="77"/>
                      </a:cubicBezTo>
                      <a:cubicBezTo>
                        <a:pt x="63" y="77"/>
                        <a:pt x="63" y="76"/>
                        <a:pt x="63" y="76"/>
                      </a:cubicBezTo>
                      <a:cubicBezTo>
                        <a:pt x="63" y="76"/>
                        <a:pt x="63" y="75"/>
                        <a:pt x="63" y="74"/>
                      </a:cubicBezTo>
                      <a:cubicBezTo>
                        <a:pt x="63" y="74"/>
                        <a:pt x="63" y="74"/>
                        <a:pt x="63" y="74"/>
                      </a:cubicBezTo>
                      <a:cubicBezTo>
                        <a:pt x="63" y="74"/>
                        <a:pt x="63" y="74"/>
                        <a:pt x="63" y="74"/>
                      </a:cubicBezTo>
                      <a:cubicBezTo>
                        <a:pt x="63" y="74"/>
                        <a:pt x="63" y="74"/>
                        <a:pt x="63" y="74"/>
                      </a:cubicBezTo>
                      <a:cubicBezTo>
                        <a:pt x="62" y="74"/>
                        <a:pt x="63" y="74"/>
                        <a:pt x="62" y="74"/>
                      </a:cubicBezTo>
                      <a:cubicBezTo>
                        <a:pt x="62" y="74"/>
                        <a:pt x="62" y="74"/>
                        <a:pt x="62" y="74"/>
                      </a:cubicBezTo>
                      <a:cubicBezTo>
                        <a:pt x="62" y="74"/>
                        <a:pt x="62" y="74"/>
                        <a:pt x="62" y="74"/>
                      </a:cubicBezTo>
                      <a:cubicBezTo>
                        <a:pt x="62" y="74"/>
                        <a:pt x="62" y="74"/>
                        <a:pt x="62" y="74"/>
                      </a:cubicBezTo>
                      <a:cubicBezTo>
                        <a:pt x="62" y="74"/>
                        <a:pt x="62" y="75"/>
                        <a:pt x="62" y="75"/>
                      </a:cubicBezTo>
                      <a:cubicBezTo>
                        <a:pt x="62" y="75"/>
                        <a:pt x="62" y="75"/>
                        <a:pt x="62" y="75"/>
                      </a:cubicBezTo>
                      <a:cubicBezTo>
                        <a:pt x="62" y="75"/>
                        <a:pt x="62" y="75"/>
                        <a:pt x="62" y="75"/>
                      </a:cubicBezTo>
                      <a:cubicBezTo>
                        <a:pt x="62" y="76"/>
                        <a:pt x="62" y="76"/>
                        <a:pt x="62" y="76"/>
                      </a:cubicBezTo>
                      <a:cubicBezTo>
                        <a:pt x="62" y="76"/>
                        <a:pt x="62" y="77"/>
                        <a:pt x="62" y="76"/>
                      </a:cubicBezTo>
                      <a:cubicBezTo>
                        <a:pt x="62" y="77"/>
                        <a:pt x="62" y="77"/>
                        <a:pt x="63" y="77"/>
                      </a:cubicBezTo>
                      <a:cubicBezTo>
                        <a:pt x="63" y="77"/>
                        <a:pt x="63" y="77"/>
                        <a:pt x="63" y="77"/>
                      </a:cubicBezTo>
                      <a:cubicBezTo>
                        <a:pt x="63" y="78"/>
                        <a:pt x="63" y="78"/>
                        <a:pt x="63" y="78"/>
                      </a:cubicBezTo>
                      <a:cubicBezTo>
                        <a:pt x="63" y="78"/>
                        <a:pt x="63" y="78"/>
                        <a:pt x="63" y="78"/>
                      </a:cubicBezTo>
                      <a:cubicBezTo>
                        <a:pt x="63" y="78"/>
                        <a:pt x="63" y="78"/>
                        <a:pt x="63" y="78"/>
                      </a:cubicBezTo>
                      <a:close/>
                      <a:moveTo>
                        <a:pt x="71" y="97"/>
                      </a:moveTo>
                      <a:cubicBezTo>
                        <a:pt x="71" y="97"/>
                        <a:pt x="71" y="97"/>
                        <a:pt x="71" y="97"/>
                      </a:cubicBezTo>
                      <a:cubicBezTo>
                        <a:pt x="71" y="98"/>
                        <a:pt x="70" y="98"/>
                        <a:pt x="70" y="99"/>
                      </a:cubicBezTo>
                      <a:cubicBezTo>
                        <a:pt x="70" y="99"/>
                        <a:pt x="70" y="99"/>
                        <a:pt x="70" y="99"/>
                      </a:cubicBezTo>
                      <a:cubicBezTo>
                        <a:pt x="70" y="99"/>
                        <a:pt x="69" y="99"/>
                        <a:pt x="69" y="99"/>
                      </a:cubicBezTo>
                      <a:cubicBezTo>
                        <a:pt x="69" y="99"/>
                        <a:pt x="69" y="99"/>
                        <a:pt x="69" y="99"/>
                      </a:cubicBezTo>
                      <a:cubicBezTo>
                        <a:pt x="69" y="99"/>
                        <a:pt x="69" y="100"/>
                        <a:pt x="70" y="100"/>
                      </a:cubicBezTo>
                      <a:cubicBezTo>
                        <a:pt x="70" y="100"/>
                        <a:pt x="70" y="100"/>
                        <a:pt x="70" y="100"/>
                      </a:cubicBezTo>
                      <a:cubicBezTo>
                        <a:pt x="70" y="100"/>
                        <a:pt x="69" y="100"/>
                        <a:pt x="69" y="100"/>
                      </a:cubicBezTo>
                      <a:cubicBezTo>
                        <a:pt x="69" y="100"/>
                        <a:pt x="69" y="100"/>
                        <a:pt x="69" y="100"/>
                      </a:cubicBezTo>
                      <a:cubicBezTo>
                        <a:pt x="69" y="100"/>
                        <a:pt x="69" y="99"/>
                        <a:pt x="69" y="99"/>
                      </a:cubicBezTo>
                      <a:cubicBezTo>
                        <a:pt x="69" y="99"/>
                        <a:pt x="68" y="99"/>
                        <a:pt x="68" y="99"/>
                      </a:cubicBezTo>
                      <a:cubicBezTo>
                        <a:pt x="68" y="100"/>
                        <a:pt x="68" y="100"/>
                        <a:pt x="69" y="100"/>
                      </a:cubicBezTo>
                      <a:cubicBezTo>
                        <a:pt x="69" y="100"/>
                        <a:pt x="69" y="101"/>
                        <a:pt x="69" y="101"/>
                      </a:cubicBezTo>
                      <a:cubicBezTo>
                        <a:pt x="69" y="102"/>
                        <a:pt x="69" y="102"/>
                        <a:pt x="69" y="103"/>
                      </a:cubicBezTo>
                      <a:cubicBezTo>
                        <a:pt x="69" y="103"/>
                        <a:pt x="69" y="104"/>
                        <a:pt x="69" y="104"/>
                      </a:cubicBezTo>
                      <a:cubicBezTo>
                        <a:pt x="69" y="104"/>
                        <a:pt x="69" y="104"/>
                        <a:pt x="69" y="104"/>
                      </a:cubicBezTo>
                      <a:cubicBezTo>
                        <a:pt x="69" y="104"/>
                        <a:pt x="68" y="103"/>
                        <a:pt x="68" y="103"/>
                      </a:cubicBezTo>
                      <a:cubicBezTo>
                        <a:pt x="68" y="103"/>
                        <a:pt x="68" y="103"/>
                        <a:pt x="68" y="103"/>
                      </a:cubicBezTo>
                      <a:cubicBezTo>
                        <a:pt x="68" y="103"/>
                        <a:pt x="68" y="102"/>
                        <a:pt x="68" y="102"/>
                      </a:cubicBezTo>
                      <a:cubicBezTo>
                        <a:pt x="68" y="102"/>
                        <a:pt x="68" y="102"/>
                        <a:pt x="68" y="102"/>
                      </a:cubicBezTo>
                      <a:cubicBezTo>
                        <a:pt x="68" y="102"/>
                        <a:pt x="68" y="102"/>
                        <a:pt x="68" y="102"/>
                      </a:cubicBezTo>
                      <a:cubicBezTo>
                        <a:pt x="68" y="101"/>
                        <a:pt x="68" y="101"/>
                        <a:pt x="68" y="101"/>
                      </a:cubicBezTo>
                      <a:cubicBezTo>
                        <a:pt x="68" y="101"/>
                        <a:pt x="68" y="101"/>
                        <a:pt x="68" y="101"/>
                      </a:cubicBezTo>
                      <a:cubicBezTo>
                        <a:pt x="68" y="100"/>
                        <a:pt x="68" y="100"/>
                        <a:pt x="68" y="100"/>
                      </a:cubicBezTo>
                      <a:cubicBezTo>
                        <a:pt x="67" y="100"/>
                        <a:pt x="67" y="100"/>
                        <a:pt x="67" y="100"/>
                      </a:cubicBezTo>
                      <a:cubicBezTo>
                        <a:pt x="67" y="99"/>
                        <a:pt x="67" y="99"/>
                        <a:pt x="67" y="99"/>
                      </a:cubicBezTo>
                      <a:cubicBezTo>
                        <a:pt x="67" y="99"/>
                        <a:pt x="67" y="99"/>
                        <a:pt x="67" y="98"/>
                      </a:cubicBezTo>
                      <a:cubicBezTo>
                        <a:pt x="67" y="98"/>
                        <a:pt x="67" y="98"/>
                        <a:pt x="66" y="98"/>
                      </a:cubicBezTo>
                      <a:cubicBezTo>
                        <a:pt x="66" y="98"/>
                        <a:pt x="66" y="98"/>
                        <a:pt x="66" y="97"/>
                      </a:cubicBezTo>
                      <a:cubicBezTo>
                        <a:pt x="66" y="97"/>
                        <a:pt x="66" y="97"/>
                        <a:pt x="66" y="97"/>
                      </a:cubicBezTo>
                      <a:cubicBezTo>
                        <a:pt x="66" y="97"/>
                        <a:pt x="66" y="97"/>
                        <a:pt x="66" y="97"/>
                      </a:cubicBezTo>
                      <a:cubicBezTo>
                        <a:pt x="66" y="96"/>
                        <a:pt x="66" y="96"/>
                        <a:pt x="66" y="96"/>
                      </a:cubicBezTo>
                      <a:cubicBezTo>
                        <a:pt x="65" y="97"/>
                        <a:pt x="65" y="97"/>
                        <a:pt x="65" y="97"/>
                      </a:cubicBezTo>
                      <a:cubicBezTo>
                        <a:pt x="65" y="97"/>
                        <a:pt x="64" y="97"/>
                        <a:pt x="64" y="97"/>
                      </a:cubicBezTo>
                      <a:cubicBezTo>
                        <a:pt x="64" y="98"/>
                        <a:pt x="64" y="98"/>
                        <a:pt x="65" y="98"/>
                      </a:cubicBezTo>
                      <a:cubicBezTo>
                        <a:pt x="65" y="98"/>
                        <a:pt x="65" y="98"/>
                        <a:pt x="65" y="98"/>
                      </a:cubicBezTo>
                      <a:cubicBezTo>
                        <a:pt x="65" y="98"/>
                        <a:pt x="65" y="98"/>
                        <a:pt x="64" y="98"/>
                      </a:cubicBezTo>
                      <a:cubicBezTo>
                        <a:pt x="64" y="99"/>
                        <a:pt x="64" y="99"/>
                        <a:pt x="64" y="99"/>
                      </a:cubicBezTo>
                      <a:cubicBezTo>
                        <a:pt x="63" y="99"/>
                        <a:pt x="63" y="99"/>
                        <a:pt x="63" y="100"/>
                      </a:cubicBezTo>
                      <a:cubicBezTo>
                        <a:pt x="63" y="100"/>
                        <a:pt x="63" y="100"/>
                        <a:pt x="63" y="100"/>
                      </a:cubicBezTo>
                      <a:cubicBezTo>
                        <a:pt x="63" y="100"/>
                        <a:pt x="63" y="100"/>
                        <a:pt x="63" y="100"/>
                      </a:cubicBezTo>
                      <a:cubicBezTo>
                        <a:pt x="63" y="101"/>
                        <a:pt x="63" y="101"/>
                        <a:pt x="63" y="101"/>
                      </a:cubicBezTo>
                      <a:cubicBezTo>
                        <a:pt x="63" y="101"/>
                        <a:pt x="63" y="101"/>
                        <a:pt x="63" y="101"/>
                      </a:cubicBezTo>
                      <a:cubicBezTo>
                        <a:pt x="63" y="101"/>
                        <a:pt x="63" y="101"/>
                        <a:pt x="63" y="102"/>
                      </a:cubicBezTo>
                      <a:cubicBezTo>
                        <a:pt x="63" y="102"/>
                        <a:pt x="63" y="102"/>
                        <a:pt x="63" y="102"/>
                      </a:cubicBezTo>
                      <a:cubicBezTo>
                        <a:pt x="63" y="102"/>
                        <a:pt x="63" y="102"/>
                        <a:pt x="63" y="102"/>
                      </a:cubicBezTo>
                      <a:cubicBezTo>
                        <a:pt x="63" y="102"/>
                        <a:pt x="64" y="102"/>
                        <a:pt x="64" y="103"/>
                      </a:cubicBezTo>
                      <a:cubicBezTo>
                        <a:pt x="64" y="103"/>
                        <a:pt x="64" y="103"/>
                        <a:pt x="64" y="103"/>
                      </a:cubicBezTo>
                      <a:cubicBezTo>
                        <a:pt x="64" y="103"/>
                        <a:pt x="64" y="103"/>
                        <a:pt x="64" y="103"/>
                      </a:cubicBezTo>
                      <a:cubicBezTo>
                        <a:pt x="64" y="103"/>
                        <a:pt x="64" y="103"/>
                        <a:pt x="64" y="103"/>
                      </a:cubicBezTo>
                      <a:cubicBezTo>
                        <a:pt x="64" y="103"/>
                        <a:pt x="64" y="103"/>
                        <a:pt x="64" y="103"/>
                      </a:cubicBezTo>
                      <a:cubicBezTo>
                        <a:pt x="64" y="103"/>
                        <a:pt x="64" y="103"/>
                        <a:pt x="64" y="103"/>
                      </a:cubicBezTo>
                      <a:cubicBezTo>
                        <a:pt x="65" y="104"/>
                        <a:pt x="65" y="104"/>
                        <a:pt x="65" y="104"/>
                      </a:cubicBezTo>
                      <a:cubicBezTo>
                        <a:pt x="65" y="104"/>
                        <a:pt x="65" y="104"/>
                        <a:pt x="65" y="104"/>
                      </a:cubicBezTo>
                      <a:cubicBezTo>
                        <a:pt x="65" y="104"/>
                        <a:pt x="65" y="104"/>
                        <a:pt x="65" y="104"/>
                      </a:cubicBezTo>
                      <a:cubicBezTo>
                        <a:pt x="65" y="104"/>
                        <a:pt x="65" y="105"/>
                        <a:pt x="65" y="105"/>
                      </a:cubicBezTo>
                      <a:cubicBezTo>
                        <a:pt x="65" y="105"/>
                        <a:pt x="65" y="106"/>
                        <a:pt x="65" y="107"/>
                      </a:cubicBezTo>
                      <a:cubicBezTo>
                        <a:pt x="65" y="107"/>
                        <a:pt x="65" y="107"/>
                        <a:pt x="65" y="107"/>
                      </a:cubicBezTo>
                      <a:cubicBezTo>
                        <a:pt x="65" y="107"/>
                        <a:pt x="64" y="108"/>
                        <a:pt x="64" y="108"/>
                      </a:cubicBezTo>
                      <a:cubicBezTo>
                        <a:pt x="64" y="108"/>
                        <a:pt x="64" y="108"/>
                        <a:pt x="64" y="108"/>
                      </a:cubicBezTo>
                      <a:cubicBezTo>
                        <a:pt x="64" y="108"/>
                        <a:pt x="64" y="109"/>
                        <a:pt x="63" y="109"/>
                      </a:cubicBezTo>
                      <a:cubicBezTo>
                        <a:pt x="63" y="110"/>
                        <a:pt x="63" y="110"/>
                        <a:pt x="63" y="110"/>
                      </a:cubicBezTo>
                      <a:cubicBezTo>
                        <a:pt x="63" y="110"/>
                        <a:pt x="63" y="110"/>
                        <a:pt x="63" y="110"/>
                      </a:cubicBezTo>
                      <a:cubicBezTo>
                        <a:pt x="63" y="110"/>
                        <a:pt x="62" y="110"/>
                        <a:pt x="62" y="109"/>
                      </a:cubicBezTo>
                      <a:cubicBezTo>
                        <a:pt x="63" y="109"/>
                        <a:pt x="62" y="109"/>
                        <a:pt x="62" y="109"/>
                      </a:cubicBezTo>
                      <a:cubicBezTo>
                        <a:pt x="62" y="109"/>
                        <a:pt x="62" y="109"/>
                        <a:pt x="62" y="108"/>
                      </a:cubicBezTo>
                      <a:cubicBezTo>
                        <a:pt x="61" y="108"/>
                        <a:pt x="62" y="108"/>
                        <a:pt x="62" y="108"/>
                      </a:cubicBezTo>
                      <a:cubicBezTo>
                        <a:pt x="62" y="108"/>
                        <a:pt x="62" y="108"/>
                        <a:pt x="62" y="107"/>
                      </a:cubicBezTo>
                      <a:cubicBezTo>
                        <a:pt x="62" y="107"/>
                        <a:pt x="62" y="107"/>
                        <a:pt x="62" y="107"/>
                      </a:cubicBezTo>
                      <a:cubicBezTo>
                        <a:pt x="62" y="107"/>
                        <a:pt x="62" y="107"/>
                        <a:pt x="62" y="107"/>
                      </a:cubicBezTo>
                      <a:cubicBezTo>
                        <a:pt x="62" y="107"/>
                        <a:pt x="62" y="107"/>
                        <a:pt x="62" y="107"/>
                      </a:cubicBezTo>
                      <a:cubicBezTo>
                        <a:pt x="62" y="106"/>
                        <a:pt x="62" y="106"/>
                        <a:pt x="62" y="106"/>
                      </a:cubicBezTo>
                      <a:cubicBezTo>
                        <a:pt x="62" y="106"/>
                        <a:pt x="62" y="106"/>
                        <a:pt x="62" y="106"/>
                      </a:cubicBezTo>
                      <a:cubicBezTo>
                        <a:pt x="61" y="106"/>
                        <a:pt x="61" y="106"/>
                        <a:pt x="61" y="106"/>
                      </a:cubicBezTo>
                      <a:cubicBezTo>
                        <a:pt x="61" y="107"/>
                        <a:pt x="61" y="107"/>
                        <a:pt x="61" y="107"/>
                      </a:cubicBezTo>
                      <a:cubicBezTo>
                        <a:pt x="61" y="107"/>
                        <a:pt x="61" y="108"/>
                        <a:pt x="61" y="108"/>
                      </a:cubicBezTo>
                      <a:cubicBezTo>
                        <a:pt x="60" y="108"/>
                        <a:pt x="60" y="108"/>
                        <a:pt x="60" y="108"/>
                      </a:cubicBezTo>
                      <a:cubicBezTo>
                        <a:pt x="59" y="108"/>
                        <a:pt x="59" y="108"/>
                        <a:pt x="58" y="107"/>
                      </a:cubicBezTo>
                      <a:cubicBezTo>
                        <a:pt x="58" y="107"/>
                        <a:pt x="58" y="107"/>
                        <a:pt x="58" y="107"/>
                      </a:cubicBezTo>
                      <a:cubicBezTo>
                        <a:pt x="58" y="107"/>
                        <a:pt x="57" y="107"/>
                        <a:pt x="57" y="107"/>
                      </a:cubicBezTo>
                      <a:cubicBezTo>
                        <a:pt x="57" y="107"/>
                        <a:pt x="56" y="107"/>
                        <a:pt x="56" y="106"/>
                      </a:cubicBezTo>
                      <a:cubicBezTo>
                        <a:pt x="56" y="106"/>
                        <a:pt x="56" y="106"/>
                        <a:pt x="56" y="106"/>
                      </a:cubicBezTo>
                      <a:cubicBezTo>
                        <a:pt x="55" y="106"/>
                        <a:pt x="55" y="106"/>
                        <a:pt x="55" y="106"/>
                      </a:cubicBezTo>
                      <a:cubicBezTo>
                        <a:pt x="55" y="106"/>
                        <a:pt x="55" y="106"/>
                        <a:pt x="55" y="106"/>
                      </a:cubicBezTo>
                      <a:cubicBezTo>
                        <a:pt x="54" y="106"/>
                        <a:pt x="54" y="106"/>
                        <a:pt x="54" y="106"/>
                      </a:cubicBezTo>
                      <a:cubicBezTo>
                        <a:pt x="54" y="106"/>
                        <a:pt x="54" y="105"/>
                        <a:pt x="54" y="105"/>
                      </a:cubicBezTo>
                      <a:cubicBezTo>
                        <a:pt x="54" y="105"/>
                        <a:pt x="54" y="105"/>
                        <a:pt x="54" y="105"/>
                      </a:cubicBezTo>
                      <a:cubicBezTo>
                        <a:pt x="53" y="105"/>
                        <a:pt x="53" y="104"/>
                        <a:pt x="53" y="103"/>
                      </a:cubicBezTo>
                      <a:cubicBezTo>
                        <a:pt x="53" y="103"/>
                        <a:pt x="53" y="103"/>
                        <a:pt x="53" y="103"/>
                      </a:cubicBezTo>
                      <a:cubicBezTo>
                        <a:pt x="53" y="103"/>
                        <a:pt x="53" y="102"/>
                        <a:pt x="53" y="102"/>
                      </a:cubicBezTo>
                      <a:cubicBezTo>
                        <a:pt x="53" y="102"/>
                        <a:pt x="53" y="102"/>
                        <a:pt x="53" y="102"/>
                      </a:cubicBezTo>
                      <a:cubicBezTo>
                        <a:pt x="53" y="102"/>
                        <a:pt x="53" y="102"/>
                        <a:pt x="53" y="102"/>
                      </a:cubicBezTo>
                      <a:cubicBezTo>
                        <a:pt x="53" y="102"/>
                        <a:pt x="53" y="102"/>
                        <a:pt x="53" y="102"/>
                      </a:cubicBezTo>
                      <a:cubicBezTo>
                        <a:pt x="53" y="102"/>
                        <a:pt x="53" y="102"/>
                        <a:pt x="52" y="102"/>
                      </a:cubicBezTo>
                      <a:cubicBezTo>
                        <a:pt x="52" y="102"/>
                        <a:pt x="52" y="101"/>
                        <a:pt x="52" y="101"/>
                      </a:cubicBezTo>
                      <a:cubicBezTo>
                        <a:pt x="52" y="100"/>
                        <a:pt x="52" y="100"/>
                        <a:pt x="53" y="99"/>
                      </a:cubicBezTo>
                      <a:cubicBezTo>
                        <a:pt x="53" y="99"/>
                        <a:pt x="53" y="99"/>
                        <a:pt x="53" y="99"/>
                      </a:cubicBezTo>
                      <a:cubicBezTo>
                        <a:pt x="53" y="99"/>
                        <a:pt x="53" y="99"/>
                        <a:pt x="53" y="99"/>
                      </a:cubicBezTo>
                      <a:cubicBezTo>
                        <a:pt x="54" y="98"/>
                        <a:pt x="54" y="98"/>
                        <a:pt x="54" y="97"/>
                      </a:cubicBezTo>
                      <a:cubicBezTo>
                        <a:pt x="54" y="97"/>
                        <a:pt x="54" y="97"/>
                        <a:pt x="54" y="97"/>
                      </a:cubicBezTo>
                      <a:cubicBezTo>
                        <a:pt x="54" y="97"/>
                        <a:pt x="54" y="97"/>
                        <a:pt x="54" y="97"/>
                      </a:cubicBezTo>
                      <a:cubicBezTo>
                        <a:pt x="54" y="97"/>
                        <a:pt x="54" y="97"/>
                        <a:pt x="54" y="97"/>
                      </a:cubicBezTo>
                      <a:cubicBezTo>
                        <a:pt x="53" y="97"/>
                        <a:pt x="53" y="96"/>
                        <a:pt x="53" y="96"/>
                      </a:cubicBezTo>
                      <a:cubicBezTo>
                        <a:pt x="52" y="95"/>
                        <a:pt x="52" y="95"/>
                        <a:pt x="52" y="95"/>
                      </a:cubicBezTo>
                      <a:cubicBezTo>
                        <a:pt x="51" y="95"/>
                        <a:pt x="51" y="95"/>
                        <a:pt x="51" y="95"/>
                      </a:cubicBezTo>
                      <a:cubicBezTo>
                        <a:pt x="51" y="95"/>
                        <a:pt x="51" y="95"/>
                        <a:pt x="51" y="95"/>
                      </a:cubicBezTo>
                      <a:cubicBezTo>
                        <a:pt x="50" y="95"/>
                        <a:pt x="50" y="95"/>
                        <a:pt x="50" y="94"/>
                      </a:cubicBezTo>
                      <a:cubicBezTo>
                        <a:pt x="50" y="94"/>
                        <a:pt x="50" y="94"/>
                        <a:pt x="49" y="94"/>
                      </a:cubicBezTo>
                      <a:cubicBezTo>
                        <a:pt x="49" y="94"/>
                        <a:pt x="49" y="94"/>
                        <a:pt x="49" y="94"/>
                      </a:cubicBezTo>
                      <a:cubicBezTo>
                        <a:pt x="49" y="94"/>
                        <a:pt x="49" y="94"/>
                        <a:pt x="49" y="94"/>
                      </a:cubicBezTo>
                      <a:cubicBezTo>
                        <a:pt x="49" y="94"/>
                        <a:pt x="48" y="94"/>
                        <a:pt x="48" y="94"/>
                      </a:cubicBezTo>
                      <a:cubicBezTo>
                        <a:pt x="48" y="94"/>
                        <a:pt x="48" y="94"/>
                        <a:pt x="48" y="95"/>
                      </a:cubicBezTo>
                      <a:cubicBezTo>
                        <a:pt x="48" y="95"/>
                        <a:pt x="48" y="95"/>
                        <a:pt x="48" y="95"/>
                      </a:cubicBezTo>
                      <a:cubicBezTo>
                        <a:pt x="48" y="95"/>
                        <a:pt x="48" y="95"/>
                        <a:pt x="48" y="95"/>
                      </a:cubicBezTo>
                      <a:cubicBezTo>
                        <a:pt x="48" y="96"/>
                        <a:pt x="48" y="96"/>
                        <a:pt x="47" y="96"/>
                      </a:cubicBezTo>
                      <a:cubicBezTo>
                        <a:pt x="47" y="96"/>
                        <a:pt x="47" y="96"/>
                        <a:pt x="47" y="96"/>
                      </a:cubicBezTo>
                      <a:cubicBezTo>
                        <a:pt x="47" y="96"/>
                        <a:pt x="48" y="96"/>
                        <a:pt x="48" y="97"/>
                      </a:cubicBezTo>
                      <a:cubicBezTo>
                        <a:pt x="48" y="97"/>
                        <a:pt x="48" y="97"/>
                        <a:pt x="48" y="97"/>
                      </a:cubicBezTo>
                      <a:cubicBezTo>
                        <a:pt x="48" y="97"/>
                        <a:pt x="48" y="97"/>
                        <a:pt x="48" y="97"/>
                      </a:cubicBezTo>
                      <a:cubicBezTo>
                        <a:pt x="48" y="97"/>
                        <a:pt x="48" y="97"/>
                        <a:pt x="48" y="97"/>
                      </a:cubicBezTo>
                      <a:cubicBezTo>
                        <a:pt x="48" y="98"/>
                        <a:pt x="48" y="98"/>
                        <a:pt x="48" y="97"/>
                      </a:cubicBezTo>
                      <a:cubicBezTo>
                        <a:pt x="48" y="97"/>
                        <a:pt x="47" y="97"/>
                        <a:pt x="47" y="97"/>
                      </a:cubicBezTo>
                      <a:cubicBezTo>
                        <a:pt x="47" y="97"/>
                        <a:pt x="47" y="97"/>
                        <a:pt x="47" y="97"/>
                      </a:cubicBezTo>
                      <a:cubicBezTo>
                        <a:pt x="47" y="97"/>
                        <a:pt x="47" y="96"/>
                        <a:pt x="47" y="96"/>
                      </a:cubicBezTo>
                      <a:cubicBezTo>
                        <a:pt x="47" y="96"/>
                        <a:pt x="46" y="96"/>
                        <a:pt x="46" y="97"/>
                      </a:cubicBezTo>
                      <a:cubicBezTo>
                        <a:pt x="46" y="97"/>
                        <a:pt x="46" y="97"/>
                        <a:pt x="46" y="97"/>
                      </a:cubicBezTo>
                      <a:cubicBezTo>
                        <a:pt x="46" y="97"/>
                        <a:pt x="46" y="97"/>
                        <a:pt x="46" y="96"/>
                      </a:cubicBezTo>
                      <a:cubicBezTo>
                        <a:pt x="46" y="96"/>
                        <a:pt x="46" y="96"/>
                        <a:pt x="46" y="96"/>
                      </a:cubicBezTo>
                      <a:cubicBezTo>
                        <a:pt x="46" y="96"/>
                        <a:pt x="46" y="96"/>
                        <a:pt x="46" y="96"/>
                      </a:cubicBezTo>
                      <a:cubicBezTo>
                        <a:pt x="46" y="96"/>
                        <a:pt x="46" y="96"/>
                        <a:pt x="46" y="96"/>
                      </a:cubicBezTo>
                      <a:cubicBezTo>
                        <a:pt x="46" y="96"/>
                        <a:pt x="46" y="95"/>
                        <a:pt x="46" y="95"/>
                      </a:cubicBezTo>
                      <a:cubicBezTo>
                        <a:pt x="46" y="95"/>
                        <a:pt x="46" y="95"/>
                        <a:pt x="46" y="95"/>
                      </a:cubicBezTo>
                      <a:cubicBezTo>
                        <a:pt x="46" y="95"/>
                        <a:pt x="46" y="95"/>
                        <a:pt x="46" y="95"/>
                      </a:cubicBezTo>
                      <a:cubicBezTo>
                        <a:pt x="46" y="95"/>
                        <a:pt x="45" y="95"/>
                        <a:pt x="45" y="95"/>
                      </a:cubicBezTo>
                      <a:cubicBezTo>
                        <a:pt x="45" y="95"/>
                        <a:pt x="45" y="96"/>
                        <a:pt x="45" y="96"/>
                      </a:cubicBezTo>
                      <a:cubicBezTo>
                        <a:pt x="45" y="96"/>
                        <a:pt x="45" y="96"/>
                        <a:pt x="45" y="96"/>
                      </a:cubicBezTo>
                      <a:cubicBezTo>
                        <a:pt x="45" y="96"/>
                        <a:pt x="45" y="96"/>
                        <a:pt x="45" y="96"/>
                      </a:cubicBezTo>
                      <a:cubicBezTo>
                        <a:pt x="45" y="96"/>
                        <a:pt x="45" y="96"/>
                        <a:pt x="45" y="97"/>
                      </a:cubicBezTo>
                      <a:cubicBezTo>
                        <a:pt x="45" y="97"/>
                        <a:pt x="45" y="97"/>
                        <a:pt x="45" y="97"/>
                      </a:cubicBezTo>
                      <a:cubicBezTo>
                        <a:pt x="45" y="97"/>
                        <a:pt x="44" y="97"/>
                        <a:pt x="44" y="97"/>
                      </a:cubicBezTo>
                      <a:cubicBezTo>
                        <a:pt x="44" y="97"/>
                        <a:pt x="44" y="97"/>
                        <a:pt x="44" y="97"/>
                      </a:cubicBezTo>
                      <a:cubicBezTo>
                        <a:pt x="44" y="97"/>
                        <a:pt x="44" y="97"/>
                        <a:pt x="44" y="97"/>
                      </a:cubicBezTo>
                      <a:cubicBezTo>
                        <a:pt x="44" y="97"/>
                        <a:pt x="44" y="97"/>
                        <a:pt x="44" y="97"/>
                      </a:cubicBezTo>
                      <a:cubicBezTo>
                        <a:pt x="44" y="97"/>
                        <a:pt x="44" y="98"/>
                        <a:pt x="44" y="98"/>
                      </a:cubicBezTo>
                      <a:cubicBezTo>
                        <a:pt x="44" y="98"/>
                        <a:pt x="44" y="98"/>
                        <a:pt x="44" y="98"/>
                      </a:cubicBezTo>
                      <a:cubicBezTo>
                        <a:pt x="44" y="97"/>
                        <a:pt x="44" y="97"/>
                        <a:pt x="44" y="97"/>
                      </a:cubicBezTo>
                      <a:cubicBezTo>
                        <a:pt x="44" y="97"/>
                        <a:pt x="44" y="97"/>
                        <a:pt x="44" y="98"/>
                      </a:cubicBezTo>
                      <a:cubicBezTo>
                        <a:pt x="45" y="98"/>
                        <a:pt x="44" y="98"/>
                        <a:pt x="44" y="98"/>
                      </a:cubicBezTo>
                      <a:cubicBezTo>
                        <a:pt x="44" y="98"/>
                        <a:pt x="44" y="98"/>
                        <a:pt x="44" y="98"/>
                      </a:cubicBezTo>
                      <a:cubicBezTo>
                        <a:pt x="44" y="98"/>
                        <a:pt x="44" y="98"/>
                        <a:pt x="44" y="98"/>
                      </a:cubicBezTo>
                      <a:cubicBezTo>
                        <a:pt x="44" y="98"/>
                        <a:pt x="44" y="98"/>
                        <a:pt x="43" y="98"/>
                      </a:cubicBezTo>
                      <a:cubicBezTo>
                        <a:pt x="43" y="98"/>
                        <a:pt x="43" y="98"/>
                        <a:pt x="43" y="98"/>
                      </a:cubicBezTo>
                      <a:cubicBezTo>
                        <a:pt x="43" y="97"/>
                        <a:pt x="43" y="97"/>
                        <a:pt x="43" y="97"/>
                      </a:cubicBezTo>
                      <a:cubicBezTo>
                        <a:pt x="43" y="97"/>
                        <a:pt x="43" y="97"/>
                        <a:pt x="43" y="97"/>
                      </a:cubicBezTo>
                      <a:cubicBezTo>
                        <a:pt x="43" y="97"/>
                        <a:pt x="43" y="97"/>
                        <a:pt x="43" y="97"/>
                      </a:cubicBezTo>
                      <a:cubicBezTo>
                        <a:pt x="43" y="96"/>
                        <a:pt x="43" y="96"/>
                        <a:pt x="43" y="96"/>
                      </a:cubicBezTo>
                      <a:cubicBezTo>
                        <a:pt x="43" y="96"/>
                        <a:pt x="43" y="96"/>
                        <a:pt x="43" y="96"/>
                      </a:cubicBezTo>
                      <a:cubicBezTo>
                        <a:pt x="43" y="96"/>
                        <a:pt x="43" y="95"/>
                        <a:pt x="43" y="95"/>
                      </a:cubicBezTo>
                      <a:cubicBezTo>
                        <a:pt x="43" y="95"/>
                        <a:pt x="43" y="95"/>
                        <a:pt x="43" y="95"/>
                      </a:cubicBezTo>
                      <a:cubicBezTo>
                        <a:pt x="43" y="95"/>
                        <a:pt x="43" y="95"/>
                        <a:pt x="43" y="95"/>
                      </a:cubicBezTo>
                      <a:cubicBezTo>
                        <a:pt x="42" y="95"/>
                        <a:pt x="42" y="95"/>
                        <a:pt x="42" y="95"/>
                      </a:cubicBezTo>
                      <a:cubicBezTo>
                        <a:pt x="42" y="95"/>
                        <a:pt x="42" y="95"/>
                        <a:pt x="41" y="95"/>
                      </a:cubicBezTo>
                      <a:cubicBezTo>
                        <a:pt x="41" y="95"/>
                        <a:pt x="41" y="96"/>
                        <a:pt x="41" y="96"/>
                      </a:cubicBezTo>
                      <a:cubicBezTo>
                        <a:pt x="41" y="96"/>
                        <a:pt x="41" y="96"/>
                        <a:pt x="41" y="96"/>
                      </a:cubicBezTo>
                      <a:cubicBezTo>
                        <a:pt x="40" y="97"/>
                        <a:pt x="41" y="96"/>
                        <a:pt x="41" y="97"/>
                      </a:cubicBezTo>
                      <a:cubicBezTo>
                        <a:pt x="41" y="97"/>
                        <a:pt x="41" y="97"/>
                        <a:pt x="40" y="97"/>
                      </a:cubicBezTo>
                      <a:cubicBezTo>
                        <a:pt x="40" y="97"/>
                        <a:pt x="40" y="97"/>
                        <a:pt x="40" y="98"/>
                      </a:cubicBezTo>
                      <a:cubicBezTo>
                        <a:pt x="40" y="98"/>
                        <a:pt x="40" y="98"/>
                        <a:pt x="40" y="98"/>
                      </a:cubicBezTo>
                      <a:cubicBezTo>
                        <a:pt x="40" y="98"/>
                        <a:pt x="40" y="98"/>
                        <a:pt x="40" y="98"/>
                      </a:cubicBezTo>
                      <a:cubicBezTo>
                        <a:pt x="40" y="98"/>
                        <a:pt x="40" y="98"/>
                        <a:pt x="40" y="98"/>
                      </a:cubicBezTo>
                      <a:cubicBezTo>
                        <a:pt x="39" y="98"/>
                        <a:pt x="40" y="99"/>
                        <a:pt x="39" y="99"/>
                      </a:cubicBezTo>
                      <a:cubicBezTo>
                        <a:pt x="39" y="99"/>
                        <a:pt x="39" y="99"/>
                        <a:pt x="39" y="99"/>
                      </a:cubicBezTo>
                      <a:cubicBezTo>
                        <a:pt x="39" y="99"/>
                        <a:pt x="39" y="100"/>
                        <a:pt x="39" y="100"/>
                      </a:cubicBezTo>
                      <a:cubicBezTo>
                        <a:pt x="39" y="100"/>
                        <a:pt x="39" y="100"/>
                        <a:pt x="39" y="100"/>
                      </a:cubicBezTo>
                      <a:cubicBezTo>
                        <a:pt x="39" y="100"/>
                        <a:pt x="39" y="100"/>
                        <a:pt x="39" y="100"/>
                      </a:cubicBezTo>
                      <a:cubicBezTo>
                        <a:pt x="39" y="101"/>
                        <a:pt x="39" y="101"/>
                        <a:pt x="39" y="101"/>
                      </a:cubicBezTo>
                      <a:cubicBezTo>
                        <a:pt x="39" y="101"/>
                        <a:pt x="39" y="101"/>
                        <a:pt x="39" y="102"/>
                      </a:cubicBezTo>
                      <a:cubicBezTo>
                        <a:pt x="39" y="102"/>
                        <a:pt x="38" y="102"/>
                        <a:pt x="38" y="102"/>
                      </a:cubicBezTo>
                      <a:cubicBezTo>
                        <a:pt x="38" y="102"/>
                        <a:pt x="38" y="102"/>
                        <a:pt x="38" y="101"/>
                      </a:cubicBezTo>
                      <a:cubicBezTo>
                        <a:pt x="38" y="101"/>
                        <a:pt x="38" y="101"/>
                        <a:pt x="37" y="101"/>
                      </a:cubicBezTo>
                      <a:cubicBezTo>
                        <a:pt x="37" y="101"/>
                        <a:pt x="37" y="101"/>
                        <a:pt x="37" y="101"/>
                      </a:cubicBezTo>
                      <a:cubicBezTo>
                        <a:pt x="37" y="101"/>
                        <a:pt x="37" y="101"/>
                        <a:pt x="37" y="101"/>
                      </a:cubicBezTo>
                      <a:cubicBezTo>
                        <a:pt x="37" y="101"/>
                        <a:pt x="37" y="100"/>
                        <a:pt x="37" y="100"/>
                      </a:cubicBezTo>
                      <a:cubicBezTo>
                        <a:pt x="37" y="100"/>
                        <a:pt x="37" y="100"/>
                        <a:pt x="37" y="100"/>
                      </a:cubicBezTo>
                      <a:cubicBezTo>
                        <a:pt x="37" y="100"/>
                        <a:pt x="37" y="100"/>
                        <a:pt x="37" y="100"/>
                      </a:cubicBezTo>
                      <a:cubicBezTo>
                        <a:pt x="37" y="99"/>
                        <a:pt x="37" y="99"/>
                        <a:pt x="38" y="99"/>
                      </a:cubicBezTo>
                      <a:cubicBezTo>
                        <a:pt x="38" y="99"/>
                        <a:pt x="38" y="99"/>
                        <a:pt x="38" y="99"/>
                      </a:cubicBezTo>
                      <a:cubicBezTo>
                        <a:pt x="37" y="98"/>
                        <a:pt x="38" y="98"/>
                        <a:pt x="38" y="97"/>
                      </a:cubicBezTo>
                      <a:cubicBezTo>
                        <a:pt x="38" y="97"/>
                        <a:pt x="38" y="97"/>
                        <a:pt x="38" y="97"/>
                      </a:cubicBezTo>
                      <a:cubicBezTo>
                        <a:pt x="38" y="97"/>
                        <a:pt x="38" y="97"/>
                        <a:pt x="38" y="97"/>
                      </a:cubicBezTo>
                      <a:cubicBezTo>
                        <a:pt x="38" y="97"/>
                        <a:pt x="38" y="97"/>
                        <a:pt x="38" y="96"/>
                      </a:cubicBezTo>
                      <a:cubicBezTo>
                        <a:pt x="38" y="96"/>
                        <a:pt x="38" y="96"/>
                        <a:pt x="38" y="96"/>
                      </a:cubicBezTo>
                      <a:cubicBezTo>
                        <a:pt x="38" y="96"/>
                        <a:pt x="38" y="96"/>
                        <a:pt x="38" y="96"/>
                      </a:cubicBezTo>
                      <a:cubicBezTo>
                        <a:pt x="38" y="96"/>
                        <a:pt x="38" y="96"/>
                        <a:pt x="38" y="96"/>
                      </a:cubicBezTo>
                      <a:cubicBezTo>
                        <a:pt x="38" y="96"/>
                        <a:pt x="38" y="96"/>
                        <a:pt x="38" y="96"/>
                      </a:cubicBezTo>
                      <a:cubicBezTo>
                        <a:pt x="38" y="95"/>
                        <a:pt x="38" y="95"/>
                        <a:pt x="38" y="95"/>
                      </a:cubicBezTo>
                      <a:cubicBezTo>
                        <a:pt x="39" y="94"/>
                        <a:pt x="39" y="94"/>
                        <a:pt x="39" y="94"/>
                      </a:cubicBezTo>
                      <a:cubicBezTo>
                        <a:pt x="39" y="93"/>
                        <a:pt x="39" y="93"/>
                        <a:pt x="40" y="93"/>
                      </a:cubicBezTo>
                      <a:cubicBezTo>
                        <a:pt x="40" y="93"/>
                        <a:pt x="40" y="93"/>
                        <a:pt x="40" y="93"/>
                      </a:cubicBezTo>
                      <a:cubicBezTo>
                        <a:pt x="41" y="93"/>
                        <a:pt x="41" y="93"/>
                        <a:pt x="41" y="93"/>
                      </a:cubicBezTo>
                      <a:cubicBezTo>
                        <a:pt x="41" y="93"/>
                        <a:pt x="41" y="93"/>
                        <a:pt x="41" y="93"/>
                      </a:cubicBezTo>
                      <a:cubicBezTo>
                        <a:pt x="41" y="93"/>
                        <a:pt x="41" y="93"/>
                        <a:pt x="42" y="92"/>
                      </a:cubicBezTo>
                      <a:cubicBezTo>
                        <a:pt x="42" y="92"/>
                        <a:pt x="42" y="92"/>
                        <a:pt x="42" y="92"/>
                      </a:cubicBezTo>
                      <a:cubicBezTo>
                        <a:pt x="42" y="92"/>
                        <a:pt x="42" y="92"/>
                        <a:pt x="42" y="92"/>
                      </a:cubicBezTo>
                      <a:cubicBezTo>
                        <a:pt x="42" y="92"/>
                        <a:pt x="43" y="92"/>
                        <a:pt x="43" y="92"/>
                      </a:cubicBezTo>
                      <a:cubicBezTo>
                        <a:pt x="43" y="92"/>
                        <a:pt x="43" y="92"/>
                        <a:pt x="43" y="92"/>
                      </a:cubicBezTo>
                      <a:cubicBezTo>
                        <a:pt x="44" y="92"/>
                        <a:pt x="44" y="92"/>
                        <a:pt x="44" y="91"/>
                      </a:cubicBezTo>
                      <a:cubicBezTo>
                        <a:pt x="44" y="91"/>
                        <a:pt x="44" y="91"/>
                        <a:pt x="44" y="91"/>
                      </a:cubicBezTo>
                      <a:cubicBezTo>
                        <a:pt x="44" y="91"/>
                        <a:pt x="44" y="91"/>
                        <a:pt x="44" y="91"/>
                      </a:cubicBezTo>
                      <a:cubicBezTo>
                        <a:pt x="44" y="91"/>
                        <a:pt x="44" y="91"/>
                        <a:pt x="44" y="91"/>
                      </a:cubicBezTo>
                      <a:cubicBezTo>
                        <a:pt x="44" y="91"/>
                        <a:pt x="44" y="91"/>
                        <a:pt x="44" y="91"/>
                      </a:cubicBezTo>
                      <a:cubicBezTo>
                        <a:pt x="44" y="90"/>
                        <a:pt x="44" y="90"/>
                        <a:pt x="44" y="90"/>
                      </a:cubicBezTo>
                      <a:cubicBezTo>
                        <a:pt x="44" y="90"/>
                        <a:pt x="44" y="90"/>
                        <a:pt x="44" y="90"/>
                      </a:cubicBezTo>
                      <a:cubicBezTo>
                        <a:pt x="44" y="89"/>
                        <a:pt x="45" y="89"/>
                        <a:pt x="46" y="89"/>
                      </a:cubicBezTo>
                      <a:cubicBezTo>
                        <a:pt x="46" y="89"/>
                        <a:pt x="46" y="89"/>
                        <a:pt x="46" y="89"/>
                      </a:cubicBezTo>
                      <a:cubicBezTo>
                        <a:pt x="46" y="89"/>
                        <a:pt x="46" y="89"/>
                        <a:pt x="46" y="89"/>
                      </a:cubicBezTo>
                      <a:cubicBezTo>
                        <a:pt x="47" y="89"/>
                        <a:pt x="46" y="89"/>
                        <a:pt x="47" y="88"/>
                      </a:cubicBezTo>
                      <a:cubicBezTo>
                        <a:pt x="47" y="88"/>
                        <a:pt x="47" y="88"/>
                        <a:pt x="47" y="88"/>
                      </a:cubicBezTo>
                      <a:cubicBezTo>
                        <a:pt x="47" y="88"/>
                        <a:pt x="47" y="88"/>
                        <a:pt x="47" y="88"/>
                      </a:cubicBezTo>
                      <a:cubicBezTo>
                        <a:pt x="47" y="88"/>
                        <a:pt x="47" y="88"/>
                        <a:pt x="47" y="88"/>
                      </a:cubicBezTo>
                      <a:cubicBezTo>
                        <a:pt x="47" y="87"/>
                        <a:pt x="47" y="88"/>
                        <a:pt x="47" y="88"/>
                      </a:cubicBezTo>
                      <a:cubicBezTo>
                        <a:pt x="48" y="88"/>
                        <a:pt x="48" y="88"/>
                        <a:pt x="48" y="88"/>
                      </a:cubicBezTo>
                      <a:cubicBezTo>
                        <a:pt x="48" y="88"/>
                        <a:pt x="48" y="88"/>
                        <a:pt x="49" y="88"/>
                      </a:cubicBezTo>
                      <a:cubicBezTo>
                        <a:pt x="49" y="88"/>
                        <a:pt x="49" y="88"/>
                        <a:pt x="49" y="88"/>
                      </a:cubicBezTo>
                      <a:cubicBezTo>
                        <a:pt x="49" y="88"/>
                        <a:pt x="49" y="88"/>
                        <a:pt x="49" y="88"/>
                      </a:cubicBezTo>
                      <a:cubicBezTo>
                        <a:pt x="49" y="88"/>
                        <a:pt x="49" y="88"/>
                        <a:pt x="49" y="88"/>
                      </a:cubicBezTo>
                      <a:cubicBezTo>
                        <a:pt x="50" y="88"/>
                        <a:pt x="50" y="89"/>
                        <a:pt x="50" y="89"/>
                      </a:cubicBezTo>
                      <a:cubicBezTo>
                        <a:pt x="50" y="89"/>
                        <a:pt x="50" y="89"/>
                        <a:pt x="50" y="89"/>
                      </a:cubicBezTo>
                      <a:cubicBezTo>
                        <a:pt x="50" y="89"/>
                        <a:pt x="51" y="89"/>
                        <a:pt x="51" y="90"/>
                      </a:cubicBezTo>
                      <a:cubicBezTo>
                        <a:pt x="51" y="90"/>
                        <a:pt x="51" y="90"/>
                        <a:pt x="51" y="90"/>
                      </a:cubicBezTo>
                      <a:cubicBezTo>
                        <a:pt x="51" y="90"/>
                        <a:pt x="51" y="90"/>
                        <a:pt x="51" y="91"/>
                      </a:cubicBezTo>
                      <a:cubicBezTo>
                        <a:pt x="51" y="91"/>
                        <a:pt x="51" y="91"/>
                        <a:pt x="51" y="92"/>
                      </a:cubicBezTo>
                      <a:cubicBezTo>
                        <a:pt x="50" y="92"/>
                        <a:pt x="50" y="92"/>
                        <a:pt x="50" y="92"/>
                      </a:cubicBezTo>
                      <a:cubicBezTo>
                        <a:pt x="50" y="92"/>
                        <a:pt x="50" y="92"/>
                        <a:pt x="50" y="92"/>
                      </a:cubicBezTo>
                      <a:cubicBezTo>
                        <a:pt x="50" y="92"/>
                        <a:pt x="50" y="92"/>
                        <a:pt x="50" y="92"/>
                      </a:cubicBezTo>
                      <a:cubicBezTo>
                        <a:pt x="50" y="93"/>
                        <a:pt x="50" y="93"/>
                        <a:pt x="50" y="93"/>
                      </a:cubicBezTo>
                      <a:cubicBezTo>
                        <a:pt x="50" y="93"/>
                        <a:pt x="49" y="93"/>
                        <a:pt x="49" y="93"/>
                      </a:cubicBezTo>
                      <a:cubicBezTo>
                        <a:pt x="49" y="93"/>
                        <a:pt x="49" y="93"/>
                        <a:pt x="49" y="93"/>
                      </a:cubicBezTo>
                      <a:cubicBezTo>
                        <a:pt x="49" y="93"/>
                        <a:pt x="49" y="93"/>
                        <a:pt x="49" y="93"/>
                      </a:cubicBezTo>
                      <a:cubicBezTo>
                        <a:pt x="49" y="93"/>
                        <a:pt x="49" y="93"/>
                        <a:pt x="50" y="93"/>
                      </a:cubicBezTo>
                      <a:cubicBezTo>
                        <a:pt x="50" y="93"/>
                        <a:pt x="50" y="93"/>
                        <a:pt x="50" y="93"/>
                      </a:cubicBezTo>
                      <a:cubicBezTo>
                        <a:pt x="50" y="93"/>
                        <a:pt x="50" y="93"/>
                        <a:pt x="50" y="93"/>
                      </a:cubicBezTo>
                      <a:cubicBezTo>
                        <a:pt x="50" y="93"/>
                        <a:pt x="50" y="93"/>
                        <a:pt x="50" y="93"/>
                      </a:cubicBezTo>
                      <a:cubicBezTo>
                        <a:pt x="50" y="93"/>
                        <a:pt x="50" y="93"/>
                        <a:pt x="50" y="93"/>
                      </a:cubicBezTo>
                      <a:cubicBezTo>
                        <a:pt x="50" y="93"/>
                        <a:pt x="50" y="93"/>
                        <a:pt x="50" y="93"/>
                      </a:cubicBezTo>
                      <a:cubicBezTo>
                        <a:pt x="50" y="92"/>
                        <a:pt x="51" y="92"/>
                        <a:pt x="51" y="92"/>
                      </a:cubicBezTo>
                      <a:cubicBezTo>
                        <a:pt x="51" y="92"/>
                        <a:pt x="51" y="92"/>
                        <a:pt x="51" y="92"/>
                      </a:cubicBezTo>
                      <a:cubicBezTo>
                        <a:pt x="51" y="92"/>
                        <a:pt x="51" y="92"/>
                        <a:pt x="51" y="92"/>
                      </a:cubicBezTo>
                      <a:cubicBezTo>
                        <a:pt x="51" y="92"/>
                        <a:pt x="51" y="92"/>
                        <a:pt x="51" y="92"/>
                      </a:cubicBezTo>
                      <a:cubicBezTo>
                        <a:pt x="51" y="92"/>
                        <a:pt x="51" y="92"/>
                        <a:pt x="52" y="92"/>
                      </a:cubicBezTo>
                      <a:cubicBezTo>
                        <a:pt x="52" y="92"/>
                        <a:pt x="52" y="92"/>
                        <a:pt x="52" y="91"/>
                      </a:cubicBezTo>
                      <a:cubicBezTo>
                        <a:pt x="52" y="91"/>
                        <a:pt x="52" y="91"/>
                        <a:pt x="52" y="91"/>
                      </a:cubicBezTo>
                      <a:cubicBezTo>
                        <a:pt x="52" y="91"/>
                        <a:pt x="52" y="91"/>
                        <a:pt x="53" y="91"/>
                      </a:cubicBezTo>
                      <a:cubicBezTo>
                        <a:pt x="53" y="91"/>
                        <a:pt x="53" y="91"/>
                        <a:pt x="53" y="91"/>
                      </a:cubicBezTo>
                      <a:cubicBezTo>
                        <a:pt x="53" y="91"/>
                        <a:pt x="53" y="91"/>
                        <a:pt x="53" y="91"/>
                      </a:cubicBezTo>
                      <a:cubicBezTo>
                        <a:pt x="53" y="91"/>
                        <a:pt x="54" y="91"/>
                        <a:pt x="54" y="90"/>
                      </a:cubicBezTo>
                      <a:cubicBezTo>
                        <a:pt x="54" y="90"/>
                        <a:pt x="53" y="90"/>
                        <a:pt x="53" y="90"/>
                      </a:cubicBezTo>
                      <a:cubicBezTo>
                        <a:pt x="53" y="90"/>
                        <a:pt x="53" y="90"/>
                        <a:pt x="54" y="90"/>
                      </a:cubicBezTo>
                      <a:cubicBezTo>
                        <a:pt x="54" y="90"/>
                        <a:pt x="54" y="89"/>
                        <a:pt x="54" y="89"/>
                      </a:cubicBezTo>
                      <a:cubicBezTo>
                        <a:pt x="54" y="89"/>
                        <a:pt x="54" y="89"/>
                        <a:pt x="54" y="89"/>
                      </a:cubicBezTo>
                      <a:cubicBezTo>
                        <a:pt x="53" y="89"/>
                        <a:pt x="53" y="88"/>
                        <a:pt x="54" y="88"/>
                      </a:cubicBezTo>
                      <a:cubicBezTo>
                        <a:pt x="54" y="88"/>
                        <a:pt x="54" y="88"/>
                        <a:pt x="54" y="88"/>
                      </a:cubicBezTo>
                      <a:cubicBezTo>
                        <a:pt x="54" y="88"/>
                        <a:pt x="54" y="88"/>
                        <a:pt x="54" y="88"/>
                      </a:cubicBezTo>
                      <a:cubicBezTo>
                        <a:pt x="54" y="88"/>
                        <a:pt x="54" y="88"/>
                        <a:pt x="54" y="88"/>
                      </a:cubicBezTo>
                      <a:cubicBezTo>
                        <a:pt x="55" y="87"/>
                        <a:pt x="55" y="88"/>
                        <a:pt x="55" y="88"/>
                      </a:cubicBezTo>
                      <a:cubicBezTo>
                        <a:pt x="55" y="88"/>
                        <a:pt x="55" y="88"/>
                        <a:pt x="55" y="88"/>
                      </a:cubicBezTo>
                      <a:cubicBezTo>
                        <a:pt x="55" y="88"/>
                        <a:pt x="55" y="88"/>
                        <a:pt x="56" y="88"/>
                      </a:cubicBezTo>
                      <a:cubicBezTo>
                        <a:pt x="56" y="88"/>
                        <a:pt x="56" y="88"/>
                        <a:pt x="56" y="88"/>
                      </a:cubicBezTo>
                      <a:cubicBezTo>
                        <a:pt x="56" y="88"/>
                        <a:pt x="56" y="88"/>
                        <a:pt x="56" y="89"/>
                      </a:cubicBezTo>
                      <a:cubicBezTo>
                        <a:pt x="57" y="89"/>
                        <a:pt x="57" y="89"/>
                        <a:pt x="57" y="89"/>
                      </a:cubicBezTo>
                      <a:cubicBezTo>
                        <a:pt x="57" y="88"/>
                        <a:pt x="57" y="88"/>
                        <a:pt x="57" y="88"/>
                      </a:cubicBezTo>
                      <a:cubicBezTo>
                        <a:pt x="57" y="88"/>
                        <a:pt x="57" y="88"/>
                        <a:pt x="57" y="87"/>
                      </a:cubicBezTo>
                      <a:cubicBezTo>
                        <a:pt x="57" y="87"/>
                        <a:pt x="57" y="87"/>
                        <a:pt x="57" y="87"/>
                      </a:cubicBezTo>
                      <a:cubicBezTo>
                        <a:pt x="57" y="86"/>
                        <a:pt x="57" y="86"/>
                        <a:pt x="57" y="86"/>
                      </a:cubicBezTo>
                      <a:cubicBezTo>
                        <a:pt x="57" y="86"/>
                        <a:pt x="57" y="86"/>
                        <a:pt x="57" y="86"/>
                      </a:cubicBezTo>
                      <a:cubicBezTo>
                        <a:pt x="57" y="85"/>
                        <a:pt x="57" y="85"/>
                        <a:pt x="57" y="85"/>
                      </a:cubicBezTo>
                      <a:cubicBezTo>
                        <a:pt x="57" y="85"/>
                        <a:pt x="57" y="85"/>
                        <a:pt x="57" y="85"/>
                      </a:cubicBezTo>
                      <a:cubicBezTo>
                        <a:pt x="58" y="85"/>
                        <a:pt x="58" y="85"/>
                        <a:pt x="58" y="85"/>
                      </a:cubicBezTo>
                      <a:cubicBezTo>
                        <a:pt x="58" y="85"/>
                        <a:pt x="59" y="85"/>
                        <a:pt x="59" y="86"/>
                      </a:cubicBezTo>
                      <a:cubicBezTo>
                        <a:pt x="59" y="86"/>
                        <a:pt x="60" y="86"/>
                        <a:pt x="60" y="86"/>
                      </a:cubicBezTo>
                      <a:cubicBezTo>
                        <a:pt x="60" y="86"/>
                        <a:pt x="60" y="85"/>
                        <a:pt x="60" y="85"/>
                      </a:cubicBezTo>
                      <a:cubicBezTo>
                        <a:pt x="60" y="85"/>
                        <a:pt x="60" y="85"/>
                        <a:pt x="60" y="84"/>
                      </a:cubicBezTo>
                      <a:cubicBezTo>
                        <a:pt x="60" y="84"/>
                        <a:pt x="60" y="84"/>
                        <a:pt x="60" y="84"/>
                      </a:cubicBezTo>
                      <a:cubicBezTo>
                        <a:pt x="60" y="84"/>
                        <a:pt x="60" y="84"/>
                        <a:pt x="60" y="84"/>
                      </a:cubicBezTo>
                      <a:cubicBezTo>
                        <a:pt x="60" y="84"/>
                        <a:pt x="61" y="84"/>
                        <a:pt x="61" y="85"/>
                      </a:cubicBezTo>
                      <a:cubicBezTo>
                        <a:pt x="61" y="85"/>
                        <a:pt x="62" y="85"/>
                        <a:pt x="62" y="85"/>
                      </a:cubicBezTo>
                      <a:cubicBezTo>
                        <a:pt x="62" y="84"/>
                        <a:pt x="63" y="84"/>
                        <a:pt x="63" y="84"/>
                      </a:cubicBezTo>
                      <a:cubicBezTo>
                        <a:pt x="63" y="84"/>
                        <a:pt x="63" y="84"/>
                        <a:pt x="63" y="83"/>
                      </a:cubicBezTo>
                      <a:cubicBezTo>
                        <a:pt x="62" y="83"/>
                        <a:pt x="62" y="82"/>
                        <a:pt x="62" y="82"/>
                      </a:cubicBezTo>
                      <a:cubicBezTo>
                        <a:pt x="62" y="82"/>
                        <a:pt x="62" y="82"/>
                        <a:pt x="62" y="82"/>
                      </a:cubicBezTo>
                      <a:cubicBezTo>
                        <a:pt x="62" y="81"/>
                        <a:pt x="62" y="80"/>
                        <a:pt x="61" y="80"/>
                      </a:cubicBezTo>
                      <a:cubicBezTo>
                        <a:pt x="61" y="80"/>
                        <a:pt x="61" y="79"/>
                        <a:pt x="61" y="79"/>
                      </a:cubicBezTo>
                      <a:cubicBezTo>
                        <a:pt x="61" y="79"/>
                        <a:pt x="61" y="79"/>
                        <a:pt x="62" y="79"/>
                      </a:cubicBezTo>
                      <a:cubicBezTo>
                        <a:pt x="62" y="79"/>
                        <a:pt x="62" y="78"/>
                        <a:pt x="62" y="78"/>
                      </a:cubicBezTo>
                      <a:cubicBezTo>
                        <a:pt x="62" y="78"/>
                        <a:pt x="62" y="78"/>
                        <a:pt x="62" y="78"/>
                      </a:cubicBezTo>
                      <a:cubicBezTo>
                        <a:pt x="62" y="78"/>
                        <a:pt x="62" y="78"/>
                        <a:pt x="62" y="78"/>
                      </a:cubicBezTo>
                      <a:cubicBezTo>
                        <a:pt x="62" y="78"/>
                        <a:pt x="62" y="78"/>
                        <a:pt x="62" y="79"/>
                      </a:cubicBezTo>
                      <a:cubicBezTo>
                        <a:pt x="62" y="79"/>
                        <a:pt x="62" y="79"/>
                        <a:pt x="62" y="79"/>
                      </a:cubicBezTo>
                      <a:cubicBezTo>
                        <a:pt x="62" y="79"/>
                        <a:pt x="62" y="79"/>
                        <a:pt x="63" y="79"/>
                      </a:cubicBezTo>
                      <a:cubicBezTo>
                        <a:pt x="63" y="79"/>
                        <a:pt x="63" y="79"/>
                        <a:pt x="63" y="79"/>
                      </a:cubicBezTo>
                      <a:cubicBezTo>
                        <a:pt x="63" y="79"/>
                        <a:pt x="63" y="79"/>
                        <a:pt x="63" y="79"/>
                      </a:cubicBezTo>
                      <a:cubicBezTo>
                        <a:pt x="63" y="79"/>
                        <a:pt x="63" y="79"/>
                        <a:pt x="63" y="79"/>
                      </a:cubicBezTo>
                      <a:cubicBezTo>
                        <a:pt x="63" y="79"/>
                        <a:pt x="63" y="79"/>
                        <a:pt x="63" y="79"/>
                      </a:cubicBezTo>
                      <a:cubicBezTo>
                        <a:pt x="63" y="80"/>
                        <a:pt x="63" y="80"/>
                        <a:pt x="63" y="80"/>
                      </a:cubicBezTo>
                      <a:cubicBezTo>
                        <a:pt x="63" y="80"/>
                        <a:pt x="64" y="80"/>
                        <a:pt x="64" y="80"/>
                      </a:cubicBezTo>
                      <a:cubicBezTo>
                        <a:pt x="64" y="80"/>
                        <a:pt x="64" y="80"/>
                        <a:pt x="65" y="80"/>
                      </a:cubicBezTo>
                      <a:cubicBezTo>
                        <a:pt x="65" y="80"/>
                        <a:pt x="65" y="80"/>
                        <a:pt x="65" y="81"/>
                      </a:cubicBezTo>
                      <a:cubicBezTo>
                        <a:pt x="65" y="81"/>
                        <a:pt x="65" y="81"/>
                        <a:pt x="65" y="81"/>
                      </a:cubicBezTo>
                      <a:cubicBezTo>
                        <a:pt x="65" y="81"/>
                        <a:pt x="66" y="81"/>
                        <a:pt x="66" y="82"/>
                      </a:cubicBezTo>
                      <a:cubicBezTo>
                        <a:pt x="66" y="82"/>
                        <a:pt x="66" y="82"/>
                        <a:pt x="66" y="82"/>
                      </a:cubicBezTo>
                      <a:cubicBezTo>
                        <a:pt x="67" y="82"/>
                        <a:pt x="67" y="82"/>
                        <a:pt x="67" y="82"/>
                      </a:cubicBezTo>
                      <a:cubicBezTo>
                        <a:pt x="67" y="82"/>
                        <a:pt x="67" y="82"/>
                        <a:pt x="67" y="82"/>
                      </a:cubicBezTo>
                      <a:cubicBezTo>
                        <a:pt x="67" y="82"/>
                        <a:pt x="67" y="82"/>
                        <a:pt x="67" y="82"/>
                      </a:cubicBezTo>
                      <a:cubicBezTo>
                        <a:pt x="67" y="82"/>
                        <a:pt x="67" y="83"/>
                        <a:pt x="67" y="83"/>
                      </a:cubicBezTo>
                      <a:cubicBezTo>
                        <a:pt x="67" y="83"/>
                        <a:pt x="67" y="83"/>
                        <a:pt x="67" y="83"/>
                      </a:cubicBezTo>
                      <a:cubicBezTo>
                        <a:pt x="68" y="83"/>
                        <a:pt x="68" y="84"/>
                        <a:pt x="68" y="84"/>
                      </a:cubicBezTo>
                      <a:cubicBezTo>
                        <a:pt x="68" y="84"/>
                        <a:pt x="68" y="84"/>
                        <a:pt x="68" y="84"/>
                      </a:cubicBezTo>
                      <a:cubicBezTo>
                        <a:pt x="68" y="84"/>
                        <a:pt x="68" y="84"/>
                        <a:pt x="68" y="84"/>
                      </a:cubicBezTo>
                      <a:cubicBezTo>
                        <a:pt x="68" y="84"/>
                        <a:pt x="69" y="85"/>
                        <a:pt x="68" y="85"/>
                      </a:cubicBezTo>
                      <a:cubicBezTo>
                        <a:pt x="68" y="85"/>
                        <a:pt x="68" y="85"/>
                        <a:pt x="68" y="85"/>
                      </a:cubicBezTo>
                      <a:cubicBezTo>
                        <a:pt x="69" y="85"/>
                        <a:pt x="69" y="85"/>
                        <a:pt x="68" y="85"/>
                      </a:cubicBezTo>
                      <a:cubicBezTo>
                        <a:pt x="68" y="86"/>
                        <a:pt x="68" y="86"/>
                        <a:pt x="67" y="87"/>
                      </a:cubicBezTo>
                      <a:cubicBezTo>
                        <a:pt x="67" y="87"/>
                        <a:pt x="67" y="87"/>
                        <a:pt x="67" y="87"/>
                      </a:cubicBezTo>
                      <a:cubicBezTo>
                        <a:pt x="67" y="87"/>
                        <a:pt x="67" y="87"/>
                        <a:pt x="67" y="88"/>
                      </a:cubicBezTo>
                      <a:cubicBezTo>
                        <a:pt x="68" y="87"/>
                        <a:pt x="68" y="87"/>
                        <a:pt x="69" y="87"/>
                      </a:cubicBezTo>
                      <a:cubicBezTo>
                        <a:pt x="69" y="87"/>
                        <a:pt x="69" y="87"/>
                        <a:pt x="69" y="88"/>
                      </a:cubicBezTo>
                      <a:cubicBezTo>
                        <a:pt x="69" y="88"/>
                        <a:pt x="69" y="88"/>
                        <a:pt x="69" y="88"/>
                      </a:cubicBezTo>
                      <a:cubicBezTo>
                        <a:pt x="69" y="88"/>
                        <a:pt x="69" y="88"/>
                        <a:pt x="69" y="88"/>
                      </a:cubicBezTo>
                      <a:cubicBezTo>
                        <a:pt x="69" y="88"/>
                        <a:pt x="69" y="88"/>
                        <a:pt x="69" y="88"/>
                      </a:cubicBezTo>
                      <a:cubicBezTo>
                        <a:pt x="69" y="89"/>
                        <a:pt x="69" y="89"/>
                        <a:pt x="69" y="89"/>
                      </a:cubicBezTo>
                      <a:cubicBezTo>
                        <a:pt x="69" y="89"/>
                        <a:pt x="69" y="89"/>
                        <a:pt x="69" y="89"/>
                      </a:cubicBezTo>
                      <a:cubicBezTo>
                        <a:pt x="69" y="90"/>
                        <a:pt x="69" y="90"/>
                        <a:pt x="69" y="90"/>
                      </a:cubicBezTo>
                      <a:cubicBezTo>
                        <a:pt x="69" y="90"/>
                        <a:pt x="69" y="90"/>
                        <a:pt x="69" y="90"/>
                      </a:cubicBezTo>
                      <a:cubicBezTo>
                        <a:pt x="69" y="90"/>
                        <a:pt x="69" y="89"/>
                        <a:pt x="70" y="90"/>
                      </a:cubicBezTo>
                      <a:cubicBezTo>
                        <a:pt x="70" y="90"/>
                        <a:pt x="70" y="91"/>
                        <a:pt x="70" y="91"/>
                      </a:cubicBezTo>
                      <a:cubicBezTo>
                        <a:pt x="70" y="91"/>
                        <a:pt x="70" y="91"/>
                        <a:pt x="69" y="91"/>
                      </a:cubicBezTo>
                      <a:cubicBezTo>
                        <a:pt x="70" y="92"/>
                        <a:pt x="70" y="92"/>
                        <a:pt x="69" y="92"/>
                      </a:cubicBezTo>
                      <a:cubicBezTo>
                        <a:pt x="69" y="92"/>
                        <a:pt x="69" y="92"/>
                        <a:pt x="69" y="92"/>
                      </a:cubicBezTo>
                      <a:cubicBezTo>
                        <a:pt x="69" y="92"/>
                        <a:pt x="69" y="92"/>
                        <a:pt x="70" y="93"/>
                      </a:cubicBezTo>
                      <a:cubicBezTo>
                        <a:pt x="70" y="93"/>
                        <a:pt x="70" y="93"/>
                        <a:pt x="70" y="93"/>
                      </a:cubicBezTo>
                      <a:cubicBezTo>
                        <a:pt x="70" y="93"/>
                        <a:pt x="70" y="93"/>
                        <a:pt x="70" y="93"/>
                      </a:cubicBezTo>
                      <a:cubicBezTo>
                        <a:pt x="70" y="93"/>
                        <a:pt x="71" y="93"/>
                        <a:pt x="71" y="93"/>
                      </a:cubicBezTo>
                      <a:cubicBezTo>
                        <a:pt x="71" y="93"/>
                        <a:pt x="71" y="94"/>
                        <a:pt x="71" y="94"/>
                      </a:cubicBezTo>
                      <a:cubicBezTo>
                        <a:pt x="71" y="94"/>
                        <a:pt x="71" y="94"/>
                        <a:pt x="71" y="95"/>
                      </a:cubicBezTo>
                      <a:cubicBezTo>
                        <a:pt x="71" y="95"/>
                        <a:pt x="71" y="95"/>
                        <a:pt x="71" y="95"/>
                      </a:cubicBezTo>
                      <a:cubicBezTo>
                        <a:pt x="71" y="95"/>
                        <a:pt x="71" y="95"/>
                        <a:pt x="71" y="95"/>
                      </a:cubicBezTo>
                      <a:cubicBezTo>
                        <a:pt x="71" y="95"/>
                        <a:pt x="71" y="96"/>
                        <a:pt x="71" y="96"/>
                      </a:cubicBezTo>
                      <a:cubicBezTo>
                        <a:pt x="71" y="96"/>
                        <a:pt x="71" y="96"/>
                        <a:pt x="71" y="96"/>
                      </a:cubicBezTo>
                      <a:cubicBezTo>
                        <a:pt x="71" y="96"/>
                        <a:pt x="71" y="96"/>
                        <a:pt x="71" y="96"/>
                      </a:cubicBezTo>
                      <a:cubicBezTo>
                        <a:pt x="71" y="96"/>
                        <a:pt x="71" y="96"/>
                        <a:pt x="71" y="97"/>
                      </a:cubicBezTo>
                      <a:close/>
                      <a:moveTo>
                        <a:pt x="61" y="85"/>
                      </a:moveTo>
                      <a:cubicBezTo>
                        <a:pt x="61" y="85"/>
                        <a:pt x="61" y="85"/>
                        <a:pt x="60" y="85"/>
                      </a:cubicBezTo>
                      <a:cubicBezTo>
                        <a:pt x="61" y="85"/>
                        <a:pt x="61" y="85"/>
                        <a:pt x="61" y="85"/>
                      </a:cubicBezTo>
                      <a:close/>
                      <a:moveTo>
                        <a:pt x="65" y="98"/>
                      </a:move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9"/>
                        <a:pt x="65" y="99"/>
                        <a:pt x="65" y="99"/>
                      </a:cubicBezTo>
                      <a:cubicBezTo>
                        <a:pt x="65" y="99"/>
                        <a:pt x="65" y="99"/>
                        <a:pt x="65" y="99"/>
                      </a:cubicBezTo>
                      <a:cubicBezTo>
                        <a:pt x="65" y="100"/>
                        <a:pt x="65" y="100"/>
                        <a:pt x="65" y="100"/>
                      </a:cubicBezTo>
                      <a:cubicBezTo>
                        <a:pt x="66" y="100"/>
                        <a:pt x="66" y="100"/>
                        <a:pt x="66" y="99"/>
                      </a:cubicBezTo>
                      <a:cubicBezTo>
                        <a:pt x="66" y="99"/>
                        <a:pt x="65" y="99"/>
                        <a:pt x="65" y="98"/>
                      </a:cubicBezTo>
                      <a:cubicBezTo>
                        <a:pt x="65" y="98"/>
                        <a:pt x="65" y="98"/>
                        <a:pt x="65" y="98"/>
                      </a:cubicBezTo>
                      <a:cubicBezTo>
                        <a:pt x="65" y="98"/>
                        <a:pt x="65" y="98"/>
                        <a:pt x="65" y="98"/>
                      </a:cubicBezTo>
                      <a:cubicBezTo>
                        <a:pt x="66" y="98"/>
                        <a:pt x="66" y="98"/>
                        <a:pt x="65" y="98"/>
                      </a:cubicBezTo>
                      <a:close/>
                      <a:moveTo>
                        <a:pt x="65" y="100"/>
                      </a:moveTo>
                      <a:cubicBezTo>
                        <a:pt x="65" y="100"/>
                        <a:pt x="65" y="100"/>
                        <a:pt x="65" y="100"/>
                      </a:cubicBezTo>
                      <a:cubicBezTo>
                        <a:pt x="65" y="100"/>
                        <a:pt x="65" y="100"/>
                        <a:pt x="65" y="100"/>
                      </a:cubicBezTo>
                      <a:cubicBezTo>
                        <a:pt x="65" y="99"/>
                        <a:pt x="65" y="99"/>
                        <a:pt x="65" y="100"/>
                      </a:cubicBezTo>
                      <a:close/>
                      <a:moveTo>
                        <a:pt x="46" y="82"/>
                      </a:moveTo>
                      <a:cubicBezTo>
                        <a:pt x="47" y="82"/>
                        <a:pt x="47" y="82"/>
                        <a:pt x="47" y="81"/>
                      </a:cubicBezTo>
                      <a:cubicBezTo>
                        <a:pt x="47" y="80"/>
                        <a:pt x="47" y="80"/>
                        <a:pt x="48" y="79"/>
                      </a:cubicBezTo>
                      <a:cubicBezTo>
                        <a:pt x="48" y="79"/>
                        <a:pt x="48" y="78"/>
                        <a:pt x="48" y="78"/>
                      </a:cubicBezTo>
                      <a:cubicBezTo>
                        <a:pt x="48" y="78"/>
                        <a:pt x="48" y="77"/>
                        <a:pt x="48" y="77"/>
                      </a:cubicBezTo>
                      <a:cubicBezTo>
                        <a:pt x="49" y="77"/>
                        <a:pt x="49" y="77"/>
                        <a:pt x="49" y="77"/>
                      </a:cubicBezTo>
                      <a:cubicBezTo>
                        <a:pt x="49" y="77"/>
                        <a:pt x="49" y="76"/>
                        <a:pt x="49" y="76"/>
                      </a:cubicBezTo>
                      <a:cubicBezTo>
                        <a:pt x="50" y="76"/>
                        <a:pt x="50" y="76"/>
                        <a:pt x="50" y="76"/>
                      </a:cubicBezTo>
                      <a:cubicBezTo>
                        <a:pt x="50" y="76"/>
                        <a:pt x="50" y="76"/>
                        <a:pt x="50" y="76"/>
                      </a:cubicBezTo>
                      <a:cubicBezTo>
                        <a:pt x="50" y="76"/>
                        <a:pt x="50" y="76"/>
                        <a:pt x="51" y="76"/>
                      </a:cubicBezTo>
                      <a:cubicBezTo>
                        <a:pt x="51" y="76"/>
                        <a:pt x="51" y="76"/>
                        <a:pt x="51" y="76"/>
                      </a:cubicBezTo>
                      <a:cubicBezTo>
                        <a:pt x="51" y="75"/>
                        <a:pt x="51" y="75"/>
                        <a:pt x="51" y="75"/>
                      </a:cubicBezTo>
                      <a:cubicBezTo>
                        <a:pt x="51" y="75"/>
                        <a:pt x="51" y="75"/>
                        <a:pt x="51" y="75"/>
                      </a:cubicBezTo>
                      <a:cubicBezTo>
                        <a:pt x="51" y="75"/>
                        <a:pt x="51" y="75"/>
                        <a:pt x="51" y="75"/>
                      </a:cubicBezTo>
                      <a:cubicBezTo>
                        <a:pt x="51" y="75"/>
                        <a:pt x="51" y="75"/>
                        <a:pt x="51" y="75"/>
                      </a:cubicBezTo>
                      <a:cubicBezTo>
                        <a:pt x="51" y="74"/>
                        <a:pt x="51" y="74"/>
                        <a:pt x="51" y="74"/>
                      </a:cubicBezTo>
                      <a:cubicBezTo>
                        <a:pt x="51" y="73"/>
                        <a:pt x="51" y="73"/>
                        <a:pt x="51" y="73"/>
                      </a:cubicBezTo>
                      <a:cubicBezTo>
                        <a:pt x="51" y="73"/>
                        <a:pt x="51" y="72"/>
                        <a:pt x="51" y="72"/>
                      </a:cubicBezTo>
                      <a:cubicBezTo>
                        <a:pt x="51" y="72"/>
                        <a:pt x="51" y="71"/>
                        <a:pt x="51" y="71"/>
                      </a:cubicBezTo>
                      <a:cubicBezTo>
                        <a:pt x="51" y="71"/>
                        <a:pt x="51" y="71"/>
                        <a:pt x="51" y="70"/>
                      </a:cubicBezTo>
                      <a:cubicBezTo>
                        <a:pt x="51" y="70"/>
                        <a:pt x="51" y="70"/>
                        <a:pt x="50" y="70"/>
                      </a:cubicBezTo>
                      <a:cubicBezTo>
                        <a:pt x="50" y="70"/>
                        <a:pt x="50" y="70"/>
                        <a:pt x="50" y="70"/>
                      </a:cubicBezTo>
                      <a:cubicBezTo>
                        <a:pt x="51" y="69"/>
                        <a:pt x="51" y="69"/>
                        <a:pt x="51" y="69"/>
                      </a:cubicBezTo>
                      <a:cubicBezTo>
                        <a:pt x="51" y="69"/>
                        <a:pt x="51" y="68"/>
                        <a:pt x="51" y="68"/>
                      </a:cubicBezTo>
                      <a:cubicBezTo>
                        <a:pt x="51" y="68"/>
                        <a:pt x="51" y="68"/>
                        <a:pt x="51" y="68"/>
                      </a:cubicBezTo>
                      <a:cubicBezTo>
                        <a:pt x="50" y="68"/>
                        <a:pt x="50" y="68"/>
                        <a:pt x="50" y="69"/>
                      </a:cubicBezTo>
                      <a:cubicBezTo>
                        <a:pt x="50" y="69"/>
                        <a:pt x="50" y="69"/>
                        <a:pt x="50" y="69"/>
                      </a:cubicBezTo>
                      <a:cubicBezTo>
                        <a:pt x="50" y="69"/>
                        <a:pt x="50" y="69"/>
                        <a:pt x="50" y="69"/>
                      </a:cubicBezTo>
                      <a:cubicBezTo>
                        <a:pt x="50" y="69"/>
                        <a:pt x="50" y="69"/>
                        <a:pt x="50" y="69"/>
                      </a:cubicBezTo>
                      <a:cubicBezTo>
                        <a:pt x="50" y="69"/>
                        <a:pt x="50" y="69"/>
                        <a:pt x="50" y="70"/>
                      </a:cubicBezTo>
                      <a:cubicBezTo>
                        <a:pt x="50" y="70"/>
                        <a:pt x="50" y="70"/>
                        <a:pt x="50" y="70"/>
                      </a:cubicBezTo>
                      <a:cubicBezTo>
                        <a:pt x="50" y="70"/>
                        <a:pt x="50" y="71"/>
                        <a:pt x="50" y="71"/>
                      </a:cubicBezTo>
                      <a:cubicBezTo>
                        <a:pt x="49" y="71"/>
                        <a:pt x="49" y="71"/>
                        <a:pt x="50" y="71"/>
                      </a:cubicBezTo>
                      <a:cubicBezTo>
                        <a:pt x="49" y="72"/>
                        <a:pt x="49" y="72"/>
                        <a:pt x="49" y="73"/>
                      </a:cubicBezTo>
                      <a:cubicBezTo>
                        <a:pt x="49" y="73"/>
                        <a:pt x="49" y="73"/>
                        <a:pt x="48" y="73"/>
                      </a:cubicBezTo>
                      <a:cubicBezTo>
                        <a:pt x="48" y="73"/>
                        <a:pt x="48" y="73"/>
                        <a:pt x="49" y="73"/>
                      </a:cubicBezTo>
                      <a:cubicBezTo>
                        <a:pt x="49" y="74"/>
                        <a:pt x="49" y="74"/>
                        <a:pt x="48" y="74"/>
                      </a:cubicBezTo>
                      <a:cubicBezTo>
                        <a:pt x="48" y="74"/>
                        <a:pt x="48" y="74"/>
                        <a:pt x="48" y="74"/>
                      </a:cubicBezTo>
                      <a:cubicBezTo>
                        <a:pt x="48" y="75"/>
                        <a:pt x="48" y="75"/>
                        <a:pt x="48" y="75"/>
                      </a:cubicBezTo>
                      <a:cubicBezTo>
                        <a:pt x="48" y="75"/>
                        <a:pt x="48" y="75"/>
                        <a:pt x="48" y="75"/>
                      </a:cubicBezTo>
                      <a:cubicBezTo>
                        <a:pt x="48" y="75"/>
                        <a:pt x="48" y="76"/>
                        <a:pt x="48" y="76"/>
                      </a:cubicBezTo>
                      <a:cubicBezTo>
                        <a:pt x="47" y="76"/>
                        <a:pt x="47" y="76"/>
                        <a:pt x="47" y="76"/>
                      </a:cubicBezTo>
                      <a:cubicBezTo>
                        <a:pt x="47" y="76"/>
                        <a:pt x="47" y="77"/>
                        <a:pt x="47" y="77"/>
                      </a:cubicBezTo>
                      <a:cubicBezTo>
                        <a:pt x="47" y="77"/>
                        <a:pt x="47" y="77"/>
                        <a:pt x="47" y="77"/>
                      </a:cubicBezTo>
                      <a:cubicBezTo>
                        <a:pt x="47" y="77"/>
                        <a:pt x="47" y="78"/>
                        <a:pt x="47" y="78"/>
                      </a:cubicBezTo>
                      <a:cubicBezTo>
                        <a:pt x="46" y="78"/>
                        <a:pt x="46" y="78"/>
                        <a:pt x="46" y="78"/>
                      </a:cubicBezTo>
                      <a:cubicBezTo>
                        <a:pt x="47" y="79"/>
                        <a:pt x="47" y="79"/>
                        <a:pt x="46" y="79"/>
                      </a:cubicBezTo>
                      <a:cubicBezTo>
                        <a:pt x="46" y="79"/>
                        <a:pt x="46" y="79"/>
                        <a:pt x="46" y="80"/>
                      </a:cubicBezTo>
                      <a:cubicBezTo>
                        <a:pt x="46" y="80"/>
                        <a:pt x="46" y="80"/>
                        <a:pt x="46" y="80"/>
                      </a:cubicBezTo>
                      <a:cubicBezTo>
                        <a:pt x="46" y="80"/>
                        <a:pt x="46" y="80"/>
                        <a:pt x="46" y="80"/>
                      </a:cubicBezTo>
                      <a:cubicBezTo>
                        <a:pt x="46" y="81"/>
                        <a:pt x="46" y="81"/>
                        <a:pt x="46" y="81"/>
                      </a:cubicBezTo>
                      <a:cubicBezTo>
                        <a:pt x="46" y="81"/>
                        <a:pt x="46" y="82"/>
                        <a:pt x="46" y="82"/>
                      </a:cubicBezTo>
                      <a:cubicBezTo>
                        <a:pt x="46" y="82"/>
                        <a:pt x="46" y="82"/>
                        <a:pt x="46" y="82"/>
                      </a:cubicBezTo>
                      <a:cubicBezTo>
                        <a:pt x="46" y="82"/>
                        <a:pt x="46" y="82"/>
                        <a:pt x="46" y="82"/>
                      </a:cubicBezTo>
                      <a:cubicBezTo>
                        <a:pt x="46" y="82"/>
                        <a:pt x="46" y="82"/>
                        <a:pt x="46" y="82"/>
                      </a:cubicBezTo>
                      <a:close/>
                      <a:moveTo>
                        <a:pt x="53" y="73"/>
                      </a:moveTo>
                      <a:cubicBezTo>
                        <a:pt x="53" y="73"/>
                        <a:pt x="53" y="73"/>
                        <a:pt x="53" y="73"/>
                      </a:cubicBezTo>
                      <a:cubicBezTo>
                        <a:pt x="53" y="73"/>
                        <a:pt x="53" y="73"/>
                        <a:pt x="53" y="73"/>
                      </a:cubicBezTo>
                      <a:cubicBezTo>
                        <a:pt x="53" y="73"/>
                        <a:pt x="54" y="73"/>
                        <a:pt x="54" y="73"/>
                      </a:cubicBezTo>
                      <a:cubicBezTo>
                        <a:pt x="54" y="73"/>
                        <a:pt x="54" y="73"/>
                        <a:pt x="54" y="73"/>
                      </a:cubicBezTo>
                      <a:cubicBezTo>
                        <a:pt x="54" y="72"/>
                        <a:pt x="54" y="72"/>
                        <a:pt x="54" y="72"/>
                      </a:cubicBezTo>
                      <a:cubicBezTo>
                        <a:pt x="54" y="72"/>
                        <a:pt x="54" y="72"/>
                        <a:pt x="54" y="72"/>
                      </a:cubicBezTo>
                      <a:cubicBezTo>
                        <a:pt x="54" y="73"/>
                        <a:pt x="54" y="73"/>
                        <a:pt x="53" y="72"/>
                      </a:cubicBezTo>
                      <a:cubicBezTo>
                        <a:pt x="53" y="72"/>
                        <a:pt x="53" y="72"/>
                        <a:pt x="53" y="72"/>
                      </a:cubicBezTo>
                      <a:cubicBezTo>
                        <a:pt x="53" y="72"/>
                        <a:pt x="53" y="73"/>
                        <a:pt x="53" y="73"/>
                      </a:cubicBezTo>
                      <a:cubicBezTo>
                        <a:pt x="53" y="73"/>
                        <a:pt x="53" y="73"/>
                        <a:pt x="53" y="73"/>
                      </a:cubicBezTo>
                      <a:close/>
                      <a:moveTo>
                        <a:pt x="51" y="76"/>
                      </a:moveTo>
                      <a:cubicBezTo>
                        <a:pt x="51" y="76"/>
                        <a:pt x="51" y="76"/>
                        <a:pt x="51" y="76"/>
                      </a:cubicBezTo>
                      <a:cubicBezTo>
                        <a:pt x="51" y="76"/>
                        <a:pt x="51" y="76"/>
                        <a:pt x="51" y="76"/>
                      </a:cubicBezTo>
                      <a:cubicBezTo>
                        <a:pt x="51" y="76"/>
                        <a:pt x="51" y="76"/>
                        <a:pt x="51" y="76"/>
                      </a:cubicBezTo>
                      <a:cubicBezTo>
                        <a:pt x="51" y="76"/>
                        <a:pt x="51" y="76"/>
                        <a:pt x="51" y="76"/>
                      </a:cubicBezTo>
                      <a:close/>
                      <a:moveTo>
                        <a:pt x="55" y="72"/>
                      </a:moveTo>
                      <a:cubicBezTo>
                        <a:pt x="54" y="72"/>
                        <a:pt x="54" y="72"/>
                        <a:pt x="54" y="72"/>
                      </a:cubicBezTo>
                      <a:cubicBezTo>
                        <a:pt x="54" y="72"/>
                        <a:pt x="54" y="72"/>
                        <a:pt x="54" y="72"/>
                      </a:cubicBezTo>
                      <a:cubicBezTo>
                        <a:pt x="55" y="72"/>
                        <a:pt x="55" y="72"/>
                        <a:pt x="55" y="72"/>
                      </a:cubicBezTo>
                      <a:cubicBezTo>
                        <a:pt x="55" y="72"/>
                        <a:pt x="55" y="71"/>
                        <a:pt x="55" y="72"/>
                      </a:cubicBezTo>
                      <a:close/>
                      <a:moveTo>
                        <a:pt x="48" y="68"/>
                      </a:moveTo>
                      <a:cubicBezTo>
                        <a:pt x="48" y="69"/>
                        <a:pt x="48" y="69"/>
                        <a:pt x="48" y="69"/>
                      </a:cubicBezTo>
                      <a:cubicBezTo>
                        <a:pt x="48" y="69"/>
                        <a:pt x="48" y="69"/>
                        <a:pt x="49" y="69"/>
                      </a:cubicBezTo>
                      <a:cubicBezTo>
                        <a:pt x="49" y="69"/>
                        <a:pt x="49" y="69"/>
                        <a:pt x="49" y="69"/>
                      </a:cubicBezTo>
                      <a:cubicBezTo>
                        <a:pt x="49" y="69"/>
                        <a:pt x="49" y="69"/>
                        <a:pt x="49" y="69"/>
                      </a:cubicBezTo>
                      <a:cubicBezTo>
                        <a:pt x="49" y="68"/>
                        <a:pt x="48" y="68"/>
                        <a:pt x="48" y="68"/>
                      </a:cubicBezTo>
                      <a:close/>
                      <a:moveTo>
                        <a:pt x="50" y="68"/>
                      </a:moveTo>
                      <a:cubicBezTo>
                        <a:pt x="50" y="68"/>
                        <a:pt x="50" y="68"/>
                        <a:pt x="50" y="68"/>
                      </a:cubicBezTo>
                      <a:cubicBezTo>
                        <a:pt x="50" y="68"/>
                        <a:pt x="50" y="68"/>
                        <a:pt x="50" y="68"/>
                      </a:cubicBezTo>
                      <a:cubicBezTo>
                        <a:pt x="50" y="68"/>
                        <a:pt x="50" y="68"/>
                        <a:pt x="50" y="68"/>
                      </a:cubicBezTo>
                      <a:cubicBezTo>
                        <a:pt x="50" y="68"/>
                        <a:pt x="50" y="68"/>
                        <a:pt x="50" y="68"/>
                      </a:cubicBezTo>
                      <a:close/>
                      <a:moveTo>
                        <a:pt x="51" y="48"/>
                      </a:moveTo>
                      <a:cubicBezTo>
                        <a:pt x="52" y="48"/>
                        <a:pt x="52" y="48"/>
                        <a:pt x="52" y="48"/>
                      </a:cubicBezTo>
                      <a:cubicBezTo>
                        <a:pt x="52" y="48"/>
                        <a:pt x="52" y="48"/>
                        <a:pt x="51" y="48"/>
                      </a:cubicBezTo>
                      <a:cubicBezTo>
                        <a:pt x="51" y="48"/>
                        <a:pt x="51" y="48"/>
                        <a:pt x="51" y="48"/>
                      </a:cubicBezTo>
                      <a:cubicBezTo>
                        <a:pt x="51" y="48"/>
                        <a:pt x="51" y="48"/>
                        <a:pt x="51" y="48"/>
                      </a:cubicBezTo>
                      <a:close/>
                      <a:moveTo>
                        <a:pt x="50" y="51"/>
                      </a:moveTo>
                      <a:cubicBezTo>
                        <a:pt x="50" y="51"/>
                        <a:pt x="50" y="51"/>
                        <a:pt x="51" y="51"/>
                      </a:cubicBezTo>
                      <a:cubicBezTo>
                        <a:pt x="51" y="51"/>
                        <a:pt x="51" y="51"/>
                        <a:pt x="51" y="51"/>
                      </a:cubicBezTo>
                      <a:cubicBezTo>
                        <a:pt x="51" y="51"/>
                        <a:pt x="51" y="51"/>
                        <a:pt x="51" y="51"/>
                      </a:cubicBezTo>
                      <a:cubicBezTo>
                        <a:pt x="51" y="51"/>
                        <a:pt x="51" y="51"/>
                        <a:pt x="51" y="51"/>
                      </a:cubicBezTo>
                      <a:cubicBezTo>
                        <a:pt x="52" y="51"/>
                        <a:pt x="52" y="51"/>
                        <a:pt x="52" y="51"/>
                      </a:cubicBezTo>
                      <a:cubicBezTo>
                        <a:pt x="52" y="51"/>
                        <a:pt x="52" y="51"/>
                        <a:pt x="52" y="50"/>
                      </a:cubicBezTo>
                      <a:cubicBezTo>
                        <a:pt x="52" y="50"/>
                        <a:pt x="52" y="50"/>
                        <a:pt x="52" y="50"/>
                      </a:cubicBezTo>
                      <a:cubicBezTo>
                        <a:pt x="52" y="50"/>
                        <a:pt x="52" y="50"/>
                        <a:pt x="52" y="50"/>
                      </a:cubicBezTo>
                      <a:cubicBezTo>
                        <a:pt x="52" y="50"/>
                        <a:pt x="52" y="50"/>
                        <a:pt x="52" y="50"/>
                      </a:cubicBezTo>
                      <a:cubicBezTo>
                        <a:pt x="52" y="50"/>
                        <a:pt x="52" y="50"/>
                        <a:pt x="52" y="50"/>
                      </a:cubicBezTo>
                      <a:cubicBezTo>
                        <a:pt x="52" y="50"/>
                        <a:pt x="52" y="49"/>
                        <a:pt x="52" y="49"/>
                      </a:cubicBezTo>
                      <a:cubicBezTo>
                        <a:pt x="52" y="49"/>
                        <a:pt x="52" y="49"/>
                        <a:pt x="52" y="49"/>
                      </a:cubicBezTo>
                      <a:cubicBezTo>
                        <a:pt x="52" y="49"/>
                        <a:pt x="52" y="49"/>
                        <a:pt x="52" y="49"/>
                      </a:cubicBezTo>
                      <a:cubicBezTo>
                        <a:pt x="52" y="49"/>
                        <a:pt x="52" y="49"/>
                        <a:pt x="52" y="49"/>
                      </a:cubicBezTo>
                      <a:cubicBezTo>
                        <a:pt x="52" y="48"/>
                        <a:pt x="52" y="48"/>
                        <a:pt x="52" y="48"/>
                      </a:cubicBezTo>
                      <a:cubicBezTo>
                        <a:pt x="51" y="48"/>
                        <a:pt x="51" y="48"/>
                        <a:pt x="51" y="48"/>
                      </a:cubicBezTo>
                      <a:cubicBezTo>
                        <a:pt x="51" y="48"/>
                        <a:pt x="51" y="48"/>
                        <a:pt x="51" y="48"/>
                      </a:cubicBezTo>
                      <a:cubicBezTo>
                        <a:pt x="51" y="48"/>
                        <a:pt x="51" y="48"/>
                        <a:pt x="51" y="48"/>
                      </a:cubicBezTo>
                      <a:cubicBezTo>
                        <a:pt x="51" y="47"/>
                        <a:pt x="51" y="47"/>
                        <a:pt x="51" y="47"/>
                      </a:cubicBezTo>
                      <a:cubicBezTo>
                        <a:pt x="50" y="47"/>
                        <a:pt x="50" y="48"/>
                        <a:pt x="50" y="48"/>
                      </a:cubicBezTo>
                      <a:cubicBezTo>
                        <a:pt x="50" y="49"/>
                        <a:pt x="50" y="49"/>
                        <a:pt x="50" y="50"/>
                      </a:cubicBezTo>
                      <a:cubicBezTo>
                        <a:pt x="50" y="50"/>
                        <a:pt x="50" y="50"/>
                        <a:pt x="50" y="50"/>
                      </a:cubicBezTo>
                      <a:cubicBezTo>
                        <a:pt x="49" y="50"/>
                        <a:pt x="49" y="50"/>
                        <a:pt x="49" y="50"/>
                      </a:cubicBezTo>
                      <a:cubicBezTo>
                        <a:pt x="49" y="51"/>
                        <a:pt x="50" y="51"/>
                        <a:pt x="50" y="51"/>
                      </a:cubicBezTo>
                      <a:close/>
                      <a:moveTo>
                        <a:pt x="56" y="84"/>
                      </a:moveTo>
                      <a:cubicBezTo>
                        <a:pt x="56" y="84"/>
                        <a:pt x="57" y="84"/>
                        <a:pt x="57" y="84"/>
                      </a:cubicBezTo>
                      <a:cubicBezTo>
                        <a:pt x="57" y="84"/>
                        <a:pt x="57" y="84"/>
                        <a:pt x="57" y="84"/>
                      </a:cubicBezTo>
                      <a:cubicBezTo>
                        <a:pt x="57" y="84"/>
                        <a:pt x="57" y="83"/>
                        <a:pt x="57" y="83"/>
                      </a:cubicBezTo>
                      <a:cubicBezTo>
                        <a:pt x="57" y="83"/>
                        <a:pt x="56" y="83"/>
                        <a:pt x="56" y="83"/>
                      </a:cubicBezTo>
                      <a:cubicBezTo>
                        <a:pt x="56" y="83"/>
                        <a:pt x="56" y="83"/>
                        <a:pt x="56" y="83"/>
                      </a:cubicBezTo>
                      <a:cubicBezTo>
                        <a:pt x="56" y="84"/>
                        <a:pt x="56" y="84"/>
                        <a:pt x="56" y="84"/>
                      </a:cubicBezTo>
                      <a:close/>
                      <a:moveTo>
                        <a:pt x="48" y="49"/>
                      </a:moveTo>
                      <a:cubicBezTo>
                        <a:pt x="48" y="49"/>
                        <a:pt x="48" y="48"/>
                        <a:pt x="48" y="48"/>
                      </a:cubicBezTo>
                      <a:cubicBezTo>
                        <a:pt x="48" y="48"/>
                        <a:pt x="48" y="48"/>
                        <a:pt x="48" y="48"/>
                      </a:cubicBezTo>
                      <a:cubicBezTo>
                        <a:pt x="48" y="49"/>
                        <a:pt x="48" y="49"/>
                        <a:pt x="48" y="49"/>
                      </a:cubicBezTo>
                      <a:close/>
                      <a:moveTo>
                        <a:pt x="46" y="49"/>
                      </a:moveTo>
                      <a:cubicBezTo>
                        <a:pt x="47" y="49"/>
                        <a:pt x="47" y="49"/>
                        <a:pt x="47" y="48"/>
                      </a:cubicBezTo>
                      <a:cubicBezTo>
                        <a:pt x="47" y="48"/>
                        <a:pt x="46" y="48"/>
                        <a:pt x="46" y="49"/>
                      </a:cubicBezTo>
                      <a:cubicBezTo>
                        <a:pt x="46" y="49"/>
                        <a:pt x="46" y="49"/>
                        <a:pt x="46" y="49"/>
                      </a:cubicBezTo>
                      <a:close/>
                      <a:moveTo>
                        <a:pt x="41" y="45"/>
                      </a:moveTo>
                      <a:cubicBezTo>
                        <a:pt x="41" y="45"/>
                        <a:pt x="41" y="45"/>
                        <a:pt x="41" y="45"/>
                      </a:cubicBezTo>
                      <a:cubicBezTo>
                        <a:pt x="41" y="45"/>
                        <a:pt x="41" y="45"/>
                        <a:pt x="41" y="45"/>
                      </a:cubicBezTo>
                      <a:cubicBezTo>
                        <a:pt x="41" y="45"/>
                        <a:pt x="41" y="45"/>
                        <a:pt x="41" y="45"/>
                      </a:cubicBezTo>
                      <a:cubicBezTo>
                        <a:pt x="41" y="45"/>
                        <a:pt x="41" y="45"/>
                        <a:pt x="41" y="45"/>
                      </a:cubicBezTo>
                      <a:close/>
                      <a:moveTo>
                        <a:pt x="41" y="45"/>
                      </a:moveTo>
                      <a:cubicBezTo>
                        <a:pt x="41" y="45"/>
                        <a:pt x="41" y="45"/>
                        <a:pt x="41" y="45"/>
                      </a:cubicBezTo>
                      <a:cubicBezTo>
                        <a:pt x="41" y="45"/>
                        <a:pt x="41" y="45"/>
                        <a:pt x="41" y="45"/>
                      </a:cubicBezTo>
                      <a:cubicBezTo>
                        <a:pt x="41" y="45"/>
                        <a:pt x="41" y="45"/>
                        <a:pt x="41" y="45"/>
                      </a:cubicBezTo>
                      <a:cubicBezTo>
                        <a:pt x="41" y="45"/>
                        <a:pt x="41" y="45"/>
                        <a:pt x="41" y="45"/>
                      </a:cubicBezTo>
                      <a:close/>
                      <a:moveTo>
                        <a:pt x="28" y="13"/>
                      </a:moveTo>
                      <a:cubicBezTo>
                        <a:pt x="28" y="13"/>
                        <a:pt x="28" y="13"/>
                        <a:pt x="29" y="13"/>
                      </a:cubicBezTo>
                      <a:cubicBezTo>
                        <a:pt x="29" y="13"/>
                        <a:pt x="29" y="13"/>
                        <a:pt x="29" y="13"/>
                      </a:cubicBezTo>
                      <a:cubicBezTo>
                        <a:pt x="29" y="13"/>
                        <a:pt x="29" y="13"/>
                        <a:pt x="29" y="13"/>
                      </a:cubicBezTo>
                      <a:cubicBezTo>
                        <a:pt x="28" y="13"/>
                        <a:pt x="28" y="13"/>
                        <a:pt x="28" y="13"/>
                      </a:cubicBezTo>
                      <a:cubicBezTo>
                        <a:pt x="28" y="13"/>
                        <a:pt x="28" y="13"/>
                        <a:pt x="28" y="13"/>
                      </a:cubicBezTo>
                      <a:cubicBezTo>
                        <a:pt x="28" y="13"/>
                        <a:pt x="28" y="13"/>
                        <a:pt x="28" y="13"/>
                      </a:cubicBezTo>
                      <a:close/>
                      <a:moveTo>
                        <a:pt x="32" y="13"/>
                      </a:moveTo>
                      <a:cubicBezTo>
                        <a:pt x="32" y="13"/>
                        <a:pt x="32" y="13"/>
                        <a:pt x="32" y="13"/>
                      </a:cubicBezTo>
                      <a:cubicBezTo>
                        <a:pt x="32" y="13"/>
                        <a:pt x="32" y="13"/>
                        <a:pt x="32" y="13"/>
                      </a:cubicBezTo>
                      <a:cubicBezTo>
                        <a:pt x="32" y="12"/>
                        <a:pt x="33" y="12"/>
                        <a:pt x="32" y="12"/>
                      </a:cubicBezTo>
                      <a:cubicBezTo>
                        <a:pt x="32" y="12"/>
                        <a:pt x="32" y="12"/>
                        <a:pt x="32" y="12"/>
                      </a:cubicBezTo>
                      <a:cubicBezTo>
                        <a:pt x="32" y="12"/>
                        <a:pt x="31" y="13"/>
                        <a:pt x="32" y="13"/>
                      </a:cubicBezTo>
                      <a:cubicBezTo>
                        <a:pt x="32" y="13"/>
                        <a:pt x="32" y="13"/>
                        <a:pt x="32" y="13"/>
                      </a:cubicBezTo>
                      <a:cubicBezTo>
                        <a:pt x="31" y="13"/>
                        <a:pt x="31" y="13"/>
                        <a:pt x="31" y="13"/>
                      </a:cubicBezTo>
                      <a:cubicBezTo>
                        <a:pt x="31" y="13"/>
                        <a:pt x="31" y="13"/>
                        <a:pt x="32" y="13"/>
                      </a:cubicBezTo>
                      <a:close/>
                      <a:moveTo>
                        <a:pt x="28" y="10"/>
                      </a:moveTo>
                      <a:cubicBezTo>
                        <a:pt x="28" y="10"/>
                        <a:pt x="28" y="10"/>
                        <a:pt x="29" y="10"/>
                      </a:cubicBezTo>
                      <a:cubicBezTo>
                        <a:pt x="29" y="10"/>
                        <a:pt x="29" y="10"/>
                        <a:pt x="29" y="10"/>
                      </a:cubicBezTo>
                      <a:cubicBezTo>
                        <a:pt x="29" y="10"/>
                        <a:pt x="29" y="10"/>
                        <a:pt x="29" y="10"/>
                      </a:cubicBezTo>
                      <a:cubicBezTo>
                        <a:pt x="29" y="10"/>
                        <a:pt x="29" y="10"/>
                        <a:pt x="29" y="10"/>
                      </a:cubicBezTo>
                      <a:cubicBezTo>
                        <a:pt x="29" y="10"/>
                        <a:pt x="29" y="10"/>
                        <a:pt x="29" y="9"/>
                      </a:cubicBezTo>
                      <a:cubicBezTo>
                        <a:pt x="29" y="9"/>
                        <a:pt x="29" y="9"/>
                        <a:pt x="29" y="9"/>
                      </a:cubicBezTo>
                      <a:cubicBezTo>
                        <a:pt x="29" y="9"/>
                        <a:pt x="29" y="9"/>
                        <a:pt x="28" y="9"/>
                      </a:cubicBezTo>
                      <a:cubicBezTo>
                        <a:pt x="28" y="9"/>
                        <a:pt x="28" y="10"/>
                        <a:pt x="28" y="10"/>
                      </a:cubicBezTo>
                      <a:cubicBezTo>
                        <a:pt x="28" y="10"/>
                        <a:pt x="28" y="10"/>
                        <a:pt x="28" y="10"/>
                      </a:cubicBezTo>
                      <a:close/>
                      <a:moveTo>
                        <a:pt x="27" y="12"/>
                      </a:moveTo>
                      <a:cubicBezTo>
                        <a:pt x="27" y="12"/>
                        <a:pt x="27" y="12"/>
                        <a:pt x="27" y="11"/>
                      </a:cubicBezTo>
                      <a:cubicBezTo>
                        <a:pt x="27" y="11"/>
                        <a:pt x="27" y="11"/>
                        <a:pt x="27" y="11"/>
                      </a:cubicBezTo>
                      <a:cubicBezTo>
                        <a:pt x="27" y="12"/>
                        <a:pt x="27" y="12"/>
                        <a:pt x="27" y="12"/>
                      </a:cubicBezTo>
                      <a:close/>
                      <a:moveTo>
                        <a:pt x="50" y="80"/>
                      </a:moveTo>
                      <a:cubicBezTo>
                        <a:pt x="50" y="80"/>
                        <a:pt x="50" y="81"/>
                        <a:pt x="50" y="81"/>
                      </a:cubicBezTo>
                      <a:cubicBezTo>
                        <a:pt x="50" y="81"/>
                        <a:pt x="50" y="81"/>
                        <a:pt x="50" y="81"/>
                      </a:cubicBezTo>
                      <a:cubicBezTo>
                        <a:pt x="50" y="81"/>
                        <a:pt x="50" y="81"/>
                        <a:pt x="50" y="81"/>
                      </a:cubicBezTo>
                      <a:cubicBezTo>
                        <a:pt x="50" y="81"/>
                        <a:pt x="51" y="81"/>
                        <a:pt x="51" y="81"/>
                      </a:cubicBezTo>
                      <a:cubicBezTo>
                        <a:pt x="51" y="81"/>
                        <a:pt x="51" y="81"/>
                        <a:pt x="51" y="81"/>
                      </a:cubicBezTo>
                      <a:cubicBezTo>
                        <a:pt x="51" y="81"/>
                        <a:pt x="52" y="81"/>
                        <a:pt x="52" y="81"/>
                      </a:cubicBezTo>
                      <a:cubicBezTo>
                        <a:pt x="52" y="81"/>
                        <a:pt x="53" y="81"/>
                        <a:pt x="54" y="80"/>
                      </a:cubicBezTo>
                      <a:cubicBezTo>
                        <a:pt x="54" y="80"/>
                        <a:pt x="54" y="80"/>
                        <a:pt x="54" y="80"/>
                      </a:cubicBezTo>
                      <a:cubicBezTo>
                        <a:pt x="54" y="80"/>
                        <a:pt x="55" y="80"/>
                        <a:pt x="55" y="79"/>
                      </a:cubicBezTo>
                      <a:cubicBezTo>
                        <a:pt x="55" y="79"/>
                        <a:pt x="55" y="79"/>
                        <a:pt x="55" y="79"/>
                      </a:cubicBezTo>
                      <a:cubicBezTo>
                        <a:pt x="55" y="79"/>
                        <a:pt x="55" y="79"/>
                        <a:pt x="55" y="80"/>
                      </a:cubicBezTo>
                      <a:cubicBezTo>
                        <a:pt x="55" y="80"/>
                        <a:pt x="55" y="80"/>
                        <a:pt x="55" y="80"/>
                      </a:cubicBezTo>
                      <a:cubicBezTo>
                        <a:pt x="55" y="79"/>
                        <a:pt x="55" y="79"/>
                        <a:pt x="55" y="79"/>
                      </a:cubicBezTo>
                      <a:cubicBezTo>
                        <a:pt x="56" y="79"/>
                        <a:pt x="56" y="79"/>
                        <a:pt x="55" y="79"/>
                      </a:cubicBezTo>
                      <a:cubicBezTo>
                        <a:pt x="55" y="79"/>
                        <a:pt x="55" y="79"/>
                        <a:pt x="55" y="79"/>
                      </a:cubicBezTo>
                      <a:cubicBezTo>
                        <a:pt x="55" y="79"/>
                        <a:pt x="55" y="79"/>
                        <a:pt x="55" y="78"/>
                      </a:cubicBezTo>
                      <a:cubicBezTo>
                        <a:pt x="55" y="78"/>
                        <a:pt x="55" y="78"/>
                        <a:pt x="55" y="78"/>
                      </a:cubicBezTo>
                      <a:cubicBezTo>
                        <a:pt x="55" y="78"/>
                        <a:pt x="55" y="78"/>
                        <a:pt x="55" y="77"/>
                      </a:cubicBezTo>
                      <a:cubicBezTo>
                        <a:pt x="55" y="77"/>
                        <a:pt x="55" y="77"/>
                        <a:pt x="54" y="77"/>
                      </a:cubicBezTo>
                      <a:cubicBezTo>
                        <a:pt x="54" y="77"/>
                        <a:pt x="54" y="77"/>
                        <a:pt x="54" y="77"/>
                      </a:cubicBezTo>
                      <a:cubicBezTo>
                        <a:pt x="54" y="77"/>
                        <a:pt x="54" y="76"/>
                        <a:pt x="53" y="77"/>
                      </a:cubicBezTo>
                      <a:cubicBezTo>
                        <a:pt x="53" y="76"/>
                        <a:pt x="52" y="76"/>
                        <a:pt x="52" y="77"/>
                      </a:cubicBezTo>
                      <a:cubicBezTo>
                        <a:pt x="52" y="77"/>
                        <a:pt x="52" y="77"/>
                        <a:pt x="52" y="77"/>
                      </a:cubicBezTo>
                      <a:cubicBezTo>
                        <a:pt x="51" y="77"/>
                        <a:pt x="51" y="77"/>
                        <a:pt x="51" y="77"/>
                      </a:cubicBezTo>
                      <a:cubicBezTo>
                        <a:pt x="51" y="77"/>
                        <a:pt x="51" y="77"/>
                        <a:pt x="51" y="77"/>
                      </a:cubicBezTo>
                      <a:cubicBezTo>
                        <a:pt x="51" y="78"/>
                        <a:pt x="51" y="78"/>
                        <a:pt x="51" y="78"/>
                      </a:cubicBezTo>
                      <a:cubicBezTo>
                        <a:pt x="51" y="78"/>
                        <a:pt x="51" y="78"/>
                        <a:pt x="51" y="78"/>
                      </a:cubicBezTo>
                      <a:cubicBezTo>
                        <a:pt x="50" y="78"/>
                        <a:pt x="50" y="79"/>
                        <a:pt x="49" y="79"/>
                      </a:cubicBezTo>
                      <a:cubicBezTo>
                        <a:pt x="49" y="79"/>
                        <a:pt x="49" y="80"/>
                        <a:pt x="49" y="80"/>
                      </a:cubicBezTo>
                      <a:cubicBezTo>
                        <a:pt x="50" y="80"/>
                        <a:pt x="50" y="80"/>
                        <a:pt x="50" y="80"/>
                      </a:cubicBezTo>
                      <a:cubicBezTo>
                        <a:pt x="50" y="80"/>
                        <a:pt x="50" y="80"/>
                        <a:pt x="50" y="80"/>
                      </a:cubicBezTo>
                      <a:cubicBezTo>
                        <a:pt x="50" y="80"/>
                        <a:pt x="50" y="80"/>
                        <a:pt x="50" y="80"/>
                      </a:cubicBezTo>
                      <a:cubicBezTo>
                        <a:pt x="50" y="80"/>
                        <a:pt x="50" y="80"/>
                        <a:pt x="50" y="80"/>
                      </a:cubicBezTo>
                      <a:close/>
                      <a:moveTo>
                        <a:pt x="49" y="81"/>
                      </a:moveTo>
                      <a:cubicBezTo>
                        <a:pt x="50" y="81"/>
                        <a:pt x="50" y="81"/>
                        <a:pt x="50" y="81"/>
                      </a:cubicBezTo>
                      <a:cubicBezTo>
                        <a:pt x="50" y="81"/>
                        <a:pt x="50" y="81"/>
                        <a:pt x="50" y="81"/>
                      </a:cubicBezTo>
                      <a:cubicBezTo>
                        <a:pt x="50" y="81"/>
                        <a:pt x="50" y="81"/>
                        <a:pt x="50" y="80"/>
                      </a:cubicBezTo>
                      <a:cubicBezTo>
                        <a:pt x="50" y="81"/>
                        <a:pt x="49" y="81"/>
                        <a:pt x="49" y="81"/>
                      </a:cubicBezTo>
                      <a:cubicBezTo>
                        <a:pt x="49" y="81"/>
                        <a:pt x="49" y="81"/>
                        <a:pt x="49" y="81"/>
                      </a:cubicBezTo>
                      <a:cubicBezTo>
                        <a:pt x="49" y="81"/>
                        <a:pt x="49" y="81"/>
                        <a:pt x="49" y="81"/>
                      </a:cubicBezTo>
                      <a:close/>
                      <a:moveTo>
                        <a:pt x="55" y="77"/>
                      </a:moveTo>
                      <a:cubicBezTo>
                        <a:pt x="55" y="77"/>
                        <a:pt x="55" y="77"/>
                        <a:pt x="55" y="77"/>
                      </a:cubicBezTo>
                      <a:cubicBezTo>
                        <a:pt x="55" y="77"/>
                        <a:pt x="55" y="77"/>
                        <a:pt x="55" y="77"/>
                      </a:cubicBezTo>
                      <a:cubicBezTo>
                        <a:pt x="55" y="76"/>
                        <a:pt x="55" y="77"/>
                        <a:pt x="55" y="77"/>
                      </a:cubicBezTo>
                      <a:cubicBezTo>
                        <a:pt x="55" y="77"/>
                        <a:pt x="55" y="77"/>
                        <a:pt x="55" y="77"/>
                      </a:cubicBezTo>
                      <a:close/>
                      <a:moveTo>
                        <a:pt x="53" y="76"/>
                      </a:moveTo>
                      <a:cubicBezTo>
                        <a:pt x="53" y="76"/>
                        <a:pt x="53" y="76"/>
                        <a:pt x="53" y="76"/>
                      </a:cubicBezTo>
                      <a:cubicBezTo>
                        <a:pt x="53" y="76"/>
                        <a:pt x="53" y="76"/>
                        <a:pt x="53" y="76"/>
                      </a:cubicBezTo>
                      <a:cubicBezTo>
                        <a:pt x="53" y="76"/>
                        <a:pt x="53" y="76"/>
                        <a:pt x="52" y="76"/>
                      </a:cubicBezTo>
                      <a:cubicBezTo>
                        <a:pt x="52" y="76"/>
                        <a:pt x="52" y="76"/>
                        <a:pt x="52" y="76"/>
                      </a:cubicBezTo>
                      <a:cubicBezTo>
                        <a:pt x="52" y="76"/>
                        <a:pt x="52" y="76"/>
                        <a:pt x="53" y="76"/>
                      </a:cubicBezTo>
                      <a:close/>
                      <a:moveTo>
                        <a:pt x="53" y="65"/>
                      </a:moveTo>
                      <a:cubicBezTo>
                        <a:pt x="53" y="65"/>
                        <a:pt x="53" y="65"/>
                        <a:pt x="53" y="65"/>
                      </a:cubicBezTo>
                      <a:cubicBezTo>
                        <a:pt x="53" y="65"/>
                        <a:pt x="53" y="66"/>
                        <a:pt x="53" y="66"/>
                      </a:cubicBezTo>
                      <a:cubicBezTo>
                        <a:pt x="53" y="66"/>
                        <a:pt x="53" y="66"/>
                        <a:pt x="53" y="66"/>
                      </a:cubicBezTo>
                      <a:cubicBezTo>
                        <a:pt x="53" y="66"/>
                        <a:pt x="53" y="66"/>
                        <a:pt x="53" y="66"/>
                      </a:cubicBezTo>
                      <a:cubicBezTo>
                        <a:pt x="53" y="66"/>
                        <a:pt x="53" y="66"/>
                        <a:pt x="53" y="66"/>
                      </a:cubicBezTo>
                      <a:cubicBezTo>
                        <a:pt x="53" y="66"/>
                        <a:pt x="54" y="66"/>
                        <a:pt x="54" y="66"/>
                      </a:cubicBezTo>
                      <a:cubicBezTo>
                        <a:pt x="54" y="67"/>
                        <a:pt x="54" y="67"/>
                        <a:pt x="54" y="67"/>
                      </a:cubicBezTo>
                      <a:cubicBezTo>
                        <a:pt x="54" y="67"/>
                        <a:pt x="54" y="67"/>
                        <a:pt x="54" y="67"/>
                      </a:cubicBezTo>
                      <a:cubicBezTo>
                        <a:pt x="54" y="67"/>
                        <a:pt x="55" y="67"/>
                        <a:pt x="55" y="66"/>
                      </a:cubicBezTo>
                      <a:cubicBezTo>
                        <a:pt x="55" y="66"/>
                        <a:pt x="55" y="66"/>
                        <a:pt x="55" y="66"/>
                      </a:cubicBezTo>
                      <a:cubicBezTo>
                        <a:pt x="55" y="66"/>
                        <a:pt x="55" y="66"/>
                        <a:pt x="54" y="66"/>
                      </a:cubicBezTo>
                      <a:cubicBezTo>
                        <a:pt x="54" y="66"/>
                        <a:pt x="54" y="66"/>
                        <a:pt x="54" y="65"/>
                      </a:cubicBezTo>
                      <a:cubicBezTo>
                        <a:pt x="54" y="65"/>
                        <a:pt x="53" y="65"/>
                        <a:pt x="53" y="65"/>
                      </a:cubicBezTo>
                      <a:close/>
                      <a:moveTo>
                        <a:pt x="52" y="64"/>
                      </a:moveTo>
                      <a:cubicBezTo>
                        <a:pt x="52" y="64"/>
                        <a:pt x="52" y="64"/>
                        <a:pt x="52" y="64"/>
                      </a:cubicBezTo>
                      <a:cubicBezTo>
                        <a:pt x="52" y="64"/>
                        <a:pt x="52" y="64"/>
                        <a:pt x="52" y="64"/>
                      </a:cubicBezTo>
                      <a:cubicBezTo>
                        <a:pt x="53" y="64"/>
                        <a:pt x="53" y="64"/>
                        <a:pt x="53" y="64"/>
                      </a:cubicBezTo>
                      <a:cubicBezTo>
                        <a:pt x="53" y="64"/>
                        <a:pt x="53" y="64"/>
                        <a:pt x="52" y="64"/>
                      </a:cubicBezTo>
                      <a:close/>
                      <a:moveTo>
                        <a:pt x="28" y="53"/>
                      </a:moveTo>
                      <a:cubicBezTo>
                        <a:pt x="28" y="53"/>
                        <a:pt x="28" y="53"/>
                        <a:pt x="28" y="52"/>
                      </a:cubicBezTo>
                      <a:cubicBezTo>
                        <a:pt x="28" y="52"/>
                        <a:pt x="28" y="52"/>
                        <a:pt x="28" y="52"/>
                      </a:cubicBezTo>
                      <a:cubicBezTo>
                        <a:pt x="28" y="53"/>
                        <a:pt x="28" y="53"/>
                        <a:pt x="28" y="53"/>
                      </a:cubicBezTo>
                      <a:close/>
                      <a:moveTo>
                        <a:pt x="27" y="52"/>
                      </a:moveTo>
                      <a:cubicBezTo>
                        <a:pt x="27" y="52"/>
                        <a:pt x="27" y="52"/>
                        <a:pt x="27" y="52"/>
                      </a:cubicBezTo>
                      <a:cubicBezTo>
                        <a:pt x="27" y="52"/>
                        <a:pt x="27" y="52"/>
                        <a:pt x="27" y="52"/>
                      </a:cubicBezTo>
                      <a:cubicBezTo>
                        <a:pt x="27" y="52"/>
                        <a:pt x="26" y="52"/>
                        <a:pt x="26" y="52"/>
                      </a:cubicBezTo>
                      <a:cubicBezTo>
                        <a:pt x="26" y="52"/>
                        <a:pt x="26" y="52"/>
                        <a:pt x="26" y="52"/>
                      </a:cubicBezTo>
                      <a:cubicBezTo>
                        <a:pt x="27" y="52"/>
                        <a:pt x="27" y="52"/>
                        <a:pt x="27" y="52"/>
                      </a:cubicBezTo>
                      <a:close/>
                      <a:moveTo>
                        <a:pt x="32" y="1"/>
                      </a:move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2" y="0"/>
                        <a:pt x="32" y="0"/>
                      </a:cubicBezTo>
                      <a:cubicBezTo>
                        <a:pt x="32" y="0"/>
                        <a:pt x="32" y="0"/>
                        <a:pt x="32" y="0"/>
                      </a:cubicBezTo>
                      <a:cubicBezTo>
                        <a:pt x="32" y="0"/>
                        <a:pt x="32" y="0"/>
                        <a:pt x="32" y="0"/>
                      </a:cubicBezTo>
                      <a:cubicBezTo>
                        <a:pt x="32" y="0"/>
                        <a:pt x="32" y="0"/>
                        <a:pt x="32" y="0"/>
                      </a:cubicBezTo>
                      <a:cubicBezTo>
                        <a:pt x="32" y="0"/>
                        <a:pt x="32" y="0"/>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lose/>
                      <a:moveTo>
                        <a:pt x="33" y="6"/>
                      </a:moveTo>
                      <a:cubicBezTo>
                        <a:pt x="33" y="6"/>
                        <a:pt x="33" y="6"/>
                        <a:pt x="33" y="6"/>
                      </a:cubicBezTo>
                      <a:cubicBezTo>
                        <a:pt x="33" y="6"/>
                        <a:pt x="33" y="6"/>
                        <a:pt x="33" y="6"/>
                      </a:cubicBezTo>
                      <a:cubicBezTo>
                        <a:pt x="33" y="5"/>
                        <a:pt x="33" y="5"/>
                        <a:pt x="33" y="5"/>
                      </a:cubicBezTo>
                      <a:cubicBezTo>
                        <a:pt x="33" y="5"/>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7"/>
                      </a:cubicBezTo>
                      <a:cubicBezTo>
                        <a:pt x="33" y="7"/>
                        <a:pt x="33" y="7"/>
                        <a:pt x="33" y="7"/>
                      </a:cubicBezTo>
                      <a:cubicBezTo>
                        <a:pt x="33" y="7"/>
                        <a:pt x="33" y="7"/>
                        <a:pt x="33" y="7"/>
                      </a:cubicBezTo>
                      <a:cubicBezTo>
                        <a:pt x="33" y="7"/>
                        <a:pt x="33" y="7"/>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lose/>
                      <a:moveTo>
                        <a:pt x="34" y="5"/>
                      </a:move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5" y="4"/>
                        <a:pt x="34" y="4"/>
                      </a:cubicBezTo>
                      <a:cubicBezTo>
                        <a:pt x="34"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lose/>
                      <a:moveTo>
                        <a:pt x="33" y="6"/>
                      </a:move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2" y="6"/>
                        <a:pt x="33" y="6"/>
                        <a:pt x="32" y="6"/>
                      </a:cubicBezTo>
                      <a:cubicBezTo>
                        <a:pt x="32" y="6"/>
                        <a:pt x="32" y="6"/>
                        <a:pt x="32" y="6"/>
                      </a:cubicBezTo>
                      <a:cubicBezTo>
                        <a:pt x="32" y="6"/>
                        <a:pt x="32" y="6"/>
                        <a:pt x="33" y="6"/>
                      </a:cubicBezTo>
                      <a:close/>
                      <a:moveTo>
                        <a:pt x="34" y="1"/>
                      </a:move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lose/>
                      <a:moveTo>
                        <a:pt x="35" y="103"/>
                      </a:moveTo>
                      <a:cubicBezTo>
                        <a:pt x="35" y="103"/>
                        <a:pt x="35" y="104"/>
                        <a:pt x="35" y="104"/>
                      </a:cubicBezTo>
                      <a:cubicBezTo>
                        <a:pt x="35" y="104"/>
                        <a:pt x="35" y="104"/>
                        <a:pt x="35" y="104"/>
                      </a:cubicBezTo>
                      <a:cubicBezTo>
                        <a:pt x="35" y="104"/>
                        <a:pt x="35" y="104"/>
                        <a:pt x="35" y="104"/>
                      </a:cubicBezTo>
                      <a:cubicBezTo>
                        <a:pt x="35" y="104"/>
                        <a:pt x="35" y="104"/>
                        <a:pt x="35" y="103"/>
                      </a:cubicBezTo>
                      <a:close/>
                      <a:moveTo>
                        <a:pt x="40" y="103"/>
                      </a:moveTo>
                      <a:cubicBezTo>
                        <a:pt x="40" y="103"/>
                        <a:pt x="39" y="103"/>
                        <a:pt x="39" y="103"/>
                      </a:cubicBezTo>
                      <a:cubicBezTo>
                        <a:pt x="39" y="103"/>
                        <a:pt x="39" y="103"/>
                        <a:pt x="39" y="103"/>
                      </a:cubicBezTo>
                      <a:cubicBezTo>
                        <a:pt x="38" y="103"/>
                        <a:pt x="38" y="103"/>
                        <a:pt x="38" y="103"/>
                      </a:cubicBezTo>
                      <a:cubicBezTo>
                        <a:pt x="37" y="103"/>
                        <a:pt x="37" y="103"/>
                        <a:pt x="37" y="103"/>
                      </a:cubicBezTo>
                      <a:cubicBezTo>
                        <a:pt x="37" y="103"/>
                        <a:pt x="37" y="103"/>
                        <a:pt x="37" y="103"/>
                      </a:cubicBezTo>
                      <a:cubicBezTo>
                        <a:pt x="36" y="103"/>
                        <a:pt x="36" y="104"/>
                        <a:pt x="36" y="104"/>
                      </a:cubicBezTo>
                      <a:cubicBezTo>
                        <a:pt x="36" y="104"/>
                        <a:pt x="36" y="104"/>
                        <a:pt x="36" y="104"/>
                      </a:cubicBezTo>
                      <a:cubicBezTo>
                        <a:pt x="37" y="104"/>
                        <a:pt x="37" y="104"/>
                        <a:pt x="37" y="104"/>
                      </a:cubicBezTo>
                      <a:cubicBezTo>
                        <a:pt x="37" y="105"/>
                        <a:pt x="37" y="105"/>
                        <a:pt x="38" y="105"/>
                      </a:cubicBezTo>
                      <a:cubicBezTo>
                        <a:pt x="38" y="105"/>
                        <a:pt x="39" y="105"/>
                        <a:pt x="39" y="105"/>
                      </a:cubicBezTo>
                      <a:cubicBezTo>
                        <a:pt x="39" y="105"/>
                        <a:pt x="39" y="105"/>
                        <a:pt x="39" y="104"/>
                      </a:cubicBezTo>
                      <a:cubicBezTo>
                        <a:pt x="39" y="104"/>
                        <a:pt x="39" y="104"/>
                        <a:pt x="40" y="104"/>
                      </a:cubicBezTo>
                      <a:cubicBezTo>
                        <a:pt x="40" y="104"/>
                        <a:pt x="40" y="104"/>
                        <a:pt x="40" y="104"/>
                      </a:cubicBezTo>
                      <a:cubicBezTo>
                        <a:pt x="40" y="103"/>
                        <a:pt x="40" y="103"/>
                        <a:pt x="40" y="103"/>
                      </a:cubicBezTo>
                      <a:close/>
                      <a:moveTo>
                        <a:pt x="31" y="65"/>
                      </a:moveTo>
                      <a:cubicBezTo>
                        <a:pt x="31" y="65"/>
                        <a:pt x="32" y="65"/>
                        <a:pt x="32" y="65"/>
                      </a:cubicBezTo>
                      <a:cubicBezTo>
                        <a:pt x="32" y="65"/>
                        <a:pt x="32" y="65"/>
                        <a:pt x="32" y="65"/>
                      </a:cubicBezTo>
                      <a:cubicBezTo>
                        <a:pt x="32" y="65"/>
                        <a:pt x="32" y="65"/>
                        <a:pt x="31" y="65"/>
                      </a:cubicBezTo>
                      <a:close/>
                      <a:moveTo>
                        <a:pt x="36" y="75"/>
                      </a:moveTo>
                      <a:cubicBezTo>
                        <a:pt x="36" y="74"/>
                        <a:pt x="36" y="74"/>
                        <a:pt x="36" y="74"/>
                      </a:cubicBezTo>
                      <a:cubicBezTo>
                        <a:pt x="36" y="74"/>
                        <a:pt x="36" y="74"/>
                        <a:pt x="36" y="73"/>
                      </a:cubicBezTo>
                      <a:cubicBezTo>
                        <a:pt x="36" y="73"/>
                        <a:pt x="35" y="73"/>
                        <a:pt x="35" y="73"/>
                      </a:cubicBezTo>
                      <a:cubicBezTo>
                        <a:pt x="35" y="73"/>
                        <a:pt x="36" y="73"/>
                        <a:pt x="36" y="73"/>
                      </a:cubicBezTo>
                      <a:cubicBezTo>
                        <a:pt x="35" y="72"/>
                        <a:pt x="36" y="72"/>
                        <a:pt x="36" y="72"/>
                      </a:cubicBezTo>
                      <a:cubicBezTo>
                        <a:pt x="36" y="72"/>
                        <a:pt x="36" y="72"/>
                        <a:pt x="36" y="71"/>
                      </a:cubicBezTo>
                      <a:cubicBezTo>
                        <a:pt x="36" y="71"/>
                        <a:pt x="36" y="71"/>
                        <a:pt x="36" y="71"/>
                      </a:cubicBezTo>
                      <a:cubicBezTo>
                        <a:pt x="36" y="71"/>
                        <a:pt x="36" y="71"/>
                        <a:pt x="36" y="71"/>
                      </a:cubicBezTo>
                      <a:cubicBezTo>
                        <a:pt x="36" y="71"/>
                        <a:pt x="36" y="71"/>
                        <a:pt x="36" y="70"/>
                      </a:cubicBezTo>
                      <a:cubicBezTo>
                        <a:pt x="36" y="70"/>
                        <a:pt x="36" y="70"/>
                        <a:pt x="36" y="70"/>
                      </a:cubicBezTo>
                      <a:cubicBezTo>
                        <a:pt x="36" y="69"/>
                        <a:pt x="36" y="69"/>
                        <a:pt x="36" y="69"/>
                      </a:cubicBezTo>
                      <a:cubicBezTo>
                        <a:pt x="36" y="69"/>
                        <a:pt x="36" y="69"/>
                        <a:pt x="36" y="69"/>
                      </a:cubicBezTo>
                      <a:cubicBezTo>
                        <a:pt x="36" y="69"/>
                        <a:pt x="36" y="69"/>
                        <a:pt x="36" y="68"/>
                      </a:cubicBezTo>
                      <a:cubicBezTo>
                        <a:pt x="36" y="68"/>
                        <a:pt x="36" y="68"/>
                        <a:pt x="36" y="68"/>
                      </a:cubicBezTo>
                      <a:cubicBezTo>
                        <a:pt x="36" y="68"/>
                        <a:pt x="36" y="68"/>
                        <a:pt x="36" y="68"/>
                      </a:cubicBezTo>
                      <a:cubicBezTo>
                        <a:pt x="36" y="67"/>
                        <a:pt x="36" y="67"/>
                        <a:pt x="36" y="67"/>
                      </a:cubicBezTo>
                      <a:cubicBezTo>
                        <a:pt x="36" y="67"/>
                        <a:pt x="36" y="66"/>
                        <a:pt x="36" y="66"/>
                      </a:cubicBezTo>
                      <a:cubicBezTo>
                        <a:pt x="36" y="66"/>
                        <a:pt x="36" y="66"/>
                        <a:pt x="36" y="66"/>
                      </a:cubicBezTo>
                      <a:cubicBezTo>
                        <a:pt x="36" y="66"/>
                        <a:pt x="36" y="66"/>
                        <a:pt x="36" y="66"/>
                      </a:cubicBezTo>
                      <a:cubicBezTo>
                        <a:pt x="35" y="66"/>
                        <a:pt x="35" y="65"/>
                        <a:pt x="35" y="66"/>
                      </a:cubicBezTo>
                      <a:cubicBezTo>
                        <a:pt x="35" y="66"/>
                        <a:pt x="35" y="66"/>
                        <a:pt x="35" y="66"/>
                      </a:cubicBezTo>
                      <a:cubicBezTo>
                        <a:pt x="35" y="66"/>
                        <a:pt x="34" y="66"/>
                        <a:pt x="35" y="65"/>
                      </a:cubicBezTo>
                      <a:cubicBezTo>
                        <a:pt x="34" y="65"/>
                        <a:pt x="35" y="65"/>
                        <a:pt x="35" y="65"/>
                      </a:cubicBezTo>
                      <a:cubicBezTo>
                        <a:pt x="34" y="65"/>
                        <a:pt x="34" y="64"/>
                        <a:pt x="34" y="64"/>
                      </a:cubicBezTo>
                      <a:cubicBezTo>
                        <a:pt x="34" y="64"/>
                        <a:pt x="35" y="64"/>
                        <a:pt x="35" y="64"/>
                      </a:cubicBezTo>
                      <a:cubicBezTo>
                        <a:pt x="35" y="64"/>
                        <a:pt x="35" y="64"/>
                        <a:pt x="35" y="64"/>
                      </a:cubicBezTo>
                      <a:cubicBezTo>
                        <a:pt x="35" y="64"/>
                        <a:pt x="35" y="64"/>
                        <a:pt x="35" y="64"/>
                      </a:cubicBezTo>
                      <a:cubicBezTo>
                        <a:pt x="35" y="64"/>
                        <a:pt x="35" y="64"/>
                        <a:pt x="35" y="64"/>
                      </a:cubicBezTo>
                      <a:cubicBezTo>
                        <a:pt x="35" y="64"/>
                        <a:pt x="35" y="64"/>
                        <a:pt x="36" y="64"/>
                      </a:cubicBezTo>
                      <a:cubicBezTo>
                        <a:pt x="36" y="64"/>
                        <a:pt x="36" y="64"/>
                        <a:pt x="36" y="64"/>
                      </a:cubicBezTo>
                      <a:cubicBezTo>
                        <a:pt x="36" y="64"/>
                        <a:pt x="36" y="65"/>
                        <a:pt x="36" y="65"/>
                      </a:cubicBezTo>
                      <a:cubicBezTo>
                        <a:pt x="36" y="65"/>
                        <a:pt x="36" y="65"/>
                        <a:pt x="36" y="65"/>
                      </a:cubicBezTo>
                      <a:cubicBezTo>
                        <a:pt x="36" y="65"/>
                        <a:pt x="37" y="65"/>
                        <a:pt x="37" y="65"/>
                      </a:cubicBezTo>
                      <a:cubicBezTo>
                        <a:pt x="37" y="65"/>
                        <a:pt x="37" y="65"/>
                        <a:pt x="37" y="65"/>
                      </a:cubicBezTo>
                      <a:cubicBezTo>
                        <a:pt x="37" y="65"/>
                        <a:pt x="37" y="65"/>
                        <a:pt x="38" y="65"/>
                      </a:cubicBezTo>
                      <a:cubicBezTo>
                        <a:pt x="38" y="65"/>
                        <a:pt x="38" y="65"/>
                        <a:pt x="38" y="65"/>
                      </a:cubicBezTo>
                      <a:cubicBezTo>
                        <a:pt x="38" y="65"/>
                        <a:pt x="38" y="66"/>
                        <a:pt x="38" y="66"/>
                      </a:cubicBezTo>
                      <a:cubicBezTo>
                        <a:pt x="38" y="66"/>
                        <a:pt x="38" y="66"/>
                        <a:pt x="38" y="66"/>
                      </a:cubicBezTo>
                      <a:cubicBezTo>
                        <a:pt x="39" y="66"/>
                        <a:pt x="39" y="66"/>
                        <a:pt x="39" y="66"/>
                      </a:cubicBezTo>
                      <a:cubicBezTo>
                        <a:pt x="39" y="66"/>
                        <a:pt x="39" y="67"/>
                        <a:pt x="39" y="67"/>
                      </a:cubicBezTo>
                      <a:cubicBezTo>
                        <a:pt x="39" y="67"/>
                        <a:pt x="39" y="67"/>
                        <a:pt x="39" y="67"/>
                      </a:cubicBezTo>
                      <a:cubicBezTo>
                        <a:pt x="39" y="67"/>
                        <a:pt x="40" y="67"/>
                        <a:pt x="40" y="67"/>
                      </a:cubicBezTo>
                      <a:cubicBezTo>
                        <a:pt x="40" y="67"/>
                        <a:pt x="40" y="67"/>
                        <a:pt x="40" y="67"/>
                      </a:cubicBezTo>
                      <a:cubicBezTo>
                        <a:pt x="40" y="67"/>
                        <a:pt x="40" y="67"/>
                        <a:pt x="40" y="67"/>
                      </a:cubicBezTo>
                      <a:cubicBezTo>
                        <a:pt x="40" y="67"/>
                        <a:pt x="41" y="67"/>
                        <a:pt x="41" y="67"/>
                      </a:cubicBezTo>
                      <a:cubicBezTo>
                        <a:pt x="41" y="67"/>
                        <a:pt x="41" y="66"/>
                        <a:pt x="41" y="66"/>
                      </a:cubicBezTo>
                      <a:cubicBezTo>
                        <a:pt x="41" y="66"/>
                        <a:pt x="41" y="66"/>
                        <a:pt x="41" y="66"/>
                      </a:cubicBezTo>
                      <a:cubicBezTo>
                        <a:pt x="41" y="66"/>
                        <a:pt x="42" y="66"/>
                        <a:pt x="42" y="66"/>
                      </a:cubicBezTo>
                      <a:cubicBezTo>
                        <a:pt x="42" y="67"/>
                        <a:pt x="42" y="67"/>
                        <a:pt x="42" y="67"/>
                      </a:cubicBezTo>
                      <a:cubicBezTo>
                        <a:pt x="42" y="67"/>
                        <a:pt x="42" y="67"/>
                        <a:pt x="42" y="67"/>
                      </a:cubicBezTo>
                      <a:cubicBezTo>
                        <a:pt x="42" y="67"/>
                        <a:pt x="42" y="67"/>
                        <a:pt x="42" y="67"/>
                      </a:cubicBezTo>
                      <a:cubicBezTo>
                        <a:pt x="43" y="67"/>
                        <a:pt x="43" y="67"/>
                        <a:pt x="44" y="67"/>
                      </a:cubicBezTo>
                      <a:cubicBezTo>
                        <a:pt x="44" y="67"/>
                        <a:pt x="44" y="67"/>
                        <a:pt x="44" y="67"/>
                      </a:cubicBezTo>
                      <a:cubicBezTo>
                        <a:pt x="44" y="66"/>
                        <a:pt x="44" y="66"/>
                        <a:pt x="44" y="66"/>
                      </a:cubicBezTo>
                      <a:cubicBezTo>
                        <a:pt x="44" y="67"/>
                        <a:pt x="44" y="67"/>
                        <a:pt x="44" y="68"/>
                      </a:cubicBezTo>
                      <a:cubicBezTo>
                        <a:pt x="44" y="68"/>
                        <a:pt x="44" y="68"/>
                        <a:pt x="44" y="69"/>
                      </a:cubicBezTo>
                      <a:cubicBezTo>
                        <a:pt x="44" y="69"/>
                        <a:pt x="44" y="69"/>
                        <a:pt x="44" y="69"/>
                      </a:cubicBezTo>
                      <a:cubicBezTo>
                        <a:pt x="44" y="69"/>
                        <a:pt x="44" y="69"/>
                        <a:pt x="44" y="69"/>
                      </a:cubicBezTo>
                      <a:cubicBezTo>
                        <a:pt x="44" y="70"/>
                        <a:pt x="44" y="69"/>
                        <a:pt x="44" y="70"/>
                      </a:cubicBezTo>
                      <a:cubicBezTo>
                        <a:pt x="44" y="70"/>
                        <a:pt x="43" y="70"/>
                        <a:pt x="43" y="70"/>
                      </a:cubicBezTo>
                      <a:cubicBezTo>
                        <a:pt x="43" y="70"/>
                        <a:pt x="43" y="70"/>
                        <a:pt x="43" y="70"/>
                      </a:cubicBezTo>
                      <a:cubicBezTo>
                        <a:pt x="43" y="70"/>
                        <a:pt x="44" y="70"/>
                        <a:pt x="43" y="71"/>
                      </a:cubicBezTo>
                      <a:cubicBezTo>
                        <a:pt x="43" y="71"/>
                        <a:pt x="43" y="71"/>
                        <a:pt x="43" y="70"/>
                      </a:cubicBezTo>
                      <a:cubicBezTo>
                        <a:pt x="43" y="70"/>
                        <a:pt x="43" y="70"/>
                        <a:pt x="43" y="70"/>
                      </a:cubicBezTo>
                      <a:cubicBezTo>
                        <a:pt x="43" y="70"/>
                        <a:pt x="43" y="70"/>
                        <a:pt x="43" y="70"/>
                      </a:cubicBezTo>
                      <a:cubicBezTo>
                        <a:pt x="43" y="71"/>
                        <a:pt x="42" y="71"/>
                        <a:pt x="42" y="71"/>
                      </a:cubicBezTo>
                      <a:cubicBezTo>
                        <a:pt x="42" y="71"/>
                        <a:pt x="42" y="71"/>
                        <a:pt x="42" y="71"/>
                      </a:cubicBezTo>
                      <a:cubicBezTo>
                        <a:pt x="42" y="71"/>
                        <a:pt x="42" y="71"/>
                        <a:pt x="42" y="71"/>
                      </a:cubicBezTo>
                      <a:cubicBezTo>
                        <a:pt x="42" y="71"/>
                        <a:pt x="42" y="71"/>
                        <a:pt x="42" y="71"/>
                      </a:cubicBezTo>
                      <a:cubicBezTo>
                        <a:pt x="42" y="71"/>
                        <a:pt x="42" y="71"/>
                        <a:pt x="42" y="71"/>
                      </a:cubicBezTo>
                      <a:cubicBezTo>
                        <a:pt x="42" y="71"/>
                        <a:pt x="42" y="72"/>
                        <a:pt x="42" y="72"/>
                      </a:cubicBezTo>
                      <a:cubicBezTo>
                        <a:pt x="42" y="73"/>
                        <a:pt x="41" y="73"/>
                        <a:pt x="40" y="73"/>
                      </a:cubicBezTo>
                      <a:cubicBezTo>
                        <a:pt x="40" y="73"/>
                        <a:pt x="40" y="73"/>
                        <a:pt x="40" y="73"/>
                      </a:cubicBezTo>
                      <a:cubicBezTo>
                        <a:pt x="40" y="73"/>
                        <a:pt x="40" y="73"/>
                        <a:pt x="40" y="73"/>
                      </a:cubicBezTo>
                      <a:cubicBezTo>
                        <a:pt x="40" y="73"/>
                        <a:pt x="40" y="73"/>
                        <a:pt x="40" y="73"/>
                      </a:cubicBezTo>
                      <a:cubicBezTo>
                        <a:pt x="40" y="73"/>
                        <a:pt x="40" y="73"/>
                        <a:pt x="40" y="73"/>
                      </a:cubicBezTo>
                      <a:cubicBezTo>
                        <a:pt x="40" y="73"/>
                        <a:pt x="40" y="73"/>
                        <a:pt x="40" y="73"/>
                      </a:cubicBezTo>
                      <a:cubicBezTo>
                        <a:pt x="40" y="73"/>
                        <a:pt x="40" y="73"/>
                        <a:pt x="39" y="73"/>
                      </a:cubicBezTo>
                      <a:cubicBezTo>
                        <a:pt x="39" y="73"/>
                        <a:pt x="39" y="74"/>
                        <a:pt x="38" y="74"/>
                      </a:cubicBezTo>
                      <a:cubicBezTo>
                        <a:pt x="38" y="74"/>
                        <a:pt x="38" y="74"/>
                        <a:pt x="38" y="74"/>
                      </a:cubicBezTo>
                      <a:cubicBezTo>
                        <a:pt x="37" y="74"/>
                        <a:pt x="37" y="74"/>
                        <a:pt x="37" y="74"/>
                      </a:cubicBezTo>
                      <a:cubicBezTo>
                        <a:pt x="37" y="75"/>
                        <a:pt x="37" y="75"/>
                        <a:pt x="36" y="75"/>
                      </a:cubicBezTo>
                      <a:cubicBezTo>
                        <a:pt x="36" y="75"/>
                        <a:pt x="36" y="75"/>
                        <a:pt x="36" y="75"/>
                      </a:cubicBezTo>
                      <a:cubicBezTo>
                        <a:pt x="36" y="76"/>
                        <a:pt x="36" y="76"/>
                        <a:pt x="35" y="75"/>
                      </a:cubicBezTo>
                      <a:cubicBezTo>
                        <a:pt x="35" y="75"/>
                        <a:pt x="35" y="75"/>
                        <a:pt x="35" y="75"/>
                      </a:cubicBezTo>
                      <a:cubicBezTo>
                        <a:pt x="35" y="75"/>
                        <a:pt x="35" y="75"/>
                        <a:pt x="36" y="75"/>
                      </a:cubicBezTo>
                      <a:close/>
                      <a:moveTo>
                        <a:pt x="32" y="65"/>
                      </a:moveTo>
                      <a:cubicBezTo>
                        <a:pt x="32" y="64"/>
                        <a:pt x="32" y="64"/>
                        <a:pt x="32" y="64"/>
                      </a:cubicBezTo>
                      <a:cubicBezTo>
                        <a:pt x="32" y="64"/>
                        <a:pt x="32" y="65"/>
                        <a:pt x="32" y="65"/>
                      </a:cubicBezTo>
                      <a:cubicBezTo>
                        <a:pt x="32" y="65"/>
                        <a:pt x="32" y="65"/>
                        <a:pt x="32" y="65"/>
                      </a:cubicBezTo>
                      <a:close/>
                      <a:moveTo>
                        <a:pt x="31" y="63"/>
                      </a:moveTo>
                      <a:cubicBezTo>
                        <a:pt x="31" y="63"/>
                        <a:pt x="31" y="63"/>
                        <a:pt x="31" y="63"/>
                      </a:cubicBezTo>
                      <a:cubicBezTo>
                        <a:pt x="31" y="63"/>
                        <a:pt x="31" y="63"/>
                        <a:pt x="31" y="63"/>
                      </a:cubicBezTo>
                      <a:cubicBezTo>
                        <a:pt x="31" y="64"/>
                        <a:pt x="31" y="64"/>
                        <a:pt x="31" y="64"/>
                      </a:cubicBezTo>
                      <a:cubicBezTo>
                        <a:pt x="31" y="64"/>
                        <a:pt x="31" y="64"/>
                        <a:pt x="31" y="64"/>
                      </a:cubicBezTo>
                      <a:cubicBezTo>
                        <a:pt x="31" y="64"/>
                        <a:pt x="31" y="64"/>
                        <a:pt x="31" y="64"/>
                      </a:cubicBezTo>
                      <a:cubicBezTo>
                        <a:pt x="31" y="64"/>
                        <a:pt x="31" y="63"/>
                        <a:pt x="31" y="63"/>
                      </a:cubicBezTo>
                      <a:close/>
                      <a:moveTo>
                        <a:pt x="30" y="65"/>
                      </a:moveTo>
                      <a:cubicBezTo>
                        <a:pt x="30" y="65"/>
                        <a:pt x="30" y="65"/>
                        <a:pt x="31" y="65"/>
                      </a:cubicBezTo>
                      <a:cubicBezTo>
                        <a:pt x="31" y="65"/>
                        <a:pt x="31" y="65"/>
                        <a:pt x="30" y="65"/>
                      </a:cubicBezTo>
                      <a:close/>
                      <a:moveTo>
                        <a:pt x="51" y="54"/>
                      </a:moveTo>
                      <a:cubicBezTo>
                        <a:pt x="51" y="54"/>
                        <a:pt x="51" y="54"/>
                        <a:pt x="51" y="54"/>
                      </a:cubicBezTo>
                      <a:cubicBezTo>
                        <a:pt x="51" y="54"/>
                        <a:pt x="50" y="54"/>
                        <a:pt x="50" y="54"/>
                      </a:cubicBezTo>
                      <a:cubicBezTo>
                        <a:pt x="50" y="54"/>
                        <a:pt x="51" y="54"/>
                        <a:pt x="51" y="54"/>
                      </a:cubicBezTo>
                      <a:cubicBezTo>
                        <a:pt x="51" y="54"/>
                        <a:pt x="51" y="54"/>
                        <a:pt x="51" y="54"/>
                      </a:cubicBezTo>
                      <a:close/>
                      <a:moveTo>
                        <a:pt x="49" y="53"/>
                      </a:moveTo>
                      <a:cubicBezTo>
                        <a:pt x="49" y="53"/>
                        <a:pt x="49" y="53"/>
                        <a:pt x="49" y="54"/>
                      </a:cubicBezTo>
                      <a:cubicBezTo>
                        <a:pt x="49" y="54"/>
                        <a:pt x="50" y="54"/>
                        <a:pt x="50" y="53"/>
                      </a:cubicBezTo>
                      <a:cubicBezTo>
                        <a:pt x="50" y="53"/>
                        <a:pt x="49" y="53"/>
                        <a:pt x="49" y="53"/>
                      </a:cubicBezTo>
                      <a:cubicBezTo>
                        <a:pt x="49" y="53"/>
                        <a:pt x="49" y="53"/>
                        <a:pt x="49" y="53"/>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4" name="Freeform 842">
                  <a:extLst>
                    <a:ext uri="{FF2B5EF4-FFF2-40B4-BE49-F238E27FC236}">
                      <a16:creationId xmlns:a16="http://schemas.microsoft.com/office/drawing/2014/main" id="{9B2BA75F-25DD-5F41-B67E-1C22A290F88E}"/>
                    </a:ext>
                  </a:extLst>
                </p:cNvPr>
                <p:cNvSpPr>
                  <a:spLocks/>
                </p:cNvSpPr>
                <p:nvPr/>
              </p:nvSpPr>
              <p:spPr bwMode="auto">
                <a:xfrm>
                  <a:off x="7094538" y="3767138"/>
                  <a:ext cx="407987" cy="428625"/>
                </a:xfrm>
                <a:custGeom>
                  <a:avLst/>
                  <a:gdLst>
                    <a:gd name="T0" fmla="*/ 95 w 98"/>
                    <a:gd name="T1" fmla="*/ 40 h 103"/>
                    <a:gd name="T2" fmla="*/ 92 w 98"/>
                    <a:gd name="T3" fmla="*/ 43 h 103"/>
                    <a:gd name="T4" fmla="*/ 93 w 98"/>
                    <a:gd name="T5" fmla="*/ 46 h 103"/>
                    <a:gd name="T6" fmla="*/ 93 w 98"/>
                    <a:gd name="T7" fmla="*/ 48 h 103"/>
                    <a:gd name="T8" fmla="*/ 85 w 98"/>
                    <a:gd name="T9" fmla="*/ 56 h 103"/>
                    <a:gd name="T10" fmla="*/ 77 w 98"/>
                    <a:gd name="T11" fmla="*/ 66 h 103"/>
                    <a:gd name="T12" fmla="*/ 70 w 98"/>
                    <a:gd name="T13" fmla="*/ 73 h 103"/>
                    <a:gd name="T14" fmla="*/ 66 w 98"/>
                    <a:gd name="T15" fmla="*/ 71 h 103"/>
                    <a:gd name="T16" fmla="*/ 58 w 98"/>
                    <a:gd name="T17" fmla="*/ 79 h 103"/>
                    <a:gd name="T18" fmla="*/ 63 w 98"/>
                    <a:gd name="T19" fmla="*/ 83 h 103"/>
                    <a:gd name="T20" fmla="*/ 63 w 98"/>
                    <a:gd name="T21" fmla="*/ 86 h 103"/>
                    <a:gd name="T22" fmla="*/ 63 w 98"/>
                    <a:gd name="T23" fmla="*/ 89 h 103"/>
                    <a:gd name="T24" fmla="*/ 66 w 98"/>
                    <a:gd name="T25" fmla="*/ 92 h 103"/>
                    <a:gd name="T26" fmla="*/ 69 w 98"/>
                    <a:gd name="T27" fmla="*/ 99 h 103"/>
                    <a:gd name="T28" fmla="*/ 66 w 98"/>
                    <a:gd name="T29" fmla="*/ 100 h 103"/>
                    <a:gd name="T30" fmla="*/ 62 w 98"/>
                    <a:gd name="T31" fmla="*/ 100 h 103"/>
                    <a:gd name="T32" fmla="*/ 60 w 98"/>
                    <a:gd name="T33" fmla="*/ 100 h 103"/>
                    <a:gd name="T34" fmla="*/ 53 w 98"/>
                    <a:gd name="T35" fmla="*/ 102 h 103"/>
                    <a:gd name="T36" fmla="*/ 50 w 98"/>
                    <a:gd name="T37" fmla="*/ 102 h 103"/>
                    <a:gd name="T38" fmla="*/ 46 w 98"/>
                    <a:gd name="T39" fmla="*/ 102 h 103"/>
                    <a:gd name="T40" fmla="*/ 41 w 98"/>
                    <a:gd name="T41" fmla="*/ 95 h 103"/>
                    <a:gd name="T42" fmla="*/ 35 w 98"/>
                    <a:gd name="T43" fmla="*/ 90 h 103"/>
                    <a:gd name="T44" fmla="*/ 26 w 98"/>
                    <a:gd name="T45" fmla="*/ 92 h 103"/>
                    <a:gd name="T46" fmla="*/ 17 w 98"/>
                    <a:gd name="T47" fmla="*/ 92 h 103"/>
                    <a:gd name="T48" fmla="*/ 5 w 98"/>
                    <a:gd name="T49" fmla="*/ 92 h 103"/>
                    <a:gd name="T50" fmla="*/ 7 w 98"/>
                    <a:gd name="T51" fmla="*/ 88 h 103"/>
                    <a:gd name="T52" fmla="*/ 9 w 98"/>
                    <a:gd name="T53" fmla="*/ 83 h 103"/>
                    <a:gd name="T54" fmla="*/ 16 w 98"/>
                    <a:gd name="T55" fmla="*/ 80 h 103"/>
                    <a:gd name="T56" fmla="*/ 13 w 98"/>
                    <a:gd name="T57" fmla="*/ 77 h 103"/>
                    <a:gd name="T58" fmla="*/ 9 w 98"/>
                    <a:gd name="T59" fmla="*/ 68 h 103"/>
                    <a:gd name="T60" fmla="*/ 4 w 98"/>
                    <a:gd name="T61" fmla="*/ 62 h 103"/>
                    <a:gd name="T62" fmla="*/ 14 w 98"/>
                    <a:gd name="T63" fmla="*/ 60 h 103"/>
                    <a:gd name="T64" fmla="*/ 28 w 98"/>
                    <a:gd name="T65" fmla="*/ 60 h 103"/>
                    <a:gd name="T66" fmla="*/ 36 w 98"/>
                    <a:gd name="T67" fmla="*/ 56 h 103"/>
                    <a:gd name="T68" fmla="*/ 37 w 98"/>
                    <a:gd name="T69" fmla="*/ 49 h 103"/>
                    <a:gd name="T70" fmla="*/ 46 w 98"/>
                    <a:gd name="T71" fmla="*/ 46 h 103"/>
                    <a:gd name="T72" fmla="*/ 47 w 98"/>
                    <a:gd name="T73" fmla="*/ 44 h 103"/>
                    <a:gd name="T74" fmla="*/ 51 w 98"/>
                    <a:gd name="T75" fmla="*/ 43 h 103"/>
                    <a:gd name="T76" fmla="*/ 57 w 98"/>
                    <a:gd name="T77" fmla="*/ 41 h 103"/>
                    <a:gd name="T78" fmla="*/ 57 w 98"/>
                    <a:gd name="T79" fmla="*/ 36 h 103"/>
                    <a:gd name="T80" fmla="*/ 62 w 98"/>
                    <a:gd name="T81" fmla="*/ 31 h 103"/>
                    <a:gd name="T82" fmla="*/ 63 w 98"/>
                    <a:gd name="T83" fmla="*/ 27 h 103"/>
                    <a:gd name="T84" fmla="*/ 64 w 98"/>
                    <a:gd name="T85" fmla="*/ 24 h 103"/>
                    <a:gd name="T86" fmla="*/ 67 w 98"/>
                    <a:gd name="T87" fmla="*/ 24 h 103"/>
                    <a:gd name="T88" fmla="*/ 68 w 98"/>
                    <a:gd name="T89" fmla="*/ 21 h 103"/>
                    <a:gd name="T90" fmla="*/ 72 w 98"/>
                    <a:gd name="T91" fmla="*/ 15 h 103"/>
                    <a:gd name="T92" fmla="*/ 72 w 98"/>
                    <a:gd name="T93" fmla="*/ 11 h 103"/>
                    <a:gd name="T94" fmla="*/ 72 w 98"/>
                    <a:gd name="T95" fmla="*/ 4 h 103"/>
                    <a:gd name="T96" fmla="*/ 78 w 98"/>
                    <a:gd name="T97" fmla="*/ 1 h 103"/>
                    <a:gd name="T98" fmla="*/ 87 w 98"/>
                    <a:gd name="T99" fmla="*/ 0 h 103"/>
                    <a:gd name="T100" fmla="*/ 83 w 98"/>
                    <a:gd name="T101" fmla="*/ 2 h 103"/>
                    <a:gd name="T102" fmla="*/ 79 w 98"/>
                    <a:gd name="T103" fmla="*/ 5 h 103"/>
                    <a:gd name="T104" fmla="*/ 83 w 98"/>
                    <a:gd name="T105" fmla="*/ 9 h 103"/>
                    <a:gd name="T106" fmla="*/ 85 w 98"/>
                    <a:gd name="T107" fmla="*/ 11 h 103"/>
                    <a:gd name="T108" fmla="*/ 88 w 98"/>
                    <a:gd name="T109" fmla="*/ 14 h 103"/>
                    <a:gd name="T110" fmla="*/ 87 w 98"/>
                    <a:gd name="T111" fmla="*/ 18 h 103"/>
                    <a:gd name="T112" fmla="*/ 85 w 98"/>
                    <a:gd name="T113" fmla="*/ 22 h 103"/>
                    <a:gd name="T114" fmla="*/ 86 w 98"/>
                    <a:gd name="T115" fmla="*/ 28 h 103"/>
                    <a:gd name="T116" fmla="*/ 89 w 98"/>
                    <a:gd name="T117" fmla="*/ 33 h 103"/>
                    <a:gd name="T118" fmla="*/ 94 w 98"/>
                    <a:gd name="T119" fmla="*/ 34 h 103"/>
                    <a:gd name="T120" fmla="*/ 97 w 98"/>
                    <a:gd name="T121" fmla="*/ 3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103">
                      <a:moveTo>
                        <a:pt x="98" y="38"/>
                      </a:moveTo>
                      <a:cubicBezTo>
                        <a:pt x="97" y="40"/>
                        <a:pt x="97" y="40"/>
                        <a:pt x="97" y="40"/>
                      </a:cubicBezTo>
                      <a:cubicBezTo>
                        <a:pt x="95" y="40"/>
                        <a:pt x="95" y="40"/>
                        <a:pt x="95" y="40"/>
                      </a:cubicBezTo>
                      <a:cubicBezTo>
                        <a:pt x="95" y="40"/>
                        <a:pt x="92" y="42"/>
                        <a:pt x="92" y="42"/>
                      </a:cubicBezTo>
                      <a:cubicBezTo>
                        <a:pt x="92" y="43"/>
                        <a:pt x="92" y="43"/>
                        <a:pt x="92" y="43"/>
                      </a:cubicBezTo>
                      <a:cubicBezTo>
                        <a:pt x="92" y="43"/>
                        <a:pt x="92" y="43"/>
                        <a:pt x="92" y="43"/>
                      </a:cubicBezTo>
                      <a:cubicBezTo>
                        <a:pt x="92" y="43"/>
                        <a:pt x="92" y="43"/>
                        <a:pt x="92" y="43"/>
                      </a:cubicBezTo>
                      <a:cubicBezTo>
                        <a:pt x="93" y="44"/>
                        <a:pt x="93" y="44"/>
                        <a:pt x="93" y="44"/>
                      </a:cubicBezTo>
                      <a:cubicBezTo>
                        <a:pt x="93" y="44"/>
                        <a:pt x="93" y="46"/>
                        <a:pt x="93" y="46"/>
                      </a:cubicBezTo>
                      <a:cubicBezTo>
                        <a:pt x="93" y="46"/>
                        <a:pt x="93" y="46"/>
                        <a:pt x="93" y="46"/>
                      </a:cubicBezTo>
                      <a:cubicBezTo>
                        <a:pt x="92" y="47"/>
                        <a:pt x="92" y="47"/>
                        <a:pt x="92" y="47"/>
                      </a:cubicBezTo>
                      <a:cubicBezTo>
                        <a:pt x="93" y="48"/>
                        <a:pt x="93" y="48"/>
                        <a:pt x="93" y="48"/>
                      </a:cubicBezTo>
                      <a:cubicBezTo>
                        <a:pt x="88" y="52"/>
                        <a:pt x="88" y="52"/>
                        <a:pt x="88" y="52"/>
                      </a:cubicBezTo>
                      <a:cubicBezTo>
                        <a:pt x="88" y="55"/>
                        <a:pt x="88" y="55"/>
                        <a:pt x="88" y="55"/>
                      </a:cubicBezTo>
                      <a:cubicBezTo>
                        <a:pt x="85" y="56"/>
                        <a:pt x="85" y="56"/>
                        <a:pt x="85" y="56"/>
                      </a:cubicBezTo>
                      <a:cubicBezTo>
                        <a:pt x="85" y="56"/>
                        <a:pt x="84" y="58"/>
                        <a:pt x="84" y="59"/>
                      </a:cubicBezTo>
                      <a:cubicBezTo>
                        <a:pt x="83" y="59"/>
                        <a:pt x="82" y="64"/>
                        <a:pt x="82" y="64"/>
                      </a:cubicBezTo>
                      <a:cubicBezTo>
                        <a:pt x="82" y="64"/>
                        <a:pt x="78" y="66"/>
                        <a:pt x="77" y="66"/>
                      </a:cubicBezTo>
                      <a:cubicBezTo>
                        <a:pt x="77" y="67"/>
                        <a:pt x="76" y="68"/>
                        <a:pt x="76" y="68"/>
                      </a:cubicBezTo>
                      <a:cubicBezTo>
                        <a:pt x="76" y="69"/>
                        <a:pt x="75" y="72"/>
                        <a:pt x="75" y="72"/>
                      </a:cubicBezTo>
                      <a:cubicBezTo>
                        <a:pt x="75" y="72"/>
                        <a:pt x="71" y="73"/>
                        <a:pt x="70" y="73"/>
                      </a:cubicBezTo>
                      <a:cubicBezTo>
                        <a:pt x="70" y="73"/>
                        <a:pt x="69" y="73"/>
                        <a:pt x="69" y="73"/>
                      </a:cubicBezTo>
                      <a:cubicBezTo>
                        <a:pt x="67" y="74"/>
                        <a:pt x="67" y="74"/>
                        <a:pt x="67" y="74"/>
                      </a:cubicBezTo>
                      <a:cubicBezTo>
                        <a:pt x="66" y="71"/>
                        <a:pt x="66" y="71"/>
                        <a:pt x="66" y="71"/>
                      </a:cubicBezTo>
                      <a:cubicBezTo>
                        <a:pt x="64" y="71"/>
                        <a:pt x="64" y="71"/>
                        <a:pt x="64" y="71"/>
                      </a:cubicBezTo>
                      <a:cubicBezTo>
                        <a:pt x="64" y="71"/>
                        <a:pt x="61" y="75"/>
                        <a:pt x="61" y="75"/>
                      </a:cubicBezTo>
                      <a:cubicBezTo>
                        <a:pt x="61" y="75"/>
                        <a:pt x="58" y="79"/>
                        <a:pt x="58" y="79"/>
                      </a:cubicBezTo>
                      <a:cubicBezTo>
                        <a:pt x="58" y="81"/>
                        <a:pt x="58" y="81"/>
                        <a:pt x="58" y="81"/>
                      </a:cubicBezTo>
                      <a:cubicBezTo>
                        <a:pt x="58" y="81"/>
                        <a:pt x="60" y="82"/>
                        <a:pt x="60" y="82"/>
                      </a:cubicBezTo>
                      <a:cubicBezTo>
                        <a:pt x="60" y="82"/>
                        <a:pt x="63" y="83"/>
                        <a:pt x="63" y="83"/>
                      </a:cubicBezTo>
                      <a:cubicBezTo>
                        <a:pt x="63" y="83"/>
                        <a:pt x="63" y="84"/>
                        <a:pt x="63" y="85"/>
                      </a:cubicBezTo>
                      <a:cubicBezTo>
                        <a:pt x="63" y="86"/>
                        <a:pt x="63" y="86"/>
                        <a:pt x="63" y="86"/>
                      </a:cubicBezTo>
                      <a:cubicBezTo>
                        <a:pt x="63" y="86"/>
                        <a:pt x="63" y="86"/>
                        <a:pt x="63" y="86"/>
                      </a:cubicBezTo>
                      <a:cubicBezTo>
                        <a:pt x="63" y="87"/>
                        <a:pt x="62" y="87"/>
                        <a:pt x="62" y="88"/>
                      </a:cubicBezTo>
                      <a:cubicBezTo>
                        <a:pt x="62" y="88"/>
                        <a:pt x="62" y="88"/>
                        <a:pt x="62" y="88"/>
                      </a:cubicBezTo>
                      <a:cubicBezTo>
                        <a:pt x="62" y="88"/>
                        <a:pt x="63" y="89"/>
                        <a:pt x="63" y="89"/>
                      </a:cubicBezTo>
                      <a:cubicBezTo>
                        <a:pt x="63" y="89"/>
                        <a:pt x="64" y="89"/>
                        <a:pt x="64" y="89"/>
                      </a:cubicBezTo>
                      <a:cubicBezTo>
                        <a:pt x="66" y="89"/>
                        <a:pt x="66" y="89"/>
                        <a:pt x="66" y="89"/>
                      </a:cubicBezTo>
                      <a:cubicBezTo>
                        <a:pt x="66" y="92"/>
                        <a:pt x="66" y="92"/>
                        <a:pt x="66" y="92"/>
                      </a:cubicBezTo>
                      <a:cubicBezTo>
                        <a:pt x="69" y="97"/>
                        <a:pt x="69" y="97"/>
                        <a:pt x="69" y="97"/>
                      </a:cubicBezTo>
                      <a:cubicBezTo>
                        <a:pt x="69" y="97"/>
                        <a:pt x="69" y="98"/>
                        <a:pt x="69" y="98"/>
                      </a:cubicBezTo>
                      <a:cubicBezTo>
                        <a:pt x="68" y="98"/>
                        <a:pt x="69" y="99"/>
                        <a:pt x="69" y="99"/>
                      </a:cubicBezTo>
                      <a:cubicBezTo>
                        <a:pt x="69" y="99"/>
                        <a:pt x="69" y="99"/>
                        <a:pt x="69" y="99"/>
                      </a:cubicBezTo>
                      <a:cubicBezTo>
                        <a:pt x="69" y="99"/>
                        <a:pt x="67" y="100"/>
                        <a:pt x="67" y="100"/>
                      </a:cubicBezTo>
                      <a:cubicBezTo>
                        <a:pt x="67" y="100"/>
                        <a:pt x="66" y="100"/>
                        <a:pt x="66" y="100"/>
                      </a:cubicBezTo>
                      <a:cubicBezTo>
                        <a:pt x="65" y="99"/>
                        <a:pt x="65" y="99"/>
                        <a:pt x="65" y="99"/>
                      </a:cubicBezTo>
                      <a:cubicBezTo>
                        <a:pt x="65" y="99"/>
                        <a:pt x="64" y="99"/>
                        <a:pt x="64" y="99"/>
                      </a:cubicBezTo>
                      <a:cubicBezTo>
                        <a:pt x="64" y="99"/>
                        <a:pt x="63" y="100"/>
                        <a:pt x="62" y="100"/>
                      </a:cubicBezTo>
                      <a:cubicBezTo>
                        <a:pt x="62" y="100"/>
                        <a:pt x="62" y="100"/>
                        <a:pt x="62" y="100"/>
                      </a:cubicBezTo>
                      <a:cubicBezTo>
                        <a:pt x="60" y="100"/>
                        <a:pt x="60" y="100"/>
                        <a:pt x="60" y="100"/>
                      </a:cubicBezTo>
                      <a:cubicBezTo>
                        <a:pt x="60" y="100"/>
                        <a:pt x="60" y="100"/>
                        <a:pt x="60" y="100"/>
                      </a:cubicBezTo>
                      <a:cubicBezTo>
                        <a:pt x="54" y="100"/>
                        <a:pt x="54" y="100"/>
                        <a:pt x="54" y="100"/>
                      </a:cubicBezTo>
                      <a:cubicBezTo>
                        <a:pt x="54" y="100"/>
                        <a:pt x="53" y="100"/>
                        <a:pt x="53" y="100"/>
                      </a:cubicBezTo>
                      <a:cubicBezTo>
                        <a:pt x="53" y="100"/>
                        <a:pt x="53" y="102"/>
                        <a:pt x="53" y="102"/>
                      </a:cubicBezTo>
                      <a:cubicBezTo>
                        <a:pt x="51" y="102"/>
                        <a:pt x="51" y="102"/>
                        <a:pt x="51" y="102"/>
                      </a:cubicBezTo>
                      <a:cubicBezTo>
                        <a:pt x="51" y="102"/>
                        <a:pt x="51" y="102"/>
                        <a:pt x="51" y="102"/>
                      </a:cubicBezTo>
                      <a:cubicBezTo>
                        <a:pt x="51" y="102"/>
                        <a:pt x="50" y="102"/>
                        <a:pt x="50" y="102"/>
                      </a:cubicBezTo>
                      <a:cubicBezTo>
                        <a:pt x="50" y="102"/>
                        <a:pt x="50" y="103"/>
                        <a:pt x="49" y="103"/>
                      </a:cubicBezTo>
                      <a:cubicBezTo>
                        <a:pt x="49" y="103"/>
                        <a:pt x="49" y="103"/>
                        <a:pt x="49" y="102"/>
                      </a:cubicBezTo>
                      <a:cubicBezTo>
                        <a:pt x="48" y="102"/>
                        <a:pt x="47" y="102"/>
                        <a:pt x="46" y="102"/>
                      </a:cubicBezTo>
                      <a:cubicBezTo>
                        <a:pt x="45" y="102"/>
                        <a:pt x="45" y="101"/>
                        <a:pt x="44" y="100"/>
                      </a:cubicBezTo>
                      <a:cubicBezTo>
                        <a:pt x="44" y="99"/>
                        <a:pt x="44" y="99"/>
                        <a:pt x="44" y="98"/>
                      </a:cubicBezTo>
                      <a:cubicBezTo>
                        <a:pt x="44" y="96"/>
                        <a:pt x="43" y="95"/>
                        <a:pt x="41" y="95"/>
                      </a:cubicBezTo>
                      <a:cubicBezTo>
                        <a:pt x="40" y="95"/>
                        <a:pt x="39" y="95"/>
                        <a:pt x="40" y="93"/>
                      </a:cubicBezTo>
                      <a:cubicBezTo>
                        <a:pt x="40" y="91"/>
                        <a:pt x="39" y="90"/>
                        <a:pt x="37" y="90"/>
                      </a:cubicBezTo>
                      <a:cubicBezTo>
                        <a:pt x="37" y="90"/>
                        <a:pt x="36" y="90"/>
                        <a:pt x="35" y="90"/>
                      </a:cubicBezTo>
                      <a:cubicBezTo>
                        <a:pt x="34" y="91"/>
                        <a:pt x="32" y="91"/>
                        <a:pt x="31" y="91"/>
                      </a:cubicBezTo>
                      <a:cubicBezTo>
                        <a:pt x="30" y="91"/>
                        <a:pt x="29" y="92"/>
                        <a:pt x="28" y="91"/>
                      </a:cubicBezTo>
                      <a:cubicBezTo>
                        <a:pt x="27" y="92"/>
                        <a:pt x="27" y="91"/>
                        <a:pt x="26" y="92"/>
                      </a:cubicBezTo>
                      <a:cubicBezTo>
                        <a:pt x="24" y="93"/>
                        <a:pt x="23" y="91"/>
                        <a:pt x="22" y="90"/>
                      </a:cubicBezTo>
                      <a:cubicBezTo>
                        <a:pt x="21" y="91"/>
                        <a:pt x="19" y="91"/>
                        <a:pt x="18" y="91"/>
                      </a:cubicBezTo>
                      <a:cubicBezTo>
                        <a:pt x="18" y="91"/>
                        <a:pt x="18" y="92"/>
                        <a:pt x="17" y="92"/>
                      </a:cubicBezTo>
                      <a:cubicBezTo>
                        <a:pt x="16" y="92"/>
                        <a:pt x="15" y="92"/>
                        <a:pt x="14" y="92"/>
                      </a:cubicBezTo>
                      <a:cubicBezTo>
                        <a:pt x="12" y="91"/>
                        <a:pt x="10" y="92"/>
                        <a:pt x="8" y="93"/>
                      </a:cubicBezTo>
                      <a:cubicBezTo>
                        <a:pt x="7" y="93"/>
                        <a:pt x="6" y="92"/>
                        <a:pt x="5" y="92"/>
                      </a:cubicBezTo>
                      <a:cubicBezTo>
                        <a:pt x="5" y="92"/>
                        <a:pt x="5" y="92"/>
                        <a:pt x="5" y="92"/>
                      </a:cubicBezTo>
                      <a:cubicBezTo>
                        <a:pt x="5" y="90"/>
                        <a:pt x="5" y="90"/>
                        <a:pt x="5" y="90"/>
                      </a:cubicBezTo>
                      <a:cubicBezTo>
                        <a:pt x="7" y="88"/>
                        <a:pt x="7" y="88"/>
                        <a:pt x="7" y="88"/>
                      </a:cubicBezTo>
                      <a:cubicBezTo>
                        <a:pt x="7" y="85"/>
                        <a:pt x="7" y="85"/>
                        <a:pt x="7" y="85"/>
                      </a:cubicBezTo>
                      <a:cubicBezTo>
                        <a:pt x="9" y="85"/>
                        <a:pt x="9" y="85"/>
                        <a:pt x="9" y="85"/>
                      </a:cubicBezTo>
                      <a:cubicBezTo>
                        <a:pt x="9" y="83"/>
                        <a:pt x="9" y="83"/>
                        <a:pt x="9" y="83"/>
                      </a:cubicBezTo>
                      <a:cubicBezTo>
                        <a:pt x="13" y="83"/>
                        <a:pt x="13" y="83"/>
                        <a:pt x="13" y="83"/>
                      </a:cubicBezTo>
                      <a:cubicBezTo>
                        <a:pt x="15" y="82"/>
                        <a:pt x="15" y="82"/>
                        <a:pt x="15" y="82"/>
                      </a:cubicBezTo>
                      <a:cubicBezTo>
                        <a:pt x="16" y="80"/>
                        <a:pt x="16" y="80"/>
                        <a:pt x="16" y="80"/>
                      </a:cubicBezTo>
                      <a:cubicBezTo>
                        <a:pt x="16" y="79"/>
                        <a:pt x="16" y="79"/>
                        <a:pt x="16" y="79"/>
                      </a:cubicBezTo>
                      <a:cubicBezTo>
                        <a:pt x="15" y="77"/>
                        <a:pt x="15" y="77"/>
                        <a:pt x="15" y="77"/>
                      </a:cubicBezTo>
                      <a:cubicBezTo>
                        <a:pt x="13" y="77"/>
                        <a:pt x="13" y="77"/>
                        <a:pt x="13" y="77"/>
                      </a:cubicBezTo>
                      <a:cubicBezTo>
                        <a:pt x="13" y="70"/>
                        <a:pt x="13" y="70"/>
                        <a:pt x="13" y="70"/>
                      </a:cubicBezTo>
                      <a:cubicBezTo>
                        <a:pt x="11" y="70"/>
                        <a:pt x="11" y="70"/>
                        <a:pt x="11" y="70"/>
                      </a:cubicBezTo>
                      <a:cubicBezTo>
                        <a:pt x="9" y="68"/>
                        <a:pt x="9" y="68"/>
                        <a:pt x="9" y="68"/>
                      </a:cubicBezTo>
                      <a:cubicBezTo>
                        <a:pt x="7" y="67"/>
                        <a:pt x="7" y="67"/>
                        <a:pt x="7" y="67"/>
                      </a:cubicBezTo>
                      <a:cubicBezTo>
                        <a:pt x="4" y="64"/>
                        <a:pt x="4" y="64"/>
                        <a:pt x="4" y="64"/>
                      </a:cubicBezTo>
                      <a:cubicBezTo>
                        <a:pt x="4" y="62"/>
                        <a:pt x="4" y="62"/>
                        <a:pt x="4" y="62"/>
                      </a:cubicBezTo>
                      <a:cubicBezTo>
                        <a:pt x="0" y="57"/>
                        <a:pt x="0" y="57"/>
                        <a:pt x="0" y="57"/>
                      </a:cubicBezTo>
                      <a:cubicBezTo>
                        <a:pt x="11" y="61"/>
                        <a:pt x="11" y="61"/>
                        <a:pt x="11" y="61"/>
                      </a:cubicBezTo>
                      <a:cubicBezTo>
                        <a:pt x="14" y="60"/>
                        <a:pt x="14" y="60"/>
                        <a:pt x="14" y="60"/>
                      </a:cubicBezTo>
                      <a:cubicBezTo>
                        <a:pt x="21" y="61"/>
                        <a:pt x="21" y="61"/>
                        <a:pt x="21" y="61"/>
                      </a:cubicBezTo>
                      <a:cubicBezTo>
                        <a:pt x="24" y="59"/>
                        <a:pt x="24" y="59"/>
                        <a:pt x="24" y="59"/>
                      </a:cubicBezTo>
                      <a:cubicBezTo>
                        <a:pt x="24" y="59"/>
                        <a:pt x="28" y="60"/>
                        <a:pt x="28" y="60"/>
                      </a:cubicBezTo>
                      <a:cubicBezTo>
                        <a:pt x="28" y="60"/>
                        <a:pt x="30" y="59"/>
                        <a:pt x="31" y="59"/>
                      </a:cubicBezTo>
                      <a:cubicBezTo>
                        <a:pt x="31" y="59"/>
                        <a:pt x="37" y="57"/>
                        <a:pt x="37" y="57"/>
                      </a:cubicBezTo>
                      <a:cubicBezTo>
                        <a:pt x="37" y="57"/>
                        <a:pt x="37" y="56"/>
                        <a:pt x="36" y="56"/>
                      </a:cubicBezTo>
                      <a:cubicBezTo>
                        <a:pt x="36" y="55"/>
                        <a:pt x="36" y="53"/>
                        <a:pt x="36" y="53"/>
                      </a:cubicBezTo>
                      <a:cubicBezTo>
                        <a:pt x="36" y="53"/>
                        <a:pt x="37" y="50"/>
                        <a:pt x="37" y="50"/>
                      </a:cubicBezTo>
                      <a:cubicBezTo>
                        <a:pt x="37" y="50"/>
                        <a:pt x="37" y="49"/>
                        <a:pt x="37" y="49"/>
                      </a:cubicBezTo>
                      <a:cubicBezTo>
                        <a:pt x="41" y="46"/>
                        <a:pt x="41" y="46"/>
                        <a:pt x="41" y="46"/>
                      </a:cubicBezTo>
                      <a:cubicBezTo>
                        <a:pt x="41" y="46"/>
                        <a:pt x="42" y="47"/>
                        <a:pt x="43" y="47"/>
                      </a:cubicBezTo>
                      <a:cubicBezTo>
                        <a:pt x="43" y="47"/>
                        <a:pt x="46" y="46"/>
                        <a:pt x="46" y="46"/>
                      </a:cubicBezTo>
                      <a:cubicBezTo>
                        <a:pt x="47" y="46"/>
                        <a:pt x="47" y="46"/>
                        <a:pt x="47" y="46"/>
                      </a:cubicBezTo>
                      <a:cubicBezTo>
                        <a:pt x="45" y="44"/>
                        <a:pt x="45" y="44"/>
                        <a:pt x="45" y="44"/>
                      </a:cubicBezTo>
                      <a:cubicBezTo>
                        <a:pt x="47" y="44"/>
                        <a:pt x="47" y="44"/>
                        <a:pt x="47" y="44"/>
                      </a:cubicBezTo>
                      <a:cubicBezTo>
                        <a:pt x="49" y="42"/>
                        <a:pt x="49" y="42"/>
                        <a:pt x="49" y="42"/>
                      </a:cubicBezTo>
                      <a:cubicBezTo>
                        <a:pt x="49" y="42"/>
                        <a:pt x="50" y="42"/>
                        <a:pt x="51" y="42"/>
                      </a:cubicBezTo>
                      <a:cubicBezTo>
                        <a:pt x="51" y="42"/>
                        <a:pt x="51" y="43"/>
                        <a:pt x="51" y="43"/>
                      </a:cubicBezTo>
                      <a:cubicBezTo>
                        <a:pt x="53" y="42"/>
                        <a:pt x="53" y="42"/>
                        <a:pt x="53" y="42"/>
                      </a:cubicBezTo>
                      <a:cubicBezTo>
                        <a:pt x="55" y="44"/>
                        <a:pt x="55" y="44"/>
                        <a:pt x="55" y="44"/>
                      </a:cubicBezTo>
                      <a:cubicBezTo>
                        <a:pt x="57" y="41"/>
                        <a:pt x="57" y="41"/>
                        <a:pt x="57" y="41"/>
                      </a:cubicBezTo>
                      <a:cubicBezTo>
                        <a:pt x="57" y="39"/>
                        <a:pt x="57" y="39"/>
                        <a:pt x="57" y="39"/>
                      </a:cubicBezTo>
                      <a:cubicBezTo>
                        <a:pt x="57" y="39"/>
                        <a:pt x="57" y="38"/>
                        <a:pt x="57" y="38"/>
                      </a:cubicBezTo>
                      <a:cubicBezTo>
                        <a:pt x="57" y="38"/>
                        <a:pt x="57" y="36"/>
                        <a:pt x="57" y="36"/>
                      </a:cubicBezTo>
                      <a:cubicBezTo>
                        <a:pt x="58" y="35"/>
                        <a:pt x="58" y="35"/>
                        <a:pt x="58" y="35"/>
                      </a:cubicBezTo>
                      <a:cubicBezTo>
                        <a:pt x="58" y="32"/>
                        <a:pt x="58" y="32"/>
                        <a:pt x="58" y="32"/>
                      </a:cubicBezTo>
                      <a:cubicBezTo>
                        <a:pt x="62" y="31"/>
                        <a:pt x="62" y="31"/>
                        <a:pt x="62" y="31"/>
                      </a:cubicBezTo>
                      <a:cubicBezTo>
                        <a:pt x="64" y="30"/>
                        <a:pt x="64" y="30"/>
                        <a:pt x="64" y="30"/>
                      </a:cubicBezTo>
                      <a:cubicBezTo>
                        <a:pt x="64" y="30"/>
                        <a:pt x="64" y="29"/>
                        <a:pt x="64" y="28"/>
                      </a:cubicBezTo>
                      <a:cubicBezTo>
                        <a:pt x="64" y="28"/>
                        <a:pt x="63" y="27"/>
                        <a:pt x="63" y="27"/>
                      </a:cubicBezTo>
                      <a:cubicBezTo>
                        <a:pt x="61" y="25"/>
                        <a:pt x="61" y="25"/>
                        <a:pt x="61" y="25"/>
                      </a:cubicBezTo>
                      <a:cubicBezTo>
                        <a:pt x="61" y="24"/>
                        <a:pt x="61" y="24"/>
                        <a:pt x="61" y="24"/>
                      </a:cubicBezTo>
                      <a:cubicBezTo>
                        <a:pt x="64" y="24"/>
                        <a:pt x="64" y="24"/>
                        <a:pt x="64" y="24"/>
                      </a:cubicBezTo>
                      <a:cubicBezTo>
                        <a:pt x="64" y="25"/>
                        <a:pt x="64" y="25"/>
                        <a:pt x="64" y="25"/>
                      </a:cubicBezTo>
                      <a:cubicBezTo>
                        <a:pt x="66" y="25"/>
                        <a:pt x="66" y="25"/>
                        <a:pt x="66" y="25"/>
                      </a:cubicBezTo>
                      <a:cubicBezTo>
                        <a:pt x="67" y="24"/>
                        <a:pt x="67" y="24"/>
                        <a:pt x="67" y="24"/>
                      </a:cubicBezTo>
                      <a:cubicBezTo>
                        <a:pt x="69" y="24"/>
                        <a:pt x="69" y="24"/>
                        <a:pt x="69" y="24"/>
                      </a:cubicBezTo>
                      <a:cubicBezTo>
                        <a:pt x="70" y="22"/>
                        <a:pt x="70" y="22"/>
                        <a:pt x="70" y="22"/>
                      </a:cubicBezTo>
                      <a:cubicBezTo>
                        <a:pt x="68" y="21"/>
                        <a:pt x="68" y="21"/>
                        <a:pt x="68" y="21"/>
                      </a:cubicBezTo>
                      <a:cubicBezTo>
                        <a:pt x="68" y="20"/>
                        <a:pt x="68" y="20"/>
                        <a:pt x="68" y="20"/>
                      </a:cubicBezTo>
                      <a:cubicBezTo>
                        <a:pt x="68" y="20"/>
                        <a:pt x="71" y="17"/>
                        <a:pt x="71" y="17"/>
                      </a:cubicBezTo>
                      <a:cubicBezTo>
                        <a:pt x="71" y="17"/>
                        <a:pt x="72" y="16"/>
                        <a:pt x="72" y="15"/>
                      </a:cubicBezTo>
                      <a:cubicBezTo>
                        <a:pt x="72" y="15"/>
                        <a:pt x="72" y="14"/>
                        <a:pt x="72" y="13"/>
                      </a:cubicBezTo>
                      <a:cubicBezTo>
                        <a:pt x="72" y="13"/>
                        <a:pt x="72" y="12"/>
                        <a:pt x="72" y="12"/>
                      </a:cubicBezTo>
                      <a:cubicBezTo>
                        <a:pt x="72" y="12"/>
                        <a:pt x="72" y="11"/>
                        <a:pt x="72" y="11"/>
                      </a:cubicBezTo>
                      <a:cubicBezTo>
                        <a:pt x="71" y="8"/>
                        <a:pt x="71" y="8"/>
                        <a:pt x="71" y="8"/>
                      </a:cubicBezTo>
                      <a:cubicBezTo>
                        <a:pt x="70" y="7"/>
                        <a:pt x="70" y="7"/>
                        <a:pt x="70" y="7"/>
                      </a:cubicBezTo>
                      <a:cubicBezTo>
                        <a:pt x="72" y="4"/>
                        <a:pt x="72" y="4"/>
                        <a:pt x="72" y="4"/>
                      </a:cubicBezTo>
                      <a:cubicBezTo>
                        <a:pt x="74" y="4"/>
                        <a:pt x="74" y="4"/>
                        <a:pt x="74" y="4"/>
                      </a:cubicBezTo>
                      <a:cubicBezTo>
                        <a:pt x="74" y="4"/>
                        <a:pt x="74" y="3"/>
                        <a:pt x="74" y="3"/>
                      </a:cubicBezTo>
                      <a:cubicBezTo>
                        <a:pt x="74" y="3"/>
                        <a:pt x="78" y="1"/>
                        <a:pt x="78" y="1"/>
                      </a:cubicBezTo>
                      <a:cubicBezTo>
                        <a:pt x="79" y="0"/>
                        <a:pt x="79" y="0"/>
                        <a:pt x="79" y="0"/>
                      </a:cubicBezTo>
                      <a:cubicBezTo>
                        <a:pt x="85" y="0"/>
                        <a:pt x="85" y="0"/>
                        <a:pt x="85" y="0"/>
                      </a:cubicBezTo>
                      <a:cubicBezTo>
                        <a:pt x="87" y="0"/>
                        <a:pt x="87" y="0"/>
                        <a:pt x="87" y="0"/>
                      </a:cubicBezTo>
                      <a:cubicBezTo>
                        <a:pt x="88" y="0"/>
                        <a:pt x="88" y="0"/>
                        <a:pt x="88" y="0"/>
                      </a:cubicBezTo>
                      <a:cubicBezTo>
                        <a:pt x="87" y="1"/>
                        <a:pt x="87" y="1"/>
                        <a:pt x="87" y="1"/>
                      </a:cubicBezTo>
                      <a:cubicBezTo>
                        <a:pt x="83" y="2"/>
                        <a:pt x="83" y="2"/>
                        <a:pt x="83" y="2"/>
                      </a:cubicBezTo>
                      <a:cubicBezTo>
                        <a:pt x="83" y="2"/>
                        <a:pt x="82" y="3"/>
                        <a:pt x="82" y="4"/>
                      </a:cubicBezTo>
                      <a:cubicBezTo>
                        <a:pt x="82" y="4"/>
                        <a:pt x="81" y="5"/>
                        <a:pt x="80" y="5"/>
                      </a:cubicBezTo>
                      <a:cubicBezTo>
                        <a:pt x="80" y="5"/>
                        <a:pt x="79" y="5"/>
                        <a:pt x="79" y="5"/>
                      </a:cubicBezTo>
                      <a:cubicBezTo>
                        <a:pt x="79" y="7"/>
                        <a:pt x="79" y="7"/>
                        <a:pt x="79" y="7"/>
                      </a:cubicBezTo>
                      <a:cubicBezTo>
                        <a:pt x="80" y="8"/>
                        <a:pt x="80" y="8"/>
                        <a:pt x="80" y="8"/>
                      </a:cubicBezTo>
                      <a:cubicBezTo>
                        <a:pt x="80" y="8"/>
                        <a:pt x="83" y="9"/>
                        <a:pt x="83" y="9"/>
                      </a:cubicBezTo>
                      <a:cubicBezTo>
                        <a:pt x="83" y="9"/>
                        <a:pt x="84" y="10"/>
                        <a:pt x="84" y="11"/>
                      </a:cubicBezTo>
                      <a:cubicBezTo>
                        <a:pt x="84" y="11"/>
                        <a:pt x="84" y="11"/>
                        <a:pt x="84" y="11"/>
                      </a:cubicBezTo>
                      <a:cubicBezTo>
                        <a:pt x="85" y="11"/>
                        <a:pt x="85" y="11"/>
                        <a:pt x="85" y="11"/>
                      </a:cubicBezTo>
                      <a:cubicBezTo>
                        <a:pt x="85" y="11"/>
                        <a:pt x="87" y="12"/>
                        <a:pt x="87" y="12"/>
                      </a:cubicBezTo>
                      <a:cubicBezTo>
                        <a:pt x="87" y="12"/>
                        <a:pt x="88" y="14"/>
                        <a:pt x="88" y="14"/>
                      </a:cubicBezTo>
                      <a:cubicBezTo>
                        <a:pt x="88" y="14"/>
                        <a:pt x="88" y="14"/>
                        <a:pt x="88" y="14"/>
                      </a:cubicBezTo>
                      <a:cubicBezTo>
                        <a:pt x="88" y="14"/>
                        <a:pt x="90" y="16"/>
                        <a:pt x="90" y="16"/>
                      </a:cubicBezTo>
                      <a:cubicBezTo>
                        <a:pt x="92" y="18"/>
                        <a:pt x="92" y="18"/>
                        <a:pt x="92" y="18"/>
                      </a:cubicBezTo>
                      <a:cubicBezTo>
                        <a:pt x="87" y="18"/>
                        <a:pt x="87" y="18"/>
                        <a:pt x="87" y="18"/>
                      </a:cubicBezTo>
                      <a:cubicBezTo>
                        <a:pt x="87" y="18"/>
                        <a:pt x="86" y="19"/>
                        <a:pt x="86" y="19"/>
                      </a:cubicBezTo>
                      <a:cubicBezTo>
                        <a:pt x="86" y="20"/>
                        <a:pt x="85" y="22"/>
                        <a:pt x="85" y="22"/>
                      </a:cubicBezTo>
                      <a:cubicBezTo>
                        <a:pt x="85" y="22"/>
                        <a:pt x="85" y="22"/>
                        <a:pt x="85" y="22"/>
                      </a:cubicBezTo>
                      <a:cubicBezTo>
                        <a:pt x="85" y="22"/>
                        <a:pt x="85" y="24"/>
                        <a:pt x="85" y="24"/>
                      </a:cubicBezTo>
                      <a:cubicBezTo>
                        <a:pt x="86" y="25"/>
                        <a:pt x="86" y="26"/>
                        <a:pt x="86" y="26"/>
                      </a:cubicBezTo>
                      <a:cubicBezTo>
                        <a:pt x="86" y="26"/>
                        <a:pt x="86" y="28"/>
                        <a:pt x="86" y="28"/>
                      </a:cubicBezTo>
                      <a:cubicBezTo>
                        <a:pt x="86" y="29"/>
                        <a:pt x="86" y="30"/>
                        <a:pt x="86" y="30"/>
                      </a:cubicBezTo>
                      <a:cubicBezTo>
                        <a:pt x="86" y="31"/>
                        <a:pt x="87" y="32"/>
                        <a:pt x="87" y="32"/>
                      </a:cubicBezTo>
                      <a:cubicBezTo>
                        <a:pt x="87" y="32"/>
                        <a:pt x="88" y="33"/>
                        <a:pt x="89" y="33"/>
                      </a:cubicBezTo>
                      <a:cubicBezTo>
                        <a:pt x="89" y="33"/>
                        <a:pt x="91" y="34"/>
                        <a:pt x="91" y="34"/>
                      </a:cubicBezTo>
                      <a:cubicBezTo>
                        <a:pt x="91" y="34"/>
                        <a:pt x="92" y="34"/>
                        <a:pt x="92" y="34"/>
                      </a:cubicBezTo>
                      <a:cubicBezTo>
                        <a:pt x="93" y="34"/>
                        <a:pt x="94" y="34"/>
                        <a:pt x="94" y="34"/>
                      </a:cubicBezTo>
                      <a:cubicBezTo>
                        <a:pt x="94" y="37"/>
                        <a:pt x="94" y="37"/>
                        <a:pt x="94" y="37"/>
                      </a:cubicBezTo>
                      <a:cubicBezTo>
                        <a:pt x="95" y="37"/>
                        <a:pt x="95" y="37"/>
                        <a:pt x="95" y="37"/>
                      </a:cubicBezTo>
                      <a:cubicBezTo>
                        <a:pt x="97" y="37"/>
                        <a:pt x="97" y="37"/>
                        <a:pt x="97" y="37"/>
                      </a:cubicBezTo>
                      <a:lnTo>
                        <a:pt x="98" y="38"/>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5" name="Freeform 844">
                  <a:extLst>
                    <a:ext uri="{FF2B5EF4-FFF2-40B4-BE49-F238E27FC236}">
                      <a16:creationId xmlns:a16="http://schemas.microsoft.com/office/drawing/2014/main" id="{7B7FBAE7-6D63-1D8D-A1E8-C143DD1385B5}"/>
                    </a:ext>
                  </a:extLst>
                </p:cNvPr>
                <p:cNvSpPr>
                  <a:spLocks/>
                </p:cNvSpPr>
                <p:nvPr/>
              </p:nvSpPr>
              <p:spPr bwMode="auto">
                <a:xfrm>
                  <a:off x="8885238" y="3541713"/>
                  <a:ext cx="177800" cy="196850"/>
                </a:xfrm>
                <a:custGeom>
                  <a:avLst/>
                  <a:gdLst>
                    <a:gd name="T0" fmla="*/ 39 w 43"/>
                    <a:gd name="T1" fmla="*/ 1 h 47"/>
                    <a:gd name="T2" fmla="*/ 38 w 43"/>
                    <a:gd name="T3" fmla="*/ 0 h 47"/>
                    <a:gd name="T4" fmla="*/ 37 w 43"/>
                    <a:gd name="T5" fmla="*/ 2 h 47"/>
                    <a:gd name="T6" fmla="*/ 35 w 43"/>
                    <a:gd name="T7" fmla="*/ 6 h 47"/>
                    <a:gd name="T8" fmla="*/ 34 w 43"/>
                    <a:gd name="T9" fmla="*/ 5 h 47"/>
                    <a:gd name="T10" fmla="*/ 32 w 43"/>
                    <a:gd name="T11" fmla="*/ 8 h 47"/>
                    <a:gd name="T12" fmla="*/ 25 w 43"/>
                    <a:gd name="T13" fmla="*/ 9 h 47"/>
                    <a:gd name="T14" fmla="*/ 27 w 43"/>
                    <a:gd name="T15" fmla="*/ 12 h 47"/>
                    <a:gd name="T16" fmla="*/ 26 w 43"/>
                    <a:gd name="T17" fmla="*/ 14 h 47"/>
                    <a:gd name="T18" fmla="*/ 24 w 43"/>
                    <a:gd name="T19" fmla="*/ 14 h 47"/>
                    <a:gd name="T20" fmla="*/ 17 w 43"/>
                    <a:gd name="T21" fmla="*/ 11 h 47"/>
                    <a:gd name="T22" fmla="*/ 15 w 43"/>
                    <a:gd name="T23" fmla="*/ 13 h 47"/>
                    <a:gd name="T24" fmla="*/ 13 w 43"/>
                    <a:gd name="T25" fmla="*/ 16 h 47"/>
                    <a:gd name="T26" fmla="*/ 10 w 43"/>
                    <a:gd name="T27" fmla="*/ 19 h 47"/>
                    <a:gd name="T28" fmla="*/ 6 w 43"/>
                    <a:gd name="T29" fmla="*/ 22 h 47"/>
                    <a:gd name="T30" fmla="*/ 1 w 43"/>
                    <a:gd name="T31" fmla="*/ 26 h 47"/>
                    <a:gd name="T32" fmla="*/ 1 w 43"/>
                    <a:gd name="T33" fmla="*/ 29 h 47"/>
                    <a:gd name="T34" fmla="*/ 6 w 43"/>
                    <a:gd name="T35" fmla="*/ 31 h 47"/>
                    <a:gd name="T36" fmla="*/ 7 w 43"/>
                    <a:gd name="T37" fmla="*/ 33 h 47"/>
                    <a:gd name="T38" fmla="*/ 6 w 43"/>
                    <a:gd name="T39" fmla="*/ 35 h 47"/>
                    <a:gd name="T40" fmla="*/ 4 w 43"/>
                    <a:gd name="T41" fmla="*/ 41 h 47"/>
                    <a:gd name="T42" fmla="*/ 3 w 43"/>
                    <a:gd name="T43" fmla="*/ 42 h 47"/>
                    <a:gd name="T44" fmla="*/ 3 w 43"/>
                    <a:gd name="T45" fmla="*/ 43 h 47"/>
                    <a:gd name="T46" fmla="*/ 4 w 43"/>
                    <a:gd name="T47" fmla="*/ 44 h 47"/>
                    <a:gd name="T48" fmla="*/ 5 w 43"/>
                    <a:gd name="T49" fmla="*/ 45 h 47"/>
                    <a:gd name="T50" fmla="*/ 8 w 43"/>
                    <a:gd name="T51" fmla="*/ 46 h 47"/>
                    <a:gd name="T52" fmla="*/ 13 w 43"/>
                    <a:gd name="T53" fmla="*/ 46 h 47"/>
                    <a:gd name="T54" fmla="*/ 13 w 43"/>
                    <a:gd name="T55" fmla="*/ 47 h 47"/>
                    <a:gd name="T56" fmla="*/ 15 w 43"/>
                    <a:gd name="T57" fmla="*/ 46 h 47"/>
                    <a:gd name="T58" fmla="*/ 19 w 43"/>
                    <a:gd name="T59" fmla="*/ 42 h 47"/>
                    <a:gd name="T60" fmla="*/ 25 w 43"/>
                    <a:gd name="T61" fmla="*/ 42 h 47"/>
                    <a:gd name="T62" fmla="*/ 26 w 43"/>
                    <a:gd name="T63" fmla="*/ 41 h 47"/>
                    <a:gd name="T64" fmla="*/ 26 w 43"/>
                    <a:gd name="T65" fmla="*/ 38 h 47"/>
                    <a:gd name="T66" fmla="*/ 21 w 43"/>
                    <a:gd name="T67" fmla="*/ 34 h 47"/>
                    <a:gd name="T68" fmla="*/ 21 w 43"/>
                    <a:gd name="T69" fmla="*/ 30 h 47"/>
                    <a:gd name="T70" fmla="*/ 27 w 43"/>
                    <a:gd name="T71" fmla="*/ 26 h 47"/>
                    <a:gd name="T72" fmla="*/ 29 w 43"/>
                    <a:gd name="T73" fmla="*/ 24 h 47"/>
                    <a:gd name="T74" fmla="*/ 35 w 43"/>
                    <a:gd name="T75" fmla="*/ 19 h 47"/>
                    <a:gd name="T76" fmla="*/ 36 w 43"/>
                    <a:gd name="T77" fmla="*/ 15 h 47"/>
                    <a:gd name="T78" fmla="*/ 36 w 43"/>
                    <a:gd name="T79" fmla="*/ 13 h 47"/>
                    <a:gd name="T80" fmla="*/ 41 w 43"/>
                    <a:gd name="T81" fmla="*/ 5 h 47"/>
                    <a:gd name="T82" fmla="*/ 42 w 43"/>
                    <a:gd name="T83" fmla="*/ 6 h 47"/>
                    <a:gd name="T84" fmla="*/ 42 w 43"/>
                    <a:gd name="T85" fmla="*/ 5 h 47"/>
                    <a:gd name="T86" fmla="*/ 42 w 43"/>
                    <a:gd name="T87"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 h="47">
                      <a:moveTo>
                        <a:pt x="41" y="3"/>
                      </a:moveTo>
                      <a:cubicBezTo>
                        <a:pt x="39" y="1"/>
                        <a:pt x="39" y="1"/>
                        <a:pt x="39" y="1"/>
                      </a:cubicBezTo>
                      <a:cubicBezTo>
                        <a:pt x="39" y="0"/>
                        <a:pt x="39" y="0"/>
                        <a:pt x="39" y="0"/>
                      </a:cubicBezTo>
                      <a:cubicBezTo>
                        <a:pt x="38" y="0"/>
                        <a:pt x="38" y="0"/>
                        <a:pt x="38" y="0"/>
                      </a:cubicBezTo>
                      <a:cubicBezTo>
                        <a:pt x="38" y="0"/>
                        <a:pt x="38" y="1"/>
                        <a:pt x="38" y="1"/>
                      </a:cubicBezTo>
                      <a:cubicBezTo>
                        <a:pt x="38" y="1"/>
                        <a:pt x="37" y="2"/>
                        <a:pt x="37" y="2"/>
                      </a:cubicBezTo>
                      <a:cubicBezTo>
                        <a:pt x="37" y="2"/>
                        <a:pt x="36" y="5"/>
                        <a:pt x="36" y="5"/>
                      </a:cubicBezTo>
                      <a:cubicBezTo>
                        <a:pt x="35" y="6"/>
                        <a:pt x="35" y="6"/>
                        <a:pt x="35" y="6"/>
                      </a:cubicBezTo>
                      <a:cubicBezTo>
                        <a:pt x="35" y="6"/>
                        <a:pt x="35" y="5"/>
                        <a:pt x="35" y="5"/>
                      </a:cubicBezTo>
                      <a:cubicBezTo>
                        <a:pt x="35" y="5"/>
                        <a:pt x="34" y="5"/>
                        <a:pt x="34" y="5"/>
                      </a:cubicBezTo>
                      <a:cubicBezTo>
                        <a:pt x="34" y="5"/>
                        <a:pt x="33" y="8"/>
                        <a:pt x="32" y="8"/>
                      </a:cubicBezTo>
                      <a:cubicBezTo>
                        <a:pt x="32" y="8"/>
                        <a:pt x="32" y="8"/>
                        <a:pt x="32" y="8"/>
                      </a:cubicBezTo>
                      <a:cubicBezTo>
                        <a:pt x="31" y="8"/>
                        <a:pt x="30" y="9"/>
                        <a:pt x="30" y="9"/>
                      </a:cubicBezTo>
                      <a:cubicBezTo>
                        <a:pt x="25" y="9"/>
                        <a:pt x="25" y="9"/>
                        <a:pt x="25" y="9"/>
                      </a:cubicBezTo>
                      <a:cubicBezTo>
                        <a:pt x="25" y="9"/>
                        <a:pt x="25" y="11"/>
                        <a:pt x="25" y="11"/>
                      </a:cubicBezTo>
                      <a:cubicBezTo>
                        <a:pt x="25" y="11"/>
                        <a:pt x="26" y="12"/>
                        <a:pt x="27" y="12"/>
                      </a:cubicBezTo>
                      <a:cubicBezTo>
                        <a:pt x="27" y="12"/>
                        <a:pt x="27" y="13"/>
                        <a:pt x="27" y="13"/>
                      </a:cubicBezTo>
                      <a:cubicBezTo>
                        <a:pt x="27" y="13"/>
                        <a:pt x="26" y="14"/>
                        <a:pt x="26" y="14"/>
                      </a:cubicBezTo>
                      <a:cubicBezTo>
                        <a:pt x="25" y="15"/>
                        <a:pt x="25" y="15"/>
                        <a:pt x="25" y="15"/>
                      </a:cubicBezTo>
                      <a:cubicBezTo>
                        <a:pt x="24" y="14"/>
                        <a:pt x="24" y="14"/>
                        <a:pt x="24" y="14"/>
                      </a:cubicBezTo>
                      <a:cubicBezTo>
                        <a:pt x="20" y="14"/>
                        <a:pt x="20" y="14"/>
                        <a:pt x="20" y="14"/>
                      </a:cubicBezTo>
                      <a:cubicBezTo>
                        <a:pt x="17" y="11"/>
                        <a:pt x="17" y="11"/>
                        <a:pt x="17" y="11"/>
                      </a:cubicBezTo>
                      <a:cubicBezTo>
                        <a:pt x="17" y="11"/>
                        <a:pt x="17" y="12"/>
                        <a:pt x="17" y="12"/>
                      </a:cubicBezTo>
                      <a:cubicBezTo>
                        <a:pt x="17" y="12"/>
                        <a:pt x="15" y="13"/>
                        <a:pt x="15" y="13"/>
                      </a:cubicBezTo>
                      <a:cubicBezTo>
                        <a:pt x="15" y="13"/>
                        <a:pt x="15" y="15"/>
                        <a:pt x="15" y="15"/>
                      </a:cubicBezTo>
                      <a:cubicBezTo>
                        <a:pt x="15" y="15"/>
                        <a:pt x="13" y="15"/>
                        <a:pt x="13" y="16"/>
                      </a:cubicBezTo>
                      <a:cubicBezTo>
                        <a:pt x="13" y="16"/>
                        <a:pt x="11" y="19"/>
                        <a:pt x="11" y="19"/>
                      </a:cubicBezTo>
                      <a:cubicBezTo>
                        <a:pt x="10" y="19"/>
                        <a:pt x="10" y="19"/>
                        <a:pt x="10" y="19"/>
                      </a:cubicBezTo>
                      <a:cubicBezTo>
                        <a:pt x="8" y="21"/>
                        <a:pt x="8" y="21"/>
                        <a:pt x="8" y="21"/>
                      </a:cubicBezTo>
                      <a:cubicBezTo>
                        <a:pt x="8" y="21"/>
                        <a:pt x="6" y="22"/>
                        <a:pt x="6" y="22"/>
                      </a:cubicBezTo>
                      <a:cubicBezTo>
                        <a:pt x="6" y="22"/>
                        <a:pt x="3" y="24"/>
                        <a:pt x="3" y="25"/>
                      </a:cubicBezTo>
                      <a:cubicBezTo>
                        <a:pt x="2" y="25"/>
                        <a:pt x="1" y="26"/>
                        <a:pt x="1" y="26"/>
                      </a:cubicBezTo>
                      <a:cubicBezTo>
                        <a:pt x="0" y="28"/>
                        <a:pt x="0" y="28"/>
                        <a:pt x="0" y="28"/>
                      </a:cubicBezTo>
                      <a:cubicBezTo>
                        <a:pt x="0" y="28"/>
                        <a:pt x="1" y="28"/>
                        <a:pt x="1" y="29"/>
                      </a:cubicBezTo>
                      <a:cubicBezTo>
                        <a:pt x="2" y="29"/>
                        <a:pt x="2" y="30"/>
                        <a:pt x="3" y="30"/>
                      </a:cubicBezTo>
                      <a:cubicBezTo>
                        <a:pt x="4" y="30"/>
                        <a:pt x="5" y="30"/>
                        <a:pt x="6" y="31"/>
                      </a:cubicBezTo>
                      <a:cubicBezTo>
                        <a:pt x="6" y="31"/>
                        <a:pt x="7" y="32"/>
                        <a:pt x="7" y="32"/>
                      </a:cubicBezTo>
                      <a:cubicBezTo>
                        <a:pt x="7" y="32"/>
                        <a:pt x="7" y="32"/>
                        <a:pt x="7" y="33"/>
                      </a:cubicBezTo>
                      <a:cubicBezTo>
                        <a:pt x="7" y="33"/>
                        <a:pt x="7" y="33"/>
                        <a:pt x="7" y="33"/>
                      </a:cubicBezTo>
                      <a:cubicBezTo>
                        <a:pt x="6" y="34"/>
                        <a:pt x="6" y="34"/>
                        <a:pt x="6" y="35"/>
                      </a:cubicBezTo>
                      <a:cubicBezTo>
                        <a:pt x="5" y="36"/>
                        <a:pt x="5" y="37"/>
                        <a:pt x="6" y="38"/>
                      </a:cubicBezTo>
                      <a:cubicBezTo>
                        <a:pt x="5" y="39"/>
                        <a:pt x="4" y="40"/>
                        <a:pt x="4" y="41"/>
                      </a:cubicBezTo>
                      <a:cubicBezTo>
                        <a:pt x="3" y="41"/>
                        <a:pt x="3" y="42"/>
                        <a:pt x="3" y="42"/>
                      </a:cubicBezTo>
                      <a:cubicBezTo>
                        <a:pt x="3" y="42"/>
                        <a:pt x="3" y="42"/>
                        <a:pt x="3" y="42"/>
                      </a:cubicBezTo>
                      <a:cubicBezTo>
                        <a:pt x="3" y="42"/>
                        <a:pt x="3" y="43"/>
                        <a:pt x="3" y="43"/>
                      </a:cubicBezTo>
                      <a:cubicBezTo>
                        <a:pt x="3" y="43"/>
                        <a:pt x="3" y="43"/>
                        <a:pt x="3" y="43"/>
                      </a:cubicBezTo>
                      <a:cubicBezTo>
                        <a:pt x="3" y="43"/>
                        <a:pt x="3" y="43"/>
                        <a:pt x="3" y="43"/>
                      </a:cubicBezTo>
                      <a:cubicBezTo>
                        <a:pt x="4" y="43"/>
                        <a:pt x="5" y="43"/>
                        <a:pt x="4" y="44"/>
                      </a:cubicBezTo>
                      <a:cubicBezTo>
                        <a:pt x="4" y="44"/>
                        <a:pt x="4" y="44"/>
                        <a:pt x="4" y="44"/>
                      </a:cubicBezTo>
                      <a:cubicBezTo>
                        <a:pt x="4" y="45"/>
                        <a:pt x="5" y="45"/>
                        <a:pt x="5" y="45"/>
                      </a:cubicBezTo>
                      <a:cubicBezTo>
                        <a:pt x="6" y="45"/>
                        <a:pt x="6" y="46"/>
                        <a:pt x="7" y="46"/>
                      </a:cubicBezTo>
                      <a:cubicBezTo>
                        <a:pt x="8" y="46"/>
                        <a:pt x="8" y="46"/>
                        <a:pt x="8" y="46"/>
                      </a:cubicBezTo>
                      <a:cubicBezTo>
                        <a:pt x="9" y="47"/>
                        <a:pt x="11" y="47"/>
                        <a:pt x="12" y="46"/>
                      </a:cubicBezTo>
                      <a:cubicBezTo>
                        <a:pt x="12" y="46"/>
                        <a:pt x="13" y="46"/>
                        <a:pt x="13" y="46"/>
                      </a:cubicBezTo>
                      <a:cubicBezTo>
                        <a:pt x="13" y="46"/>
                        <a:pt x="13" y="46"/>
                        <a:pt x="13" y="46"/>
                      </a:cubicBezTo>
                      <a:cubicBezTo>
                        <a:pt x="13" y="46"/>
                        <a:pt x="13" y="47"/>
                        <a:pt x="13" y="47"/>
                      </a:cubicBezTo>
                      <a:cubicBezTo>
                        <a:pt x="14" y="47"/>
                        <a:pt x="14" y="47"/>
                        <a:pt x="14" y="47"/>
                      </a:cubicBezTo>
                      <a:cubicBezTo>
                        <a:pt x="15" y="47"/>
                        <a:pt x="15" y="46"/>
                        <a:pt x="15" y="46"/>
                      </a:cubicBezTo>
                      <a:cubicBezTo>
                        <a:pt x="16" y="45"/>
                        <a:pt x="17" y="44"/>
                        <a:pt x="18" y="43"/>
                      </a:cubicBezTo>
                      <a:cubicBezTo>
                        <a:pt x="18" y="43"/>
                        <a:pt x="18" y="42"/>
                        <a:pt x="19" y="42"/>
                      </a:cubicBezTo>
                      <a:cubicBezTo>
                        <a:pt x="19" y="42"/>
                        <a:pt x="20" y="42"/>
                        <a:pt x="20" y="42"/>
                      </a:cubicBezTo>
                      <a:cubicBezTo>
                        <a:pt x="22" y="42"/>
                        <a:pt x="23" y="42"/>
                        <a:pt x="25" y="42"/>
                      </a:cubicBezTo>
                      <a:cubicBezTo>
                        <a:pt x="25" y="42"/>
                        <a:pt x="25" y="42"/>
                        <a:pt x="26" y="42"/>
                      </a:cubicBezTo>
                      <a:cubicBezTo>
                        <a:pt x="26" y="42"/>
                        <a:pt x="26" y="41"/>
                        <a:pt x="26" y="41"/>
                      </a:cubicBezTo>
                      <a:cubicBezTo>
                        <a:pt x="27" y="41"/>
                        <a:pt x="27" y="40"/>
                        <a:pt x="27" y="40"/>
                      </a:cubicBezTo>
                      <a:cubicBezTo>
                        <a:pt x="27" y="39"/>
                        <a:pt x="26" y="38"/>
                        <a:pt x="26" y="38"/>
                      </a:cubicBezTo>
                      <a:cubicBezTo>
                        <a:pt x="25" y="37"/>
                        <a:pt x="25" y="37"/>
                        <a:pt x="24" y="37"/>
                      </a:cubicBezTo>
                      <a:cubicBezTo>
                        <a:pt x="23" y="36"/>
                        <a:pt x="22" y="35"/>
                        <a:pt x="21" y="34"/>
                      </a:cubicBezTo>
                      <a:cubicBezTo>
                        <a:pt x="21" y="34"/>
                        <a:pt x="21" y="33"/>
                        <a:pt x="20" y="33"/>
                      </a:cubicBezTo>
                      <a:cubicBezTo>
                        <a:pt x="21" y="32"/>
                        <a:pt x="21" y="31"/>
                        <a:pt x="21" y="30"/>
                      </a:cubicBezTo>
                      <a:cubicBezTo>
                        <a:pt x="21" y="29"/>
                        <a:pt x="21" y="28"/>
                        <a:pt x="22" y="28"/>
                      </a:cubicBezTo>
                      <a:cubicBezTo>
                        <a:pt x="24" y="28"/>
                        <a:pt x="25" y="26"/>
                        <a:pt x="27" y="26"/>
                      </a:cubicBezTo>
                      <a:cubicBezTo>
                        <a:pt x="27" y="26"/>
                        <a:pt x="28" y="26"/>
                        <a:pt x="28" y="25"/>
                      </a:cubicBezTo>
                      <a:cubicBezTo>
                        <a:pt x="28" y="25"/>
                        <a:pt x="28" y="25"/>
                        <a:pt x="29" y="24"/>
                      </a:cubicBezTo>
                      <a:cubicBezTo>
                        <a:pt x="30" y="23"/>
                        <a:pt x="32" y="22"/>
                        <a:pt x="33" y="20"/>
                      </a:cubicBezTo>
                      <a:cubicBezTo>
                        <a:pt x="34" y="20"/>
                        <a:pt x="34" y="20"/>
                        <a:pt x="35" y="19"/>
                      </a:cubicBezTo>
                      <a:cubicBezTo>
                        <a:pt x="36" y="19"/>
                        <a:pt x="36" y="19"/>
                        <a:pt x="36" y="18"/>
                      </a:cubicBezTo>
                      <a:cubicBezTo>
                        <a:pt x="36" y="17"/>
                        <a:pt x="36" y="16"/>
                        <a:pt x="36" y="15"/>
                      </a:cubicBezTo>
                      <a:cubicBezTo>
                        <a:pt x="36" y="15"/>
                        <a:pt x="36" y="15"/>
                        <a:pt x="36" y="14"/>
                      </a:cubicBezTo>
                      <a:cubicBezTo>
                        <a:pt x="36" y="14"/>
                        <a:pt x="36" y="14"/>
                        <a:pt x="36" y="13"/>
                      </a:cubicBezTo>
                      <a:cubicBezTo>
                        <a:pt x="36" y="12"/>
                        <a:pt x="36" y="11"/>
                        <a:pt x="37" y="11"/>
                      </a:cubicBezTo>
                      <a:cubicBezTo>
                        <a:pt x="38" y="9"/>
                        <a:pt x="40" y="7"/>
                        <a:pt x="41" y="5"/>
                      </a:cubicBezTo>
                      <a:cubicBezTo>
                        <a:pt x="42" y="5"/>
                        <a:pt x="42" y="5"/>
                        <a:pt x="42" y="6"/>
                      </a:cubicBezTo>
                      <a:cubicBezTo>
                        <a:pt x="42" y="6"/>
                        <a:pt x="42" y="6"/>
                        <a:pt x="42" y="6"/>
                      </a:cubicBezTo>
                      <a:cubicBezTo>
                        <a:pt x="42" y="6"/>
                        <a:pt x="43" y="6"/>
                        <a:pt x="43" y="6"/>
                      </a:cubicBezTo>
                      <a:cubicBezTo>
                        <a:pt x="43" y="6"/>
                        <a:pt x="42" y="5"/>
                        <a:pt x="42" y="5"/>
                      </a:cubicBezTo>
                      <a:cubicBezTo>
                        <a:pt x="43" y="5"/>
                        <a:pt x="43" y="5"/>
                        <a:pt x="43" y="5"/>
                      </a:cubicBezTo>
                      <a:cubicBezTo>
                        <a:pt x="42" y="4"/>
                        <a:pt x="42" y="4"/>
                        <a:pt x="42" y="4"/>
                      </a:cubicBezTo>
                      <a:lnTo>
                        <a:pt x="41" y="3"/>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6" name="Freeform 845">
                  <a:extLst>
                    <a:ext uri="{FF2B5EF4-FFF2-40B4-BE49-F238E27FC236}">
                      <a16:creationId xmlns:a16="http://schemas.microsoft.com/office/drawing/2014/main" id="{E7C81A1A-E177-B07E-79D8-52A93020B6D7}"/>
                    </a:ext>
                  </a:extLst>
                </p:cNvPr>
                <p:cNvSpPr>
                  <a:spLocks/>
                </p:cNvSpPr>
                <p:nvPr/>
              </p:nvSpPr>
              <p:spPr bwMode="auto">
                <a:xfrm>
                  <a:off x="7635875" y="3987800"/>
                  <a:ext cx="228600" cy="130175"/>
                </a:xfrm>
                <a:custGeom>
                  <a:avLst/>
                  <a:gdLst>
                    <a:gd name="T0" fmla="*/ 2 w 55"/>
                    <a:gd name="T1" fmla="*/ 9 h 31"/>
                    <a:gd name="T2" fmla="*/ 0 w 55"/>
                    <a:gd name="T3" fmla="*/ 12 h 31"/>
                    <a:gd name="T4" fmla="*/ 10 w 55"/>
                    <a:gd name="T5" fmla="*/ 18 h 31"/>
                    <a:gd name="T6" fmla="*/ 13 w 55"/>
                    <a:gd name="T7" fmla="*/ 19 h 31"/>
                    <a:gd name="T8" fmla="*/ 16 w 55"/>
                    <a:gd name="T9" fmla="*/ 21 h 31"/>
                    <a:gd name="T10" fmla="*/ 18 w 55"/>
                    <a:gd name="T11" fmla="*/ 22 h 31"/>
                    <a:gd name="T12" fmla="*/ 22 w 55"/>
                    <a:gd name="T13" fmla="*/ 24 h 31"/>
                    <a:gd name="T14" fmla="*/ 25 w 55"/>
                    <a:gd name="T15" fmla="*/ 24 h 31"/>
                    <a:gd name="T16" fmla="*/ 27 w 55"/>
                    <a:gd name="T17" fmla="*/ 22 h 31"/>
                    <a:gd name="T18" fmla="*/ 31 w 55"/>
                    <a:gd name="T19" fmla="*/ 24 h 31"/>
                    <a:gd name="T20" fmla="*/ 34 w 55"/>
                    <a:gd name="T21" fmla="*/ 28 h 31"/>
                    <a:gd name="T22" fmla="*/ 37 w 55"/>
                    <a:gd name="T23" fmla="*/ 27 h 31"/>
                    <a:gd name="T24" fmla="*/ 39 w 55"/>
                    <a:gd name="T25" fmla="*/ 29 h 31"/>
                    <a:gd name="T26" fmla="*/ 43 w 55"/>
                    <a:gd name="T27" fmla="*/ 29 h 31"/>
                    <a:gd name="T28" fmla="*/ 46 w 55"/>
                    <a:gd name="T29" fmla="*/ 31 h 31"/>
                    <a:gd name="T30" fmla="*/ 48 w 55"/>
                    <a:gd name="T31" fmla="*/ 31 h 31"/>
                    <a:gd name="T32" fmla="*/ 50 w 55"/>
                    <a:gd name="T33" fmla="*/ 31 h 31"/>
                    <a:gd name="T34" fmla="*/ 52 w 55"/>
                    <a:gd name="T35" fmla="*/ 31 h 31"/>
                    <a:gd name="T36" fmla="*/ 54 w 55"/>
                    <a:gd name="T37" fmla="*/ 31 h 31"/>
                    <a:gd name="T38" fmla="*/ 54 w 55"/>
                    <a:gd name="T39" fmla="*/ 26 h 31"/>
                    <a:gd name="T40" fmla="*/ 55 w 55"/>
                    <a:gd name="T41" fmla="*/ 21 h 31"/>
                    <a:gd name="T42" fmla="*/ 53 w 55"/>
                    <a:gd name="T43" fmla="*/ 19 h 31"/>
                    <a:gd name="T44" fmla="*/ 48 w 55"/>
                    <a:gd name="T45" fmla="*/ 20 h 31"/>
                    <a:gd name="T46" fmla="*/ 43 w 55"/>
                    <a:gd name="T47" fmla="*/ 18 h 31"/>
                    <a:gd name="T48" fmla="*/ 41 w 55"/>
                    <a:gd name="T49" fmla="*/ 18 h 31"/>
                    <a:gd name="T50" fmla="*/ 39 w 55"/>
                    <a:gd name="T51" fmla="*/ 17 h 31"/>
                    <a:gd name="T52" fmla="*/ 34 w 55"/>
                    <a:gd name="T53" fmla="*/ 16 h 31"/>
                    <a:gd name="T54" fmla="*/ 33 w 55"/>
                    <a:gd name="T55" fmla="*/ 14 h 31"/>
                    <a:gd name="T56" fmla="*/ 28 w 55"/>
                    <a:gd name="T57" fmla="*/ 12 h 31"/>
                    <a:gd name="T58" fmla="*/ 28 w 55"/>
                    <a:gd name="T59" fmla="*/ 9 h 31"/>
                    <a:gd name="T60" fmla="*/ 26 w 55"/>
                    <a:gd name="T61" fmla="*/ 9 h 31"/>
                    <a:gd name="T62" fmla="*/ 23 w 55"/>
                    <a:gd name="T63" fmla="*/ 9 h 31"/>
                    <a:gd name="T64" fmla="*/ 21 w 55"/>
                    <a:gd name="T65" fmla="*/ 6 h 31"/>
                    <a:gd name="T66" fmla="*/ 18 w 55"/>
                    <a:gd name="T67" fmla="*/ 5 h 31"/>
                    <a:gd name="T68" fmla="*/ 15 w 55"/>
                    <a:gd name="T69" fmla="*/ 3 h 31"/>
                    <a:gd name="T70" fmla="*/ 14 w 55"/>
                    <a:gd name="T71" fmla="*/ 1 h 31"/>
                    <a:gd name="T72" fmla="*/ 12 w 55"/>
                    <a:gd name="T73" fmla="*/ 0 h 31"/>
                    <a:gd name="T74" fmla="*/ 9 w 55"/>
                    <a:gd name="T75" fmla="*/ 2 h 31"/>
                    <a:gd name="T76" fmla="*/ 7 w 55"/>
                    <a:gd name="T77" fmla="*/ 3 h 31"/>
                    <a:gd name="T78" fmla="*/ 3 w 55"/>
                    <a:gd name="T7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 h="31">
                      <a:moveTo>
                        <a:pt x="2" y="5"/>
                      </a:moveTo>
                      <a:cubicBezTo>
                        <a:pt x="2" y="9"/>
                        <a:pt x="2" y="9"/>
                        <a:pt x="2" y="9"/>
                      </a:cubicBezTo>
                      <a:cubicBezTo>
                        <a:pt x="0" y="10"/>
                        <a:pt x="0" y="10"/>
                        <a:pt x="0" y="10"/>
                      </a:cubicBezTo>
                      <a:cubicBezTo>
                        <a:pt x="0" y="12"/>
                        <a:pt x="0" y="12"/>
                        <a:pt x="0" y="12"/>
                      </a:cubicBezTo>
                      <a:cubicBezTo>
                        <a:pt x="2" y="14"/>
                        <a:pt x="2" y="14"/>
                        <a:pt x="2" y="14"/>
                      </a:cubicBezTo>
                      <a:cubicBezTo>
                        <a:pt x="10" y="18"/>
                        <a:pt x="10" y="18"/>
                        <a:pt x="10" y="18"/>
                      </a:cubicBezTo>
                      <a:cubicBezTo>
                        <a:pt x="12" y="19"/>
                        <a:pt x="12" y="19"/>
                        <a:pt x="12" y="19"/>
                      </a:cubicBezTo>
                      <a:cubicBezTo>
                        <a:pt x="13" y="19"/>
                        <a:pt x="13" y="19"/>
                        <a:pt x="13" y="19"/>
                      </a:cubicBezTo>
                      <a:cubicBezTo>
                        <a:pt x="16" y="21"/>
                        <a:pt x="16" y="21"/>
                        <a:pt x="16" y="21"/>
                      </a:cubicBezTo>
                      <a:cubicBezTo>
                        <a:pt x="16" y="21"/>
                        <a:pt x="16" y="21"/>
                        <a:pt x="16" y="21"/>
                      </a:cubicBezTo>
                      <a:cubicBezTo>
                        <a:pt x="18" y="21"/>
                        <a:pt x="18" y="21"/>
                        <a:pt x="18" y="21"/>
                      </a:cubicBezTo>
                      <a:cubicBezTo>
                        <a:pt x="18" y="22"/>
                        <a:pt x="18" y="22"/>
                        <a:pt x="18" y="22"/>
                      </a:cubicBezTo>
                      <a:cubicBezTo>
                        <a:pt x="21" y="23"/>
                        <a:pt x="21" y="23"/>
                        <a:pt x="21" y="23"/>
                      </a:cubicBezTo>
                      <a:cubicBezTo>
                        <a:pt x="22" y="24"/>
                        <a:pt x="22" y="24"/>
                        <a:pt x="22" y="24"/>
                      </a:cubicBezTo>
                      <a:cubicBezTo>
                        <a:pt x="23" y="23"/>
                        <a:pt x="23" y="23"/>
                        <a:pt x="23" y="23"/>
                      </a:cubicBezTo>
                      <a:cubicBezTo>
                        <a:pt x="23" y="23"/>
                        <a:pt x="25" y="24"/>
                        <a:pt x="25" y="24"/>
                      </a:cubicBezTo>
                      <a:cubicBezTo>
                        <a:pt x="25" y="24"/>
                        <a:pt x="26" y="23"/>
                        <a:pt x="26" y="23"/>
                      </a:cubicBezTo>
                      <a:cubicBezTo>
                        <a:pt x="27" y="22"/>
                        <a:pt x="27" y="22"/>
                        <a:pt x="27" y="22"/>
                      </a:cubicBezTo>
                      <a:cubicBezTo>
                        <a:pt x="27" y="22"/>
                        <a:pt x="29" y="23"/>
                        <a:pt x="29" y="23"/>
                      </a:cubicBezTo>
                      <a:cubicBezTo>
                        <a:pt x="29" y="23"/>
                        <a:pt x="31" y="24"/>
                        <a:pt x="31" y="24"/>
                      </a:cubicBezTo>
                      <a:cubicBezTo>
                        <a:pt x="31" y="26"/>
                        <a:pt x="31" y="26"/>
                        <a:pt x="31" y="26"/>
                      </a:cubicBezTo>
                      <a:cubicBezTo>
                        <a:pt x="34" y="28"/>
                        <a:pt x="34" y="28"/>
                        <a:pt x="34" y="28"/>
                      </a:cubicBezTo>
                      <a:cubicBezTo>
                        <a:pt x="36" y="28"/>
                        <a:pt x="36" y="28"/>
                        <a:pt x="36" y="28"/>
                      </a:cubicBezTo>
                      <a:cubicBezTo>
                        <a:pt x="37" y="27"/>
                        <a:pt x="37" y="27"/>
                        <a:pt x="37" y="27"/>
                      </a:cubicBezTo>
                      <a:cubicBezTo>
                        <a:pt x="37" y="27"/>
                        <a:pt x="38" y="28"/>
                        <a:pt x="38" y="28"/>
                      </a:cubicBezTo>
                      <a:cubicBezTo>
                        <a:pt x="38" y="28"/>
                        <a:pt x="39" y="29"/>
                        <a:pt x="39" y="29"/>
                      </a:cubicBezTo>
                      <a:cubicBezTo>
                        <a:pt x="40" y="29"/>
                        <a:pt x="40" y="29"/>
                        <a:pt x="40" y="29"/>
                      </a:cubicBezTo>
                      <a:cubicBezTo>
                        <a:pt x="43" y="29"/>
                        <a:pt x="43" y="29"/>
                        <a:pt x="43" y="29"/>
                      </a:cubicBezTo>
                      <a:cubicBezTo>
                        <a:pt x="44" y="30"/>
                        <a:pt x="44" y="30"/>
                        <a:pt x="44" y="30"/>
                      </a:cubicBezTo>
                      <a:cubicBezTo>
                        <a:pt x="46" y="31"/>
                        <a:pt x="46" y="31"/>
                        <a:pt x="46" y="31"/>
                      </a:cubicBezTo>
                      <a:cubicBezTo>
                        <a:pt x="47" y="30"/>
                        <a:pt x="47" y="30"/>
                        <a:pt x="47" y="30"/>
                      </a:cubicBezTo>
                      <a:cubicBezTo>
                        <a:pt x="47" y="30"/>
                        <a:pt x="48" y="31"/>
                        <a:pt x="48" y="31"/>
                      </a:cubicBezTo>
                      <a:cubicBezTo>
                        <a:pt x="48" y="31"/>
                        <a:pt x="49" y="31"/>
                        <a:pt x="49" y="31"/>
                      </a:cubicBezTo>
                      <a:cubicBezTo>
                        <a:pt x="50" y="31"/>
                        <a:pt x="50" y="31"/>
                        <a:pt x="50" y="31"/>
                      </a:cubicBezTo>
                      <a:cubicBezTo>
                        <a:pt x="50" y="31"/>
                        <a:pt x="51" y="30"/>
                        <a:pt x="51" y="31"/>
                      </a:cubicBezTo>
                      <a:cubicBezTo>
                        <a:pt x="52" y="31"/>
                        <a:pt x="52" y="31"/>
                        <a:pt x="52" y="31"/>
                      </a:cubicBezTo>
                      <a:cubicBezTo>
                        <a:pt x="52" y="31"/>
                        <a:pt x="52" y="30"/>
                        <a:pt x="53" y="30"/>
                      </a:cubicBezTo>
                      <a:cubicBezTo>
                        <a:pt x="53" y="30"/>
                        <a:pt x="54" y="31"/>
                        <a:pt x="54" y="31"/>
                      </a:cubicBezTo>
                      <a:cubicBezTo>
                        <a:pt x="55" y="29"/>
                        <a:pt x="55" y="29"/>
                        <a:pt x="55" y="29"/>
                      </a:cubicBezTo>
                      <a:cubicBezTo>
                        <a:pt x="55" y="29"/>
                        <a:pt x="54" y="26"/>
                        <a:pt x="54" y="26"/>
                      </a:cubicBezTo>
                      <a:cubicBezTo>
                        <a:pt x="54" y="25"/>
                        <a:pt x="54" y="22"/>
                        <a:pt x="54" y="22"/>
                      </a:cubicBezTo>
                      <a:cubicBezTo>
                        <a:pt x="54" y="22"/>
                        <a:pt x="55" y="21"/>
                        <a:pt x="55" y="21"/>
                      </a:cubicBezTo>
                      <a:cubicBezTo>
                        <a:pt x="55" y="21"/>
                        <a:pt x="55" y="19"/>
                        <a:pt x="55" y="19"/>
                      </a:cubicBezTo>
                      <a:cubicBezTo>
                        <a:pt x="53" y="19"/>
                        <a:pt x="53" y="19"/>
                        <a:pt x="53" y="19"/>
                      </a:cubicBezTo>
                      <a:cubicBezTo>
                        <a:pt x="53" y="19"/>
                        <a:pt x="52" y="20"/>
                        <a:pt x="51" y="20"/>
                      </a:cubicBezTo>
                      <a:cubicBezTo>
                        <a:pt x="50" y="20"/>
                        <a:pt x="48" y="20"/>
                        <a:pt x="48" y="20"/>
                      </a:cubicBezTo>
                      <a:cubicBezTo>
                        <a:pt x="48" y="20"/>
                        <a:pt x="45" y="18"/>
                        <a:pt x="45" y="18"/>
                      </a:cubicBezTo>
                      <a:cubicBezTo>
                        <a:pt x="45" y="18"/>
                        <a:pt x="43" y="18"/>
                        <a:pt x="43" y="18"/>
                      </a:cubicBezTo>
                      <a:cubicBezTo>
                        <a:pt x="43" y="18"/>
                        <a:pt x="43" y="19"/>
                        <a:pt x="42" y="19"/>
                      </a:cubicBezTo>
                      <a:cubicBezTo>
                        <a:pt x="41" y="19"/>
                        <a:pt x="41" y="18"/>
                        <a:pt x="41" y="18"/>
                      </a:cubicBezTo>
                      <a:cubicBezTo>
                        <a:pt x="40" y="18"/>
                        <a:pt x="40" y="18"/>
                        <a:pt x="40" y="18"/>
                      </a:cubicBezTo>
                      <a:cubicBezTo>
                        <a:pt x="40" y="18"/>
                        <a:pt x="39" y="17"/>
                        <a:pt x="39" y="17"/>
                      </a:cubicBezTo>
                      <a:cubicBezTo>
                        <a:pt x="38" y="16"/>
                        <a:pt x="38" y="16"/>
                        <a:pt x="37" y="16"/>
                      </a:cubicBezTo>
                      <a:cubicBezTo>
                        <a:pt x="37" y="16"/>
                        <a:pt x="35" y="16"/>
                        <a:pt x="34" y="16"/>
                      </a:cubicBezTo>
                      <a:cubicBezTo>
                        <a:pt x="34" y="16"/>
                        <a:pt x="33" y="16"/>
                        <a:pt x="33" y="15"/>
                      </a:cubicBezTo>
                      <a:cubicBezTo>
                        <a:pt x="33" y="15"/>
                        <a:pt x="34" y="14"/>
                        <a:pt x="33" y="14"/>
                      </a:cubicBezTo>
                      <a:cubicBezTo>
                        <a:pt x="33" y="14"/>
                        <a:pt x="32" y="14"/>
                        <a:pt x="31" y="14"/>
                      </a:cubicBezTo>
                      <a:cubicBezTo>
                        <a:pt x="30" y="14"/>
                        <a:pt x="28" y="12"/>
                        <a:pt x="28" y="12"/>
                      </a:cubicBezTo>
                      <a:cubicBezTo>
                        <a:pt x="28" y="11"/>
                        <a:pt x="28" y="11"/>
                        <a:pt x="28" y="11"/>
                      </a:cubicBezTo>
                      <a:cubicBezTo>
                        <a:pt x="28" y="9"/>
                        <a:pt x="28" y="9"/>
                        <a:pt x="28" y="9"/>
                      </a:cubicBezTo>
                      <a:cubicBezTo>
                        <a:pt x="26" y="9"/>
                        <a:pt x="26" y="9"/>
                        <a:pt x="26" y="9"/>
                      </a:cubicBezTo>
                      <a:cubicBezTo>
                        <a:pt x="26" y="9"/>
                        <a:pt x="26" y="9"/>
                        <a:pt x="26" y="9"/>
                      </a:cubicBezTo>
                      <a:cubicBezTo>
                        <a:pt x="24" y="9"/>
                        <a:pt x="24" y="9"/>
                        <a:pt x="24" y="9"/>
                      </a:cubicBezTo>
                      <a:cubicBezTo>
                        <a:pt x="24" y="9"/>
                        <a:pt x="23" y="9"/>
                        <a:pt x="23" y="9"/>
                      </a:cubicBezTo>
                      <a:cubicBezTo>
                        <a:pt x="23" y="8"/>
                        <a:pt x="22" y="7"/>
                        <a:pt x="22" y="7"/>
                      </a:cubicBezTo>
                      <a:cubicBezTo>
                        <a:pt x="22" y="7"/>
                        <a:pt x="22" y="6"/>
                        <a:pt x="21" y="6"/>
                      </a:cubicBezTo>
                      <a:cubicBezTo>
                        <a:pt x="21" y="6"/>
                        <a:pt x="19" y="6"/>
                        <a:pt x="19" y="6"/>
                      </a:cubicBezTo>
                      <a:cubicBezTo>
                        <a:pt x="19" y="6"/>
                        <a:pt x="18" y="6"/>
                        <a:pt x="18" y="5"/>
                      </a:cubicBezTo>
                      <a:cubicBezTo>
                        <a:pt x="18" y="5"/>
                        <a:pt x="17" y="4"/>
                        <a:pt x="17" y="4"/>
                      </a:cubicBezTo>
                      <a:cubicBezTo>
                        <a:pt x="17" y="4"/>
                        <a:pt x="15" y="3"/>
                        <a:pt x="15" y="3"/>
                      </a:cubicBezTo>
                      <a:cubicBezTo>
                        <a:pt x="14" y="3"/>
                        <a:pt x="14" y="3"/>
                        <a:pt x="14" y="3"/>
                      </a:cubicBezTo>
                      <a:cubicBezTo>
                        <a:pt x="14" y="1"/>
                        <a:pt x="14" y="1"/>
                        <a:pt x="14" y="1"/>
                      </a:cubicBezTo>
                      <a:cubicBezTo>
                        <a:pt x="14" y="1"/>
                        <a:pt x="13" y="1"/>
                        <a:pt x="13" y="0"/>
                      </a:cubicBezTo>
                      <a:cubicBezTo>
                        <a:pt x="13" y="0"/>
                        <a:pt x="12" y="0"/>
                        <a:pt x="12" y="0"/>
                      </a:cubicBezTo>
                      <a:cubicBezTo>
                        <a:pt x="9" y="0"/>
                        <a:pt x="9" y="0"/>
                        <a:pt x="9" y="0"/>
                      </a:cubicBezTo>
                      <a:cubicBezTo>
                        <a:pt x="9" y="2"/>
                        <a:pt x="9" y="2"/>
                        <a:pt x="9" y="2"/>
                      </a:cubicBezTo>
                      <a:cubicBezTo>
                        <a:pt x="8" y="2"/>
                        <a:pt x="8" y="2"/>
                        <a:pt x="8" y="2"/>
                      </a:cubicBezTo>
                      <a:cubicBezTo>
                        <a:pt x="7" y="3"/>
                        <a:pt x="7" y="3"/>
                        <a:pt x="7" y="3"/>
                      </a:cubicBezTo>
                      <a:cubicBezTo>
                        <a:pt x="6" y="1"/>
                        <a:pt x="6" y="1"/>
                        <a:pt x="6" y="1"/>
                      </a:cubicBezTo>
                      <a:cubicBezTo>
                        <a:pt x="3" y="4"/>
                        <a:pt x="3" y="4"/>
                        <a:pt x="3" y="4"/>
                      </a:cubicBezTo>
                      <a:lnTo>
                        <a:pt x="2" y="5"/>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7" name="Freeform 846">
                  <a:extLst>
                    <a:ext uri="{FF2B5EF4-FFF2-40B4-BE49-F238E27FC236}">
                      <a16:creationId xmlns:a16="http://schemas.microsoft.com/office/drawing/2014/main" id="{3A3EBD86-9893-D92F-CF0D-85CCA7911916}"/>
                    </a:ext>
                  </a:extLst>
                </p:cNvPr>
                <p:cNvSpPr>
                  <a:spLocks noEditPoints="1"/>
                </p:cNvSpPr>
                <p:nvPr/>
              </p:nvSpPr>
              <p:spPr bwMode="auto">
                <a:xfrm>
                  <a:off x="7972425" y="4054475"/>
                  <a:ext cx="250825" cy="550863"/>
                </a:xfrm>
                <a:custGeom>
                  <a:avLst/>
                  <a:gdLst>
                    <a:gd name="T0" fmla="*/ 57 w 60"/>
                    <a:gd name="T1" fmla="*/ 54 h 132"/>
                    <a:gd name="T2" fmla="*/ 54 w 60"/>
                    <a:gd name="T3" fmla="*/ 59 h 132"/>
                    <a:gd name="T4" fmla="*/ 49 w 60"/>
                    <a:gd name="T5" fmla="*/ 62 h 132"/>
                    <a:gd name="T6" fmla="*/ 42 w 60"/>
                    <a:gd name="T7" fmla="*/ 66 h 132"/>
                    <a:gd name="T8" fmla="*/ 40 w 60"/>
                    <a:gd name="T9" fmla="*/ 73 h 132"/>
                    <a:gd name="T10" fmla="*/ 42 w 60"/>
                    <a:gd name="T11" fmla="*/ 81 h 132"/>
                    <a:gd name="T12" fmla="*/ 48 w 60"/>
                    <a:gd name="T13" fmla="*/ 89 h 132"/>
                    <a:gd name="T14" fmla="*/ 46 w 60"/>
                    <a:gd name="T15" fmla="*/ 96 h 132"/>
                    <a:gd name="T16" fmla="*/ 52 w 60"/>
                    <a:gd name="T17" fmla="*/ 109 h 132"/>
                    <a:gd name="T18" fmla="*/ 54 w 60"/>
                    <a:gd name="T19" fmla="*/ 120 h 132"/>
                    <a:gd name="T20" fmla="*/ 50 w 60"/>
                    <a:gd name="T21" fmla="*/ 129 h 132"/>
                    <a:gd name="T22" fmla="*/ 48 w 60"/>
                    <a:gd name="T23" fmla="*/ 129 h 132"/>
                    <a:gd name="T24" fmla="*/ 49 w 60"/>
                    <a:gd name="T25" fmla="*/ 124 h 132"/>
                    <a:gd name="T26" fmla="*/ 49 w 60"/>
                    <a:gd name="T27" fmla="*/ 119 h 132"/>
                    <a:gd name="T28" fmla="*/ 48 w 60"/>
                    <a:gd name="T29" fmla="*/ 114 h 132"/>
                    <a:gd name="T30" fmla="*/ 46 w 60"/>
                    <a:gd name="T31" fmla="*/ 108 h 132"/>
                    <a:gd name="T32" fmla="*/ 44 w 60"/>
                    <a:gd name="T33" fmla="*/ 106 h 132"/>
                    <a:gd name="T34" fmla="*/ 42 w 60"/>
                    <a:gd name="T35" fmla="*/ 100 h 132"/>
                    <a:gd name="T36" fmla="*/ 41 w 60"/>
                    <a:gd name="T37" fmla="*/ 92 h 132"/>
                    <a:gd name="T38" fmla="*/ 40 w 60"/>
                    <a:gd name="T39" fmla="*/ 89 h 132"/>
                    <a:gd name="T40" fmla="*/ 37 w 60"/>
                    <a:gd name="T41" fmla="*/ 88 h 132"/>
                    <a:gd name="T42" fmla="*/ 33 w 60"/>
                    <a:gd name="T43" fmla="*/ 81 h 132"/>
                    <a:gd name="T44" fmla="*/ 33 w 60"/>
                    <a:gd name="T45" fmla="*/ 87 h 132"/>
                    <a:gd name="T46" fmla="*/ 30 w 60"/>
                    <a:gd name="T47" fmla="*/ 86 h 132"/>
                    <a:gd name="T48" fmla="*/ 28 w 60"/>
                    <a:gd name="T49" fmla="*/ 89 h 132"/>
                    <a:gd name="T50" fmla="*/ 23 w 60"/>
                    <a:gd name="T51" fmla="*/ 92 h 132"/>
                    <a:gd name="T52" fmla="*/ 20 w 60"/>
                    <a:gd name="T53" fmla="*/ 92 h 132"/>
                    <a:gd name="T54" fmla="*/ 18 w 60"/>
                    <a:gd name="T55" fmla="*/ 92 h 132"/>
                    <a:gd name="T56" fmla="*/ 19 w 60"/>
                    <a:gd name="T57" fmla="*/ 88 h 132"/>
                    <a:gd name="T58" fmla="*/ 17 w 60"/>
                    <a:gd name="T59" fmla="*/ 92 h 132"/>
                    <a:gd name="T60" fmla="*/ 17 w 60"/>
                    <a:gd name="T61" fmla="*/ 88 h 132"/>
                    <a:gd name="T62" fmla="*/ 18 w 60"/>
                    <a:gd name="T63" fmla="*/ 82 h 132"/>
                    <a:gd name="T64" fmla="*/ 17 w 60"/>
                    <a:gd name="T65" fmla="*/ 77 h 132"/>
                    <a:gd name="T66" fmla="*/ 15 w 60"/>
                    <a:gd name="T67" fmla="*/ 73 h 132"/>
                    <a:gd name="T68" fmla="*/ 12 w 60"/>
                    <a:gd name="T69" fmla="*/ 70 h 132"/>
                    <a:gd name="T70" fmla="*/ 9 w 60"/>
                    <a:gd name="T71" fmla="*/ 70 h 132"/>
                    <a:gd name="T72" fmla="*/ 9 w 60"/>
                    <a:gd name="T73" fmla="*/ 69 h 132"/>
                    <a:gd name="T74" fmla="*/ 11 w 60"/>
                    <a:gd name="T75" fmla="*/ 67 h 132"/>
                    <a:gd name="T76" fmla="*/ 9 w 60"/>
                    <a:gd name="T77" fmla="*/ 64 h 132"/>
                    <a:gd name="T78" fmla="*/ 6 w 60"/>
                    <a:gd name="T79" fmla="*/ 62 h 132"/>
                    <a:gd name="T80" fmla="*/ 5 w 60"/>
                    <a:gd name="T81" fmla="*/ 61 h 132"/>
                    <a:gd name="T82" fmla="*/ 1 w 60"/>
                    <a:gd name="T83" fmla="*/ 60 h 132"/>
                    <a:gd name="T84" fmla="*/ 0 w 60"/>
                    <a:gd name="T85" fmla="*/ 55 h 132"/>
                    <a:gd name="T86" fmla="*/ 4 w 60"/>
                    <a:gd name="T87" fmla="*/ 49 h 132"/>
                    <a:gd name="T88" fmla="*/ 18 w 60"/>
                    <a:gd name="T89" fmla="*/ 30 h 132"/>
                    <a:gd name="T90" fmla="*/ 19 w 60"/>
                    <a:gd name="T91" fmla="*/ 21 h 132"/>
                    <a:gd name="T92" fmla="*/ 22 w 60"/>
                    <a:gd name="T93" fmla="*/ 11 h 132"/>
                    <a:gd name="T94" fmla="*/ 27 w 60"/>
                    <a:gd name="T95" fmla="*/ 6 h 132"/>
                    <a:gd name="T96" fmla="*/ 34 w 60"/>
                    <a:gd name="T97" fmla="*/ 5 h 132"/>
                    <a:gd name="T98" fmla="*/ 34 w 60"/>
                    <a:gd name="T99" fmla="*/ 0 h 132"/>
                    <a:gd name="T100" fmla="*/ 40 w 60"/>
                    <a:gd name="T101" fmla="*/ 1 h 132"/>
                    <a:gd name="T102" fmla="*/ 45 w 60"/>
                    <a:gd name="T103" fmla="*/ 11 h 132"/>
                    <a:gd name="T104" fmla="*/ 39 w 60"/>
                    <a:gd name="T105" fmla="*/ 25 h 132"/>
                    <a:gd name="T106" fmla="*/ 39 w 60"/>
                    <a:gd name="T107" fmla="*/ 31 h 132"/>
                    <a:gd name="T108" fmla="*/ 45 w 60"/>
                    <a:gd name="T109" fmla="*/ 35 h 132"/>
                    <a:gd name="T110" fmla="*/ 50 w 60"/>
                    <a:gd name="T111" fmla="*/ 40 h 132"/>
                    <a:gd name="T112" fmla="*/ 50 w 60"/>
                    <a:gd name="T113" fmla="*/ 46 h 132"/>
                    <a:gd name="T114" fmla="*/ 52 w 60"/>
                    <a:gd name="T115" fmla="*/ 51 h 132"/>
                    <a:gd name="T116" fmla="*/ 60 w 60"/>
                    <a:gd name="T117" fmla="*/ 52 h 132"/>
                    <a:gd name="T118" fmla="*/ 10 w 60"/>
                    <a:gd name="T119" fmla="*/ 7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 h="132">
                      <a:moveTo>
                        <a:pt x="60" y="52"/>
                      </a:moveTo>
                      <a:cubicBezTo>
                        <a:pt x="60" y="52"/>
                        <a:pt x="59" y="53"/>
                        <a:pt x="59" y="53"/>
                      </a:cubicBezTo>
                      <a:cubicBezTo>
                        <a:pt x="59" y="53"/>
                        <a:pt x="58" y="54"/>
                        <a:pt x="57" y="54"/>
                      </a:cubicBezTo>
                      <a:cubicBezTo>
                        <a:pt x="57" y="54"/>
                        <a:pt x="57" y="54"/>
                        <a:pt x="57" y="54"/>
                      </a:cubicBezTo>
                      <a:cubicBezTo>
                        <a:pt x="56" y="54"/>
                        <a:pt x="56" y="55"/>
                        <a:pt x="56" y="55"/>
                      </a:cubicBezTo>
                      <a:cubicBezTo>
                        <a:pt x="55" y="56"/>
                        <a:pt x="56" y="56"/>
                        <a:pt x="56" y="57"/>
                      </a:cubicBezTo>
                      <a:cubicBezTo>
                        <a:pt x="56" y="58"/>
                        <a:pt x="56" y="57"/>
                        <a:pt x="55" y="57"/>
                      </a:cubicBezTo>
                      <a:cubicBezTo>
                        <a:pt x="54" y="58"/>
                        <a:pt x="54" y="58"/>
                        <a:pt x="54" y="59"/>
                      </a:cubicBezTo>
                      <a:cubicBezTo>
                        <a:pt x="54" y="59"/>
                        <a:pt x="53" y="59"/>
                        <a:pt x="52" y="59"/>
                      </a:cubicBezTo>
                      <a:cubicBezTo>
                        <a:pt x="51" y="59"/>
                        <a:pt x="50" y="60"/>
                        <a:pt x="50" y="60"/>
                      </a:cubicBezTo>
                      <a:cubicBezTo>
                        <a:pt x="50" y="61"/>
                        <a:pt x="50" y="61"/>
                        <a:pt x="50" y="62"/>
                      </a:cubicBezTo>
                      <a:cubicBezTo>
                        <a:pt x="50" y="62"/>
                        <a:pt x="49" y="62"/>
                        <a:pt x="49" y="62"/>
                      </a:cubicBezTo>
                      <a:cubicBezTo>
                        <a:pt x="48" y="62"/>
                        <a:pt x="48" y="62"/>
                        <a:pt x="47" y="63"/>
                      </a:cubicBezTo>
                      <a:cubicBezTo>
                        <a:pt x="47" y="63"/>
                        <a:pt x="47" y="65"/>
                        <a:pt x="46" y="65"/>
                      </a:cubicBezTo>
                      <a:cubicBezTo>
                        <a:pt x="46" y="65"/>
                        <a:pt x="45" y="66"/>
                        <a:pt x="44" y="66"/>
                      </a:cubicBezTo>
                      <a:cubicBezTo>
                        <a:pt x="44" y="66"/>
                        <a:pt x="43" y="66"/>
                        <a:pt x="42" y="66"/>
                      </a:cubicBezTo>
                      <a:cubicBezTo>
                        <a:pt x="42" y="66"/>
                        <a:pt x="41" y="66"/>
                        <a:pt x="40" y="67"/>
                      </a:cubicBezTo>
                      <a:cubicBezTo>
                        <a:pt x="40" y="67"/>
                        <a:pt x="40" y="69"/>
                        <a:pt x="40" y="70"/>
                      </a:cubicBezTo>
                      <a:cubicBezTo>
                        <a:pt x="40" y="70"/>
                        <a:pt x="39" y="71"/>
                        <a:pt x="39" y="71"/>
                      </a:cubicBezTo>
                      <a:cubicBezTo>
                        <a:pt x="39" y="72"/>
                        <a:pt x="40" y="73"/>
                        <a:pt x="40" y="73"/>
                      </a:cubicBezTo>
                      <a:cubicBezTo>
                        <a:pt x="39" y="74"/>
                        <a:pt x="38" y="74"/>
                        <a:pt x="37" y="75"/>
                      </a:cubicBezTo>
                      <a:cubicBezTo>
                        <a:pt x="36" y="76"/>
                        <a:pt x="37" y="76"/>
                        <a:pt x="38" y="76"/>
                      </a:cubicBezTo>
                      <a:cubicBezTo>
                        <a:pt x="38" y="76"/>
                        <a:pt x="39" y="76"/>
                        <a:pt x="40" y="78"/>
                      </a:cubicBezTo>
                      <a:cubicBezTo>
                        <a:pt x="41" y="81"/>
                        <a:pt x="42" y="80"/>
                        <a:pt x="42" y="81"/>
                      </a:cubicBezTo>
                      <a:cubicBezTo>
                        <a:pt x="42" y="81"/>
                        <a:pt x="43" y="83"/>
                        <a:pt x="44" y="84"/>
                      </a:cubicBezTo>
                      <a:cubicBezTo>
                        <a:pt x="44" y="85"/>
                        <a:pt x="46" y="86"/>
                        <a:pt x="46" y="86"/>
                      </a:cubicBezTo>
                      <a:cubicBezTo>
                        <a:pt x="46" y="86"/>
                        <a:pt x="46" y="87"/>
                        <a:pt x="46" y="88"/>
                      </a:cubicBezTo>
                      <a:cubicBezTo>
                        <a:pt x="47" y="88"/>
                        <a:pt x="48" y="89"/>
                        <a:pt x="48" y="89"/>
                      </a:cubicBezTo>
                      <a:cubicBezTo>
                        <a:pt x="48" y="90"/>
                        <a:pt x="47" y="90"/>
                        <a:pt x="46" y="91"/>
                      </a:cubicBezTo>
                      <a:cubicBezTo>
                        <a:pt x="46" y="91"/>
                        <a:pt x="46" y="92"/>
                        <a:pt x="46" y="92"/>
                      </a:cubicBezTo>
                      <a:cubicBezTo>
                        <a:pt x="46" y="93"/>
                        <a:pt x="46" y="93"/>
                        <a:pt x="46" y="94"/>
                      </a:cubicBezTo>
                      <a:cubicBezTo>
                        <a:pt x="46" y="95"/>
                        <a:pt x="46" y="95"/>
                        <a:pt x="46" y="96"/>
                      </a:cubicBezTo>
                      <a:cubicBezTo>
                        <a:pt x="45" y="96"/>
                        <a:pt x="45" y="97"/>
                        <a:pt x="45" y="98"/>
                      </a:cubicBezTo>
                      <a:cubicBezTo>
                        <a:pt x="45" y="98"/>
                        <a:pt x="46" y="100"/>
                        <a:pt x="47" y="101"/>
                      </a:cubicBezTo>
                      <a:cubicBezTo>
                        <a:pt x="48" y="102"/>
                        <a:pt x="50" y="103"/>
                        <a:pt x="51" y="105"/>
                      </a:cubicBezTo>
                      <a:cubicBezTo>
                        <a:pt x="52" y="106"/>
                        <a:pt x="52" y="107"/>
                        <a:pt x="52" y="109"/>
                      </a:cubicBezTo>
                      <a:cubicBezTo>
                        <a:pt x="52" y="111"/>
                        <a:pt x="52" y="111"/>
                        <a:pt x="52" y="111"/>
                      </a:cubicBezTo>
                      <a:cubicBezTo>
                        <a:pt x="53" y="112"/>
                        <a:pt x="53" y="113"/>
                        <a:pt x="54" y="115"/>
                      </a:cubicBezTo>
                      <a:cubicBezTo>
                        <a:pt x="54" y="116"/>
                        <a:pt x="54" y="117"/>
                        <a:pt x="54" y="118"/>
                      </a:cubicBezTo>
                      <a:cubicBezTo>
                        <a:pt x="54" y="119"/>
                        <a:pt x="54" y="120"/>
                        <a:pt x="54" y="120"/>
                      </a:cubicBezTo>
                      <a:cubicBezTo>
                        <a:pt x="54" y="121"/>
                        <a:pt x="54" y="121"/>
                        <a:pt x="54" y="122"/>
                      </a:cubicBezTo>
                      <a:cubicBezTo>
                        <a:pt x="53" y="122"/>
                        <a:pt x="53" y="124"/>
                        <a:pt x="53" y="125"/>
                      </a:cubicBezTo>
                      <a:cubicBezTo>
                        <a:pt x="52" y="125"/>
                        <a:pt x="51" y="126"/>
                        <a:pt x="51" y="127"/>
                      </a:cubicBezTo>
                      <a:cubicBezTo>
                        <a:pt x="51" y="127"/>
                        <a:pt x="50" y="128"/>
                        <a:pt x="50" y="129"/>
                      </a:cubicBezTo>
                      <a:cubicBezTo>
                        <a:pt x="50" y="130"/>
                        <a:pt x="49" y="132"/>
                        <a:pt x="49" y="132"/>
                      </a:cubicBezTo>
                      <a:cubicBezTo>
                        <a:pt x="49" y="132"/>
                        <a:pt x="48" y="132"/>
                        <a:pt x="48" y="132"/>
                      </a:cubicBezTo>
                      <a:cubicBezTo>
                        <a:pt x="48" y="132"/>
                        <a:pt x="48" y="132"/>
                        <a:pt x="48" y="131"/>
                      </a:cubicBezTo>
                      <a:cubicBezTo>
                        <a:pt x="48" y="130"/>
                        <a:pt x="48" y="130"/>
                        <a:pt x="48" y="129"/>
                      </a:cubicBezTo>
                      <a:cubicBezTo>
                        <a:pt x="47" y="129"/>
                        <a:pt x="47" y="128"/>
                        <a:pt x="47" y="128"/>
                      </a:cubicBezTo>
                      <a:cubicBezTo>
                        <a:pt x="48" y="128"/>
                        <a:pt x="48" y="127"/>
                        <a:pt x="49" y="127"/>
                      </a:cubicBezTo>
                      <a:cubicBezTo>
                        <a:pt x="49" y="126"/>
                        <a:pt x="50" y="126"/>
                        <a:pt x="49" y="125"/>
                      </a:cubicBezTo>
                      <a:cubicBezTo>
                        <a:pt x="49" y="125"/>
                        <a:pt x="48" y="125"/>
                        <a:pt x="49" y="124"/>
                      </a:cubicBezTo>
                      <a:cubicBezTo>
                        <a:pt x="49" y="124"/>
                        <a:pt x="50" y="123"/>
                        <a:pt x="50" y="123"/>
                      </a:cubicBezTo>
                      <a:cubicBezTo>
                        <a:pt x="50" y="123"/>
                        <a:pt x="49" y="121"/>
                        <a:pt x="49" y="121"/>
                      </a:cubicBezTo>
                      <a:cubicBezTo>
                        <a:pt x="49" y="121"/>
                        <a:pt x="49" y="121"/>
                        <a:pt x="50" y="120"/>
                      </a:cubicBezTo>
                      <a:cubicBezTo>
                        <a:pt x="50" y="120"/>
                        <a:pt x="50" y="119"/>
                        <a:pt x="49" y="119"/>
                      </a:cubicBezTo>
                      <a:cubicBezTo>
                        <a:pt x="49" y="118"/>
                        <a:pt x="49" y="118"/>
                        <a:pt x="48" y="118"/>
                      </a:cubicBezTo>
                      <a:cubicBezTo>
                        <a:pt x="48" y="117"/>
                        <a:pt x="48" y="117"/>
                        <a:pt x="49" y="117"/>
                      </a:cubicBezTo>
                      <a:cubicBezTo>
                        <a:pt x="49" y="116"/>
                        <a:pt x="49" y="116"/>
                        <a:pt x="49" y="115"/>
                      </a:cubicBezTo>
                      <a:cubicBezTo>
                        <a:pt x="49" y="115"/>
                        <a:pt x="49" y="115"/>
                        <a:pt x="48" y="114"/>
                      </a:cubicBezTo>
                      <a:cubicBezTo>
                        <a:pt x="48" y="114"/>
                        <a:pt x="47" y="114"/>
                        <a:pt x="47" y="113"/>
                      </a:cubicBezTo>
                      <a:cubicBezTo>
                        <a:pt x="47" y="112"/>
                        <a:pt x="47" y="110"/>
                        <a:pt x="47" y="110"/>
                      </a:cubicBezTo>
                      <a:cubicBezTo>
                        <a:pt x="47" y="110"/>
                        <a:pt x="46" y="110"/>
                        <a:pt x="46" y="109"/>
                      </a:cubicBezTo>
                      <a:cubicBezTo>
                        <a:pt x="46" y="108"/>
                        <a:pt x="46" y="108"/>
                        <a:pt x="46" y="108"/>
                      </a:cubicBezTo>
                      <a:cubicBezTo>
                        <a:pt x="46" y="108"/>
                        <a:pt x="46" y="107"/>
                        <a:pt x="45" y="108"/>
                      </a:cubicBezTo>
                      <a:cubicBezTo>
                        <a:pt x="45" y="108"/>
                        <a:pt x="45" y="109"/>
                        <a:pt x="45" y="108"/>
                      </a:cubicBezTo>
                      <a:cubicBezTo>
                        <a:pt x="45" y="108"/>
                        <a:pt x="44" y="108"/>
                        <a:pt x="44" y="108"/>
                      </a:cubicBezTo>
                      <a:cubicBezTo>
                        <a:pt x="44" y="107"/>
                        <a:pt x="44" y="107"/>
                        <a:pt x="44" y="106"/>
                      </a:cubicBezTo>
                      <a:cubicBezTo>
                        <a:pt x="44" y="105"/>
                        <a:pt x="44" y="104"/>
                        <a:pt x="44" y="104"/>
                      </a:cubicBezTo>
                      <a:cubicBezTo>
                        <a:pt x="44" y="104"/>
                        <a:pt x="44" y="103"/>
                        <a:pt x="43" y="102"/>
                      </a:cubicBezTo>
                      <a:cubicBezTo>
                        <a:pt x="43" y="102"/>
                        <a:pt x="43" y="101"/>
                        <a:pt x="43" y="101"/>
                      </a:cubicBezTo>
                      <a:cubicBezTo>
                        <a:pt x="43" y="101"/>
                        <a:pt x="43" y="100"/>
                        <a:pt x="42" y="100"/>
                      </a:cubicBezTo>
                      <a:cubicBezTo>
                        <a:pt x="42" y="100"/>
                        <a:pt x="42" y="99"/>
                        <a:pt x="42" y="99"/>
                      </a:cubicBezTo>
                      <a:cubicBezTo>
                        <a:pt x="42" y="98"/>
                        <a:pt x="42" y="98"/>
                        <a:pt x="41" y="97"/>
                      </a:cubicBezTo>
                      <a:cubicBezTo>
                        <a:pt x="41" y="97"/>
                        <a:pt x="41" y="96"/>
                        <a:pt x="41" y="96"/>
                      </a:cubicBezTo>
                      <a:cubicBezTo>
                        <a:pt x="41" y="92"/>
                        <a:pt x="41" y="92"/>
                        <a:pt x="41" y="92"/>
                      </a:cubicBezTo>
                      <a:cubicBezTo>
                        <a:pt x="41" y="92"/>
                        <a:pt x="40" y="92"/>
                        <a:pt x="40" y="92"/>
                      </a:cubicBezTo>
                      <a:cubicBezTo>
                        <a:pt x="40" y="91"/>
                        <a:pt x="40" y="91"/>
                        <a:pt x="40" y="91"/>
                      </a:cubicBezTo>
                      <a:cubicBezTo>
                        <a:pt x="40" y="91"/>
                        <a:pt x="40" y="91"/>
                        <a:pt x="40" y="90"/>
                      </a:cubicBezTo>
                      <a:cubicBezTo>
                        <a:pt x="40" y="90"/>
                        <a:pt x="40" y="89"/>
                        <a:pt x="40" y="89"/>
                      </a:cubicBezTo>
                      <a:cubicBezTo>
                        <a:pt x="40" y="89"/>
                        <a:pt x="40" y="89"/>
                        <a:pt x="40" y="88"/>
                      </a:cubicBezTo>
                      <a:cubicBezTo>
                        <a:pt x="40" y="88"/>
                        <a:pt x="40" y="87"/>
                        <a:pt x="39" y="87"/>
                      </a:cubicBezTo>
                      <a:cubicBezTo>
                        <a:pt x="39" y="87"/>
                        <a:pt x="39" y="88"/>
                        <a:pt x="38" y="88"/>
                      </a:cubicBezTo>
                      <a:cubicBezTo>
                        <a:pt x="38" y="88"/>
                        <a:pt x="38" y="88"/>
                        <a:pt x="37" y="88"/>
                      </a:cubicBezTo>
                      <a:cubicBezTo>
                        <a:pt x="37" y="87"/>
                        <a:pt x="37" y="87"/>
                        <a:pt x="37" y="87"/>
                      </a:cubicBezTo>
                      <a:cubicBezTo>
                        <a:pt x="37" y="86"/>
                        <a:pt x="36" y="84"/>
                        <a:pt x="35" y="84"/>
                      </a:cubicBezTo>
                      <a:cubicBezTo>
                        <a:pt x="35" y="83"/>
                        <a:pt x="35" y="82"/>
                        <a:pt x="34" y="82"/>
                      </a:cubicBezTo>
                      <a:cubicBezTo>
                        <a:pt x="34" y="82"/>
                        <a:pt x="33" y="81"/>
                        <a:pt x="33" y="81"/>
                      </a:cubicBezTo>
                      <a:cubicBezTo>
                        <a:pt x="33" y="81"/>
                        <a:pt x="33" y="82"/>
                        <a:pt x="33" y="83"/>
                      </a:cubicBezTo>
                      <a:cubicBezTo>
                        <a:pt x="33" y="83"/>
                        <a:pt x="34" y="84"/>
                        <a:pt x="34" y="84"/>
                      </a:cubicBezTo>
                      <a:cubicBezTo>
                        <a:pt x="34" y="84"/>
                        <a:pt x="34" y="85"/>
                        <a:pt x="34" y="85"/>
                      </a:cubicBezTo>
                      <a:cubicBezTo>
                        <a:pt x="33" y="86"/>
                        <a:pt x="34" y="87"/>
                        <a:pt x="33" y="87"/>
                      </a:cubicBezTo>
                      <a:cubicBezTo>
                        <a:pt x="33" y="87"/>
                        <a:pt x="33" y="87"/>
                        <a:pt x="33" y="87"/>
                      </a:cubicBezTo>
                      <a:cubicBezTo>
                        <a:pt x="32" y="87"/>
                        <a:pt x="32" y="88"/>
                        <a:pt x="32" y="88"/>
                      </a:cubicBezTo>
                      <a:cubicBezTo>
                        <a:pt x="32" y="88"/>
                        <a:pt x="31" y="87"/>
                        <a:pt x="30" y="87"/>
                      </a:cubicBezTo>
                      <a:cubicBezTo>
                        <a:pt x="30" y="87"/>
                        <a:pt x="30" y="86"/>
                        <a:pt x="30" y="86"/>
                      </a:cubicBezTo>
                      <a:cubicBezTo>
                        <a:pt x="30" y="87"/>
                        <a:pt x="30" y="87"/>
                        <a:pt x="30" y="88"/>
                      </a:cubicBezTo>
                      <a:cubicBezTo>
                        <a:pt x="30" y="88"/>
                        <a:pt x="31" y="88"/>
                        <a:pt x="31" y="89"/>
                      </a:cubicBezTo>
                      <a:cubicBezTo>
                        <a:pt x="31" y="89"/>
                        <a:pt x="31" y="89"/>
                        <a:pt x="30" y="89"/>
                      </a:cubicBezTo>
                      <a:cubicBezTo>
                        <a:pt x="29" y="89"/>
                        <a:pt x="28" y="89"/>
                        <a:pt x="28" y="89"/>
                      </a:cubicBezTo>
                      <a:cubicBezTo>
                        <a:pt x="28" y="89"/>
                        <a:pt x="28" y="89"/>
                        <a:pt x="27" y="90"/>
                      </a:cubicBezTo>
                      <a:cubicBezTo>
                        <a:pt x="27" y="90"/>
                        <a:pt x="26" y="91"/>
                        <a:pt x="26" y="91"/>
                      </a:cubicBezTo>
                      <a:cubicBezTo>
                        <a:pt x="26" y="91"/>
                        <a:pt x="26" y="91"/>
                        <a:pt x="25" y="92"/>
                      </a:cubicBezTo>
                      <a:cubicBezTo>
                        <a:pt x="25" y="92"/>
                        <a:pt x="24" y="92"/>
                        <a:pt x="23" y="92"/>
                      </a:cubicBezTo>
                      <a:cubicBezTo>
                        <a:pt x="23" y="92"/>
                        <a:pt x="22" y="92"/>
                        <a:pt x="22" y="92"/>
                      </a:cubicBezTo>
                      <a:cubicBezTo>
                        <a:pt x="22" y="92"/>
                        <a:pt x="22" y="92"/>
                        <a:pt x="21" y="92"/>
                      </a:cubicBezTo>
                      <a:cubicBezTo>
                        <a:pt x="21" y="92"/>
                        <a:pt x="20" y="91"/>
                        <a:pt x="20" y="91"/>
                      </a:cubicBezTo>
                      <a:cubicBezTo>
                        <a:pt x="20" y="91"/>
                        <a:pt x="20" y="92"/>
                        <a:pt x="20" y="92"/>
                      </a:cubicBezTo>
                      <a:cubicBezTo>
                        <a:pt x="20" y="92"/>
                        <a:pt x="19" y="92"/>
                        <a:pt x="19" y="92"/>
                      </a:cubicBezTo>
                      <a:cubicBezTo>
                        <a:pt x="19" y="92"/>
                        <a:pt x="19" y="94"/>
                        <a:pt x="19" y="93"/>
                      </a:cubicBezTo>
                      <a:cubicBezTo>
                        <a:pt x="18" y="93"/>
                        <a:pt x="18" y="94"/>
                        <a:pt x="18" y="93"/>
                      </a:cubicBezTo>
                      <a:cubicBezTo>
                        <a:pt x="18" y="93"/>
                        <a:pt x="18" y="92"/>
                        <a:pt x="18" y="92"/>
                      </a:cubicBezTo>
                      <a:cubicBezTo>
                        <a:pt x="18" y="91"/>
                        <a:pt x="18" y="91"/>
                        <a:pt x="19" y="91"/>
                      </a:cubicBezTo>
                      <a:cubicBezTo>
                        <a:pt x="19" y="90"/>
                        <a:pt x="19" y="90"/>
                        <a:pt x="20" y="90"/>
                      </a:cubicBezTo>
                      <a:cubicBezTo>
                        <a:pt x="20" y="89"/>
                        <a:pt x="20" y="88"/>
                        <a:pt x="20" y="88"/>
                      </a:cubicBezTo>
                      <a:cubicBezTo>
                        <a:pt x="20" y="88"/>
                        <a:pt x="19" y="87"/>
                        <a:pt x="19" y="88"/>
                      </a:cubicBezTo>
                      <a:cubicBezTo>
                        <a:pt x="19" y="88"/>
                        <a:pt x="19" y="89"/>
                        <a:pt x="19" y="90"/>
                      </a:cubicBezTo>
                      <a:cubicBezTo>
                        <a:pt x="19" y="90"/>
                        <a:pt x="18" y="90"/>
                        <a:pt x="18" y="90"/>
                      </a:cubicBezTo>
                      <a:cubicBezTo>
                        <a:pt x="18" y="91"/>
                        <a:pt x="17" y="91"/>
                        <a:pt x="17" y="91"/>
                      </a:cubicBezTo>
                      <a:cubicBezTo>
                        <a:pt x="17" y="92"/>
                        <a:pt x="17" y="92"/>
                        <a:pt x="17" y="92"/>
                      </a:cubicBezTo>
                      <a:cubicBezTo>
                        <a:pt x="16" y="92"/>
                        <a:pt x="16" y="92"/>
                        <a:pt x="16" y="92"/>
                      </a:cubicBezTo>
                      <a:cubicBezTo>
                        <a:pt x="16" y="91"/>
                        <a:pt x="17" y="91"/>
                        <a:pt x="16" y="91"/>
                      </a:cubicBezTo>
                      <a:cubicBezTo>
                        <a:pt x="16" y="90"/>
                        <a:pt x="16" y="90"/>
                        <a:pt x="16" y="89"/>
                      </a:cubicBezTo>
                      <a:cubicBezTo>
                        <a:pt x="16" y="89"/>
                        <a:pt x="16" y="88"/>
                        <a:pt x="17" y="88"/>
                      </a:cubicBezTo>
                      <a:cubicBezTo>
                        <a:pt x="17" y="87"/>
                        <a:pt x="17" y="86"/>
                        <a:pt x="17" y="85"/>
                      </a:cubicBezTo>
                      <a:cubicBezTo>
                        <a:pt x="17" y="85"/>
                        <a:pt x="17" y="85"/>
                        <a:pt x="17" y="84"/>
                      </a:cubicBezTo>
                      <a:cubicBezTo>
                        <a:pt x="17" y="84"/>
                        <a:pt x="18" y="83"/>
                        <a:pt x="18" y="83"/>
                      </a:cubicBezTo>
                      <a:cubicBezTo>
                        <a:pt x="18" y="83"/>
                        <a:pt x="18" y="83"/>
                        <a:pt x="18" y="82"/>
                      </a:cubicBezTo>
                      <a:cubicBezTo>
                        <a:pt x="18" y="82"/>
                        <a:pt x="18" y="81"/>
                        <a:pt x="18" y="81"/>
                      </a:cubicBezTo>
                      <a:cubicBezTo>
                        <a:pt x="18" y="80"/>
                        <a:pt x="17" y="80"/>
                        <a:pt x="17" y="79"/>
                      </a:cubicBezTo>
                      <a:cubicBezTo>
                        <a:pt x="17" y="79"/>
                        <a:pt x="17" y="78"/>
                        <a:pt x="17" y="78"/>
                      </a:cubicBezTo>
                      <a:cubicBezTo>
                        <a:pt x="17" y="77"/>
                        <a:pt x="17" y="77"/>
                        <a:pt x="17" y="77"/>
                      </a:cubicBezTo>
                      <a:cubicBezTo>
                        <a:pt x="17" y="77"/>
                        <a:pt x="16" y="76"/>
                        <a:pt x="16" y="76"/>
                      </a:cubicBezTo>
                      <a:cubicBezTo>
                        <a:pt x="16" y="76"/>
                        <a:pt x="15" y="75"/>
                        <a:pt x="15" y="75"/>
                      </a:cubicBezTo>
                      <a:cubicBezTo>
                        <a:pt x="15" y="75"/>
                        <a:pt x="15" y="75"/>
                        <a:pt x="15" y="74"/>
                      </a:cubicBezTo>
                      <a:cubicBezTo>
                        <a:pt x="15" y="74"/>
                        <a:pt x="15" y="73"/>
                        <a:pt x="15" y="73"/>
                      </a:cubicBezTo>
                      <a:cubicBezTo>
                        <a:pt x="14" y="73"/>
                        <a:pt x="14" y="72"/>
                        <a:pt x="13" y="71"/>
                      </a:cubicBezTo>
                      <a:cubicBezTo>
                        <a:pt x="13" y="71"/>
                        <a:pt x="13" y="71"/>
                        <a:pt x="13" y="70"/>
                      </a:cubicBezTo>
                      <a:cubicBezTo>
                        <a:pt x="13" y="69"/>
                        <a:pt x="13" y="69"/>
                        <a:pt x="12" y="69"/>
                      </a:cubicBezTo>
                      <a:cubicBezTo>
                        <a:pt x="12" y="69"/>
                        <a:pt x="12" y="69"/>
                        <a:pt x="12" y="70"/>
                      </a:cubicBezTo>
                      <a:cubicBezTo>
                        <a:pt x="12" y="71"/>
                        <a:pt x="13" y="71"/>
                        <a:pt x="12" y="72"/>
                      </a:cubicBezTo>
                      <a:cubicBezTo>
                        <a:pt x="12" y="72"/>
                        <a:pt x="12" y="72"/>
                        <a:pt x="11" y="72"/>
                      </a:cubicBezTo>
                      <a:cubicBezTo>
                        <a:pt x="11" y="72"/>
                        <a:pt x="11" y="71"/>
                        <a:pt x="10" y="71"/>
                      </a:cubicBezTo>
                      <a:cubicBezTo>
                        <a:pt x="10" y="71"/>
                        <a:pt x="9" y="71"/>
                        <a:pt x="9" y="70"/>
                      </a:cubicBezTo>
                      <a:cubicBezTo>
                        <a:pt x="9" y="70"/>
                        <a:pt x="9" y="69"/>
                        <a:pt x="8" y="69"/>
                      </a:cubicBezTo>
                      <a:cubicBezTo>
                        <a:pt x="8" y="69"/>
                        <a:pt x="7" y="68"/>
                        <a:pt x="7" y="68"/>
                      </a:cubicBezTo>
                      <a:cubicBezTo>
                        <a:pt x="7" y="68"/>
                        <a:pt x="8" y="67"/>
                        <a:pt x="8" y="67"/>
                      </a:cubicBezTo>
                      <a:cubicBezTo>
                        <a:pt x="8" y="67"/>
                        <a:pt x="9" y="68"/>
                        <a:pt x="9" y="69"/>
                      </a:cubicBezTo>
                      <a:cubicBezTo>
                        <a:pt x="10" y="69"/>
                        <a:pt x="11" y="69"/>
                        <a:pt x="10" y="69"/>
                      </a:cubicBezTo>
                      <a:cubicBezTo>
                        <a:pt x="10" y="68"/>
                        <a:pt x="10" y="68"/>
                        <a:pt x="10" y="68"/>
                      </a:cubicBezTo>
                      <a:cubicBezTo>
                        <a:pt x="10" y="67"/>
                        <a:pt x="10" y="67"/>
                        <a:pt x="10" y="67"/>
                      </a:cubicBezTo>
                      <a:cubicBezTo>
                        <a:pt x="10" y="67"/>
                        <a:pt x="10" y="67"/>
                        <a:pt x="11" y="67"/>
                      </a:cubicBezTo>
                      <a:cubicBezTo>
                        <a:pt x="11" y="67"/>
                        <a:pt x="11" y="68"/>
                        <a:pt x="11" y="67"/>
                      </a:cubicBezTo>
                      <a:cubicBezTo>
                        <a:pt x="11" y="67"/>
                        <a:pt x="12" y="67"/>
                        <a:pt x="11" y="66"/>
                      </a:cubicBezTo>
                      <a:cubicBezTo>
                        <a:pt x="11" y="66"/>
                        <a:pt x="11" y="65"/>
                        <a:pt x="10" y="65"/>
                      </a:cubicBezTo>
                      <a:cubicBezTo>
                        <a:pt x="10" y="64"/>
                        <a:pt x="10" y="64"/>
                        <a:pt x="9" y="64"/>
                      </a:cubicBezTo>
                      <a:cubicBezTo>
                        <a:pt x="8" y="64"/>
                        <a:pt x="8" y="64"/>
                        <a:pt x="8" y="64"/>
                      </a:cubicBezTo>
                      <a:cubicBezTo>
                        <a:pt x="8" y="64"/>
                        <a:pt x="8" y="63"/>
                        <a:pt x="7" y="63"/>
                      </a:cubicBezTo>
                      <a:cubicBezTo>
                        <a:pt x="7" y="63"/>
                        <a:pt x="7" y="63"/>
                        <a:pt x="7" y="63"/>
                      </a:cubicBezTo>
                      <a:cubicBezTo>
                        <a:pt x="7" y="63"/>
                        <a:pt x="6" y="62"/>
                        <a:pt x="6" y="62"/>
                      </a:cubicBezTo>
                      <a:cubicBezTo>
                        <a:pt x="6" y="63"/>
                        <a:pt x="7" y="63"/>
                        <a:pt x="6" y="63"/>
                      </a:cubicBezTo>
                      <a:cubicBezTo>
                        <a:pt x="5" y="63"/>
                        <a:pt x="4" y="63"/>
                        <a:pt x="4" y="63"/>
                      </a:cubicBezTo>
                      <a:cubicBezTo>
                        <a:pt x="4" y="63"/>
                        <a:pt x="5" y="62"/>
                        <a:pt x="5" y="62"/>
                      </a:cubicBezTo>
                      <a:cubicBezTo>
                        <a:pt x="5" y="62"/>
                        <a:pt x="6" y="61"/>
                        <a:pt x="5" y="61"/>
                      </a:cubicBezTo>
                      <a:cubicBezTo>
                        <a:pt x="5" y="61"/>
                        <a:pt x="4" y="61"/>
                        <a:pt x="4" y="61"/>
                      </a:cubicBezTo>
                      <a:cubicBezTo>
                        <a:pt x="4" y="61"/>
                        <a:pt x="4" y="61"/>
                        <a:pt x="4" y="61"/>
                      </a:cubicBezTo>
                      <a:cubicBezTo>
                        <a:pt x="3" y="61"/>
                        <a:pt x="4" y="62"/>
                        <a:pt x="3" y="62"/>
                      </a:cubicBezTo>
                      <a:cubicBezTo>
                        <a:pt x="3" y="62"/>
                        <a:pt x="2" y="61"/>
                        <a:pt x="1" y="60"/>
                      </a:cubicBezTo>
                      <a:cubicBezTo>
                        <a:pt x="1" y="60"/>
                        <a:pt x="1" y="60"/>
                        <a:pt x="1" y="59"/>
                      </a:cubicBezTo>
                      <a:cubicBezTo>
                        <a:pt x="0" y="59"/>
                        <a:pt x="0" y="58"/>
                        <a:pt x="0" y="58"/>
                      </a:cubicBezTo>
                      <a:cubicBezTo>
                        <a:pt x="0" y="58"/>
                        <a:pt x="0" y="57"/>
                        <a:pt x="0" y="57"/>
                      </a:cubicBezTo>
                      <a:cubicBezTo>
                        <a:pt x="0" y="57"/>
                        <a:pt x="0" y="56"/>
                        <a:pt x="0" y="55"/>
                      </a:cubicBezTo>
                      <a:cubicBezTo>
                        <a:pt x="0" y="55"/>
                        <a:pt x="0" y="54"/>
                        <a:pt x="1" y="54"/>
                      </a:cubicBezTo>
                      <a:cubicBezTo>
                        <a:pt x="2" y="54"/>
                        <a:pt x="3" y="53"/>
                        <a:pt x="3" y="52"/>
                      </a:cubicBezTo>
                      <a:cubicBezTo>
                        <a:pt x="3" y="51"/>
                        <a:pt x="3" y="51"/>
                        <a:pt x="3" y="50"/>
                      </a:cubicBezTo>
                      <a:cubicBezTo>
                        <a:pt x="3" y="50"/>
                        <a:pt x="3" y="50"/>
                        <a:pt x="4" y="49"/>
                      </a:cubicBezTo>
                      <a:cubicBezTo>
                        <a:pt x="5" y="48"/>
                        <a:pt x="7" y="41"/>
                        <a:pt x="7" y="41"/>
                      </a:cubicBezTo>
                      <a:cubicBezTo>
                        <a:pt x="7" y="40"/>
                        <a:pt x="8" y="33"/>
                        <a:pt x="8" y="33"/>
                      </a:cubicBezTo>
                      <a:cubicBezTo>
                        <a:pt x="8" y="33"/>
                        <a:pt x="14" y="32"/>
                        <a:pt x="14" y="32"/>
                      </a:cubicBezTo>
                      <a:cubicBezTo>
                        <a:pt x="15" y="32"/>
                        <a:pt x="17" y="31"/>
                        <a:pt x="18" y="30"/>
                      </a:cubicBezTo>
                      <a:cubicBezTo>
                        <a:pt x="18" y="29"/>
                        <a:pt x="19" y="28"/>
                        <a:pt x="19" y="27"/>
                      </a:cubicBezTo>
                      <a:cubicBezTo>
                        <a:pt x="19" y="26"/>
                        <a:pt x="20" y="24"/>
                        <a:pt x="20" y="24"/>
                      </a:cubicBezTo>
                      <a:cubicBezTo>
                        <a:pt x="20" y="23"/>
                        <a:pt x="19" y="23"/>
                        <a:pt x="19" y="22"/>
                      </a:cubicBezTo>
                      <a:cubicBezTo>
                        <a:pt x="19" y="22"/>
                        <a:pt x="18" y="22"/>
                        <a:pt x="19" y="21"/>
                      </a:cubicBezTo>
                      <a:cubicBezTo>
                        <a:pt x="19" y="20"/>
                        <a:pt x="20" y="19"/>
                        <a:pt x="20" y="19"/>
                      </a:cubicBezTo>
                      <a:cubicBezTo>
                        <a:pt x="21" y="18"/>
                        <a:pt x="21" y="16"/>
                        <a:pt x="21" y="15"/>
                      </a:cubicBezTo>
                      <a:cubicBezTo>
                        <a:pt x="21" y="15"/>
                        <a:pt x="20" y="15"/>
                        <a:pt x="21" y="14"/>
                      </a:cubicBezTo>
                      <a:cubicBezTo>
                        <a:pt x="21" y="13"/>
                        <a:pt x="22" y="12"/>
                        <a:pt x="22" y="11"/>
                      </a:cubicBezTo>
                      <a:cubicBezTo>
                        <a:pt x="23" y="11"/>
                        <a:pt x="23" y="10"/>
                        <a:pt x="23" y="10"/>
                      </a:cubicBezTo>
                      <a:cubicBezTo>
                        <a:pt x="24" y="10"/>
                        <a:pt x="24" y="10"/>
                        <a:pt x="25" y="9"/>
                      </a:cubicBezTo>
                      <a:cubicBezTo>
                        <a:pt x="25" y="9"/>
                        <a:pt x="26" y="9"/>
                        <a:pt x="26" y="8"/>
                      </a:cubicBezTo>
                      <a:cubicBezTo>
                        <a:pt x="26" y="7"/>
                        <a:pt x="27" y="7"/>
                        <a:pt x="27" y="6"/>
                      </a:cubicBezTo>
                      <a:cubicBezTo>
                        <a:pt x="28" y="6"/>
                        <a:pt x="29" y="6"/>
                        <a:pt x="29" y="6"/>
                      </a:cubicBezTo>
                      <a:cubicBezTo>
                        <a:pt x="30" y="5"/>
                        <a:pt x="31" y="4"/>
                        <a:pt x="31" y="4"/>
                      </a:cubicBezTo>
                      <a:cubicBezTo>
                        <a:pt x="31" y="4"/>
                        <a:pt x="31" y="5"/>
                        <a:pt x="32" y="5"/>
                      </a:cubicBezTo>
                      <a:cubicBezTo>
                        <a:pt x="33" y="5"/>
                        <a:pt x="34" y="5"/>
                        <a:pt x="34" y="5"/>
                      </a:cubicBezTo>
                      <a:cubicBezTo>
                        <a:pt x="33" y="5"/>
                        <a:pt x="33" y="4"/>
                        <a:pt x="33" y="3"/>
                      </a:cubicBezTo>
                      <a:cubicBezTo>
                        <a:pt x="33" y="3"/>
                        <a:pt x="33" y="3"/>
                        <a:pt x="34" y="2"/>
                      </a:cubicBezTo>
                      <a:cubicBezTo>
                        <a:pt x="34" y="2"/>
                        <a:pt x="35" y="2"/>
                        <a:pt x="35" y="2"/>
                      </a:cubicBezTo>
                      <a:cubicBezTo>
                        <a:pt x="34" y="1"/>
                        <a:pt x="34" y="1"/>
                        <a:pt x="34" y="0"/>
                      </a:cubicBezTo>
                      <a:cubicBezTo>
                        <a:pt x="35" y="0"/>
                        <a:pt x="35" y="0"/>
                        <a:pt x="35" y="0"/>
                      </a:cubicBezTo>
                      <a:cubicBezTo>
                        <a:pt x="35" y="0"/>
                        <a:pt x="36" y="0"/>
                        <a:pt x="37" y="0"/>
                      </a:cubicBezTo>
                      <a:cubicBezTo>
                        <a:pt x="37" y="0"/>
                        <a:pt x="38" y="0"/>
                        <a:pt x="38" y="0"/>
                      </a:cubicBezTo>
                      <a:cubicBezTo>
                        <a:pt x="38" y="0"/>
                        <a:pt x="40" y="1"/>
                        <a:pt x="40" y="1"/>
                      </a:cubicBezTo>
                      <a:cubicBezTo>
                        <a:pt x="40" y="2"/>
                        <a:pt x="42" y="3"/>
                        <a:pt x="42" y="3"/>
                      </a:cubicBezTo>
                      <a:cubicBezTo>
                        <a:pt x="42" y="4"/>
                        <a:pt x="42" y="4"/>
                        <a:pt x="44" y="5"/>
                      </a:cubicBezTo>
                      <a:cubicBezTo>
                        <a:pt x="45" y="6"/>
                        <a:pt x="44" y="7"/>
                        <a:pt x="45" y="8"/>
                      </a:cubicBezTo>
                      <a:cubicBezTo>
                        <a:pt x="45" y="9"/>
                        <a:pt x="45" y="10"/>
                        <a:pt x="45" y="11"/>
                      </a:cubicBezTo>
                      <a:cubicBezTo>
                        <a:pt x="46" y="12"/>
                        <a:pt x="46" y="13"/>
                        <a:pt x="46" y="14"/>
                      </a:cubicBezTo>
                      <a:cubicBezTo>
                        <a:pt x="46" y="15"/>
                        <a:pt x="44" y="17"/>
                        <a:pt x="44" y="17"/>
                      </a:cubicBezTo>
                      <a:cubicBezTo>
                        <a:pt x="44" y="18"/>
                        <a:pt x="40" y="22"/>
                        <a:pt x="40" y="22"/>
                      </a:cubicBezTo>
                      <a:cubicBezTo>
                        <a:pt x="39" y="23"/>
                        <a:pt x="40" y="24"/>
                        <a:pt x="39" y="25"/>
                      </a:cubicBezTo>
                      <a:cubicBezTo>
                        <a:pt x="39" y="25"/>
                        <a:pt x="38" y="25"/>
                        <a:pt x="38" y="25"/>
                      </a:cubicBezTo>
                      <a:cubicBezTo>
                        <a:pt x="38" y="25"/>
                        <a:pt x="37" y="26"/>
                        <a:pt x="37" y="27"/>
                      </a:cubicBezTo>
                      <a:cubicBezTo>
                        <a:pt x="37" y="28"/>
                        <a:pt x="37" y="29"/>
                        <a:pt x="37" y="29"/>
                      </a:cubicBezTo>
                      <a:cubicBezTo>
                        <a:pt x="37" y="30"/>
                        <a:pt x="38" y="31"/>
                        <a:pt x="39" y="31"/>
                      </a:cubicBezTo>
                      <a:cubicBezTo>
                        <a:pt x="40" y="32"/>
                        <a:pt x="39" y="33"/>
                        <a:pt x="39" y="34"/>
                      </a:cubicBezTo>
                      <a:cubicBezTo>
                        <a:pt x="39" y="35"/>
                        <a:pt x="41" y="34"/>
                        <a:pt x="42" y="34"/>
                      </a:cubicBezTo>
                      <a:cubicBezTo>
                        <a:pt x="42" y="33"/>
                        <a:pt x="44" y="33"/>
                        <a:pt x="44" y="33"/>
                      </a:cubicBezTo>
                      <a:cubicBezTo>
                        <a:pt x="44" y="33"/>
                        <a:pt x="45" y="35"/>
                        <a:pt x="45" y="35"/>
                      </a:cubicBezTo>
                      <a:cubicBezTo>
                        <a:pt x="45" y="35"/>
                        <a:pt x="47" y="35"/>
                        <a:pt x="47" y="36"/>
                      </a:cubicBezTo>
                      <a:cubicBezTo>
                        <a:pt x="48" y="36"/>
                        <a:pt x="47" y="37"/>
                        <a:pt x="47" y="38"/>
                      </a:cubicBezTo>
                      <a:cubicBezTo>
                        <a:pt x="47" y="39"/>
                        <a:pt x="49" y="39"/>
                        <a:pt x="49" y="39"/>
                      </a:cubicBezTo>
                      <a:cubicBezTo>
                        <a:pt x="49" y="39"/>
                        <a:pt x="49" y="40"/>
                        <a:pt x="50" y="40"/>
                      </a:cubicBezTo>
                      <a:cubicBezTo>
                        <a:pt x="51" y="39"/>
                        <a:pt x="51" y="39"/>
                        <a:pt x="52" y="40"/>
                      </a:cubicBezTo>
                      <a:cubicBezTo>
                        <a:pt x="52" y="40"/>
                        <a:pt x="53" y="40"/>
                        <a:pt x="53" y="41"/>
                      </a:cubicBezTo>
                      <a:cubicBezTo>
                        <a:pt x="53" y="42"/>
                        <a:pt x="52" y="43"/>
                        <a:pt x="52" y="44"/>
                      </a:cubicBezTo>
                      <a:cubicBezTo>
                        <a:pt x="51" y="45"/>
                        <a:pt x="50" y="46"/>
                        <a:pt x="50" y="46"/>
                      </a:cubicBezTo>
                      <a:cubicBezTo>
                        <a:pt x="49" y="47"/>
                        <a:pt x="53" y="44"/>
                        <a:pt x="54" y="44"/>
                      </a:cubicBezTo>
                      <a:cubicBezTo>
                        <a:pt x="54" y="44"/>
                        <a:pt x="54" y="46"/>
                        <a:pt x="55" y="46"/>
                      </a:cubicBezTo>
                      <a:cubicBezTo>
                        <a:pt x="56" y="46"/>
                        <a:pt x="51" y="48"/>
                        <a:pt x="52" y="49"/>
                      </a:cubicBezTo>
                      <a:cubicBezTo>
                        <a:pt x="52" y="49"/>
                        <a:pt x="52" y="50"/>
                        <a:pt x="52" y="51"/>
                      </a:cubicBezTo>
                      <a:cubicBezTo>
                        <a:pt x="53" y="52"/>
                        <a:pt x="53" y="52"/>
                        <a:pt x="54" y="51"/>
                      </a:cubicBezTo>
                      <a:cubicBezTo>
                        <a:pt x="56" y="51"/>
                        <a:pt x="57" y="51"/>
                        <a:pt x="58" y="50"/>
                      </a:cubicBezTo>
                      <a:cubicBezTo>
                        <a:pt x="58" y="50"/>
                        <a:pt x="60" y="50"/>
                        <a:pt x="60" y="51"/>
                      </a:cubicBezTo>
                      <a:cubicBezTo>
                        <a:pt x="60" y="51"/>
                        <a:pt x="60" y="52"/>
                        <a:pt x="60" y="52"/>
                      </a:cubicBezTo>
                      <a:close/>
                      <a:moveTo>
                        <a:pt x="9" y="73"/>
                      </a:moveTo>
                      <a:cubicBezTo>
                        <a:pt x="9" y="73"/>
                        <a:pt x="9" y="74"/>
                        <a:pt x="9" y="74"/>
                      </a:cubicBezTo>
                      <a:cubicBezTo>
                        <a:pt x="10" y="74"/>
                        <a:pt x="11" y="74"/>
                        <a:pt x="11" y="74"/>
                      </a:cubicBezTo>
                      <a:cubicBezTo>
                        <a:pt x="11" y="73"/>
                        <a:pt x="10" y="72"/>
                        <a:pt x="10" y="72"/>
                      </a:cubicBezTo>
                      <a:cubicBezTo>
                        <a:pt x="9" y="72"/>
                        <a:pt x="8" y="72"/>
                        <a:pt x="9" y="73"/>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8" name="Freeform 847">
                  <a:extLst>
                    <a:ext uri="{FF2B5EF4-FFF2-40B4-BE49-F238E27FC236}">
                      <a16:creationId xmlns:a16="http://schemas.microsoft.com/office/drawing/2014/main" id="{86500589-2279-2EA9-F4DA-5272EED009C3}"/>
                    </a:ext>
                  </a:extLst>
                </p:cNvPr>
                <p:cNvSpPr>
                  <a:spLocks/>
                </p:cNvSpPr>
                <p:nvPr/>
              </p:nvSpPr>
              <p:spPr bwMode="auto">
                <a:xfrm>
                  <a:off x="7851775" y="3154363"/>
                  <a:ext cx="908050" cy="442913"/>
                </a:xfrm>
                <a:custGeom>
                  <a:avLst/>
                  <a:gdLst>
                    <a:gd name="T0" fmla="*/ 4 w 218"/>
                    <a:gd name="T1" fmla="*/ 40 h 106"/>
                    <a:gd name="T2" fmla="*/ 10 w 218"/>
                    <a:gd name="T3" fmla="*/ 45 h 106"/>
                    <a:gd name="T4" fmla="*/ 16 w 218"/>
                    <a:gd name="T5" fmla="*/ 46 h 106"/>
                    <a:gd name="T6" fmla="*/ 22 w 218"/>
                    <a:gd name="T7" fmla="*/ 57 h 106"/>
                    <a:gd name="T8" fmla="*/ 22 w 218"/>
                    <a:gd name="T9" fmla="*/ 62 h 106"/>
                    <a:gd name="T10" fmla="*/ 20 w 218"/>
                    <a:gd name="T11" fmla="*/ 70 h 106"/>
                    <a:gd name="T12" fmla="*/ 29 w 218"/>
                    <a:gd name="T13" fmla="*/ 74 h 106"/>
                    <a:gd name="T14" fmla="*/ 52 w 218"/>
                    <a:gd name="T15" fmla="*/ 81 h 106"/>
                    <a:gd name="T16" fmla="*/ 58 w 218"/>
                    <a:gd name="T17" fmla="*/ 94 h 106"/>
                    <a:gd name="T18" fmla="*/ 81 w 218"/>
                    <a:gd name="T19" fmla="*/ 97 h 106"/>
                    <a:gd name="T20" fmla="*/ 95 w 218"/>
                    <a:gd name="T21" fmla="*/ 98 h 106"/>
                    <a:gd name="T22" fmla="*/ 113 w 218"/>
                    <a:gd name="T23" fmla="*/ 104 h 106"/>
                    <a:gd name="T24" fmla="*/ 117 w 218"/>
                    <a:gd name="T25" fmla="*/ 106 h 106"/>
                    <a:gd name="T26" fmla="*/ 153 w 218"/>
                    <a:gd name="T27" fmla="*/ 96 h 106"/>
                    <a:gd name="T28" fmla="*/ 164 w 218"/>
                    <a:gd name="T29" fmla="*/ 84 h 106"/>
                    <a:gd name="T30" fmla="*/ 164 w 218"/>
                    <a:gd name="T31" fmla="*/ 74 h 106"/>
                    <a:gd name="T32" fmla="*/ 177 w 218"/>
                    <a:gd name="T33" fmla="*/ 76 h 106"/>
                    <a:gd name="T34" fmla="*/ 193 w 218"/>
                    <a:gd name="T35" fmla="*/ 67 h 106"/>
                    <a:gd name="T36" fmla="*/ 201 w 218"/>
                    <a:gd name="T37" fmla="*/ 59 h 106"/>
                    <a:gd name="T38" fmla="*/ 211 w 218"/>
                    <a:gd name="T39" fmla="*/ 57 h 106"/>
                    <a:gd name="T40" fmla="*/ 218 w 218"/>
                    <a:gd name="T41" fmla="*/ 55 h 106"/>
                    <a:gd name="T42" fmla="*/ 200 w 218"/>
                    <a:gd name="T43" fmla="*/ 47 h 106"/>
                    <a:gd name="T44" fmla="*/ 188 w 218"/>
                    <a:gd name="T45" fmla="*/ 45 h 106"/>
                    <a:gd name="T46" fmla="*/ 196 w 218"/>
                    <a:gd name="T47" fmla="*/ 26 h 106"/>
                    <a:gd name="T48" fmla="*/ 186 w 218"/>
                    <a:gd name="T49" fmla="*/ 24 h 106"/>
                    <a:gd name="T50" fmla="*/ 174 w 218"/>
                    <a:gd name="T51" fmla="*/ 24 h 106"/>
                    <a:gd name="T52" fmla="*/ 155 w 218"/>
                    <a:gd name="T53" fmla="*/ 32 h 106"/>
                    <a:gd name="T54" fmla="*/ 145 w 218"/>
                    <a:gd name="T55" fmla="*/ 31 h 106"/>
                    <a:gd name="T56" fmla="*/ 137 w 218"/>
                    <a:gd name="T57" fmla="*/ 28 h 106"/>
                    <a:gd name="T58" fmla="*/ 131 w 218"/>
                    <a:gd name="T59" fmla="*/ 22 h 106"/>
                    <a:gd name="T60" fmla="*/ 126 w 218"/>
                    <a:gd name="T61" fmla="*/ 21 h 106"/>
                    <a:gd name="T62" fmla="*/ 116 w 218"/>
                    <a:gd name="T63" fmla="*/ 20 h 106"/>
                    <a:gd name="T64" fmla="*/ 110 w 218"/>
                    <a:gd name="T65" fmla="*/ 22 h 106"/>
                    <a:gd name="T66" fmla="*/ 102 w 218"/>
                    <a:gd name="T67" fmla="*/ 20 h 106"/>
                    <a:gd name="T68" fmla="*/ 98 w 218"/>
                    <a:gd name="T69" fmla="*/ 12 h 106"/>
                    <a:gd name="T70" fmla="*/ 93 w 218"/>
                    <a:gd name="T71" fmla="*/ 8 h 106"/>
                    <a:gd name="T72" fmla="*/ 82 w 218"/>
                    <a:gd name="T73" fmla="*/ 3 h 106"/>
                    <a:gd name="T74" fmla="*/ 75 w 218"/>
                    <a:gd name="T75" fmla="*/ 3 h 106"/>
                    <a:gd name="T76" fmla="*/ 71 w 218"/>
                    <a:gd name="T77" fmla="*/ 8 h 106"/>
                    <a:gd name="T78" fmla="*/ 68 w 218"/>
                    <a:gd name="T79" fmla="*/ 12 h 106"/>
                    <a:gd name="T80" fmla="*/ 70 w 218"/>
                    <a:gd name="T81" fmla="*/ 17 h 106"/>
                    <a:gd name="T82" fmla="*/ 69 w 218"/>
                    <a:gd name="T83" fmla="*/ 25 h 106"/>
                    <a:gd name="T84" fmla="*/ 64 w 218"/>
                    <a:gd name="T85" fmla="*/ 26 h 106"/>
                    <a:gd name="T86" fmla="*/ 52 w 218"/>
                    <a:gd name="T87" fmla="*/ 25 h 106"/>
                    <a:gd name="T88" fmla="*/ 45 w 218"/>
                    <a:gd name="T89" fmla="*/ 22 h 106"/>
                    <a:gd name="T90" fmla="*/ 36 w 218"/>
                    <a:gd name="T91" fmla="*/ 16 h 106"/>
                    <a:gd name="T92" fmla="*/ 31 w 218"/>
                    <a:gd name="T93" fmla="*/ 15 h 106"/>
                    <a:gd name="T94" fmla="*/ 22 w 218"/>
                    <a:gd name="T95" fmla="*/ 19 h 106"/>
                    <a:gd name="T96" fmla="*/ 17 w 218"/>
                    <a:gd name="T97" fmla="*/ 23 h 106"/>
                    <a:gd name="T98" fmla="*/ 13 w 218"/>
                    <a:gd name="T99" fmla="*/ 26 h 106"/>
                    <a:gd name="T100" fmla="*/ 10 w 218"/>
                    <a:gd name="T101" fmla="*/ 28 h 106"/>
                    <a:gd name="T102" fmla="*/ 7 w 218"/>
                    <a:gd name="T103" fmla="*/ 30 h 106"/>
                    <a:gd name="T104" fmla="*/ 1 w 218"/>
                    <a:gd name="T105" fmla="*/ 3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8" h="106">
                      <a:moveTo>
                        <a:pt x="0" y="36"/>
                      </a:moveTo>
                      <a:cubicBezTo>
                        <a:pt x="2" y="37"/>
                        <a:pt x="2" y="37"/>
                        <a:pt x="2" y="37"/>
                      </a:cubicBezTo>
                      <a:cubicBezTo>
                        <a:pt x="2" y="39"/>
                        <a:pt x="2" y="39"/>
                        <a:pt x="2" y="39"/>
                      </a:cubicBezTo>
                      <a:cubicBezTo>
                        <a:pt x="2" y="39"/>
                        <a:pt x="4" y="40"/>
                        <a:pt x="4" y="40"/>
                      </a:cubicBezTo>
                      <a:cubicBezTo>
                        <a:pt x="4" y="40"/>
                        <a:pt x="5" y="41"/>
                        <a:pt x="5" y="41"/>
                      </a:cubicBezTo>
                      <a:cubicBezTo>
                        <a:pt x="6" y="42"/>
                        <a:pt x="6" y="42"/>
                        <a:pt x="6" y="42"/>
                      </a:cubicBezTo>
                      <a:cubicBezTo>
                        <a:pt x="8" y="45"/>
                        <a:pt x="8" y="45"/>
                        <a:pt x="8" y="45"/>
                      </a:cubicBezTo>
                      <a:cubicBezTo>
                        <a:pt x="8" y="45"/>
                        <a:pt x="10" y="45"/>
                        <a:pt x="10" y="45"/>
                      </a:cubicBezTo>
                      <a:cubicBezTo>
                        <a:pt x="10" y="45"/>
                        <a:pt x="11" y="44"/>
                        <a:pt x="11" y="44"/>
                      </a:cubicBezTo>
                      <a:cubicBezTo>
                        <a:pt x="12" y="44"/>
                        <a:pt x="12" y="45"/>
                        <a:pt x="13" y="45"/>
                      </a:cubicBezTo>
                      <a:cubicBezTo>
                        <a:pt x="13" y="45"/>
                        <a:pt x="14" y="46"/>
                        <a:pt x="14" y="46"/>
                      </a:cubicBezTo>
                      <a:cubicBezTo>
                        <a:pt x="16" y="46"/>
                        <a:pt x="16" y="46"/>
                        <a:pt x="16" y="46"/>
                      </a:cubicBezTo>
                      <a:cubicBezTo>
                        <a:pt x="17" y="47"/>
                        <a:pt x="17" y="47"/>
                        <a:pt x="17" y="47"/>
                      </a:cubicBezTo>
                      <a:cubicBezTo>
                        <a:pt x="17" y="47"/>
                        <a:pt x="18" y="48"/>
                        <a:pt x="18" y="48"/>
                      </a:cubicBezTo>
                      <a:cubicBezTo>
                        <a:pt x="18" y="48"/>
                        <a:pt x="19" y="53"/>
                        <a:pt x="19" y="53"/>
                      </a:cubicBezTo>
                      <a:cubicBezTo>
                        <a:pt x="22" y="57"/>
                        <a:pt x="22" y="57"/>
                        <a:pt x="22" y="57"/>
                      </a:cubicBezTo>
                      <a:cubicBezTo>
                        <a:pt x="22" y="57"/>
                        <a:pt x="22" y="58"/>
                        <a:pt x="22" y="59"/>
                      </a:cubicBezTo>
                      <a:cubicBezTo>
                        <a:pt x="22" y="59"/>
                        <a:pt x="22" y="60"/>
                        <a:pt x="22" y="60"/>
                      </a:cubicBezTo>
                      <a:cubicBezTo>
                        <a:pt x="22" y="60"/>
                        <a:pt x="21" y="61"/>
                        <a:pt x="21" y="61"/>
                      </a:cubicBezTo>
                      <a:cubicBezTo>
                        <a:pt x="21" y="61"/>
                        <a:pt x="22" y="62"/>
                        <a:pt x="22" y="62"/>
                      </a:cubicBezTo>
                      <a:cubicBezTo>
                        <a:pt x="22" y="63"/>
                        <a:pt x="22" y="65"/>
                        <a:pt x="22" y="65"/>
                      </a:cubicBezTo>
                      <a:cubicBezTo>
                        <a:pt x="22" y="65"/>
                        <a:pt x="21" y="66"/>
                        <a:pt x="21" y="66"/>
                      </a:cubicBezTo>
                      <a:cubicBezTo>
                        <a:pt x="21" y="67"/>
                        <a:pt x="20" y="68"/>
                        <a:pt x="20" y="68"/>
                      </a:cubicBezTo>
                      <a:cubicBezTo>
                        <a:pt x="20" y="68"/>
                        <a:pt x="20" y="70"/>
                        <a:pt x="20" y="70"/>
                      </a:cubicBezTo>
                      <a:cubicBezTo>
                        <a:pt x="20" y="70"/>
                        <a:pt x="20" y="71"/>
                        <a:pt x="21" y="71"/>
                      </a:cubicBezTo>
                      <a:cubicBezTo>
                        <a:pt x="21" y="72"/>
                        <a:pt x="22" y="72"/>
                        <a:pt x="22" y="72"/>
                      </a:cubicBezTo>
                      <a:cubicBezTo>
                        <a:pt x="23" y="72"/>
                        <a:pt x="25" y="73"/>
                        <a:pt x="25" y="73"/>
                      </a:cubicBezTo>
                      <a:cubicBezTo>
                        <a:pt x="25" y="73"/>
                        <a:pt x="29" y="74"/>
                        <a:pt x="29" y="74"/>
                      </a:cubicBezTo>
                      <a:cubicBezTo>
                        <a:pt x="38" y="74"/>
                        <a:pt x="38" y="74"/>
                        <a:pt x="38" y="74"/>
                      </a:cubicBezTo>
                      <a:cubicBezTo>
                        <a:pt x="41" y="75"/>
                        <a:pt x="41" y="75"/>
                        <a:pt x="41" y="75"/>
                      </a:cubicBezTo>
                      <a:cubicBezTo>
                        <a:pt x="49" y="81"/>
                        <a:pt x="49" y="81"/>
                        <a:pt x="49" y="81"/>
                      </a:cubicBezTo>
                      <a:cubicBezTo>
                        <a:pt x="52" y="81"/>
                        <a:pt x="52" y="81"/>
                        <a:pt x="52" y="81"/>
                      </a:cubicBezTo>
                      <a:cubicBezTo>
                        <a:pt x="52" y="83"/>
                        <a:pt x="52" y="83"/>
                        <a:pt x="52" y="83"/>
                      </a:cubicBezTo>
                      <a:cubicBezTo>
                        <a:pt x="53" y="84"/>
                        <a:pt x="53" y="84"/>
                        <a:pt x="53" y="84"/>
                      </a:cubicBezTo>
                      <a:cubicBezTo>
                        <a:pt x="55" y="90"/>
                        <a:pt x="55" y="90"/>
                        <a:pt x="55" y="90"/>
                      </a:cubicBezTo>
                      <a:cubicBezTo>
                        <a:pt x="58" y="94"/>
                        <a:pt x="58" y="94"/>
                        <a:pt x="58" y="94"/>
                      </a:cubicBezTo>
                      <a:cubicBezTo>
                        <a:pt x="59" y="95"/>
                        <a:pt x="59" y="95"/>
                        <a:pt x="59" y="95"/>
                      </a:cubicBezTo>
                      <a:cubicBezTo>
                        <a:pt x="62" y="95"/>
                        <a:pt x="62" y="95"/>
                        <a:pt x="62" y="95"/>
                      </a:cubicBezTo>
                      <a:cubicBezTo>
                        <a:pt x="64" y="95"/>
                        <a:pt x="64" y="95"/>
                        <a:pt x="64" y="95"/>
                      </a:cubicBezTo>
                      <a:cubicBezTo>
                        <a:pt x="81" y="97"/>
                        <a:pt x="81" y="97"/>
                        <a:pt x="81" y="97"/>
                      </a:cubicBezTo>
                      <a:cubicBezTo>
                        <a:pt x="86" y="97"/>
                        <a:pt x="86" y="97"/>
                        <a:pt x="86" y="97"/>
                      </a:cubicBezTo>
                      <a:cubicBezTo>
                        <a:pt x="89" y="96"/>
                        <a:pt x="89" y="96"/>
                        <a:pt x="89" y="96"/>
                      </a:cubicBezTo>
                      <a:cubicBezTo>
                        <a:pt x="89" y="96"/>
                        <a:pt x="92" y="97"/>
                        <a:pt x="92" y="97"/>
                      </a:cubicBezTo>
                      <a:cubicBezTo>
                        <a:pt x="92" y="97"/>
                        <a:pt x="95" y="98"/>
                        <a:pt x="95" y="98"/>
                      </a:cubicBezTo>
                      <a:cubicBezTo>
                        <a:pt x="95" y="98"/>
                        <a:pt x="97" y="100"/>
                        <a:pt x="97" y="100"/>
                      </a:cubicBezTo>
                      <a:cubicBezTo>
                        <a:pt x="101" y="101"/>
                        <a:pt x="101" y="101"/>
                        <a:pt x="101" y="101"/>
                      </a:cubicBezTo>
                      <a:cubicBezTo>
                        <a:pt x="107" y="104"/>
                        <a:pt x="107" y="104"/>
                        <a:pt x="107" y="104"/>
                      </a:cubicBezTo>
                      <a:cubicBezTo>
                        <a:pt x="113" y="104"/>
                        <a:pt x="113" y="104"/>
                        <a:pt x="113" y="104"/>
                      </a:cubicBezTo>
                      <a:cubicBezTo>
                        <a:pt x="114" y="105"/>
                        <a:pt x="114" y="105"/>
                        <a:pt x="114" y="105"/>
                      </a:cubicBezTo>
                      <a:cubicBezTo>
                        <a:pt x="116" y="106"/>
                        <a:pt x="116" y="106"/>
                        <a:pt x="116" y="106"/>
                      </a:cubicBezTo>
                      <a:cubicBezTo>
                        <a:pt x="117" y="106"/>
                        <a:pt x="117" y="106"/>
                        <a:pt x="117" y="106"/>
                      </a:cubicBezTo>
                      <a:cubicBezTo>
                        <a:pt x="117" y="106"/>
                        <a:pt x="117" y="106"/>
                        <a:pt x="117" y="106"/>
                      </a:cubicBezTo>
                      <a:cubicBezTo>
                        <a:pt x="122" y="103"/>
                        <a:pt x="122" y="103"/>
                        <a:pt x="122" y="103"/>
                      </a:cubicBezTo>
                      <a:cubicBezTo>
                        <a:pt x="133" y="98"/>
                        <a:pt x="133" y="98"/>
                        <a:pt x="133" y="98"/>
                      </a:cubicBezTo>
                      <a:cubicBezTo>
                        <a:pt x="148" y="98"/>
                        <a:pt x="148" y="98"/>
                        <a:pt x="148" y="98"/>
                      </a:cubicBezTo>
                      <a:cubicBezTo>
                        <a:pt x="153" y="96"/>
                        <a:pt x="153" y="96"/>
                        <a:pt x="153" y="96"/>
                      </a:cubicBezTo>
                      <a:cubicBezTo>
                        <a:pt x="154" y="95"/>
                        <a:pt x="154" y="95"/>
                        <a:pt x="154" y="95"/>
                      </a:cubicBezTo>
                      <a:cubicBezTo>
                        <a:pt x="158" y="90"/>
                        <a:pt x="158" y="90"/>
                        <a:pt x="158" y="90"/>
                      </a:cubicBezTo>
                      <a:cubicBezTo>
                        <a:pt x="164" y="87"/>
                        <a:pt x="164" y="87"/>
                        <a:pt x="164" y="87"/>
                      </a:cubicBezTo>
                      <a:cubicBezTo>
                        <a:pt x="164" y="84"/>
                        <a:pt x="164" y="84"/>
                        <a:pt x="164" y="84"/>
                      </a:cubicBezTo>
                      <a:cubicBezTo>
                        <a:pt x="164" y="84"/>
                        <a:pt x="161" y="82"/>
                        <a:pt x="161" y="82"/>
                      </a:cubicBezTo>
                      <a:cubicBezTo>
                        <a:pt x="161" y="81"/>
                        <a:pt x="161" y="79"/>
                        <a:pt x="161" y="79"/>
                      </a:cubicBezTo>
                      <a:cubicBezTo>
                        <a:pt x="161" y="79"/>
                        <a:pt x="161" y="78"/>
                        <a:pt x="162" y="77"/>
                      </a:cubicBezTo>
                      <a:cubicBezTo>
                        <a:pt x="162" y="77"/>
                        <a:pt x="164" y="74"/>
                        <a:pt x="164" y="74"/>
                      </a:cubicBezTo>
                      <a:cubicBezTo>
                        <a:pt x="166" y="74"/>
                        <a:pt x="166" y="74"/>
                        <a:pt x="166" y="74"/>
                      </a:cubicBezTo>
                      <a:cubicBezTo>
                        <a:pt x="170" y="76"/>
                        <a:pt x="170" y="76"/>
                        <a:pt x="170" y="76"/>
                      </a:cubicBezTo>
                      <a:cubicBezTo>
                        <a:pt x="173" y="76"/>
                        <a:pt x="173" y="76"/>
                        <a:pt x="173" y="76"/>
                      </a:cubicBezTo>
                      <a:cubicBezTo>
                        <a:pt x="177" y="76"/>
                        <a:pt x="177" y="76"/>
                        <a:pt x="177" y="76"/>
                      </a:cubicBezTo>
                      <a:cubicBezTo>
                        <a:pt x="180" y="73"/>
                        <a:pt x="180" y="73"/>
                        <a:pt x="180" y="73"/>
                      </a:cubicBezTo>
                      <a:cubicBezTo>
                        <a:pt x="182" y="70"/>
                        <a:pt x="182" y="70"/>
                        <a:pt x="182" y="70"/>
                      </a:cubicBezTo>
                      <a:cubicBezTo>
                        <a:pt x="190" y="70"/>
                        <a:pt x="190" y="70"/>
                        <a:pt x="190" y="70"/>
                      </a:cubicBezTo>
                      <a:cubicBezTo>
                        <a:pt x="193" y="67"/>
                        <a:pt x="193" y="67"/>
                        <a:pt x="193" y="67"/>
                      </a:cubicBezTo>
                      <a:cubicBezTo>
                        <a:pt x="193" y="65"/>
                        <a:pt x="193" y="65"/>
                        <a:pt x="193" y="65"/>
                      </a:cubicBezTo>
                      <a:cubicBezTo>
                        <a:pt x="196" y="61"/>
                        <a:pt x="196" y="61"/>
                        <a:pt x="196" y="61"/>
                      </a:cubicBezTo>
                      <a:cubicBezTo>
                        <a:pt x="201" y="61"/>
                        <a:pt x="201" y="61"/>
                        <a:pt x="201" y="61"/>
                      </a:cubicBezTo>
                      <a:cubicBezTo>
                        <a:pt x="201" y="59"/>
                        <a:pt x="201" y="59"/>
                        <a:pt x="201" y="59"/>
                      </a:cubicBezTo>
                      <a:cubicBezTo>
                        <a:pt x="204" y="59"/>
                        <a:pt x="204" y="59"/>
                        <a:pt x="204" y="59"/>
                      </a:cubicBezTo>
                      <a:cubicBezTo>
                        <a:pt x="206" y="58"/>
                        <a:pt x="206" y="58"/>
                        <a:pt x="206" y="58"/>
                      </a:cubicBezTo>
                      <a:cubicBezTo>
                        <a:pt x="207" y="57"/>
                        <a:pt x="207" y="57"/>
                        <a:pt x="207" y="57"/>
                      </a:cubicBezTo>
                      <a:cubicBezTo>
                        <a:pt x="211" y="57"/>
                        <a:pt x="211" y="57"/>
                        <a:pt x="211" y="57"/>
                      </a:cubicBezTo>
                      <a:cubicBezTo>
                        <a:pt x="214" y="58"/>
                        <a:pt x="214" y="58"/>
                        <a:pt x="214" y="58"/>
                      </a:cubicBezTo>
                      <a:cubicBezTo>
                        <a:pt x="216" y="58"/>
                        <a:pt x="216" y="58"/>
                        <a:pt x="216" y="58"/>
                      </a:cubicBezTo>
                      <a:cubicBezTo>
                        <a:pt x="218" y="58"/>
                        <a:pt x="218" y="58"/>
                        <a:pt x="218" y="58"/>
                      </a:cubicBezTo>
                      <a:cubicBezTo>
                        <a:pt x="218" y="55"/>
                        <a:pt x="218" y="55"/>
                        <a:pt x="218" y="55"/>
                      </a:cubicBezTo>
                      <a:cubicBezTo>
                        <a:pt x="209" y="45"/>
                        <a:pt x="209" y="45"/>
                        <a:pt x="209" y="45"/>
                      </a:cubicBezTo>
                      <a:cubicBezTo>
                        <a:pt x="204" y="45"/>
                        <a:pt x="204" y="45"/>
                        <a:pt x="204" y="45"/>
                      </a:cubicBezTo>
                      <a:cubicBezTo>
                        <a:pt x="201" y="48"/>
                        <a:pt x="201" y="48"/>
                        <a:pt x="201" y="48"/>
                      </a:cubicBezTo>
                      <a:cubicBezTo>
                        <a:pt x="200" y="47"/>
                        <a:pt x="200" y="47"/>
                        <a:pt x="200" y="47"/>
                      </a:cubicBezTo>
                      <a:cubicBezTo>
                        <a:pt x="197" y="45"/>
                        <a:pt x="197" y="45"/>
                        <a:pt x="197" y="45"/>
                      </a:cubicBezTo>
                      <a:cubicBezTo>
                        <a:pt x="193" y="45"/>
                        <a:pt x="193" y="45"/>
                        <a:pt x="193" y="45"/>
                      </a:cubicBezTo>
                      <a:cubicBezTo>
                        <a:pt x="191" y="48"/>
                        <a:pt x="191" y="48"/>
                        <a:pt x="191" y="48"/>
                      </a:cubicBezTo>
                      <a:cubicBezTo>
                        <a:pt x="188" y="45"/>
                        <a:pt x="188" y="45"/>
                        <a:pt x="188" y="45"/>
                      </a:cubicBezTo>
                      <a:cubicBezTo>
                        <a:pt x="188" y="43"/>
                        <a:pt x="188" y="43"/>
                        <a:pt x="188" y="43"/>
                      </a:cubicBezTo>
                      <a:cubicBezTo>
                        <a:pt x="190" y="42"/>
                        <a:pt x="190" y="42"/>
                        <a:pt x="190" y="42"/>
                      </a:cubicBezTo>
                      <a:cubicBezTo>
                        <a:pt x="190" y="39"/>
                        <a:pt x="190" y="39"/>
                        <a:pt x="190" y="39"/>
                      </a:cubicBezTo>
                      <a:cubicBezTo>
                        <a:pt x="196" y="26"/>
                        <a:pt x="196" y="26"/>
                        <a:pt x="196" y="26"/>
                      </a:cubicBezTo>
                      <a:cubicBezTo>
                        <a:pt x="193" y="23"/>
                        <a:pt x="193" y="23"/>
                        <a:pt x="193" y="23"/>
                      </a:cubicBezTo>
                      <a:cubicBezTo>
                        <a:pt x="190" y="25"/>
                        <a:pt x="190" y="25"/>
                        <a:pt x="190" y="25"/>
                      </a:cubicBezTo>
                      <a:cubicBezTo>
                        <a:pt x="188" y="25"/>
                        <a:pt x="188" y="25"/>
                        <a:pt x="188" y="25"/>
                      </a:cubicBezTo>
                      <a:cubicBezTo>
                        <a:pt x="186" y="24"/>
                        <a:pt x="186" y="24"/>
                        <a:pt x="186" y="24"/>
                      </a:cubicBezTo>
                      <a:cubicBezTo>
                        <a:pt x="183" y="22"/>
                        <a:pt x="183" y="22"/>
                        <a:pt x="183" y="22"/>
                      </a:cubicBezTo>
                      <a:cubicBezTo>
                        <a:pt x="183" y="22"/>
                        <a:pt x="180" y="21"/>
                        <a:pt x="180" y="21"/>
                      </a:cubicBezTo>
                      <a:cubicBezTo>
                        <a:pt x="180" y="21"/>
                        <a:pt x="179" y="21"/>
                        <a:pt x="179" y="21"/>
                      </a:cubicBezTo>
                      <a:cubicBezTo>
                        <a:pt x="174" y="24"/>
                        <a:pt x="174" y="24"/>
                        <a:pt x="174" y="24"/>
                      </a:cubicBezTo>
                      <a:cubicBezTo>
                        <a:pt x="171" y="28"/>
                        <a:pt x="171" y="28"/>
                        <a:pt x="171" y="28"/>
                      </a:cubicBezTo>
                      <a:cubicBezTo>
                        <a:pt x="165" y="30"/>
                        <a:pt x="165" y="30"/>
                        <a:pt x="165" y="30"/>
                      </a:cubicBezTo>
                      <a:cubicBezTo>
                        <a:pt x="157" y="33"/>
                        <a:pt x="157" y="33"/>
                        <a:pt x="157" y="33"/>
                      </a:cubicBezTo>
                      <a:cubicBezTo>
                        <a:pt x="155" y="32"/>
                        <a:pt x="155" y="32"/>
                        <a:pt x="155" y="32"/>
                      </a:cubicBezTo>
                      <a:cubicBezTo>
                        <a:pt x="154" y="32"/>
                        <a:pt x="154" y="32"/>
                        <a:pt x="154" y="32"/>
                      </a:cubicBezTo>
                      <a:cubicBezTo>
                        <a:pt x="152" y="33"/>
                        <a:pt x="152" y="33"/>
                        <a:pt x="152" y="33"/>
                      </a:cubicBezTo>
                      <a:cubicBezTo>
                        <a:pt x="151" y="33"/>
                        <a:pt x="151" y="33"/>
                        <a:pt x="151" y="33"/>
                      </a:cubicBezTo>
                      <a:cubicBezTo>
                        <a:pt x="151" y="33"/>
                        <a:pt x="146" y="31"/>
                        <a:pt x="145" y="31"/>
                      </a:cubicBezTo>
                      <a:cubicBezTo>
                        <a:pt x="145" y="31"/>
                        <a:pt x="140" y="31"/>
                        <a:pt x="140" y="31"/>
                      </a:cubicBezTo>
                      <a:cubicBezTo>
                        <a:pt x="140" y="30"/>
                        <a:pt x="140" y="30"/>
                        <a:pt x="140" y="30"/>
                      </a:cubicBezTo>
                      <a:cubicBezTo>
                        <a:pt x="138" y="28"/>
                        <a:pt x="138" y="28"/>
                        <a:pt x="138" y="28"/>
                      </a:cubicBezTo>
                      <a:cubicBezTo>
                        <a:pt x="137" y="28"/>
                        <a:pt x="137" y="28"/>
                        <a:pt x="137" y="28"/>
                      </a:cubicBezTo>
                      <a:cubicBezTo>
                        <a:pt x="137" y="25"/>
                        <a:pt x="137" y="25"/>
                        <a:pt x="137" y="25"/>
                      </a:cubicBezTo>
                      <a:cubicBezTo>
                        <a:pt x="134" y="24"/>
                        <a:pt x="134" y="24"/>
                        <a:pt x="134" y="24"/>
                      </a:cubicBezTo>
                      <a:cubicBezTo>
                        <a:pt x="132" y="24"/>
                        <a:pt x="132" y="24"/>
                        <a:pt x="132" y="24"/>
                      </a:cubicBezTo>
                      <a:cubicBezTo>
                        <a:pt x="132" y="24"/>
                        <a:pt x="131" y="23"/>
                        <a:pt x="131" y="22"/>
                      </a:cubicBezTo>
                      <a:cubicBezTo>
                        <a:pt x="131" y="22"/>
                        <a:pt x="130" y="21"/>
                        <a:pt x="130" y="21"/>
                      </a:cubicBezTo>
                      <a:cubicBezTo>
                        <a:pt x="129" y="21"/>
                        <a:pt x="128" y="20"/>
                        <a:pt x="128" y="20"/>
                      </a:cubicBezTo>
                      <a:cubicBezTo>
                        <a:pt x="126" y="20"/>
                        <a:pt x="126" y="20"/>
                        <a:pt x="126" y="20"/>
                      </a:cubicBezTo>
                      <a:cubicBezTo>
                        <a:pt x="126" y="21"/>
                        <a:pt x="126" y="21"/>
                        <a:pt x="126" y="21"/>
                      </a:cubicBezTo>
                      <a:cubicBezTo>
                        <a:pt x="125" y="21"/>
                        <a:pt x="125" y="21"/>
                        <a:pt x="125" y="21"/>
                      </a:cubicBezTo>
                      <a:cubicBezTo>
                        <a:pt x="123" y="19"/>
                        <a:pt x="123" y="19"/>
                        <a:pt x="123" y="19"/>
                      </a:cubicBezTo>
                      <a:cubicBezTo>
                        <a:pt x="117" y="19"/>
                        <a:pt x="117" y="19"/>
                        <a:pt x="117" y="19"/>
                      </a:cubicBezTo>
                      <a:cubicBezTo>
                        <a:pt x="116" y="20"/>
                        <a:pt x="116" y="20"/>
                        <a:pt x="116" y="20"/>
                      </a:cubicBezTo>
                      <a:cubicBezTo>
                        <a:pt x="114" y="20"/>
                        <a:pt x="114" y="20"/>
                        <a:pt x="114" y="20"/>
                      </a:cubicBezTo>
                      <a:cubicBezTo>
                        <a:pt x="113" y="20"/>
                        <a:pt x="113" y="20"/>
                        <a:pt x="113" y="20"/>
                      </a:cubicBezTo>
                      <a:cubicBezTo>
                        <a:pt x="111" y="23"/>
                        <a:pt x="111" y="23"/>
                        <a:pt x="111" y="23"/>
                      </a:cubicBezTo>
                      <a:cubicBezTo>
                        <a:pt x="111" y="23"/>
                        <a:pt x="110" y="22"/>
                        <a:pt x="110" y="22"/>
                      </a:cubicBezTo>
                      <a:cubicBezTo>
                        <a:pt x="110" y="22"/>
                        <a:pt x="105" y="22"/>
                        <a:pt x="105" y="22"/>
                      </a:cubicBezTo>
                      <a:cubicBezTo>
                        <a:pt x="104" y="21"/>
                        <a:pt x="104" y="21"/>
                        <a:pt x="104" y="21"/>
                      </a:cubicBezTo>
                      <a:cubicBezTo>
                        <a:pt x="103" y="21"/>
                        <a:pt x="103" y="21"/>
                        <a:pt x="103" y="21"/>
                      </a:cubicBezTo>
                      <a:cubicBezTo>
                        <a:pt x="102" y="20"/>
                        <a:pt x="102" y="20"/>
                        <a:pt x="102" y="20"/>
                      </a:cubicBezTo>
                      <a:cubicBezTo>
                        <a:pt x="102" y="20"/>
                        <a:pt x="100" y="19"/>
                        <a:pt x="100" y="18"/>
                      </a:cubicBezTo>
                      <a:cubicBezTo>
                        <a:pt x="100" y="18"/>
                        <a:pt x="99" y="17"/>
                        <a:pt x="99" y="17"/>
                      </a:cubicBezTo>
                      <a:cubicBezTo>
                        <a:pt x="98" y="16"/>
                        <a:pt x="98" y="16"/>
                        <a:pt x="98" y="16"/>
                      </a:cubicBezTo>
                      <a:cubicBezTo>
                        <a:pt x="98" y="16"/>
                        <a:pt x="98" y="12"/>
                        <a:pt x="98" y="12"/>
                      </a:cubicBezTo>
                      <a:cubicBezTo>
                        <a:pt x="98" y="12"/>
                        <a:pt x="98" y="11"/>
                        <a:pt x="98" y="10"/>
                      </a:cubicBezTo>
                      <a:cubicBezTo>
                        <a:pt x="97" y="10"/>
                        <a:pt x="97" y="9"/>
                        <a:pt x="96" y="9"/>
                      </a:cubicBezTo>
                      <a:cubicBezTo>
                        <a:pt x="96" y="9"/>
                        <a:pt x="94" y="8"/>
                        <a:pt x="94" y="8"/>
                      </a:cubicBezTo>
                      <a:cubicBezTo>
                        <a:pt x="94" y="8"/>
                        <a:pt x="93" y="8"/>
                        <a:pt x="93" y="8"/>
                      </a:cubicBezTo>
                      <a:cubicBezTo>
                        <a:pt x="92" y="8"/>
                        <a:pt x="90" y="8"/>
                        <a:pt x="90" y="8"/>
                      </a:cubicBezTo>
                      <a:cubicBezTo>
                        <a:pt x="87" y="5"/>
                        <a:pt x="87" y="5"/>
                        <a:pt x="87" y="5"/>
                      </a:cubicBezTo>
                      <a:cubicBezTo>
                        <a:pt x="82" y="5"/>
                        <a:pt x="82" y="5"/>
                        <a:pt x="82" y="5"/>
                      </a:cubicBezTo>
                      <a:cubicBezTo>
                        <a:pt x="82" y="3"/>
                        <a:pt x="82" y="3"/>
                        <a:pt x="82" y="3"/>
                      </a:cubicBezTo>
                      <a:cubicBezTo>
                        <a:pt x="79" y="3"/>
                        <a:pt x="79" y="3"/>
                        <a:pt x="79" y="3"/>
                      </a:cubicBezTo>
                      <a:cubicBezTo>
                        <a:pt x="75" y="0"/>
                        <a:pt x="75" y="0"/>
                        <a:pt x="75" y="0"/>
                      </a:cubicBezTo>
                      <a:cubicBezTo>
                        <a:pt x="75" y="0"/>
                        <a:pt x="75" y="1"/>
                        <a:pt x="75" y="1"/>
                      </a:cubicBezTo>
                      <a:cubicBezTo>
                        <a:pt x="75" y="2"/>
                        <a:pt x="75" y="3"/>
                        <a:pt x="75" y="3"/>
                      </a:cubicBezTo>
                      <a:cubicBezTo>
                        <a:pt x="75" y="3"/>
                        <a:pt x="74" y="4"/>
                        <a:pt x="74" y="4"/>
                      </a:cubicBezTo>
                      <a:cubicBezTo>
                        <a:pt x="72" y="5"/>
                        <a:pt x="72" y="5"/>
                        <a:pt x="72" y="5"/>
                      </a:cubicBezTo>
                      <a:cubicBezTo>
                        <a:pt x="72" y="5"/>
                        <a:pt x="72" y="5"/>
                        <a:pt x="72" y="5"/>
                      </a:cubicBezTo>
                      <a:cubicBezTo>
                        <a:pt x="72" y="6"/>
                        <a:pt x="71" y="7"/>
                        <a:pt x="71" y="8"/>
                      </a:cubicBezTo>
                      <a:cubicBezTo>
                        <a:pt x="71" y="8"/>
                        <a:pt x="70" y="9"/>
                        <a:pt x="70" y="9"/>
                      </a:cubicBezTo>
                      <a:cubicBezTo>
                        <a:pt x="70" y="9"/>
                        <a:pt x="69" y="9"/>
                        <a:pt x="69" y="9"/>
                      </a:cubicBezTo>
                      <a:cubicBezTo>
                        <a:pt x="69" y="10"/>
                        <a:pt x="70" y="10"/>
                        <a:pt x="69" y="10"/>
                      </a:cubicBezTo>
                      <a:cubicBezTo>
                        <a:pt x="69" y="11"/>
                        <a:pt x="69" y="11"/>
                        <a:pt x="68" y="12"/>
                      </a:cubicBezTo>
                      <a:cubicBezTo>
                        <a:pt x="68" y="12"/>
                        <a:pt x="68" y="12"/>
                        <a:pt x="68" y="13"/>
                      </a:cubicBezTo>
                      <a:cubicBezTo>
                        <a:pt x="68" y="14"/>
                        <a:pt x="69" y="15"/>
                        <a:pt x="69" y="15"/>
                      </a:cubicBezTo>
                      <a:cubicBezTo>
                        <a:pt x="70" y="15"/>
                        <a:pt x="70" y="15"/>
                        <a:pt x="70" y="15"/>
                      </a:cubicBezTo>
                      <a:cubicBezTo>
                        <a:pt x="70" y="17"/>
                        <a:pt x="70" y="17"/>
                        <a:pt x="70" y="17"/>
                      </a:cubicBezTo>
                      <a:cubicBezTo>
                        <a:pt x="71" y="19"/>
                        <a:pt x="71" y="19"/>
                        <a:pt x="71" y="19"/>
                      </a:cubicBezTo>
                      <a:cubicBezTo>
                        <a:pt x="71" y="21"/>
                        <a:pt x="71" y="21"/>
                        <a:pt x="71" y="21"/>
                      </a:cubicBezTo>
                      <a:cubicBezTo>
                        <a:pt x="70" y="23"/>
                        <a:pt x="70" y="23"/>
                        <a:pt x="70" y="23"/>
                      </a:cubicBezTo>
                      <a:cubicBezTo>
                        <a:pt x="69" y="25"/>
                        <a:pt x="69" y="25"/>
                        <a:pt x="69" y="25"/>
                      </a:cubicBezTo>
                      <a:cubicBezTo>
                        <a:pt x="68" y="25"/>
                        <a:pt x="68" y="25"/>
                        <a:pt x="68" y="25"/>
                      </a:cubicBezTo>
                      <a:cubicBezTo>
                        <a:pt x="68" y="24"/>
                        <a:pt x="68" y="24"/>
                        <a:pt x="68" y="24"/>
                      </a:cubicBezTo>
                      <a:cubicBezTo>
                        <a:pt x="66" y="26"/>
                        <a:pt x="66" y="26"/>
                        <a:pt x="66" y="26"/>
                      </a:cubicBezTo>
                      <a:cubicBezTo>
                        <a:pt x="64" y="26"/>
                        <a:pt x="64" y="26"/>
                        <a:pt x="64" y="26"/>
                      </a:cubicBezTo>
                      <a:cubicBezTo>
                        <a:pt x="63" y="25"/>
                        <a:pt x="63" y="25"/>
                        <a:pt x="63" y="25"/>
                      </a:cubicBezTo>
                      <a:cubicBezTo>
                        <a:pt x="58" y="25"/>
                        <a:pt x="58" y="25"/>
                        <a:pt x="58" y="25"/>
                      </a:cubicBezTo>
                      <a:cubicBezTo>
                        <a:pt x="55" y="23"/>
                        <a:pt x="55" y="23"/>
                        <a:pt x="55" y="23"/>
                      </a:cubicBezTo>
                      <a:cubicBezTo>
                        <a:pt x="52" y="25"/>
                        <a:pt x="52" y="25"/>
                        <a:pt x="52" y="25"/>
                      </a:cubicBezTo>
                      <a:cubicBezTo>
                        <a:pt x="52" y="25"/>
                        <a:pt x="50" y="25"/>
                        <a:pt x="50" y="24"/>
                      </a:cubicBezTo>
                      <a:cubicBezTo>
                        <a:pt x="50" y="24"/>
                        <a:pt x="49" y="24"/>
                        <a:pt x="49" y="24"/>
                      </a:cubicBezTo>
                      <a:cubicBezTo>
                        <a:pt x="48" y="23"/>
                        <a:pt x="46" y="23"/>
                        <a:pt x="46" y="23"/>
                      </a:cubicBezTo>
                      <a:cubicBezTo>
                        <a:pt x="46" y="23"/>
                        <a:pt x="45" y="22"/>
                        <a:pt x="45" y="22"/>
                      </a:cubicBezTo>
                      <a:cubicBezTo>
                        <a:pt x="45" y="22"/>
                        <a:pt x="44" y="20"/>
                        <a:pt x="44" y="20"/>
                      </a:cubicBezTo>
                      <a:cubicBezTo>
                        <a:pt x="44" y="20"/>
                        <a:pt x="44" y="18"/>
                        <a:pt x="44" y="18"/>
                      </a:cubicBezTo>
                      <a:cubicBezTo>
                        <a:pt x="36" y="18"/>
                        <a:pt x="36" y="18"/>
                        <a:pt x="36" y="18"/>
                      </a:cubicBezTo>
                      <a:cubicBezTo>
                        <a:pt x="36" y="16"/>
                        <a:pt x="36" y="16"/>
                        <a:pt x="36" y="16"/>
                      </a:cubicBezTo>
                      <a:cubicBezTo>
                        <a:pt x="34" y="15"/>
                        <a:pt x="34" y="15"/>
                        <a:pt x="34" y="15"/>
                      </a:cubicBezTo>
                      <a:cubicBezTo>
                        <a:pt x="33" y="16"/>
                        <a:pt x="33" y="16"/>
                        <a:pt x="33" y="16"/>
                      </a:cubicBezTo>
                      <a:cubicBezTo>
                        <a:pt x="32" y="16"/>
                        <a:pt x="32" y="16"/>
                        <a:pt x="32" y="16"/>
                      </a:cubicBezTo>
                      <a:cubicBezTo>
                        <a:pt x="31" y="15"/>
                        <a:pt x="31" y="15"/>
                        <a:pt x="31" y="15"/>
                      </a:cubicBezTo>
                      <a:cubicBezTo>
                        <a:pt x="30" y="16"/>
                        <a:pt x="30" y="16"/>
                        <a:pt x="30" y="16"/>
                      </a:cubicBezTo>
                      <a:cubicBezTo>
                        <a:pt x="27" y="16"/>
                        <a:pt x="27" y="16"/>
                        <a:pt x="27" y="16"/>
                      </a:cubicBezTo>
                      <a:cubicBezTo>
                        <a:pt x="25" y="19"/>
                        <a:pt x="25" y="19"/>
                        <a:pt x="25" y="19"/>
                      </a:cubicBezTo>
                      <a:cubicBezTo>
                        <a:pt x="22" y="19"/>
                        <a:pt x="22" y="19"/>
                        <a:pt x="22" y="19"/>
                      </a:cubicBezTo>
                      <a:cubicBezTo>
                        <a:pt x="20" y="21"/>
                        <a:pt x="20" y="21"/>
                        <a:pt x="20" y="21"/>
                      </a:cubicBezTo>
                      <a:cubicBezTo>
                        <a:pt x="20" y="21"/>
                        <a:pt x="20" y="21"/>
                        <a:pt x="20" y="21"/>
                      </a:cubicBezTo>
                      <a:cubicBezTo>
                        <a:pt x="18" y="22"/>
                        <a:pt x="18" y="22"/>
                        <a:pt x="18" y="22"/>
                      </a:cubicBezTo>
                      <a:cubicBezTo>
                        <a:pt x="18" y="22"/>
                        <a:pt x="17" y="22"/>
                        <a:pt x="17" y="23"/>
                      </a:cubicBezTo>
                      <a:cubicBezTo>
                        <a:pt x="17" y="23"/>
                        <a:pt x="15" y="24"/>
                        <a:pt x="15" y="24"/>
                      </a:cubicBezTo>
                      <a:cubicBezTo>
                        <a:pt x="15" y="24"/>
                        <a:pt x="13" y="25"/>
                        <a:pt x="13" y="25"/>
                      </a:cubicBezTo>
                      <a:cubicBezTo>
                        <a:pt x="13" y="25"/>
                        <a:pt x="13" y="25"/>
                        <a:pt x="13" y="25"/>
                      </a:cubicBezTo>
                      <a:cubicBezTo>
                        <a:pt x="13" y="25"/>
                        <a:pt x="12" y="26"/>
                        <a:pt x="13" y="26"/>
                      </a:cubicBezTo>
                      <a:cubicBezTo>
                        <a:pt x="13" y="26"/>
                        <a:pt x="13" y="27"/>
                        <a:pt x="13" y="27"/>
                      </a:cubicBezTo>
                      <a:cubicBezTo>
                        <a:pt x="13" y="27"/>
                        <a:pt x="13" y="28"/>
                        <a:pt x="13" y="28"/>
                      </a:cubicBezTo>
                      <a:cubicBezTo>
                        <a:pt x="12" y="28"/>
                        <a:pt x="12" y="28"/>
                        <a:pt x="11" y="28"/>
                      </a:cubicBezTo>
                      <a:cubicBezTo>
                        <a:pt x="11" y="28"/>
                        <a:pt x="10" y="28"/>
                        <a:pt x="10" y="28"/>
                      </a:cubicBezTo>
                      <a:cubicBezTo>
                        <a:pt x="10" y="28"/>
                        <a:pt x="9" y="29"/>
                        <a:pt x="9" y="29"/>
                      </a:cubicBezTo>
                      <a:cubicBezTo>
                        <a:pt x="9" y="29"/>
                        <a:pt x="9" y="29"/>
                        <a:pt x="8" y="29"/>
                      </a:cubicBezTo>
                      <a:cubicBezTo>
                        <a:pt x="8" y="29"/>
                        <a:pt x="8" y="29"/>
                        <a:pt x="8" y="29"/>
                      </a:cubicBezTo>
                      <a:cubicBezTo>
                        <a:pt x="8" y="29"/>
                        <a:pt x="8" y="29"/>
                        <a:pt x="7" y="30"/>
                      </a:cubicBezTo>
                      <a:cubicBezTo>
                        <a:pt x="7" y="30"/>
                        <a:pt x="5" y="30"/>
                        <a:pt x="5" y="30"/>
                      </a:cubicBezTo>
                      <a:cubicBezTo>
                        <a:pt x="5" y="30"/>
                        <a:pt x="3" y="30"/>
                        <a:pt x="3" y="30"/>
                      </a:cubicBezTo>
                      <a:cubicBezTo>
                        <a:pt x="2" y="32"/>
                        <a:pt x="2" y="32"/>
                        <a:pt x="2" y="32"/>
                      </a:cubicBezTo>
                      <a:cubicBezTo>
                        <a:pt x="1" y="32"/>
                        <a:pt x="1" y="32"/>
                        <a:pt x="1" y="32"/>
                      </a:cubicBezTo>
                      <a:cubicBezTo>
                        <a:pt x="0" y="33"/>
                        <a:pt x="0" y="33"/>
                        <a:pt x="0" y="33"/>
                      </a:cubicBezTo>
                      <a:cubicBezTo>
                        <a:pt x="1" y="34"/>
                        <a:pt x="1" y="34"/>
                        <a:pt x="1" y="34"/>
                      </a:cubicBezTo>
                      <a:lnTo>
                        <a:pt x="0" y="36"/>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9" name="Freeform 848">
                  <a:extLst>
                    <a:ext uri="{FF2B5EF4-FFF2-40B4-BE49-F238E27FC236}">
                      <a16:creationId xmlns:a16="http://schemas.microsoft.com/office/drawing/2014/main" id="{EDE2EBD2-502C-44E0-8332-F7CA1B563BC2}"/>
                    </a:ext>
                  </a:extLst>
                </p:cNvPr>
                <p:cNvSpPr>
                  <a:spLocks noEditPoints="1"/>
                </p:cNvSpPr>
                <p:nvPr/>
              </p:nvSpPr>
              <p:spPr bwMode="auto">
                <a:xfrm>
                  <a:off x="8205788" y="4683125"/>
                  <a:ext cx="536575" cy="192088"/>
                </a:xfrm>
                <a:custGeom>
                  <a:avLst/>
                  <a:gdLst>
                    <a:gd name="T0" fmla="*/ 77 w 129"/>
                    <a:gd name="T1" fmla="*/ 36 h 46"/>
                    <a:gd name="T2" fmla="*/ 114 w 129"/>
                    <a:gd name="T3" fmla="*/ 2 h 46"/>
                    <a:gd name="T4" fmla="*/ 115 w 129"/>
                    <a:gd name="T5" fmla="*/ 3 h 46"/>
                    <a:gd name="T6" fmla="*/ 115 w 129"/>
                    <a:gd name="T7" fmla="*/ 2 h 46"/>
                    <a:gd name="T8" fmla="*/ 124 w 129"/>
                    <a:gd name="T9" fmla="*/ 19 h 46"/>
                    <a:gd name="T10" fmla="*/ 125 w 129"/>
                    <a:gd name="T11" fmla="*/ 20 h 46"/>
                    <a:gd name="T12" fmla="*/ 127 w 129"/>
                    <a:gd name="T13" fmla="*/ 14 h 46"/>
                    <a:gd name="T14" fmla="*/ 125 w 129"/>
                    <a:gd name="T15" fmla="*/ 14 h 46"/>
                    <a:gd name="T16" fmla="*/ 123 w 129"/>
                    <a:gd name="T17" fmla="*/ 12 h 46"/>
                    <a:gd name="T18" fmla="*/ 122 w 129"/>
                    <a:gd name="T19" fmla="*/ 12 h 46"/>
                    <a:gd name="T20" fmla="*/ 120 w 129"/>
                    <a:gd name="T21" fmla="*/ 13 h 46"/>
                    <a:gd name="T22" fmla="*/ 121 w 129"/>
                    <a:gd name="T23" fmla="*/ 12 h 46"/>
                    <a:gd name="T24" fmla="*/ 121 w 129"/>
                    <a:gd name="T25" fmla="*/ 11 h 46"/>
                    <a:gd name="T26" fmla="*/ 120 w 129"/>
                    <a:gd name="T27" fmla="*/ 11 h 46"/>
                    <a:gd name="T28" fmla="*/ 118 w 129"/>
                    <a:gd name="T29" fmla="*/ 11 h 46"/>
                    <a:gd name="T30" fmla="*/ 118 w 129"/>
                    <a:gd name="T31" fmla="*/ 10 h 46"/>
                    <a:gd name="T32" fmla="*/ 119 w 129"/>
                    <a:gd name="T33" fmla="*/ 9 h 46"/>
                    <a:gd name="T34" fmla="*/ 117 w 129"/>
                    <a:gd name="T35" fmla="*/ 7 h 46"/>
                    <a:gd name="T36" fmla="*/ 116 w 129"/>
                    <a:gd name="T37" fmla="*/ 5 h 46"/>
                    <a:gd name="T38" fmla="*/ 114 w 129"/>
                    <a:gd name="T39" fmla="*/ 5 h 46"/>
                    <a:gd name="T40" fmla="*/ 113 w 129"/>
                    <a:gd name="T41" fmla="*/ 7 h 46"/>
                    <a:gd name="T42" fmla="*/ 113 w 129"/>
                    <a:gd name="T43" fmla="*/ 5 h 46"/>
                    <a:gd name="T44" fmla="*/ 112 w 129"/>
                    <a:gd name="T45" fmla="*/ 5 h 46"/>
                    <a:gd name="T46" fmla="*/ 110 w 129"/>
                    <a:gd name="T47" fmla="*/ 9 h 46"/>
                    <a:gd name="T48" fmla="*/ 108 w 129"/>
                    <a:gd name="T49" fmla="*/ 11 h 46"/>
                    <a:gd name="T50" fmla="*/ 105 w 129"/>
                    <a:gd name="T51" fmla="*/ 14 h 46"/>
                    <a:gd name="T52" fmla="*/ 105 w 129"/>
                    <a:gd name="T53" fmla="*/ 17 h 46"/>
                    <a:gd name="T54" fmla="*/ 103 w 129"/>
                    <a:gd name="T55" fmla="*/ 21 h 46"/>
                    <a:gd name="T56" fmla="*/ 101 w 129"/>
                    <a:gd name="T57" fmla="*/ 19 h 46"/>
                    <a:gd name="T58" fmla="*/ 99 w 129"/>
                    <a:gd name="T59" fmla="*/ 25 h 46"/>
                    <a:gd name="T60" fmla="*/ 94 w 129"/>
                    <a:gd name="T61" fmla="*/ 22 h 46"/>
                    <a:gd name="T62" fmla="*/ 91 w 129"/>
                    <a:gd name="T63" fmla="*/ 27 h 46"/>
                    <a:gd name="T64" fmla="*/ 89 w 129"/>
                    <a:gd name="T65" fmla="*/ 30 h 46"/>
                    <a:gd name="T66" fmla="*/ 80 w 129"/>
                    <a:gd name="T67" fmla="*/ 33 h 46"/>
                    <a:gd name="T68" fmla="*/ 78 w 129"/>
                    <a:gd name="T69" fmla="*/ 35 h 46"/>
                    <a:gd name="T70" fmla="*/ 78 w 129"/>
                    <a:gd name="T71" fmla="*/ 37 h 46"/>
                    <a:gd name="T72" fmla="*/ 77 w 129"/>
                    <a:gd name="T73" fmla="*/ 37 h 46"/>
                    <a:gd name="T74" fmla="*/ 77 w 129"/>
                    <a:gd name="T75" fmla="*/ 38 h 46"/>
                    <a:gd name="T76" fmla="*/ 76 w 129"/>
                    <a:gd name="T77" fmla="*/ 40 h 46"/>
                    <a:gd name="T78" fmla="*/ 76 w 129"/>
                    <a:gd name="T79" fmla="*/ 41 h 46"/>
                    <a:gd name="T80" fmla="*/ 77 w 129"/>
                    <a:gd name="T81" fmla="*/ 43 h 46"/>
                    <a:gd name="T82" fmla="*/ 76 w 129"/>
                    <a:gd name="T83" fmla="*/ 43 h 46"/>
                    <a:gd name="T84" fmla="*/ 72 w 129"/>
                    <a:gd name="T85" fmla="*/ 42 h 46"/>
                    <a:gd name="T86" fmla="*/ 72 w 129"/>
                    <a:gd name="T87" fmla="*/ 41 h 46"/>
                    <a:gd name="T88" fmla="*/ 71 w 129"/>
                    <a:gd name="T89" fmla="*/ 41 h 46"/>
                    <a:gd name="T90" fmla="*/ 74 w 129"/>
                    <a:gd name="T91" fmla="*/ 46 h 46"/>
                    <a:gd name="T92" fmla="*/ 103 w 129"/>
                    <a:gd name="T93" fmla="*/ 35 h 46"/>
                    <a:gd name="T94" fmla="*/ 120 w 129"/>
                    <a:gd name="T95" fmla="*/ 22 h 46"/>
                    <a:gd name="T96" fmla="*/ 123 w 129"/>
                    <a:gd name="T97" fmla="*/ 22 h 46"/>
                    <a:gd name="T98" fmla="*/ 125 w 129"/>
                    <a:gd name="T99" fmla="*/ 21 h 46"/>
                    <a:gd name="T100" fmla="*/ 125 w 129"/>
                    <a:gd name="T101" fmla="*/ 21 h 46"/>
                    <a:gd name="T102" fmla="*/ 122 w 129"/>
                    <a:gd name="T103" fmla="*/ 18 h 46"/>
                    <a:gd name="T104" fmla="*/ 123 w 129"/>
                    <a:gd name="T105" fmla="*/ 17 h 46"/>
                    <a:gd name="T106" fmla="*/ 127 w 129"/>
                    <a:gd name="T107" fmla="*/ 17 h 46"/>
                    <a:gd name="T108" fmla="*/ 7 w 129"/>
                    <a:gd name="T109" fmla="*/ 7 h 46"/>
                    <a:gd name="T110" fmla="*/ 2 w 129"/>
                    <a:gd name="T111" fmla="*/ 8 h 46"/>
                    <a:gd name="T112" fmla="*/ 9 w 129"/>
                    <a:gd name="T113" fmla="*/ 26 h 46"/>
                    <a:gd name="T114" fmla="*/ 23 w 129"/>
                    <a:gd name="T115" fmla="*/ 36 h 46"/>
                    <a:gd name="T116" fmla="*/ 28 w 129"/>
                    <a:gd name="T117" fmla="*/ 33 h 46"/>
                    <a:gd name="T118" fmla="*/ 23 w 129"/>
                    <a:gd name="T119" fmla="*/ 14 h 46"/>
                    <a:gd name="T120" fmla="*/ 12 w 129"/>
                    <a:gd name="T121"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 h="46">
                      <a:moveTo>
                        <a:pt x="77" y="35"/>
                      </a:moveTo>
                      <a:cubicBezTo>
                        <a:pt x="77" y="35"/>
                        <a:pt x="77" y="34"/>
                        <a:pt x="77" y="34"/>
                      </a:cubicBezTo>
                      <a:cubicBezTo>
                        <a:pt x="77" y="34"/>
                        <a:pt x="77" y="34"/>
                        <a:pt x="77" y="34"/>
                      </a:cubicBezTo>
                      <a:cubicBezTo>
                        <a:pt x="78" y="34"/>
                        <a:pt x="78" y="34"/>
                        <a:pt x="78" y="34"/>
                      </a:cubicBezTo>
                      <a:cubicBezTo>
                        <a:pt x="78" y="35"/>
                        <a:pt x="78" y="35"/>
                        <a:pt x="78" y="35"/>
                      </a:cubicBezTo>
                      <a:cubicBezTo>
                        <a:pt x="78" y="35"/>
                        <a:pt x="78" y="36"/>
                        <a:pt x="78" y="36"/>
                      </a:cubicBezTo>
                      <a:cubicBezTo>
                        <a:pt x="78" y="36"/>
                        <a:pt x="78" y="36"/>
                        <a:pt x="78" y="36"/>
                      </a:cubicBezTo>
                      <a:cubicBezTo>
                        <a:pt x="78" y="36"/>
                        <a:pt x="78" y="36"/>
                        <a:pt x="78" y="36"/>
                      </a:cubicBezTo>
                      <a:cubicBezTo>
                        <a:pt x="78" y="36"/>
                        <a:pt x="77" y="36"/>
                        <a:pt x="77" y="36"/>
                      </a:cubicBezTo>
                      <a:cubicBezTo>
                        <a:pt x="77" y="36"/>
                        <a:pt x="77" y="36"/>
                        <a:pt x="77" y="36"/>
                      </a:cubicBezTo>
                      <a:cubicBezTo>
                        <a:pt x="77" y="36"/>
                        <a:pt x="77" y="36"/>
                        <a:pt x="77" y="35"/>
                      </a:cubicBezTo>
                      <a:cubicBezTo>
                        <a:pt x="77" y="35"/>
                        <a:pt x="77" y="35"/>
                        <a:pt x="77" y="35"/>
                      </a:cubicBezTo>
                      <a:close/>
                      <a:moveTo>
                        <a:pt x="113" y="3"/>
                      </a:moveTo>
                      <a:cubicBezTo>
                        <a:pt x="113" y="3"/>
                        <a:pt x="113" y="3"/>
                        <a:pt x="114" y="3"/>
                      </a:cubicBezTo>
                      <a:cubicBezTo>
                        <a:pt x="114" y="3"/>
                        <a:pt x="114" y="3"/>
                        <a:pt x="114" y="2"/>
                      </a:cubicBezTo>
                      <a:cubicBezTo>
                        <a:pt x="114" y="2"/>
                        <a:pt x="114" y="2"/>
                        <a:pt x="114" y="2"/>
                      </a:cubicBezTo>
                      <a:cubicBezTo>
                        <a:pt x="114" y="2"/>
                        <a:pt x="114" y="2"/>
                        <a:pt x="114" y="2"/>
                      </a:cubicBezTo>
                      <a:cubicBezTo>
                        <a:pt x="114" y="2"/>
                        <a:pt x="114" y="2"/>
                        <a:pt x="114" y="2"/>
                      </a:cubicBezTo>
                      <a:cubicBezTo>
                        <a:pt x="114" y="2"/>
                        <a:pt x="114" y="2"/>
                        <a:pt x="114" y="2"/>
                      </a:cubicBezTo>
                      <a:cubicBezTo>
                        <a:pt x="114" y="2"/>
                        <a:pt x="114" y="2"/>
                        <a:pt x="114" y="2"/>
                      </a:cubicBezTo>
                      <a:cubicBezTo>
                        <a:pt x="113" y="2"/>
                        <a:pt x="113" y="2"/>
                        <a:pt x="113" y="2"/>
                      </a:cubicBezTo>
                      <a:cubicBezTo>
                        <a:pt x="113" y="2"/>
                        <a:pt x="113" y="2"/>
                        <a:pt x="113" y="3"/>
                      </a:cubicBezTo>
                      <a:cubicBezTo>
                        <a:pt x="113" y="3"/>
                        <a:pt x="113" y="3"/>
                        <a:pt x="113" y="3"/>
                      </a:cubicBezTo>
                      <a:cubicBezTo>
                        <a:pt x="113" y="3"/>
                        <a:pt x="113" y="3"/>
                        <a:pt x="113" y="3"/>
                      </a:cubicBezTo>
                      <a:close/>
                      <a:moveTo>
                        <a:pt x="114" y="3"/>
                      </a:moveTo>
                      <a:cubicBezTo>
                        <a:pt x="114" y="3"/>
                        <a:pt x="114" y="3"/>
                        <a:pt x="114" y="4"/>
                      </a:cubicBezTo>
                      <a:cubicBezTo>
                        <a:pt x="114" y="3"/>
                        <a:pt x="115" y="3"/>
                        <a:pt x="115" y="3"/>
                      </a:cubicBezTo>
                      <a:cubicBezTo>
                        <a:pt x="115" y="3"/>
                        <a:pt x="115" y="3"/>
                        <a:pt x="115" y="3"/>
                      </a:cubicBezTo>
                      <a:cubicBezTo>
                        <a:pt x="115" y="3"/>
                        <a:pt x="115" y="3"/>
                        <a:pt x="115" y="3"/>
                      </a:cubicBezTo>
                      <a:cubicBezTo>
                        <a:pt x="115" y="3"/>
                        <a:pt x="116" y="3"/>
                        <a:pt x="116" y="3"/>
                      </a:cubicBezTo>
                      <a:cubicBezTo>
                        <a:pt x="116" y="3"/>
                        <a:pt x="116" y="3"/>
                        <a:pt x="116" y="3"/>
                      </a:cubicBezTo>
                      <a:cubicBezTo>
                        <a:pt x="116" y="2"/>
                        <a:pt x="116" y="2"/>
                        <a:pt x="116" y="2"/>
                      </a:cubicBezTo>
                      <a:cubicBezTo>
                        <a:pt x="116" y="2"/>
                        <a:pt x="116" y="2"/>
                        <a:pt x="116" y="2"/>
                      </a:cubicBezTo>
                      <a:cubicBezTo>
                        <a:pt x="116" y="2"/>
                        <a:pt x="115" y="2"/>
                        <a:pt x="115" y="2"/>
                      </a:cubicBezTo>
                      <a:cubicBezTo>
                        <a:pt x="115" y="2"/>
                        <a:pt x="115" y="2"/>
                        <a:pt x="115" y="2"/>
                      </a:cubicBezTo>
                      <a:cubicBezTo>
                        <a:pt x="115" y="2"/>
                        <a:pt x="115" y="2"/>
                        <a:pt x="115" y="2"/>
                      </a:cubicBezTo>
                      <a:cubicBezTo>
                        <a:pt x="115" y="2"/>
                        <a:pt x="115" y="2"/>
                        <a:pt x="115" y="2"/>
                      </a:cubicBezTo>
                      <a:cubicBezTo>
                        <a:pt x="114" y="2"/>
                        <a:pt x="114" y="2"/>
                        <a:pt x="114" y="2"/>
                      </a:cubicBezTo>
                      <a:cubicBezTo>
                        <a:pt x="114" y="2"/>
                        <a:pt x="114" y="3"/>
                        <a:pt x="114" y="3"/>
                      </a:cubicBezTo>
                      <a:cubicBezTo>
                        <a:pt x="114" y="3"/>
                        <a:pt x="114" y="3"/>
                        <a:pt x="114" y="3"/>
                      </a:cubicBezTo>
                      <a:cubicBezTo>
                        <a:pt x="114" y="3"/>
                        <a:pt x="114" y="3"/>
                        <a:pt x="114" y="3"/>
                      </a:cubicBezTo>
                      <a:close/>
                      <a:moveTo>
                        <a:pt x="125" y="20"/>
                      </a:moveTo>
                      <a:cubicBezTo>
                        <a:pt x="125" y="20"/>
                        <a:pt x="125" y="20"/>
                        <a:pt x="125" y="20"/>
                      </a:cubicBezTo>
                      <a:cubicBezTo>
                        <a:pt x="125" y="20"/>
                        <a:pt x="125" y="20"/>
                        <a:pt x="125" y="20"/>
                      </a:cubicBezTo>
                      <a:cubicBezTo>
                        <a:pt x="124" y="20"/>
                        <a:pt x="124" y="19"/>
                        <a:pt x="124" y="19"/>
                      </a:cubicBezTo>
                      <a:cubicBezTo>
                        <a:pt x="124" y="19"/>
                        <a:pt x="124" y="19"/>
                        <a:pt x="124" y="19"/>
                      </a:cubicBezTo>
                      <a:cubicBezTo>
                        <a:pt x="124" y="19"/>
                        <a:pt x="124" y="19"/>
                        <a:pt x="124" y="19"/>
                      </a:cubicBezTo>
                      <a:cubicBezTo>
                        <a:pt x="124" y="19"/>
                        <a:pt x="124" y="19"/>
                        <a:pt x="123" y="20"/>
                      </a:cubicBezTo>
                      <a:cubicBezTo>
                        <a:pt x="123" y="20"/>
                        <a:pt x="124" y="20"/>
                        <a:pt x="124" y="20"/>
                      </a:cubicBezTo>
                      <a:cubicBezTo>
                        <a:pt x="124" y="20"/>
                        <a:pt x="124" y="20"/>
                        <a:pt x="124" y="20"/>
                      </a:cubicBezTo>
                      <a:cubicBezTo>
                        <a:pt x="124" y="20"/>
                        <a:pt x="124" y="20"/>
                        <a:pt x="124" y="20"/>
                      </a:cubicBezTo>
                      <a:cubicBezTo>
                        <a:pt x="124" y="20"/>
                        <a:pt x="124" y="20"/>
                        <a:pt x="124" y="20"/>
                      </a:cubicBezTo>
                      <a:cubicBezTo>
                        <a:pt x="124" y="20"/>
                        <a:pt x="124" y="20"/>
                        <a:pt x="125" y="20"/>
                      </a:cubicBezTo>
                      <a:cubicBezTo>
                        <a:pt x="125" y="20"/>
                        <a:pt x="125" y="20"/>
                        <a:pt x="125" y="20"/>
                      </a:cubicBezTo>
                      <a:cubicBezTo>
                        <a:pt x="125" y="20"/>
                        <a:pt x="125" y="20"/>
                        <a:pt x="125" y="20"/>
                      </a:cubicBezTo>
                      <a:cubicBezTo>
                        <a:pt x="125" y="20"/>
                        <a:pt x="125" y="20"/>
                        <a:pt x="125" y="20"/>
                      </a:cubicBezTo>
                      <a:cubicBezTo>
                        <a:pt x="125" y="20"/>
                        <a:pt x="125" y="20"/>
                        <a:pt x="125" y="20"/>
                      </a:cubicBezTo>
                      <a:close/>
                      <a:moveTo>
                        <a:pt x="129" y="15"/>
                      </a:moveTo>
                      <a:cubicBezTo>
                        <a:pt x="129" y="15"/>
                        <a:pt x="129" y="15"/>
                        <a:pt x="129" y="14"/>
                      </a:cubicBezTo>
                      <a:cubicBezTo>
                        <a:pt x="129" y="14"/>
                        <a:pt x="128" y="14"/>
                        <a:pt x="128" y="14"/>
                      </a:cubicBezTo>
                      <a:cubicBezTo>
                        <a:pt x="128" y="14"/>
                        <a:pt x="128" y="14"/>
                        <a:pt x="128" y="14"/>
                      </a:cubicBezTo>
                      <a:cubicBezTo>
                        <a:pt x="128" y="14"/>
                        <a:pt x="128" y="14"/>
                        <a:pt x="128" y="14"/>
                      </a:cubicBezTo>
                      <a:cubicBezTo>
                        <a:pt x="128" y="14"/>
                        <a:pt x="127" y="14"/>
                        <a:pt x="127" y="14"/>
                      </a:cubicBezTo>
                      <a:cubicBezTo>
                        <a:pt x="127" y="14"/>
                        <a:pt x="127" y="14"/>
                        <a:pt x="127" y="15"/>
                      </a:cubicBezTo>
                      <a:cubicBezTo>
                        <a:pt x="127" y="15"/>
                        <a:pt x="127" y="15"/>
                        <a:pt x="127" y="15"/>
                      </a:cubicBezTo>
                      <a:cubicBezTo>
                        <a:pt x="127" y="14"/>
                        <a:pt x="127" y="14"/>
                        <a:pt x="127" y="14"/>
                      </a:cubicBezTo>
                      <a:cubicBezTo>
                        <a:pt x="127" y="14"/>
                        <a:pt x="127" y="14"/>
                        <a:pt x="127" y="14"/>
                      </a:cubicBezTo>
                      <a:cubicBezTo>
                        <a:pt x="127" y="14"/>
                        <a:pt x="126" y="14"/>
                        <a:pt x="126" y="14"/>
                      </a:cubicBezTo>
                      <a:cubicBezTo>
                        <a:pt x="126" y="14"/>
                        <a:pt x="126" y="13"/>
                        <a:pt x="125" y="13"/>
                      </a:cubicBezTo>
                      <a:cubicBezTo>
                        <a:pt x="125" y="13"/>
                        <a:pt x="125" y="13"/>
                        <a:pt x="125" y="13"/>
                      </a:cubicBezTo>
                      <a:cubicBezTo>
                        <a:pt x="125" y="13"/>
                        <a:pt x="125" y="13"/>
                        <a:pt x="125" y="13"/>
                      </a:cubicBezTo>
                      <a:cubicBezTo>
                        <a:pt x="125" y="13"/>
                        <a:pt x="125" y="14"/>
                        <a:pt x="125" y="14"/>
                      </a:cubicBezTo>
                      <a:cubicBezTo>
                        <a:pt x="125" y="13"/>
                        <a:pt x="125" y="13"/>
                        <a:pt x="125" y="13"/>
                      </a:cubicBezTo>
                      <a:cubicBezTo>
                        <a:pt x="125" y="13"/>
                        <a:pt x="125" y="13"/>
                        <a:pt x="125" y="13"/>
                      </a:cubicBezTo>
                      <a:cubicBezTo>
                        <a:pt x="125" y="13"/>
                        <a:pt x="125" y="13"/>
                        <a:pt x="125" y="13"/>
                      </a:cubicBezTo>
                      <a:cubicBezTo>
                        <a:pt x="125" y="13"/>
                        <a:pt x="125" y="13"/>
                        <a:pt x="125" y="13"/>
                      </a:cubicBezTo>
                      <a:cubicBezTo>
                        <a:pt x="124" y="12"/>
                        <a:pt x="124" y="12"/>
                        <a:pt x="124" y="12"/>
                      </a:cubicBezTo>
                      <a:cubicBezTo>
                        <a:pt x="124" y="12"/>
                        <a:pt x="124" y="12"/>
                        <a:pt x="124" y="12"/>
                      </a:cubicBezTo>
                      <a:cubicBezTo>
                        <a:pt x="124" y="12"/>
                        <a:pt x="124" y="12"/>
                        <a:pt x="124" y="12"/>
                      </a:cubicBezTo>
                      <a:cubicBezTo>
                        <a:pt x="124" y="12"/>
                        <a:pt x="123" y="12"/>
                        <a:pt x="123" y="12"/>
                      </a:cubicBezTo>
                      <a:cubicBezTo>
                        <a:pt x="123" y="12"/>
                        <a:pt x="123" y="12"/>
                        <a:pt x="123" y="12"/>
                      </a:cubicBezTo>
                      <a:cubicBezTo>
                        <a:pt x="123" y="12"/>
                        <a:pt x="123" y="12"/>
                        <a:pt x="123" y="12"/>
                      </a:cubicBezTo>
                      <a:cubicBezTo>
                        <a:pt x="123" y="12"/>
                        <a:pt x="123" y="12"/>
                        <a:pt x="123" y="12"/>
                      </a:cubicBezTo>
                      <a:cubicBezTo>
                        <a:pt x="123" y="12"/>
                        <a:pt x="123" y="12"/>
                        <a:pt x="123" y="12"/>
                      </a:cubicBezTo>
                      <a:cubicBezTo>
                        <a:pt x="123" y="12"/>
                        <a:pt x="123" y="12"/>
                        <a:pt x="123" y="12"/>
                      </a:cubicBezTo>
                      <a:cubicBezTo>
                        <a:pt x="123" y="12"/>
                        <a:pt x="123" y="12"/>
                        <a:pt x="122" y="12"/>
                      </a:cubicBezTo>
                      <a:cubicBezTo>
                        <a:pt x="122" y="12"/>
                        <a:pt x="122" y="12"/>
                        <a:pt x="122" y="12"/>
                      </a:cubicBezTo>
                      <a:cubicBezTo>
                        <a:pt x="122" y="12"/>
                        <a:pt x="122" y="12"/>
                        <a:pt x="122" y="12"/>
                      </a:cubicBezTo>
                      <a:cubicBezTo>
                        <a:pt x="122" y="12"/>
                        <a:pt x="122" y="12"/>
                        <a:pt x="122" y="12"/>
                      </a:cubicBezTo>
                      <a:cubicBezTo>
                        <a:pt x="122" y="12"/>
                        <a:pt x="122" y="12"/>
                        <a:pt x="122" y="12"/>
                      </a:cubicBezTo>
                      <a:cubicBezTo>
                        <a:pt x="122" y="12"/>
                        <a:pt x="122" y="12"/>
                        <a:pt x="122" y="12"/>
                      </a:cubicBezTo>
                      <a:cubicBezTo>
                        <a:pt x="122" y="12"/>
                        <a:pt x="122" y="12"/>
                        <a:pt x="122" y="13"/>
                      </a:cubicBezTo>
                      <a:cubicBezTo>
                        <a:pt x="122" y="13"/>
                        <a:pt x="122" y="13"/>
                        <a:pt x="122" y="13"/>
                      </a:cubicBezTo>
                      <a:cubicBezTo>
                        <a:pt x="122" y="13"/>
                        <a:pt x="122" y="13"/>
                        <a:pt x="122" y="13"/>
                      </a:cubicBezTo>
                      <a:cubicBezTo>
                        <a:pt x="121" y="13"/>
                        <a:pt x="121" y="13"/>
                        <a:pt x="121" y="13"/>
                      </a:cubicBezTo>
                      <a:cubicBezTo>
                        <a:pt x="121" y="13"/>
                        <a:pt x="121" y="13"/>
                        <a:pt x="121" y="13"/>
                      </a:cubicBezTo>
                      <a:cubicBezTo>
                        <a:pt x="121" y="13"/>
                        <a:pt x="121" y="13"/>
                        <a:pt x="121" y="13"/>
                      </a:cubicBezTo>
                      <a:cubicBezTo>
                        <a:pt x="121" y="13"/>
                        <a:pt x="121" y="13"/>
                        <a:pt x="121" y="13"/>
                      </a:cubicBezTo>
                      <a:cubicBezTo>
                        <a:pt x="121" y="13"/>
                        <a:pt x="120" y="13"/>
                        <a:pt x="120" y="13"/>
                      </a:cubicBezTo>
                      <a:cubicBezTo>
                        <a:pt x="120" y="13"/>
                        <a:pt x="121" y="13"/>
                        <a:pt x="120" y="12"/>
                      </a:cubicBezTo>
                      <a:cubicBezTo>
                        <a:pt x="120" y="12"/>
                        <a:pt x="120" y="12"/>
                        <a:pt x="120" y="12"/>
                      </a:cubicBezTo>
                      <a:cubicBezTo>
                        <a:pt x="120" y="12"/>
                        <a:pt x="120" y="12"/>
                        <a:pt x="120" y="12"/>
                      </a:cubicBezTo>
                      <a:cubicBezTo>
                        <a:pt x="120" y="12"/>
                        <a:pt x="120" y="12"/>
                        <a:pt x="120" y="12"/>
                      </a:cubicBezTo>
                      <a:cubicBezTo>
                        <a:pt x="120" y="12"/>
                        <a:pt x="120" y="12"/>
                        <a:pt x="120" y="12"/>
                      </a:cubicBezTo>
                      <a:cubicBezTo>
                        <a:pt x="120" y="12"/>
                        <a:pt x="121" y="12"/>
                        <a:pt x="121" y="12"/>
                      </a:cubicBezTo>
                      <a:cubicBezTo>
                        <a:pt x="121" y="12"/>
                        <a:pt x="121" y="12"/>
                        <a:pt x="121" y="12"/>
                      </a:cubicBezTo>
                      <a:cubicBezTo>
                        <a:pt x="121" y="12"/>
                        <a:pt x="121" y="12"/>
                        <a:pt x="121" y="12"/>
                      </a:cubicBezTo>
                      <a:cubicBezTo>
                        <a:pt x="121" y="12"/>
                        <a:pt x="121" y="12"/>
                        <a:pt x="121" y="12"/>
                      </a:cubicBezTo>
                      <a:cubicBezTo>
                        <a:pt x="121" y="12"/>
                        <a:pt x="121" y="12"/>
                        <a:pt x="121" y="12"/>
                      </a:cubicBezTo>
                      <a:cubicBezTo>
                        <a:pt x="121" y="12"/>
                        <a:pt x="121" y="12"/>
                        <a:pt x="121" y="12"/>
                      </a:cubicBezTo>
                      <a:cubicBezTo>
                        <a:pt x="121" y="12"/>
                        <a:pt x="121" y="12"/>
                        <a:pt x="121" y="12"/>
                      </a:cubicBezTo>
                      <a:cubicBezTo>
                        <a:pt x="121" y="12"/>
                        <a:pt x="122" y="12"/>
                        <a:pt x="122" y="12"/>
                      </a:cubicBezTo>
                      <a:cubicBezTo>
                        <a:pt x="122" y="12"/>
                        <a:pt x="122" y="12"/>
                        <a:pt x="121" y="12"/>
                      </a:cubicBezTo>
                      <a:cubicBezTo>
                        <a:pt x="121" y="11"/>
                        <a:pt x="121" y="11"/>
                        <a:pt x="121" y="11"/>
                      </a:cubicBezTo>
                      <a:cubicBezTo>
                        <a:pt x="121" y="11"/>
                        <a:pt x="121" y="11"/>
                        <a:pt x="121" y="11"/>
                      </a:cubicBezTo>
                      <a:cubicBezTo>
                        <a:pt x="121" y="11"/>
                        <a:pt x="121" y="11"/>
                        <a:pt x="121" y="11"/>
                      </a:cubicBezTo>
                      <a:cubicBezTo>
                        <a:pt x="121" y="11"/>
                        <a:pt x="121" y="11"/>
                        <a:pt x="121" y="11"/>
                      </a:cubicBezTo>
                      <a:cubicBezTo>
                        <a:pt x="121" y="11"/>
                        <a:pt x="121" y="11"/>
                        <a:pt x="121" y="11"/>
                      </a:cubicBezTo>
                      <a:cubicBezTo>
                        <a:pt x="121" y="11"/>
                        <a:pt x="121" y="11"/>
                        <a:pt x="121" y="11"/>
                      </a:cubicBezTo>
                      <a:cubicBezTo>
                        <a:pt x="121" y="10"/>
                        <a:pt x="121" y="10"/>
                        <a:pt x="121" y="10"/>
                      </a:cubicBezTo>
                      <a:cubicBezTo>
                        <a:pt x="121" y="10"/>
                        <a:pt x="121" y="10"/>
                        <a:pt x="121" y="10"/>
                      </a:cubicBezTo>
                      <a:cubicBezTo>
                        <a:pt x="121" y="10"/>
                        <a:pt x="121" y="11"/>
                        <a:pt x="120" y="11"/>
                      </a:cubicBezTo>
                      <a:cubicBezTo>
                        <a:pt x="120" y="11"/>
                        <a:pt x="120" y="11"/>
                        <a:pt x="120" y="11"/>
                      </a:cubicBezTo>
                      <a:cubicBezTo>
                        <a:pt x="120" y="11"/>
                        <a:pt x="120" y="11"/>
                        <a:pt x="120" y="11"/>
                      </a:cubicBezTo>
                      <a:cubicBezTo>
                        <a:pt x="120" y="11"/>
                        <a:pt x="120" y="11"/>
                        <a:pt x="120" y="11"/>
                      </a:cubicBezTo>
                      <a:cubicBezTo>
                        <a:pt x="120" y="11"/>
                        <a:pt x="120" y="11"/>
                        <a:pt x="120" y="11"/>
                      </a:cubicBezTo>
                      <a:cubicBezTo>
                        <a:pt x="120" y="11"/>
                        <a:pt x="119" y="11"/>
                        <a:pt x="119" y="11"/>
                      </a:cubicBezTo>
                      <a:cubicBezTo>
                        <a:pt x="119" y="11"/>
                        <a:pt x="119" y="11"/>
                        <a:pt x="119" y="11"/>
                      </a:cubicBezTo>
                      <a:cubicBezTo>
                        <a:pt x="119" y="11"/>
                        <a:pt x="119" y="11"/>
                        <a:pt x="119" y="11"/>
                      </a:cubicBezTo>
                      <a:cubicBezTo>
                        <a:pt x="119" y="11"/>
                        <a:pt x="119" y="11"/>
                        <a:pt x="118" y="11"/>
                      </a:cubicBezTo>
                      <a:cubicBezTo>
                        <a:pt x="118" y="11"/>
                        <a:pt x="118" y="11"/>
                        <a:pt x="118" y="11"/>
                      </a:cubicBezTo>
                      <a:cubicBezTo>
                        <a:pt x="118" y="11"/>
                        <a:pt x="118" y="11"/>
                        <a:pt x="118" y="11"/>
                      </a:cubicBezTo>
                      <a:cubicBezTo>
                        <a:pt x="118" y="12"/>
                        <a:pt x="118" y="12"/>
                        <a:pt x="117" y="12"/>
                      </a:cubicBezTo>
                      <a:cubicBezTo>
                        <a:pt x="117" y="12"/>
                        <a:pt x="118" y="11"/>
                        <a:pt x="118" y="11"/>
                      </a:cubicBezTo>
                      <a:cubicBezTo>
                        <a:pt x="118" y="11"/>
                        <a:pt x="118" y="11"/>
                        <a:pt x="118" y="11"/>
                      </a:cubicBezTo>
                      <a:cubicBezTo>
                        <a:pt x="118" y="11"/>
                        <a:pt x="118" y="11"/>
                        <a:pt x="119" y="11"/>
                      </a:cubicBezTo>
                      <a:cubicBezTo>
                        <a:pt x="119" y="11"/>
                        <a:pt x="119" y="11"/>
                        <a:pt x="119" y="11"/>
                      </a:cubicBezTo>
                      <a:cubicBezTo>
                        <a:pt x="119" y="11"/>
                        <a:pt x="119" y="11"/>
                        <a:pt x="119" y="11"/>
                      </a:cubicBezTo>
                      <a:cubicBezTo>
                        <a:pt x="119" y="11"/>
                        <a:pt x="119" y="11"/>
                        <a:pt x="119" y="11"/>
                      </a:cubicBezTo>
                      <a:cubicBezTo>
                        <a:pt x="119" y="11"/>
                        <a:pt x="119" y="11"/>
                        <a:pt x="119" y="11"/>
                      </a:cubicBezTo>
                      <a:cubicBezTo>
                        <a:pt x="118" y="11"/>
                        <a:pt x="118" y="11"/>
                        <a:pt x="118" y="11"/>
                      </a:cubicBezTo>
                      <a:cubicBezTo>
                        <a:pt x="118" y="11"/>
                        <a:pt x="118" y="11"/>
                        <a:pt x="118" y="11"/>
                      </a:cubicBezTo>
                      <a:cubicBezTo>
                        <a:pt x="118" y="11"/>
                        <a:pt x="118" y="10"/>
                        <a:pt x="118" y="10"/>
                      </a:cubicBezTo>
                      <a:cubicBezTo>
                        <a:pt x="118" y="10"/>
                        <a:pt x="118" y="10"/>
                        <a:pt x="118" y="10"/>
                      </a:cubicBezTo>
                      <a:cubicBezTo>
                        <a:pt x="118" y="10"/>
                        <a:pt x="118" y="10"/>
                        <a:pt x="118" y="10"/>
                      </a:cubicBezTo>
                      <a:cubicBezTo>
                        <a:pt x="118" y="10"/>
                        <a:pt x="118" y="10"/>
                        <a:pt x="118" y="10"/>
                      </a:cubicBezTo>
                      <a:cubicBezTo>
                        <a:pt x="118" y="10"/>
                        <a:pt x="118" y="10"/>
                        <a:pt x="118" y="10"/>
                      </a:cubicBezTo>
                      <a:cubicBezTo>
                        <a:pt x="118" y="10"/>
                        <a:pt x="118" y="10"/>
                        <a:pt x="118" y="10"/>
                      </a:cubicBezTo>
                      <a:cubicBezTo>
                        <a:pt x="118" y="10"/>
                        <a:pt x="118" y="9"/>
                        <a:pt x="118" y="9"/>
                      </a:cubicBezTo>
                      <a:cubicBezTo>
                        <a:pt x="118" y="9"/>
                        <a:pt x="118" y="9"/>
                        <a:pt x="118" y="9"/>
                      </a:cubicBezTo>
                      <a:cubicBezTo>
                        <a:pt x="119" y="9"/>
                        <a:pt x="119" y="9"/>
                        <a:pt x="119" y="9"/>
                      </a:cubicBezTo>
                      <a:cubicBezTo>
                        <a:pt x="119" y="9"/>
                        <a:pt x="119" y="9"/>
                        <a:pt x="119" y="9"/>
                      </a:cubicBezTo>
                      <a:cubicBezTo>
                        <a:pt x="119" y="9"/>
                        <a:pt x="119" y="9"/>
                        <a:pt x="119" y="9"/>
                      </a:cubicBezTo>
                      <a:cubicBezTo>
                        <a:pt x="119" y="8"/>
                        <a:pt x="119" y="8"/>
                        <a:pt x="119" y="8"/>
                      </a:cubicBezTo>
                      <a:cubicBezTo>
                        <a:pt x="119" y="8"/>
                        <a:pt x="119" y="8"/>
                        <a:pt x="119" y="8"/>
                      </a:cubicBezTo>
                      <a:cubicBezTo>
                        <a:pt x="119" y="8"/>
                        <a:pt x="119" y="8"/>
                        <a:pt x="118" y="8"/>
                      </a:cubicBezTo>
                      <a:cubicBezTo>
                        <a:pt x="118" y="7"/>
                        <a:pt x="118" y="7"/>
                        <a:pt x="118" y="7"/>
                      </a:cubicBezTo>
                      <a:cubicBezTo>
                        <a:pt x="118" y="7"/>
                        <a:pt x="118" y="7"/>
                        <a:pt x="118" y="7"/>
                      </a:cubicBezTo>
                      <a:cubicBezTo>
                        <a:pt x="118" y="7"/>
                        <a:pt x="117" y="7"/>
                        <a:pt x="117" y="7"/>
                      </a:cubicBezTo>
                      <a:cubicBezTo>
                        <a:pt x="117" y="7"/>
                        <a:pt x="118" y="7"/>
                        <a:pt x="117" y="7"/>
                      </a:cubicBezTo>
                      <a:cubicBezTo>
                        <a:pt x="117" y="7"/>
                        <a:pt x="117" y="7"/>
                        <a:pt x="117" y="7"/>
                      </a:cubicBezTo>
                      <a:cubicBezTo>
                        <a:pt x="117" y="7"/>
                        <a:pt x="117" y="7"/>
                        <a:pt x="117" y="7"/>
                      </a:cubicBezTo>
                      <a:cubicBezTo>
                        <a:pt x="117" y="7"/>
                        <a:pt x="117" y="7"/>
                        <a:pt x="117" y="7"/>
                      </a:cubicBezTo>
                      <a:cubicBezTo>
                        <a:pt x="117" y="7"/>
                        <a:pt x="117" y="7"/>
                        <a:pt x="117" y="7"/>
                      </a:cubicBezTo>
                      <a:cubicBezTo>
                        <a:pt x="117" y="7"/>
                        <a:pt x="117" y="7"/>
                        <a:pt x="117" y="7"/>
                      </a:cubicBezTo>
                      <a:cubicBezTo>
                        <a:pt x="116" y="7"/>
                        <a:pt x="116" y="7"/>
                        <a:pt x="116" y="7"/>
                      </a:cubicBezTo>
                      <a:cubicBezTo>
                        <a:pt x="116" y="7"/>
                        <a:pt x="116" y="7"/>
                        <a:pt x="116" y="6"/>
                      </a:cubicBezTo>
                      <a:cubicBezTo>
                        <a:pt x="116" y="6"/>
                        <a:pt x="116" y="6"/>
                        <a:pt x="116" y="6"/>
                      </a:cubicBezTo>
                      <a:cubicBezTo>
                        <a:pt x="116" y="6"/>
                        <a:pt x="116" y="6"/>
                        <a:pt x="115" y="6"/>
                      </a:cubicBezTo>
                      <a:cubicBezTo>
                        <a:pt x="115" y="5"/>
                        <a:pt x="115" y="5"/>
                        <a:pt x="116" y="5"/>
                      </a:cubicBezTo>
                      <a:cubicBezTo>
                        <a:pt x="115" y="5"/>
                        <a:pt x="116" y="5"/>
                        <a:pt x="116" y="5"/>
                      </a:cubicBezTo>
                      <a:cubicBezTo>
                        <a:pt x="116" y="5"/>
                        <a:pt x="115" y="5"/>
                        <a:pt x="115" y="4"/>
                      </a:cubicBezTo>
                      <a:cubicBezTo>
                        <a:pt x="115" y="4"/>
                        <a:pt x="115" y="4"/>
                        <a:pt x="115" y="4"/>
                      </a:cubicBezTo>
                      <a:cubicBezTo>
                        <a:pt x="115" y="4"/>
                        <a:pt x="115" y="4"/>
                        <a:pt x="115" y="4"/>
                      </a:cubicBezTo>
                      <a:cubicBezTo>
                        <a:pt x="115" y="4"/>
                        <a:pt x="114" y="4"/>
                        <a:pt x="114" y="4"/>
                      </a:cubicBezTo>
                      <a:cubicBezTo>
                        <a:pt x="114" y="4"/>
                        <a:pt x="114" y="5"/>
                        <a:pt x="114" y="5"/>
                      </a:cubicBezTo>
                      <a:cubicBezTo>
                        <a:pt x="114" y="5"/>
                        <a:pt x="114" y="5"/>
                        <a:pt x="114" y="5"/>
                      </a:cubicBezTo>
                      <a:cubicBezTo>
                        <a:pt x="114" y="5"/>
                        <a:pt x="114" y="5"/>
                        <a:pt x="114" y="5"/>
                      </a:cubicBezTo>
                      <a:cubicBezTo>
                        <a:pt x="114" y="5"/>
                        <a:pt x="114" y="5"/>
                        <a:pt x="114" y="5"/>
                      </a:cubicBezTo>
                      <a:cubicBezTo>
                        <a:pt x="114" y="5"/>
                        <a:pt x="115" y="5"/>
                        <a:pt x="114" y="5"/>
                      </a:cubicBezTo>
                      <a:cubicBezTo>
                        <a:pt x="114" y="5"/>
                        <a:pt x="114" y="5"/>
                        <a:pt x="114" y="5"/>
                      </a:cubicBezTo>
                      <a:cubicBezTo>
                        <a:pt x="114" y="5"/>
                        <a:pt x="114" y="5"/>
                        <a:pt x="114" y="6"/>
                      </a:cubicBezTo>
                      <a:cubicBezTo>
                        <a:pt x="114" y="6"/>
                        <a:pt x="114" y="6"/>
                        <a:pt x="114" y="6"/>
                      </a:cubicBezTo>
                      <a:cubicBezTo>
                        <a:pt x="114" y="6"/>
                        <a:pt x="114" y="6"/>
                        <a:pt x="114" y="6"/>
                      </a:cubicBezTo>
                      <a:cubicBezTo>
                        <a:pt x="114" y="6"/>
                        <a:pt x="114" y="6"/>
                        <a:pt x="114" y="6"/>
                      </a:cubicBezTo>
                      <a:cubicBezTo>
                        <a:pt x="114" y="7"/>
                        <a:pt x="113" y="7"/>
                        <a:pt x="113" y="7"/>
                      </a:cubicBezTo>
                      <a:cubicBezTo>
                        <a:pt x="113" y="7"/>
                        <a:pt x="113" y="7"/>
                        <a:pt x="113" y="7"/>
                      </a:cubicBezTo>
                      <a:cubicBezTo>
                        <a:pt x="113" y="7"/>
                        <a:pt x="113" y="7"/>
                        <a:pt x="113" y="7"/>
                      </a:cubicBezTo>
                      <a:cubicBezTo>
                        <a:pt x="113" y="7"/>
                        <a:pt x="113" y="7"/>
                        <a:pt x="113" y="7"/>
                      </a:cubicBezTo>
                      <a:cubicBezTo>
                        <a:pt x="113" y="7"/>
                        <a:pt x="113" y="7"/>
                        <a:pt x="113" y="7"/>
                      </a:cubicBezTo>
                      <a:cubicBezTo>
                        <a:pt x="113" y="7"/>
                        <a:pt x="113" y="7"/>
                        <a:pt x="113" y="7"/>
                      </a:cubicBezTo>
                      <a:cubicBezTo>
                        <a:pt x="112" y="7"/>
                        <a:pt x="112" y="7"/>
                        <a:pt x="112" y="7"/>
                      </a:cubicBezTo>
                      <a:cubicBezTo>
                        <a:pt x="112" y="7"/>
                        <a:pt x="112" y="7"/>
                        <a:pt x="112" y="7"/>
                      </a:cubicBezTo>
                      <a:cubicBezTo>
                        <a:pt x="113" y="7"/>
                        <a:pt x="113" y="6"/>
                        <a:pt x="113" y="6"/>
                      </a:cubicBezTo>
                      <a:cubicBezTo>
                        <a:pt x="113" y="6"/>
                        <a:pt x="113" y="6"/>
                        <a:pt x="113" y="6"/>
                      </a:cubicBezTo>
                      <a:cubicBezTo>
                        <a:pt x="113" y="6"/>
                        <a:pt x="113" y="6"/>
                        <a:pt x="113" y="6"/>
                      </a:cubicBezTo>
                      <a:cubicBezTo>
                        <a:pt x="113" y="5"/>
                        <a:pt x="113" y="5"/>
                        <a:pt x="113" y="5"/>
                      </a:cubicBezTo>
                      <a:cubicBezTo>
                        <a:pt x="113" y="5"/>
                        <a:pt x="112" y="5"/>
                        <a:pt x="113" y="5"/>
                      </a:cubicBezTo>
                      <a:cubicBezTo>
                        <a:pt x="113" y="5"/>
                        <a:pt x="113" y="5"/>
                        <a:pt x="113" y="5"/>
                      </a:cubicBezTo>
                      <a:cubicBezTo>
                        <a:pt x="113" y="5"/>
                        <a:pt x="113" y="5"/>
                        <a:pt x="113" y="5"/>
                      </a:cubicBezTo>
                      <a:cubicBezTo>
                        <a:pt x="113" y="5"/>
                        <a:pt x="113" y="5"/>
                        <a:pt x="113" y="5"/>
                      </a:cubicBezTo>
                      <a:cubicBezTo>
                        <a:pt x="113" y="5"/>
                        <a:pt x="113" y="5"/>
                        <a:pt x="113" y="5"/>
                      </a:cubicBezTo>
                      <a:cubicBezTo>
                        <a:pt x="113" y="4"/>
                        <a:pt x="112" y="4"/>
                        <a:pt x="112" y="4"/>
                      </a:cubicBezTo>
                      <a:cubicBezTo>
                        <a:pt x="112" y="4"/>
                        <a:pt x="112" y="4"/>
                        <a:pt x="112" y="4"/>
                      </a:cubicBezTo>
                      <a:cubicBezTo>
                        <a:pt x="112" y="4"/>
                        <a:pt x="112" y="4"/>
                        <a:pt x="112" y="4"/>
                      </a:cubicBezTo>
                      <a:cubicBezTo>
                        <a:pt x="112" y="5"/>
                        <a:pt x="112" y="5"/>
                        <a:pt x="112" y="5"/>
                      </a:cubicBezTo>
                      <a:cubicBezTo>
                        <a:pt x="112" y="5"/>
                        <a:pt x="112" y="5"/>
                        <a:pt x="112" y="5"/>
                      </a:cubicBezTo>
                      <a:cubicBezTo>
                        <a:pt x="111" y="5"/>
                        <a:pt x="112" y="5"/>
                        <a:pt x="112" y="6"/>
                      </a:cubicBezTo>
                      <a:cubicBezTo>
                        <a:pt x="112" y="6"/>
                        <a:pt x="111" y="6"/>
                        <a:pt x="111" y="6"/>
                      </a:cubicBezTo>
                      <a:cubicBezTo>
                        <a:pt x="111" y="6"/>
                        <a:pt x="112" y="6"/>
                        <a:pt x="112" y="6"/>
                      </a:cubicBezTo>
                      <a:cubicBezTo>
                        <a:pt x="112" y="6"/>
                        <a:pt x="111" y="7"/>
                        <a:pt x="111" y="7"/>
                      </a:cubicBezTo>
                      <a:cubicBezTo>
                        <a:pt x="111" y="7"/>
                        <a:pt x="111" y="7"/>
                        <a:pt x="111" y="7"/>
                      </a:cubicBezTo>
                      <a:cubicBezTo>
                        <a:pt x="111" y="7"/>
                        <a:pt x="111" y="7"/>
                        <a:pt x="111" y="8"/>
                      </a:cubicBezTo>
                      <a:cubicBezTo>
                        <a:pt x="111" y="8"/>
                        <a:pt x="110" y="8"/>
                        <a:pt x="110" y="8"/>
                      </a:cubicBezTo>
                      <a:cubicBezTo>
                        <a:pt x="110" y="8"/>
                        <a:pt x="110" y="8"/>
                        <a:pt x="110" y="9"/>
                      </a:cubicBezTo>
                      <a:cubicBezTo>
                        <a:pt x="110" y="9"/>
                        <a:pt x="110" y="9"/>
                        <a:pt x="110" y="9"/>
                      </a:cubicBezTo>
                      <a:cubicBezTo>
                        <a:pt x="109" y="9"/>
                        <a:pt x="109" y="9"/>
                        <a:pt x="109" y="9"/>
                      </a:cubicBezTo>
                      <a:cubicBezTo>
                        <a:pt x="109" y="9"/>
                        <a:pt x="109" y="9"/>
                        <a:pt x="109" y="9"/>
                      </a:cubicBezTo>
                      <a:cubicBezTo>
                        <a:pt x="109" y="9"/>
                        <a:pt x="109" y="9"/>
                        <a:pt x="109" y="9"/>
                      </a:cubicBezTo>
                      <a:cubicBezTo>
                        <a:pt x="109" y="10"/>
                        <a:pt x="109" y="10"/>
                        <a:pt x="109" y="10"/>
                      </a:cubicBezTo>
                      <a:cubicBezTo>
                        <a:pt x="109" y="10"/>
                        <a:pt x="109" y="10"/>
                        <a:pt x="108" y="10"/>
                      </a:cubicBezTo>
                      <a:cubicBezTo>
                        <a:pt x="108" y="10"/>
                        <a:pt x="108" y="10"/>
                        <a:pt x="108" y="10"/>
                      </a:cubicBezTo>
                      <a:cubicBezTo>
                        <a:pt x="108" y="10"/>
                        <a:pt x="108" y="10"/>
                        <a:pt x="108" y="10"/>
                      </a:cubicBezTo>
                      <a:cubicBezTo>
                        <a:pt x="108" y="11"/>
                        <a:pt x="108" y="11"/>
                        <a:pt x="108" y="11"/>
                      </a:cubicBezTo>
                      <a:cubicBezTo>
                        <a:pt x="108" y="11"/>
                        <a:pt x="108" y="11"/>
                        <a:pt x="108" y="11"/>
                      </a:cubicBezTo>
                      <a:cubicBezTo>
                        <a:pt x="108" y="11"/>
                        <a:pt x="108" y="11"/>
                        <a:pt x="108" y="12"/>
                      </a:cubicBezTo>
                      <a:cubicBezTo>
                        <a:pt x="108" y="12"/>
                        <a:pt x="108" y="12"/>
                        <a:pt x="108" y="12"/>
                      </a:cubicBezTo>
                      <a:cubicBezTo>
                        <a:pt x="108" y="12"/>
                        <a:pt x="108" y="13"/>
                        <a:pt x="108" y="13"/>
                      </a:cubicBezTo>
                      <a:cubicBezTo>
                        <a:pt x="107" y="13"/>
                        <a:pt x="107" y="13"/>
                        <a:pt x="107" y="13"/>
                      </a:cubicBezTo>
                      <a:cubicBezTo>
                        <a:pt x="107" y="13"/>
                        <a:pt x="107" y="14"/>
                        <a:pt x="107" y="14"/>
                      </a:cubicBezTo>
                      <a:cubicBezTo>
                        <a:pt x="107" y="14"/>
                        <a:pt x="107" y="14"/>
                        <a:pt x="107" y="14"/>
                      </a:cubicBezTo>
                      <a:cubicBezTo>
                        <a:pt x="106" y="14"/>
                        <a:pt x="106" y="14"/>
                        <a:pt x="106" y="14"/>
                      </a:cubicBezTo>
                      <a:cubicBezTo>
                        <a:pt x="105" y="14"/>
                        <a:pt x="105" y="14"/>
                        <a:pt x="105" y="14"/>
                      </a:cubicBezTo>
                      <a:cubicBezTo>
                        <a:pt x="105" y="14"/>
                        <a:pt x="105" y="14"/>
                        <a:pt x="105" y="14"/>
                      </a:cubicBezTo>
                      <a:cubicBezTo>
                        <a:pt x="105" y="14"/>
                        <a:pt x="105" y="14"/>
                        <a:pt x="104" y="15"/>
                      </a:cubicBezTo>
                      <a:cubicBezTo>
                        <a:pt x="104" y="15"/>
                        <a:pt x="104" y="15"/>
                        <a:pt x="104" y="15"/>
                      </a:cubicBezTo>
                      <a:cubicBezTo>
                        <a:pt x="104" y="15"/>
                        <a:pt x="103" y="16"/>
                        <a:pt x="103" y="16"/>
                      </a:cubicBezTo>
                      <a:cubicBezTo>
                        <a:pt x="103" y="16"/>
                        <a:pt x="103" y="16"/>
                        <a:pt x="104" y="16"/>
                      </a:cubicBezTo>
                      <a:cubicBezTo>
                        <a:pt x="104" y="16"/>
                        <a:pt x="104" y="16"/>
                        <a:pt x="104" y="16"/>
                      </a:cubicBezTo>
                      <a:cubicBezTo>
                        <a:pt x="104" y="16"/>
                        <a:pt x="104" y="16"/>
                        <a:pt x="104" y="16"/>
                      </a:cubicBezTo>
                      <a:cubicBezTo>
                        <a:pt x="104" y="16"/>
                        <a:pt x="104" y="17"/>
                        <a:pt x="104" y="17"/>
                      </a:cubicBezTo>
                      <a:cubicBezTo>
                        <a:pt x="105" y="17"/>
                        <a:pt x="105" y="17"/>
                        <a:pt x="105" y="17"/>
                      </a:cubicBezTo>
                      <a:cubicBezTo>
                        <a:pt x="105" y="17"/>
                        <a:pt x="105" y="17"/>
                        <a:pt x="105" y="17"/>
                      </a:cubicBezTo>
                      <a:cubicBezTo>
                        <a:pt x="105" y="17"/>
                        <a:pt x="105" y="17"/>
                        <a:pt x="105" y="17"/>
                      </a:cubicBezTo>
                      <a:cubicBezTo>
                        <a:pt x="105" y="17"/>
                        <a:pt x="105" y="17"/>
                        <a:pt x="105" y="18"/>
                      </a:cubicBezTo>
                      <a:cubicBezTo>
                        <a:pt x="105" y="18"/>
                        <a:pt x="104" y="18"/>
                        <a:pt x="104" y="18"/>
                      </a:cubicBezTo>
                      <a:cubicBezTo>
                        <a:pt x="104" y="18"/>
                        <a:pt x="104" y="18"/>
                        <a:pt x="104" y="18"/>
                      </a:cubicBezTo>
                      <a:cubicBezTo>
                        <a:pt x="104" y="18"/>
                        <a:pt x="104" y="18"/>
                        <a:pt x="104" y="18"/>
                      </a:cubicBezTo>
                      <a:cubicBezTo>
                        <a:pt x="104" y="18"/>
                        <a:pt x="104" y="18"/>
                        <a:pt x="104" y="18"/>
                      </a:cubicBezTo>
                      <a:cubicBezTo>
                        <a:pt x="104" y="18"/>
                        <a:pt x="104" y="19"/>
                        <a:pt x="104" y="19"/>
                      </a:cubicBezTo>
                      <a:cubicBezTo>
                        <a:pt x="104" y="19"/>
                        <a:pt x="104" y="20"/>
                        <a:pt x="104" y="21"/>
                      </a:cubicBezTo>
                      <a:cubicBezTo>
                        <a:pt x="104" y="21"/>
                        <a:pt x="103" y="22"/>
                        <a:pt x="103" y="21"/>
                      </a:cubicBezTo>
                      <a:cubicBezTo>
                        <a:pt x="103" y="21"/>
                        <a:pt x="103" y="20"/>
                        <a:pt x="103" y="20"/>
                      </a:cubicBezTo>
                      <a:cubicBezTo>
                        <a:pt x="103" y="20"/>
                        <a:pt x="103" y="19"/>
                        <a:pt x="103" y="18"/>
                      </a:cubicBezTo>
                      <a:cubicBezTo>
                        <a:pt x="102" y="18"/>
                        <a:pt x="102" y="18"/>
                        <a:pt x="102" y="18"/>
                      </a:cubicBezTo>
                      <a:cubicBezTo>
                        <a:pt x="102" y="18"/>
                        <a:pt x="102" y="19"/>
                        <a:pt x="102" y="19"/>
                      </a:cubicBezTo>
                      <a:cubicBezTo>
                        <a:pt x="102" y="19"/>
                        <a:pt x="102" y="19"/>
                        <a:pt x="102" y="19"/>
                      </a:cubicBezTo>
                      <a:cubicBezTo>
                        <a:pt x="102" y="19"/>
                        <a:pt x="102" y="19"/>
                        <a:pt x="102" y="19"/>
                      </a:cubicBezTo>
                      <a:cubicBezTo>
                        <a:pt x="102" y="19"/>
                        <a:pt x="102" y="19"/>
                        <a:pt x="102" y="19"/>
                      </a:cubicBezTo>
                      <a:cubicBezTo>
                        <a:pt x="102" y="19"/>
                        <a:pt x="101" y="19"/>
                        <a:pt x="101" y="19"/>
                      </a:cubicBezTo>
                      <a:cubicBezTo>
                        <a:pt x="101" y="19"/>
                        <a:pt x="101" y="19"/>
                        <a:pt x="101" y="19"/>
                      </a:cubicBezTo>
                      <a:cubicBezTo>
                        <a:pt x="101" y="19"/>
                        <a:pt x="101" y="19"/>
                        <a:pt x="101" y="19"/>
                      </a:cubicBezTo>
                      <a:cubicBezTo>
                        <a:pt x="101" y="19"/>
                        <a:pt x="101" y="19"/>
                        <a:pt x="101" y="19"/>
                      </a:cubicBezTo>
                      <a:cubicBezTo>
                        <a:pt x="101" y="19"/>
                        <a:pt x="101" y="19"/>
                        <a:pt x="101" y="18"/>
                      </a:cubicBezTo>
                      <a:cubicBezTo>
                        <a:pt x="101" y="18"/>
                        <a:pt x="101" y="18"/>
                        <a:pt x="101" y="18"/>
                      </a:cubicBezTo>
                      <a:cubicBezTo>
                        <a:pt x="102" y="18"/>
                        <a:pt x="101" y="18"/>
                        <a:pt x="101" y="18"/>
                      </a:cubicBezTo>
                      <a:cubicBezTo>
                        <a:pt x="101" y="18"/>
                        <a:pt x="101" y="18"/>
                        <a:pt x="101" y="18"/>
                      </a:cubicBezTo>
                      <a:cubicBezTo>
                        <a:pt x="101" y="19"/>
                        <a:pt x="101" y="21"/>
                        <a:pt x="101" y="21"/>
                      </a:cubicBezTo>
                      <a:cubicBezTo>
                        <a:pt x="101" y="21"/>
                        <a:pt x="101" y="22"/>
                        <a:pt x="101" y="23"/>
                      </a:cubicBezTo>
                      <a:cubicBezTo>
                        <a:pt x="101" y="23"/>
                        <a:pt x="100" y="24"/>
                        <a:pt x="99" y="25"/>
                      </a:cubicBezTo>
                      <a:cubicBezTo>
                        <a:pt x="99" y="25"/>
                        <a:pt x="99" y="24"/>
                        <a:pt x="99" y="23"/>
                      </a:cubicBezTo>
                      <a:cubicBezTo>
                        <a:pt x="99" y="23"/>
                        <a:pt x="98" y="22"/>
                        <a:pt x="98" y="21"/>
                      </a:cubicBezTo>
                      <a:cubicBezTo>
                        <a:pt x="98" y="21"/>
                        <a:pt x="98" y="21"/>
                        <a:pt x="98" y="20"/>
                      </a:cubicBezTo>
                      <a:cubicBezTo>
                        <a:pt x="97" y="20"/>
                        <a:pt x="97" y="20"/>
                        <a:pt x="97" y="20"/>
                      </a:cubicBezTo>
                      <a:cubicBezTo>
                        <a:pt x="97" y="21"/>
                        <a:pt x="97" y="21"/>
                        <a:pt x="96" y="21"/>
                      </a:cubicBezTo>
                      <a:cubicBezTo>
                        <a:pt x="96" y="21"/>
                        <a:pt x="96" y="21"/>
                        <a:pt x="95" y="21"/>
                      </a:cubicBezTo>
                      <a:cubicBezTo>
                        <a:pt x="95" y="21"/>
                        <a:pt x="95" y="21"/>
                        <a:pt x="95" y="21"/>
                      </a:cubicBezTo>
                      <a:cubicBezTo>
                        <a:pt x="95" y="21"/>
                        <a:pt x="95" y="21"/>
                        <a:pt x="94" y="21"/>
                      </a:cubicBezTo>
                      <a:cubicBezTo>
                        <a:pt x="94" y="21"/>
                        <a:pt x="94" y="22"/>
                        <a:pt x="94" y="22"/>
                      </a:cubicBezTo>
                      <a:cubicBezTo>
                        <a:pt x="94" y="22"/>
                        <a:pt x="94" y="23"/>
                        <a:pt x="94" y="23"/>
                      </a:cubicBezTo>
                      <a:cubicBezTo>
                        <a:pt x="94" y="23"/>
                        <a:pt x="94" y="23"/>
                        <a:pt x="94" y="24"/>
                      </a:cubicBezTo>
                      <a:cubicBezTo>
                        <a:pt x="93" y="24"/>
                        <a:pt x="93" y="24"/>
                        <a:pt x="93" y="25"/>
                      </a:cubicBezTo>
                      <a:cubicBezTo>
                        <a:pt x="93" y="25"/>
                        <a:pt x="93" y="25"/>
                        <a:pt x="92" y="25"/>
                      </a:cubicBezTo>
                      <a:cubicBezTo>
                        <a:pt x="92" y="26"/>
                        <a:pt x="92" y="26"/>
                        <a:pt x="92" y="26"/>
                      </a:cubicBezTo>
                      <a:cubicBezTo>
                        <a:pt x="92" y="26"/>
                        <a:pt x="91" y="26"/>
                        <a:pt x="91" y="26"/>
                      </a:cubicBezTo>
                      <a:cubicBezTo>
                        <a:pt x="91" y="26"/>
                        <a:pt x="91" y="27"/>
                        <a:pt x="91" y="27"/>
                      </a:cubicBezTo>
                      <a:cubicBezTo>
                        <a:pt x="91" y="27"/>
                        <a:pt x="91" y="27"/>
                        <a:pt x="91" y="27"/>
                      </a:cubicBezTo>
                      <a:cubicBezTo>
                        <a:pt x="91" y="27"/>
                        <a:pt x="91" y="27"/>
                        <a:pt x="91" y="27"/>
                      </a:cubicBezTo>
                      <a:cubicBezTo>
                        <a:pt x="91" y="28"/>
                        <a:pt x="90" y="28"/>
                        <a:pt x="90" y="28"/>
                      </a:cubicBezTo>
                      <a:cubicBezTo>
                        <a:pt x="90" y="28"/>
                        <a:pt x="90" y="28"/>
                        <a:pt x="90" y="28"/>
                      </a:cubicBezTo>
                      <a:cubicBezTo>
                        <a:pt x="90" y="28"/>
                        <a:pt x="90" y="28"/>
                        <a:pt x="90" y="28"/>
                      </a:cubicBezTo>
                      <a:cubicBezTo>
                        <a:pt x="90" y="29"/>
                        <a:pt x="90" y="29"/>
                        <a:pt x="90" y="29"/>
                      </a:cubicBezTo>
                      <a:cubicBezTo>
                        <a:pt x="89" y="29"/>
                        <a:pt x="89" y="29"/>
                        <a:pt x="89" y="29"/>
                      </a:cubicBezTo>
                      <a:cubicBezTo>
                        <a:pt x="89" y="29"/>
                        <a:pt x="89" y="29"/>
                        <a:pt x="89" y="29"/>
                      </a:cubicBezTo>
                      <a:cubicBezTo>
                        <a:pt x="89" y="30"/>
                        <a:pt x="89" y="30"/>
                        <a:pt x="89" y="30"/>
                      </a:cubicBezTo>
                      <a:cubicBezTo>
                        <a:pt x="89" y="30"/>
                        <a:pt x="89" y="30"/>
                        <a:pt x="89" y="30"/>
                      </a:cubicBezTo>
                      <a:cubicBezTo>
                        <a:pt x="89" y="30"/>
                        <a:pt x="89" y="30"/>
                        <a:pt x="89" y="30"/>
                      </a:cubicBezTo>
                      <a:cubicBezTo>
                        <a:pt x="88" y="31"/>
                        <a:pt x="88" y="31"/>
                        <a:pt x="88" y="31"/>
                      </a:cubicBezTo>
                      <a:cubicBezTo>
                        <a:pt x="88" y="31"/>
                        <a:pt x="87" y="31"/>
                        <a:pt x="87" y="31"/>
                      </a:cubicBezTo>
                      <a:cubicBezTo>
                        <a:pt x="86" y="31"/>
                        <a:pt x="86" y="32"/>
                        <a:pt x="86" y="32"/>
                      </a:cubicBezTo>
                      <a:cubicBezTo>
                        <a:pt x="86" y="32"/>
                        <a:pt x="85" y="32"/>
                        <a:pt x="85" y="32"/>
                      </a:cubicBezTo>
                      <a:cubicBezTo>
                        <a:pt x="85" y="32"/>
                        <a:pt x="85" y="32"/>
                        <a:pt x="84" y="32"/>
                      </a:cubicBezTo>
                      <a:cubicBezTo>
                        <a:pt x="84" y="32"/>
                        <a:pt x="84" y="32"/>
                        <a:pt x="84" y="32"/>
                      </a:cubicBezTo>
                      <a:cubicBezTo>
                        <a:pt x="83" y="32"/>
                        <a:pt x="83" y="32"/>
                        <a:pt x="83" y="32"/>
                      </a:cubicBezTo>
                      <a:cubicBezTo>
                        <a:pt x="83" y="33"/>
                        <a:pt x="82" y="33"/>
                        <a:pt x="82" y="33"/>
                      </a:cubicBezTo>
                      <a:cubicBezTo>
                        <a:pt x="81" y="33"/>
                        <a:pt x="81" y="33"/>
                        <a:pt x="80" y="33"/>
                      </a:cubicBezTo>
                      <a:cubicBezTo>
                        <a:pt x="80" y="33"/>
                        <a:pt x="80" y="33"/>
                        <a:pt x="80" y="33"/>
                      </a:cubicBezTo>
                      <a:cubicBezTo>
                        <a:pt x="80" y="33"/>
                        <a:pt x="80" y="33"/>
                        <a:pt x="80" y="33"/>
                      </a:cubicBezTo>
                      <a:cubicBezTo>
                        <a:pt x="80" y="33"/>
                        <a:pt x="80" y="33"/>
                        <a:pt x="80" y="33"/>
                      </a:cubicBezTo>
                      <a:cubicBezTo>
                        <a:pt x="80" y="34"/>
                        <a:pt x="79" y="33"/>
                        <a:pt x="79" y="33"/>
                      </a:cubicBezTo>
                      <a:cubicBezTo>
                        <a:pt x="79" y="33"/>
                        <a:pt x="79" y="34"/>
                        <a:pt x="79" y="34"/>
                      </a:cubicBezTo>
                      <a:cubicBezTo>
                        <a:pt x="79" y="34"/>
                        <a:pt x="79" y="34"/>
                        <a:pt x="78" y="34"/>
                      </a:cubicBezTo>
                      <a:cubicBezTo>
                        <a:pt x="78" y="34"/>
                        <a:pt x="78" y="34"/>
                        <a:pt x="78" y="34"/>
                      </a:cubicBezTo>
                      <a:cubicBezTo>
                        <a:pt x="78" y="34"/>
                        <a:pt x="78" y="35"/>
                        <a:pt x="78" y="35"/>
                      </a:cubicBezTo>
                      <a:cubicBezTo>
                        <a:pt x="78" y="35"/>
                        <a:pt x="78" y="35"/>
                        <a:pt x="78" y="35"/>
                      </a:cubicBezTo>
                      <a:cubicBezTo>
                        <a:pt x="78" y="36"/>
                        <a:pt x="78" y="36"/>
                        <a:pt x="78" y="36"/>
                      </a:cubicBezTo>
                      <a:cubicBezTo>
                        <a:pt x="78" y="36"/>
                        <a:pt x="78" y="36"/>
                        <a:pt x="78" y="36"/>
                      </a:cubicBezTo>
                      <a:cubicBezTo>
                        <a:pt x="79" y="36"/>
                        <a:pt x="79" y="36"/>
                        <a:pt x="79" y="36"/>
                      </a:cubicBezTo>
                      <a:cubicBezTo>
                        <a:pt x="79" y="36"/>
                        <a:pt x="79" y="36"/>
                        <a:pt x="79" y="36"/>
                      </a:cubicBezTo>
                      <a:cubicBezTo>
                        <a:pt x="79" y="36"/>
                        <a:pt x="79" y="36"/>
                        <a:pt x="79" y="36"/>
                      </a:cubicBezTo>
                      <a:cubicBezTo>
                        <a:pt x="79" y="36"/>
                        <a:pt x="78" y="36"/>
                        <a:pt x="78" y="36"/>
                      </a:cubicBezTo>
                      <a:cubicBezTo>
                        <a:pt x="78" y="36"/>
                        <a:pt x="78" y="36"/>
                        <a:pt x="78" y="36"/>
                      </a:cubicBezTo>
                      <a:cubicBezTo>
                        <a:pt x="78" y="36"/>
                        <a:pt x="78" y="36"/>
                        <a:pt x="78" y="36"/>
                      </a:cubicBezTo>
                      <a:cubicBezTo>
                        <a:pt x="78" y="36"/>
                        <a:pt x="78" y="36"/>
                        <a:pt x="78" y="37"/>
                      </a:cubicBezTo>
                      <a:cubicBezTo>
                        <a:pt x="78" y="37"/>
                        <a:pt x="78" y="37"/>
                        <a:pt x="78" y="37"/>
                      </a:cubicBezTo>
                      <a:cubicBezTo>
                        <a:pt x="78" y="36"/>
                        <a:pt x="78" y="36"/>
                        <a:pt x="78" y="37"/>
                      </a:cubicBezTo>
                      <a:cubicBezTo>
                        <a:pt x="78" y="37"/>
                        <a:pt x="77" y="37"/>
                        <a:pt x="77" y="37"/>
                      </a:cubicBezTo>
                      <a:cubicBezTo>
                        <a:pt x="77" y="37"/>
                        <a:pt x="77" y="37"/>
                        <a:pt x="77" y="37"/>
                      </a:cubicBezTo>
                      <a:cubicBezTo>
                        <a:pt x="77" y="36"/>
                        <a:pt x="77" y="36"/>
                        <a:pt x="77" y="36"/>
                      </a:cubicBezTo>
                      <a:cubicBezTo>
                        <a:pt x="77" y="36"/>
                        <a:pt x="77" y="36"/>
                        <a:pt x="77" y="36"/>
                      </a:cubicBezTo>
                      <a:cubicBezTo>
                        <a:pt x="76" y="36"/>
                        <a:pt x="77" y="37"/>
                        <a:pt x="77" y="37"/>
                      </a:cubicBezTo>
                      <a:cubicBezTo>
                        <a:pt x="77" y="37"/>
                        <a:pt x="76" y="37"/>
                        <a:pt x="77" y="37"/>
                      </a:cubicBezTo>
                      <a:cubicBezTo>
                        <a:pt x="77" y="37"/>
                        <a:pt x="77" y="37"/>
                        <a:pt x="77" y="37"/>
                      </a:cubicBezTo>
                      <a:cubicBezTo>
                        <a:pt x="77" y="38"/>
                        <a:pt x="77" y="38"/>
                        <a:pt x="77" y="38"/>
                      </a:cubicBezTo>
                      <a:cubicBezTo>
                        <a:pt x="77" y="38"/>
                        <a:pt x="77" y="38"/>
                        <a:pt x="77" y="38"/>
                      </a:cubicBezTo>
                      <a:cubicBezTo>
                        <a:pt x="76" y="38"/>
                        <a:pt x="76" y="38"/>
                        <a:pt x="76" y="38"/>
                      </a:cubicBezTo>
                      <a:cubicBezTo>
                        <a:pt x="76" y="38"/>
                        <a:pt x="77" y="38"/>
                        <a:pt x="77" y="38"/>
                      </a:cubicBezTo>
                      <a:cubicBezTo>
                        <a:pt x="77" y="38"/>
                        <a:pt x="77" y="38"/>
                        <a:pt x="77" y="38"/>
                      </a:cubicBezTo>
                      <a:cubicBezTo>
                        <a:pt x="77" y="38"/>
                        <a:pt x="77" y="38"/>
                        <a:pt x="77" y="38"/>
                      </a:cubicBezTo>
                      <a:cubicBezTo>
                        <a:pt x="78" y="38"/>
                        <a:pt x="78" y="38"/>
                        <a:pt x="78" y="38"/>
                      </a:cubicBezTo>
                      <a:cubicBezTo>
                        <a:pt x="78" y="38"/>
                        <a:pt x="77" y="38"/>
                        <a:pt x="77" y="38"/>
                      </a:cubicBezTo>
                      <a:cubicBezTo>
                        <a:pt x="77" y="38"/>
                        <a:pt x="77" y="38"/>
                        <a:pt x="77" y="38"/>
                      </a:cubicBezTo>
                      <a:cubicBezTo>
                        <a:pt x="77" y="38"/>
                        <a:pt x="77" y="38"/>
                        <a:pt x="77" y="38"/>
                      </a:cubicBezTo>
                      <a:cubicBezTo>
                        <a:pt x="77" y="38"/>
                        <a:pt x="77" y="38"/>
                        <a:pt x="77" y="38"/>
                      </a:cubicBezTo>
                      <a:cubicBezTo>
                        <a:pt x="76" y="39"/>
                        <a:pt x="77" y="39"/>
                        <a:pt x="77" y="39"/>
                      </a:cubicBezTo>
                      <a:cubicBezTo>
                        <a:pt x="76" y="39"/>
                        <a:pt x="76" y="39"/>
                        <a:pt x="76" y="39"/>
                      </a:cubicBezTo>
                      <a:cubicBezTo>
                        <a:pt x="76" y="39"/>
                        <a:pt x="76" y="39"/>
                        <a:pt x="76" y="39"/>
                      </a:cubicBezTo>
                      <a:cubicBezTo>
                        <a:pt x="76" y="39"/>
                        <a:pt x="76" y="40"/>
                        <a:pt x="76" y="40"/>
                      </a:cubicBezTo>
                      <a:cubicBezTo>
                        <a:pt x="76" y="40"/>
                        <a:pt x="76" y="40"/>
                        <a:pt x="76" y="40"/>
                      </a:cubicBezTo>
                      <a:cubicBezTo>
                        <a:pt x="76" y="40"/>
                        <a:pt x="76" y="40"/>
                        <a:pt x="76" y="40"/>
                      </a:cubicBezTo>
                      <a:cubicBezTo>
                        <a:pt x="76" y="40"/>
                        <a:pt x="76" y="40"/>
                        <a:pt x="76" y="40"/>
                      </a:cubicBezTo>
                      <a:cubicBezTo>
                        <a:pt x="76" y="41"/>
                        <a:pt x="76" y="41"/>
                        <a:pt x="76" y="41"/>
                      </a:cubicBezTo>
                      <a:cubicBezTo>
                        <a:pt x="76" y="41"/>
                        <a:pt x="76" y="41"/>
                        <a:pt x="76" y="41"/>
                      </a:cubicBezTo>
                      <a:cubicBezTo>
                        <a:pt x="76" y="41"/>
                        <a:pt x="76" y="41"/>
                        <a:pt x="77" y="41"/>
                      </a:cubicBezTo>
                      <a:cubicBezTo>
                        <a:pt x="77" y="41"/>
                        <a:pt x="77" y="41"/>
                        <a:pt x="77" y="41"/>
                      </a:cubicBezTo>
                      <a:cubicBezTo>
                        <a:pt x="77" y="42"/>
                        <a:pt x="77" y="42"/>
                        <a:pt x="77" y="42"/>
                      </a:cubicBezTo>
                      <a:cubicBezTo>
                        <a:pt x="77" y="42"/>
                        <a:pt x="77" y="42"/>
                        <a:pt x="77" y="42"/>
                      </a:cubicBezTo>
                      <a:cubicBezTo>
                        <a:pt x="77" y="42"/>
                        <a:pt x="77" y="42"/>
                        <a:pt x="77" y="42"/>
                      </a:cubicBezTo>
                      <a:cubicBezTo>
                        <a:pt x="77" y="42"/>
                        <a:pt x="77" y="42"/>
                        <a:pt x="77" y="41"/>
                      </a:cubicBezTo>
                      <a:cubicBezTo>
                        <a:pt x="77" y="41"/>
                        <a:pt x="77" y="41"/>
                        <a:pt x="76" y="41"/>
                      </a:cubicBezTo>
                      <a:cubicBezTo>
                        <a:pt x="76" y="41"/>
                        <a:pt x="76" y="41"/>
                        <a:pt x="76" y="41"/>
                      </a:cubicBezTo>
                      <a:cubicBezTo>
                        <a:pt x="76" y="41"/>
                        <a:pt x="76" y="41"/>
                        <a:pt x="76" y="41"/>
                      </a:cubicBezTo>
                      <a:cubicBezTo>
                        <a:pt x="75" y="41"/>
                        <a:pt x="75" y="42"/>
                        <a:pt x="75" y="42"/>
                      </a:cubicBezTo>
                      <a:cubicBezTo>
                        <a:pt x="75" y="42"/>
                        <a:pt x="75" y="42"/>
                        <a:pt x="75" y="42"/>
                      </a:cubicBezTo>
                      <a:cubicBezTo>
                        <a:pt x="75" y="42"/>
                        <a:pt x="76" y="42"/>
                        <a:pt x="76" y="42"/>
                      </a:cubicBezTo>
                      <a:cubicBezTo>
                        <a:pt x="76" y="42"/>
                        <a:pt x="76" y="43"/>
                        <a:pt x="76" y="43"/>
                      </a:cubicBezTo>
                      <a:cubicBezTo>
                        <a:pt x="76" y="43"/>
                        <a:pt x="76" y="43"/>
                        <a:pt x="76" y="43"/>
                      </a:cubicBezTo>
                      <a:cubicBezTo>
                        <a:pt x="76" y="43"/>
                        <a:pt x="77" y="43"/>
                        <a:pt x="77" y="43"/>
                      </a:cubicBezTo>
                      <a:cubicBezTo>
                        <a:pt x="77" y="43"/>
                        <a:pt x="77" y="43"/>
                        <a:pt x="77" y="43"/>
                      </a:cubicBezTo>
                      <a:cubicBezTo>
                        <a:pt x="77" y="43"/>
                        <a:pt x="77" y="43"/>
                        <a:pt x="77" y="43"/>
                      </a:cubicBezTo>
                      <a:cubicBezTo>
                        <a:pt x="77" y="43"/>
                        <a:pt x="77" y="43"/>
                        <a:pt x="78" y="43"/>
                      </a:cubicBezTo>
                      <a:cubicBezTo>
                        <a:pt x="78" y="43"/>
                        <a:pt x="78" y="43"/>
                        <a:pt x="78" y="43"/>
                      </a:cubicBezTo>
                      <a:cubicBezTo>
                        <a:pt x="78" y="43"/>
                        <a:pt x="78" y="43"/>
                        <a:pt x="77" y="43"/>
                      </a:cubicBezTo>
                      <a:cubicBezTo>
                        <a:pt x="77" y="43"/>
                        <a:pt x="77" y="43"/>
                        <a:pt x="77" y="43"/>
                      </a:cubicBezTo>
                      <a:cubicBezTo>
                        <a:pt x="77" y="43"/>
                        <a:pt x="77" y="43"/>
                        <a:pt x="77" y="43"/>
                      </a:cubicBezTo>
                      <a:cubicBezTo>
                        <a:pt x="77" y="43"/>
                        <a:pt x="77" y="43"/>
                        <a:pt x="77" y="43"/>
                      </a:cubicBezTo>
                      <a:cubicBezTo>
                        <a:pt x="76" y="43"/>
                        <a:pt x="76" y="43"/>
                        <a:pt x="76" y="43"/>
                      </a:cubicBezTo>
                      <a:cubicBezTo>
                        <a:pt x="76" y="43"/>
                        <a:pt x="76" y="43"/>
                        <a:pt x="76" y="43"/>
                      </a:cubicBezTo>
                      <a:cubicBezTo>
                        <a:pt x="76" y="43"/>
                        <a:pt x="76" y="43"/>
                        <a:pt x="76" y="43"/>
                      </a:cubicBezTo>
                      <a:cubicBezTo>
                        <a:pt x="75" y="42"/>
                        <a:pt x="75" y="42"/>
                        <a:pt x="75" y="42"/>
                      </a:cubicBezTo>
                      <a:cubicBezTo>
                        <a:pt x="75" y="42"/>
                        <a:pt x="74" y="42"/>
                        <a:pt x="74" y="42"/>
                      </a:cubicBezTo>
                      <a:cubicBezTo>
                        <a:pt x="74" y="42"/>
                        <a:pt x="74" y="42"/>
                        <a:pt x="74" y="42"/>
                      </a:cubicBezTo>
                      <a:cubicBezTo>
                        <a:pt x="74" y="42"/>
                        <a:pt x="73" y="43"/>
                        <a:pt x="73" y="43"/>
                      </a:cubicBezTo>
                      <a:cubicBezTo>
                        <a:pt x="73" y="43"/>
                        <a:pt x="73" y="43"/>
                        <a:pt x="74" y="43"/>
                      </a:cubicBezTo>
                      <a:cubicBezTo>
                        <a:pt x="74" y="42"/>
                        <a:pt x="74" y="42"/>
                        <a:pt x="74" y="42"/>
                      </a:cubicBezTo>
                      <a:cubicBezTo>
                        <a:pt x="74" y="42"/>
                        <a:pt x="73" y="42"/>
                        <a:pt x="73" y="42"/>
                      </a:cubicBezTo>
                      <a:cubicBezTo>
                        <a:pt x="73" y="42"/>
                        <a:pt x="72" y="42"/>
                        <a:pt x="72" y="42"/>
                      </a:cubicBezTo>
                      <a:cubicBezTo>
                        <a:pt x="72" y="42"/>
                        <a:pt x="72" y="42"/>
                        <a:pt x="72" y="42"/>
                      </a:cubicBezTo>
                      <a:cubicBezTo>
                        <a:pt x="72" y="42"/>
                        <a:pt x="72" y="42"/>
                        <a:pt x="72" y="42"/>
                      </a:cubicBezTo>
                      <a:cubicBezTo>
                        <a:pt x="72" y="42"/>
                        <a:pt x="72" y="42"/>
                        <a:pt x="72" y="42"/>
                      </a:cubicBezTo>
                      <a:cubicBezTo>
                        <a:pt x="72" y="42"/>
                        <a:pt x="72" y="42"/>
                        <a:pt x="72" y="42"/>
                      </a:cubicBezTo>
                      <a:cubicBezTo>
                        <a:pt x="72" y="42"/>
                        <a:pt x="72" y="42"/>
                        <a:pt x="72" y="42"/>
                      </a:cubicBezTo>
                      <a:cubicBezTo>
                        <a:pt x="72" y="42"/>
                        <a:pt x="72" y="42"/>
                        <a:pt x="72" y="42"/>
                      </a:cubicBezTo>
                      <a:cubicBezTo>
                        <a:pt x="72" y="42"/>
                        <a:pt x="72" y="42"/>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0" y="41"/>
                        <a:pt x="70" y="41"/>
                      </a:cubicBezTo>
                      <a:cubicBezTo>
                        <a:pt x="70" y="41"/>
                        <a:pt x="70" y="41"/>
                        <a:pt x="70" y="41"/>
                      </a:cubicBezTo>
                      <a:cubicBezTo>
                        <a:pt x="70" y="41"/>
                        <a:pt x="70" y="41"/>
                        <a:pt x="70" y="41"/>
                      </a:cubicBezTo>
                      <a:cubicBezTo>
                        <a:pt x="70" y="41"/>
                        <a:pt x="70" y="41"/>
                        <a:pt x="70" y="41"/>
                      </a:cubicBezTo>
                      <a:cubicBezTo>
                        <a:pt x="69" y="41"/>
                        <a:pt x="69" y="41"/>
                        <a:pt x="69" y="41"/>
                      </a:cubicBezTo>
                      <a:cubicBezTo>
                        <a:pt x="69" y="41"/>
                        <a:pt x="69" y="41"/>
                        <a:pt x="69" y="41"/>
                      </a:cubicBezTo>
                      <a:cubicBezTo>
                        <a:pt x="70" y="42"/>
                        <a:pt x="70" y="43"/>
                        <a:pt x="70" y="43"/>
                      </a:cubicBezTo>
                      <a:cubicBezTo>
                        <a:pt x="70" y="43"/>
                        <a:pt x="72" y="45"/>
                        <a:pt x="72" y="45"/>
                      </a:cubicBezTo>
                      <a:cubicBezTo>
                        <a:pt x="72" y="46"/>
                        <a:pt x="73" y="46"/>
                        <a:pt x="74" y="46"/>
                      </a:cubicBezTo>
                      <a:cubicBezTo>
                        <a:pt x="74" y="46"/>
                        <a:pt x="76" y="45"/>
                        <a:pt x="77" y="45"/>
                      </a:cubicBezTo>
                      <a:cubicBezTo>
                        <a:pt x="78" y="45"/>
                        <a:pt x="81" y="46"/>
                        <a:pt x="82" y="45"/>
                      </a:cubicBezTo>
                      <a:cubicBezTo>
                        <a:pt x="83" y="45"/>
                        <a:pt x="85" y="43"/>
                        <a:pt x="86" y="43"/>
                      </a:cubicBezTo>
                      <a:cubicBezTo>
                        <a:pt x="87" y="42"/>
                        <a:pt x="88" y="41"/>
                        <a:pt x="90" y="42"/>
                      </a:cubicBezTo>
                      <a:cubicBezTo>
                        <a:pt x="91" y="42"/>
                        <a:pt x="92" y="44"/>
                        <a:pt x="94" y="43"/>
                      </a:cubicBezTo>
                      <a:cubicBezTo>
                        <a:pt x="95" y="43"/>
                        <a:pt x="96" y="42"/>
                        <a:pt x="97" y="42"/>
                      </a:cubicBezTo>
                      <a:cubicBezTo>
                        <a:pt x="98" y="42"/>
                        <a:pt x="100" y="42"/>
                        <a:pt x="101" y="42"/>
                      </a:cubicBezTo>
                      <a:cubicBezTo>
                        <a:pt x="101" y="41"/>
                        <a:pt x="100" y="40"/>
                        <a:pt x="100" y="39"/>
                      </a:cubicBezTo>
                      <a:cubicBezTo>
                        <a:pt x="101" y="38"/>
                        <a:pt x="102" y="36"/>
                        <a:pt x="103" y="35"/>
                      </a:cubicBezTo>
                      <a:cubicBezTo>
                        <a:pt x="103" y="34"/>
                        <a:pt x="102" y="34"/>
                        <a:pt x="104" y="33"/>
                      </a:cubicBezTo>
                      <a:cubicBezTo>
                        <a:pt x="105" y="31"/>
                        <a:pt x="106" y="30"/>
                        <a:pt x="106" y="29"/>
                      </a:cubicBezTo>
                      <a:cubicBezTo>
                        <a:pt x="106" y="27"/>
                        <a:pt x="107" y="22"/>
                        <a:pt x="108" y="22"/>
                      </a:cubicBezTo>
                      <a:cubicBezTo>
                        <a:pt x="108" y="21"/>
                        <a:pt x="108" y="21"/>
                        <a:pt x="109" y="20"/>
                      </a:cubicBezTo>
                      <a:cubicBezTo>
                        <a:pt x="109" y="20"/>
                        <a:pt x="112" y="21"/>
                        <a:pt x="113" y="21"/>
                      </a:cubicBezTo>
                      <a:cubicBezTo>
                        <a:pt x="114" y="21"/>
                        <a:pt x="117" y="20"/>
                        <a:pt x="117" y="20"/>
                      </a:cubicBezTo>
                      <a:cubicBezTo>
                        <a:pt x="117" y="20"/>
                        <a:pt x="119" y="21"/>
                        <a:pt x="119" y="21"/>
                      </a:cubicBezTo>
                      <a:cubicBezTo>
                        <a:pt x="119" y="21"/>
                        <a:pt x="119" y="22"/>
                        <a:pt x="119" y="22"/>
                      </a:cubicBezTo>
                      <a:cubicBezTo>
                        <a:pt x="119" y="22"/>
                        <a:pt x="120" y="22"/>
                        <a:pt x="120" y="22"/>
                      </a:cubicBezTo>
                      <a:cubicBezTo>
                        <a:pt x="120" y="22"/>
                        <a:pt x="120" y="22"/>
                        <a:pt x="120" y="22"/>
                      </a:cubicBezTo>
                      <a:cubicBezTo>
                        <a:pt x="120" y="22"/>
                        <a:pt x="120" y="22"/>
                        <a:pt x="120" y="22"/>
                      </a:cubicBezTo>
                      <a:cubicBezTo>
                        <a:pt x="120" y="22"/>
                        <a:pt x="120" y="22"/>
                        <a:pt x="120" y="22"/>
                      </a:cubicBezTo>
                      <a:cubicBezTo>
                        <a:pt x="120" y="23"/>
                        <a:pt x="121" y="22"/>
                        <a:pt x="121" y="22"/>
                      </a:cubicBezTo>
                      <a:cubicBezTo>
                        <a:pt x="121" y="22"/>
                        <a:pt x="121" y="23"/>
                        <a:pt x="121" y="23"/>
                      </a:cubicBezTo>
                      <a:cubicBezTo>
                        <a:pt x="121" y="23"/>
                        <a:pt x="122" y="22"/>
                        <a:pt x="122" y="22"/>
                      </a:cubicBezTo>
                      <a:cubicBezTo>
                        <a:pt x="122" y="22"/>
                        <a:pt x="122" y="22"/>
                        <a:pt x="122" y="22"/>
                      </a:cubicBezTo>
                      <a:cubicBezTo>
                        <a:pt x="122" y="22"/>
                        <a:pt x="123" y="22"/>
                        <a:pt x="123" y="22"/>
                      </a:cubicBezTo>
                      <a:cubicBezTo>
                        <a:pt x="123" y="22"/>
                        <a:pt x="123" y="22"/>
                        <a:pt x="123" y="22"/>
                      </a:cubicBezTo>
                      <a:cubicBezTo>
                        <a:pt x="123" y="22"/>
                        <a:pt x="123" y="22"/>
                        <a:pt x="124" y="22"/>
                      </a:cubicBezTo>
                      <a:cubicBezTo>
                        <a:pt x="124" y="22"/>
                        <a:pt x="123" y="22"/>
                        <a:pt x="123" y="22"/>
                      </a:cubicBezTo>
                      <a:cubicBezTo>
                        <a:pt x="124" y="22"/>
                        <a:pt x="124" y="22"/>
                        <a:pt x="124" y="22"/>
                      </a:cubicBezTo>
                      <a:cubicBezTo>
                        <a:pt x="124" y="22"/>
                        <a:pt x="124" y="22"/>
                        <a:pt x="124" y="22"/>
                      </a:cubicBezTo>
                      <a:cubicBezTo>
                        <a:pt x="124" y="22"/>
                        <a:pt x="124" y="22"/>
                        <a:pt x="124" y="22"/>
                      </a:cubicBezTo>
                      <a:cubicBezTo>
                        <a:pt x="124" y="22"/>
                        <a:pt x="124" y="22"/>
                        <a:pt x="125" y="22"/>
                      </a:cubicBezTo>
                      <a:cubicBezTo>
                        <a:pt x="125" y="22"/>
                        <a:pt x="125" y="22"/>
                        <a:pt x="125" y="21"/>
                      </a:cubicBezTo>
                      <a:cubicBezTo>
                        <a:pt x="125" y="21"/>
                        <a:pt x="125" y="21"/>
                        <a:pt x="125" y="21"/>
                      </a:cubicBezTo>
                      <a:cubicBezTo>
                        <a:pt x="125" y="21"/>
                        <a:pt x="125" y="21"/>
                        <a:pt x="125" y="21"/>
                      </a:cubicBezTo>
                      <a:cubicBezTo>
                        <a:pt x="125" y="21"/>
                        <a:pt x="125" y="21"/>
                        <a:pt x="125" y="21"/>
                      </a:cubicBezTo>
                      <a:cubicBezTo>
                        <a:pt x="125" y="21"/>
                        <a:pt x="125" y="21"/>
                        <a:pt x="125" y="21"/>
                      </a:cubicBezTo>
                      <a:cubicBezTo>
                        <a:pt x="125" y="21"/>
                        <a:pt x="125" y="21"/>
                        <a:pt x="125" y="21"/>
                      </a:cubicBezTo>
                      <a:cubicBezTo>
                        <a:pt x="125" y="21"/>
                        <a:pt x="125" y="21"/>
                        <a:pt x="125" y="21"/>
                      </a:cubicBezTo>
                      <a:cubicBezTo>
                        <a:pt x="125" y="21"/>
                        <a:pt x="125" y="21"/>
                        <a:pt x="125" y="21"/>
                      </a:cubicBezTo>
                      <a:cubicBezTo>
                        <a:pt x="125" y="21"/>
                        <a:pt x="125" y="21"/>
                        <a:pt x="125" y="21"/>
                      </a:cubicBezTo>
                      <a:cubicBezTo>
                        <a:pt x="125" y="21"/>
                        <a:pt x="125" y="21"/>
                        <a:pt x="125" y="20"/>
                      </a:cubicBezTo>
                      <a:cubicBezTo>
                        <a:pt x="125" y="20"/>
                        <a:pt x="125" y="20"/>
                        <a:pt x="125" y="20"/>
                      </a:cubicBezTo>
                      <a:cubicBezTo>
                        <a:pt x="125" y="21"/>
                        <a:pt x="125" y="21"/>
                        <a:pt x="125" y="21"/>
                      </a:cubicBezTo>
                      <a:cubicBezTo>
                        <a:pt x="125" y="21"/>
                        <a:pt x="124" y="21"/>
                        <a:pt x="124" y="21"/>
                      </a:cubicBezTo>
                      <a:cubicBezTo>
                        <a:pt x="124" y="20"/>
                        <a:pt x="124" y="20"/>
                        <a:pt x="124" y="20"/>
                      </a:cubicBezTo>
                      <a:cubicBezTo>
                        <a:pt x="124" y="20"/>
                        <a:pt x="124" y="20"/>
                        <a:pt x="124" y="20"/>
                      </a:cubicBezTo>
                      <a:cubicBezTo>
                        <a:pt x="124" y="20"/>
                        <a:pt x="124" y="20"/>
                        <a:pt x="123" y="20"/>
                      </a:cubicBezTo>
                      <a:cubicBezTo>
                        <a:pt x="123" y="20"/>
                        <a:pt x="123" y="20"/>
                        <a:pt x="123" y="20"/>
                      </a:cubicBezTo>
                      <a:cubicBezTo>
                        <a:pt x="123" y="20"/>
                        <a:pt x="123" y="20"/>
                        <a:pt x="123" y="19"/>
                      </a:cubicBezTo>
                      <a:cubicBezTo>
                        <a:pt x="123" y="19"/>
                        <a:pt x="123" y="19"/>
                        <a:pt x="122" y="19"/>
                      </a:cubicBezTo>
                      <a:cubicBezTo>
                        <a:pt x="122" y="19"/>
                        <a:pt x="122" y="19"/>
                        <a:pt x="122" y="19"/>
                      </a:cubicBezTo>
                      <a:cubicBezTo>
                        <a:pt x="122" y="19"/>
                        <a:pt x="122" y="19"/>
                        <a:pt x="122" y="18"/>
                      </a:cubicBezTo>
                      <a:cubicBezTo>
                        <a:pt x="122" y="18"/>
                        <a:pt x="122" y="18"/>
                        <a:pt x="122" y="18"/>
                      </a:cubicBezTo>
                      <a:cubicBezTo>
                        <a:pt x="122" y="18"/>
                        <a:pt x="122" y="18"/>
                        <a:pt x="122" y="18"/>
                      </a:cubicBezTo>
                      <a:cubicBezTo>
                        <a:pt x="122" y="18"/>
                        <a:pt x="122" y="18"/>
                        <a:pt x="122" y="18"/>
                      </a:cubicBezTo>
                      <a:cubicBezTo>
                        <a:pt x="122" y="18"/>
                        <a:pt x="122" y="18"/>
                        <a:pt x="122" y="18"/>
                      </a:cubicBezTo>
                      <a:cubicBezTo>
                        <a:pt x="123" y="17"/>
                        <a:pt x="123" y="18"/>
                        <a:pt x="123" y="18"/>
                      </a:cubicBezTo>
                      <a:cubicBezTo>
                        <a:pt x="123" y="18"/>
                        <a:pt x="124" y="18"/>
                        <a:pt x="124" y="17"/>
                      </a:cubicBezTo>
                      <a:cubicBezTo>
                        <a:pt x="124" y="17"/>
                        <a:pt x="123" y="17"/>
                        <a:pt x="123" y="17"/>
                      </a:cubicBezTo>
                      <a:cubicBezTo>
                        <a:pt x="123" y="17"/>
                        <a:pt x="123" y="17"/>
                        <a:pt x="123" y="18"/>
                      </a:cubicBezTo>
                      <a:cubicBezTo>
                        <a:pt x="123" y="18"/>
                        <a:pt x="123" y="17"/>
                        <a:pt x="123" y="17"/>
                      </a:cubicBezTo>
                      <a:cubicBezTo>
                        <a:pt x="123" y="17"/>
                        <a:pt x="123" y="17"/>
                        <a:pt x="123" y="17"/>
                      </a:cubicBezTo>
                      <a:cubicBezTo>
                        <a:pt x="124" y="17"/>
                        <a:pt x="124" y="17"/>
                        <a:pt x="124" y="17"/>
                      </a:cubicBezTo>
                      <a:cubicBezTo>
                        <a:pt x="124" y="17"/>
                        <a:pt x="124" y="18"/>
                        <a:pt x="124" y="18"/>
                      </a:cubicBezTo>
                      <a:cubicBezTo>
                        <a:pt x="124" y="18"/>
                        <a:pt x="125" y="18"/>
                        <a:pt x="125" y="18"/>
                      </a:cubicBezTo>
                      <a:cubicBezTo>
                        <a:pt x="125" y="18"/>
                        <a:pt x="125" y="18"/>
                        <a:pt x="125" y="18"/>
                      </a:cubicBezTo>
                      <a:cubicBezTo>
                        <a:pt x="126" y="18"/>
                        <a:pt x="126" y="18"/>
                        <a:pt x="126" y="18"/>
                      </a:cubicBezTo>
                      <a:cubicBezTo>
                        <a:pt x="126" y="18"/>
                        <a:pt x="126" y="17"/>
                        <a:pt x="126" y="17"/>
                      </a:cubicBezTo>
                      <a:cubicBezTo>
                        <a:pt x="126" y="17"/>
                        <a:pt x="127" y="17"/>
                        <a:pt x="127" y="17"/>
                      </a:cubicBezTo>
                      <a:cubicBezTo>
                        <a:pt x="127" y="17"/>
                        <a:pt x="127" y="17"/>
                        <a:pt x="127" y="17"/>
                      </a:cubicBezTo>
                      <a:cubicBezTo>
                        <a:pt x="127" y="17"/>
                        <a:pt x="128" y="17"/>
                        <a:pt x="128" y="17"/>
                      </a:cubicBezTo>
                      <a:cubicBezTo>
                        <a:pt x="128" y="17"/>
                        <a:pt x="128" y="17"/>
                        <a:pt x="128" y="16"/>
                      </a:cubicBezTo>
                      <a:cubicBezTo>
                        <a:pt x="129" y="16"/>
                        <a:pt x="129" y="16"/>
                        <a:pt x="129" y="16"/>
                      </a:cubicBezTo>
                      <a:cubicBezTo>
                        <a:pt x="129" y="16"/>
                        <a:pt x="129" y="16"/>
                        <a:pt x="129" y="16"/>
                      </a:cubicBezTo>
                      <a:cubicBezTo>
                        <a:pt x="129" y="16"/>
                        <a:pt x="129" y="16"/>
                        <a:pt x="129" y="15"/>
                      </a:cubicBezTo>
                      <a:close/>
                      <a:moveTo>
                        <a:pt x="12" y="7"/>
                      </a:moveTo>
                      <a:cubicBezTo>
                        <a:pt x="12" y="7"/>
                        <a:pt x="11" y="6"/>
                        <a:pt x="10" y="6"/>
                      </a:cubicBezTo>
                      <a:cubicBezTo>
                        <a:pt x="10" y="6"/>
                        <a:pt x="9" y="7"/>
                        <a:pt x="8" y="8"/>
                      </a:cubicBezTo>
                      <a:cubicBezTo>
                        <a:pt x="7" y="8"/>
                        <a:pt x="7" y="7"/>
                        <a:pt x="7" y="7"/>
                      </a:cubicBezTo>
                      <a:cubicBezTo>
                        <a:pt x="6" y="6"/>
                        <a:pt x="7" y="6"/>
                        <a:pt x="7" y="5"/>
                      </a:cubicBezTo>
                      <a:cubicBezTo>
                        <a:pt x="7" y="5"/>
                        <a:pt x="8" y="4"/>
                        <a:pt x="8" y="3"/>
                      </a:cubicBezTo>
                      <a:cubicBezTo>
                        <a:pt x="7" y="3"/>
                        <a:pt x="6" y="3"/>
                        <a:pt x="6" y="2"/>
                      </a:cubicBezTo>
                      <a:cubicBezTo>
                        <a:pt x="5" y="2"/>
                        <a:pt x="5" y="2"/>
                        <a:pt x="4" y="2"/>
                      </a:cubicBezTo>
                      <a:cubicBezTo>
                        <a:pt x="4" y="2"/>
                        <a:pt x="3" y="1"/>
                        <a:pt x="2" y="1"/>
                      </a:cubicBezTo>
                      <a:cubicBezTo>
                        <a:pt x="2" y="0"/>
                        <a:pt x="1" y="1"/>
                        <a:pt x="1" y="2"/>
                      </a:cubicBezTo>
                      <a:cubicBezTo>
                        <a:pt x="1" y="2"/>
                        <a:pt x="1" y="2"/>
                        <a:pt x="0" y="3"/>
                      </a:cubicBezTo>
                      <a:cubicBezTo>
                        <a:pt x="1" y="4"/>
                        <a:pt x="1" y="4"/>
                        <a:pt x="1" y="5"/>
                      </a:cubicBezTo>
                      <a:cubicBezTo>
                        <a:pt x="2" y="6"/>
                        <a:pt x="2" y="7"/>
                        <a:pt x="2" y="8"/>
                      </a:cubicBezTo>
                      <a:cubicBezTo>
                        <a:pt x="2" y="9"/>
                        <a:pt x="3" y="10"/>
                        <a:pt x="3" y="11"/>
                      </a:cubicBezTo>
                      <a:cubicBezTo>
                        <a:pt x="3" y="11"/>
                        <a:pt x="4" y="13"/>
                        <a:pt x="4" y="13"/>
                      </a:cubicBezTo>
                      <a:cubicBezTo>
                        <a:pt x="4" y="14"/>
                        <a:pt x="4" y="15"/>
                        <a:pt x="4" y="15"/>
                      </a:cubicBezTo>
                      <a:cubicBezTo>
                        <a:pt x="4" y="16"/>
                        <a:pt x="3" y="16"/>
                        <a:pt x="4" y="17"/>
                      </a:cubicBezTo>
                      <a:cubicBezTo>
                        <a:pt x="4" y="18"/>
                        <a:pt x="4" y="19"/>
                        <a:pt x="4" y="19"/>
                      </a:cubicBezTo>
                      <a:cubicBezTo>
                        <a:pt x="5" y="20"/>
                        <a:pt x="5" y="21"/>
                        <a:pt x="6" y="21"/>
                      </a:cubicBezTo>
                      <a:cubicBezTo>
                        <a:pt x="7" y="22"/>
                        <a:pt x="7" y="22"/>
                        <a:pt x="9" y="23"/>
                      </a:cubicBezTo>
                      <a:cubicBezTo>
                        <a:pt x="10" y="24"/>
                        <a:pt x="10" y="25"/>
                        <a:pt x="10" y="26"/>
                      </a:cubicBezTo>
                      <a:cubicBezTo>
                        <a:pt x="10" y="26"/>
                        <a:pt x="9" y="26"/>
                        <a:pt x="9" y="26"/>
                      </a:cubicBezTo>
                      <a:cubicBezTo>
                        <a:pt x="9" y="27"/>
                        <a:pt x="9" y="27"/>
                        <a:pt x="9" y="28"/>
                      </a:cubicBezTo>
                      <a:cubicBezTo>
                        <a:pt x="10" y="28"/>
                        <a:pt x="10" y="28"/>
                        <a:pt x="11" y="28"/>
                      </a:cubicBezTo>
                      <a:cubicBezTo>
                        <a:pt x="13" y="29"/>
                        <a:pt x="13" y="29"/>
                        <a:pt x="14" y="30"/>
                      </a:cubicBezTo>
                      <a:cubicBezTo>
                        <a:pt x="15" y="30"/>
                        <a:pt x="14" y="30"/>
                        <a:pt x="15" y="31"/>
                      </a:cubicBezTo>
                      <a:cubicBezTo>
                        <a:pt x="15" y="33"/>
                        <a:pt x="15" y="32"/>
                        <a:pt x="16" y="33"/>
                      </a:cubicBezTo>
                      <a:cubicBezTo>
                        <a:pt x="17" y="33"/>
                        <a:pt x="17" y="33"/>
                        <a:pt x="18" y="33"/>
                      </a:cubicBezTo>
                      <a:cubicBezTo>
                        <a:pt x="19" y="33"/>
                        <a:pt x="18" y="33"/>
                        <a:pt x="19" y="34"/>
                      </a:cubicBezTo>
                      <a:cubicBezTo>
                        <a:pt x="19" y="34"/>
                        <a:pt x="20" y="35"/>
                        <a:pt x="20" y="35"/>
                      </a:cubicBezTo>
                      <a:cubicBezTo>
                        <a:pt x="21" y="36"/>
                        <a:pt x="22" y="36"/>
                        <a:pt x="23" y="36"/>
                      </a:cubicBezTo>
                      <a:cubicBezTo>
                        <a:pt x="24" y="36"/>
                        <a:pt x="24" y="36"/>
                        <a:pt x="24" y="36"/>
                      </a:cubicBezTo>
                      <a:cubicBezTo>
                        <a:pt x="25" y="37"/>
                        <a:pt x="25" y="37"/>
                        <a:pt x="26" y="37"/>
                      </a:cubicBezTo>
                      <a:cubicBezTo>
                        <a:pt x="26" y="38"/>
                        <a:pt x="27" y="38"/>
                        <a:pt x="28" y="37"/>
                      </a:cubicBezTo>
                      <a:cubicBezTo>
                        <a:pt x="28" y="37"/>
                        <a:pt x="28" y="37"/>
                        <a:pt x="28" y="36"/>
                      </a:cubicBezTo>
                      <a:cubicBezTo>
                        <a:pt x="28" y="36"/>
                        <a:pt x="28" y="36"/>
                        <a:pt x="29" y="36"/>
                      </a:cubicBezTo>
                      <a:cubicBezTo>
                        <a:pt x="29" y="36"/>
                        <a:pt x="29" y="37"/>
                        <a:pt x="29" y="37"/>
                      </a:cubicBezTo>
                      <a:cubicBezTo>
                        <a:pt x="29" y="38"/>
                        <a:pt x="30" y="37"/>
                        <a:pt x="30" y="36"/>
                      </a:cubicBezTo>
                      <a:cubicBezTo>
                        <a:pt x="30" y="36"/>
                        <a:pt x="30" y="35"/>
                        <a:pt x="30" y="35"/>
                      </a:cubicBezTo>
                      <a:cubicBezTo>
                        <a:pt x="29" y="34"/>
                        <a:pt x="29" y="34"/>
                        <a:pt x="28" y="33"/>
                      </a:cubicBezTo>
                      <a:cubicBezTo>
                        <a:pt x="28" y="33"/>
                        <a:pt x="28" y="32"/>
                        <a:pt x="27" y="31"/>
                      </a:cubicBezTo>
                      <a:cubicBezTo>
                        <a:pt x="27" y="31"/>
                        <a:pt x="27" y="30"/>
                        <a:pt x="27" y="29"/>
                      </a:cubicBezTo>
                      <a:cubicBezTo>
                        <a:pt x="27" y="29"/>
                        <a:pt x="27" y="29"/>
                        <a:pt x="26" y="28"/>
                      </a:cubicBezTo>
                      <a:cubicBezTo>
                        <a:pt x="26" y="28"/>
                        <a:pt x="25" y="28"/>
                        <a:pt x="24" y="27"/>
                      </a:cubicBezTo>
                      <a:cubicBezTo>
                        <a:pt x="24" y="26"/>
                        <a:pt x="24" y="26"/>
                        <a:pt x="24" y="25"/>
                      </a:cubicBezTo>
                      <a:cubicBezTo>
                        <a:pt x="24" y="25"/>
                        <a:pt x="24" y="22"/>
                        <a:pt x="23" y="22"/>
                      </a:cubicBezTo>
                      <a:cubicBezTo>
                        <a:pt x="23" y="22"/>
                        <a:pt x="23" y="21"/>
                        <a:pt x="23" y="20"/>
                      </a:cubicBezTo>
                      <a:cubicBezTo>
                        <a:pt x="23" y="20"/>
                        <a:pt x="23" y="17"/>
                        <a:pt x="23" y="16"/>
                      </a:cubicBezTo>
                      <a:cubicBezTo>
                        <a:pt x="24" y="15"/>
                        <a:pt x="23" y="14"/>
                        <a:pt x="23" y="14"/>
                      </a:cubicBezTo>
                      <a:cubicBezTo>
                        <a:pt x="23" y="13"/>
                        <a:pt x="23" y="12"/>
                        <a:pt x="22" y="12"/>
                      </a:cubicBezTo>
                      <a:cubicBezTo>
                        <a:pt x="22" y="11"/>
                        <a:pt x="21" y="10"/>
                        <a:pt x="20" y="10"/>
                      </a:cubicBezTo>
                      <a:cubicBezTo>
                        <a:pt x="20" y="9"/>
                        <a:pt x="18" y="8"/>
                        <a:pt x="18" y="7"/>
                      </a:cubicBezTo>
                      <a:cubicBezTo>
                        <a:pt x="18" y="7"/>
                        <a:pt x="16" y="6"/>
                        <a:pt x="16" y="5"/>
                      </a:cubicBezTo>
                      <a:cubicBezTo>
                        <a:pt x="16" y="5"/>
                        <a:pt x="16" y="4"/>
                        <a:pt x="16" y="4"/>
                      </a:cubicBezTo>
                      <a:cubicBezTo>
                        <a:pt x="15" y="4"/>
                        <a:pt x="15" y="4"/>
                        <a:pt x="15" y="5"/>
                      </a:cubicBezTo>
                      <a:cubicBezTo>
                        <a:pt x="14" y="5"/>
                        <a:pt x="14" y="5"/>
                        <a:pt x="13" y="5"/>
                      </a:cubicBezTo>
                      <a:cubicBezTo>
                        <a:pt x="13" y="6"/>
                        <a:pt x="13" y="6"/>
                        <a:pt x="13" y="6"/>
                      </a:cubicBezTo>
                      <a:cubicBezTo>
                        <a:pt x="13" y="7"/>
                        <a:pt x="12" y="7"/>
                        <a:pt x="12" y="7"/>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0" name="Freeform 850">
                  <a:extLst>
                    <a:ext uri="{FF2B5EF4-FFF2-40B4-BE49-F238E27FC236}">
                      <a16:creationId xmlns:a16="http://schemas.microsoft.com/office/drawing/2014/main" id="{21AB7C77-E8D7-938F-7E48-5ED6FD20151A}"/>
                    </a:ext>
                  </a:extLst>
                </p:cNvPr>
                <p:cNvSpPr>
                  <a:spLocks/>
                </p:cNvSpPr>
                <p:nvPr/>
              </p:nvSpPr>
              <p:spPr bwMode="auto">
                <a:xfrm>
                  <a:off x="8193088" y="4241800"/>
                  <a:ext cx="233362" cy="254000"/>
                </a:xfrm>
                <a:custGeom>
                  <a:avLst/>
                  <a:gdLst>
                    <a:gd name="T0" fmla="*/ 54 w 56"/>
                    <a:gd name="T1" fmla="*/ 47 h 61"/>
                    <a:gd name="T2" fmla="*/ 54 w 56"/>
                    <a:gd name="T3" fmla="*/ 45 h 61"/>
                    <a:gd name="T4" fmla="*/ 50 w 56"/>
                    <a:gd name="T5" fmla="*/ 42 h 61"/>
                    <a:gd name="T6" fmla="*/ 47 w 56"/>
                    <a:gd name="T7" fmla="*/ 39 h 61"/>
                    <a:gd name="T8" fmla="*/ 44 w 56"/>
                    <a:gd name="T9" fmla="*/ 36 h 61"/>
                    <a:gd name="T10" fmla="*/ 40 w 56"/>
                    <a:gd name="T11" fmla="*/ 31 h 61"/>
                    <a:gd name="T12" fmla="*/ 36 w 56"/>
                    <a:gd name="T13" fmla="*/ 28 h 61"/>
                    <a:gd name="T14" fmla="*/ 32 w 56"/>
                    <a:gd name="T15" fmla="*/ 27 h 61"/>
                    <a:gd name="T16" fmla="*/ 29 w 56"/>
                    <a:gd name="T17" fmla="*/ 24 h 61"/>
                    <a:gd name="T18" fmla="*/ 29 w 56"/>
                    <a:gd name="T19" fmla="*/ 21 h 61"/>
                    <a:gd name="T20" fmla="*/ 33 w 56"/>
                    <a:gd name="T21" fmla="*/ 19 h 61"/>
                    <a:gd name="T22" fmla="*/ 35 w 56"/>
                    <a:gd name="T23" fmla="*/ 16 h 61"/>
                    <a:gd name="T24" fmla="*/ 33 w 56"/>
                    <a:gd name="T25" fmla="*/ 13 h 61"/>
                    <a:gd name="T26" fmla="*/ 27 w 56"/>
                    <a:gd name="T27" fmla="*/ 11 h 61"/>
                    <a:gd name="T28" fmla="*/ 22 w 56"/>
                    <a:gd name="T29" fmla="*/ 11 h 61"/>
                    <a:gd name="T30" fmla="*/ 18 w 56"/>
                    <a:gd name="T31" fmla="*/ 7 h 61"/>
                    <a:gd name="T32" fmla="*/ 17 w 56"/>
                    <a:gd name="T33" fmla="*/ 3 h 61"/>
                    <a:gd name="T34" fmla="*/ 14 w 56"/>
                    <a:gd name="T35" fmla="*/ 0 h 61"/>
                    <a:gd name="T36" fmla="*/ 10 w 56"/>
                    <a:gd name="T37" fmla="*/ 3 h 61"/>
                    <a:gd name="T38" fmla="*/ 8 w 56"/>
                    <a:gd name="T39" fmla="*/ 8 h 61"/>
                    <a:gd name="T40" fmla="*/ 4 w 56"/>
                    <a:gd name="T41" fmla="*/ 9 h 61"/>
                    <a:gd name="T42" fmla="*/ 3 w 56"/>
                    <a:gd name="T43" fmla="*/ 12 h 61"/>
                    <a:gd name="T44" fmla="*/ 0 w 56"/>
                    <a:gd name="T45" fmla="*/ 14 h 61"/>
                    <a:gd name="T46" fmla="*/ 4 w 56"/>
                    <a:gd name="T47" fmla="*/ 16 h 61"/>
                    <a:gd name="T48" fmla="*/ 4 w 56"/>
                    <a:gd name="T49" fmla="*/ 22 h 61"/>
                    <a:gd name="T50" fmla="*/ 9 w 56"/>
                    <a:gd name="T51" fmla="*/ 23 h 61"/>
                    <a:gd name="T52" fmla="*/ 9 w 56"/>
                    <a:gd name="T53" fmla="*/ 27 h 61"/>
                    <a:gd name="T54" fmla="*/ 9 w 56"/>
                    <a:gd name="T55" fmla="*/ 34 h 61"/>
                    <a:gd name="T56" fmla="*/ 13 w 56"/>
                    <a:gd name="T57" fmla="*/ 32 h 61"/>
                    <a:gd name="T58" fmla="*/ 16 w 56"/>
                    <a:gd name="T59" fmla="*/ 32 h 61"/>
                    <a:gd name="T60" fmla="*/ 22 w 56"/>
                    <a:gd name="T61" fmla="*/ 33 h 61"/>
                    <a:gd name="T62" fmla="*/ 25 w 56"/>
                    <a:gd name="T63" fmla="*/ 30 h 61"/>
                    <a:gd name="T64" fmla="*/ 29 w 56"/>
                    <a:gd name="T65" fmla="*/ 31 h 61"/>
                    <a:gd name="T66" fmla="*/ 35 w 56"/>
                    <a:gd name="T67" fmla="*/ 38 h 61"/>
                    <a:gd name="T68" fmla="*/ 35 w 56"/>
                    <a:gd name="T69" fmla="*/ 43 h 61"/>
                    <a:gd name="T70" fmla="*/ 40 w 56"/>
                    <a:gd name="T71" fmla="*/ 45 h 61"/>
                    <a:gd name="T72" fmla="*/ 42 w 56"/>
                    <a:gd name="T73" fmla="*/ 49 h 61"/>
                    <a:gd name="T74" fmla="*/ 42 w 56"/>
                    <a:gd name="T75" fmla="*/ 53 h 61"/>
                    <a:gd name="T76" fmla="*/ 40 w 56"/>
                    <a:gd name="T77" fmla="*/ 57 h 61"/>
                    <a:gd name="T78" fmla="*/ 44 w 56"/>
                    <a:gd name="T79" fmla="*/ 60 h 61"/>
                    <a:gd name="T80" fmla="*/ 47 w 56"/>
                    <a:gd name="T81" fmla="*/ 58 h 61"/>
                    <a:gd name="T82" fmla="*/ 50 w 56"/>
                    <a:gd name="T83" fmla="*/ 56 h 61"/>
                    <a:gd name="T84" fmla="*/ 54 w 56"/>
                    <a:gd name="T85" fmla="*/ 57 h 61"/>
                    <a:gd name="T86" fmla="*/ 54 w 56"/>
                    <a:gd name="T87" fmla="*/ 53 h 61"/>
                    <a:gd name="T88" fmla="*/ 56 w 56"/>
                    <a:gd name="T89" fmla="*/ 4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61">
                      <a:moveTo>
                        <a:pt x="56" y="49"/>
                      </a:moveTo>
                      <a:cubicBezTo>
                        <a:pt x="55" y="49"/>
                        <a:pt x="54" y="49"/>
                        <a:pt x="54" y="48"/>
                      </a:cubicBezTo>
                      <a:cubicBezTo>
                        <a:pt x="54" y="48"/>
                        <a:pt x="54" y="47"/>
                        <a:pt x="54" y="47"/>
                      </a:cubicBezTo>
                      <a:cubicBezTo>
                        <a:pt x="55" y="46"/>
                        <a:pt x="55" y="46"/>
                        <a:pt x="55" y="46"/>
                      </a:cubicBezTo>
                      <a:cubicBezTo>
                        <a:pt x="55" y="45"/>
                        <a:pt x="55" y="45"/>
                        <a:pt x="55" y="45"/>
                      </a:cubicBezTo>
                      <a:cubicBezTo>
                        <a:pt x="55" y="45"/>
                        <a:pt x="54" y="45"/>
                        <a:pt x="54" y="45"/>
                      </a:cubicBezTo>
                      <a:cubicBezTo>
                        <a:pt x="53" y="45"/>
                        <a:pt x="53" y="44"/>
                        <a:pt x="52" y="44"/>
                      </a:cubicBezTo>
                      <a:cubicBezTo>
                        <a:pt x="52" y="43"/>
                        <a:pt x="51" y="44"/>
                        <a:pt x="51" y="43"/>
                      </a:cubicBezTo>
                      <a:cubicBezTo>
                        <a:pt x="50" y="43"/>
                        <a:pt x="50" y="43"/>
                        <a:pt x="50" y="42"/>
                      </a:cubicBezTo>
                      <a:cubicBezTo>
                        <a:pt x="50" y="42"/>
                        <a:pt x="50" y="42"/>
                        <a:pt x="49" y="42"/>
                      </a:cubicBezTo>
                      <a:cubicBezTo>
                        <a:pt x="49" y="41"/>
                        <a:pt x="48" y="41"/>
                        <a:pt x="48" y="41"/>
                      </a:cubicBezTo>
                      <a:cubicBezTo>
                        <a:pt x="48" y="40"/>
                        <a:pt x="47" y="39"/>
                        <a:pt x="47" y="39"/>
                      </a:cubicBezTo>
                      <a:cubicBezTo>
                        <a:pt x="47" y="39"/>
                        <a:pt x="46" y="39"/>
                        <a:pt x="46" y="38"/>
                      </a:cubicBezTo>
                      <a:cubicBezTo>
                        <a:pt x="45" y="38"/>
                        <a:pt x="44" y="38"/>
                        <a:pt x="44" y="38"/>
                      </a:cubicBezTo>
                      <a:cubicBezTo>
                        <a:pt x="44" y="37"/>
                        <a:pt x="44" y="37"/>
                        <a:pt x="44" y="36"/>
                      </a:cubicBezTo>
                      <a:cubicBezTo>
                        <a:pt x="43" y="36"/>
                        <a:pt x="42" y="35"/>
                        <a:pt x="42" y="35"/>
                      </a:cubicBezTo>
                      <a:cubicBezTo>
                        <a:pt x="42" y="34"/>
                        <a:pt x="42" y="33"/>
                        <a:pt x="41" y="33"/>
                      </a:cubicBezTo>
                      <a:cubicBezTo>
                        <a:pt x="41" y="33"/>
                        <a:pt x="40" y="32"/>
                        <a:pt x="40" y="31"/>
                      </a:cubicBezTo>
                      <a:cubicBezTo>
                        <a:pt x="40" y="31"/>
                        <a:pt x="39" y="31"/>
                        <a:pt x="39" y="31"/>
                      </a:cubicBezTo>
                      <a:cubicBezTo>
                        <a:pt x="38" y="30"/>
                        <a:pt x="37" y="29"/>
                        <a:pt x="37" y="29"/>
                      </a:cubicBezTo>
                      <a:cubicBezTo>
                        <a:pt x="37" y="29"/>
                        <a:pt x="37" y="28"/>
                        <a:pt x="36" y="28"/>
                      </a:cubicBezTo>
                      <a:cubicBezTo>
                        <a:pt x="36" y="28"/>
                        <a:pt x="35" y="28"/>
                        <a:pt x="35" y="28"/>
                      </a:cubicBezTo>
                      <a:cubicBezTo>
                        <a:pt x="34" y="28"/>
                        <a:pt x="34" y="27"/>
                        <a:pt x="34" y="27"/>
                      </a:cubicBezTo>
                      <a:cubicBezTo>
                        <a:pt x="33" y="27"/>
                        <a:pt x="32" y="27"/>
                        <a:pt x="32" y="27"/>
                      </a:cubicBezTo>
                      <a:cubicBezTo>
                        <a:pt x="31" y="27"/>
                        <a:pt x="31" y="26"/>
                        <a:pt x="31" y="26"/>
                      </a:cubicBezTo>
                      <a:cubicBezTo>
                        <a:pt x="30" y="26"/>
                        <a:pt x="29" y="25"/>
                        <a:pt x="29" y="25"/>
                      </a:cubicBezTo>
                      <a:cubicBezTo>
                        <a:pt x="29" y="25"/>
                        <a:pt x="29" y="24"/>
                        <a:pt x="29" y="24"/>
                      </a:cubicBezTo>
                      <a:cubicBezTo>
                        <a:pt x="30" y="24"/>
                        <a:pt x="30" y="23"/>
                        <a:pt x="29" y="23"/>
                      </a:cubicBezTo>
                      <a:cubicBezTo>
                        <a:pt x="29" y="23"/>
                        <a:pt x="28" y="22"/>
                        <a:pt x="28" y="22"/>
                      </a:cubicBezTo>
                      <a:cubicBezTo>
                        <a:pt x="28" y="22"/>
                        <a:pt x="29" y="21"/>
                        <a:pt x="29" y="21"/>
                      </a:cubicBezTo>
                      <a:cubicBezTo>
                        <a:pt x="29" y="21"/>
                        <a:pt x="30" y="21"/>
                        <a:pt x="31" y="21"/>
                      </a:cubicBezTo>
                      <a:cubicBezTo>
                        <a:pt x="31" y="20"/>
                        <a:pt x="32" y="20"/>
                        <a:pt x="32" y="20"/>
                      </a:cubicBezTo>
                      <a:cubicBezTo>
                        <a:pt x="33" y="20"/>
                        <a:pt x="33" y="20"/>
                        <a:pt x="33" y="19"/>
                      </a:cubicBezTo>
                      <a:cubicBezTo>
                        <a:pt x="33" y="19"/>
                        <a:pt x="33" y="18"/>
                        <a:pt x="34" y="18"/>
                      </a:cubicBezTo>
                      <a:cubicBezTo>
                        <a:pt x="34" y="17"/>
                        <a:pt x="34" y="17"/>
                        <a:pt x="34" y="17"/>
                      </a:cubicBezTo>
                      <a:cubicBezTo>
                        <a:pt x="34" y="17"/>
                        <a:pt x="35" y="17"/>
                        <a:pt x="35" y="16"/>
                      </a:cubicBezTo>
                      <a:cubicBezTo>
                        <a:pt x="35" y="16"/>
                        <a:pt x="35" y="16"/>
                        <a:pt x="34" y="15"/>
                      </a:cubicBezTo>
                      <a:cubicBezTo>
                        <a:pt x="33" y="15"/>
                        <a:pt x="33" y="15"/>
                        <a:pt x="33" y="14"/>
                      </a:cubicBezTo>
                      <a:cubicBezTo>
                        <a:pt x="33" y="14"/>
                        <a:pt x="33" y="13"/>
                        <a:pt x="33" y="13"/>
                      </a:cubicBezTo>
                      <a:cubicBezTo>
                        <a:pt x="32" y="13"/>
                        <a:pt x="31" y="12"/>
                        <a:pt x="31" y="12"/>
                      </a:cubicBezTo>
                      <a:cubicBezTo>
                        <a:pt x="30" y="12"/>
                        <a:pt x="30" y="11"/>
                        <a:pt x="30" y="11"/>
                      </a:cubicBezTo>
                      <a:cubicBezTo>
                        <a:pt x="29" y="11"/>
                        <a:pt x="28" y="11"/>
                        <a:pt x="27" y="11"/>
                      </a:cubicBezTo>
                      <a:cubicBezTo>
                        <a:pt x="27" y="12"/>
                        <a:pt x="27" y="12"/>
                        <a:pt x="26" y="12"/>
                      </a:cubicBezTo>
                      <a:cubicBezTo>
                        <a:pt x="26" y="12"/>
                        <a:pt x="25" y="11"/>
                        <a:pt x="25" y="11"/>
                      </a:cubicBezTo>
                      <a:cubicBezTo>
                        <a:pt x="24" y="11"/>
                        <a:pt x="22" y="11"/>
                        <a:pt x="22" y="11"/>
                      </a:cubicBezTo>
                      <a:cubicBezTo>
                        <a:pt x="22" y="11"/>
                        <a:pt x="21" y="10"/>
                        <a:pt x="20" y="9"/>
                      </a:cubicBezTo>
                      <a:cubicBezTo>
                        <a:pt x="20" y="9"/>
                        <a:pt x="19" y="8"/>
                        <a:pt x="19" y="8"/>
                      </a:cubicBezTo>
                      <a:cubicBezTo>
                        <a:pt x="19" y="7"/>
                        <a:pt x="18" y="7"/>
                        <a:pt x="18" y="7"/>
                      </a:cubicBezTo>
                      <a:cubicBezTo>
                        <a:pt x="19" y="6"/>
                        <a:pt x="19" y="6"/>
                        <a:pt x="19" y="5"/>
                      </a:cubicBezTo>
                      <a:cubicBezTo>
                        <a:pt x="18" y="5"/>
                        <a:pt x="18" y="5"/>
                        <a:pt x="18" y="4"/>
                      </a:cubicBezTo>
                      <a:cubicBezTo>
                        <a:pt x="17" y="4"/>
                        <a:pt x="17" y="3"/>
                        <a:pt x="17" y="3"/>
                      </a:cubicBezTo>
                      <a:cubicBezTo>
                        <a:pt x="16" y="2"/>
                        <a:pt x="16" y="2"/>
                        <a:pt x="15" y="1"/>
                      </a:cubicBezTo>
                      <a:cubicBezTo>
                        <a:pt x="14" y="1"/>
                        <a:pt x="14" y="1"/>
                        <a:pt x="14" y="1"/>
                      </a:cubicBezTo>
                      <a:cubicBezTo>
                        <a:pt x="14" y="0"/>
                        <a:pt x="14" y="0"/>
                        <a:pt x="14" y="0"/>
                      </a:cubicBezTo>
                      <a:cubicBezTo>
                        <a:pt x="14" y="0"/>
                        <a:pt x="11" y="0"/>
                        <a:pt x="11" y="0"/>
                      </a:cubicBezTo>
                      <a:cubicBezTo>
                        <a:pt x="11" y="0"/>
                        <a:pt x="10" y="1"/>
                        <a:pt x="10" y="1"/>
                      </a:cubicBezTo>
                      <a:cubicBezTo>
                        <a:pt x="10" y="2"/>
                        <a:pt x="10" y="3"/>
                        <a:pt x="10" y="3"/>
                      </a:cubicBezTo>
                      <a:cubicBezTo>
                        <a:pt x="10" y="3"/>
                        <a:pt x="10" y="5"/>
                        <a:pt x="11" y="6"/>
                      </a:cubicBezTo>
                      <a:cubicBezTo>
                        <a:pt x="11" y="6"/>
                        <a:pt x="11" y="8"/>
                        <a:pt x="11" y="8"/>
                      </a:cubicBezTo>
                      <a:cubicBezTo>
                        <a:pt x="10" y="8"/>
                        <a:pt x="9" y="8"/>
                        <a:pt x="8" y="8"/>
                      </a:cubicBezTo>
                      <a:cubicBezTo>
                        <a:pt x="8" y="8"/>
                        <a:pt x="7" y="7"/>
                        <a:pt x="7" y="7"/>
                      </a:cubicBezTo>
                      <a:cubicBezTo>
                        <a:pt x="7" y="7"/>
                        <a:pt x="6" y="8"/>
                        <a:pt x="6" y="8"/>
                      </a:cubicBezTo>
                      <a:cubicBezTo>
                        <a:pt x="6" y="8"/>
                        <a:pt x="5" y="9"/>
                        <a:pt x="4" y="9"/>
                      </a:cubicBezTo>
                      <a:cubicBezTo>
                        <a:pt x="4" y="9"/>
                        <a:pt x="4" y="9"/>
                        <a:pt x="4" y="9"/>
                      </a:cubicBezTo>
                      <a:cubicBezTo>
                        <a:pt x="3" y="9"/>
                        <a:pt x="3" y="10"/>
                        <a:pt x="3" y="10"/>
                      </a:cubicBezTo>
                      <a:cubicBezTo>
                        <a:pt x="2" y="11"/>
                        <a:pt x="3" y="11"/>
                        <a:pt x="3" y="12"/>
                      </a:cubicBezTo>
                      <a:cubicBezTo>
                        <a:pt x="3" y="13"/>
                        <a:pt x="3" y="12"/>
                        <a:pt x="2" y="12"/>
                      </a:cubicBezTo>
                      <a:cubicBezTo>
                        <a:pt x="1" y="13"/>
                        <a:pt x="1" y="13"/>
                        <a:pt x="1" y="14"/>
                      </a:cubicBezTo>
                      <a:cubicBezTo>
                        <a:pt x="1" y="14"/>
                        <a:pt x="0" y="14"/>
                        <a:pt x="0" y="14"/>
                      </a:cubicBezTo>
                      <a:cubicBezTo>
                        <a:pt x="0" y="15"/>
                        <a:pt x="0" y="15"/>
                        <a:pt x="0" y="16"/>
                      </a:cubicBezTo>
                      <a:cubicBezTo>
                        <a:pt x="1" y="16"/>
                        <a:pt x="2" y="15"/>
                        <a:pt x="2" y="15"/>
                      </a:cubicBezTo>
                      <a:cubicBezTo>
                        <a:pt x="2" y="15"/>
                        <a:pt x="4" y="16"/>
                        <a:pt x="4" y="16"/>
                      </a:cubicBezTo>
                      <a:cubicBezTo>
                        <a:pt x="4" y="17"/>
                        <a:pt x="4" y="18"/>
                        <a:pt x="4" y="19"/>
                      </a:cubicBezTo>
                      <a:cubicBezTo>
                        <a:pt x="4" y="19"/>
                        <a:pt x="4" y="20"/>
                        <a:pt x="4" y="20"/>
                      </a:cubicBezTo>
                      <a:cubicBezTo>
                        <a:pt x="4" y="20"/>
                        <a:pt x="4" y="21"/>
                        <a:pt x="4" y="22"/>
                      </a:cubicBezTo>
                      <a:cubicBezTo>
                        <a:pt x="4" y="22"/>
                        <a:pt x="5" y="22"/>
                        <a:pt x="6" y="21"/>
                      </a:cubicBezTo>
                      <a:cubicBezTo>
                        <a:pt x="7" y="21"/>
                        <a:pt x="8" y="21"/>
                        <a:pt x="9" y="21"/>
                      </a:cubicBezTo>
                      <a:cubicBezTo>
                        <a:pt x="10" y="21"/>
                        <a:pt x="9" y="22"/>
                        <a:pt x="9" y="23"/>
                      </a:cubicBezTo>
                      <a:cubicBezTo>
                        <a:pt x="9" y="23"/>
                        <a:pt x="9" y="23"/>
                        <a:pt x="8" y="24"/>
                      </a:cubicBezTo>
                      <a:cubicBezTo>
                        <a:pt x="8" y="24"/>
                        <a:pt x="9" y="25"/>
                        <a:pt x="9" y="26"/>
                      </a:cubicBezTo>
                      <a:cubicBezTo>
                        <a:pt x="9" y="27"/>
                        <a:pt x="9" y="27"/>
                        <a:pt x="9" y="27"/>
                      </a:cubicBezTo>
                      <a:cubicBezTo>
                        <a:pt x="8" y="28"/>
                        <a:pt x="9" y="29"/>
                        <a:pt x="9" y="29"/>
                      </a:cubicBezTo>
                      <a:cubicBezTo>
                        <a:pt x="9" y="30"/>
                        <a:pt x="9" y="31"/>
                        <a:pt x="9" y="31"/>
                      </a:cubicBezTo>
                      <a:cubicBezTo>
                        <a:pt x="9" y="32"/>
                        <a:pt x="9" y="34"/>
                        <a:pt x="9" y="34"/>
                      </a:cubicBezTo>
                      <a:cubicBezTo>
                        <a:pt x="10" y="35"/>
                        <a:pt x="10" y="34"/>
                        <a:pt x="10" y="33"/>
                      </a:cubicBezTo>
                      <a:cubicBezTo>
                        <a:pt x="11" y="33"/>
                        <a:pt x="11" y="33"/>
                        <a:pt x="12" y="33"/>
                      </a:cubicBezTo>
                      <a:cubicBezTo>
                        <a:pt x="13" y="33"/>
                        <a:pt x="13" y="32"/>
                        <a:pt x="13" y="32"/>
                      </a:cubicBezTo>
                      <a:cubicBezTo>
                        <a:pt x="13" y="31"/>
                        <a:pt x="13" y="31"/>
                        <a:pt x="14" y="31"/>
                      </a:cubicBezTo>
                      <a:cubicBezTo>
                        <a:pt x="14" y="31"/>
                        <a:pt x="14" y="31"/>
                        <a:pt x="15" y="31"/>
                      </a:cubicBezTo>
                      <a:cubicBezTo>
                        <a:pt x="15" y="31"/>
                        <a:pt x="16" y="31"/>
                        <a:pt x="16" y="32"/>
                      </a:cubicBezTo>
                      <a:cubicBezTo>
                        <a:pt x="17" y="32"/>
                        <a:pt x="18" y="32"/>
                        <a:pt x="19" y="32"/>
                      </a:cubicBezTo>
                      <a:cubicBezTo>
                        <a:pt x="19" y="32"/>
                        <a:pt x="19" y="33"/>
                        <a:pt x="20" y="33"/>
                      </a:cubicBezTo>
                      <a:cubicBezTo>
                        <a:pt x="20" y="33"/>
                        <a:pt x="22" y="33"/>
                        <a:pt x="22" y="33"/>
                      </a:cubicBezTo>
                      <a:cubicBezTo>
                        <a:pt x="23" y="33"/>
                        <a:pt x="23" y="32"/>
                        <a:pt x="23" y="32"/>
                      </a:cubicBezTo>
                      <a:cubicBezTo>
                        <a:pt x="23" y="31"/>
                        <a:pt x="23" y="31"/>
                        <a:pt x="24" y="31"/>
                      </a:cubicBezTo>
                      <a:cubicBezTo>
                        <a:pt x="24" y="30"/>
                        <a:pt x="24" y="30"/>
                        <a:pt x="25" y="30"/>
                      </a:cubicBezTo>
                      <a:cubicBezTo>
                        <a:pt x="25" y="30"/>
                        <a:pt x="25" y="30"/>
                        <a:pt x="26" y="29"/>
                      </a:cubicBezTo>
                      <a:cubicBezTo>
                        <a:pt x="26" y="29"/>
                        <a:pt x="27" y="29"/>
                        <a:pt x="27" y="30"/>
                      </a:cubicBezTo>
                      <a:cubicBezTo>
                        <a:pt x="28" y="30"/>
                        <a:pt x="29" y="30"/>
                        <a:pt x="29" y="31"/>
                      </a:cubicBezTo>
                      <a:cubicBezTo>
                        <a:pt x="30" y="31"/>
                        <a:pt x="30" y="31"/>
                        <a:pt x="31" y="32"/>
                      </a:cubicBezTo>
                      <a:cubicBezTo>
                        <a:pt x="32" y="33"/>
                        <a:pt x="33" y="34"/>
                        <a:pt x="34" y="34"/>
                      </a:cubicBezTo>
                      <a:cubicBezTo>
                        <a:pt x="35" y="35"/>
                        <a:pt x="35" y="37"/>
                        <a:pt x="35" y="38"/>
                      </a:cubicBezTo>
                      <a:cubicBezTo>
                        <a:pt x="35" y="39"/>
                        <a:pt x="35" y="39"/>
                        <a:pt x="35" y="39"/>
                      </a:cubicBezTo>
                      <a:cubicBezTo>
                        <a:pt x="35" y="39"/>
                        <a:pt x="36" y="40"/>
                        <a:pt x="36" y="41"/>
                      </a:cubicBezTo>
                      <a:cubicBezTo>
                        <a:pt x="35" y="42"/>
                        <a:pt x="35" y="42"/>
                        <a:pt x="35" y="43"/>
                      </a:cubicBezTo>
                      <a:cubicBezTo>
                        <a:pt x="35" y="43"/>
                        <a:pt x="36" y="44"/>
                        <a:pt x="36" y="44"/>
                      </a:cubicBezTo>
                      <a:cubicBezTo>
                        <a:pt x="37" y="44"/>
                        <a:pt x="37" y="45"/>
                        <a:pt x="38" y="45"/>
                      </a:cubicBezTo>
                      <a:cubicBezTo>
                        <a:pt x="38" y="45"/>
                        <a:pt x="39" y="45"/>
                        <a:pt x="40" y="45"/>
                      </a:cubicBezTo>
                      <a:cubicBezTo>
                        <a:pt x="40" y="46"/>
                        <a:pt x="40" y="46"/>
                        <a:pt x="40" y="47"/>
                      </a:cubicBezTo>
                      <a:cubicBezTo>
                        <a:pt x="40" y="47"/>
                        <a:pt x="41" y="47"/>
                        <a:pt x="41" y="48"/>
                      </a:cubicBezTo>
                      <a:cubicBezTo>
                        <a:pt x="42" y="48"/>
                        <a:pt x="42" y="49"/>
                        <a:pt x="42" y="49"/>
                      </a:cubicBezTo>
                      <a:cubicBezTo>
                        <a:pt x="42" y="49"/>
                        <a:pt x="42" y="50"/>
                        <a:pt x="42" y="50"/>
                      </a:cubicBezTo>
                      <a:cubicBezTo>
                        <a:pt x="42" y="50"/>
                        <a:pt x="42" y="51"/>
                        <a:pt x="41" y="51"/>
                      </a:cubicBezTo>
                      <a:cubicBezTo>
                        <a:pt x="41" y="52"/>
                        <a:pt x="41" y="53"/>
                        <a:pt x="42" y="53"/>
                      </a:cubicBezTo>
                      <a:cubicBezTo>
                        <a:pt x="42" y="53"/>
                        <a:pt x="42" y="55"/>
                        <a:pt x="42" y="55"/>
                      </a:cubicBezTo>
                      <a:cubicBezTo>
                        <a:pt x="42" y="56"/>
                        <a:pt x="41" y="56"/>
                        <a:pt x="41" y="56"/>
                      </a:cubicBezTo>
                      <a:cubicBezTo>
                        <a:pt x="40" y="57"/>
                        <a:pt x="40" y="57"/>
                        <a:pt x="40" y="57"/>
                      </a:cubicBezTo>
                      <a:cubicBezTo>
                        <a:pt x="40" y="57"/>
                        <a:pt x="40" y="57"/>
                        <a:pt x="40" y="57"/>
                      </a:cubicBezTo>
                      <a:cubicBezTo>
                        <a:pt x="41" y="58"/>
                        <a:pt x="41" y="59"/>
                        <a:pt x="42" y="59"/>
                      </a:cubicBezTo>
                      <a:cubicBezTo>
                        <a:pt x="43" y="59"/>
                        <a:pt x="44" y="59"/>
                        <a:pt x="44" y="60"/>
                      </a:cubicBezTo>
                      <a:cubicBezTo>
                        <a:pt x="45" y="60"/>
                        <a:pt x="46" y="61"/>
                        <a:pt x="46" y="61"/>
                      </a:cubicBezTo>
                      <a:cubicBezTo>
                        <a:pt x="47" y="61"/>
                        <a:pt x="47" y="61"/>
                        <a:pt x="47" y="60"/>
                      </a:cubicBezTo>
                      <a:cubicBezTo>
                        <a:pt x="47" y="59"/>
                        <a:pt x="48" y="59"/>
                        <a:pt x="47" y="58"/>
                      </a:cubicBezTo>
                      <a:cubicBezTo>
                        <a:pt x="46" y="57"/>
                        <a:pt x="46" y="57"/>
                        <a:pt x="46" y="56"/>
                      </a:cubicBezTo>
                      <a:cubicBezTo>
                        <a:pt x="47" y="56"/>
                        <a:pt x="47" y="56"/>
                        <a:pt x="48" y="56"/>
                      </a:cubicBezTo>
                      <a:cubicBezTo>
                        <a:pt x="49" y="56"/>
                        <a:pt x="49" y="56"/>
                        <a:pt x="50" y="56"/>
                      </a:cubicBezTo>
                      <a:cubicBezTo>
                        <a:pt x="51" y="57"/>
                        <a:pt x="51" y="57"/>
                        <a:pt x="52" y="57"/>
                      </a:cubicBezTo>
                      <a:cubicBezTo>
                        <a:pt x="52" y="57"/>
                        <a:pt x="53" y="58"/>
                        <a:pt x="54" y="58"/>
                      </a:cubicBezTo>
                      <a:cubicBezTo>
                        <a:pt x="54" y="58"/>
                        <a:pt x="54" y="57"/>
                        <a:pt x="54" y="57"/>
                      </a:cubicBezTo>
                      <a:cubicBezTo>
                        <a:pt x="54" y="57"/>
                        <a:pt x="55" y="56"/>
                        <a:pt x="55" y="56"/>
                      </a:cubicBezTo>
                      <a:cubicBezTo>
                        <a:pt x="55" y="55"/>
                        <a:pt x="55" y="55"/>
                        <a:pt x="54" y="54"/>
                      </a:cubicBezTo>
                      <a:cubicBezTo>
                        <a:pt x="54" y="53"/>
                        <a:pt x="54" y="53"/>
                        <a:pt x="54" y="53"/>
                      </a:cubicBezTo>
                      <a:cubicBezTo>
                        <a:pt x="54" y="52"/>
                        <a:pt x="54" y="52"/>
                        <a:pt x="54" y="52"/>
                      </a:cubicBezTo>
                      <a:cubicBezTo>
                        <a:pt x="55" y="51"/>
                        <a:pt x="56" y="51"/>
                        <a:pt x="56" y="50"/>
                      </a:cubicBezTo>
                      <a:cubicBezTo>
                        <a:pt x="56" y="50"/>
                        <a:pt x="56" y="49"/>
                        <a:pt x="56" y="49"/>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1" name="Freeform 851">
                  <a:extLst>
                    <a:ext uri="{FF2B5EF4-FFF2-40B4-BE49-F238E27FC236}">
                      <a16:creationId xmlns:a16="http://schemas.microsoft.com/office/drawing/2014/main" id="{CA5476D3-FDF0-C040-694A-56DACEF16033}"/>
                    </a:ext>
                  </a:extLst>
                </p:cNvPr>
                <p:cNvSpPr>
                  <a:spLocks/>
                </p:cNvSpPr>
                <p:nvPr/>
              </p:nvSpPr>
              <p:spPr bwMode="auto">
                <a:xfrm>
                  <a:off x="7332663" y="3533775"/>
                  <a:ext cx="307975" cy="150813"/>
                </a:xfrm>
                <a:custGeom>
                  <a:avLst/>
                  <a:gdLst>
                    <a:gd name="T0" fmla="*/ 7 w 74"/>
                    <a:gd name="T1" fmla="*/ 29 h 36"/>
                    <a:gd name="T2" fmla="*/ 4 w 74"/>
                    <a:gd name="T3" fmla="*/ 28 h 36"/>
                    <a:gd name="T4" fmla="*/ 1 w 74"/>
                    <a:gd name="T5" fmla="*/ 29 h 36"/>
                    <a:gd name="T6" fmla="*/ 0 w 74"/>
                    <a:gd name="T7" fmla="*/ 30 h 36"/>
                    <a:gd name="T8" fmla="*/ 1 w 74"/>
                    <a:gd name="T9" fmla="*/ 33 h 36"/>
                    <a:gd name="T10" fmla="*/ 9 w 74"/>
                    <a:gd name="T11" fmla="*/ 33 h 36"/>
                    <a:gd name="T12" fmla="*/ 12 w 74"/>
                    <a:gd name="T13" fmla="*/ 34 h 36"/>
                    <a:gd name="T14" fmla="*/ 15 w 74"/>
                    <a:gd name="T15" fmla="*/ 33 h 36"/>
                    <a:gd name="T16" fmla="*/ 17 w 74"/>
                    <a:gd name="T17" fmla="*/ 34 h 36"/>
                    <a:gd name="T18" fmla="*/ 19 w 74"/>
                    <a:gd name="T19" fmla="*/ 35 h 36"/>
                    <a:gd name="T20" fmla="*/ 22 w 74"/>
                    <a:gd name="T21" fmla="*/ 35 h 36"/>
                    <a:gd name="T22" fmla="*/ 25 w 74"/>
                    <a:gd name="T23" fmla="*/ 35 h 36"/>
                    <a:gd name="T24" fmla="*/ 30 w 74"/>
                    <a:gd name="T25" fmla="*/ 34 h 36"/>
                    <a:gd name="T26" fmla="*/ 32 w 74"/>
                    <a:gd name="T27" fmla="*/ 32 h 36"/>
                    <a:gd name="T28" fmla="*/ 31 w 74"/>
                    <a:gd name="T29" fmla="*/ 30 h 36"/>
                    <a:gd name="T30" fmla="*/ 34 w 74"/>
                    <a:gd name="T31" fmla="*/ 28 h 36"/>
                    <a:gd name="T32" fmla="*/ 37 w 74"/>
                    <a:gd name="T33" fmla="*/ 26 h 36"/>
                    <a:gd name="T34" fmla="*/ 38 w 74"/>
                    <a:gd name="T35" fmla="*/ 25 h 36"/>
                    <a:gd name="T36" fmla="*/ 42 w 74"/>
                    <a:gd name="T37" fmla="*/ 24 h 36"/>
                    <a:gd name="T38" fmla="*/ 45 w 74"/>
                    <a:gd name="T39" fmla="*/ 26 h 36"/>
                    <a:gd name="T40" fmla="*/ 48 w 74"/>
                    <a:gd name="T41" fmla="*/ 26 h 36"/>
                    <a:gd name="T42" fmla="*/ 50 w 74"/>
                    <a:gd name="T43" fmla="*/ 23 h 36"/>
                    <a:gd name="T44" fmla="*/ 52 w 74"/>
                    <a:gd name="T45" fmla="*/ 20 h 36"/>
                    <a:gd name="T46" fmla="*/ 58 w 74"/>
                    <a:gd name="T47" fmla="*/ 19 h 36"/>
                    <a:gd name="T48" fmla="*/ 60 w 74"/>
                    <a:gd name="T49" fmla="*/ 16 h 36"/>
                    <a:gd name="T50" fmla="*/ 70 w 74"/>
                    <a:gd name="T51" fmla="*/ 13 h 36"/>
                    <a:gd name="T52" fmla="*/ 73 w 74"/>
                    <a:gd name="T53" fmla="*/ 11 h 36"/>
                    <a:gd name="T54" fmla="*/ 72 w 74"/>
                    <a:gd name="T55" fmla="*/ 7 h 36"/>
                    <a:gd name="T56" fmla="*/ 67 w 74"/>
                    <a:gd name="T57" fmla="*/ 5 h 36"/>
                    <a:gd name="T58" fmla="*/ 61 w 74"/>
                    <a:gd name="T59" fmla="*/ 3 h 36"/>
                    <a:gd name="T60" fmla="*/ 54 w 74"/>
                    <a:gd name="T61" fmla="*/ 2 h 36"/>
                    <a:gd name="T62" fmla="*/ 49 w 74"/>
                    <a:gd name="T63" fmla="*/ 3 h 36"/>
                    <a:gd name="T64" fmla="*/ 45 w 74"/>
                    <a:gd name="T65" fmla="*/ 3 h 36"/>
                    <a:gd name="T66" fmla="*/ 42 w 74"/>
                    <a:gd name="T67" fmla="*/ 3 h 36"/>
                    <a:gd name="T68" fmla="*/ 37 w 74"/>
                    <a:gd name="T69" fmla="*/ 2 h 36"/>
                    <a:gd name="T70" fmla="*/ 31 w 74"/>
                    <a:gd name="T71" fmla="*/ 1 h 36"/>
                    <a:gd name="T72" fmla="*/ 28 w 74"/>
                    <a:gd name="T73" fmla="*/ 4 h 36"/>
                    <a:gd name="T74" fmla="*/ 19 w 74"/>
                    <a:gd name="T75" fmla="*/ 4 h 36"/>
                    <a:gd name="T76" fmla="*/ 13 w 74"/>
                    <a:gd name="T77" fmla="*/ 4 h 36"/>
                    <a:gd name="T78" fmla="*/ 12 w 74"/>
                    <a:gd name="T79" fmla="*/ 6 h 36"/>
                    <a:gd name="T80" fmla="*/ 11 w 74"/>
                    <a:gd name="T81" fmla="*/ 8 h 36"/>
                    <a:gd name="T82" fmla="*/ 12 w 74"/>
                    <a:gd name="T83" fmla="*/ 10 h 36"/>
                    <a:gd name="T84" fmla="*/ 10 w 74"/>
                    <a:gd name="T85" fmla="*/ 12 h 36"/>
                    <a:gd name="T86" fmla="*/ 6 w 74"/>
                    <a:gd name="T87" fmla="*/ 16 h 36"/>
                    <a:gd name="T88" fmla="*/ 10 w 74"/>
                    <a:gd name="T89" fmla="*/ 17 h 36"/>
                    <a:gd name="T90" fmla="*/ 12 w 74"/>
                    <a:gd name="T91" fmla="*/ 19 h 36"/>
                    <a:gd name="T92" fmla="*/ 14 w 74"/>
                    <a:gd name="T93" fmla="*/ 18 h 36"/>
                    <a:gd name="T94" fmla="*/ 15 w 74"/>
                    <a:gd name="T95" fmla="*/ 16 h 36"/>
                    <a:gd name="T96" fmla="*/ 17 w 74"/>
                    <a:gd name="T97" fmla="*/ 18 h 36"/>
                    <a:gd name="T98" fmla="*/ 19 w 74"/>
                    <a:gd name="T99" fmla="*/ 20 h 36"/>
                    <a:gd name="T100" fmla="*/ 23 w 74"/>
                    <a:gd name="T101" fmla="*/ 22 h 36"/>
                    <a:gd name="T102" fmla="*/ 26 w 74"/>
                    <a:gd name="T103" fmla="*/ 23 h 36"/>
                    <a:gd name="T104" fmla="*/ 23 w 74"/>
                    <a:gd name="T105" fmla="*/ 25 h 36"/>
                    <a:gd name="T106" fmla="*/ 21 w 74"/>
                    <a:gd name="T107" fmla="*/ 24 h 36"/>
                    <a:gd name="T108" fmla="*/ 19 w 74"/>
                    <a:gd name="T109" fmla="*/ 25 h 36"/>
                    <a:gd name="T110" fmla="*/ 16 w 74"/>
                    <a:gd name="T111" fmla="*/ 28 h 36"/>
                    <a:gd name="T112" fmla="*/ 14 w 74"/>
                    <a:gd name="T113" fmla="*/ 26 h 36"/>
                    <a:gd name="T114" fmla="*/ 12 w 74"/>
                    <a:gd name="T115" fmla="*/ 27 h 36"/>
                    <a:gd name="T116" fmla="*/ 12 w 74"/>
                    <a:gd name="T117" fmla="*/ 30 h 36"/>
                    <a:gd name="T118" fmla="*/ 11 w 74"/>
                    <a:gd name="T119" fmla="*/ 28 h 36"/>
                    <a:gd name="T120" fmla="*/ 10 w 74"/>
                    <a:gd name="T121" fmla="*/ 28 h 36"/>
                    <a:gd name="T122" fmla="*/ 9 w 74"/>
                    <a:gd name="T123"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36">
                      <a:moveTo>
                        <a:pt x="9" y="30"/>
                      </a:moveTo>
                      <a:cubicBezTo>
                        <a:pt x="7" y="29"/>
                        <a:pt x="7" y="29"/>
                        <a:pt x="7" y="29"/>
                      </a:cubicBezTo>
                      <a:cubicBezTo>
                        <a:pt x="6" y="28"/>
                        <a:pt x="6" y="28"/>
                        <a:pt x="6" y="28"/>
                      </a:cubicBezTo>
                      <a:cubicBezTo>
                        <a:pt x="4" y="28"/>
                        <a:pt x="4" y="28"/>
                        <a:pt x="4" y="28"/>
                      </a:cubicBezTo>
                      <a:cubicBezTo>
                        <a:pt x="2" y="28"/>
                        <a:pt x="2" y="28"/>
                        <a:pt x="2" y="28"/>
                      </a:cubicBezTo>
                      <a:cubicBezTo>
                        <a:pt x="1" y="29"/>
                        <a:pt x="1" y="29"/>
                        <a:pt x="1" y="29"/>
                      </a:cubicBezTo>
                      <a:cubicBezTo>
                        <a:pt x="0" y="29"/>
                        <a:pt x="0" y="29"/>
                        <a:pt x="0" y="29"/>
                      </a:cubicBezTo>
                      <a:cubicBezTo>
                        <a:pt x="0" y="29"/>
                        <a:pt x="0" y="30"/>
                        <a:pt x="0" y="30"/>
                      </a:cubicBezTo>
                      <a:cubicBezTo>
                        <a:pt x="0" y="31"/>
                        <a:pt x="0" y="32"/>
                        <a:pt x="0" y="32"/>
                      </a:cubicBezTo>
                      <a:cubicBezTo>
                        <a:pt x="1" y="33"/>
                        <a:pt x="1" y="33"/>
                        <a:pt x="1" y="33"/>
                      </a:cubicBezTo>
                      <a:cubicBezTo>
                        <a:pt x="3" y="33"/>
                        <a:pt x="3" y="33"/>
                        <a:pt x="3" y="33"/>
                      </a:cubicBezTo>
                      <a:cubicBezTo>
                        <a:pt x="9" y="33"/>
                        <a:pt x="9" y="33"/>
                        <a:pt x="9" y="33"/>
                      </a:cubicBezTo>
                      <a:cubicBezTo>
                        <a:pt x="10" y="34"/>
                        <a:pt x="10" y="34"/>
                        <a:pt x="10" y="34"/>
                      </a:cubicBezTo>
                      <a:cubicBezTo>
                        <a:pt x="12" y="34"/>
                        <a:pt x="12" y="34"/>
                        <a:pt x="12" y="34"/>
                      </a:cubicBezTo>
                      <a:cubicBezTo>
                        <a:pt x="12" y="34"/>
                        <a:pt x="14" y="33"/>
                        <a:pt x="14" y="33"/>
                      </a:cubicBezTo>
                      <a:cubicBezTo>
                        <a:pt x="14" y="33"/>
                        <a:pt x="15" y="33"/>
                        <a:pt x="15" y="33"/>
                      </a:cubicBezTo>
                      <a:cubicBezTo>
                        <a:pt x="16" y="34"/>
                        <a:pt x="16" y="34"/>
                        <a:pt x="16" y="34"/>
                      </a:cubicBezTo>
                      <a:cubicBezTo>
                        <a:pt x="16" y="34"/>
                        <a:pt x="17" y="34"/>
                        <a:pt x="17" y="34"/>
                      </a:cubicBezTo>
                      <a:cubicBezTo>
                        <a:pt x="17" y="34"/>
                        <a:pt x="17" y="35"/>
                        <a:pt x="17" y="35"/>
                      </a:cubicBezTo>
                      <a:cubicBezTo>
                        <a:pt x="17" y="35"/>
                        <a:pt x="19" y="35"/>
                        <a:pt x="19" y="35"/>
                      </a:cubicBezTo>
                      <a:cubicBezTo>
                        <a:pt x="20" y="36"/>
                        <a:pt x="20" y="36"/>
                        <a:pt x="20" y="36"/>
                      </a:cubicBezTo>
                      <a:cubicBezTo>
                        <a:pt x="20" y="36"/>
                        <a:pt x="21" y="35"/>
                        <a:pt x="22" y="35"/>
                      </a:cubicBezTo>
                      <a:cubicBezTo>
                        <a:pt x="22" y="35"/>
                        <a:pt x="23" y="34"/>
                        <a:pt x="23" y="34"/>
                      </a:cubicBezTo>
                      <a:cubicBezTo>
                        <a:pt x="24" y="34"/>
                        <a:pt x="25" y="34"/>
                        <a:pt x="25" y="35"/>
                      </a:cubicBezTo>
                      <a:cubicBezTo>
                        <a:pt x="25" y="35"/>
                        <a:pt x="28" y="34"/>
                        <a:pt x="28" y="34"/>
                      </a:cubicBezTo>
                      <a:cubicBezTo>
                        <a:pt x="28" y="34"/>
                        <a:pt x="30" y="34"/>
                        <a:pt x="30" y="34"/>
                      </a:cubicBezTo>
                      <a:cubicBezTo>
                        <a:pt x="30" y="34"/>
                        <a:pt x="31" y="34"/>
                        <a:pt x="31" y="34"/>
                      </a:cubicBezTo>
                      <a:cubicBezTo>
                        <a:pt x="31" y="34"/>
                        <a:pt x="32" y="33"/>
                        <a:pt x="32" y="32"/>
                      </a:cubicBezTo>
                      <a:cubicBezTo>
                        <a:pt x="31" y="32"/>
                        <a:pt x="31" y="32"/>
                        <a:pt x="31" y="31"/>
                      </a:cubicBezTo>
                      <a:cubicBezTo>
                        <a:pt x="31" y="31"/>
                        <a:pt x="31" y="30"/>
                        <a:pt x="31" y="30"/>
                      </a:cubicBezTo>
                      <a:cubicBezTo>
                        <a:pt x="32" y="29"/>
                        <a:pt x="33" y="29"/>
                        <a:pt x="33" y="29"/>
                      </a:cubicBezTo>
                      <a:cubicBezTo>
                        <a:pt x="33" y="29"/>
                        <a:pt x="34" y="29"/>
                        <a:pt x="34" y="28"/>
                      </a:cubicBezTo>
                      <a:cubicBezTo>
                        <a:pt x="34" y="28"/>
                        <a:pt x="36" y="27"/>
                        <a:pt x="36" y="27"/>
                      </a:cubicBezTo>
                      <a:cubicBezTo>
                        <a:pt x="36" y="27"/>
                        <a:pt x="37" y="26"/>
                        <a:pt x="37" y="26"/>
                      </a:cubicBezTo>
                      <a:cubicBezTo>
                        <a:pt x="38" y="26"/>
                        <a:pt x="38" y="26"/>
                        <a:pt x="38" y="26"/>
                      </a:cubicBezTo>
                      <a:cubicBezTo>
                        <a:pt x="38" y="26"/>
                        <a:pt x="38" y="25"/>
                        <a:pt x="38" y="25"/>
                      </a:cubicBezTo>
                      <a:cubicBezTo>
                        <a:pt x="39" y="25"/>
                        <a:pt x="40" y="25"/>
                        <a:pt x="40" y="25"/>
                      </a:cubicBezTo>
                      <a:cubicBezTo>
                        <a:pt x="42" y="24"/>
                        <a:pt x="42" y="24"/>
                        <a:pt x="42" y="24"/>
                      </a:cubicBezTo>
                      <a:cubicBezTo>
                        <a:pt x="43" y="26"/>
                        <a:pt x="43" y="26"/>
                        <a:pt x="43" y="26"/>
                      </a:cubicBezTo>
                      <a:cubicBezTo>
                        <a:pt x="45" y="26"/>
                        <a:pt x="45" y="26"/>
                        <a:pt x="45" y="26"/>
                      </a:cubicBezTo>
                      <a:cubicBezTo>
                        <a:pt x="47" y="25"/>
                        <a:pt x="47" y="25"/>
                        <a:pt x="47" y="25"/>
                      </a:cubicBezTo>
                      <a:cubicBezTo>
                        <a:pt x="48" y="26"/>
                        <a:pt x="48" y="26"/>
                        <a:pt x="48" y="26"/>
                      </a:cubicBezTo>
                      <a:cubicBezTo>
                        <a:pt x="49" y="25"/>
                        <a:pt x="49" y="25"/>
                        <a:pt x="49" y="25"/>
                      </a:cubicBezTo>
                      <a:cubicBezTo>
                        <a:pt x="49" y="25"/>
                        <a:pt x="50" y="23"/>
                        <a:pt x="50" y="23"/>
                      </a:cubicBezTo>
                      <a:cubicBezTo>
                        <a:pt x="50" y="23"/>
                        <a:pt x="50" y="22"/>
                        <a:pt x="50" y="21"/>
                      </a:cubicBezTo>
                      <a:cubicBezTo>
                        <a:pt x="50" y="21"/>
                        <a:pt x="52" y="20"/>
                        <a:pt x="52" y="20"/>
                      </a:cubicBezTo>
                      <a:cubicBezTo>
                        <a:pt x="57" y="20"/>
                        <a:pt x="57" y="20"/>
                        <a:pt x="57" y="20"/>
                      </a:cubicBezTo>
                      <a:cubicBezTo>
                        <a:pt x="58" y="19"/>
                        <a:pt x="58" y="19"/>
                        <a:pt x="58" y="19"/>
                      </a:cubicBezTo>
                      <a:cubicBezTo>
                        <a:pt x="60" y="18"/>
                        <a:pt x="60" y="18"/>
                        <a:pt x="60" y="18"/>
                      </a:cubicBezTo>
                      <a:cubicBezTo>
                        <a:pt x="60" y="16"/>
                        <a:pt x="60" y="16"/>
                        <a:pt x="60" y="16"/>
                      </a:cubicBezTo>
                      <a:cubicBezTo>
                        <a:pt x="65" y="15"/>
                        <a:pt x="65" y="15"/>
                        <a:pt x="65" y="15"/>
                      </a:cubicBezTo>
                      <a:cubicBezTo>
                        <a:pt x="70" y="13"/>
                        <a:pt x="70" y="13"/>
                        <a:pt x="70" y="13"/>
                      </a:cubicBezTo>
                      <a:cubicBezTo>
                        <a:pt x="70" y="13"/>
                        <a:pt x="72" y="11"/>
                        <a:pt x="72" y="11"/>
                      </a:cubicBezTo>
                      <a:cubicBezTo>
                        <a:pt x="72" y="11"/>
                        <a:pt x="73" y="11"/>
                        <a:pt x="73" y="11"/>
                      </a:cubicBezTo>
                      <a:cubicBezTo>
                        <a:pt x="74" y="9"/>
                        <a:pt x="74" y="9"/>
                        <a:pt x="74" y="9"/>
                      </a:cubicBezTo>
                      <a:cubicBezTo>
                        <a:pt x="72" y="7"/>
                        <a:pt x="72" y="7"/>
                        <a:pt x="72" y="7"/>
                      </a:cubicBezTo>
                      <a:cubicBezTo>
                        <a:pt x="69" y="7"/>
                        <a:pt x="69" y="7"/>
                        <a:pt x="69" y="7"/>
                      </a:cubicBezTo>
                      <a:cubicBezTo>
                        <a:pt x="67" y="5"/>
                        <a:pt x="67" y="5"/>
                        <a:pt x="67" y="5"/>
                      </a:cubicBezTo>
                      <a:cubicBezTo>
                        <a:pt x="67" y="4"/>
                        <a:pt x="67" y="4"/>
                        <a:pt x="67" y="4"/>
                      </a:cubicBezTo>
                      <a:cubicBezTo>
                        <a:pt x="61" y="3"/>
                        <a:pt x="61" y="3"/>
                        <a:pt x="61" y="3"/>
                      </a:cubicBezTo>
                      <a:cubicBezTo>
                        <a:pt x="55" y="3"/>
                        <a:pt x="55" y="3"/>
                        <a:pt x="55" y="3"/>
                      </a:cubicBezTo>
                      <a:cubicBezTo>
                        <a:pt x="54" y="2"/>
                        <a:pt x="54" y="2"/>
                        <a:pt x="54" y="2"/>
                      </a:cubicBezTo>
                      <a:cubicBezTo>
                        <a:pt x="51" y="2"/>
                        <a:pt x="51" y="2"/>
                        <a:pt x="51" y="2"/>
                      </a:cubicBezTo>
                      <a:cubicBezTo>
                        <a:pt x="49" y="3"/>
                        <a:pt x="49" y="3"/>
                        <a:pt x="49" y="3"/>
                      </a:cubicBezTo>
                      <a:cubicBezTo>
                        <a:pt x="47" y="3"/>
                        <a:pt x="47" y="3"/>
                        <a:pt x="47" y="3"/>
                      </a:cubicBezTo>
                      <a:cubicBezTo>
                        <a:pt x="45" y="3"/>
                        <a:pt x="45" y="3"/>
                        <a:pt x="45" y="3"/>
                      </a:cubicBezTo>
                      <a:cubicBezTo>
                        <a:pt x="45" y="3"/>
                        <a:pt x="43" y="4"/>
                        <a:pt x="43" y="4"/>
                      </a:cubicBezTo>
                      <a:cubicBezTo>
                        <a:pt x="42" y="4"/>
                        <a:pt x="42" y="4"/>
                        <a:pt x="42" y="3"/>
                      </a:cubicBezTo>
                      <a:cubicBezTo>
                        <a:pt x="41" y="3"/>
                        <a:pt x="39" y="3"/>
                        <a:pt x="39" y="3"/>
                      </a:cubicBezTo>
                      <a:cubicBezTo>
                        <a:pt x="39" y="3"/>
                        <a:pt x="37" y="2"/>
                        <a:pt x="37" y="2"/>
                      </a:cubicBezTo>
                      <a:cubicBezTo>
                        <a:pt x="33" y="0"/>
                        <a:pt x="33" y="0"/>
                        <a:pt x="33" y="0"/>
                      </a:cubicBezTo>
                      <a:cubicBezTo>
                        <a:pt x="33" y="0"/>
                        <a:pt x="31" y="1"/>
                        <a:pt x="31" y="1"/>
                      </a:cubicBezTo>
                      <a:cubicBezTo>
                        <a:pt x="31" y="1"/>
                        <a:pt x="29" y="2"/>
                        <a:pt x="29" y="2"/>
                      </a:cubicBezTo>
                      <a:cubicBezTo>
                        <a:pt x="28" y="4"/>
                        <a:pt x="28" y="4"/>
                        <a:pt x="28" y="4"/>
                      </a:cubicBezTo>
                      <a:cubicBezTo>
                        <a:pt x="28" y="8"/>
                        <a:pt x="28" y="8"/>
                        <a:pt x="28" y="8"/>
                      </a:cubicBezTo>
                      <a:cubicBezTo>
                        <a:pt x="19" y="4"/>
                        <a:pt x="19" y="4"/>
                        <a:pt x="19" y="4"/>
                      </a:cubicBezTo>
                      <a:cubicBezTo>
                        <a:pt x="17" y="3"/>
                        <a:pt x="17" y="3"/>
                        <a:pt x="17" y="3"/>
                      </a:cubicBezTo>
                      <a:cubicBezTo>
                        <a:pt x="17" y="3"/>
                        <a:pt x="13" y="4"/>
                        <a:pt x="13" y="4"/>
                      </a:cubicBezTo>
                      <a:cubicBezTo>
                        <a:pt x="13" y="4"/>
                        <a:pt x="13" y="5"/>
                        <a:pt x="13" y="5"/>
                      </a:cubicBezTo>
                      <a:cubicBezTo>
                        <a:pt x="12" y="6"/>
                        <a:pt x="12" y="6"/>
                        <a:pt x="12" y="6"/>
                      </a:cubicBezTo>
                      <a:cubicBezTo>
                        <a:pt x="12" y="7"/>
                        <a:pt x="12" y="7"/>
                        <a:pt x="12" y="7"/>
                      </a:cubicBezTo>
                      <a:cubicBezTo>
                        <a:pt x="11" y="8"/>
                        <a:pt x="11" y="8"/>
                        <a:pt x="11" y="8"/>
                      </a:cubicBezTo>
                      <a:cubicBezTo>
                        <a:pt x="11" y="9"/>
                        <a:pt x="11" y="9"/>
                        <a:pt x="11" y="9"/>
                      </a:cubicBezTo>
                      <a:cubicBezTo>
                        <a:pt x="12" y="10"/>
                        <a:pt x="12" y="10"/>
                        <a:pt x="12" y="10"/>
                      </a:cubicBezTo>
                      <a:cubicBezTo>
                        <a:pt x="11" y="10"/>
                        <a:pt x="11" y="10"/>
                        <a:pt x="11" y="10"/>
                      </a:cubicBezTo>
                      <a:cubicBezTo>
                        <a:pt x="10" y="12"/>
                        <a:pt x="10" y="12"/>
                        <a:pt x="10" y="12"/>
                      </a:cubicBezTo>
                      <a:cubicBezTo>
                        <a:pt x="7" y="15"/>
                        <a:pt x="7" y="15"/>
                        <a:pt x="7" y="15"/>
                      </a:cubicBezTo>
                      <a:cubicBezTo>
                        <a:pt x="6" y="16"/>
                        <a:pt x="6" y="16"/>
                        <a:pt x="6" y="16"/>
                      </a:cubicBezTo>
                      <a:cubicBezTo>
                        <a:pt x="6" y="16"/>
                        <a:pt x="8" y="16"/>
                        <a:pt x="8" y="16"/>
                      </a:cubicBezTo>
                      <a:cubicBezTo>
                        <a:pt x="8" y="16"/>
                        <a:pt x="10" y="17"/>
                        <a:pt x="10" y="17"/>
                      </a:cubicBezTo>
                      <a:cubicBezTo>
                        <a:pt x="10" y="17"/>
                        <a:pt x="10" y="19"/>
                        <a:pt x="10" y="19"/>
                      </a:cubicBezTo>
                      <a:cubicBezTo>
                        <a:pt x="11" y="19"/>
                        <a:pt x="12" y="19"/>
                        <a:pt x="12" y="19"/>
                      </a:cubicBezTo>
                      <a:cubicBezTo>
                        <a:pt x="13" y="19"/>
                        <a:pt x="14" y="19"/>
                        <a:pt x="14" y="19"/>
                      </a:cubicBezTo>
                      <a:cubicBezTo>
                        <a:pt x="14" y="18"/>
                        <a:pt x="14" y="18"/>
                        <a:pt x="14" y="18"/>
                      </a:cubicBezTo>
                      <a:cubicBezTo>
                        <a:pt x="15" y="18"/>
                        <a:pt x="15" y="18"/>
                        <a:pt x="15" y="18"/>
                      </a:cubicBezTo>
                      <a:cubicBezTo>
                        <a:pt x="15" y="18"/>
                        <a:pt x="15" y="16"/>
                        <a:pt x="15" y="16"/>
                      </a:cubicBezTo>
                      <a:cubicBezTo>
                        <a:pt x="15" y="16"/>
                        <a:pt x="16" y="16"/>
                        <a:pt x="17" y="16"/>
                      </a:cubicBezTo>
                      <a:cubicBezTo>
                        <a:pt x="17" y="17"/>
                        <a:pt x="17" y="18"/>
                        <a:pt x="17" y="18"/>
                      </a:cubicBezTo>
                      <a:cubicBezTo>
                        <a:pt x="17" y="19"/>
                        <a:pt x="18" y="18"/>
                        <a:pt x="19" y="19"/>
                      </a:cubicBezTo>
                      <a:cubicBezTo>
                        <a:pt x="20" y="19"/>
                        <a:pt x="19" y="20"/>
                        <a:pt x="19" y="20"/>
                      </a:cubicBezTo>
                      <a:cubicBezTo>
                        <a:pt x="19" y="20"/>
                        <a:pt x="21" y="20"/>
                        <a:pt x="21" y="20"/>
                      </a:cubicBezTo>
                      <a:cubicBezTo>
                        <a:pt x="21" y="21"/>
                        <a:pt x="22" y="22"/>
                        <a:pt x="23" y="22"/>
                      </a:cubicBezTo>
                      <a:cubicBezTo>
                        <a:pt x="23" y="22"/>
                        <a:pt x="25" y="22"/>
                        <a:pt x="25" y="22"/>
                      </a:cubicBezTo>
                      <a:cubicBezTo>
                        <a:pt x="26" y="23"/>
                        <a:pt x="26" y="23"/>
                        <a:pt x="26" y="23"/>
                      </a:cubicBezTo>
                      <a:cubicBezTo>
                        <a:pt x="26" y="23"/>
                        <a:pt x="24" y="23"/>
                        <a:pt x="24" y="23"/>
                      </a:cubicBezTo>
                      <a:cubicBezTo>
                        <a:pt x="24" y="23"/>
                        <a:pt x="23" y="24"/>
                        <a:pt x="23" y="25"/>
                      </a:cubicBezTo>
                      <a:cubicBezTo>
                        <a:pt x="23" y="25"/>
                        <a:pt x="23" y="24"/>
                        <a:pt x="22" y="24"/>
                      </a:cubicBezTo>
                      <a:cubicBezTo>
                        <a:pt x="22" y="24"/>
                        <a:pt x="21" y="24"/>
                        <a:pt x="21" y="24"/>
                      </a:cubicBezTo>
                      <a:cubicBezTo>
                        <a:pt x="21" y="25"/>
                        <a:pt x="21" y="25"/>
                        <a:pt x="21" y="25"/>
                      </a:cubicBezTo>
                      <a:cubicBezTo>
                        <a:pt x="21" y="25"/>
                        <a:pt x="19" y="25"/>
                        <a:pt x="19" y="25"/>
                      </a:cubicBezTo>
                      <a:cubicBezTo>
                        <a:pt x="19" y="26"/>
                        <a:pt x="18" y="26"/>
                        <a:pt x="18" y="27"/>
                      </a:cubicBezTo>
                      <a:cubicBezTo>
                        <a:pt x="18" y="27"/>
                        <a:pt x="17" y="27"/>
                        <a:pt x="16" y="28"/>
                      </a:cubicBezTo>
                      <a:cubicBezTo>
                        <a:pt x="16" y="28"/>
                        <a:pt x="15" y="27"/>
                        <a:pt x="15" y="27"/>
                      </a:cubicBezTo>
                      <a:cubicBezTo>
                        <a:pt x="15" y="27"/>
                        <a:pt x="14" y="26"/>
                        <a:pt x="14" y="26"/>
                      </a:cubicBezTo>
                      <a:cubicBezTo>
                        <a:pt x="14" y="26"/>
                        <a:pt x="13" y="26"/>
                        <a:pt x="12" y="26"/>
                      </a:cubicBezTo>
                      <a:cubicBezTo>
                        <a:pt x="12" y="26"/>
                        <a:pt x="12" y="27"/>
                        <a:pt x="12" y="27"/>
                      </a:cubicBezTo>
                      <a:cubicBezTo>
                        <a:pt x="12" y="27"/>
                        <a:pt x="13" y="28"/>
                        <a:pt x="12" y="29"/>
                      </a:cubicBezTo>
                      <a:cubicBezTo>
                        <a:pt x="12" y="29"/>
                        <a:pt x="12" y="30"/>
                        <a:pt x="12" y="30"/>
                      </a:cubicBezTo>
                      <a:cubicBezTo>
                        <a:pt x="12" y="30"/>
                        <a:pt x="12" y="29"/>
                        <a:pt x="12" y="29"/>
                      </a:cubicBezTo>
                      <a:cubicBezTo>
                        <a:pt x="12" y="29"/>
                        <a:pt x="12" y="28"/>
                        <a:pt x="11" y="28"/>
                      </a:cubicBezTo>
                      <a:cubicBezTo>
                        <a:pt x="11" y="28"/>
                        <a:pt x="11" y="28"/>
                        <a:pt x="11" y="28"/>
                      </a:cubicBezTo>
                      <a:cubicBezTo>
                        <a:pt x="10" y="28"/>
                        <a:pt x="10" y="28"/>
                        <a:pt x="10" y="28"/>
                      </a:cubicBezTo>
                      <a:cubicBezTo>
                        <a:pt x="9" y="29"/>
                        <a:pt x="9" y="29"/>
                        <a:pt x="9" y="29"/>
                      </a:cubicBezTo>
                      <a:lnTo>
                        <a:pt x="9" y="30"/>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2" name="Freeform 853">
                  <a:extLst>
                    <a:ext uri="{FF2B5EF4-FFF2-40B4-BE49-F238E27FC236}">
                      <a16:creationId xmlns:a16="http://schemas.microsoft.com/office/drawing/2014/main" id="{95DEEC4E-140F-9001-D4D3-75D62F383483}"/>
                    </a:ext>
                  </a:extLst>
                </p:cNvPr>
                <p:cNvSpPr>
                  <a:spLocks/>
                </p:cNvSpPr>
                <p:nvPr/>
              </p:nvSpPr>
              <p:spPr bwMode="auto">
                <a:xfrm>
                  <a:off x="6686550" y="3005138"/>
                  <a:ext cx="1144587" cy="628650"/>
                </a:xfrm>
                <a:custGeom>
                  <a:avLst/>
                  <a:gdLst>
                    <a:gd name="T0" fmla="*/ 82 w 275"/>
                    <a:gd name="T1" fmla="*/ 105 h 151"/>
                    <a:gd name="T2" fmla="*/ 126 w 275"/>
                    <a:gd name="T3" fmla="*/ 123 h 151"/>
                    <a:gd name="T4" fmla="*/ 136 w 275"/>
                    <a:gd name="T5" fmla="*/ 139 h 151"/>
                    <a:gd name="T6" fmla="*/ 149 w 275"/>
                    <a:gd name="T7" fmla="*/ 148 h 151"/>
                    <a:gd name="T8" fmla="*/ 164 w 275"/>
                    <a:gd name="T9" fmla="*/ 138 h 151"/>
                    <a:gd name="T10" fmla="*/ 174 w 275"/>
                    <a:gd name="T11" fmla="*/ 131 h 151"/>
                    <a:gd name="T12" fmla="*/ 197 w 275"/>
                    <a:gd name="T13" fmla="*/ 130 h 151"/>
                    <a:gd name="T14" fmla="*/ 216 w 275"/>
                    <a:gd name="T15" fmla="*/ 130 h 151"/>
                    <a:gd name="T16" fmla="*/ 229 w 275"/>
                    <a:gd name="T17" fmla="*/ 133 h 151"/>
                    <a:gd name="T18" fmla="*/ 233 w 275"/>
                    <a:gd name="T19" fmla="*/ 127 h 151"/>
                    <a:gd name="T20" fmla="*/ 228 w 275"/>
                    <a:gd name="T21" fmla="*/ 112 h 151"/>
                    <a:gd name="T22" fmla="*/ 241 w 275"/>
                    <a:gd name="T23" fmla="*/ 108 h 151"/>
                    <a:gd name="T24" fmla="*/ 259 w 275"/>
                    <a:gd name="T25" fmla="*/ 91 h 151"/>
                    <a:gd name="T26" fmla="*/ 265 w 275"/>
                    <a:gd name="T27" fmla="*/ 83 h 151"/>
                    <a:gd name="T28" fmla="*/ 273 w 275"/>
                    <a:gd name="T29" fmla="*/ 70 h 151"/>
                    <a:gd name="T30" fmla="*/ 270 w 275"/>
                    <a:gd name="T31" fmla="*/ 65 h 151"/>
                    <a:gd name="T32" fmla="*/ 260 w 275"/>
                    <a:gd name="T33" fmla="*/ 58 h 151"/>
                    <a:gd name="T34" fmla="*/ 250 w 275"/>
                    <a:gd name="T35" fmla="*/ 49 h 151"/>
                    <a:gd name="T36" fmla="*/ 241 w 275"/>
                    <a:gd name="T37" fmla="*/ 51 h 151"/>
                    <a:gd name="T38" fmla="*/ 233 w 275"/>
                    <a:gd name="T39" fmla="*/ 46 h 151"/>
                    <a:gd name="T40" fmla="*/ 203 w 275"/>
                    <a:gd name="T41" fmla="*/ 15 h 151"/>
                    <a:gd name="T42" fmla="*/ 202 w 275"/>
                    <a:gd name="T43" fmla="*/ 12 h 151"/>
                    <a:gd name="T44" fmla="*/ 193 w 275"/>
                    <a:gd name="T45" fmla="*/ 18 h 151"/>
                    <a:gd name="T46" fmla="*/ 184 w 275"/>
                    <a:gd name="T47" fmla="*/ 21 h 151"/>
                    <a:gd name="T48" fmla="*/ 182 w 275"/>
                    <a:gd name="T49" fmla="*/ 16 h 151"/>
                    <a:gd name="T50" fmla="*/ 173 w 275"/>
                    <a:gd name="T51" fmla="*/ 12 h 151"/>
                    <a:gd name="T52" fmla="*/ 168 w 275"/>
                    <a:gd name="T53" fmla="*/ 8 h 151"/>
                    <a:gd name="T54" fmla="*/ 160 w 275"/>
                    <a:gd name="T55" fmla="*/ 2 h 151"/>
                    <a:gd name="T56" fmla="*/ 148 w 275"/>
                    <a:gd name="T57" fmla="*/ 3 h 151"/>
                    <a:gd name="T58" fmla="*/ 127 w 275"/>
                    <a:gd name="T59" fmla="*/ 10 h 151"/>
                    <a:gd name="T60" fmla="*/ 114 w 275"/>
                    <a:gd name="T61" fmla="*/ 13 h 151"/>
                    <a:gd name="T62" fmla="*/ 102 w 275"/>
                    <a:gd name="T63" fmla="*/ 16 h 151"/>
                    <a:gd name="T64" fmla="*/ 99 w 275"/>
                    <a:gd name="T65" fmla="*/ 19 h 151"/>
                    <a:gd name="T66" fmla="*/ 100 w 275"/>
                    <a:gd name="T67" fmla="*/ 23 h 151"/>
                    <a:gd name="T68" fmla="*/ 103 w 275"/>
                    <a:gd name="T69" fmla="*/ 28 h 151"/>
                    <a:gd name="T70" fmla="*/ 95 w 275"/>
                    <a:gd name="T71" fmla="*/ 40 h 151"/>
                    <a:gd name="T72" fmla="*/ 102 w 275"/>
                    <a:gd name="T73" fmla="*/ 47 h 151"/>
                    <a:gd name="T74" fmla="*/ 90 w 275"/>
                    <a:gd name="T75" fmla="*/ 55 h 151"/>
                    <a:gd name="T76" fmla="*/ 79 w 275"/>
                    <a:gd name="T77" fmla="*/ 48 h 151"/>
                    <a:gd name="T78" fmla="*/ 69 w 275"/>
                    <a:gd name="T79" fmla="*/ 49 h 151"/>
                    <a:gd name="T80" fmla="*/ 58 w 275"/>
                    <a:gd name="T81" fmla="*/ 51 h 151"/>
                    <a:gd name="T82" fmla="*/ 54 w 275"/>
                    <a:gd name="T83" fmla="*/ 52 h 151"/>
                    <a:gd name="T84" fmla="*/ 40 w 275"/>
                    <a:gd name="T85" fmla="*/ 41 h 151"/>
                    <a:gd name="T86" fmla="*/ 30 w 275"/>
                    <a:gd name="T87" fmla="*/ 41 h 151"/>
                    <a:gd name="T88" fmla="*/ 17 w 275"/>
                    <a:gd name="T89" fmla="*/ 53 h 151"/>
                    <a:gd name="T90" fmla="*/ 11 w 275"/>
                    <a:gd name="T91" fmla="*/ 60 h 151"/>
                    <a:gd name="T92" fmla="*/ 2 w 275"/>
                    <a:gd name="T93" fmla="*/ 66 h 151"/>
                    <a:gd name="T94" fmla="*/ 3 w 275"/>
                    <a:gd name="T95" fmla="*/ 77 h 151"/>
                    <a:gd name="T96" fmla="*/ 12 w 275"/>
                    <a:gd name="T97" fmla="*/ 84 h 151"/>
                    <a:gd name="T98" fmla="*/ 21 w 275"/>
                    <a:gd name="T99" fmla="*/ 99 h 151"/>
                    <a:gd name="T100" fmla="*/ 38 w 275"/>
                    <a:gd name="T101" fmla="*/ 93 h 151"/>
                    <a:gd name="T102" fmla="*/ 47 w 275"/>
                    <a:gd name="T103" fmla="*/ 97 h 151"/>
                    <a:gd name="T104" fmla="*/ 53 w 275"/>
                    <a:gd name="T105" fmla="*/ 103 h 151"/>
                    <a:gd name="T106" fmla="*/ 49 w 275"/>
                    <a:gd name="T107" fmla="*/ 111 h 151"/>
                    <a:gd name="T108" fmla="*/ 46 w 275"/>
                    <a:gd name="T109" fmla="*/ 114 h 151"/>
                    <a:gd name="T110" fmla="*/ 37 w 275"/>
                    <a:gd name="T111" fmla="*/ 106 h 151"/>
                    <a:gd name="T112" fmla="*/ 33 w 275"/>
                    <a:gd name="T113" fmla="*/ 115 h 151"/>
                    <a:gd name="T114" fmla="*/ 30 w 275"/>
                    <a:gd name="T115" fmla="*/ 120 h 151"/>
                    <a:gd name="T116" fmla="*/ 43 w 275"/>
                    <a:gd name="T117" fmla="*/ 13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5" h="151">
                      <a:moveTo>
                        <a:pt x="48" y="136"/>
                      </a:moveTo>
                      <a:cubicBezTo>
                        <a:pt x="48" y="136"/>
                        <a:pt x="51" y="135"/>
                        <a:pt x="51" y="135"/>
                      </a:cubicBezTo>
                      <a:cubicBezTo>
                        <a:pt x="51" y="135"/>
                        <a:pt x="54" y="135"/>
                        <a:pt x="55" y="136"/>
                      </a:cubicBezTo>
                      <a:cubicBezTo>
                        <a:pt x="56" y="137"/>
                        <a:pt x="59" y="141"/>
                        <a:pt x="59" y="141"/>
                      </a:cubicBezTo>
                      <a:cubicBezTo>
                        <a:pt x="61" y="145"/>
                        <a:pt x="61" y="145"/>
                        <a:pt x="61" y="145"/>
                      </a:cubicBezTo>
                      <a:cubicBezTo>
                        <a:pt x="65" y="145"/>
                        <a:pt x="65" y="145"/>
                        <a:pt x="65" y="145"/>
                      </a:cubicBezTo>
                      <a:cubicBezTo>
                        <a:pt x="65" y="110"/>
                        <a:pt x="65" y="110"/>
                        <a:pt x="65" y="110"/>
                      </a:cubicBezTo>
                      <a:cubicBezTo>
                        <a:pt x="82" y="105"/>
                        <a:pt x="82" y="105"/>
                        <a:pt x="82" y="105"/>
                      </a:cubicBezTo>
                      <a:cubicBezTo>
                        <a:pt x="92" y="110"/>
                        <a:pt x="92" y="110"/>
                        <a:pt x="92" y="110"/>
                      </a:cubicBezTo>
                      <a:cubicBezTo>
                        <a:pt x="99" y="116"/>
                        <a:pt x="99" y="116"/>
                        <a:pt x="99" y="116"/>
                      </a:cubicBezTo>
                      <a:cubicBezTo>
                        <a:pt x="100" y="118"/>
                        <a:pt x="100" y="118"/>
                        <a:pt x="100" y="118"/>
                      </a:cubicBezTo>
                      <a:cubicBezTo>
                        <a:pt x="105" y="124"/>
                        <a:pt x="105" y="124"/>
                        <a:pt x="105" y="124"/>
                      </a:cubicBezTo>
                      <a:cubicBezTo>
                        <a:pt x="111" y="123"/>
                        <a:pt x="111" y="123"/>
                        <a:pt x="111" y="123"/>
                      </a:cubicBezTo>
                      <a:cubicBezTo>
                        <a:pt x="119" y="123"/>
                        <a:pt x="119" y="123"/>
                        <a:pt x="119" y="123"/>
                      </a:cubicBezTo>
                      <a:cubicBezTo>
                        <a:pt x="123" y="124"/>
                        <a:pt x="123" y="124"/>
                        <a:pt x="123" y="124"/>
                      </a:cubicBezTo>
                      <a:cubicBezTo>
                        <a:pt x="126" y="123"/>
                        <a:pt x="126" y="123"/>
                        <a:pt x="126" y="123"/>
                      </a:cubicBezTo>
                      <a:cubicBezTo>
                        <a:pt x="129" y="126"/>
                        <a:pt x="129" y="126"/>
                        <a:pt x="129" y="126"/>
                      </a:cubicBezTo>
                      <a:cubicBezTo>
                        <a:pt x="131" y="130"/>
                        <a:pt x="131" y="130"/>
                        <a:pt x="131" y="130"/>
                      </a:cubicBezTo>
                      <a:cubicBezTo>
                        <a:pt x="132" y="130"/>
                        <a:pt x="132" y="130"/>
                        <a:pt x="132" y="130"/>
                      </a:cubicBezTo>
                      <a:cubicBezTo>
                        <a:pt x="133" y="129"/>
                        <a:pt x="133" y="129"/>
                        <a:pt x="133" y="129"/>
                      </a:cubicBezTo>
                      <a:cubicBezTo>
                        <a:pt x="133" y="129"/>
                        <a:pt x="133" y="129"/>
                        <a:pt x="133" y="129"/>
                      </a:cubicBezTo>
                      <a:cubicBezTo>
                        <a:pt x="133" y="129"/>
                        <a:pt x="133" y="134"/>
                        <a:pt x="133" y="134"/>
                      </a:cubicBezTo>
                      <a:cubicBezTo>
                        <a:pt x="133" y="134"/>
                        <a:pt x="133" y="139"/>
                        <a:pt x="133" y="139"/>
                      </a:cubicBezTo>
                      <a:cubicBezTo>
                        <a:pt x="136" y="139"/>
                        <a:pt x="136" y="139"/>
                        <a:pt x="136" y="139"/>
                      </a:cubicBezTo>
                      <a:cubicBezTo>
                        <a:pt x="137" y="146"/>
                        <a:pt x="137" y="146"/>
                        <a:pt x="137" y="146"/>
                      </a:cubicBezTo>
                      <a:cubicBezTo>
                        <a:pt x="146" y="146"/>
                        <a:pt x="146" y="146"/>
                        <a:pt x="146" y="146"/>
                      </a:cubicBezTo>
                      <a:cubicBezTo>
                        <a:pt x="147" y="147"/>
                        <a:pt x="147" y="147"/>
                        <a:pt x="147" y="147"/>
                      </a:cubicBezTo>
                      <a:cubicBezTo>
                        <a:pt x="146" y="149"/>
                        <a:pt x="146" y="149"/>
                        <a:pt x="146" y="149"/>
                      </a:cubicBezTo>
                      <a:cubicBezTo>
                        <a:pt x="150" y="151"/>
                        <a:pt x="150" y="151"/>
                        <a:pt x="150" y="151"/>
                      </a:cubicBezTo>
                      <a:cubicBezTo>
                        <a:pt x="151" y="151"/>
                        <a:pt x="151" y="151"/>
                        <a:pt x="151" y="151"/>
                      </a:cubicBezTo>
                      <a:cubicBezTo>
                        <a:pt x="151" y="151"/>
                        <a:pt x="151" y="150"/>
                        <a:pt x="150" y="150"/>
                      </a:cubicBezTo>
                      <a:cubicBezTo>
                        <a:pt x="150" y="149"/>
                        <a:pt x="149" y="148"/>
                        <a:pt x="149" y="148"/>
                      </a:cubicBezTo>
                      <a:cubicBezTo>
                        <a:pt x="151" y="147"/>
                        <a:pt x="151" y="147"/>
                        <a:pt x="151" y="147"/>
                      </a:cubicBezTo>
                      <a:cubicBezTo>
                        <a:pt x="153" y="146"/>
                        <a:pt x="153" y="146"/>
                        <a:pt x="153" y="146"/>
                      </a:cubicBezTo>
                      <a:cubicBezTo>
                        <a:pt x="153" y="144"/>
                        <a:pt x="153" y="144"/>
                        <a:pt x="153" y="144"/>
                      </a:cubicBezTo>
                      <a:cubicBezTo>
                        <a:pt x="155" y="143"/>
                        <a:pt x="155" y="143"/>
                        <a:pt x="155" y="143"/>
                      </a:cubicBezTo>
                      <a:cubicBezTo>
                        <a:pt x="156" y="142"/>
                        <a:pt x="156" y="142"/>
                        <a:pt x="156" y="142"/>
                      </a:cubicBezTo>
                      <a:cubicBezTo>
                        <a:pt x="159" y="141"/>
                        <a:pt x="159" y="141"/>
                        <a:pt x="159" y="141"/>
                      </a:cubicBezTo>
                      <a:cubicBezTo>
                        <a:pt x="159" y="141"/>
                        <a:pt x="162" y="138"/>
                        <a:pt x="162" y="138"/>
                      </a:cubicBezTo>
                      <a:cubicBezTo>
                        <a:pt x="163" y="138"/>
                        <a:pt x="164" y="138"/>
                        <a:pt x="164" y="138"/>
                      </a:cubicBezTo>
                      <a:cubicBezTo>
                        <a:pt x="166" y="136"/>
                        <a:pt x="166" y="136"/>
                        <a:pt x="166" y="136"/>
                      </a:cubicBezTo>
                      <a:cubicBezTo>
                        <a:pt x="166" y="135"/>
                        <a:pt x="166" y="135"/>
                        <a:pt x="166" y="135"/>
                      </a:cubicBezTo>
                      <a:cubicBezTo>
                        <a:pt x="167" y="134"/>
                        <a:pt x="167" y="134"/>
                        <a:pt x="167" y="134"/>
                      </a:cubicBezTo>
                      <a:cubicBezTo>
                        <a:pt x="167" y="133"/>
                        <a:pt x="167" y="133"/>
                        <a:pt x="167" y="133"/>
                      </a:cubicBezTo>
                      <a:cubicBezTo>
                        <a:pt x="168" y="132"/>
                        <a:pt x="168" y="132"/>
                        <a:pt x="168" y="132"/>
                      </a:cubicBezTo>
                      <a:cubicBezTo>
                        <a:pt x="168" y="132"/>
                        <a:pt x="168" y="131"/>
                        <a:pt x="168" y="131"/>
                      </a:cubicBezTo>
                      <a:cubicBezTo>
                        <a:pt x="168" y="131"/>
                        <a:pt x="172" y="130"/>
                        <a:pt x="172" y="130"/>
                      </a:cubicBezTo>
                      <a:cubicBezTo>
                        <a:pt x="174" y="131"/>
                        <a:pt x="174" y="131"/>
                        <a:pt x="174" y="131"/>
                      </a:cubicBezTo>
                      <a:cubicBezTo>
                        <a:pt x="183" y="135"/>
                        <a:pt x="183" y="135"/>
                        <a:pt x="183" y="135"/>
                      </a:cubicBezTo>
                      <a:cubicBezTo>
                        <a:pt x="183" y="131"/>
                        <a:pt x="183" y="131"/>
                        <a:pt x="183" y="131"/>
                      </a:cubicBezTo>
                      <a:cubicBezTo>
                        <a:pt x="184" y="129"/>
                        <a:pt x="184" y="129"/>
                        <a:pt x="184" y="129"/>
                      </a:cubicBezTo>
                      <a:cubicBezTo>
                        <a:pt x="184" y="129"/>
                        <a:pt x="186" y="128"/>
                        <a:pt x="186" y="128"/>
                      </a:cubicBezTo>
                      <a:cubicBezTo>
                        <a:pt x="186" y="128"/>
                        <a:pt x="188" y="127"/>
                        <a:pt x="188" y="127"/>
                      </a:cubicBezTo>
                      <a:cubicBezTo>
                        <a:pt x="192" y="129"/>
                        <a:pt x="192" y="129"/>
                        <a:pt x="192" y="129"/>
                      </a:cubicBezTo>
                      <a:cubicBezTo>
                        <a:pt x="192" y="129"/>
                        <a:pt x="194" y="130"/>
                        <a:pt x="194" y="130"/>
                      </a:cubicBezTo>
                      <a:cubicBezTo>
                        <a:pt x="194" y="130"/>
                        <a:pt x="196" y="130"/>
                        <a:pt x="197" y="130"/>
                      </a:cubicBezTo>
                      <a:cubicBezTo>
                        <a:pt x="197" y="131"/>
                        <a:pt x="197" y="131"/>
                        <a:pt x="198" y="131"/>
                      </a:cubicBezTo>
                      <a:cubicBezTo>
                        <a:pt x="198" y="131"/>
                        <a:pt x="200" y="130"/>
                        <a:pt x="200" y="130"/>
                      </a:cubicBezTo>
                      <a:cubicBezTo>
                        <a:pt x="202" y="130"/>
                        <a:pt x="202" y="130"/>
                        <a:pt x="202" y="130"/>
                      </a:cubicBezTo>
                      <a:cubicBezTo>
                        <a:pt x="204" y="130"/>
                        <a:pt x="204" y="130"/>
                        <a:pt x="204" y="130"/>
                      </a:cubicBezTo>
                      <a:cubicBezTo>
                        <a:pt x="206" y="129"/>
                        <a:pt x="206" y="129"/>
                        <a:pt x="206" y="129"/>
                      </a:cubicBezTo>
                      <a:cubicBezTo>
                        <a:pt x="209" y="129"/>
                        <a:pt x="209" y="129"/>
                        <a:pt x="209" y="129"/>
                      </a:cubicBezTo>
                      <a:cubicBezTo>
                        <a:pt x="210" y="130"/>
                        <a:pt x="210" y="130"/>
                        <a:pt x="210" y="130"/>
                      </a:cubicBezTo>
                      <a:cubicBezTo>
                        <a:pt x="216" y="130"/>
                        <a:pt x="216" y="130"/>
                        <a:pt x="216" y="130"/>
                      </a:cubicBezTo>
                      <a:cubicBezTo>
                        <a:pt x="222" y="131"/>
                        <a:pt x="222" y="131"/>
                        <a:pt x="222" y="131"/>
                      </a:cubicBezTo>
                      <a:cubicBezTo>
                        <a:pt x="222" y="132"/>
                        <a:pt x="222" y="132"/>
                        <a:pt x="222" y="132"/>
                      </a:cubicBezTo>
                      <a:cubicBezTo>
                        <a:pt x="224" y="134"/>
                        <a:pt x="224" y="134"/>
                        <a:pt x="224" y="134"/>
                      </a:cubicBezTo>
                      <a:cubicBezTo>
                        <a:pt x="227" y="134"/>
                        <a:pt x="227" y="134"/>
                        <a:pt x="227" y="134"/>
                      </a:cubicBezTo>
                      <a:cubicBezTo>
                        <a:pt x="229" y="136"/>
                        <a:pt x="229" y="136"/>
                        <a:pt x="229" y="136"/>
                      </a:cubicBezTo>
                      <a:cubicBezTo>
                        <a:pt x="229" y="136"/>
                        <a:pt x="229" y="136"/>
                        <a:pt x="229" y="136"/>
                      </a:cubicBezTo>
                      <a:cubicBezTo>
                        <a:pt x="229" y="136"/>
                        <a:pt x="229" y="134"/>
                        <a:pt x="229" y="134"/>
                      </a:cubicBezTo>
                      <a:cubicBezTo>
                        <a:pt x="229" y="134"/>
                        <a:pt x="229" y="133"/>
                        <a:pt x="229" y="133"/>
                      </a:cubicBezTo>
                      <a:cubicBezTo>
                        <a:pt x="228" y="133"/>
                        <a:pt x="228" y="132"/>
                        <a:pt x="228" y="132"/>
                      </a:cubicBezTo>
                      <a:cubicBezTo>
                        <a:pt x="230" y="130"/>
                        <a:pt x="230" y="130"/>
                        <a:pt x="230" y="130"/>
                      </a:cubicBezTo>
                      <a:cubicBezTo>
                        <a:pt x="231" y="130"/>
                        <a:pt x="231" y="130"/>
                        <a:pt x="231" y="130"/>
                      </a:cubicBezTo>
                      <a:cubicBezTo>
                        <a:pt x="231" y="130"/>
                        <a:pt x="232" y="130"/>
                        <a:pt x="231" y="130"/>
                      </a:cubicBezTo>
                      <a:cubicBezTo>
                        <a:pt x="231" y="130"/>
                        <a:pt x="230" y="129"/>
                        <a:pt x="230" y="129"/>
                      </a:cubicBezTo>
                      <a:cubicBezTo>
                        <a:pt x="230" y="129"/>
                        <a:pt x="230" y="129"/>
                        <a:pt x="230" y="129"/>
                      </a:cubicBezTo>
                      <a:cubicBezTo>
                        <a:pt x="231" y="128"/>
                        <a:pt x="231" y="128"/>
                        <a:pt x="231" y="128"/>
                      </a:cubicBezTo>
                      <a:cubicBezTo>
                        <a:pt x="233" y="127"/>
                        <a:pt x="233" y="127"/>
                        <a:pt x="233" y="127"/>
                      </a:cubicBezTo>
                      <a:cubicBezTo>
                        <a:pt x="233" y="126"/>
                        <a:pt x="233" y="126"/>
                        <a:pt x="233" y="126"/>
                      </a:cubicBezTo>
                      <a:cubicBezTo>
                        <a:pt x="233" y="126"/>
                        <a:pt x="232" y="125"/>
                        <a:pt x="232" y="125"/>
                      </a:cubicBezTo>
                      <a:cubicBezTo>
                        <a:pt x="232" y="125"/>
                        <a:pt x="232" y="123"/>
                        <a:pt x="232" y="123"/>
                      </a:cubicBezTo>
                      <a:cubicBezTo>
                        <a:pt x="231" y="121"/>
                        <a:pt x="231" y="121"/>
                        <a:pt x="231" y="121"/>
                      </a:cubicBezTo>
                      <a:cubicBezTo>
                        <a:pt x="230" y="119"/>
                        <a:pt x="230" y="119"/>
                        <a:pt x="230" y="119"/>
                      </a:cubicBezTo>
                      <a:cubicBezTo>
                        <a:pt x="230" y="114"/>
                        <a:pt x="230" y="114"/>
                        <a:pt x="230" y="114"/>
                      </a:cubicBezTo>
                      <a:cubicBezTo>
                        <a:pt x="229" y="113"/>
                        <a:pt x="229" y="113"/>
                        <a:pt x="229" y="113"/>
                      </a:cubicBezTo>
                      <a:cubicBezTo>
                        <a:pt x="228" y="112"/>
                        <a:pt x="228" y="112"/>
                        <a:pt x="228" y="112"/>
                      </a:cubicBezTo>
                      <a:cubicBezTo>
                        <a:pt x="228" y="112"/>
                        <a:pt x="227" y="112"/>
                        <a:pt x="227" y="112"/>
                      </a:cubicBezTo>
                      <a:cubicBezTo>
                        <a:pt x="227" y="112"/>
                        <a:pt x="227" y="111"/>
                        <a:pt x="227" y="111"/>
                      </a:cubicBezTo>
                      <a:cubicBezTo>
                        <a:pt x="229" y="110"/>
                        <a:pt x="229" y="110"/>
                        <a:pt x="229" y="110"/>
                      </a:cubicBezTo>
                      <a:cubicBezTo>
                        <a:pt x="232" y="109"/>
                        <a:pt x="232" y="109"/>
                        <a:pt x="232" y="109"/>
                      </a:cubicBezTo>
                      <a:cubicBezTo>
                        <a:pt x="232" y="109"/>
                        <a:pt x="234" y="109"/>
                        <a:pt x="234" y="109"/>
                      </a:cubicBezTo>
                      <a:cubicBezTo>
                        <a:pt x="235" y="109"/>
                        <a:pt x="236" y="108"/>
                        <a:pt x="236" y="108"/>
                      </a:cubicBezTo>
                      <a:cubicBezTo>
                        <a:pt x="236" y="108"/>
                        <a:pt x="239" y="106"/>
                        <a:pt x="239" y="106"/>
                      </a:cubicBezTo>
                      <a:cubicBezTo>
                        <a:pt x="241" y="108"/>
                        <a:pt x="241" y="108"/>
                        <a:pt x="241" y="108"/>
                      </a:cubicBezTo>
                      <a:cubicBezTo>
                        <a:pt x="245" y="108"/>
                        <a:pt x="245" y="108"/>
                        <a:pt x="245" y="108"/>
                      </a:cubicBezTo>
                      <a:cubicBezTo>
                        <a:pt x="245" y="106"/>
                        <a:pt x="245" y="106"/>
                        <a:pt x="245" y="106"/>
                      </a:cubicBezTo>
                      <a:cubicBezTo>
                        <a:pt x="245" y="106"/>
                        <a:pt x="243" y="106"/>
                        <a:pt x="243" y="106"/>
                      </a:cubicBezTo>
                      <a:cubicBezTo>
                        <a:pt x="243" y="106"/>
                        <a:pt x="242" y="105"/>
                        <a:pt x="242" y="105"/>
                      </a:cubicBezTo>
                      <a:cubicBezTo>
                        <a:pt x="245" y="98"/>
                        <a:pt x="245" y="98"/>
                        <a:pt x="245" y="98"/>
                      </a:cubicBezTo>
                      <a:cubicBezTo>
                        <a:pt x="248" y="88"/>
                        <a:pt x="248" y="88"/>
                        <a:pt x="248" y="88"/>
                      </a:cubicBezTo>
                      <a:cubicBezTo>
                        <a:pt x="253" y="91"/>
                        <a:pt x="253" y="91"/>
                        <a:pt x="253" y="91"/>
                      </a:cubicBezTo>
                      <a:cubicBezTo>
                        <a:pt x="259" y="91"/>
                        <a:pt x="259" y="91"/>
                        <a:pt x="259" y="91"/>
                      </a:cubicBezTo>
                      <a:cubicBezTo>
                        <a:pt x="261" y="92"/>
                        <a:pt x="261" y="92"/>
                        <a:pt x="261" y="92"/>
                      </a:cubicBezTo>
                      <a:cubicBezTo>
                        <a:pt x="263" y="91"/>
                        <a:pt x="263" y="91"/>
                        <a:pt x="263" y="91"/>
                      </a:cubicBezTo>
                      <a:cubicBezTo>
                        <a:pt x="264" y="90"/>
                        <a:pt x="264" y="90"/>
                        <a:pt x="264" y="90"/>
                      </a:cubicBezTo>
                      <a:cubicBezTo>
                        <a:pt x="265" y="90"/>
                        <a:pt x="265" y="90"/>
                        <a:pt x="265" y="90"/>
                      </a:cubicBezTo>
                      <a:cubicBezTo>
                        <a:pt x="266" y="89"/>
                        <a:pt x="266" y="89"/>
                        <a:pt x="266" y="89"/>
                      </a:cubicBezTo>
                      <a:cubicBezTo>
                        <a:pt x="266" y="87"/>
                        <a:pt x="266" y="87"/>
                        <a:pt x="266" y="87"/>
                      </a:cubicBezTo>
                      <a:cubicBezTo>
                        <a:pt x="265" y="87"/>
                        <a:pt x="265" y="87"/>
                        <a:pt x="265" y="87"/>
                      </a:cubicBezTo>
                      <a:cubicBezTo>
                        <a:pt x="265" y="83"/>
                        <a:pt x="265" y="83"/>
                        <a:pt x="265" y="83"/>
                      </a:cubicBezTo>
                      <a:cubicBezTo>
                        <a:pt x="265" y="83"/>
                        <a:pt x="265" y="82"/>
                        <a:pt x="265" y="82"/>
                      </a:cubicBezTo>
                      <a:cubicBezTo>
                        <a:pt x="265" y="82"/>
                        <a:pt x="265" y="80"/>
                        <a:pt x="265" y="80"/>
                      </a:cubicBezTo>
                      <a:cubicBezTo>
                        <a:pt x="265" y="80"/>
                        <a:pt x="265" y="79"/>
                        <a:pt x="265" y="79"/>
                      </a:cubicBezTo>
                      <a:cubicBezTo>
                        <a:pt x="265" y="79"/>
                        <a:pt x="266" y="77"/>
                        <a:pt x="266" y="77"/>
                      </a:cubicBezTo>
                      <a:cubicBezTo>
                        <a:pt x="266" y="77"/>
                        <a:pt x="268" y="76"/>
                        <a:pt x="269" y="76"/>
                      </a:cubicBezTo>
                      <a:cubicBezTo>
                        <a:pt x="269" y="76"/>
                        <a:pt x="271" y="75"/>
                        <a:pt x="272" y="75"/>
                      </a:cubicBezTo>
                      <a:cubicBezTo>
                        <a:pt x="272" y="75"/>
                        <a:pt x="273" y="74"/>
                        <a:pt x="273" y="74"/>
                      </a:cubicBezTo>
                      <a:cubicBezTo>
                        <a:pt x="273" y="70"/>
                        <a:pt x="273" y="70"/>
                        <a:pt x="273" y="70"/>
                      </a:cubicBezTo>
                      <a:cubicBezTo>
                        <a:pt x="275" y="67"/>
                        <a:pt x="275" y="67"/>
                        <a:pt x="275" y="67"/>
                      </a:cubicBezTo>
                      <a:cubicBezTo>
                        <a:pt x="275" y="67"/>
                        <a:pt x="274" y="66"/>
                        <a:pt x="274" y="66"/>
                      </a:cubicBezTo>
                      <a:cubicBezTo>
                        <a:pt x="274" y="66"/>
                        <a:pt x="273" y="65"/>
                        <a:pt x="273" y="65"/>
                      </a:cubicBezTo>
                      <a:cubicBezTo>
                        <a:pt x="273" y="64"/>
                        <a:pt x="272" y="64"/>
                        <a:pt x="272" y="64"/>
                      </a:cubicBezTo>
                      <a:cubicBezTo>
                        <a:pt x="272" y="63"/>
                        <a:pt x="273" y="62"/>
                        <a:pt x="273" y="62"/>
                      </a:cubicBezTo>
                      <a:cubicBezTo>
                        <a:pt x="273" y="62"/>
                        <a:pt x="272" y="62"/>
                        <a:pt x="272" y="62"/>
                      </a:cubicBezTo>
                      <a:cubicBezTo>
                        <a:pt x="272" y="62"/>
                        <a:pt x="271" y="63"/>
                        <a:pt x="270" y="64"/>
                      </a:cubicBezTo>
                      <a:cubicBezTo>
                        <a:pt x="270" y="64"/>
                        <a:pt x="270" y="65"/>
                        <a:pt x="270" y="65"/>
                      </a:cubicBezTo>
                      <a:cubicBezTo>
                        <a:pt x="269" y="65"/>
                        <a:pt x="269" y="65"/>
                        <a:pt x="268" y="65"/>
                      </a:cubicBezTo>
                      <a:cubicBezTo>
                        <a:pt x="267" y="65"/>
                        <a:pt x="267" y="65"/>
                        <a:pt x="266" y="64"/>
                      </a:cubicBezTo>
                      <a:cubicBezTo>
                        <a:pt x="265" y="64"/>
                        <a:pt x="264" y="64"/>
                        <a:pt x="264" y="64"/>
                      </a:cubicBezTo>
                      <a:cubicBezTo>
                        <a:pt x="264" y="64"/>
                        <a:pt x="263" y="64"/>
                        <a:pt x="263" y="63"/>
                      </a:cubicBezTo>
                      <a:cubicBezTo>
                        <a:pt x="262" y="63"/>
                        <a:pt x="262" y="62"/>
                        <a:pt x="262" y="62"/>
                      </a:cubicBezTo>
                      <a:cubicBezTo>
                        <a:pt x="262" y="62"/>
                        <a:pt x="262" y="61"/>
                        <a:pt x="262" y="61"/>
                      </a:cubicBezTo>
                      <a:cubicBezTo>
                        <a:pt x="262" y="60"/>
                        <a:pt x="262" y="59"/>
                        <a:pt x="262" y="59"/>
                      </a:cubicBezTo>
                      <a:cubicBezTo>
                        <a:pt x="262" y="59"/>
                        <a:pt x="260" y="58"/>
                        <a:pt x="260" y="58"/>
                      </a:cubicBezTo>
                      <a:cubicBezTo>
                        <a:pt x="260" y="58"/>
                        <a:pt x="259" y="57"/>
                        <a:pt x="259" y="57"/>
                      </a:cubicBezTo>
                      <a:cubicBezTo>
                        <a:pt x="258" y="57"/>
                        <a:pt x="256" y="58"/>
                        <a:pt x="256" y="58"/>
                      </a:cubicBezTo>
                      <a:cubicBezTo>
                        <a:pt x="256" y="58"/>
                        <a:pt x="256" y="56"/>
                        <a:pt x="256" y="56"/>
                      </a:cubicBezTo>
                      <a:cubicBezTo>
                        <a:pt x="256" y="56"/>
                        <a:pt x="255" y="54"/>
                        <a:pt x="255" y="54"/>
                      </a:cubicBezTo>
                      <a:cubicBezTo>
                        <a:pt x="255" y="54"/>
                        <a:pt x="254" y="53"/>
                        <a:pt x="254" y="52"/>
                      </a:cubicBezTo>
                      <a:cubicBezTo>
                        <a:pt x="254" y="52"/>
                        <a:pt x="253" y="51"/>
                        <a:pt x="253" y="51"/>
                      </a:cubicBezTo>
                      <a:cubicBezTo>
                        <a:pt x="253" y="50"/>
                        <a:pt x="251" y="50"/>
                        <a:pt x="251" y="50"/>
                      </a:cubicBezTo>
                      <a:cubicBezTo>
                        <a:pt x="250" y="49"/>
                        <a:pt x="250" y="49"/>
                        <a:pt x="250" y="49"/>
                      </a:cubicBezTo>
                      <a:cubicBezTo>
                        <a:pt x="248" y="49"/>
                        <a:pt x="248" y="49"/>
                        <a:pt x="248" y="49"/>
                      </a:cubicBezTo>
                      <a:cubicBezTo>
                        <a:pt x="248" y="49"/>
                        <a:pt x="248" y="50"/>
                        <a:pt x="248" y="50"/>
                      </a:cubicBezTo>
                      <a:cubicBezTo>
                        <a:pt x="248" y="51"/>
                        <a:pt x="246" y="51"/>
                        <a:pt x="246" y="51"/>
                      </a:cubicBezTo>
                      <a:cubicBezTo>
                        <a:pt x="246" y="51"/>
                        <a:pt x="246" y="50"/>
                        <a:pt x="246" y="50"/>
                      </a:cubicBezTo>
                      <a:cubicBezTo>
                        <a:pt x="246" y="50"/>
                        <a:pt x="245" y="51"/>
                        <a:pt x="245" y="51"/>
                      </a:cubicBezTo>
                      <a:cubicBezTo>
                        <a:pt x="245" y="52"/>
                        <a:pt x="244" y="52"/>
                        <a:pt x="244" y="52"/>
                      </a:cubicBezTo>
                      <a:cubicBezTo>
                        <a:pt x="244" y="52"/>
                        <a:pt x="243" y="52"/>
                        <a:pt x="243" y="52"/>
                      </a:cubicBezTo>
                      <a:cubicBezTo>
                        <a:pt x="242" y="52"/>
                        <a:pt x="241" y="52"/>
                        <a:pt x="241" y="51"/>
                      </a:cubicBezTo>
                      <a:cubicBezTo>
                        <a:pt x="240" y="51"/>
                        <a:pt x="239" y="51"/>
                        <a:pt x="239" y="51"/>
                      </a:cubicBezTo>
                      <a:cubicBezTo>
                        <a:pt x="239" y="51"/>
                        <a:pt x="238" y="52"/>
                        <a:pt x="238" y="52"/>
                      </a:cubicBezTo>
                      <a:cubicBezTo>
                        <a:pt x="237" y="51"/>
                        <a:pt x="237" y="51"/>
                        <a:pt x="237" y="51"/>
                      </a:cubicBezTo>
                      <a:cubicBezTo>
                        <a:pt x="237" y="50"/>
                        <a:pt x="237" y="50"/>
                        <a:pt x="237" y="50"/>
                      </a:cubicBezTo>
                      <a:cubicBezTo>
                        <a:pt x="237" y="50"/>
                        <a:pt x="235" y="50"/>
                        <a:pt x="235" y="49"/>
                      </a:cubicBezTo>
                      <a:cubicBezTo>
                        <a:pt x="235" y="49"/>
                        <a:pt x="235" y="49"/>
                        <a:pt x="235" y="49"/>
                      </a:cubicBezTo>
                      <a:cubicBezTo>
                        <a:pt x="235" y="48"/>
                        <a:pt x="235" y="47"/>
                        <a:pt x="235" y="47"/>
                      </a:cubicBezTo>
                      <a:cubicBezTo>
                        <a:pt x="235" y="47"/>
                        <a:pt x="234" y="47"/>
                        <a:pt x="233" y="46"/>
                      </a:cubicBezTo>
                      <a:cubicBezTo>
                        <a:pt x="233" y="46"/>
                        <a:pt x="231" y="47"/>
                        <a:pt x="231" y="47"/>
                      </a:cubicBezTo>
                      <a:cubicBezTo>
                        <a:pt x="231" y="47"/>
                        <a:pt x="230" y="47"/>
                        <a:pt x="230" y="48"/>
                      </a:cubicBezTo>
                      <a:cubicBezTo>
                        <a:pt x="231" y="48"/>
                        <a:pt x="231" y="48"/>
                        <a:pt x="231" y="49"/>
                      </a:cubicBezTo>
                      <a:cubicBezTo>
                        <a:pt x="231" y="49"/>
                        <a:pt x="230" y="50"/>
                        <a:pt x="230" y="50"/>
                      </a:cubicBezTo>
                      <a:cubicBezTo>
                        <a:pt x="228" y="50"/>
                        <a:pt x="228" y="50"/>
                        <a:pt x="228" y="50"/>
                      </a:cubicBezTo>
                      <a:cubicBezTo>
                        <a:pt x="228" y="52"/>
                        <a:pt x="228" y="52"/>
                        <a:pt x="228" y="52"/>
                      </a:cubicBezTo>
                      <a:cubicBezTo>
                        <a:pt x="213" y="24"/>
                        <a:pt x="213" y="24"/>
                        <a:pt x="213" y="24"/>
                      </a:cubicBezTo>
                      <a:cubicBezTo>
                        <a:pt x="203" y="15"/>
                        <a:pt x="203" y="15"/>
                        <a:pt x="203" y="15"/>
                      </a:cubicBezTo>
                      <a:cubicBezTo>
                        <a:pt x="203" y="14"/>
                        <a:pt x="203" y="14"/>
                        <a:pt x="203" y="14"/>
                      </a:cubicBezTo>
                      <a:cubicBezTo>
                        <a:pt x="205" y="14"/>
                        <a:pt x="205" y="14"/>
                        <a:pt x="205" y="14"/>
                      </a:cubicBezTo>
                      <a:cubicBezTo>
                        <a:pt x="205" y="14"/>
                        <a:pt x="206" y="13"/>
                        <a:pt x="206" y="13"/>
                      </a:cubicBezTo>
                      <a:cubicBezTo>
                        <a:pt x="206" y="13"/>
                        <a:pt x="206" y="12"/>
                        <a:pt x="206" y="12"/>
                      </a:cubicBezTo>
                      <a:cubicBezTo>
                        <a:pt x="206" y="12"/>
                        <a:pt x="206" y="11"/>
                        <a:pt x="206" y="11"/>
                      </a:cubicBezTo>
                      <a:cubicBezTo>
                        <a:pt x="206" y="11"/>
                        <a:pt x="205" y="11"/>
                        <a:pt x="205" y="11"/>
                      </a:cubicBezTo>
                      <a:cubicBezTo>
                        <a:pt x="205" y="11"/>
                        <a:pt x="205" y="12"/>
                        <a:pt x="205" y="12"/>
                      </a:cubicBezTo>
                      <a:cubicBezTo>
                        <a:pt x="204" y="12"/>
                        <a:pt x="203" y="12"/>
                        <a:pt x="202" y="12"/>
                      </a:cubicBezTo>
                      <a:cubicBezTo>
                        <a:pt x="202" y="12"/>
                        <a:pt x="202" y="13"/>
                        <a:pt x="202" y="13"/>
                      </a:cubicBezTo>
                      <a:cubicBezTo>
                        <a:pt x="202" y="13"/>
                        <a:pt x="200" y="14"/>
                        <a:pt x="200" y="14"/>
                      </a:cubicBezTo>
                      <a:cubicBezTo>
                        <a:pt x="199" y="14"/>
                        <a:pt x="199" y="14"/>
                        <a:pt x="198" y="14"/>
                      </a:cubicBezTo>
                      <a:cubicBezTo>
                        <a:pt x="197" y="14"/>
                        <a:pt x="197" y="14"/>
                        <a:pt x="197" y="14"/>
                      </a:cubicBezTo>
                      <a:cubicBezTo>
                        <a:pt x="196" y="16"/>
                        <a:pt x="196" y="16"/>
                        <a:pt x="196" y="16"/>
                      </a:cubicBezTo>
                      <a:cubicBezTo>
                        <a:pt x="196" y="16"/>
                        <a:pt x="196" y="17"/>
                        <a:pt x="196" y="17"/>
                      </a:cubicBezTo>
                      <a:cubicBezTo>
                        <a:pt x="196" y="18"/>
                        <a:pt x="194" y="18"/>
                        <a:pt x="194" y="18"/>
                      </a:cubicBezTo>
                      <a:cubicBezTo>
                        <a:pt x="194" y="18"/>
                        <a:pt x="194" y="19"/>
                        <a:pt x="193" y="18"/>
                      </a:cubicBezTo>
                      <a:cubicBezTo>
                        <a:pt x="192" y="18"/>
                        <a:pt x="192" y="18"/>
                        <a:pt x="192" y="18"/>
                      </a:cubicBezTo>
                      <a:cubicBezTo>
                        <a:pt x="192" y="18"/>
                        <a:pt x="192" y="19"/>
                        <a:pt x="192" y="19"/>
                      </a:cubicBezTo>
                      <a:cubicBezTo>
                        <a:pt x="191" y="20"/>
                        <a:pt x="191" y="19"/>
                        <a:pt x="190" y="20"/>
                      </a:cubicBezTo>
                      <a:cubicBezTo>
                        <a:pt x="190" y="20"/>
                        <a:pt x="190" y="20"/>
                        <a:pt x="190" y="20"/>
                      </a:cubicBezTo>
                      <a:cubicBezTo>
                        <a:pt x="190" y="21"/>
                        <a:pt x="190" y="22"/>
                        <a:pt x="189" y="22"/>
                      </a:cubicBezTo>
                      <a:cubicBezTo>
                        <a:pt x="189" y="22"/>
                        <a:pt x="188" y="21"/>
                        <a:pt x="187" y="20"/>
                      </a:cubicBezTo>
                      <a:cubicBezTo>
                        <a:pt x="187" y="20"/>
                        <a:pt x="185" y="19"/>
                        <a:pt x="185" y="20"/>
                      </a:cubicBezTo>
                      <a:cubicBezTo>
                        <a:pt x="185" y="20"/>
                        <a:pt x="184" y="21"/>
                        <a:pt x="184" y="21"/>
                      </a:cubicBezTo>
                      <a:cubicBezTo>
                        <a:pt x="184" y="22"/>
                        <a:pt x="184" y="22"/>
                        <a:pt x="184" y="22"/>
                      </a:cubicBezTo>
                      <a:cubicBezTo>
                        <a:pt x="184" y="22"/>
                        <a:pt x="182" y="21"/>
                        <a:pt x="182" y="21"/>
                      </a:cubicBezTo>
                      <a:cubicBezTo>
                        <a:pt x="182" y="20"/>
                        <a:pt x="182" y="19"/>
                        <a:pt x="182" y="19"/>
                      </a:cubicBezTo>
                      <a:cubicBezTo>
                        <a:pt x="182" y="18"/>
                        <a:pt x="183" y="18"/>
                        <a:pt x="183" y="18"/>
                      </a:cubicBezTo>
                      <a:cubicBezTo>
                        <a:pt x="184" y="18"/>
                        <a:pt x="183" y="18"/>
                        <a:pt x="184" y="17"/>
                      </a:cubicBezTo>
                      <a:cubicBezTo>
                        <a:pt x="185" y="17"/>
                        <a:pt x="185" y="16"/>
                        <a:pt x="185" y="16"/>
                      </a:cubicBezTo>
                      <a:cubicBezTo>
                        <a:pt x="185" y="16"/>
                        <a:pt x="185" y="14"/>
                        <a:pt x="184" y="15"/>
                      </a:cubicBezTo>
                      <a:cubicBezTo>
                        <a:pt x="183" y="16"/>
                        <a:pt x="182" y="16"/>
                        <a:pt x="182" y="16"/>
                      </a:cubicBezTo>
                      <a:cubicBezTo>
                        <a:pt x="180" y="15"/>
                        <a:pt x="180" y="15"/>
                        <a:pt x="180" y="15"/>
                      </a:cubicBezTo>
                      <a:cubicBezTo>
                        <a:pt x="179" y="15"/>
                        <a:pt x="179" y="15"/>
                        <a:pt x="179" y="15"/>
                      </a:cubicBezTo>
                      <a:cubicBezTo>
                        <a:pt x="179" y="15"/>
                        <a:pt x="178" y="14"/>
                        <a:pt x="178" y="15"/>
                      </a:cubicBezTo>
                      <a:cubicBezTo>
                        <a:pt x="177" y="15"/>
                        <a:pt x="177" y="15"/>
                        <a:pt x="177" y="15"/>
                      </a:cubicBezTo>
                      <a:cubicBezTo>
                        <a:pt x="177" y="16"/>
                        <a:pt x="176" y="16"/>
                        <a:pt x="176" y="16"/>
                      </a:cubicBezTo>
                      <a:cubicBezTo>
                        <a:pt x="175" y="16"/>
                        <a:pt x="175" y="15"/>
                        <a:pt x="175" y="14"/>
                      </a:cubicBezTo>
                      <a:cubicBezTo>
                        <a:pt x="175" y="14"/>
                        <a:pt x="176" y="13"/>
                        <a:pt x="175" y="12"/>
                      </a:cubicBezTo>
                      <a:cubicBezTo>
                        <a:pt x="174" y="12"/>
                        <a:pt x="174" y="11"/>
                        <a:pt x="173" y="12"/>
                      </a:cubicBezTo>
                      <a:cubicBezTo>
                        <a:pt x="173" y="12"/>
                        <a:pt x="174" y="13"/>
                        <a:pt x="173" y="14"/>
                      </a:cubicBezTo>
                      <a:cubicBezTo>
                        <a:pt x="173" y="14"/>
                        <a:pt x="172" y="14"/>
                        <a:pt x="172" y="14"/>
                      </a:cubicBezTo>
                      <a:cubicBezTo>
                        <a:pt x="171" y="14"/>
                        <a:pt x="170" y="15"/>
                        <a:pt x="170" y="14"/>
                      </a:cubicBezTo>
                      <a:cubicBezTo>
                        <a:pt x="170" y="14"/>
                        <a:pt x="168" y="14"/>
                        <a:pt x="168" y="14"/>
                      </a:cubicBezTo>
                      <a:cubicBezTo>
                        <a:pt x="168" y="14"/>
                        <a:pt x="168" y="14"/>
                        <a:pt x="167" y="14"/>
                      </a:cubicBezTo>
                      <a:cubicBezTo>
                        <a:pt x="166" y="13"/>
                        <a:pt x="166" y="12"/>
                        <a:pt x="166" y="12"/>
                      </a:cubicBezTo>
                      <a:cubicBezTo>
                        <a:pt x="166" y="12"/>
                        <a:pt x="168" y="10"/>
                        <a:pt x="168" y="10"/>
                      </a:cubicBezTo>
                      <a:cubicBezTo>
                        <a:pt x="168" y="10"/>
                        <a:pt x="169" y="9"/>
                        <a:pt x="168" y="8"/>
                      </a:cubicBezTo>
                      <a:cubicBezTo>
                        <a:pt x="167" y="8"/>
                        <a:pt x="166" y="7"/>
                        <a:pt x="166" y="7"/>
                      </a:cubicBezTo>
                      <a:cubicBezTo>
                        <a:pt x="166" y="7"/>
                        <a:pt x="166" y="6"/>
                        <a:pt x="166" y="5"/>
                      </a:cubicBezTo>
                      <a:cubicBezTo>
                        <a:pt x="166" y="5"/>
                        <a:pt x="166" y="4"/>
                        <a:pt x="166" y="4"/>
                      </a:cubicBezTo>
                      <a:cubicBezTo>
                        <a:pt x="166" y="4"/>
                        <a:pt x="166" y="3"/>
                        <a:pt x="166" y="2"/>
                      </a:cubicBezTo>
                      <a:cubicBezTo>
                        <a:pt x="166" y="2"/>
                        <a:pt x="165" y="1"/>
                        <a:pt x="164" y="1"/>
                      </a:cubicBezTo>
                      <a:cubicBezTo>
                        <a:pt x="163" y="1"/>
                        <a:pt x="162" y="1"/>
                        <a:pt x="162" y="1"/>
                      </a:cubicBezTo>
                      <a:cubicBezTo>
                        <a:pt x="162" y="1"/>
                        <a:pt x="161" y="2"/>
                        <a:pt x="161" y="2"/>
                      </a:cubicBezTo>
                      <a:cubicBezTo>
                        <a:pt x="161" y="2"/>
                        <a:pt x="160" y="2"/>
                        <a:pt x="160" y="2"/>
                      </a:cubicBezTo>
                      <a:cubicBezTo>
                        <a:pt x="159" y="2"/>
                        <a:pt x="157" y="0"/>
                        <a:pt x="157" y="0"/>
                      </a:cubicBezTo>
                      <a:cubicBezTo>
                        <a:pt x="154" y="0"/>
                        <a:pt x="154" y="0"/>
                        <a:pt x="154" y="0"/>
                      </a:cubicBezTo>
                      <a:cubicBezTo>
                        <a:pt x="154" y="0"/>
                        <a:pt x="153" y="0"/>
                        <a:pt x="153" y="0"/>
                      </a:cubicBezTo>
                      <a:cubicBezTo>
                        <a:pt x="153" y="0"/>
                        <a:pt x="151" y="0"/>
                        <a:pt x="151" y="0"/>
                      </a:cubicBezTo>
                      <a:cubicBezTo>
                        <a:pt x="151" y="0"/>
                        <a:pt x="151" y="1"/>
                        <a:pt x="150" y="1"/>
                      </a:cubicBezTo>
                      <a:cubicBezTo>
                        <a:pt x="150" y="1"/>
                        <a:pt x="148" y="2"/>
                        <a:pt x="148" y="2"/>
                      </a:cubicBezTo>
                      <a:cubicBezTo>
                        <a:pt x="148" y="2"/>
                        <a:pt x="147" y="2"/>
                        <a:pt x="148" y="2"/>
                      </a:cubicBezTo>
                      <a:cubicBezTo>
                        <a:pt x="148" y="3"/>
                        <a:pt x="148" y="3"/>
                        <a:pt x="148" y="3"/>
                      </a:cubicBezTo>
                      <a:cubicBezTo>
                        <a:pt x="148" y="4"/>
                        <a:pt x="148" y="4"/>
                        <a:pt x="148" y="4"/>
                      </a:cubicBezTo>
                      <a:cubicBezTo>
                        <a:pt x="147" y="4"/>
                        <a:pt x="144" y="5"/>
                        <a:pt x="144" y="6"/>
                      </a:cubicBezTo>
                      <a:cubicBezTo>
                        <a:pt x="144" y="6"/>
                        <a:pt x="134" y="8"/>
                        <a:pt x="134" y="8"/>
                      </a:cubicBezTo>
                      <a:cubicBezTo>
                        <a:pt x="134" y="8"/>
                        <a:pt x="132" y="8"/>
                        <a:pt x="132" y="8"/>
                      </a:cubicBezTo>
                      <a:cubicBezTo>
                        <a:pt x="132" y="8"/>
                        <a:pt x="131" y="9"/>
                        <a:pt x="131" y="9"/>
                      </a:cubicBezTo>
                      <a:cubicBezTo>
                        <a:pt x="131" y="9"/>
                        <a:pt x="130" y="8"/>
                        <a:pt x="130" y="9"/>
                      </a:cubicBezTo>
                      <a:cubicBezTo>
                        <a:pt x="129" y="9"/>
                        <a:pt x="127" y="9"/>
                        <a:pt x="127" y="9"/>
                      </a:cubicBezTo>
                      <a:cubicBezTo>
                        <a:pt x="127" y="9"/>
                        <a:pt x="127" y="10"/>
                        <a:pt x="127" y="10"/>
                      </a:cubicBezTo>
                      <a:cubicBezTo>
                        <a:pt x="127" y="11"/>
                        <a:pt x="127" y="12"/>
                        <a:pt x="127" y="12"/>
                      </a:cubicBezTo>
                      <a:cubicBezTo>
                        <a:pt x="123" y="11"/>
                        <a:pt x="123" y="11"/>
                        <a:pt x="123" y="11"/>
                      </a:cubicBezTo>
                      <a:cubicBezTo>
                        <a:pt x="123" y="11"/>
                        <a:pt x="122" y="12"/>
                        <a:pt x="121" y="12"/>
                      </a:cubicBezTo>
                      <a:cubicBezTo>
                        <a:pt x="121" y="12"/>
                        <a:pt x="119" y="12"/>
                        <a:pt x="119" y="13"/>
                      </a:cubicBezTo>
                      <a:cubicBezTo>
                        <a:pt x="119" y="13"/>
                        <a:pt x="118" y="13"/>
                        <a:pt x="118" y="13"/>
                      </a:cubicBezTo>
                      <a:cubicBezTo>
                        <a:pt x="118" y="13"/>
                        <a:pt x="117" y="13"/>
                        <a:pt x="117" y="13"/>
                      </a:cubicBezTo>
                      <a:cubicBezTo>
                        <a:pt x="116" y="13"/>
                        <a:pt x="115" y="13"/>
                        <a:pt x="115" y="13"/>
                      </a:cubicBezTo>
                      <a:cubicBezTo>
                        <a:pt x="114" y="13"/>
                        <a:pt x="114" y="13"/>
                        <a:pt x="114" y="13"/>
                      </a:cubicBezTo>
                      <a:cubicBezTo>
                        <a:pt x="113" y="14"/>
                        <a:pt x="113" y="14"/>
                        <a:pt x="113" y="14"/>
                      </a:cubicBezTo>
                      <a:cubicBezTo>
                        <a:pt x="112" y="15"/>
                        <a:pt x="110" y="15"/>
                        <a:pt x="110" y="15"/>
                      </a:cubicBezTo>
                      <a:cubicBezTo>
                        <a:pt x="110" y="15"/>
                        <a:pt x="109" y="16"/>
                        <a:pt x="109" y="16"/>
                      </a:cubicBezTo>
                      <a:cubicBezTo>
                        <a:pt x="107" y="15"/>
                        <a:pt x="107" y="15"/>
                        <a:pt x="107" y="15"/>
                      </a:cubicBezTo>
                      <a:cubicBezTo>
                        <a:pt x="107" y="15"/>
                        <a:pt x="106" y="15"/>
                        <a:pt x="106" y="16"/>
                      </a:cubicBezTo>
                      <a:cubicBezTo>
                        <a:pt x="105" y="16"/>
                        <a:pt x="106" y="16"/>
                        <a:pt x="105" y="16"/>
                      </a:cubicBezTo>
                      <a:cubicBezTo>
                        <a:pt x="104" y="16"/>
                        <a:pt x="103" y="15"/>
                        <a:pt x="103" y="15"/>
                      </a:cubicBezTo>
                      <a:cubicBezTo>
                        <a:pt x="103" y="16"/>
                        <a:pt x="102" y="16"/>
                        <a:pt x="102" y="16"/>
                      </a:cubicBezTo>
                      <a:cubicBezTo>
                        <a:pt x="101" y="16"/>
                        <a:pt x="100" y="16"/>
                        <a:pt x="100" y="16"/>
                      </a:cubicBezTo>
                      <a:cubicBezTo>
                        <a:pt x="100" y="16"/>
                        <a:pt x="100" y="16"/>
                        <a:pt x="100" y="16"/>
                      </a:cubicBezTo>
                      <a:cubicBezTo>
                        <a:pt x="100" y="17"/>
                        <a:pt x="100" y="17"/>
                        <a:pt x="99" y="17"/>
                      </a:cubicBezTo>
                      <a:cubicBezTo>
                        <a:pt x="99" y="17"/>
                        <a:pt x="98" y="17"/>
                        <a:pt x="98" y="17"/>
                      </a:cubicBezTo>
                      <a:cubicBezTo>
                        <a:pt x="98" y="17"/>
                        <a:pt x="98" y="17"/>
                        <a:pt x="98" y="17"/>
                      </a:cubicBezTo>
                      <a:cubicBezTo>
                        <a:pt x="98" y="17"/>
                        <a:pt x="98" y="17"/>
                        <a:pt x="98" y="17"/>
                      </a:cubicBezTo>
                      <a:cubicBezTo>
                        <a:pt x="98" y="17"/>
                        <a:pt x="99" y="18"/>
                        <a:pt x="99" y="18"/>
                      </a:cubicBezTo>
                      <a:cubicBezTo>
                        <a:pt x="99" y="18"/>
                        <a:pt x="100" y="18"/>
                        <a:pt x="99" y="19"/>
                      </a:cubicBezTo>
                      <a:cubicBezTo>
                        <a:pt x="99" y="19"/>
                        <a:pt x="99" y="19"/>
                        <a:pt x="98" y="20"/>
                      </a:cubicBezTo>
                      <a:cubicBezTo>
                        <a:pt x="98" y="20"/>
                        <a:pt x="98" y="20"/>
                        <a:pt x="98" y="20"/>
                      </a:cubicBezTo>
                      <a:cubicBezTo>
                        <a:pt x="98" y="20"/>
                        <a:pt x="98" y="20"/>
                        <a:pt x="99" y="20"/>
                      </a:cubicBezTo>
                      <a:cubicBezTo>
                        <a:pt x="100" y="20"/>
                        <a:pt x="101" y="21"/>
                        <a:pt x="102" y="21"/>
                      </a:cubicBezTo>
                      <a:cubicBezTo>
                        <a:pt x="102" y="21"/>
                        <a:pt x="102" y="21"/>
                        <a:pt x="102" y="21"/>
                      </a:cubicBezTo>
                      <a:cubicBezTo>
                        <a:pt x="102" y="21"/>
                        <a:pt x="103" y="22"/>
                        <a:pt x="103" y="22"/>
                      </a:cubicBezTo>
                      <a:cubicBezTo>
                        <a:pt x="102" y="22"/>
                        <a:pt x="101" y="22"/>
                        <a:pt x="100" y="23"/>
                      </a:cubicBezTo>
                      <a:cubicBezTo>
                        <a:pt x="100" y="23"/>
                        <a:pt x="100" y="23"/>
                        <a:pt x="100" y="23"/>
                      </a:cubicBezTo>
                      <a:cubicBezTo>
                        <a:pt x="100" y="23"/>
                        <a:pt x="100" y="24"/>
                        <a:pt x="101" y="24"/>
                      </a:cubicBezTo>
                      <a:cubicBezTo>
                        <a:pt x="102" y="24"/>
                        <a:pt x="103" y="25"/>
                        <a:pt x="104" y="25"/>
                      </a:cubicBezTo>
                      <a:cubicBezTo>
                        <a:pt x="104" y="26"/>
                        <a:pt x="104" y="26"/>
                        <a:pt x="104" y="26"/>
                      </a:cubicBezTo>
                      <a:cubicBezTo>
                        <a:pt x="105" y="26"/>
                        <a:pt x="105" y="26"/>
                        <a:pt x="105" y="26"/>
                      </a:cubicBezTo>
                      <a:cubicBezTo>
                        <a:pt x="105" y="26"/>
                        <a:pt x="106" y="26"/>
                        <a:pt x="106" y="27"/>
                      </a:cubicBezTo>
                      <a:cubicBezTo>
                        <a:pt x="106" y="27"/>
                        <a:pt x="106" y="27"/>
                        <a:pt x="106" y="28"/>
                      </a:cubicBezTo>
                      <a:cubicBezTo>
                        <a:pt x="106" y="28"/>
                        <a:pt x="105" y="28"/>
                        <a:pt x="105" y="28"/>
                      </a:cubicBezTo>
                      <a:cubicBezTo>
                        <a:pt x="104" y="28"/>
                        <a:pt x="103" y="28"/>
                        <a:pt x="103" y="28"/>
                      </a:cubicBezTo>
                      <a:cubicBezTo>
                        <a:pt x="102" y="28"/>
                        <a:pt x="102" y="28"/>
                        <a:pt x="102" y="28"/>
                      </a:cubicBezTo>
                      <a:cubicBezTo>
                        <a:pt x="101" y="27"/>
                        <a:pt x="99" y="28"/>
                        <a:pt x="99" y="28"/>
                      </a:cubicBezTo>
                      <a:cubicBezTo>
                        <a:pt x="97" y="30"/>
                        <a:pt x="97" y="30"/>
                        <a:pt x="97" y="30"/>
                      </a:cubicBezTo>
                      <a:cubicBezTo>
                        <a:pt x="97" y="32"/>
                        <a:pt x="97" y="32"/>
                        <a:pt x="97" y="32"/>
                      </a:cubicBezTo>
                      <a:cubicBezTo>
                        <a:pt x="99" y="34"/>
                        <a:pt x="99" y="34"/>
                        <a:pt x="99" y="34"/>
                      </a:cubicBezTo>
                      <a:cubicBezTo>
                        <a:pt x="97" y="36"/>
                        <a:pt x="97" y="36"/>
                        <a:pt x="97" y="36"/>
                      </a:cubicBezTo>
                      <a:cubicBezTo>
                        <a:pt x="92" y="39"/>
                        <a:pt x="92" y="39"/>
                        <a:pt x="92" y="39"/>
                      </a:cubicBezTo>
                      <a:cubicBezTo>
                        <a:pt x="95" y="40"/>
                        <a:pt x="95" y="40"/>
                        <a:pt x="95" y="40"/>
                      </a:cubicBezTo>
                      <a:cubicBezTo>
                        <a:pt x="95" y="43"/>
                        <a:pt x="95" y="43"/>
                        <a:pt x="95" y="43"/>
                      </a:cubicBezTo>
                      <a:cubicBezTo>
                        <a:pt x="98" y="43"/>
                        <a:pt x="98" y="43"/>
                        <a:pt x="98" y="43"/>
                      </a:cubicBezTo>
                      <a:cubicBezTo>
                        <a:pt x="98" y="43"/>
                        <a:pt x="98" y="44"/>
                        <a:pt x="98" y="44"/>
                      </a:cubicBezTo>
                      <a:cubicBezTo>
                        <a:pt x="98" y="44"/>
                        <a:pt x="99" y="44"/>
                        <a:pt x="99" y="44"/>
                      </a:cubicBezTo>
                      <a:cubicBezTo>
                        <a:pt x="101" y="44"/>
                        <a:pt x="101" y="44"/>
                        <a:pt x="101" y="44"/>
                      </a:cubicBezTo>
                      <a:cubicBezTo>
                        <a:pt x="102" y="45"/>
                        <a:pt x="102" y="45"/>
                        <a:pt x="102" y="45"/>
                      </a:cubicBezTo>
                      <a:cubicBezTo>
                        <a:pt x="103" y="46"/>
                        <a:pt x="103" y="46"/>
                        <a:pt x="103" y="46"/>
                      </a:cubicBezTo>
                      <a:cubicBezTo>
                        <a:pt x="102" y="47"/>
                        <a:pt x="102" y="47"/>
                        <a:pt x="102" y="47"/>
                      </a:cubicBezTo>
                      <a:cubicBezTo>
                        <a:pt x="102" y="50"/>
                        <a:pt x="102" y="50"/>
                        <a:pt x="102" y="50"/>
                      </a:cubicBezTo>
                      <a:cubicBezTo>
                        <a:pt x="102" y="50"/>
                        <a:pt x="102" y="51"/>
                        <a:pt x="101" y="51"/>
                      </a:cubicBezTo>
                      <a:cubicBezTo>
                        <a:pt x="101" y="51"/>
                        <a:pt x="100" y="52"/>
                        <a:pt x="100" y="52"/>
                      </a:cubicBezTo>
                      <a:cubicBezTo>
                        <a:pt x="99" y="52"/>
                        <a:pt x="98" y="53"/>
                        <a:pt x="98" y="53"/>
                      </a:cubicBezTo>
                      <a:cubicBezTo>
                        <a:pt x="94" y="53"/>
                        <a:pt x="94" y="53"/>
                        <a:pt x="94" y="53"/>
                      </a:cubicBezTo>
                      <a:cubicBezTo>
                        <a:pt x="94" y="53"/>
                        <a:pt x="92" y="51"/>
                        <a:pt x="92" y="51"/>
                      </a:cubicBezTo>
                      <a:cubicBezTo>
                        <a:pt x="92" y="51"/>
                        <a:pt x="92" y="52"/>
                        <a:pt x="92" y="52"/>
                      </a:cubicBezTo>
                      <a:cubicBezTo>
                        <a:pt x="92" y="52"/>
                        <a:pt x="90" y="55"/>
                        <a:pt x="90" y="55"/>
                      </a:cubicBezTo>
                      <a:cubicBezTo>
                        <a:pt x="89" y="55"/>
                        <a:pt x="89" y="55"/>
                        <a:pt x="89" y="55"/>
                      </a:cubicBezTo>
                      <a:cubicBezTo>
                        <a:pt x="89" y="53"/>
                        <a:pt x="89" y="53"/>
                        <a:pt x="89" y="53"/>
                      </a:cubicBezTo>
                      <a:cubicBezTo>
                        <a:pt x="84" y="53"/>
                        <a:pt x="84" y="53"/>
                        <a:pt x="84" y="53"/>
                      </a:cubicBezTo>
                      <a:cubicBezTo>
                        <a:pt x="84" y="53"/>
                        <a:pt x="82" y="51"/>
                        <a:pt x="82" y="51"/>
                      </a:cubicBezTo>
                      <a:cubicBezTo>
                        <a:pt x="82" y="51"/>
                        <a:pt x="82" y="49"/>
                        <a:pt x="82" y="49"/>
                      </a:cubicBezTo>
                      <a:cubicBezTo>
                        <a:pt x="81" y="49"/>
                        <a:pt x="81" y="49"/>
                        <a:pt x="81" y="49"/>
                      </a:cubicBezTo>
                      <a:cubicBezTo>
                        <a:pt x="81" y="48"/>
                        <a:pt x="81" y="48"/>
                        <a:pt x="81" y="48"/>
                      </a:cubicBezTo>
                      <a:cubicBezTo>
                        <a:pt x="81" y="48"/>
                        <a:pt x="79" y="48"/>
                        <a:pt x="79" y="48"/>
                      </a:cubicBezTo>
                      <a:cubicBezTo>
                        <a:pt x="79" y="49"/>
                        <a:pt x="78" y="48"/>
                        <a:pt x="78" y="48"/>
                      </a:cubicBezTo>
                      <a:cubicBezTo>
                        <a:pt x="78" y="48"/>
                        <a:pt x="77" y="48"/>
                        <a:pt x="77" y="48"/>
                      </a:cubicBezTo>
                      <a:cubicBezTo>
                        <a:pt x="77" y="49"/>
                        <a:pt x="77" y="49"/>
                        <a:pt x="77" y="50"/>
                      </a:cubicBezTo>
                      <a:cubicBezTo>
                        <a:pt x="76" y="50"/>
                        <a:pt x="76" y="50"/>
                        <a:pt x="76" y="50"/>
                      </a:cubicBezTo>
                      <a:cubicBezTo>
                        <a:pt x="75" y="50"/>
                        <a:pt x="74" y="50"/>
                        <a:pt x="74" y="50"/>
                      </a:cubicBezTo>
                      <a:cubicBezTo>
                        <a:pt x="74" y="50"/>
                        <a:pt x="73" y="48"/>
                        <a:pt x="72" y="48"/>
                      </a:cubicBezTo>
                      <a:cubicBezTo>
                        <a:pt x="72" y="48"/>
                        <a:pt x="70" y="48"/>
                        <a:pt x="70" y="48"/>
                      </a:cubicBezTo>
                      <a:cubicBezTo>
                        <a:pt x="69" y="49"/>
                        <a:pt x="69" y="49"/>
                        <a:pt x="69" y="49"/>
                      </a:cubicBezTo>
                      <a:cubicBezTo>
                        <a:pt x="69" y="49"/>
                        <a:pt x="68" y="49"/>
                        <a:pt x="68" y="49"/>
                      </a:cubicBezTo>
                      <a:cubicBezTo>
                        <a:pt x="68" y="49"/>
                        <a:pt x="67" y="49"/>
                        <a:pt x="67" y="50"/>
                      </a:cubicBezTo>
                      <a:cubicBezTo>
                        <a:pt x="67" y="50"/>
                        <a:pt x="67" y="51"/>
                        <a:pt x="67" y="51"/>
                      </a:cubicBezTo>
                      <a:cubicBezTo>
                        <a:pt x="67" y="51"/>
                        <a:pt x="66" y="50"/>
                        <a:pt x="66" y="50"/>
                      </a:cubicBezTo>
                      <a:cubicBezTo>
                        <a:pt x="66" y="51"/>
                        <a:pt x="65" y="52"/>
                        <a:pt x="65" y="52"/>
                      </a:cubicBezTo>
                      <a:cubicBezTo>
                        <a:pt x="65" y="52"/>
                        <a:pt x="63" y="54"/>
                        <a:pt x="63" y="54"/>
                      </a:cubicBezTo>
                      <a:cubicBezTo>
                        <a:pt x="62" y="54"/>
                        <a:pt x="62" y="54"/>
                        <a:pt x="62" y="54"/>
                      </a:cubicBezTo>
                      <a:cubicBezTo>
                        <a:pt x="62" y="54"/>
                        <a:pt x="58" y="51"/>
                        <a:pt x="58" y="51"/>
                      </a:cubicBezTo>
                      <a:cubicBezTo>
                        <a:pt x="58" y="51"/>
                        <a:pt x="59" y="50"/>
                        <a:pt x="58" y="50"/>
                      </a:cubicBezTo>
                      <a:cubicBezTo>
                        <a:pt x="58" y="50"/>
                        <a:pt x="57" y="49"/>
                        <a:pt x="56" y="49"/>
                      </a:cubicBezTo>
                      <a:cubicBezTo>
                        <a:pt x="56" y="49"/>
                        <a:pt x="55" y="48"/>
                        <a:pt x="55" y="49"/>
                      </a:cubicBezTo>
                      <a:cubicBezTo>
                        <a:pt x="55" y="50"/>
                        <a:pt x="55" y="50"/>
                        <a:pt x="55" y="50"/>
                      </a:cubicBezTo>
                      <a:cubicBezTo>
                        <a:pt x="55" y="50"/>
                        <a:pt x="56" y="52"/>
                        <a:pt x="56" y="53"/>
                      </a:cubicBezTo>
                      <a:cubicBezTo>
                        <a:pt x="56" y="53"/>
                        <a:pt x="56" y="54"/>
                        <a:pt x="56" y="54"/>
                      </a:cubicBezTo>
                      <a:cubicBezTo>
                        <a:pt x="56" y="54"/>
                        <a:pt x="55" y="55"/>
                        <a:pt x="54" y="54"/>
                      </a:cubicBezTo>
                      <a:cubicBezTo>
                        <a:pt x="54" y="54"/>
                        <a:pt x="53" y="53"/>
                        <a:pt x="54" y="52"/>
                      </a:cubicBezTo>
                      <a:cubicBezTo>
                        <a:pt x="54" y="52"/>
                        <a:pt x="54" y="51"/>
                        <a:pt x="54" y="51"/>
                      </a:cubicBezTo>
                      <a:cubicBezTo>
                        <a:pt x="54" y="50"/>
                        <a:pt x="52" y="49"/>
                        <a:pt x="52" y="49"/>
                      </a:cubicBezTo>
                      <a:cubicBezTo>
                        <a:pt x="52" y="49"/>
                        <a:pt x="51" y="47"/>
                        <a:pt x="51" y="47"/>
                      </a:cubicBezTo>
                      <a:cubicBezTo>
                        <a:pt x="50" y="47"/>
                        <a:pt x="49" y="46"/>
                        <a:pt x="48" y="46"/>
                      </a:cubicBezTo>
                      <a:cubicBezTo>
                        <a:pt x="48" y="46"/>
                        <a:pt x="46" y="43"/>
                        <a:pt x="46" y="43"/>
                      </a:cubicBezTo>
                      <a:cubicBezTo>
                        <a:pt x="43" y="44"/>
                        <a:pt x="43" y="44"/>
                        <a:pt x="43" y="44"/>
                      </a:cubicBezTo>
                      <a:cubicBezTo>
                        <a:pt x="43" y="44"/>
                        <a:pt x="42" y="45"/>
                        <a:pt x="41" y="44"/>
                      </a:cubicBezTo>
                      <a:cubicBezTo>
                        <a:pt x="41" y="44"/>
                        <a:pt x="40" y="41"/>
                        <a:pt x="40" y="41"/>
                      </a:cubicBezTo>
                      <a:cubicBezTo>
                        <a:pt x="40" y="41"/>
                        <a:pt x="39" y="42"/>
                        <a:pt x="39" y="42"/>
                      </a:cubicBezTo>
                      <a:cubicBezTo>
                        <a:pt x="38" y="42"/>
                        <a:pt x="37" y="42"/>
                        <a:pt x="37" y="42"/>
                      </a:cubicBezTo>
                      <a:cubicBezTo>
                        <a:pt x="37" y="42"/>
                        <a:pt x="36" y="43"/>
                        <a:pt x="36" y="43"/>
                      </a:cubicBezTo>
                      <a:cubicBezTo>
                        <a:pt x="36" y="44"/>
                        <a:pt x="34" y="43"/>
                        <a:pt x="34" y="43"/>
                      </a:cubicBezTo>
                      <a:cubicBezTo>
                        <a:pt x="34" y="43"/>
                        <a:pt x="34" y="44"/>
                        <a:pt x="34" y="44"/>
                      </a:cubicBezTo>
                      <a:cubicBezTo>
                        <a:pt x="33" y="44"/>
                        <a:pt x="33" y="43"/>
                        <a:pt x="33" y="43"/>
                      </a:cubicBezTo>
                      <a:cubicBezTo>
                        <a:pt x="33" y="43"/>
                        <a:pt x="32" y="42"/>
                        <a:pt x="32" y="42"/>
                      </a:cubicBezTo>
                      <a:cubicBezTo>
                        <a:pt x="32" y="42"/>
                        <a:pt x="30" y="41"/>
                        <a:pt x="30" y="41"/>
                      </a:cubicBezTo>
                      <a:cubicBezTo>
                        <a:pt x="29" y="42"/>
                        <a:pt x="29" y="42"/>
                        <a:pt x="29" y="42"/>
                      </a:cubicBezTo>
                      <a:cubicBezTo>
                        <a:pt x="28" y="43"/>
                        <a:pt x="28" y="43"/>
                        <a:pt x="28" y="43"/>
                      </a:cubicBezTo>
                      <a:cubicBezTo>
                        <a:pt x="27" y="44"/>
                        <a:pt x="27" y="44"/>
                        <a:pt x="27" y="44"/>
                      </a:cubicBezTo>
                      <a:cubicBezTo>
                        <a:pt x="26" y="45"/>
                        <a:pt x="26" y="45"/>
                        <a:pt x="26" y="45"/>
                      </a:cubicBezTo>
                      <a:cubicBezTo>
                        <a:pt x="23" y="48"/>
                        <a:pt x="23" y="48"/>
                        <a:pt x="23" y="48"/>
                      </a:cubicBezTo>
                      <a:cubicBezTo>
                        <a:pt x="20" y="48"/>
                        <a:pt x="20" y="48"/>
                        <a:pt x="20" y="48"/>
                      </a:cubicBezTo>
                      <a:cubicBezTo>
                        <a:pt x="20" y="51"/>
                        <a:pt x="20" y="51"/>
                        <a:pt x="20" y="51"/>
                      </a:cubicBezTo>
                      <a:cubicBezTo>
                        <a:pt x="17" y="53"/>
                        <a:pt x="17" y="53"/>
                        <a:pt x="17" y="53"/>
                      </a:cubicBezTo>
                      <a:cubicBezTo>
                        <a:pt x="15" y="53"/>
                        <a:pt x="15" y="53"/>
                        <a:pt x="15" y="53"/>
                      </a:cubicBezTo>
                      <a:cubicBezTo>
                        <a:pt x="15" y="54"/>
                        <a:pt x="15" y="54"/>
                        <a:pt x="15" y="54"/>
                      </a:cubicBezTo>
                      <a:cubicBezTo>
                        <a:pt x="15" y="54"/>
                        <a:pt x="15" y="55"/>
                        <a:pt x="15" y="55"/>
                      </a:cubicBezTo>
                      <a:cubicBezTo>
                        <a:pt x="15" y="56"/>
                        <a:pt x="15" y="58"/>
                        <a:pt x="15" y="58"/>
                      </a:cubicBezTo>
                      <a:cubicBezTo>
                        <a:pt x="17" y="60"/>
                        <a:pt x="17" y="60"/>
                        <a:pt x="17" y="60"/>
                      </a:cubicBezTo>
                      <a:cubicBezTo>
                        <a:pt x="14" y="62"/>
                        <a:pt x="14" y="62"/>
                        <a:pt x="14" y="62"/>
                      </a:cubicBezTo>
                      <a:cubicBezTo>
                        <a:pt x="14" y="62"/>
                        <a:pt x="12" y="62"/>
                        <a:pt x="12" y="61"/>
                      </a:cubicBezTo>
                      <a:cubicBezTo>
                        <a:pt x="12" y="61"/>
                        <a:pt x="11" y="60"/>
                        <a:pt x="11" y="60"/>
                      </a:cubicBezTo>
                      <a:cubicBezTo>
                        <a:pt x="11" y="60"/>
                        <a:pt x="11" y="59"/>
                        <a:pt x="11" y="58"/>
                      </a:cubicBezTo>
                      <a:cubicBezTo>
                        <a:pt x="10" y="58"/>
                        <a:pt x="8" y="55"/>
                        <a:pt x="8" y="55"/>
                      </a:cubicBezTo>
                      <a:cubicBezTo>
                        <a:pt x="6" y="56"/>
                        <a:pt x="6" y="56"/>
                        <a:pt x="6" y="56"/>
                      </a:cubicBezTo>
                      <a:cubicBezTo>
                        <a:pt x="6" y="56"/>
                        <a:pt x="6" y="58"/>
                        <a:pt x="6" y="58"/>
                      </a:cubicBezTo>
                      <a:cubicBezTo>
                        <a:pt x="6" y="58"/>
                        <a:pt x="6" y="59"/>
                        <a:pt x="6" y="59"/>
                      </a:cubicBezTo>
                      <a:cubicBezTo>
                        <a:pt x="6" y="59"/>
                        <a:pt x="5" y="61"/>
                        <a:pt x="5" y="61"/>
                      </a:cubicBezTo>
                      <a:cubicBezTo>
                        <a:pt x="3" y="61"/>
                        <a:pt x="3" y="61"/>
                        <a:pt x="3" y="61"/>
                      </a:cubicBezTo>
                      <a:cubicBezTo>
                        <a:pt x="3" y="61"/>
                        <a:pt x="2" y="65"/>
                        <a:pt x="2" y="66"/>
                      </a:cubicBezTo>
                      <a:cubicBezTo>
                        <a:pt x="2" y="66"/>
                        <a:pt x="2" y="66"/>
                        <a:pt x="2" y="66"/>
                      </a:cubicBezTo>
                      <a:cubicBezTo>
                        <a:pt x="3" y="68"/>
                        <a:pt x="3" y="68"/>
                        <a:pt x="3" y="68"/>
                      </a:cubicBezTo>
                      <a:cubicBezTo>
                        <a:pt x="4" y="69"/>
                        <a:pt x="4" y="69"/>
                        <a:pt x="4" y="69"/>
                      </a:cubicBezTo>
                      <a:cubicBezTo>
                        <a:pt x="4" y="69"/>
                        <a:pt x="3" y="70"/>
                        <a:pt x="3" y="70"/>
                      </a:cubicBezTo>
                      <a:cubicBezTo>
                        <a:pt x="3" y="71"/>
                        <a:pt x="2" y="72"/>
                        <a:pt x="2" y="72"/>
                      </a:cubicBezTo>
                      <a:cubicBezTo>
                        <a:pt x="1" y="73"/>
                        <a:pt x="1" y="73"/>
                        <a:pt x="1" y="74"/>
                      </a:cubicBezTo>
                      <a:cubicBezTo>
                        <a:pt x="1" y="74"/>
                        <a:pt x="0" y="76"/>
                        <a:pt x="0" y="76"/>
                      </a:cubicBezTo>
                      <a:cubicBezTo>
                        <a:pt x="0" y="76"/>
                        <a:pt x="3" y="77"/>
                        <a:pt x="3" y="77"/>
                      </a:cubicBezTo>
                      <a:cubicBezTo>
                        <a:pt x="3" y="77"/>
                        <a:pt x="5" y="77"/>
                        <a:pt x="5" y="78"/>
                      </a:cubicBezTo>
                      <a:cubicBezTo>
                        <a:pt x="5" y="78"/>
                        <a:pt x="5" y="80"/>
                        <a:pt x="5" y="80"/>
                      </a:cubicBezTo>
                      <a:cubicBezTo>
                        <a:pt x="5" y="80"/>
                        <a:pt x="4" y="82"/>
                        <a:pt x="4" y="82"/>
                      </a:cubicBezTo>
                      <a:cubicBezTo>
                        <a:pt x="4" y="82"/>
                        <a:pt x="5" y="83"/>
                        <a:pt x="5" y="83"/>
                      </a:cubicBezTo>
                      <a:cubicBezTo>
                        <a:pt x="5" y="83"/>
                        <a:pt x="6" y="84"/>
                        <a:pt x="6" y="84"/>
                      </a:cubicBezTo>
                      <a:cubicBezTo>
                        <a:pt x="6" y="84"/>
                        <a:pt x="7" y="83"/>
                        <a:pt x="7" y="83"/>
                      </a:cubicBezTo>
                      <a:cubicBezTo>
                        <a:pt x="7" y="83"/>
                        <a:pt x="9" y="83"/>
                        <a:pt x="10" y="83"/>
                      </a:cubicBezTo>
                      <a:cubicBezTo>
                        <a:pt x="10" y="83"/>
                        <a:pt x="12" y="84"/>
                        <a:pt x="12" y="84"/>
                      </a:cubicBezTo>
                      <a:cubicBezTo>
                        <a:pt x="17" y="93"/>
                        <a:pt x="17" y="93"/>
                        <a:pt x="17" y="93"/>
                      </a:cubicBezTo>
                      <a:cubicBezTo>
                        <a:pt x="16" y="94"/>
                        <a:pt x="16" y="94"/>
                        <a:pt x="16" y="94"/>
                      </a:cubicBezTo>
                      <a:cubicBezTo>
                        <a:pt x="15" y="93"/>
                        <a:pt x="15" y="93"/>
                        <a:pt x="15" y="93"/>
                      </a:cubicBezTo>
                      <a:cubicBezTo>
                        <a:pt x="14" y="94"/>
                        <a:pt x="14" y="94"/>
                        <a:pt x="14" y="94"/>
                      </a:cubicBezTo>
                      <a:cubicBezTo>
                        <a:pt x="14" y="95"/>
                        <a:pt x="14" y="95"/>
                        <a:pt x="14" y="95"/>
                      </a:cubicBezTo>
                      <a:cubicBezTo>
                        <a:pt x="16" y="95"/>
                        <a:pt x="16" y="95"/>
                        <a:pt x="16" y="95"/>
                      </a:cubicBezTo>
                      <a:cubicBezTo>
                        <a:pt x="19" y="98"/>
                        <a:pt x="19" y="98"/>
                        <a:pt x="19" y="98"/>
                      </a:cubicBezTo>
                      <a:cubicBezTo>
                        <a:pt x="20" y="98"/>
                        <a:pt x="20" y="99"/>
                        <a:pt x="21" y="99"/>
                      </a:cubicBezTo>
                      <a:cubicBezTo>
                        <a:pt x="22" y="99"/>
                        <a:pt x="23" y="99"/>
                        <a:pt x="23" y="98"/>
                      </a:cubicBezTo>
                      <a:cubicBezTo>
                        <a:pt x="23" y="98"/>
                        <a:pt x="23" y="97"/>
                        <a:pt x="23" y="97"/>
                      </a:cubicBezTo>
                      <a:cubicBezTo>
                        <a:pt x="24" y="95"/>
                        <a:pt x="26" y="93"/>
                        <a:pt x="28" y="92"/>
                      </a:cubicBezTo>
                      <a:cubicBezTo>
                        <a:pt x="29" y="92"/>
                        <a:pt x="29" y="92"/>
                        <a:pt x="30" y="91"/>
                      </a:cubicBezTo>
                      <a:cubicBezTo>
                        <a:pt x="31" y="91"/>
                        <a:pt x="32" y="90"/>
                        <a:pt x="33" y="90"/>
                      </a:cubicBezTo>
                      <a:cubicBezTo>
                        <a:pt x="34" y="90"/>
                        <a:pt x="34" y="91"/>
                        <a:pt x="35" y="92"/>
                      </a:cubicBezTo>
                      <a:cubicBezTo>
                        <a:pt x="36" y="92"/>
                        <a:pt x="36" y="93"/>
                        <a:pt x="37" y="93"/>
                      </a:cubicBezTo>
                      <a:cubicBezTo>
                        <a:pt x="38" y="93"/>
                        <a:pt x="38" y="92"/>
                        <a:pt x="38" y="93"/>
                      </a:cubicBezTo>
                      <a:cubicBezTo>
                        <a:pt x="39" y="93"/>
                        <a:pt x="39" y="93"/>
                        <a:pt x="39" y="93"/>
                      </a:cubicBezTo>
                      <a:cubicBezTo>
                        <a:pt x="40" y="94"/>
                        <a:pt x="40" y="93"/>
                        <a:pt x="40" y="93"/>
                      </a:cubicBezTo>
                      <a:cubicBezTo>
                        <a:pt x="41" y="92"/>
                        <a:pt x="40" y="92"/>
                        <a:pt x="41" y="92"/>
                      </a:cubicBezTo>
                      <a:cubicBezTo>
                        <a:pt x="41" y="91"/>
                        <a:pt x="41" y="91"/>
                        <a:pt x="41" y="91"/>
                      </a:cubicBezTo>
                      <a:cubicBezTo>
                        <a:pt x="42" y="91"/>
                        <a:pt x="42" y="92"/>
                        <a:pt x="43" y="92"/>
                      </a:cubicBezTo>
                      <a:cubicBezTo>
                        <a:pt x="44" y="92"/>
                        <a:pt x="45" y="92"/>
                        <a:pt x="45" y="92"/>
                      </a:cubicBezTo>
                      <a:cubicBezTo>
                        <a:pt x="45" y="92"/>
                        <a:pt x="45" y="93"/>
                        <a:pt x="45" y="93"/>
                      </a:cubicBezTo>
                      <a:cubicBezTo>
                        <a:pt x="46" y="94"/>
                        <a:pt x="47" y="96"/>
                        <a:pt x="47" y="97"/>
                      </a:cubicBezTo>
                      <a:cubicBezTo>
                        <a:pt x="47" y="98"/>
                        <a:pt x="47" y="98"/>
                        <a:pt x="47" y="98"/>
                      </a:cubicBezTo>
                      <a:cubicBezTo>
                        <a:pt x="47" y="99"/>
                        <a:pt x="47" y="99"/>
                        <a:pt x="47" y="99"/>
                      </a:cubicBezTo>
                      <a:cubicBezTo>
                        <a:pt x="46" y="100"/>
                        <a:pt x="47" y="101"/>
                        <a:pt x="46" y="101"/>
                      </a:cubicBezTo>
                      <a:cubicBezTo>
                        <a:pt x="46" y="102"/>
                        <a:pt x="45" y="102"/>
                        <a:pt x="45" y="103"/>
                      </a:cubicBezTo>
                      <a:cubicBezTo>
                        <a:pt x="45" y="103"/>
                        <a:pt x="46" y="103"/>
                        <a:pt x="46" y="104"/>
                      </a:cubicBezTo>
                      <a:cubicBezTo>
                        <a:pt x="47" y="104"/>
                        <a:pt x="48" y="105"/>
                        <a:pt x="49" y="106"/>
                      </a:cubicBezTo>
                      <a:cubicBezTo>
                        <a:pt x="49" y="105"/>
                        <a:pt x="49" y="104"/>
                        <a:pt x="50" y="104"/>
                      </a:cubicBezTo>
                      <a:cubicBezTo>
                        <a:pt x="51" y="103"/>
                        <a:pt x="52" y="103"/>
                        <a:pt x="53" y="103"/>
                      </a:cubicBezTo>
                      <a:cubicBezTo>
                        <a:pt x="54" y="104"/>
                        <a:pt x="54" y="105"/>
                        <a:pt x="55" y="106"/>
                      </a:cubicBezTo>
                      <a:cubicBezTo>
                        <a:pt x="56" y="107"/>
                        <a:pt x="57" y="107"/>
                        <a:pt x="57" y="108"/>
                      </a:cubicBezTo>
                      <a:cubicBezTo>
                        <a:pt x="57" y="109"/>
                        <a:pt x="56" y="110"/>
                        <a:pt x="56" y="110"/>
                      </a:cubicBezTo>
                      <a:cubicBezTo>
                        <a:pt x="55" y="110"/>
                        <a:pt x="54" y="111"/>
                        <a:pt x="54" y="111"/>
                      </a:cubicBezTo>
                      <a:cubicBezTo>
                        <a:pt x="53" y="111"/>
                        <a:pt x="53" y="111"/>
                        <a:pt x="53" y="110"/>
                      </a:cubicBezTo>
                      <a:cubicBezTo>
                        <a:pt x="52" y="110"/>
                        <a:pt x="52" y="111"/>
                        <a:pt x="52" y="111"/>
                      </a:cubicBezTo>
                      <a:cubicBezTo>
                        <a:pt x="51" y="111"/>
                        <a:pt x="51" y="111"/>
                        <a:pt x="50" y="111"/>
                      </a:cubicBezTo>
                      <a:cubicBezTo>
                        <a:pt x="50" y="111"/>
                        <a:pt x="50" y="111"/>
                        <a:pt x="49" y="111"/>
                      </a:cubicBezTo>
                      <a:cubicBezTo>
                        <a:pt x="49" y="112"/>
                        <a:pt x="49" y="112"/>
                        <a:pt x="49" y="112"/>
                      </a:cubicBezTo>
                      <a:cubicBezTo>
                        <a:pt x="48" y="114"/>
                        <a:pt x="47" y="115"/>
                        <a:pt x="46" y="117"/>
                      </a:cubicBezTo>
                      <a:cubicBezTo>
                        <a:pt x="46" y="117"/>
                        <a:pt x="46" y="117"/>
                        <a:pt x="45" y="118"/>
                      </a:cubicBezTo>
                      <a:cubicBezTo>
                        <a:pt x="45" y="118"/>
                        <a:pt x="44" y="118"/>
                        <a:pt x="44" y="117"/>
                      </a:cubicBezTo>
                      <a:cubicBezTo>
                        <a:pt x="43" y="117"/>
                        <a:pt x="43" y="117"/>
                        <a:pt x="43" y="117"/>
                      </a:cubicBezTo>
                      <a:cubicBezTo>
                        <a:pt x="43" y="117"/>
                        <a:pt x="44" y="116"/>
                        <a:pt x="44" y="116"/>
                      </a:cubicBezTo>
                      <a:cubicBezTo>
                        <a:pt x="44" y="116"/>
                        <a:pt x="45" y="116"/>
                        <a:pt x="45" y="116"/>
                      </a:cubicBezTo>
                      <a:cubicBezTo>
                        <a:pt x="46" y="116"/>
                        <a:pt x="46" y="115"/>
                        <a:pt x="46" y="114"/>
                      </a:cubicBezTo>
                      <a:cubicBezTo>
                        <a:pt x="47" y="113"/>
                        <a:pt x="47" y="112"/>
                        <a:pt x="48" y="112"/>
                      </a:cubicBezTo>
                      <a:cubicBezTo>
                        <a:pt x="48" y="111"/>
                        <a:pt x="49" y="111"/>
                        <a:pt x="49" y="110"/>
                      </a:cubicBezTo>
                      <a:cubicBezTo>
                        <a:pt x="50" y="110"/>
                        <a:pt x="49" y="109"/>
                        <a:pt x="49" y="108"/>
                      </a:cubicBezTo>
                      <a:cubicBezTo>
                        <a:pt x="48" y="108"/>
                        <a:pt x="48" y="109"/>
                        <a:pt x="47" y="109"/>
                      </a:cubicBezTo>
                      <a:cubicBezTo>
                        <a:pt x="46" y="109"/>
                        <a:pt x="45" y="109"/>
                        <a:pt x="44" y="108"/>
                      </a:cubicBezTo>
                      <a:cubicBezTo>
                        <a:pt x="43" y="108"/>
                        <a:pt x="43" y="108"/>
                        <a:pt x="43" y="108"/>
                      </a:cubicBezTo>
                      <a:cubicBezTo>
                        <a:pt x="41" y="107"/>
                        <a:pt x="40" y="108"/>
                        <a:pt x="39" y="107"/>
                      </a:cubicBezTo>
                      <a:cubicBezTo>
                        <a:pt x="38" y="107"/>
                        <a:pt x="38" y="106"/>
                        <a:pt x="37" y="106"/>
                      </a:cubicBezTo>
                      <a:cubicBezTo>
                        <a:pt x="37" y="106"/>
                        <a:pt x="37" y="107"/>
                        <a:pt x="36" y="107"/>
                      </a:cubicBezTo>
                      <a:cubicBezTo>
                        <a:pt x="35" y="107"/>
                        <a:pt x="34" y="107"/>
                        <a:pt x="33" y="108"/>
                      </a:cubicBezTo>
                      <a:cubicBezTo>
                        <a:pt x="33" y="109"/>
                        <a:pt x="33" y="109"/>
                        <a:pt x="33" y="110"/>
                      </a:cubicBezTo>
                      <a:cubicBezTo>
                        <a:pt x="33" y="110"/>
                        <a:pt x="32" y="110"/>
                        <a:pt x="32" y="111"/>
                      </a:cubicBezTo>
                      <a:cubicBezTo>
                        <a:pt x="31" y="112"/>
                        <a:pt x="32" y="113"/>
                        <a:pt x="33" y="114"/>
                      </a:cubicBezTo>
                      <a:cubicBezTo>
                        <a:pt x="34" y="114"/>
                        <a:pt x="34" y="114"/>
                        <a:pt x="35" y="114"/>
                      </a:cubicBezTo>
                      <a:cubicBezTo>
                        <a:pt x="35" y="114"/>
                        <a:pt x="35" y="115"/>
                        <a:pt x="35" y="115"/>
                      </a:cubicBezTo>
                      <a:cubicBezTo>
                        <a:pt x="34" y="116"/>
                        <a:pt x="34" y="116"/>
                        <a:pt x="33" y="115"/>
                      </a:cubicBezTo>
                      <a:cubicBezTo>
                        <a:pt x="33" y="115"/>
                        <a:pt x="33" y="115"/>
                        <a:pt x="33" y="115"/>
                      </a:cubicBezTo>
                      <a:cubicBezTo>
                        <a:pt x="33" y="115"/>
                        <a:pt x="32" y="115"/>
                        <a:pt x="32" y="115"/>
                      </a:cubicBezTo>
                      <a:cubicBezTo>
                        <a:pt x="31" y="115"/>
                        <a:pt x="31" y="115"/>
                        <a:pt x="31" y="115"/>
                      </a:cubicBezTo>
                      <a:cubicBezTo>
                        <a:pt x="30" y="114"/>
                        <a:pt x="29" y="114"/>
                        <a:pt x="28" y="114"/>
                      </a:cubicBezTo>
                      <a:cubicBezTo>
                        <a:pt x="27" y="114"/>
                        <a:pt x="27" y="114"/>
                        <a:pt x="26" y="114"/>
                      </a:cubicBezTo>
                      <a:cubicBezTo>
                        <a:pt x="25" y="115"/>
                        <a:pt x="25" y="116"/>
                        <a:pt x="25" y="116"/>
                      </a:cubicBezTo>
                      <a:cubicBezTo>
                        <a:pt x="26" y="117"/>
                        <a:pt x="27" y="117"/>
                        <a:pt x="28" y="117"/>
                      </a:cubicBezTo>
                      <a:cubicBezTo>
                        <a:pt x="29" y="118"/>
                        <a:pt x="30" y="119"/>
                        <a:pt x="30" y="120"/>
                      </a:cubicBezTo>
                      <a:cubicBezTo>
                        <a:pt x="30" y="121"/>
                        <a:pt x="31" y="123"/>
                        <a:pt x="32" y="123"/>
                      </a:cubicBezTo>
                      <a:cubicBezTo>
                        <a:pt x="32" y="124"/>
                        <a:pt x="33" y="124"/>
                        <a:pt x="33" y="124"/>
                      </a:cubicBezTo>
                      <a:cubicBezTo>
                        <a:pt x="33" y="125"/>
                        <a:pt x="33" y="125"/>
                        <a:pt x="33" y="126"/>
                      </a:cubicBezTo>
                      <a:cubicBezTo>
                        <a:pt x="33" y="126"/>
                        <a:pt x="33" y="127"/>
                        <a:pt x="33" y="128"/>
                      </a:cubicBezTo>
                      <a:cubicBezTo>
                        <a:pt x="34" y="128"/>
                        <a:pt x="35" y="128"/>
                        <a:pt x="36" y="129"/>
                      </a:cubicBezTo>
                      <a:cubicBezTo>
                        <a:pt x="36" y="129"/>
                        <a:pt x="36" y="130"/>
                        <a:pt x="37" y="130"/>
                      </a:cubicBezTo>
                      <a:cubicBezTo>
                        <a:pt x="37" y="131"/>
                        <a:pt x="39" y="131"/>
                        <a:pt x="40" y="131"/>
                      </a:cubicBezTo>
                      <a:cubicBezTo>
                        <a:pt x="41" y="131"/>
                        <a:pt x="42" y="131"/>
                        <a:pt x="43" y="132"/>
                      </a:cubicBezTo>
                      <a:cubicBezTo>
                        <a:pt x="43" y="132"/>
                        <a:pt x="43" y="132"/>
                        <a:pt x="43" y="132"/>
                      </a:cubicBezTo>
                      <a:cubicBezTo>
                        <a:pt x="43" y="133"/>
                        <a:pt x="43" y="133"/>
                        <a:pt x="43" y="133"/>
                      </a:cubicBezTo>
                      <a:cubicBezTo>
                        <a:pt x="42" y="134"/>
                        <a:pt x="42" y="136"/>
                        <a:pt x="41" y="137"/>
                      </a:cubicBezTo>
                      <a:cubicBezTo>
                        <a:pt x="40" y="138"/>
                        <a:pt x="41" y="139"/>
                        <a:pt x="41" y="139"/>
                      </a:cubicBezTo>
                      <a:cubicBezTo>
                        <a:pt x="41" y="140"/>
                        <a:pt x="41" y="140"/>
                        <a:pt x="41" y="140"/>
                      </a:cubicBezTo>
                      <a:cubicBezTo>
                        <a:pt x="42" y="139"/>
                        <a:pt x="44" y="138"/>
                        <a:pt x="44" y="138"/>
                      </a:cubicBezTo>
                      <a:cubicBezTo>
                        <a:pt x="44" y="137"/>
                        <a:pt x="48" y="136"/>
                        <a:pt x="48" y="136"/>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3" name="Freeform 855">
                  <a:extLst>
                    <a:ext uri="{FF2B5EF4-FFF2-40B4-BE49-F238E27FC236}">
                      <a16:creationId xmlns:a16="http://schemas.microsoft.com/office/drawing/2014/main" id="{3C73FC1C-1EF5-A2B0-3377-85C8A4FBB98A}"/>
                    </a:ext>
                  </a:extLst>
                </p:cNvPr>
                <p:cNvSpPr>
                  <a:spLocks/>
                </p:cNvSpPr>
                <p:nvPr/>
              </p:nvSpPr>
              <p:spPr bwMode="auto">
                <a:xfrm>
                  <a:off x="9026525" y="3841750"/>
                  <a:ext cx="3175" cy="4763"/>
                </a:xfrm>
                <a:custGeom>
                  <a:avLst/>
                  <a:gdLst>
                    <a:gd name="T0" fmla="*/ 0 w 1"/>
                    <a:gd name="T1" fmla="*/ 1 h 1"/>
                    <a:gd name="T2" fmla="*/ 0 w 1"/>
                    <a:gd name="T3" fmla="*/ 1 h 1"/>
                    <a:gd name="T4" fmla="*/ 0 w 1"/>
                    <a:gd name="T5" fmla="*/ 1 h 1"/>
                    <a:gd name="T6" fmla="*/ 1 w 1"/>
                    <a:gd name="T7" fmla="*/ 0 h 1"/>
                    <a:gd name="T8" fmla="*/ 0 w 1"/>
                    <a:gd name="T9" fmla="*/ 0 h 1"/>
                    <a:gd name="T10" fmla="*/ 0 w 1"/>
                    <a:gd name="T11" fmla="*/ 1 h 1"/>
                    <a:gd name="T12" fmla="*/ 0 w 1"/>
                    <a:gd name="T13" fmla="*/ 1 h 1"/>
                    <a:gd name="T14" fmla="*/ 0 w 1"/>
                    <a:gd name="T15" fmla="*/ 1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cubicBezTo>
                        <a:pt x="0" y="1"/>
                        <a:pt x="0" y="1"/>
                        <a:pt x="0" y="1"/>
                      </a:cubicBezTo>
                      <a:cubicBezTo>
                        <a:pt x="0" y="1"/>
                        <a:pt x="0" y="1"/>
                        <a:pt x="0" y="1"/>
                      </a:cubicBezTo>
                      <a:cubicBezTo>
                        <a:pt x="0" y="1"/>
                        <a:pt x="1" y="1"/>
                        <a:pt x="1" y="0"/>
                      </a:cubicBezTo>
                      <a:cubicBezTo>
                        <a:pt x="1" y="0"/>
                        <a:pt x="1" y="0"/>
                        <a:pt x="0" y="0"/>
                      </a:cubicBezTo>
                      <a:cubicBezTo>
                        <a:pt x="0" y="0"/>
                        <a:pt x="0" y="0"/>
                        <a:pt x="0" y="1"/>
                      </a:cubicBezTo>
                      <a:cubicBezTo>
                        <a:pt x="0" y="1"/>
                        <a:pt x="0" y="1"/>
                        <a:pt x="0" y="1"/>
                      </a:cubicBezTo>
                      <a:cubicBezTo>
                        <a:pt x="0" y="1"/>
                        <a:pt x="0" y="1"/>
                        <a:pt x="0" y="1"/>
                      </a:cubicBezTo>
                      <a:cubicBezTo>
                        <a:pt x="0" y="1"/>
                        <a:pt x="0" y="1"/>
                        <a:pt x="0" y="1"/>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4" name="Freeform 856">
                  <a:extLst>
                    <a:ext uri="{FF2B5EF4-FFF2-40B4-BE49-F238E27FC236}">
                      <a16:creationId xmlns:a16="http://schemas.microsoft.com/office/drawing/2014/main" id="{602479D1-AA76-4B73-C54E-95C573105153}"/>
                    </a:ext>
                  </a:extLst>
                </p:cNvPr>
                <p:cNvSpPr>
                  <a:spLocks/>
                </p:cNvSpPr>
                <p:nvPr/>
              </p:nvSpPr>
              <p:spPr bwMode="auto">
                <a:xfrm>
                  <a:off x="9021763" y="3859213"/>
                  <a:ext cx="0" cy="3175"/>
                </a:xfrm>
                <a:custGeom>
                  <a:avLst/>
                  <a:gdLst>
                    <a:gd name="T0" fmla="*/ 0 h 1"/>
                    <a:gd name="T1" fmla="*/ 0 h 1"/>
                    <a:gd name="T2" fmla="*/ 0 h 1"/>
                    <a:gd name="T3" fmla="*/ 0 h 1"/>
                    <a:gd name="T4" fmla="*/ 0 h 1"/>
                    <a:gd name="T5" fmla="*/ 0 h 1"/>
                    <a:gd name="T6" fmla="*/ 0 h 1"/>
                    <a:gd name="T7" fmla="*/ 0 h 1"/>
                    <a:gd name="T8" fmla="*/ 0 h 1"/>
                    <a:gd name="T9" fmla="*/ 0 h 1"/>
                    <a:gd name="T10"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0"/>
                      </a:cubicBezTo>
                      <a:cubicBezTo>
                        <a:pt x="0" y="0"/>
                        <a:pt x="0" y="0"/>
                        <a:pt x="0" y="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5" name="Freeform 857">
                  <a:extLst>
                    <a:ext uri="{FF2B5EF4-FFF2-40B4-BE49-F238E27FC236}">
                      <a16:creationId xmlns:a16="http://schemas.microsoft.com/office/drawing/2014/main" id="{B9C80CB4-7B1C-1ED0-BF6E-EC3A13F37FA5}"/>
                    </a:ext>
                  </a:extLst>
                </p:cNvPr>
                <p:cNvSpPr>
                  <a:spLocks/>
                </p:cNvSpPr>
                <p:nvPr/>
              </p:nvSpPr>
              <p:spPr bwMode="auto">
                <a:xfrm>
                  <a:off x="8867775" y="4179888"/>
                  <a:ext cx="4762" cy="0"/>
                </a:xfrm>
                <a:custGeom>
                  <a:avLst/>
                  <a:gdLst>
                    <a:gd name="T0" fmla="*/ 0 w 1"/>
                    <a:gd name="T1" fmla="*/ 0 w 1"/>
                    <a:gd name="T2" fmla="*/ 1 w 1"/>
                    <a:gd name="T3" fmla="*/ 0 w 1"/>
                    <a:gd name="T4" fmla="*/ 0 w 1"/>
                    <a:gd name="T5" fmla="*/ 0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6" name="Freeform 858">
                  <a:extLst>
                    <a:ext uri="{FF2B5EF4-FFF2-40B4-BE49-F238E27FC236}">
                      <a16:creationId xmlns:a16="http://schemas.microsoft.com/office/drawing/2014/main" id="{09AF7695-A15D-E1D0-6080-B8C07A22D5CB}"/>
                    </a:ext>
                  </a:extLst>
                </p:cNvPr>
                <p:cNvSpPr>
                  <a:spLocks noEditPoints="1"/>
                </p:cNvSpPr>
                <p:nvPr/>
              </p:nvSpPr>
              <p:spPr bwMode="auto">
                <a:xfrm>
                  <a:off x="8972550" y="3441700"/>
                  <a:ext cx="515937" cy="646113"/>
                </a:xfrm>
                <a:custGeom>
                  <a:avLst/>
                  <a:gdLst>
                    <a:gd name="T0" fmla="*/ 1 w 124"/>
                    <a:gd name="T1" fmla="*/ 153 h 155"/>
                    <a:gd name="T2" fmla="*/ 1 w 124"/>
                    <a:gd name="T3" fmla="*/ 154 h 155"/>
                    <a:gd name="T4" fmla="*/ 0 w 124"/>
                    <a:gd name="T5" fmla="*/ 154 h 155"/>
                    <a:gd name="T6" fmla="*/ 2 w 124"/>
                    <a:gd name="T7" fmla="*/ 152 h 155"/>
                    <a:gd name="T8" fmla="*/ 3 w 124"/>
                    <a:gd name="T9" fmla="*/ 151 h 155"/>
                    <a:gd name="T10" fmla="*/ 4 w 124"/>
                    <a:gd name="T11" fmla="*/ 151 h 155"/>
                    <a:gd name="T12" fmla="*/ 8 w 124"/>
                    <a:gd name="T13" fmla="*/ 146 h 155"/>
                    <a:gd name="T14" fmla="*/ 12 w 124"/>
                    <a:gd name="T15" fmla="*/ 141 h 155"/>
                    <a:gd name="T16" fmla="*/ 12 w 124"/>
                    <a:gd name="T17" fmla="*/ 142 h 155"/>
                    <a:gd name="T18" fmla="*/ 13 w 124"/>
                    <a:gd name="T19" fmla="*/ 140 h 155"/>
                    <a:gd name="T20" fmla="*/ 12 w 124"/>
                    <a:gd name="T21" fmla="*/ 141 h 155"/>
                    <a:gd name="T22" fmla="*/ 12 w 124"/>
                    <a:gd name="T23" fmla="*/ 140 h 155"/>
                    <a:gd name="T24" fmla="*/ 15 w 124"/>
                    <a:gd name="T25" fmla="*/ 140 h 155"/>
                    <a:gd name="T26" fmla="*/ 2 w 124"/>
                    <a:gd name="T27" fmla="*/ 153 h 155"/>
                    <a:gd name="T28" fmla="*/ 2 w 124"/>
                    <a:gd name="T29" fmla="*/ 153 h 155"/>
                    <a:gd name="T30" fmla="*/ 31 w 124"/>
                    <a:gd name="T31" fmla="*/ 104 h 155"/>
                    <a:gd name="T32" fmla="*/ 49 w 124"/>
                    <a:gd name="T33" fmla="*/ 100 h 155"/>
                    <a:gd name="T34" fmla="*/ 40 w 124"/>
                    <a:gd name="T35" fmla="*/ 102 h 155"/>
                    <a:gd name="T36" fmla="*/ 35 w 124"/>
                    <a:gd name="T37" fmla="*/ 108 h 155"/>
                    <a:gd name="T38" fmla="*/ 38 w 124"/>
                    <a:gd name="T39" fmla="*/ 111 h 155"/>
                    <a:gd name="T40" fmla="*/ 49 w 124"/>
                    <a:gd name="T41" fmla="*/ 103 h 155"/>
                    <a:gd name="T42" fmla="*/ 29 w 124"/>
                    <a:gd name="T43" fmla="*/ 108 h 155"/>
                    <a:gd name="T44" fmla="*/ 21 w 124"/>
                    <a:gd name="T45" fmla="*/ 103 h 155"/>
                    <a:gd name="T46" fmla="*/ 15 w 124"/>
                    <a:gd name="T47" fmla="*/ 109 h 155"/>
                    <a:gd name="T48" fmla="*/ 16 w 124"/>
                    <a:gd name="T49" fmla="*/ 112 h 155"/>
                    <a:gd name="T50" fmla="*/ 20 w 124"/>
                    <a:gd name="T51" fmla="*/ 110 h 155"/>
                    <a:gd name="T52" fmla="*/ 19 w 124"/>
                    <a:gd name="T53" fmla="*/ 120 h 155"/>
                    <a:gd name="T54" fmla="*/ 23 w 124"/>
                    <a:gd name="T55" fmla="*/ 124 h 155"/>
                    <a:gd name="T56" fmla="*/ 30 w 124"/>
                    <a:gd name="T57" fmla="*/ 112 h 155"/>
                    <a:gd name="T58" fmla="*/ 12 w 124"/>
                    <a:gd name="T59" fmla="*/ 110 h 155"/>
                    <a:gd name="T60" fmla="*/ 9 w 124"/>
                    <a:gd name="T61" fmla="*/ 113 h 155"/>
                    <a:gd name="T62" fmla="*/ 11 w 124"/>
                    <a:gd name="T63" fmla="*/ 108 h 155"/>
                    <a:gd name="T64" fmla="*/ 19 w 124"/>
                    <a:gd name="T65" fmla="*/ 116 h 155"/>
                    <a:gd name="T66" fmla="*/ 24 w 124"/>
                    <a:gd name="T67" fmla="*/ 130 h 155"/>
                    <a:gd name="T68" fmla="*/ 47 w 124"/>
                    <a:gd name="T69" fmla="*/ 98 h 155"/>
                    <a:gd name="T70" fmla="*/ 98 w 124"/>
                    <a:gd name="T71" fmla="*/ 49 h 155"/>
                    <a:gd name="T72" fmla="*/ 91 w 124"/>
                    <a:gd name="T73" fmla="*/ 43 h 155"/>
                    <a:gd name="T74" fmla="*/ 86 w 124"/>
                    <a:gd name="T75" fmla="*/ 54 h 155"/>
                    <a:gd name="T76" fmla="*/ 76 w 124"/>
                    <a:gd name="T77" fmla="*/ 74 h 155"/>
                    <a:gd name="T78" fmla="*/ 67 w 124"/>
                    <a:gd name="T79" fmla="*/ 73 h 155"/>
                    <a:gd name="T80" fmla="*/ 56 w 124"/>
                    <a:gd name="T81" fmla="*/ 89 h 155"/>
                    <a:gd name="T82" fmla="*/ 49 w 124"/>
                    <a:gd name="T83" fmla="*/ 88 h 155"/>
                    <a:gd name="T84" fmla="*/ 32 w 124"/>
                    <a:gd name="T85" fmla="*/ 94 h 155"/>
                    <a:gd name="T86" fmla="*/ 25 w 124"/>
                    <a:gd name="T87" fmla="*/ 102 h 155"/>
                    <a:gd name="T88" fmla="*/ 34 w 124"/>
                    <a:gd name="T89" fmla="*/ 100 h 155"/>
                    <a:gd name="T90" fmla="*/ 40 w 124"/>
                    <a:gd name="T91" fmla="*/ 99 h 155"/>
                    <a:gd name="T92" fmla="*/ 46 w 124"/>
                    <a:gd name="T93" fmla="*/ 96 h 155"/>
                    <a:gd name="T94" fmla="*/ 53 w 124"/>
                    <a:gd name="T95" fmla="*/ 99 h 155"/>
                    <a:gd name="T96" fmla="*/ 58 w 124"/>
                    <a:gd name="T97" fmla="*/ 104 h 155"/>
                    <a:gd name="T98" fmla="*/ 63 w 124"/>
                    <a:gd name="T99" fmla="*/ 94 h 155"/>
                    <a:gd name="T100" fmla="*/ 68 w 124"/>
                    <a:gd name="T101" fmla="*/ 97 h 155"/>
                    <a:gd name="T102" fmla="*/ 79 w 124"/>
                    <a:gd name="T103" fmla="*/ 94 h 155"/>
                    <a:gd name="T104" fmla="*/ 84 w 124"/>
                    <a:gd name="T105" fmla="*/ 93 h 155"/>
                    <a:gd name="T106" fmla="*/ 90 w 124"/>
                    <a:gd name="T107" fmla="*/ 79 h 155"/>
                    <a:gd name="T108" fmla="*/ 96 w 124"/>
                    <a:gd name="T109" fmla="*/ 64 h 155"/>
                    <a:gd name="T110" fmla="*/ 98 w 124"/>
                    <a:gd name="T111" fmla="*/ 58 h 155"/>
                    <a:gd name="T112" fmla="*/ 52 w 124"/>
                    <a:gd name="T113" fmla="*/ 97 h 155"/>
                    <a:gd name="T114" fmla="*/ 122 w 124"/>
                    <a:gd name="T115" fmla="*/ 22 h 155"/>
                    <a:gd name="T116" fmla="*/ 105 w 124"/>
                    <a:gd name="T117" fmla="*/ 9 h 155"/>
                    <a:gd name="T118" fmla="*/ 88 w 124"/>
                    <a:gd name="T119" fmla="*/ 21 h 155"/>
                    <a:gd name="T120" fmla="*/ 90 w 124"/>
                    <a:gd name="T121" fmla="*/ 35 h 155"/>
                    <a:gd name="T122" fmla="*/ 100 w 124"/>
                    <a:gd name="T123" fmla="*/ 30 h 155"/>
                    <a:gd name="T124" fmla="*/ 120 w 124"/>
                    <a:gd name="T125" fmla="*/ 2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4" h="155">
                      <a:moveTo>
                        <a:pt x="10" y="144"/>
                      </a:moveTo>
                      <a:cubicBezTo>
                        <a:pt x="10" y="144"/>
                        <a:pt x="10" y="144"/>
                        <a:pt x="10" y="144"/>
                      </a:cubicBezTo>
                      <a:cubicBezTo>
                        <a:pt x="10" y="144"/>
                        <a:pt x="10" y="144"/>
                        <a:pt x="10" y="144"/>
                      </a:cubicBezTo>
                      <a:cubicBezTo>
                        <a:pt x="10" y="144"/>
                        <a:pt x="10" y="144"/>
                        <a:pt x="10" y="144"/>
                      </a:cubicBezTo>
                      <a:cubicBezTo>
                        <a:pt x="10" y="144"/>
                        <a:pt x="10" y="144"/>
                        <a:pt x="10" y="145"/>
                      </a:cubicBezTo>
                      <a:cubicBezTo>
                        <a:pt x="10" y="145"/>
                        <a:pt x="10" y="145"/>
                        <a:pt x="10" y="145"/>
                      </a:cubicBezTo>
                      <a:cubicBezTo>
                        <a:pt x="10" y="145"/>
                        <a:pt x="10" y="145"/>
                        <a:pt x="10" y="145"/>
                      </a:cubicBezTo>
                      <a:cubicBezTo>
                        <a:pt x="9" y="145"/>
                        <a:pt x="9" y="145"/>
                        <a:pt x="9" y="144"/>
                      </a:cubicBezTo>
                      <a:cubicBezTo>
                        <a:pt x="9" y="144"/>
                        <a:pt x="9" y="144"/>
                        <a:pt x="9" y="144"/>
                      </a:cubicBezTo>
                      <a:cubicBezTo>
                        <a:pt x="9" y="144"/>
                        <a:pt x="9" y="144"/>
                        <a:pt x="9" y="144"/>
                      </a:cubicBezTo>
                      <a:cubicBezTo>
                        <a:pt x="9" y="144"/>
                        <a:pt x="9" y="144"/>
                        <a:pt x="9" y="144"/>
                      </a:cubicBezTo>
                      <a:cubicBezTo>
                        <a:pt x="9" y="144"/>
                        <a:pt x="9" y="144"/>
                        <a:pt x="9" y="144"/>
                      </a:cubicBezTo>
                      <a:cubicBezTo>
                        <a:pt x="9" y="144"/>
                        <a:pt x="9" y="144"/>
                        <a:pt x="9" y="144"/>
                      </a:cubicBezTo>
                      <a:cubicBezTo>
                        <a:pt x="9" y="144"/>
                        <a:pt x="9" y="144"/>
                        <a:pt x="9" y="143"/>
                      </a:cubicBezTo>
                      <a:cubicBezTo>
                        <a:pt x="9" y="143"/>
                        <a:pt x="9" y="143"/>
                        <a:pt x="9" y="143"/>
                      </a:cubicBezTo>
                      <a:cubicBezTo>
                        <a:pt x="9" y="143"/>
                        <a:pt x="9" y="143"/>
                        <a:pt x="9" y="143"/>
                      </a:cubicBezTo>
                      <a:cubicBezTo>
                        <a:pt x="9" y="143"/>
                        <a:pt x="9" y="143"/>
                        <a:pt x="9" y="143"/>
                      </a:cubicBezTo>
                      <a:cubicBezTo>
                        <a:pt x="9" y="143"/>
                        <a:pt x="9" y="143"/>
                        <a:pt x="9" y="143"/>
                      </a:cubicBezTo>
                      <a:cubicBezTo>
                        <a:pt x="9" y="143"/>
                        <a:pt x="9" y="143"/>
                        <a:pt x="9" y="143"/>
                      </a:cubicBezTo>
                      <a:cubicBezTo>
                        <a:pt x="9" y="143"/>
                        <a:pt x="9" y="143"/>
                        <a:pt x="10" y="143"/>
                      </a:cubicBezTo>
                      <a:cubicBezTo>
                        <a:pt x="10" y="143"/>
                        <a:pt x="10" y="143"/>
                        <a:pt x="10" y="143"/>
                      </a:cubicBezTo>
                      <a:cubicBezTo>
                        <a:pt x="10" y="143"/>
                        <a:pt x="10" y="143"/>
                        <a:pt x="10" y="143"/>
                      </a:cubicBezTo>
                      <a:cubicBezTo>
                        <a:pt x="10" y="143"/>
                        <a:pt x="10" y="143"/>
                        <a:pt x="10" y="143"/>
                      </a:cubicBezTo>
                      <a:cubicBezTo>
                        <a:pt x="10" y="143"/>
                        <a:pt x="10" y="143"/>
                        <a:pt x="10" y="143"/>
                      </a:cubicBezTo>
                      <a:cubicBezTo>
                        <a:pt x="10" y="143"/>
                        <a:pt x="10" y="143"/>
                        <a:pt x="10" y="143"/>
                      </a:cubicBezTo>
                      <a:cubicBezTo>
                        <a:pt x="10" y="143"/>
                        <a:pt x="10" y="143"/>
                        <a:pt x="10" y="143"/>
                      </a:cubicBezTo>
                      <a:cubicBezTo>
                        <a:pt x="10" y="143"/>
                        <a:pt x="10" y="143"/>
                        <a:pt x="10" y="143"/>
                      </a:cubicBezTo>
                      <a:cubicBezTo>
                        <a:pt x="10" y="143"/>
                        <a:pt x="10" y="144"/>
                        <a:pt x="10" y="144"/>
                      </a:cubicBezTo>
                      <a:cubicBezTo>
                        <a:pt x="10" y="144"/>
                        <a:pt x="10" y="144"/>
                        <a:pt x="10" y="144"/>
                      </a:cubicBezTo>
                      <a:cubicBezTo>
                        <a:pt x="10" y="144"/>
                        <a:pt x="10" y="144"/>
                        <a:pt x="10" y="144"/>
                      </a:cubicBezTo>
                      <a:cubicBezTo>
                        <a:pt x="10" y="144"/>
                        <a:pt x="10" y="144"/>
                        <a:pt x="10" y="144"/>
                      </a:cubicBezTo>
                      <a:close/>
                      <a:moveTo>
                        <a:pt x="2" y="152"/>
                      </a:moveTo>
                      <a:cubicBezTo>
                        <a:pt x="1" y="152"/>
                        <a:pt x="1" y="152"/>
                        <a:pt x="1" y="152"/>
                      </a:cubicBezTo>
                      <a:cubicBezTo>
                        <a:pt x="1" y="152"/>
                        <a:pt x="1" y="152"/>
                        <a:pt x="1" y="152"/>
                      </a:cubicBezTo>
                      <a:cubicBezTo>
                        <a:pt x="1" y="152"/>
                        <a:pt x="1" y="152"/>
                        <a:pt x="1" y="152"/>
                      </a:cubicBezTo>
                      <a:cubicBezTo>
                        <a:pt x="1" y="152"/>
                        <a:pt x="1" y="153"/>
                        <a:pt x="1" y="153"/>
                      </a:cubicBezTo>
                      <a:cubicBezTo>
                        <a:pt x="1" y="153"/>
                        <a:pt x="1" y="153"/>
                        <a:pt x="2" y="153"/>
                      </a:cubicBezTo>
                      <a:cubicBezTo>
                        <a:pt x="2" y="153"/>
                        <a:pt x="2" y="153"/>
                        <a:pt x="2" y="153"/>
                      </a:cubicBezTo>
                      <a:cubicBezTo>
                        <a:pt x="1" y="153"/>
                        <a:pt x="1" y="153"/>
                        <a:pt x="2" y="153"/>
                      </a:cubicBezTo>
                      <a:cubicBezTo>
                        <a:pt x="2" y="153"/>
                        <a:pt x="2" y="153"/>
                        <a:pt x="2" y="153"/>
                      </a:cubicBezTo>
                      <a:cubicBezTo>
                        <a:pt x="2" y="153"/>
                        <a:pt x="2" y="153"/>
                        <a:pt x="2" y="153"/>
                      </a:cubicBezTo>
                      <a:cubicBezTo>
                        <a:pt x="2" y="153"/>
                        <a:pt x="2" y="153"/>
                        <a:pt x="2" y="153"/>
                      </a:cubicBezTo>
                      <a:cubicBezTo>
                        <a:pt x="2" y="153"/>
                        <a:pt x="2" y="153"/>
                        <a:pt x="2" y="153"/>
                      </a:cubicBezTo>
                      <a:cubicBezTo>
                        <a:pt x="2" y="153"/>
                        <a:pt x="2" y="153"/>
                        <a:pt x="2" y="153"/>
                      </a:cubicBezTo>
                      <a:cubicBezTo>
                        <a:pt x="2" y="153"/>
                        <a:pt x="2" y="153"/>
                        <a:pt x="2" y="153"/>
                      </a:cubicBezTo>
                      <a:cubicBezTo>
                        <a:pt x="2" y="153"/>
                        <a:pt x="2" y="153"/>
                        <a:pt x="2" y="153"/>
                      </a:cubicBezTo>
                      <a:cubicBezTo>
                        <a:pt x="2" y="153"/>
                        <a:pt x="2" y="153"/>
                        <a:pt x="2" y="153"/>
                      </a:cubicBezTo>
                      <a:cubicBezTo>
                        <a:pt x="2" y="153"/>
                        <a:pt x="2" y="153"/>
                        <a:pt x="1" y="153"/>
                      </a:cubicBezTo>
                      <a:cubicBezTo>
                        <a:pt x="1" y="153"/>
                        <a:pt x="1" y="153"/>
                        <a:pt x="1" y="153"/>
                      </a:cubicBezTo>
                      <a:cubicBezTo>
                        <a:pt x="1" y="153"/>
                        <a:pt x="1" y="153"/>
                        <a:pt x="1" y="153"/>
                      </a:cubicBezTo>
                      <a:cubicBezTo>
                        <a:pt x="1" y="153"/>
                        <a:pt x="1" y="153"/>
                        <a:pt x="1" y="153"/>
                      </a:cubicBezTo>
                      <a:cubicBezTo>
                        <a:pt x="1" y="153"/>
                        <a:pt x="1" y="153"/>
                        <a:pt x="1" y="153"/>
                      </a:cubicBezTo>
                      <a:cubicBezTo>
                        <a:pt x="1" y="153"/>
                        <a:pt x="1" y="153"/>
                        <a:pt x="1" y="153"/>
                      </a:cubicBezTo>
                      <a:cubicBezTo>
                        <a:pt x="1" y="153"/>
                        <a:pt x="1" y="153"/>
                        <a:pt x="1" y="153"/>
                      </a:cubicBezTo>
                      <a:cubicBezTo>
                        <a:pt x="1" y="153"/>
                        <a:pt x="1" y="153"/>
                        <a:pt x="1" y="153"/>
                      </a:cubicBezTo>
                      <a:cubicBezTo>
                        <a:pt x="1" y="153"/>
                        <a:pt x="1" y="153"/>
                        <a:pt x="1" y="153"/>
                      </a:cubicBezTo>
                      <a:cubicBezTo>
                        <a:pt x="1" y="153"/>
                        <a:pt x="1" y="153"/>
                        <a:pt x="1" y="153"/>
                      </a:cubicBezTo>
                      <a:cubicBezTo>
                        <a:pt x="1" y="153"/>
                        <a:pt x="1" y="153"/>
                        <a:pt x="1" y="153"/>
                      </a:cubicBezTo>
                      <a:cubicBezTo>
                        <a:pt x="1" y="153"/>
                        <a:pt x="1" y="154"/>
                        <a:pt x="1" y="154"/>
                      </a:cubicBezTo>
                      <a:cubicBezTo>
                        <a:pt x="1" y="154"/>
                        <a:pt x="1" y="154"/>
                        <a:pt x="1" y="154"/>
                      </a:cubicBezTo>
                      <a:cubicBezTo>
                        <a:pt x="1" y="154"/>
                        <a:pt x="1" y="154"/>
                        <a:pt x="1" y="154"/>
                      </a:cubicBezTo>
                      <a:cubicBezTo>
                        <a:pt x="1" y="154"/>
                        <a:pt x="1" y="154"/>
                        <a:pt x="1" y="154"/>
                      </a:cubicBezTo>
                      <a:cubicBezTo>
                        <a:pt x="1" y="154"/>
                        <a:pt x="1" y="154"/>
                        <a:pt x="1" y="154"/>
                      </a:cubicBezTo>
                      <a:cubicBezTo>
                        <a:pt x="1" y="154"/>
                        <a:pt x="1" y="154"/>
                        <a:pt x="1" y="154"/>
                      </a:cubicBezTo>
                      <a:cubicBezTo>
                        <a:pt x="1" y="154"/>
                        <a:pt x="1" y="154"/>
                        <a:pt x="1" y="154"/>
                      </a:cubicBezTo>
                      <a:cubicBezTo>
                        <a:pt x="1" y="154"/>
                        <a:pt x="1" y="154"/>
                        <a:pt x="1" y="154"/>
                      </a:cubicBezTo>
                      <a:cubicBezTo>
                        <a:pt x="1" y="154"/>
                        <a:pt x="1" y="154"/>
                        <a:pt x="1" y="154"/>
                      </a:cubicBezTo>
                      <a:cubicBezTo>
                        <a:pt x="1" y="154"/>
                        <a:pt x="1" y="154"/>
                        <a:pt x="1" y="154"/>
                      </a:cubicBezTo>
                      <a:cubicBezTo>
                        <a:pt x="1" y="154"/>
                        <a:pt x="1" y="154"/>
                        <a:pt x="1" y="154"/>
                      </a:cubicBezTo>
                      <a:cubicBezTo>
                        <a:pt x="1" y="154"/>
                        <a:pt x="1" y="154"/>
                        <a:pt x="1" y="154"/>
                      </a:cubicBezTo>
                      <a:cubicBezTo>
                        <a:pt x="1" y="154"/>
                        <a:pt x="1" y="154"/>
                        <a:pt x="1" y="154"/>
                      </a:cubicBezTo>
                      <a:cubicBezTo>
                        <a:pt x="1" y="154"/>
                        <a:pt x="1" y="154"/>
                        <a:pt x="1" y="154"/>
                      </a:cubicBezTo>
                      <a:cubicBezTo>
                        <a:pt x="1" y="154"/>
                        <a:pt x="1" y="154"/>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5"/>
                        <a:pt x="0" y="155"/>
                      </a:cubicBezTo>
                      <a:cubicBezTo>
                        <a:pt x="0" y="155"/>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4"/>
                      </a:cubicBezTo>
                      <a:cubicBezTo>
                        <a:pt x="0" y="154"/>
                        <a:pt x="0" y="154"/>
                        <a:pt x="0" y="153"/>
                      </a:cubicBezTo>
                      <a:cubicBezTo>
                        <a:pt x="0" y="153"/>
                        <a:pt x="0" y="153"/>
                        <a:pt x="0" y="153"/>
                      </a:cubicBezTo>
                      <a:cubicBezTo>
                        <a:pt x="0" y="153"/>
                        <a:pt x="0" y="153"/>
                        <a:pt x="0" y="153"/>
                      </a:cubicBezTo>
                      <a:cubicBezTo>
                        <a:pt x="0" y="153"/>
                        <a:pt x="0" y="153"/>
                        <a:pt x="0" y="153"/>
                      </a:cubicBezTo>
                      <a:cubicBezTo>
                        <a:pt x="0" y="153"/>
                        <a:pt x="0" y="153"/>
                        <a:pt x="0" y="153"/>
                      </a:cubicBezTo>
                      <a:cubicBezTo>
                        <a:pt x="0" y="153"/>
                        <a:pt x="0" y="153"/>
                        <a:pt x="0" y="153"/>
                      </a:cubicBezTo>
                      <a:cubicBezTo>
                        <a:pt x="0" y="153"/>
                        <a:pt x="0" y="153"/>
                        <a:pt x="0" y="153"/>
                      </a:cubicBezTo>
                      <a:cubicBezTo>
                        <a:pt x="0" y="153"/>
                        <a:pt x="0" y="153"/>
                        <a:pt x="0" y="153"/>
                      </a:cubicBezTo>
                      <a:cubicBezTo>
                        <a:pt x="0" y="153"/>
                        <a:pt x="0" y="153"/>
                        <a:pt x="0" y="153"/>
                      </a:cubicBezTo>
                      <a:cubicBezTo>
                        <a:pt x="0" y="153"/>
                        <a:pt x="0" y="153"/>
                        <a:pt x="0" y="153"/>
                      </a:cubicBezTo>
                      <a:cubicBezTo>
                        <a:pt x="1" y="153"/>
                        <a:pt x="1" y="153"/>
                        <a:pt x="1" y="153"/>
                      </a:cubicBezTo>
                      <a:cubicBezTo>
                        <a:pt x="1" y="153"/>
                        <a:pt x="1" y="153"/>
                        <a:pt x="1" y="153"/>
                      </a:cubicBezTo>
                      <a:cubicBezTo>
                        <a:pt x="1" y="153"/>
                        <a:pt x="1" y="153"/>
                        <a:pt x="1" y="153"/>
                      </a:cubicBezTo>
                      <a:cubicBezTo>
                        <a:pt x="1" y="153"/>
                        <a:pt x="1" y="153"/>
                        <a:pt x="1" y="153"/>
                      </a:cubicBezTo>
                      <a:cubicBezTo>
                        <a:pt x="1" y="153"/>
                        <a:pt x="1" y="153"/>
                        <a:pt x="1" y="153"/>
                      </a:cubicBezTo>
                      <a:cubicBezTo>
                        <a:pt x="1" y="152"/>
                        <a:pt x="1" y="152"/>
                        <a:pt x="1" y="152"/>
                      </a:cubicBezTo>
                      <a:cubicBezTo>
                        <a:pt x="1" y="152"/>
                        <a:pt x="1" y="152"/>
                        <a:pt x="1" y="152"/>
                      </a:cubicBezTo>
                      <a:cubicBezTo>
                        <a:pt x="1" y="152"/>
                        <a:pt x="1" y="152"/>
                        <a:pt x="1" y="152"/>
                      </a:cubicBezTo>
                      <a:cubicBezTo>
                        <a:pt x="1" y="152"/>
                        <a:pt x="1" y="152"/>
                        <a:pt x="1" y="152"/>
                      </a:cubicBezTo>
                      <a:cubicBezTo>
                        <a:pt x="1" y="152"/>
                        <a:pt x="1" y="152"/>
                        <a:pt x="1" y="152"/>
                      </a:cubicBezTo>
                      <a:cubicBezTo>
                        <a:pt x="1" y="152"/>
                        <a:pt x="1" y="152"/>
                        <a:pt x="1" y="152"/>
                      </a:cubicBezTo>
                      <a:cubicBezTo>
                        <a:pt x="1" y="152"/>
                        <a:pt x="1" y="152"/>
                        <a:pt x="1" y="152"/>
                      </a:cubicBezTo>
                      <a:cubicBezTo>
                        <a:pt x="1" y="152"/>
                        <a:pt x="1" y="152"/>
                        <a:pt x="1" y="152"/>
                      </a:cubicBezTo>
                      <a:cubicBezTo>
                        <a:pt x="1" y="152"/>
                        <a:pt x="1" y="152"/>
                        <a:pt x="1" y="152"/>
                      </a:cubicBezTo>
                      <a:cubicBezTo>
                        <a:pt x="1" y="152"/>
                        <a:pt x="1" y="152"/>
                        <a:pt x="1" y="152"/>
                      </a:cubicBezTo>
                      <a:cubicBezTo>
                        <a:pt x="1" y="152"/>
                        <a:pt x="1" y="152"/>
                        <a:pt x="1" y="152"/>
                      </a:cubicBezTo>
                      <a:cubicBezTo>
                        <a:pt x="1" y="152"/>
                        <a:pt x="1"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1"/>
                        <a:pt x="2" y="151"/>
                        <a:pt x="2" y="151"/>
                      </a:cubicBezTo>
                      <a:cubicBezTo>
                        <a:pt x="2" y="151"/>
                        <a:pt x="2" y="151"/>
                        <a:pt x="2" y="151"/>
                      </a:cubicBezTo>
                      <a:cubicBezTo>
                        <a:pt x="2" y="151"/>
                        <a:pt x="2" y="151"/>
                        <a:pt x="2" y="151"/>
                      </a:cubicBezTo>
                      <a:cubicBezTo>
                        <a:pt x="2" y="151"/>
                        <a:pt x="2" y="151"/>
                        <a:pt x="2" y="151"/>
                      </a:cubicBezTo>
                      <a:cubicBezTo>
                        <a:pt x="2" y="151"/>
                        <a:pt x="2" y="151"/>
                        <a:pt x="2" y="151"/>
                      </a:cubicBezTo>
                      <a:cubicBezTo>
                        <a:pt x="2" y="151"/>
                        <a:pt x="2" y="151"/>
                        <a:pt x="2" y="151"/>
                      </a:cubicBezTo>
                      <a:cubicBezTo>
                        <a:pt x="2" y="151"/>
                        <a:pt x="2" y="151"/>
                        <a:pt x="2" y="151"/>
                      </a:cubicBezTo>
                      <a:cubicBezTo>
                        <a:pt x="2" y="151"/>
                        <a:pt x="2" y="151"/>
                        <a:pt x="2" y="151"/>
                      </a:cubicBezTo>
                      <a:cubicBezTo>
                        <a:pt x="2" y="151"/>
                        <a:pt x="2" y="151"/>
                        <a:pt x="2" y="151"/>
                      </a:cubicBezTo>
                      <a:cubicBezTo>
                        <a:pt x="2" y="151"/>
                        <a:pt x="2" y="151"/>
                        <a:pt x="2" y="151"/>
                      </a:cubicBezTo>
                      <a:cubicBezTo>
                        <a:pt x="2" y="151"/>
                        <a:pt x="2" y="151"/>
                        <a:pt x="2" y="151"/>
                      </a:cubicBezTo>
                      <a:cubicBezTo>
                        <a:pt x="2" y="151"/>
                        <a:pt x="2" y="151"/>
                        <a:pt x="2" y="151"/>
                      </a:cubicBezTo>
                      <a:cubicBezTo>
                        <a:pt x="2" y="151"/>
                        <a:pt x="2" y="151"/>
                        <a:pt x="2" y="151"/>
                      </a:cubicBezTo>
                      <a:cubicBezTo>
                        <a:pt x="2" y="151"/>
                        <a:pt x="2" y="151"/>
                        <a:pt x="2" y="150"/>
                      </a:cubicBezTo>
                      <a:cubicBezTo>
                        <a:pt x="2" y="150"/>
                        <a:pt x="2" y="150"/>
                        <a:pt x="2" y="150"/>
                      </a:cubicBezTo>
                      <a:cubicBezTo>
                        <a:pt x="2" y="150"/>
                        <a:pt x="2" y="151"/>
                        <a:pt x="2" y="151"/>
                      </a:cubicBezTo>
                      <a:cubicBezTo>
                        <a:pt x="2" y="151"/>
                        <a:pt x="2" y="151"/>
                        <a:pt x="2" y="151"/>
                      </a:cubicBezTo>
                      <a:cubicBezTo>
                        <a:pt x="2" y="151"/>
                        <a:pt x="2" y="151"/>
                        <a:pt x="2" y="151"/>
                      </a:cubicBezTo>
                      <a:cubicBezTo>
                        <a:pt x="2" y="151"/>
                        <a:pt x="2" y="151"/>
                        <a:pt x="2" y="151"/>
                      </a:cubicBezTo>
                      <a:cubicBezTo>
                        <a:pt x="2" y="151"/>
                        <a:pt x="2" y="151"/>
                        <a:pt x="2" y="151"/>
                      </a:cubicBezTo>
                      <a:cubicBezTo>
                        <a:pt x="2" y="150"/>
                        <a:pt x="2" y="151"/>
                        <a:pt x="2" y="151"/>
                      </a:cubicBezTo>
                      <a:cubicBezTo>
                        <a:pt x="2" y="151"/>
                        <a:pt x="2" y="151"/>
                        <a:pt x="2" y="151"/>
                      </a:cubicBezTo>
                      <a:cubicBezTo>
                        <a:pt x="2" y="151"/>
                        <a:pt x="2" y="151"/>
                        <a:pt x="2" y="151"/>
                      </a:cubicBezTo>
                      <a:cubicBezTo>
                        <a:pt x="2" y="151"/>
                        <a:pt x="2" y="151"/>
                        <a:pt x="2" y="151"/>
                      </a:cubicBezTo>
                      <a:cubicBezTo>
                        <a:pt x="2" y="151"/>
                        <a:pt x="3" y="151"/>
                        <a:pt x="3" y="151"/>
                      </a:cubicBezTo>
                      <a:cubicBezTo>
                        <a:pt x="3" y="151"/>
                        <a:pt x="3" y="151"/>
                        <a:pt x="3" y="151"/>
                      </a:cubicBezTo>
                      <a:cubicBezTo>
                        <a:pt x="3" y="151"/>
                        <a:pt x="3" y="151"/>
                        <a:pt x="3" y="151"/>
                      </a:cubicBezTo>
                      <a:cubicBezTo>
                        <a:pt x="3" y="151"/>
                        <a:pt x="3" y="151"/>
                        <a:pt x="3" y="151"/>
                      </a:cubicBezTo>
                      <a:cubicBezTo>
                        <a:pt x="3" y="151"/>
                        <a:pt x="3" y="151"/>
                        <a:pt x="3" y="151"/>
                      </a:cubicBezTo>
                      <a:cubicBezTo>
                        <a:pt x="3" y="151"/>
                        <a:pt x="3" y="151"/>
                        <a:pt x="3" y="151"/>
                      </a:cubicBezTo>
                      <a:cubicBezTo>
                        <a:pt x="3" y="151"/>
                        <a:pt x="3" y="151"/>
                        <a:pt x="3" y="151"/>
                      </a:cubicBezTo>
                      <a:cubicBezTo>
                        <a:pt x="3" y="151"/>
                        <a:pt x="3" y="151"/>
                        <a:pt x="3" y="151"/>
                      </a:cubicBezTo>
                      <a:cubicBezTo>
                        <a:pt x="3" y="151"/>
                        <a:pt x="3" y="151"/>
                        <a:pt x="3" y="151"/>
                      </a:cubicBezTo>
                      <a:cubicBezTo>
                        <a:pt x="3" y="151"/>
                        <a:pt x="3" y="151"/>
                        <a:pt x="3" y="151"/>
                      </a:cubicBezTo>
                      <a:cubicBezTo>
                        <a:pt x="3" y="151"/>
                        <a:pt x="3" y="151"/>
                        <a:pt x="3" y="151"/>
                      </a:cubicBezTo>
                      <a:cubicBezTo>
                        <a:pt x="3" y="151"/>
                        <a:pt x="3" y="151"/>
                        <a:pt x="3" y="151"/>
                      </a:cubicBezTo>
                      <a:cubicBezTo>
                        <a:pt x="3" y="151"/>
                        <a:pt x="3" y="151"/>
                        <a:pt x="3" y="151"/>
                      </a:cubicBezTo>
                      <a:cubicBezTo>
                        <a:pt x="3" y="151"/>
                        <a:pt x="3" y="151"/>
                        <a:pt x="4" y="151"/>
                      </a:cubicBezTo>
                      <a:cubicBezTo>
                        <a:pt x="4" y="151"/>
                        <a:pt x="4" y="151"/>
                        <a:pt x="4" y="151"/>
                      </a:cubicBezTo>
                      <a:cubicBezTo>
                        <a:pt x="4" y="151"/>
                        <a:pt x="4" y="151"/>
                        <a:pt x="4" y="151"/>
                      </a:cubicBezTo>
                      <a:cubicBezTo>
                        <a:pt x="4" y="151"/>
                        <a:pt x="4" y="151"/>
                        <a:pt x="4" y="151"/>
                      </a:cubicBezTo>
                      <a:cubicBezTo>
                        <a:pt x="4" y="150"/>
                        <a:pt x="4" y="150"/>
                        <a:pt x="4" y="150"/>
                      </a:cubicBezTo>
                      <a:cubicBezTo>
                        <a:pt x="4" y="150"/>
                        <a:pt x="4" y="150"/>
                        <a:pt x="4" y="150"/>
                      </a:cubicBezTo>
                      <a:cubicBezTo>
                        <a:pt x="4" y="150"/>
                        <a:pt x="4" y="150"/>
                        <a:pt x="4" y="150"/>
                      </a:cubicBezTo>
                      <a:cubicBezTo>
                        <a:pt x="4" y="150"/>
                        <a:pt x="4" y="150"/>
                        <a:pt x="4" y="150"/>
                      </a:cubicBezTo>
                      <a:cubicBezTo>
                        <a:pt x="4" y="150"/>
                        <a:pt x="4" y="150"/>
                        <a:pt x="4" y="150"/>
                      </a:cubicBezTo>
                      <a:cubicBezTo>
                        <a:pt x="4" y="150"/>
                        <a:pt x="4" y="150"/>
                        <a:pt x="4" y="150"/>
                      </a:cubicBezTo>
                      <a:cubicBezTo>
                        <a:pt x="4" y="150"/>
                        <a:pt x="4" y="150"/>
                        <a:pt x="4" y="150"/>
                      </a:cubicBezTo>
                      <a:cubicBezTo>
                        <a:pt x="4" y="150"/>
                        <a:pt x="4" y="150"/>
                        <a:pt x="4" y="150"/>
                      </a:cubicBezTo>
                      <a:cubicBezTo>
                        <a:pt x="4" y="150"/>
                        <a:pt x="4" y="150"/>
                        <a:pt x="4" y="150"/>
                      </a:cubicBezTo>
                      <a:cubicBezTo>
                        <a:pt x="4" y="150"/>
                        <a:pt x="4" y="150"/>
                        <a:pt x="4" y="150"/>
                      </a:cubicBezTo>
                      <a:cubicBezTo>
                        <a:pt x="4" y="150"/>
                        <a:pt x="4" y="150"/>
                        <a:pt x="4" y="150"/>
                      </a:cubicBezTo>
                      <a:cubicBezTo>
                        <a:pt x="5" y="150"/>
                        <a:pt x="5" y="150"/>
                        <a:pt x="5" y="150"/>
                      </a:cubicBezTo>
                      <a:cubicBezTo>
                        <a:pt x="5" y="150"/>
                        <a:pt x="5" y="150"/>
                        <a:pt x="5" y="150"/>
                      </a:cubicBezTo>
                      <a:cubicBezTo>
                        <a:pt x="5" y="150"/>
                        <a:pt x="5" y="150"/>
                        <a:pt x="5" y="150"/>
                      </a:cubicBezTo>
                      <a:cubicBezTo>
                        <a:pt x="5" y="150"/>
                        <a:pt x="5" y="150"/>
                        <a:pt x="5" y="150"/>
                      </a:cubicBezTo>
                      <a:cubicBezTo>
                        <a:pt x="5" y="150"/>
                        <a:pt x="5" y="150"/>
                        <a:pt x="5" y="150"/>
                      </a:cubicBezTo>
                      <a:cubicBezTo>
                        <a:pt x="5" y="150"/>
                        <a:pt x="5" y="150"/>
                        <a:pt x="5" y="150"/>
                      </a:cubicBezTo>
                      <a:cubicBezTo>
                        <a:pt x="5" y="150"/>
                        <a:pt x="5" y="150"/>
                        <a:pt x="5" y="150"/>
                      </a:cubicBezTo>
                      <a:cubicBezTo>
                        <a:pt x="5" y="150"/>
                        <a:pt x="5" y="150"/>
                        <a:pt x="5" y="150"/>
                      </a:cubicBezTo>
                      <a:cubicBezTo>
                        <a:pt x="5" y="150"/>
                        <a:pt x="5" y="150"/>
                        <a:pt x="5" y="150"/>
                      </a:cubicBezTo>
                      <a:cubicBezTo>
                        <a:pt x="5" y="150"/>
                        <a:pt x="5" y="150"/>
                        <a:pt x="5" y="150"/>
                      </a:cubicBezTo>
                      <a:cubicBezTo>
                        <a:pt x="5" y="150"/>
                        <a:pt x="5" y="151"/>
                        <a:pt x="5" y="151"/>
                      </a:cubicBezTo>
                      <a:cubicBezTo>
                        <a:pt x="5" y="151"/>
                        <a:pt x="5" y="151"/>
                        <a:pt x="5" y="151"/>
                      </a:cubicBezTo>
                      <a:cubicBezTo>
                        <a:pt x="5" y="151"/>
                        <a:pt x="5" y="151"/>
                        <a:pt x="4" y="151"/>
                      </a:cubicBezTo>
                      <a:cubicBezTo>
                        <a:pt x="4" y="151"/>
                        <a:pt x="4" y="151"/>
                        <a:pt x="4" y="151"/>
                      </a:cubicBezTo>
                      <a:cubicBezTo>
                        <a:pt x="4" y="151"/>
                        <a:pt x="4" y="151"/>
                        <a:pt x="4" y="151"/>
                      </a:cubicBezTo>
                      <a:cubicBezTo>
                        <a:pt x="4" y="151"/>
                        <a:pt x="4" y="151"/>
                        <a:pt x="4" y="151"/>
                      </a:cubicBezTo>
                      <a:cubicBezTo>
                        <a:pt x="4" y="151"/>
                        <a:pt x="4" y="151"/>
                        <a:pt x="4" y="151"/>
                      </a:cubicBezTo>
                      <a:cubicBezTo>
                        <a:pt x="4" y="151"/>
                        <a:pt x="4" y="151"/>
                        <a:pt x="4" y="151"/>
                      </a:cubicBezTo>
                      <a:cubicBezTo>
                        <a:pt x="4" y="151"/>
                        <a:pt x="4" y="151"/>
                        <a:pt x="4" y="151"/>
                      </a:cubicBezTo>
                      <a:cubicBezTo>
                        <a:pt x="4" y="151"/>
                        <a:pt x="4" y="151"/>
                        <a:pt x="4" y="151"/>
                      </a:cubicBezTo>
                      <a:cubicBezTo>
                        <a:pt x="4" y="151"/>
                        <a:pt x="4" y="151"/>
                        <a:pt x="4" y="151"/>
                      </a:cubicBezTo>
                      <a:cubicBezTo>
                        <a:pt x="4" y="151"/>
                        <a:pt x="3" y="151"/>
                        <a:pt x="3" y="151"/>
                      </a:cubicBezTo>
                      <a:cubicBezTo>
                        <a:pt x="4" y="151"/>
                        <a:pt x="3" y="151"/>
                        <a:pt x="3" y="151"/>
                      </a:cubicBezTo>
                      <a:cubicBezTo>
                        <a:pt x="3" y="151"/>
                        <a:pt x="3" y="151"/>
                        <a:pt x="3" y="152"/>
                      </a:cubicBezTo>
                      <a:cubicBezTo>
                        <a:pt x="3" y="152"/>
                        <a:pt x="3" y="152"/>
                        <a:pt x="3" y="152"/>
                      </a:cubicBezTo>
                      <a:cubicBezTo>
                        <a:pt x="3" y="152"/>
                        <a:pt x="3" y="152"/>
                        <a:pt x="3" y="152"/>
                      </a:cubicBezTo>
                      <a:cubicBezTo>
                        <a:pt x="3" y="152"/>
                        <a:pt x="3" y="152"/>
                        <a:pt x="3" y="152"/>
                      </a:cubicBezTo>
                      <a:cubicBezTo>
                        <a:pt x="3" y="152"/>
                        <a:pt x="3" y="152"/>
                        <a:pt x="3" y="152"/>
                      </a:cubicBezTo>
                      <a:cubicBezTo>
                        <a:pt x="3" y="152"/>
                        <a:pt x="3" y="152"/>
                        <a:pt x="3" y="152"/>
                      </a:cubicBezTo>
                      <a:cubicBezTo>
                        <a:pt x="3" y="152"/>
                        <a:pt x="3" y="152"/>
                        <a:pt x="3" y="152"/>
                      </a:cubicBezTo>
                      <a:cubicBezTo>
                        <a:pt x="3" y="152"/>
                        <a:pt x="3" y="152"/>
                        <a:pt x="3" y="152"/>
                      </a:cubicBezTo>
                      <a:cubicBezTo>
                        <a:pt x="3" y="152"/>
                        <a:pt x="3" y="152"/>
                        <a:pt x="3" y="152"/>
                      </a:cubicBezTo>
                      <a:cubicBezTo>
                        <a:pt x="3" y="152"/>
                        <a:pt x="3" y="152"/>
                        <a:pt x="3" y="152"/>
                      </a:cubicBezTo>
                      <a:cubicBezTo>
                        <a:pt x="3" y="152"/>
                        <a:pt x="3" y="152"/>
                        <a:pt x="3" y="152"/>
                      </a:cubicBezTo>
                      <a:cubicBezTo>
                        <a:pt x="3" y="152"/>
                        <a:pt x="3" y="152"/>
                        <a:pt x="3" y="152"/>
                      </a:cubicBezTo>
                      <a:cubicBezTo>
                        <a:pt x="3" y="152"/>
                        <a:pt x="3" y="152"/>
                        <a:pt x="3" y="152"/>
                      </a:cubicBezTo>
                      <a:cubicBezTo>
                        <a:pt x="3" y="152"/>
                        <a:pt x="3" y="152"/>
                        <a:pt x="3"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cubicBezTo>
                        <a:pt x="2" y="152"/>
                        <a:pt x="2" y="152"/>
                        <a:pt x="2" y="152"/>
                      </a:cubicBezTo>
                      <a:moveTo>
                        <a:pt x="8" y="146"/>
                      </a:moveTo>
                      <a:cubicBezTo>
                        <a:pt x="8" y="146"/>
                        <a:pt x="8" y="146"/>
                        <a:pt x="8" y="146"/>
                      </a:cubicBezTo>
                      <a:cubicBezTo>
                        <a:pt x="8" y="146"/>
                        <a:pt x="8" y="146"/>
                        <a:pt x="8" y="146"/>
                      </a:cubicBezTo>
                      <a:cubicBezTo>
                        <a:pt x="7" y="146"/>
                        <a:pt x="7" y="146"/>
                        <a:pt x="7" y="146"/>
                      </a:cubicBezTo>
                      <a:cubicBezTo>
                        <a:pt x="7" y="146"/>
                        <a:pt x="7" y="146"/>
                        <a:pt x="7" y="146"/>
                      </a:cubicBezTo>
                      <a:cubicBezTo>
                        <a:pt x="7" y="146"/>
                        <a:pt x="7" y="146"/>
                        <a:pt x="7" y="146"/>
                      </a:cubicBezTo>
                      <a:cubicBezTo>
                        <a:pt x="7" y="146"/>
                        <a:pt x="7" y="146"/>
                        <a:pt x="7" y="146"/>
                      </a:cubicBezTo>
                      <a:cubicBezTo>
                        <a:pt x="7" y="146"/>
                        <a:pt x="7" y="146"/>
                        <a:pt x="7" y="146"/>
                      </a:cubicBezTo>
                      <a:cubicBezTo>
                        <a:pt x="7" y="146"/>
                        <a:pt x="7" y="146"/>
                        <a:pt x="7" y="146"/>
                      </a:cubicBezTo>
                      <a:cubicBezTo>
                        <a:pt x="7" y="146"/>
                        <a:pt x="7" y="146"/>
                        <a:pt x="7" y="146"/>
                      </a:cubicBezTo>
                      <a:cubicBezTo>
                        <a:pt x="7" y="146"/>
                        <a:pt x="7" y="146"/>
                        <a:pt x="7" y="146"/>
                      </a:cubicBezTo>
                      <a:cubicBezTo>
                        <a:pt x="7" y="146"/>
                        <a:pt x="7" y="147"/>
                        <a:pt x="7" y="147"/>
                      </a:cubicBezTo>
                      <a:cubicBezTo>
                        <a:pt x="7" y="147"/>
                        <a:pt x="7" y="147"/>
                        <a:pt x="7" y="147"/>
                      </a:cubicBezTo>
                      <a:cubicBezTo>
                        <a:pt x="7" y="147"/>
                        <a:pt x="7" y="146"/>
                        <a:pt x="7" y="146"/>
                      </a:cubicBezTo>
                      <a:cubicBezTo>
                        <a:pt x="7" y="146"/>
                        <a:pt x="8" y="146"/>
                        <a:pt x="8" y="146"/>
                      </a:cubicBezTo>
                      <a:cubicBezTo>
                        <a:pt x="8" y="146"/>
                        <a:pt x="8" y="146"/>
                        <a:pt x="8" y="146"/>
                      </a:cubicBezTo>
                      <a:cubicBezTo>
                        <a:pt x="8" y="146"/>
                        <a:pt x="8" y="146"/>
                        <a:pt x="8" y="146"/>
                      </a:cubicBezTo>
                      <a:close/>
                      <a:moveTo>
                        <a:pt x="12" y="142"/>
                      </a:move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1"/>
                      </a:cubicBezTo>
                      <a:cubicBezTo>
                        <a:pt x="12" y="141"/>
                        <a:pt x="12" y="141"/>
                        <a:pt x="12" y="141"/>
                      </a:cubicBezTo>
                      <a:cubicBezTo>
                        <a:pt x="12" y="141"/>
                        <a:pt x="12" y="141"/>
                        <a:pt x="12" y="141"/>
                      </a:cubicBezTo>
                      <a:cubicBezTo>
                        <a:pt x="12" y="141"/>
                        <a:pt x="12" y="141"/>
                        <a:pt x="12" y="141"/>
                      </a:cubicBezTo>
                      <a:cubicBezTo>
                        <a:pt x="12" y="141"/>
                        <a:pt x="12" y="142"/>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3" y="142"/>
                      </a:cubicBezTo>
                      <a:cubicBezTo>
                        <a:pt x="13" y="142"/>
                        <a:pt x="12" y="142"/>
                        <a:pt x="12" y="142"/>
                      </a:cubicBezTo>
                      <a:close/>
                      <a:moveTo>
                        <a:pt x="17" y="140"/>
                      </a:moveTo>
                      <a:cubicBezTo>
                        <a:pt x="17" y="140"/>
                        <a:pt x="17" y="140"/>
                        <a:pt x="17" y="140"/>
                      </a:cubicBezTo>
                      <a:cubicBezTo>
                        <a:pt x="17" y="140"/>
                        <a:pt x="17" y="140"/>
                        <a:pt x="17" y="140"/>
                      </a:cubicBezTo>
                      <a:cubicBezTo>
                        <a:pt x="17" y="141"/>
                        <a:pt x="17" y="141"/>
                        <a:pt x="16" y="141"/>
                      </a:cubicBezTo>
                      <a:cubicBezTo>
                        <a:pt x="16" y="141"/>
                        <a:pt x="16" y="141"/>
                        <a:pt x="16" y="141"/>
                      </a:cubicBezTo>
                      <a:cubicBezTo>
                        <a:pt x="16" y="141"/>
                        <a:pt x="16" y="141"/>
                        <a:pt x="16" y="141"/>
                      </a:cubicBezTo>
                      <a:cubicBezTo>
                        <a:pt x="16" y="141"/>
                        <a:pt x="16" y="141"/>
                        <a:pt x="16" y="141"/>
                      </a:cubicBezTo>
                      <a:cubicBezTo>
                        <a:pt x="16" y="141"/>
                        <a:pt x="16" y="141"/>
                        <a:pt x="16" y="141"/>
                      </a:cubicBezTo>
                      <a:cubicBezTo>
                        <a:pt x="16" y="141"/>
                        <a:pt x="16" y="141"/>
                        <a:pt x="17" y="141"/>
                      </a:cubicBezTo>
                      <a:cubicBezTo>
                        <a:pt x="17" y="141"/>
                        <a:pt x="17" y="141"/>
                        <a:pt x="17" y="141"/>
                      </a:cubicBezTo>
                      <a:cubicBezTo>
                        <a:pt x="17" y="141"/>
                        <a:pt x="17" y="141"/>
                        <a:pt x="17" y="141"/>
                      </a:cubicBezTo>
                      <a:cubicBezTo>
                        <a:pt x="17" y="141"/>
                        <a:pt x="17" y="141"/>
                        <a:pt x="17" y="141"/>
                      </a:cubicBezTo>
                      <a:cubicBezTo>
                        <a:pt x="17" y="141"/>
                        <a:pt x="17" y="140"/>
                        <a:pt x="17" y="140"/>
                      </a:cubicBezTo>
                      <a:close/>
                      <a:moveTo>
                        <a:pt x="15" y="140"/>
                      </a:move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1"/>
                      </a:cubicBezTo>
                      <a:cubicBezTo>
                        <a:pt x="14" y="141"/>
                        <a:pt x="14" y="141"/>
                        <a:pt x="13" y="141"/>
                      </a:cubicBezTo>
                      <a:cubicBezTo>
                        <a:pt x="13" y="141"/>
                        <a:pt x="13" y="141"/>
                        <a:pt x="13" y="141"/>
                      </a:cubicBezTo>
                      <a:cubicBezTo>
                        <a:pt x="13" y="140"/>
                        <a:pt x="13" y="141"/>
                        <a:pt x="13" y="140"/>
                      </a:cubicBezTo>
                      <a:cubicBezTo>
                        <a:pt x="13" y="140"/>
                        <a:pt x="13" y="140"/>
                        <a:pt x="13" y="140"/>
                      </a:cubicBezTo>
                      <a:cubicBezTo>
                        <a:pt x="13" y="140"/>
                        <a:pt x="13" y="140"/>
                        <a:pt x="13" y="140"/>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1"/>
                        <a:pt x="13" y="141"/>
                        <a:pt x="12" y="141"/>
                      </a:cubicBezTo>
                      <a:cubicBezTo>
                        <a:pt x="12" y="141"/>
                        <a:pt x="12" y="141"/>
                        <a:pt x="12" y="141"/>
                      </a:cubicBezTo>
                      <a:cubicBezTo>
                        <a:pt x="13" y="141"/>
                        <a:pt x="13" y="141"/>
                        <a:pt x="13" y="142"/>
                      </a:cubicBezTo>
                      <a:cubicBezTo>
                        <a:pt x="13" y="142"/>
                        <a:pt x="13" y="142"/>
                        <a:pt x="13" y="142"/>
                      </a:cubicBezTo>
                      <a:cubicBezTo>
                        <a:pt x="13" y="142"/>
                        <a:pt x="13" y="142"/>
                        <a:pt x="13" y="142"/>
                      </a:cubicBezTo>
                      <a:cubicBezTo>
                        <a:pt x="13" y="142"/>
                        <a:pt x="13" y="142"/>
                        <a:pt x="13" y="142"/>
                      </a:cubicBezTo>
                      <a:cubicBezTo>
                        <a:pt x="13" y="142"/>
                        <a:pt x="13" y="142"/>
                        <a:pt x="12" y="142"/>
                      </a:cubicBezTo>
                      <a:cubicBezTo>
                        <a:pt x="12" y="142"/>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1" y="141"/>
                        <a:pt x="11" y="141"/>
                      </a:cubicBezTo>
                      <a:cubicBezTo>
                        <a:pt x="11" y="141"/>
                        <a:pt x="11" y="141"/>
                        <a:pt x="11" y="141"/>
                      </a:cubicBezTo>
                      <a:cubicBezTo>
                        <a:pt x="11" y="141"/>
                        <a:pt x="11" y="141"/>
                        <a:pt x="11" y="140"/>
                      </a:cubicBezTo>
                      <a:cubicBezTo>
                        <a:pt x="11" y="140"/>
                        <a:pt x="11" y="140"/>
                        <a:pt x="11" y="140"/>
                      </a:cubicBezTo>
                      <a:cubicBezTo>
                        <a:pt x="11" y="140"/>
                        <a:pt x="11" y="141"/>
                        <a:pt x="12" y="140"/>
                      </a:cubicBezTo>
                      <a:cubicBezTo>
                        <a:pt x="12" y="140"/>
                        <a:pt x="12" y="140"/>
                        <a:pt x="12" y="141"/>
                      </a:cubicBezTo>
                      <a:cubicBezTo>
                        <a:pt x="12" y="141"/>
                        <a:pt x="12" y="141"/>
                        <a:pt x="12" y="141"/>
                      </a:cubicBezTo>
                      <a:cubicBezTo>
                        <a:pt x="12" y="141"/>
                        <a:pt x="12" y="141"/>
                        <a:pt x="12" y="141"/>
                      </a:cubicBezTo>
                      <a:cubicBezTo>
                        <a:pt x="12" y="140"/>
                        <a:pt x="12" y="140"/>
                        <a:pt x="12" y="140"/>
                      </a:cubicBezTo>
                      <a:cubicBezTo>
                        <a:pt x="12" y="140"/>
                        <a:pt x="12" y="140"/>
                        <a:pt x="12" y="141"/>
                      </a:cubicBezTo>
                      <a:cubicBezTo>
                        <a:pt x="12" y="141"/>
                        <a:pt x="12" y="141"/>
                        <a:pt x="12" y="141"/>
                      </a:cubicBezTo>
                      <a:cubicBezTo>
                        <a:pt x="12" y="141"/>
                        <a:pt x="12" y="140"/>
                        <a:pt x="12" y="141"/>
                      </a:cubicBezTo>
                      <a:cubicBezTo>
                        <a:pt x="12" y="141"/>
                        <a:pt x="12" y="141"/>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39"/>
                        <a:pt x="14" y="139"/>
                      </a:cubicBezTo>
                      <a:cubicBezTo>
                        <a:pt x="14" y="139"/>
                        <a:pt x="14" y="139"/>
                        <a:pt x="14" y="139"/>
                      </a:cubicBezTo>
                      <a:cubicBezTo>
                        <a:pt x="14" y="139"/>
                        <a:pt x="14" y="139"/>
                        <a:pt x="14" y="139"/>
                      </a:cubicBezTo>
                      <a:cubicBezTo>
                        <a:pt x="14" y="139"/>
                        <a:pt x="14" y="139"/>
                        <a:pt x="15" y="139"/>
                      </a:cubicBezTo>
                      <a:cubicBezTo>
                        <a:pt x="15" y="139"/>
                        <a:pt x="15" y="139"/>
                        <a:pt x="15" y="139"/>
                      </a:cubicBezTo>
                      <a:cubicBezTo>
                        <a:pt x="15" y="139"/>
                        <a:pt x="15" y="139"/>
                        <a:pt x="14" y="139"/>
                      </a:cubicBezTo>
                      <a:cubicBezTo>
                        <a:pt x="14" y="139"/>
                        <a:pt x="14" y="140"/>
                        <a:pt x="14" y="140"/>
                      </a:cubicBezTo>
                      <a:cubicBezTo>
                        <a:pt x="14" y="140"/>
                        <a:pt x="14" y="140"/>
                        <a:pt x="14" y="140"/>
                      </a:cubicBezTo>
                      <a:cubicBezTo>
                        <a:pt x="14" y="140"/>
                        <a:pt x="15" y="140"/>
                        <a:pt x="15" y="140"/>
                      </a:cubicBezTo>
                      <a:cubicBezTo>
                        <a:pt x="15" y="140"/>
                        <a:pt x="15" y="139"/>
                        <a:pt x="15" y="139"/>
                      </a:cubicBezTo>
                      <a:cubicBezTo>
                        <a:pt x="15" y="140"/>
                        <a:pt x="15" y="140"/>
                        <a:pt x="15" y="140"/>
                      </a:cubicBezTo>
                      <a:cubicBezTo>
                        <a:pt x="15" y="140"/>
                        <a:pt x="15" y="140"/>
                        <a:pt x="15" y="140"/>
                      </a:cubicBezTo>
                      <a:cubicBezTo>
                        <a:pt x="14" y="140"/>
                        <a:pt x="15" y="140"/>
                        <a:pt x="15" y="140"/>
                      </a:cubicBezTo>
                      <a:cubicBezTo>
                        <a:pt x="15" y="140"/>
                        <a:pt x="15" y="140"/>
                        <a:pt x="15" y="140"/>
                      </a:cubicBezTo>
                      <a:cubicBezTo>
                        <a:pt x="15" y="140"/>
                        <a:pt x="15" y="140"/>
                        <a:pt x="15" y="140"/>
                      </a:cubicBezTo>
                      <a:cubicBezTo>
                        <a:pt x="15" y="140"/>
                        <a:pt x="15" y="140"/>
                        <a:pt x="15" y="140"/>
                      </a:cubicBezTo>
                      <a:cubicBezTo>
                        <a:pt x="15" y="140"/>
                        <a:pt x="15" y="139"/>
                        <a:pt x="15" y="139"/>
                      </a:cubicBezTo>
                      <a:cubicBezTo>
                        <a:pt x="15" y="139"/>
                        <a:pt x="15" y="140"/>
                        <a:pt x="15" y="140"/>
                      </a:cubicBezTo>
                      <a:cubicBezTo>
                        <a:pt x="15" y="140"/>
                        <a:pt x="15" y="140"/>
                        <a:pt x="15" y="140"/>
                      </a:cubicBezTo>
                      <a:cubicBezTo>
                        <a:pt x="15" y="140"/>
                        <a:pt x="15" y="140"/>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40"/>
                        <a:pt x="15" y="140"/>
                      </a:cubicBezTo>
                      <a:close/>
                      <a:moveTo>
                        <a:pt x="12" y="142"/>
                      </a:move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lose/>
                      <a:moveTo>
                        <a:pt x="2" y="153"/>
                      </a:moveTo>
                      <a:cubicBezTo>
                        <a:pt x="2" y="153"/>
                        <a:pt x="2" y="153"/>
                        <a:pt x="2" y="153"/>
                      </a:cubicBezTo>
                      <a:cubicBezTo>
                        <a:pt x="2" y="153"/>
                        <a:pt x="2" y="153"/>
                        <a:pt x="2" y="153"/>
                      </a:cubicBezTo>
                      <a:cubicBezTo>
                        <a:pt x="2" y="153"/>
                        <a:pt x="2" y="153"/>
                        <a:pt x="2" y="153"/>
                      </a:cubicBezTo>
                      <a:cubicBezTo>
                        <a:pt x="2" y="153"/>
                        <a:pt x="2" y="153"/>
                        <a:pt x="2" y="153"/>
                      </a:cubicBezTo>
                      <a:cubicBezTo>
                        <a:pt x="2" y="153"/>
                        <a:pt x="2" y="153"/>
                        <a:pt x="2" y="153"/>
                      </a:cubicBezTo>
                      <a:cubicBezTo>
                        <a:pt x="2" y="153"/>
                        <a:pt x="2" y="153"/>
                        <a:pt x="2" y="153"/>
                      </a:cubicBezTo>
                      <a:cubicBezTo>
                        <a:pt x="2" y="153"/>
                        <a:pt x="2" y="153"/>
                        <a:pt x="2" y="153"/>
                      </a:cubicBezTo>
                      <a:close/>
                      <a:moveTo>
                        <a:pt x="2" y="153"/>
                      </a:moveTo>
                      <a:cubicBezTo>
                        <a:pt x="2" y="153"/>
                        <a:pt x="2" y="153"/>
                        <a:pt x="2" y="153"/>
                      </a:cubicBezTo>
                      <a:cubicBezTo>
                        <a:pt x="2" y="153"/>
                        <a:pt x="2" y="153"/>
                        <a:pt x="2" y="153"/>
                      </a:cubicBezTo>
                      <a:cubicBezTo>
                        <a:pt x="2" y="153"/>
                        <a:pt x="2" y="153"/>
                        <a:pt x="2" y="153"/>
                      </a:cubicBezTo>
                      <a:cubicBezTo>
                        <a:pt x="2" y="153"/>
                        <a:pt x="2" y="153"/>
                        <a:pt x="2" y="153"/>
                      </a:cubicBezTo>
                      <a:cubicBezTo>
                        <a:pt x="2" y="153"/>
                        <a:pt x="2" y="153"/>
                        <a:pt x="2" y="153"/>
                      </a:cubicBezTo>
                      <a:cubicBezTo>
                        <a:pt x="2" y="153"/>
                        <a:pt x="2" y="153"/>
                        <a:pt x="2" y="153"/>
                      </a:cubicBezTo>
                      <a:cubicBezTo>
                        <a:pt x="2" y="153"/>
                        <a:pt x="2" y="153"/>
                        <a:pt x="2" y="153"/>
                      </a:cubicBezTo>
                      <a:cubicBezTo>
                        <a:pt x="2" y="153"/>
                        <a:pt x="2" y="153"/>
                        <a:pt x="2" y="153"/>
                      </a:cubicBezTo>
                      <a:close/>
                      <a:moveTo>
                        <a:pt x="11" y="142"/>
                      </a:moveTo>
                      <a:cubicBezTo>
                        <a:pt x="11" y="142"/>
                        <a:pt x="11" y="142"/>
                        <a:pt x="11" y="142"/>
                      </a:cubicBezTo>
                      <a:cubicBezTo>
                        <a:pt x="11" y="142"/>
                        <a:pt x="11" y="142"/>
                        <a:pt x="11" y="142"/>
                      </a:cubicBezTo>
                      <a:cubicBezTo>
                        <a:pt x="11" y="142"/>
                        <a:pt x="11" y="142"/>
                        <a:pt x="11" y="142"/>
                      </a:cubicBezTo>
                      <a:cubicBezTo>
                        <a:pt x="11" y="142"/>
                        <a:pt x="11" y="142"/>
                        <a:pt x="11" y="142"/>
                      </a:cubicBezTo>
                      <a:cubicBezTo>
                        <a:pt x="11" y="142"/>
                        <a:pt x="11" y="142"/>
                        <a:pt x="11" y="142"/>
                      </a:cubicBezTo>
                      <a:cubicBezTo>
                        <a:pt x="11" y="142"/>
                        <a:pt x="11" y="142"/>
                        <a:pt x="11" y="142"/>
                      </a:cubicBezTo>
                      <a:close/>
                      <a:moveTo>
                        <a:pt x="3" y="151"/>
                      </a:moveTo>
                      <a:cubicBezTo>
                        <a:pt x="3" y="151"/>
                        <a:pt x="3" y="151"/>
                        <a:pt x="3" y="151"/>
                      </a:cubicBezTo>
                      <a:cubicBezTo>
                        <a:pt x="3" y="151"/>
                        <a:pt x="3" y="151"/>
                        <a:pt x="3" y="151"/>
                      </a:cubicBezTo>
                      <a:cubicBezTo>
                        <a:pt x="3" y="151"/>
                        <a:pt x="3" y="151"/>
                        <a:pt x="3" y="151"/>
                      </a:cubicBezTo>
                      <a:cubicBezTo>
                        <a:pt x="3" y="151"/>
                        <a:pt x="3" y="151"/>
                        <a:pt x="3" y="151"/>
                      </a:cubicBezTo>
                      <a:cubicBezTo>
                        <a:pt x="3" y="151"/>
                        <a:pt x="3" y="151"/>
                        <a:pt x="3" y="151"/>
                      </a:cubicBezTo>
                      <a:cubicBezTo>
                        <a:pt x="3" y="151"/>
                        <a:pt x="3" y="151"/>
                        <a:pt x="3" y="151"/>
                      </a:cubicBezTo>
                      <a:close/>
                      <a:moveTo>
                        <a:pt x="12" y="140"/>
                      </a:move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lose/>
                      <a:moveTo>
                        <a:pt x="3" y="151"/>
                      </a:moveTo>
                      <a:cubicBezTo>
                        <a:pt x="3" y="151"/>
                        <a:pt x="3" y="151"/>
                        <a:pt x="3" y="151"/>
                      </a:cubicBezTo>
                      <a:cubicBezTo>
                        <a:pt x="3" y="151"/>
                        <a:pt x="3" y="151"/>
                        <a:pt x="3" y="151"/>
                      </a:cubicBezTo>
                      <a:cubicBezTo>
                        <a:pt x="3" y="151"/>
                        <a:pt x="3" y="151"/>
                        <a:pt x="3" y="151"/>
                      </a:cubicBezTo>
                      <a:cubicBezTo>
                        <a:pt x="3" y="151"/>
                        <a:pt x="3" y="151"/>
                        <a:pt x="3" y="151"/>
                      </a:cubicBezTo>
                      <a:close/>
                      <a:moveTo>
                        <a:pt x="2" y="153"/>
                      </a:moveTo>
                      <a:cubicBezTo>
                        <a:pt x="2" y="153"/>
                        <a:pt x="2" y="153"/>
                        <a:pt x="2" y="153"/>
                      </a:cubicBezTo>
                      <a:cubicBezTo>
                        <a:pt x="2" y="153"/>
                        <a:pt x="2" y="153"/>
                        <a:pt x="2" y="153"/>
                      </a:cubicBezTo>
                      <a:cubicBezTo>
                        <a:pt x="2" y="153"/>
                        <a:pt x="2" y="153"/>
                        <a:pt x="2" y="153"/>
                      </a:cubicBezTo>
                      <a:cubicBezTo>
                        <a:pt x="2" y="153"/>
                        <a:pt x="2" y="153"/>
                        <a:pt x="2" y="153"/>
                      </a:cubicBezTo>
                      <a:close/>
                      <a:moveTo>
                        <a:pt x="2" y="153"/>
                      </a:moveTo>
                      <a:cubicBezTo>
                        <a:pt x="2" y="153"/>
                        <a:pt x="2" y="153"/>
                        <a:pt x="2" y="153"/>
                      </a:cubicBezTo>
                      <a:cubicBezTo>
                        <a:pt x="2" y="153"/>
                        <a:pt x="2" y="153"/>
                        <a:pt x="2" y="153"/>
                      </a:cubicBezTo>
                      <a:close/>
                      <a:moveTo>
                        <a:pt x="2" y="154"/>
                      </a:moveTo>
                      <a:cubicBezTo>
                        <a:pt x="2" y="154"/>
                        <a:pt x="2" y="154"/>
                        <a:pt x="2" y="154"/>
                      </a:cubicBezTo>
                      <a:cubicBezTo>
                        <a:pt x="2" y="154"/>
                        <a:pt x="2" y="154"/>
                        <a:pt x="2" y="154"/>
                      </a:cubicBezTo>
                      <a:cubicBezTo>
                        <a:pt x="2" y="154"/>
                        <a:pt x="2" y="154"/>
                        <a:pt x="2" y="154"/>
                      </a:cubicBezTo>
                      <a:cubicBezTo>
                        <a:pt x="2" y="154"/>
                        <a:pt x="2" y="154"/>
                        <a:pt x="2" y="154"/>
                      </a:cubicBezTo>
                      <a:close/>
                      <a:moveTo>
                        <a:pt x="1" y="154"/>
                      </a:moveTo>
                      <a:cubicBezTo>
                        <a:pt x="1" y="154"/>
                        <a:pt x="1" y="154"/>
                        <a:pt x="1" y="154"/>
                      </a:cubicBezTo>
                      <a:cubicBezTo>
                        <a:pt x="1" y="154"/>
                        <a:pt x="1" y="154"/>
                        <a:pt x="1" y="154"/>
                      </a:cubicBezTo>
                      <a:cubicBezTo>
                        <a:pt x="1" y="154"/>
                        <a:pt x="1" y="154"/>
                        <a:pt x="2" y="154"/>
                      </a:cubicBezTo>
                      <a:cubicBezTo>
                        <a:pt x="2" y="154"/>
                        <a:pt x="2" y="154"/>
                        <a:pt x="2" y="154"/>
                      </a:cubicBezTo>
                      <a:cubicBezTo>
                        <a:pt x="1" y="154"/>
                        <a:pt x="1" y="154"/>
                        <a:pt x="1" y="154"/>
                      </a:cubicBezTo>
                      <a:close/>
                      <a:moveTo>
                        <a:pt x="32" y="103"/>
                      </a:moveTo>
                      <a:cubicBezTo>
                        <a:pt x="32" y="103"/>
                        <a:pt x="31" y="103"/>
                        <a:pt x="31" y="104"/>
                      </a:cubicBezTo>
                      <a:cubicBezTo>
                        <a:pt x="32" y="104"/>
                        <a:pt x="32" y="104"/>
                        <a:pt x="32" y="103"/>
                      </a:cubicBezTo>
                      <a:close/>
                      <a:moveTo>
                        <a:pt x="33" y="103"/>
                      </a:moveTo>
                      <a:cubicBezTo>
                        <a:pt x="33" y="103"/>
                        <a:pt x="33" y="103"/>
                        <a:pt x="33" y="102"/>
                      </a:cubicBezTo>
                      <a:cubicBezTo>
                        <a:pt x="33" y="102"/>
                        <a:pt x="32" y="102"/>
                        <a:pt x="32" y="103"/>
                      </a:cubicBezTo>
                      <a:cubicBezTo>
                        <a:pt x="32" y="103"/>
                        <a:pt x="32" y="103"/>
                        <a:pt x="32" y="103"/>
                      </a:cubicBezTo>
                      <a:cubicBezTo>
                        <a:pt x="32" y="103"/>
                        <a:pt x="33" y="103"/>
                        <a:pt x="33" y="103"/>
                      </a:cubicBezTo>
                      <a:cubicBezTo>
                        <a:pt x="33" y="103"/>
                        <a:pt x="33" y="103"/>
                        <a:pt x="33" y="103"/>
                      </a:cubicBezTo>
                      <a:cubicBezTo>
                        <a:pt x="33" y="103"/>
                        <a:pt x="34" y="103"/>
                        <a:pt x="34" y="103"/>
                      </a:cubicBezTo>
                      <a:cubicBezTo>
                        <a:pt x="34" y="103"/>
                        <a:pt x="34" y="103"/>
                        <a:pt x="34" y="103"/>
                      </a:cubicBezTo>
                      <a:cubicBezTo>
                        <a:pt x="34" y="103"/>
                        <a:pt x="34" y="103"/>
                        <a:pt x="34" y="103"/>
                      </a:cubicBezTo>
                      <a:cubicBezTo>
                        <a:pt x="34" y="102"/>
                        <a:pt x="34" y="103"/>
                        <a:pt x="34" y="103"/>
                      </a:cubicBezTo>
                      <a:cubicBezTo>
                        <a:pt x="33" y="103"/>
                        <a:pt x="33" y="103"/>
                        <a:pt x="33" y="103"/>
                      </a:cubicBezTo>
                      <a:close/>
                      <a:moveTo>
                        <a:pt x="30" y="103"/>
                      </a:moveTo>
                      <a:cubicBezTo>
                        <a:pt x="30" y="103"/>
                        <a:pt x="30" y="102"/>
                        <a:pt x="30" y="102"/>
                      </a:cubicBezTo>
                      <a:cubicBezTo>
                        <a:pt x="30" y="102"/>
                        <a:pt x="30" y="102"/>
                        <a:pt x="30" y="103"/>
                      </a:cubicBezTo>
                      <a:close/>
                      <a:moveTo>
                        <a:pt x="31" y="104"/>
                      </a:moveTo>
                      <a:cubicBezTo>
                        <a:pt x="31" y="104"/>
                        <a:pt x="31" y="104"/>
                        <a:pt x="31" y="104"/>
                      </a:cubicBezTo>
                      <a:cubicBezTo>
                        <a:pt x="31" y="104"/>
                        <a:pt x="31" y="104"/>
                        <a:pt x="31" y="104"/>
                      </a:cubicBezTo>
                      <a:cubicBezTo>
                        <a:pt x="31" y="104"/>
                        <a:pt x="31" y="104"/>
                        <a:pt x="31" y="104"/>
                      </a:cubicBezTo>
                      <a:cubicBezTo>
                        <a:pt x="31" y="104"/>
                        <a:pt x="31" y="104"/>
                        <a:pt x="31" y="104"/>
                      </a:cubicBezTo>
                      <a:close/>
                      <a:moveTo>
                        <a:pt x="32" y="104"/>
                      </a:moveTo>
                      <a:cubicBezTo>
                        <a:pt x="32" y="104"/>
                        <a:pt x="33" y="104"/>
                        <a:pt x="33" y="104"/>
                      </a:cubicBezTo>
                      <a:cubicBezTo>
                        <a:pt x="33" y="104"/>
                        <a:pt x="33" y="104"/>
                        <a:pt x="32" y="104"/>
                      </a:cubicBezTo>
                      <a:close/>
                      <a:moveTo>
                        <a:pt x="83" y="103"/>
                      </a:moveTo>
                      <a:cubicBezTo>
                        <a:pt x="83" y="103"/>
                        <a:pt x="82" y="103"/>
                        <a:pt x="82" y="103"/>
                      </a:cubicBezTo>
                      <a:cubicBezTo>
                        <a:pt x="82" y="103"/>
                        <a:pt x="83" y="103"/>
                        <a:pt x="83" y="103"/>
                      </a:cubicBezTo>
                      <a:cubicBezTo>
                        <a:pt x="83" y="103"/>
                        <a:pt x="83" y="103"/>
                        <a:pt x="83" y="103"/>
                      </a:cubicBezTo>
                      <a:cubicBezTo>
                        <a:pt x="83" y="103"/>
                        <a:pt x="83" y="103"/>
                        <a:pt x="83" y="103"/>
                      </a:cubicBezTo>
                      <a:close/>
                      <a:moveTo>
                        <a:pt x="81" y="96"/>
                      </a:moveTo>
                      <a:cubicBezTo>
                        <a:pt x="81" y="96"/>
                        <a:pt x="81" y="96"/>
                        <a:pt x="81" y="96"/>
                      </a:cubicBezTo>
                      <a:cubicBezTo>
                        <a:pt x="81" y="96"/>
                        <a:pt x="81" y="97"/>
                        <a:pt x="81" y="97"/>
                      </a:cubicBezTo>
                      <a:cubicBezTo>
                        <a:pt x="82" y="97"/>
                        <a:pt x="81" y="96"/>
                        <a:pt x="82" y="96"/>
                      </a:cubicBezTo>
                      <a:cubicBezTo>
                        <a:pt x="82" y="96"/>
                        <a:pt x="81" y="96"/>
                        <a:pt x="81" y="96"/>
                      </a:cubicBezTo>
                      <a:close/>
                      <a:moveTo>
                        <a:pt x="80" y="99"/>
                      </a:moveTo>
                      <a:cubicBezTo>
                        <a:pt x="80" y="99"/>
                        <a:pt x="81" y="99"/>
                        <a:pt x="80" y="99"/>
                      </a:cubicBezTo>
                      <a:cubicBezTo>
                        <a:pt x="80" y="99"/>
                        <a:pt x="80" y="99"/>
                        <a:pt x="80" y="99"/>
                      </a:cubicBezTo>
                      <a:close/>
                      <a:moveTo>
                        <a:pt x="84" y="109"/>
                      </a:moveTo>
                      <a:cubicBezTo>
                        <a:pt x="84" y="109"/>
                        <a:pt x="84" y="109"/>
                        <a:pt x="84" y="109"/>
                      </a:cubicBezTo>
                      <a:cubicBezTo>
                        <a:pt x="84" y="109"/>
                        <a:pt x="84" y="109"/>
                        <a:pt x="84" y="110"/>
                      </a:cubicBezTo>
                      <a:cubicBezTo>
                        <a:pt x="84" y="110"/>
                        <a:pt x="84" y="110"/>
                        <a:pt x="84" y="110"/>
                      </a:cubicBezTo>
                      <a:cubicBezTo>
                        <a:pt x="84" y="110"/>
                        <a:pt x="84" y="110"/>
                        <a:pt x="84" y="109"/>
                      </a:cubicBezTo>
                      <a:cubicBezTo>
                        <a:pt x="84" y="109"/>
                        <a:pt x="84" y="109"/>
                        <a:pt x="84" y="109"/>
                      </a:cubicBezTo>
                      <a:close/>
                      <a:moveTo>
                        <a:pt x="82" y="101"/>
                      </a:moveTo>
                      <a:cubicBezTo>
                        <a:pt x="82" y="101"/>
                        <a:pt x="82" y="101"/>
                        <a:pt x="82" y="101"/>
                      </a:cubicBezTo>
                      <a:cubicBezTo>
                        <a:pt x="82" y="102"/>
                        <a:pt x="82" y="102"/>
                        <a:pt x="82" y="102"/>
                      </a:cubicBezTo>
                      <a:cubicBezTo>
                        <a:pt x="82" y="102"/>
                        <a:pt x="82" y="102"/>
                        <a:pt x="82" y="101"/>
                      </a:cubicBezTo>
                      <a:cubicBezTo>
                        <a:pt x="82" y="101"/>
                        <a:pt x="82" y="101"/>
                        <a:pt x="82" y="101"/>
                      </a:cubicBezTo>
                      <a:close/>
                      <a:moveTo>
                        <a:pt x="49" y="103"/>
                      </a:moveTo>
                      <a:cubicBezTo>
                        <a:pt x="49" y="103"/>
                        <a:pt x="49" y="103"/>
                        <a:pt x="49" y="103"/>
                      </a:cubicBezTo>
                      <a:cubicBezTo>
                        <a:pt x="49" y="103"/>
                        <a:pt x="49" y="102"/>
                        <a:pt x="49" y="102"/>
                      </a:cubicBezTo>
                      <a:cubicBezTo>
                        <a:pt x="49" y="102"/>
                        <a:pt x="49" y="102"/>
                        <a:pt x="48" y="102"/>
                      </a:cubicBezTo>
                      <a:cubicBezTo>
                        <a:pt x="48" y="102"/>
                        <a:pt x="48" y="101"/>
                        <a:pt x="49" y="101"/>
                      </a:cubicBezTo>
                      <a:cubicBezTo>
                        <a:pt x="49" y="101"/>
                        <a:pt x="49" y="101"/>
                        <a:pt x="49" y="101"/>
                      </a:cubicBezTo>
                      <a:cubicBezTo>
                        <a:pt x="49" y="101"/>
                        <a:pt x="49" y="101"/>
                        <a:pt x="49" y="100"/>
                      </a:cubicBezTo>
                      <a:cubicBezTo>
                        <a:pt x="49" y="100"/>
                        <a:pt x="49" y="100"/>
                        <a:pt x="49" y="100"/>
                      </a:cubicBezTo>
                      <a:cubicBezTo>
                        <a:pt x="49" y="100"/>
                        <a:pt x="49" y="100"/>
                        <a:pt x="49" y="100"/>
                      </a:cubicBezTo>
                      <a:cubicBezTo>
                        <a:pt x="49" y="100"/>
                        <a:pt x="48" y="100"/>
                        <a:pt x="48" y="100"/>
                      </a:cubicBezTo>
                      <a:cubicBezTo>
                        <a:pt x="48" y="100"/>
                        <a:pt x="48" y="100"/>
                        <a:pt x="48" y="100"/>
                      </a:cubicBezTo>
                      <a:cubicBezTo>
                        <a:pt x="48" y="100"/>
                        <a:pt x="48" y="100"/>
                        <a:pt x="48" y="100"/>
                      </a:cubicBezTo>
                      <a:cubicBezTo>
                        <a:pt x="48" y="100"/>
                        <a:pt x="48" y="100"/>
                        <a:pt x="47" y="100"/>
                      </a:cubicBezTo>
                      <a:cubicBezTo>
                        <a:pt x="47" y="100"/>
                        <a:pt x="47" y="100"/>
                        <a:pt x="47" y="100"/>
                      </a:cubicBezTo>
                      <a:cubicBezTo>
                        <a:pt x="47" y="100"/>
                        <a:pt x="46" y="100"/>
                        <a:pt x="46" y="100"/>
                      </a:cubicBezTo>
                      <a:cubicBezTo>
                        <a:pt x="46" y="100"/>
                        <a:pt x="46" y="99"/>
                        <a:pt x="46" y="99"/>
                      </a:cubicBezTo>
                      <a:cubicBezTo>
                        <a:pt x="46" y="99"/>
                        <a:pt x="46" y="99"/>
                        <a:pt x="46" y="99"/>
                      </a:cubicBezTo>
                      <a:cubicBezTo>
                        <a:pt x="46" y="99"/>
                        <a:pt x="46" y="99"/>
                        <a:pt x="46" y="99"/>
                      </a:cubicBezTo>
                      <a:cubicBezTo>
                        <a:pt x="46" y="99"/>
                        <a:pt x="46" y="99"/>
                        <a:pt x="46" y="99"/>
                      </a:cubicBezTo>
                      <a:cubicBezTo>
                        <a:pt x="46" y="99"/>
                        <a:pt x="45" y="99"/>
                        <a:pt x="45" y="99"/>
                      </a:cubicBezTo>
                      <a:cubicBezTo>
                        <a:pt x="45" y="99"/>
                        <a:pt x="45" y="99"/>
                        <a:pt x="45" y="99"/>
                      </a:cubicBezTo>
                      <a:cubicBezTo>
                        <a:pt x="45" y="99"/>
                        <a:pt x="45" y="99"/>
                        <a:pt x="45" y="99"/>
                      </a:cubicBezTo>
                      <a:cubicBezTo>
                        <a:pt x="45" y="99"/>
                        <a:pt x="44" y="99"/>
                        <a:pt x="44" y="99"/>
                      </a:cubicBezTo>
                      <a:cubicBezTo>
                        <a:pt x="44" y="99"/>
                        <a:pt x="44" y="99"/>
                        <a:pt x="44" y="99"/>
                      </a:cubicBezTo>
                      <a:cubicBezTo>
                        <a:pt x="44" y="99"/>
                        <a:pt x="44" y="99"/>
                        <a:pt x="44" y="99"/>
                      </a:cubicBezTo>
                      <a:cubicBezTo>
                        <a:pt x="44" y="99"/>
                        <a:pt x="44" y="99"/>
                        <a:pt x="44" y="99"/>
                      </a:cubicBezTo>
                      <a:cubicBezTo>
                        <a:pt x="44" y="99"/>
                        <a:pt x="44" y="99"/>
                        <a:pt x="44" y="99"/>
                      </a:cubicBezTo>
                      <a:cubicBezTo>
                        <a:pt x="43" y="100"/>
                        <a:pt x="43" y="100"/>
                        <a:pt x="43" y="100"/>
                      </a:cubicBezTo>
                      <a:cubicBezTo>
                        <a:pt x="43" y="100"/>
                        <a:pt x="43" y="100"/>
                        <a:pt x="43" y="100"/>
                      </a:cubicBezTo>
                      <a:cubicBezTo>
                        <a:pt x="43" y="100"/>
                        <a:pt x="43" y="100"/>
                        <a:pt x="43" y="100"/>
                      </a:cubicBezTo>
                      <a:cubicBezTo>
                        <a:pt x="42" y="100"/>
                        <a:pt x="42" y="100"/>
                        <a:pt x="42" y="100"/>
                      </a:cubicBezTo>
                      <a:cubicBezTo>
                        <a:pt x="42" y="100"/>
                        <a:pt x="42" y="100"/>
                        <a:pt x="42" y="100"/>
                      </a:cubicBezTo>
                      <a:cubicBezTo>
                        <a:pt x="42" y="100"/>
                        <a:pt x="42" y="100"/>
                        <a:pt x="42" y="100"/>
                      </a:cubicBezTo>
                      <a:cubicBezTo>
                        <a:pt x="42" y="100"/>
                        <a:pt x="42" y="100"/>
                        <a:pt x="42" y="100"/>
                      </a:cubicBezTo>
                      <a:cubicBezTo>
                        <a:pt x="42" y="100"/>
                        <a:pt x="42" y="100"/>
                        <a:pt x="42" y="101"/>
                      </a:cubicBezTo>
                      <a:cubicBezTo>
                        <a:pt x="42" y="101"/>
                        <a:pt x="42" y="101"/>
                        <a:pt x="42" y="101"/>
                      </a:cubicBezTo>
                      <a:cubicBezTo>
                        <a:pt x="42" y="101"/>
                        <a:pt x="42" y="101"/>
                        <a:pt x="42" y="101"/>
                      </a:cubicBezTo>
                      <a:cubicBezTo>
                        <a:pt x="42" y="102"/>
                        <a:pt x="42" y="102"/>
                        <a:pt x="42" y="102"/>
                      </a:cubicBezTo>
                      <a:cubicBezTo>
                        <a:pt x="42" y="102"/>
                        <a:pt x="42" y="102"/>
                        <a:pt x="42" y="102"/>
                      </a:cubicBezTo>
                      <a:cubicBezTo>
                        <a:pt x="42" y="102"/>
                        <a:pt x="41" y="102"/>
                        <a:pt x="41" y="102"/>
                      </a:cubicBezTo>
                      <a:cubicBezTo>
                        <a:pt x="41" y="102"/>
                        <a:pt x="41" y="102"/>
                        <a:pt x="41" y="102"/>
                      </a:cubicBezTo>
                      <a:cubicBezTo>
                        <a:pt x="41" y="102"/>
                        <a:pt x="40" y="102"/>
                        <a:pt x="40" y="102"/>
                      </a:cubicBezTo>
                      <a:cubicBezTo>
                        <a:pt x="40" y="102"/>
                        <a:pt x="40" y="102"/>
                        <a:pt x="40" y="102"/>
                      </a:cubicBezTo>
                      <a:cubicBezTo>
                        <a:pt x="39" y="102"/>
                        <a:pt x="39" y="102"/>
                        <a:pt x="39" y="102"/>
                      </a:cubicBezTo>
                      <a:cubicBezTo>
                        <a:pt x="39" y="102"/>
                        <a:pt x="39" y="103"/>
                        <a:pt x="39" y="103"/>
                      </a:cubicBezTo>
                      <a:cubicBezTo>
                        <a:pt x="39" y="103"/>
                        <a:pt x="38" y="103"/>
                        <a:pt x="38" y="103"/>
                      </a:cubicBezTo>
                      <a:cubicBezTo>
                        <a:pt x="38" y="102"/>
                        <a:pt x="38" y="102"/>
                        <a:pt x="38" y="102"/>
                      </a:cubicBezTo>
                      <a:cubicBezTo>
                        <a:pt x="38" y="102"/>
                        <a:pt x="38" y="102"/>
                        <a:pt x="38" y="102"/>
                      </a:cubicBezTo>
                      <a:cubicBezTo>
                        <a:pt x="38" y="102"/>
                        <a:pt x="38" y="102"/>
                        <a:pt x="38" y="102"/>
                      </a:cubicBezTo>
                      <a:cubicBezTo>
                        <a:pt x="38" y="102"/>
                        <a:pt x="38" y="101"/>
                        <a:pt x="38" y="101"/>
                      </a:cubicBezTo>
                      <a:cubicBezTo>
                        <a:pt x="38" y="101"/>
                        <a:pt x="38" y="101"/>
                        <a:pt x="38" y="101"/>
                      </a:cubicBezTo>
                      <a:cubicBezTo>
                        <a:pt x="38" y="101"/>
                        <a:pt x="38" y="101"/>
                        <a:pt x="38" y="101"/>
                      </a:cubicBezTo>
                      <a:cubicBezTo>
                        <a:pt x="37" y="101"/>
                        <a:pt x="37" y="101"/>
                        <a:pt x="37" y="101"/>
                      </a:cubicBezTo>
                      <a:cubicBezTo>
                        <a:pt x="37" y="101"/>
                        <a:pt x="37" y="101"/>
                        <a:pt x="37" y="101"/>
                      </a:cubicBezTo>
                      <a:cubicBezTo>
                        <a:pt x="37" y="101"/>
                        <a:pt x="37" y="102"/>
                        <a:pt x="37" y="102"/>
                      </a:cubicBezTo>
                      <a:cubicBezTo>
                        <a:pt x="36" y="102"/>
                        <a:pt x="36" y="102"/>
                        <a:pt x="36" y="103"/>
                      </a:cubicBezTo>
                      <a:cubicBezTo>
                        <a:pt x="36" y="103"/>
                        <a:pt x="36" y="103"/>
                        <a:pt x="36" y="103"/>
                      </a:cubicBezTo>
                      <a:cubicBezTo>
                        <a:pt x="36" y="103"/>
                        <a:pt x="36" y="104"/>
                        <a:pt x="36" y="104"/>
                      </a:cubicBezTo>
                      <a:cubicBezTo>
                        <a:pt x="36" y="104"/>
                        <a:pt x="36" y="104"/>
                        <a:pt x="36" y="104"/>
                      </a:cubicBezTo>
                      <a:cubicBezTo>
                        <a:pt x="36" y="104"/>
                        <a:pt x="36" y="104"/>
                        <a:pt x="36" y="104"/>
                      </a:cubicBezTo>
                      <a:cubicBezTo>
                        <a:pt x="35" y="105"/>
                        <a:pt x="35" y="105"/>
                        <a:pt x="35" y="105"/>
                      </a:cubicBezTo>
                      <a:cubicBezTo>
                        <a:pt x="34" y="105"/>
                        <a:pt x="34" y="105"/>
                        <a:pt x="34" y="106"/>
                      </a:cubicBezTo>
                      <a:cubicBezTo>
                        <a:pt x="34" y="106"/>
                        <a:pt x="34" y="106"/>
                        <a:pt x="34" y="106"/>
                      </a:cubicBezTo>
                      <a:cubicBezTo>
                        <a:pt x="33" y="106"/>
                        <a:pt x="32" y="107"/>
                        <a:pt x="32" y="107"/>
                      </a:cubicBezTo>
                      <a:cubicBezTo>
                        <a:pt x="32" y="107"/>
                        <a:pt x="32" y="107"/>
                        <a:pt x="32" y="107"/>
                      </a:cubicBezTo>
                      <a:cubicBezTo>
                        <a:pt x="32" y="107"/>
                        <a:pt x="32" y="107"/>
                        <a:pt x="32" y="107"/>
                      </a:cubicBezTo>
                      <a:cubicBezTo>
                        <a:pt x="32" y="107"/>
                        <a:pt x="32" y="107"/>
                        <a:pt x="32" y="107"/>
                      </a:cubicBezTo>
                      <a:cubicBezTo>
                        <a:pt x="32" y="107"/>
                        <a:pt x="33" y="107"/>
                        <a:pt x="33" y="106"/>
                      </a:cubicBezTo>
                      <a:cubicBezTo>
                        <a:pt x="33" y="106"/>
                        <a:pt x="33" y="106"/>
                        <a:pt x="34" y="106"/>
                      </a:cubicBezTo>
                      <a:cubicBezTo>
                        <a:pt x="34" y="107"/>
                        <a:pt x="34" y="107"/>
                        <a:pt x="34" y="107"/>
                      </a:cubicBezTo>
                      <a:cubicBezTo>
                        <a:pt x="34" y="107"/>
                        <a:pt x="34" y="107"/>
                        <a:pt x="34" y="107"/>
                      </a:cubicBezTo>
                      <a:cubicBezTo>
                        <a:pt x="34" y="107"/>
                        <a:pt x="34" y="107"/>
                        <a:pt x="34" y="107"/>
                      </a:cubicBezTo>
                      <a:cubicBezTo>
                        <a:pt x="34" y="107"/>
                        <a:pt x="34" y="108"/>
                        <a:pt x="34" y="108"/>
                      </a:cubicBezTo>
                      <a:cubicBezTo>
                        <a:pt x="34" y="108"/>
                        <a:pt x="34" y="108"/>
                        <a:pt x="34" y="108"/>
                      </a:cubicBezTo>
                      <a:cubicBezTo>
                        <a:pt x="34" y="108"/>
                        <a:pt x="34" y="108"/>
                        <a:pt x="35" y="108"/>
                      </a:cubicBezTo>
                      <a:cubicBezTo>
                        <a:pt x="35" y="108"/>
                        <a:pt x="35" y="108"/>
                        <a:pt x="35" y="108"/>
                      </a:cubicBezTo>
                      <a:cubicBezTo>
                        <a:pt x="35" y="108"/>
                        <a:pt x="35" y="108"/>
                        <a:pt x="35" y="108"/>
                      </a:cubicBezTo>
                      <a:cubicBezTo>
                        <a:pt x="35" y="108"/>
                        <a:pt x="35" y="108"/>
                        <a:pt x="35" y="108"/>
                      </a:cubicBezTo>
                      <a:cubicBezTo>
                        <a:pt x="35" y="108"/>
                        <a:pt x="35" y="108"/>
                        <a:pt x="35" y="108"/>
                      </a:cubicBezTo>
                      <a:cubicBezTo>
                        <a:pt x="34" y="108"/>
                        <a:pt x="34" y="108"/>
                        <a:pt x="35" y="108"/>
                      </a:cubicBezTo>
                      <a:cubicBezTo>
                        <a:pt x="35" y="108"/>
                        <a:pt x="35" y="108"/>
                        <a:pt x="35" y="108"/>
                      </a:cubicBezTo>
                      <a:cubicBezTo>
                        <a:pt x="35" y="108"/>
                        <a:pt x="34" y="109"/>
                        <a:pt x="34" y="109"/>
                      </a:cubicBezTo>
                      <a:cubicBezTo>
                        <a:pt x="34" y="109"/>
                        <a:pt x="34" y="109"/>
                        <a:pt x="34" y="109"/>
                      </a:cubicBezTo>
                      <a:cubicBezTo>
                        <a:pt x="34" y="109"/>
                        <a:pt x="34" y="109"/>
                        <a:pt x="34" y="109"/>
                      </a:cubicBezTo>
                      <a:cubicBezTo>
                        <a:pt x="34" y="109"/>
                        <a:pt x="34" y="109"/>
                        <a:pt x="34" y="109"/>
                      </a:cubicBezTo>
                      <a:cubicBezTo>
                        <a:pt x="34" y="109"/>
                        <a:pt x="34" y="109"/>
                        <a:pt x="34" y="109"/>
                      </a:cubicBezTo>
                      <a:cubicBezTo>
                        <a:pt x="34" y="109"/>
                        <a:pt x="34" y="109"/>
                        <a:pt x="34" y="109"/>
                      </a:cubicBezTo>
                      <a:cubicBezTo>
                        <a:pt x="34" y="109"/>
                        <a:pt x="34" y="109"/>
                        <a:pt x="34" y="110"/>
                      </a:cubicBezTo>
                      <a:cubicBezTo>
                        <a:pt x="34" y="110"/>
                        <a:pt x="34" y="110"/>
                        <a:pt x="34" y="110"/>
                      </a:cubicBezTo>
                      <a:cubicBezTo>
                        <a:pt x="34" y="110"/>
                        <a:pt x="34" y="110"/>
                        <a:pt x="34" y="110"/>
                      </a:cubicBezTo>
                      <a:cubicBezTo>
                        <a:pt x="34" y="110"/>
                        <a:pt x="34" y="110"/>
                        <a:pt x="34" y="110"/>
                      </a:cubicBezTo>
                      <a:cubicBezTo>
                        <a:pt x="34" y="110"/>
                        <a:pt x="34" y="110"/>
                        <a:pt x="34" y="110"/>
                      </a:cubicBezTo>
                      <a:cubicBezTo>
                        <a:pt x="34" y="110"/>
                        <a:pt x="34" y="110"/>
                        <a:pt x="34" y="110"/>
                      </a:cubicBezTo>
                      <a:cubicBezTo>
                        <a:pt x="34" y="110"/>
                        <a:pt x="34" y="110"/>
                        <a:pt x="34" y="110"/>
                      </a:cubicBezTo>
                      <a:cubicBezTo>
                        <a:pt x="34" y="110"/>
                        <a:pt x="34" y="111"/>
                        <a:pt x="34" y="111"/>
                      </a:cubicBezTo>
                      <a:cubicBezTo>
                        <a:pt x="34" y="111"/>
                        <a:pt x="34" y="111"/>
                        <a:pt x="34" y="111"/>
                      </a:cubicBezTo>
                      <a:cubicBezTo>
                        <a:pt x="34" y="111"/>
                        <a:pt x="34" y="111"/>
                        <a:pt x="34" y="111"/>
                      </a:cubicBezTo>
                      <a:cubicBezTo>
                        <a:pt x="34" y="111"/>
                        <a:pt x="34" y="111"/>
                        <a:pt x="35" y="111"/>
                      </a:cubicBezTo>
                      <a:cubicBezTo>
                        <a:pt x="35" y="111"/>
                        <a:pt x="35" y="111"/>
                        <a:pt x="35" y="111"/>
                      </a:cubicBezTo>
                      <a:cubicBezTo>
                        <a:pt x="35" y="111"/>
                        <a:pt x="35" y="111"/>
                        <a:pt x="35" y="111"/>
                      </a:cubicBezTo>
                      <a:cubicBezTo>
                        <a:pt x="35" y="111"/>
                        <a:pt x="35" y="111"/>
                        <a:pt x="35" y="111"/>
                      </a:cubicBezTo>
                      <a:cubicBezTo>
                        <a:pt x="35" y="111"/>
                        <a:pt x="35" y="111"/>
                        <a:pt x="35" y="111"/>
                      </a:cubicBezTo>
                      <a:cubicBezTo>
                        <a:pt x="35" y="111"/>
                        <a:pt x="35" y="111"/>
                        <a:pt x="35" y="111"/>
                      </a:cubicBezTo>
                      <a:cubicBezTo>
                        <a:pt x="35" y="111"/>
                        <a:pt x="36" y="111"/>
                        <a:pt x="36" y="111"/>
                      </a:cubicBezTo>
                      <a:cubicBezTo>
                        <a:pt x="36" y="111"/>
                        <a:pt x="36" y="111"/>
                        <a:pt x="36" y="111"/>
                      </a:cubicBezTo>
                      <a:cubicBezTo>
                        <a:pt x="36" y="111"/>
                        <a:pt x="36" y="111"/>
                        <a:pt x="36" y="111"/>
                      </a:cubicBezTo>
                      <a:cubicBezTo>
                        <a:pt x="35" y="112"/>
                        <a:pt x="35" y="112"/>
                        <a:pt x="35" y="112"/>
                      </a:cubicBezTo>
                      <a:cubicBezTo>
                        <a:pt x="35" y="112"/>
                        <a:pt x="36" y="112"/>
                        <a:pt x="36" y="112"/>
                      </a:cubicBezTo>
                      <a:cubicBezTo>
                        <a:pt x="36" y="112"/>
                        <a:pt x="36" y="112"/>
                        <a:pt x="36" y="112"/>
                      </a:cubicBezTo>
                      <a:cubicBezTo>
                        <a:pt x="36" y="112"/>
                        <a:pt x="36" y="112"/>
                        <a:pt x="37" y="112"/>
                      </a:cubicBezTo>
                      <a:cubicBezTo>
                        <a:pt x="37" y="112"/>
                        <a:pt x="37" y="112"/>
                        <a:pt x="37" y="112"/>
                      </a:cubicBezTo>
                      <a:cubicBezTo>
                        <a:pt x="38" y="112"/>
                        <a:pt x="38" y="112"/>
                        <a:pt x="38" y="112"/>
                      </a:cubicBezTo>
                      <a:cubicBezTo>
                        <a:pt x="38" y="112"/>
                        <a:pt x="38" y="112"/>
                        <a:pt x="38" y="112"/>
                      </a:cubicBezTo>
                      <a:cubicBezTo>
                        <a:pt x="37" y="112"/>
                        <a:pt x="37" y="111"/>
                        <a:pt x="38" y="111"/>
                      </a:cubicBezTo>
                      <a:cubicBezTo>
                        <a:pt x="38" y="111"/>
                        <a:pt x="38" y="111"/>
                        <a:pt x="38" y="111"/>
                      </a:cubicBezTo>
                      <a:cubicBezTo>
                        <a:pt x="38" y="111"/>
                        <a:pt x="38" y="110"/>
                        <a:pt x="38" y="110"/>
                      </a:cubicBezTo>
                      <a:cubicBezTo>
                        <a:pt x="38" y="110"/>
                        <a:pt x="38" y="110"/>
                        <a:pt x="38" y="110"/>
                      </a:cubicBezTo>
                      <a:cubicBezTo>
                        <a:pt x="38" y="110"/>
                        <a:pt x="38" y="110"/>
                        <a:pt x="38" y="110"/>
                      </a:cubicBezTo>
                      <a:cubicBezTo>
                        <a:pt x="38" y="110"/>
                        <a:pt x="38" y="110"/>
                        <a:pt x="38" y="110"/>
                      </a:cubicBezTo>
                      <a:cubicBezTo>
                        <a:pt x="38" y="110"/>
                        <a:pt x="38" y="110"/>
                        <a:pt x="38" y="110"/>
                      </a:cubicBezTo>
                      <a:cubicBezTo>
                        <a:pt x="39" y="110"/>
                        <a:pt x="39" y="109"/>
                        <a:pt x="39" y="109"/>
                      </a:cubicBezTo>
                      <a:cubicBezTo>
                        <a:pt x="39" y="109"/>
                        <a:pt x="39" y="109"/>
                        <a:pt x="39" y="109"/>
                      </a:cubicBezTo>
                      <a:cubicBezTo>
                        <a:pt x="40" y="109"/>
                        <a:pt x="39" y="108"/>
                        <a:pt x="39" y="108"/>
                      </a:cubicBezTo>
                      <a:cubicBezTo>
                        <a:pt x="39" y="107"/>
                        <a:pt x="40" y="107"/>
                        <a:pt x="40" y="107"/>
                      </a:cubicBezTo>
                      <a:cubicBezTo>
                        <a:pt x="40" y="107"/>
                        <a:pt x="40" y="107"/>
                        <a:pt x="40" y="107"/>
                      </a:cubicBezTo>
                      <a:cubicBezTo>
                        <a:pt x="40" y="107"/>
                        <a:pt x="40" y="107"/>
                        <a:pt x="41" y="107"/>
                      </a:cubicBezTo>
                      <a:cubicBezTo>
                        <a:pt x="41" y="107"/>
                        <a:pt x="41" y="107"/>
                        <a:pt x="41" y="107"/>
                      </a:cubicBezTo>
                      <a:cubicBezTo>
                        <a:pt x="41" y="107"/>
                        <a:pt x="41" y="107"/>
                        <a:pt x="41" y="106"/>
                      </a:cubicBezTo>
                      <a:cubicBezTo>
                        <a:pt x="41" y="106"/>
                        <a:pt x="41" y="106"/>
                        <a:pt x="42" y="106"/>
                      </a:cubicBezTo>
                      <a:cubicBezTo>
                        <a:pt x="42" y="106"/>
                        <a:pt x="42" y="106"/>
                        <a:pt x="42" y="106"/>
                      </a:cubicBezTo>
                      <a:cubicBezTo>
                        <a:pt x="42" y="106"/>
                        <a:pt x="42" y="106"/>
                        <a:pt x="42" y="106"/>
                      </a:cubicBezTo>
                      <a:cubicBezTo>
                        <a:pt x="42" y="106"/>
                        <a:pt x="42" y="106"/>
                        <a:pt x="43" y="106"/>
                      </a:cubicBezTo>
                      <a:cubicBezTo>
                        <a:pt x="43" y="106"/>
                        <a:pt x="43" y="106"/>
                        <a:pt x="44" y="106"/>
                      </a:cubicBezTo>
                      <a:cubicBezTo>
                        <a:pt x="44" y="106"/>
                        <a:pt x="44" y="106"/>
                        <a:pt x="44" y="106"/>
                      </a:cubicBezTo>
                      <a:cubicBezTo>
                        <a:pt x="44" y="106"/>
                        <a:pt x="44" y="106"/>
                        <a:pt x="44" y="106"/>
                      </a:cubicBezTo>
                      <a:cubicBezTo>
                        <a:pt x="44" y="107"/>
                        <a:pt x="45" y="107"/>
                        <a:pt x="45" y="108"/>
                      </a:cubicBezTo>
                      <a:cubicBezTo>
                        <a:pt x="45" y="108"/>
                        <a:pt x="46" y="108"/>
                        <a:pt x="46" y="108"/>
                      </a:cubicBezTo>
                      <a:cubicBezTo>
                        <a:pt x="46" y="108"/>
                        <a:pt x="46" y="108"/>
                        <a:pt x="46" y="108"/>
                      </a:cubicBezTo>
                      <a:cubicBezTo>
                        <a:pt x="46" y="108"/>
                        <a:pt x="46" y="108"/>
                        <a:pt x="46" y="108"/>
                      </a:cubicBezTo>
                      <a:cubicBezTo>
                        <a:pt x="46" y="107"/>
                        <a:pt x="46" y="107"/>
                        <a:pt x="46" y="107"/>
                      </a:cubicBezTo>
                      <a:cubicBezTo>
                        <a:pt x="46" y="106"/>
                        <a:pt x="47" y="106"/>
                        <a:pt x="47" y="106"/>
                      </a:cubicBezTo>
                      <a:cubicBezTo>
                        <a:pt x="47" y="106"/>
                        <a:pt x="47" y="106"/>
                        <a:pt x="47" y="106"/>
                      </a:cubicBezTo>
                      <a:cubicBezTo>
                        <a:pt x="47" y="106"/>
                        <a:pt x="47" y="106"/>
                        <a:pt x="47" y="106"/>
                      </a:cubicBezTo>
                      <a:cubicBezTo>
                        <a:pt x="47" y="105"/>
                        <a:pt x="47" y="105"/>
                        <a:pt x="47" y="105"/>
                      </a:cubicBezTo>
                      <a:cubicBezTo>
                        <a:pt x="47" y="105"/>
                        <a:pt x="47" y="105"/>
                        <a:pt x="48" y="105"/>
                      </a:cubicBezTo>
                      <a:cubicBezTo>
                        <a:pt x="48" y="105"/>
                        <a:pt x="48" y="104"/>
                        <a:pt x="48" y="104"/>
                      </a:cubicBezTo>
                      <a:cubicBezTo>
                        <a:pt x="48" y="104"/>
                        <a:pt x="48" y="104"/>
                        <a:pt x="48" y="104"/>
                      </a:cubicBezTo>
                      <a:cubicBezTo>
                        <a:pt x="48" y="104"/>
                        <a:pt x="48" y="104"/>
                        <a:pt x="49" y="104"/>
                      </a:cubicBezTo>
                      <a:cubicBezTo>
                        <a:pt x="49" y="104"/>
                        <a:pt x="49" y="104"/>
                        <a:pt x="49" y="104"/>
                      </a:cubicBezTo>
                      <a:cubicBezTo>
                        <a:pt x="49" y="104"/>
                        <a:pt x="49" y="104"/>
                        <a:pt x="49" y="104"/>
                      </a:cubicBezTo>
                      <a:cubicBezTo>
                        <a:pt x="49" y="103"/>
                        <a:pt x="49" y="103"/>
                        <a:pt x="49" y="103"/>
                      </a:cubicBezTo>
                      <a:close/>
                      <a:moveTo>
                        <a:pt x="34" y="109"/>
                      </a:moveTo>
                      <a:cubicBezTo>
                        <a:pt x="34" y="109"/>
                        <a:pt x="34" y="109"/>
                        <a:pt x="34" y="109"/>
                      </a:cubicBezTo>
                      <a:cubicBezTo>
                        <a:pt x="34" y="109"/>
                        <a:pt x="34" y="109"/>
                        <a:pt x="34" y="109"/>
                      </a:cubicBezTo>
                      <a:cubicBezTo>
                        <a:pt x="34" y="109"/>
                        <a:pt x="34" y="109"/>
                        <a:pt x="34" y="109"/>
                      </a:cubicBezTo>
                      <a:close/>
                      <a:moveTo>
                        <a:pt x="38" y="85"/>
                      </a:moveTo>
                      <a:cubicBezTo>
                        <a:pt x="38" y="85"/>
                        <a:pt x="38" y="85"/>
                        <a:pt x="38" y="85"/>
                      </a:cubicBezTo>
                      <a:cubicBezTo>
                        <a:pt x="38" y="85"/>
                        <a:pt x="38" y="85"/>
                        <a:pt x="38" y="84"/>
                      </a:cubicBezTo>
                      <a:cubicBezTo>
                        <a:pt x="38" y="84"/>
                        <a:pt x="38" y="84"/>
                        <a:pt x="38" y="85"/>
                      </a:cubicBezTo>
                      <a:cubicBezTo>
                        <a:pt x="37" y="85"/>
                        <a:pt x="37" y="85"/>
                        <a:pt x="38" y="85"/>
                      </a:cubicBezTo>
                      <a:cubicBezTo>
                        <a:pt x="38" y="85"/>
                        <a:pt x="38" y="85"/>
                        <a:pt x="38" y="85"/>
                      </a:cubicBezTo>
                      <a:close/>
                      <a:moveTo>
                        <a:pt x="38" y="85"/>
                      </a:moveTo>
                      <a:cubicBezTo>
                        <a:pt x="38" y="85"/>
                        <a:pt x="38" y="85"/>
                        <a:pt x="38" y="85"/>
                      </a:cubicBezTo>
                      <a:cubicBezTo>
                        <a:pt x="39" y="85"/>
                        <a:pt x="39" y="85"/>
                        <a:pt x="39" y="85"/>
                      </a:cubicBezTo>
                      <a:cubicBezTo>
                        <a:pt x="39" y="85"/>
                        <a:pt x="39" y="85"/>
                        <a:pt x="38" y="85"/>
                      </a:cubicBezTo>
                      <a:cubicBezTo>
                        <a:pt x="38" y="85"/>
                        <a:pt x="38" y="85"/>
                        <a:pt x="38" y="85"/>
                      </a:cubicBezTo>
                      <a:close/>
                      <a:moveTo>
                        <a:pt x="40" y="84"/>
                      </a:moveTo>
                      <a:cubicBezTo>
                        <a:pt x="40" y="84"/>
                        <a:pt x="40" y="84"/>
                        <a:pt x="40" y="83"/>
                      </a:cubicBezTo>
                      <a:cubicBezTo>
                        <a:pt x="40" y="83"/>
                        <a:pt x="40" y="83"/>
                        <a:pt x="40" y="83"/>
                      </a:cubicBezTo>
                      <a:cubicBezTo>
                        <a:pt x="39" y="83"/>
                        <a:pt x="39" y="83"/>
                        <a:pt x="39" y="83"/>
                      </a:cubicBezTo>
                      <a:cubicBezTo>
                        <a:pt x="39" y="84"/>
                        <a:pt x="39" y="84"/>
                        <a:pt x="40" y="84"/>
                      </a:cubicBezTo>
                      <a:close/>
                      <a:moveTo>
                        <a:pt x="38" y="85"/>
                      </a:moveTo>
                      <a:cubicBezTo>
                        <a:pt x="38" y="85"/>
                        <a:pt x="38" y="85"/>
                        <a:pt x="38" y="85"/>
                      </a:cubicBezTo>
                      <a:cubicBezTo>
                        <a:pt x="38" y="85"/>
                        <a:pt x="38" y="85"/>
                        <a:pt x="38" y="85"/>
                      </a:cubicBezTo>
                      <a:close/>
                      <a:moveTo>
                        <a:pt x="31" y="111"/>
                      </a:moveTo>
                      <a:cubicBezTo>
                        <a:pt x="31" y="111"/>
                        <a:pt x="31" y="111"/>
                        <a:pt x="31" y="111"/>
                      </a:cubicBezTo>
                      <a:cubicBezTo>
                        <a:pt x="31" y="111"/>
                        <a:pt x="30" y="110"/>
                        <a:pt x="30" y="110"/>
                      </a:cubicBezTo>
                      <a:cubicBezTo>
                        <a:pt x="30" y="110"/>
                        <a:pt x="31" y="110"/>
                        <a:pt x="31" y="110"/>
                      </a:cubicBezTo>
                      <a:cubicBezTo>
                        <a:pt x="31" y="110"/>
                        <a:pt x="31" y="110"/>
                        <a:pt x="31" y="110"/>
                      </a:cubicBezTo>
                      <a:cubicBezTo>
                        <a:pt x="31" y="110"/>
                        <a:pt x="31" y="110"/>
                        <a:pt x="31" y="110"/>
                      </a:cubicBezTo>
                      <a:cubicBezTo>
                        <a:pt x="31" y="110"/>
                        <a:pt x="30" y="110"/>
                        <a:pt x="30" y="110"/>
                      </a:cubicBezTo>
                      <a:cubicBezTo>
                        <a:pt x="30" y="110"/>
                        <a:pt x="30" y="110"/>
                        <a:pt x="30" y="109"/>
                      </a:cubicBezTo>
                      <a:cubicBezTo>
                        <a:pt x="30" y="109"/>
                        <a:pt x="30" y="109"/>
                        <a:pt x="30" y="109"/>
                      </a:cubicBezTo>
                      <a:cubicBezTo>
                        <a:pt x="30" y="109"/>
                        <a:pt x="30" y="109"/>
                        <a:pt x="30" y="109"/>
                      </a:cubicBezTo>
                      <a:cubicBezTo>
                        <a:pt x="30" y="109"/>
                        <a:pt x="30" y="109"/>
                        <a:pt x="30" y="109"/>
                      </a:cubicBezTo>
                      <a:cubicBezTo>
                        <a:pt x="30" y="109"/>
                        <a:pt x="30" y="109"/>
                        <a:pt x="30" y="108"/>
                      </a:cubicBezTo>
                      <a:cubicBezTo>
                        <a:pt x="30" y="108"/>
                        <a:pt x="29" y="108"/>
                        <a:pt x="29" y="108"/>
                      </a:cubicBezTo>
                      <a:cubicBezTo>
                        <a:pt x="29" y="108"/>
                        <a:pt x="29" y="108"/>
                        <a:pt x="28" y="108"/>
                      </a:cubicBezTo>
                      <a:cubicBezTo>
                        <a:pt x="28" y="108"/>
                        <a:pt x="28" y="108"/>
                        <a:pt x="28" y="108"/>
                      </a:cubicBezTo>
                      <a:cubicBezTo>
                        <a:pt x="28" y="108"/>
                        <a:pt x="28" y="108"/>
                        <a:pt x="28" y="108"/>
                      </a:cubicBezTo>
                      <a:cubicBezTo>
                        <a:pt x="28" y="108"/>
                        <a:pt x="28" y="107"/>
                        <a:pt x="28" y="107"/>
                      </a:cubicBezTo>
                      <a:cubicBezTo>
                        <a:pt x="28" y="107"/>
                        <a:pt x="28" y="107"/>
                        <a:pt x="28" y="107"/>
                      </a:cubicBezTo>
                      <a:cubicBezTo>
                        <a:pt x="28" y="107"/>
                        <a:pt x="28" y="107"/>
                        <a:pt x="28" y="107"/>
                      </a:cubicBezTo>
                      <a:cubicBezTo>
                        <a:pt x="28" y="107"/>
                        <a:pt x="28" y="107"/>
                        <a:pt x="28" y="107"/>
                      </a:cubicBezTo>
                      <a:cubicBezTo>
                        <a:pt x="29" y="107"/>
                        <a:pt x="29" y="107"/>
                        <a:pt x="29" y="107"/>
                      </a:cubicBezTo>
                      <a:cubicBezTo>
                        <a:pt x="29" y="107"/>
                        <a:pt x="29" y="107"/>
                        <a:pt x="29" y="106"/>
                      </a:cubicBezTo>
                      <a:cubicBezTo>
                        <a:pt x="29" y="106"/>
                        <a:pt x="29" y="105"/>
                        <a:pt x="29" y="105"/>
                      </a:cubicBezTo>
                      <a:cubicBezTo>
                        <a:pt x="28" y="105"/>
                        <a:pt x="28" y="105"/>
                        <a:pt x="27" y="105"/>
                      </a:cubicBezTo>
                      <a:cubicBezTo>
                        <a:pt x="27" y="105"/>
                        <a:pt x="27" y="106"/>
                        <a:pt x="27" y="106"/>
                      </a:cubicBezTo>
                      <a:cubicBezTo>
                        <a:pt x="26" y="106"/>
                        <a:pt x="26" y="106"/>
                        <a:pt x="26" y="105"/>
                      </a:cubicBezTo>
                      <a:cubicBezTo>
                        <a:pt x="26" y="105"/>
                        <a:pt x="26" y="105"/>
                        <a:pt x="25" y="105"/>
                      </a:cubicBezTo>
                      <a:cubicBezTo>
                        <a:pt x="25" y="105"/>
                        <a:pt x="25" y="105"/>
                        <a:pt x="25" y="105"/>
                      </a:cubicBezTo>
                      <a:cubicBezTo>
                        <a:pt x="25" y="105"/>
                        <a:pt x="25" y="105"/>
                        <a:pt x="25" y="105"/>
                      </a:cubicBezTo>
                      <a:cubicBezTo>
                        <a:pt x="25" y="105"/>
                        <a:pt x="25" y="105"/>
                        <a:pt x="25" y="105"/>
                      </a:cubicBezTo>
                      <a:cubicBezTo>
                        <a:pt x="25" y="105"/>
                        <a:pt x="25" y="105"/>
                        <a:pt x="25" y="105"/>
                      </a:cubicBezTo>
                      <a:cubicBezTo>
                        <a:pt x="25" y="105"/>
                        <a:pt x="25" y="105"/>
                        <a:pt x="25" y="105"/>
                      </a:cubicBezTo>
                      <a:cubicBezTo>
                        <a:pt x="24" y="105"/>
                        <a:pt x="24" y="105"/>
                        <a:pt x="24" y="104"/>
                      </a:cubicBezTo>
                      <a:cubicBezTo>
                        <a:pt x="24" y="104"/>
                        <a:pt x="24" y="104"/>
                        <a:pt x="24" y="104"/>
                      </a:cubicBezTo>
                      <a:cubicBezTo>
                        <a:pt x="24" y="104"/>
                        <a:pt x="24" y="104"/>
                        <a:pt x="24" y="104"/>
                      </a:cubicBezTo>
                      <a:cubicBezTo>
                        <a:pt x="24" y="104"/>
                        <a:pt x="24" y="104"/>
                        <a:pt x="24" y="104"/>
                      </a:cubicBezTo>
                      <a:cubicBezTo>
                        <a:pt x="24" y="103"/>
                        <a:pt x="24" y="103"/>
                        <a:pt x="24" y="103"/>
                      </a:cubicBezTo>
                      <a:cubicBezTo>
                        <a:pt x="24" y="103"/>
                        <a:pt x="24" y="103"/>
                        <a:pt x="24" y="103"/>
                      </a:cubicBezTo>
                      <a:cubicBezTo>
                        <a:pt x="24" y="103"/>
                        <a:pt x="24" y="103"/>
                        <a:pt x="24" y="103"/>
                      </a:cubicBezTo>
                      <a:cubicBezTo>
                        <a:pt x="24" y="103"/>
                        <a:pt x="24" y="103"/>
                        <a:pt x="24" y="103"/>
                      </a:cubicBezTo>
                      <a:cubicBezTo>
                        <a:pt x="24" y="103"/>
                        <a:pt x="24" y="103"/>
                        <a:pt x="24" y="103"/>
                      </a:cubicBezTo>
                      <a:cubicBezTo>
                        <a:pt x="24" y="103"/>
                        <a:pt x="24" y="103"/>
                        <a:pt x="24" y="103"/>
                      </a:cubicBezTo>
                      <a:cubicBezTo>
                        <a:pt x="24" y="103"/>
                        <a:pt x="24" y="103"/>
                        <a:pt x="23" y="103"/>
                      </a:cubicBezTo>
                      <a:cubicBezTo>
                        <a:pt x="23" y="103"/>
                        <a:pt x="23" y="103"/>
                        <a:pt x="23" y="103"/>
                      </a:cubicBezTo>
                      <a:cubicBezTo>
                        <a:pt x="23" y="103"/>
                        <a:pt x="23" y="103"/>
                        <a:pt x="23" y="103"/>
                      </a:cubicBezTo>
                      <a:cubicBezTo>
                        <a:pt x="23" y="102"/>
                        <a:pt x="23" y="102"/>
                        <a:pt x="23" y="103"/>
                      </a:cubicBezTo>
                      <a:cubicBezTo>
                        <a:pt x="23" y="103"/>
                        <a:pt x="22" y="103"/>
                        <a:pt x="22" y="103"/>
                      </a:cubicBezTo>
                      <a:cubicBezTo>
                        <a:pt x="22" y="103"/>
                        <a:pt x="22" y="103"/>
                        <a:pt x="22" y="103"/>
                      </a:cubicBezTo>
                      <a:cubicBezTo>
                        <a:pt x="22" y="103"/>
                        <a:pt x="21" y="103"/>
                        <a:pt x="21" y="103"/>
                      </a:cubicBezTo>
                      <a:cubicBezTo>
                        <a:pt x="21" y="103"/>
                        <a:pt x="21" y="103"/>
                        <a:pt x="21" y="103"/>
                      </a:cubicBezTo>
                      <a:cubicBezTo>
                        <a:pt x="20" y="103"/>
                        <a:pt x="20" y="104"/>
                        <a:pt x="21" y="104"/>
                      </a:cubicBezTo>
                      <a:cubicBezTo>
                        <a:pt x="20" y="104"/>
                        <a:pt x="20" y="104"/>
                        <a:pt x="20" y="104"/>
                      </a:cubicBezTo>
                      <a:cubicBezTo>
                        <a:pt x="20" y="104"/>
                        <a:pt x="20" y="104"/>
                        <a:pt x="20" y="105"/>
                      </a:cubicBezTo>
                      <a:cubicBezTo>
                        <a:pt x="20" y="105"/>
                        <a:pt x="20" y="105"/>
                        <a:pt x="19" y="105"/>
                      </a:cubicBezTo>
                      <a:cubicBezTo>
                        <a:pt x="19" y="105"/>
                        <a:pt x="19" y="105"/>
                        <a:pt x="19" y="105"/>
                      </a:cubicBezTo>
                      <a:cubicBezTo>
                        <a:pt x="19" y="105"/>
                        <a:pt x="19" y="105"/>
                        <a:pt x="19" y="105"/>
                      </a:cubicBezTo>
                      <a:cubicBezTo>
                        <a:pt x="18" y="105"/>
                        <a:pt x="18" y="105"/>
                        <a:pt x="18" y="105"/>
                      </a:cubicBezTo>
                      <a:cubicBezTo>
                        <a:pt x="18" y="105"/>
                        <a:pt x="18" y="105"/>
                        <a:pt x="18" y="106"/>
                      </a:cubicBezTo>
                      <a:cubicBezTo>
                        <a:pt x="18" y="106"/>
                        <a:pt x="18" y="106"/>
                        <a:pt x="18" y="106"/>
                      </a:cubicBezTo>
                      <a:cubicBezTo>
                        <a:pt x="18" y="106"/>
                        <a:pt x="18" y="106"/>
                        <a:pt x="18" y="106"/>
                      </a:cubicBezTo>
                      <a:cubicBezTo>
                        <a:pt x="18" y="106"/>
                        <a:pt x="18" y="106"/>
                        <a:pt x="18" y="106"/>
                      </a:cubicBezTo>
                      <a:cubicBezTo>
                        <a:pt x="18" y="106"/>
                        <a:pt x="18" y="106"/>
                        <a:pt x="18" y="106"/>
                      </a:cubicBezTo>
                      <a:cubicBezTo>
                        <a:pt x="18" y="106"/>
                        <a:pt x="18" y="106"/>
                        <a:pt x="18" y="107"/>
                      </a:cubicBezTo>
                      <a:cubicBezTo>
                        <a:pt x="18" y="107"/>
                        <a:pt x="17" y="107"/>
                        <a:pt x="17" y="107"/>
                      </a:cubicBezTo>
                      <a:cubicBezTo>
                        <a:pt x="17" y="106"/>
                        <a:pt x="17" y="106"/>
                        <a:pt x="17" y="106"/>
                      </a:cubicBezTo>
                      <a:cubicBezTo>
                        <a:pt x="17" y="106"/>
                        <a:pt x="17" y="106"/>
                        <a:pt x="17" y="106"/>
                      </a:cubicBezTo>
                      <a:cubicBezTo>
                        <a:pt x="17" y="106"/>
                        <a:pt x="16" y="106"/>
                        <a:pt x="16" y="106"/>
                      </a:cubicBezTo>
                      <a:cubicBezTo>
                        <a:pt x="16" y="106"/>
                        <a:pt x="16" y="106"/>
                        <a:pt x="16" y="106"/>
                      </a:cubicBezTo>
                      <a:cubicBezTo>
                        <a:pt x="16" y="106"/>
                        <a:pt x="16" y="106"/>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8"/>
                        <a:pt x="16" y="108"/>
                      </a:cubicBezTo>
                      <a:cubicBezTo>
                        <a:pt x="16" y="108"/>
                        <a:pt x="16" y="108"/>
                        <a:pt x="16" y="108"/>
                      </a:cubicBezTo>
                      <a:cubicBezTo>
                        <a:pt x="16" y="107"/>
                        <a:pt x="16" y="107"/>
                        <a:pt x="16" y="107"/>
                      </a:cubicBezTo>
                      <a:cubicBezTo>
                        <a:pt x="16" y="107"/>
                        <a:pt x="16" y="107"/>
                        <a:pt x="16" y="107"/>
                      </a:cubicBezTo>
                      <a:cubicBezTo>
                        <a:pt x="16" y="107"/>
                        <a:pt x="16" y="107"/>
                        <a:pt x="16" y="107"/>
                      </a:cubicBezTo>
                      <a:cubicBezTo>
                        <a:pt x="15" y="107"/>
                        <a:pt x="15" y="107"/>
                        <a:pt x="15" y="107"/>
                      </a:cubicBezTo>
                      <a:cubicBezTo>
                        <a:pt x="15" y="107"/>
                        <a:pt x="15" y="107"/>
                        <a:pt x="14" y="107"/>
                      </a:cubicBezTo>
                      <a:cubicBezTo>
                        <a:pt x="14" y="108"/>
                        <a:pt x="15" y="108"/>
                        <a:pt x="14" y="108"/>
                      </a:cubicBezTo>
                      <a:cubicBezTo>
                        <a:pt x="14" y="108"/>
                        <a:pt x="14" y="109"/>
                        <a:pt x="15" y="109"/>
                      </a:cubicBezTo>
                      <a:cubicBezTo>
                        <a:pt x="15" y="109"/>
                        <a:pt x="15" y="109"/>
                        <a:pt x="15" y="109"/>
                      </a:cubicBezTo>
                      <a:cubicBezTo>
                        <a:pt x="15" y="109"/>
                        <a:pt x="15" y="109"/>
                        <a:pt x="15" y="110"/>
                      </a:cubicBezTo>
                      <a:cubicBezTo>
                        <a:pt x="15" y="109"/>
                        <a:pt x="15" y="109"/>
                        <a:pt x="15" y="109"/>
                      </a:cubicBezTo>
                      <a:cubicBezTo>
                        <a:pt x="16" y="110"/>
                        <a:pt x="16" y="110"/>
                        <a:pt x="16" y="110"/>
                      </a:cubicBezTo>
                      <a:cubicBezTo>
                        <a:pt x="16" y="110"/>
                        <a:pt x="16" y="110"/>
                        <a:pt x="16" y="110"/>
                      </a:cubicBezTo>
                      <a:cubicBezTo>
                        <a:pt x="16" y="110"/>
                        <a:pt x="16" y="110"/>
                        <a:pt x="16" y="110"/>
                      </a:cubicBezTo>
                      <a:cubicBezTo>
                        <a:pt x="16" y="110"/>
                        <a:pt x="16" y="110"/>
                        <a:pt x="16" y="110"/>
                      </a:cubicBezTo>
                      <a:cubicBezTo>
                        <a:pt x="16" y="110"/>
                        <a:pt x="16" y="110"/>
                        <a:pt x="16" y="110"/>
                      </a:cubicBezTo>
                      <a:cubicBezTo>
                        <a:pt x="16" y="110"/>
                        <a:pt x="17" y="110"/>
                        <a:pt x="17" y="110"/>
                      </a:cubicBezTo>
                      <a:cubicBezTo>
                        <a:pt x="17" y="110"/>
                        <a:pt x="17" y="110"/>
                        <a:pt x="17" y="110"/>
                      </a:cubicBezTo>
                      <a:cubicBezTo>
                        <a:pt x="17" y="110"/>
                        <a:pt x="17" y="110"/>
                        <a:pt x="17" y="111"/>
                      </a:cubicBezTo>
                      <a:cubicBezTo>
                        <a:pt x="17" y="111"/>
                        <a:pt x="17" y="111"/>
                        <a:pt x="17" y="111"/>
                      </a:cubicBezTo>
                      <a:cubicBezTo>
                        <a:pt x="17" y="111"/>
                        <a:pt x="17" y="111"/>
                        <a:pt x="17" y="111"/>
                      </a:cubicBezTo>
                      <a:cubicBezTo>
                        <a:pt x="17" y="111"/>
                        <a:pt x="17" y="111"/>
                        <a:pt x="17" y="111"/>
                      </a:cubicBezTo>
                      <a:cubicBezTo>
                        <a:pt x="17" y="111"/>
                        <a:pt x="17" y="111"/>
                        <a:pt x="17" y="111"/>
                      </a:cubicBezTo>
                      <a:cubicBezTo>
                        <a:pt x="17" y="111"/>
                        <a:pt x="17" y="111"/>
                        <a:pt x="17" y="112"/>
                      </a:cubicBezTo>
                      <a:cubicBezTo>
                        <a:pt x="17" y="112"/>
                        <a:pt x="17" y="111"/>
                        <a:pt x="17" y="111"/>
                      </a:cubicBezTo>
                      <a:cubicBezTo>
                        <a:pt x="17" y="111"/>
                        <a:pt x="16" y="111"/>
                        <a:pt x="16" y="111"/>
                      </a:cubicBezTo>
                      <a:cubicBezTo>
                        <a:pt x="16" y="111"/>
                        <a:pt x="16" y="111"/>
                        <a:pt x="16" y="111"/>
                      </a:cubicBezTo>
                      <a:cubicBezTo>
                        <a:pt x="16" y="112"/>
                        <a:pt x="16" y="111"/>
                        <a:pt x="16" y="111"/>
                      </a:cubicBezTo>
                      <a:cubicBezTo>
                        <a:pt x="16" y="111"/>
                        <a:pt x="16" y="111"/>
                        <a:pt x="16" y="111"/>
                      </a:cubicBezTo>
                      <a:cubicBezTo>
                        <a:pt x="16" y="111"/>
                        <a:pt x="16" y="111"/>
                        <a:pt x="16" y="111"/>
                      </a:cubicBezTo>
                      <a:cubicBezTo>
                        <a:pt x="16" y="111"/>
                        <a:pt x="16" y="111"/>
                        <a:pt x="16" y="111"/>
                      </a:cubicBezTo>
                      <a:cubicBezTo>
                        <a:pt x="16" y="111"/>
                        <a:pt x="16" y="111"/>
                        <a:pt x="16" y="111"/>
                      </a:cubicBezTo>
                      <a:cubicBezTo>
                        <a:pt x="16" y="111"/>
                        <a:pt x="16" y="111"/>
                        <a:pt x="16" y="111"/>
                      </a:cubicBezTo>
                      <a:cubicBezTo>
                        <a:pt x="16" y="111"/>
                        <a:pt x="16" y="111"/>
                        <a:pt x="16" y="111"/>
                      </a:cubicBezTo>
                      <a:cubicBezTo>
                        <a:pt x="16" y="111"/>
                        <a:pt x="16" y="111"/>
                        <a:pt x="16" y="111"/>
                      </a:cubicBezTo>
                      <a:cubicBezTo>
                        <a:pt x="16" y="111"/>
                        <a:pt x="16" y="111"/>
                        <a:pt x="16" y="110"/>
                      </a:cubicBezTo>
                      <a:cubicBezTo>
                        <a:pt x="16" y="110"/>
                        <a:pt x="16" y="110"/>
                        <a:pt x="16" y="110"/>
                      </a:cubicBezTo>
                      <a:cubicBezTo>
                        <a:pt x="16" y="110"/>
                        <a:pt x="16" y="110"/>
                        <a:pt x="16" y="110"/>
                      </a:cubicBezTo>
                      <a:cubicBezTo>
                        <a:pt x="16" y="110"/>
                        <a:pt x="16" y="110"/>
                        <a:pt x="16" y="110"/>
                      </a:cubicBezTo>
                      <a:cubicBezTo>
                        <a:pt x="16" y="110"/>
                        <a:pt x="16" y="110"/>
                        <a:pt x="16" y="110"/>
                      </a:cubicBezTo>
                      <a:cubicBezTo>
                        <a:pt x="15" y="110"/>
                        <a:pt x="15" y="110"/>
                        <a:pt x="15" y="110"/>
                      </a:cubicBezTo>
                      <a:cubicBezTo>
                        <a:pt x="15" y="110"/>
                        <a:pt x="15" y="110"/>
                        <a:pt x="15" y="110"/>
                      </a:cubicBezTo>
                      <a:cubicBezTo>
                        <a:pt x="15" y="110"/>
                        <a:pt x="15" y="110"/>
                        <a:pt x="15" y="110"/>
                      </a:cubicBezTo>
                      <a:cubicBezTo>
                        <a:pt x="15" y="110"/>
                        <a:pt x="15" y="111"/>
                        <a:pt x="15" y="112"/>
                      </a:cubicBezTo>
                      <a:cubicBezTo>
                        <a:pt x="16" y="112"/>
                        <a:pt x="16" y="112"/>
                        <a:pt x="16" y="112"/>
                      </a:cubicBezTo>
                      <a:cubicBezTo>
                        <a:pt x="16" y="112"/>
                        <a:pt x="16" y="112"/>
                        <a:pt x="16" y="112"/>
                      </a:cubicBezTo>
                      <a:cubicBezTo>
                        <a:pt x="16" y="112"/>
                        <a:pt x="16" y="113"/>
                        <a:pt x="16" y="113"/>
                      </a:cubicBezTo>
                      <a:cubicBezTo>
                        <a:pt x="16" y="113"/>
                        <a:pt x="16" y="113"/>
                        <a:pt x="16" y="113"/>
                      </a:cubicBezTo>
                      <a:cubicBezTo>
                        <a:pt x="16" y="113"/>
                        <a:pt x="16" y="113"/>
                        <a:pt x="16" y="114"/>
                      </a:cubicBezTo>
                      <a:cubicBezTo>
                        <a:pt x="16" y="113"/>
                        <a:pt x="17" y="113"/>
                        <a:pt x="17" y="113"/>
                      </a:cubicBezTo>
                      <a:cubicBezTo>
                        <a:pt x="17" y="112"/>
                        <a:pt x="17" y="112"/>
                        <a:pt x="17" y="112"/>
                      </a:cubicBezTo>
                      <a:cubicBezTo>
                        <a:pt x="17" y="112"/>
                        <a:pt x="17" y="112"/>
                        <a:pt x="17" y="112"/>
                      </a:cubicBezTo>
                      <a:cubicBezTo>
                        <a:pt x="17" y="112"/>
                        <a:pt x="17" y="112"/>
                        <a:pt x="18" y="112"/>
                      </a:cubicBezTo>
                      <a:cubicBezTo>
                        <a:pt x="18" y="112"/>
                        <a:pt x="18" y="112"/>
                        <a:pt x="18" y="112"/>
                      </a:cubicBezTo>
                      <a:cubicBezTo>
                        <a:pt x="19" y="112"/>
                        <a:pt x="19" y="112"/>
                        <a:pt x="19" y="112"/>
                      </a:cubicBezTo>
                      <a:cubicBezTo>
                        <a:pt x="19" y="113"/>
                        <a:pt x="19" y="113"/>
                        <a:pt x="19" y="113"/>
                      </a:cubicBezTo>
                      <a:cubicBezTo>
                        <a:pt x="18" y="113"/>
                        <a:pt x="18" y="113"/>
                        <a:pt x="18" y="113"/>
                      </a:cubicBezTo>
                      <a:cubicBezTo>
                        <a:pt x="18" y="113"/>
                        <a:pt x="18" y="113"/>
                        <a:pt x="19" y="113"/>
                      </a:cubicBezTo>
                      <a:cubicBezTo>
                        <a:pt x="19" y="113"/>
                        <a:pt x="19" y="113"/>
                        <a:pt x="19" y="113"/>
                      </a:cubicBezTo>
                      <a:cubicBezTo>
                        <a:pt x="19" y="113"/>
                        <a:pt x="19" y="113"/>
                        <a:pt x="19" y="113"/>
                      </a:cubicBezTo>
                      <a:cubicBezTo>
                        <a:pt x="20" y="113"/>
                        <a:pt x="20" y="113"/>
                        <a:pt x="20" y="112"/>
                      </a:cubicBezTo>
                      <a:cubicBezTo>
                        <a:pt x="20" y="112"/>
                        <a:pt x="20" y="112"/>
                        <a:pt x="20" y="112"/>
                      </a:cubicBezTo>
                      <a:cubicBezTo>
                        <a:pt x="20" y="111"/>
                        <a:pt x="20" y="111"/>
                        <a:pt x="19" y="111"/>
                      </a:cubicBezTo>
                      <a:cubicBezTo>
                        <a:pt x="19" y="111"/>
                        <a:pt x="19" y="111"/>
                        <a:pt x="19" y="111"/>
                      </a:cubicBezTo>
                      <a:cubicBezTo>
                        <a:pt x="19" y="111"/>
                        <a:pt x="19" y="111"/>
                        <a:pt x="19" y="111"/>
                      </a:cubicBezTo>
                      <a:cubicBezTo>
                        <a:pt x="19" y="112"/>
                        <a:pt x="18" y="111"/>
                        <a:pt x="18" y="111"/>
                      </a:cubicBezTo>
                      <a:cubicBezTo>
                        <a:pt x="18" y="111"/>
                        <a:pt x="18" y="111"/>
                        <a:pt x="18" y="111"/>
                      </a:cubicBezTo>
                      <a:cubicBezTo>
                        <a:pt x="19" y="111"/>
                        <a:pt x="19" y="111"/>
                        <a:pt x="19" y="111"/>
                      </a:cubicBezTo>
                      <a:cubicBezTo>
                        <a:pt x="19" y="111"/>
                        <a:pt x="19" y="111"/>
                        <a:pt x="19" y="111"/>
                      </a:cubicBezTo>
                      <a:cubicBezTo>
                        <a:pt x="19" y="111"/>
                        <a:pt x="19" y="110"/>
                        <a:pt x="19" y="110"/>
                      </a:cubicBezTo>
                      <a:cubicBezTo>
                        <a:pt x="19" y="110"/>
                        <a:pt x="19" y="110"/>
                        <a:pt x="18" y="110"/>
                      </a:cubicBezTo>
                      <a:cubicBezTo>
                        <a:pt x="18" y="109"/>
                        <a:pt x="18" y="109"/>
                        <a:pt x="19" y="109"/>
                      </a:cubicBezTo>
                      <a:cubicBezTo>
                        <a:pt x="19" y="109"/>
                        <a:pt x="19" y="109"/>
                        <a:pt x="19" y="108"/>
                      </a:cubicBezTo>
                      <a:cubicBezTo>
                        <a:pt x="19" y="109"/>
                        <a:pt x="19" y="109"/>
                        <a:pt x="19" y="109"/>
                      </a:cubicBezTo>
                      <a:cubicBezTo>
                        <a:pt x="19" y="109"/>
                        <a:pt x="20" y="109"/>
                        <a:pt x="20" y="109"/>
                      </a:cubicBezTo>
                      <a:cubicBezTo>
                        <a:pt x="20" y="109"/>
                        <a:pt x="20" y="109"/>
                        <a:pt x="20" y="109"/>
                      </a:cubicBezTo>
                      <a:cubicBezTo>
                        <a:pt x="20" y="109"/>
                        <a:pt x="20" y="109"/>
                        <a:pt x="20" y="109"/>
                      </a:cubicBezTo>
                      <a:cubicBezTo>
                        <a:pt x="20" y="109"/>
                        <a:pt x="20" y="109"/>
                        <a:pt x="20" y="109"/>
                      </a:cubicBezTo>
                      <a:cubicBezTo>
                        <a:pt x="20" y="109"/>
                        <a:pt x="20" y="109"/>
                        <a:pt x="20" y="109"/>
                      </a:cubicBezTo>
                      <a:cubicBezTo>
                        <a:pt x="20" y="109"/>
                        <a:pt x="20" y="110"/>
                        <a:pt x="20" y="110"/>
                      </a:cubicBezTo>
                      <a:cubicBezTo>
                        <a:pt x="20" y="110"/>
                        <a:pt x="20" y="110"/>
                        <a:pt x="20" y="110"/>
                      </a:cubicBezTo>
                      <a:cubicBezTo>
                        <a:pt x="20" y="110"/>
                        <a:pt x="20" y="110"/>
                        <a:pt x="20" y="110"/>
                      </a:cubicBezTo>
                      <a:cubicBezTo>
                        <a:pt x="20" y="110"/>
                        <a:pt x="20" y="110"/>
                        <a:pt x="20" y="110"/>
                      </a:cubicBezTo>
                      <a:cubicBezTo>
                        <a:pt x="20" y="110"/>
                        <a:pt x="20" y="110"/>
                        <a:pt x="20" y="111"/>
                      </a:cubicBezTo>
                      <a:cubicBezTo>
                        <a:pt x="20" y="111"/>
                        <a:pt x="21" y="111"/>
                        <a:pt x="21" y="111"/>
                      </a:cubicBezTo>
                      <a:cubicBezTo>
                        <a:pt x="21" y="111"/>
                        <a:pt x="21" y="111"/>
                        <a:pt x="21" y="111"/>
                      </a:cubicBezTo>
                      <a:cubicBezTo>
                        <a:pt x="22" y="112"/>
                        <a:pt x="22" y="112"/>
                        <a:pt x="21" y="113"/>
                      </a:cubicBezTo>
                      <a:cubicBezTo>
                        <a:pt x="21" y="113"/>
                        <a:pt x="21" y="113"/>
                        <a:pt x="20" y="113"/>
                      </a:cubicBezTo>
                      <a:cubicBezTo>
                        <a:pt x="20" y="113"/>
                        <a:pt x="20" y="113"/>
                        <a:pt x="20" y="113"/>
                      </a:cubicBezTo>
                      <a:cubicBezTo>
                        <a:pt x="20" y="114"/>
                        <a:pt x="20" y="114"/>
                        <a:pt x="20" y="114"/>
                      </a:cubicBezTo>
                      <a:cubicBezTo>
                        <a:pt x="20" y="114"/>
                        <a:pt x="20" y="114"/>
                        <a:pt x="20" y="114"/>
                      </a:cubicBezTo>
                      <a:cubicBezTo>
                        <a:pt x="21" y="114"/>
                        <a:pt x="20" y="114"/>
                        <a:pt x="20" y="114"/>
                      </a:cubicBezTo>
                      <a:cubicBezTo>
                        <a:pt x="20" y="113"/>
                        <a:pt x="20" y="113"/>
                        <a:pt x="20" y="113"/>
                      </a:cubicBezTo>
                      <a:cubicBezTo>
                        <a:pt x="20" y="113"/>
                        <a:pt x="21" y="113"/>
                        <a:pt x="21" y="113"/>
                      </a:cubicBezTo>
                      <a:cubicBezTo>
                        <a:pt x="21" y="113"/>
                        <a:pt x="21" y="114"/>
                        <a:pt x="21" y="114"/>
                      </a:cubicBezTo>
                      <a:cubicBezTo>
                        <a:pt x="21" y="114"/>
                        <a:pt x="21" y="114"/>
                        <a:pt x="21" y="114"/>
                      </a:cubicBezTo>
                      <a:cubicBezTo>
                        <a:pt x="21" y="113"/>
                        <a:pt x="21" y="113"/>
                        <a:pt x="22" y="113"/>
                      </a:cubicBezTo>
                      <a:cubicBezTo>
                        <a:pt x="22" y="113"/>
                        <a:pt x="22" y="113"/>
                        <a:pt x="22" y="113"/>
                      </a:cubicBezTo>
                      <a:cubicBezTo>
                        <a:pt x="21" y="114"/>
                        <a:pt x="21" y="114"/>
                        <a:pt x="21" y="114"/>
                      </a:cubicBezTo>
                      <a:cubicBezTo>
                        <a:pt x="21" y="114"/>
                        <a:pt x="21" y="114"/>
                        <a:pt x="21" y="115"/>
                      </a:cubicBezTo>
                      <a:cubicBezTo>
                        <a:pt x="21" y="115"/>
                        <a:pt x="21" y="115"/>
                        <a:pt x="21" y="115"/>
                      </a:cubicBezTo>
                      <a:cubicBezTo>
                        <a:pt x="21" y="115"/>
                        <a:pt x="21" y="115"/>
                        <a:pt x="21" y="115"/>
                      </a:cubicBezTo>
                      <a:cubicBezTo>
                        <a:pt x="21" y="115"/>
                        <a:pt x="21" y="115"/>
                        <a:pt x="21" y="116"/>
                      </a:cubicBezTo>
                      <a:cubicBezTo>
                        <a:pt x="21" y="116"/>
                        <a:pt x="21" y="116"/>
                        <a:pt x="20" y="116"/>
                      </a:cubicBezTo>
                      <a:cubicBezTo>
                        <a:pt x="20" y="116"/>
                        <a:pt x="20" y="116"/>
                        <a:pt x="20" y="116"/>
                      </a:cubicBezTo>
                      <a:cubicBezTo>
                        <a:pt x="20" y="117"/>
                        <a:pt x="20" y="117"/>
                        <a:pt x="20" y="117"/>
                      </a:cubicBezTo>
                      <a:cubicBezTo>
                        <a:pt x="20" y="117"/>
                        <a:pt x="20" y="117"/>
                        <a:pt x="20" y="117"/>
                      </a:cubicBezTo>
                      <a:cubicBezTo>
                        <a:pt x="20" y="117"/>
                        <a:pt x="20" y="117"/>
                        <a:pt x="19" y="117"/>
                      </a:cubicBezTo>
                      <a:cubicBezTo>
                        <a:pt x="19" y="117"/>
                        <a:pt x="19" y="117"/>
                        <a:pt x="19" y="117"/>
                      </a:cubicBezTo>
                      <a:cubicBezTo>
                        <a:pt x="19" y="117"/>
                        <a:pt x="19" y="117"/>
                        <a:pt x="19" y="117"/>
                      </a:cubicBezTo>
                      <a:cubicBezTo>
                        <a:pt x="19" y="117"/>
                        <a:pt x="19" y="117"/>
                        <a:pt x="19" y="117"/>
                      </a:cubicBezTo>
                      <a:cubicBezTo>
                        <a:pt x="19" y="116"/>
                        <a:pt x="18" y="116"/>
                        <a:pt x="18" y="117"/>
                      </a:cubicBezTo>
                      <a:cubicBezTo>
                        <a:pt x="18" y="117"/>
                        <a:pt x="18" y="117"/>
                        <a:pt x="18" y="117"/>
                      </a:cubicBezTo>
                      <a:cubicBezTo>
                        <a:pt x="19" y="117"/>
                        <a:pt x="19" y="118"/>
                        <a:pt x="19" y="118"/>
                      </a:cubicBezTo>
                      <a:cubicBezTo>
                        <a:pt x="19" y="118"/>
                        <a:pt x="19" y="118"/>
                        <a:pt x="19" y="118"/>
                      </a:cubicBezTo>
                      <a:cubicBezTo>
                        <a:pt x="19" y="119"/>
                        <a:pt x="19" y="119"/>
                        <a:pt x="19" y="119"/>
                      </a:cubicBezTo>
                      <a:cubicBezTo>
                        <a:pt x="19" y="119"/>
                        <a:pt x="19" y="120"/>
                        <a:pt x="19" y="120"/>
                      </a:cubicBezTo>
                      <a:cubicBezTo>
                        <a:pt x="18" y="120"/>
                        <a:pt x="19" y="120"/>
                        <a:pt x="19" y="120"/>
                      </a:cubicBezTo>
                      <a:cubicBezTo>
                        <a:pt x="19" y="120"/>
                        <a:pt x="19" y="120"/>
                        <a:pt x="19" y="121"/>
                      </a:cubicBezTo>
                      <a:cubicBezTo>
                        <a:pt x="19" y="121"/>
                        <a:pt x="19" y="121"/>
                        <a:pt x="19" y="121"/>
                      </a:cubicBezTo>
                      <a:cubicBezTo>
                        <a:pt x="19" y="121"/>
                        <a:pt x="20" y="121"/>
                        <a:pt x="20" y="121"/>
                      </a:cubicBezTo>
                      <a:cubicBezTo>
                        <a:pt x="20" y="122"/>
                        <a:pt x="20" y="122"/>
                        <a:pt x="19" y="122"/>
                      </a:cubicBezTo>
                      <a:cubicBezTo>
                        <a:pt x="19" y="123"/>
                        <a:pt x="19" y="123"/>
                        <a:pt x="19" y="123"/>
                      </a:cubicBezTo>
                      <a:cubicBezTo>
                        <a:pt x="18" y="123"/>
                        <a:pt x="18" y="123"/>
                        <a:pt x="18" y="123"/>
                      </a:cubicBezTo>
                      <a:cubicBezTo>
                        <a:pt x="18" y="123"/>
                        <a:pt x="18" y="123"/>
                        <a:pt x="18" y="123"/>
                      </a:cubicBezTo>
                      <a:cubicBezTo>
                        <a:pt x="19" y="123"/>
                        <a:pt x="19" y="124"/>
                        <a:pt x="19" y="124"/>
                      </a:cubicBezTo>
                      <a:cubicBezTo>
                        <a:pt x="19" y="124"/>
                        <a:pt x="19" y="124"/>
                        <a:pt x="19" y="124"/>
                      </a:cubicBezTo>
                      <a:cubicBezTo>
                        <a:pt x="19" y="124"/>
                        <a:pt x="20" y="124"/>
                        <a:pt x="20" y="124"/>
                      </a:cubicBezTo>
                      <a:cubicBezTo>
                        <a:pt x="21" y="124"/>
                        <a:pt x="21" y="124"/>
                        <a:pt x="21" y="125"/>
                      </a:cubicBezTo>
                      <a:cubicBezTo>
                        <a:pt x="21" y="125"/>
                        <a:pt x="21" y="125"/>
                        <a:pt x="21" y="125"/>
                      </a:cubicBezTo>
                      <a:cubicBezTo>
                        <a:pt x="21" y="125"/>
                        <a:pt x="22" y="125"/>
                        <a:pt x="22" y="124"/>
                      </a:cubicBezTo>
                      <a:cubicBezTo>
                        <a:pt x="22" y="124"/>
                        <a:pt x="22" y="124"/>
                        <a:pt x="22" y="124"/>
                      </a:cubicBezTo>
                      <a:cubicBezTo>
                        <a:pt x="21" y="124"/>
                        <a:pt x="21" y="124"/>
                        <a:pt x="21" y="123"/>
                      </a:cubicBezTo>
                      <a:cubicBezTo>
                        <a:pt x="21" y="123"/>
                        <a:pt x="21" y="123"/>
                        <a:pt x="21" y="123"/>
                      </a:cubicBezTo>
                      <a:cubicBezTo>
                        <a:pt x="21" y="123"/>
                        <a:pt x="21" y="123"/>
                        <a:pt x="21" y="123"/>
                      </a:cubicBezTo>
                      <a:cubicBezTo>
                        <a:pt x="21" y="122"/>
                        <a:pt x="21" y="122"/>
                        <a:pt x="21" y="122"/>
                      </a:cubicBezTo>
                      <a:cubicBezTo>
                        <a:pt x="21" y="122"/>
                        <a:pt x="21" y="122"/>
                        <a:pt x="21" y="122"/>
                      </a:cubicBezTo>
                      <a:cubicBezTo>
                        <a:pt x="21" y="122"/>
                        <a:pt x="21" y="122"/>
                        <a:pt x="21" y="122"/>
                      </a:cubicBezTo>
                      <a:cubicBezTo>
                        <a:pt x="21" y="122"/>
                        <a:pt x="21" y="122"/>
                        <a:pt x="21" y="122"/>
                      </a:cubicBezTo>
                      <a:cubicBezTo>
                        <a:pt x="21" y="121"/>
                        <a:pt x="22" y="121"/>
                        <a:pt x="22" y="121"/>
                      </a:cubicBezTo>
                      <a:cubicBezTo>
                        <a:pt x="22" y="121"/>
                        <a:pt x="22" y="120"/>
                        <a:pt x="22" y="120"/>
                      </a:cubicBezTo>
                      <a:cubicBezTo>
                        <a:pt x="22" y="121"/>
                        <a:pt x="22" y="121"/>
                        <a:pt x="22" y="121"/>
                      </a:cubicBezTo>
                      <a:cubicBezTo>
                        <a:pt x="22" y="121"/>
                        <a:pt x="23" y="121"/>
                        <a:pt x="23" y="121"/>
                      </a:cubicBezTo>
                      <a:cubicBezTo>
                        <a:pt x="23" y="121"/>
                        <a:pt x="23" y="121"/>
                        <a:pt x="23" y="121"/>
                      </a:cubicBezTo>
                      <a:cubicBezTo>
                        <a:pt x="23" y="121"/>
                        <a:pt x="23" y="121"/>
                        <a:pt x="23" y="122"/>
                      </a:cubicBezTo>
                      <a:cubicBezTo>
                        <a:pt x="23" y="122"/>
                        <a:pt x="23" y="122"/>
                        <a:pt x="22" y="122"/>
                      </a:cubicBezTo>
                      <a:cubicBezTo>
                        <a:pt x="22" y="122"/>
                        <a:pt x="22" y="122"/>
                        <a:pt x="22" y="122"/>
                      </a:cubicBezTo>
                      <a:cubicBezTo>
                        <a:pt x="22" y="121"/>
                        <a:pt x="22" y="121"/>
                        <a:pt x="22" y="121"/>
                      </a:cubicBezTo>
                      <a:cubicBezTo>
                        <a:pt x="22" y="121"/>
                        <a:pt x="21" y="121"/>
                        <a:pt x="21" y="122"/>
                      </a:cubicBezTo>
                      <a:cubicBezTo>
                        <a:pt x="21" y="122"/>
                        <a:pt x="22" y="122"/>
                        <a:pt x="22" y="122"/>
                      </a:cubicBezTo>
                      <a:cubicBezTo>
                        <a:pt x="22" y="122"/>
                        <a:pt x="22" y="122"/>
                        <a:pt x="22" y="122"/>
                      </a:cubicBezTo>
                      <a:cubicBezTo>
                        <a:pt x="22" y="122"/>
                        <a:pt x="22" y="123"/>
                        <a:pt x="22" y="123"/>
                      </a:cubicBezTo>
                      <a:cubicBezTo>
                        <a:pt x="23" y="123"/>
                        <a:pt x="23" y="123"/>
                        <a:pt x="23" y="124"/>
                      </a:cubicBezTo>
                      <a:cubicBezTo>
                        <a:pt x="23" y="124"/>
                        <a:pt x="23" y="125"/>
                        <a:pt x="22" y="126"/>
                      </a:cubicBezTo>
                      <a:cubicBezTo>
                        <a:pt x="22" y="126"/>
                        <a:pt x="22" y="126"/>
                        <a:pt x="22" y="126"/>
                      </a:cubicBezTo>
                      <a:cubicBezTo>
                        <a:pt x="22" y="126"/>
                        <a:pt x="22" y="126"/>
                        <a:pt x="22" y="126"/>
                      </a:cubicBezTo>
                      <a:cubicBezTo>
                        <a:pt x="22" y="126"/>
                        <a:pt x="23" y="126"/>
                        <a:pt x="23" y="126"/>
                      </a:cubicBezTo>
                      <a:cubicBezTo>
                        <a:pt x="23" y="126"/>
                        <a:pt x="23" y="126"/>
                        <a:pt x="23" y="126"/>
                      </a:cubicBezTo>
                      <a:cubicBezTo>
                        <a:pt x="24" y="125"/>
                        <a:pt x="24" y="125"/>
                        <a:pt x="24" y="125"/>
                      </a:cubicBezTo>
                      <a:cubicBezTo>
                        <a:pt x="24" y="125"/>
                        <a:pt x="24" y="124"/>
                        <a:pt x="25" y="124"/>
                      </a:cubicBezTo>
                      <a:cubicBezTo>
                        <a:pt x="25" y="124"/>
                        <a:pt x="25" y="124"/>
                        <a:pt x="25" y="124"/>
                      </a:cubicBezTo>
                      <a:cubicBezTo>
                        <a:pt x="25" y="124"/>
                        <a:pt x="25" y="124"/>
                        <a:pt x="25" y="124"/>
                      </a:cubicBezTo>
                      <a:cubicBezTo>
                        <a:pt x="25" y="124"/>
                        <a:pt x="25" y="124"/>
                        <a:pt x="25" y="124"/>
                      </a:cubicBezTo>
                      <a:cubicBezTo>
                        <a:pt x="24" y="123"/>
                        <a:pt x="24" y="124"/>
                        <a:pt x="24" y="123"/>
                      </a:cubicBezTo>
                      <a:cubicBezTo>
                        <a:pt x="24" y="123"/>
                        <a:pt x="25" y="123"/>
                        <a:pt x="25" y="123"/>
                      </a:cubicBezTo>
                      <a:cubicBezTo>
                        <a:pt x="25" y="123"/>
                        <a:pt x="25" y="123"/>
                        <a:pt x="25" y="123"/>
                      </a:cubicBezTo>
                      <a:cubicBezTo>
                        <a:pt x="25" y="123"/>
                        <a:pt x="26" y="123"/>
                        <a:pt x="26" y="123"/>
                      </a:cubicBezTo>
                      <a:cubicBezTo>
                        <a:pt x="26" y="123"/>
                        <a:pt x="26" y="123"/>
                        <a:pt x="26" y="123"/>
                      </a:cubicBezTo>
                      <a:cubicBezTo>
                        <a:pt x="26" y="123"/>
                        <a:pt x="26" y="123"/>
                        <a:pt x="26" y="123"/>
                      </a:cubicBezTo>
                      <a:cubicBezTo>
                        <a:pt x="27" y="123"/>
                        <a:pt x="27" y="123"/>
                        <a:pt x="27" y="123"/>
                      </a:cubicBezTo>
                      <a:cubicBezTo>
                        <a:pt x="27" y="122"/>
                        <a:pt x="27" y="122"/>
                        <a:pt x="27" y="122"/>
                      </a:cubicBezTo>
                      <a:cubicBezTo>
                        <a:pt x="27" y="121"/>
                        <a:pt x="27" y="121"/>
                        <a:pt x="27" y="121"/>
                      </a:cubicBezTo>
                      <a:cubicBezTo>
                        <a:pt x="27" y="120"/>
                        <a:pt x="28" y="120"/>
                        <a:pt x="27" y="120"/>
                      </a:cubicBezTo>
                      <a:cubicBezTo>
                        <a:pt x="27" y="120"/>
                        <a:pt x="27" y="119"/>
                        <a:pt x="27" y="119"/>
                      </a:cubicBezTo>
                      <a:cubicBezTo>
                        <a:pt x="27" y="119"/>
                        <a:pt x="28" y="119"/>
                        <a:pt x="28" y="118"/>
                      </a:cubicBezTo>
                      <a:cubicBezTo>
                        <a:pt x="28" y="118"/>
                        <a:pt x="27" y="118"/>
                        <a:pt x="27" y="118"/>
                      </a:cubicBezTo>
                      <a:cubicBezTo>
                        <a:pt x="28" y="118"/>
                        <a:pt x="28" y="118"/>
                        <a:pt x="28" y="117"/>
                      </a:cubicBezTo>
                      <a:cubicBezTo>
                        <a:pt x="28" y="117"/>
                        <a:pt x="28" y="116"/>
                        <a:pt x="28" y="116"/>
                      </a:cubicBezTo>
                      <a:cubicBezTo>
                        <a:pt x="28" y="116"/>
                        <a:pt x="28" y="116"/>
                        <a:pt x="28" y="115"/>
                      </a:cubicBezTo>
                      <a:cubicBezTo>
                        <a:pt x="28" y="115"/>
                        <a:pt x="28" y="115"/>
                        <a:pt x="28" y="115"/>
                      </a:cubicBezTo>
                      <a:cubicBezTo>
                        <a:pt x="28" y="115"/>
                        <a:pt x="29" y="115"/>
                        <a:pt x="29" y="115"/>
                      </a:cubicBezTo>
                      <a:cubicBezTo>
                        <a:pt x="29" y="115"/>
                        <a:pt x="29" y="115"/>
                        <a:pt x="29" y="114"/>
                      </a:cubicBezTo>
                      <a:cubicBezTo>
                        <a:pt x="29" y="114"/>
                        <a:pt x="29" y="114"/>
                        <a:pt x="29" y="114"/>
                      </a:cubicBezTo>
                      <a:cubicBezTo>
                        <a:pt x="29" y="114"/>
                        <a:pt x="29" y="114"/>
                        <a:pt x="29" y="114"/>
                      </a:cubicBezTo>
                      <a:cubicBezTo>
                        <a:pt x="29" y="114"/>
                        <a:pt x="29" y="114"/>
                        <a:pt x="29" y="114"/>
                      </a:cubicBezTo>
                      <a:cubicBezTo>
                        <a:pt x="29" y="114"/>
                        <a:pt x="29" y="113"/>
                        <a:pt x="29" y="113"/>
                      </a:cubicBezTo>
                      <a:cubicBezTo>
                        <a:pt x="30" y="113"/>
                        <a:pt x="30" y="113"/>
                        <a:pt x="30" y="112"/>
                      </a:cubicBezTo>
                      <a:cubicBezTo>
                        <a:pt x="30" y="112"/>
                        <a:pt x="30" y="112"/>
                        <a:pt x="30" y="112"/>
                      </a:cubicBezTo>
                      <a:cubicBezTo>
                        <a:pt x="30" y="112"/>
                        <a:pt x="30" y="112"/>
                        <a:pt x="30" y="112"/>
                      </a:cubicBezTo>
                      <a:cubicBezTo>
                        <a:pt x="31" y="112"/>
                        <a:pt x="31" y="112"/>
                        <a:pt x="31" y="112"/>
                      </a:cubicBezTo>
                      <a:cubicBezTo>
                        <a:pt x="31" y="112"/>
                        <a:pt x="31" y="112"/>
                        <a:pt x="31" y="112"/>
                      </a:cubicBezTo>
                      <a:cubicBezTo>
                        <a:pt x="31" y="111"/>
                        <a:pt x="31" y="111"/>
                        <a:pt x="31" y="111"/>
                      </a:cubicBezTo>
                      <a:close/>
                      <a:moveTo>
                        <a:pt x="73" y="70"/>
                      </a:moveTo>
                      <a:cubicBezTo>
                        <a:pt x="73" y="70"/>
                        <a:pt x="74" y="70"/>
                        <a:pt x="74" y="70"/>
                      </a:cubicBezTo>
                      <a:cubicBezTo>
                        <a:pt x="74" y="70"/>
                        <a:pt x="74" y="70"/>
                        <a:pt x="74" y="70"/>
                      </a:cubicBezTo>
                      <a:cubicBezTo>
                        <a:pt x="74" y="70"/>
                        <a:pt x="75" y="70"/>
                        <a:pt x="75" y="69"/>
                      </a:cubicBezTo>
                      <a:cubicBezTo>
                        <a:pt x="75" y="69"/>
                        <a:pt x="75" y="69"/>
                        <a:pt x="76" y="68"/>
                      </a:cubicBezTo>
                      <a:cubicBezTo>
                        <a:pt x="76" y="68"/>
                        <a:pt x="76" y="68"/>
                        <a:pt x="76" y="68"/>
                      </a:cubicBezTo>
                      <a:cubicBezTo>
                        <a:pt x="75" y="68"/>
                        <a:pt x="75" y="68"/>
                        <a:pt x="75" y="68"/>
                      </a:cubicBezTo>
                      <a:cubicBezTo>
                        <a:pt x="75" y="68"/>
                        <a:pt x="75" y="68"/>
                        <a:pt x="75" y="68"/>
                      </a:cubicBezTo>
                      <a:cubicBezTo>
                        <a:pt x="75" y="68"/>
                        <a:pt x="75" y="68"/>
                        <a:pt x="75" y="67"/>
                      </a:cubicBezTo>
                      <a:cubicBezTo>
                        <a:pt x="75" y="67"/>
                        <a:pt x="75" y="67"/>
                        <a:pt x="75" y="67"/>
                      </a:cubicBezTo>
                      <a:cubicBezTo>
                        <a:pt x="75" y="67"/>
                        <a:pt x="75" y="66"/>
                        <a:pt x="75" y="66"/>
                      </a:cubicBezTo>
                      <a:cubicBezTo>
                        <a:pt x="75" y="66"/>
                        <a:pt x="75" y="66"/>
                        <a:pt x="75" y="66"/>
                      </a:cubicBezTo>
                      <a:cubicBezTo>
                        <a:pt x="75" y="66"/>
                        <a:pt x="75" y="66"/>
                        <a:pt x="75" y="66"/>
                      </a:cubicBezTo>
                      <a:cubicBezTo>
                        <a:pt x="75" y="66"/>
                        <a:pt x="75" y="66"/>
                        <a:pt x="75" y="66"/>
                      </a:cubicBezTo>
                      <a:cubicBezTo>
                        <a:pt x="74" y="67"/>
                        <a:pt x="74" y="67"/>
                        <a:pt x="74" y="68"/>
                      </a:cubicBezTo>
                      <a:cubicBezTo>
                        <a:pt x="73" y="68"/>
                        <a:pt x="73" y="68"/>
                        <a:pt x="73" y="68"/>
                      </a:cubicBezTo>
                      <a:cubicBezTo>
                        <a:pt x="73" y="69"/>
                        <a:pt x="73" y="69"/>
                        <a:pt x="73" y="69"/>
                      </a:cubicBezTo>
                      <a:cubicBezTo>
                        <a:pt x="74" y="69"/>
                        <a:pt x="74" y="69"/>
                        <a:pt x="74" y="69"/>
                      </a:cubicBezTo>
                      <a:cubicBezTo>
                        <a:pt x="74" y="68"/>
                        <a:pt x="74" y="69"/>
                        <a:pt x="74" y="69"/>
                      </a:cubicBezTo>
                      <a:cubicBezTo>
                        <a:pt x="74" y="69"/>
                        <a:pt x="74" y="69"/>
                        <a:pt x="74" y="69"/>
                      </a:cubicBezTo>
                      <a:cubicBezTo>
                        <a:pt x="74" y="69"/>
                        <a:pt x="74" y="70"/>
                        <a:pt x="73" y="70"/>
                      </a:cubicBezTo>
                      <a:close/>
                      <a:moveTo>
                        <a:pt x="12" y="110"/>
                      </a:moveTo>
                      <a:cubicBezTo>
                        <a:pt x="11" y="110"/>
                        <a:pt x="11" y="110"/>
                        <a:pt x="11" y="110"/>
                      </a:cubicBezTo>
                      <a:cubicBezTo>
                        <a:pt x="11" y="110"/>
                        <a:pt x="11" y="110"/>
                        <a:pt x="11" y="109"/>
                      </a:cubicBezTo>
                      <a:cubicBezTo>
                        <a:pt x="11" y="109"/>
                        <a:pt x="11" y="110"/>
                        <a:pt x="11" y="110"/>
                      </a:cubicBezTo>
                      <a:cubicBezTo>
                        <a:pt x="11" y="110"/>
                        <a:pt x="11" y="110"/>
                        <a:pt x="11" y="110"/>
                      </a:cubicBezTo>
                      <a:cubicBezTo>
                        <a:pt x="11" y="110"/>
                        <a:pt x="11" y="110"/>
                        <a:pt x="11" y="110"/>
                      </a:cubicBezTo>
                      <a:cubicBezTo>
                        <a:pt x="11" y="110"/>
                        <a:pt x="11" y="111"/>
                        <a:pt x="11" y="111"/>
                      </a:cubicBezTo>
                      <a:cubicBezTo>
                        <a:pt x="11" y="111"/>
                        <a:pt x="11" y="111"/>
                        <a:pt x="11" y="112"/>
                      </a:cubicBezTo>
                      <a:cubicBezTo>
                        <a:pt x="11" y="111"/>
                        <a:pt x="11" y="111"/>
                        <a:pt x="11" y="111"/>
                      </a:cubicBezTo>
                      <a:cubicBezTo>
                        <a:pt x="11" y="111"/>
                        <a:pt x="11" y="111"/>
                        <a:pt x="11" y="111"/>
                      </a:cubicBezTo>
                      <a:cubicBezTo>
                        <a:pt x="12" y="111"/>
                        <a:pt x="12" y="111"/>
                        <a:pt x="12" y="110"/>
                      </a:cubicBezTo>
                      <a:cubicBezTo>
                        <a:pt x="12" y="110"/>
                        <a:pt x="12" y="110"/>
                        <a:pt x="12" y="110"/>
                      </a:cubicBezTo>
                      <a:close/>
                      <a:moveTo>
                        <a:pt x="14" y="107"/>
                      </a:moveTo>
                      <a:cubicBezTo>
                        <a:pt x="14" y="107"/>
                        <a:pt x="14" y="107"/>
                        <a:pt x="14" y="107"/>
                      </a:cubicBezTo>
                      <a:cubicBezTo>
                        <a:pt x="14" y="107"/>
                        <a:pt x="14" y="107"/>
                        <a:pt x="14" y="107"/>
                      </a:cubicBezTo>
                      <a:cubicBezTo>
                        <a:pt x="14" y="107"/>
                        <a:pt x="14" y="107"/>
                        <a:pt x="14" y="107"/>
                      </a:cubicBezTo>
                      <a:cubicBezTo>
                        <a:pt x="14" y="107"/>
                        <a:pt x="14" y="107"/>
                        <a:pt x="14" y="108"/>
                      </a:cubicBezTo>
                      <a:cubicBezTo>
                        <a:pt x="14" y="108"/>
                        <a:pt x="13" y="108"/>
                        <a:pt x="13" y="108"/>
                      </a:cubicBezTo>
                      <a:cubicBezTo>
                        <a:pt x="13" y="109"/>
                        <a:pt x="13" y="109"/>
                        <a:pt x="13" y="109"/>
                      </a:cubicBezTo>
                      <a:cubicBezTo>
                        <a:pt x="13" y="109"/>
                        <a:pt x="13" y="109"/>
                        <a:pt x="14" y="109"/>
                      </a:cubicBezTo>
                      <a:cubicBezTo>
                        <a:pt x="14" y="109"/>
                        <a:pt x="14" y="108"/>
                        <a:pt x="14" y="108"/>
                      </a:cubicBezTo>
                      <a:cubicBezTo>
                        <a:pt x="14" y="108"/>
                        <a:pt x="14" y="108"/>
                        <a:pt x="14" y="108"/>
                      </a:cubicBezTo>
                      <a:cubicBezTo>
                        <a:pt x="14" y="108"/>
                        <a:pt x="14" y="107"/>
                        <a:pt x="14" y="107"/>
                      </a:cubicBezTo>
                      <a:cubicBezTo>
                        <a:pt x="14" y="107"/>
                        <a:pt x="14" y="107"/>
                        <a:pt x="14" y="107"/>
                      </a:cubicBezTo>
                      <a:close/>
                      <a:moveTo>
                        <a:pt x="15" y="110"/>
                      </a:moveTo>
                      <a:cubicBezTo>
                        <a:pt x="15" y="110"/>
                        <a:pt x="15" y="110"/>
                        <a:pt x="15" y="110"/>
                      </a:cubicBezTo>
                      <a:cubicBezTo>
                        <a:pt x="15" y="110"/>
                        <a:pt x="15" y="110"/>
                        <a:pt x="15" y="110"/>
                      </a:cubicBezTo>
                      <a:cubicBezTo>
                        <a:pt x="15" y="110"/>
                        <a:pt x="15" y="110"/>
                        <a:pt x="15" y="110"/>
                      </a:cubicBezTo>
                      <a:close/>
                      <a:moveTo>
                        <a:pt x="14" y="109"/>
                      </a:moveTo>
                      <a:cubicBezTo>
                        <a:pt x="14" y="109"/>
                        <a:pt x="14" y="109"/>
                        <a:pt x="14" y="109"/>
                      </a:cubicBezTo>
                      <a:cubicBezTo>
                        <a:pt x="14" y="109"/>
                        <a:pt x="14" y="109"/>
                        <a:pt x="14" y="109"/>
                      </a:cubicBezTo>
                      <a:cubicBezTo>
                        <a:pt x="14" y="109"/>
                        <a:pt x="14" y="109"/>
                        <a:pt x="14" y="109"/>
                      </a:cubicBezTo>
                      <a:cubicBezTo>
                        <a:pt x="14" y="109"/>
                        <a:pt x="14" y="109"/>
                        <a:pt x="14" y="109"/>
                      </a:cubicBezTo>
                      <a:close/>
                      <a:moveTo>
                        <a:pt x="10" y="111"/>
                      </a:moveTo>
                      <a:cubicBezTo>
                        <a:pt x="10" y="111"/>
                        <a:pt x="10" y="112"/>
                        <a:pt x="10" y="112"/>
                      </a:cubicBezTo>
                      <a:cubicBezTo>
                        <a:pt x="10" y="112"/>
                        <a:pt x="10" y="111"/>
                        <a:pt x="10" y="111"/>
                      </a:cubicBezTo>
                      <a:cubicBezTo>
                        <a:pt x="10" y="111"/>
                        <a:pt x="10" y="111"/>
                        <a:pt x="10" y="111"/>
                      </a:cubicBezTo>
                      <a:close/>
                      <a:moveTo>
                        <a:pt x="10" y="112"/>
                      </a:moveTo>
                      <a:cubicBezTo>
                        <a:pt x="10" y="112"/>
                        <a:pt x="9" y="112"/>
                        <a:pt x="9" y="112"/>
                      </a:cubicBezTo>
                      <a:cubicBezTo>
                        <a:pt x="9" y="112"/>
                        <a:pt x="9" y="112"/>
                        <a:pt x="9" y="112"/>
                      </a:cubicBezTo>
                      <a:cubicBezTo>
                        <a:pt x="9" y="112"/>
                        <a:pt x="9" y="112"/>
                        <a:pt x="8" y="112"/>
                      </a:cubicBezTo>
                      <a:cubicBezTo>
                        <a:pt x="8" y="112"/>
                        <a:pt x="8" y="112"/>
                        <a:pt x="8" y="112"/>
                      </a:cubicBezTo>
                      <a:cubicBezTo>
                        <a:pt x="8" y="112"/>
                        <a:pt x="8" y="113"/>
                        <a:pt x="8" y="113"/>
                      </a:cubicBezTo>
                      <a:cubicBezTo>
                        <a:pt x="8" y="113"/>
                        <a:pt x="8" y="113"/>
                        <a:pt x="8" y="113"/>
                      </a:cubicBezTo>
                      <a:cubicBezTo>
                        <a:pt x="8" y="113"/>
                        <a:pt x="8" y="113"/>
                        <a:pt x="8" y="113"/>
                      </a:cubicBezTo>
                      <a:cubicBezTo>
                        <a:pt x="8" y="113"/>
                        <a:pt x="8" y="114"/>
                        <a:pt x="8" y="113"/>
                      </a:cubicBezTo>
                      <a:cubicBezTo>
                        <a:pt x="9" y="113"/>
                        <a:pt x="9" y="113"/>
                        <a:pt x="9" y="114"/>
                      </a:cubicBezTo>
                      <a:cubicBezTo>
                        <a:pt x="9" y="113"/>
                        <a:pt x="9" y="113"/>
                        <a:pt x="9" y="113"/>
                      </a:cubicBezTo>
                      <a:cubicBezTo>
                        <a:pt x="10" y="113"/>
                        <a:pt x="10" y="113"/>
                        <a:pt x="10" y="113"/>
                      </a:cubicBezTo>
                      <a:cubicBezTo>
                        <a:pt x="10" y="113"/>
                        <a:pt x="10" y="113"/>
                        <a:pt x="10" y="113"/>
                      </a:cubicBezTo>
                      <a:cubicBezTo>
                        <a:pt x="10" y="113"/>
                        <a:pt x="10" y="113"/>
                        <a:pt x="10" y="112"/>
                      </a:cubicBezTo>
                      <a:close/>
                      <a:moveTo>
                        <a:pt x="10" y="112"/>
                      </a:moveTo>
                      <a:cubicBezTo>
                        <a:pt x="10" y="112"/>
                        <a:pt x="9" y="112"/>
                        <a:pt x="9" y="112"/>
                      </a:cubicBezTo>
                      <a:cubicBezTo>
                        <a:pt x="9" y="112"/>
                        <a:pt x="10" y="112"/>
                        <a:pt x="10" y="112"/>
                      </a:cubicBezTo>
                      <a:cubicBezTo>
                        <a:pt x="10" y="112"/>
                        <a:pt x="10" y="112"/>
                        <a:pt x="10" y="112"/>
                      </a:cubicBezTo>
                      <a:cubicBezTo>
                        <a:pt x="10" y="112"/>
                        <a:pt x="10" y="112"/>
                        <a:pt x="10" y="112"/>
                      </a:cubicBezTo>
                      <a:close/>
                      <a:moveTo>
                        <a:pt x="10" y="112"/>
                      </a:moveTo>
                      <a:cubicBezTo>
                        <a:pt x="10" y="112"/>
                        <a:pt x="11" y="112"/>
                        <a:pt x="11" y="112"/>
                      </a:cubicBezTo>
                      <a:cubicBezTo>
                        <a:pt x="11" y="112"/>
                        <a:pt x="11" y="112"/>
                        <a:pt x="11" y="112"/>
                      </a:cubicBezTo>
                      <a:cubicBezTo>
                        <a:pt x="10" y="112"/>
                        <a:pt x="10" y="112"/>
                        <a:pt x="10" y="112"/>
                      </a:cubicBezTo>
                      <a:close/>
                      <a:moveTo>
                        <a:pt x="11" y="109"/>
                      </a:moveTo>
                      <a:cubicBezTo>
                        <a:pt x="11" y="108"/>
                        <a:pt x="11" y="108"/>
                        <a:pt x="11" y="109"/>
                      </a:cubicBezTo>
                      <a:cubicBezTo>
                        <a:pt x="11" y="109"/>
                        <a:pt x="11" y="109"/>
                        <a:pt x="11" y="109"/>
                      </a:cubicBezTo>
                      <a:cubicBezTo>
                        <a:pt x="11" y="109"/>
                        <a:pt x="11" y="109"/>
                        <a:pt x="11" y="109"/>
                      </a:cubicBezTo>
                      <a:close/>
                      <a:moveTo>
                        <a:pt x="11" y="111"/>
                      </a:moveTo>
                      <a:cubicBezTo>
                        <a:pt x="11" y="111"/>
                        <a:pt x="11" y="111"/>
                        <a:pt x="11" y="111"/>
                      </a:cubicBezTo>
                      <a:cubicBezTo>
                        <a:pt x="10" y="111"/>
                        <a:pt x="10" y="111"/>
                        <a:pt x="10" y="111"/>
                      </a:cubicBezTo>
                      <a:cubicBezTo>
                        <a:pt x="10" y="111"/>
                        <a:pt x="11" y="111"/>
                        <a:pt x="11" y="111"/>
                      </a:cubicBezTo>
                      <a:cubicBezTo>
                        <a:pt x="11" y="111"/>
                        <a:pt x="11" y="111"/>
                        <a:pt x="11" y="111"/>
                      </a:cubicBezTo>
                      <a:cubicBezTo>
                        <a:pt x="11" y="111"/>
                        <a:pt x="11" y="111"/>
                        <a:pt x="11" y="111"/>
                      </a:cubicBezTo>
                      <a:close/>
                      <a:moveTo>
                        <a:pt x="11" y="109"/>
                      </a:moveTo>
                      <a:cubicBezTo>
                        <a:pt x="11" y="109"/>
                        <a:pt x="11" y="109"/>
                        <a:pt x="11" y="109"/>
                      </a:cubicBezTo>
                      <a:cubicBezTo>
                        <a:pt x="12" y="109"/>
                        <a:pt x="12" y="109"/>
                        <a:pt x="12" y="109"/>
                      </a:cubicBezTo>
                      <a:cubicBezTo>
                        <a:pt x="12" y="109"/>
                        <a:pt x="11" y="109"/>
                        <a:pt x="11" y="109"/>
                      </a:cubicBezTo>
                      <a:cubicBezTo>
                        <a:pt x="11" y="109"/>
                        <a:pt x="11" y="109"/>
                        <a:pt x="11" y="109"/>
                      </a:cubicBezTo>
                      <a:close/>
                      <a:moveTo>
                        <a:pt x="13" y="107"/>
                      </a:moveTo>
                      <a:cubicBezTo>
                        <a:pt x="14" y="107"/>
                        <a:pt x="14" y="107"/>
                        <a:pt x="14" y="107"/>
                      </a:cubicBezTo>
                      <a:cubicBezTo>
                        <a:pt x="14" y="107"/>
                        <a:pt x="14" y="107"/>
                        <a:pt x="13" y="107"/>
                      </a:cubicBezTo>
                      <a:cubicBezTo>
                        <a:pt x="13" y="107"/>
                        <a:pt x="13" y="107"/>
                        <a:pt x="13" y="107"/>
                      </a:cubicBezTo>
                      <a:cubicBezTo>
                        <a:pt x="13" y="107"/>
                        <a:pt x="13" y="107"/>
                        <a:pt x="13" y="107"/>
                      </a:cubicBezTo>
                      <a:close/>
                      <a:moveTo>
                        <a:pt x="11" y="108"/>
                      </a:moveTo>
                      <a:cubicBezTo>
                        <a:pt x="12" y="108"/>
                        <a:pt x="12" y="108"/>
                        <a:pt x="12" y="108"/>
                      </a:cubicBezTo>
                      <a:cubicBezTo>
                        <a:pt x="12" y="108"/>
                        <a:pt x="11" y="108"/>
                        <a:pt x="11" y="108"/>
                      </a:cubicBezTo>
                      <a:cubicBezTo>
                        <a:pt x="11" y="108"/>
                        <a:pt x="11" y="108"/>
                        <a:pt x="11" y="108"/>
                      </a:cubicBezTo>
                      <a:cubicBezTo>
                        <a:pt x="11" y="108"/>
                        <a:pt x="11" y="108"/>
                        <a:pt x="11" y="108"/>
                      </a:cubicBezTo>
                      <a:close/>
                      <a:moveTo>
                        <a:pt x="14" y="106"/>
                      </a:moveTo>
                      <a:cubicBezTo>
                        <a:pt x="14" y="106"/>
                        <a:pt x="14" y="106"/>
                        <a:pt x="14" y="106"/>
                      </a:cubicBezTo>
                      <a:cubicBezTo>
                        <a:pt x="14" y="106"/>
                        <a:pt x="14" y="106"/>
                        <a:pt x="14" y="106"/>
                      </a:cubicBezTo>
                      <a:cubicBezTo>
                        <a:pt x="14" y="106"/>
                        <a:pt x="14" y="106"/>
                        <a:pt x="14" y="106"/>
                      </a:cubicBezTo>
                      <a:close/>
                      <a:moveTo>
                        <a:pt x="16" y="107"/>
                      </a:moveTo>
                      <a:cubicBezTo>
                        <a:pt x="16" y="107"/>
                        <a:pt x="16" y="107"/>
                        <a:pt x="16" y="107"/>
                      </a:cubicBezTo>
                      <a:cubicBezTo>
                        <a:pt x="16" y="107"/>
                        <a:pt x="16" y="107"/>
                        <a:pt x="16" y="107"/>
                      </a:cubicBezTo>
                      <a:cubicBezTo>
                        <a:pt x="16" y="107"/>
                        <a:pt x="16" y="107"/>
                        <a:pt x="16" y="107"/>
                      </a:cubicBezTo>
                      <a:cubicBezTo>
                        <a:pt x="16" y="107"/>
                        <a:pt x="16" y="107"/>
                        <a:pt x="16" y="107"/>
                      </a:cubicBezTo>
                      <a:close/>
                      <a:moveTo>
                        <a:pt x="15" y="104"/>
                      </a:moveTo>
                      <a:cubicBezTo>
                        <a:pt x="16" y="104"/>
                        <a:pt x="16" y="104"/>
                        <a:pt x="16" y="104"/>
                      </a:cubicBezTo>
                      <a:cubicBezTo>
                        <a:pt x="16" y="104"/>
                        <a:pt x="16" y="103"/>
                        <a:pt x="16" y="103"/>
                      </a:cubicBezTo>
                      <a:cubicBezTo>
                        <a:pt x="16" y="103"/>
                        <a:pt x="15" y="103"/>
                        <a:pt x="15" y="103"/>
                      </a:cubicBezTo>
                      <a:cubicBezTo>
                        <a:pt x="15" y="104"/>
                        <a:pt x="15" y="104"/>
                        <a:pt x="15" y="104"/>
                      </a:cubicBezTo>
                      <a:cubicBezTo>
                        <a:pt x="15" y="104"/>
                        <a:pt x="15" y="105"/>
                        <a:pt x="15" y="104"/>
                      </a:cubicBezTo>
                      <a:close/>
                      <a:moveTo>
                        <a:pt x="19" y="116"/>
                      </a:moveTo>
                      <a:cubicBezTo>
                        <a:pt x="19" y="116"/>
                        <a:pt x="19" y="115"/>
                        <a:pt x="19" y="115"/>
                      </a:cubicBezTo>
                      <a:cubicBezTo>
                        <a:pt x="19" y="115"/>
                        <a:pt x="19" y="115"/>
                        <a:pt x="19" y="115"/>
                      </a:cubicBezTo>
                      <a:cubicBezTo>
                        <a:pt x="19" y="115"/>
                        <a:pt x="20" y="115"/>
                        <a:pt x="20" y="115"/>
                      </a:cubicBezTo>
                      <a:cubicBezTo>
                        <a:pt x="20" y="115"/>
                        <a:pt x="20" y="115"/>
                        <a:pt x="20" y="115"/>
                      </a:cubicBezTo>
                      <a:cubicBezTo>
                        <a:pt x="20" y="115"/>
                        <a:pt x="20" y="115"/>
                        <a:pt x="20" y="114"/>
                      </a:cubicBezTo>
                      <a:cubicBezTo>
                        <a:pt x="20" y="114"/>
                        <a:pt x="20" y="114"/>
                        <a:pt x="20" y="114"/>
                      </a:cubicBezTo>
                      <a:cubicBezTo>
                        <a:pt x="20" y="114"/>
                        <a:pt x="20" y="114"/>
                        <a:pt x="20" y="114"/>
                      </a:cubicBezTo>
                      <a:cubicBezTo>
                        <a:pt x="20" y="114"/>
                        <a:pt x="20" y="114"/>
                        <a:pt x="20" y="114"/>
                      </a:cubicBezTo>
                      <a:cubicBezTo>
                        <a:pt x="19" y="114"/>
                        <a:pt x="19" y="115"/>
                        <a:pt x="19" y="115"/>
                      </a:cubicBezTo>
                      <a:cubicBezTo>
                        <a:pt x="19" y="115"/>
                        <a:pt x="19" y="114"/>
                        <a:pt x="19" y="114"/>
                      </a:cubicBezTo>
                      <a:cubicBezTo>
                        <a:pt x="19" y="114"/>
                        <a:pt x="18" y="114"/>
                        <a:pt x="18" y="114"/>
                      </a:cubicBezTo>
                      <a:cubicBezTo>
                        <a:pt x="18" y="114"/>
                        <a:pt x="17" y="115"/>
                        <a:pt x="17" y="115"/>
                      </a:cubicBezTo>
                      <a:cubicBezTo>
                        <a:pt x="17" y="115"/>
                        <a:pt x="17" y="116"/>
                        <a:pt x="17" y="116"/>
                      </a:cubicBezTo>
                      <a:cubicBezTo>
                        <a:pt x="17" y="116"/>
                        <a:pt x="17" y="116"/>
                        <a:pt x="17" y="116"/>
                      </a:cubicBezTo>
                      <a:cubicBezTo>
                        <a:pt x="17" y="116"/>
                        <a:pt x="18" y="116"/>
                        <a:pt x="17" y="117"/>
                      </a:cubicBezTo>
                      <a:cubicBezTo>
                        <a:pt x="18" y="117"/>
                        <a:pt x="18" y="117"/>
                        <a:pt x="18" y="116"/>
                      </a:cubicBezTo>
                      <a:cubicBezTo>
                        <a:pt x="18" y="116"/>
                        <a:pt x="18" y="116"/>
                        <a:pt x="18" y="116"/>
                      </a:cubicBezTo>
                      <a:cubicBezTo>
                        <a:pt x="18" y="116"/>
                        <a:pt x="18" y="116"/>
                        <a:pt x="19" y="116"/>
                      </a:cubicBezTo>
                      <a:close/>
                      <a:moveTo>
                        <a:pt x="19" y="116"/>
                      </a:moveTo>
                      <a:cubicBezTo>
                        <a:pt x="19" y="116"/>
                        <a:pt x="19" y="116"/>
                        <a:pt x="19" y="116"/>
                      </a:cubicBezTo>
                      <a:cubicBezTo>
                        <a:pt x="19" y="116"/>
                        <a:pt x="19" y="116"/>
                        <a:pt x="19" y="116"/>
                      </a:cubicBezTo>
                      <a:cubicBezTo>
                        <a:pt x="19" y="116"/>
                        <a:pt x="19" y="116"/>
                        <a:pt x="19" y="116"/>
                      </a:cubicBezTo>
                      <a:cubicBezTo>
                        <a:pt x="19" y="116"/>
                        <a:pt x="19" y="116"/>
                        <a:pt x="19" y="116"/>
                      </a:cubicBezTo>
                      <a:close/>
                      <a:moveTo>
                        <a:pt x="20" y="115"/>
                      </a:moveTo>
                      <a:cubicBezTo>
                        <a:pt x="20" y="116"/>
                        <a:pt x="20" y="116"/>
                        <a:pt x="20" y="116"/>
                      </a:cubicBezTo>
                      <a:cubicBezTo>
                        <a:pt x="20" y="116"/>
                        <a:pt x="20" y="116"/>
                        <a:pt x="20" y="115"/>
                      </a:cubicBezTo>
                      <a:close/>
                      <a:moveTo>
                        <a:pt x="35" y="112"/>
                      </a:moveTo>
                      <a:cubicBezTo>
                        <a:pt x="35" y="112"/>
                        <a:pt x="35" y="112"/>
                        <a:pt x="35" y="112"/>
                      </a:cubicBezTo>
                      <a:cubicBezTo>
                        <a:pt x="35" y="112"/>
                        <a:pt x="35" y="113"/>
                        <a:pt x="35" y="113"/>
                      </a:cubicBezTo>
                      <a:cubicBezTo>
                        <a:pt x="35" y="113"/>
                        <a:pt x="35" y="113"/>
                        <a:pt x="35" y="112"/>
                      </a:cubicBezTo>
                      <a:cubicBezTo>
                        <a:pt x="35" y="112"/>
                        <a:pt x="35" y="112"/>
                        <a:pt x="35" y="112"/>
                      </a:cubicBezTo>
                      <a:close/>
                      <a:moveTo>
                        <a:pt x="16" y="119"/>
                      </a:moveTo>
                      <a:cubicBezTo>
                        <a:pt x="16" y="119"/>
                        <a:pt x="16" y="119"/>
                        <a:pt x="16" y="119"/>
                      </a:cubicBezTo>
                      <a:cubicBezTo>
                        <a:pt x="16" y="120"/>
                        <a:pt x="16" y="120"/>
                        <a:pt x="17" y="120"/>
                      </a:cubicBezTo>
                      <a:cubicBezTo>
                        <a:pt x="17" y="120"/>
                        <a:pt x="17" y="120"/>
                        <a:pt x="17" y="120"/>
                      </a:cubicBezTo>
                      <a:cubicBezTo>
                        <a:pt x="17" y="120"/>
                        <a:pt x="17" y="120"/>
                        <a:pt x="17" y="120"/>
                      </a:cubicBezTo>
                      <a:cubicBezTo>
                        <a:pt x="17" y="120"/>
                        <a:pt x="16" y="119"/>
                        <a:pt x="16" y="119"/>
                      </a:cubicBezTo>
                      <a:close/>
                      <a:moveTo>
                        <a:pt x="24" y="128"/>
                      </a:moveTo>
                      <a:cubicBezTo>
                        <a:pt x="24" y="128"/>
                        <a:pt x="24" y="128"/>
                        <a:pt x="24" y="128"/>
                      </a:cubicBezTo>
                      <a:cubicBezTo>
                        <a:pt x="24" y="128"/>
                        <a:pt x="24" y="128"/>
                        <a:pt x="24" y="128"/>
                      </a:cubicBezTo>
                      <a:cubicBezTo>
                        <a:pt x="24" y="128"/>
                        <a:pt x="24" y="129"/>
                        <a:pt x="24" y="129"/>
                      </a:cubicBezTo>
                      <a:cubicBezTo>
                        <a:pt x="24" y="129"/>
                        <a:pt x="24" y="129"/>
                        <a:pt x="24" y="129"/>
                      </a:cubicBezTo>
                      <a:cubicBezTo>
                        <a:pt x="24" y="129"/>
                        <a:pt x="24" y="129"/>
                        <a:pt x="24" y="129"/>
                      </a:cubicBezTo>
                      <a:cubicBezTo>
                        <a:pt x="24" y="130"/>
                        <a:pt x="24" y="130"/>
                        <a:pt x="23" y="130"/>
                      </a:cubicBezTo>
                      <a:cubicBezTo>
                        <a:pt x="23" y="130"/>
                        <a:pt x="23" y="130"/>
                        <a:pt x="23" y="130"/>
                      </a:cubicBezTo>
                      <a:cubicBezTo>
                        <a:pt x="23" y="130"/>
                        <a:pt x="23" y="130"/>
                        <a:pt x="23" y="131"/>
                      </a:cubicBezTo>
                      <a:cubicBezTo>
                        <a:pt x="23" y="131"/>
                        <a:pt x="23" y="131"/>
                        <a:pt x="23" y="131"/>
                      </a:cubicBezTo>
                      <a:cubicBezTo>
                        <a:pt x="23" y="131"/>
                        <a:pt x="23" y="131"/>
                        <a:pt x="23" y="131"/>
                      </a:cubicBezTo>
                      <a:cubicBezTo>
                        <a:pt x="23" y="131"/>
                        <a:pt x="23" y="131"/>
                        <a:pt x="24" y="131"/>
                      </a:cubicBezTo>
                      <a:cubicBezTo>
                        <a:pt x="24" y="131"/>
                        <a:pt x="24" y="131"/>
                        <a:pt x="24" y="131"/>
                      </a:cubicBezTo>
                      <a:cubicBezTo>
                        <a:pt x="24" y="131"/>
                        <a:pt x="24" y="131"/>
                        <a:pt x="24" y="131"/>
                      </a:cubicBezTo>
                      <a:cubicBezTo>
                        <a:pt x="24" y="131"/>
                        <a:pt x="24" y="131"/>
                        <a:pt x="24" y="130"/>
                      </a:cubicBezTo>
                      <a:cubicBezTo>
                        <a:pt x="24" y="130"/>
                        <a:pt x="24" y="130"/>
                        <a:pt x="24" y="130"/>
                      </a:cubicBezTo>
                      <a:cubicBezTo>
                        <a:pt x="24" y="130"/>
                        <a:pt x="24" y="130"/>
                        <a:pt x="24" y="130"/>
                      </a:cubicBezTo>
                      <a:cubicBezTo>
                        <a:pt x="24" y="130"/>
                        <a:pt x="24" y="130"/>
                        <a:pt x="24" y="130"/>
                      </a:cubicBezTo>
                      <a:cubicBezTo>
                        <a:pt x="24" y="129"/>
                        <a:pt x="24" y="129"/>
                        <a:pt x="24" y="129"/>
                      </a:cubicBezTo>
                      <a:cubicBezTo>
                        <a:pt x="24" y="129"/>
                        <a:pt x="25" y="129"/>
                        <a:pt x="25" y="129"/>
                      </a:cubicBezTo>
                      <a:cubicBezTo>
                        <a:pt x="25" y="128"/>
                        <a:pt x="25" y="128"/>
                        <a:pt x="25" y="128"/>
                      </a:cubicBezTo>
                      <a:cubicBezTo>
                        <a:pt x="25" y="128"/>
                        <a:pt x="25" y="128"/>
                        <a:pt x="25" y="128"/>
                      </a:cubicBezTo>
                      <a:cubicBezTo>
                        <a:pt x="24" y="128"/>
                        <a:pt x="24" y="128"/>
                        <a:pt x="24" y="128"/>
                      </a:cubicBezTo>
                      <a:close/>
                      <a:moveTo>
                        <a:pt x="15" y="121"/>
                      </a:moveTo>
                      <a:cubicBezTo>
                        <a:pt x="15" y="121"/>
                        <a:pt x="15" y="121"/>
                        <a:pt x="15" y="121"/>
                      </a:cubicBezTo>
                      <a:cubicBezTo>
                        <a:pt x="15" y="121"/>
                        <a:pt x="15" y="121"/>
                        <a:pt x="15" y="121"/>
                      </a:cubicBezTo>
                      <a:cubicBezTo>
                        <a:pt x="16" y="121"/>
                        <a:pt x="16" y="121"/>
                        <a:pt x="16" y="120"/>
                      </a:cubicBezTo>
                      <a:cubicBezTo>
                        <a:pt x="15" y="120"/>
                        <a:pt x="15" y="121"/>
                        <a:pt x="15" y="121"/>
                      </a:cubicBezTo>
                      <a:close/>
                      <a:moveTo>
                        <a:pt x="22" y="131"/>
                      </a:moveTo>
                      <a:cubicBezTo>
                        <a:pt x="21" y="131"/>
                        <a:pt x="21" y="131"/>
                        <a:pt x="21" y="131"/>
                      </a:cubicBezTo>
                      <a:cubicBezTo>
                        <a:pt x="21" y="131"/>
                        <a:pt x="21" y="131"/>
                        <a:pt x="21" y="131"/>
                      </a:cubicBezTo>
                      <a:cubicBezTo>
                        <a:pt x="21" y="131"/>
                        <a:pt x="21" y="131"/>
                        <a:pt x="21" y="131"/>
                      </a:cubicBezTo>
                      <a:cubicBezTo>
                        <a:pt x="21" y="131"/>
                        <a:pt x="21" y="131"/>
                        <a:pt x="21" y="131"/>
                      </a:cubicBezTo>
                      <a:cubicBezTo>
                        <a:pt x="21" y="130"/>
                        <a:pt x="20" y="131"/>
                        <a:pt x="20" y="131"/>
                      </a:cubicBezTo>
                      <a:cubicBezTo>
                        <a:pt x="20" y="131"/>
                        <a:pt x="20" y="131"/>
                        <a:pt x="20" y="131"/>
                      </a:cubicBezTo>
                      <a:cubicBezTo>
                        <a:pt x="20" y="131"/>
                        <a:pt x="20" y="131"/>
                        <a:pt x="20" y="131"/>
                      </a:cubicBezTo>
                      <a:cubicBezTo>
                        <a:pt x="20" y="131"/>
                        <a:pt x="20" y="131"/>
                        <a:pt x="20" y="131"/>
                      </a:cubicBezTo>
                      <a:cubicBezTo>
                        <a:pt x="20" y="132"/>
                        <a:pt x="20" y="132"/>
                        <a:pt x="20" y="132"/>
                      </a:cubicBezTo>
                      <a:cubicBezTo>
                        <a:pt x="20" y="132"/>
                        <a:pt x="20" y="132"/>
                        <a:pt x="20" y="132"/>
                      </a:cubicBezTo>
                      <a:cubicBezTo>
                        <a:pt x="20" y="132"/>
                        <a:pt x="21" y="132"/>
                        <a:pt x="21" y="132"/>
                      </a:cubicBezTo>
                      <a:cubicBezTo>
                        <a:pt x="21" y="132"/>
                        <a:pt x="21" y="132"/>
                        <a:pt x="21" y="132"/>
                      </a:cubicBezTo>
                      <a:cubicBezTo>
                        <a:pt x="22" y="132"/>
                        <a:pt x="22" y="132"/>
                        <a:pt x="22" y="132"/>
                      </a:cubicBezTo>
                      <a:cubicBezTo>
                        <a:pt x="22" y="131"/>
                        <a:pt x="22" y="131"/>
                        <a:pt x="22" y="131"/>
                      </a:cubicBezTo>
                      <a:cubicBezTo>
                        <a:pt x="22" y="131"/>
                        <a:pt x="22" y="131"/>
                        <a:pt x="22" y="131"/>
                      </a:cubicBezTo>
                      <a:close/>
                      <a:moveTo>
                        <a:pt x="46" y="98"/>
                      </a:moveTo>
                      <a:cubicBezTo>
                        <a:pt x="46" y="98"/>
                        <a:pt x="46" y="98"/>
                        <a:pt x="46" y="98"/>
                      </a:cubicBezTo>
                      <a:cubicBezTo>
                        <a:pt x="46" y="98"/>
                        <a:pt x="46" y="98"/>
                        <a:pt x="46" y="98"/>
                      </a:cubicBezTo>
                      <a:cubicBezTo>
                        <a:pt x="46" y="98"/>
                        <a:pt x="46" y="98"/>
                        <a:pt x="46" y="98"/>
                      </a:cubicBezTo>
                      <a:cubicBezTo>
                        <a:pt x="46" y="98"/>
                        <a:pt x="46" y="98"/>
                        <a:pt x="46" y="99"/>
                      </a:cubicBezTo>
                      <a:cubicBezTo>
                        <a:pt x="46" y="99"/>
                        <a:pt x="46" y="99"/>
                        <a:pt x="46" y="99"/>
                      </a:cubicBezTo>
                      <a:cubicBezTo>
                        <a:pt x="46" y="99"/>
                        <a:pt x="46" y="99"/>
                        <a:pt x="46" y="99"/>
                      </a:cubicBezTo>
                      <a:cubicBezTo>
                        <a:pt x="46" y="98"/>
                        <a:pt x="46" y="98"/>
                        <a:pt x="46" y="98"/>
                      </a:cubicBezTo>
                      <a:cubicBezTo>
                        <a:pt x="46" y="98"/>
                        <a:pt x="46" y="98"/>
                        <a:pt x="46" y="98"/>
                      </a:cubicBezTo>
                      <a:cubicBezTo>
                        <a:pt x="46" y="98"/>
                        <a:pt x="47" y="98"/>
                        <a:pt x="47" y="98"/>
                      </a:cubicBezTo>
                      <a:cubicBezTo>
                        <a:pt x="47" y="98"/>
                        <a:pt x="47" y="98"/>
                        <a:pt x="47" y="98"/>
                      </a:cubicBezTo>
                      <a:cubicBezTo>
                        <a:pt x="47" y="98"/>
                        <a:pt x="47" y="98"/>
                        <a:pt x="47" y="98"/>
                      </a:cubicBezTo>
                      <a:cubicBezTo>
                        <a:pt x="47" y="98"/>
                        <a:pt x="47" y="98"/>
                        <a:pt x="47" y="98"/>
                      </a:cubicBezTo>
                      <a:cubicBezTo>
                        <a:pt x="47" y="98"/>
                        <a:pt x="47" y="98"/>
                        <a:pt x="47" y="98"/>
                      </a:cubicBezTo>
                      <a:cubicBezTo>
                        <a:pt x="47" y="98"/>
                        <a:pt x="47" y="98"/>
                        <a:pt x="47" y="98"/>
                      </a:cubicBezTo>
                      <a:cubicBezTo>
                        <a:pt x="47" y="98"/>
                        <a:pt x="47" y="98"/>
                        <a:pt x="47" y="98"/>
                      </a:cubicBezTo>
                      <a:cubicBezTo>
                        <a:pt x="47" y="98"/>
                        <a:pt x="47" y="97"/>
                        <a:pt x="47" y="98"/>
                      </a:cubicBezTo>
                      <a:cubicBezTo>
                        <a:pt x="47" y="98"/>
                        <a:pt x="47" y="98"/>
                        <a:pt x="47" y="98"/>
                      </a:cubicBezTo>
                      <a:cubicBezTo>
                        <a:pt x="47" y="98"/>
                        <a:pt x="46" y="98"/>
                        <a:pt x="46" y="98"/>
                      </a:cubicBezTo>
                      <a:cubicBezTo>
                        <a:pt x="46" y="98"/>
                        <a:pt x="46" y="98"/>
                        <a:pt x="46" y="98"/>
                      </a:cubicBezTo>
                      <a:cubicBezTo>
                        <a:pt x="46" y="98"/>
                        <a:pt x="46" y="98"/>
                        <a:pt x="46" y="98"/>
                      </a:cubicBezTo>
                      <a:cubicBezTo>
                        <a:pt x="46" y="98"/>
                        <a:pt x="46" y="98"/>
                        <a:pt x="46" y="98"/>
                      </a:cubicBezTo>
                      <a:cubicBezTo>
                        <a:pt x="46" y="98"/>
                        <a:pt x="46" y="98"/>
                        <a:pt x="46" y="98"/>
                      </a:cubicBezTo>
                      <a:cubicBezTo>
                        <a:pt x="46" y="98"/>
                        <a:pt x="46" y="98"/>
                        <a:pt x="46" y="98"/>
                      </a:cubicBezTo>
                      <a:cubicBezTo>
                        <a:pt x="46" y="98"/>
                        <a:pt x="46" y="98"/>
                        <a:pt x="46" y="98"/>
                      </a:cubicBezTo>
                      <a:cubicBezTo>
                        <a:pt x="46" y="98"/>
                        <a:pt x="46" y="98"/>
                        <a:pt x="46" y="98"/>
                      </a:cubicBezTo>
                      <a:close/>
                      <a:moveTo>
                        <a:pt x="99" y="55"/>
                      </a:moveTo>
                      <a:cubicBezTo>
                        <a:pt x="99" y="55"/>
                        <a:pt x="99" y="55"/>
                        <a:pt x="99" y="55"/>
                      </a:cubicBezTo>
                      <a:cubicBezTo>
                        <a:pt x="99" y="55"/>
                        <a:pt x="99" y="55"/>
                        <a:pt x="99" y="54"/>
                      </a:cubicBezTo>
                      <a:cubicBezTo>
                        <a:pt x="99" y="54"/>
                        <a:pt x="99" y="54"/>
                        <a:pt x="99" y="54"/>
                      </a:cubicBezTo>
                      <a:cubicBezTo>
                        <a:pt x="99" y="54"/>
                        <a:pt x="99" y="54"/>
                        <a:pt x="99" y="54"/>
                      </a:cubicBezTo>
                      <a:cubicBezTo>
                        <a:pt x="99" y="54"/>
                        <a:pt x="99" y="54"/>
                        <a:pt x="99" y="54"/>
                      </a:cubicBezTo>
                      <a:cubicBezTo>
                        <a:pt x="99" y="54"/>
                        <a:pt x="99" y="54"/>
                        <a:pt x="99" y="54"/>
                      </a:cubicBezTo>
                      <a:cubicBezTo>
                        <a:pt x="99" y="54"/>
                        <a:pt x="99" y="54"/>
                        <a:pt x="99" y="54"/>
                      </a:cubicBezTo>
                      <a:cubicBezTo>
                        <a:pt x="99" y="54"/>
                        <a:pt x="99" y="54"/>
                        <a:pt x="99" y="53"/>
                      </a:cubicBezTo>
                      <a:cubicBezTo>
                        <a:pt x="99" y="53"/>
                        <a:pt x="99" y="53"/>
                        <a:pt x="99" y="53"/>
                      </a:cubicBezTo>
                      <a:cubicBezTo>
                        <a:pt x="99" y="53"/>
                        <a:pt x="99" y="53"/>
                        <a:pt x="99" y="53"/>
                      </a:cubicBezTo>
                      <a:cubicBezTo>
                        <a:pt x="99" y="53"/>
                        <a:pt x="99" y="53"/>
                        <a:pt x="99" y="52"/>
                      </a:cubicBezTo>
                      <a:cubicBezTo>
                        <a:pt x="99" y="52"/>
                        <a:pt x="99" y="52"/>
                        <a:pt x="99" y="52"/>
                      </a:cubicBezTo>
                      <a:cubicBezTo>
                        <a:pt x="99" y="51"/>
                        <a:pt x="99" y="51"/>
                        <a:pt x="99" y="51"/>
                      </a:cubicBezTo>
                      <a:cubicBezTo>
                        <a:pt x="99" y="51"/>
                        <a:pt x="98" y="51"/>
                        <a:pt x="98" y="51"/>
                      </a:cubicBezTo>
                      <a:cubicBezTo>
                        <a:pt x="98" y="51"/>
                        <a:pt x="98" y="51"/>
                        <a:pt x="98" y="51"/>
                      </a:cubicBezTo>
                      <a:cubicBezTo>
                        <a:pt x="98" y="51"/>
                        <a:pt x="98" y="50"/>
                        <a:pt x="98" y="50"/>
                      </a:cubicBezTo>
                      <a:cubicBezTo>
                        <a:pt x="98" y="50"/>
                        <a:pt x="98" y="50"/>
                        <a:pt x="98" y="49"/>
                      </a:cubicBezTo>
                      <a:cubicBezTo>
                        <a:pt x="98" y="49"/>
                        <a:pt x="98" y="49"/>
                        <a:pt x="98" y="49"/>
                      </a:cubicBezTo>
                      <a:cubicBezTo>
                        <a:pt x="98" y="49"/>
                        <a:pt x="98" y="49"/>
                        <a:pt x="98" y="49"/>
                      </a:cubicBezTo>
                      <a:cubicBezTo>
                        <a:pt x="98" y="48"/>
                        <a:pt x="97" y="48"/>
                        <a:pt x="97" y="48"/>
                      </a:cubicBezTo>
                      <a:cubicBezTo>
                        <a:pt x="97" y="48"/>
                        <a:pt x="97" y="47"/>
                        <a:pt x="97" y="47"/>
                      </a:cubicBezTo>
                      <a:cubicBezTo>
                        <a:pt x="97" y="47"/>
                        <a:pt x="97" y="47"/>
                        <a:pt x="97" y="47"/>
                      </a:cubicBezTo>
                      <a:cubicBezTo>
                        <a:pt x="97" y="47"/>
                        <a:pt x="97" y="47"/>
                        <a:pt x="97" y="47"/>
                      </a:cubicBezTo>
                      <a:cubicBezTo>
                        <a:pt x="97" y="47"/>
                        <a:pt x="96" y="46"/>
                        <a:pt x="96" y="46"/>
                      </a:cubicBezTo>
                      <a:cubicBezTo>
                        <a:pt x="96" y="46"/>
                        <a:pt x="96" y="46"/>
                        <a:pt x="96" y="46"/>
                      </a:cubicBezTo>
                      <a:cubicBezTo>
                        <a:pt x="96" y="46"/>
                        <a:pt x="96" y="46"/>
                        <a:pt x="96" y="46"/>
                      </a:cubicBezTo>
                      <a:cubicBezTo>
                        <a:pt x="95" y="46"/>
                        <a:pt x="95" y="45"/>
                        <a:pt x="95" y="45"/>
                      </a:cubicBezTo>
                      <a:cubicBezTo>
                        <a:pt x="95" y="44"/>
                        <a:pt x="95" y="43"/>
                        <a:pt x="95" y="42"/>
                      </a:cubicBezTo>
                      <a:cubicBezTo>
                        <a:pt x="95" y="42"/>
                        <a:pt x="95" y="42"/>
                        <a:pt x="95" y="41"/>
                      </a:cubicBezTo>
                      <a:cubicBezTo>
                        <a:pt x="95" y="41"/>
                        <a:pt x="95" y="40"/>
                        <a:pt x="95" y="39"/>
                      </a:cubicBezTo>
                      <a:cubicBezTo>
                        <a:pt x="95" y="39"/>
                        <a:pt x="95" y="39"/>
                        <a:pt x="95" y="38"/>
                      </a:cubicBezTo>
                      <a:cubicBezTo>
                        <a:pt x="95" y="38"/>
                        <a:pt x="95" y="39"/>
                        <a:pt x="95" y="39"/>
                      </a:cubicBezTo>
                      <a:cubicBezTo>
                        <a:pt x="94" y="39"/>
                        <a:pt x="94" y="39"/>
                        <a:pt x="94" y="39"/>
                      </a:cubicBezTo>
                      <a:cubicBezTo>
                        <a:pt x="93" y="38"/>
                        <a:pt x="93" y="38"/>
                        <a:pt x="92" y="38"/>
                      </a:cubicBezTo>
                      <a:cubicBezTo>
                        <a:pt x="92" y="38"/>
                        <a:pt x="92" y="37"/>
                        <a:pt x="92" y="37"/>
                      </a:cubicBezTo>
                      <a:cubicBezTo>
                        <a:pt x="92" y="37"/>
                        <a:pt x="92" y="37"/>
                        <a:pt x="92" y="37"/>
                      </a:cubicBezTo>
                      <a:cubicBezTo>
                        <a:pt x="92" y="37"/>
                        <a:pt x="92" y="37"/>
                        <a:pt x="92" y="37"/>
                      </a:cubicBezTo>
                      <a:cubicBezTo>
                        <a:pt x="92" y="38"/>
                        <a:pt x="91" y="38"/>
                        <a:pt x="91" y="38"/>
                      </a:cubicBezTo>
                      <a:cubicBezTo>
                        <a:pt x="91" y="38"/>
                        <a:pt x="91" y="38"/>
                        <a:pt x="91" y="39"/>
                      </a:cubicBezTo>
                      <a:cubicBezTo>
                        <a:pt x="91" y="39"/>
                        <a:pt x="91" y="40"/>
                        <a:pt x="91" y="40"/>
                      </a:cubicBezTo>
                      <a:cubicBezTo>
                        <a:pt x="91" y="41"/>
                        <a:pt x="91" y="41"/>
                        <a:pt x="91" y="41"/>
                      </a:cubicBezTo>
                      <a:cubicBezTo>
                        <a:pt x="91" y="41"/>
                        <a:pt x="91" y="41"/>
                        <a:pt x="91" y="41"/>
                      </a:cubicBezTo>
                      <a:cubicBezTo>
                        <a:pt x="92" y="41"/>
                        <a:pt x="92" y="40"/>
                        <a:pt x="92" y="40"/>
                      </a:cubicBezTo>
                      <a:cubicBezTo>
                        <a:pt x="93" y="40"/>
                        <a:pt x="93" y="40"/>
                        <a:pt x="93" y="40"/>
                      </a:cubicBezTo>
                      <a:cubicBezTo>
                        <a:pt x="93" y="40"/>
                        <a:pt x="93" y="40"/>
                        <a:pt x="93" y="40"/>
                      </a:cubicBezTo>
                      <a:cubicBezTo>
                        <a:pt x="94" y="40"/>
                        <a:pt x="94" y="40"/>
                        <a:pt x="94" y="41"/>
                      </a:cubicBezTo>
                      <a:cubicBezTo>
                        <a:pt x="94" y="41"/>
                        <a:pt x="94" y="42"/>
                        <a:pt x="94" y="42"/>
                      </a:cubicBezTo>
                      <a:cubicBezTo>
                        <a:pt x="94" y="42"/>
                        <a:pt x="94" y="43"/>
                        <a:pt x="93" y="43"/>
                      </a:cubicBezTo>
                      <a:cubicBezTo>
                        <a:pt x="93" y="43"/>
                        <a:pt x="93" y="43"/>
                        <a:pt x="93" y="43"/>
                      </a:cubicBezTo>
                      <a:cubicBezTo>
                        <a:pt x="93" y="43"/>
                        <a:pt x="92" y="43"/>
                        <a:pt x="92" y="43"/>
                      </a:cubicBezTo>
                      <a:cubicBezTo>
                        <a:pt x="92" y="43"/>
                        <a:pt x="92" y="43"/>
                        <a:pt x="92" y="43"/>
                      </a:cubicBezTo>
                      <a:cubicBezTo>
                        <a:pt x="92" y="43"/>
                        <a:pt x="92" y="43"/>
                        <a:pt x="92" y="43"/>
                      </a:cubicBezTo>
                      <a:cubicBezTo>
                        <a:pt x="92" y="42"/>
                        <a:pt x="92" y="42"/>
                        <a:pt x="91" y="42"/>
                      </a:cubicBezTo>
                      <a:cubicBezTo>
                        <a:pt x="91" y="42"/>
                        <a:pt x="91" y="42"/>
                        <a:pt x="91" y="43"/>
                      </a:cubicBezTo>
                      <a:cubicBezTo>
                        <a:pt x="91" y="43"/>
                        <a:pt x="91" y="43"/>
                        <a:pt x="91" y="43"/>
                      </a:cubicBezTo>
                      <a:cubicBezTo>
                        <a:pt x="91" y="43"/>
                        <a:pt x="91" y="43"/>
                        <a:pt x="91" y="43"/>
                      </a:cubicBezTo>
                      <a:cubicBezTo>
                        <a:pt x="91" y="44"/>
                        <a:pt x="91" y="44"/>
                        <a:pt x="90" y="44"/>
                      </a:cubicBezTo>
                      <a:cubicBezTo>
                        <a:pt x="90" y="44"/>
                        <a:pt x="90" y="44"/>
                        <a:pt x="90" y="43"/>
                      </a:cubicBezTo>
                      <a:cubicBezTo>
                        <a:pt x="90" y="43"/>
                        <a:pt x="90" y="43"/>
                        <a:pt x="90" y="43"/>
                      </a:cubicBezTo>
                      <a:cubicBezTo>
                        <a:pt x="90" y="42"/>
                        <a:pt x="90" y="42"/>
                        <a:pt x="90" y="41"/>
                      </a:cubicBezTo>
                      <a:cubicBezTo>
                        <a:pt x="90" y="40"/>
                        <a:pt x="90" y="40"/>
                        <a:pt x="90" y="40"/>
                      </a:cubicBezTo>
                      <a:cubicBezTo>
                        <a:pt x="89" y="40"/>
                        <a:pt x="89" y="40"/>
                        <a:pt x="89" y="40"/>
                      </a:cubicBezTo>
                      <a:cubicBezTo>
                        <a:pt x="89" y="41"/>
                        <a:pt x="88" y="40"/>
                        <a:pt x="88" y="40"/>
                      </a:cubicBezTo>
                      <a:cubicBezTo>
                        <a:pt x="88" y="40"/>
                        <a:pt x="88" y="40"/>
                        <a:pt x="88" y="40"/>
                      </a:cubicBezTo>
                      <a:cubicBezTo>
                        <a:pt x="88" y="40"/>
                        <a:pt x="88" y="40"/>
                        <a:pt x="88" y="40"/>
                      </a:cubicBezTo>
                      <a:cubicBezTo>
                        <a:pt x="88" y="40"/>
                        <a:pt x="88" y="40"/>
                        <a:pt x="88" y="40"/>
                      </a:cubicBezTo>
                      <a:cubicBezTo>
                        <a:pt x="88" y="40"/>
                        <a:pt x="88" y="41"/>
                        <a:pt x="87" y="41"/>
                      </a:cubicBezTo>
                      <a:cubicBezTo>
                        <a:pt x="87" y="41"/>
                        <a:pt x="88" y="41"/>
                        <a:pt x="88" y="41"/>
                      </a:cubicBezTo>
                      <a:cubicBezTo>
                        <a:pt x="88" y="42"/>
                        <a:pt x="88" y="42"/>
                        <a:pt x="88" y="42"/>
                      </a:cubicBezTo>
                      <a:cubicBezTo>
                        <a:pt x="88" y="42"/>
                        <a:pt x="88" y="42"/>
                        <a:pt x="88" y="42"/>
                      </a:cubicBezTo>
                      <a:cubicBezTo>
                        <a:pt x="88" y="42"/>
                        <a:pt x="87" y="43"/>
                        <a:pt x="87" y="43"/>
                      </a:cubicBezTo>
                      <a:cubicBezTo>
                        <a:pt x="87" y="44"/>
                        <a:pt x="87" y="44"/>
                        <a:pt x="86" y="44"/>
                      </a:cubicBezTo>
                      <a:cubicBezTo>
                        <a:pt x="86" y="44"/>
                        <a:pt x="86" y="44"/>
                        <a:pt x="86" y="44"/>
                      </a:cubicBezTo>
                      <a:cubicBezTo>
                        <a:pt x="86" y="44"/>
                        <a:pt x="85" y="44"/>
                        <a:pt x="85" y="45"/>
                      </a:cubicBezTo>
                      <a:cubicBezTo>
                        <a:pt x="85" y="45"/>
                        <a:pt x="85" y="45"/>
                        <a:pt x="85" y="45"/>
                      </a:cubicBezTo>
                      <a:cubicBezTo>
                        <a:pt x="84" y="46"/>
                        <a:pt x="84" y="46"/>
                        <a:pt x="85" y="46"/>
                      </a:cubicBezTo>
                      <a:cubicBezTo>
                        <a:pt x="85" y="46"/>
                        <a:pt x="85" y="46"/>
                        <a:pt x="85" y="46"/>
                      </a:cubicBezTo>
                      <a:cubicBezTo>
                        <a:pt x="85" y="47"/>
                        <a:pt x="85" y="47"/>
                        <a:pt x="85" y="47"/>
                      </a:cubicBezTo>
                      <a:cubicBezTo>
                        <a:pt x="85" y="47"/>
                        <a:pt x="85" y="47"/>
                        <a:pt x="85" y="47"/>
                      </a:cubicBezTo>
                      <a:cubicBezTo>
                        <a:pt x="85" y="47"/>
                        <a:pt x="85" y="47"/>
                        <a:pt x="85" y="48"/>
                      </a:cubicBezTo>
                      <a:cubicBezTo>
                        <a:pt x="86" y="48"/>
                        <a:pt x="86" y="48"/>
                        <a:pt x="86" y="48"/>
                      </a:cubicBezTo>
                      <a:cubicBezTo>
                        <a:pt x="85" y="49"/>
                        <a:pt x="85" y="49"/>
                        <a:pt x="85" y="50"/>
                      </a:cubicBezTo>
                      <a:cubicBezTo>
                        <a:pt x="85" y="50"/>
                        <a:pt x="85" y="50"/>
                        <a:pt x="85" y="51"/>
                      </a:cubicBezTo>
                      <a:cubicBezTo>
                        <a:pt x="84" y="51"/>
                        <a:pt x="84" y="51"/>
                        <a:pt x="84" y="51"/>
                      </a:cubicBezTo>
                      <a:cubicBezTo>
                        <a:pt x="83" y="51"/>
                        <a:pt x="83" y="51"/>
                        <a:pt x="83" y="51"/>
                      </a:cubicBezTo>
                      <a:cubicBezTo>
                        <a:pt x="83" y="51"/>
                        <a:pt x="83" y="51"/>
                        <a:pt x="83" y="51"/>
                      </a:cubicBezTo>
                      <a:cubicBezTo>
                        <a:pt x="83" y="51"/>
                        <a:pt x="83" y="52"/>
                        <a:pt x="84" y="52"/>
                      </a:cubicBezTo>
                      <a:cubicBezTo>
                        <a:pt x="84" y="52"/>
                        <a:pt x="84" y="52"/>
                        <a:pt x="84" y="52"/>
                      </a:cubicBezTo>
                      <a:cubicBezTo>
                        <a:pt x="85" y="52"/>
                        <a:pt x="85" y="52"/>
                        <a:pt x="85" y="52"/>
                      </a:cubicBezTo>
                      <a:cubicBezTo>
                        <a:pt x="86" y="53"/>
                        <a:pt x="86" y="53"/>
                        <a:pt x="86" y="53"/>
                      </a:cubicBezTo>
                      <a:cubicBezTo>
                        <a:pt x="86" y="53"/>
                        <a:pt x="86" y="53"/>
                        <a:pt x="86" y="54"/>
                      </a:cubicBezTo>
                      <a:cubicBezTo>
                        <a:pt x="86" y="54"/>
                        <a:pt x="86" y="54"/>
                        <a:pt x="86" y="54"/>
                      </a:cubicBezTo>
                      <a:cubicBezTo>
                        <a:pt x="86" y="54"/>
                        <a:pt x="86" y="54"/>
                        <a:pt x="86" y="54"/>
                      </a:cubicBezTo>
                      <a:cubicBezTo>
                        <a:pt x="86" y="54"/>
                        <a:pt x="86" y="54"/>
                        <a:pt x="86" y="54"/>
                      </a:cubicBezTo>
                      <a:cubicBezTo>
                        <a:pt x="86" y="55"/>
                        <a:pt x="86" y="55"/>
                        <a:pt x="86" y="55"/>
                      </a:cubicBezTo>
                      <a:cubicBezTo>
                        <a:pt x="86" y="56"/>
                        <a:pt x="86" y="56"/>
                        <a:pt x="86" y="56"/>
                      </a:cubicBezTo>
                      <a:cubicBezTo>
                        <a:pt x="86" y="56"/>
                        <a:pt x="86" y="56"/>
                        <a:pt x="86" y="56"/>
                      </a:cubicBezTo>
                      <a:cubicBezTo>
                        <a:pt x="86" y="56"/>
                        <a:pt x="85" y="57"/>
                        <a:pt x="85" y="57"/>
                      </a:cubicBezTo>
                      <a:cubicBezTo>
                        <a:pt x="85" y="57"/>
                        <a:pt x="85" y="57"/>
                        <a:pt x="85" y="57"/>
                      </a:cubicBezTo>
                      <a:cubicBezTo>
                        <a:pt x="85" y="58"/>
                        <a:pt x="85" y="58"/>
                        <a:pt x="85" y="58"/>
                      </a:cubicBezTo>
                      <a:cubicBezTo>
                        <a:pt x="85" y="58"/>
                        <a:pt x="85" y="58"/>
                        <a:pt x="85" y="59"/>
                      </a:cubicBezTo>
                      <a:cubicBezTo>
                        <a:pt x="85" y="59"/>
                        <a:pt x="85" y="59"/>
                        <a:pt x="85" y="59"/>
                      </a:cubicBezTo>
                      <a:cubicBezTo>
                        <a:pt x="85" y="59"/>
                        <a:pt x="84" y="60"/>
                        <a:pt x="84" y="60"/>
                      </a:cubicBezTo>
                      <a:cubicBezTo>
                        <a:pt x="84" y="60"/>
                        <a:pt x="84" y="60"/>
                        <a:pt x="84" y="60"/>
                      </a:cubicBezTo>
                      <a:cubicBezTo>
                        <a:pt x="84" y="60"/>
                        <a:pt x="84" y="60"/>
                        <a:pt x="84" y="61"/>
                      </a:cubicBezTo>
                      <a:cubicBezTo>
                        <a:pt x="84" y="61"/>
                        <a:pt x="84" y="61"/>
                        <a:pt x="84" y="61"/>
                      </a:cubicBezTo>
                      <a:cubicBezTo>
                        <a:pt x="84" y="61"/>
                        <a:pt x="84" y="61"/>
                        <a:pt x="84" y="61"/>
                      </a:cubicBezTo>
                      <a:cubicBezTo>
                        <a:pt x="84" y="61"/>
                        <a:pt x="84" y="62"/>
                        <a:pt x="84" y="62"/>
                      </a:cubicBezTo>
                      <a:cubicBezTo>
                        <a:pt x="84" y="62"/>
                        <a:pt x="83" y="62"/>
                        <a:pt x="83" y="62"/>
                      </a:cubicBezTo>
                      <a:cubicBezTo>
                        <a:pt x="83" y="62"/>
                        <a:pt x="83" y="62"/>
                        <a:pt x="83" y="62"/>
                      </a:cubicBezTo>
                      <a:cubicBezTo>
                        <a:pt x="83" y="62"/>
                        <a:pt x="83" y="62"/>
                        <a:pt x="83" y="63"/>
                      </a:cubicBezTo>
                      <a:cubicBezTo>
                        <a:pt x="83" y="63"/>
                        <a:pt x="83" y="63"/>
                        <a:pt x="83" y="63"/>
                      </a:cubicBezTo>
                      <a:cubicBezTo>
                        <a:pt x="82" y="63"/>
                        <a:pt x="82" y="64"/>
                        <a:pt x="82" y="64"/>
                      </a:cubicBezTo>
                      <a:cubicBezTo>
                        <a:pt x="82" y="64"/>
                        <a:pt x="82" y="64"/>
                        <a:pt x="82" y="64"/>
                      </a:cubicBezTo>
                      <a:cubicBezTo>
                        <a:pt x="82" y="64"/>
                        <a:pt x="82" y="64"/>
                        <a:pt x="82" y="64"/>
                      </a:cubicBezTo>
                      <a:cubicBezTo>
                        <a:pt x="82" y="64"/>
                        <a:pt x="82" y="64"/>
                        <a:pt x="82" y="64"/>
                      </a:cubicBezTo>
                      <a:cubicBezTo>
                        <a:pt x="81" y="65"/>
                        <a:pt x="82" y="66"/>
                        <a:pt x="81" y="67"/>
                      </a:cubicBezTo>
                      <a:cubicBezTo>
                        <a:pt x="81" y="67"/>
                        <a:pt x="81" y="67"/>
                        <a:pt x="81" y="67"/>
                      </a:cubicBezTo>
                      <a:cubicBezTo>
                        <a:pt x="81" y="68"/>
                        <a:pt x="81" y="68"/>
                        <a:pt x="80" y="68"/>
                      </a:cubicBezTo>
                      <a:cubicBezTo>
                        <a:pt x="80" y="69"/>
                        <a:pt x="80" y="69"/>
                        <a:pt x="80" y="69"/>
                      </a:cubicBezTo>
                      <a:cubicBezTo>
                        <a:pt x="80" y="69"/>
                        <a:pt x="80" y="69"/>
                        <a:pt x="79" y="69"/>
                      </a:cubicBezTo>
                      <a:cubicBezTo>
                        <a:pt x="79" y="69"/>
                        <a:pt x="79" y="69"/>
                        <a:pt x="79" y="69"/>
                      </a:cubicBezTo>
                      <a:cubicBezTo>
                        <a:pt x="79" y="69"/>
                        <a:pt x="79" y="69"/>
                        <a:pt x="79" y="69"/>
                      </a:cubicBezTo>
                      <a:cubicBezTo>
                        <a:pt x="78" y="69"/>
                        <a:pt x="78" y="70"/>
                        <a:pt x="78" y="70"/>
                      </a:cubicBezTo>
                      <a:cubicBezTo>
                        <a:pt x="77" y="70"/>
                        <a:pt x="77" y="70"/>
                        <a:pt x="77" y="70"/>
                      </a:cubicBezTo>
                      <a:cubicBezTo>
                        <a:pt x="77" y="71"/>
                        <a:pt x="77" y="72"/>
                        <a:pt x="76" y="73"/>
                      </a:cubicBezTo>
                      <a:cubicBezTo>
                        <a:pt x="76" y="73"/>
                        <a:pt x="76" y="74"/>
                        <a:pt x="76" y="74"/>
                      </a:cubicBezTo>
                      <a:cubicBezTo>
                        <a:pt x="75" y="74"/>
                        <a:pt x="75" y="74"/>
                        <a:pt x="75" y="74"/>
                      </a:cubicBezTo>
                      <a:cubicBezTo>
                        <a:pt x="75" y="74"/>
                        <a:pt x="75" y="74"/>
                        <a:pt x="75" y="74"/>
                      </a:cubicBezTo>
                      <a:cubicBezTo>
                        <a:pt x="75" y="74"/>
                        <a:pt x="75" y="74"/>
                        <a:pt x="75" y="74"/>
                      </a:cubicBezTo>
                      <a:cubicBezTo>
                        <a:pt x="74" y="74"/>
                        <a:pt x="74" y="75"/>
                        <a:pt x="74" y="75"/>
                      </a:cubicBezTo>
                      <a:cubicBezTo>
                        <a:pt x="74" y="76"/>
                        <a:pt x="73" y="76"/>
                        <a:pt x="73" y="76"/>
                      </a:cubicBezTo>
                      <a:cubicBezTo>
                        <a:pt x="73" y="76"/>
                        <a:pt x="73" y="76"/>
                        <a:pt x="73" y="76"/>
                      </a:cubicBezTo>
                      <a:cubicBezTo>
                        <a:pt x="72" y="76"/>
                        <a:pt x="72" y="76"/>
                        <a:pt x="72" y="76"/>
                      </a:cubicBezTo>
                      <a:cubicBezTo>
                        <a:pt x="72" y="76"/>
                        <a:pt x="72" y="76"/>
                        <a:pt x="72" y="76"/>
                      </a:cubicBezTo>
                      <a:cubicBezTo>
                        <a:pt x="72" y="76"/>
                        <a:pt x="72" y="76"/>
                        <a:pt x="72" y="76"/>
                      </a:cubicBezTo>
                      <a:cubicBezTo>
                        <a:pt x="71" y="76"/>
                        <a:pt x="71" y="76"/>
                        <a:pt x="71" y="76"/>
                      </a:cubicBezTo>
                      <a:cubicBezTo>
                        <a:pt x="71" y="77"/>
                        <a:pt x="71" y="77"/>
                        <a:pt x="70" y="77"/>
                      </a:cubicBezTo>
                      <a:cubicBezTo>
                        <a:pt x="70" y="77"/>
                        <a:pt x="70" y="77"/>
                        <a:pt x="69" y="77"/>
                      </a:cubicBezTo>
                      <a:cubicBezTo>
                        <a:pt x="69" y="77"/>
                        <a:pt x="69" y="77"/>
                        <a:pt x="69" y="77"/>
                      </a:cubicBezTo>
                      <a:cubicBezTo>
                        <a:pt x="69" y="77"/>
                        <a:pt x="69" y="77"/>
                        <a:pt x="69" y="77"/>
                      </a:cubicBezTo>
                      <a:cubicBezTo>
                        <a:pt x="68" y="78"/>
                        <a:pt x="68" y="78"/>
                        <a:pt x="68" y="78"/>
                      </a:cubicBezTo>
                      <a:cubicBezTo>
                        <a:pt x="68" y="78"/>
                        <a:pt x="68" y="78"/>
                        <a:pt x="68" y="78"/>
                      </a:cubicBezTo>
                      <a:cubicBezTo>
                        <a:pt x="68" y="78"/>
                        <a:pt x="68" y="79"/>
                        <a:pt x="67" y="79"/>
                      </a:cubicBezTo>
                      <a:cubicBezTo>
                        <a:pt x="66" y="79"/>
                        <a:pt x="65" y="79"/>
                        <a:pt x="65" y="78"/>
                      </a:cubicBezTo>
                      <a:cubicBezTo>
                        <a:pt x="65" y="78"/>
                        <a:pt x="65" y="78"/>
                        <a:pt x="65" y="77"/>
                      </a:cubicBezTo>
                      <a:cubicBezTo>
                        <a:pt x="65" y="77"/>
                        <a:pt x="65" y="77"/>
                        <a:pt x="65" y="77"/>
                      </a:cubicBezTo>
                      <a:cubicBezTo>
                        <a:pt x="65" y="77"/>
                        <a:pt x="65" y="77"/>
                        <a:pt x="65" y="77"/>
                      </a:cubicBezTo>
                      <a:cubicBezTo>
                        <a:pt x="65" y="77"/>
                        <a:pt x="65" y="77"/>
                        <a:pt x="65" y="76"/>
                      </a:cubicBezTo>
                      <a:cubicBezTo>
                        <a:pt x="65" y="76"/>
                        <a:pt x="65" y="76"/>
                        <a:pt x="65" y="76"/>
                      </a:cubicBezTo>
                      <a:cubicBezTo>
                        <a:pt x="65" y="77"/>
                        <a:pt x="65" y="77"/>
                        <a:pt x="65" y="76"/>
                      </a:cubicBezTo>
                      <a:cubicBezTo>
                        <a:pt x="64" y="76"/>
                        <a:pt x="64" y="76"/>
                        <a:pt x="64" y="76"/>
                      </a:cubicBezTo>
                      <a:cubicBezTo>
                        <a:pt x="64" y="76"/>
                        <a:pt x="64" y="77"/>
                        <a:pt x="64" y="76"/>
                      </a:cubicBezTo>
                      <a:cubicBezTo>
                        <a:pt x="64" y="76"/>
                        <a:pt x="64" y="76"/>
                        <a:pt x="64" y="76"/>
                      </a:cubicBezTo>
                      <a:cubicBezTo>
                        <a:pt x="64" y="76"/>
                        <a:pt x="64" y="76"/>
                        <a:pt x="64" y="76"/>
                      </a:cubicBezTo>
                      <a:cubicBezTo>
                        <a:pt x="64" y="76"/>
                        <a:pt x="64" y="76"/>
                        <a:pt x="64" y="75"/>
                      </a:cubicBezTo>
                      <a:cubicBezTo>
                        <a:pt x="64" y="75"/>
                        <a:pt x="65" y="75"/>
                        <a:pt x="65" y="75"/>
                      </a:cubicBezTo>
                      <a:cubicBezTo>
                        <a:pt x="65" y="76"/>
                        <a:pt x="65" y="76"/>
                        <a:pt x="65" y="75"/>
                      </a:cubicBezTo>
                      <a:cubicBezTo>
                        <a:pt x="65" y="75"/>
                        <a:pt x="66" y="75"/>
                        <a:pt x="66" y="75"/>
                      </a:cubicBezTo>
                      <a:cubicBezTo>
                        <a:pt x="66" y="75"/>
                        <a:pt x="66" y="74"/>
                        <a:pt x="66" y="75"/>
                      </a:cubicBezTo>
                      <a:cubicBezTo>
                        <a:pt x="67" y="75"/>
                        <a:pt x="67" y="74"/>
                        <a:pt x="67" y="74"/>
                      </a:cubicBezTo>
                      <a:cubicBezTo>
                        <a:pt x="67" y="74"/>
                        <a:pt x="67" y="73"/>
                        <a:pt x="67" y="73"/>
                      </a:cubicBezTo>
                      <a:cubicBezTo>
                        <a:pt x="67" y="73"/>
                        <a:pt x="67" y="73"/>
                        <a:pt x="67" y="73"/>
                      </a:cubicBezTo>
                      <a:cubicBezTo>
                        <a:pt x="67" y="73"/>
                        <a:pt x="67" y="73"/>
                        <a:pt x="67" y="73"/>
                      </a:cubicBezTo>
                      <a:cubicBezTo>
                        <a:pt x="66" y="73"/>
                        <a:pt x="66" y="73"/>
                        <a:pt x="66" y="73"/>
                      </a:cubicBezTo>
                      <a:cubicBezTo>
                        <a:pt x="65" y="73"/>
                        <a:pt x="65" y="74"/>
                        <a:pt x="64" y="74"/>
                      </a:cubicBezTo>
                      <a:cubicBezTo>
                        <a:pt x="64" y="74"/>
                        <a:pt x="63" y="74"/>
                        <a:pt x="63" y="74"/>
                      </a:cubicBezTo>
                      <a:cubicBezTo>
                        <a:pt x="63" y="75"/>
                        <a:pt x="63" y="75"/>
                        <a:pt x="63" y="75"/>
                      </a:cubicBezTo>
                      <a:cubicBezTo>
                        <a:pt x="63" y="75"/>
                        <a:pt x="63" y="76"/>
                        <a:pt x="63" y="76"/>
                      </a:cubicBezTo>
                      <a:cubicBezTo>
                        <a:pt x="63" y="76"/>
                        <a:pt x="63" y="76"/>
                        <a:pt x="63" y="76"/>
                      </a:cubicBezTo>
                      <a:cubicBezTo>
                        <a:pt x="63" y="76"/>
                        <a:pt x="63" y="77"/>
                        <a:pt x="63" y="77"/>
                      </a:cubicBezTo>
                      <a:cubicBezTo>
                        <a:pt x="64" y="77"/>
                        <a:pt x="63" y="78"/>
                        <a:pt x="63" y="78"/>
                      </a:cubicBezTo>
                      <a:cubicBezTo>
                        <a:pt x="63" y="79"/>
                        <a:pt x="63" y="80"/>
                        <a:pt x="62" y="81"/>
                      </a:cubicBezTo>
                      <a:cubicBezTo>
                        <a:pt x="62" y="81"/>
                        <a:pt x="62" y="81"/>
                        <a:pt x="62" y="81"/>
                      </a:cubicBezTo>
                      <a:cubicBezTo>
                        <a:pt x="62" y="81"/>
                        <a:pt x="62" y="81"/>
                        <a:pt x="62" y="81"/>
                      </a:cubicBezTo>
                      <a:cubicBezTo>
                        <a:pt x="61" y="81"/>
                        <a:pt x="61" y="82"/>
                        <a:pt x="61" y="82"/>
                      </a:cubicBezTo>
                      <a:cubicBezTo>
                        <a:pt x="60" y="82"/>
                        <a:pt x="60" y="83"/>
                        <a:pt x="60" y="83"/>
                      </a:cubicBezTo>
                      <a:cubicBezTo>
                        <a:pt x="60" y="83"/>
                        <a:pt x="60" y="83"/>
                        <a:pt x="60" y="83"/>
                      </a:cubicBezTo>
                      <a:cubicBezTo>
                        <a:pt x="60" y="83"/>
                        <a:pt x="60" y="83"/>
                        <a:pt x="59" y="83"/>
                      </a:cubicBezTo>
                      <a:cubicBezTo>
                        <a:pt x="59" y="83"/>
                        <a:pt x="59" y="84"/>
                        <a:pt x="59" y="84"/>
                      </a:cubicBezTo>
                      <a:cubicBezTo>
                        <a:pt x="59" y="84"/>
                        <a:pt x="59" y="84"/>
                        <a:pt x="59" y="84"/>
                      </a:cubicBezTo>
                      <a:cubicBezTo>
                        <a:pt x="59" y="84"/>
                        <a:pt x="58" y="85"/>
                        <a:pt x="58" y="85"/>
                      </a:cubicBezTo>
                      <a:cubicBezTo>
                        <a:pt x="58" y="85"/>
                        <a:pt x="58" y="86"/>
                        <a:pt x="58" y="86"/>
                      </a:cubicBezTo>
                      <a:cubicBezTo>
                        <a:pt x="58" y="86"/>
                        <a:pt x="58" y="87"/>
                        <a:pt x="58" y="87"/>
                      </a:cubicBezTo>
                      <a:cubicBezTo>
                        <a:pt x="59" y="87"/>
                        <a:pt x="59" y="87"/>
                        <a:pt x="59" y="87"/>
                      </a:cubicBezTo>
                      <a:cubicBezTo>
                        <a:pt x="59" y="87"/>
                        <a:pt x="59" y="87"/>
                        <a:pt x="59" y="87"/>
                      </a:cubicBezTo>
                      <a:cubicBezTo>
                        <a:pt x="59" y="88"/>
                        <a:pt x="59" y="88"/>
                        <a:pt x="59" y="88"/>
                      </a:cubicBezTo>
                      <a:cubicBezTo>
                        <a:pt x="58" y="88"/>
                        <a:pt x="58" y="88"/>
                        <a:pt x="58" y="88"/>
                      </a:cubicBezTo>
                      <a:cubicBezTo>
                        <a:pt x="58" y="88"/>
                        <a:pt x="58" y="88"/>
                        <a:pt x="58" y="88"/>
                      </a:cubicBezTo>
                      <a:cubicBezTo>
                        <a:pt x="58" y="88"/>
                        <a:pt x="58" y="88"/>
                        <a:pt x="58" y="88"/>
                      </a:cubicBezTo>
                      <a:cubicBezTo>
                        <a:pt x="58" y="88"/>
                        <a:pt x="58" y="88"/>
                        <a:pt x="58" y="88"/>
                      </a:cubicBezTo>
                      <a:cubicBezTo>
                        <a:pt x="58" y="88"/>
                        <a:pt x="58" y="88"/>
                        <a:pt x="58" y="89"/>
                      </a:cubicBezTo>
                      <a:cubicBezTo>
                        <a:pt x="58" y="89"/>
                        <a:pt x="58" y="89"/>
                        <a:pt x="57" y="89"/>
                      </a:cubicBezTo>
                      <a:cubicBezTo>
                        <a:pt x="57" y="89"/>
                        <a:pt x="57" y="89"/>
                        <a:pt x="57" y="89"/>
                      </a:cubicBezTo>
                      <a:cubicBezTo>
                        <a:pt x="57" y="89"/>
                        <a:pt x="57" y="89"/>
                        <a:pt x="57" y="89"/>
                      </a:cubicBezTo>
                      <a:cubicBezTo>
                        <a:pt x="57" y="89"/>
                        <a:pt x="57" y="89"/>
                        <a:pt x="57" y="89"/>
                      </a:cubicBezTo>
                      <a:cubicBezTo>
                        <a:pt x="57" y="90"/>
                        <a:pt x="57" y="89"/>
                        <a:pt x="57" y="89"/>
                      </a:cubicBezTo>
                      <a:cubicBezTo>
                        <a:pt x="57" y="89"/>
                        <a:pt x="57" y="89"/>
                        <a:pt x="56" y="89"/>
                      </a:cubicBezTo>
                      <a:cubicBezTo>
                        <a:pt x="56" y="89"/>
                        <a:pt x="56" y="89"/>
                        <a:pt x="56" y="89"/>
                      </a:cubicBezTo>
                      <a:cubicBezTo>
                        <a:pt x="56" y="89"/>
                        <a:pt x="56" y="90"/>
                        <a:pt x="56" y="89"/>
                      </a:cubicBezTo>
                      <a:cubicBezTo>
                        <a:pt x="57" y="89"/>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89"/>
                      </a:cubicBezTo>
                      <a:cubicBezTo>
                        <a:pt x="56" y="89"/>
                        <a:pt x="55" y="90"/>
                        <a:pt x="55" y="90"/>
                      </a:cubicBezTo>
                      <a:cubicBezTo>
                        <a:pt x="55" y="90"/>
                        <a:pt x="55" y="90"/>
                        <a:pt x="55" y="90"/>
                      </a:cubicBezTo>
                      <a:cubicBezTo>
                        <a:pt x="55" y="90"/>
                        <a:pt x="55" y="89"/>
                        <a:pt x="55" y="89"/>
                      </a:cubicBezTo>
                      <a:cubicBezTo>
                        <a:pt x="55" y="89"/>
                        <a:pt x="55" y="89"/>
                        <a:pt x="55" y="89"/>
                      </a:cubicBezTo>
                      <a:cubicBezTo>
                        <a:pt x="55" y="89"/>
                        <a:pt x="54" y="89"/>
                        <a:pt x="54" y="89"/>
                      </a:cubicBezTo>
                      <a:cubicBezTo>
                        <a:pt x="54" y="89"/>
                        <a:pt x="54" y="89"/>
                        <a:pt x="54" y="89"/>
                      </a:cubicBezTo>
                      <a:cubicBezTo>
                        <a:pt x="54" y="89"/>
                        <a:pt x="54" y="89"/>
                        <a:pt x="54" y="89"/>
                      </a:cubicBezTo>
                      <a:cubicBezTo>
                        <a:pt x="54" y="90"/>
                        <a:pt x="54" y="90"/>
                        <a:pt x="54" y="90"/>
                      </a:cubicBezTo>
                      <a:cubicBezTo>
                        <a:pt x="54" y="90"/>
                        <a:pt x="54" y="90"/>
                        <a:pt x="54" y="90"/>
                      </a:cubicBezTo>
                      <a:cubicBezTo>
                        <a:pt x="54" y="90"/>
                        <a:pt x="54" y="90"/>
                        <a:pt x="54" y="90"/>
                      </a:cubicBezTo>
                      <a:cubicBezTo>
                        <a:pt x="54" y="90"/>
                        <a:pt x="54" y="90"/>
                        <a:pt x="54" y="90"/>
                      </a:cubicBezTo>
                      <a:cubicBezTo>
                        <a:pt x="54" y="90"/>
                        <a:pt x="54" y="90"/>
                        <a:pt x="54" y="90"/>
                      </a:cubicBezTo>
                      <a:cubicBezTo>
                        <a:pt x="54" y="90"/>
                        <a:pt x="54" y="90"/>
                        <a:pt x="54" y="90"/>
                      </a:cubicBezTo>
                      <a:cubicBezTo>
                        <a:pt x="54" y="90"/>
                        <a:pt x="54" y="90"/>
                        <a:pt x="54" y="90"/>
                      </a:cubicBezTo>
                      <a:cubicBezTo>
                        <a:pt x="54" y="90"/>
                        <a:pt x="54" y="90"/>
                        <a:pt x="53" y="90"/>
                      </a:cubicBezTo>
                      <a:cubicBezTo>
                        <a:pt x="53" y="90"/>
                        <a:pt x="53" y="89"/>
                        <a:pt x="53" y="89"/>
                      </a:cubicBezTo>
                      <a:cubicBezTo>
                        <a:pt x="53" y="89"/>
                        <a:pt x="53" y="89"/>
                        <a:pt x="53" y="89"/>
                      </a:cubicBezTo>
                      <a:cubicBezTo>
                        <a:pt x="53" y="89"/>
                        <a:pt x="53" y="89"/>
                        <a:pt x="53" y="89"/>
                      </a:cubicBezTo>
                      <a:cubicBezTo>
                        <a:pt x="53" y="89"/>
                        <a:pt x="53" y="89"/>
                        <a:pt x="53" y="89"/>
                      </a:cubicBezTo>
                      <a:cubicBezTo>
                        <a:pt x="53" y="89"/>
                        <a:pt x="53" y="89"/>
                        <a:pt x="53" y="89"/>
                      </a:cubicBezTo>
                      <a:cubicBezTo>
                        <a:pt x="53" y="89"/>
                        <a:pt x="53" y="89"/>
                        <a:pt x="53" y="88"/>
                      </a:cubicBezTo>
                      <a:cubicBezTo>
                        <a:pt x="53" y="88"/>
                        <a:pt x="54" y="88"/>
                        <a:pt x="53" y="88"/>
                      </a:cubicBezTo>
                      <a:cubicBezTo>
                        <a:pt x="53" y="88"/>
                        <a:pt x="53" y="87"/>
                        <a:pt x="53" y="88"/>
                      </a:cubicBezTo>
                      <a:cubicBezTo>
                        <a:pt x="52" y="88"/>
                        <a:pt x="52" y="88"/>
                        <a:pt x="52" y="88"/>
                      </a:cubicBezTo>
                      <a:cubicBezTo>
                        <a:pt x="51" y="88"/>
                        <a:pt x="51" y="89"/>
                        <a:pt x="51" y="88"/>
                      </a:cubicBezTo>
                      <a:cubicBezTo>
                        <a:pt x="51" y="88"/>
                        <a:pt x="51" y="88"/>
                        <a:pt x="50" y="88"/>
                      </a:cubicBezTo>
                      <a:cubicBezTo>
                        <a:pt x="50" y="88"/>
                        <a:pt x="50" y="88"/>
                        <a:pt x="50" y="88"/>
                      </a:cubicBezTo>
                      <a:cubicBezTo>
                        <a:pt x="50" y="88"/>
                        <a:pt x="50" y="88"/>
                        <a:pt x="50" y="88"/>
                      </a:cubicBezTo>
                      <a:cubicBezTo>
                        <a:pt x="50" y="88"/>
                        <a:pt x="49" y="88"/>
                        <a:pt x="49" y="88"/>
                      </a:cubicBezTo>
                      <a:cubicBezTo>
                        <a:pt x="49" y="88"/>
                        <a:pt x="49" y="88"/>
                        <a:pt x="49" y="88"/>
                      </a:cubicBezTo>
                      <a:cubicBezTo>
                        <a:pt x="48" y="88"/>
                        <a:pt x="48" y="88"/>
                        <a:pt x="48" y="89"/>
                      </a:cubicBezTo>
                      <a:cubicBezTo>
                        <a:pt x="48" y="89"/>
                        <a:pt x="47" y="89"/>
                        <a:pt x="47" y="89"/>
                      </a:cubicBezTo>
                      <a:cubicBezTo>
                        <a:pt x="47" y="89"/>
                        <a:pt x="47" y="89"/>
                        <a:pt x="47" y="89"/>
                      </a:cubicBezTo>
                      <a:cubicBezTo>
                        <a:pt x="47" y="89"/>
                        <a:pt x="47" y="89"/>
                        <a:pt x="47" y="89"/>
                      </a:cubicBezTo>
                      <a:cubicBezTo>
                        <a:pt x="47" y="89"/>
                        <a:pt x="46" y="89"/>
                        <a:pt x="46" y="89"/>
                      </a:cubicBezTo>
                      <a:cubicBezTo>
                        <a:pt x="46" y="89"/>
                        <a:pt x="46" y="89"/>
                        <a:pt x="46" y="89"/>
                      </a:cubicBezTo>
                      <a:cubicBezTo>
                        <a:pt x="46" y="89"/>
                        <a:pt x="46" y="89"/>
                        <a:pt x="45" y="90"/>
                      </a:cubicBezTo>
                      <a:cubicBezTo>
                        <a:pt x="45" y="90"/>
                        <a:pt x="45" y="89"/>
                        <a:pt x="44" y="89"/>
                      </a:cubicBezTo>
                      <a:cubicBezTo>
                        <a:pt x="44" y="90"/>
                        <a:pt x="44" y="90"/>
                        <a:pt x="43" y="90"/>
                      </a:cubicBezTo>
                      <a:cubicBezTo>
                        <a:pt x="43" y="90"/>
                        <a:pt x="42" y="90"/>
                        <a:pt x="42" y="90"/>
                      </a:cubicBezTo>
                      <a:cubicBezTo>
                        <a:pt x="42" y="89"/>
                        <a:pt x="41" y="90"/>
                        <a:pt x="41" y="90"/>
                      </a:cubicBezTo>
                      <a:cubicBezTo>
                        <a:pt x="40" y="90"/>
                        <a:pt x="40" y="90"/>
                        <a:pt x="40" y="90"/>
                      </a:cubicBezTo>
                      <a:cubicBezTo>
                        <a:pt x="40" y="90"/>
                        <a:pt x="40" y="90"/>
                        <a:pt x="40" y="89"/>
                      </a:cubicBezTo>
                      <a:cubicBezTo>
                        <a:pt x="39" y="89"/>
                        <a:pt x="40" y="89"/>
                        <a:pt x="40" y="89"/>
                      </a:cubicBezTo>
                      <a:cubicBezTo>
                        <a:pt x="40" y="89"/>
                        <a:pt x="40" y="89"/>
                        <a:pt x="40" y="89"/>
                      </a:cubicBezTo>
                      <a:cubicBezTo>
                        <a:pt x="40" y="89"/>
                        <a:pt x="40" y="89"/>
                        <a:pt x="40" y="89"/>
                      </a:cubicBezTo>
                      <a:cubicBezTo>
                        <a:pt x="39" y="89"/>
                        <a:pt x="39" y="89"/>
                        <a:pt x="38" y="89"/>
                      </a:cubicBezTo>
                      <a:cubicBezTo>
                        <a:pt x="38" y="89"/>
                        <a:pt x="38" y="89"/>
                        <a:pt x="38" y="89"/>
                      </a:cubicBezTo>
                      <a:cubicBezTo>
                        <a:pt x="38" y="89"/>
                        <a:pt x="38" y="89"/>
                        <a:pt x="38" y="89"/>
                      </a:cubicBezTo>
                      <a:cubicBezTo>
                        <a:pt x="37" y="90"/>
                        <a:pt x="37" y="90"/>
                        <a:pt x="37" y="90"/>
                      </a:cubicBezTo>
                      <a:cubicBezTo>
                        <a:pt x="37" y="90"/>
                        <a:pt x="36" y="90"/>
                        <a:pt x="36" y="90"/>
                      </a:cubicBezTo>
                      <a:cubicBezTo>
                        <a:pt x="36" y="90"/>
                        <a:pt x="36" y="90"/>
                        <a:pt x="36" y="90"/>
                      </a:cubicBezTo>
                      <a:cubicBezTo>
                        <a:pt x="36" y="90"/>
                        <a:pt x="35" y="90"/>
                        <a:pt x="35" y="90"/>
                      </a:cubicBezTo>
                      <a:cubicBezTo>
                        <a:pt x="35" y="90"/>
                        <a:pt x="35" y="90"/>
                        <a:pt x="35" y="90"/>
                      </a:cubicBezTo>
                      <a:cubicBezTo>
                        <a:pt x="36" y="91"/>
                        <a:pt x="36" y="91"/>
                        <a:pt x="36" y="91"/>
                      </a:cubicBezTo>
                      <a:cubicBezTo>
                        <a:pt x="35" y="91"/>
                        <a:pt x="35" y="92"/>
                        <a:pt x="34" y="92"/>
                      </a:cubicBezTo>
                      <a:cubicBezTo>
                        <a:pt x="34" y="92"/>
                        <a:pt x="34" y="92"/>
                        <a:pt x="34" y="92"/>
                      </a:cubicBezTo>
                      <a:cubicBezTo>
                        <a:pt x="34" y="92"/>
                        <a:pt x="34" y="92"/>
                        <a:pt x="34" y="93"/>
                      </a:cubicBezTo>
                      <a:cubicBezTo>
                        <a:pt x="34" y="93"/>
                        <a:pt x="33" y="93"/>
                        <a:pt x="33" y="93"/>
                      </a:cubicBezTo>
                      <a:cubicBezTo>
                        <a:pt x="33" y="93"/>
                        <a:pt x="33"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1" y="95"/>
                      </a:cubicBezTo>
                      <a:cubicBezTo>
                        <a:pt x="31" y="95"/>
                        <a:pt x="31" y="95"/>
                        <a:pt x="31" y="95"/>
                      </a:cubicBezTo>
                      <a:cubicBezTo>
                        <a:pt x="31" y="95"/>
                        <a:pt x="31" y="95"/>
                        <a:pt x="31" y="95"/>
                      </a:cubicBezTo>
                      <a:cubicBezTo>
                        <a:pt x="30" y="96"/>
                        <a:pt x="30" y="96"/>
                        <a:pt x="30" y="96"/>
                      </a:cubicBezTo>
                      <a:cubicBezTo>
                        <a:pt x="30" y="96"/>
                        <a:pt x="29" y="96"/>
                        <a:pt x="29" y="97"/>
                      </a:cubicBezTo>
                      <a:cubicBezTo>
                        <a:pt x="29" y="97"/>
                        <a:pt x="29" y="97"/>
                        <a:pt x="29" y="97"/>
                      </a:cubicBezTo>
                      <a:cubicBezTo>
                        <a:pt x="29" y="97"/>
                        <a:pt x="29" y="97"/>
                        <a:pt x="28" y="97"/>
                      </a:cubicBezTo>
                      <a:cubicBezTo>
                        <a:pt x="28" y="97"/>
                        <a:pt x="28" y="97"/>
                        <a:pt x="28" y="97"/>
                      </a:cubicBezTo>
                      <a:cubicBezTo>
                        <a:pt x="28" y="97"/>
                        <a:pt x="28" y="98"/>
                        <a:pt x="27" y="98"/>
                      </a:cubicBezTo>
                      <a:cubicBezTo>
                        <a:pt x="27" y="98"/>
                        <a:pt x="27" y="98"/>
                        <a:pt x="27" y="98"/>
                      </a:cubicBezTo>
                      <a:cubicBezTo>
                        <a:pt x="27" y="98"/>
                        <a:pt x="27" y="99"/>
                        <a:pt x="27" y="99"/>
                      </a:cubicBezTo>
                      <a:cubicBezTo>
                        <a:pt x="26" y="99"/>
                        <a:pt x="26" y="99"/>
                        <a:pt x="26" y="99"/>
                      </a:cubicBezTo>
                      <a:cubicBezTo>
                        <a:pt x="26" y="99"/>
                        <a:pt x="26" y="99"/>
                        <a:pt x="26" y="99"/>
                      </a:cubicBezTo>
                      <a:cubicBezTo>
                        <a:pt x="26" y="99"/>
                        <a:pt x="26" y="99"/>
                        <a:pt x="26" y="99"/>
                      </a:cubicBezTo>
                      <a:cubicBezTo>
                        <a:pt x="26" y="99"/>
                        <a:pt x="25" y="98"/>
                        <a:pt x="25" y="99"/>
                      </a:cubicBezTo>
                      <a:cubicBezTo>
                        <a:pt x="25" y="99"/>
                        <a:pt x="25" y="99"/>
                        <a:pt x="25" y="99"/>
                      </a:cubicBezTo>
                      <a:cubicBezTo>
                        <a:pt x="25" y="98"/>
                        <a:pt x="25" y="99"/>
                        <a:pt x="24" y="99"/>
                      </a:cubicBezTo>
                      <a:cubicBezTo>
                        <a:pt x="24" y="99"/>
                        <a:pt x="24" y="98"/>
                        <a:pt x="24" y="99"/>
                      </a:cubicBezTo>
                      <a:cubicBezTo>
                        <a:pt x="24" y="99"/>
                        <a:pt x="24" y="99"/>
                        <a:pt x="24" y="99"/>
                      </a:cubicBezTo>
                      <a:cubicBezTo>
                        <a:pt x="25" y="99"/>
                        <a:pt x="24" y="99"/>
                        <a:pt x="24" y="99"/>
                      </a:cubicBezTo>
                      <a:cubicBezTo>
                        <a:pt x="24" y="99"/>
                        <a:pt x="24" y="99"/>
                        <a:pt x="24" y="99"/>
                      </a:cubicBezTo>
                      <a:cubicBezTo>
                        <a:pt x="23" y="99"/>
                        <a:pt x="24" y="99"/>
                        <a:pt x="24" y="100"/>
                      </a:cubicBezTo>
                      <a:cubicBezTo>
                        <a:pt x="23" y="100"/>
                        <a:pt x="23" y="100"/>
                        <a:pt x="23" y="100"/>
                      </a:cubicBezTo>
                      <a:cubicBezTo>
                        <a:pt x="23" y="100"/>
                        <a:pt x="23" y="100"/>
                        <a:pt x="23" y="100"/>
                      </a:cubicBezTo>
                      <a:cubicBezTo>
                        <a:pt x="24" y="100"/>
                        <a:pt x="24" y="101"/>
                        <a:pt x="23" y="101"/>
                      </a:cubicBezTo>
                      <a:cubicBezTo>
                        <a:pt x="23" y="101"/>
                        <a:pt x="23" y="101"/>
                        <a:pt x="23" y="101"/>
                      </a:cubicBezTo>
                      <a:cubicBezTo>
                        <a:pt x="24" y="102"/>
                        <a:pt x="24" y="102"/>
                        <a:pt x="24" y="102"/>
                      </a:cubicBezTo>
                      <a:cubicBezTo>
                        <a:pt x="24" y="102"/>
                        <a:pt x="24" y="102"/>
                        <a:pt x="23" y="103"/>
                      </a:cubicBezTo>
                      <a:cubicBezTo>
                        <a:pt x="23" y="103"/>
                        <a:pt x="23" y="103"/>
                        <a:pt x="24" y="103"/>
                      </a:cubicBezTo>
                      <a:cubicBezTo>
                        <a:pt x="24" y="103"/>
                        <a:pt x="24" y="103"/>
                        <a:pt x="24" y="103"/>
                      </a:cubicBezTo>
                      <a:cubicBezTo>
                        <a:pt x="24" y="103"/>
                        <a:pt x="24" y="103"/>
                        <a:pt x="24" y="103"/>
                      </a:cubicBezTo>
                      <a:cubicBezTo>
                        <a:pt x="24" y="103"/>
                        <a:pt x="24" y="103"/>
                        <a:pt x="24" y="103"/>
                      </a:cubicBezTo>
                      <a:cubicBezTo>
                        <a:pt x="24" y="102"/>
                        <a:pt x="24" y="102"/>
                        <a:pt x="24" y="102"/>
                      </a:cubicBezTo>
                      <a:cubicBezTo>
                        <a:pt x="24" y="102"/>
                        <a:pt x="24" y="102"/>
                        <a:pt x="24" y="102"/>
                      </a:cubicBezTo>
                      <a:cubicBezTo>
                        <a:pt x="24" y="102"/>
                        <a:pt x="24" y="102"/>
                        <a:pt x="24" y="102"/>
                      </a:cubicBezTo>
                      <a:cubicBezTo>
                        <a:pt x="24" y="102"/>
                        <a:pt x="25" y="102"/>
                        <a:pt x="25" y="102"/>
                      </a:cubicBezTo>
                      <a:cubicBezTo>
                        <a:pt x="25" y="102"/>
                        <a:pt x="25" y="102"/>
                        <a:pt x="25" y="102"/>
                      </a:cubicBezTo>
                      <a:cubicBezTo>
                        <a:pt x="25" y="102"/>
                        <a:pt x="25" y="102"/>
                        <a:pt x="25" y="102"/>
                      </a:cubicBezTo>
                      <a:cubicBezTo>
                        <a:pt x="25" y="102"/>
                        <a:pt x="25" y="102"/>
                        <a:pt x="25" y="102"/>
                      </a:cubicBezTo>
                      <a:cubicBezTo>
                        <a:pt x="25" y="102"/>
                        <a:pt x="25" y="103"/>
                        <a:pt x="26" y="102"/>
                      </a:cubicBezTo>
                      <a:cubicBezTo>
                        <a:pt x="26" y="103"/>
                        <a:pt x="26" y="103"/>
                        <a:pt x="26" y="102"/>
                      </a:cubicBezTo>
                      <a:cubicBezTo>
                        <a:pt x="27" y="102"/>
                        <a:pt x="27" y="102"/>
                        <a:pt x="27" y="102"/>
                      </a:cubicBezTo>
                      <a:cubicBezTo>
                        <a:pt x="27" y="102"/>
                        <a:pt x="27" y="102"/>
                        <a:pt x="27" y="102"/>
                      </a:cubicBezTo>
                      <a:cubicBezTo>
                        <a:pt x="27" y="102"/>
                        <a:pt x="27" y="102"/>
                        <a:pt x="27" y="102"/>
                      </a:cubicBezTo>
                      <a:cubicBezTo>
                        <a:pt x="27" y="102"/>
                        <a:pt x="28" y="102"/>
                        <a:pt x="28" y="102"/>
                      </a:cubicBezTo>
                      <a:cubicBezTo>
                        <a:pt x="28" y="102"/>
                        <a:pt x="28" y="102"/>
                        <a:pt x="28" y="102"/>
                      </a:cubicBezTo>
                      <a:cubicBezTo>
                        <a:pt x="28" y="102"/>
                        <a:pt x="28" y="102"/>
                        <a:pt x="28" y="102"/>
                      </a:cubicBezTo>
                      <a:cubicBezTo>
                        <a:pt x="29" y="102"/>
                        <a:pt x="29" y="102"/>
                        <a:pt x="29" y="102"/>
                      </a:cubicBezTo>
                      <a:cubicBezTo>
                        <a:pt x="29" y="102"/>
                        <a:pt x="29" y="101"/>
                        <a:pt x="30" y="102"/>
                      </a:cubicBezTo>
                      <a:cubicBezTo>
                        <a:pt x="30" y="102"/>
                        <a:pt x="30" y="102"/>
                        <a:pt x="30" y="102"/>
                      </a:cubicBezTo>
                      <a:cubicBezTo>
                        <a:pt x="29" y="102"/>
                        <a:pt x="29" y="102"/>
                        <a:pt x="30" y="102"/>
                      </a:cubicBezTo>
                      <a:cubicBezTo>
                        <a:pt x="30" y="102"/>
                        <a:pt x="30" y="102"/>
                        <a:pt x="30" y="102"/>
                      </a:cubicBezTo>
                      <a:cubicBezTo>
                        <a:pt x="30" y="102"/>
                        <a:pt x="30" y="102"/>
                        <a:pt x="30" y="102"/>
                      </a:cubicBezTo>
                      <a:cubicBezTo>
                        <a:pt x="31" y="102"/>
                        <a:pt x="31" y="103"/>
                        <a:pt x="31" y="103"/>
                      </a:cubicBezTo>
                      <a:cubicBezTo>
                        <a:pt x="32" y="103"/>
                        <a:pt x="32" y="103"/>
                        <a:pt x="32" y="103"/>
                      </a:cubicBezTo>
                      <a:cubicBezTo>
                        <a:pt x="32" y="103"/>
                        <a:pt x="32" y="103"/>
                        <a:pt x="32" y="103"/>
                      </a:cubicBezTo>
                      <a:cubicBezTo>
                        <a:pt x="32" y="103"/>
                        <a:pt x="32" y="103"/>
                        <a:pt x="32" y="102"/>
                      </a:cubicBezTo>
                      <a:cubicBezTo>
                        <a:pt x="32" y="102"/>
                        <a:pt x="32" y="102"/>
                        <a:pt x="32" y="102"/>
                      </a:cubicBezTo>
                      <a:cubicBezTo>
                        <a:pt x="32" y="101"/>
                        <a:pt x="32" y="101"/>
                        <a:pt x="33" y="101"/>
                      </a:cubicBezTo>
                      <a:cubicBezTo>
                        <a:pt x="33" y="101"/>
                        <a:pt x="33" y="101"/>
                        <a:pt x="33" y="101"/>
                      </a:cubicBezTo>
                      <a:cubicBezTo>
                        <a:pt x="33" y="101"/>
                        <a:pt x="33" y="101"/>
                        <a:pt x="33" y="100"/>
                      </a:cubicBezTo>
                      <a:cubicBezTo>
                        <a:pt x="33" y="100"/>
                        <a:pt x="33" y="100"/>
                        <a:pt x="33" y="100"/>
                      </a:cubicBezTo>
                      <a:cubicBezTo>
                        <a:pt x="33" y="100"/>
                        <a:pt x="33" y="100"/>
                        <a:pt x="33" y="100"/>
                      </a:cubicBezTo>
                      <a:cubicBezTo>
                        <a:pt x="33" y="100"/>
                        <a:pt x="33" y="100"/>
                        <a:pt x="33" y="100"/>
                      </a:cubicBezTo>
                      <a:cubicBezTo>
                        <a:pt x="33" y="100"/>
                        <a:pt x="33" y="100"/>
                        <a:pt x="33" y="100"/>
                      </a:cubicBezTo>
                      <a:cubicBezTo>
                        <a:pt x="33" y="100"/>
                        <a:pt x="33" y="100"/>
                        <a:pt x="33" y="100"/>
                      </a:cubicBezTo>
                      <a:cubicBezTo>
                        <a:pt x="33" y="100"/>
                        <a:pt x="33" y="100"/>
                        <a:pt x="33" y="99"/>
                      </a:cubicBezTo>
                      <a:cubicBezTo>
                        <a:pt x="33" y="99"/>
                        <a:pt x="33" y="99"/>
                        <a:pt x="34" y="99"/>
                      </a:cubicBezTo>
                      <a:cubicBezTo>
                        <a:pt x="34" y="99"/>
                        <a:pt x="34" y="99"/>
                        <a:pt x="34" y="99"/>
                      </a:cubicBezTo>
                      <a:cubicBezTo>
                        <a:pt x="34" y="99"/>
                        <a:pt x="34" y="99"/>
                        <a:pt x="34" y="100"/>
                      </a:cubicBezTo>
                      <a:cubicBezTo>
                        <a:pt x="34" y="100"/>
                        <a:pt x="34" y="100"/>
                        <a:pt x="34" y="100"/>
                      </a:cubicBezTo>
                      <a:cubicBezTo>
                        <a:pt x="34" y="100"/>
                        <a:pt x="34" y="100"/>
                        <a:pt x="34" y="100"/>
                      </a:cubicBezTo>
                      <a:cubicBezTo>
                        <a:pt x="34" y="100"/>
                        <a:pt x="34" y="100"/>
                        <a:pt x="34" y="100"/>
                      </a:cubicBezTo>
                      <a:cubicBezTo>
                        <a:pt x="34" y="100"/>
                        <a:pt x="34" y="100"/>
                        <a:pt x="34" y="100"/>
                      </a:cubicBezTo>
                      <a:cubicBezTo>
                        <a:pt x="34" y="100"/>
                        <a:pt x="34" y="100"/>
                        <a:pt x="35" y="100"/>
                      </a:cubicBezTo>
                      <a:cubicBezTo>
                        <a:pt x="35" y="100"/>
                        <a:pt x="35" y="100"/>
                        <a:pt x="35" y="100"/>
                      </a:cubicBezTo>
                      <a:cubicBezTo>
                        <a:pt x="35" y="101"/>
                        <a:pt x="34" y="101"/>
                        <a:pt x="34" y="101"/>
                      </a:cubicBezTo>
                      <a:cubicBezTo>
                        <a:pt x="34" y="101"/>
                        <a:pt x="34" y="101"/>
                        <a:pt x="34" y="101"/>
                      </a:cubicBezTo>
                      <a:cubicBezTo>
                        <a:pt x="34" y="101"/>
                        <a:pt x="34" y="101"/>
                        <a:pt x="34" y="101"/>
                      </a:cubicBezTo>
                      <a:cubicBezTo>
                        <a:pt x="34" y="101"/>
                        <a:pt x="35" y="101"/>
                        <a:pt x="35" y="101"/>
                      </a:cubicBezTo>
                      <a:cubicBezTo>
                        <a:pt x="35" y="101"/>
                        <a:pt x="35" y="101"/>
                        <a:pt x="35" y="101"/>
                      </a:cubicBezTo>
                      <a:cubicBezTo>
                        <a:pt x="35" y="101"/>
                        <a:pt x="35" y="100"/>
                        <a:pt x="35" y="100"/>
                      </a:cubicBezTo>
                      <a:cubicBezTo>
                        <a:pt x="35" y="100"/>
                        <a:pt x="35" y="100"/>
                        <a:pt x="35" y="100"/>
                      </a:cubicBezTo>
                      <a:cubicBezTo>
                        <a:pt x="35" y="100"/>
                        <a:pt x="35" y="100"/>
                        <a:pt x="35" y="100"/>
                      </a:cubicBezTo>
                      <a:cubicBezTo>
                        <a:pt x="35" y="101"/>
                        <a:pt x="36" y="101"/>
                        <a:pt x="36" y="101"/>
                      </a:cubicBezTo>
                      <a:cubicBezTo>
                        <a:pt x="36" y="101"/>
                        <a:pt x="36" y="101"/>
                        <a:pt x="36" y="101"/>
                      </a:cubicBezTo>
                      <a:cubicBezTo>
                        <a:pt x="36" y="101"/>
                        <a:pt x="36" y="101"/>
                        <a:pt x="36" y="101"/>
                      </a:cubicBezTo>
                      <a:cubicBezTo>
                        <a:pt x="36" y="101"/>
                        <a:pt x="36" y="101"/>
                        <a:pt x="36" y="101"/>
                      </a:cubicBezTo>
                      <a:cubicBezTo>
                        <a:pt x="36" y="100"/>
                        <a:pt x="36" y="101"/>
                        <a:pt x="36" y="100"/>
                      </a:cubicBezTo>
                      <a:cubicBezTo>
                        <a:pt x="36" y="100"/>
                        <a:pt x="36" y="100"/>
                        <a:pt x="36" y="100"/>
                      </a:cubicBezTo>
                      <a:cubicBezTo>
                        <a:pt x="36" y="100"/>
                        <a:pt x="36" y="100"/>
                        <a:pt x="36" y="100"/>
                      </a:cubicBezTo>
                      <a:cubicBezTo>
                        <a:pt x="36" y="100"/>
                        <a:pt x="36" y="100"/>
                        <a:pt x="36" y="100"/>
                      </a:cubicBezTo>
                      <a:cubicBezTo>
                        <a:pt x="36" y="100"/>
                        <a:pt x="36" y="100"/>
                        <a:pt x="36" y="100"/>
                      </a:cubicBezTo>
                      <a:cubicBezTo>
                        <a:pt x="36" y="100"/>
                        <a:pt x="37" y="99"/>
                        <a:pt x="37" y="100"/>
                      </a:cubicBezTo>
                      <a:cubicBezTo>
                        <a:pt x="37" y="100"/>
                        <a:pt x="37" y="100"/>
                        <a:pt x="37" y="99"/>
                      </a:cubicBezTo>
                      <a:cubicBezTo>
                        <a:pt x="37" y="99"/>
                        <a:pt x="37" y="99"/>
                        <a:pt x="38" y="99"/>
                      </a:cubicBezTo>
                      <a:cubicBezTo>
                        <a:pt x="38" y="99"/>
                        <a:pt x="38" y="99"/>
                        <a:pt x="38" y="99"/>
                      </a:cubicBezTo>
                      <a:cubicBezTo>
                        <a:pt x="38" y="99"/>
                        <a:pt x="38" y="99"/>
                        <a:pt x="38" y="99"/>
                      </a:cubicBezTo>
                      <a:cubicBezTo>
                        <a:pt x="38" y="99"/>
                        <a:pt x="38" y="99"/>
                        <a:pt x="38" y="99"/>
                      </a:cubicBezTo>
                      <a:cubicBezTo>
                        <a:pt x="39" y="99"/>
                        <a:pt x="39" y="99"/>
                        <a:pt x="39" y="99"/>
                      </a:cubicBezTo>
                      <a:cubicBezTo>
                        <a:pt x="39" y="99"/>
                        <a:pt x="39" y="99"/>
                        <a:pt x="39" y="99"/>
                      </a:cubicBezTo>
                      <a:cubicBezTo>
                        <a:pt x="39" y="99"/>
                        <a:pt x="39" y="99"/>
                        <a:pt x="39" y="99"/>
                      </a:cubicBezTo>
                      <a:cubicBezTo>
                        <a:pt x="39" y="99"/>
                        <a:pt x="39" y="99"/>
                        <a:pt x="39" y="99"/>
                      </a:cubicBezTo>
                      <a:cubicBezTo>
                        <a:pt x="39" y="99"/>
                        <a:pt x="39" y="99"/>
                        <a:pt x="39" y="99"/>
                      </a:cubicBezTo>
                      <a:cubicBezTo>
                        <a:pt x="40" y="99"/>
                        <a:pt x="40" y="99"/>
                        <a:pt x="40" y="99"/>
                      </a:cubicBezTo>
                      <a:cubicBezTo>
                        <a:pt x="40" y="99"/>
                        <a:pt x="40" y="99"/>
                        <a:pt x="40" y="99"/>
                      </a:cubicBezTo>
                      <a:cubicBezTo>
                        <a:pt x="40" y="99"/>
                        <a:pt x="40" y="99"/>
                        <a:pt x="40" y="99"/>
                      </a:cubicBezTo>
                      <a:cubicBezTo>
                        <a:pt x="40" y="99"/>
                        <a:pt x="40" y="99"/>
                        <a:pt x="40" y="99"/>
                      </a:cubicBezTo>
                      <a:cubicBezTo>
                        <a:pt x="40" y="99"/>
                        <a:pt x="40" y="99"/>
                        <a:pt x="40" y="99"/>
                      </a:cubicBezTo>
                      <a:cubicBezTo>
                        <a:pt x="40" y="99"/>
                        <a:pt x="40" y="99"/>
                        <a:pt x="40" y="99"/>
                      </a:cubicBezTo>
                      <a:cubicBezTo>
                        <a:pt x="40" y="99"/>
                        <a:pt x="40" y="99"/>
                        <a:pt x="40" y="99"/>
                      </a:cubicBezTo>
                      <a:cubicBezTo>
                        <a:pt x="40" y="99"/>
                        <a:pt x="40" y="99"/>
                        <a:pt x="40" y="99"/>
                      </a:cubicBezTo>
                      <a:cubicBezTo>
                        <a:pt x="40" y="98"/>
                        <a:pt x="40" y="98"/>
                        <a:pt x="40" y="98"/>
                      </a:cubicBezTo>
                      <a:cubicBezTo>
                        <a:pt x="40"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2" y="98"/>
                      </a:cubicBezTo>
                      <a:cubicBezTo>
                        <a:pt x="42" y="98"/>
                        <a:pt x="42" y="98"/>
                        <a:pt x="42" y="98"/>
                      </a:cubicBezTo>
                      <a:cubicBezTo>
                        <a:pt x="42" y="98"/>
                        <a:pt x="42" y="98"/>
                        <a:pt x="42" y="98"/>
                      </a:cubicBezTo>
                      <a:cubicBezTo>
                        <a:pt x="42" y="98"/>
                        <a:pt x="42" y="98"/>
                        <a:pt x="42" y="98"/>
                      </a:cubicBezTo>
                      <a:cubicBezTo>
                        <a:pt x="42" y="98"/>
                        <a:pt x="42" y="98"/>
                        <a:pt x="43" y="98"/>
                      </a:cubicBezTo>
                      <a:cubicBezTo>
                        <a:pt x="43" y="98"/>
                        <a:pt x="43" y="98"/>
                        <a:pt x="43" y="98"/>
                      </a:cubicBezTo>
                      <a:cubicBezTo>
                        <a:pt x="43" y="98"/>
                        <a:pt x="43" y="98"/>
                        <a:pt x="43" y="98"/>
                      </a:cubicBezTo>
                      <a:cubicBezTo>
                        <a:pt x="43" y="98"/>
                        <a:pt x="43" y="98"/>
                        <a:pt x="43" y="98"/>
                      </a:cubicBezTo>
                      <a:cubicBezTo>
                        <a:pt x="43" y="98"/>
                        <a:pt x="44" y="98"/>
                        <a:pt x="44" y="98"/>
                      </a:cubicBezTo>
                      <a:cubicBezTo>
                        <a:pt x="44" y="98"/>
                        <a:pt x="44" y="98"/>
                        <a:pt x="44" y="98"/>
                      </a:cubicBezTo>
                      <a:cubicBezTo>
                        <a:pt x="44" y="98"/>
                        <a:pt x="44" y="98"/>
                        <a:pt x="44" y="98"/>
                      </a:cubicBezTo>
                      <a:cubicBezTo>
                        <a:pt x="44" y="98"/>
                        <a:pt x="44" y="98"/>
                        <a:pt x="44" y="98"/>
                      </a:cubicBezTo>
                      <a:cubicBezTo>
                        <a:pt x="44" y="98"/>
                        <a:pt x="44" y="98"/>
                        <a:pt x="45" y="98"/>
                      </a:cubicBezTo>
                      <a:cubicBezTo>
                        <a:pt x="45" y="98"/>
                        <a:pt x="45" y="97"/>
                        <a:pt x="45" y="97"/>
                      </a:cubicBezTo>
                      <a:cubicBezTo>
                        <a:pt x="45" y="97"/>
                        <a:pt x="44" y="97"/>
                        <a:pt x="44" y="97"/>
                      </a:cubicBezTo>
                      <a:cubicBezTo>
                        <a:pt x="44" y="97"/>
                        <a:pt x="44" y="97"/>
                        <a:pt x="44" y="97"/>
                      </a:cubicBezTo>
                      <a:cubicBezTo>
                        <a:pt x="44" y="97"/>
                        <a:pt x="44" y="97"/>
                        <a:pt x="44" y="97"/>
                      </a:cubicBezTo>
                      <a:cubicBezTo>
                        <a:pt x="44" y="97"/>
                        <a:pt x="44" y="97"/>
                        <a:pt x="44" y="97"/>
                      </a:cubicBezTo>
                      <a:cubicBezTo>
                        <a:pt x="44" y="97"/>
                        <a:pt x="44" y="97"/>
                        <a:pt x="45" y="97"/>
                      </a:cubicBezTo>
                      <a:cubicBezTo>
                        <a:pt x="45" y="97"/>
                        <a:pt x="45" y="97"/>
                        <a:pt x="45" y="97"/>
                      </a:cubicBezTo>
                      <a:cubicBezTo>
                        <a:pt x="45" y="97"/>
                        <a:pt x="45" y="97"/>
                        <a:pt x="45" y="97"/>
                      </a:cubicBezTo>
                      <a:cubicBezTo>
                        <a:pt x="45" y="97"/>
                        <a:pt x="45" y="97"/>
                        <a:pt x="46" y="97"/>
                      </a:cubicBezTo>
                      <a:cubicBezTo>
                        <a:pt x="46" y="97"/>
                        <a:pt x="46" y="97"/>
                        <a:pt x="46" y="97"/>
                      </a:cubicBezTo>
                      <a:cubicBezTo>
                        <a:pt x="46" y="97"/>
                        <a:pt x="46" y="97"/>
                        <a:pt x="46" y="96"/>
                      </a:cubicBezTo>
                      <a:cubicBezTo>
                        <a:pt x="46" y="96"/>
                        <a:pt x="46" y="96"/>
                        <a:pt x="46" y="96"/>
                      </a:cubicBezTo>
                      <a:cubicBezTo>
                        <a:pt x="46" y="96"/>
                        <a:pt x="46" y="96"/>
                        <a:pt x="46" y="96"/>
                      </a:cubicBezTo>
                      <a:cubicBezTo>
                        <a:pt x="46" y="96"/>
                        <a:pt x="46" y="96"/>
                        <a:pt x="46" y="96"/>
                      </a:cubicBezTo>
                      <a:cubicBezTo>
                        <a:pt x="46" y="96"/>
                        <a:pt x="46" y="96"/>
                        <a:pt x="47" y="96"/>
                      </a:cubicBezTo>
                      <a:cubicBezTo>
                        <a:pt x="47" y="96"/>
                        <a:pt x="47" y="96"/>
                        <a:pt x="47" y="96"/>
                      </a:cubicBezTo>
                      <a:cubicBezTo>
                        <a:pt x="47" y="96"/>
                        <a:pt x="47" y="96"/>
                        <a:pt x="47" y="96"/>
                      </a:cubicBezTo>
                      <a:cubicBezTo>
                        <a:pt x="47" y="96"/>
                        <a:pt x="47" y="96"/>
                        <a:pt x="47" y="96"/>
                      </a:cubicBezTo>
                      <a:cubicBezTo>
                        <a:pt x="47" y="96"/>
                        <a:pt x="47" y="96"/>
                        <a:pt x="47" y="96"/>
                      </a:cubicBezTo>
                      <a:cubicBezTo>
                        <a:pt x="47" y="96"/>
                        <a:pt x="47" y="96"/>
                        <a:pt x="47" y="96"/>
                      </a:cubicBezTo>
                      <a:cubicBezTo>
                        <a:pt x="48" y="96"/>
                        <a:pt x="48" y="96"/>
                        <a:pt x="48" y="96"/>
                      </a:cubicBezTo>
                      <a:cubicBezTo>
                        <a:pt x="48" y="96"/>
                        <a:pt x="48" y="96"/>
                        <a:pt x="48" y="96"/>
                      </a:cubicBezTo>
                      <a:cubicBezTo>
                        <a:pt x="48" y="96"/>
                        <a:pt x="48" y="96"/>
                        <a:pt x="48" y="96"/>
                      </a:cubicBezTo>
                      <a:cubicBezTo>
                        <a:pt x="48" y="96"/>
                        <a:pt x="49" y="96"/>
                        <a:pt x="49" y="96"/>
                      </a:cubicBezTo>
                      <a:cubicBezTo>
                        <a:pt x="49" y="96"/>
                        <a:pt x="49" y="96"/>
                        <a:pt x="49" y="96"/>
                      </a:cubicBezTo>
                      <a:cubicBezTo>
                        <a:pt x="49" y="96"/>
                        <a:pt x="49" y="96"/>
                        <a:pt x="49" y="96"/>
                      </a:cubicBezTo>
                      <a:cubicBezTo>
                        <a:pt x="49" y="96"/>
                        <a:pt x="49" y="96"/>
                        <a:pt x="49" y="96"/>
                      </a:cubicBezTo>
                      <a:cubicBezTo>
                        <a:pt x="49" y="96"/>
                        <a:pt x="50" y="96"/>
                        <a:pt x="50" y="96"/>
                      </a:cubicBezTo>
                      <a:cubicBezTo>
                        <a:pt x="50" y="96"/>
                        <a:pt x="50" y="96"/>
                        <a:pt x="50" y="96"/>
                      </a:cubicBezTo>
                      <a:cubicBezTo>
                        <a:pt x="50" y="96"/>
                        <a:pt x="50" y="96"/>
                        <a:pt x="50" y="96"/>
                      </a:cubicBezTo>
                      <a:cubicBezTo>
                        <a:pt x="51" y="96"/>
                        <a:pt x="51" y="96"/>
                        <a:pt x="51" y="97"/>
                      </a:cubicBezTo>
                      <a:cubicBezTo>
                        <a:pt x="51" y="97"/>
                        <a:pt x="51" y="97"/>
                        <a:pt x="51" y="97"/>
                      </a:cubicBezTo>
                      <a:cubicBezTo>
                        <a:pt x="51" y="97"/>
                        <a:pt x="52" y="97"/>
                        <a:pt x="52" y="97"/>
                      </a:cubicBezTo>
                      <a:cubicBezTo>
                        <a:pt x="52" y="97"/>
                        <a:pt x="52" y="97"/>
                        <a:pt x="52" y="97"/>
                      </a:cubicBezTo>
                      <a:cubicBezTo>
                        <a:pt x="52" y="97"/>
                        <a:pt x="52" y="97"/>
                        <a:pt x="52" y="97"/>
                      </a:cubicBezTo>
                      <a:cubicBezTo>
                        <a:pt x="52" y="97"/>
                        <a:pt x="53" y="97"/>
                        <a:pt x="53" y="96"/>
                      </a:cubicBezTo>
                      <a:cubicBezTo>
                        <a:pt x="54" y="96"/>
                        <a:pt x="54" y="96"/>
                        <a:pt x="54" y="97"/>
                      </a:cubicBezTo>
                      <a:cubicBezTo>
                        <a:pt x="54" y="97"/>
                        <a:pt x="54" y="97"/>
                        <a:pt x="54" y="97"/>
                      </a:cubicBezTo>
                      <a:cubicBezTo>
                        <a:pt x="54" y="97"/>
                        <a:pt x="54" y="97"/>
                        <a:pt x="54" y="97"/>
                      </a:cubicBezTo>
                      <a:cubicBezTo>
                        <a:pt x="54" y="98"/>
                        <a:pt x="54" y="98"/>
                        <a:pt x="54" y="98"/>
                      </a:cubicBezTo>
                      <a:cubicBezTo>
                        <a:pt x="53" y="98"/>
                        <a:pt x="53" y="99"/>
                        <a:pt x="53" y="98"/>
                      </a:cubicBezTo>
                      <a:cubicBezTo>
                        <a:pt x="53" y="98"/>
                        <a:pt x="53" y="98"/>
                        <a:pt x="53" y="98"/>
                      </a:cubicBezTo>
                      <a:cubicBezTo>
                        <a:pt x="53" y="98"/>
                        <a:pt x="53" y="98"/>
                        <a:pt x="53" y="99"/>
                      </a:cubicBezTo>
                      <a:cubicBezTo>
                        <a:pt x="53" y="99"/>
                        <a:pt x="53" y="99"/>
                        <a:pt x="53" y="99"/>
                      </a:cubicBezTo>
                      <a:cubicBezTo>
                        <a:pt x="53" y="99"/>
                        <a:pt x="53" y="99"/>
                        <a:pt x="53" y="99"/>
                      </a:cubicBezTo>
                      <a:cubicBezTo>
                        <a:pt x="53" y="99"/>
                        <a:pt x="53" y="99"/>
                        <a:pt x="53" y="99"/>
                      </a:cubicBezTo>
                      <a:cubicBezTo>
                        <a:pt x="53" y="99"/>
                        <a:pt x="53" y="99"/>
                        <a:pt x="53" y="99"/>
                      </a:cubicBezTo>
                      <a:cubicBezTo>
                        <a:pt x="53" y="99"/>
                        <a:pt x="53" y="99"/>
                        <a:pt x="53" y="99"/>
                      </a:cubicBezTo>
                      <a:cubicBezTo>
                        <a:pt x="53" y="99"/>
                        <a:pt x="53" y="99"/>
                        <a:pt x="53" y="99"/>
                      </a:cubicBezTo>
                      <a:cubicBezTo>
                        <a:pt x="53" y="99"/>
                        <a:pt x="53" y="99"/>
                        <a:pt x="53" y="99"/>
                      </a:cubicBezTo>
                      <a:cubicBezTo>
                        <a:pt x="52" y="99"/>
                        <a:pt x="52" y="99"/>
                        <a:pt x="52" y="99"/>
                      </a:cubicBezTo>
                      <a:cubicBezTo>
                        <a:pt x="52" y="99"/>
                        <a:pt x="52" y="99"/>
                        <a:pt x="52" y="100"/>
                      </a:cubicBezTo>
                      <a:cubicBezTo>
                        <a:pt x="52" y="100"/>
                        <a:pt x="52" y="100"/>
                        <a:pt x="52" y="100"/>
                      </a:cubicBezTo>
                      <a:cubicBezTo>
                        <a:pt x="52" y="100"/>
                        <a:pt x="52" y="100"/>
                        <a:pt x="52" y="100"/>
                      </a:cubicBezTo>
                      <a:cubicBezTo>
                        <a:pt x="52" y="100"/>
                        <a:pt x="52" y="100"/>
                        <a:pt x="52" y="100"/>
                      </a:cubicBezTo>
                      <a:cubicBezTo>
                        <a:pt x="52" y="100"/>
                        <a:pt x="52" y="100"/>
                        <a:pt x="52" y="100"/>
                      </a:cubicBezTo>
                      <a:cubicBezTo>
                        <a:pt x="52" y="100"/>
                        <a:pt x="52" y="100"/>
                        <a:pt x="52" y="101"/>
                      </a:cubicBezTo>
                      <a:cubicBezTo>
                        <a:pt x="53" y="101"/>
                        <a:pt x="53" y="101"/>
                        <a:pt x="52" y="101"/>
                      </a:cubicBezTo>
                      <a:cubicBezTo>
                        <a:pt x="52" y="101"/>
                        <a:pt x="52" y="101"/>
                        <a:pt x="52" y="102"/>
                      </a:cubicBezTo>
                      <a:cubicBezTo>
                        <a:pt x="52" y="102"/>
                        <a:pt x="53" y="102"/>
                        <a:pt x="52" y="102"/>
                      </a:cubicBezTo>
                      <a:cubicBezTo>
                        <a:pt x="52" y="102"/>
                        <a:pt x="52" y="102"/>
                        <a:pt x="52" y="102"/>
                      </a:cubicBezTo>
                      <a:cubicBezTo>
                        <a:pt x="52" y="103"/>
                        <a:pt x="52" y="103"/>
                        <a:pt x="52" y="103"/>
                      </a:cubicBezTo>
                      <a:cubicBezTo>
                        <a:pt x="52" y="103"/>
                        <a:pt x="52" y="103"/>
                        <a:pt x="52" y="103"/>
                      </a:cubicBezTo>
                      <a:cubicBezTo>
                        <a:pt x="52" y="103"/>
                        <a:pt x="53" y="104"/>
                        <a:pt x="53" y="104"/>
                      </a:cubicBezTo>
                      <a:cubicBezTo>
                        <a:pt x="53" y="104"/>
                        <a:pt x="53" y="104"/>
                        <a:pt x="53" y="104"/>
                      </a:cubicBezTo>
                      <a:cubicBezTo>
                        <a:pt x="53" y="104"/>
                        <a:pt x="53" y="104"/>
                        <a:pt x="53" y="104"/>
                      </a:cubicBezTo>
                      <a:cubicBezTo>
                        <a:pt x="53" y="104"/>
                        <a:pt x="53" y="104"/>
                        <a:pt x="53" y="104"/>
                      </a:cubicBezTo>
                      <a:cubicBezTo>
                        <a:pt x="53" y="104"/>
                        <a:pt x="53" y="104"/>
                        <a:pt x="54" y="104"/>
                      </a:cubicBezTo>
                      <a:cubicBezTo>
                        <a:pt x="54" y="104"/>
                        <a:pt x="54" y="104"/>
                        <a:pt x="54" y="104"/>
                      </a:cubicBezTo>
                      <a:cubicBezTo>
                        <a:pt x="54" y="104"/>
                        <a:pt x="54" y="104"/>
                        <a:pt x="54" y="105"/>
                      </a:cubicBezTo>
                      <a:cubicBezTo>
                        <a:pt x="54" y="105"/>
                        <a:pt x="54" y="105"/>
                        <a:pt x="54" y="105"/>
                      </a:cubicBezTo>
                      <a:cubicBezTo>
                        <a:pt x="54" y="105"/>
                        <a:pt x="54" y="105"/>
                        <a:pt x="54" y="105"/>
                      </a:cubicBezTo>
                      <a:cubicBezTo>
                        <a:pt x="54" y="105"/>
                        <a:pt x="54" y="105"/>
                        <a:pt x="54" y="105"/>
                      </a:cubicBezTo>
                      <a:cubicBezTo>
                        <a:pt x="54" y="105"/>
                        <a:pt x="54" y="105"/>
                        <a:pt x="54" y="105"/>
                      </a:cubicBezTo>
                      <a:cubicBezTo>
                        <a:pt x="54" y="105"/>
                        <a:pt x="54" y="106"/>
                        <a:pt x="55" y="106"/>
                      </a:cubicBezTo>
                      <a:cubicBezTo>
                        <a:pt x="55" y="106"/>
                        <a:pt x="55" y="106"/>
                        <a:pt x="55" y="106"/>
                      </a:cubicBezTo>
                      <a:cubicBezTo>
                        <a:pt x="55" y="106"/>
                        <a:pt x="55" y="106"/>
                        <a:pt x="55" y="106"/>
                      </a:cubicBezTo>
                      <a:cubicBezTo>
                        <a:pt x="56" y="106"/>
                        <a:pt x="56" y="106"/>
                        <a:pt x="57" y="107"/>
                      </a:cubicBezTo>
                      <a:cubicBezTo>
                        <a:pt x="57" y="107"/>
                        <a:pt x="57" y="107"/>
                        <a:pt x="57" y="107"/>
                      </a:cubicBezTo>
                      <a:cubicBezTo>
                        <a:pt x="57" y="107"/>
                        <a:pt x="57" y="107"/>
                        <a:pt x="57" y="106"/>
                      </a:cubicBezTo>
                      <a:cubicBezTo>
                        <a:pt x="57" y="106"/>
                        <a:pt x="57" y="106"/>
                        <a:pt x="57" y="106"/>
                      </a:cubicBezTo>
                      <a:cubicBezTo>
                        <a:pt x="57" y="106"/>
                        <a:pt x="57" y="106"/>
                        <a:pt x="57" y="106"/>
                      </a:cubicBezTo>
                      <a:cubicBezTo>
                        <a:pt x="57" y="106"/>
                        <a:pt x="58" y="106"/>
                        <a:pt x="58" y="105"/>
                      </a:cubicBezTo>
                      <a:cubicBezTo>
                        <a:pt x="58" y="105"/>
                        <a:pt x="58" y="105"/>
                        <a:pt x="58" y="104"/>
                      </a:cubicBezTo>
                      <a:cubicBezTo>
                        <a:pt x="58" y="104"/>
                        <a:pt x="58" y="104"/>
                        <a:pt x="58" y="104"/>
                      </a:cubicBezTo>
                      <a:cubicBezTo>
                        <a:pt x="58" y="104"/>
                        <a:pt x="58" y="104"/>
                        <a:pt x="58" y="104"/>
                      </a:cubicBezTo>
                      <a:cubicBezTo>
                        <a:pt x="58" y="104"/>
                        <a:pt x="58" y="104"/>
                        <a:pt x="58" y="104"/>
                      </a:cubicBezTo>
                      <a:cubicBezTo>
                        <a:pt x="59" y="104"/>
                        <a:pt x="59" y="103"/>
                        <a:pt x="59" y="103"/>
                      </a:cubicBezTo>
                      <a:cubicBezTo>
                        <a:pt x="59" y="103"/>
                        <a:pt x="59" y="103"/>
                        <a:pt x="60" y="103"/>
                      </a:cubicBezTo>
                      <a:cubicBezTo>
                        <a:pt x="60" y="103"/>
                        <a:pt x="60" y="103"/>
                        <a:pt x="60" y="102"/>
                      </a:cubicBezTo>
                      <a:cubicBezTo>
                        <a:pt x="60" y="102"/>
                        <a:pt x="60" y="102"/>
                        <a:pt x="60" y="102"/>
                      </a:cubicBezTo>
                      <a:cubicBezTo>
                        <a:pt x="60" y="102"/>
                        <a:pt x="60" y="102"/>
                        <a:pt x="60" y="102"/>
                      </a:cubicBezTo>
                      <a:cubicBezTo>
                        <a:pt x="60" y="102"/>
                        <a:pt x="60" y="102"/>
                        <a:pt x="60" y="102"/>
                      </a:cubicBezTo>
                      <a:cubicBezTo>
                        <a:pt x="60" y="102"/>
                        <a:pt x="60" y="102"/>
                        <a:pt x="60" y="101"/>
                      </a:cubicBezTo>
                      <a:cubicBezTo>
                        <a:pt x="60" y="101"/>
                        <a:pt x="60" y="101"/>
                        <a:pt x="60" y="101"/>
                      </a:cubicBezTo>
                      <a:cubicBezTo>
                        <a:pt x="60" y="101"/>
                        <a:pt x="60" y="101"/>
                        <a:pt x="60" y="101"/>
                      </a:cubicBezTo>
                      <a:cubicBezTo>
                        <a:pt x="60" y="101"/>
                        <a:pt x="60" y="101"/>
                        <a:pt x="60" y="101"/>
                      </a:cubicBezTo>
                      <a:cubicBezTo>
                        <a:pt x="60" y="101"/>
                        <a:pt x="60" y="101"/>
                        <a:pt x="60" y="100"/>
                      </a:cubicBezTo>
                      <a:cubicBezTo>
                        <a:pt x="61" y="101"/>
                        <a:pt x="61" y="101"/>
                        <a:pt x="61" y="101"/>
                      </a:cubicBezTo>
                      <a:cubicBezTo>
                        <a:pt x="61" y="101"/>
                        <a:pt x="61" y="101"/>
                        <a:pt x="61" y="100"/>
                      </a:cubicBezTo>
                      <a:cubicBezTo>
                        <a:pt x="61" y="100"/>
                        <a:pt x="62" y="100"/>
                        <a:pt x="62" y="100"/>
                      </a:cubicBezTo>
                      <a:cubicBezTo>
                        <a:pt x="62" y="100"/>
                        <a:pt x="62" y="100"/>
                        <a:pt x="62" y="100"/>
                      </a:cubicBezTo>
                      <a:cubicBezTo>
                        <a:pt x="63" y="100"/>
                        <a:pt x="63" y="100"/>
                        <a:pt x="63" y="99"/>
                      </a:cubicBezTo>
                      <a:cubicBezTo>
                        <a:pt x="63" y="99"/>
                        <a:pt x="63" y="99"/>
                        <a:pt x="63" y="100"/>
                      </a:cubicBezTo>
                      <a:cubicBezTo>
                        <a:pt x="63" y="100"/>
                        <a:pt x="63" y="100"/>
                        <a:pt x="63" y="100"/>
                      </a:cubicBezTo>
                      <a:cubicBezTo>
                        <a:pt x="63" y="100"/>
                        <a:pt x="63" y="100"/>
                        <a:pt x="64" y="100"/>
                      </a:cubicBezTo>
                      <a:cubicBezTo>
                        <a:pt x="64" y="100"/>
                        <a:pt x="64" y="100"/>
                        <a:pt x="64" y="100"/>
                      </a:cubicBezTo>
                      <a:cubicBezTo>
                        <a:pt x="64" y="100"/>
                        <a:pt x="64" y="100"/>
                        <a:pt x="64" y="100"/>
                      </a:cubicBezTo>
                      <a:cubicBezTo>
                        <a:pt x="64" y="100"/>
                        <a:pt x="64" y="100"/>
                        <a:pt x="63" y="100"/>
                      </a:cubicBezTo>
                      <a:cubicBezTo>
                        <a:pt x="64" y="100"/>
                        <a:pt x="64" y="100"/>
                        <a:pt x="64" y="100"/>
                      </a:cubicBezTo>
                      <a:cubicBezTo>
                        <a:pt x="64" y="100"/>
                        <a:pt x="64" y="100"/>
                        <a:pt x="64" y="99"/>
                      </a:cubicBezTo>
                      <a:cubicBezTo>
                        <a:pt x="64" y="99"/>
                        <a:pt x="64" y="99"/>
                        <a:pt x="64" y="99"/>
                      </a:cubicBezTo>
                      <a:cubicBezTo>
                        <a:pt x="64" y="99"/>
                        <a:pt x="65" y="99"/>
                        <a:pt x="64" y="98"/>
                      </a:cubicBezTo>
                      <a:cubicBezTo>
                        <a:pt x="64" y="98"/>
                        <a:pt x="64" y="98"/>
                        <a:pt x="64" y="98"/>
                      </a:cubicBezTo>
                      <a:cubicBezTo>
                        <a:pt x="64" y="98"/>
                        <a:pt x="64" y="98"/>
                        <a:pt x="64" y="98"/>
                      </a:cubicBezTo>
                      <a:cubicBezTo>
                        <a:pt x="64" y="98"/>
                        <a:pt x="64" y="98"/>
                        <a:pt x="64" y="98"/>
                      </a:cubicBezTo>
                      <a:cubicBezTo>
                        <a:pt x="64" y="98"/>
                        <a:pt x="64" y="98"/>
                        <a:pt x="64" y="98"/>
                      </a:cubicBezTo>
                      <a:cubicBezTo>
                        <a:pt x="64" y="98"/>
                        <a:pt x="63" y="98"/>
                        <a:pt x="63" y="98"/>
                      </a:cubicBezTo>
                      <a:cubicBezTo>
                        <a:pt x="63" y="98"/>
                        <a:pt x="62" y="97"/>
                        <a:pt x="62" y="97"/>
                      </a:cubicBezTo>
                      <a:cubicBezTo>
                        <a:pt x="62" y="97"/>
                        <a:pt x="62" y="97"/>
                        <a:pt x="62" y="96"/>
                      </a:cubicBezTo>
                      <a:cubicBezTo>
                        <a:pt x="62" y="96"/>
                        <a:pt x="62" y="95"/>
                        <a:pt x="63" y="94"/>
                      </a:cubicBezTo>
                      <a:cubicBezTo>
                        <a:pt x="63" y="94"/>
                        <a:pt x="63" y="94"/>
                        <a:pt x="63" y="94"/>
                      </a:cubicBezTo>
                      <a:cubicBezTo>
                        <a:pt x="63" y="94"/>
                        <a:pt x="63" y="94"/>
                        <a:pt x="63" y="94"/>
                      </a:cubicBezTo>
                      <a:cubicBezTo>
                        <a:pt x="63" y="94"/>
                        <a:pt x="63" y="94"/>
                        <a:pt x="63" y="94"/>
                      </a:cubicBezTo>
                      <a:cubicBezTo>
                        <a:pt x="63" y="94"/>
                        <a:pt x="63" y="94"/>
                        <a:pt x="63" y="94"/>
                      </a:cubicBezTo>
                      <a:cubicBezTo>
                        <a:pt x="64" y="94"/>
                        <a:pt x="64" y="94"/>
                        <a:pt x="64" y="94"/>
                      </a:cubicBezTo>
                      <a:cubicBezTo>
                        <a:pt x="64" y="94"/>
                        <a:pt x="64" y="94"/>
                        <a:pt x="64" y="95"/>
                      </a:cubicBezTo>
                      <a:cubicBezTo>
                        <a:pt x="64" y="95"/>
                        <a:pt x="64" y="95"/>
                        <a:pt x="64" y="95"/>
                      </a:cubicBezTo>
                      <a:cubicBezTo>
                        <a:pt x="64" y="95"/>
                        <a:pt x="64" y="95"/>
                        <a:pt x="64" y="95"/>
                      </a:cubicBezTo>
                      <a:cubicBezTo>
                        <a:pt x="64" y="95"/>
                        <a:pt x="64" y="95"/>
                        <a:pt x="64" y="95"/>
                      </a:cubicBezTo>
                      <a:cubicBezTo>
                        <a:pt x="64" y="96"/>
                        <a:pt x="64" y="96"/>
                        <a:pt x="64" y="96"/>
                      </a:cubicBezTo>
                      <a:cubicBezTo>
                        <a:pt x="65" y="96"/>
                        <a:pt x="65" y="96"/>
                        <a:pt x="65" y="96"/>
                      </a:cubicBezTo>
                      <a:cubicBezTo>
                        <a:pt x="65" y="96"/>
                        <a:pt x="65" y="96"/>
                        <a:pt x="65" y="96"/>
                      </a:cubicBezTo>
                      <a:cubicBezTo>
                        <a:pt x="64" y="96"/>
                        <a:pt x="64" y="95"/>
                        <a:pt x="64" y="95"/>
                      </a:cubicBezTo>
                      <a:cubicBezTo>
                        <a:pt x="64" y="95"/>
                        <a:pt x="65" y="95"/>
                        <a:pt x="65" y="95"/>
                      </a:cubicBezTo>
                      <a:cubicBezTo>
                        <a:pt x="65" y="95"/>
                        <a:pt x="65" y="95"/>
                        <a:pt x="65" y="95"/>
                      </a:cubicBezTo>
                      <a:cubicBezTo>
                        <a:pt x="65" y="95"/>
                        <a:pt x="65" y="96"/>
                        <a:pt x="65" y="96"/>
                      </a:cubicBezTo>
                      <a:cubicBezTo>
                        <a:pt x="65" y="96"/>
                        <a:pt x="65" y="96"/>
                        <a:pt x="65" y="96"/>
                      </a:cubicBezTo>
                      <a:cubicBezTo>
                        <a:pt x="66" y="96"/>
                        <a:pt x="66" y="96"/>
                        <a:pt x="66" y="96"/>
                      </a:cubicBezTo>
                      <a:cubicBezTo>
                        <a:pt x="66" y="96"/>
                        <a:pt x="66" y="96"/>
                        <a:pt x="66" y="96"/>
                      </a:cubicBezTo>
                      <a:cubicBezTo>
                        <a:pt x="66" y="96"/>
                        <a:pt x="66" y="95"/>
                        <a:pt x="66" y="95"/>
                      </a:cubicBezTo>
                      <a:cubicBezTo>
                        <a:pt x="66" y="95"/>
                        <a:pt x="67" y="96"/>
                        <a:pt x="67" y="96"/>
                      </a:cubicBezTo>
                      <a:cubicBezTo>
                        <a:pt x="67" y="95"/>
                        <a:pt x="67" y="96"/>
                        <a:pt x="67" y="96"/>
                      </a:cubicBezTo>
                      <a:cubicBezTo>
                        <a:pt x="67" y="96"/>
                        <a:pt x="67" y="96"/>
                        <a:pt x="67" y="96"/>
                      </a:cubicBezTo>
                      <a:cubicBezTo>
                        <a:pt x="67" y="96"/>
                        <a:pt x="67" y="96"/>
                        <a:pt x="67" y="96"/>
                      </a:cubicBezTo>
                      <a:cubicBezTo>
                        <a:pt x="67" y="96"/>
                        <a:pt x="67" y="96"/>
                        <a:pt x="67" y="96"/>
                      </a:cubicBezTo>
                      <a:cubicBezTo>
                        <a:pt x="67" y="96"/>
                        <a:pt x="67" y="97"/>
                        <a:pt x="67" y="96"/>
                      </a:cubicBezTo>
                      <a:cubicBezTo>
                        <a:pt x="67" y="96"/>
                        <a:pt x="67" y="96"/>
                        <a:pt x="67" y="96"/>
                      </a:cubicBezTo>
                      <a:cubicBezTo>
                        <a:pt x="67" y="97"/>
                        <a:pt x="66" y="97"/>
                        <a:pt x="66" y="97"/>
                      </a:cubicBezTo>
                      <a:cubicBezTo>
                        <a:pt x="66" y="97"/>
                        <a:pt x="66" y="97"/>
                        <a:pt x="66" y="97"/>
                      </a:cubicBezTo>
                      <a:cubicBezTo>
                        <a:pt x="65" y="97"/>
                        <a:pt x="65" y="97"/>
                        <a:pt x="65" y="97"/>
                      </a:cubicBezTo>
                      <a:cubicBezTo>
                        <a:pt x="65" y="97"/>
                        <a:pt x="65" y="97"/>
                        <a:pt x="65" y="97"/>
                      </a:cubicBezTo>
                      <a:cubicBezTo>
                        <a:pt x="65" y="97"/>
                        <a:pt x="65" y="97"/>
                        <a:pt x="65" y="97"/>
                      </a:cubicBezTo>
                      <a:cubicBezTo>
                        <a:pt x="65" y="97"/>
                        <a:pt x="65" y="97"/>
                        <a:pt x="65" y="97"/>
                      </a:cubicBezTo>
                      <a:cubicBezTo>
                        <a:pt x="65" y="97"/>
                        <a:pt x="66" y="97"/>
                        <a:pt x="66" y="97"/>
                      </a:cubicBezTo>
                      <a:cubicBezTo>
                        <a:pt x="67" y="97"/>
                        <a:pt x="67" y="97"/>
                        <a:pt x="68" y="97"/>
                      </a:cubicBezTo>
                      <a:cubicBezTo>
                        <a:pt x="68" y="97"/>
                        <a:pt x="68" y="97"/>
                        <a:pt x="68" y="97"/>
                      </a:cubicBezTo>
                      <a:cubicBezTo>
                        <a:pt x="68" y="97"/>
                        <a:pt x="68" y="97"/>
                        <a:pt x="68" y="97"/>
                      </a:cubicBezTo>
                      <a:cubicBezTo>
                        <a:pt x="68" y="97"/>
                        <a:pt x="68" y="97"/>
                        <a:pt x="68" y="97"/>
                      </a:cubicBezTo>
                      <a:cubicBezTo>
                        <a:pt x="69" y="97"/>
                        <a:pt x="69" y="97"/>
                        <a:pt x="70" y="97"/>
                      </a:cubicBezTo>
                      <a:cubicBezTo>
                        <a:pt x="70" y="97"/>
                        <a:pt x="70" y="97"/>
                        <a:pt x="70" y="97"/>
                      </a:cubicBezTo>
                      <a:cubicBezTo>
                        <a:pt x="70" y="97"/>
                        <a:pt x="70" y="97"/>
                        <a:pt x="70" y="97"/>
                      </a:cubicBezTo>
                      <a:cubicBezTo>
                        <a:pt x="71" y="97"/>
                        <a:pt x="71" y="97"/>
                        <a:pt x="71" y="97"/>
                      </a:cubicBezTo>
                      <a:cubicBezTo>
                        <a:pt x="72" y="97"/>
                        <a:pt x="73" y="97"/>
                        <a:pt x="73" y="97"/>
                      </a:cubicBezTo>
                      <a:cubicBezTo>
                        <a:pt x="73" y="97"/>
                        <a:pt x="73" y="96"/>
                        <a:pt x="73" y="96"/>
                      </a:cubicBezTo>
                      <a:cubicBezTo>
                        <a:pt x="74" y="96"/>
                        <a:pt x="74" y="95"/>
                        <a:pt x="74" y="95"/>
                      </a:cubicBezTo>
                      <a:cubicBezTo>
                        <a:pt x="74" y="95"/>
                        <a:pt x="74" y="95"/>
                        <a:pt x="74" y="95"/>
                      </a:cubicBezTo>
                      <a:cubicBezTo>
                        <a:pt x="74" y="94"/>
                        <a:pt x="75" y="94"/>
                        <a:pt x="75" y="94"/>
                      </a:cubicBezTo>
                      <a:cubicBezTo>
                        <a:pt x="75" y="94"/>
                        <a:pt x="75" y="94"/>
                        <a:pt x="75" y="94"/>
                      </a:cubicBezTo>
                      <a:cubicBezTo>
                        <a:pt x="75" y="94"/>
                        <a:pt x="75" y="94"/>
                        <a:pt x="75" y="94"/>
                      </a:cubicBezTo>
                      <a:cubicBezTo>
                        <a:pt x="75" y="94"/>
                        <a:pt x="75" y="94"/>
                        <a:pt x="75" y="94"/>
                      </a:cubicBezTo>
                      <a:cubicBezTo>
                        <a:pt x="75" y="94"/>
                        <a:pt x="75" y="94"/>
                        <a:pt x="75" y="94"/>
                      </a:cubicBezTo>
                      <a:cubicBezTo>
                        <a:pt x="75" y="94"/>
                        <a:pt x="75" y="94"/>
                        <a:pt x="75" y="94"/>
                      </a:cubicBezTo>
                      <a:cubicBezTo>
                        <a:pt x="75" y="94"/>
                        <a:pt x="75" y="93"/>
                        <a:pt x="76" y="93"/>
                      </a:cubicBezTo>
                      <a:cubicBezTo>
                        <a:pt x="76" y="93"/>
                        <a:pt x="76" y="93"/>
                        <a:pt x="76" y="93"/>
                      </a:cubicBezTo>
                      <a:cubicBezTo>
                        <a:pt x="76" y="93"/>
                        <a:pt x="76" y="93"/>
                        <a:pt x="77" y="93"/>
                      </a:cubicBezTo>
                      <a:cubicBezTo>
                        <a:pt x="77" y="93"/>
                        <a:pt x="77" y="93"/>
                        <a:pt x="77" y="93"/>
                      </a:cubicBezTo>
                      <a:cubicBezTo>
                        <a:pt x="77" y="93"/>
                        <a:pt x="77" y="93"/>
                        <a:pt x="77" y="93"/>
                      </a:cubicBezTo>
                      <a:cubicBezTo>
                        <a:pt x="77" y="93"/>
                        <a:pt x="78" y="93"/>
                        <a:pt x="78" y="93"/>
                      </a:cubicBezTo>
                      <a:cubicBezTo>
                        <a:pt x="78" y="93"/>
                        <a:pt x="78" y="93"/>
                        <a:pt x="78" y="94"/>
                      </a:cubicBezTo>
                      <a:cubicBezTo>
                        <a:pt x="78" y="94"/>
                        <a:pt x="78" y="94"/>
                        <a:pt x="77" y="94"/>
                      </a:cubicBezTo>
                      <a:cubicBezTo>
                        <a:pt x="77" y="94"/>
                        <a:pt x="77" y="94"/>
                        <a:pt x="77" y="94"/>
                      </a:cubicBezTo>
                      <a:cubicBezTo>
                        <a:pt x="77" y="94"/>
                        <a:pt x="77" y="94"/>
                        <a:pt x="77" y="95"/>
                      </a:cubicBezTo>
                      <a:cubicBezTo>
                        <a:pt x="77" y="95"/>
                        <a:pt x="77" y="95"/>
                        <a:pt x="77" y="95"/>
                      </a:cubicBezTo>
                      <a:cubicBezTo>
                        <a:pt x="77" y="96"/>
                        <a:pt x="77" y="96"/>
                        <a:pt x="77" y="96"/>
                      </a:cubicBezTo>
                      <a:cubicBezTo>
                        <a:pt x="77" y="96"/>
                        <a:pt x="77" y="96"/>
                        <a:pt x="77" y="96"/>
                      </a:cubicBezTo>
                      <a:cubicBezTo>
                        <a:pt x="77" y="96"/>
                        <a:pt x="77" y="97"/>
                        <a:pt x="77" y="97"/>
                      </a:cubicBezTo>
                      <a:cubicBezTo>
                        <a:pt x="77" y="97"/>
                        <a:pt x="77" y="97"/>
                        <a:pt x="78" y="97"/>
                      </a:cubicBezTo>
                      <a:cubicBezTo>
                        <a:pt x="78" y="97"/>
                        <a:pt x="78" y="97"/>
                        <a:pt x="79" y="96"/>
                      </a:cubicBezTo>
                      <a:cubicBezTo>
                        <a:pt x="79" y="96"/>
                        <a:pt x="79" y="96"/>
                        <a:pt x="79" y="96"/>
                      </a:cubicBezTo>
                      <a:cubicBezTo>
                        <a:pt x="79" y="96"/>
                        <a:pt x="79" y="96"/>
                        <a:pt x="79" y="95"/>
                      </a:cubicBezTo>
                      <a:cubicBezTo>
                        <a:pt x="79" y="95"/>
                        <a:pt x="79" y="95"/>
                        <a:pt x="79" y="95"/>
                      </a:cubicBezTo>
                      <a:cubicBezTo>
                        <a:pt x="79" y="95"/>
                        <a:pt x="80" y="94"/>
                        <a:pt x="79" y="94"/>
                      </a:cubicBezTo>
                      <a:cubicBezTo>
                        <a:pt x="79" y="94"/>
                        <a:pt x="79" y="94"/>
                        <a:pt x="79" y="93"/>
                      </a:cubicBezTo>
                      <a:cubicBezTo>
                        <a:pt x="79" y="93"/>
                        <a:pt x="79" y="93"/>
                        <a:pt x="80" y="93"/>
                      </a:cubicBezTo>
                      <a:cubicBezTo>
                        <a:pt x="80" y="93"/>
                        <a:pt x="80" y="93"/>
                        <a:pt x="80" y="93"/>
                      </a:cubicBezTo>
                      <a:cubicBezTo>
                        <a:pt x="80" y="93"/>
                        <a:pt x="80" y="92"/>
                        <a:pt x="80" y="92"/>
                      </a:cubicBezTo>
                      <a:cubicBezTo>
                        <a:pt x="80" y="92"/>
                        <a:pt x="80" y="92"/>
                        <a:pt x="80" y="92"/>
                      </a:cubicBezTo>
                      <a:cubicBezTo>
                        <a:pt x="80" y="92"/>
                        <a:pt x="80" y="92"/>
                        <a:pt x="80" y="91"/>
                      </a:cubicBezTo>
                      <a:cubicBezTo>
                        <a:pt x="81" y="91"/>
                        <a:pt x="81" y="91"/>
                        <a:pt x="81" y="91"/>
                      </a:cubicBezTo>
                      <a:cubicBezTo>
                        <a:pt x="81" y="91"/>
                        <a:pt x="81" y="91"/>
                        <a:pt x="81" y="91"/>
                      </a:cubicBezTo>
                      <a:cubicBezTo>
                        <a:pt x="81" y="91"/>
                        <a:pt x="81" y="91"/>
                        <a:pt x="81" y="91"/>
                      </a:cubicBezTo>
                      <a:cubicBezTo>
                        <a:pt x="81" y="91"/>
                        <a:pt x="81" y="91"/>
                        <a:pt x="82" y="91"/>
                      </a:cubicBezTo>
                      <a:cubicBezTo>
                        <a:pt x="82" y="91"/>
                        <a:pt x="82" y="91"/>
                        <a:pt x="82" y="91"/>
                      </a:cubicBezTo>
                      <a:cubicBezTo>
                        <a:pt x="83" y="92"/>
                        <a:pt x="83" y="92"/>
                        <a:pt x="83" y="93"/>
                      </a:cubicBezTo>
                      <a:cubicBezTo>
                        <a:pt x="83" y="93"/>
                        <a:pt x="83" y="93"/>
                        <a:pt x="83" y="93"/>
                      </a:cubicBezTo>
                      <a:cubicBezTo>
                        <a:pt x="83" y="93"/>
                        <a:pt x="83" y="93"/>
                        <a:pt x="83" y="93"/>
                      </a:cubicBezTo>
                      <a:cubicBezTo>
                        <a:pt x="83" y="93"/>
                        <a:pt x="83" y="93"/>
                        <a:pt x="83" y="93"/>
                      </a:cubicBezTo>
                      <a:cubicBezTo>
                        <a:pt x="83" y="93"/>
                        <a:pt x="83" y="93"/>
                        <a:pt x="83" y="93"/>
                      </a:cubicBezTo>
                      <a:cubicBezTo>
                        <a:pt x="83" y="92"/>
                        <a:pt x="83" y="92"/>
                        <a:pt x="83" y="92"/>
                      </a:cubicBezTo>
                      <a:cubicBezTo>
                        <a:pt x="83" y="92"/>
                        <a:pt x="83" y="92"/>
                        <a:pt x="83" y="92"/>
                      </a:cubicBezTo>
                      <a:cubicBezTo>
                        <a:pt x="84" y="92"/>
                        <a:pt x="84" y="92"/>
                        <a:pt x="84" y="92"/>
                      </a:cubicBezTo>
                      <a:cubicBezTo>
                        <a:pt x="84" y="92"/>
                        <a:pt x="83" y="92"/>
                        <a:pt x="83" y="92"/>
                      </a:cubicBezTo>
                      <a:cubicBezTo>
                        <a:pt x="83" y="92"/>
                        <a:pt x="83" y="92"/>
                        <a:pt x="83" y="91"/>
                      </a:cubicBezTo>
                      <a:cubicBezTo>
                        <a:pt x="83" y="91"/>
                        <a:pt x="83" y="91"/>
                        <a:pt x="83" y="91"/>
                      </a:cubicBezTo>
                      <a:cubicBezTo>
                        <a:pt x="83" y="91"/>
                        <a:pt x="83" y="91"/>
                        <a:pt x="83" y="91"/>
                      </a:cubicBezTo>
                      <a:cubicBezTo>
                        <a:pt x="83" y="91"/>
                        <a:pt x="83" y="91"/>
                        <a:pt x="83" y="90"/>
                      </a:cubicBezTo>
                      <a:cubicBezTo>
                        <a:pt x="83" y="90"/>
                        <a:pt x="84" y="90"/>
                        <a:pt x="84" y="90"/>
                      </a:cubicBezTo>
                      <a:cubicBezTo>
                        <a:pt x="84" y="90"/>
                        <a:pt x="84" y="90"/>
                        <a:pt x="84" y="90"/>
                      </a:cubicBezTo>
                      <a:cubicBezTo>
                        <a:pt x="84" y="90"/>
                        <a:pt x="84" y="90"/>
                        <a:pt x="84" y="90"/>
                      </a:cubicBezTo>
                      <a:cubicBezTo>
                        <a:pt x="84" y="90"/>
                        <a:pt x="85" y="90"/>
                        <a:pt x="85" y="90"/>
                      </a:cubicBezTo>
                      <a:cubicBezTo>
                        <a:pt x="85" y="90"/>
                        <a:pt x="85" y="91"/>
                        <a:pt x="85" y="91"/>
                      </a:cubicBezTo>
                      <a:cubicBezTo>
                        <a:pt x="85" y="91"/>
                        <a:pt x="84" y="91"/>
                        <a:pt x="84" y="91"/>
                      </a:cubicBezTo>
                      <a:cubicBezTo>
                        <a:pt x="84" y="91"/>
                        <a:pt x="84" y="91"/>
                        <a:pt x="84" y="91"/>
                      </a:cubicBezTo>
                      <a:cubicBezTo>
                        <a:pt x="84" y="91"/>
                        <a:pt x="84" y="91"/>
                        <a:pt x="84" y="92"/>
                      </a:cubicBezTo>
                      <a:cubicBezTo>
                        <a:pt x="84" y="92"/>
                        <a:pt x="84" y="92"/>
                        <a:pt x="84" y="92"/>
                      </a:cubicBezTo>
                      <a:cubicBezTo>
                        <a:pt x="84" y="92"/>
                        <a:pt x="84" y="92"/>
                        <a:pt x="84" y="92"/>
                      </a:cubicBezTo>
                      <a:cubicBezTo>
                        <a:pt x="84" y="92"/>
                        <a:pt x="84" y="92"/>
                        <a:pt x="84" y="92"/>
                      </a:cubicBezTo>
                      <a:cubicBezTo>
                        <a:pt x="84" y="92"/>
                        <a:pt x="84" y="93"/>
                        <a:pt x="84" y="93"/>
                      </a:cubicBezTo>
                      <a:cubicBezTo>
                        <a:pt x="84" y="93"/>
                        <a:pt x="84" y="93"/>
                        <a:pt x="84" y="93"/>
                      </a:cubicBezTo>
                      <a:cubicBezTo>
                        <a:pt x="84" y="94"/>
                        <a:pt x="84" y="94"/>
                        <a:pt x="84" y="94"/>
                      </a:cubicBezTo>
                      <a:cubicBezTo>
                        <a:pt x="84" y="94"/>
                        <a:pt x="84" y="94"/>
                        <a:pt x="84" y="94"/>
                      </a:cubicBezTo>
                      <a:cubicBezTo>
                        <a:pt x="84" y="94"/>
                        <a:pt x="84" y="94"/>
                        <a:pt x="84" y="94"/>
                      </a:cubicBezTo>
                      <a:cubicBezTo>
                        <a:pt x="84" y="94"/>
                        <a:pt x="84" y="94"/>
                        <a:pt x="84" y="95"/>
                      </a:cubicBezTo>
                      <a:cubicBezTo>
                        <a:pt x="84" y="95"/>
                        <a:pt x="85" y="95"/>
                        <a:pt x="85" y="94"/>
                      </a:cubicBezTo>
                      <a:cubicBezTo>
                        <a:pt x="85" y="94"/>
                        <a:pt x="85" y="94"/>
                        <a:pt x="86" y="94"/>
                      </a:cubicBezTo>
                      <a:cubicBezTo>
                        <a:pt x="86" y="93"/>
                        <a:pt x="86" y="93"/>
                        <a:pt x="86" y="93"/>
                      </a:cubicBezTo>
                      <a:cubicBezTo>
                        <a:pt x="86" y="93"/>
                        <a:pt x="86" y="93"/>
                        <a:pt x="86" y="93"/>
                      </a:cubicBezTo>
                      <a:cubicBezTo>
                        <a:pt x="87" y="93"/>
                        <a:pt x="87" y="93"/>
                        <a:pt x="87" y="93"/>
                      </a:cubicBezTo>
                      <a:cubicBezTo>
                        <a:pt x="88" y="92"/>
                        <a:pt x="88" y="92"/>
                        <a:pt x="88" y="92"/>
                      </a:cubicBezTo>
                      <a:cubicBezTo>
                        <a:pt x="88" y="91"/>
                        <a:pt x="88" y="91"/>
                        <a:pt x="88" y="91"/>
                      </a:cubicBezTo>
                      <a:cubicBezTo>
                        <a:pt x="88" y="90"/>
                        <a:pt x="88" y="90"/>
                        <a:pt x="88" y="89"/>
                      </a:cubicBezTo>
                      <a:cubicBezTo>
                        <a:pt x="89" y="89"/>
                        <a:pt x="89" y="89"/>
                        <a:pt x="89" y="89"/>
                      </a:cubicBezTo>
                      <a:cubicBezTo>
                        <a:pt x="89" y="89"/>
                        <a:pt x="89" y="89"/>
                        <a:pt x="90" y="88"/>
                      </a:cubicBezTo>
                      <a:cubicBezTo>
                        <a:pt x="90" y="88"/>
                        <a:pt x="90" y="88"/>
                        <a:pt x="91" y="88"/>
                      </a:cubicBezTo>
                      <a:cubicBezTo>
                        <a:pt x="91" y="88"/>
                        <a:pt x="91" y="88"/>
                        <a:pt x="91" y="88"/>
                      </a:cubicBezTo>
                      <a:cubicBezTo>
                        <a:pt x="91" y="88"/>
                        <a:pt x="91" y="88"/>
                        <a:pt x="91" y="88"/>
                      </a:cubicBezTo>
                      <a:cubicBezTo>
                        <a:pt x="91" y="87"/>
                        <a:pt x="90" y="87"/>
                        <a:pt x="90" y="86"/>
                      </a:cubicBezTo>
                      <a:cubicBezTo>
                        <a:pt x="90" y="86"/>
                        <a:pt x="90" y="86"/>
                        <a:pt x="90" y="86"/>
                      </a:cubicBezTo>
                      <a:cubicBezTo>
                        <a:pt x="90" y="86"/>
                        <a:pt x="90" y="87"/>
                        <a:pt x="90" y="86"/>
                      </a:cubicBezTo>
                      <a:cubicBezTo>
                        <a:pt x="90" y="86"/>
                        <a:pt x="90" y="86"/>
                        <a:pt x="90" y="86"/>
                      </a:cubicBezTo>
                      <a:cubicBezTo>
                        <a:pt x="90" y="86"/>
                        <a:pt x="90" y="86"/>
                        <a:pt x="90" y="86"/>
                      </a:cubicBezTo>
                      <a:cubicBezTo>
                        <a:pt x="90" y="86"/>
                        <a:pt x="90" y="86"/>
                        <a:pt x="90" y="86"/>
                      </a:cubicBezTo>
                      <a:cubicBezTo>
                        <a:pt x="90" y="85"/>
                        <a:pt x="89" y="84"/>
                        <a:pt x="89" y="84"/>
                      </a:cubicBezTo>
                      <a:cubicBezTo>
                        <a:pt x="89" y="84"/>
                        <a:pt x="89" y="84"/>
                        <a:pt x="89" y="84"/>
                      </a:cubicBezTo>
                      <a:cubicBezTo>
                        <a:pt x="89" y="84"/>
                        <a:pt x="89" y="83"/>
                        <a:pt x="89" y="83"/>
                      </a:cubicBezTo>
                      <a:cubicBezTo>
                        <a:pt x="89" y="83"/>
                        <a:pt x="89" y="83"/>
                        <a:pt x="89" y="83"/>
                      </a:cubicBezTo>
                      <a:cubicBezTo>
                        <a:pt x="89" y="83"/>
                        <a:pt x="89" y="83"/>
                        <a:pt x="89" y="83"/>
                      </a:cubicBezTo>
                      <a:cubicBezTo>
                        <a:pt x="89" y="83"/>
                        <a:pt x="90" y="83"/>
                        <a:pt x="90" y="82"/>
                      </a:cubicBezTo>
                      <a:cubicBezTo>
                        <a:pt x="90" y="82"/>
                        <a:pt x="90" y="82"/>
                        <a:pt x="90" y="82"/>
                      </a:cubicBezTo>
                      <a:cubicBezTo>
                        <a:pt x="89" y="82"/>
                        <a:pt x="90" y="81"/>
                        <a:pt x="90" y="81"/>
                      </a:cubicBezTo>
                      <a:cubicBezTo>
                        <a:pt x="90" y="81"/>
                        <a:pt x="90" y="81"/>
                        <a:pt x="90" y="81"/>
                      </a:cubicBezTo>
                      <a:cubicBezTo>
                        <a:pt x="90" y="81"/>
                        <a:pt x="90" y="80"/>
                        <a:pt x="90" y="80"/>
                      </a:cubicBezTo>
                      <a:cubicBezTo>
                        <a:pt x="90" y="80"/>
                        <a:pt x="90" y="80"/>
                        <a:pt x="90" y="79"/>
                      </a:cubicBezTo>
                      <a:cubicBezTo>
                        <a:pt x="90" y="79"/>
                        <a:pt x="90" y="79"/>
                        <a:pt x="90" y="79"/>
                      </a:cubicBezTo>
                      <a:cubicBezTo>
                        <a:pt x="91" y="79"/>
                        <a:pt x="91" y="79"/>
                        <a:pt x="91" y="79"/>
                      </a:cubicBezTo>
                      <a:cubicBezTo>
                        <a:pt x="91" y="79"/>
                        <a:pt x="91" y="78"/>
                        <a:pt x="91" y="78"/>
                      </a:cubicBezTo>
                      <a:cubicBezTo>
                        <a:pt x="91" y="78"/>
                        <a:pt x="91" y="78"/>
                        <a:pt x="91" y="78"/>
                      </a:cubicBezTo>
                      <a:cubicBezTo>
                        <a:pt x="91" y="78"/>
                        <a:pt x="91" y="78"/>
                        <a:pt x="91" y="78"/>
                      </a:cubicBezTo>
                      <a:cubicBezTo>
                        <a:pt x="91" y="78"/>
                        <a:pt x="91" y="78"/>
                        <a:pt x="91" y="78"/>
                      </a:cubicBezTo>
                      <a:cubicBezTo>
                        <a:pt x="91" y="78"/>
                        <a:pt x="91" y="78"/>
                        <a:pt x="91" y="78"/>
                      </a:cubicBezTo>
                      <a:cubicBezTo>
                        <a:pt x="92" y="78"/>
                        <a:pt x="92" y="77"/>
                        <a:pt x="92" y="77"/>
                      </a:cubicBezTo>
                      <a:cubicBezTo>
                        <a:pt x="92" y="77"/>
                        <a:pt x="92" y="77"/>
                        <a:pt x="92" y="76"/>
                      </a:cubicBezTo>
                      <a:cubicBezTo>
                        <a:pt x="92" y="76"/>
                        <a:pt x="92" y="76"/>
                        <a:pt x="92" y="76"/>
                      </a:cubicBezTo>
                      <a:cubicBezTo>
                        <a:pt x="92" y="76"/>
                        <a:pt x="92" y="76"/>
                        <a:pt x="92" y="76"/>
                      </a:cubicBezTo>
                      <a:cubicBezTo>
                        <a:pt x="92" y="76"/>
                        <a:pt x="92" y="75"/>
                        <a:pt x="92" y="75"/>
                      </a:cubicBezTo>
                      <a:cubicBezTo>
                        <a:pt x="92" y="75"/>
                        <a:pt x="92" y="74"/>
                        <a:pt x="92" y="73"/>
                      </a:cubicBezTo>
                      <a:cubicBezTo>
                        <a:pt x="92" y="73"/>
                        <a:pt x="92" y="73"/>
                        <a:pt x="92" y="73"/>
                      </a:cubicBezTo>
                      <a:cubicBezTo>
                        <a:pt x="92" y="72"/>
                        <a:pt x="92" y="71"/>
                        <a:pt x="92" y="70"/>
                      </a:cubicBezTo>
                      <a:cubicBezTo>
                        <a:pt x="92" y="70"/>
                        <a:pt x="92" y="70"/>
                        <a:pt x="92" y="69"/>
                      </a:cubicBezTo>
                      <a:cubicBezTo>
                        <a:pt x="92" y="69"/>
                        <a:pt x="92" y="69"/>
                        <a:pt x="92" y="69"/>
                      </a:cubicBezTo>
                      <a:cubicBezTo>
                        <a:pt x="92" y="69"/>
                        <a:pt x="92" y="69"/>
                        <a:pt x="92" y="69"/>
                      </a:cubicBezTo>
                      <a:cubicBezTo>
                        <a:pt x="92" y="69"/>
                        <a:pt x="92" y="69"/>
                        <a:pt x="92" y="69"/>
                      </a:cubicBezTo>
                      <a:cubicBezTo>
                        <a:pt x="92" y="69"/>
                        <a:pt x="92" y="68"/>
                        <a:pt x="92" y="68"/>
                      </a:cubicBezTo>
                      <a:cubicBezTo>
                        <a:pt x="91" y="67"/>
                        <a:pt x="92" y="67"/>
                        <a:pt x="92" y="66"/>
                      </a:cubicBezTo>
                      <a:cubicBezTo>
                        <a:pt x="92" y="66"/>
                        <a:pt x="92" y="66"/>
                        <a:pt x="92" y="65"/>
                      </a:cubicBezTo>
                      <a:cubicBezTo>
                        <a:pt x="93" y="65"/>
                        <a:pt x="93" y="65"/>
                        <a:pt x="93" y="65"/>
                      </a:cubicBezTo>
                      <a:cubicBezTo>
                        <a:pt x="93" y="65"/>
                        <a:pt x="93" y="65"/>
                        <a:pt x="93" y="65"/>
                      </a:cubicBezTo>
                      <a:cubicBezTo>
                        <a:pt x="93" y="65"/>
                        <a:pt x="93" y="65"/>
                        <a:pt x="93" y="66"/>
                      </a:cubicBezTo>
                      <a:cubicBezTo>
                        <a:pt x="93" y="66"/>
                        <a:pt x="93" y="66"/>
                        <a:pt x="93" y="66"/>
                      </a:cubicBezTo>
                      <a:cubicBezTo>
                        <a:pt x="93" y="66"/>
                        <a:pt x="93" y="66"/>
                        <a:pt x="93" y="66"/>
                      </a:cubicBezTo>
                      <a:cubicBezTo>
                        <a:pt x="93" y="65"/>
                        <a:pt x="93" y="65"/>
                        <a:pt x="94" y="65"/>
                      </a:cubicBezTo>
                      <a:cubicBezTo>
                        <a:pt x="94" y="65"/>
                        <a:pt x="95" y="65"/>
                        <a:pt x="95" y="65"/>
                      </a:cubicBezTo>
                      <a:cubicBezTo>
                        <a:pt x="95" y="65"/>
                        <a:pt x="95" y="65"/>
                        <a:pt x="95" y="65"/>
                      </a:cubicBezTo>
                      <a:cubicBezTo>
                        <a:pt x="95" y="66"/>
                        <a:pt x="95" y="66"/>
                        <a:pt x="96" y="66"/>
                      </a:cubicBezTo>
                      <a:cubicBezTo>
                        <a:pt x="96" y="66"/>
                        <a:pt x="96" y="66"/>
                        <a:pt x="96" y="66"/>
                      </a:cubicBezTo>
                      <a:cubicBezTo>
                        <a:pt x="96" y="66"/>
                        <a:pt x="96" y="66"/>
                        <a:pt x="96" y="66"/>
                      </a:cubicBezTo>
                      <a:cubicBezTo>
                        <a:pt x="96" y="66"/>
                        <a:pt x="96" y="66"/>
                        <a:pt x="96" y="66"/>
                      </a:cubicBezTo>
                      <a:cubicBezTo>
                        <a:pt x="96" y="65"/>
                        <a:pt x="95" y="65"/>
                        <a:pt x="96" y="65"/>
                      </a:cubicBezTo>
                      <a:cubicBezTo>
                        <a:pt x="96" y="65"/>
                        <a:pt x="96" y="65"/>
                        <a:pt x="96" y="65"/>
                      </a:cubicBezTo>
                      <a:cubicBezTo>
                        <a:pt x="96" y="64"/>
                        <a:pt x="96" y="64"/>
                        <a:pt x="96" y="64"/>
                      </a:cubicBezTo>
                      <a:cubicBezTo>
                        <a:pt x="96" y="64"/>
                        <a:pt x="95" y="64"/>
                        <a:pt x="96" y="64"/>
                      </a:cubicBezTo>
                      <a:cubicBezTo>
                        <a:pt x="96" y="64"/>
                        <a:pt x="96" y="64"/>
                        <a:pt x="96" y="64"/>
                      </a:cubicBezTo>
                      <a:cubicBezTo>
                        <a:pt x="96" y="64"/>
                        <a:pt x="96" y="64"/>
                        <a:pt x="96" y="64"/>
                      </a:cubicBezTo>
                      <a:cubicBezTo>
                        <a:pt x="96" y="64"/>
                        <a:pt x="96" y="64"/>
                        <a:pt x="96" y="64"/>
                      </a:cubicBezTo>
                      <a:cubicBezTo>
                        <a:pt x="96" y="64"/>
                        <a:pt x="95" y="64"/>
                        <a:pt x="95" y="64"/>
                      </a:cubicBezTo>
                      <a:cubicBezTo>
                        <a:pt x="95" y="64"/>
                        <a:pt x="95" y="63"/>
                        <a:pt x="96" y="63"/>
                      </a:cubicBezTo>
                      <a:cubicBezTo>
                        <a:pt x="96" y="63"/>
                        <a:pt x="96" y="63"/>
                        <a:pt x="96" y="63"/>
                      </a:cubicBezTo>
                      <a:cubicBezTo>
                        <a:pt x="96" y="63"/>
                        <a:pt x="96" y="63"/>
                        <a:pt x="96" y="63"/>
                      </a:cubicBezTo>
                      <a:cubicBezTo>
                        <a:pt x="95" y="63"/>
                        <a:pt x="95" y="63"/>
                        <a:pt x="95" y="63"/>
                      </a:cubicBezTo>
                      <a:cubicBezTo>
                        <a:pt x="95" y="63"/>
                        <a:pt x="95" y="63"/>
                        <a:pt x="96" y="63"/>
                      </a:cubicBezTo>
                      <a:cubicBezTo>
                        <a:pt x="96" y="62"/>
                        <a:pt x="96" y="62"/>
                        <a:pt x="96" y="62"/>
                      </a:cubicBezTo>
                      <a:cubicBezTo>
                        <a:pt x="96" y="62"/>
                        <a:pt x="96" y="62"/>
                        <a:pt x="96" y="62"/>
                      </a:cubicBezTo>
                      <a:cubicBezTo>
                        <a:pt x="96" y="62"/>
                        <a:pt x="96" y="61"/>
                        <a:pt x="96" y="61"/>
                      </a:cubicBezTo>
                      <a:cubicBezTo>
                        <a:pt x="96" y="61"/>
                        <a:pt x="96" y="61"/>
                        <a:pt x="96" y="61"/>
                      </a:cubicBezTo>
                      <a:cubicBezTo>
                        <a:pt x="96" y="61"/>
                        <a:pt x="97" y="61"/>
                        <a:pt x="97" y="61"/>
                      </a:cubicBezTo>
                      <a:cubicBezTo>
                        <a:pt x="97" y="61"/>
                        <a:pt x="97" y="61"/>
                        <a:pt x="97" y="61"/>
                      </a:cubicBezTo>
                      <a:cubicBezTo>
                        <a:pt x="97" y="60"/>
                        <a:pt x="97" y="60"/>
                        <a:pt x="97" y="60"/>
                      </a:cubicBezTo>
                      <a:cubicBezTo>
                        <a:pt x="97" y="60"/>
                        <a:pt x="97" y="60"/>
                        <a:pt x="96" y="60"/>
                      </a:cubicBezTo>
                      <a:cubicBezTo>
                        <a:pt x="97" y="60"/>
                        <a:pt x="97" y="60"/>
                        <a:pt x="97" y="60"/>
                      </a:cubicBezTo>
                      <a:cubicBezTo>
                        <a:pt x="97" y="60"/>
                        <a:pt x="97" y="60"/>
                        <a:pt x="97" y="60"/>
                      </a:cubicBezTo>
                      <a:cubicBezTo>
                        <a:pt x="96" y="60"/>
                        <a:pt x="96" y="60"/>
                        <a:pt x="97" y="60"/>
                      </a:cubicBezTo>
                      <a:cubicBezTo>
                        <a:pt x="97" y="60"/>
                        <a:pt x="97" y="60"/>
                        <a:pt x="97" y="60"/>
                      </a:cubicBezTo>
                      <a:cubicBezTo>
                        <a:pt x="97" y="60"/>
                        <a:pt x="97" y="60"/>
                        <a:pt x="97" y="60"/>
                      </a:cubicBezTo>
                      <a:cubicBezTo>
                        <a:pt x="97" y="60"/>
                        <a:pt x="97" y="60"/>
                        <a:pt x="97" y="60"/>
                      </a:cubicBezTo>
                      <a:cubicBezTo>
                        <a:pt x="97" y="60"/>
                        <a:pt x="97" y="60"/>
                        <a:pt x="97" y="60"/>
                      </a:cubicBezTo>
                      <a:cubicBezTo>
                        <a:pt x="97" y="60"/>
                        <a:pt x="97" y="60"/>
                        <a:pt x="97" y="60"/>
                      </a:cubicBezTo>
                      <a:cubicBezTo>
                        <a:pt x="97" y="60"/>
                        <a:pt x="97" y="60"/>
                        <a:pt x="97" y="60"/>
                      </a:cubicBezTo>
                      <a:cubicBezTo>
                        <a:pt x="97" y="60"/>
                        <a:pt x="98" y="59"/>
                        <a:pt x="98" y="60"/>
                      </a:cubicBezTo>
                      <a:cubicBezTo>
                        <a:pt x="98" y="60"/>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8"/>
                        <a:pt x="98" y="58"/>
                      </a:cubicBezTo>
                      <a:cubicBezTo>
                        <a:pt x="98" y="58"/>
                        <a:pt x="98" y="58"/>
                        <a:pt x="98" y="58"/>
                      </a:cubicBezTo>
                      <a:cubicBezTo>
                        <a:pt x="98" y="58"/>
                        <a:pt x="99" y="58"/>
                        <a:pt x="99" y="58"/>
                      </a:cubicBezTo>
                      <a:cubicBezTo>
                        <a:pt x="98" y="58"/>
                        <a:pt x="99" y="57"/>
                        <a:pt x="98" y="57"/>
                      </a:cubicBezTo>
                      <a:cubicBezTo>
                        <a:pt x="98" y="57"/>
                        <a:pt x="98" y="57"/>
                        <a:pt x="98" y="57"/>
                      </a:cubicBezTo>
                      <a:cubicBezTo>
                        <a:pt x="98" y="57"/>
                        <a:pt x="99" y="57"/>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5"/>
                        <a:pt x="99" y="55"/>
                        <a:pt x="99" y="55"/>
                      </a:cubicBezTo>
                      <a:close/>
                      <a:moveTo>
                        <a:pt x="86" y="57"/>
                      </a:moveTo>
                      <a:cubicBezTo>
                        <a:pt x="86" y="57"/>
                        <a:pt x="86" y="57"/>
                        <a:pt x="86" y="57"/>
                      </a:cubicBezTo>
                      <a:cubicBezTo>
                        <a:pt x="86" y="57"/>
                        <a:pt x="86" y="57"/>
                        <a:pt x="86" y="57"/>
                      </a:cubicBezTo>
                      <a:close/>
                      <a:moveTo>
                        <a:pt x="65" y="76"/>
                      </a:moveTo>
                      <a:cubicBezTo>
                        <a:pt x="65" y="76"/>
                        <a:pt x="65" y="76"/>
                        <a:pt x="65" y="76"/>
                      </a:cubicBezTo>
                      <a:cubicBezTo>
                        <a:pt x="65" y="76"/>
                        <a:pt x="65" y="76"/>
                        <a:pt x="65" y="76"/>
                      </a:cubicBezTo>
                      <a:cubicBezTo>
                        <a:pt x="65" y="76"/>
                        <a:pt x="65" y="76"/>
                        <a:pt x="65" y="76"/>
                      </a:cubicBezTo>
                      <a:cubicBezTo>
                        <a:pt x="65" y="76"/>
                        <a:pt x="65" y="76"/>
                        <a:pt x="65" y="76"/>
                      </a:cubicBezTo>
                      <a:cubicBezTo>
                        <a:pt x="65" y="76"/>
                        <a:pt x="65" y="76"/>
                        <a:pt x="65" y="76"/>
                      </a:cubicBezTo>
                      <a:close/>
                      <a:moveTo>
                        <a:pt x="51" y="98"/>
                      </a:moveTo>
                      <a:cubicBezTo>
                        <a:pt x="51" y="98"/>
                        <a:pt x="50" y="98"/>
                        <a:pt x="50" y="98"/>
                      </a:cubicBezTo>
                      <a:cubicBezTo>
                        <a:pt x="50" y="98"/>
                        <a:pt x="50" y="98"/>
                        <a:pt x="50" y="98"/>
                      </a:cubicBezTo>
                      <a:cubicBezTo>
                        <a:pt x="50" y="98"/>
                        <a:pt x="50" y="99"/>
                        <a:pt x="50" y="99"/>
                      </a:cubicBezTo>
                      <a:cubicBezTo>
                        <a:pt x="50" y="99"/>
                        <a:pt x="50" y="99"/>
                        <a:pt x="50" y="99"/>
                      </a:cubicBezTo>
                      <a:cubicBezTo>
                        <a:pt x="50" y="99"/>
                        <a:pt x="49" y="99"/>
                        <a:pt x="49" y="99"/>
                      </a:cubicBezTo>
                      <a:cubicBezTo>
                        <a:pt x="49" y="99"/>
                        <a:pt x="49" y="99"/>
                        <a:pt x="49" y="99"/>
                      </a:cubicBezTo>
                      <a:cubicBezTo>
                        <a:pt x="49" y="100"/>
                        <a:pt x="49" y="100"/>
                        <a:pt x="49" y="100"/>
                      </a:cubicBezTo>
                      <a:cubicBezTo>
                        <a:pt x="49" y="100"/>
                        <a:pt x="49" y="100"/>
                        <a:pt x="49" y="100"/>
                      </a:cubicBezTo>
                      <a:cubicBezTo>
                        <a:pt x="50" y="101"/>
                        <a:pt x="50" y="101"/>
                        <a:pt x="50" y="100"/>
                      </a:cubicBezTo>
                      <a:cubicBezTo>
                        <a:pt x="50" y="100"/>
                        <a:pt x="51" y="100"/>
                        <a:pt x="51" y="100"/>
                      </a:cubicBezTo>
                      <a:cubicBezTo>
                        <a:pt x="51" y="100"/>
                        <a:pt x="51" y="100"/>
                        <a:pt x="51" y="99"/>
                      </a:cubicBezTo>
                      <a:cubicBezTo>
                        <a:pt x="51" y="99"/>
                        <a:pt x="51" y="99"/>
                        <a:pt x="51" y="99"/>
                      </a:cubicBezTo>
                      <a:cubicBezTo>
                        <a:pt x="51" y="99"/>
                        <a:pt x="51" y="99"/>
                        <a:pt x="51" y="99"/>
                      </a:cubicBezTo>
                      <a:cubicBezTo>
                        <a:pt x="51" y="99"/>
                        <a:pt x="51" y="99"/>
                        <a:pt x="51" y="99"/>
                      </a:cubicBezTo>
                      <a:cubicBezTo>
                        <a:pt x="51" y="98"/>
                        <a:pt x="51" y="98"/>
                        <a:pt x="51" y="98"/>
                      </a:cubicBezTo>
                      <a:cubicBezTo>
                        <a:pt x="51" y="98"/>
                        <a:pt x="51" y="98"/>
                        <a:pt x="51" y="98"/>
                      </a:cubicBezTo>
                      <a:cubicBezTo>
                        <a:pt x="51" y="98"/>
                        <a:pt x="51" y="98"/>
                        <a:pt x="52" y="97"/>
                      </a:cubicBezTo>
                      <a:cubicBezTo>
                        <a:pt x="52" y="97"/>
                        <a:pt x="52" y="97"/>
                        <a:pt x="52" y="97"/>
                      </a:cubicBezTo>
                      <a:cubicBezTo>
                        <a:pt x="52" y="97"/>
                        <a:pt x="52" y="97"/>
                        <a:pt x="52" y="97"/>
                      </a:cubicBezTo>
                      <a:cubicBezTo>
                        <a:pt x="51" y="97"/>
                        <a:pt x="51" y="97"/>
                        <a:pt x="51" y="97"/>
                      </a:cubicBezTo>
                      <a:cubicBezTo>
                        <a:pt x="51" y="97"/>
                        <a:pt x="51" y="98"/>
                        <a:pt x="51" y="98"/>
                      </a:cubicBezTo>
                      <a:close/>
                      <a:moveTo>
                        <a:pt x="93" y="4"/>
                      </a:moveTo>
                      <a:cubicBezTo>
                        <a:pt x="94" y="4"/>
                        <a:pt x="94" y="4"/>
                        <a:pt x="94" y="4"/>
                      </a:cubicBezTo>
                      <a:cubicBezTo>
                        <a:pt x="94" y="3"/>
                        <a:pt x="94" y="3"/>
                        <a:pt x="93" y="3"/>
                      </a:cubicBezTo>
                      <a:cubicBezTo>
                        <a:pt x="93" y="3"/>
                        <a:pt x="93" y="3"/>
                        <a:pt x="93" y="3"/>
                      </a:cubicBezTo>
                      <a:cubicBezTo>
                        <a:pt x="92" y="4"/>
                        <a:pt x="93" y="4"/>
                        <a:pt x="93" y="4"/>
                      </a:cubicBezTo>
                      <a:cubicBezTo>
                        <a:pt x="93" y="4"/>
                        <a:pt x="93" y="4"/>
                        <a:pt x="93" y="4"/>
                      </a:cubicBezTo>
                      <a:close/>
                      <a:moveTo>
                        <a:pt x="80" y="38"/>
                      </a:moveTo>
                      <a:cubicBezTo>
                        <a:pt x="81" y="38"/>
                        <a:pt x="81" y="38"/>
                        <a:pt x="81" y="38"/>
                      </a:cubicBezTo>
                      <a:cubicBezTo>
                        <a:pt x="81" y="38"/>
                        <a:pt x="81" y="38"/>
                        <a:pt x="81" y="38"/>
                      </a:cubicBezTo>
                      <a:cubicBezTo>
                        <a:pt x="80" y="38"/>
                        <a:pt x="80" y="38"/>
                        <a:pt x="80" y="38"/>
                      </a:cubicBezTo>
                      <a:cubicBezTo>
                        <a:pt x="80" y="38"/>
                        <a:pt x="80" y="38"/>
                        <a:pt x="80" y="38"/>
                      </a:cubicBezTo>
                      <a:close/>
                      <a:moveTo>
                        <a:pt x="81" y="32"/>
                      </a:moveTo>
                      <a:cubicBezTo>
                        <a:pt x="81" y="33"/>
                        <a:pt x="81" y="33"/>
                        <a:pt x="81" y="33"/>
                      </a:cubicBezTo>
                      <a:cubicBezTo>
                        <a:pt x="81" y="33"/>
                        <a:pt x="81" y="33"/>
                        <a:pt x="81" y="33"/>
                      </a:cubicBezTo>
                      <a:cubicBezTo>
                        <a:pt x="81" y="33"/>
                        <a:pt x="82" y="32"/>
                        <a:pt x="82" y="32"/>
                      </a:cubicBezTo>
                      <a:cubicBezTo>
                        <a:pt x="82" y="32"/>
                        <a:pt x="82" y="32"/>
                        <a:pt x="82" y="31"/>
                      </a:cubicBezTo>
                      <a:cubicBezTo>
                        <a:pt x="82" y="31"/>
                        <a:pt x="82" y="31"/>
                        <a:pt x="82" y="31"/>
                      </a:cubicBezTo>
                      <a:cubicBezTo>
                        <a:pt x="81" y="31"/>
                        <a:pt x="81" y="32"/>
                        <a:pt x="81" y="32"/>
                      </a:cubicBezTo>
                      <a:cubicBezTo>
                        <a:pt x="81" y="32"/>
                        <a:pt x="81" y="32"/>
                        <a:pt x="81" y="32"/>
                      </a:cubicBezTo>
                      <a:close/>
                      <a:moveTo>
                        <a:pt x="92" y="3"/>
                      </a:moveTo>
                      <a:cubicBezTo>
                        <a:pt x="92" y="3"/>
                        <a:pt x="92" y="2"/>
                        <a:pt x="92" y="2"/>
                      </a:cubicBezTo>
                      <a:cubicBezTo>
                        <a:pt x="92" y="2"/>
                        <a:pt x="92" y="2"/>
                        <a:pt x="92" y="1"/>
                      </a:cubicBezTo>
                      <a:cubicBezTo>
                        <a:pt x="92" y="1"/>
                        <a:pt x="92" y="1"/>
                        <a:pt x="92" y="1"/>
                      </a:cubicBezTo>
                      <a:cubicBezTo>
                        <a:pt x="92" y="1"/>
                        <a:pt x="92" y="1"/>
                        <a:pt x="91" y="1"/>
                      </a:cubicBezTo>
                      <a:cubicBezTo>
                        <a:pt x="92" y="1"/>
                        <a:pt x="92" y="2"/>
                        <a:pt x="92" y="2"/>
                      </a:cubicBezTo>
                      <a:cubicBezTo>
                        <a:pt x="92" y="2"/>
                        <a:pt x="92" y="3"/>
                        <a:pt x="92" y="3"/>
                      </a:cubicBezTo>
                      <a:close/>
                      <a:moveTo>
                        <a:pt x="124" y="21"/>
                      </a:moveTo>
                      <a:cubicBezTo>
                        <a:pt x="124" y="21"/>
                        <a:pt x="124" y="21"/>
                        <a:pt x="124" y="21"/>
                      </a:cubicBezTo>
                      <a:cubicBezTo>
                        <a:pt x="124" y="21"/>
                        <a:pt x="123" y="21"/>
                        <a:pt x="123" y="21"/>
                      </a:cubicBezTo>
                      <a:cubicBezTo>
                        <a:pt x="122" y="21"/>
                        <a:pt x="122" y="21"/>
                        <a:pt x="122" y="22"/>
                      </a:cubicBezTo>
                      <a:cubicBezTo>
                        <a:pt x="122" y="22"/>
                        <a:pt x="122" y="22"/>
                        <a:pt x="122" y="22"/>
                      </a:cubicBezTo>
                      <a:cubicBezTo>
                        <a:pt x="122" y="22"/>
                        <a:pt x="122" y="22"/>
                        <a:pt x="122" y="22"/>
                      </a:cubicBezTo>
                      <a:cubicBezTo>
                        <a:pt x="121" y="22"/>
                        <a:pt x="121" y="22"/>
                        <a:pt x="121" y="22"/>
                      </a:cubicBezTo>
                      <a:cubicBezTo>
                        <a:pt x="121" y="21"/>
                        <a:pt x="121" y="21"/>
                        <a:pt x="121" y="21"/>
                      </a:cubicBezTo>
                      <a:cubicBezTo>
                        <a:pt x="121" y="21"/>
                        <a:pt x="121" y="21"/>
                        <a:pt x="121" y="21"/>
                      </a:cubicBezTo>
                      <a:cubicBezTo>
                        <a:pt x="121" y="21"/>
                        <a:pt x="121" y="21"/>
                        <a:pt x="121" y="21"/>
                      </a:cubicBezTo>
                      <a:cubicBezTo>
                        <a:pt x="121" y="21"/>
                        <a:pt x="121" y="20"/>
                        <a:pt x="121" y="19"/>
                      </a:cubicBezTo>
                      <a:cubicBezTo>
                        <a:pt x="121" y="19"/>
                        <a:pt x="120" y="19"/>
                        <a:pt x="120" y="18"/>
                      </a:cubicBezTo>
                      <a:cubicBezTo>
                        <a:pt x="120" y="18"/>
                        <a:pt x="120" y="18"/>
                        <a:pt x="120" y="18"/>
                      </a:cubicBezTo>
                      <a:cubicBezTo>
                        <a:pt x="120" y="17"/>
                        <a:pt x="119" y="17"/>
                        <a:pt x="119" y="17"/>
                      </a:cubicBezTo>
                      <a:cubicBezTo>
                        <a:pt x="119" y="17"/>
                        <a:pt x="120" y="16"/>
                        <a:pt x="120" y="16"/>
                      </a:cubicBezTo>
                      <a:cubicBezTo>
                        <a:pt x="120" y="16"/>
                        <a:pt x="120" y="15"/>
                        <a:pt x="120" y="15"/>
                      </a:cubicBezTo>
                      <a:cubicBezTo>
                        <a:pt x="120" y="15"/>
                        <a:pt x="120" y="14"/>
                        <a:pt x="121" y="14"/>
                      </a:cubicBezTo>
                      <a:cubicBezTo>
                        <a:pt x="121" y="14"/>
                        <a:pt x="121" y="14"/>
                        <a:pt x="121" y="14"/>
                      </a:cubicBezTo>
                      <a:cubicBezTo>
                        <a:pt x="121" y="14"/>
                        <a:pt x="121" y="14"/>
                        <a:pt x="121" y="13"/>
                      </a:cubicBezTo>
                      <a:cubicBezTo>
                        <a:pt x="121" y="13"/>
                        <a:pt x="121" y="13"/>
                        <a:pt x="121" y="13"/>
                      </a:cubicBezTo>
                      <a:cubicBezTo>
                        <a:pt x="121" y="13"/>
                        <a:pt x="121" y="12"/>
                        <a:pt x="121" y="12"/>
                      </a:cubicBezTo>
                      <a:cubicBezTo>
                        <a:pt x="121" y="12"/>
                        <a:pt x="121" y="12"/>
                        <a:pt x="121" y="12"/>
                      </a:cubicBezTo>
                      <a:cubicBezTo>
                        <a:pt x="120" y="12"/>
                        <a:pt x="120" y="13"/>
                        <a:pt x="119" y="14"/>
                      </a:cubicBezTo>
                      <a:cubicBezTo>
                        <a:pt x="119" y="14"/>
                        <a:pt x="118" y="14"/>
                        <a:pt x="118" y="15"/>
                      </a:cubicBezTo>
                      <a:cubicBezTo>
                        <a:pt x="118" y="15"/>
                        <a:pt x="117" y="16"/>
                        <a:pt x="117" y="16"/>
                      </a:cubicBezTo>
                      <a:cubicBezTo>
                        <a:pt x="116" y="16"/>
                        <a:pt x="116" y="16"/>
                        <a:pt x="115" y="15"/>
                      </a:cubicBezTo>
                      <a:cubicBezTo>
                        <a:pt x="115" y="15"/>
                        <a:pt x="115" y="15"/>
                        <a:pt x="114" y="15"/>
                      </a:cubicBezTo>
                      <a:cubicBezTo>
                        <a:pt x="114" y="15"/>
                        <a:pt x="114" y="15"/>
                        <a:pt x="114" y="15"/>
                      </a:cubicBezTo>
                      <a:cubicBezTo>
                        <a:pt x="114" y="15"/>
                        <a:pt x="114" y="15"/>
                        <a:pt x="114" y="15"/>
                      </a:cubicBezTo>
                      <a:cubicBezTo>
                        <a:pt x="114" y="14"/>
                        <a:pt x="114" y="14"/>
                        <a:pt x="114" y="14"/>
                      </a:cubicBezTo>
                      <a:cubicBezTo>
                        <a:pt x="114" y="14"/>
                        <a:pt x="114" y="14"/>
                        <a:pt x="113" y="14"/>
                      </a:cubicBezTo>
                      <a:cubicBezTo>
                        <a:pt x="113" y="14"/>
                        <a:pt x="113" y="14"/>
                        <a:pt x="113" y="14"/>
                      </a:cubicBezTo>
                      <a:cubicBezTo>
                        <a:pt x="113" y="14"/>
                        <a:pt x="113" y="14"/>
                        <a:pt x="112" y="14"/>
                      </a:cubicBezTo>
                      <a:cubicBezTo>
                        <a:pt x="112" y="14"/>
                        <a:pt x="112" y="14"/>
                        <a:pt x="112" y="14"/>
                      </a:cubicBezTo>
                      <a:cubicBezTo>
                        <a:pt x="112" y="14"/>
                        <a:pt x="112" y="14"/>
                        <a:pt x="112" y="14"/>
                      </a:cubicBezTo>
                      <a:cubicBezTo>
                        <a:pt x="111" y="14"/>
                        <a:pt x="111" y="14"/>
                        <a:pt x="111" y="14"/>
                      </a:cubicBezTo>
                      <a:cubicBezTo>
                        <a:pt x="111" y="14"/>
                        <a:pt x="110" y="14"/>
                        <a:pt x="110" y="14"/>
                      </a:cubicBezTo>
                      <a:cubicBezTo>
                        <a:pt x="110" y="14"/>
                        <a:pt x="110" y="13"/>
                        <a:pt x="110" y="13"/>
                      </a:cubicBezTo>
                      <a:cubicBezTo>
                        <a:pt x="110" y="13"/>
                        <a:pt x="110" y="13"/>
                        <a:pt x="110" y="13"/>
                      </a:cubicBezTo>
                      <a:cubicBezTo>
                        <a:pt x="109" y="12"/>
                        <a:pt x="108" y="12"/>
                        <a:pt x="107" y="11"/>
                      </a:cubicBezTo>
                      <a:cubicBezTo>
                        <a:pt x="107" y="11"/>
                        <a:pt x="106" y="10"/>
                        <a:pt x="106" y="10"/>
                      </a:cubicBezTo>
                      <a:cubicBezTo>
                        <a:pt x="105" y="10"/>
                        <a:pt x="105" y="10"/>
                        <a:pt x="105" y="9"/>
                      </a:cubicBezTo>
                      <a:cubicBezTo>
                        <a:pt x="105" y="9"/>
                        <a:pt x="105" y="9"/>
                        <a:pt x="104" y="8"/>
                      </a:cubicBezTo>
                      <a:cubicBezTo>
                        <a:pt x="104" y="8"/>
                        <a:pt x="103" y="7"/>
                        <a:pt x="103" y="7"/>
                      </a:cubicBezTo>
                      <a:cubicBezTo>
                        <a:pt x="103" y="6"/>
                        <a:pt x="103" y="6"/>
                        <a:pt x="103" y="6"/>
                      </a:cubicBezTo>
                      <a:cubicBezTo>
                        <a:pt x="102" y="6"/>
                        <a:pt x="102" y="5"/>
                        <a:pt x="102" y="5"/>
                      </a:cubicBezTo>
                      <a:cubicBezTo>
                        <a:pt x="101" y="4"/>
                        <a:pt x="101" y="3"/>
                        <a:pt x="100" y="3"/>
                      </a:cubicBezTo>
                      <a:cubicBezTo>
                        <a:pt x="100" y="2"/>
                        <a:pt x="100" y="2"/>
                        <a:pt x="100" y="2"/>
                      </a:cubicBezTo>
                      <a:cubicBezTo>
                        <a:pt x="99" y="2"/>
                        <a:pt x="99" y="1"/>
                        <a:pt x="98" y="0"/>
                      </a:cubicBezTo>
                      <a:cubicBezTo>
                        <a:pt x="98" y="0"/>
                        <a:pt x="98" y="0"/>
                        <a:pt x="98" y="0"/>
                      </a:cubicBezTo>
                      <a:cubicBezTo>
                        <a:pt x="98" y="1"/>
                        <a:pt x="98" y="1"/>
                        <a:pt x="98" y="1"/>
                      </a:cubicBezTo>
                      <a:cubicBezTo>
                        <a:pt x="98" y="1"/>
                        <a:pt x="97" y="1"/>
                        <a:pt x="97" y="1"/>
                      </a:cubicBezTo>
                      <a:cubicBezTo>
                        <a:pt x="97" y="1"/>
                        <a:pt x="97" y="1"/>
                        <a:pt x="97" y="1"/>
                      </a:cubicBezTo>
                      <a:cubicBezTo>
                        <a:pt x="96" y="1"/>
                        <a:pt x="96" y="1"/>
                        <a:pt x="96" y="1"/>
                      </a:cubicBezTo>
                      <a:cubicBezTo>
                        <a:pt x="96" y="1"/>
                        <a:pt x="96" y="1"/>
                        <a:pt x="96" y="1"/>
                      </a:cubicBezTo>
                      <a:cubicBezTo>
                        <a:pt x="96" y="1"/>
                        <a:pt x="96" y="1"/>
                        <a:pt x="96" y="2"/>
                      </a:cubicBezTo>
                      <a:cubicBezTo>
                        <a:pt x="96" y="2"/>
                        <a:pt x="96" y="2"/>
                        <a:pt x="96" y="2"/>
                      </a:cubicBezTo>
                      <a:cubicBezTo>
                        <a:pt x="96" y="3"/>
                        <a:pt x="95" y="3"/>
                        <a:pt x="96" y="4"/>
                      </a:cubicBezTo>
                      <a:cubicBezTo>
                        <a:pt x="96" y="4"/>
                        <a:pt x="96" y="4"/>
                        <a:pt x="96" y="5"/>
                      </a:cubicBezTo>
                      <a:cubicBezTo>
                        <a:pt x="97" y="6"/>
                        <a:pt x="97" y="7"/>
                        <a:pt x="97" y="9"/>
                      </a:cubicBezTo>
                      <a:cubicBezTo>
                        <a:pt x="97" y="9"/>
                        <a:pt x="97" y="9"/>
                        <a:pt x="97" y="10"/>
                      </a:cubicBezTo>
                      <a:cubicBezTo>
                        <a:pt x="97" y="10"/>
                        <a:pt x="97" y="11"/>
                        <a:pt x="96" y="11"/>
                      </a:cubicBezTo>
                      <a:cubicBezTo>
                        <a:pt x="96" y="12"/>
                        <a:pt x="96" y="12"/>
                        <a:pt x="96" y="12"/>
                      </a:cubicBezTo>
                      <a:cubicBezTo>
                        <a:pt x="96" y="13"/>
                        <a:pt x="96" y="14"/>
                        <a:pt x="96" y="14"/>
                      </a:cubicBezTo>
                      <a:cubicBezTo>
                        <a:pt x="96" y="16"/>
                        <a:pt x="96" y="16"/>
                        <a:pt x="95" y="16"/>
                      </a:cubicBezTo>
                      <a:cubicBezTo>
                        <a:pt x="94" y="17"/>
                        <a:pt x="94" y="17"/>
                        <a:pt x="94" y="18"/>
                      </a:cubicBezTo>
                      <a:cubicBezTo>
                        <a:pt x="94" y="18"/>
                        <a:pt x="94" y="18"/>
                        <a:pt x="94" y="19"/>
                      </a:cubicBezTo>
                      <a:cubicBezTo>
                        <a:pt x="94" y="19"/>
                        <a:pt x="94" y="19"/>
                        <a:pt x="94" y="19"/>
                      </a:cubicBezTo>
                      <a:cubicBezTo>
                        <a:pt x="94" y="19"/>
                        <a:pt x="94" y="19"/>
                        <a:pt x="94" y="20"/>
                      </a:cubicBezTo>
                      <a:cubicBezTo>
                        <a:pt x="95" y="20"/>
                        <a:pt x="95" y="21"/>
                        <a:pt x="94" y="22"/>
                      </a:cubicBezTo>
                      <a:cubicBezTo>
                        <a:pt x="94" y="22"/>
                        <a:pt x="93" y="23"/>
                        <a:pt x="93" y="23"/>
                      </a:cubicBezTo>
                      <a:cubicBezTo>
                        <a:pt x="93" y="23"/>
                        <a:pt x="92" y="23"/>
                        <a:pt x="92" y="22"/>
                      </a:cubicBezTo>
                      <a:cubicBezTo>
                        <a:pt x="92" y="22"/>
                        <a:pt x="92" y="22"/>
                        <a:pt x="92" y="22"/>
                      </a:cubicBezTo>
                      <a:cubicBezTo>
                        <a:pt x="92" y="22"/>
                        <a:pt x="91" y="22"/>
                        <a:pt x="91" y="22"/>
                      </a:cubicBezTo>
                      <a:cubicBezTo>
                        <a:pt x="91" y="22"/>
                        <a:pt x="91" y="22"/>
                        <a:pt x="90" y="22"/>
                      </a:cubicBezTo>
                      <a:cubicBezTo>
                        <a:pt x="90" y="22"/>
                        <a:pt x="90" y="22"/>
                        <a:pt x="90" y="22"/>
                      </a:cubicBezTo>
                      <a:cubicBezTo>
                        <a:pt x="90" y="22"/>
                        <a:pt x="89" y="22"/>
                        <a:pt x="89" y="21"/>
                      </a:cubicBezTo>
                      <a:cubicBezTo>
                        <a:pt x="89" y="21"/>
                        <a:pt x="89" y="21"/>
                        <a:pt x="88" y="21"/>
                      </a:cubicBezTo>
                      <a:cubicBezTo>
                        <a:pt x="88" y="21"/>
                        <a:pt x="88" y="21"/>
                        <a:pt x="88" y="21"/>
                      </a:cubicBezTo>
                      <a:cubicBezTo>
                        <a:pt x="88" y="21"/>
                        <a:pt x="88" y="21"/>
                        <a:pt x="88" y="21"/>
                      </a:cubicBezTo>
                      <a:cubicBezTo>
                        <a:pt x="87" y="21"/>
                        <a:pt x="87" y="21"/>
                        <a:pt x="87" y="21"/>
                      </a:cubicBezTo>
                      <a:cubicBezTo>
                        <a:pt x="87" y="21"/>
                        <a:pt x="87" y="22"/>
                        <a:pt x="87" y="22"/>
                      </a:cubicBezTo>
                      <a:cubicBezTo>
                        <a:pt x="87" y="22"/>
                        <a:pt x="87" y="22"/>
                        <a:pt x="87" y="22"/>
                      </a:cubicBezTo>
                      <a:cubicBezTo>
                        <a:pt x="88" y="23"/>
                        <a:pt x="88" y="23"/>
                        <a:pt x="88" y="23"/>
                      </a:cubicBezTo>
                      <a:cubicBezTo>
                        <a:pt x="89" y="24"/>
                        <a:pt x="89" y="24"/>
                        <a:pt x="88" y="25"/>
                      </a:cubicBezTo>
                      <a:cubicBezTo>
                        <a:pt x="87" y="25"/>
                        <a:pt x="87" y="25"/>
                        <a:pt x="87" y="26"/>
                      </a:cubicBezTo>
                      <a:cubicBezTo>
                        <a:pt x="87" y="26"/>
                        <a:pt x="87" y="26"/>
                        <a:pt x="87" y="26"/>
                      </a:cubicBezTo>
                      <a:cubicBezTo>
                        <a:pt x="87" y="26"/>
                        <a:pt x="87" y="26"/>
                        <a:pt x="87" y="26"/>
                      </a:cubicBezTo>
                      <a:cubicBezTo>
                        <a:pt x="86" y="26"/>
                        <a:pt x="86" y="26"/>
                        <a:pt x="86" y="26"/>
                      </a:cubicBezTo>
                      <a:cubicBezTo>
                        <a:pt x="86" y="26"/>
                        <a:pt x="86" y="26"/>
                        <a:pt x="86" y="26"/>
                      </a:cubicBezTo>
                      <a:cubicBezTo>
                        <a:pt x="86" y="26"/>
                        <a:pt x="86" y="27"/>
                        <a:pt x="85" y="27"/>
                      </a:cubicBezTo>
                      <a:cubicBezTo>
                        <a:pt x="85" y="27"/>
                        <a:pt x="85" y="27"/>
                        <a:pt x="85" y="27"/>
                      </a:cubicBezTo>
                      <a:cubicBezTo>
                        <a:pt x="84" y="27"/>
                        <a:pt x="84" y="28"/>
                        <a:pt x="84" y="28"/>
                      </a:cubicBezTo>
                      <a:cubicBezTo>
                        <a:pt x="84" y="29"/>
                        <a:pt x="84" y="30"/>
                        <a:pt x="83" y="30"/>
                      </a:cubicBezTo>
                      <a:cubicBezTo>
                        <a:pt x="83" y="30"/>
                        <a:pt x="83" y="31"/>
                        <a:pt x="84" y="31"/>
                      </a:cubicBezTo>
                      <a:cubicBezTo>
                        <a:pt x="84" y="31"/>
                        <a:pt x="84" y="32"/>
                        <a:pt x="84" y="32"/>
                      </a:cubicBezTo>
                      <a:cubicBezTo>
                        <a:pt x="84" y="32"/>
                        <a:pt x="84" y="32"/>
                        <a:pt x="85" y="32"/>
                      </a:cubicBezTo>
                      <a:cubicBezTo>
                        <a:pt x="85" y="32"/>
                        <a:pt x="85" y="32"/>
                        <a:pt x="85" y="32"/>
                      </a:cubicBezTo>
                      <a:cubicBezTo>
                        <a:pt x="86" y="33"/>
                        <a:pt x="86" y="34"/>
                        <a:pt x="86" y="34"/>
                      </a:cubicBezTo>
                      <a:cubicBezTo>
                        <a:pt x="86" y="35"/>
                        <a:pt x="86" y="35"/>
                        <a:pt x="85" y="35"/>
                      </a:cubicBezTo>
                      <a:cubicBezTo>
                        <a:pt x="85" y="35"/>
                        <a:pt x="85" y="35"/>
                        <a:pt x="85" y="35"/>
                      </a:cubicBezTo>
                      <a:cubicBezTo>
                        <a:pt x="85" y="36"/>
                        <a:pt x="85" y="36"/>
                        <a:pt x="85" y="36"/>
                      </a:cubicBezTo>
                      <a:cubicBezTo>
                        <a:pt x="85" y="37"/>
                        <a:pt x="85" y="37"/>
                        <a:pt x="85" y="38"/>
                      </a:cubicBezTo>
                      <a:cubicBezTo>
                        <a:pt x="85" y="38"/>
                        <a:pt x="85" y="39"/>
                        <a:pt x="86" y="39"/>
                      </a:cubicBezTo>
                      <a:cubicBezTo>
                        <a:pt x="86" y="39"/>
                        <a:pt x="86" y="39"/>
                        <a:pt x="86" y="39"/>
                      </a:cubicBezTo>
                      <a:cubicBezTo>
                        <a:pt x="86" y="39"/>
                        <a:pt x="86" y="39"/>
                        <a:pt x="86" y="38"/>
                      </a:cubicBezTo>
                      <a:cubicBezTo>
                        <a:pt x="87" y="38"/>
                        <a:pt x="87" y="38"/>
                        <a:pt x="87" y="38"/>
                      </a:cubicBezTo>
                      <a:cubicBezTo>
                        <a:pt x="88" y="38"/>
                        <a:pt x="88" y="38"/>
                        <a:pt x="88" y="37"/>
                      </a:cubicBezTo>
                      <a:cubicBezTo>
                        <a:pt x="88" y="37"/>
                        <a:pt x="88" y="37"/>
                        <a:pt x="88" y="36"/>
                      </a:cubicBezTo>
                      <a:cubicBezTo>
                        <a:pt x="88" y="36"/>
                        <a:pt x="88" y="36"/>
                        <a:pt x="88" y="36"/>
                      </a:cubicBezTo>
                      <a:cubicBezTo>
                        <a:pt x="89" y="36"/>
                        <a:pt x="89" y="36"/>
                        <a:pt x="89" y="36"/>
                      </a:cubicBezTo>
                      <a:cubicBezTo>
                        <a:pt x="89" y="35"/>
                        <a:pt x="89" y="35"/>
                        <a:pt x="89" y="35"/>
                      </a:cubicBezTo>
                      <a:cubicBezTo>
                        <a:pt x="89" y="35"/>
                        <a:pt x="89" y="35"/>
                        <a:pt x="90" y="35"/>
                      </a:cubicBezTo>
                      <a:cubicBezTo>
                        <a:pt x="90" y="35"/>
                        <a:pt x="90" y="35"/>
                        <a:pt x="90" y="35"/>
                      </a:cubicBezTo>
                      <a:cubicBezTo>
                        <a:pt x="90" y="35"/>
                        <a:pt x="90" y="36"/>
                        <a:pt x="90" y="36"/>
                      </a:cubicBezTo>
                      <a:cubicBezTo>
                        <a:pt x="90" y="36"/>
                        <a:pt x="90" y="36"/>
                        <a:pt x="90" y="36"/>
                      </a:cubicBezTo>
                      <a:cubicBezTo>
                        <a:pt x="90" y="36"/>
                        <a:pt x="90" y="35"/>
                        <a:pt x="90" y="35"/>
                      </a:cubicBezTo>
                      <a:cubicBezTo>
                        <a:pt x="91" y="36"/>
                        <a:pt x="91" y="36"/>
                        <a:pt x="91" y="36"/>
                      </a:cubicBezTo>
                      <a:cubicBezTo>
                        <a:pt x="92" y="36"/>
                        <a:pt x="92" y="36"/>
                        <a:pt x="92" y="36"/>
                      </a:cubicBezTo>
                      <a:cubicBezTo>
                        <a:pt x="92" y="36"/>
                        <a:pt x="92" y="35"/>
                        <a:pt x="93" y="35"/>
                      </a:cubicBezTo>
                      <a:cubicBezTo>
                        <a:pt x="93" y="35"/>
                        <a:pt x="93" y="35"/>
                        <a:pt x="93" y="35"/>
                      </a:cubicBezTo>
                      <a:cubicBezTo>
                        <a:pt x="93" y="35"/>
                        <a:pt x="92" y="34"/>
                        <a:pt x="92" y="34"/>
                      </a:cubicBezTo>
                      <a:cubicBezTo>
                        <a:pt x="92" y="34"/>
                        <a:pt x="91" y="34"/>
                        <a:pt x="91" y="34"/>
                      </a:cubicBezTo>
                      <a:cubicBezTo>
                        <a:pt x="91" y="33"/>
                        <a:pt x="91" y="33"/>
                        <a:pt x="90" y="33"/>
                      </a:cubicBezTo>
                      <a:cubicBezTo>
                        <a:pt x="90" y="32"/>
                        <a:pt x="90" y="32"/>
                        <a:pt x="89" y="32"/>
                      </a:cubicBezTo>
                      <a:cubicBezTo>
                        <a:pt x="89" y="32"/>
                        <a:pt x="89" y="32"/>
                        <a:pt x="89" y="32"/>
                      </a:cubicBezTo>
                      <a:cubicBezTo>
                        <a:pt x="89" y="32"/>
                        <a:pt x="88" y="32"/>
                        <a:pt x="88" y="32"/>
                      </a:cubicBezTo>
                      <a:cubicBezTo>
                        <a:pt x="88" y="32"/>
                        <a:pt x="88" y="31"/>
                        <a:pt x="87" y="31"/>
                      </a:cubicBezTo>
                      <a:cubicBezTo>
                        <a:pt x="87" y="31"/>
                        <a:pt x="87" y="31"/>
                        <a:pt x="87" y="30"/>
                      </a:cubicBezTo>
                      <a:cubicBezTo>
                        <a:pt x="87" y="30"/>
                        <a:pt x="87" y="30"/>
                        <a:pt x="87" y="29"/>
                      </a:cubicBezTo>
                      <a:cubicBezTo>
                        <a:pt x="87" y="29"/>
                        <a:pt x="88" y="28"/>
                        <a:pt x="88" y="28"/>
                      </a:cubicBezTo>
                      <a:cubicBezTo>
                        <a:pt x="88" y="28"/>
                        <a:pt x="88" y="28"/>
                        <a:pt x="89" y="28"/>
                      </a:cubicBezTo>
                      <a:cubicBezTo>
                        <a:pt x="89" y="28"/>
                        <a:pt x="90" y="28"/>
                        <a:pt x="90" y="28"/>
                      </a:cubicBezTo>
                      <a:cubicBezTo>
                        <a:pt x="90" y="29"/>
                        <a:pt x="90" y="29"/>
                        <a:pt x="91" y="29"/>
                      </a:cubicBezTo>
                      <a:cubicBezTo>
                        <a:pt x="91" y="29"/>
                        <a:pt x="91" y="29"/>
                        <a:pt x="91" y="30"/>
                      </a:cubicBezTo>
                      <a:cubicBezTo>
                        <a:pt x="91" y="30"/>
                        <a:pt x="91" y="30"/>
                        <a:pt x="92" y="30"/>
                      </a:cubicBezTo>
                      <a:cubicBezTo>
                        <a:pt x="92" y="30"/>
                        <a:pt x="92" y="30"/>
                        <a:pt x="92" y="30"/>
                      </a:cubicBezTo>
                      <a:cubicBezTo>
                        <a:pt x="92" y="30"/>
                        <a:pt x="91" y="30"/>
                        <a:pt x="91" y="30"/>
                      </a:cubicBezTo>
                      <a:cubicBezTo>
                        <a:pt x="92" y="31"/>
                        <a:pt x="92" y="30"/>
                        <a:pt x="92" y="30"/>
                      </a:cubicBezTo>
                      <a:cubicBezTo>
                        <a:pt x="92" y="30"/>
                        <a:pt x="92" y="30"/>
                        <a:pt x="92" y="30"/>
                      </a:cubicBezTo>
                      <a:cubicBezTo>
                        <a:pt x="92" y="30"/>
                        <a:pt x="93" y="29"/>
                        <a:pt x="93" y="29"/>
                      </a:cubicBezTo>
                      <a:cubicBezTo>
                        <a:pt x="93" y="29"/>
                        <a:pt x="94" y="29"/>
                        <a:pt x="94" y="29"/>
                      </a:cubicBezTo>
                      <a:cubicBezTo>
                        <a:pt x="94" y="29"/>
                        <a:pt x="94" y="28"/>
                        <a:pt x="94" y="28"/>
                      </a:cubicBezTo>
                      <a:cubicBezTo>
                        <a:pt x="94" y="28"/>
                        <a:pt x="95" y="28"/>
                        <a:pt x="95" y="28"/>
                      </a:cubicBezTo>
                      <a:cubicBezTo>
                        <a:pt x="95" y="28"/>
                        <a:pt x="95" y="28"/>
                        <a:pt x="95" y="28"/>
                      </a:cubicBezTo>
                      <a:cubicBezTo>
                        <a:pt x="95" y="28"/>
                        <a:pt x="96" y="28"/>
                        <a:pt x="96" y="28"/>
                      </a:cubicBezTo>
                      <a:cubicBezTo>
                        <a:pt x="96" y="28"/>
                        <a:pt x="96" y="28"/>
                        <a:pt x="96" y="28"/>
                      </a:cubicBezTo>
                      <a:cubicBezTo>
                        <a:pt x="97" y="28"/>
                        <a:pt x="98" y="28"/>
                        <a:pt x="98" y="29"/>
                      </a:cubicBezTo>
                      <a:cubicBezTo>
                        <a:pt x="98" y="29"/>
                        <a:pt x="99" y="29"/>
                        <a:pt x="99" y="29"/>
                      </a:cubicBezTo>
                      <a:cubicBezTo>
                        <a:pt x="100" y="29"/>
                        <a:pt x="100" y="30"/>
                        <a:pt x="100" y="30"/>
                      </a:cubicBezTo>
                      <a:cubicBezTo>
                        <a:pt x="101" y="30"/>
                        <a:pt x="101" y="30"/>
                        <a:pt x="101" y="31"/>
                      </a:cubicBezTo>
                      <a:cubicBezTo>
                        <a:pt x="102" y="31"/>
                        <a:pt x="102" y="31"/>
                        <a:pt x="103" y="31"/>
                      </a:cubicBezTo>
                      <a:cubicBezTo>
                        <a:pt x="103" y="32"/>
                        <a:pt x="104" y="32"/>
                        <a:pt x="105" y="32"/>
                      </a:cubicBezTo>
                      <a:cubicBezTo>
                        <a:pt x="105" y="32"/>
                        <a:pt x="105" y="32"/>
                        <a:pt x="105" y="32"/>
                      </a:cubicBezTo>
                      <a:cubicBezTo>
                        <a:pt x="105" y="33"/>
                        <a:pt x="105" y="33"/>
                        <a:pt x="106" y="33"/>
                      </a:cubicBezTo>
                      <a:cubicBezTo>
                        <a:pt x="106" y="33"/>
                        <a:pt x="106" y="33"/>
                        <a:pt x="106" y="33"/>
                      </a:cubicBezTo>
                      <a:cubicBezTo>
                        <a:pt x="106" y="34"/>
                        <a:pt x="107" y="34"/>
                        <a:pt x="107" y="34"/>
                      </a:cubicBezTo>
                      <a:cubicBezTo>
                        <a:pt x="107" y="34"/>
                        <a:pt x="107" y="33"/>
                        <a:pt x="107" y="33"/>
                      </a:cubicBezTo>
                      <a:cubicBezTo>
                        <a:pt x="107" y="33"/>
                        <a:pt x="107" y="33"/>
                        <a:pt x="107" y="33"/>
                      </a:cubicBezTo>
                      <a:cubicBezTo>
                        <a:pt x="107" y="32"/>
                        <a:pt x="107" y="32"/>
                        <a:pt x="108" y="32"/>
                      </a:cubicBezTo>
                      <a:cubicBezTo>
                        <a:pt x="108" y="32"/>
                        <a:pt x="108" y="31"/>
                        <a:pt x="107" y="31"/>
                      </a:cubicBezTo>
                      <a:cubicBezTo>
                        <a:pt x="107" y="31"/>
                        <a:pt x="107" y="31"/>
                        <a:pt x="107" y="31"/>
                      </a:cubicBezTo>
                      <a:cubicBezTo>
                        <a:pt x="108" y="30"/>
                        <a:pt x="108" y="29"/>
                        <a:pt x="109" y="28"/>
                      </a:cubicBezTo>
                      <a:cubicBezTo>
                        <a:pt x="109" y="28"/>
                        <a:pt x="109" y="28"/>
                        <a:pt x="110" y="27"/>
                      </a:cubicBezTo>
                      <a:cubicBezTo>
                        <a:pt x="110" y="27"/>
                        <a:pt x="111" y="26"/>
                        <a:pt x="111" y="26"/>
                      </a:cubicBezTo>
                      <a:cubicBezTo>
                        <a:pt x="111" y="26"/>
                        <a:pt x="111" y="26"/>
                        <a:pt x="111" y="26"/>
                      </a:cubicBezTo>
                      <a:cubicBezTo>
                        <a:pt x="112" y="25"/>
                        <a:pt x="112" y="25"/>
                        <a:pt x="113" y="25"/>
                      </a:cubicBezTo>
                      <a:cubicBezTo>
                        <a:pt x="113" y="24"/>
                        <a:pt x="114" y="24"/>
                        <a:pt x="114" y="24"/>
                      </a:cubicBezTo>
                      <a:cubicBezTo>
                        <a:pt x="114" y="24"/>
                        <a:pt x="115" y="24"/>
                        <a:pt x="115" y="24"/>
                      </a:cubicBezTo>
                      <a:cubicBezTo>
                        <a:pt x="115" y="25"/>
                        <a:pt x="115" y="25"/>
                        <a:pt x="115" y="25"/>
                      </a:cubicBezTo>
                      <a:cubicBezTo>
                        <a:pt x="115" y="25"/>
                        <a:pt x="115" y="25"/>
                        <a:pt x="116" y="25"/>
                      </a:cubicBezTo>
                      <a:cubicBezTo>
                        <a:pt x="116" y="25"/>
                        <a:pt x="117" y="25"/>
                        <a:pt x="117" y="25"/>
                      </a:cubicBezTo>
                      <a:cubicBezTo>
                        <a:pt x="117" y="25"/>
                        <a:pt x="117" y="25"/>
                        <a:pt x="117" y="25"/>
                      </a:cubicBezTo>
                      <a:cubicBezTo>
                        <a:pt x="117" y="25"/>
                        <a:pt x="117" y="25"/>
                        <a:pt x="117" y="25"/>
                      </a:cubicBezTo>
                      <a:cubicBezTo>
                        <a:pt x="117" y="24"/>
                        <a:pt x="117" y="24"/>
                        <a:pt x="117" y="24"/>
                      </a:cubicBezTo>
                      <a:cubicBezTo>
                        <a:pt x="117" y="24"/>
                        <a:pt x="117" y="24"/>
                        <a:pt x="118" y="24"/>
                      </a:cubicBezTo>
                      <a:cubicBezTo>
                        <a:pt x="118" y="24"/>
                        <a:pt x="118" y="24"/>
                        <a:pt x="118" y="24"/>
                      </a:cubicBezTo>
                      <a:cubicBezTo>
                        <a:pt x="118" y="24"/>
                        <a:pt x="118" y="24"/>
                        <a:pt x="118" y="24"/>
                      </a:cubicBezTo>
                      <a:cubicBezTo>
                        <a:pt x="118" y="24"/>
                        <a:pt x="118" y="24"/>
                        <a:pt x="118" y="24"/>
                      </a:cubicBezTo>
                      <a:cubicBezTo>
                        <a:pt x="118" y="24"/>
                        <a:pt x="118" y="24"/>
                        <a:pt x="118" y="24"/>
                      </a:cubicBezTo>
                      <a:cubicBezTo>
                        <a:pt x="118" y="24"/>
                        <a:pt x="118" y="24"/>
                        <a:pt x="118" y="24"/>
                      </a:cubicBezTo>
                      <a:cubicBezTo>
                        <a:pt x="118" y="24"/>
                        <a:pt x="118" y="24"/>
                        <a:pt x="118" y="24"/>
                      </a:cubicBezTo>
                      <a:cubicBezTo>
                        <a:pt x="118" y="24"/>
                        <a:pt x="118" y="24"/>
                        <a:pt x="118" y="24"/>
                      </a:cubicBezTo>
                      <a:cubicBezTo>
                        <a:pt x="118" y="24"/>
                        <a:pt x="118" y="24"/>
                        <a:pt x="118" y="24"/>
                      </a:cubicBezTo>
                      <a:cubicBezTo>
                        <a:pt x="119" y="24"/>
                        <a:pt x="119" y="24"/>
                        <a:pt x="119" y="24"/>
                      </a:cubicBezTo>
                      <a:cubicBezTo>
                        <a:pt x="119" y="24"/>
                        <a:pt x="119" y="24"/>
                        <a:pt x="120" y="24"/>
                      </a:cubicBezTo>
                      <a:cubicBezTo>
                        <a:pt x="120" y="24"/>
                        <a:pt x="120" y="24"/>
                        <a:pt x="120" y="23"/>
                      </a:cubicBezTo>
                      <a:cubicBezTo>
                        <a:pt x="120" y="23"/>
                        <a:pt x="120" y="23"/>
                        <a:pt x="120" y="23"/>
                      </a:cubicBezTo>
                      <a:cubicBezTo>
                        <a:pt x="120" y="23"/>
                        <a:pt x="120" y="23"/>
                        <a:pt x="120" y="23"/>
                      </a:cubicBezTo>
                      <a:cubicBezTo>
                        <a:pt x="120" y="23"/>
                        <a:pt x="120" y="23"/>
                        <a:pt x="120" y="23"/>
                      </a:cubicBezTo>
                      <a:cubicBezTo>
                        <a:pt x="120" y="23"/>
                        <a:pt x="120" y="23"/>
                        <a:pt x="121" y="23"/>
                      </a:cubicBezTo>
                      <a:cubicBezTo>
                        <a:pt x="121" y="22"/>
                        <a:pt x="122" y="23"/>
                        <a:pt x="122" y="22"/>
                      </a:cubicBezTo>
                      <a:cubicBezTo>
                        <a:pt x="122" y="22"/>
                        <a:pt x="122" y="22"/>
                        <a:pt x="122" y="22"/>
                      </a:cubicBezTo>
                      <a:cubicBezTo>
                        <a:pt x="123" y="22"/>
                        <a:pt x="123" y="22"/>
                        <a:pt x="123" y="22"/>
                      </a:cubicBezTo>
                      <a:cubicBezTo>
                        <a:pt x="123" y="22"/>
                        <a:pt x="123" y="21"/>
                        <a:pt x="123" y="21"/>
                      </a:cubicBezTo>
                      <a:cubicBezTo>
                        <a:pt x="124" y="21"/>
                        <a:pt x="124" y="21"/>
                        <a:pt x="124" y="21"/>
                      </a:cubicBezTo>
                      <a:cubicBezTo>
                        <a:pt x="124" y="21"/>
                        <a:pt x="124" y="21"/>
                        <a:pt x="124" y="21"/>
                      </a:cubicBezTo>
                      <a:close/>
                      <a:moveTo>
                        <a:pt x="111" y="13"/>
                      </a:moveTo>
                      <a:cubicBezTo>
                        <a:pt x="111" y="13"/>
                        <a:pt x="112" y="13"/>
                        <a:pt x="112" y="14"/>
                      </a:cubicBezTo>
                      <a:cubicBezTo>
                        <a:pt x="112" y="13"/>
                        <a:pt x="111" y="13"/>
                        <a:pt x="111" y="13"/>
                      </a:cubicBezTo>
                      <a:close/>
                      <a:moveTo>
                        <a:pt x="36" y="101"/>
                      </a:moveTo>
                      <a:cubicBezTo>
                        <a:pt x="37" y="101"/>
                        <a:pt x="37" y="101"/>
                        <a:pt x="37" y="101"/>
                      </a:cubicBezTo>
                      <a:cubicBezTo>
                        <a:pt x="37" y="101"/>
                        <a:pt x="37" y="101"/>
                        <a:pt x="37" y="101"/>
                      </a:cubicBezTo>
                      <a:cubicBezTo>
                        <a:pt x="37" y="101"/>
                        <a:pt x="37" y="101"/>
                        <a:pt x="37" y="101"/>
                      </a:cubicBezTo>
                      <a:cubicBezTo>
                        <a:pt x="37" y="101"/>
                        <a:pt x="36" y="101"/>
                        <a:pt x="36" y="101"/>
                      </a:cubicBezTo>
                      <a:close/>
                      <a:moveTo>
                        <a:pt x="37" y="100"/>
                      </a:moveTo>
                      <a:cubicBezTo>
                        <a:pt x="37" y="100"/>
                        <a:pt x="37" y="100"/>
                        <a:pt x="37" y="100"/>
                      </a:cubicBezTo>
                      <a:cubicBezTo>
                        <a:pt x="37" y="100"/>
                        <a:pt x="37" y="100"/>
                        <a:pt x="37" y="100"/>
                      </a:cubicBezTo>
                      <a:cubicBezTo>
                        <a:pt x="37" y="100"/>
                        <a:pt x="37" y="100"/>
                        <a:pt x="37" y="100"/>
                      </a:cubicBezTo>
                      <a:cubicBezTo>
                        <a:pt x="37" y="100"/>
                        <a:pt x="37" y="100"/>
                        <a:pt x="37" y="100"/>
                      </a:cubicBezTo>
                      <a:close/>
                      <a:moveTo>
                        <a:pt x="34" y="100"/>
                      </a:moveTo>
                      <a:cubicBezTo>
                        <a:pt x="34" y="100"/>
                        <a:pt x="34" y="100"/>
                        <a:pt x="34" y="100"/>
                      </a:cubicBezTo>
                      <a:cubicBezTo>
                        <a:pt x="33" y="100"/>
                        <a:pt x="34" y="100"/>
                        <a:pt x="34" y="100"/>
                      </a:cubicBezTo>
                      <a:cubicBezTo>
                        <a:pt x="34" y="100"/>
                        <a:pt x="34" y="100"/>
                        <a:pt x="34" y="100"/>
                      </a:cubicBezTo>
                      <a:cubicBezTo>
                        <a:pt x="34" y="100"/>
                        <a:pt x="34" y="101"/>
                        <a:pt x="34" y="101"/>
                      </a:cubicBezTo>
                      <a:cubicBezTo>
                        <a:pt x="34" y="101"/>
                        <a:pt x="34" y="101"/>
                        <a:pt x="34" y="101"/>
                      </a:cubicBezTo>
                      <a:cubicBezTo>
                        <a:pt x="34" y="100"/>
                        <a:pt x="34" y="100"/>
                        <a:pt x="34" y="100"/>
                      </a:cubicBezTo>
                      <a:cubicBezTo>
                        <a:pt x="34" y="100"/>
                        <a:pt x="34" y="100"/>
                        <a:pt x="34" y="100"/>
                      </a:cubicBezTo>
                      <a:cubicBezTo>
                        <a:pt x="34" y="100"/>
                        <a:pt x="34" y="100"/>
                        <a:pt x="34" y="100"/>
                      </a:cubicBezTo>
                      <a:cubicBezTo>
                        <a:pt x="34" y="100"/>
                        <a:pt x="34" y="100"/>
                        <a:pt x="34" y="10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7" name="Freeform 861">
                  <a:extLst>
                    <a:ext uri="{FF2B5EF4-FFF2-40B4-BE49-F238E27FC236}">
                      <a16:creationId xmlns:a16="http://schemas.microsoft.com/office/drawing/2014/main" id="{124808DD-E7F7-0418-1332-0E49E3BE0797}"/>
                    </a:ext>
                  </a:extLst>
                </p:cNvPr>
                <p:cNvSpPr>
                  <a:spLocks noEditPoints="1"/>
                </p:cNvSpPr>
                <p:nvPr/>
              </p:nvSpPr>
              <p:spPr bwMode="auto">
                <a:xfrm>
                  <a:off x="6611938" y="3662363"/>
                  <a:ext cx="549275" cy="492125"/>
                </a:xfrm>
                <a:custGeom>
                  <a:avLst/>
                  <a:gdLst>
                    <a:gd name="T0" fmla="*/ 81 w 132"/>
                    <a:gd name="T1" fmla="*/ 105 h 118"/>
                    <a:gd name="T2" fmla="*/ 123 w 132"/>
                    <a:gd name="T3" fmla="*/ 113 h 118"/>
                    <a:gd name="T4" fmla="*/ 129 w 132"/>
                    <a:gd name="T5" fmla="*/ 108 h 118"/>
                    <a:gd name="T6" fmla="*/ 131 w 132"/>
                    <a:gd name="T7" fmla="*/ 102 h 118"/>
                    <a:gd name="T8" fmla="*/ 125 w 132"/>
                    <a:gd name="T9" fmla="*/ 93 h 118"/>
                    <a:gd name="T10" fmla="*/ 116 w 132"/>
                    <a:gd name="T11" fmla="*/ 82 h 118"/>
                    <a:gd name="T12" fmla="*/ 118 w 132"/>
                    <a:gd name="T13" fmla="*/ 70 h 118"/>
                    <a:gd name="T14" fmla="*/ 114 w 132"/>
                    <a:gd name="T15" fmla="*/ 56 h 118"/>
                    <a:gd name="T16" fmla="*/ 116 w 132"/>
                    <a:gd name="T17" fmla="*/ 47 h 118"/>
                    <a:gd name="T18" fmla="*/ 118 w 132"/>
                    <a:gd name="T19" fmla="*/ 40 h 118"/>
                    <a:gd name="T20" fmla="*/ 118 w 132"/>
                    <a:gd name="T21" fmla="*/ 36 h 118"/>
                    <a:gd name="T22" fmla="*/ 117 w 132"/>
                    <a:gd name="T23" fmla="*/ 35 h 118"/>
                    <a:gd name="T24" fmla="*/ 118 w 132"/>
                    <a:gd name="T25" fmla="*/ 30 h 118"/>
                    <a:gd name="T26" fmla="*/ 108 w 132"/>
                    <a:gd name="T27" fmla="*/ 23 h 118"/>
                    <a:gd name="T28" fmla="*/ 103 w 132"/>
                    <a:gd name="T29" fmla="*/ 19 h 118"/>
                    <a:gd name="T30" fmla="*/ 95 w 132"/>
                    <a:gd name="T31" fmla="*/ 17 h 118"/>
                    <a:gd name="T32" fmla="*/ 88 w 132"/>
                    <a:gd name="T33" fmla="*/ 13 h 118"/>
                    <a:gd name="T34" fmla="*/ 77 w 132"/>
                    <a:gd name="T35" fmla="*/ 16 h 118"/>
                    <a:gd name="T36" fmla="*/ 69 w 132"/>
                    <a:gd name="T37" fmla="*/ 21 h 118"/>
                    <a:gd name="T38" fmla="*/ 67 w 132"/>
                    <a:gd name="T39" fmla="*/ 25 h 118"/>
                    <a:gd name="T40" fmla="*/ 59 w 132"/>
                    <a:gd name="T41" fmla="*/ 28 h 118"/>
                    <a:gd name="T42" fmla="*/ 43 w 132"/>
                    <a:gd name="T43" fmla="*/ 21 h 118"/>
                    <a:gd name="T44" fmla="*/ 35 w 132"/>
                    <a:gd name="T45" fmla="*/ 17 h 118"/>
                    <a:gd name="T46" fmla="*/ 35 w 132"/>
                    <a:gd name="T47" fmla="*/ 6 h 118"/>
                    <a:gd name="T48" fmla="*/ 33 w 132"/>
                    <a:gd name="T49" fmla="*/ 10 h 118"/>
                    <a:gd name="T50" fmla="*/ 29 w 132"/>
                    <a:gd name="T51" fmla="*/ 9 h 118"/>
                    <a:gd name="T52" fmla="*/ 30 w 132"/>
                    <a:gd name="T53" fmla="*/ 4 h 118"/>
                    <a:gd name="T54" fmla="*/ 26 w 132"/>
                    <a:gd name="T55" fmla="*/ 0 h 118"/>
                    <a:gd name="T56" fmla="*/ 21 w 132"/>
                    <a:gd name="T57" fmla="*/ 5 h 118"/>
                    <a:gd name="T58" fmla="*/ 9 w 132"/>
                    <a:gd name="T59" fmla="*/ 5 h 118"/>
                    <a:gd name="T60" fmla="*/ 3 w 132"/>
                    <a:gd name="T61" fmla="*/ 3 h 118"/>
                    <a:gd name="T62" fmla="*/ 2 w 132"/>
                    <a:gd name="T63" fmla="*/ 10 h 118"/>
                    <a:gd name="T64" fmla="*/ 2 w 132"/>
                    <a:gd name="T65" fmla="*/ 16 h 118"/>
                    <a:gd name="T66" fmla="*/ 5 w 132"/>
                    <a:gd name="T67" fmla="*/ 19 h 118"/>
                    <a:gd name="T68" fmla="*/ 7 w 132"/>
                    <a:gd name="T69" fmla="*/ 23 h 118"/>
                    <a:gd name="T70" fmla="*/ 9 w 132"/>
                    <a:gd name="T71" fmla="*/ 29 h 118"/>
                    <a:gd name="T72" fmla="*/ 14 w 132"/>
                    <a:gd name="T73" fmla="*/ 34 h 118"/>
                    <a:gd name="T74" fmla="*/ 16 w 132"/>
                    <a:gd name="T75" fmla="*/ 38 h 118"/>
                    <a:gd name="T76" fmla="*/ 13 w 132"/>
                    <a:gd name="T77" fmla="*/ 42 h 118"/>
                    <a:gd name="T78" fmla="*/ 12 w 132"/>
                    <a:gd name="T79" fmla="*/ 47 h 118"/>
                    <a:gd name="T80" fmla="*/ 14 w 132"/>
                    <a:gd name="T81" fmla="*/ 52 h 118"/>
                    <a:gd name="T82" fmla="*/ 15 w 132"/>
                    <a:gd name="T83" fmla="*/ 57 h 118"/>
                    <a:gd name="T84" fmla="*/ 26 w 132"/>
                    <a:gd name="T85" fmla="*/ 64 h 118"/>
                    <a:gd name="T86" fmla="*/ 29 w 132"/>
                    <a:gd name="T87" fmla="*/ 74 h 118"/>
                    <a:gd name="T88" fmla="*/ 36 w 132"/>
                    <a:gd name="T89" fmla="*/ 78 h 118"/>
                    <a:gd name="T90" fmla="*/ 44 w 132"/>
                    <a:gd name="T91" fmla="*/ 80 h 118"/>
                    <a:gd name="T92" fmla="*/ 49 w 132"/>
                    <a:gd name="T93" fmla="*/ 90 h 118"/>
                    <a:gd name="T94" fmla="*/ 60 w 132"/>
                    <a:gd name="T95" fmla="*/ 100 h 118"/>
                    <a:gd name="T96" fmla="*/ 73 w 132"/>
                    <a:gd name="T97" fmla="*/ 107 h 118"/>
                    <a:gd name="T98" fmla="*/ 84 w 132"/>
                    <a:gd name="T99" fmla="*/ 103 h 118"/>
                    <a:gd name="T100" fmla="*/ 92 w 132"/>
                    <a:gd name="T101" fmla="*/ 112 h 118"/>
                    <a:gd name="T102" fmla="*/ 107 w 132"/>
                    <a:gd name="T103" fmla="*/ 115 h 118"/>
                    <a:gd name="T104" fmla="*/ 121 w 132"/>
                    <a:gd name="T105" fmla="*/ 11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18">
                      <a:moveTo>
                        <a:pt x="84" y="104"/>
                      </a:moveTo>
                      <a:cubicBezTo>
                        <a:pt x="84" y="105"/>
                        <a:pt x="84" y="105"/>
                        <a:pt x="84" y="105"/>
                      </a:cubicBezTo>
                      <a:cubicBezTo>
                        <a:pt x="82" y="106"/>
                        <a:pt x="81" y="106"/>
                        <a:pt x="79" y="107"/>
                      </a:cubicBezTo>
                      <a:cubicBezTo>
                        <a:pt x="79" y="105"/>
                        <a:pt x="81" y="106"/>
                        <a:pt x="81" y="105"/>
                      </a:cubicBezTo>
                      <a:cubicBezTo>
                        <a:pt x="81" y="105"/>
                        <a:pt x="82" y="105"/>
                        <a:pt x="82" y="105"/>
                      </a:cubicBezTo>
                      <a:cubicBezTo>
                        <a:pt x="82" y="104"/>
                        <a:pt x="83" y="104"/>
                        <a:pt x="84" y="104"/>
                      </a:cubicBezTo>
                      <a:cubicBezTo>
                        <a:pt x="84" y="104"/>
                        <a:pt x="85" y="104"/>
                        <a:pt x="84" y="104"/>
                      </a:cubicBezTo>
                      <a:close/>
                      <a:moveTo>
                        <a:pt x="123" y="113"/>
                      </a:moveTo>
                      <a:cubicBezTo>
                        <a:pt x="123" y="110"/>
                        <a:pt x="123" y="110"/>
                        <a:pt x="123" y="110"/>
                      </a:cubicBezTo>
                      <a:cubicBezTo>
                        <a:pt x="125" y="110"/>
                        <a:pt x="125" y="110"/>
                        <a:pt x="125" y="110"/>
                      </a:cubicBezTo>
                      <a:cubicBezTo>
                        <a:pt x="125" y="108"/>
                        <a:pt x="125" y="108"/>
                        <a:pt x="125" y="108"/>
                      </a:cubicBezTo>
                      <a:cubicBezTo>
                        <a:pt x="129" y="108"/>
                        <a:pt x="129" y="108"/>
                        <a:pt x="129" y="108"/>
                      </a:cubicBezTo>
                      <a:cubicBezTo>
                        <a:pt x="131" y="107"/>
                        <a:pt x="131" y="107"/>
                        <a:pt x="131" y="107"/>
                      </a:cubicBezTo>
                      <a:cubicBezTo>
                        <a:pt x="132" y="105"/>
                        <a:pt x="132" y="105"/>
                        <a:pt x="132" y="105"/>
                      </a:cubicBezTo>
                      <a:cubicBezTo>
                        <a:pt x="132" y="104"/>
                        <a:pt x="132" y="104"/>
                        <a:pt x="132" y="104"/>
                      </a:cubicBezTo>
                      <a:cubicBezTo>
                        <a:pt x="131" y="102"/>
                        <a:pt x="131" y="102"/>
                        <a:pt x="131" y="102"/>
                      </a:cubicBezTo>
                      <a:cubicBezTo>
                        <a:pt x="129" y="102"/>
                        <a:pt x="129" y="102"/>
                        <a:pt x="129" y="102"/>
                      </a:cubicBezTo>
                      <a:cubicBezTo>
                        <a:pt x="129" y="95"/>
                        <a:pt x="129" y="95"/>
                        <a:pt x="129" y="95"/>
                      </a:cubicBezTo>
                      <a:cubicBezTo>
                        <a:pt x="127" y="95"/>
                        <a:pt x="127" y="95"/>
                        <a:pt x="127" y="95"/>
                      </a:cubicBezTo>
                      <a:cubicBezTo>
                        <a:pt x="125" y="93"/>
                        <a:pt x="125" y="93"/>
                        <a:pt x="125" y="93"/>
                      </a:cubicBezTo>
                      <a:cubicBezTo>
                        <a:pt x="123" y="92"/>
                        <a:pt x="123" y="92"/>
                        <a:pt x="123" y="92"/>
                      </a:cubicBezTo>
                      <a:cubicBezTo>
                        <a:pt x="120" y="89"/>
                        <a:pt x="120" y="89"/>
                        <a:pt x="120" y="89"/>
                      </a:cubicBezTo>
                      <a:cubicBezTo>
                        <a:pt x="120" y="87"/>
                        <a:pt x="120" y="87"/>
                        <a:pt x="120" y="87"/>
                      </a:cubicBezTo>
                      <a:cubicBezTo>
                        <a:pt x="116" y="82"/>
                        <a:pt x="116" y="82"/>
                        <a:pt x="116" y="82"/>
                      </a:cubicBezTo>
                      <a:cubicBezTo>
                        <a:pt x="122" y="74"/>
                        <a:pt x="122" y="74"/>
                        <a:pt x="122" y="74"/>
                      </a:cubicBezTo>
                      <a:cubicBezTo>
                        <a:pt x="122" y="71"/>
                        <a:pt x="122" y="71"/>
                        <a:pt x="122" y="71"/>
                      </a:cubicBezTo>
                      <a:cubicBezTo>
                        <a:pt x="121" y="70"/>
                        <a:pt x="121" y="70"/>
                        <a:pt x="121" y="70"/>
                      </a:cubicBezTo>
                      <a:cubicBezTo>
                        <a:pt x="118" y="70"/>
                        <a:pt x="118" y="70"/>
                        <a:pt x="118" y="70"/>
                      </a:cubicBezTo>
                      <a:cubicBezTo>
                        <a:pt x="116" y="69"/>
                        <a:pt x="116" y="69"/>
                        <a:pt x="116" y="69"/>
                      </a:cubicBezTo>
                      <a:cubicBezTo>
                        <a:pt x="116" y="63"/>
                        <a:pt x="116" y="63"/>
                        <a:pt x="116" y="63"/>
                      </a:cubicBezTo>
                      <a:cubicBezTo>
                        <a:pt x="114" y="58"/>
                        <a:pt x="114" y="58"/>
                        <a:pt x="114" y="58"/>
                      </a:cubicBezTo>
                      <a:cubicBezTo>
                        <a:pt x="114" y="56"/>
                        <a:pt x="114" y="56"/>
                        <a:pt x="114" y="56"/>
                      </a:cubicBezTo>
                      <a:cubicBezTo>
                        <a:pt x="116" y="53"/>
                        <a:pt x="116" y="53"/>
                        <a:pt x="116" y="53"/>
                      </a:cubicBezTo>
                      <a:cubicBezTo>
                        <a:pt x="114" y="52"/>
                        <a:pt x="114" y="52"/>
                        <a:pt x="114" y="52"/>
                      </a:cubicBezTo>
                      <a:cubicBezTo>
                        <a:pt x="114" y="47"/>
                        <a:pt x="114" y="47"/>
                        <a:pt x="114" y="47"/>
                      </a:cubicBezTo>
                      <a:cubicBezTo>
                        <a:pt x="116" y="47"/>
                        <a:pt x="116" y="47"/>
                        <a:pt x="116" y="47"/>
                      </a:cubicBezTo>
                      <a:cubicBezTo>
                        <a:pt x="115" y="45"/>
                        <a:pt x="115" y="45"/>
                        <a:pt x="115" y="45"/>
                      </a:cubicBezTo>
                      <a:cubicBezTo>
                        <a:pt x="117" y="43"/>
                        <a:pt x="117" y="43"/>
                        <a:pt x="117" y="43"/>
                      </a:cubicBezTo>
                      <a:cubicBezTo>
                        <a:pt x="117" y="43"/>
                        <a:pt x="117" y="41"/>
                        <a:pt x="117" y="41"/>
                      </a:cubicBezTo>
                      <a:cubicBezTo>
                        <a:pt x="117" y="41"/>
                        <a:pt x="118" y="40"/>
                        <a:pt x="118" y="40"/>
                      </a:cubicBezTo>
                      <a:cubicBezTo>
                        <a:pt x="118" y="40"/>
                        <a:pt x="118" y="39"/>
                        <a:pt x="118" y="39"/>
                      </a:cubicBezTo>
                      <a:cubicBezTo>
                        <a:pt x="118" y="38"/>
                        <a:pt x="118" y="38"/>
                        <a:pt x="118" y="38"/>
                      </a:cubicBezTo>
                      <a:cubicBezTo>
                        <a:pt x="118" y="36"/>
                        <a:pt x="118" y="36"/>
                        <a:pt x="118" y="36"/>
                      </a:cubicBezTo>
                      <a:cubicBezTo>
                        <a:pt x="118" y="36"/>
                        <a:pt x="118" y="36"/>
                        <a:pt x="118" y="36"/>
                      </a:cubicBezTo>
                      <a:cubicBezTo>
                        <a:pt x="118" y="36"/>
                        <a:pt x="118" y="36"/>
                        <a:pt x="118" y="36"/>
                      </a:cubicBezTo>
                      <a:cubicBezTo>
                        <a:pt x="118" y="36"/>
                        <a:pt x="118" y="36"/>
                        <a:pt x="118" y="36"/>
                      </a:cubicBezTo>
                      <a:cubicBezTo>
                        <a:pt x="118" y="35"/>
                        <a:pt x="118" y="35"/>
                        <a:pt x="118" y="35"/>
                      </a:cubicBezTo>
                      <a:cubicBezTo>
                        <a:pt x="117" y="35"/>
                        <a:pt x="117" y="35"/>
                        <a:pt x="117" y="35"/>
                      </a:cubicBezTo>
                      <a:cubicBezTo>
                        <a:pt x="117" y="33"/>
                        <a:pt x="117" y="33"/>
                        <a:pt x="117" y="33"/>
                      </a:cubicBezTo>
                      <a:cubicBezTo>
                        <a:pt x="117" y="33"/>
                        <a:pt x="118" y="32"/>
                        <a:pt x="118" y="32"/>
                      </a:cubicBezTo>
                      <a:cubicBezTo>
                        <a:pt x="118" y="32"/>
                        <a:pt x="118" y="31"/>
                        <a:pt x="118" y="31"/>
                      </a:cubicBezTo>
                      <a:cubicBezTo>
                        <a:pt x="118" y="30"/>
                        <a:pt x="118" y="30"/>
                        <a:pt x="118" y="30"/>
                      </a:cubicBezTo>
                      <a:cubicBezTo>
                        <a:pt x="118" y="27"/>
                        <a:pt x="118" y="27"/>
                        <a:pt x="118" y="27"/>
                      </a:cubicBezTo>
                      <a:cubicBezTo>
                        <a:pt x="112" y="27"/>
                        <a:pt x="112" y="27"/>
                        <a:pt x="112" y="27"/>
                      </a:cubicBezTo>
                      <a:cubicBezTo>
                        <a:pt x="112" y="27"/>
                        <a:pt x="110" y="24"/>
                        <a:pt x="110" y="23"/>
                      </a:cubicBezTo>
                      <a:cubicBezTo>
                        <a:pt x="109" y="23"/>
                        <a:pt x="108" y="23"/>
                        <a:pt x="108" y="23"/>
                      </a:cubicBezTo>
                      <a:cubicBezTo>
                        <a:pt x="106" y="23"/>
                        <a:pt x="106" y="23"/>
                        <a:pt x="106" y="23"/>
                      </a:cubicBezTo>
                      <a:cubicBezTo>
                        <a:pt x="106" y="23"/>
                        <a:pt x="106" y="21"/>
                        <a:pt x="106" y="20"/>
                      </a:cubicBezTo>
                      <a:cubicBezTo>
                        <a:pt x="106" y="20"/>
                        <a:pt x="105" y="19"/>
                        <a:pt x="105" y="19"/>
                      </a:cubicBezTo>
                      <a:cubicBezTo>
                        <a:pt x="104" y="19"/>
                        <a:pt x="103" y="19"/>
                        <a:pt x="103" y="19"/>
                      </a:cubicBezTo>
                      <a:cubicBezTo>
                        <a:pt x="103" y="19"/>
                        <a:pt x="101" y="18"/>
                        <a:pt x="101" y="18"/>
                      </a:cubicBezTo>
                      <a:cubicBezTo>
                        <a:pt x="101" y="18"/>
                        <a:pt x="99" y="19"/>
                        <a:pt x="99" y="19"/>
                      </a:cubicBezTo>
                      <a:cubicBezTo>
                        <a:pt x="99" y="19"/>
                        <a:pt x="98" y="18"/>
                        <a:pt x="98" y="18"/>
                      </a:cubicBezTo>
                      <a:cubicBezTo>
                        <a:pt x="98" y="18"/>
                        <a:pt x="96" y="17"/>
                        <a:pt x="95" y="17"/>
                      </a:cubicBezTo>
                      <a:cubicBezTo>
                        <a:pt x="95" y="17"/>
                        <a:pt x="92" y="16"/>
                        <a:pt x="92" y="16"/>
                      </a:cubicBezTo>
                      <a:cubicBezTo>
                        <a:pt x="91" y="13"/>
                        <a:pt x="91" y="13"/>
                        <a:pt x="91" y="13"/>
                      </a:cubicBezTo>
                      <a:cubicBezTo>
                        <a:pt x="90" y="14"/>
                        <a:pt x="90" y="14"/>
                        <a:pt x="90" y="14"/>
                      </a:cubicBezTo>
                      <a:cubicBezTo>
                        <a:pt x="88" y="13"/>
                        <a:pt x="88" y="13"/>
                        <a:pt x="88" y="13"/>
                      </a:cubicBezTo>
                      <a:cubicBezTo>
                        <a:pt x="86" y="14"/>
                        <a:pt x="86" y="14"/>
                        <a:pt x="86" y="14"/>
                      </a:cubicBezTo>
                      <a:cubicBezTo>
                        <a:pt x="86" y="14"/>
                        <a:pt x="84" y="15"/>
                        <a:pt x="84" y="15"/>
                      </a:cubicBezTo>
                      <a:cubicBezTo>
                        <a:pt x="84" y="15"/>
                        <a:pt x="79" y="15"/>
                        <a:pt x="79" y="15"/>
                      </a:cubicBezTo>
                      <a:cubicBezTo>
                        <a:pt x="78" y="15"/>
                        <a:pt x="77" y="16"/>
                        <a:pt x="77" y="16"/>
                      </a:cubicBezTo>
                      <a:cubicBezTo>
                        <a:pt x="76" y="17"/>
                        <a:pt x="75" y="18"/>
                        <a:pt x="74" y="18"/>
                      </a:cubicBezTo>
                      <a:cubicBezTo>
                        <a:pt x="74" y="19"/>
                        <a:pt x="74" y="20"/>
                        <a:pt x="74" y="20"/>
                      </a:cubicBezTo>
                      <a:cubicBezTo>
                        <a:pt x="74" y="21"/>
                        <a:pt x="72" y="21"/>
                        <a:pt x="72" y="21"/>
                      </a:cubicBezTo>
                      <a:cubicBezTo>
                        <a:pt x="69" y="21"/>
                        <a:pt x="69" y="21"/>
                        <a:pt x="69" y="21"/>
                      </a:cubicBezTo>
                      <a:cubicBezTo>
                        <a:pt x="69" y="22"/>
                        <a:pt x="69" y="24"/>
                        <a:pt x="69" y="24"/>
                      </a:cubicBezTo>
                      <a:cubicBezTo>
                        <a:pt x="70" y="25"/>
                        <a:pt x="70" y="25"/>
                        <a:pt x="70" y="26"/>
                      </a:cubicBezTo>
                      <a:cubicBezTo>
                        <a:pt x="70" y="26"/>
                        <a:pt x="69" y="27"/>
                        <a:pt x="68" y="26"/>
                      </a:cubicBezTo>
                      <a:cubicBezTo>
                        <a:pt x="68" y="26"/>
                        <a:pt x="68" y="25"/>
                        <a:pt x="67" y="25"/>
                      </a:cubicBezTo>
                      <a:cubicBezTo>
                        <a:pt x="67" y="26"/>
                        <a:pt x="66" y="26"/>
                        <a:pt x="66" y="26"/>
                      </a:cubicBezTo>
                      <a:cubicBezTo>
                        <a:pt x="66" y="26"/>
                        <a:pt x="65" y="26"/>
                        <a:pt x="65" y="26"/>
                      </a:cubicBezTo>
                      <a:cubicBezTo>
                        <a:pt x="64" y="26"/>
                        <a:pt x="63" y="26"/>
                        <a:pt x="62" y="27"/>
                      </a:cubicBezTo>
                      <a:cubicBezTo>
                        <a:pt x="61" y="27"/>
                        <a:pt x="60" y="28"/>
                        <a:pt x="59" y="28"/>
                      </a:cubicBezTo>
                      <a:cubicBezTo>
                        <a:pt x="58" y="28"/>
                        <a:pt x="57" y="28"/>
                        <a:pt x="56" y="28"/>
                      </a:cubicBezTo>
                      <a:cubicBezTo>
                        <a:pt x="53" y="28"/>
                        <a:pt x="51" y="27"/>
                        <a:pt x="48" y="26"/>
                      </a:cubicBezTo>
                      <a:cubicBezTo>
                        <a:pt x="46" y="25"/>
                        <a:pt x="44" y="23"/>
                        <a:pt x="43" y="21"/>
                      </a:cubicBezTo>
                      <a:cubicBezTo>
                        <a:pt x="43" y="21"/>
                        <a:pt x="43" y="21"/>
                        <a:pt x="43" y="21"/>
                      </a:cubicBezTo>
                      <a:cubicBezTo>
                        <a:pt x="42" y="21"/>
                        <a:pt x="42" y="21"/>
                        <a:pt x="42" y="21"/>
                      </a:cubicBezTo>
                      <a:cubicBezTo>
                        <a:pt x="41" y="20"/>
                        <a:pt x="40" y="20"/>
                        <a:pt x="39" y="20"/>
                      </a:cubicBezTo>
                      <a:cubicBezTo>
                        <a:pt x="39" y="20"/>
                        <a:pt x="38" y="20"/>
                        <a:pt x="37" y="20"/>
                      </a:cubicBezTo>
                      <a:cubicBezTo>
                        <a:pt x="36" y="20"/>
                        <a:pt x="35" y="18"/>
                        <a:pt x="35" y="17"/>
                      </a:cubicBezTo>
                      <a:cubicBezTo>
                        <a:pt x="35" y="16"/>
                        <a:pt x="35" y="15"/>
                        <a:pt x="34" y="13"/>
                      </a:cubicBezTo>
                      <a:cubicBezTo>
                        <a:pt x="34" y="13"/>
                        <a:pt x="34" y="11"/>
                        <a:pt x="34" y="10"/>
                      </a:cubicBezTo>
                      <a:cubicBezTo>
                        <a:pt x="35" y="10"/>
                        <a:pt x="35" y="7"/>
                        <a:pt x="35" y="7"/>
                      </a:cubicBezTo>
                      <a:cubicBezTo>
                        <a:pt x="35" y="7"/>
                        <a:pt x="35" y="6"/>
                        <a:pt x="35" y="6"/>
                      </a:cubicBezTo>
                      <a:cubicBezTo>
                        <a:pt x="35" y="6"/>
                        <a:pt x="35" y="5"/>
                        <a:pt x="34" y="5"/>
                      </a:cubicBezTo>
                      <a:cubicBezTo>
                        <a:pt x="34" y="6"/>
                        <a:pt x="34" y="7"/>
                        <a:pt x="34" y="7"/>
                      </a:cubicBezTo>
                      <a:cubicBezTo>
                        <a:pt x="33" y="8"/>
                        <a:pt x="33" y="8"/>
                        <a:pt x="33" y="8"/>
                      </a:cubicBezTo>
                      <a:cubicBezTo>
                        <a:pt x="33" y="9"/>
                        <a:pt x="33" y="9"/>
                        <a:pt x="33" y="10"/>
                      </a:cubicBezTo>
                      <a:cubicBezTo>
                        <a:pt x="33" y="11"/>
                        <a:pt x="33" y="11"/>
                        <a:pt x="33" y="12"/>
                      </a:cubicBezTo>
                      <a:cubicBezTo>
                        <a:pt x="32" y="12"/>
                        <a:pt x="31" y="11"/>
                        <a:pt x="31" y="11"/>
                      </a:cubicBezTo>
                      <a:cubicBezTo>
                        <a:pt x="30" y="10"/>
                        <a:pt x="30" y="10"/>
                        <a:pt x="30" y="10"/>
                      </a:cubicBezTo>
                      <a:cubicBezTo>
                        <a:pt x="29" y="10"/>
                        <a:pt x="29" y="10"/>
                        <a:pt x="29" y="9"/>
                      </a:cubicBezTo>
                      <a:cubicBezTo>
                        <a:pt x="29" y="9"/>
                        <a:pt x="27" y="9"/>
                        <a:pt x="28" y="8"/>
                      </a:cubicBezTo>
                      <a:cubicBezTo>
                        <a:pt x="28" y="7"/>
                        <a:pt x="29" y="7"/>
                        <a:pt x="29" y="7"/>
                      </a:cubicBezTo>
                      <a:cubicBezTo>
                        <a:pt x="30" y="6"/>
                        <a:pt x="29" y="5"/>
                        <a:pt x="28" y="5"/>
                      </a:cubicBezTo>
                      <a:cubicBezTo>
                        <a:pt x="28" y="4"/>
                        <a:pt x="29" y="4"/>
                        <a:pt x="30" y="4"/>
                      </a:cubicBezTo>
                      <a:cubicBezTo>
                        <a:pt x="30" y="3"/>
                        <a:pt x="29" y="2"/>
                        <a:pt x="28" y="1"/>
                      </a:cubicBezTo>
                      <a:cubicBezTo>
                        <a:pt x="28" y="1"/>
                        <a:pt x="28" y="1"/>
                        <a:pt x="27" y="1"/>
                      </a:cubicBezTo>
                      <a:cubicBezTo>
                        <a:pt x="27" y="1"/>
                        <a:pt x="27" y="1"/>
                        <a:pt x="27" y="1"/>
                      </a:cubicBezTo>
                      <a:cubicBezTo>
                        <a:pt x="27" y="1"/>
                        <a:pt x="26" y="0"/>
                        <a:pt x="26" y="0"/>
                      </a:cubicBezTo>
                      <a:cubicBezTo>
                        <a:pt x="26" y="1"/>
                        <a:pt x="25" y="2"/>
                        <a:pt x="24" y="2"/>
                      </a:cubicBezTo>
                      <a:cubicBezTo>
                        <a:pt x="24" y="2"/>
                        <a:pt x="24" y="2"/>
                        <a:pt x="23" y="3"/>
                      </a:cubicBezTo>
                      <a:cubicBezTo>
                        <a:pt x="23" y="3"/>
                        <a:pt x="22" y="3"/>
                        <a:pt x="22" y="3"/>
                      </a:cubicBezTo>
                      <a:cubicBezTo>
                        <a:pt x="22" y="4"/>
                        <a:pt x="21" y="4"/>
                        <a:pt x="21" y="5"/>
                      </a:cubicBezTo>
                      <a:cubicBezTo>
                        <a:pt x="21" y="5"/>
                        <a:pt x="20" y="5"/>
                        <a:pt x="20" y="5"/>
                      </a:cubicBezTo>
                      <a:cubicBezTo>
                        <a:pt x="19" y="6"/>
                        <a:pt x="19" y="7"/>
                        <a:pt x="17" y="7"/>
                      </a:cubicBezTo>
                      <a:cubicBezTo>
                        <a:pt x="16" y="7"/>
                        <a:pt x="16" y="8"/>
                        <a:pt x="15" y="8"/>
                      </a:cubicBezTo>
                      <a:cubicBezTo>
                        <a:pt x="13" y="8"/>
                        <a:pt x="11" y="7"/>
                        <a:pt x="9" y="5"/>
                      </a:cubicBezTo>
                      <a:cubicBezTo>
                        <a:pt x="9" y="5"/>
                        <a:pt x="8" y="4"/>
                        <a:pt x="7" y="3"/>
                      </a:cubicBezTo>
                      <a:cubicBezTo>
                        <a:pt x="7" y="2"/>
                        <a:pt x="6" y="1"/>
                        <a:pt x="6" y="1"/>
                      </a:cubicBezTo>
                      <a:cubicBezTo>
                        <a:pt x="5" y="0"/>
                        <a:pt x="4" y="0"/>
                        <a:pt x="4" y="1"/>
                      </a:cubicBezTo>
                      <a:cubicBezTo>
                        <a:pt x="3" y="2"/>
                        <a:pt x="4" y="3"/>
                        <a:pt x="3" y="3"/>
                      </a:cubicBezTo>
                      <a:cubicBezTo>
                        <a:pt x="2" y="3"/>
                        <a:pt x="1" y="3"/>
                        <a:pt x="1" y="3"/>
                      </a:cubicBezTo>
                      <a:cubicBezTo>
                        <a:pt x="0" y="4"/>
                        <a:pt x="1" y="5"/>
                        <a:pt x="1" y="5"/>
                      </a:cubicBezTo>
                      <a:cubicBezTo>
                        <a:pt x="2" y="6"/>
                        <a:pt x="2" y="7"/>
                        <a:pt x="2" y="8"/>
                      </a:cubicBezTo>
                      <a:cubicBezTo>
                        <a:pt x="2" y="8"/>
                        <a:pt x="2" y="9"/>
                        <a:pt x="2" y="10"/>
                      </a:cubicBezTo>
                      <a:cubicBezTo>
                        <a:pt x="3" y="10"/>
                        <a:pt x="2" y="11"/>
                        <a:pt x="3" y="11"/>
                      </a:cubicBezTo>
                      <a:cubicBezTo>
                        <a:pt x="3" y="12"/>
                        <a:pt x="4" y="12"/>
                        <a:pt x="3" y="13"/>
                      </a:cubicBezTo>
                      <a:cubicBezTo>
                        <a:pt x="3" y="14"/>
                        <a:pt x="3" y="14"/>
                        <a:pt x="3" y="15"/>
                      </a:cubicBezTo>
                      <a:cubicBezTo>
                        <a:pt x="2" y="15"/>
                        <a:pt x="2" y="15"/>
                        <a:pt x="2" y="16"/>
                      </a:cubicBezTo>
                      <a:cubicBezTo>
                        <a:pt x="3" y="16"/>
                        <a:pt x="3" y="16"/>
                        <a:pt x="4" y="17"/>
                      </a:cubicBezTo>
                      <a:cubicBezTo>
                        <a:pt x="4" y="17"/>
                        <a:pt x="4" y="17"/>
                        <a:pt x="4" y="18"/>
                      </a:cubicBezTo>
                      <a:cubicBezTo>
                        <a:pt x="4" y="18"/>
                        <a:pt x="4" y="18"/>
                        <a:pt x="4" y="19"/>
                      </a:cubicBezTo>
                      <a:cubicBezTo>
                        <a:pt x="4" y="19"/>
                        <a:pt x="5" y="19"/>
                        <a:pt x="5" y="19"/>
                      </a:cubicBezTo>
                      <a:cubicBezTo>
                        <a:pt x="5" y="19"/>
                        <a:pt x="4" y="20"/>
                        <a:pt x="4" y="20"/>
                      </a:cubicBezTo>
                      <a:cubicBezTo>
                        <a:pt x="5" y="20"/>
                        <a:pt x="6" y="20"/>
                        <a:pt x="6" y="21"/>
                      </a:cubicBezTo>
                      <a:cubicBezTo>
                        <a:pt x="6" y="22"/>
                        <a:pt x="5" y="22"/>
                        <a:pt x="5" y="22"/>
                      </a:cubicBezTo>
                      <a:cubicBezTo>
                        <a:pt x="7" y="23"/>
                        <a:pt x="7" y="23"/>
                        <a:pt x="7" y="23"/>
                      </a:cubicBezTo>
                      <a:cubicBezTo>
                        <a:pt x="8" y="25"/>
                        <a:pt x="8" y="25"/>
                        <a:pt x="8" y="25"/>
                      </a:cubicBezTo>
                      <a:cubicBezTo>
                        <a:pt x="7" y="26"/>
                        <a:pt x="7" y="26"/>
                        <a:pt x="7" y="26"/>
                      </a:cubicBezTo>
                      <a:cubicBezTo>
                        <a:pt x="7" y="26"/>
                        <a:pt x="8" y="27"/>
                        <a:pt x="8" y="27"/>
                      </a:cubicBezTo>
                      <a:cubicBezTo>
                        <a:pt x="8" y="28"/>
                        <a:pt x="9" y="29"/>
                        <a:pt x="9" y="29"/>
                      </a:cubicBezTo>
                      <a:cubicBezTo>
                        <a:pt x="9" y="29"/>
                        <a:pt x="10" y="29"/>
                        <a:pt x="10" y="29"/>
                      </a:cubicBezTo>
                      <a:cubicBezTo>
                        <a:pt x="10" y="30"/>
                        <a:pt x="11" y="32"/>
                        <a:pt x="11" y="33"/>
                      </a:cubicBezTo>
                      <a:cubicBezTo>
                        <a:pt x="11" y="33"/>
                        <a:pt x="12" y="33"/>
                        <a:pt x="12" y="33"/>
                      </a:cubicBezTo>
                      <a:cubicBezTo>
                        <a:pt x="14" y="34"/>
                        <a:pt x="14" y="34"/>
                        <a:pt x="14" y="34"/>
                      </a:cubicBezTo>
                      <a:cubicBezTo>
                        <a:pt x="17" y="34"/>
                        <a:pt x="17" y="34"/>
                        <a:pt x="17" y="34"/>
                      </a:cubicBezTo>
                      <a:cubicBezTo>
                        <a:pt x="15" y="36"/>
                        <a:pt x="15" y="36"/>
                        <a:pt x="15" y="36"/>
                      </a:cubicBezTo>
                      <a:cubicBezTo>
                        <a:pt x="15" y="37"/>
                        <a:pt x="15" y="37"/>
                        <a:pt x="15" y="37"/>
                      </a:cubicBezTo>
                      <a:cubicBezTo>
                        <a:pt x="16" y="38"/>
                        <a:pt x="16" y="38"/>
                        <a:pt x="16" y="38"/>
                      </a:cubicBezTo>
                      <a:cubicBezTo>
                        <a:pt x="16" y="40"/>
                        <a:pt x="16" y="40"/>
                        <a:pt x="16" y="40"/>
                      </a:cubicBezTo>
                      <a:cubicBezTo>
                        <a:pt x="14" y="40"/>
                        <a:pt x="14" y="40"/>
                        <a:pt x="14" y="40"/>
                      </a:cubicBezTo>
                      <a:cubicBezTo>
                        <a:pt x="14" y="40"/>
                        <a:pt x="14" y="42"/>
                        <a:pt x="14" y="42"/>
                      </a:cubicBezTo>
                      <a:cubicBezTo>
                        <a:pt x="14" y="42"/>
                        <a:pt x="13" y="42"/>
                        <a:pt x="13" y="42"/>
                      </a:cubicBezTo>
                      <a:cubicBezTo>
                        <a:pt x="13" y="44"/>
                        <a:pt x="13" y="44"/>
                        <a:pt x="13" y="44"/>
                      </a:cubicBezTo>
                      <a:cubicBezTo>
                        <a:pt x="11" y="45"/>
                        <a:pt x="11" y="45"/>
                        <a:pt x="11" y="45"/>
                      </a:cubicBezTo>
                      <a:cubicBezTo>
                        <a:pt x="11" y="45"/>
                        <a:pt x="11" y="45"/>
                        <a:pt x="11" y="45"/>
                      </a:cubicBezTo>
                      <a:cubicBezTo>
                        <a:pt x="11" y="45"/>
                        <a:pt x="12" y="47"/>
                        <a:pt x="12" y="47"/>
                      </a:cubicBezTo>
                      <a:cubicBezTo>
                        <a:pt x="12" y="47"/>
                        <a:pt x="11" y="48"/>
                        <a:pt x="11" y="49"/>
                      </a:cubicBezTo>
                      <a:cubicBezTo>
                        <a:pt x="11" y="49"/>
                        <a:pt x="11" y="50"/>
                        <a:pt x="11" y="50"/>
                      </a:cubicBezTo>
                      <a:cubicBezTo>
                        <a:pt x="11" y="50"/>
                        <a:pt x="12" y="51"/>
                        <a:pt x="12" y="51"/>
                      </a:cubicBezTo>
                      <a:cubicBezTo>
                        <a:pt x="12" y="52"/>
                        <a:pt x="14" y="52"/>
                        <a:pt x="14" y="52"/>
                      </a:cubicBezTo>
                      <a:cubicBezTo>
                        <a:pt x="14" y="52"/>
                        <a:pt x="14" y="53"/>
                        <a:pt x="14" y="53"/>
                      </a:cubicBezTo>
                      <a:cubicBezTo>
                        <a:pt x="15" y="53"/>
                        <a:pt x="15" y="53"/>
                        <a:pt x="15" y="53"/>
                      </a:cubicBezTo>
                      <a:cubicBezTo>
                        <a:pt x="16" y="55"/>
                        <a:pt x="16" y="55"/>
                        <a:pt x="16" y="55"/>
                      </a:cubicBezTo>
                      <a:cubicBezTo>
                        <a:pt x="16" y="55"/>
                        <a:pt x="15" y="57"/>
                        <a:pt x="15" y="57"/>
                      </a:cubicBezTo>
                      <a:cubicBezTo>
                        <a:pt x="15" y="57"/>
                        <a:pt x="19" y="58"/>
                        <a:pt x="19" y="58"/>
                      </a:cubicBezTo>
                      <a:cubicBezTo>
                        <a:pt x="22" y="61"/>
                        <a:pt x="22" y="61"/>
                        <a:pt x="22" y="61"/>
                      </a:cubicBezTo>
                      <a:cubicBezTo>
                        <a:pt x="25" y="62"/>
                        <a:pt x="25" y="62"/>
                        <a:pt x="25" y="62"/>
                      </a:cubicBezTo>
                      <a:cubicBezTo>
                        <a:pt x="25" y="62"/>
                        <a:pt x="25" y="64"/>
                        <a:pt x="26" y="64"/>
                      </a:cubicBezTo>
                      <a:cubicBezTo>
                        <a:pt x="26" y="64"/>
                        <a:pt x="27" y="67"/>
                        <a:pt x="27" y="67"/>
                      </a:cubicBezTo>
                      <a:cubicBezTo>
                        <a:pt x="27" y="67"/>
                        <a:pt x="27" y="71"/>
                        <a:pt x="27" y="71"/>
                      </a:cubicBezTo>
                      <a:cubicBezTo>
                        <a:pt x="27" y="71"/>
                        <a:pt x="27" y="73"/>
                        <a:pt x="27" y="73"/>
                      </a:cubicBezTo>
                      <a:cubicBezTo>
                        <a:pt x="27" y="73"/>
                        <a:pt x="28" y="74"/>
                        <a:pt x="29" y="74"/>
                      </a:cubicBezTo>
                      <a:cubicBezTo>
                        <a:pt x="29" y="74"/>
                        <a:pt x="29" y="77"/>
                        <a:pt x="29" y="77"/>
                      </a:cubicBezTo>
                      <a:cubicBezTo>
                        <a:pt x="29" y="78"/>
                        <a:pt x="32" y="81"/>
                        <a:pt x="32" y="81"/>
                      </a:cubicBezTo>
                      <a:cubicBezTo>
                        <a:pt x="32" y="81"/>
                        <a:pt x="33" y="81"/>
                        <a:pt x="33" y="81"/>
                      </a:cubicBezTo>
                      <a:cubicBezTo>
                        <a:pt x="34" y="80"/>
                        <a:pt x="36" y="80"/>
                        <a:pt x="36" y="78"/>
                      </a:cubicBezTo>
                      <a:cubicBezTo>
                        <a:pt x="35" y="77"/>
                        <a:pt x="36" y="77"/>
                        <a:pt x="36" y="78"/>
                      </a:cubicBezTo>
                      <a:cubicBezTo>
                        <a:pt x="37" y="79"/>
                        <a:pt x="38" y="79"/>
                        <a:pt x="39" y="79"/>
                      </a:cubicBezTo>
                      <a:cubicBezTo>
                        <a:pt x="40" y="80"/>
                        <a:pt x="40" y="81"/>
                        <a:pt x="41" y="80"/>
                      </a:cubicBezTo>
                      <a:cubicBezTo>
                        <a:pt x="42" y="79"/>
                        <a:pt x="44" y="79"/>
                        <a:pt x="44" y="80"/>
                      </a:cubicBezTo>
                      <a:cubicBezTo>
                        <a:pt x="44" y="82"/>
                        <a:pt x="45" y="83"/>
                        <a:pt x="47" y="84"/>
                      </a:cubicBezTo>
                      <a:cubicBezTo>
                        <a:pt x="48" y="85"/>
                        <a:pt x="47" y="87"/>
                        <a:pt x="49" y="88"/>
                      </a:cubicBezTo>
                      <a:cubicBezTo>
                        <a:pt x="49" y="88"/>
                        <a:pt x="49" y="88"/>
                        <a:pt x="49" y="89"/>
                      </a:cubicBezTo>
                      <a:cubicBezTo>
                        <a:pt x="49" y="89"/>
                        <a:pt x="49" y="89"/>
                        <a:pt x="49" y="90"/>
                      </a:cubicBezTo>
                      <a:cubicBezTo>
                        <a:pt x="50" y="90"/>
                        <a:pt x="50" y="91"/>
                        <a:pt x="50" y="92"/>
                      </a:cubicBezTo>
                      <a:cubicBezTo>
                        <a:pt x="52" y="96"/>
                        <a:pt x="52" y="97"/>
                        <a:pt x="57" y="97"/>
                      </a:cubicBezTo>
                      <a:cubicBezTo>
                        <a:pt x="57" y="97"/>
                        <a:pt x="57" y="97"/>
                        <a:pt x="57" y="98"/>
                      </a:cubicBezTo>
                      <a:cubicBezTo>
                        <a:pt x="58" y="99"/>
                        <a:pt x="60" y="99"/>
                        <a:pt x="60" y="100"/>
                      </a:cubicBezTo>
                      <a:cubicBezTo>
                        <a:pt x="61" y="102"/>
                        <a:pt x="63" y="103"/>
                        <a:pt x="64" y="103"/>
                      </a:cubicBezTo>
                      <a:cubicBezTo>
                        <a:pt x="65" y="103"/>
                        <a:pt x="66" y="103"/>
                        <a:pt x="67" y="105"/>
                      </a:cubicBezTo>
                      <a:cubicBezTo>
                        <a:pt x="67" y="105"/>
                        <a:pt x="68" y="106"/>
                        <a:pt x="69" y="106"/>
                      </a:cubicBezTo>
                      <a:cubicBezTo>
                        <a:pt x="71" y="105"/>
                        <a:pt x="72" y="106"/>
                        <a:pt x="73" y="107"/>
                      </a:cubicBezTo>
                      <a:cubicBezTo>
                        <a:pt x="74" y="107"/>
                        <a:pt x="76" y="107"/>
                        <a:pt x="77" y="106"/>
                      </a:cubicBezTo>
                      <a:cubicBezTo>
                        <a:pt x="78" y="105"/>
                        <a:pt x="79" y="105"/>
                        <a:pt x="81" y="105"/>
                      </a:cubicBezTo>
                      <a:cubicBezTo>
                        <a:pt x="81" y="104"/>
                        <a:pt x="81" y="103"/>
                        <a:pt x="82" y="103"/>
                      </a:cubicBezTo>
                      <a:cubicBezTo>
                        <a:pt x="83" y="103"/>
                        <a:pt x="84" y="103"/>
                        <a:pt x="84" y="103"/>
                      </a:cubicBezTo>
                      <a:cubicBezTo>
                        <a:pt x="85" y="102"/>
                        <a:pt x="85" y="102"/>
                        <a:pt x="86" y="102"/>
                      </a:cubicBezTo>
                      <a:cubicBezTo>
                        <a:pt x="88" y="102"/>
                        <a:pt x="89" y="102"/>
                        <a:pt x="90" y="103"/>
                      </a:cubicBezTo>
                      <a:cubicBezTo>
                        <a:pt x="90" y="105"/>
                        <a:pt x="91" y="106"/>
                        <a:pt x="91" y="107"/>
                      </a:cubicBezTo>
                      <a:cubicBezTo>
                        <a:pt x="91" y="109"/>
                        <a:pt x="91" y="111"/>
                        <a:pt x="92" y="112"/>
                      </a:cubicBezTo>
                      <a:cubicBezTo>
                        <a:pt x="92" y="113"/>
                        <a:pt x="93" y="113"/>
                        <a:pt x="93" y="113"/>
                      </a:cubicBezTo>
                      <a:cubicBezTo>
                        <a:pt x="95" y="113"/>
                        <a:pt x="96" y="114"/>
                        <a:pt x="97" y="114"/>
                      </a:cubicBezTo>
                      <a:cubicBezTo>
                        <a:pt x="100" y="114"/>
                        <a:pt x="103" y="115"/>
                        <a:pt x="105" y="115"/>
                      </a:cubicBezTo>
                      <a:cubicBezTo>
                        <a:pt x="106" y="115"/>
                        <a:pt x="106" y="115"/>
                        <a:pt x="107" y="115"/>
                      </a:cubicBezTo>
                      <a:cubicBezTo>
                        <a:pt x="109" y="116"/>
                        <a:pt x="111" y="116"/>
                        <a:pt x="114" y="115"/>
                      </a:cubicBezTo>
                      <a:cubicBezTo>
                        <a:pt x="114" y="115"/>
                        <a:pt x="114" y="115"/>
                        <a:pt x="114" y="115"/>
                      </a:cubicBezTo>
                      <a:cubicBezTo>
                        <a:pt x="115" y="117"/>
                        <a:pt x="117" y="116"/>
                        <a:pt x="119" y="117"/>
                      </a:cubicBezTo>
                      <a:cubicBezTo>
                        <a:pt x="120" y="118"/>
                        <a:pt x="120" y="118"/>
                        <a:pt x="121" y="117"/>
                      </a:cubicBezTo>
                      <a:cubicBezTo>
                        <a:pt x="121" y="117"/>
                        <a:pt x="121" y="117"/>
                        <a:pt x="121" y="117"/>
                      </a:cubicBezTo>
                      <a:cubicBezTo>
                        <a:pt x="121" y="115"/>
                        <a:pt x="121" y="115"/>
                        <a:pt x="121" y="115"/>
                      </a:cubicBezTo>
                      <a:lnTo>
                        <a:pt x="123" y="113"/>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8" name="Freeform 863">
                  <a:extLst>
                    <a:ext uri="{FF2B5EF4-FFF2-40B4-BE49-F238E27FC236}">
                      <a16:creationId xmlns:a16="http://schemas.microsoft.com/office/drawing/2014/main" id="{665EB949-7CF2-A9DA-6A0C-1BAFFE6FD248}"/>
                    </a:ext>
                  </a:extLst>
                </p:cNvPr>
                <p:cNvSpPr>
                  <a:spLocks/>
                </p:cNvSpPr>
                <p:nvPr/>
              </p:nvSpPr>
              <p:spPr bwMode="auto">
                <a:xfrm>
                  <a:off x="7302500" y="3762375"/>
                  <a:ext cx="812800" cy="896938"/>
                </a:xfrm>
                <a:custGeom>
                  <a:avLst/>
                  <a:gdLst>
                    <a:gd name="T0" fmla="*/ 186 w 195"/>
                    <a:gd name="T1" fmla="*/ 79 h 215"/>
                    <a:gd name="T2" fmla="*/ 180 w 195"/>
                    <a:gd name="T3" fmla="*/ 92 h 215"/>
                    <a:gd name="T4" fmla="*/ 165 w 195"/>
                    <a:gd name="T5" fmla="*/ 118 h 215"/>
                    <a:gd name="T6" fmla="*/ 160 w 195"/>
                    <a:gd name="T7" fmla="*/ 107 h 215"/>
                    <a:gd name="T8" fmla="*/ 155 w 195"/>
                    <a:gd name="T9" fmla="*/ 106 h 215"/>
                    <a:gd name="T10" fmla="*/ 162 w 195"/>
                    <a:gd name="T11" fmla="*/ 97 h 215"/>
                    <a:gd name="T12" fmla="*/ 150 w 195"/>
                    <a:gd name="T13" fmla="*/ 94 h 215"/>
                    <a:gd name="T14" fmla="*/ 146 w 195"/>
                    <a:gd name="T15" fmla="*/ 86 h 215"/>
                    <a:gd name="T16" fmla="*/ 140 w 195"/>
                    <a:gd name="T17" fmla="*/ 86 h 215"/>
                    <a:gd name="T18" fmla="*/ 134 w 195"/>
                    <a:gd name="T19" fmla="*/ 88 h 215"/>
                    <a:gd name="T20" fmla="*/ 140 w 195"/>
                    <a:gd name="T21" fmla="*/ 94 h 215"/>
                    <a:gd name="T22" fmla="*/ 134 w 195"/>
                    <a:gd name="T23" fmla="*/ 99 h 215"/>
                    <a:gd name="T24" fmla="*/ 138 w 195"/>
                    <a:gd name="T25" fmla="*/ 104 h 215"/>
                    <a:gd name="T26" fmla="*/ 140 w 195"/>
                    <a:gd name="T27" fmla="*/ 111 h 215"/>
                    <a:gd name="T28" fmla="*/ 135 w 195"/>
                    <a:gd name="T29" fmla="*/ 119 h 215"/>
                    <a:gd name="T30" fmla="*/ 119 w 195"/>
                    <a:gd name="T31" fmla="*/ 133 h 215"/>
                    <a:gd name="T32" fmla="*/ 97 w 195"/>
                    <a:gd name="T33" fmla="*/ 151 h 215"/>
                    <a:gd name="T34" fmla="*/ 89 w 195"/>
                    <a:gd name="T35" fmla="*/ 158 h 215"/>
                    <a:gd name="T36" fmla="*/ 80 w 195"/>
                    <a:gd name="T37" fmla="*/ 176 h 215"/>
                    <a:gd name="T38" fmla="*/ 79 w 195"/>
                    <a:gd name="T39" fmla="*/ 199 h 215"/>
                    <a:gd name="T40" fmla="*/ 67 w 195"/>
                    <a:gd name="T41" fmla="*/ 210 h 215"/>
                    <a:gd name="T42" fmla="*/ 52 w 195"/>
                    <a:gd name="T43" fmla="*/ 195 h 215"/>
                    <a:gd name="T44" fmla="*/ 40 w 195"/>
                    <a:gd name="T45" fmla="*/ 167 h 215"/>
                    <a:gd name="T46" fmla="*/ 31 w 195"/>
                    <a:gd name="T47" fmla="*/ 129 h 215"/>
                    <a:gd name="T48" fmla="*/ 28 w 195"/>
                    <a:gd name="T49" fmla="*/ 115 h 215"/>
                    <a:gd name="T50" fmla="*/ 14 w 195"/>
                    <a:gd name="T51" fmla="*/ 124 h 215"/>
                    <a:gd name="T52" fmla="*/ 13 w 195"/>
                    <a:gd name="T53" fmla="*/ 110 h 215"/>
                    <a:gd name="T54" fmla="*/ 3 w 195"/>
                    <a:gd name="T55" fmla="*/ 101 h 215"/>
                    <a:gd name="T56" fmla="*/ 15 w 195"/>
                    <a:gd name="T57" fmla="*/ 100 h 215"/>
                    <a:gd name="T58" fmla="*/ 16 w 195"/>
                    <a:gd name="T59" fmla="*/ 93 h 215"/>
                    <a:gd name="T60" fmla="*/ 13 w 195"/>
                    <a:gd name="T61" fmla="*/ 87 h 215"/>
                    <a:gd name="T62" fmla="*/ 14 w 195"/>
                    <a:gd name="T63" fmla="*/ 72 h 215"/>
                    <a:gd name="T64" fmla="*/ 27 w 195"/>
                    <a:gd name="T65" fmla="*/ 67 h 215"/>
                    <a:gd name="T66" fmla="*/ 42 w 195"/>
                    <a:gd name="T67" fmla="*/ 48 h 215"/>
                    <a:gd name="T68" fmla="*/ 42 w 195"/>
                    <a:gd name="T69" fmla="*/ 43 h 215"/>
                    <a:gd name="T70" fmla="*/ 44 w 195"/>
                    <a:gd name="T71" fmla="*/ 35 h 215"/>
                    <a:gd name="T72" fmla="*/ 36 w 195"/>
                    <a:gd name="T73" fmla="*/ 27 h 215"/>
                    <a:gd name="T74" fmla="*/ 40 w 195"/>
                    <a:gd name="T75" fmla="*/ 17 h 215"/>
                    <a:gd name="T76" fmla="*/ 33 w 195"/>
                    <a:gd name="T77" fmla="*/ 10 h 215"/>
                    <a:gd name="T78" fmla="*/ 37 w 195"/>
                    <a:gd name="T79" fmla="*/ 2 h 215"/>
                    <a:gd name="T80" fmla="*/ 50 w 195"/>
                    <a:gd name="T81" fmla="*/ 3 h 215"/>
                    <a:gd name="T82" fmla="*/ 62 w 195"/>
                    <a:gd name="T83" fmla="*/ 12 h 215"/>
                    <a:gd name="T84" fmla="*/ 77 w 195"/>
                    <a:gd name="T85" fmla="*/ 10 h 215"/>
                    <a:gd name="T86" fmla="*/ 80 w 195"/>
                    <a:gd name="T87" fmla="*/ 18 h 215"/>
                    <a:gd name="T88" fmla="*/ 71 w 195"/>
                    <a:gd name="T89" fmla="*/ 27 h 215"/>
                    <a:gd name="T90" fmla="*/ 76 w 195"/>
                    <a:gd name="T91" fmla="*/ 37 h 215"/>
                    <a:gd name="T92" fmla="*/ 69 w 195"/>
                    <a:gd name="T93" fmla="*/ 40 h 215"/>
                    <a:gd name="T94" fmla="*/ 75 w 195"/>
                    <a:gd name="T95" fmla="*/ 49 h 215"/>
                    <a:gd name="T96" fmla="*/ 82 w 195"/>
                    <a:gd name="T97" fmla="*/ 60 h 215"/>
                    <a:gd name="T98" fmla="*/ 93 w 195"/>
                    <a:gd name="T99" fmla="*/ 73 h 215"/>
                    <a:gd name="T100" fmla="*/ 103 w 195"/>
                    <a:gd name="T101" fmla="*/ 77 h 215"/>
                    <a:gd name="T102" fmla="*/ 114 w 195"/>
                    <a:gd name="T103" fmla="*/ 82 h 215"/>
                    <a:gd name="T104" fmla="*/ 124 w 195"/>
                    <a:gd name="T105" fmla="*/ 84 h 215"/>
                    <a:gd name="T106" fmla="*/ 132 w 195"/>
                    <a:gd name="T107" fmla="*/ 85 h 215"/>
                    <a:gd name="T108" fmla="*/ 135 w 195"/>
                    <a:gd name="T109" fmla="*/ 73 h 215"/>
                    <a:gd name="T110" fmla="*/ 140 w 195"/>
                    <a:gd name="T111" fmla="*/ 77 h 215"/>
                    <a:gd name="T112" fmla="*/ 151 w 195"/>
                    <a:gd name="T113" fmla="*/ 81 h 215"/>
                    <a:gd name="T114" fmla="*/ 158 w 195"/>
                    <a:gd name="T115" fmla="*/ 76 h 215"/>
                    <a:gd name="T116" fmla="*/ 168 w 195"/>
                    <a:gd name="T117" fmla="*/ 70 h 215"/>
                    <a:gd name="T118" fmla="*/ 183 w 195"/>
                    <a:gd name="T119" fmla="*/ 64 h 215"/>
                    <a:gd name="T120" fmla="*/ 194 w 195"/>
                    <a:gd name="T121" fmla="*/ 7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5" h="215">
                      <a:moveTo>
                        <a:pt x="194" y="75"/>
                      </a:moveTo>
                      <a:cubicBezTo>
                        <a:pt x="195" y="75"/>
                        <a:pt x="194" y="75"/>
                        <a:pt x="193" y="75"/>
                      </a:cubicBezTo>
                      <a:cubicBezTo>
                        <a:pt x="192" y="75"/>
                        <a:pt x="192" y="74"/>
                        <a:pt x="192" y="74"/>
                      </a:cubicBezTo>
                      <a:cubicBezTo>
                        <a:pt x="192" y="74"/>
                        <a:pt x="191" y="75"/>
                        <a:pt x="190" y="76"/>
                      </a:cubicBezTo>
                      <a:cubicBezTo>
                        <a:pt x="190" y="76"/>
                        <a:pt x="189" y="76"/>
                        <a:pt x="188" y="76"/>
                      </a:cubicBezTo>
                      <a:cubicBezTo>
                        <a:pt x="188" y="77"/>
                        <a:pt x="187" y="77"/>
                        <a:pt x="187" y="78"/>
                      </a:cubicBezTo>
                      <a:cubicBezTo>
                        <a:pt x="187" y="79"/>
                        <a:pt x="186" y="79"/>
                        <a:pt x="186" y="79"/>
                      </a:cubicBezTo>
                      <a:cubicBezTo>
                        <a:pt x="185" y="80"/>
                        <a:pt x="185" y="80"/>
                        <a:pt x="184" y="80"/>
                      </a:cubicBezTo>
                      <a:cubicBezTo>
                        <a:pt x="184" y="80"/>
                        <a:pt x="184" y="81"/>
                        <a:pt x="183" y="81"/>
                      </a:cubicBezTo>
                      <a:cubicBezTo>
                        <a:pt x="183" y="82"/>
                        <a:pt x="182" y="83"/>
                        <a:pt x="182" y="84"/>
                      </a:cubicBezTo>
                      <a:cubicBezTo>
                        <a:pt x="181" y="85"/>
                        <a:pt x="182" y="85"/>
                        <a:pt x="182" y="85"/>
                      </a:cubicBezTo>
                      <a:cubicBezTo>
                        <a:pt x="182" y="86"/>
                        <a:pt x="182" y="88"/>
                        <a:pt x="181" y="89"/>
                      </a:cubicBezTo>
                      <a:cubicBezTo>
                        <a:pt x="181" y="89"/>
                        <a:pt x="180" y="90"/>
                        <a:pt x="180" y="91"/>
                      </a:cubicBezTo>
                      <a:cubicBezTo>
                        <a:pt x="179" y="92"/>
                        <a:pt x="180" y="92"/>
                        <a:pt x="180" y="92"/>
                      </a:cubicBezTo>
                      <a:cubicBezTo>
                        <a:pt x="180" y="93"/>
                        <a:pt x="181" y="93"/>
                        <a:pt x="181" y="94"/>
                      </a:cubicBezTo>
                      <a:cubicBezTo>
                        <a:pt x="181" y="94"/>
                        <a:pt x="180" y="96"/>
                        <a:pt x="180" y="97"/>
                      </a:cubicBezTo>
                      <a:cubicBezTo>
                        <a:pt x="180" y="98"/>
                        <a:pt x="179" y="99"/>
                        <a:pt x="179" y="100"/>
                      </a:cubicBezTo>
                      <a:cubicBezTo>
                        <a:pt x="178" y="101"/>
                        <a:pt x="176" y="102"/>
                        <a:pt x="175" y="102"/>
                      </a:cubicBezTo>
                      <a:cubicBezTo>
                        <a:pt x="175" y="102"/>
                        <a:pt x="169" y="103"/>
                        <a:pt x="169" y="103"/>
                      </a:cubicBezTo>
                      <a:cubicBezTo>
                        <a:pt x="169" y="103"/>
                        <a:pt x="168" y="110"/>
                        <a:pt x="168" y="111"/>
                      </a:cubicBezTo>
                      <a:cubicBezTo>
                        <a:pt x="168" y="111"/>
                        <a:pt x="167" y="116"/>
                        <a:pt x="165" y="118"/>
                      </a:cubicBezTo>
                      <a:cubicBezTo>
                        <a:pt x="164" y="115"/>
                        <a:pt x="164" y="115"/>
                        <a:pt x="164" y="115"/>
                      </a:cubicBezTo>
                      <a:cubicBezTo>
                        <a:pt x="164" y="112"/>
                        <a:pt x="164" y="112"/>
                        <a:pt x="164" y="112"/>
                      </a:cubicBezTo>
                      <a:cubicBezTo>
                        <a:pt x="163" y="109"/>
                        <a:pt x="163" y="109"/>
                        <a:pt x="163" y="109"/>
                      </a:cubicBezTo>
                      <a:cubicBezTo>
                        <a:pt x="163" y="105"/>
                        <a:pt x="163" y="105"/>
                        <a:pt x="163" y="105"/>
                      </a:cubicBezTo>
                      <a:cubicBezTo>
                        <a:pt x="162" y="105"/>
                        <a:pt x="162" y="105"/>
                        <a:pt x="162" y="105"/>
                      </a:cubicBezTo>
                      <a:cubicBezTo>
                        <a:pt x="161" y="105"/>
                        <a:pt x="161" y="105"/>
                        <a:pt x="161" y="105"/>
                      </a:cubicBezTo>
                      <a:cubicBezTo>
                        <a:pt x="160" y="107"/>
                        <a:pt x="160" y="107"/>
                        <a:pt x="160" y="107"/>
                      </a:cubicBezTo>
                      <a:cubicBezTo>
                        <a:pt x="160" y="108"/>
                        <a:pt x="160" y="108"/>
                        <a:pt x="160" y="108"/>
                      </a:cubicBezTo>
                      <a:cubicBezTo>
                        <a:pt x="160" y="109"/>
                        <a:pt x="160" y="109"/>
                        <a:pt x="160" y="109"/>
                      </a:cubicBezTo>
                      <a:cubicBezTo>
                        <a:pt x="160" y="109"/>
                        <a:pt x="159" y="110"/>
                        <a:pt x="159" y="110"/>
                      </a:cubicBezTo>
                      <a:cubicBezTo>
                        <a:pt x="159" y="110"/>
                        <a:pt x="158" y="110"/>
                        <a:pt x="158" y="109"/>
                      </a:cubicBezTo>
                      <a:cubicBezTo>
                        <a:pt x="157" y="109"/>
                        <a:pt x="156" y="109"/>
                        <a:pt x="156" y="109"/>
                      </a:cubicBezTo>
                      <a:cubicBezTo>
                        <a:pt x="156" y="108"/>
                        <a:pt x="156" y="108"/>
                        <a:pt x="156" y="108"/>
                      </a:cubicBezTo>
                      <a:cubicBezTo>
                        <a:pt x="156" y="108"/>
                        <a:pt x="155" y="107"/>
                        <a:pt x="155" y="106"/>
                      </a:cubicBezTo>
                      <a:cubicBezTo>
                        <a:pt x="155" y="106"/>
                        <a:pt x="156" y="105"/>
                        <a:pt x="155" y="105"/>
                      </a:cubicBezTo>
                      <a:cubicBezTo>
                        <a:pt x="155" y="104"/>
                        <a:pt x="157" y="102"/>
                        <a:pt x="157" y="102"/>
                      </a:cubicBezTo>
                      <a:cubicBezTo>
                        <a:pt x="157" y="102"/>
                        <a:pt x="158" y="103"/>
                        <a:pt x="158" y="102"/>
                      </a:cubicBezTo>
                      <a:cubicBezTo>
                        <a:pt x="159" y="102"/>
                        <a:pt x="159" y="102"/>
                        <a:pt x="160" y="102"/>
                      </a:cubicBezTo>
                      <a:cubicBezTo>
                        <a:pt x="160" y="101"/>
                        <a:pt x="161" y="100"/>
                        <a:pt x="161" y="100"/>
                      </a:cubicBezTo>
                      <a:cubicBezTo>
                        <a:pt x="162" y="100"/>
                        <a:pt x="162" y="100"/>
                        <a:pt x="162" y="100"/>
                      </a:cubicBezTo>
                      <a:cubicBezTo>
                        <a:pt x="162" y="100"/>
                        <a:pt x="162" y="98"/>
                        <a:pt x="162" y="97"/>
                      </a:cubicBezTo>
                      <a:cubicBezTo>
                        <a:pt x="162" y="97"/>
                        <a:pt x="162" y="96"/>
                        <a:pt x="162" y="96"/>
                      </a:cubicBezTo>
                      <a:cubicBezTo>
                        <a:pt x="162" y="96"/>
                        <a:pt x="163" y="96"/>
                        <a:pt x="163" y="96"/>
                      </a:cubicBezTo>
                      <a:cubicBezTo>
                        <a:pt x="163" y="96"/>
                        <a:pt x="163" y="96"/>
                        <a:pt x="163" y="95"/>
                      </a:cubicBezTo>
                      <a:cubicBezTo>
                        <a:pt x="163" y="95"/>
                        <a:pt x="163" y="95"/>
                        <a:pt x="163" y="95"/>
                      </a:cubicBezTo>
                      <a:cubicBezTo>
                        <a:pt x="163" y="95"/>
                        <a:pt x="162" y="95"/>
                        <a:pt x="161" y="95"/>
                      </a:cubicBezTo>
                      <a:cubicBezTo>
                        <a:pt x="161" y="94"/>
                        <a:pt x="153" y="94"/>
                        <a:pt x="152" y="94"/>
                      </a:cubicBezTo>
                      <a:cubicBezTo>
                        <a:pt x="150" y="94"/>
                        <a:pt x="150" y="94"/>
                        <a:pt x="150" y="94"/>
                      </a:cubicBezTo>
                      <a:cubicBezTo>
                        <a:pt x="150" y="94"/>
                        <a:pt x="149" y="94"/>
                        <a:pt x="148" y="94"/>
                      </a:cubicBezTo>
                      <a:cubicBezTo>
                        <a:pt x="147" y="94"/>
                        <a:pt x="146" y="93"/>
                        <a:pt x="146" y="93"/>
                      </a:cubicBezTo>
                      <a:cubicBezTo>
                        <a:pt x="146" y="93"/>
                        <a:pt x="146" y="92"/>
                        <a:pt x="146" y="92"/>
                      </a:cubicBezTo>
                      <a:cubicBezTo>
                        <a:pt x="146" y="92"/>
                        <a:pt x="147" y="91"/>
                        <a:pt x="147" y="91"/>
                      </a:cubicBezTo>
                      <a:cubicBezTo>
                        <a:pt x="147" y="90"/>
                        <a:pt x="147" y="90"/>
                        <a:pt x="147" y="89"/>
                      </a:cubicBezTo>
                      <a:cubicBezTo>
                        <a:pt x="147" y="89"/>
                        <a:pt x="146" y="88"/>
                        <a:pt x="146" y="88"/>
                      </a:cubicBezTo>
                      <a:cubicBezTo>
                        <a:pt x="146" y="88"/>
                        <a:pt x="146" y="87"/>
                        <a:pt x="146" y="86"/>
                      </a:cubicBezTo>
                      <a:cubicBezTo>
                        <a:pt x="145" y="86"/>
                        <a:pt x="145" y="87"/>
                        <a:pt x="145" y="87"/>
                      </a:cubicBezTo>
                      <a:cubicBezTo>
                        <a:pt x="145" y="87"/>
                        <a:pt x="145" y="88"/>
                        <a:pt x="145" y="88"/>
                      </a:cubicBezTo>
                      <a:cubicBezTo>
                        <a:pt x="144" y="88"/>
                        <a:pt x="144" y="88"/>
                        <a:pt x="144" y="88"/>
                      </a:cubicBezTo>
                      <a:cubicBezTo>
                        <a:pt x="144" y="88"/>
                        <a:pt x="142" y="87"/>
                        <a:pt x="142" y="87"/>
                      </a:cubicBezTo>
                      <a:cubicBezTo>
                        <a:pt x="141" y="85"/>
                        <a:pt x="141" y="85"/>
                        <a:pt x="141" y="85"/>
                      </a:cubicBezTo>
                      <a:cubicBezTo>
                        <a:pt x="140" y="85"/>
                        <a:pt x="140" y="85"/>
                        <a:pt x="140" y="85"/>
                      </a:cubicBezTo>
                      <a:cubicBezTo>
                        <a:pt x="140" y="86"/>
                        <a:pt x="140" y="86"/>
                        <a:pt x="140" y="86"/>
                      </a:cubicBezTo>
                      <a:cubicBezTo>
                        <a:pt x="138" y="86"/>
                        <a:pt x="138" y="86"/>
                        <a:pt x="138" y="86"/>
                      </a:cubicBezTo>
                      <a:cubicBezTo>
                        <a:pt x="137" y="84"/>
                        <a:pt x="137" y="84"/>
                        <a:pt x="137" y="84"/>
                      </a:cubicBezTo>
                      <a:cubicBezTo>
                        <a:pt x="136" y="84"/>
                        <a:pt x="136" y="84"/>
                        <a:pt x="136" y="84"/>
                      </a:cubicBezTo>
                      <a:cubicBezTo>
                        <a:pt x="136" y="84"/>
                        <a:pt x="136" y="85"/>
                        <a:pt x="136" y="85"/>
                      </a:cubicBezTo>
                      <a:cubicBezTo>
                        <a:pt x="136" y="85"/>
                        <a:pt x="136" y="86"/>
                        <a:pt x="136" y="86"/>
                      </a:cubicBezTo>
                      <a:cubicBezTo>
                        <a:pt x="135" y="86"/>
                        <a:pt x="135" y="86"/>
                        <a:pt x="135" y="86"/>
                      </a:cubicBezTo>
                      <a:cubicBezTo>
                        <a:pt x="135" y="86"/>
                        <a:pt x="134" y="88"/>
                        <a:pt x="134" y="88"/>
                      </a:cubicBezTo>
                      <a:cubicBezTo>
                        <a:pt x="134" y="88"/>
                        <a:pt x="134" y="89"/>
                        <a:pt x="134" y="89"/>
                      </a:cubicBezTo>
                      <a:cubicBezTo>
                        <a:pt x="136" y="91"/>
                        <a:pt x="136" y="91"/>
                        <a:pt x="136" y="91"/>
                      </a:cubicBezTo>
                      <a:cubicBezTo>
                        <a:pt x="136" y="91"/>
                        <a:pt x="137" y="91"/>
                        <a:pt x="138" y="91"/>
                      </a:cubicBezTo>
                      <a:cubicBezTo>
                        <a:pt x="138" y="91"/>
                        <a:pt x="139" y="91"/>
                        <a:pt x="139" y="91"/>
                      </a:cubicBezTo>
                      <a:cubicBezTo>
                        <a:pt x="139" y="91"/>
                        <a:pt x="140" y="92"/>
                        <a:pt x="140" y="92"/>
                      </a:cubicBezTo>
                      <a:cubicBezTo>
                        <a:pt x="140" y="93"/>
                        <a:pt x="140" y="94"/>
                        <a:pt x="140" y="94"/>
                      </a:cubicBezTo>
                      <a:cubicBezTo>
                        <a:pt x="140" y="94"/>
                        <a:pt x="140" y="94"/>
                        <a:pt x="140" y="94"/>
                      </a:cubicBezTo>
                      <a:cubicBezTo>
                        <a:pt x="139" y="94"/>
                        <a:pt x="138" y="94"/>
                        <a:pt x="138" y="94"/>
                      </a:cubicBezTo>
                      <a:cubicBezTo>
                        <a:pt x="138" y="94"/>
                        <a:pt x="136" y="94"/>
                        <a:pt x="136" y="94"/>
                      </a:cubicBezTo>
                      <a:cubicBezTo>
                        <a:pt x="136" y="94"/>
                        <a:pt x="137" y="95"/>
                        <a:pt x="137" y="95"/>
                      </a:cubicBezTo>
                      <a:cubicBezTo>
                        <a:pt x="137" y="95"/>
                        <a:pt x="137" y="96"/>
                        <a:pt x="136" y="96"/>
                      </a:cubicBezTo>
                      <a:cubicBezTo>
                        <a:pt x="136" y="96"/>
                        <a:pt x="135" y="96"/>
                        <a:pt x="135" y="96"/>
                      </a:cubicBezTo>
                      <a:cubicBezTo>
                        <a:pt x="134" y="96"/>
                        <a:pt x="134" y="96"/>
                        <a:pt x="134" y="97"/>
                      </a:cubicBezTo>
                      <a:cubicBezTo>
                        <a:pt x="134" y="97"/>
                        <a:pt x="134" y="99"/>
                        <a:pt x="134" y="99"/>
                      </a:cubicBezTo>
                      <a:cubicBezTo>
                        <a:pt x="134" y="99"/>
                        <a:pt x="135" y="99"/>
                        <a:pt x="135" y="99"/>
                      </a:cubicBezTo>
                      <a:cubicBezTo>
                        <a:pt x="135" y="100"/>
                        <a:pt x="136" y="100"/>
                        <a:pt x="137" y="100"/>
                      </a:cubicBezTo>
                      <a:cubicBezTo>
                        <a:pt x="137" y="100"/>
                        <a:pt x="138" y="100"/>
                        <a:pt x="138" y="100"/>
                      </a:cubicBezTo>
                      <a:cubicBezTo>
                        <a:pt x="139" y="101"/>
                        <a:pt x="139" y="101"/>
                        <a:pt x="139" y="101"/>
                      </a:cubicBezTo>
                      <a:cubicBezTo>
                        <a:pt x="139" y="102"/>
                        <a:pt x="139" y="102"/>
                        <a:pt x="139" y="103"/>
                      </a:cubicBezTo>
                      <a:cubicBezTo>
                        <a:pt x="139" y="103"/>
                        <a:pt x="139" y="104"/>
                        <a:pt x="139" y="104"/>
                      </a:cubicBezTo>
                      <a:cubicBezTo>
                        <a:pt x="139" y="104"/>
                        <a:pt x="138" y="104"/>
                        <a:pt x="138" y="104"/>
                      </a:cubicBezTo>
                      <a:cubicBezTo>
                        <a:pt x="138" y="105"/>
                        <a:pt x="137" y="105"/>
                        <a:pt x="137" y="105"/>
                      </a:cubicBezTo>
                      <a:cubicBezTo>
                        <a:pt x="138" y="106"/>
                        <a:pt x="138" y="106"/>
                        <a:pt x="138" y="107"/>
                      </a:cubicBezTo>
                      <a:cubicBezTo>
                        <a:pt x="139" y="107"/>
                        <a:pt x="139" y="107"/>
                        <a:pt x="139" y="107"/>
                      </a:cubicBezTo>
                      <a:cubicBezTo>
                        <a:pt x="139" y="108"/>
                        <a:pt x="138" y="108"/>
                        <a:pt x="139" y="108"/>
                      </a:cubicBezTo>
                      <a:cubicBezTo>
                        <a:pt x="139" y="108"/>
                        <a:pt x="139" y="108"/>
                        <a:pt x="140" y="109"/>
                      </a:cubicBezTo>
                      <a:cubicBezTo>
                        <a:pt x="140" y="109"/>
                        <a:pt x="140" y="110"/>
                        <a:pt x="140" y="110"/>
                      </a:cubicBezTo>
                      <a:cubicBezTo>
                        <a:pt x="140" y="110"/>
                        <a:pt x="140" y="111"/>
                        <a:pt x="140" y="111"/>
                      </a:cubicBezTo>
                      <a:cubicBezTo>
                        <a:pt x="140" y="111"/>
                        <a:pt x="141" y="114"/>
                        <a:pt x="141" y="114"/>
                      </a:cubicBezTo>
                      <a:cubicBezTo>
                        <a:pt x="141" y="118"/>
                        <a:pt x="141" y="118"/>
                        <a:pt x="141" y="118"/>
                      </a:cubicBezTo>
                      <a:cubicBezTo>
                        <a:pt x="141" y="119"/>
                        <a:pt x="139" y="120"/>
                        <a:pt x="138" y="120"/>
                      </a:cubicBezTo>
                      <a:cubicBezTo>
                        <a:pt x="138" y="120"/>
                        <a:pt x="138" y="120"/>
                        <a:pt x="138" y="120"/>
                      </a:cubicBezTo>
                      <a:cubicBezTo>
                        <a:pt x="137" y="120"/>
                        <a:pt x="137" y="120"/>
                        <a:pt x="136" y="120"/>
                      </a:cubicBezTo>
                      <a:cubicBezTo>
                        <a:pt x="136" y="119"/>
                        <a:pt x="136" y="119"/>
                        <a:pt x="135" y="119"/>
                      </a:cubicBezTo>
                      <a:cubicBezTo>
                        <a:pt x="135" y="119"/>
                        <a:pt x="135" y="119"/>
                        <a:pt x="135" y="119"/>
                      </a:cubicBezTo>
                      <a:cubicBezTo>
                        <a:pt x="135" y="119"/>
                        <a:pt x="135" y="118"/>
                        <a:pt x="135" y="117"/>
                      </a:cubicBezTo>
                      <a:cubicBezTo>
                        <a:pt x="135" y="117"/>
                        <a:pt x="135" y="117"/>
                        <a:pt x="135" y="116"/>
                      </a:cubicBezTo>
                      <a:cubicBezTo>
                        <a:pt x="133" y="118"/>
                        <a:pt x="131" y="120"/>
                        <a:pt x="129" y="120"/>
                      </a:cubicBezTo>
                      <a:cubicBezTo>
                        <a:pt x="127" y="120"/>
                        <a:pt x="126" y="123"/>
                        <a:pt x="127" y="124"/>
                      </a:cubicBezTo>
                      <a:cubicBezTo>
                        <a:pt x="127" y="126"/>
                        <a:pt x="127" y="128"/>
                        <a:pt x="125" y="129"/>
                      </a:cubicBezTo>
                      <a:cubicBezTo>
                        <a:pt x="125" y="129"/>
                        <a:pt x="124" y="130"/>
                        <a:pt x="124" y="130"/>
                      </a:cubicBezTo>
                      <a:cubicBezTo>
                        <a:pt x="123" y="132"/>
                        <a:pt x="121" y="132"/>
                        <a:pt x="119" y="133"/>
                      </a:cubicBezTo>
                      <a:cubicBezTo>
                        <a:pt x="119" y="133"/>
                        <a:pt x="117" y="134"/>
                        <a:pt x="116" y="132"/>
                      </a:cubicBezTo>
                      <a:cubicBezTo>
                        <a:pt x="116" y="132"/>
                        <a:pt x="115" y="133"/>
                        <a:pt x="115" y="134"/>
                      </a:cubicBezTo>
                      <a:cubicBezTo>
                        <a:pt x="115" y="135"/>
                        <a:pt x="115" y="135"/>
                        <a:pt x="114" y="136"/>
                      </a:cubicBezTo>
                      <a:cubicBezTo>
                        <a:pt x="112" y="136"/>
                        <a:pt x="112" y="138"/>
                        <a:pt x="111" y="139"/>
                      </a:cubicBezTo>
                      <a:cubicBezTo>
                        <a:pt x="110" y="141"/>
                        <a:pt x="109" y="142"/>
                        <a:pt x="107" y="143"/>
                      </a:cubicBezTo>
                      <a:cubicBezTo>
                        <a:pt x="105" y="144"/>
                        <a:pt x="103" y="146"/>
                        <a:pt x="102" y="148"/>
                      </a:cubicBezTo>
                      <a:cubicBezTo>
                        <a:pt x="101" y="150"/>
                        <a:pt x="99" y="150"/>
                        <a:pt x="97" y="151"/>
                      </a:cubicBezTo>
                      <a:cubicBezTo>
                        <a:pt x="97" y="151"/>
                        <a:pt x="96" y="151"/>
                        <a:pt x="96" y="151"/>
                      </a:cubicBezTo>
                      <a:cubicBezTo>
                        <a:pt x="96" y="152"/>
                        <a:pt x="95" y="152"/>
                        <a:pt x="95" y="153"/>
                      </a:cubicBezTo>
                      <a:cubicBezTo>
                        <a:pt x="96" y="154"/>
                        <a:pt x="95" y="155"/>
                        <a:pt x="93" y="154"/>
                      </a:cubicBezTo>
                      <a:cubicBezTo>
                        <a:pt x="93" y="155"/>
                        <a:pt x="93" y="155"/>
                        <a:pt x="93" y="155"/>
                      </a:cubicBezTo>
                      <a:cubicBezTo>
                        <a:pt x="94" y="155"/>
                        <a:pt x="95" y="154"/>
                        <a:pt x="95" y="155"/>
                      </a:cubicBezTo>
                      <a:cubicBezTo>
                        <a:pt x="95" y="156"/>
                        <a:pt x="94" y="156"/>
                        <a:pt x="94" y="157"/>
                      </a:cubicBezTo>
                      <a:cubicBezTo>
                        <a:pt x="92" y="157"/>
                        <a:pt x="90" y="157"/>
                        <a:pt x="89" y="158"/>
                      </a:cubicBezTo>
                      <a:cubicBezTo>
                        <a:pt x="88" y="158"/>
                        <a:pt x="88" y="158"/>
                        <a:pt x="88" y="159"/>
                      </a:cubicBezTo>
                      <a:cubicBezTo>
                        <a:pt x="87" y="162"/>
                        <a:pt x="86" y="162"/>
                        <a:pt x="84" y="160"/>
                      </a:cubicBezTo>
                      <a:cubicBezTo>
                        <a:pt x="81" y="161"/>
                        <a:pt x="80" y="165"/>
                        <a:pt x="80" y="167"/>
                      </a:cubicBezTo>
                      <a:cubicBezTo>
                        <a:pt x="81" y="169"/>
                        <a:pt x="82" y="170"/>
                        <a:pt x="81" y="172"/>
                      </a:cubicBezTo>
                      <a:cubicBezTo>
                        <a:pt x="80" y="172"/>
                        <a:pt x="81" y="172"/>
                        <a:pt x="81" y="173"/>
                      </a:cubicBezTo>
                      <a:cubicBezTo>
                        <a:pt x="82" y="173"/>
                        <a:pt x="81" y="174"/>
                        <a:pt x="80" y="175"/>
                      </a:cubicBezTo>
                      <a:cubicBezTo>
                        <a:pt x="80" y="175"/>
                        <a:pt x="80" y="176"/>
                        <a:pt x="80" y="176"/>
                      </a:cubicBezTo>
                      <a:cubicBezTo>
                        <a:pt x="82" y="177"/>
                        <a:pt x="81" y="179"/>
                        <a:pt x="81" y="181"/>
                      </a:cubicBezTo>
                      <a:cubicBezTo>
                        <a:pt x="82" y="184"/>
                        <a:pt x="80" y="186"/>
                        <a:pt x="78" y="188"/>
                      </a:cubicBezTo>
                      <a:cubicBezTo>
                        <a:pt x="78" y="188"/>
                        <a:pt x="78" y="189"/>
                        <a:pt x="78" y="189"/>
                      </a:cubicBezTo>
                      <a:cubicBezTo>
                        <a:pt x="78" y="190"/>
                        <a:pt x="79" y="192"/>
                        <a:pt x="79" y="193"/>
                      </a:cubicBezTo>
                      <a:cubicBezTo>
                        <a:pt x="79" y="194"/>
                        <a:pt x="79" y="194"/>
                        <a:pt x="78" y="195"/>
                      </a:cubicBezTo>
                      <a:cubicBezTo>
                        <a:pt x="78" y="195"/>
                        <a:pt x="78" y="195"/>
                        <a:pt x="78" y="195"/>
                      </a:cubicBezTo>
                      <a:cubicBezTo>
                        <a:pt x="79" y="196"/>
                        <a:pt x="79" y="198"/>
                        <a:pt x="79" y="199"/>
                      </a:cubicBezTo>
                      <a:cubicBezTo>
                        <a:pt x="79" y="200"/>
                        <a:pt x="77" y="200"/>
                        <a:pt x="76" y="199"/>
                      </a:cubicBezTo>
                      <a:cubicBezTo>
                        <a:pt x="75" y="199"/>
                        <a:pt x="75" y="199"/>
                        <a:pt x="75" y="199"/>
                      </a:cubicBezTo>
                      <a:cubicBezTo>
                        <a:pt x="75" y="201"/>
                        <a:pt x="74" y="202"/>
                        <a:pt x="73" y="203"/>
                      </a:cubicBezTo>
                      <a:cubicBezTo>
                        <a:pt x="73" y="204"/>
                        <a:pt x="72" y="205"/>
                        <a:pt x="73" y="206"/>
                      </a:cubicBezTo>
                      <a:cubicBezTo>
                        <a:pt x="73" y="206"/>
                        <a:pt x="73" y="207"/>
                        <a:pt x="72" y="207"/>
                      </a:cubicBezTo>
                      <a:cubicBezTo>
                        <a:pt x="71" y="207"/>
                        <a:pt x="70" y="207"/>
                        <a:pt x="68" y="208"/>
                      </a:cubicBezTo>
                      <a:cubicBezTo>
                        <a:pt x="68" y="209"/>
                        <a:pt x="67" y="209"/>
                        <a:pt x="67" y="210"/>
                      </a:cubicBezTo>
                      <a:cubicBezTo>
                        <a:pt x="67" y="213"/>
                        <a:pt x="64" y="215"/>
                        <a:pt x="62" y="214"/>
                      </a:cubicBezTo>
                      <a:cubicBezTo>
                        <a:pt x="62" y="214"/>
                        <a:pt x="62" y="214"/>
                        <a:pt x="62" y="213"/>
                      </a:cubicBezTo>
                      <a:cubicBezTo>
                        <a:pt x="62" y="214"/>
                        <a:pt x="62" y="214"/>
                        <a:pt x="62" y="214"/>
                      </a:cubicBezTo>
                      <a:cubicBezTo>
                        <a:pt x="59" y="213"/>
                        <a:pt x="58" y="211"/>
                        <a:pt x="57" y="209"/>
                      </a:cubicBezTo>
                      <a:cubicBezTo>
                        <a:pt x="56" y="207"/>
                        <a:pt x="55" y="205"/>
                        <a:pt x="55" y="203"/>
                      </a:cubicBezTo>
                      <a:cubicBezTo>
                        <a:pt x="55" y="201"/>
                        <a:pt x="54" y="199"/>
                        <a:pt x="53" y="197"/>
                      </a:cubicBezTo>
                      <a:cubicBezTo>
                        <a:pt x="52" y="196"/>
                        <a:pt x="52" y="196"/>
                        <a:pt x="52" y="195"/>
                      </a:cubicBezTo>
                      <a:cubicBezTo>
                        <a:pt x="51" y="192"/>
                        <a:pt x="50" y="190"/>
                        <a:pt x="48" y="188"/>
                      </a:cubicBezTo>
                      <a:cubicBezTo>
                        <a:pt x="47" y="186"/>
                        <a:pt x="45" y="184"/>
                        <a:pt x="45" y="181"/>
                      </a:cubicBezTo>
                      <a:cubicBezTo>
                        <a:pt x="44" y="179"/>
                        <a:pt x="44" y="177"/>
                        <a:pt x="44" y="175"/>
                      </a:cubicBezTo>
                      <a:cubicBezTo>
                        <a:pt x="42" y="174"/>
                        <a:pt x="42" y="173"/>
                        <a:pt x="42" y="171"/>
                      </a:cubicBezTo>
                      <a:cubicBezTo>
                        <a:pt x="42" y="171"/>
                        <a:pt x="42" y="171"/>
                        <a:pt x="42" y="171"/>
                      </a:cubicBezTo>
                      <a:cubicBezTo>
                        <a:pt x="41" y="170"/>
                        <a:pt x="41" y="170"/>
                        <a:pt x="41" y="169"/>
                      </a:cubicBezTo>
                      <a:cubicBezTo>
                        <a:pt x="41" y="169"/>
                        <a:pt x="40" y="168"/>
                        <a:pt x="40" y="167"/>
                      </a:cubicBezTo>
                      <a:cubicBezTo>
                        <a:pt x="39" y="167"/>
                        <a:pt x="39" y="165"/>
                        <a:pt x="39" y="165"/>
                      </a:cubicBezTo>
                      <a:cubicBezTo>
                        <a:pt x="38" y="163"/>
                        <a:pt x="37" y="161"/>
                        <a:pt x="36" y="160"/>
                      </a:cubicBezTo>
                      <a:cubicBezTo>
                        <a:pt x="36" y="159"/>
                        <a:pt x="35" y="159"/>
                        <a:pt x="35" y="158"/>
                      </a:cubicBezTo>
                      <a:cubicBezTo>
                        <a:pt x="35" y="156"/>
                        <a:pt x="34" y="153"/>
                        <a:pt x="34" y="151"/>
                      </a:cubicBezTo>
                      <a:cubicBezTo>
                        <a:pt x="34" y="149"/>
                        <a:pt x="33" y="147"/>
                        <a:pt x="32" y="145"/>
                      </a:cubicBezTo>
                      <a:cubicBezTo>
                        <a:pt x="32" y="144"/>
                        <a:pt x="32" y="143"/>
                        <a:pt x="32" y="142"/>
                      </a:cubicBezTo>
                      <a:cubicBezTo>
                        <a:pt x="31" y="138"/>
                        <a:pt x="30" y="133"/>
                        <a:pt x="31" y="129"/>
                      </a:cubicBezTo>
                      <a:cubicBezTo>
                        <a:pt x="31" y="128"/>
                        <a:pt x="31" y="128"/>
                        <a:pt x="31" y="127"/>
                      </a:cubicBezTo>
                      <a:cubicBezTo>
                        <a:pt x="32" y="126"/>
                        <a:pt x="31" y="125"/>
                        <a:pt x="31" y="124"/>
                      </a:cubicBezTo>
                      <a:cubicBezTo>
                        <a:pt x="30" y="123"/>
                        <a:pt x="30" y="121"/>
                        <a:pt x="30" y="120"/>
                      </a:cubicBezTo>
                      <a:cubicBezTo>
                        <a:pt x="30" y="120"/>
                        <a:pt x="30" y="120"/>
                        <a:pt x="30" y="120"/>
                      </a:cubicBezTo>
                      <a:cubicBezTo>
                        <a:pt x="29" y="118"/>
                        <a:pt x="30" y="116"/>
                        <a:pt x="29" y="114"/>
                      </a:cubicBezTo>
                      <a:cubicBezTo>
                        <a:pt x="29" y="113"/>
                        <a:pt x="28" y="113"/>
                        <a:pt x="28" y="113"/>
                      </a:cubicBezTo>
                      <a:cubicBezTo>
                        <a:pt x="28" y="114"/>
                        <a:pt x="28" y="115"/>
                        <a:pt x="28" y="115"/>
                      </a:cubicBezTo>
                      <a:cubicBezTo>
                        <a:pt x="27" y="116"/>
                        <a:pt x="27" y="116"/>
                        <a:pt x="27" y="117"/>
                      </a:cubicBezTo>
                      <a:cubicBezTo>
                        <a:pt x="28" y="119"/>
                        <a:pt x="27" y="121"/>
                        <a:pt x="26" y="122"/>
                      </a:cubicBezTo>
                      <a:cubicBezTo>
                        <a:pt x="26" y="123"/>
                        <a:pt x="26" y="123"/>
                        <a:pt x="26" y="123"/>
                      </a:cubicBezTo>
                      <a:cubicBezTo>
                        <a:pt x="24" y="124"/>
                        <a:pt x="22" y="126"/>
                        <a:pt x="19" y="126"/>
                      </a:cubicBezTo>
                      <a:cubicBezTo>
                        <a:pt x="19" y="125"/>
                        <a:pt x="18" y="127"/>
                        <a:pt x="18" y="126"/>
                      </a:cubicBezTo>
                      <a:cubicBezTo>
                        <a:pt x="17" y="126"/>
                        <a:pt x="16" y="126"/>
                        <a:pt x="16" y="125"/>
                      </a:cubicBezTo>
                      <a:cubicBezTo>
                        <a:pt x="15" y="125"/>
                        <a:pt x="15" y="125"/>
                        <a:pt x="14" y="124"/>
                      </a:cubicBezTo>
                      <a:cubicBezTo>
                        <a:pt x="13" y="123"/>
                        <a:pt x="11" y="122"/>
                        <a:pt x="11" y="120"/>
                      </a:cubicBezTo>
                      <a:cubicBezTo>
                        <a:pt x="10" y="120"/>
                        <a:pt x="10" y="119"/>
                        <a:pt x="9" y="119"/>
                      </a:cubicBezTo>
                      <a:cubicBezTo>
                        <a:pt x="7" y="118"/>
                        <a:pt x="7" y="116"/>
                        <a:pt x="5" y="115"/>
                      </a:cubicBezTo>
                      <a:cubicBezTo>
                        <a:pt x="5" y="114"/>
                        <a:pt x="6" y="114"/>
                        <a:pt x="6" y="114"/>
                      </a:cubicBezTo>
                      <a:cubicBezTo>
                        <a:pt x="8" y="115"/>
                        <a:pt x="10" y="114"/>
                        <a:pt x="12" y="113"/>
                      </a:cubicBezTo>
                      <a:cubicBezTo>
                        <a:pt x="12" y="112"/>
                        <a:pt x="14" y="113"/>
                        <a:pt x="14" y="111"/>
                      </a:cubicBezTo>
                      <a:cubicBezTo>
                        <a:pt x="15" y="110"/>
                        <a:pt x="14" y="110"/>
                        <a:pt x="13" y="110"/>
                      </a:cubicBezTo>
                      <a:cubicBezTo>
                        <a:pt x="13" y="110"/>
                        <a:pt x="12" y="110"/>
                        <a:pt x="12" y="110"/>
                      </a:cubicBezTo>
                      <a:cubicBezTo>
                        <a:pt x="9" y="112"/>
                        <a:pt x="4" y="110"/>
                        <a:pt x="2" y="107"/>
                      </a:cubicBezTo>
                      <a:cubicBezTo>
                        <a:pt x="2" y="107"/>
                        <a:pt x="3" y="106"/>
                        <a:pt x="2" y="105"/>
                      </a:cubicBezTo>
                      <a:cubicBezTo>
                        <a:pt x="1" y="105"/>
                        <a:pt x="1" y="105"/>
                        <a:pt x="0" y="104"/>
                      </a:cubicBezTo>
                      <a:cubicBezTo>
                        <a:pt x="0" y="104"/>
                        <a:pt x="1" y="104"/>
                        <a:pt x="1" y="103"/>
                      </a:cubicBezTo>
                      <a:cubicBezTo>
                        <a:pt x="3" y="103"/>
                        <a:pt x="3" y="103"/>
                        <a:pt x="3" y="103"/>
                      </a:cubicBezTo>
                      <a:cubicBezTo>
                        <a:pt x="3" y="103"/>
                        <a:pt x="3" y="101"/>
                        <a:pt x="3" y="101"/>
                      </a:cubicBezTo>
                      <a:cubicBezTo>
                        <a:pt x="3" y="101"/>
                        <a:pt x="4" y="101"/>
                        <a:pt x="4" y="101"/>
                      </a:cubicBezTo>
                      <a:cubicBezTo>
                        <a:pt x="10" y="101"/>
                        <a:pt x="10" y="101"/>
                        <a:pt x="10" y="101"/>
                      </a:cubicBezTo>
                      <a:cubicBezTo>
                        <a:pt x="10" y="101"/>
                        <a:pt x="10" y="101"/>
                        <a:pt x="10" y="101"/>
                      </a:cubicBezTo>
                      <a:cubicBezTo>
                        <a:pt x="12" y="101"/>
                        <a:pt x="12" y="101"/>
                        <a:pt x="12" y="101"/>
                      </a:cubicBezTo>
                      <a:cubicBezTo>
                        <a:pt x="12" y="101"/>
                        <a:pt x="12" y="101"/>
                        <a:pt x="12" y="101"/>
                      </a:cubicBezTo>
                      <a:cubicBezTo>
                        <a:pt x="13" y="101"/>
                        <a:pt x="14" y="100"/>
                        <a:pt x="14" y="100"/>
                      </a:cubicBezTo>
                      <a:cubicBezTo>
                        <a:pt x="14" y="100"/>
                        <a:pt x="15" y="100"/>
                        <a:pt x="15" y="100"/>
                      </a:cubicBezTo>
                      <a:cubicBezTo>
                        <a:pt x="16" y="101"/>
                        <a:pt x="16" y="101"/>
                        <a:pt x="16" y="101"/>
                      </a:cubicBezTo>
                      <a:cubicBezTo>
                        <a:pt x="16" y="101"/>
                        <a:pt x="17" y="101"/>
                        <a:pt x="17" y="101"/>
                      </a:cubicBezTo>
                      <a:cubicBezTo>
                        <a:pt x="17" y="101"/>
                        <a:pt x="19" y="100"/>
                        <a:pt x="19" y="100"/>
                      </a:cubicBezTo>
                      <a:cubicBezTo>
                        <a:pt x="19" y="100"/>
                        <a:pt x="19" y="100"/>
                        <a:pt x="19" y="100"/>
                      </a:cubicBezTo>
                      <a:cubicBezTo>
                        <a:pt x="19" y="100"/>
                        <a:pt x="18" y="99"/>
                        <a:pt x="19" y="99"/>
                      </a:cubicBezTo>
                      <a:cubicBezTo>
                        <a:pt x="19" y="99"/>
                        <a:pt x="19" y="98"/>
                        <a:pt x="19" y="98"/>
                      </a:cubicBezTo>
                      <a:cubicBezTo>
                        <a:pt x="16" y="93"/>
                        <a:pt x="16" y="93"/>
                        <a:pt x="16" y="93"/>
                      </a:cubicBezTo>
                      <a:cubicBezTo>
                        <a:pt x="16" y="90"/>
                        <a:pt x="16" y="90"/>
                        <a:pt x="16" y="90"/>
                      </a:cubicBezTo>
                      <a:cubicBezTo>
                        <a:pt x="14" y="90"/>
                        <a:pt x="14" y="90"/>
                        <a:pt x="14" y="90"/>
                      </a:cubicBezTo>
                      <a:cubicBezTo>
                        <a:pt x="14" y="90"/>
                        <a:pt x="13" y="90"/>
                        <a:pt x="13" y="90"/>
                      </a:cubicBezTo>
                      <a:cubicBezTo>
                        <a:pt x="13" y="90"/>
                        <a:pt x="12" y="89"/>
                        <a:pt x="12" y="89"/>
                      </a:cubicBezTo>
                      <a:cubicBezTo>
                        <a:pt x="12" y="89"/>
                        <a:pt x="12" y="89"/>
                        <a:pt x="12" y="89"/>
                      </a:cubicBezTo>
                      <a:cubicBezTo>
                        <a:pt x="12" y="88"/>
                        <a:pt x="13" y="88"/>
                        <a:pt x="13" y="87"/>
                      </a:cubicBezTo>
                      <a:cubicBezTo>
                        <a:pt x="13" y="87"/>
                        <a:pt x="13" y="87"/>
                        <a:pt x="13" y="87"/>
                      </a:cubicBezTo>
                      <a:cubicBezTo>
                        <a:pt x="13" y="87"/>
                        <a:pt x="13" y="87"/>
                        <a:pt x="13" y="86"/>
                      </a:cubicBezTo>
                      <a:cubicBezTo>
                        <a:pt x="13" y="85"/>
                        <a:pt x="13" y="84"/>
                        <a:pt x="13" y="84"/>
                      </a:cubicBezTo>
                      <a:cubicBezTo>
                        <a:pt x="13" y="84"/>
                        <a:pt x="10" y="83"/>
                        <a:pt x="10" y="83"/>
                      </a:cubicBezTo>
                      <a:cubicBezTo>
                        <a:pt x="10" y="83"/>
                        <a:pt x="8" y="82"/>
                        <a:pt x="8" y="82"/>
                      </a:cubicBezTo>
                      <a:cubicBezTo>
                        <a:pt x="8" y="80"/>
                        <a:pt x="8" y="80"/>
                        <a:pt x="8" y="80"/>
                      </a:cubicBezTo>
                      <a:cubicBezTo>
                        <a:pt x="8" y="80"/>
                        <a:pt x="11" y="76"/>
                        <a:pt x="11" y="76"/>
                      </a:cubicBezTo>
                      <a:cubicBezTo>
                        <a:pt x="11" y="76"/>
                        <a:pt x="14" y="72"/>
                        <a:pt x="14" y="72"/>
                      </a:cubicBezTo>
                      <a:cubicBezTo>
                        <a:pt x="16" y="72"/>
                        <a:pt x="16" y="72"/>
                        <a:pt x="16" y="72"/>
                      </a:cubicBezTo>
                      <a:cubicBezTo>
                        <a:pt x="17" y="75"/>
                        <a:pt x="17" y="75"/>
                        <a:pt x="17" y="75"/>
                      </a:cubicBezTo>
                      <a:cubicBezTo>
                        <a:pt x="19" y="74"/>
                        <a:pt x="19" y="74"/>
                        <a:pt x="19" y="74"/>
                      </a:cubicBezTo>
                      <a:cubicBezTo>
                        <a:pt x="19" y="74"/>
                        <a:pt x="20" y="74"/>
                        <a:pt x="20" y="74"/>
                      </a:cubicBezTo>
                      <a:cubicBezTo>
                        <a:pt x="21" y="74"/>
                        <a:pt x="25" y="73"/>
                        <a:pt x="25" y="73"/>
                      </a:cubicBezTo>
                      <a:cubicBezTo>
                        <a:pt x="25" y="73"/>
                        <a:pt x="26" y="70"/>
                        <a:pt x="26" y="69"/>
                      </a:cubicBezTo>
                      <a:cubicBezTo>
                        <a:pt x="26" y="69"/>
                        <a:pt x="27" y="68"/>
                        <a:pt x="27" y="67"/>
                      </a:cubicBezTo>
                      <a:cubicBezTo>
                        <a:pt x="28" y="67"/>
                        <a:pt x="32" y="65"/>
                        <a:pt x="32" y="65"/>
                      </a:cubicBezTo>
                      <a:cubicBezTo>
                        <a:pt x="32" y="65"/>
                        <a:pt x="33" y="60"/>
                        <a:pt x="34" y="60"/>
                      </a:cubicBezTo>
                      <a:cubicBezTo>
                        <a:pt x="34" y="59"/>
                        <a:pt x="35" y="57"/>
                        <a:pt x="35" y="57"/>
                      </a:cubicBezTo>
                      <a:cubicBezTo>
                        <a:pt x="38" y="56"/>
                        <a:pt x="38" y="56"/>
                        <a:pt x="38" y="56"/>
                      </a:cubicBezTo>
                      <a:cubicBezTo>
                        <a:pt x="38" y="53"/>
                        <a:pt x="38" y="53"/>
                        <a:pt x="38" y="53"/>
                      </a:cubicBezTo>
                      <a:cubicBezTo>
                        <a:pt x="43" y="49"/>
                        <a:pt x="43" y="49"/>
                        <a:pt x="43" y="49"/>
                      </a:cubicBezTo>
                      <a:cubicBezTo>
                        <a:pt x="42" y="48"/>
                        <a:pt x="42" y="48"/>
                        <a:pt x="42" y="48"/>
                      </a:cubicBezTo>
                      <a:cubicBezTo>
                        <a:pt x="43" y="47"/>
                        <a:pt x="43" y="47"/>
                        <a:pt x="43" y="47"/>
                      </a:cubicBezTo>
                      <a:cubicBezTo>
                        <a:pt x="43" y="47"/>
                        <a:pt x="43" y="47"/>
                        <a:pt x="43" y="47"/>
                      </a:cubicBezTo>
                      <a:cubicBezTo>
                        <a:pt x="43" y="47"/>
                        <a:pt x="43" y="45"/>
                        <a:pt x="43" y="45"/>
                      </a:cubicBezTo>
                      <a:cubicBezTo>
                        <a:pt x="43" y="45"/>
                        <a:pt x="43" y="45"/>
                        <a:pt x="42" y="44"/>
                      </a:cubicBezTo>
                      <a:cubicBezTo>
                        <a:pt x="42" y="44"/>
                        <a:pt x="42" y="44"/>
                        <a:pt x="42" y="44"/>
                      </a:cubicBezTo>
                      <a:cubicBezTo>
                        <a:pt x="42" y="44"/>
                        <a:pt x="42" y="44"/>
                        <a:pt x="42" y="44"/>
                      </a:cubicBezTo>
                      <a:cubicBezTo>
                        <a:pt x="42" y="44"/>
                        <a:pt x="42" y="44"/>
                        <a:pt x="42" y="43"/>
                      </a:cubicBezTo>
                      <a:cubicBezTo>
                        <a:pt x="42" y="43"/>
                        <a:pt x="45" y="41"/>
                        <a:pt x="45" y="41"/>
                      </a:cubicBezTo>
                      <a:cubicBezTo>
                        <a:pt x="47" y="41"/>
                        <a:pt x="47" y="41"/>
                        <a:pt x="47" y="41"/>
                      </a:cubicBezTo>
                      <a:cubicBezTo>
                        <a:pt x="48" y="39"/>
                        <a:pt x="48" y="39"/>
                        <a:pt x="48" y="39"/>
                      </a:cubicBezTo>
                      <a:cubicBezTo>
                        <a:pt x="47" y="38"/>
                        <a:pt x="47" y="38"/>
                        <a:pt x="47" y="38"/>
                      </a:cubicBezTo>
                      <a:cubicBezTo>
                        <a:pt x="45" y="38"/>
                        <a:pt x="45" y="38"/>
                        <a:pt x="45" y="38"/>
                      </a:cubicBezTo>
                      <a:cubicBezTo>
                        <a:pt x="44" y="38"/>
                        <a:pt x="44" y="38"/>
                        <a:pt x="44" y="38"/>
                      </a:cubicBezTo>
                      <a:cubicBezTo>
                        <a:pt x="44" y="35"/>
                        <a:pt x="44" y="35"/>
                        <a:pt x="44" y="35"/>
                      </a:cubicBezTo>
                      <a:cubicBezTo>
                        <a:pt x="44" y="35"/>
                        <a:pt x="43" y="35"/>
                        <a:pt x="42" y="35"/>
                      </a:cubicBezTo>
                      <a:cubicBezTo>
                        <a:pt x="42" y="35"/>
                        <a:pt x="41" y="35"/>
                        <a:pt x="41" y="35"/>
                      </a:cubicBezTo>
                      <a:cubicBezTo>
                        <a:pt x="41" y="35"/>
                        <a:pt x="39" y="34"/>
                        <a:pt x="39" y="34"/>
                      </a:cubicBezTo>
                      <a:cubicBezTo>
                        <a:pt x="38" y="34"/>
                        <a:pt x="37" y="33"/>
                        <a:pt x="37" y="33"/>
                      </a:cubicBezTo>
                      <a:cubicBezTo>
                        <a:pt x="37" y="33"/>
                        <a:pt x="36" y="32"/>
                        <a:pt x="36" y="31"/>
                      </a:cubicBezTo>
                      <a:cubicBezTo>
                        <a:pt x="36" y="31"/>
                        <a:pt x="36" y="30"/>
                        <a:pt x="36" y="29"/>
                      </a:cubicBezTo>
                      <a:cubicBezTo>
                        <a:pt x="36" y="29"/>
                        <a:pt x="36" y="27"/>
                        <a:pt x="36" y="27"/>
                      </a:cubicBezTo>
                      <a:cubicBezTo>
                        <a:pt x="36" y="27"/>
                        <a:pt x="36" y="26"/>
                        <a:pt x="35" y="25"/>
                      </a:cubicBezTo>
                      <a:cubicBezTo>
                        <a:pt x="35" y="25"/>
                        <a:pt x="35" y="23"/>
                        <a:pt x="35" y="23"/>
                      </a:cubicBezTo>
                      <a:cubicBezTo>
                        <a:pt x="35" y="23"/>
                        <a:pt x="35" y="23"/>
                        <a:pt x="35" y="23"/>
                      </a:cubicBezTo>
                      <a:cubicBezTo>
                        <a:pt x="35" y="23"/>
                        <a:pt x="36" y="21"/>
                        <a:pt x="36" y="20"/>
                      </a:cubicBezTo>
                      <a:cubicBezTo>
                        <a:pt x="36" y="20"/>
                        <a:pt x="37" y="19"/>
                        <a:pt x="37" y="19"/>
                      </a:cubicBezTo>
                      <a:cubicBezTo>
                        <a:pt x="42" y="19"/>
                        <a:pt x="42" y="19"/>
                        <a:pt x="42" y="19"/>
                      </a:cubicBezTo>
                      <a:cubicBezTo>
                        <a:pt x="40" y="17"/>
                        <a:pt x="40" y="17"/>
                        <a:pt x="40" y="17"/>
                      </a:cubicBezTo>
                      <a:cubicBezTo>
                        <a:pt x="40" y="17"/>
                        <a:pt x="38" y="15"/>
                        <a:pt x="38" y="15"/>
                      </a:cubicBezTo>
                      <a:cubicBezTo>
                        <a:pt x="38" y="15"/>
                        <a:pt x="38" y="15"/>
                        <a:pt x="38" y="15"/>
                      </a:cubicBezTo>
                      <a:cubicBezTo>
                        <a:pt x="38" y="15"/>
                        <a:pt x="37" y="13"/>
                        <a:pt x="37" y="13"/>
                      </a:cubicBezTo>
                      <a:cubicBezTo>
                        <a:pt x="37" y="13"/>
                        <a:pt x="35" y="12"/>
                        <a:pt x="35" y="12"/>
                      </a:cubicBezTo>
                      <a:cubicBezTo>
                        <a:pt x="34" y="12"/>
                        <a:pt x="34" y="12"/>
                        <a:pt x="34" y="12"/>
                      </a:cubicBezTo>
                      <a:cubicBezTo>
                        <a:pt x="34" y="12"/>
                        <a:pt x="34" y="12"/>
                        <a:pt x="34" y="12"/>
                      </a:cubicBezTo>
                      <a:cubicBezTo>
                        <a:pt x="34" y="11"/>
                        <a:pt x="33" y="10"/>
                        <a:pt x="33" y="10"/>
                      </a:cubicBezTo>
                      <a:cubicBezTo>
                        <a:pt x="33" y="10"/>
                        <a:pt x="30" y="9"/>
                        <a:pt x="30" y="9"/>
                      </a:cubicBezTo>
                      <a:cubicBezTo>
                        <a:pt x="29" y="8"/>
                        <a:pt x="29" y="8"/>
                        <a:pt x="29" y="8"/>
                      </a:cubicBezTo>
                      <a:cubicBezTo>
                        <a:pt x="29" y="6"/>
                        <a:pt x="29" y="6"/>
                        <a:pt x="29" y="6"/>
                      </a:cubicBezTo>
                      <a:cubicBezTo>
                        <a:pt x="29" y="6"/>
                        <a:pt x="30" y="6"/>
                        <a:pt x="30" y="6"/>
                      </a:cubicBezTo>
                      <a:cubicBezTo>
                        <a:pt x="31" y="6"/>
                        <a:pt x="32" y="5"/>
                        <a:pt x="32" y="5"/>
                      </a:cubicBezTo>
                      <a:cubicBezTo>
                        <a:pt x="32" y="4"/>
                        <a:pt x="33" y="3"/>
                        <a:pt x="33" y="3"/>
                      </a:cubicBezTo>
                      <a:cubicBezTo>
                        <a:pt x="37" y="2"/>
                        <a:pt x="37" y="2"/>
                        <a:pt x="37" y="2"/>
                      </a:cubicBezTo>
                      <a:cubicBezTo>
                        <a:pt x="38" y="1"/>
                        <a:pt x="38" y="1"/>
                        <a:pt x="38" y="1"/>
                      </a:cubicBezTo>
                      <a:cubicBezTo>
                        <a:pt x="38" y="1"/>
                        <a:pt x="39" y="1"/>
                        <a:pt x="40" y="1"/>
                      </a:cubicBezTo>
                      <a:cubicBezTo>
                        <a:pt x="41" y="1"/>
                        <a:pt x="42" y="1"/>
                        <a:pt x="42" y="0"/>
                      </a:cubicBezTo>
                      <a:cubicBezTo>
                        <a:pt x="42" y="0"/>
                        <a:pt x="43" y="0"/>
                        <a:pt x="43" y="0"/>
                      </a:cubicBezTo>
                      <a:cubicBezTo>
                        <a:pt x="47" y="0"/>
                        <a:pt x="47" y="0"/>
                        <a:pt x="47" y="0"/>
                      </a:cubicBezTo>
                      <a:cubicBezTo>
                        <a:pt x="48" y="2"/>
                        <a:pt x="48" y="2"/>
                        <a:pt x="48" y="2"/>
                      </a:cubicBezTo>
                      <a:cubicBezTo>
                        <a:pt x="48" y="2"/>
                        <a:pt x="49" y="2"/>
                        <a:pt x="50" y="3"/>
                      </a:cubicBezTo>
                      <a:cubicBezTo>
                        <a:pt x="50" y="3"/>
                        <a:pt x="52" y="3"/>
                        <a:pt x="52" y="3"/>
                      </a:cubicBezTo>
                      <a:cubicBezTo>
                        <a:pt x="53" y="4"/>
                        <a:pt x="55" y="5"/>
                        <a:pt x="55" y="5"/>
                      </a:cubicBezTo>
                      <a:cubicBezTo>
                        <a:pt x="57" y="7"/>
                        <a:pt x="57" y="7"/>
                        <a:pt x="57" y="7"/>
                      </a:cubicBezTo>
                      <a:cubicBezTo>
                        <a:pt x="57" y="9"/>
                        <a:pt x="57" y="9"/>
                        <a:pt x="57" y="9"/>
                      </a:cubicBezTo>
                      <a:cubicBezTo>
                        <a:pt x="59" y="11"/>
                        <a:pt x="59" y="11"/>
                        <a:pt x="59" y="11"/>
                      </a:cubicBezTo>
                      <a:cubicBezTo>
                        <a:pt x="59" y="11"/>
                        <a:pt x="62" y="11"/>
                        <a:pt x="62" y="11"/>
                      </a:cubicBezTo>
                      <a:cubicBezTo>
                        <a:pt x="63" y="11"/>
                        <a:pt x="62" y="12"/>
                        <a:pt x="62" y="12"/>
                      </a:cubicBezTo>
                      <a:cubicBezTo>
                        <a:pt x="63" y="13"/>
                        <a:pt x="63" y="13"/>
                        <a:pt x="63" y="13"/>
                      </a:cubicBezTo>
                      <a:cubicBezTo>
                        <a:pt x="66" y="12"/>
                        <a:pt x="66" y="12"/>
                        <a:pt x="66" y="12"/>
                      </a:cubicBezTo>
                      <a:cubicBezTo>
                        <a:pt x="68" y="11"/>
                        <a:pt x="68" y="11"/>
                        <a:pt x="68" y="11"/>
                      </a:cubicBezTo>
                      <a:cubicBezTo>
                        <a:pt x="69" y="10"/>
                        <a:pt x="69" y="10"/>
                        <a:pt x="69" y="10"/>
                      </a:cubicBezTo>
                      <a:cubicBezTo>
                        <a:pt x="69" y="10"/>
                        <a:pt x="70" y="9"/>
                        <a:pt x="72" y="9"/>
                      </a:cubicBezTo>
                      <a:cubicBezTo>
                        <a:pt x="73" y="9"/>
                        <a:pt x="76" y="9"/>
                        <a:pt x="76" y="9"/>
                      </a:cubicBezTo>
                      <a:cubicBezTo>
                        <a:pt x="77" y="10"/>
                        <a:pt x="77" y="10"/>
                        <a:pt x="77" y="10"/>
                      </a:cubicBezTo>
                      <a:cubicBezTo>
                        <a:pt x="77" y="10"/>
                        <a:pt x="77" y="11"/>
                        <a:pt x="78" y="12"/>
                      </a:cubicBezTo>
                      <a:cubicBezTo>
                        <a:pt x="78" y="12"/>
                        <a:pt x="79" y="13"/>
                        <a:pt x="79" y="13"/>
                      </a:cubicBezTo>
                      <a:cubicBezTo>
                        <a:pt x="82" y="12"/>
                        <a:pt x="82" y="12"/>
                        <a:pt x="82" y="12"/>
                      </a:cubicBezTo>
                      <a:cubicBezTo>
                        <a:pt x="82" y="12"/>
                        <a:pt x="82" y="14"/>
                        <a:pt x="82" y="15"/>
                      </a:cubicBezTo>
                      <a:cubicBezTo>
                        <a:pt x="82" y="15"/>
                        <a:pt x="82" y="15"/>
                        <a:pt x="82" y="16"/>
                      </a:cubicBezTo>
                      <a:cubicBezTo>
                        <a:pt x="82" y="16"/>
                        <a:pt x="81" y="17"/>
                        <a:pt x="81" y="17"/>
                      </a:cubicBezTo>
                      <a:cubicBezTo>
                        <a:pt x="81" y="17"/>
                        <a:pt x="80" y="18"/>
                        <a:pt x="80" y="18"/>
                      </a:cubicBezTo>
                      <a:cubicBezTo>
                        <a:pt x="79" y="18"/>
                        <a:pt x="79" y="19"/>
                        <a:pt x="78" y="19"/>
                      </a:cubicBezTo>
                      <a:cubicBezTo>
                        <a:pt x="78" y="20"/>
                        <a:pt x="78" y="21"/>
                        <a:pt x="78" y="21"/>
                      </a:cubicBezTo>
                      <a:cubicBezTo>
                        <a:pt x="78" y="23"/>
                        <a:pt x="78" y="23"/>
                        <a:pt x="78" y="23"/>
                      </a:cubicBezTo>
                      <a:cubicBezTo>
                        <a:pt x="78" y="23"/>
                        <a:pt x="77" y="25"/>
                        <a:pt x="76" y="25"/>
                      </a:cubicBezTo>
                      <a:cubicBezTo>
                        <a:pt x="76" y="25"/>
                        <a:pt x="75" y="26"/>
                        <a:pt x="75" y="26"/>
                      </a:cubicBezTo>
                      <a:cubicBezTo>
                        <a:pt x="74" y="26"/>
                        <a:pt x="73" y="27"/>
                        <a:pt x="73" y="27"/>
                      </a:cubicBezTo>
                      <a:cubicBezTo>
                        <a:pt x="73" y="27"/>
                        <a:pt x="72" y="27"/>
                        <a:pt x="71" y="27"/>
                      </a:cubicBezTo>
                      <a:cubicBezTo>
                        <a:pt x="71" y="28"/>
                        <a:pt x="71" y="28"/>
                        <a:pt x="71" y="28"/>
                      </a:cubicBezTo>
                      <a:cubicBezTo>
                        <a:pt x="72" y="30"/>
                        <a:pt x="72" y="30"/>
                        <a:pt x="72" y="30"/>
                      </a:cubicBezTo>
                      <a:cubicBezTo>
                        <a:pt x="74" y="32"/>
                        <a:pt x="74" y="32"/>
                        <a:pt x="74" y="32"/>
                      </a:cubicBezTo>
                      <a:cubicBezTo>
                        <a:pt x="75" y="33"/>
                        <a:pt x="75" y="33"/>
                        <a:pt x="75" y="33"/>
                      </a:cubicBezTo>
                      <a:cubicBezTo>
                        <a:pt x="75" y="33"/>
                        <a:pt x="76" y="34"/>
                        <a:pt x="76" y="34"/>
                      </a:cubicBezTo>
                      <a:cubicBezTo>
                        <a:pt x="77" y="35"/>
                        <a:pt x="76" y="36"/>
                        <a:pt x="76" y="36"/>
                      </a:cubicBezTo>
                      <a:cubicBezTo>
                        <a:pt x="76" y="37"/>
                        <a:pt x="76" y="37"/>
                        <a:pt x="76" y="37"/>
                      </a:cubicBezTo>
                      <a:cubicBezTo>
                        <a:pt x="74" y="37"/>
                        <a:pt x="74" y="37"/>
                        <a:pt x="74" y="37"/>
                      </a:cubicBezTo>
                      <a:cubicBezTo>
                        <a:pt x="74" y="37"/>
                        <a:pt x="73" y="38"/>
                        <a:pt x="72" y="38"/>
                      </a:cubicBezTo>
                      <a:cubicBezTo>
                        <a:pt x="72" y="38"/>
                        <a:pt x="72" y="36"/>
                        <a:pt x="72" y="36"/>
                      </a:cubicBezTo>
                      <a:cubicBezTo>
                        <a:pt x="70" y="36"/>
                        <a:pt x="70" y="36"/>
                        <a:pt x="70" y="36"/>
                      </a:cubicBezTo>
                      <a:cubicBezTo>
                        <a:pt x="69" y="37"/>
                        <a:pt x="69" y="37"/>
                        <a:pt x="69" y="37"/>
                      </a:cubicBezTo>
                      <a:cubicBezTo>
                        <a:pt x="69" y="37"/>
                        <a:pt x="69" y="38"/>
                        <a:pt x="69" y="39"/>
                      </a:cubicBezTo>
                      <a:cubicBezTo>
                        <a:pt x="69" y="39"/>
                        <a:pt x="69" y="40"/>
                        <a:pt x="69" y="40"/>
                      </a:cubicBezTo>
                      <a:cubicBezTo>
                        <a:pt x="69" y="40"/>
                        <a:pt x="70" y="40"/>
                        <a:pt x="71" y="41"/>
                      </a:cubicBezTo>
                      <a:cubicBezTo>
                        <a:pt x="72" y="41"/>
                        <a:pt x="71" y="42"/>
                        <a:pt x="71" y="42"/>
                      </a:cubicBezTo>
                      <a:cubicBezTo>
                        <a:pt x="71" y="42"/>
                        <a:pt x="71" y="44"/>
                        <a:pt x="72" y="44"/>
                      </a:cubicBezTo>
                      <a:cubicBezTo>
                        <a:pt x="73" y="45"/>
                        <a:pt x="71" y="46"/>
                        <a:pt x="71" y="46"/>
                      </a:cubicBezTo>
                      <a:cubicBezTo>
                        <a:pt x="71" y="46"/>
                        <a:pt x="71" y="47"/>
                        <a:pt x="72" y="47"/>
                      </a:cubicBezTo>
                      <a:cubicBezTo>
                        <a:pt x="72" y="47"/>
                        <a:pt x="73" y="48"/>
                        <a:pt x="73" y="48"/>
                      </a:cubicBezTo>
                      <a:cubicBezTo>
                        <a:pt x="75" y="49"/>
                        <a:pt x="75" y="49"/>
                        <a:pt x="75" y="49"/>
                      </a:cubicBezTo>
                      <a:cubicBezTo>
                        <a:pt x="75" y="49"/>
                        <a:pt x="76" y="49"/>
                        <a:pt x="77" y="49"/>
                      </a:cubicBezTo>
                      <a:cubicBezTo>
                        <a:pt x="77" y="49"/>
                        <a:pt x="80" y="51"/>
                        <a:pt x="80" y="51"/>
                      </a:cubicBezTo>
                      <a:cubicBezTo>
                        <a:pt x="80" y="51"/>
                        <a:pt x="81" y="52"/>
                        <a:pt x="81" y="52"/>
                      </a:cubicBezTo>
                      <a:cubicBezTo>
                        <a:pt x="84" y="54"/>
                        <a:pt x="84" y="54"/>
                        <a:pt x="84" y="54"/>
                      </a:cubicBezTo>
                      <a:cubicBezTo>
                        <a:pt x="86" y="55"/>
                        <a:pt x="86" y="55"/>
                        <a:pt x="86" y="55"/>
                      </a:cubicBezTo>
                      <a:cubicBezTo>
                        <a:pt x="83" y="58"/>
                        <a:pt x="83" y="58"/>
                        <a:pt x="83" y="58"/>
                      </a:cubicBezTo>
                      <a:cubicBezTo>
                        <a:pt x="82" y="60"/>
                        <a:pt x="82" y="60"/>
                        <a:pt x="82" y="60"/>
                      </a:cubicBezTo>
                      <a:cubicBezTo>
                        <a:pt x="82" y="63"/>
                        <a:pt x="82" y="63"/>
                        <a:pt x="82" y="63"/>
                      </a:cubicBezTo>
                      <a:cubicBezTo>
                        <a:pt x="80" y="64"/>
                        <a:pt x="80" y="64"/>
                        <a:pt x="80" y="64"/>
                      </a:cubicBezTo>
                      <a:cubicBezTo>
                        <a:pt x="80" y="66"/>
                        <a:pt x="80" y="66"/>
                        <a:pt x="80" y="66"/>
                      </a:cubicBezTo>
                      <a:cubicBezTo>
                        <a:pt x="82" y="68"/>
                        <a:pt x="82" y="68"/>
                        <a:pt x="82" y="68"/>
                      </a:cubicBezTo>
                      <a:cubicBezTo>
                        <a:pt x="90" y="72"/>
                        <a:pt x="90" y="72"/>
                        <a:pt x="90" y="72"/>
                      </a:cubicBezTo>
                      <a:cubicBezTo>
                        <a:pt x="92" y="73"/>
                        <a:pt x="92" y="73"/>
                        <a:pt x="92" y="73"/>
                      </a:cubicBezTo>
                      <a:cubicBezTo>
                        <a:pt x="93" y="73"/>
                        <a:pt x="93" y="73"/>
                        <a:pt x="93" y="73"/>
                      </a:cubicBezTo>
                      <a:cubicBezTo>
                        <a:pt x="96" y="75"/>
                        <a:pt x="96" y="75"/>
                        <a:pt x="96" y="75"/>
                      </a:cubicBezTo>
                      <a:cubicBezTo>
                        <a:pt x="96" y="75"/>
                        <a:pt x="96" y="75"/>
                        <a:pt x="96" y="75"/>
                      </a:cubicBezTo>
                      <a:cubicBezTo>
                        <a:pt x="98" y="75"/>
                        <a:pt x="98" y="75"/>
                        <a:pt x="98" y="75"/>
                      </a:cubicBezTo>
                      <a:cubicBezTo>
                        <a:pt x="98" y="76"/>
                        <a:pt x="98" y="76"/>
                        <a:pt x="98" y="76"/>
                      </a:cubicBezTo>
                      <a:cubicBezTo>
                        <a:pt x="101" y="77"/>
                        <a:pt x="101" y="77"/>
                        <a:pt x="101" y="77"/>
                      </a:cubicBezTo>
                      <a:cubicBezTo>
                        <a:pt x="102" y="78"/>
                        <a:pt x="102" y="78"/>
                        <a:pt x="102" y="78"/>
                      </a:cubicBezTo>
                      <a:cubicBezTo>
                        <a:pt x="103" y="77"/>
                        <a:pt x="103" y="77"/>
                        <a:pt x="103" y="77"/>
                      </a:cubicBezTo>
                      <a:cubicBezTo>
                        <a:pt x="103" y="77"/>
                        <a:pt x="105" y="78"/>
                        <a:pt x="105" y="78"/>
                      </a:cubicBezTo>
                      <a:cubicBezTo>
                        <a:pt x="105" y="78"/>
                        <a:pt x="106" y="77"/>
                        <a:pt x="106" y="77"/>
                      </a:cubicBezTo>
                      <a:cubicBezTo>
                        <a:pt x="107" y="76"/>
                        <a:pt x="107" y="76"/>
                        <a:pt x="107" y="76"/>
                      </a:cubicBezTo>
                      <a:cubicBezTo>
                        <a:pt x="107" y="76"/>
                        <a:pt x="109" y="77"/>
                        <a:pt x="109" y="77"/>
                      </a:cubicBezTo>
                      <a:cubicBezTo>
                        <a:pt x="109" y="77"/>
                        <a:pt x="111" y="78"/>
                        <a:pt x="111" y="78"/>
                      </a:cubicBezTo>
                      <a:cubicBezTo>
                        <a:pt x="111" y="80"/>
                        <a:pt x="111" y="80"/>
                        <a:pt x="111" y="80"/>
                      </a:cubicBezTo>
                      <a:cubicBezTo>
                        <a:pt x="114" y="82"/>
                        <a:pt x="114" y="82"/>
                        <a:pt x="114" y="82"/>
                      </a:cubicBezTo>
                      <a:cubicBezTo>
                        <a:pt x="116" y="82"/>
                        <a:pt x="116" y="82"/>
                        <a:pt x="116" y="82"/>
                      </a:cubicBezTo>
                      <a:cubicBezTo>
                        <a:pt x="117" y="81"/>
                        <a:pt x="117" y="81"/>
                        <a:pt x="117" y="81"/>
                      </a:cubicBezTo>
                      <a:cubicBezTo>
                        <a:pt x="117" y="81"/>
                        <a:pt x="118" y="82"/>
                        <a:pt x="118" y="82"/>
                      </a:cubicBezTo>
                      <a:cubicBezTo>
                        <a:pt x="118" y="82"/>
                        <a:pt x="119" y="83"/>
                        <a:pt x="119" y="83"/>
                      </a:cubicBezTo>
                      <a:cubicBezTo>
                        <a:pt x="120" y="83"/>
                        <a:pt x="120" y="83"/>
                        <a:pt x="120" y="83"/>
                      </a:cubicBezTo>
                      <a:cubicBezTo>
                        <a:pt x="123" y="83"/>
                        <a:pt x="123" y="83"/>
                        <a:pt x="123" y="83"/>
                      </a:cubicBezTo>
                      <a:cubicBezTo>
                        <a:pt x="124" y="84"/>
                        <a:pt x="124" y="84"/>
                        <a:pt x="124" y="84"/>
                      </a:cubicBezTo>
                      <a:cubicBezTo>
                        <a:pt x="126" y="85"/>
                        <a:pt x="126" y="85"/>
                        <a:pt x="126" y="85"/>
                      </a:cubicBezTo>
                      <a:cubicBezTo>
                        <a:pt x="127" y="84"/>
                        <a:pt x="127" y="84"/>
                        <a:pt x="127" y="84"/>
                      </a:cubicBezTo>
                      <a:cubicBezTo>
                        <a:pt x="127" y="84"/>
                        <a:pt x="128" y="85"/>
                        <a:pt x="128" y="85"/>
                      </a:cubicBezTo>
                      <a:cubicBezTo>
                        <a:pt x="128" y="85"/>
                        <a:pt x="129" y="85"/>
                        <a:pt x="129" y="85"/>
                      </a:cubicBezTo>
                      <a:cubicBezTo>
                        <a:pt x="130" y="85"/>
                        <a:pt x="130" y="85"/>
                        <a:pt x="130" y="85"/>
                      </a:cubicBezTo>
                      <a:cubicBezTo>
                        <a:pt x="130" y="85"/>
                        <a:pt x="131" y="84"/>
                        <a:pt x="131" y="85"/>
                      </a:cubicBezTo>
                      <a:cubicBezTo>
                        <a:pt x="132" y="85"/>
                        <a:pt x="132" y="85"/>
                        <a:pt x="132" y="85"/>
                      </a:cubicBezTo>
                      <a:cubicBezTo>
                        <a:pt x="132" y="85"/>
                        <a:pt x="132" y="84"/>
                        <a:pt x="133" y="84"/>
                      </a:cubicBezTo>
                      <a:cubicBezTo>
                        <a:pt x="133" y="84"/>
                        <a:pt x="134" y="85"/>
                        <a:pt x="134" y="85"/>
                      </a:cubicBezTo>
                      <a:cubicBezTo>
                        <a:pt x="135" y="83"/>
                        <a:pt x="135" y="83"/>
                        <a:pt x="135" y="83"/>
                      </a:cubicBezTo>
                      <a:cubicBezTo>
                        <a:pt x="135" y="83"/>
                        <a:pt x="134" y="80"/>
                        <a:pt x="134" y="80"/>
                      </a:cubicBezTo>
                      <a:cubicBezTo>
                        <a:pt x="134" y="79"/>
                        <a:pt x="134" y="76"/>
                        <a:pt x="134" y="76"/>
                      </a:cubicBezTo>
                      <a:cubicBezTo>
                        <a:pt x="134" y="76"/>
                        <a:pt x="135" y="75"/>
                        <a:pt x="135" y="75"/>
                      </a:cubicBezTo>
                      <a:cubicBezTo>
                        <a:pt x="135" y="75"/>
                        <a:pt x="135" y="73"/>
                        <a:pt x="135" y="73"/>
                      </a:cubicBezTo>
                      <a:cubicBezTo>
                        <a:pt x="135" y="73"/>
                        <a:pt x="135" y="73"/>
                        <a:pt x="135" y="73"/>
                      </a:cubicBezTo>
                      <a:cubicBezTo>
                        <a:pt x="137" y="72"/>
                        <a:pt x="137" y="72"/>
                        <a:pt x="137" y="72"/>
                      </a:cubicBezTo>
                      <a:cubicBezTo>
                        <a:pt x="138" y="72"/>
                        <a:pt x="138" y="72"/>
                        <a:pt x="138" y="72"/>
                      </a:cubicBezTo>
                      <a:cubicBezTo>
                        <a:pt x="140" y="73"/>
                        <a:pt x="140" y="73"/>
                        <a:pt x="140" y="73"/>
                      </a:cubicBezTo>
                      <a:cubicBezTo>
                        <a:pt x="139" y="74"/>
                        <a:pt x="139" y="74"/>
                        <a:pt x="139" y="74"/>
                      </a:cubicBezTo>
                      <a:cubicBezTo>
                        <a:pt x="139" y="77"/>
                        <a:pt x="139" y="77"/>
                        <a:pt x="139" y="77"/>
                      </a:cubicBezTo>
                      <a:cubicBezTo>
                        <a:pt x="140" y="77"/>
                        <a:pt x="140" y="77"/>
                        <a:pt x="140" y="77"/>
                      </a:cubicBezTo>
                      <a:cubicBezTo>
                        <a:pt x="139" y="80"/>
                        <a:pt x="139" y="80"/>
                        <a:pt x="139" y="80"/>
                      </a:cubicBezTo>
                      <a:cubicBezTo>
                        <a:pt x="141" y="82"/>
                        <a:pt x="141" y="82"/>
                        <a:pt x="141" y="82"/>
                      </a:cubicBezTo>
                      <a:cubicBezTo>
                        <a:pt x="141" y="82"/>
                        <a:pt x="143" y="82"/>
                        <a:pt x="143" y="82"/>
                      </a:cubicBezTo>
                      <a:cubicBezTo>
                        <a:pt x="144" y="82"/>
                        <a:pt x="146" y="82"/>
                        <a:pt x="146" y="82"/>
                      </a:cubicBezTo>
                      <a:cubicBezTo>
                        <a:pt x="146" y="82"/>
                        <a:pt x="148" y="82"/>
                        <a:pt x="148" y="82"/>
                      </a:cubicBezTo>
                      <a:cubicBezTo>
                        <a:pt x="148" y="82"/>
                        <a:pt x="149" y="81"/>
                        <a:pt x="149" y="81"/>
                      </a:cubicBezTo>
                      <a:cubicBezTo>
                        <a:pt x="151" y="81"/>
                        <a:pt x="151" y="81"/>
                        <a:pt x="151" y="81"/>
                      </a:cubicBezTo>
                      <a:cubicBezTo>
                        <a:pt x="152" y="82"/>
                        <a:pt x="152" y="82"/>
                        <a:pt x="152" y="82"/>
                      </a:cubicBezTo>
                      <a:cubicBezTo>
                        <a:pt x="154" y="82"/>
                        <a:pt x="154" y="82"/>
                        <a:pt x="154" y="82"/>
                      </a:cubicBezTo>
                      <a:cubicBezTo>
                        <a:pt x="154" y="82"/>
                        <a:pt x="158" y="82"/>
                        <a:pt x="159" y="81"/>
                      </a:cubicBezTo>
                      <a:cubicBezTo>
                        <a:pt x="160" y="81"/>
                        <a:pt x="161" y="81"/>
                        <a:pt x="161" y="81"/>
                      </a:cubicBezTo>
                      <a:cubicBezTo>
                        <a:pt x="162" y="77"/>
                        <a:pt x="162" y="77"/>
                        <a:pt x="162" y="77"/>
                      </a:cubicBezTo>
                      <a:cubicBezTo>
                        <a:pt x="162" y="77"/>
                        <a:pt x="161" y="77"/>
                        <a:pt x="160" y="76"/>
                      </a:cubicBezTo>
                      <a:cubicBezTo>
                        <a:pt x="160" y="76"/>
                        <a:pt x="158" y="76"/>
                        <a:pt x="158" y="76"/>
                      </a:cubicBezTo>
                      <a:cubicBezTo>
                        <a:pt x="158" y="75"/>
                        <a:pt x="158" y="75"/>
                        <a:pt x="158" y="75"/>
                      </a:cubicBezTo>
                      <a:cubicBezTo>
                        <a:pt x="160" y="75"/>
                        <a:pt x="160" y="75"/>
                        <a:pt x="160" y="75"/>
                      </a:cubicBezTo>
                      <a:cubicBezTo>
                        <a:pt x="160" y="75"/>
                        <a:pt x="162" y="74"/>
                        <a:pt x="162" y="74"/>
                      </a:cubicBezTo>
                      <a:cubicBezTo>
                        <a:pt x="163" y="74"/>
                        <a:pt x="164" y="74"/>
                        <a:pt x="165" y="73"/>
                      </a:cubicBezTo>
                      <a:cubicBezTo>
                        <a:pt x="165" y="73"/>
                        <a:pt x="166" y="73"/>
                        <a:pt x="166" y="72"/>
                      </a:cubicBezTo>
                      <a:cubicBezTo>
                        <a:pt x="166" y="72"/>
                        <a:pt x="166" y="71"/>
                        <a:pt x="166" y="71"/>
                      </a:cubicBezTo>
                      <a:cubicBezTo>
                        <a:pt x="166" y="71"/>
                        <a:pt x="168" y="71"/>
                        <a:pt x="168" y="70"/>
                      </a:cubicBezTo>
                      <a:cubicBezTo>
                        <a:pt x="168" y="69"/>
                        <a:pt x="169" y="69"/>
                        <a:pt x="169" y="68"/>
                      </a:cubicBezTo>
                      <a:cubicBezTo>
                        <a:pt x="170" y="68"/>
                        <a:pt x="171" y="68"/>
                        <a:pt x="172" y="67"/>
                      </a:cubicBezTo>
                      <a:cubicBezTo>
                        <a:pt x="173" y="67"/>
                        <a:pt x="174" y="67"/>
                        <a:pt x="174" y="67"/>
                      </a:cubicBezTo>
                      <a:cubicBezTo>
                        <a:pt x="175" y="66"/>
                        <a:pt x="176" y="65"/>
                        <a:pt x="176" y="65"/>
                      </a:cubicBezTo>
                      <a:cubicBezTo>
                        <a:pt x="176" y="64"/>
                        <a:pt x="176" y="64"/>
                        <a:pt x="177" y="64"/>
                      </a:cubicBezTo>
                      <a:cubicBezTo>
                        <a:pt x="177" y="63"/>
                        <a:pt x="179" y="63"/>
                        <a:pt x="179" y="63"/>
                      </a:cubicBezTo>
                      <a:cubicBezTo>
                        <a:pt x="180" y="63"/>
                        <a:pt x="181" y="64"/>
                        <a:pt x="183" y="64"/>
                      </a:cubicBezTo>
                      <a:cubicBezTo>
                        <a:pt x="184" y="65"/>
                        <a:pt x="185" y="64"/>
                        <a:pt x="185" y="63"/>
                      </a:cubicBezTo>
                      <a:cubicBezTo>
                        <a:pt x="185" y="63"/>
                        <a:pt x="188" y="62"/>
                        <a:pt x="188" y="62"/>
                      </a:cubicBezTo>
                      <a:cubicBezTo>
                        <a:pt x="189" y="62"/>
                        <a:pt x="190" y="63"/>
                        <a:pt x="190" y="63"/>
                      </a:cubicBezTo>
                      <a:cubicBezTo>
                        <a:pt x="190" y="64"/>
                        <a:pt x="192" y="66"/>
                        <a:pt x="192" y="67"/>
                      </a:cubicBezTo>
                      <a:cubicBezTo>
                        <a:pt x="192" y="67"/>
                        <a:pt x="191" y="69"/>
                        <a:pt x="191" y="69"/>
                      </a:cubicBezTo>
                      <a:cubicBezTo>
                        <a:pt x="191" y="70"/>
                        <a:pt x="189" y="71"/>
                        <a:pt x="189" y="71"/>
                      </a:cubicBezTo>
                      <a:cubicBezTo>
                        <a:pt x="194" y="73"/>
                        <a:pt x="194" y="73"/>
                        <a:pt x="194" y="73"/>
                      </a:cubicBezTo>
                      <a:cubicBezTo>
                        <a:pt x="194" y="74"/>
                        <a:pt x="194" y="75"/>
                        <a:pt x="194" y="75"/>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9" name="Freeform 864">
                  <a:extLst>
                    <a:ext uri="{FF2B5EF4-FFF2-40B4-BE49-F238E27FC236}">
                      <a16:creationId xmlns:a16="http://schemas.microsoft.com/office/drawing/2014/main" id="{44AD403A-42D2-AE81-3130-65BF675837A4}"/>
                    </a:ext>
                  </a:extLst>
                </p:cNvPr>
                <p:cNvSpPr>
                  <a:spLocks/>
                </p:cNvSpPr>
                <p:nvPr/>
              </p:nvSpPr>
              <p:spPr bwMode="auto">
                <a:xfrm>
                  <a:off x="6499225" y="3517900"/>
                  <a:ext cx="192087" cy="100013"/>
                </a:xfrm>
                <a:custGeom>
                  <a:avLst/>
                  <a:gdLst>
                    <a:gd name="T0" fmla="*/ 42 w 46"/>
                    <a:gd name="T1" fmla="*/ 15 h 24"/>
                    <a:gd name="T2" fmla="*/ 40 w 46"/>
                    <a:gd name="T3" fmla="*/ 14 h 24"/>
                    <a:gd name="T4" fmla="*/ 39 w 46"/>
                    <a:gd name="T5" fmla="*/ 11 h 24"/>
                    <a:gd name="T6" fmla="*/ 36 w 46"/>
                    <a:gd name="T7" fmla="*/ 10 h 24"/>
                    <a:gd name="T8" fmla="*/ 34 w 46"/>
                    <a:gd name="T9" fmla="*/ 8 h 24"/>
                    <a:gd name="T10" fmla="*/ 30 w 46"/>
                    <a:gd name="T11" fmla="*/ 9 h 24"/>
                    <a:gd name="T12" fmla="*/ 28 w 46"/>
                    <a:gd name="T13" fmla="*/ 9 h 24"/>
                    <a:gd name="T14" fmla="*/ 26 w 46"/>
                    <a:gd name="T15" fmla="*/ 9 h 24"/>
                    <a:gd name="T16" fmla="*/ 26 w 46"/>
                    <a:gd name="T17" fmla="*/ 8 h 24"/>
                    <a:gd name="T18" fmla="*/ 23 w 46"/>
                    <a:gd name="T19" fmla="*/ 7 h 24"/>
                    <a:gd name="T20" fmla="*/ 21 w 46"/>
                    <a:gd name="T21" fmla="*/ 5 h 24"/>
                    <a:gd name="T22" fmla="*/ 19 w 46"/>
                    <a:gd name="T23" fmla="*/ 4 h 24"/>
                    <a:gd name="T24" fmla="*/ 14 w 46"/>
                    <a:gd name="T25" fmla="*/ 4 h 24"/>
                    <a:gd name="T26" fmla="*/ 10 w 46"/>
                    <a:gd name="T27" fmla="*/ 3 h 24"/>
                    <a:gd name="T28" fmla="*/ 8 w 46"/>
                    <a:gd name="T29" fmla="*/ 2 h 24"/>
                    <a:gd name="T30" fmla="*/ 5 w 46"/>
                    <a:gd name="T31" fmla="*/ 1 h 24"/>
                    <a:gd name="T32" fmla="*/ 3 w 46"/>
                    <a:gd name="T33" fmla="*/ 1 h 24"/>
                    <a:gd name="T34" fmla="*/ 2 w 46"/>
                    <a:gd name="T35" fmla="*/ 3 h 24"/>
                    <a:gd name="T36" fmla="*/ 5 w 46"/>
                    <a:gd name="T37" fmla="*/ 5 h 24"/>
                    <a:gd name="T38" fmla="*/ 8 w 46"/>
                    <a:gd name="T39" fmla="*/ 7 h 24"/>
                    <a:gd name="T40" fmla="*/ 11 w 46"/>
                    <a:gd name="T41" fmla="*/ 10 h 24"/>
                    <a:gd name="T42" fmla="*/ 13 w 46"/>
                    <a:gd name="T43" fmla="*/ 17 h 24"/>
                    <a:gd name="T44" fmla="*/ 13 w 46"/>
                    <a:gd name="T45" fmla="*/ 20 h 24"/>
                    <a:gd name="T46" fmla="*/ 18 w 46"/>
                    <a:gd name="T47" fmla="*/ 20 h 24"/>
                    <a:gd name="T48" fmla="*/ 20 w 46"/>
                    <a:gd name="T49" fmla="*/ 20 h 24"/>
                    <a:gd name="T50" fmla="*/ 22 w 46"/>
                    <a:gd name="T51" fmla="*/ 21 h 24"/>
                    <a:gd name="T52" fmla="*/ 24 w 46"/>
                    <a:gd name="T53" fmla="*/ 23 h 24"/>
                    <a:gd name="T54" fmla="*/ 27 w 46"/>
                    <a:gd name="T55" fmla="*/ 23 h 24"/>
                    <a:gd name="T56" fmla="*/ 29 w 46"/>
                    <a:gd name="T57" fmla="*/ 22 h 24"/>
                    <a:gd name="T58" fmla="*/ 31 w 46"/>
                    <a:gd name="T59" fmla="*/ 22 h 24"/>
                    <a:gd name="T60" fmla="*/ 33 w 46"/>
                    <a:gd name="T61" fmla="*/ 22 h 24"/>
                    <a:gd name="T62" fmla="*/ 37 w 46"/>
                    <a:gd name="T63" fmla="*/ 20 h 24"/>
                    <a:gd name="T64" fmla="*/ 41 w 46"/>
                    <a:gd name="T65" fmla="*/ 22 h 24"/>
                    <a:gd name="T66" fmla="*/ 44 w 46"/>
                    <a:gd name="T67" fmla="*/ 23 h 24"/>
                    <a:gd name="T68" fmla="*/ 44 w 46"/>
                    <a:gd name="T69" fmla="*/ 20 h 24"/>
                    <a:gd name="T70" fmla="*/ 43 w 46"/>
                    <a:gd name="T71" fmla="*/ 19 h 24"/>
                    <a:gd name="T72" fmla="*/ 43 w 46"/>
                    <a:gd name="T73" fmla="*/ 17 h 24"/>
                    <a:gd name="T74" fmla="*/ 44 w 46"/>
                    <a:gd name="T75" fmla="*/ 16 h 24"/>
                    <a:gd name="T76" fmla="*/ 43 w 46"/>
                    <a:gd name="T7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6" h="24">
                      <a:moveTo>
                        <a:pt x="43" y="15"/>
                      </a:moveTo>
                      <a:cubicBezTo>
                        <a:pt x="42" y="15"/>
                        <a:pt x="42" y="15"/>
                        <a:pt x="42" y="15"/>
                      </a:cubicBezTo>
                      <a:cubicBezTo>
                        <a:pt x="42" y="15"/>
                        <a:pt x="41" y="15"/>
                        <a:pt x="41" y="15"/>
                      </a:cubicBezTo>
                      <a:cubicBezTo>
                        <a:pt x="41" y="14"/>
                        <a:pt x="40" y="14"/>
                        <a:pt x="40" y="14"/>
                      </a:cubicBezTo>
                      <a:cubicBezTo>
                        <a:pt x="39" y="14"/>
                        <a:pt x="38" y="13"/>
                        <a:pt x="39" y="12"/>
                      </a:cubicBezTo>
                      <a:cubicBezTo>
                        <a:pt x="39" y="12"/>
                        <a:pt x="39" y="11"/>
                        <a:pt x="39" y="11"/>
                      </a:cubicBezTo>
                      <a:cubicBezTo>
                        <a:pt x="39" y="10"/>
                        <a:pt x="38" y="10"/>
                        <a:pt x="38" y="10"/>
                      </a:cubicBezTo>
                      <a:cubicBezTo>
                        <a:pt x="37" y="10"/>
                        <a:pt x="37" y="10"/>
                        <a:pt x="36" y="10"/>
                      </a:cubicBezTo>
                      <a:cubicBezTo>
                        <a:pt x="36" y="9"/>
                        <a:pt x="36" y="9"/>
                        <a:pt x="35" y="9"/>
                      </a:cubicBezTo>
                      <a:cubicBezTo>
                        <a:pt x="35" y="9"/>
                        <a:pt x="34" y="8"/>
                        <a:pt x="34" y="8"/>
                      </a:cubicBezTo>
                      <a:cubicBezTo>
                        <a:pt x="33" y="8"/>
                        <a:pt x="33" y="9"/>
                        <a:pt x="33" y="9"/>
                      </a:cubicBezTo>
                      <a:cubicBezTo>
                        <a:pt x="32" y="8"/>
                        <a:pt x="31" y="8"/>
                        <a:pt x="30" y="9"/>
                      </a:cubicBezTo>
                      <a:cubicBezTo>
                        <a:pt x="30" y="9"/>
                        <a:pt x="29" y="9"/>
                        <a:pt x="28" y="9"/>
                      </a:cubicBezTo>
                      <a:cubicBezTo>
                        <a:pt x="28" y="9"/>
                        <a:pt x="28" y="9"/>
                        <a:pt x="28" y="9"/>
                      </a:cubicBezTo>
                      <a:cubicBezTo>
                        <a:pt x="28" y="9"/>
                        <a:pt x="27" y="10"/>
                        <a:pt x="27" y="10"/>
                      </a:cubicBezTo>
                      <a:cubicBezTo>
                        <a:pt x="27" y="9"/>
                        <a:pt x="26" y="10"/>
                        <a:pt x="26" y="9"/>
                      </a:cubicBezTo>
                      <a:cubicBezTo>
                        <a:pt x="26" y="9"/>
                        <a:pt x="26" y="9"/>
                        <a:pt x="26" y="9"/>
                      </a:cubicBezTo>
                      <a:cubicBezTo>
                        <a:pt x="26" y="8"/>
                        <a:pt x="26" y="8"/>
                        <a:pt x="26" y="8"/>
                      </a:cubicBezTo>
                      <a:cubicBezTo>
                        <a:pt x="25" y="8"/>
                        <a:pt x="25" y="8"/>
                        <a:pt x="25" y="7"/>
                      </a:cubicBezTo>
                      <a:cubicBezTo>
                        <a:pt x="24" y="7"/>
                        <a:pt x="24" y="7"/>
                        <a:pt x="23" y="7"/>
                      </a:cubicBezTo>
                      <a:cubicBezTo>
                        <a:pt x="23" y="7"/>
                        <a:pt x="22" y="6"/>
                        <a:pt x="22" y="6"/>
                      </a:cubicBezTo>
                      <a:cubicBezTo>
                        <a:pt x="21" y="6"/>
                        <a:pt x="21" y="5"/>
                        <a:pt x="21" y="5"/>
                      </a:cubicBezTo>
                      <a:cubicBezTo>
                        <a:pt x="21" y="5"/>
                        <a:pt x="20" y="4"/>
                        <a:pt x="20" y="4"/>
                      </a:cubicBezTo>
                      <a:cubicBezTo>
                        <a:pt x="19" y="4"/>
                        <a:pt x="19" y="4"/>
                        <a:pt x="19" y="4"/>
                      </a:cubicBezTo>
                      <a:cubicBezTo>
                        <a:pt x="18" y="5"/>
                        <a:pt x="17" y="4"/>
                        <a:pt x="16" y="4"/>
                      </a:cubicBezTo>
                      <a:cubicBezTo>
                        <a:pt x="15" y="4"/>
                        <a:pt x="15" y="4"/>
                        <a:pt x="14" y="4"/>
                      </a:cubicBezTo>
                      <a:cubicBezTo>
                        <a:pt x="14" y="4"/>
                        <a:pt x="13" y="4"/>
                        <a:pt x="13" y="4"/>
                      </a:cubicBezTo>
                      <a:cubicBezTo>
                        <a:pt x="12" y="4"/>
                        <a:pt x="11" y="4"/>
                        <a:pt x="10" y="3"/>
                      </a:cubicBezTo>
                      <a:cubicBezTo>
                        <a:pt x="10" y="3"/>
                        <a:pt x="10" y="3"/>
                        <a:pt x="9" y="2"/>
                      </a:cubicBezTo>
                      <a:cubicBezTo>
                        <a:pt x="9" y="2"/>
                        <a:pt x="8" y="2"/>
                        <a:pt x="8" y="2"/>
                      </a:cubicBezTo>
                      <a:cubicBezTo>
                        <a:pt x="7" y="2"/>
                        <a:pt x="7" y="2"/>
                        <a:pt x="7" y="2"/>
                      </a:cubicBezTo>
                      <a:cubicBezTo>
                        <a:pt x="6" y="1"/>
                        <a:pt x="6" y="1"/>
                        <a:pt x="5" y="1"/>
                      </a:cubicBezTo>
                      <a:cubicBezTo>
                        <a:pt x="5" y="1"/>
                        <a:pt x="4" y="1"/>
                        <a:pt x="4" y="1"/>
                      </a:cubicBezTo>
                      <a:cubicBezTo>
                        <a:pt x="4" y="1"/>
                        <a:pt x="3" y="1"/>
                        <a:pt x="3" y="1"/>
                      </a:cubicBezTo>
                      <a:cubicBezTo>
                        <a:pt x="2" y="0"/>
                        <a:pt x="1" y="1"/>
                        <a:pt x="0" y="2"/>
                      </a:cubicBezTo>
                      <a:cubicBezTo>
                        <a:pt x="1" y="2"/>
                        <a:pt x="1" y="2"/>
                        <a:pt x="2" y="3"/>
                      </a:cubicBezTo>
                      <a:cubicBezTo>
                        <a:pt x="2" y="3"/>
                        <a:pt x="2" y="4"/>
                        <a:pt x="2" y="4"/>
                      </a:cubicBezTo>
                      <a:cubicBezTo>
                        <a:pt x="3" y="5"/>
                        <a:pt x="4" y="5"/>
                        <a:pt x="5" y="5"/>
                      </a:cubicBezTo>
                      <a:cubicBezTo>
                        <a:pt x="6" y="5"/>
                        <a:pt x="7" y="5"/>
                        <a:pt x="7" y="6"/>
                      </a:cubicBezTo>
                      <a:cubicBezTo>
                        <a:pt x="8" y="6"/>
                        <a:pt x="8" y="7"/>
                        <a:pt x="8" y="7"/>
                      </a:cubicBezTo>
                      <a:cubicBezTo>
                        <a:pt x="8" y="8"/>
                        <a:pt x="9" y="8"/>
                        <a:pt x="9" y="8"/>
                      </a:cubicBezTo>
                      <a:cubicBezTo>
                        <a:pt x="10" y="9"/>
                        <a:pt x="11" y="9"/>
                        <a:pt x="11" y="10"/>
                      </a:cubicBezTo>
                      <a:cubicBezTo>
                        <a:pt x="11" y="11"/>
                        <a:pt x="11" y="12"/>
                        <a:pt x="12" y="13"/>
                      </a:cubicBezTo>
                      <a:cubicBezTo>
                        <a:pt x="12" y="15"/>
                        <a:pt x="13" y="16"/>
                        <a:pt x="13" y="17"/>
                      </a:cubicBezTo>
                      <a:cubicBezTo>
                        <a:pt x="12" y="18"/>
                        <a:pt x="11" y="18"/>
                        <a:pt x="11" y="19"/>
                      </a:cubicBezTo>
                      <a:cubicBezTo>
                        <a:pt x="12" y="20"/>
                        <a:pt x="12" y="20"/>
                        <a:pt x="13" y="20"/>
                      </a:cubicBezTo>
                      <a:cubicBezTo>
                        <a:pt x="14" y="19"/>
                        <a:pt x="15" y="19"/>
                        <a:pt x="16" y="20"/>
                      </a:cubicBezTo>
                      <a:cubicBezTo>
                        <a:pt x="17" y="20"/>
                        <a:pt x="17" y="20"/>
                        <a:pt x="18" y="20"/>
                      </a:cubicBezTo>
                      <a:cubicBezTo>
                        <a:pt x="18" y="19"/>
                        <a:pt x="18" y="19"/>
                        <a:pt x="19" y="19"/>
                      </a:cubicBezTo>
                      <a:cubicBezTo>
                        <a:pt x="20" y="19"/>
                        <a:pt x="19" y="19"/>
                        <a:pt x="20" y="20"/>
                      </a:cubicBezTo>
                      <a:cubicBezTo>
                        <a:pt x="20" y="20"/>
                        <a:pt x="21" y="20"/>
                        <a:pt x="21" y="21"/>
                      </a:cubicBezTo>
                      <a:cubicBezTo>
                        <a:pt x="22" y="21"/>
                        <a:pt x="22" y="21"/>
                        <a:pt x="22" y="21"/>
                      </a:cubicBezTo>
                      <a:cubicBezTo>
                        <a:pt x="22" y="22"/>
                        <a:pt x="22" y="22"/>
                        <a:pt x="22" y="22"/>
                      </a:cubicBezTo>
                      <a:cubicBezTo>
                        <a:pt x="23" y="23"/>
                        <a:pt x="24" y="22"/>
                        <a:pt x="24" y="23"/>
                      </a:cubicBezTo>
                      <a:cubicBezTo>
                        <a:pt x="25" y="23"/>
                        <a:pt x="25" y="23"/>
                        <a:pt x="26" y="23"/>
                      </a:cubicBezTo>
                      <a:cubicBezTo>
                        <a:pt x="26" y="23"/>
                        <a:pt x="27" y="23"/>
                        <a:pt x="27" y="23"/>
                      </a:cubicBezTo>
                      <a:cubicBezTo>
                        <a:pt x="27" y="23"/>
                        <a:pt x="28" y="23"/>
                        <a:pt x="28" y="22"/>
                      </a:cubicBezTo>
                      <a:cubicBezTo>
                        <a:pt x="29" y="22"/>
                        <a:pt x="29" y="22"/>
                        <a:pt x="29" y="22"/>
                      </a:cubicBezTo>
                      <a:cubicBezTo>
                        <a:pt x="29" y="22"/>
                        <a:pt x="30" y="22"/>
                        <a:pt x="30" y="22"/>
                      </a:cubicBezTo>
                      <a:cubicBezTo>
                        <a:pt x="30" y="22"/>
                        <a:pt x="31" y="22"/>
                        <a:pt x="31" y="22"/>
                      </a:cubicBezTo>
                      <a:cubicBezTo>
                        <a:pt x="31" y="22"/>
                        <a:pt x="31" y="22"/>
                        <a:pt x="31" y="22"/>
                      </a:cubicBezTo>
                      <a:cubicBezTo>
                        <a:pt x="32" y="22"/>
                        <a:pt x="32" y="22"/>
                        <a:pt x="33" y="22"/>
                      </a:cubicBezTo>
                      <a:cubicBezTo>
                        <a:pt x="33" y="22"/>
                        <a:pt x="34" y="21"/>
                        <a:pt x="34" y="22"/>
                      </a:cubicBezTo>
                      <a:cubicBezTo>
                        <a:pt x="35" y="21"/>
                        <a:pt x="36" y="20"/>
                        <a:pt x="37" y="20"/>
                      </a:cubicBezTo>
                      <a:cubicBezTo>
                        <a:pt x="37" y="20"/>
                        <a:pt x="38" y="20"/>
                        <a:pt x="39" y="21"/>
                      </a:cubicBezTo>
                      <a:cubicBezTo>
                        <a:pt x="40" y="22"/>
                        <a:pt x="40" y="23"/>
                        <a:pt x="41" y="22"/>
                      </a:cubicBezTo>
                      <a:cubicBezTo>
                        <a:pt x="42" y="22"/>
                        <a:pt x="42" y="22"/>
                        <a:pt x="43" y="22"/>
                      </a:cubicBezTo>
                      <a:cubicBezTo>
                        <a:pt x="43" y="23"/>
                        <a:pt x="43" y="23"/>
                        <a:pt x="44" y="23"/>
                      </a:cubicBezTo>
                      <a:cubicBezTo>
                        <a:pt x="45" y="24"/>
                        <a:pt x="45" y="23"/>
                        <a:pt x="46" y="22"/>
                      </a:cubicBezTo>
                      <a:cubicBezTo>
                        <a:pt x="46" y="21"/>
                        <a:pt x="45" y="20"/>
                        <a:pt x="44" y="20"/>
                      </a:cubicBezTo>
                      <a:cubicBezTo>
                        <a:pt x="43" y="20"/>
                        <a:pt x="43" y="20"/>
                        <a:pt x="43" y="19"/>
                      </a:cubicBezTo>
                      <a:cubicBezTo>
                        <a:pt x="43" y="19"/>
                        <a:pt x="43" y="19"/>
                        <a:pt x="43" y="19"/>
                      </a:cubicBezTo>
                      <a:cubicBezTo>
                        <a:pt x="43" y="19"/>
                        <a:pt x="43" y="18"/>
                        <a:pt x="43" y="18"/>
                      </a:cubicBezTo>
                      <a:cubicBezTo>
                        <a:pt x="42" y="18"/>
                        <a:pt x="42" y="18"/>
                        <a:pt x="43" y="17"/>
                      </a:cubicBezTo>
                      <a:cubicBezTo>
                        <a:pt x="43" y="17"/>
                        <a:pt x="43" y="17"/>
                        <a:pt x="44" y="17"/>
                      </a:cubicBezTo>
                      <a:cubicBezTo>
                        <a:pt x="44" y="17"/>
                        <a:pt x="44" y="16"/>
                        <a:pt x="44" y="16"/>
                      </a:cubicBezTo>
                      <a:cubicBezTo>
                        <a:pt x="44" y="15"/>
                        <a:pt x="43" y="16"/>
                        <a:pt x="43" y="15"/>
                      </a:cubicBezTo>
                      <a:cubicBezTo>
                        <a:pt x="42" y="15"/>
                        <a:pt x="43" y="16"/>
                        <a:pt x="43" y="15"/>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0" name="Freeform 838">
                  <a:extLst>
                    <a:ext uri="{FF2B5EF4-FFF2-40B4-BE49-F238E27FC236}">
                      <a16:creationId xmlns:a16="http://schemas.microsoft.com/office/drawing/2014/main" id="{618FF257-A030-3FBC-78EC-67A54BA538F5}"/>
                    </a:ext>
                  </a:extLst>
                </p:cNvPr>
                <p:cNvSpPr>
                  <a:spLocks/>
                </p:cNvSpPr>
                <p:nvPr/>
              </p:nvSpPr>
              <p:spPr bwMode="auto">
                <a:xfrm>
                  <a:off x="5934075" y="3000375"/>
                  <a:ext cx="90487" cy="58738"/>
                </a:xfrm>
                <a:custGeom>
                  <a:avLst/>
                  <a:gdLst>
                    <a:gd name="T0" fmla="*/ 0 w 22"/>
                    <a:gd name="T1" fmla="*/ 12 h 14"/>
                    <a:gd name="T2" fmla="*/ 2 w 22"/>
                    <a:gd name="T3" fmla="*/ 8 h 14"/>
                    <a:gd name="T4" fmla="*/ 2 w 22"/>
                    <a:gd name="T5" fmla="*/ 6 h 14"/>
                    <a:gd name="T6" fmla="*/ 3 w 22"/>
                    <a:gd name="T7" fmla="*/ 6 h 14"/>
                    <a:gd name="T8" fmla="*/ 7 w 22"/>
                    <a:gd name="T9" fmla="*/ 4 h 14"/>
                    <a:gd name="T10" fmla="*/ 8 w 22"/>
                    <a:gd name="T11" fmla="*/ 2 h 14"/>
                    <a:gd name="T12" fmla="*/ 9 w 22"/>
                    <a:gd name="T13" fmla="*/ 0 h 14"/>
                    <a:gd name="T14" fmla="*/ 8 w 22"/>
                    <a:gd name="T15" fmla="*/ 3 h 14"/>
                    <a:gd name="T16" fmla="*/ 6 w 22"/>
                    <a:gd name="T17" fmla="*/ 6 h 14"/>
                    <a:gd name="T18" fmla="*/ 7 w 22"/>
                    <a:gd name="T19" fmla="*/ 6 h 14"/>
                    <a:gd name="T20" fmla="*/ 8 w 22"/>
                    <a:gd name="T21" fmla="*/ 7 h 14"/>
                    <a:gd name="T22" fmla="*/ 10 w 22"/>
                    <a:gd name="T23" fmla="*/ 7 h 14"/>
                    <a:gd name="T24" fmla="*/ 10 w 22"/>
                    <a:gd name="T25" fmla="*/ 5 h 14"/>
                    <a:gd name="T26" fmla="*/ 11 w 22"/>
                    <a:gd name="T27" fmla="*/ 3 h 14"/>
                    <a:gd name="T28" fmla="*/ 12 w 22"/>
                    <a:gd name="T29" fmla="*/ 3 h 14"/>
                    <a:gd name="T30" fmla="*/ 12 w 22"/>
                    <a:gd name="T31" fmla="*/ 4 h 14"/>
                    <a:gd name="T32" fmla="*/ 13 w 22"/>
                    <a:gd name="T33" fmla="*/ 3 h 14"/>
                    <a:gd name="T34" fmla="*/ 13 w 22"/>
                    <a:gd name="T35" fmla="*/ 4 h 14"/>
                    <a:gd name="T36" fmla="*/ 14 w 22"/>
                    <a:gd name="T37" fmla="*/ 4 h 14"/>
                    <a:gd name="T38" fmla="*/ 16 w 22"/>
                    <a:gd name="T39" fmla="*/ 5 h 14"/>
                    <a:gd name="T40" fmla="*/ 17 w 22"/>
                    <a:gd name="T41" fmla="*/ 6 h 14"/>
                    <a:gd name="T42" fmla="*/ 17 w 22"/>
                    <a:gd name="T43" fmla="*/ 5 h 14"/>
                    <a:gd name="T44" fmla="*/ 19 w 22"/>
                    <a:gd name="T45" fmla="*/ 5 h 14"/>
                    <a:gd name="T46" fmla="*/ 20 w 22"/>
                    <a:gd name="T47" fmla="*/ 6 h 14"/>
                    <a:gd name="T48" fmla="*/ 21 w 22"/>
                    <a:gd name="T49" fmla="*/ 7 h 14"/>
                    <a:gd name="T50" fmla="*/ 20 w 22"/>
                    <a:gd name="T51" fmla="*/ 10 h 14"/>
                    <a:gd name="T52" fmla="*/ 20 w 22"/>
                    <a:gd name="T53" fmla="*/ 12 h 14"/>
                    <a:gd name="T54" fmla="*/ 21 w 22"/>
                    <a:gd name="T55" fmla="*/ 13 h 14"/>
                    <a:gd name="T56" fmla="*/ 17 w 22"/>
                    <a:gd name="T57" fmla="*/ 13 h 14"/>
                    <a:gd name="T58" fmla="*/ 14 w 22"/>
                    <a:gd name="T59" fmla="*/ 13 h 14"/>
                    <a:gd name="T60" fmla="*/ 10 w 22"/>
                    <a:gd name="T61" fmla="*/ 13 h 14"/>
                    <a:gd name="T62" fmla="*/ 7 w 22"/>
                    <a:gd name="T63" fmla="*/ 13 h 14"/>
                    <a:gd name="T64" fmla="*/ 0 w 22"/>
                    <a:gd name="T6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14">
                      <a:moveTo>
                        <a:pt x="0" y="12"/>
                      </a:moveTo>
                      <a:cubicBezTo>
                        <a:pt x="1" y="11"/>
                        <a:pt x="2" y="10"/>
                        <a:pt x="2" y="8"/>
                      </a:cubicBezTo>
                      <a:cubicBezTo>
                        <a:pt x="2" y="8"/>
                        <a:pt x="1" y="7"/>
                        <a:pt x="2" y="6"/>
                      </a:cubicBezTo>
                      <a:cubicBezTo>
                        <a:pt x="2" y="6"/>
                        <a:pt x="3" y="6"/>
                        <a:pt x="3" y="6"/>
                      </a:cubicBezTo>
                      <a:cubicBezTo>
                        <a:pt x="5" y="6"/>
                        <a:pt x="6" y="6"/>
                        <a:pt x="7" y="4"/>
                      </a:cubicBezTo>
                      <a:cubicBezTo>
                        <a:pt x="7" y="4"/>
                        <a:pt x="8" y="3"/>
                        <a:pt x="8" y="2"/>
                      </a:cubicBezTo>
                      <a:cubicBezTo>
                        <a:pt x="9" y="2"/>
                        <a:pt x="9" y="1"/>
                        <a:pt x="9" y="0"/>
                      </a:cubicBezTo>
                      <a:cubicBezTo>
                        <a:pt x="10" y="1"/>
                        <a:pt x="9" y="2"/>
                        <a:pt x="8" y="3"/>
                      </a:cubicBezTo>
                      <a:cubicBezTo>
                        <a:pt x="8" y="4"/>
                        <a:pt x="7" y="5"/>
                        <a:pt x="6" y="6"/>
                      </a:cubicBezTo>
                      <a:cubicBezTo>
                        <a:pt x="6" y="6"/>
                        <a:pt x="6" y="6"/>
                        <a:pt x="7" y="6"/>
                      </a:cubicBezTo>
                      <a:cubicBezTo>
                        <a:pt x="7" y="6"/>
                        <a:pt x="7" y="6"/>
                        <a:pt x="8" y="7"/>
                      </a:cubicBezTo>
                      <a:cubicBezTo>
                        <a:pt x="8" y="7"/>
                        <a:pt x="9" y="7"/>
                        <a:pt x="10" y="7"/>
                      </a:cubicBezTo>
                      <a:cubicBezTo>
                        <a:pt x="11" y="6"/>
                        <a:pt x="10" y="5"/>
                        <a:pt x="10" y="5"/>
                      </a:cubicBezTo>
                      <a:cubicBezTo>
                        <a:pt x="10" y="4"/>
                        <a:pt x="11" y="3"/>
                        <a:pt x="11" y="3"/>
                      </a:cubicBezTo>
                      <a:cubicBezTo>
                        <a:pt x="11" y="2"/>
                        <a:pt x="11" y="3"/>
                        <a:pt x="12" y="3"/>
                      </a:cubicBezTo>
                      <a:cubicBezTo>
                        <a:pt x="12" y="3"/>
                        <a:pt x="12" y="3"/>
                        <a:pt x="12" y="4"/>
                      </a:cubicBezTo>
                      <a:cubicBezTo>
                        <a:pt x="13" y="4"/>
                        <a:pt x="13" y="4"/>
                        <a:pt x="13" y="3"/>
                      </a:cubicBezTo>
                      <a:cubicBezTo>
                        <a:pt x="13" y="4"/>
                        <a:pt x="13" y="4"/>
                        <a:pt x="13" y="4"/>
                      </a:cubicBezTo>
                      <a:cubicBezTo>
                        <a:pt x="13" y="4"/>
                        <a:pt x="14" y="4"/>
                        <a:pt x="14" y="4"/>
                      </a:cubicBezTo>
                      <a:cubicBezTo>
                        <a:pt x="14" y="5"/>
                        <a:pt x="15" y="5"/>
                        <a:pt x="16" y="5"/>
                      </a:cubicBezTo>
                      <a:cubicBezTo>
                        <a:pt x="16" y="5"/>
                        <a:pt x="16" y="6"/>
                        <a:pt x="17" y="6"/>
                      </a:cubicBezTo>
                      <a:cubicBezTo>
                        <a:pt x="17" y="5"/>
                        <a:pt x="17" y="5"/>
                        <a:pt x="17" y="5"/>
                      </a:cubicBezTo>
                      <a:cubicBezTo>
                        <a:pt x="17" y="5"/>
                        <a:pt x="19" y="5"/>
                        <a:pt x="19" y="5"/>
                      </a:cubicBezTo>
                      <a:cubicBezTo>
                        <a:pt x="19" y="5"/>
                        <a:pt x="20" y="6"/>
                        <a:pt x="20" y="6"/>
                      </a:cubicBezTo>
                      <a:cubicBezTo>
                        <a:pt x="20" y="7"/>
                        <a:pt x="21" y="7"/>
                        <a:pt x="21" y="7"/>
                      </a:cubicBezTo>
                      <a:cubicBezTo>
                        <a:pt x="22" y="8"/>
                        <a:pt x="20" y="9"/>
                        <a:pt x="20" y="10"/>
                      </a:cubicBezTo>
                      <a:cubicBezTo>
                        <a:pt x="20" y="11"/>
                        <a:pt x="20" y="11"/>
                        <a:pt x="20" y="12"/>
                      </a:cubicBezTo>
                      <a:cubicBezTo>
                        <a:pt x="20" y="12"/>
                        <a:pt x="20" y="13"/>
                        <a:pt x="21" y="13"/>
                      </a:cubicBezTo>
                      <a:cubicBezTo>
                        <a:pt x="19" y="14"/>
                        <a:pt x="18" y="13"/>
                        <a:pt x="17" y="13"/>
                      </a:cubicBezTo>
                      <a:cubicBezTo>
                        <a:pt x="16" y="13"/>
                        <a:pt x="15" y="13"/>
                        <a:pt x="14" y="13"/>
                      </a:cubicBezTo>
                      <a:cubicBezTo>
                        <a:pt x="13" y="13"/>
                        <a:pt x="11" y="13"/>
                        <a:pt x="10" y="13"/>
                      </a:cubicBezTo>
                      <a:cubicBezTo>
                        <a:pt x="9" y="13"/>
                        <a:pt x="8" y="13"/>
                        <a:pt x="7" y="13"/>
                      </a:cubicBezTo>
                      <a:cubicBezTo>
                        <a:pt x="4" y="12"/>
                        <a:pt x="2" y="12"/>
                        <a:pt x="0" y="1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1" name="Freeform 866">
                  <a:extLst>
                    <a:ext uri="{FF2B5EF4-FFF2-40B4-BE49-F238E27FC236}">
                      <a16:creationId xmlns:a16="http://schemas.microsoft.com/office/drawing/2014/main" id="{641CE424-EB5A-451F-C94F-6D16D95449AB}"/>
                    </a:ext>
                  </a:extLst>
                </p:cNvPr>
                <p:cNvSpPr>
                  <a:spLocks noEditPoints="1"/>
                </p:cNvSpPr>
                <p:nvPr/>
              </p:nvSpPr>
              <p:spPr bwMode="auto">
                <a:xfrm>
                  <a:off x="7453313" y="3092450"/>
                  <a:ext cx="1727200" cy="1279525"/>
                </a:xfrm>
                <a:custGeom>
                  <a:avLst/>
                  <a:gdLst>
                    <a:gd name="T0" fmla="*/ 239 w 415"/>
                    <a:gd name="T1" fmla="*/ 296 h 307"/>
                    <a:gd name="T2" fmla="*/ 266 w 415"/>
                    <a:gd name="T3" fmla="*/ 280 h 307"/>
                    <a:gd name="T4" fmla="*/ 313 w 415"/>
                    <a:gd name="T5" fmla="*/ 251 h 307"/>
                    <a:gd name="T6" fmla="*/ 400 w 415"/>
                    <a:gd name="T7" fmla="*/ 61 h 307"/>
                    <a:gd name="T8" fmla="*/ 374 w 415"/>
                    <a:gd name="T9" fmla="*/ 43 h 307"/>
                    <a:gd name="T10" fmla="*/ 360 w 415"/>
                    <a:gd name="T11" fmla="*/ 22 h 307"/>
                    <a:gd name="T12" fmla="*/ 347 w 415"/>
                    <a:gd name="T13" fmla="*/ 5 h 307"/>
                    <a:gd name="T14" fmla="*/ 321 w 415"/>
                    <a:gd name="T15" fmla="*/ 3 h 307"/>
                    <a:gd name="T16" fmla="*/ 315 w 415"/>
                    <a:gd name="T17" fmla="*/ 22 h 307"/>
                    <a:gd name="T18" fmla="*/ 293 w 415"/>
                    <a:gd name="T19" fmla="*/ 41 h 307"/>
                    <a:gd name="T20" fmla="*/ 312 w 415"/>
                    <a:gd name="T21" fmla="*/ 73 h 307"/>
                    <a:gd name="T22" fmla="*/ 269 w 415"/>
                    <a:gd name="T23" fmla="*/ 91 h 307"/>
                    <a:gd name="T24" fmla="*/ 213 w 415"/>
                    <a:gd name="T25" fmla="*/ 121 h 307"/>
                    <a:gd name="T26" fmla="*/ 155 w 415"/>
                    <a:gd name="T27" fmla="*/ 110 h 307"/>
                    <a:gd name="T28" fmla="*/ 117 w 415"/>
                    <a:gd name="T29" fmla="*/ 81 h 307"/>
                    <a:gd name="T30" fmla="*/ 104 w 415"/>
                    <a:gd name="T31" fmla="*/ 60 h 307"/>
                    <a:gd name="T32" fmla="*/ 88 w 415"/>
                    <a:gd name="T33" fmla="*/ 54 h 307"/>
                    <a:gd name="T34" fmla="*/ 69 w 415"/>
                    <a:gd name="T35" fmla="*/ 70 h 307"/>
                    <a:gd name="T36" fmla="*/ 44 w 415"/>
                    <a:gd name="T37" fmla="*/ 91 h 307"/>
                    <a:gd name="T38" fmla="*/ 44 w 415"/>
                    <a:gd name="T39" fmla="*/ 111 h 307"/>
                    <a:gd name="T40" fmla="*/ 21 w 415"/>
                    <a:gd name="T41" fmla="*/ 129 h 307"/>
                    <a:gd name="T42" fmla="*/ 2 w 415"/>
                    <a:gd name="T43" fmla="*/ 137 h 307"/>
                    <a:gd name="T44" fmla="*/ 10 w 415"/>
                    <a:gd name="T45" fmla="*/ 158 h 307"/>
                    <a:gd name="T46" fmla="*/ 27 w 415"/>
                    <a:gd name="T47" fmla="*/ 174 h 307"/>
                    <a:gd name="T48" fmla="*/ 42 w 415"/>
                    <a:gd name="T49" fmla="*/ 182 h 307"/>
                    <a:gd name="T50" fmla="*/ 36 w 415"/>
                    <a:gd name="T51" fmla="*/ 197 h 307"/>
                    <a:gd name="T52" fmla="*/ 48 w 415"/>
                    <a:gd name="T53" fmla="*/ 215 h 307"/>
                    <a:gd name="T54" fmla="*/ 66 w 415"/>
                    <a:gd name="T55" fmla="*/ 222 h 307"/>
                    <a:gd name="T56" fmla="*/ 85 w 415"/>
                    <a:gd name="T57" fmla="*/ 233 h 307"/>
                    <a:gd name="T58" fmla="*/ 106 w 415"/>
                    <a:gd name="T59" fmla="*/ 235 h 307"/>
                    <a:gd name="T60" fmla="*/ 140 w 415"/>
                    <a:gd name="T61" fmla="*/ 226 h 307"/>
                    <a:gd name="T62" fmla="*/ 162 w 415"/>
                    <a:gd name="T63" fmla="*/ 231 h 307"/>
                    <a:gd name="T64" fmla="*/ 164 w 415"/>
                    <a:gd name="T65" fmla="*/ 265 h 307"/>
                    <a:gd name="T66" fmla="*/ 177 w 415"/>
                    <a:gd name="T67" fmla="*/ 282 h 307"/>
                    <a:gd name="T68" fmla="*/ 198 w 415"/>
                    <a:gd name="T69" fmla="*/ 274 h 307"/>
                    <a:gd name="T70" fmla="*/ 222 w 415"/>
                    <a:gd name="T71" fmla="*/ 278 h 307"/>
                    <a:gd name="T72" fmla="*/ 245 w 415"/>
                    <a:gd name="T73" fmla="*/ 285 h 307"/>
                    <a:gd name="T74" fmla="*/ 273 w 415"/>
                    <a:gd name="T75" fmla="*/ 274 h 307"/>
                    <a:gd name="T76" fmla="*/ 295 w 415"/>
                    <a:gd name="T77" fmla="*/ 266 h 307"/>
                    <a:gd name="T78" fmla="*/ 309 w 415"/>
                    <a:gd name="T79" fmla="*/ 253 h 307"/>
                    <a:gd name="T80" fmla="*/ 313 w 415"/>
                    <a:gd name="T81" fmla="*/ 243 h 307"/>
                    <a:gd name="T82" fmla="*/ 328 w 415"/>
                    <a:gd name="T83" fmla="*/ 223 h 307"/>
                    <a:gd name="T84" fmla="*/ 320 w 415"/>
                    <a:gd name="T85" fmla="*/ 214 h 307"/>
                    <a:gd name="T86" fmla="*/ 328 w 415"/>
                    <a:gd name="T87" fmla="*/ 205 h 307"/>
                    <a:gd name="T88" fmla="*/ 320 w 415"/>
                    <a:gd name="T89" fmla="*/ 192 h 307"/>
                    <a:gd name="T90" fmla="*/ 310 w 415"/>
                    <a:gd name="T91" fmla="*/ 179 h 307"/>
                    <a:gd name="T92" fmla="*/ 316 w 415"/>
                    <a:gd name="T93" fmla="*/ 167 h 307"/>
                    <a:gd name="T94" fmla="*/ 324 w 415"/>
                    <a:gd name="T95" fmla="*/ 163 h 307"/>
                    <a:gd name="T96" fmla="*/ 328 w 415"/>
                    <a:gd name="T97" fmla="*/ 156 h 307"/>
                    <a:gd name="T98" fmla="*/ 305 w 415"/>
                    <a:gd name="T99" fmla="*/ 152 h 307"/>
                    <a:gd name="T100" fmla="*/ 303 w 415"/>
                    <a:gd name="T101" fmla="*/ 142 h 307"/>
                    <a:gd name="T102" fmla="*/ 310 w 415"/>
                    <a:gd name="T103" fmla="*/ 137 h 307"/>
                    <a:gd name="T104" fmla="*/ 325 w 415"/>
                    <a:gd name="T105" fmla="*/ 127 h 307"/>
                    <a:gd name="T106" fmla="*/ 322 w 415"/>
                    <a:gd name="T107" fmla="*/ 145 h 307"/>
                    <a:gd name="T108" fmla="*/ 344 w 415"/>
                    <a:gd name="T109" fmla="*/ 135 h 307"/>
                    <a:gd name="T110" fmla="*/ 369 w 415"/>
                    <a:gd name="T111" fmla="*/ 123 h 307"/>
                    <a:gd name="T112" fmla="*/ 382 w 415"/>
                    <a:gd name="T113" fmla="*/ 108 h 307"/>
                    <a:gd name="T114" fmla="*/ 391 w 415"/>
                    <a:gd name="T115" fmla="*/ 100 h 307"/>
                    <a:gd name="T116" fmla="*/ 406 w 415"/>
                    <a:gd name="T117" fmla="*/ 82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5" h="307">
                      <a:moveTo>
                        <a:pt x="253" y="292"/>
                      </a:moveTo>
                      <a:cubicBezTo>
                        <a:pt x="253" y="293"/>
                        <a:pt x="253" y="293"/>
                        <a:pt x="253" y="294"/>
                      </a:cubicBezTo>
                      <a:cubicBezTo>
                        <a:pt x="253" y="294"/>
                        <a:pt x="253" y="295"/>
                        <a:pt x="253" y="295"/>
                      </a:cubicBezTo>
                      <a:cubicBezTo>
                        <a:pt x="251" y="297"/>
                        <a:pt x="251" y="298"/>
                        <a:pt x="250" y="301"/>
                      </a:cubicBezTo>
                      <a:cubicBezTo>
                        <a:pt x="250" y="301"/>
                        <a:pt x="250" y="301"/>
                        <a:pt x="250" y="301"/>
                      </a:cubicBezTo>
                      <a:cubicBezTo>
                        <a:pt x="248" y="302"/>
                        <a:pt x="247" y="304"/>
                        <a:pt x="245" y="304"/>
                      </a:cubicBezTo>
                      <a:cubicBezTo>
                        <a:pt x="245" y="303"/>
                        <a:pt x="245" y="304"/>
                        <a:pt x="245" y="304"/>
                      </a:cubicBezTo>
                      <a:cubicBezTo>
                        <a:pt x="244" y="307"/>
                        <a:pt x="243" y="304"/>
                        <a:pt x="242" y="304"/>
                      </a:cubicBezTo>
                      <a:cubicBezTo>
                        <a:pt x="241" y="304"/>
                        <a:pt x="240" y="304"/>
                        <a:pt x="240" y="304"/>
                      </a:cubicBezTo>
                      <a:cubicBezTo>
                        <a:pt x="238" y="303"/>
                        <a:pt x="238" y="303"/>
                        <a:pt x="238" y="302"/>
                      </a:cubicBezTo>
                      <a:cubicBezTo>
                        <a:pt x="238" y="301"/>
                        <a:pt x="238" y="301"/>
                        <a:pt x="238" y="301"/>
                      </a:cubicBezTo>
                      <a:cubicBezTo>
                        <a:pt x="238" y="301"/>
                        <a:pt x="238" y="300"/>
                        <a:pt x="238" y="300"/>
                      </a:cubicBezTo>
                      <a:cubicBezTo>
                        <a:pt x="238" y="300"/>
                        <a:pt x="238" y="299"/>
                        <a:pt x="238" y="299"/>
                      </a:cubicBezTo>
                      <a:cubicBezTo>
                        <a:pt x="238" y="299"/>
                        <a:pt x="238" y="299"/>
                        <a:pt x="238" y="299"/>
                      </a:cubicBezTo>
                      <a:cubicBezTo>
                        <a:pt x="238" y="297"/>
                        <a:pt x="238" y="296"/>
                        <a:pt x="239" y="296"/>
                      </a:cubicBezTo>
                      <a:cubicBezTo>
                        <a:pt x="240" y="296"/>
                        <a:pt x="241" y="295"/>
                        <a:pt x="241" y="295"/>
                      </a:cubicBezTo>
                      <a:cubicBezTo>
                        <a:pt x="241" y="293"/>
                        <a:pt x="243" y="293"/>
                        <a:pt x="244" y="292"/>
                      </a:cubicBezTo>
                      <a:cubicBezTo>
                        <a:pt x="244" y="292"/>
                        <a:pt x="245" y="292"/>
                        <a:pt x="245" y="292"/>
                      </a:cubicBezTo>
                      <a:cubicBezTo>
                        <a:pt x="247" y="293"/>
                        <a:pt x="249" y="292"/>
                        <a:pt x="251" y="292"/>
                      </a:cubicBezTo>
                      <a:cubicBezTo>
                        <a:pt x="252" y="291"/>
                        <a:pt x="253" y="292"/>
                        <a:pt x="253" y="292"/>
                      </a:cubicBezTo>
                      <a:close/>
                      <a:moveTo>
                        <a:pt x="327" y="217"/>
                      </a:moveTo>
                      <a:cubicBezTo>
                        <a:pt x="327" y="218"/>
                        <a:pt x="329" y="217"/>
                        <a:pt x="329" y="218"/>
                      </a:cubicBezTo>
                      <a:cubicBezTo>
                        <a:pt x="329" y="218"/>
                        <a:pt x="329" y="218"/>
                        <a:pt x="329" y="218"/>
                      </a:cubicBezTo>
                      <a:cubicBezTo>
                        <a:pt x="329" y="218"/>
                        <a:pt x="330" y="218"/>
                        <a:pt x="330" y="218"/>
                      </a:cubicBezTo>
                      <a:cubicBezTo>
                        <a:pt x="330" y="218"/>
                        <a:pt x="330" y="218"/>
                        <a:pt x="330" y="217"/>
                      </a:cubicBezTo>
                      <a:cubicBezTo>
                        <a:pt x="330" y="217"/>
                        <a:pt x="330" y="217"/>
                        <a:pt x="330" y="217"/>
                      </a:cubicBezTo>
                      <a:cubicBezTo>
                        <a:pt x="330" y="217"/>
                        <a:pt x="330" y="217"/>
                        <a:pt x="329" y="217"/>
                      </a:cubicBezTo>
                      <a:cubicBezTo>
                        <a:pt x="329" y="216"/>
                        <a:pt x="329" y="216"/>
                        <a:pt x="328" y="216"/>
                      </a:cubicBezTo>
                      <a:cubicBezTo>
                        <a:pt x="328" y="216"/>
                        <a:pt x="327" y="216"/>
                        <a:pt x="327" y="217"/>
                      </a:cubicBezTo>
                      <a:close/>
                      <a:moveTo>
                        <a:pt x="266" y="280"/>
                      </a:moveTo>
                      <a:cubicBezTo>
                        <a:pt x="265" y="280"/>
                        <a:pt x="265" y="280"/>
                        <a:pt x="265" y="280"/>
                      </a:cubicBezTo>
                      <a:cubicBezTo>
                        <a:pt x="265" y="280"/>
                        <a:pt x="265" y="281"/>
                        <a:pt x="265" y="281"/>
                      </a:cubicBezTo>
                      <a:cubicBezTo>
                        <a:pt x="265" y="281"/>
                        <a:pt x="265" y="281"/>
                        <a:pt x="265" y="281"/>
                      </a:cubicBezTo>
                      <a:cubicBezTo>
                        <a:pt x="266" y="281"/>
                        <a:pt x="266" y="281"/>
                        <a:pt x="266" y="281"/>
                      </a:cubicBezTo>
                      <a:cubicBezTo>
                        <a:pt x="266" y="281"/>
                        <a:pt x="266" y="281"/>
                        <a:pt x="266" y="281"/>
                      </a:cubicBezTo>
                      <a:cubicBezTo>
                        <a:pt x="266" y="281"/>
                        <a:pt x="266" y="280"/>
                        <a:pt x="266" y="280"/>
                      </a:cubicBezTo>
                      <a:cubicBezTo>
                        <a:pt x="266" y="280"/>
                        <a:pt x="266" y="280"/>
                        <a:pt x="266" y="280"/>
                      </a:cubicBezTo>
                      <a:cubicBezTo>
                        <a:pt x="266" y="280"/>
                        <a:pt x="266" y="280"/>
                        <a:pt x="266" y="280"/>
                      </a:cubicBezTo>
                      <a:close/>
                      <a:moveTo>
                        <a:pt x="329" y="215"/>
                      </a:moveTo>
                      <a:cubicBezTo>
                        <a:pt x="329" y="215"/>
                        <a:pt x="329" y="215"/>
                        <a:pt x="329" y="215"/>
                      </a:cubicBezTo>
                      <a:cubicBezTo>
                        <a:pt x="329" y="215"/>
                        <a:pt x="329" y="215"/>
                        <a:pt x="329" y="215"/>
                      </a:cubicBezTo>
                      <a:cubicBezTo>
                        <a:pt x="329" y="215"/>
                        <a:pt x="329" y="215"/>
                        <a:pt x="329" y="215"/>
                      </a:cubicBezTo>
                      <a:cubicBezTo>
                        <a:pt x="329" y="215"/>
                        <a:pt x="329" y="216"/>
                        <a:pt x="329" y="215"/>
                      </a:cubicBezTo>
                      <a:close/>
                      <a:moveTo>
                        <a:pt x="313" y="251"/>
                      </a:moveTo>
                      <a:cubicBezTo>
                        <a:pt x="313" y="251"/>
                        <a:pt x="313" y="251"/>
                        <a:pt x="313" y="251"/>
                      </a:cubicBezTo>
                      <a:cubicBezTo>
                        <a:pt x="312" y="251"/>
                        <a:pt x="312" y="251"/>
                        <a:pt x="312" y="251"/>
                      </a:cubicBezTo>
                      <a:cubicBezTo>
                        <a:pt x="312" y="252"/>
                        <a:pt x="312" y="252"/>
                        <a:pt x="312" y="252"/>
                      </a:cubicBezTo>
                      <a:cubicBezTo>
                        <a:pt x="312" y="252"/>
                        <a:pt x="312" y="252"/>
                        <a:pt x="313" y="252"/>
                      </a:cubicBezTo>
                      <a:cubicBezTo>
                        <a:pt x="313" y="252"/>
                        <a:pt x="313" y="252"/>
                        <a:pt x="313" y="252"/>
                      </a:cubicBezTo>
                      <a:cubicBezTo>
                        <a:pt x="313" y="252"/>
                        <a:pt x="313" y="252"/>
                        <a:pt x="313" y="251"/>
                      </a:cubicBezTo>
                      <a:close/>
                      <a:moveTo>
                        <a:pt x="415" y="63"/>
                      </a:moveTo>
                      <a:cubicBezTo>
                        <a:pt x="415" y="62"/>
                        <a:pt x="414" y="61"/>
                        <a:pt x="414" y="60"/>
                      </a:cubicBezTo>
                      <a:cubicBezTo>
                        <a:pt x="414" y="59"/>
                        <a:pt x="414" y="58"/>
                        <a:pt x="415" y="57"/>
                      </a:cubicBezTo>
                      <a:cubicBezTo>
                        <a:pt x="413" y="56"/>
                        <a:pt x="412" y="56"/>
                        <a:pt x="410" y="56"/>
                      </a:cubicBezTo>
                      <a:cubicBezTo>
                        <a:pt x="410" y="56"/>
                        <a:pt x="410" y="56"/>
                        <a:pt x="409" y="56"/>
                      </a:cubicBezTo>
                      <a:cubicBezTo>
                        <a:pt x="409" y="56"/>
                        <a:pt x="409" y="57"/>
                        <a:pt x="409" y="57"/>
                      </a:cubicBezTo>
                      <a:cubicBezTo>
                        <a:pt x="408" y="57"/>
                        <a:pt x="408" y="58"/>
                        <a:pt x="407" y="58"/>
                      </a:cubicBezTo>
                      <a:cubicBezTo>
                        <a:pt x="403" y="59"/>
                        <a:pt x="403" y="59"/>
                        <a:pt x="403" y="59"/>
                      </a:cubicBezTo>
                      <a:cubicBezTo>
                        <a:pt x="401" y="60"/>
                        <a:pt x="401" y="60"/>
                        <a:pt x="401" y="60"/>
                      </a:cubicBezTo>
                      <a:cubicBezTo>
                        <a:pt x="400" y="61"/>
                        <a:pt x="400" y="61"/>
                        <a:pt x="400" y="61"/>
                      </a:cubicBezTo>
                      <a:cubicBezTo>
                        <a:pt x="400" y="63"/>
                        <a:pt x="400" y="63"/>
                        <a:pt x="400" y="63"/>
                      </a:cubicBezTo>
                      <a:cubicBezTo>
                        <a:pt x="389" y="63"/>
                        <a:pt x="389" y="63"/>
                        <a:pt x="389" y="63"/>
                      </a:cubicBezTo>
                      <a:cubicBezTo>
                        <a:pt x="387" y="59"/>
                        <a:pt x="387" y="59"/>
                        <a:pt x="387" y="59"/>
                      </a:cubicBezTo>
                      <a:cubicBezTo>
                        <a:pt x="388" y="57"/>
                        <a:pt x="388" y="57"/>
                        <a:pt x="388" y="57"/>
                      </a:cubicBezTo>
                      <a:cubicBezTo>
                        <a:pt x="388" y="55"/>
                        <a:pt x="388" y="55"/>
                        <a:pt x="388" y="55"/>
                      </a:cubicBezTo>
                      <a:cubicBezTo>
                        <a:pt x="386" y="54"/>
                        <a:pt x="386" y="54"/>
                        <a:pt x="386" y="54"/>
                      </a:cubicBezTo>
                      <a:cubicBezTo>
                        <a:pt x="386" y="54"/>
                        <a:pt x="386" y="54"/>
                        <a:pt x="386" y="53"/>
                      </a:cubicBezTo>
                      <a:cubicBezTo>
                        <a:pt x="386" y="53"/>
                        <a:pt x="387" y="51"/>
                        <a:pt x="387" y="51"/>
                      </a:cubicBezTo>
                      <a:cubicBezTo>
                        <a:pt x="387" y="51"/>
                        <a:pt x="384" y="51"/>
                        <a:pt x="384" y="51"/>
                      </a:cubicBezTo>
                      <a:cubicBezTo>
                        <a:pt x="384" y="51"/>
                        <a:pt x="380" y="47"/>
                        <a:pt x="380" y="46"/>
                      </a:cubicBezTo>
                      <a:cubicBezTo>
                        <a:pt x="380" y="46"/>
                        <a:pt x="379" y="45"/>
                        <a:pt x="379" y="45"/>
                      </a:cubicBezTo>
                      <a:cubicBezTo>
                        <a:pt x="378" y="46"/>
                        <a:pt x="378" y="46"/>
                        <a:pt x="378" y="46"/>
                      </a:cubicBezTo>
                      <a:cubicBezTo>
                        <a:pt x="378" y="46"/>
                        <a:pt x="376" y="46"/>
                        <a:pt x="376" y="45"/>
                      </a:cubicBezTo>
                      <a:cubicBezTo>
                        <a:pt x="375" y="45"/>
                        <a:pt x="374" y="44"/>
                        <a:pt x="374" y="44"/>
                      </a:cubicBezTo>
                      <a:cubicBezTo>
                        <a:pt x="374" y="43"/>
                        <a:pt x="374" y="43"/>
                        <a:pt x="374" y="43"/>
                      </a:cubicBezTo>
                      <a:cubicBezTo>
                        <a:pt x="368" y="43"/>
                        <a:pt x="368" y="43"/>
                        <a:pt x="368" y="43"/>
                      </a:cubicBezTo>
                      <a:cubicBezTo>
                        <a:pt x="368" y="43"/>
                        <a:pt x="367" y="42"/>
                        <a:pt x="366" y="42"/>
                      </a:cubicBezTo>
                      <a:cubicBezTo>
                        <a:pt x="366" y="42"/>
                        <a:pt x="366" y="41"/>
                        <a:pt x="366" y="41"/>
                      </a:cubicBezTo>
                      <a:cubicBezTo>
                        <a:pt x="366" y="41"/>
                        <a:pt x="366" y="40"/>
                        <a:pt x="366" y="39"/>
                      </a:cubicBezTo>
                      <a:cubicBezTo>
                        <a:pt x="366" y="39"/>
                        <a:pt x="366" y="39"/>
                        <a:pt x="366" y="38"/>
                      </a:cubicBezTo>
                      <a:cubicBezTo>
                        <a:pt x="366" y="38"/>
                        <a:pt x="366" y="37"/>
                        <a:pt x="366" y="37"/>
                      </a:cubicBezTo>
                      <a:cubicBezTo>
                        <a:pt x="366" y="37"/>
                        <a:pt x="365" y="36"/>
                        <a:pt x="365" y="36"/>
                      </a:cubicBezTo>
                      <a:cubicBezTo>
                        <a:pt x="365" y="36"/>
                        <a:pt x="364" y="34"/>
                        <a:pt x="364" y="33"/>
                      </a:cubicBezTo>
                      <a:cubicBezTo>
                        <a:pt x="364" y="33"/>
                        <a:pt x="364" y="32"/>
                        <a:pt x="364" y="31"/>
                      </a:cubicBezTo>
                      <a:cubicBezTo>
                        <a:pt x="364" y="31"/>
                        <a:pt x="364" y="30"/>
                        <a:pt x="363" y="29"/>
                      </a:cubicBezTo>
                      <a:cubicBezTo>
                        <a:pt x="362" y="28"/>
                        <a:pt x="362" y="28"/>
                        <a:pt x="362" y="27"/>
                      </a:cubicBezTo>
                      <a:cubicBezTo>
                        <a:pt x="361" y="27"/>
                        <a:pt x="361" y="27"/>
                        <a:pt x="361" y="26"/>
                      </a:cubicBezTo>
                      <a:cubicBezTo>
                        <a:pt x="361" y="26"/>
                        <a:pt x="361" y="25"/>
                        <a:pt x="361" y="25"/>
                      </a:cubicBezTo>
                      <a:cubicBezTo>
                        <a:pt x="361" y="24"/>
                        <a:pt x="361" y="24"/>
                        <a:pt x="361" y="23"/>
                      </a:cubicBezTo>
                      <a:cubicBezTo>
                        <a:pt x="360" y="23"/>
                        <a:pt x="360" y="22"/>
                        <a:pt x="360" y="22"/>
                      </a:cubicBezTo>
                      <a:cubicBezTo>
                        <a:pt x="360" y="22"/>
                        <a:pt x="360" y="22"/>
                        <a:pt x="360" y="21"/>
                      </a:cubicBezTo>
                      <a:cubicBezTo>
                        <a:pt x="360" y="20"/>
                        <a:pt x="359" y="20"/>
                        <a:pt x="359" y="19"/>
                      </a:cubicBezTo>
                      <a:cubicBezTo>
                        <a:pt x="359" y="19"/>
                        <a:pt x="358" y="19"/>
                        <a:pt x="358" y="18"/>
                      </a:cubicBezTo>
                      <a:cubicBezTo>
                        <a:pt x="359" y="18"/>
                        <a:pt x="359" y="17"/>
                        <a:pt x="359" y="17"/>
                      </a:cubicBezTo>
                      <a:cubicBezTo>
                        <a:pt x="359" y="17"/>
                        <a:pt x="359" y="16"/>
                        <a:pt x="358" y="15"/>
                      </a:cubicBezTo>
                      <a:cubicBezTo>
                        <a:pt x="358" y="15"/>
                        <a:pt x="357" y="15"/>
                        <a:pt x="357" y="15"/>
                      </a:cubicBezTo>
                      <a:cubicBezTo>
                        <a:pt x="357" y="14"/>
                        <a:pt x="358" y="14"/>
                        <a:pt x="357" y="13"/>
                      </a:cubicBezTo>
                      <a:cubicBezTo>
                        <a:pt x="357" y="13"/>
                        <a:pt x="356" y="12"/>
                        <a:pt x="355" y="11"/>
                      </a:cubicBezTo>
                      <a:cubicBezTo>
                        <a:pt x="355" y="11"/>
                        <a:pt x="355" y="11"/>
                        <a:pt x="355" y="10"/>
                      </a:cubicBezTo>
                      <a:cubicBezTo>
                        <a:pt x="355" y="10"/>
                        <a:pt x="356" y="9"/>
                        <a:pt x="355" y="9"/>
                      </a:cubicBezTo>
                      <a:cubicBezTo>
                        <a:pt x="354" y="8"/>
                        <a:pt x="354" y="8"/>
                        <a:pt x="353" y="7"/>
                      </a:cubicBezTo>
                      <a:cubicBezTo>
                        <a:pt x="353" y="6"/>
                        <a:pt x="354" y="6"/>
                        <a:pt x="352" y="5"/>
                      </a:cubicBezTo>
                      <a:cubicBezTo>
                        <a:pt x="351" y="4"/>
                        <a:pt x="351" y="4"/>
                        <a:pt x="350" y="4"/>
                      </a:cubicBezTo>
                      <a:cubicBezTo>
                        <a:pt x="349" y="4"/>
                        <a:pt x="349" y="4"/>
                        <a:pt x="349" y="4"/>
                      </a:cubicBezTo>
                      <a:cubicBezTo>
                        <a:pt x="348" y="5"/>
                        <a:pt x="348" y="5"/>
                        <a:pt x="347" y="5"/>
                      </a:cubicBezTo>
                      <a:cubicBezTo>
                        <a:pt x="347" y="5"/>
                        <a:pt x="347" y="5"/>
                        <a:pt x="347" y="5"/>
                      </a:cubicBezTo>
                      <a:cubicBezTo>
                        <a:pt x="347" y="5"/>
                        <a:pt x="347" y="5"/>
                        <a:pt x="347" y="5"/>
                      </a:cubicBezTo>
                      <a:cubicBezTo>
                        <a:pt x="347" y="5"/>
                        <a:pt x="347" y="5"/>
                        <a:pt x="346" y="4"/>
                      </a:cubicBezTo>
                      <a:cubicBezTo>
                        <a:pt x="343" y="3"/>
                        <a:pt x="341" y="1"/>
                        <a:pt x="341" y="1"/>
                      </a:cubicBezTo>
                      <a:cubicBezTo>
                        <a:pt x="340" y="1"/>
                        <a:pt x="339" y="0"/>
                        <a:pt x="338" y="0"/>
                      </a:cubicBezTo>
                      <a:cubicBezTo>
                        <a:pt x="338" y="0"/>
                        <a:pt x="336" y="0"/>
                        <a:pt x="336" y="0"/>
                      </a:cubicBezTo>
                      <a:cubicBezTo>
                        <a:pt x="336" y="0"/>
                        <a:pt x="333" y="1"/>
                        <a:pt x="333" y="1"/>
                      </a:cubicBezTo>
                      <a:cubicBezTo>
                        <a:pt x="333" y="1"/>
                        <a:pt x="333" y="1"/>
                        <a:pt x="332" y="1"/>
                      </a:cubicBezTo>
                      <a:cubicBezTo>
                        <a:pt x="332" y="2"/>
                        <a:pt x="332" y="2"/>
                        <a:pt x="331" y="2"/>
                      </a:cubicBezTo>
                      <a:cubicBezTo>
                        <a:pt x="330" y="1"/>
                        <a:pt x="330" y="1"/>
                        <a:pt x="330" y="1"/>
                      </a:cubicBezTo>
                      <a:cubicBezTo>
                        <a:pt x="329" y="1"/>
                        <a:pt x="329" y="1"/>
                        <a:pt x="328" y="1"/>
                      </a:cubicBezTo>
                      <a:cubicBezTo>
                        <a:pt x="328" y="1"/>
                        <a:pt x="328" y="1"/>
                        <a:pt x="327" y="2"/>
                      </a:cubicBezTo>
                      <a:cubicBezTo>
                        <a:pt x="326" y="2"/>
                        <a:pt x="325" y="2"/>
                        <a:pt x="325" y="2"/>
                      </a:cubicBezTo>
                      <a:cubicBezTo>
                        <a:pt x="325" y="2"/>
                        <a:pt x="325" y="3"/>
                        <a:pt x="324" y="3"/>
                      </a:cubicBezTo>
                      <a:cubicBezTo>
                        <a:pt x="323" y="3"/>
                        <a:pt x="321" y="3"/>
                        <a:pt x="321" y="3"/>
                      </a:cubicBezTo>
                      <a:cubicBezTo>
                        <a:pt x="321" y="3"/>
                        <a:pt x="320" y="3"/>
                        <a:pt x="320" y="3"/>
                      </a:cubicBezTo>
                      <a:cubicBezTo>
                        <a:pt x="320" y="3"/>
                        <a:pt x="318" y="6"/>
                        <a:pt x="317" y="7"/>
                      </a:cubicBezTo>
                      <a:cubicBezTo>
                        <a:pt x="317" y="7"/>
                        <a:pt x="315" y="8"/>
                        <a:pt x="315" y="8"/>
                      </a:cubicBezTo>
                      <a:cubicBezTo>
                        <a:pt x="315" y="9"/>
                        <a:pt x="315" y="10"/>
                        <a:pt x="315" y="10"/>
                      </a:cubicBezTo>
                      <a:cubicBezTo>
                        <a:pt x="315" y="11"/>
                        <a:pt x="315" y="11"/>
                        <a:pt x="315" y="11"/>
                      </a:cubicBezTo>
                      <a:cubicBezTo>
                        <a:pt x="315" y="11"/>
                        <a:pt x="316" y="10"/>
                        <a:pt x="316" y="10"/>
                      </a:cubicBezTo>
                      <a:cubicBezTo>
                        <a:pt x="316" y="10"/>
                        <a:pt x="317" y="10"/>
                        <a:pt x="318" y="11"/>
                      </a:cubicBezTo>
                      <a:cubicBezTo>
                        <a:pt x="318" y="11"/>
                        <a:pt x="320" y="11"/>
                        <a:pt x="320" y="11"/>
                      </a:cubicBezTo>
                      <a:cubicBezTo>
                        <a:pt x="320" y="12"/>
                        <a:pt x="319" y="12"/>
                        <a:pt x="319" y="12"/>
                      </a:cubicBezTo>
                      <a:cubicBezTo>
                        <a:pt x="319" y="12"/>
                        <a:pt x="319" y="13"/>
                        <a:pt x="319" y="14"/>
                      </a:cubicBezTo>
                      <a:cubicBezTo>
                        <a:pt x="319" y="14"/>
                        <a:pt x="319" y="14"/>
                        <a:pt x="319" y="15"/>
                      </a:cubicBezTo>
                      <a:cubicBezTo>
                        <a:pt x="320" y="15"/>
                        <a:pt x="320" y="16"/>
                        <a:pt x="320" y="17"/>
                      </a:cubicBezTo>
                      <a:cubicBezTo>
                        <a:pt x="320" y="17"/>
                        <a:pt x="320" y="17"/>
                        <a:pt x="320" y="17"/>
                      </a:cubicBezTo>
                      <a:cubicBezTo>
                        <a:pt x="316" y="20"/>
                        <a:pt x="316" y="20"/>
                        <a:pt x="316" y="20"/>
                      </a:cubicBezTo>
                      <a:cubicBezTo>
                        <a:pt x="316" y="20"/>
                        <a:pt x="315" y="22"/>
                        <a:pt x="315" y="22"/>
                      </a:cubicBezTo>
                      <a:cubicBezTo>
                        <a:pt x="315" y="22"/>
                        <a:pt x="313" y="27"/>
                        <a:pt x="313" y="27"/>
                      </a:cubicBezTo>
                      <a:cubicBezTo>
                        <a:pt x="313" y="27"/>
                        <a:pt x="311" y="31"/>
                        <a:pt x="311" y="31"/>
                      </a:cubicBezTo>
                      <a:cubicBezTo>
                        <a:pt x="310" y="32"/>
                        <a:pt x="310" y="32"/>
                        <a:pt x="310" y="32"/>
                      </a:cubicBezTo>
                      <a:cubicBezTo>
                        <a:pt x="310" y="34"/>
                        <a:pt x="310" y="34"/>
                        <a:pt x="310" y="34"/>
                      </a:cubicBezTo>
                      <a:cubicBezTo>
                        <a:pt x="309" y="35"/>
                        <a:pt x="309" y="35"/>
                        <a:pt x="309" y="35"/>
                      </a:cubicBezTo>
                      <a:cubicBezTo>
                        <a:pt x="309" y="35"/>
                        <a:pt x="309" y="35"/>
                        <a:pt x="309" y="35"/>
                      </a:cubicBezTo>
                      <a:cubicBezTo>
                        <a:pt x="309" y="36"/>
                        <a:pt x="310" y="36"/>
                        <a:pt x="310" y="36"/>
                      </a:cubicBezTo>
                      <a:cubicBezTo>
                        <a:pt x="310" y="36"/>
                        <a:pt x="310" y="37"/>
                        <a:pt x="310" y="38"/>
                      </a:cubicBezTo>
                      <a:cubicBezTo>
                        <a:pt x="310" y="38"/>
                        <a:pt x="308" y="39"/>
                        <a:pt x="308" y="39"/>
                      </a:cubicBezTo>
                      <a:cubicBezTo>
                        <a:pt x="305" y="40"/>
                        <a:pt x="305" y="40"/>
                        <a:pt x="305" y="40"/>
                      </a:cubicBezTo>
                      <a:cubicBezTo>
                        <a:pt x="300" y="44"/>
                        <a:pt x="300" y="44"/>
                        <a:pt x="300" y="44"/>
                      </a:cubicBezTo>
                      <a:cubicBezTo>
                        <a:pt x="298" y="44"/>
                        <a:pt x="298" y="44"/>
                        <a:pt x="298" y="44"/>
                      </a:cubicBezTo>
                      <a:cubicBezTo>
                        <a:pt x="296" y="43"/>
                        <a:pt x="296" y="43"/>
                        <a:pt x="296" y="43"/>
                      </a:cubicBezTo>
                      <a:cubicBezTo>
                        <a:pt x="294" y="42"/>
                        <a:pt x="294" y="42"/>
                        <a:pt x="294" y="42"/>
                      </a:cubicBezTo>
                      <a:cubicBezTo>
                        <a:pt x="293" y="41"/>
                        <a:pt x="293" y="41"/>
                        <a:pt x="293" y="41"/>
                      </a:cubicBezTo>
                      <a:cubicBezTo>
                        <a:pt x="292" y="41"/>
                        <a:pt x="292" y="41"/>
                        <a:pt x="292" y="41"/>
                      </a:cubicBezTo>
                      <a:cubicBezTo>
                        <a:pt x="286" y="54"/>
                        <a:pt x="286" y="54"/>
                        <a:pt x="286" y="54"/>
                      </a:cubicBezTo>
                      <a:cubicBezTo>
                        <a:pt x="286" y="57"/>
                        <a:pt x="286" y="57"/>
                        <a:pt x="286" y="57"/>
                      </a:cubicBezTo>
                      <a:cubicBezTo>
                        <a:pt x="284" y="58"/>
                        <a:pt x="284" y="58"/>
                        <a:pt x="284" y="58"/>
                      </a:cubicBezTo>
                      <a:cubicBezTo>
                        <a:pt x="284" y="60"/>
                        <a:pt x="284" y="60"/>
                        <a:pt x="284" y="60"/>
                      </a:cubicBezTo>
                      <a:cubicBezTo>
                        <a:pt x="287" y="63"/>
                        <a:pt x="287" y="63"/>
                        <a:pt x="287" y="63"/>
                      </a:cubicBezTo>
                      <a:cubicBezTo>
                        <a:pt x="289" y="60"/>
                        <a:pt x="289" y="60"/>
                        <a:pt x="289" y="60"/>
                      </a:cubicBezTo>
                      <a:cubicBezTo>
                        <a:pt x="293" y="60"/>
                        <a:pt x="293" y="60"/>
                        <a:pt x="293" y="60"/>
                      </a:cubicBezTo>
                      <a:cubicBezTo>
                        <a:pt x="296" y="62"/>
                        <a:pt x="296" y="62"/>
                        <a:pt x="296" y="62"/>
                      </a:cubicBezTo>
                      <a:cubicBezTo>
                        <a:pt x="297" y="63"/>
                        <a:pt x="297" y="63"/>
                        <a:pt x="297" y="63"/>
                      </a:cubicBezTo>
                      <a:cubicBezTo>
                        <a:pt x="300" y="60"/>
                        <a:pt x="300" y="60"/>
                        <a:pt x="300" y="60"/>
                      </a:cubicBezTo>
                      <a:cubicBezTo>
                        <a:pt x="305" y="60"/>
                        <a:pt x="305" y="60"/>
                        <a:pt x="305" y="60"/>
                      </a:cubicBezTo>
                      <a:cubicBezTo>
                        <a:pt x="314" y="70"/>
                        <a:pt x="314" y="70"/>
                        <a:pt x="314" y="70"/>
                      </a:cubicBezTo>
                      <a:cubicBezTo>
                        <a:pt x="314" y="73"/>
                        <a:pt x="314" y="73"/>
                        <a:pt x="314" y="73"/>
                      </a:cubicBezTo>
                      <a:cubicBezTo>
                        <a:pt x="312" y="73"/>
                        <a:pt x="312" y="73"/>
                        <a:pt x="312" y="73"/>
                      </a:cubicBezTo>
                      <a:cubicBezTo>
                        <a:pt x="310" y="73"/>
                        <a:pt x="310" y="73"/>
                        <a:pt x="310" y="73"/>
                      </a:cubicBezTo>
                      <a:cubicBezTo>
                        <a:pt x="307" y="72"/>
                        <a:pt x="307" y="72"/>
                        <a:pt x="307" y="72"/>
                      </a:cubicBezTo>
                      <a:cubicBezTo>
                        <a:pt x="303" y="72"/>
                        <a:pt x="303" y="72"/>
                        <a:pt x="303" y="72"/>
                      </a:cubicBezTo>
                      <a:cubicBezTo>
                        <a:pt x="302" y="73"/>
                        <a:pt x="302" y="73"/>
                        <a:pt x="302" y="73"/>
                      </a:cubicBezTo>
                      <a:cubicBezTo>
                        <a:pt x="300" y="74"/>
                        <a:pt x="300" y="74"/>
                        <a:pt x="300" y="74"/>
                      </a:cubicBezTo>
                      <a:cubicBezTo>
                        <a:pt x="297" y="74"/>
                        <a:pt x="297" y="74"/>
                        <a:pt x="297" y="74"/>
                      </a:cubicBezTo>
                      <a:cubicBezTo>
                        <a:pt x="297" y="76"/>
                        <a:pt x="297" y="76"/>
                        <a:pt x="297" y="76"/>
                      </a:cubicBezTo>
                      <a:cubicBezTo>
                        <a:pt x="292" y="76"/>
                        <a:pt x="292" y="76"/>
                        <a:pt x="292" y="76"/>
                      </a:cubicBezTo>
                      <a:cubicBezTo>
                        <a:pt x="289" y="80"/>
                        <a:pt x="289" y="80"/>
                        <a:pt x="289" y="80"/>
                      </a:cubicBezTo>
                      <a:cubicBezTo>
                        <a:pt x="289" y="82"/>
                        <a:pt x="289" y="82"/>
                        <a:pt x="289" y="82"/>
                      </a:cubicBezTo>
                      <a:cubicBezTo>
                        <a:pt x="286" y="85"/>
                        <a:pt x="286" y="85"/>
                        <a:pt x="286" y="85"/>
                      </a:cubicBezTo>
                      <a:cubicBezTo>
                        <a:pt x="278" y="85"/>
                        <a:pt x="278" y="85"/>
                        <a:pt x="278" y="85"/>
                      </a:cubicBezTo>
                      <a:cubicBezTo>
                        <a:pt x="276" y="88"/>
                        <a:pt x="276" y="88"/>
                        <a:pt x="276" y="88"/>
                      </a:cubicBezTo>
                      <a:cubicBezTo>
                        <a:pt x="273" y="91"/>
                        <a:pt x="273" y="91"/>
                        <a:pt x="273" y="91"/>
                      </a:cubicBezTo>
                      <a:cubicBezTo>
                        <a:pt x="269" y="91"/>
                        <a:pt x="269" y="91"/>
                        <a:pt x="269" y="91"/>
                      </a:cubicBezTo>
                      <a:cubicBezTo>
                        <a:pt x="266" y="91"/>
                        <a:pt x="266" y="91"/>
                        <a:pt x="266" y="91"/>
                      </a:cubicBezTo>
                      <a:cubicBezTo>
                        <a:pt x="262" y="89"/>
                        <a:pt x="262" y="89"/>
                        <a:pt x="262" y="89"/>
                      </a:cubicBezTo>
                      <a:cubicBezTo>
                        <a:pt x="260" y="89"/>
                        <a:pt x="260" y="89"/>
                        <a:pt x="260" y="89"/>
                      </a:cubicBezTo>
                      <a:cubicBezTo>
                        <a:pt x="260" y="89"/>
                        <a:pt x="258" y="92"/>
                        <a:pt x="258" y="92"/>
                      </a:cubicBezTo>
                      <a:cubicBezTo>
                        <a:pt x="257" y="93"/>
                        <a:pt x="257" y="94"/>
                        <a:pt x="257" y="94"/>
                      </a:cubicBezTo>
                      <a:cubicBezTo>
                        <a:pt x="257" y="94"/>
                        <a:pt x="257" y="96"/>
                        <a:pt x="257" y="97"/>
                      </a:cubicBezTo>
                      <a:cubicBezTo>
                        <a:pt x="257" y="97"/>
                        <a:pt x="260" y="99"/>
                        <a:pt x="260" y="99"/>
                      </a:cubicBezTo>
                      <a:cubicBezTo>
                        <a:pt x="260" y="102"/>
                        <a:pt x="260" y="102"/>
                        <a:pt x="260" y="102"/>
                      </a:cubicBezTo>
                      <a:cubicBezTo>
                        <a:pt x="254" y="105"/>
                        <a:pt x="254" y="105"/>
                        <a:pt x="254" y="105"/>
                      </a:cubicBezTo>
                      <a:cubicBezTo>
                        <a:pt x="250" y="110"/>
                        <a:pt x="250" y="110"/>
                        <a:pt x="250" y="110"/>
                      </a:cubicBezTo>
                      <a:cubicBezTo>
                        <a:pt x="249" y="111"/>
                        <a:pt x="249" y="111"/>
                        <a:pt x="249" y="111"/>
                      </a:cubicBezTo>
                      <a:cubicBezTo>
                        <a:pt x="244" y="113"/>
                        <a:pt x="244" y="113"/>
                        <a:pt x="244" y="113"/>
                      </a:cubicBezTo>
                      <a:cubicBezTo>
                        <a:pt x="229" y="113"/>
                        <a:pt x="229" y="113"/>
                        <a:pt x="229" y="113"/>
                      </a:cubicBezTo>
                      <a:cubicBezTo>
                        <a:pt x="218" y="118"/>
                        <a:pt x="218" y="118"/>
                        <a:pt x="218" y="118"/>
                      </a:cubicBezTo>
                      <a:cubicBezTo>
                        <a:pt x="213" y="121"/>
                        <a:pt x="213" y="121"/>
                        <a:pt x="213" y="121"/>
                      </a:cubicBezTo>
                      <a:cubicBezTo>
                        <a:pt x="213" y="121"/>
                        <a:pt x="213" y="121"/>
                        <a:pt x="213" y="121"/>
                      </a:cubicBezTo>
                      <a:cubicBezTo>
                        <a:pt x="212" y="121"/>
                        <a:pt x="212" y="121"/>
                        <a:pt x="212" y="121"/>
                      </a:cubicBezTo>
                      <a:cubicBezTo>
                        <a:pt x="210" y="120"/>
                        <a:pt x="210" y="120"/>
                        <a:pt x="210" y="120"/>
                      </a:cubicBezTo>
                      <a:cubicBezTo>
                        <a:pt x="209" y="119"/>
                        <a:pt x="209" y="119"/>
                        <a:pt x="209" y="119"/>
                      </a:cubicBezTo>
                      <a:cubicBezTo>
                        <a:pt x="203" y="119"/>
                        <a:pt x="203" y="119"/>
                        <a:pt x="203" y="119"/>
                      </a:cubicBezTo>
                      <a:cubicBezTo>
                        <a:pt x="197" y="116"/>
                        <a:pt x="197" y="116"/>
                        <a:pt x="197" y="116"/>
                      </a:cubicBezTo>
                      <a:cubicBezTo>
                        <a:pt x="193" y="115"/>
                        <a:pt x="193" y="115"/>
                        <a:pt x="193" y="115"/>
                      </a:cubicBezTo>
                      <a:cubicBezTo>
                        <a:pt x="193" y="115"/>
                        <a:pt x="191" y="113"/>
                        <a:pt x="191" y="113"/>
                      </a:cubicBezTo>
                      <a:cubicBezTo>
                        <a:pt x="191" y="113"/>
                        <a:pt x="188" y="112"/>
                        <a:pt x="188" y="112"/>
                      </a:cubicBezTo>
                      <a:cubicBezTo>
                        <a:pt x="188" y="112"/>
                        <a:pt x="185" y="111"/>
                        <a:pt x="185" y="111"/>
                      </a:cubicBezTo>
                      <a:cubicBezTo>
                        <a:pt x="182" y="112"/>
                        <a:pt x="182" y="112"/>
                        <a:pt x="182" y="112"/>
                      </a:cubicBezTo>
                      <a:cubicBezTo>
                        <a:pt x="177" y="112"/>
                        <a:pt x="177" y="112"/>
                        <a:pt x="177" y="112"/>
                      </a:cubicBezTo>
                      <a:cubicBezTo>
                        <a:pt x="160" y="110"/>
                        <a:pt x="160" y="110"/>
                        <a:pt x="160" y="110"/>
                      </a:cubicBezTo>
                      <a:cubicBezTo>
                        <a:pt x="158" y="110"/>
                        <a:pt x="158" y="110"/>
                        <a:pt x="158" y="110"/>
                      </a:cubicBezTo>
                      <a:cubicBezTo>
                        <a:pt x="155" y="110"/>
                        <a:pt x="155" y="110"/>
                        <a:pt x="155" y="110"/>
                      </a:cubicBezTo>
                      <a:cubicBezTo>
                        <a:pt x="154" y="109"/>
                        <a:pt x="154" y="109"/>
                        <a:pt x="154" y="109"/>
                      </a:cubicBezTo>
                      <a:cubicBezTo>
                        <a:pt x="151" y="105"/>
                        <a:pt x="151" y="105"/>
                        <a:pt x="151" y="105"/>
                      </a:cubicBezTo>
                      <a:cubicBezTo>
                        <a:pt x="149" y="99"/>
                        <a:pt x="149" y="99"/>
                        <a:pt x="149" y="99"/>
                      </a:cubicBezTo>
                      <a:cubicBezTo>
                        <a:pt x="148" y="98"/>
                        <a:pt x="148" y="98"/>
                        <a:pt x="148" y="98"/>
                      </a:cubicBezTo>
                      <a:cubicBezTo>
                        <a:pt x="148" y="96"/>
                        <a:pt x="148" y="96"/>
                        <a:pt x="148" y="96"/>
                      </a:cubicBezTo>
                      <a:cubicBezTo>
                        <a:pt x="145" y="96"/>
                        <a:pt x="145" y="96"/>
                        <a:pt x="145" y="96"/>
                      </a:cubicBezTo>
                      <a:cubicBezTo>
                        <a:pt x="137" y="90"/>
                        <a:pt x="137" y="90"/>
                        <a:pt x="137" y="90"/>
                      </a:cubicBezTo>
                      <a:cubicBezTo>
                        <a:pt x="134" y="89"/>
                        <a:pt x="134" y="89"/>
                        <a:pt x="134" y="89"/>
                      </a:cubicBezTo>
                      <a:cubicBezTo>
                        <a:pt x="125" y="89"/>
                        <a:pt x="125" y="89"/>
                        <a:pt x="125" y="89"/>
                      </a:cubicBezTo>
                      <a:cubicBezTo>
                        <a:pt x="125" y="89"/>
                        <a:pt x="121" y="88"/>
                        <a:pt x="121" y="88"/>
                      </a:cubicBezTo>
                      <a:cubicBezTo>
                        <a:pt x="121" y="88"/>
                        <a:pt x="119" y="87"/>
                        <a:pt x="118" y="87"/>
                      </a:cubicBezTo>
                      <a:cubicBezTo>
                        <a:pt x="118" y="87"/>
                        <a:pt x="117" y="87"/>
                        <a:pt x="117" y="86"/>
                      </a:cubicBezTo>
                      <a:cubicBezTo>
                        <a:pt x="116" y="86"/>
                        <a:pt x="116" y="85"/>
                        <a:pt x="116" y="85"/>
                      </a:cubicBezTo>
                      <a:cubicBezTo>
                        <a:pt x="116" y="85"/>
                        <a:pt x="116" y="83"/>
                        <a:pt x="116" y="83"/>
                      </a:cubicBezTo>
                      <a:cubicBezTo>
                        <a:pt x="116" y="83"/>
                        <a:pt x="117" y="82"/>
                        <a:pt x="117" y="81"/>
                      </a:cubicBezTo>
                      <a:cubicBezTo>
                        <a:pt x="117" y="81"/>
                        <a:pt x="118" y="80"/>
                        <a:pt x="118" y="80"/>
                      </a:cubicBezTo>
                      <a:cubicBezTo>
                        <a:pt x="118" y="80"/>
                        <a:pt x="118" y="78"/>
                        <a:pt x="118" y="77"/>
                      </a:cubicBezTo>
                      <a:cubicBezTo>
                        <a:pt x="118" y="77"/>
                        <a:pt x="117" y="76"/>
                        <a:pt x="117" y="76"/>
                      </a:cubicBezTo>
                      <a:cubicBezTo>
                        <a:pt x="117" y="76"/>
                        <a:pt x="118" y="75"/>
                        <a:pt x="118" y="75"/>
                      </a:cubicBezTo>
                      <a:cubicBezTo>
                        <a:pt x="118" y="75"/>
                        <a:pt x="118" y="74"/>
                        <a:pt x="118" y="74"/>
                      </a:cubicBezTo>
                      <a:cubicBezTo>
                        <a:pt x="118" y="73"/>
                        <a:pt x="118" y="72"/>
                        <a:pt x="118" y="72"/>
                      </a:cubicBezTo>
                      <a:cubicBezTo>
                        <a:pt x="115" y="68"/>
                        <a:pt x="115" y="68"/>
                        <a:pt x="115" y="68"/>
                      </a:cubicBezTo>
                      <a:cubicBezTo>
                        <a:pt x="115" y="68"/>
                        <a:pt x="114" y="63"/>
                        <a:pt x="114" y="63"/>
                      </a:cubicBezTo>
                      <a:cubicBezTo>
                        <a:pt x="114" y="63"/>
                        <a:pt x="113" y="62"/>
                        <a:pt x="113" y="62"/>
                      </a:cubicBezTo>
                      <a:cubicBezTo>
                        <a:pt x="112" y="61"/>
                        <a:pt x="112" y="61"/>
                        <a:pt x="112" y="61"/>
                      </a:cubicBezTo>
                      <a:cubicBezTo>
                        <a:pt x="110" y="61"/>
                        <a:pt x="110" y="61"/>
                        <a:pt x="110" y="61"/>
                      </a:cubicBezTo>
                      <a:cubicBezTo>
                        <a:pt x="110" y="61"/>
                        <a:pt x="109" y="60"/>
                        <a:pt x="109" y="60"/>
                      </a:cubicBezTo>
                      <a:cubicBezTo>
                        <a:pt x="108" y="60"/>
                        <a:pt x="108" y="59"/>
                        <a:pt x="107" y="59"/>
                      </a:cubicBezTo>
                      <a:cubicBezTo>
                        <a:pt x="107" y="59"/>
                        <a:pt x="106" y="60"/>
                        <a:pt x="106" y="60"/>
                      </a:cubicBezTo>
                      <a:cubicBezTo>
                        <a:pt x="106" y="60"/>
                        <a:pt x="104" y="60"/>
                        <a:pt x="104" y="60"/>
                      </a:cubicBezTo>
                      <a:cubicBezTo>
                        <a:pt x="102" y="57"/>
                        <a:pt x="102" y="57"/>
                        <a:pt x="102" y="57"/>
                      </a:cubicBezTo>
                      <a:cubicBezTo>
                        <a:pt x="101" y="56"/>
                        <a:pt x="101" y="56"/>
                        <a:pt x="101" y="56"/>
                      </a:cubicBezTo>
                      <a:cubicBezTo>
                        <a:pt x="101" y="56"/>
                        <a:pt x="100" y="55"/>
                        <a:pt x="100" y="55"/>
                      </a:cubicBezTo>
                      <a:cubicBezTo>
                        <a:pt x="100" y="55"/>
                        <a:pt x="98" y="54"/>
                        <a:pt x="98" y="54"/>
                      </a:cubicBezTo>
                      <a:cubicBezTo>
                        <a:pt x="98" y="52"/>
                        <a:pt x="98" y="52"/>
                        <a:pt x="98" y="52"/>
                      </a:cubicBezTo>
                      <a:cubicBezTo>
                        <a:pt x="96" y="51"/>
                        <a:pt x="96" y="51"/>
                        <a:pt x="96" y="51"/>
                      </a:cubicBezTo>
                      <a:cubicBezTo>
                        <a:pt x="97" y="49"/>
                        <a:pt x="97" y="49"/>
                        <a:pt x="97" y="49"/>
                      </a:cubicBezTo>
                      <a:cubicBezTo>
                        <a:pt x="96" y="48"/>
                        <a:pt x="96" y="48"/>
                        <a:pt x="96" y="48"/>
                      </a:cubicBezTo>
                      <a:cubicBezTo>
                        <a:pt x="96" y="48"/>
                        <a:pt x="96" y="48"/>
                        <a:pt x="96" y="48"/>
                      </a:cubicBezTo>
                      <a:cubicBezTo>
                        <a:pt x="93" y="48"/>
                        <a:pt x="93" y="48"/>
                        <a:pt x="93" y="48"/>
                      </a:cubicBezTo>
                      <a:cubicBezTo>
                        <a:pt x="92" y="47"/>
                        <a:pt x="92" y="47"/>
                        <a:pt x="92" y="47"/>
                      </a:cubicBezTo>
                      <a:cubicBezTo>
                        <a:pt x="92" y="47"/>
                        <a:pt x="91" y="46"/>
                        <a:pt x="91" y="46"/>
                      </a:cubicBezTo>
                      <a:cubicBezTo>
                        <a:pt x="89" y="49"/>
                        <a:pt x="89" y="49"/>
                        <a:pt x="89" y="49"/>
                      </a:cubicBezTo>
                      <a:cubicBezTo>
                        <a:pt x="89" y="53"/>
                        <a:pt x="89" y="53"/>
                        <a:pt x="89" y="53"/>
                      </a:cubicBezTo>
                      <a:cubicBezTo>
                        <a:pt x="89" y="53"/>
                        <a:pt x="88" y="54"/>
                        <a:pt x="88" y="54"/>
                      </a:cubicBezTo>
                      <a:cubicBezTo>
                        <a:pt x="87" y="54"/>
                        <a:pt x="85" y="55"/>
                        <a:pt x="85" y="55"/>
                      </a:cubicBezTo>
                      <a:cubicBezTo>
                        <a:pt x="84" y="55"/>
                        <a:pt x="82" y="56"/>
                        <a:pt x="82" y="56"/>
                      </a:cubicBezTo>
                      <a:cubicBezTo>
                        <a:pt x="82" y="56"/>
                        <a:pt x="81" y="58"/>
                        <a:pt x="81" y="58"/>
                      </a:cubicBezTo>
                      <a:cubicBezTo>
                        <a:pt x="81" y="58"/>
                        <a:pt x="81" y="59"/>
                        <a:pt x="81" y="59"/>
                      </a:cubicBezTo>
                      <a:cubicBezTo>
                        <a:pt x="81" y="59"/>
                        <a:pt x="81" y="61"/>
                        <a:pt x="81" y="61"/>
                      </a:cubicBezTo>
                      <a:cubicBezTo>
                        <a:pt x="81" y="61"/>
                        <a:pt x="81" y="62"/>
                        <a:pt x="81" y="62"/>
                      </a:cubicBezTo>
                      <a:cubicBezTo>
                        <a:pt x="81" y="66"/>
                        <a:pt x="81" y="66"/>
                        <a:pt x="81" y="66"/>
                      </a:cubicBezTo>
                      <a:cubicBezTo>
                        <a:pt x="82" y="66"/>
                        <a:pt x="82" y="66"/>
                        <a:pt x="82" y="66"/>
                      </a:cubicBezTo>
                      <a:cubicBezTo>
                        <a:pt x="82" y="68"/>
                        <a:pt x="82" y="68"/>
                        <a:pt x="82" y="68"/>
                      </a:cubicBezTo>
                      <a:cubicBezTo>
                        <a:pt x="81" y="69"/>
                        <a:pt x="81" y="69"/>
                        <a:pt x="81" y="69"/>
                      </a:cubicBezTo>
                      <a:cubicBezTo>
                        <a:pt x="80" y="69"/>
                        <a:pt x="80" y="69"/>
                        <a:pt x="80" y="69"/>
                      </a:cubicBezTo>
                      <a:cubicBezTo>
                        <a:pt x="79" y="70"/>
                        <a:pt x="79" y="70"/>
                        <a:pt x="79" y="70"/>
                      </a:cubicBezTo>
                      <a:cubicBezTo>
                        <a:pt x="77" y="71"/>
                        <a:pt x="77" y="71"/>
                        <a:pt x="77" y="71"/>
                      </a:cubicBezTo>
                      <a:cubicBezTo>
                        <a:pt x="75" y="70"/>
                        <a:pt x="75" y="70"/>
                        <a:pt x="75" y="70"/>
                      </a:cubicBezTo>
                      <a:cubicBezTo>
                        <a:pt x="69" y="70"/>
                        <a:pt x="69" y="70"/>
                        <a:pt x="69" y="70"/>
                      </a:cubicBezTo>
                      <a:cubicBezTo>
                        <a:pt x="64" y="67"/>
                        <a:pt x="64" y="67"/>
                        <a:pt x="64" y="67"/>
                      </a:cubicBezTo>
                      <a:cubicBezTo>
                        <a:pt x="61" y="77"/>
                        <a:pt x="61" y="77"/>
                        <a:pt x="61" y="77"/>
                      </a:cubicBezTo>
                      <a:cubicBezTo>
                        <a:pt x="58" y="84"/>
                        <a:pt x="58" y="84"/>
                        <a:pt x="58" y="84"/>
                      </a:cubicBezTo>
                      <a:cubicBezTo>
                        <a:pt x="58" y="84"/>
                        <a:pt x="59" y="85"/>
                        <a:pt x="59" y="85"/>
                      </a:cubicBezTo>
                      <a:cubicBezTo>
                        <a:pt x="59" y="85"/>
                        <a:pt x="61" y="85"/>
                        <a:pt x="61" y="85"/>
                      </a:cubicBezTo>
                      <a:cubicBezTo>
                        <a:pt x="61" y="87"/>
                        <a:pt x="61" y="87"/>
                        <a:pt x="61" y="87"/>
                      </a:cubicBezTo>
                      <a:cubicBezTo>
                        <a:pt x="57" y="87"/>
                        <a:pt x="57" y="87"/>
                        <a:pt x="57" y="87"/>
                      </a:cubicBezTo>
                      <a:cubicBezTo>
                        <a:pt x="55" y="85"/>
                        <a:pt x="55" y="85"/>
                        <a:pt x="55" y="85"/>
                      </a:cubicBezTo>
                      <a:cubicBezTo>
                        <a:pt x="55" y="85"/>
                        <a:pt x="52" y="87"/>
                        <a:pt x="52" y="87"/>
                      </a:cubicBezTo>
                      <a:cubicBezTo>
                        <a:pt x="52" y="87"/>
                        <a:pt x="51" y="88"/>
                        <a:pt x="50" y="88"/>
                      </a:cubicBezTo>
                      <a:cubicBezTo>
                        <a:pt x="50" y="88"/>
                        <a:pt x="48" y="88"/>
                        <a:pt x="48" y="88"/>
                      </a:cubicBezTo>
                      <a:cubicBezTo>
                        <a:pt x="45" y="89"/>
                        <a:pt x="45" y="89"/>
                        <a:pt x="45" y="89"/>
                      </a:cubicBezTo>
                      <a:cubicBezTo>
                        <a:pt x="43" y="90"/>
                        <a:pt x="43" y="90"/>
                        <a:pt x="43" y="90"/>
                      </a:cubicBezTo>
                      <a:cubicBezTo>
                        <a:pt x="43" y="90"/>
                        <a:pt x="43" y="91"/>
                        <a:pt x="43" y="91"/>
                      </a:cubicBezTo>
                      <a:cubicBezTo>
                        <a:pt x="43" y="91"/>
                        <a:pt x="44" y="91"/>
                        <a:pt x="44" y="91"/>
                      </a:cubicBezTo>
                      <a:cubicBezTo>
                        <a:pt x="45" y="92"/>
                        <a:pt x="45" y="92"/>
                        <a:pt x="45" y="92"/>
                      </a:cubicBezTo>
                      <a:cubicBezTo>
                        <a:pt x="46" y="93"/>
                        <a:pt x="46" y="93"/>
                        <a:pt x="46" y="93"/>
                      </a:cubicBezTo>
                      <a:cubicBezTo>
                        <a:pt x="46" y="98"/>
                        <a:pt x="46" y="98"/>
                        <a:pt x="46" y="98"/>
                      </a:cubicBezTo>
                      <a:cubicBezTo>
                        <a:pt x="47" y="100"/>
                        <a:pt x="47" y="100"/>
                        <a:pt x="47" y="100"/>
                      </a:cubicBezTo>
                      <a:cubicBezTo>
                        <a:pt x="48" y="102"/>
                        <a:pt x="48" y="102"/>
                        <a:pt x="48" y="102"/>
                      </a:cubicBezTo>
                      <a:cubicBezTo>
                        <a:pt x="48" y="102"/>
                        <a:pt x="48" y="104"/>
                        <a:pt x="48" y="104"/>
                      </a:cubicBezTo>
                      <a:cubicBezTo>
                        <a:pt x="48" y="104"/>
                        <a:pt x="49" y="105"/>
                        <a:pt x="49" y="105"/>
                      </a:cubicBezTo>
                      <a:cubicBezTo>
                        <a:pt x="49" y="106"/>
                        <a:pt x="49" y="106"/>
                        <a:pt x="49" y="106"/>
                      </a:cubicBezTo>
                      <a:cubicBezTo>
                        <a:pt x="47" y="107"/>
                        <a:pt x="47" y="107"/>
                        <a:pt x="47" y="107"/>
                      </a:cubicBezTo>
                      <a:cubicBezTo>
                        <a:pt x="46" y="108"/>
                        <a:pt x="46" y="108"/>
                        <a:pt x="46" y="108"/>
                      </a:cubicBezTo>
                      <a:cubicBezTo>
                        <a:pt x="46" y="108"/>
                        <a:pt x="46" y="108"/>
                        <a:pt x="46" y="108"/>
                      </a:cubicBezTo>
                      <a:cubicBezTo>
                        <a:pt x="46" y="108"/>
                        <a:pt x="47" y="109"/>
                        <a:pt x="47" y="109"/>
                      </a:cubicBezTo>
                      <a:cubicBezTo>
                        <a:pt x="48" y="109"/>
                        <a:pt x="47" y="109"/>
                        <a:pt x="47" y="109"/>
                      </a:cubicBezTo>
                      <a:cubicBezTo>
                        <a:pt x="46" y="109"/>
                        <a:pt x="46" y="109"/>
                        <a:pt x="46" y="109"/>
                      </a:cubicBezTo>
                      <a:cubicBezTo>
                        <a:pt x="44" y="111"/>
                        <a:pt x="44" y="111"/>
                        <a:pt x="44" y="111"/>
                      </a:cubicBezTo>
                      <a:cubicBezTo>
                        <a:pt x="44" y="111"/>
                        <a:pt x="44" y="112"/>
                        <a:pt x="45" y="112"/>
                      </a:cubicBezTo>
                      <a:cubicBezTo>
                        <a:pt x="45" y="112"/>
                        <a:pt x="45" y="113"/>
                        <a:pt x="45" y="113"/>
                      </a:cubicBezTo>
                      <a:cubicBezTo>
                        <a:pt x="45" y="113"/>
                        <a:pt x="45" y="115"/>
                        <a:pt x="45" y="115"/>
                      </a:cubicBezTo>
                      <a:cubicBezTo>
                        <a:pt x="45" y="115"/>
                        <a:pt x="45" y="115"/>
                        <a:pt x="45" y="115"/>
                      </a:cubicBezTo>
                      <a:cubicBezTo>
                        <a:pt x="44" y="117"/>
                        <a:pt x="44" y="117"/>
                        <a:pt x="44" y="117"/>
                      </a:cubicBezTo>
                      <a:cubicBezTo>
                        <a:pt x="44" y="117"/>
                        <a:pt x="43" y="117"/>
                        <a:pt x="43" y="117"/>
                      </a:cubicBezTo>
                      <a:cubicBezTo>
                        <a:pt x="43" y="117"/>
                        <a:pt x="41" y="119"/>
                        <a:pt x="41" y="119"/>
                      </a:cubicBezTo>
                      <a:cubicBezTo>
                        <a:pt x="36" y="121"/>
                        <a:pt x="36" y="121"/>
                        <a:pt x="36" y="121"/>
                      </a:cubicBezTo>
                      <a:cubicBezTo>
                        <a:pt x="31" y="122"/>
                        <a:pt x="31" y="122"/>
                        <a:pt x="31" y="122"/>
                      </a:cubicBezTo>
                      <a:cubicBezTo>
                        <a:pt x="31" y="124"/>
                        <a:pt x="31" y="124"/>
                        <a:pt x="31" y="124"/>
                      </a:cubicBezTo>
                      <a:cubicBezTo>
                        <a:pt x="29" y="125"/>
                        <a:pt x="29" y="125"/>
                        <a:pt x="29" y="125"/>
                      </a:cubicBezTo>
                      <a:cubicBezTo>
                        <a:pt x="28" y="126"/>
                        <a:pt x="28" y="126"/>
                        <a:pt x="28" y="126"/>
                      </a:cubicBezTo>
                      <a:cubicBezTo>
                        <a:pt x="23" y="126"/>
                        <a:pt x="23" y="126"/>
                        <a:pt x="23" y="126"/>
                      </a:cubicBezTo>
                      <a:cubicBezTo>
                        <a:pt x="23" y="126"/>
                        <a:pt x="21" y="127"/>
                        <a:pt x="21" y="127"/>
                      </a:cubicBezTo>
                      <a:cubicBezTo>
                        <a:pt x="21" y="128"/>
                        <a:pt x="21" y="129"/>
                        <a:pt x="21" y="129"/>
                      </a:cubicBezTo>
                      <a:cubicBezTo>
                        <a:pt x="21" y="129"/>
                        <a:pt x="20" y="131"/>
                        <a:pt x="20" y="131"/>
                      </a:cubicBezTo>
                      <a:cubicBezTo>
                        <a:pt x="19" y="132"/>
                        <a:pt x="19" y="132"/>
                        <a:pt x="19" y="132"/>
                      </a:cubicBezTo>
                      <a:cubicBezTo>
                        <a:pt x="18" y="131"/>
                        <a:pt x="18" y="131"/>
                        <a:pt x="18" y="131"/>
                      </a:cubicBezTo>
                      <a:cubicBezTo>
                        <a:pt x="16" y="132"/>
                        <a:pt x="16" y="132"/>
                        <a:pt x="16" y="132"/>
                      </a:cubicBezTo>
                      <a:cubicBezTo>
                        <a:pt x="14" y="132"/>
                        <a:pt x="14" y="132"/>
                        <a:pt x="14" y="132"/>
                      </a:cubicBezTo>
                      <a:cubicBezTo>
                        <a:pt x="13" y="130"/>
                        <a:pt x="13" y="130"/>
                        <a:pt x="13" y="130"/>
                      </a:cubicBezTo>
                      <a:cubicBezTo>
                        <a:pt x="11" y="131"/>
                        <a:pt x="11" y="131"/>
                        <a:pt x="11" y="131"/>
                      </a:cubicBezTo>
                      <a:cubicBezTo>
                        <a:pt x="11" y="131"/>
                        <a:pt x="10" y="131"/>
                        <a:pt x="9" y="131"/>
                      </a:cubicBezTo>
                      <a:cubicBezTo>
                        <a:pt x="9" y="131"/>
                        <a:pt x="9" y="132"/>
                        <a:pt x="9" y="132"/>
                      </a:cubicBezTo>
                      <a:cubicBezTo>
                        <a:pt x="8" y="132"/>
                        <a:pt x="8" y="132"/>
                        <a:pt x="8" y="132"/>
                      </a:cubicBezTo>
                      <a:cubicBezTo>
                        <a:pt x="8" y="132"/>
                        <a:pt x="7" y="133"/>
                        <a:pt x="7" y="133"/>
                      </a:cubicBezTo>
                      <a:cubicBezTo>
                        <a:pt x="7" y="133"/>
                        <a:pt x="5" y="134"/>
                        <a:pt x="5" y="134"/>
                      </a:cubicBezTo>
                      <a:cubicBezTo>
                        <a:pt x="5" y="135"/>
                        <a:pt x="4" y="135"/>
                        <a:pt x="4" y="135"/>
                      </a:cubicBezTo>
                      <a:cubicBezTo>
                        <a:pt x="4" y="135"/>
                        <a:pt x="3" y="135"/>
                        <a:pt x="2" y="136"/>
                      </a:cubicBezTo>
                      <a:cubicBezTo>
                        <a:pt x="2" y="136"/>
                        <a:pt x="2" y="137"/>
                        <a:pt x="2" y="137"/>
                      </a:cubicBezTo>
                      <a:cubicBezTo>
                        <a:pt x="2" y="138"/>
                        <a:pt x="2" y="138"/>
                        <a:pt x="3" y="138"/>
                      </a:cubicBezTo>
                      <a:cubicBezTo>
                        <a:pt x="3" y="139"/>
                        <a:pt x="2" y="140"/>
                        <a:pt x="2" y="140"/>
                      </a:cubicBezTo>
                      <a:cubicBezTo>
                        <a:pt x="2" y="140"/>
                        <a:pt x="1" y="140"/>
                        <a:pt x="1" y="140"/>
                      </a:cubicBezTo>
                      <a:cubicBezTo>
                        <a:pt x="1" y="140"/>
                        <a:pt x="0" y="140"/>
                        <a:pt x="0" y="140"/>
                      </a:cubicBezTo>
                      <a:cubicBezTo>
                        <a:pt x="0" y="141"/>
                        <a:pt x="0" y="141"/>
                        <a:pt x="0" y="141"/>
                      </a:cubicBezTo>
                      <a:cubicBezTo>
                        <a:pt x="2" y="144"/>
                        <a:pt x="2" y="144"/>
                        <a:pt x="2" y="144"/>
                      </a:cubicBezTo>
                      <a:cubicBezTo>
                        <a:pt x="1" y="145"/>
                        <a:pt x="1" y="145"/>
                        <a:pt x="1" y="145"/>
                      </a:cubicBezTo>
                      <a:cubicBezTo>
                        <a:pt x="1" y="145"/>
                        <a:pt x="2" y="148"/>
                        <a:pt x="2" y="148"/>
                      </a:cubicBezTo>
                      <a:cubicBezTo>
                        <a:pt x="3" y="148"/>
                        <a:pt x="4" y="148"/>
                        <a:pt x="4" y="148"/>
                      </a:cubicBezTo>
                      <a:cubicBezTo>
                        <a:pt x="5" y="148"/>
                        <a:pt x="6" y="148"/>
                        <a:pt x="6" y="148"/>
                      </a:cubicBezTo>
                      <a:cubicBezTo>
                        <a:pt x="6" y="148"/>
                        <a:pt x="8" y="149"/>
                        <a:pt x="8" y="150"/>
                      </a:cubicBezTo>
                      <a:cubicBezTo>
                        <a:pt x="8" y="150"/>
                        <a:pt x="8" y="151"/>
                        <a:pt x="9" y="152"/>
                      </a:cubicBezTo>
                      <a:cubicBezTo>
                        <a:pt x="9" y="152"/>
                        <a:pt x="10" y="154"/>
                        <a:pt x="10" y="154"/>
                      </a:cubicBezTo>
                      <a:cubicBezTo>
                        <a:pt x="10" y="155"/>
                        <a:pt x="11" y="157"/>
                        <a:pt x="11" y="157"/>
                      </a:cubicBezTo>
                      <a:cubicBezTo>
                        <a:pt x="11" y="157"/>
                        <a:pt x="10" y="158"/>
                        <a:pt x="10" y="158"/>
                      </a:cubicBezTo>
                      <a:cubicBezTo>
                        <a:pt x="9" y="159"/>
                        <a:pt x="9" y="159"/>
                        <a:pt x="9" y="159"/>
                      </a:cubicBezTo>
                      <a:cubicBezTo>
                        <a:pt x="7" y="159"/>
                        <a:pt x="7" y="159"/>
                        <a:pt x="7" y="159"/>
                      </a:cubicBezTo>
                      <a:cubicBezTo>
                        <a:pt x="7" y="159"/>
                        <a:pt x="6" y="160"/>
                        <a:pt x="6" y="160"/>
                      </a:cubicBezTo>
                      <a:cubicBezTo>
                        <a:pt x="6" y="160"/>
                        <a:pt x="6" y="160"/>
                        <a:pt x="7" y="161"/>
                      </a:cubicBezTo>
                      <a:cubicBezTo>
                        <a:pt x="11" y="161"/>
                        <a:pt x="11" y="161"/>
                        <a:pt x="11" y="161"/>
                      </a:cubicBezTo>
                      <a:cubicBezTo>
                        <a:pt x="12" y="163"/>
                        <a:pt x="12" y="163"/>
                        <a:pt x="12" y="163"/>
                      </a:cubicBezTo>
                      <a:cubicBezTo>
                        <a:pt x="12" y="163"/>
                        <a:pt x="13" y="163"/>
                        <a:pt x="14" y="164"/>
                      </a:cubicBezTo>
                      <a:cubicBezTo>
                        <a:pt x="14" y="164"/>
                        <a:pt x="16" y="164"/>
                        <a:pt x="16" y="164"/>
                      </a:cubicBezTo>
                      <a:cubicBezTo>
                        <a:pt x="17" y="165"/>
                        <a:pt x="19" y="166"/>
                        <a:pt x="19" y="166"/>
                      </a:cubicBezTo>
                      <a:cubicBezTo>
                        <a:pt x="21" y="168"/>
                        <a:pt x="21" y="168"/>
                        <a:pt x="21" y="168"/>
                      </a:cubicBezTo>
                      <a:cubicBezTo>
                        <a:pt x="21" y="170"/>
                        <a:pt x="21" y="170"/>
                        <a:pt x="21" y="170"/>
                      </a:cubicBezTo>
                      <a:cubicBezTo>
                        <a:pt x="23" y="172"/>
                        <a:pt x="23" y="172"/>
                        <a:pt x="23" y="172"/>
                      </a:cubicBezTo>
                      <a:cubicBezTo>
                        <a:pt x="23" y="172"/>
                        <a:pt x="26" y="172"/>
                        <a:pt x="26" y="172"/>
                      </a:cubicBezTo>
                      <a:cubicBezTo>
                        <a:pt x="27" y="172"/>
                        <a:pt x="26" y="173"/>
                        <a:pt x="26" y="173"/>
                      </a:cubicBezTo>
                      <a:cubicBezTo>
                        <a:pt x="27" y="174"/>
                        <a:pt x="27" y="174"/>
                        <a:pt x="27" y="174"/>
                      </a:cubicBezTo>
                      <a:cubicBezTo>
                        <a:pt x="30" y="173"/>
                        <a:pt x="30" y="173"/>
                        <a:pt x="30" y="173"/>
                      </a:cubicBezTo>
                      <a:cubicBezTo>
                        <a:pt x="32" y="172"/>
                        <a:pt x="32" y="172"/>
                        <a:pt x="32" y="172"/>
                      </a:cubicBezTo>
                      <a:cubicBezTo>
                        <a:pt x="33" y="171"/>
                        <a:pt x="33" y="171"/>
                        <a:pt x="33" y="171"/>
                      </a:cubicBezTo>
                      <a:cubicBezTo>
                        <a:pt x="33" y="171"/>
                        <a:pt x="34" y="170"/>
                        <a:pt x="36" y="170"/>
                      </a:cubicBezTo>
                      <a:cubicBezTo>
                        <a:pt x="37" y="170"/>
                        <a:pt x="40" y="170"/>
                        <a:pt x="40" y="170"/>
                      </a:cubicBezTo>
                      <a:cubicBezTo>
                        <a:pt x="41" y="171"/>
                        <a:pt x="41" y="171"/>
                        <a:pt x="41" y="171"/>
                      </a:cubicBezTo>
                      <a:cubicBezTo>
                        <a:pt x="41" y="171"/>
                        <a:pt x="41" y="172"/>
                        <a:pt x="42" y="173"/>
                      </a:cubicBezTo>
                      <a:cubicBezTo>
                        <a:pt x="42" y="173"/>
                        <a:pt x="43" y="174"/>
                        <a:pt x="43" y="174"/>
                      </a:cubicBezTo>
                      <a:cubicBezTo>
                        <a:pt x="46" y="173"/>
                        <a:pt x="46" y="173"/>
                        <a:pt x="46" y="173"/>
                      </a:cubicBezTo>
                      <a:cubicBezTo>
                        <a:pt x="46" y="173"/>
                        <a:pt x="46" y="175"/>
                        <a:pt x="46" y="176"/>
                      </a:cubicBezTo>
                      <a:cubicBezTo>
                        <a:pt x="46" y="176"/>
                        <a:pt x="46" y="176"/>
                        <a:pt x="46" y="177"/>
                      </a:cubicBezTo>
                      <a:cubicBezTo>
                        <a:pt x="46" y="177"/>
                        <a:pt x="45" y="178"/>
                        <a:pt x="45" y="178"/>
                      </a:cubicBezTo>
                      <a:cubicBezTo>
                        <a:pt x="45" y="178"/>
                        <a:pt x="44" y="179"/>
                        <a:pt x="44" y="179"/>
                      </a:cubicBezTo>
                      <a:cubicBezTo>
                        <a:pt x="43" y="179"/>
                        <a:pt x="43" y="180"/>
                        <a:pt x="42" y="180"/>
                      </a:cubicBezTo>
                      <a:cubicBezTo>
                        <a:pt x="42" y="181"/>
                        <a:pt x="42" y="182"/>
                        <a:pt x="42" y="182"/>
                      </a:cubicBezTo>
                      <a:cubicBezTo>
                        <a:pt x="42" y="184"/>
                        <a:pt x="42" y="184"/>
                        <a:pt x="42" y="184"/>
                      </a:cubicBezTo>
                      <a:cubicBezTo>
                        <a:pt x="42" y="184"/>
                        <a:pt x="41" y="186"/>
                        <a:pt x="40" y="186"/>
                      </a:cubicBezTo>
                      <a:cubicBezTo>
                        <a:pt x="40" y="186"/>
                        <a:pt x="39" y="187"/>
                        <a:pt x="39" y="187"/>
                      </a:cubicBezTo>
                      <a:cubicBezTo>
                        <a:pt x="38" y="187"/>
                        <a:pt x="37" y="188"/>
                        <a:pt x="37" y="188"/>
                      </a:cubicBezTo>
                      <a:cubicBezTo>
                        <a:pt x="37" y="188"/>
                        <a:pt x="36" y="188"/>
                        <a:pt x="35" y="188"/>
                      </a:cubicBezTo>
                      <a:cubicBezTo>
                        <a:pt x="35" y="189"/>
                        <a:pt x="35" y="189"/>
                        <a:pt x="35" y="189"/>
                      </a:cubicBezTo>
                      <a:cubicBezTo>
                        <a:pt x="36" y="191"/>
                        <a:pt x="36" y="191"/>
                        <a:pt x="36" y="191"/>
                      </a:cubicBezTo>
                      <a:cubicBezTo>
                        <a:pt x="38" y="193"/>
                        <a:pt x="38" y="193"/>
                        <a:pt x="38" y="193"/>
                      </a:cubicBezTo>
                      <a:cubicBezTo>
                        <a:pt x="39" y="194"/>
                        <a:pt x="39" y="194"/>
                        <a:pt x="39" y="194"/>
                      </a:cubicBezTo>
                      <a:cubicBezTo>
                        <a:pt x="39" y="194"/>
                        <a:pt x="40" y="195"/>
                        <a:pt x="40" y="195"/>
                      </a:cubicBezTo>
                      <a:cubicBezTo>
                        <a:pt x="41" y="196"/>
                        <a:pt x="40" y="197"/>
                        <a:pt x="40" y="197"/>
                      </a:cubicBezTo>
                      <a:cubicBezTo>
                        <a:pt x="40" y="198"/>
                        <a:pt x="40" y="198"/>
                        <a:pt x="40" y="198"/>
                      </a:cubicBezTo>
                      <a:cubicBezTo>
                        <a:pt x="38" y="198"/>
                        <a:pt x="38" y="198"/>
                        <a:pt x="38" y="198"/>
                      </a:cubicBezTo>
                      <a:cubicBezTo>
                        <a:pt x="38" y="198"/>
                        <a:pt x="37" y="199"/>
                        <a:pt x="37" y="199"/>
                      </a:cubicBezTo>
                      <a:cubicBezTo>
                        <a:pt x="36" y="199"/>
                        <a:pt x="36" y="197"/>
                        <a:pt x="36" y="197"/>
                      </a:cubicBezTo>
                      <a:cubicBezTo>
                        <a:pt x="34" y="197"/>
                        <a:pt x="34" y="197"/>
                        <a:pt x="34" y="197"/>
                      </a:cubicBezTo>
                      <a:cubicBezTo>
                        <a:pt x="33" y="198"/>
                        <a:pt x="33" y="198"/>
                        <a:pt x="33" y="198"/>
                      </a:cubicBezTo>
                      <a:cubicBezTo>
                        <a:pt x="33" y="198"/>
                        <a:pt x="33" y="199"/>
                        <a:pt x="33" y="200"/>
                      </a:cubicBezTo>
                      <a:cubicBezTo>
                        <a:pt x="33" y="200"/>
                        <a:pt x="33" y="201"/>
                        <a:pt x="33" y="201"/>
                      </a:cubicBezTo>
                      <a:cubicBezTo>
                        <a:pt x="33" y="201"/>
                        <a:pt x="34" y="201"/>
                        <a:pt x="35" y="202"/>
                      </a:cubicBezTo>
                      <a:cubicBezTo>
                        <a:pt x="36" y="202"/>
                        <a:pt x="35" y="203"/>
                        <a:pt x="35" y="203"/>
                      </a:cubicBezTo>
                      <a:cubicBezTo>
                        <a:pt x="35" y="203"/>
                        <a:pt x="35" y="205"/>
                        <a:pt x="36" y="205"/>
                      </a:cubicBezTo>
                      <a:cubicBezTo>
                        <a:pt x="37" y="206"/>
                        <a:pt x="35" y="207"/>
                        <a:pt x="35" y="207"/>
                      </a:cubicBezTo>
                      <a:cubicBezTo>
                        <a:pt x="35" y="207"/>
                        <a:pt x="35" y="208"/>
                        <a:pt x="36" y="208"/>
                      </a:cubicBezTo>
                      <a:cubicBezTo>
                        <a:pt x="36" y="208"/>
                        <a:pt x="37" y="209"/>
                        <a:pt x="37" y="209"/>
                      </a:cubicBezTo>
                      <a:cubicBezTo>
                        <a:pt x="39" y="210"/>
                        <a:pt x="39" y="210"/>
                        <a:pt x="39" y="210"/>
                      </a:cubicBezTo>
                      <a:cubicBezTo>
                        <a:pt x="39" y="210"/>
                        <a:pt x="40" y="210"/>
                        <a:pt x="41" y="210"/>
                      </a:cubicBezTo>
                      <a:cubicBezTo>
                        <a:pt x="41" y="210"/>
                        <a:pt x="44" y="212"/>
                        <a:pt x="44" y="212"/>
                      </a:cubicBezTo>
                      <a:cubicBezTo>
                        <a:pt x="44" y="212"/>
                        <a:pt x="45" y="213"/>
                        <a:pt x="45" y="213"/>
                      </a:cubicBezTo>
                      <a:cubicBezTo>
                        <a:pt x="48" y="215"/>
                        <a:pt x="48" y="215"/>
                        <a:pt x="48" y="215"/>
                      </a:cubicBezTo>
                      <a:cubicBezTo>
                        <a:pt x="50" y="216"/>
                        <a:pt x="50" y="216"/>
                        <a:pt x="50" y="216"/>
                      </a:cubicBezTo>
                      <a:cubicBezTo>
                        <a:pt x="51" y="218"/>
                        <a:pt x="51" y="218"/>
                        <a:pt x="51" y="218"/>
                      </a:cubicBezTo>
                      <a:cubicBezTo>
                        <a:pt x="52" y="217"/>
                        <a:pt x="52" y="217"/>
                        <a:pt x="52" y="217"/>
                      </a:cubicBezTo>
                      <a:cubicBezTo>
                        <a:pt x="53" y="217"/>
                        <a:pt x="53" y="217"/>
                        <a:pt x="53" y="217"/>
                      </a:cubicBezTo>
                      <a:cubicBezTo>
                        <a:pt x="53" y="215"/>
                        <a:pt x="53" y="215"/>
                        <a:pt x="53" y="215"/>
                      </a:cubicBezTo>
                      <a:cubicBezTo>
                        <a:pt x="56" y="215"/>
                        <a:pt x="56" y="215"/>
                        <a:pt x="56" y="215"/>
                      </a:cubicBezTo>
                      <a:cubicBezTo>
                        <a:pt x="56" y="215"/>
                        <a:pt x="57" y="215"/>
                        <a:pt x="57" y="215"/>
                      </a:cubicBezTo>
                      <a:cubicBezTo>
                        <a:pt x="57" y="216"/>
                        <a:pt x="58" y="216"/>
                        <a:pt x="58" y="216"/>
                      </a:cubicBezTo>
                      <a:cubicBezTo>
                        <a:pt x="58" y="218"/>
                        <a:pt x="58" y="218"/>
                        <a:pt x="58" y="218"/>
                      </a:cubicBezTo>
                      <a:cubicBezTo>
                        <a:pt x="59" y="218"/>
                        <a:pt x="59" y="218"/>
                        <a:pt x="59" y="218"/>
                      </a:cubicBezTo>
                      <a:cubicBezTo>
                        <a:pt x="59" y="218"/>
                        <a:pt x="61" y="219"/>
                        <a:pt x="61" y="219"/>
                      </a:cubicBezTo>
                      <a:cubicBezTo>
                        <a:pt x="61" y="219"/>
                        <a:pt x="62" y="220"/>
                        <a:pt x="62" y="220"/>
                      </a:cubicBezTo>
                      <a:cubicBezTo>
                        <a:pt x="62" y="221"/>
                        <a:pt x="63" y="221"/>
                        <a:pt x="63" y="221"/>
                      </a:cubicBezTo>
                      <a:cubicBezTo>
                        <a:pt x="63" y="221"/>
                        <a:pt x="65" y="221"/>
                        <a:pt x="65" y="221"/>
                      </a:cubicBezTo>
                      <a:cubicBezTo>
                        <a:pt x="66" y="221"/>
                        <a:pt x="66" y="222"/>
                        <a:pt x="66" y="222"/>
                      </a:cubicBezTo>
                      <a:cubicBezTo>
                        <a:pt x="66" y="222"/>
                        <a:pt x="67" y="223"/>
                        <a:pt x="67" y="224"/>
                      </a:cubicBezTo>
                      <a:cubicBezTo>
                        <a:pt x="67" y="224"/>
                        <a:pt x="68" y="224"/>
                        <a:pt x="68" y="224"/>
                      </a:cubicBezTo>
                      <a:cubicBezTo>
                        <a:pt x="70" y="224"/>
                        <a:pt x="70" y="224"/>
                        <a:pt x="70" y="224"/>
                      </a:cubicBezTo>
                      <a:cubicBezTo>
                        <a:pt x="70" y="224"/>
                        <a:pt x="70" y="224"/>
                        <a:pt x="70" y="224"/>
                      </a:cubicBezTo>
                      <a:cubicBezTo>
                        <a:pt x="72" y="224"/>
                        <a:pt x="72" y="224"/>
                        <a:pt x="72" y="224"/>
                      </a:cubicBezTo>
                      <a:cubicBezTo>
                        <a:pt x="72" y="226"/>
                        <a:pt x="72" y="226"/>
                        <a:pt x="72" y="226"/>
                      </a:cubicBezTo>
                      <a:cubicBezTo>
                        <a:pt x="72" y="227"/>
                        <a:pt x="72" y="227"/>
                        <a:pt x="72" y="227"/>
                      </a:cubicBezTo>
                      <a:cubicBezTo>
                        <a:pt x="72" y="227"/>
                        <a:pt x="74" y="229"/>
                        <a:pt x="75" y="229"/>
                      </a:cubicBezTo>
                      <a:cubicBezTo>
                        <a:pt x="76" y="229"/>
                        <a:pt x="77" y="229"/>
                        <a:pt x="77" y="229"/>
                      </a:cubicBezTo>
                      <a:cubicBezTo>
                        <a:pt x="78" y="229"/>
                        <a:pt x="77" y="230"/>
                        <a:pt x="77" y="230"/>
                      </a:cubicBezTo>
                      <a:cubicBezTo>
                        <a:pt x="77" y="231"/>
                        <a:pt x="78" y="231"/>
                        <a:pt x="78" y="231"/>
                      </a:cubicBezTo>
                      <a:cubicBezTo>
                        <a:pt x="79" y="231"/>
                        <a:pt x="81" y="231"/>
                        <a:pt x="81" y="231"/>
                      </a:cubicBezTo>
                      <a:cubicBezTo>
                        <a:pt x="82" y="231"/>
                        <a:pt x="82" y="231"/>
                        <a:pt x="83" y="232"/>
                      </a:cubicBezTo>
                      <a:cubicBezTo>
                        <a:pt x="83" y="232"/>
                        <a:pt x="84" y="233"/>
                        <a:pt x="84" y="233"/>
                      </a:cubicBezTo>
                      <a:cubicBezTo>
                        <a:pt x="84" y="233"/>
                        <a:pt x="84" y="233"/>
                        <a:pt x="85" y="233"/>
                      </a:cubicBezTo>
                      <a:cubicBezTo>
                        <a:pt x="85" y="233"/>
                        <a:pt x="85" y="234"/>
                        <a:pt x="86" y="234"/>
                      </a:cubicBezTo>
                      <a:cubicBezTo>
                        <a:pt x="87" y="234"/>
                        <a:pt x="87" y="233"/>
                        <a:pt x="87" y="233"/>
                      </a:cubicBezTo>
                      <a:cubicBezTo>
                        <a:pt x="87" y="233"/>
                        <a:pt x="89" y="233"/>
                        <a:pt x="89" y="233"/>
                      </a:cubicBezTo>
                      <a:cubicBezTo>
                        <a:pt x="89" y="233"/>
                        <a:pt x="92" y="235"/>
                        <a:pt x="92" y="235"/>
                      </a:cubicBezTo>
                      <a:cubicBezTo>
                        <a:pt x="92" y="235"/>
                        <a:pt x="94" y="235"/>
                        <a:pt x="95" y="235"/>
                      </a:cubicBezTo>
                      <a:cubicBezTo>
                        <a:pt x="96" y="235"/>
                        <a:pt x="97" y="234"/>
                        <a:pt x="97" y="234"/>
                      </a:cubicBezTo>
                      <a:cubicBezTo>
                        <a:pt x="99" y="234"/>
                        <a:pt x="99" y="234"/>
                        <a:pt x="99" y="234"/>
                      </a:cubicBezTo>
                      <a:cubicBezTo>
                        <a:pt x="99" y="234"/>
                        <a:pt x="99" y="234"/>
                        <a:pt x="99" y="234"/>
                      </a:cubicBezTo>
                      <a:cubicBezTo>
                        <a:pt x="101" y="233"/>
                        <a:pt x="101" y="233"/>
                        <a:pt x="101" y="233"/>
                      </a:cubicBezTo>
                      <a:cubicBezTo>
                        <a:pt x="102" y="233"/>
                        <a:pt x="102" y="233"/>
                        <a:pt x="102" y="233"/>
                      </a:cubicBezTo>
                      <a:cubicBezTo>
                        <a:pt x="104" y="234"/>
                        <a:pt x="104" y="234"/>
                        <a:pt x="104" y="234"/>
                      </a:cubicBezTo>
                      <a:cubicBezTo>
                        <a:pt x="103" y="235"/>
                        <a:pt x="103" y="235"/>
                        <a:pt x="103" y="235"/>
                      </a:cubicBezTo>
                      <a:cubicBezTo>
                        <a:pt x="103" y="238"/>
                        <a:pt x="103" y="238"/>
                        <a:pt x="103" y="238"/>
                      </a:cubicBezTo>
                      <a:cubicBezTo>
                        <a:pt x="104" y="238"/>
                        <a:pt x="104" y="238"/>
                        <a:pt x="104" y="238"/>
                      </a:cubicBezTo>
                      <a:cubicBezTo>
                        <a:pt x="106" y="235"/>
                        <a:pt x="106" y="235"/>
                        <a:pt x="106" y="235"/>
                      </a:cubicBezTo>
                      <a:cubicBezTo>
                        <a:pt x="109" y="233"/>
                        <a:pt x="109" y="233"/>
                        <a:pt x="109" y="233"/>
                      </a:cubicBezTo>
                      <a:cubicBezTo>
                        <a:pt x="113" y="233"/>
                        <a:pt x="113" y="233"/>
                        <a:pt x="113" y="233"/>
                      </a:cubicBezTo>
                      <a:cubicBezTo>
                        <a:pt x="116" y="233"/>
                        <a:pt x="116" y="233"/>
                        <a:pt x="116" y="233"/>
                      </a:cubicBezTo>
                      <a:cubicBezTo>
                        <a:pt x="121" y="234"/>
                        <a:pt x="121" y="234"/>
                        <a:pt x="121" y="234"/>
                      </a:cubicBezTo>
                      <a:cubicBezTo>
                        <a:pt x="122" y="236"/>
                        <a:pt x="122" y="236"/>
                        <a:pt x="122" y="236"/>
                      </a:cubicBezTo>
                      <a:cubicBezTo>
                        <a:pt x="124" y="236"/>
                        <a:pt x="124" y="236"/>
                        <a:pt x="124" y="236"/>
                      </a:cubicBezTo>
                      <a:cubicBezTo>
                        <a:pt x="124" y="236"/>
                        <a:pt x="126" y="235"/>
                        <a:pt x="126" y="235"/>
                      </a:cubicBezTo>
                      <a:cubicBezTo>
                        <a:pt x="127" y="235"/>
                        <a:pt x="128" y="235"/>
                        <a:pt x="129" y="234"/>
                      </a:cubicBezTo>
                      <a:cubicBezTo>
                        <a:pt x="129" y="234"/>
                        <a:pt x="130" y="234"/>
                        <a:pt x="130" y="233"/>
                      </a:cubicBezTo>
                      <a:cubicBezTo>
                        <a:pt x="130" y="233"/>
                        <a:pt x="130" y="232"/>
                        <a:pt x="130" y="232"/>
                      </a:cubicBezTo>
                      <a:cubicBezTo>
                        <a:pt x="130" y="232"/>
                        <a:pt x="132" y="232"/>
                        <a:pt x="132" y="231"/>
                      </a:cubicBezTo>
                      <a:cubicBezTo>
                        <a:pt x="132" y="230"/>
                        <a:pt x="133" y="230"/>
                        <a:pt x="133" y="229"/>
                      </a:cubicBezTo>
                      <a:cubicBezTo>
                        <a:pt x="134" y="229"/>
                        <a:pt x="135" y="229"/>
                        <a:pt x="136" y="228"/>
                      </a:cubicBezTo>
                      <a:cubicBezTo>
                        <a:pt x="137" y="228"/>
                        <a:pt x="138" y="228"/>
                        <a:pt x="138" y="228"/>
                      </a:cubicBezTo>
                      <a:cubicBezTo>
                        <a:pt x="139" y="227"/>
                        <a:pt x="140" y="226"/>
                        <a:pt x="140" y="226"/>
                      </a:cubicBezTo>
                      <a:cubicBezTo>
                        <a:pt x="140" y="225"/>
                        <a:pt x="140" y="225"/>
                        <a:pt x="141" y="225"/>
                      </a:cubicBezTo>
                      <a:cubicBezTo>
                        <a:pt x="141" y="224"/>
                        <a:pt x="143" y="224"/>
                        <a:pt x="143" y="224"/>
                      </a:cubicBezTo>
                      <a:cubicBezTo>
                        <a:pt x="144" y="224"/>
                        <a:pt x="145" y="225"/>
                        <a:pt x="147" y="225"/>
                      </a:cubicBezTo>
                      <a:cubicBezTo>
                        <a:pt x="148" y="226"/>
                        <a:pt x="149" y="225"/>
                        <a:pt x="149" y="224"/>
                      </a:cubicBezTo>
                      <a:cubicBezTo>
                        <a:pt x="149" y="224"/>
                        <a:pt x="152" y="223"/>
                        <a:pt x="152" y="223"/>
                      </a:cubicBezTo>
                      <a:cubicBezTo>
                        <a:pt x="153" y="223"/>
                        <a:pt x="154" y="224"/>
                        <a:pt x="154" y="224"/>
                      </a:cubicBezTo>
                      <a:cubicBezTo>
                        <a:pt x="154" y="225"/>
                        <a:pt x="156" y="227"/>
                        <a:pt x="156" y="228"/>
                      </a:cubicBezTo>
                      <a:cubicBezTo>
                        <a:pt x="156" y="228"/>
                        <a:pt x="155" y="230"/>
                        <a:pt x="155" y="230"/>
                      </a:cubicBezTo>
                      <a:cubicBezTo>
                        <a:pt x="155" y="231"/>
                        <a:pt x="153" y="232"/>
                        <a:pt x="153" y="232"/>
                      </a:cubicBezTo>
                      <a:cubicBezTo>
                        <a:pt x="158" y="234"/>
                        <a:pt x="158" y="234"/>
                        <a:pt x="158" y="234"/>
                      </a:cubicBezTo>
                      <a:cubicBezTo>
                        <a:pt x="158" y="234"/>
                        <a:pt x="158" y="234"/>
                        <a:pt x="159" y="233"/>
                      </a:cubicBezTo>
                      <a:cubicBezTo>
                        <a:pt x="159" y="233"/>
                        <a:pt x="160" y="233"/>
                        <a:pt x="160" y="233"/>
                      </a:cubicBezTo>
                      <a:cubicBezTo>
                        <a:pt x="159" y="232"/>
                        <a:pt x="159" y="232"/>
                        <a:pt x="159" y="231"/>
                      </a:cubicBezTo>
                      <a:cubicBezTo>
                        <a:pt x="160" y="231"/>
                        <a:pt x="160" y="231"/>
                        <a:pt x="160" y="231"/>
                      </a:cubicBezTo>
                      <a:cubicBezTo>
                        <a:pt x="160" y="231"/>
                        <a:pt x="161" y="231"/>
                        <a:pt x="162" y="231"/>
                      </a:cubicBezTo>
                      <a:cubicBezTo>
                        <a:pt x="162" y="231"/>
                        <a:pt x="163" y="231"/>
                        <a:pt x="163" y="231"/>
                      </a:cubicBezTo>
                      <a:cubicBezTo>
                        <a:pt x="163" y="231"/>
                        <a:pt x="165" y="232"/>
                        <a:pt x="165" y="232"/>
                      </a:cubicBezTo>
                      <a:cubicBezTo>
                        <a:pt x="165" y="233"/>
                        <a:pt x="167" y="234"/>
                        <a:pt x="167" y="234"/>
                      </a:cubicBezTo>
                      <a:cubicBezTo>
                        <a:pt x="167" y="235"/>
                        <a:pt x="167" y="235"/>
                        <a:pt x="169" y="236"/>
                      </a:cubicBezTo>
                      <a:cubicBezTo>
                        <a:pt x="170" y="237"/>
                        <a:pt x="169" y="238"/>
                        <a:pt x="170" y="239"/>
                      </a:cubicBezTo>
                      <a:cubicBezTo>
                        <a:pt x="170" y="240"/>
                        <a:pt x="170" y="241"/>
                        <a:pt x="170" y="242"/>
                      </a:cubicBezTo>
                      <a:cubicBezTo>
                        <a:pt x="171" y="243"/>
                        <a:pt x="171" y="244"/>
                        <a:pt x="171" y="245"/>
                      </a:cubicBezTo>
                      <a:cubicBezTo>
                        <a:pt x="171" y="246"/>
                        <a:pt x="169" y="248"/>
                        <a:pt x="169" y="248"/>
                      </a:cubicBezTo>
                      <a:cubicBezTo>
                        <a:pt x="169" y="249"/>
                        <a:pt x="165" y="253"/>
                        <a:pt x="165" y="253"/>
                      </a:cubicBezTo>
                      <a:cubicBezTo>
                        <a:pt x="164" y="254"/>
                        <a:pt x="165" y="255"/>
                        <a:pt x="164" y="256"/>
                      </a:cubicBezTo>
                      <a:cubicBezTo>
                        <a:pt x="164" y="256"/>
                        <a:pt x="163" y="256"/>
                        <a:pt x="163" y="256"/>
                      </a:cubicBezTo>
                      <a:cubicBezTo>
                        <a:pt x="163" y="256"/>
                        <a:pt x="162" y="257"/>
                        <a:pt x="162" y="258"/>
                      </a:cubicBezTo>
                      <a:cubicBezTo>
                        <a:pt x="162" y="259"/>
                        <a:pt x="162" y="260"/>
                        <a:pt x="162" y="260"/>
                      </a:cubicBezTo>
                      <a:cubicBezTo>
                        <a:pt x="162" y="261"/>
                        <a:pt x="163" y="262"/>
                        <a:pt x="164" y="262"/>
                      </a:cubicBezTo>
                      <a:cubicBezTo>
                        <a:pt x="165" y="263"/>
                        <a:pt x="164" y="264"/>
                        <a:pt x="164" y="265"/>
                      </a:cubicBezTo>
                      <a:cubicBezTo>
                        <a:pt x="164" y="266"/>
                        <a:pt x="166" y="265"/>
                        <a:pt x="167" y="265"/>
                      </a:cubicBezTo>
                      <a:cubicBezTo>
                        <a:pt x="167" y="264"/>
                        <a:pt x="169" y="264"/>
                        <a:pt x="169" y="264"/>
                      </a:cubicBezTo>
                      <a:cubicBezTo>
                        <a:pt x="169" y="264"/>
                        <a:pt x="170" y="266"/>
                        <a:pt x="170" y="266"/>
                      </a:cubicBezTo>
                      <a:cubicBezTo>
                        <a:pt x="170" y="266"/>
                        <a:pt x="172" y="266"/>
                        <a:pt x="172" y="267"/>
                      </a:cubicBezTo>
                      <a:cubicBezTo>
                        <a:pt x="173" y="267"/>
                        <a:pt x="172" y="268"/>
                        <a:pt x="172" y="269"/>
                      </a:cubicBezTo>
                      <a:cubicBezTo>
                        <a:pt x="172" y="270"/>
                        <a:pt x="174" y="270"/>
                        <a:pt x="174" y="270"/>
                      </a:cubicBezTo>
                      <a:cubicBezTo>
                        <a:pt x="174" y="270"/>
                        <a:pt x="174" y="271"/>
                        <a:pt x="175" y="271"/>
                      </a:cubicBezTo>
                      <a:cubicBezTo>
                        <a:pt x="176" y="270"/>
                        <a:pt x="176" y="270"/>
                        <a:pt x="177" y="271"/>
                      </a:cubicBezTo>
                      <a:cubicBezTo>
                        <a:pt x="177" y="271"/>
                        <a:pt x="178" y="271"/>
                        <a:pt x="178" y="272"/>
                      </a:cubicBezTo>
                      <a:cubicBezTo>
                        <a:pt x="178" y="273"/>
                        <a:pt x="177" y="274"/>
                        <a:pt x="177" y="275"/>
                      </a:cubicBezTo>
                      <a:cubicBezTo>
                        <a:pt x="176" y="276"/>
                        <a:pt x="175" y="277"/>
                        <a:pt x="175" y="277"/>
                      </a:cubicBezTo>
                      <a:cubicBezTo>
                        <a:pt x="174" y="278"/>
                        <a:pt x="178" y="275"/>
                        <a:pt x="179" y="275"/>
                      </a:cubicBezTo>
                      <a:cubicBezTo>
                        <a:pt x="179" y="275"/>
                        <a:pt x="179" y="277"/>
                        <a:pt x="180" y="277"/>
                      </a:cubicBezTo>
                      <a:cubicBezTo>
                        <a:pt x="181" y="277"/>
                        <a:pt x="176" y="279"/>
                        <a:pt x="177" y="280"/>
                      </a:cubicBezTo>
                      <a:cubicBezTo>
                        <a:pt x="177" y="280"/>
                        <a:pt x="177" y="281"/>
                        <a:pt x="177" y="282"/>
                      </a:cubicBezTo>
                      <a:cubicBezTo>
                        <a:pt x="178" y="283"/>
                        <a:pt x="178" y="283"/>
                        <a:pt x="179" y="282"/>
                      </a:cubicBezTo>
                      <a:cubicBezTo>
                        <a:pt x="181" y="282"/>
                        <a:pt x="182" y="282"/>
                        <a:pt x="183" y="281"/>
                      </a:cubicBezTo>
                      <a:cubicBezTo>
                        <a:pt x="183" y="281"/>
                        <a:pt x="185" y="281"/>
                        <a:pt x="185" y="282"/>
                      </a:cubicBezTo>
                      <a:cubicBezTo>
                        <a:pt x="185" y="282"/>
                        <a:pt x="185" y="283"/>
                        <a:pt x="185" y="283"/>
                      </a:cubicBezTo>
                      <a:cubicBezTo>
                        <a:pt x="185" y="283"/>
                        <a:pt x="186" y="284"/>
                        <a:pt x="186" y="284"/>
                      </a:cubicBezTo>
                      <a:cubicBezTo>
                        <a:pt x="187" y="284"/>
                        <a:pt x="188" y="284"/>
                        <a:pt x="189" y="284"/>
                      </a:cubicBezTo>
                      <a:cubicBezTo>
                        <a:pt x="189" y="284"/>
                        <a:pt x="189" y="282"/>
                        <a:pt x="189" y="282"/>
                      </a:cubicBezTo>
                      <a:cubicBezTo>
                        <a:pt x="188" y="281"/>
                        <a:pt x="188" y="279"/>
                        <a:pt x="188" y="279"/>
                      </a:cubicBezTo>
                      <a:cubicBezTo>
                        <a:pt x="188" y="279"/>
                        <a:pt x="188" y="278"/>
                        <a:pt x="188" y="277"/>
                      </a:cubicBezTo>
                      <a:cubicBezTo>
                        <a:pt x="188" y="277"/>
                        <a:pt x="189" y="276"/>
                        <a:pt x="189" y="276"/>
                      </a:cubicBezTo>
                      <a:cubicBezTo>
                        <a:pt x="189" y="276"/>
                        <a:pt x="192" y="276"/>
                        <a:pt x="192" y="276"/>
                      </a:cubicBezTo>
                      <a:cubicBezTo>
                        <a:pt x="192" y="276"/>
                        <a:pt x="193" y="275"/>
                        <a:pt x="193" y="275"/>
                      </a:cubicBezTo>
                      <a:cubicBezTo>
                        <a:pt x="193" y="274"/>
                        <a:pt x="195" y="274"/>
                        <a:pt x="195" y="274"/>
                      </a:cubicBezTo>
                      <a:cubicBezTo>
                        <a:pt x="196" y="275"/>
                        <a:pt x="197" y="275"/>
                        <a:pt x="197" y="275"/>
                      </a:cubicBezTo>
                      <a:cubicBezTo>
                        <a:pt x="197" y="275"/>
                        <a:pt x="198" y="274"/>
                        <a:pt x="198" y="274"/>
                      </a:cubicBezTo>
                      <a:cubicBezTo>
                        <a:pt x="199" y="274"/>
                        <a:pt x="199" y="275"/>
                        <a:pt x="199" y="275"/>
                      </a:cubicBezTo>
                      <a:cubicBezTo>
                        <a:pt x="200" y="274"/>
                        <a:pt x="200" y="274"/>
                        <a:pt x="201" y="274"/>
                      </a:cubicBezTo>
                      <a:cubicBezTo>
                        <a:pt x="201" y="274"/>
                        <a:pt x="202" y="275"/>
                        <a:pt x="203" y="274"/>
                      </a:cubicBezTo>
                      <a:cubicBezTo>
                        <a:pt x="204" y="274"/>
                        <a:pt x="205" y="273"/>
                        <a:pt x="205" y="273"/>
                      </a:cubicBezTo>
                      <a:cubicBezTo>
                        <a:pt x="206" y="273"/>
                        <a:pt x="207" y="273"/>
                        <a:pt x="207" y="273"/>
                      </a:cubicBezTo>
                      <a:cubicBezTo>
                        <a:pt x="207" y="273"/>
                        <a:pt x="209" y="271"/>
                        <a:pt x="209" y="271"/>
                      </a:cubicBezTo>
                      <a:cubicBezTo>
                        <a:pt x="209" y="270"/>
                        <a:pt x="209" y="271"/>
                        <a:pt x="211" y="270"/>
                      </a:cubicBezTo>
                      <a:cubicBezTo>
                        <a:pt x="212" y="270"/>
                        <a:pt x="213" y="270"/>
                        <a:pt x="213" y="270"/>
                      </a:cubicBezTo>
                      <a:cubicBezTo>
                        <a:pt x="213" y="270"/>
                        <a:pt x="214" y="271"/>
                        <a:pt x="214" y="271"/>
                      </a:cubicBezTo>
                      <a:cubicBezTo>
                        <a:pt x="214" y="271"/>
                        <a:pt x="216" y="272"/>
                        <a:pt x="217" y="272"/>
                      </a:cubicBezTo>
                      <a:cubicBezTo>
                        <a:pt x="217" y="272"/>
                        <a:pt x="219" y="272"/>
                        <a:pt x="220" y="273"/>
                      </a:cubicBezTo>
                      <a:cubicBezTo>
                        <a:pt x="220" y="273"/>
                        <a:pt x="222" y="272"/>
                        <a:pt x="222" y="272"/>
                      </a:cubicBezTo>
                      <a:cubicBezTo>
                        <a:pt x="222" y="272"/>
                        <a:pt x="222" y="274"/>
                        <a:pt x="222" y="274"/>
                      </a:cubicBezTo>
                      <a:cubicBezTo>
                        <a:pt x="221" y="275"/>
                        <a:pt x="221" y="276"/>
                        <a:pt x="221" y="276"/>
                      </a:cubicBezTo>
                      <a:cubicBezTo>
                        <a:pt x="221" y="277"/>
                        <a:pt x="222" y="278"/>
                        <a:pt x="222" y="278"/>
                      </a:cubicBezTo>
                      <a:cubicBezTo>
                        <a:pt x="222" y="279"/>
                        <a:pt x="227" y="281"/>
                        <a:pt x="228" y="281"/>
                      </a:cubicBezTo>
                      <a:cubicBezTo>
                        <a:pt x="229" y="282"/>
                        <a:pt x="230" y="281"/>
                        <a:pt x="231" y="281"/>
                      </a:cubicBezTo>
                      <a:cubicBezTo>
                        <a:pt x="231" y="281"/>
                        <a:pt x="231" y="282"/>
                        <a:pt x="231" y="282"/>
                      </a:cubicBezTo>
                      <a:cubicBezTo>
                        <a:pt x="232" y="282"/>
                        <a:pt x="232" y="281"/>
                        <a:pt x="232" y="281"/>
                      </a:cubicBezTo>
                      <a:cubicBezTo>
                        <a:pt x="233" y="281"/>
                        <a:pt x="234" y="282"/>
                        <a:pt x="234" y="281"/>
                      </a:cubicBezTo>
                      <a:cubicBezTo>
                        <a:pt x="234" y="281"/>
                        <a:pt x="235" y="281"/>
                        <a:pt x="235" y="281"/>
                      </a:cubicBezTo>
                      <a:cubicBezTo>
                        <a:pt x="236" y="281"/>
                        <a:pt x="237" y="281"/>
                        <a:pt x="237" y="279"/>
                      </a:cubicBezTo>
                      <a:cubicBezTo>
                        <a:pt x="237" y="279"/>
                        <a:pt x="237" y="279"/>
                        <a:pt x="237" y="279"/>
                      </a:cubicBezTo>
                      <a:cubicBezTo>
                        <a:pt x="238" y="280"/>
                        <a:pt x="239" y="281"/>
                        <a:pt x="240" y="281"/>
                      </a:cubicBezTo>
                      <a:cubicBezTo>
                        <a:pt x="241" y="283"/>
                        <a:pt x="242" y="282"/>
                        <a:pt x="244" y="281"/>
                      </a:cubicBezTo>
                      <a:cubicBezTo>
                        <a:pt x="244" y="281"/>
                        <a:pt x="245" y="281"/>
                        <a:pt x="246" y="282"/>
                      </a:cubicBezTo>
                      <a:cubicBezTo>
                        <a:pt x="246" y="282"/>
                        <a:pt x="246" y="282"/>
                        <a:pt x="246" y="282"/>
                      </a:cubicBezTo>
                      <a:cubicBezTo>
                        <a:pt x="246" y="282"/>
                        <a:pt x="245" y="283"/>
                        <a:pt x="245" y="283"/>
                      </a:cubicBezTo>
                      <a:cubicBezTo>
                        <a:pt x="245" y="283"/>
                        <a:pt x="245" y="283"/>
                        <a:pt x="245" y="283"/>
                      </a:cubicBezTo>
                      <a:cubicBezTo>
                        <a:pt x="245" y="284"/>
                        <a:pt x="245" y="285"/>
                        <a:pt x="245" y="285"/>
                      </a:cubicBezTo>
                      <a:cubicBezTo>
                        <a:pt x="245" y="287"/>
                        <a:pt x="245" y="288"/>
                        <a:pt x="246" y="289"/>
                      </a:cubicBezTo>
                      <a:cubicBezTo>
                        <a:pt x="246" y="290"/>
                        <a:pt x="248" y="291"/>
                        <a:pt x="249" y="290"/>
                      </a:cubicBezTo>
                      <a:cubicBezTo>
                        <a:pt x="250" y="290"/>
                        <a:pt x="250" y="289"/>
                        <a:pt x="250" y="288"/>
                      </a:cubicBezTo>
                      <a:cubicBezTo>
                        <a:pt x="250" y="288"/>
                        <a:pt x="250" y="287"/>
                        <a:pt x="250" y="287"/>
                      </a:cubicBezTo>
                      <a:cubicBezTo>
                        <a:pt x="249" y="286"/>
                        <a:pt x="248" y="286"/>
                        <a:pt x="248" y="286"/>
                      </a:cubicBezTo>
                      <a:cubicBezTo>
                        <a:pt x="248" y="286"/>
                        <a:pt x="248" y="286"/>
                        <a:pt x="248" y="285"/>
                      </a:cubicBezTo>
                      <a:cubicBezTo>
                        <a:pt x="248" y="285"/>
                        <a:pt x="250" y="285"/>
                        <a:pt x="250" y="284"/>
                      </a:cubicBezTo>
                      <a:cubicBezTo>
                        <a:pt x="252" y="282"/>
                        <a:pt x="254" y="281"/>
                        <a:pt x="256" y="281"/>
                      </a:cubicBezTo>
                      <a:cubicBezTo>
                        <a:pt x="257" y="282"/>
                        <a:pt x="258" y="281"/>
                        <a:pt x="258" y="281"/>
                      </a:cubicBezTo>
                      <a:cubicBezTo>
                        <a:pt x="259" y="280"/>
                        <a:pt x="260" y="279"/>
                        <a:pt x="262" y="280"/>
                      </a:cubicBezTo>
                      <a:cubicBezTo>
                        <a:pt x="263" y="280"/>
                        <a:pt x="264" y="279"/>
                        <a:pt x="265" y="279"/>
                      </a:cubicBezTo>
                      <a:cubicBezTo>
                        <a:pt x="266" y="279"/>
                        <a:pt x="266" y="276"/>
                        <a:pt x="268" y="278"/>
                      </a:cubicBezTo>
                      <a:cubicBezTo>
                        <a:pt x="269" y="278"/>
                        <a:pt x="269" y="278"/>
                        <a:pt x="269" y="278"/>
                      </a:cubicBezTo>
                      <a:cubicBezTo>
                        <a:pt x="271" y="277"/>
                        <a:pt x="271" y="275"/>
                        <a:pt x="272" y="273"/>
                      </a:cubicBezTo>
                      <a:cubicBezTo>
                        <a:pt x="272" y="273"/>
                        <a:pt x="273" y="273"/>
                        <a:pt x="273" y="274"/>
                      </a:cubicBezTo>
                      <a:cubicBezTo>
                        <a:pt x="273" y="274"/>
                        <a:pt x="273" y="274"/>
                        <a:pt x="273" y="274"/>
                      </a:cubicBezTo>
                      <a:cubicBezTo>
                        <a:pt x="274" y="276"/>
                        <a:pt x="275" y="276"/>
                        <a:pt x="276" y="274"/>
                      </a:cubicBezTo>
                      <a:cubicBezTo>
                        <a:pt x="276" y="274"/>
                        <a:pt x="277" y="274"/>
                        <a:pt x="277" y="274"/>
                      </a:cubicBezTo>
                      <a:cubicBezTo>
                        <a:pt x="278" y="274"/>
                        <a:pt x="278" y="274"/>
                        <a:pt x="278" y="274"/>
                      </a:cubicBezTo>
                      <a:cubicBezTo>
                        <a:pt x="278" y="274"/>
                        <a:pt x="278" y="273"/>
                        <a:pt x="278" y="273"/>
                      </a:cubicBezTo>
                      <a:cubicBezTo>
                        <a:pt x="278" y="273"/>
                        <a:pt x="278" y="273"/>
                        <a:pt x="278" y="273"/>
                      </a:cubicBezTo>
                      <a:cubicBezTo>
                        <a:pt x="278" y="273"/>
                        <a:pt x="278" y="273"/>
                        <a:pt x="278" y="272"/>
                      </a:cubicBezTo>
                      <a:cubicBezTo>
                        <a:pt x="279" y="272"/>
                        <a:pt x="279" y="273"/>
                        <a:pt x="279" y="273"/>
                      </a:cubicBezTo>
                      <a:cubicBezTo>
                        <a:pt x="280" y="273"/>
                        <a:pt x="280" y="273"/>
                        <a:pt x="281" y="273"/>
                      </a:cubicBezTo>
                      <a:cubicBezTo>
                        <a:pt x="281" y="272"/>
                        <a:pt x="281" y="272"/>
                        <a:pt x="282" y="272"/>
                      </a:cubicBezTo>
                      <a:cubicBezTo>
                        <a:pt x="283" y="272"/>
                        <a:pt x="284" y="273"/>
                        <a:pt x="285" y="271"/>
                      </a:cubicBezTo>
                      <a:cubicBezTo>
                        <a:pt x="285" y="271"/>
                        <a:pt x="286" y="272"/>
                        <a:pt x="286" y="272"/>
                      </a:cubicBezTo>
                      <a:cubicBezTo>
                        <a:pt x="287" y="272"/>
                        <a:pt x="290" y="271"/>
                        <a:pt x="291" y="270"/>
                      </a:cubicBezTo>
                      <a:cubicBezTo>
                        <a:pt x="292" y="269"/>
                        <a:pt x="293" y="268"/>
                        <a:pt x="294" y="266"/>
                      </a:cubicBezTo>
                      <a:cubicBezTo>
                        <a:pt x="294" y="266"/>
                        <a:pt x="294" y="266"/>
                        <a:pt x="295" y="266"/>
                      </a:cubicBezTo>
                      <a:cubicBezTo>
                        <a:pt x="296" y="266"/>
                        <a:pt x="297" y="267"/>
                        <a:pt x="297" y="265"/>
                      </a:cubicBezTo>
                      <a:cubicBezTo>
                        <a:pt x="297" y="265"/>
                        <a:pt x="297" y="264"/>
                        <a:pt x="297" y="264"/>
                      </a:cubicBezTo>
                      <a:cubicBezTo>
                        <a:pt x="297" y="264"/>
                        <a:pt x="297" y="264"/>
                        <a:pt x="297" y="264"/>
                      </a:cubicBezTo>
                      <a:cubicBezTo>
                        <a:pt x="297" y="264"/>
                        <a:pt x="297" y="264"/>
                        <a:pt x="298" y="264"/>
                      </a:cubicBezTo>
                      <a:cubicBezTo>
                        <a:pt x="299" y="264"/>
                        <a:pt x="299" y="263"/>
                        <a:pt x="300" y="263"/>
                      </a:cubicBezTo>
                      <a:cubicBezTo>
                        <a:pt x="300" y="262"/>
                        <a:pt x="302" y="262"/>
                        <a:pt x="302" y="261"/>
                      </a:cubicBezTo>
                      <a:cubicBezTo>
                        <a:pt x="302" y="261"/>
                        <a:pt x="302" y="261"/>
                        <a:pt x="302" y="261"/>
                      </a:cubicBezTo>
                      <a:cubicBezTo>
                        <a:pt x="302" y="261"/>
                        <a:pt x="302" y="260"/>
                        <a:pt x="302" y="260"/>
                      </a:cubicBezTo>
                      <a:cubicBezTo>
                        <a:pt x="302" y="259"/>
                        <a:pt x="303" y="259"/>
                        <a:pt x="304" y="259"/>
                      </a:cubicBezTo>
                      <a:cubicBezTo>
                        <a:pt x="305" y="258"/>
                        <a:pt x="306" y="258"/>
                        <a:pt x="306" y="257"/>
                      </a:cubicBezTo>
                      <a:cubicBezTo>
                        <a:pt x="306" y="257"/>
                        <a:pt x="306" y="257"/>
                        <a:pt x="306" y="257"/>
                      </a:cubicBezTo>
                      <a:cubicBezTo>
                        <a:pt x="305" y="257"/>
                        <a:pt x="305" y="257"/>
                        <a:pt x="305" y="257"/>
                      </a:cubicBezTo>
                      <a:cubicBezTo>
                        <a:pt x="305" y="256"/>
                        <a:pt x="306" y="256"/>
                        <a:pt x="306" y="256"/>
                      </a:cubicBezTo>
                      <a:cubicBezTo>
                        <a:pt x="308" y="256"/>
                        <a:pt x="308" y="254"/>
                        <a:pt x="309" y="254"/>
                      </a:cubicBezTo>
                      <a:cubicBezTo>
                        <a:pt x="309" y="254"/>
                        <a:pt x="309" y="253"/>
                        <a:pt x="309" y="253"/>
                      </a:cubicBezTo>
                      <a:cubicBezTo>
                        <a:pt x="309" y="253"/>
                        <a:pt x="309" y="253"/>
                        <a:pt x="309" y="253"/>
                      </a:cubicBezTo>
                      <a:cubicBezTo>
                        <a:pt x="309" y="252"/>
                        <a:pt x="310" y="252"/>
                        <a:pt x="310" y="252"/>
                      </a:cubicBezTo>
                      <a:cubicBezTo>
                        <a:pt x="310" y="252"/>
                        <a:pt x="311" y="252"/>
                        <a:pt x="311" y="251"/>
                      </a:cubicBezTo>
                      <a:cubicBezTo>
                        <a:pt x="311" y="251"/>
                        <a:pt x="311" y="251"/>
                        <a:pt x="311" y="250"/>
                      </a:cubicBezTo>
                      <a:cubicBezTo>
                        <a:pt x="311" y="250"/>
                        <a:pt x="312" y="249"/>
                        <a:pt x="312" y="249"/>
                      </a:cubicBezTo>
                      <a:cubicBezTo>
                        <a:pt x="312" y="248"/>
                        <a:pt x="312" y="248"/>
                        <a:pt x="312" y="248"/>
                      </a:cubicBezTo>
                      <a:cubicBezTo>
                        <a:pt x="312" y="248"/>
                        <a:pt x="312" y="248"/>
                        <a:pt x="312" y="247"/>
                      </a:cubicBezTo>
                      <a:cubicBezTo>
                        <a:pt x="312" y="247"/>
                        <a:pt x="312" y="246"/>
                        <a:pt x="312" y="245"/>
                      </a:cubicBezTo>
                      <a:cubicBezTo>
                        <a:pt x="313" y="245"/>
                        <a:pt x="313" y="246"/>
                        <a:pt x="314" y="246"/>
                      </a:cubicBezTo>
                      <a:cubicBezTo>
                        <a:pt x="314" y="245"/>
                        <a:pt x="314" y="245"/>
                        <a:pt x="314" y="245"/>
                      </a:cubicBezTo>
                      <a:cubicBezTo>
                        <a:pt x="313" y="245"/>
                        <a:pt x="313" y="244"/>
                        <a:pt x="312" y="244"/>
                      </a:cubicBezTo>
                      <a:cubicBezTo>
                        <a:pt x="312" y="244"/>
                        <a:pt x="312" y="244"/>
                        <a:pt x="312" y="244"/>
                      </a:cubicBezTo>
                      <a:cubicBezTo>
                        <a:pt x="312" y="244"/>
                        <a:pt x="312" y="244"/>
                        <a:pt x="312" y="244"/>
                      </a:cubicBezTo>
                      <a:cubicBezTo>
                        <a:pt x="312" y="243"/>
                        <a:pt x="312" y="243"/>
                        <a:pt x="312" y="243"/>
                      </a:cubicBezTo>
                      <a:cubicBezTo>
                        <a:pt x="312" y="243"/>
                        <a:pt x="313" y="243"/>
                        <a:pt x="313" y="243"/>
                      </a:cubicBezTo>
                      <a:cubicBezTo>
                        <a:pt x="316" y="242"/>
                        <a:pt x="318" y="240"/>
                        <a:pt x="319" y="237"/>
                      </a:cubicBezTo>
                      <a:cubicBezTo>
                        <a:pt x="320" y="235"/>
                        <a:pt x="320" y="233"/>
                        <a:pt x="323" y="232"/>
                      </a:cubicBezTo>
                      <a:cubicBezTo>
                        <a:pt x="323" y="232"/>
                        <a:pt x="323" y="232"/>
                        <a:pt x="323" y="232"/>
                      </a:cubicBezTo>
                      <a:cubicBezTo>
                        <a:pt x="324" y="231"/>
                        <a:pt x="324" y="231"/>
                        <a:pt x="324" y="231"/>
                      </a:cubicBezTo>
                      <a:cubicBezTo>
                        <a:pt x="325" y="231"/>
                        <a:pt x="326" y="231"/>
                        <a:pt x="326" y="230"/>
                      </a:cubicBezTo>
                      <a:cubicBezTo>
                        <a:pt x="326" y="230"/>
                        <a:pt x="326" y="230"/>
                        <a:pt x="325" y="229"/>
                      </a:cubicBezTo>
                      <a:cubicBezTo>
                        <a:pt x="325" y="229"/>
                        <a:pt x="325" y="229"/>
                        <a:pt x="325" y="229"/>
                      </a:cubicBezTo>
                      <a:cubicBezTo>
                        <a:pt x="325" y="229"/>
                        <a:pt x="325" y="229"/>
                        <a:pt x="325" y="229"/>
                      </a:cubicBezTo>
                      <a:cubicBezTo>
                        <a:pt x="325" y="229"/>
                        <a:pt x="325" y="229"/>
                        <a:pt x="325" y="228"/>
                      </a:cubicBezTo>
                      <a:cubicBezTo>
                        <a:pt x="325" y="228"/>
                        <a:pt x="325" y="228"/>
                        <a:pt x="325" y="228"/>
                      </a:cubicBezTo>
                      <a:cubicBezTo>
                        <a:pt x="325" y="228"/>
                        <a:pt x="326" y="227"/>
                        <a:pt x="326" y="227"/>
                      </a:cubicBezTo>
                      <a:cubicBezTo>
                        <a:pt x="326" y="227"/>
                        <a:pt x="326" y="226"/>
                        <a:pt x="326" y="226"/>
                      </a:cubicBezTo>
                      <a:cubicBezTo>
                        <a:pt x="326" y="225"/>
                        <a:pt x="326" y="225"/>
                        <a:pt x="327" y="225"/>
                      </a:cubicBezTo>
                      <a:cubicBezTo>
                        <a:pt x="327" y="225"/>
                        <a:pt x="327" y="225"/>
                        <a:pt x="327" y="225"/>
                      </a:cubicBezTo>
                      <a:cubicBezTo>
                        <a:pt x="328" y="225"/>
                        <a:pt x="328" y="224"/>
                        <a:pt x="328" y="223"/>
                      </a:cubicBezTo>
                      <a:cubicBezTo>
                        <a:pt x="328" y="223"/>
                        <a:pt x="328" y="223"/>
                        <a:pt x="328" y="222"/>
                      </a:cubicBezTo>
                      <a:cubicBezTo>
                        <a:pt x="328" y="222"/>
                        <a:pt x="328" y="221"/>
                        <a:pt x="327" y="221"/>
                      </a:cubicBezTo>
                      <a:cubicBezTo>
                        <a:pt x="327" y="220"/>
                        <a:pt x="327" y="219"/>
                        <a:pt x="328" y="219"/>
                      </a:cubicBezTo>
                      <a:cubicBezTo>
                        <a:pt x="328" y="219"/>
                        <a:pt x="328" y="219"/>
                        <a:pt x="328" y="219"/>
                      </a:cubicBezTo>
                      <a:cubicBezTo>
                        <a:pt x="328" y="219"/>
                        <a:pt x="328" y="219"/>
                        <a:pt x="328" y="219"/>
                      </a:cubicBezTo>
                      <a:cubicBezTo>
                        <a:pt x="328" y="218"/>
                        <a:pt x="328" y="218"/>
                        <a:pt x="328" y="218"/>
                      </a:cubicBezTo>
                      <a:cubicBezTo>
                        <a:pt x="328" y="218"/>
                        <a:pt x="327" y="218"/>
                        <a:pt x="327" y="218"/>
                      </a:cubicBezTo>
                      <a:cubicBezTo>
                        <a:pt x="326" y="217"/>
                        <a:pt x="325" y="216"/>
                        <a:pt x="325" y="216"/>
                      </a:cubicBezTo>
                      <a:cubicBezTo>
                        <a:pt x="324" y="215"/>
                        <a:pt x="324" y="215"/>
                        <a:pt x="324" y="215"/>
                      </a:cubicBezTo>
                      <a:cubicBezTo>
                        <a:pt x="324" y="215"/>
                        <a:pt x="323" y="215"/>
                        <a:pt x="323" y="215"/>
                      </a:cubicBezTo>
                      <a:cubicBezTo>
                        <a:pt x="322" y="215"/>
                        <a:pt x="322" y="215"/>
                        <a:pt x="321" y="215"/>
                      </a:cubicBezTo>
                      <a:cubicBezTo>
                        <a:pt x="321" y="215"/>
                        <a:pt x="321" y="215"/>
                        <a:pt x="321" y="215"/>
                      </a:cubicBezTo>
                      <a:cubicBezTo>
                        <a:pt x="320" y="215"/>
                        <a:pt x="320" y="215"/>
                        <a:pt x="320" y="216"/>
                      </a:cubicBezTo>
                      <a:cubicBezTo>
                        <a:pt x="320" y="216"/>
                        <a:pt x="320" y="215"/>
                        <a:pt x="319" y="215"/>
                      </a:cubicBezTo>
                      <a:cubicBezTo>
                        <a:pt x="320" y="215"/>
                        <a:pt x="320" y="215"/>
                        <a:pt x="320" y="214"/>
                      </a:cubicBezTo>
                      <a:cubicBezTo>
                        <a:pt x="321" y="214"/>
                        <a:pt x="321" y="213"/>
                        <a:pt x="322" y="213"/>
                      </a:cubicBezTo>
                      <a:cubicBezTo>
                        <a:pt x="322" y="213"/>
                        <a:pt x="323" y="213"/>
                        <a:pt x="323" y="212"/>
                      </a:cubicBezTo>
                      <a:cubicBezTo>
                        <a:pt x="323" y="212"/>
                        <a:pt x="323" y="212"/>
                        <a:pt x="323" y="212"/>
                      </a:cubicBezTo>
                      <a:cubicBezTo>
                        <a:pt x="324" y="212"/>
                        <a:pt x="325" y="211"/>
                        <a:pt x="326" y="211"/>
                      </a:cubicBezTo>
                      <a:cubicBezTo>
                        <a:pt x="326" y="211"/>
                        <a:pt x="326" y="211"/>
                        <a:pt x="326" y="211"/>
                      </a:cubicBezTo>
                      <a:cubicBezTo>
                        <a:pt x="327" y="211"/>
                        <a:pt x="327" y="211"/>
                        <a:pt x="327" y="211"/>
                      </a:cubicBezTo>
                      <a:cubicBezTo>
                        <a:pt x="328" y="210"/>
                        <a:pt x="328" y="210"/>
                        <a:pt x="328" y="209"/>
                      </a:cubicBezTo>
                      <a:cubicBezTo>
                        <a:pt x="327" y="209"/>
                        <a:pt x="327" y="209"/>
                        <a:pt x="327" y="208"/>
                      </a:cubicBezTo>
                      <a:cubicBezTo>
                        <a:pt x="327" y="208"/>
                        <a:pt x="327" y="206"/>
                        <a:pt x="326" y="207"/>
                      </a:cubicBezTo>
                      <a:cubicBezTo>
                        <a:pt x="325" y="207"/>
                        <a:pt x="325" y="207"/>
                        <a:pt x="325" y="207"/>
                      </a:cubicBezTo>
                      <a:cubicBezTo>
                        <a:pt x="325" y="206"/>
                        <a:pt x="325" y="206"/>
                        <a:pt x="326" y="206"/>
                      </a:cubicBezTo>
                      <a:cubicBezTo>
                        <a:pt x="326" y="206"/>
                        <a:pt x="326" y="206"/>
                        <a:pt x="326" y="206"/>
                      </a:cubicBezTo>
                      <a:cubicBezTo>
                        <a:pt x="326" y="206"/>
                        <a:pt x="327" y="206"/>
                        <a:pt x="327" y="206"/>
                      </a:cubicBezTo>
                      <a:cubicBezTo>
                        <a:pt x="327" y="206"/>
                        <a:pt x="327" y="206"/>
                        <a:pt x="327" y="206"/>
                      </a:cubicBezTo>
                      <a:cubicBezTo>
                        <a:pt x="328" y="205"/>
                        <a:pt x="328" y="205"/>
                        <a:pt x="328" y="205"/>
                      </a:cubicBezTo>
                      <a:cubicBezTo>
                        <a:pt x="328" y="204"/>
                        <a:pt x="328" y="204"/>
                        <a:pt x="328" y="204"/>
                      </a:cubicBezTo>
                      <a:cubicBezTo>
                        <a:pt x="328" y="204"/>
                        <a:pt x="328" y="203"/>
                        <a:pt x="327" y="203"/>
                      </a:cubicBezTo>
                      <a:cubicBezTo>
                        <a:pt x="327" y="203"/>
                        <a:pt x="327" y="203"/>
                        <a:pt x="327" y="203"/>
                      </a:cubicBezTo>
                      <a:cubicBezTo>
                        <a:pt x="327" y="202"/>
                        <a:pt x="327" y="202"/>
                        <a:pt x="326" y="202"/>
                      </a:cubicBezTo>
                      <a:cubicBezTo>
                        <a:pt x="326" y="201"/>
                        <a:pt x="325" y="200"/>
                        <a:pt x="324" y="200"/>
                      </a:cubicBezTo>
                      <a:cubicBezTo>
                        <a:pt x="324" y="200"/>
                        <a:pt x="324" y="200"/>
                        <a:pt x="324" y="200"/>
                      </a:cubicBezTo>
                      <a:cubicBezTo>
                        <a:pt x="324" y="200"/>
                        <a:pt x="324" y="200"/>
                        <a:pt x="324" y="200"/>
                      </a:cubicBezTo>
                      <a:cubicBezTo>
                        <a:pt x="324" y="199"/>
                        <a:pt x="323" y="198"/>
                        <a:pt x="323" y="198"/>
                      </a:cubicBezTo>
                      <a:cubicBezTo>
                        <a:pt x="323" y="198"/>
                        <a:pt x="322" y="197"/>
                        <a:pt x="322" y="197"/>
                      </a:cubicBezTo>
                      <a:cubicBezTo>
                        <a:pt x="322" y="197"/>
                        <a:pt x="321" y="197"/>
                        <a:pt x="321" y="197"/>
                      </a:cubicBezTo>
                      <a:cubicBezTo>
                        <a:pt x="321" y="196"/>
                        <a:pt x="321" y="196"/>
                        <a:pt x="321" y="196"/>
                      </a:cubicBezTo>
                      <a:cubicBezTo>
                        <a:pt x="321" y="196"/>
                        <a:pt x="321" y="196"/>
                        <a:pt x="321" y="196"/>
                      </a:cubicBezTo>
                      <a:cubicBezTo>
                        <a:pt x="321" y="196"/>
                        <a:pt x="321" y="195"/>
                        <a:pt x="321" y="195"/>
                      </a:cubicBezTo>
                      <a:cubicBezTo>
                        <a:pt x="321" y="194"/>
                        <a:pt x="321" y="194"/>
                        <a:pt x="320" y="193"/>
                      </a:cubicBezTo>
                      <a:cubicBezTo>
                        <a:pt x="320" y="193"/>
                        <a:pt x="320" y="192"/>
                        <a:pt x="320" y="192"/>
                      </a:cubicBezTo>
                      <a:cubicBezTo>
                        <a:pt x="320" y="192"/>
                        <a:pt x="319" y="191"/>
                        <a:pt x="319" y="191"/>
                      </a:cubicBezTo>
                      <a:cubicBezTo>
                        <a:pt x="319" y="191"/>
                        <a:pt x="319" y="190"/>
                        <a:pt x="318" y="190"/>
                      </a:cubicBezTo>
                      <a:cubicBezTo>
                        <a:pt x="318" y="190"/>
                        <a:pt x="318" y="190"/>
                        <a:pt x="318" y="189"/>
                      </a:cubicBezTo>
                      <a:cubicBezTo>
                        <a:pt x="318" y="189"/>
                        <a:pt x="318" y="189"/>
                        <a:pt x="318" y="189"/>
                      </a:cubicBezTo>
                      <a:cubicBezTo>
                        <a:pt x="318" y="187"/>
                        <a:pt x="317" y="186"/>
                        <a:pt x="316" y="185"/>
                      </a:cubicBezTo>
                      <a:cubicBezTo>
                        <a:pt x="316" y="185"/>
                        <a:pt x="316" y="185"/>
                        <a:pt x="316" y="184"/>
                      </a:cubicBezTo>
                      <a:cubicBezTo>
                        <a:pt x="316" y="184"/>
                        <a:pt x="316" y="184"/>
                        <a:pt x="316" y="184"/>
                      </a:cubicBezTo>
                      <a:cubicBezTo>
                        <a:pt x="316" y="183"/>
                        <a:pt x="316" y="183"/>
                        <a:pt x="316" y="183"/>
                      </a:cubicBezTo>
                      <a:cubicBezTo>
                        <a:pt x="316" y="183"/>
                        <a:pt x="316" y="183"/>
                        <a:pt x="316" y="183"/>
                      </a:cubicBezTo>
                      <a:cubicBezTo>
                        <a:pt x="316" y="183"/>
                        <a:pt x="315" y="182"/>
                        <a:pt x="315" y="182"/>
                      </a:cubicBezTo>
                      <a:cubicBezTo>
                        <a:pt x="314" y="182"/>
                        <a:pt x="313" y="181"/>
                        <a:pt x="312" y="181"/>
                      </a:cubicBezTo>
                      <a:cubicBezTo>
                        <a:pt x="312" y="181"/>
                        <a:pt x="312" y="181"/>
                        <a:pt x="311" y="181"/>
                      </a:cubicBezTo>
                      <a:cubicBezTo>
                        <a:pt x="311" y="180"/>
                        <a:pt x="311" y="180"/>
                        <a:pt x="311" y="180"/>
                      </a:cubicBezTo>
                      <a:cubicBezTo>
                        <a:pt x="311" y="180"/>
                        <a:pt x="311" y="180"/>
                        <a:pt x="311" y="180"/>
                      </a:cubicBezTo>
                      <a:cubicBezTo>
                        <a:pt x="311" y="179"/>
                        <a:pt x="310" y="179"/>
                        <a:pt x="310" y="179"/>
                      </a:cubicBezTo>
                      <a:cubicBezTo>
                        <a:pt x="310" y="179"/>
                        <a:pt x="310" y="179"/>
                        <a:pt x="309" y="179"/>
                      </a:cubicBezTo>
                      <a:cubicBezTo>
                        <a:pt x="309" y="177"/>
                        <a:pt x="309" y="177"/>
                        <a:pt x="309" y="177"/>
                      </a:cubicBezTo>
                      <a:cubicBezTo>
                        <a:pt x="310" y="177"/>
                        <a:pt x="310" y="177"/>
                        <a:pt x="310" y="177"/>
                      </a:cubicBezTo>
                      <a:cubicBezTo>
                        <a:pt x="310" y="176"/>
                        <a:pt x="310" y="176"/>
                        <a:pt x="310" y="176"/>
                      </a:cubicBezTo>
                      <a:cubicBezTo>
                        <a:pt x="310" y="175"/>
                        <a:pt x="311" y="175"/>
                        <a:pt x="311" y="175"/>
                      </a:cubicBezTo>
                      <a:cubicBezTo>
                        <a:pt x="311" y="175"/>
                        <a:pt x="311" y="175"/>
                        <a:pt x="311" y="175"/>
                      </a:cubicBezTo>
                      <a:cubicBezTo>
                        <a:pt x="311" y="174"/>
                        <a:pt x="312" y="173"/>
                        <a:pt x="313" y="172"/>
                      </a:cubicBezTo>
                      <a:cubicBezTo>
                        <a:pt x="313" y="172"/>
                        <a:pt x="313" y="172"/>
                        <a:pt x="314" y="171"/>
                      </a:cubicBezTo>
                      <a:cubicBezTo>
                        <a:pt x="315" y="171"/>
                        <a:pt x="316" y="170"/>
                        <a:pt x="315" y="169"/>
                      </a:cubicBezTo>
                      <a:cubicBezTo>
                        <a:pt x="315" y="169"/>
                        <a:pt x="315" y="169"/>
                        <a:pt x="315" y="169"/>
                      </a:cubicBezTo>
                      <a:cubicBezTo>
                        <a:pt x="315" y="169"/>
                        <a:pt x="315" y="169"/>
                        <a:pt x="315" y="169"/>
                      </a:cubicBezTo>
                      <a:cubicBezTo>
                        <a:pt x="315" y="168"/>
                        <a:pt x="315" y="168"/>
                        <a:pt x="315" y="168"/>
                      </a:cubicBezTo>
                      <a:cubicBezTo>
                        <a:pt x="315" y="168"/>
                        <a:pt x="315" y="167"/>
                        <a:pt x="315" y="167"/>
                      </a:cubicBezTo>
                      <a:cubicBezTo>
                        <a:pt x="316" y="167"/>
                        <a:pt x="316" y="167"/>
                        <a:pt x="316" y="167"/>
                      </a:cubicBezTo>
                      <a:cubicBezTo>
                        <a:pt x="316" y="167"/>
                        <a:pt x="316" y="167"/>
                        <a:pt x="316" y="167"/>
                      </a:cubicBezTo>
                      <a:cubicBezTo>
                        <a:pt x="316" y="167"/>
                        <a:pt x="316" y="167"/>
                        <a:pt x="317" y="168"/>
                      </a:cubicBezTo>
                      <a:cubicBezTo>
                        <a:pt x="316" y="168"/>
                        <a:pt x="316" y="168"/>
                        <a:pt x="316" y="168"/>
                      </a:cubicBezTo>
                      <a:cubicBezTo>
                        <a:pt x="317" y="169"/>
                        <a:pt x="318" y="169"/>
                        <a:pt x="319" y="168"/>
                      </a:cubicBezTo>
                      <a:cubicBezTo>
                        <a:pt x="319" y="168"/>
                        <a:pt x="319" y="168"/>
                        <a:pt x="319" y="168"/>
                      </a:cubicBezTo>
                      <a:cubicBezTo>
                        <a:pt x="319" y="168"/>
                        <a:pt x="319" y="168"/>
                        <a:pt x="319" y="167"/>
                      </a:cubicBezTo>
                      <a:cubicBezTo>
                        <a:pt x="319" y="167"/>
                        <a:pt x="319" y="167"/>
                        <a:pt x="319" y="167"/>
                      </a:cubicBezTo>
                      <a:cubicBezTo>
                        <a:pt x="319" y="166"/>
                        <a:pt x="319" y="166"/>
                        <a:pt x="319" y="166"/>
                      </a:cubicBezTo>
                      <a:cubicBezTo>
                        <a:pt x="319" y="166"/>
                        <a:pt x="319" y="166"/>
                        <a:pt x="320" y="166"/>
                      </a:cubicBezTo>
                      <a:cubicBezTo>
                        <a:pt x="320" y="166"/>
                        <a:pt x="320" y="166"/>
                        <a:pt x="320" y="165"/>
                      </a:cubicBezTo>
                      <a:cubicBezTo>
                        <a:pt x="321" y="165"/>
                        <a:pt x="321" y="165"/>
                        <a:pt x="321" y="165"/>
                      </a:cubicBezTo>
                      <a:cubicBezTo>
                        <a:pt x="321" y="165"/>
                        <a:pt x="321" y="165"/>
                        <a:pt x="321" y="165"/>
                      </a:cubicBezTo>
                      <a:cubicBezTo>
                        <a:pt x="321" y="165"/>
                        <a:pt x="321" y="165"/>
                        <a:pt x="321" y="165"/>
                      </a:cubicBezTo>
                      <a:cubicBezTo>
                        <a:pt x="321" y="165"/>
                        <a:pt x="321" y="165"/>
                        <a:pt x="321" y="164"/>
                      </a:cubicBezTo>
                      <a:cubicBezTo>
                        <a:pt x="322" y="164"/>
                        <a:pt x="322" y="164"/>
                        <a:pt x="323" y="163"/>
                      </a:cubicBezTo>
                      <a:cubicBezTo>
                        <a:pt x="323" y="163"/>
                        <a:pt x="323" y="163"/>
                        <a:pt x="324" y="163"/>
                      </a:cubicBezTo>
                      <a:cubicBezTo>
                        <a:pt x="324" y="163"/>
                        <a:pt x="325" y="163"/>
                        <a:pt x="326" y="162"/>
                      </a:cubicBezTo>
                      <a:cubicBezTo>
                        <a:pt x="326" y="162"/>
                        <a:pt x="326" y="162"/>
                        <a:pt x="326" y="162"/>
                      </a:cubicBezTo>
                      <a:cubicBezTo>
                        <a:pt x="326" y="162"/>
                        <a:pt x="326" y="162"/>
                        <a:pt x="326" y="162"/>
                      </a:cubicBezTo>
                      <a:cubicBezTo>
                        <a:pt x="326" y="162"/>
                        <a:pt x="327" y="162"/>
                        <a:pt x="327" y="162"/>
                      </a:cubicBezTo>
                      <a:cubicBezTo>
                        <a:pt x="327" y="162"/>
                        <a:pt x="328" y="162"/>
                        <a:pt x="329" y="162"/>
                      </a:cubicBezTo>
                      <a:cubicBezTo>
                        <a:pt x="329" y="162"/>
                        <a:pt x="329" y="162"/>
                        <a:pt x="329" y="162"/>
                      </a:cubicBezTo>
                      <a:cubicBezTo>
                        <a:pt x="329" y="162"/>
                        <a:pt x="330" y="162"/>
                        <a:pt x="330" y="162"/>
                      </a:cubicBezTo>
                      <a:cubicBezTo>
                        <a:pt x="331" y="162"/>
                        <a:pt x="331" y="161"/>
                        <a:pt x="331" y="161"/>
                      </a:cubicBezTo>
                      <a:cubicBezTo>
                        <a:pt x="331" y="161"/>
                        <a:pt x="331" y="161"/>
                        <a:pt x="331" y="161"/>
                      </a:cubicBezTo>
                      <a:cubicBezTo>
                        <a:pt x="331" y="161"/>
                        <a:pt x="331" y="160"/>
                        <a:pt x="331" y="160"/>
                      </a:cubicBezTo>
                      <a:cubicBezTo>
                        <a:pt x="331" y="160"/>
                        <a:pt x="332" y="160"/>
                        <a:pt x="332" y="159"/>
                      </a:cubicBezTo>
                      <a:cubicBezTo>
                        <a:pt x="332" y="159"/>
                        <a:pt x="332" y="158"/>
                        <a:pt x="332" y="157"/>
                      </a:cubicBezTo>
                      <a:cubicBezTo>
                        <a:pt x="331" y="157"/>
                        <a:pt x="331" y="157"/>
                        <a:pt x="331" y="157"/>
                      </a:cubicBezTo>
                      <a:cubicBezTo>
                        <a:pt x="330" y="157"/>
                        <a:pt x="330" y="157"/>
                        <a:pt x="329" y="157"/>
                      </a:cubicBezTo>
                      <a:cubicBezTo>
                        <a:pt x="329" y="156"/>
                        <a:pt x="328" y="156"/>
                        <a:pt x="328" y="156"/>
                      </a:cubicBezTo>
                      <a:cubicBezTo>
                        <a:pt x="324" y="156"/>
                        <a:pt x="324" y="156"/>
                        <a:pt x="324" y="156"/>
                      </a:cubicBezTo>
                      <a:cubicBezTo>
                        <a:pt x="324" y="156"/>
                        <a:pt x="323" y="156"/>
                        <a:pt x="322" y="156"/>
                      </a:cubicBezTo>
                      <a:cubicBezTo>
                        <a:pt x="322" y="155"/>
                        <a:pt x="322" y="155"/>
                        <a:pt x="321" y="155"/>
                      </a:cubicBezTo>
                      <a:cubicBezTo>
                        <a:pt x="321" y="154"/>
                        <a:pt x="321" y="154"/>
                        <a:pt x="321" y="154"/>
                      </a:cubicBezTo>
                      <a:cubicBezTo>
                        <a:pt x="321" y="154"/>
                        <a:pt x="320" y="154"/>
                        <a:pt x="320" y="154"/>
                      </a:cubicBezTo>
                      <a:cubicBezTo>
                        <a:pt x="319" y="153"/>
                        <a:pt x="317" y="154"/>
                        <a:pt x="316" y="155"/>
                      </a:cubicBezTo>
                      <a:cubicBezTo>
                        <a:pt x="315" y="157"/>
                        <a:pt x="313" y="158"/>
                        <a:pt x="313" y="159"/>
                      </a:cubicBezTo>
                      <a:cubicBezTo>
                        <a:pt x="311" y="160"/>
                        <a:pt x="309" y="160"/>
                        <a:pt x="308" y="158"/>
                      </a:cubicBezTo>
                      <a:cubicBezTo>
                        <a:pt x="308" y="155"/>
                        <a:pt x="308" y="155"/>
                        <a:pt x="308" y="155"/>
                      </a:cubicBezTo>
                      <a:cubicBezTo>
                        <a:pt x="308" y="155"/>
                        <a:pt x="308" y="154"/>
                        <a:pt x="308" y="154"/>
                      </a:cubicBezTo>
                      <a:cubicBezTo>
                        <a:pt x="309" y="154"/>
                        <a:pt x="309" y="153"/>
                        <a:pt x="308" y="153"/>
                      </a:cubicBezTo>
                      <a:cubicBezTo>
                        <a:pt x="308" y="152"/>
                        <a:pt x="308" y="152"/>
                        <a:pt x="308" y="152"/>
                      </a:cubicBezTo>
                      <a:cubicBezTo>
                        <a:pt x="308" y="152"/>
                        <a:pt x="307" y="152"/>
                        <a:pt x="307" y="151"/>
                      </a:cubicBezTo>
                      <a:cubicBezTo>
                        <a:pt x="307" y="151"/>
                        <a:pt x="307" y="151"/>
                        <a:pt x="306" y="151"/>
                      </a:cubicBezTo>
                      <a:cubicBezTo>
                        <a:pt x="306" y="151"/>
                        <a:pt x="306" y="151"/>
                        <a:pt x="305" y="152"/>
                      </a:cubicBezTo>
                      <a:cubicBezTo>
                        <a:pt x="305" y="152"/>
                        <a:pt x="304" y="152"/>
                        <a:pt x="304" y="152"/>
                      </a:cubicBezTo>
                      <a:cubicBezTo>
                        <a:pt x="304" y="152"/>
                        <a:pt x="303" y="152"/>
                        <a:pt x="303" y="151"/>
                      </a:cubicBezTo>
                      <a:cubicBezTo>
                        <a:pt x="302" y="151"/>
                        <a:pt x="301" y="151"/>
                        <a:pt x="300" y="150"/>
                      </a:cubicBezTo>
                      <a:cubicBezTo>
                        <a:pt x="300" y="150"/>
                        <a:pt x="300" y="150"/>
                        <a:pt x="300" y="150"/>
                      </a:cubicBezTo>
                      <a:cubicBezTo>
                        <a:pt x="300" y="149"/>
                        <a:pt x="300" y="149"/>
                        <a:pt x="300" y="149"/>
                      </a:cubicBezTo>
                      <a:cubicBezTo>
                        <a:pt x="300" y="149"/>
                        <a:pt x="300" y="149"/>
                        <a:pt x="299" y="149"/>
                      </a:cubicBezTo>
                      <a:cubicBezTo>
                        <a:pt x="299" y="149"/>
                        <a:pt x="299" y="149"/>
                        <a:pt x="299" y="149"/>
                      </a:cubicBezTo>
                      <a:cubicBezTo>
                        <a:pt x="299" y="149"/>
                        <a:pt x="299" y="149"/>
                        <a:pt x="299" y="149"/>
                      </a:cubicBezTo>
                      <a:cubicBezTo>
                        <a:pt x="299" y="148"/>
                        <a:pt x="299" y="147"/>
                        <a:pt x="298" y="146"/>
                      </a:cubicBezTo>
                      <a:cubicBezTo>
                        <a:pt x="298" y="146"/>
                        <a:pt x="298" y="146"/>
                        <a:pt x="298" y="145"/>
                      </a:cubicBezTo>
                      <a:cubicBezTo>
                        <a:pt x="298" y="145"/>
                        <a:pt x="298" y="145"/>
                        <a:pt x="299" y="145"/>
                      </a:cubicBezTo>
                      <a:cubicBezTo>
                        <a:pt x="299" y="144"/>
                        <a:pt x="300" y="144"/>
                        <a:pt x="300" y="144"/>
                      </a:cubicBezTo>
                      <a:cubicBezTo>
                        <a:pt x="300" y="143"/>
                        <a:pt x="300" y="143"/>
                        <a:pt x="300" y="143"/>
                      </a:cubicBezTo>
                      <a:cubicBezTo>
                        <a:pt x="299" y="142"/>
                        <a:pt x="300" y="142"/>
                        <a:pt x="301" y="142"/>
                      </a:cubicBezTo>
                      <a:cubicBezTo>
                        <a:pt x="301" y="142"/>
                        <a:pt x="302" y="142"/>
                        <a:pt x="303" y="142"/>
                      </a:cubicBezTo>
                      <a:cubicBezTo>
                        <a:pt x="303" y="142"/>
                        <a:pt x="304" y="142"/>
                        <a:pt x="304" y="143"/>
                      </a:cubicBezTo>
                      <a:cubicBezTo>
                        <a:pt x="304" y="143"/>
                        <a:pt x="304" y="144"/>
                        <a:pt x="304" y="144"/>
                      </a:cubicBezTo>
                      <a:cubicBezTo>
                        <a:pt x="304" y="144"/>
                        <a:pt x="305" y="144"/>
                        <a:pt x="305" y="144"/>
                      </a:cubicBezTo>
                      <a:cubicBezTo>
                        <a:pt x="305" y="144"/>
                        <a:pt x="305" y="144"/>
                        <a:pt x="305" y="144"/>
                      </a:cubicBezTo>
                      <a:cubicBezTo>
                        <a:pt x="305" y="144"/>
                        <a:pt x="305" y="144"/>
                        <a:pt x="305" y="143"/>
                      </a:cubicBezTo>
                      <a:cubicBezTo>
                        <a:pt x="305" y="143"/>
                        <a:pt x="305" y="143"/>
                        <a:pt x="306" y="142"/>
                      </a:cubicBezTo>
                      <a:cubicBezTo>
                        <a:pt x="306" y="142"/>
                        <a:pt x="306" y="142"/>
                        <a:pt x="306" y="142"/>
                      </a:cubicBezTo>
                      <a:cubicBezTo>
                        <a:pt x="307" y="142"/>
                        <a:pt x="308" y="142"/>
                        <a:pt x="308" y="141"/>
                      </a:cubicBezTo>
                      <a:cubicBezTo>
                        <a:pt x="308" y="141"/>
                        <a:pt x="309" y="141"/>
                        <a:pt x="309" y="140"/>
                      </a:cubicBezTo>
                      <a:cubicBezTo>
                        <a:pt x="309" y="140"/>
                        <a:pt x="309" y="140"/>
                        <a:pt x="309" y="140"/>
                      </a:cubicBezTo>
                      <a:cubicBezTo>
                        <a:pt x="309" y="140"/>
                        <a:pt x="309" y="140"/>
                        <a:pt x="309" y="139"/>
                      </a:cubicBezTo>
                      <a:cubicBezTo>
                        <a:pt x="309" y="139"/>
                        <a:pt x="309" y="139"/>
                        <a:pt x="309" y="139"/>
                      </a:cubicBezTo>
                      <a:cubicBezTo>
                        <a:pt x="309" y="139"/>
                        <a:pt x="310" y="139"/>
                        <a:pt x="310" y="139"/>
                      </a:cubicBezTo>
                      <a:cubicBezTo>
                        <a:pt x="310" y="138"/>
                        <a:pt x="310" y="138"/>
                        <a:pt x="310" y="137"/>
                      </a:cubicBezTo>
                      <a:cubicBezTo>
                        <a:pt x="310" y="137"/>
                        <a:pt x="310" y="137"/>
                        <a:pt x="310" y="137"/>
                      </a:cubicBezTo>
                      <a:cubicBezTo>
                        <a:pt x="311" y="136"/>
                        <a:pt x="312" y="135"/>
                        <a:pt x="313" y="135"/>
                      </a:cubicBezTo>
                      <a:cubicBezTo>
                        <a:pt x="314" y="134"/>
                        <a:pt x="315" y="134"/>
                        <a:pt x="316" y="133"/>
                      </a:cubicBezTo>
                      <a:cubicBezTo>
                        <a:pt x="317" y="133"/>
                        <a:pt x="318" y="133"/>
                        <a:pt x="318" y="132"/>
                      </a:cubicBezTo>
                      <a:cubicBezTo>
                        <a:pt x="318" y="132"/>
                        <a:pt x="318" y="132"/>
                        <a:pt x="318" y="131"/>
                      </a:cubicBezTo>
                      <a:cubicBezTo>
                        <a:pt x="318" y="131"/>
                        <a:pt x="318" y="131"/>
                        <a:pt x="318" y="131"/>
                      </a:cubicBezTo>
                      <a:cubicBezTo>
                        <a:pt x="318" y="131"/>
                        <a:pt x="319" y="131"/>
                        <a:pt x="319" y="130"/>
                      </a:cubicBezTo>
                      <a:cubicBezTo>
                        <a:pt x="320" y="130"/>
                        <a:pt x="320" y="129"/>
                        <a:pt x="321" y="128"/>
                      </a:cubicBezTo>
                      <a:cubicBezTo>
                        <a:pt x="321" y="128"/>
                        <a:pt x="321" y="128"/>
                        <a:pt x="321" y="128"/>
                      </a:cubicBezTo>
                      <a:cubicBezTo>
                        <a:pt x="322" y="127"/>
                        <a:pt x="322" y="127"/>
                        <a:pt x="322" y="127"/>
                      </a:cubicBezTo>
                      <a:cubicBezTo>
                        <a:pt x="322" y="127"/>
                        <a:pt x="322" y="127"/>
                        <a:pt x="322" y="127"/>
                      </a:cubicBezTo>
                      <a:cubicBezTo>
                        <a:pt x="323" y="126"/>
                        <a:pt x="323" y="126"/>
                        <a:pt x="323" y="126"/>
                      </a:cubicBezTo>
                      <a:cubicBezTo>
                        <a:pt x="324" y="126"/>
                        <a:pt x="324" y="126"/>
                        <a:pt x="324" y="127"/>
                      </a:cubicBezTo>
                      <a:cubicBezTo>
                        <a:pt x="324" y="127"/>
                        <a:pt x="324" y="127"/>
                        <a:pt x="325" y="127"/>
                      </a:cubicBezTo>
                      <a:cubicBezTo>
                        <a:pt x="325" y="127"/>
                        <a:pt x="325" y="127"/>
                        <a:pt x="325" y="127"/>
                      </a:cubicBezTo>
                      <a:cubicBezTo>
                        <a:pt x="325" y="127"/>
                        <a:pt x="325" y="127"/>
                        <a:pt x="325" y="127"/>
                      </a:cubicBezTo>
                      <a:cubicBezTo>
                        <a:pt x="326" y="127"/>
                        <a:pt x="327" y="128"/>
                        <a:pt x="328" y="128"/>
                      </a:cubicBezTo>
                      <a:cubicBezTo>
                        <a:pt x="328" y="128"/>
                        <a:pt x="328" y="128"/>
                        <a:pt x="328" y="128"/>
                      </a:cubicBezTo>
                      <a:cubicBezTo>
                        <a:pt x="328" y="129"/>
                        <a:pt x="329" y="129"/>
                        <a:pt x="329" y="129"/>
                      </a:cubicBezTo>
                      <a:cubicBezTo>
                        <a:pt x="329" y="129"/>
                        <a:pt x="329" y="129"/>
                        <a:pt x="329" y="129"/>
                      </a:cubicBezTo>
                      <a:cubicBezTo>
                        <a:pt x="329" y="129"/>
                        <a:pt x="329" y="130"/>
                        <a:pt x="329" y="130"/>
                      </a:cubicBezTo>
                      <a:cubicBezTo>
                        <a:pt x="329" y="131"/>
                        <a:pt x="329" y="131"/>
                        <a:pt x="329" y="131"/>
                      </a:cubicBezTo>
                      <a:cubicBezTo>
                        <a:pt x="328" y="134"/>
                        <a:pt x="325" y="135"/>
                        <a:pt x="324" y="137"/>
                      </a:cubicBezTo>
                      <a:cubicBezTo>
                        <a:pt x="323" y="139"/>
                        <a:pt x="323" y="140"/>
                        <a:pt x="325" y="141"/>
                      </a:cubicBezTo>
                      <a:cubicBezTo>
                        <a:pt x="326" y="141"/>
                        <a:pt x="325" y="142"/>
                        <a:pt x="325" y="142"/>
                      </a:cubicBezTo>
                      <a:cubicBezTo>
                        <a:pt x="326" y="142"/>
                        <a:pt x="325" y="143"/>
                        <a:pt x="325" y="143"/>
                      </a:cubicBezTo>
                      <a:cubicBezTo>
                        <a:pt x="325" y="143"/>
                        <a:pt x="325" y="143"/>
                        <a:pt x="325" y="143"/>
                      </a:cubicBezTo>
                      <a:cubicBezTo>
                        <a:pt x="325" y="143"/>
                        <a:pt x="325" y="143"/>
                        <a:pt x="325" y="143"/>
                      </a:cubicBezTo>
                      <a:cubicBezTo>
                        <a:pt x="324" y="143"/>
                        <a:pt x="323" y="143"/>
                        <a:pt x="322" y="144"/>
                      </a:cubicBezTo>
                      <a:cubicBezTo>
                        <a:pt x="322" y="144"/>
                        <a:pt x="321" y="144"/>
                        <a:pt x="322" y="145"/>
                      </a:cubicBezTo>
                      <a:cubicBezTo>
                        <a:pt x="322" y="145"/>
                        <a:pt x="322" y="145"/>
                        <a:pt x="322" y="145"/>
                      </a:cubicBezTo>
                      <a:cubicBezTo>
                        <a:pt x="322" y="145"/>
                        <a:pt x="323" y="145"/>
                        <a:pt x="323" y="145"/>
                      </a:cubicBezTo>
                      <a:cubicBezTo>
                        <a:pt x="323" y="145"/>
                        <a:pt x="324" y="145"/>
                        <a:pt x="325" y="145"/>
                      </a:cubicBezTo>
                      <a:cubicBezTo>
                        <a:pt x="325" y="145"/>
                        <a:pt x="325" y="145"/>
                        <a:pt x="325" y="145"/>
                      </a:cubicBezTo>
                      <a:cubicBezTo>
                        <a:pt x="325" y="145"/>
                        <a:pt x="325" y="145"/>
                        <a:pt x="325" y="145"/>
                      </a:cubicBezTo>
                      <a:cubicBezTo>
                        <a:pt x="325" y="144"/>
                        <a:pt x="326" y="144"/>
                        <a:pt x="326" y="144"/>
                      </a:cubicBezTo>
                      <a:cubicBezTo>
                        <a:pt x="326" y="144"/>
                        <a:pt x="327" y="143"/>
                        <a:pt x="327" y="143"/>
                      </a:cubicBezTo>
                      <a:cubicBezTo>
                        <a:pt x="327" y="143"/>
                        <a:pt x="327" y="143"/>
                        <a:pt x="327" y="143"/>
                      </a:cubicBezTo>
                      <a:cubicBezTo>
                        <a:pt x="327" y="143"/>
                        <a:pt x="327" y="143"/>
                        <a:pt x="327" y="143"/>
                      </a:cubicBezTo>
                      <a:cubicBezTo>
                        <a:pt x="327" y="143"/>
                        <a:pt x="327" y="143"/>
                        <a:pt x="328" y="143"/>
                      </a:cubicBezTo>
                      <a:cubicBezTo>
                        <a:pt x="328" y="143"/>
                        <a:pt x="328" y="143"/>
                        <a:pt x="328" y="143"/>
                      </a:cubicBezTo>
                      <a:cubicBezTo>
                        <a:pt x="329" y="142"/>
                        <a:pt x="330" y="140"/>
                        <a:pt x="332" y="139"/>
                      </a:cubicBezTo>
                      <a:cubicBezTo>
                        <a:pt x="335" y="138"/>
                        <a:pt x="338" y="136"/>
                        <a:pt x="342" y="136"/>
                      </a:cubicBezTo>
                      <a:cubicBezTo>
                        <a:pt x="342" y="137"/>
                        <a:pt x="342" y="137"/>
                        <a:pt x="342" y="136"/>
                      </a:cubicBezTo>
                      <a:cubicBezTo>
                        <a:pt x="343" y="136"/>
                        <a:pt x="343" y="136"/>
                        <a:pt x="343" y="135"/>
                      </a:cubicBezTo>
                      <a:cubicBezTo>
                        <a:pt x="343" y="135"/>
                        <a:pt x="343" y="135"/>
                        <a:pt x="344" y="135"/>
                      </a:cubicBezTo>
                      <a:cubicBezTo>
                        <a:pt x="344" y="135"/>
                        <a:pt x="344" y="136"/>
                        <a:pt x="344" y="136"/>
                      </a:cubicBezTo>
                      <a:cubicBezTo>
                        <a:pt x="345" y="134"/>
                        <a:pt x="345" y="134"/>
                        <a:pt x="345" y="134"/>
                      </a:cubicBezTo>
                      <a:cubicBezTo>
                        <a:pt x="345" y="134"/>
                        <a:pt x="346" y="133"/>
                        <a:pt x="347" y="133"/>
                      </a:cubicBezTo>
                      <a:cubicBezTo>
                        <a:pt x="347" y="132"/>
                        <a:pt x="350" y="130"/>
                        <a:pt x="350" y="130"/>
                      </a:cubicBezTo>
                      <a:cubicBezTo>
                        <a:pt x="350" y="130"/>
                        <a:pt x="352" y="129"/>
                        <a:pt x="352" y="129"/>
                      </a:cubicBezTo>
                      <a:cubicBezTo>
                        <a:pt x="354" y="127"/>
                        <a:pt x="354" y="127"/>
                        <a:pt x="354" y="127"/>
                      </a:cubicBezTo>
                      <a:cubicBezTo>
                        <a:pt x="355" y="127"/>
                        <a:pt x="355" y="127"/>
                        <a:pt x="355" y="127"/>
                      </a:cubicBezTo>
                      <a:cubicBezTo>
                        <a:pt x="355" y="127"/>
                        <a:pt x="357" y="124"/>
                        <a:pt x="357" y="124"/>
                      </a:cubicBezTo>
                      <a:cubicBezTo>
                        <a:pt x="357" y="123"/>
                        <a:pt x="359" y="123"/>
                        <a:pt x="359" y="123"/>
                      </a:cubicBezTo>
                      <a:cubicBezTo>
                        <a:pt x="359" y="123"/>
                        <a:pt x="359" y="121"/>
                        <a:pt x="359" y="121"/>
                      </a:cubicBezTo>
                      <a:cubicBezTo>
                        <a:pt x="359" y="121"/>
                        <a:pt x="361" y="120"/>
                        <a:pt x="361" y="120"/>
                      </a:cubicBezTo>
                      <a:cubicBezTo>
                        <a:pt x="361" y="120"/>
                        <a:pt x="361" y="119"/>
                        <a:pt x="361" y="119"/>
                      </a:cubicBezTo>
                      <a:cubicBezTo>
                        <a:pt x="364" y="122"/>
                        <a:pt x="364" y="122"/>
                        <a:pt x="364" y="122"/>
                      </a:cubicBezTo>
                      <a:cubicBezTo>
                        <a:pt x="368" y="122"/>
                        <a:pt x="368" y="122"/>
                        <a:pt x="368" y="122"/>
                      </a:cubicBezTo>
                      <a:cubicBezTo>
                        <a:pt x="369" y="123"/>
                        <a:pt x="369" y="123"/>
                        <a:pt x="369" y="123"/>
                      </a:cubicBezTo>
                      <a:cubicBezTo>
                        <a:pt x="369" y="123"/>
                        <a:pt x="369" y="123"/>
                        <a:pt x="370" y="122"/>
                      </a:cubicBezTo>
                      <a:cubicBezTo>
                        <a:pt x="370" y="122"/>
                        <a:pt x="371" y="121"/>
                        <a:pt x="371" y="121"/>
                      </a:cubicBezTo>
                      <a:cubicBezTo>
                        <a:pt x="371" y="121"/>
                        <a:pt x="371" y="120"/>
                        <a:pt x="371" y="120"/>
                      </a:cubicBezTo>
                      <a:cubicBezTo>
                        <a:pt x="370" y="120"/>
                        <a:pt x="369" y="119"/>
                        <a:pt x="369" y="119"/>
                      </a:cubicBezTo>
                      <a:cubicBezTo>
                        <a:pt x="369" y="119"/>
                        <a:pt x="369" y="117"/>
                        <a:pt x="369" y="117"/>
                      </a:cubicBezTo>
                      <a:cubicBezTo>
                        <a:pt x="374" y="117"/>
                        <a:pt x="374" y="117"/>
                        <a:pt x="374" y="117"/>
                      </a:cubicBezTo>
                      <a:cubicBezTo>
                        <a:pt x="374" y="117"/>
                        <a:pt x="375" y="116"/>
                        <a:pt x="376" y="116"/>
                      </a:cubicBezTo>
                      <a:cubicBezTo>
                        <a:pt x="376" y="116"/>
                        <a:pt x="376" y="116"/>
                        <a:pt x="376" y="116"/>
                      </a:cubicBezTo>
                      <a:cubicBezTo>
                        <a:pt x="377" y="116"/>
                        <a:pt x="378" y="113"/>
                        <a:pt x="378" y="113"/>
                      </a:cubicBezTo>
                      <a:cubicBezTo>
                        <a:pt x="378" y="113"/>
                        <a:pt x="379" y="113"/>
                        <a:pt x="379" y="113"/>
                      </a:cubicBezTo>
                      <a:cubicBezTo>
                        <a:pt x="379" y="113"/>
                        <a:pt x="379" y="114"/>
                        <a:pt x="379" y="114"/>
                      </a:cubicBezTo>
                      <a:cubicBezTo>
                        <a:pt x="380" y="113"/>
                        <a:pt x="380" y="113"/>
                        <a:pt x="380" y="113"/>
                      </a:cubicBezTo>
                      <a:cubicBezTo>
                        <a:pt x="380" y="113"/>
                        <a:pt x="381" y="110"/>
                        <a:pt x="381" y="110"/>
                      </a:cubicBezTo>
                      <a:cubicBezTo>
                        <a:pt x="381" y="110"/>
                        <a:pt x="382" y="109"/>
                        <a:pt x="382" y="109"/>
                      </a:cubicBezTo>
                      <a:cubicBezTo>
                        <a:pt x="382" y="109"/>
                        <a:pt x="382" y="108"/>
                        <a:pt x="382" y="108"/>
                      </a:cubicBezTo>
                      <a:cubicBezTo>
                        <a:pt x="383" y="108"/>
                        <a:pt x="383" y="108"/>
                        <a:pt x="383" y="108"/>
                      </a:cubicBezTo>
                      <a:cubicBezTo>
                        <a:pt x="383" y="109"/>
                        <a:pt x="383" y="109"/>
                        <a:pt x="383" y="109"/>
                      </a:cubicBezTo>
                      <a:cubicBezTo>
                        <a:pt x="385" y="111"/>
                        <a:pt x="385" y="111"/>
                        <a:pt x="385" y="111"/>
                      </a:cubicBezTo>
                      <a:cubicBezTo>
                        <a:pt x="386" y="112"/>
                        <a:pt x="386" y="112"/>
                        <a:pt x="386" y="112"/>
                      </a:cubicBezTo>
                      <a:cubicBezTo>
                        <a:pt x="387" y="113"/>
                        <a:pt x="387" y="113"/>
                        <a:pt x="387" y="113"/>
                      </a:cubicBezTo>
                      <a:cubicBezTo>
                        <a:pt x="387" y="113"/>
                        <a:pt x="387" y="113"/>
                        <a:pt x="387" y="113"/>
                      </a:cubicBezTo>
                      <a:cubicBezTo>
                        <a:pt x="387" y="112"/>
                        <a:pt x="386" y="112"/>
                        <a:pt x="386" y="112"/>
                      </a:cubicBezTo>
                      <a:cubicBezTo>
                        <a:pt x="386" y="111"/>
                        <a:pt x="386" y="111"/>
                        <a:pt x="386" y="111"/>
                      </a:cubicBezTo>
                      <a:cubicBezTo>
                        <a:pt x="386" y="111"/>
                        <a:pt x="386" y="110"/>
                        <a:pt x="386" y="110"/>
                      </a:cubicBezTo>
                      <a:cubicBezTo>
                        <a:pt x="387" y="110"/>
                        <a:pt x="387" y="110"/>
                        <a:pt x="388" y="110"/>
                      </a:cubicBezTo>
                      <a:cubicBezTo>
                        <a:pt x="388" y="110"/>
                        <a:pt x="389" y="110"/>
                        <a:pt x="389" y="109"/>
                      </a:cubicBezTo>
                      <a:cubicBezTo>
                        <a:pt x="390" y="109"/>
                        <a:pt x="390" y="108"/>
                        <a:pt x="390" y="108"/>
                      </a:cubicBezTo>
                      <a:cubicBezTo>
                        <a:pt x="390" y="107"/>
                        <a:pt x="390" y="107"/>
                        <a:pt x="390" y="107"/>
                      </a:cubicBezTo>
                      <a:cubicBezTo>
                        <a:pt x="390" y="106"/>
                        <a:pt x="390" y="106"/>
                        <a:pt x="391" y="106"/>
                      </a:cubicBezTo>
                      <a:cubicBezTo>
                        <a:pt x="392" y="104"/>
                        <a:pt x="390" y="102"/>
                        <a:pt x="391" y="100"/>
                      </a:cubicBezTo>
                      <a:cubicBezTo>
                        <a:pt x="391" y="99"/>
                        <a:pt x="391" y="99"/>
                        <a:pt x="391" y="98"/>
                      </a:cubicBezTo>
                      <a:cubicBezTo>
                        <a:pt x="391" y="98"/>
                        <a:pt x="391" y="98"/>
                        <a:pt x="391" y="97"/>
                      </a:cubicBezTo>
                      <a:cubicBezTo>
                        <a:pt x="391" y="96"/>
                        <a:pt x="390" y="94"/>
                        <a:pt x="389" y="92"/>
                      </a:cubicBezTo>
                      <a:cubicBezTo>
                        <a:pt x="389" y="92"/>
                        <a:pt x="389" y="92"/>
                        <a:pt x="389" y="91"/>
                      </a:cubicBezTo>
                      <a:cubicBezTo>
                        <a:pt x="389" y="91"/>
                        <a:pt x="389" y="91"/>
                        <a:pt x="389" y="91"/>
                      </a:cubicBezTo>
                      <a:cubicBezTo>
                        <a:pt x="390" y="90"/>
                        <a:pt x="391" y="89"/>
                        <a:pt x="392" y="89"/>
                      </a:cubicBezTo>
                      <a:cubicBezTo>
                        <a:pt x="392" y="89"/>
                        <a:pt x="392" y="89"/>
                        <a:pt x="393" y="89"/>
                      </a:cubicBezTo>
                      <a:cubicBezTo>
                        <a:pt x="393" y="89"/>
                        <a:pt x="393" y="89"/>
                        <a:pt x="394" y="89"/>
                      </a:cubicBezTo>
                      <a:cubicBezTo>
                        <a:pt x="394" y="88"/>
                        <a:pt x="394" y="87"/>
                        <a:pt x="395" y="86"/>
                      </a:cubicBezTo>
                      <a:cubicBezTo>
                        <a:pt x="397" y="87"/>
                        <a:pt x="400" y="88"/>
                        <a:pt x="402" y="88"/>
                      </a:cubicBezTo>
                      <a:cubicBezTo>
                        <a:pt x="403" y="88"/>
                        <a:pt x="403" y="89"/>
                        <a:pt x="403" y="88"/>
                      </a:cubicBezTo>
                      <a:cubicBezTo>
                        <a:pt x="404" y="88"/>
                        <a:pt x="404" y="88"/>
                        <a:pt x="404" y="87"/>
                      </a:cubicBezTo>
                      <a:cubicBezTo>
                        <a:pt x="404" y="87"/>
                        <a:pt x="404" y="86"/>
                        <a:pt x="404" y="85"/>
                      </a:cubicBezTo>
                      <a:cubicBezTo>
                        <a:pt x="404" y="85"/>
                        <a:pt x="404" y="84"/>
                        <a:pt x="405" y="84"/>
                      </a:cubicBezTo>
                      <a:cubicBezTo>
                        <a:pt x="406" y="84"/>
                        <a:pt x="406" y="83"/>
                        <a:pt x="406" y="82"/>
                      </a:cubicBezTo>
                      <a:cubicBezTo>
                        <a:pt x="407" y="81"/>
                        <a:pt x="407" y="80"/>
                        <a:pt x="408" y="78"/>
                      </a:cubicBezTo>
                      <a:cubicBezTo>
                        <a:pt x="408" y="78"/>
                        <a:pt x="408" y="78"/>
                        <a:pt x="409" y="77"/>
                      </a:cubicBezTo>
                      <a:cubicBezTo>
                        <a:pt x="409" y="77"/>
                        <a:pt x="409" y="76"/>
                        <a:pt x="409" y="76"/>
                      </a:cubicBezTo>
                      <a:cubicBezTo>
                        <a:pt x="409" y="76"/>
                        <a:pt x="409" y="76"/>
                        <a:pt x="409" y="75"/>
                      </a:cubicBezTo>
                      <a:cubicBezTo>
                        <a:pt x="408" y="75"/>
                        <a:pt x="408" y="74"/>
                        <a:pt x="409" y="73"/>
                      </a:cubicBezTo>
                      <a:cubicBezTo>
                        <a:pt x="409" y="72"/>
                        <a:pt x="410" y="72"/>
                        <a:pt x="410" y="71"/>
                      </a:cubicBezTo>
                      <a:cubicBezTo>
                        <a:pt x="411" y="70"/>
                        <a:pt x="411" y="68"/>
                        <a:pt x="411" y="67"/>
                      </a:cubicBezTo>
                      <a:cubicBezTo>
                        <a:pt x="411" y="67"/>
                        <a:pt x="411" y="67"/>
                        <a:pt x="411" y="67"/>
                      </a:cubicBezTo>
                      <a:cubicBezTo>
                        <a:pt x="411" y="66"/>
                        <a:pt x="412" y="66"/>
                        <a:pt x="412" y="66"/>
                      </a:cubicBezTo>
                      <a:cubicBezTo>
                        <a:pt x="413" y="65"/>
                        <a:pt x="414" y="65"/>
                        <a:pt x="415" y="64"/>
                      </a:cubicBezTo>
                      <a:cubicBezTo>
                        <a:pt x="415" y="64"/>
                        <a:pt x="415" y="64"/>
                        <a:pt x="415" y="63"/>
                      </a:cubicBezTo>
                      <a:cubicBezTo>
                        <a:pt x="415" y="63"/>
                        <a:pt x="415" y="63"/>
                        <a:pt x="415" y="63"/>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2" name="Freeform 867">
                  <a:extLst>
                    <a:ext uri="{FF2B5EF4-FFF2-40B4-BE49-F238E27FC236}">
                      <a16:creationId xmlns:a16="http://schemas.microsoft.com/office/drawing/2014/main" id="{E554FD42-6161-3D50-D7B3-CC5733EC8574}"/>
                    </a:ext>
                  </a:extLst>
                </p:cNvPr>
                <p:cNvSpPr>
                  <a:spLocks/>
                </p:cNvSpPr>
                <p:nvPr/>
              </p:nvSpPr>
              <p:spPr bwMode="auto">
                <a:xfrm>
                  <a:off x="8280400" y="4475163"/>
                  <a:ext cx="150812" cy="120650"/>
                </a:xfrm>
                <a:custGeom>
                  <a:avLst/>
                  <a:gdLst>
                    <a:gd name="T0" fmla="*/ 36 w 36"/>
                    <a:gd name="T1" fmla="*/ 7 h 29"/>
                    <a:gd name="T2" fmla="*/ 34 w 36"/>
                    <a:gd name="T3" fmla="*/ 4 h 29"/>
                    <a:gd name="T4" fmla="*/ 33 w 36"/>
                    <a:gd name="T5" fmla="*/ 2 h 29"/>
                    <a:gd name="T6" fmla="*/ 29 w 36"/>
                    <a:gd name="T7" fmla="*/ 0 h 29"/>
                    <a:gd name="T8" fmla="*/ 25 w 36"/>
                    <a:gd name="T9" fmla="*/ 0 h 29"/>
                    <a:gd name="T10" fmla="*/ 26 w 36"/>
                    <a:gd name="T11" fmla="*/ 4 h 29"/>
                    <a:gd name="T12" fmla="*/ 23 w 36"/>
                    <a:gd name="T13" fmla="*/ 4 h 29"/>
                    <a:gd name="T14" fmla="*/ 19 w 36"/>
                    <a:gd name="T15" fmla="*/ 1 h 29"/>
                    <a:gd name="T16" fmla="*/ 16 w 36"/>
                    <a:gd name="T17" fmla="*/ 0 h 29"/>
                    <a:gd name="T18" fmla="*/ 12 w 36"/>
                    <a:gd name="T19" fmla="*/ 0 h 29"/>
                    <a:gd name="T20" fmla="*/ 8 w 36"/>
                    <a:gd name="T21" fmla="*/ 0 h 29"/>
                    <a:gd name="T22" fmla="*/ 4 w 36"/>
                    <a:gd name="T23" fmla="*/ 1 h 29"/>
                    <a:gd name="T24" fmla="*/ 1 w 36"/>
                    <a:gd name="T25" fmla="*/ 6 h 29"/>
                    <a:gd name="T26" fmla="*/ 0 w 36"/>
                    <a:gd name="T27" fmla="*/ 10 h 29"/>
                    <a:gd name="T28" fmla="*/ 2 w 36"/>
                    <a:gd name="T29" fmla="*/ 15 h 29"/>
                    <a:gd name="T30" fmla="*/ 2 w 36"/>
                    <a:gd name="T31" fmla="*/ 18 h 29"/>
                    <a:gd name="T32" fmla="*/ 4 w 36"/>
                    <a:gd name="T33" fmla="*/ 20 h 29"/>
                    <a:gd name="T34" fmla="*/ 5 w 36"/>
                    <a:gd name="T35" fmla="*/ 22 h 29"/>
                    <a:gd name="T36" fmla="*/ 6 w 36"/>
                    <a:gd name="T37" fmla="*/ 25 h 29"/>
                    <a:gd name="T38" fmla="*/ 8 w 36"/>
                    <a:gd name="T39" fmla="*/ 26 h 29"/>
                    <a:gd name="T40" fmla="*/ 8 w 36"/>
                    <a:gd name="T41" fmla="*/ 25 h 29"/>
                    <a:gd name="T42" fmla="*/ 10 w 36"/>
                    <a:gd name="T43" fmla="*/ 25 h 29"/>
                    <a:gd name="T44" fmla="*/ 10 w 36"/>
                    <a:gd name="T45" fmla="*/ 26 h 29"/>
                    <a:gd name="T46" fmla="*/ 10 w 36"/>
                    <a:gd name="T47" fmla="*/ 28 h 29"/>
                    <a:gd name="T48" fmla="*/ 11 w 36"/>
                    <a:gd name="T49" fmla="*/ 28 h 29"/>
                    <a:gd name="T50" fmla="*/ 13 w 36"/>
                    <a:gd name="T51" fmla="*/ 28 h 29"/>
                    <a:gd name="T52" fmla="*/ 15 w 36"/>
                    <a:gd name="T53" fmla="*/ 29 h 29"/>
                    <a:gd name="T54" fmla="*/ 18 w 36"/>
                    <a:gd name="T55" fmla="*/ 27 h 29"/>
                    <a:gd name="T56" fmla="*/ 20 w 36"/>
                    <a:gd name="T57" fmla="*/ 25 h 29"/>
                    <a:gd name="T58" fmla="*/ 23 w 36"/>
                    <a:gd name="T59" fmla="*/ 25 h 29"/>
                    <a:gd name="T60" fmla="*/ 26 w 36"/>
                    <a:gd name="T61" fmla="*/ 26 h 29"/>
                    <a:gd name="T62" fmla="*/ 28 w 36"/>
                    <a:gd name="T63" fmla="*/ 25 h 29"/>
                    <a:gd name="T64" fmla="*/ 25 w 36"/>
                    <a:gd name="T65" fmla="*/ 22 h 29"/>
                    <a:gd name="T66" fmla="*/ 27 w 36"/>
                    <a:gd name="T67" fmla="*/ 19 h 29"/>
                    <a:gd name="T68" fmla="*/ 30 w 36"/>
                    <a:gd name="T69" fmla="*/ 18 h 29"/>
                    <a:gd name="T70" fmla="*/ 34 w 36"/>
                    <a:gd name="T71" fmla="*/ 15 h 29"/>
                    <a:gd name="T72" fmla="*/ 35 w 36"/>
                    <a:gd name="T73"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29">
                      <a:moveTo>
                        <a:pt x="35" y="10"/>
                      </a:moveTo>
                      <a:cubicBezTo>
                        <a:pt x="36" y="9"/>
                        <a:pt x="35" y="8"/>
                        <a:pt x="36" y="7"/>
                      </a:cubicBezTo>
                      <a:cubicBezTo>
                        <a:pt x="36" y="6"/>
                        <a:pt x="35" y="6"/>
                        <a:pt x="35" y="5"/>
                      </a:cubicBezTo>
                      <a:cubicBezTo>
                        <a:pt x="35" y="5"/>
                        <a:pt x="34" y="4"/>
                        <a:pt x="34" y="4"/>
                      </a:cubicBezTo>
                      <a:cubicBezTo>
                        <a:pt x="33" y="3"/>
                        <a:pt x="33" y="3"/>
                        <a:pt x="33" y="2"/>
                      </a:cubicBezTo>
                      <a:cubicBezTo>
                        <a:pt x="33" y="2"/>
                        <a:pt x="33" y="2"/>
                        <a:pt x="33" y="2"/>
                      </a:cubicBezTo>
                      <a:cubicBezTo>
                        <a:pt x="32" y="2"/>
                        <a:pt x="31" y="1"/>
                        <a:pt x="31" y="1"/>
                      </a:cubicBezTo>
                      <a:cubicBezTo>
                        <a:pt x="30" y="1"/>
                        <a:pt x="30" y="1"/>
                        <a:pt x="29" y="0"/>
                      </a:cubicBezTo>
                      <a:cubicBezTo>
                        <a:pt x="28" y="0"/>
                        <a:pt x="28" y="0"/>
                        <a:pt x="27" y="0"/>
                      </a:cubicBezTo>
                      <a:cubicBezTo>
                        <a:pt x="26" y="0"/>
                        <a:pt x="26" y="0"/>
                        <a:pt x="25" y="0"/>
                      </a:cubicBezTo>
                      <a:cubicBezTo>
                        <a:pt x="25" y="1"/>
                        <a:pt x="25" y="1"/>
                        <a:pt x="26" y="2"/>
                      </a:cubicBezTo>
                      <a:cubicBezTo>
                        <a:pt x="27" y="3"/>
                        <a:pt x="26" y="3"/>
                        <a:pt x="26" y="4"/>
                      </a:cubicBezTo>
                      <a:cubicBezTo>
                        <a:pt x="26" y="5"/>
                        <a:pt x="26" y="5"/>
                        <a:pt x="25" y="5"/>
                      </a:cubicBezTo>
                      <a:cubicBezTo>
                        <a:pt x="25" y="5"/>
                        <a:pt x="24" y="4"/>
                        <a:pt x="23" y="4"/>
                      </a:cubicBezTo>
                      <a:cubicBezTo>
                        <a:pt x="23" y="3"/>
                        <a:pt x="22" y="3"/>
                        <a:pt x="21" y="3"/>
                      </a:cubicBezTo>
                      <a:cubicBezTo>
                        <a:pt x="20" y="3"/>
                        <a:pt x="20" y="2"/>
                        <a:pt x="19" y="1"/>
                      </a:cubicBezTo>
                      <a:cubicBezTo>
                        <a:pt x="19" y="1"/>
                        <a:pt x="18" y="1"/>
                        <a:pt x="18" y="1"/>
                      </a:cubicBezTo>
                      <a:cubicBezTo>
                        <a:pt x="17" y="1"/>
                        <a:pt x="17" y="0"/>
                        <a:pt x="16" y="0"/>
                      </a:cubicBezTo>
                      <a:cubicBezTo>
                        <a:pt x="16" y="0"/>
                        <a:pt x="15" y="1"/>
                        <a:pt x="14" y="1"/>
                      </a:cubicBezTo>
                      <a:cubicBezTo>
                        <a:pt x="14" y="1"/>
                        <a:pt x="13" y="0"/>
                        <a:pt x="12" y="0"/>
                      </a:cubicBezTo>
                      <a:cubicBezTo>
                        <a:pt x="12" y="0"/>
                        <a:pt x="11" y="1"/>
                        <a:pt x="10" y="1"/>
                      </a:cubicBezTo>
                      <a:cubicBezTo>
                        <a:pt x="10" y="1"/>
                        <a:pt x="9" y="0"/>
                        <a:pt x="8" y="0"/>
                      </a:cubicBezTo>
                      <a:cubicBezTo>
                        <a:pt x="8" y="0"/>
                        <a:pt x="7" y="1"/>
                        <a:pt x="6" y="1"/>
                      </a:cubicBezTo>
                      <a:cubicBezTo>
                        <a:pt x="5" y="1"/>
                        <a:pt x="4" y="1"/>
                        <a:pt x="4" y="1"/>
                      </a:cubicBezTo>
                      <a:cubicBezTo>
                        <a:pt x="3" y="1"/>
                        <a:pt x="2" y="2"/>
                        <a:pt x="2" y="3"/>
                      </a:cubicBezTo>
                      <a:cubicBezTo>
                        <a:pt x="1" y="4"/>
                        <a:pt x="1" y="5"/>
                        <a:pt x="1" y="6"/>
                      </a:cubicBezTo>
                      <a:cubicBezTo>
                        <a:pt x="0" y="6"/>
                        <a:pt x="0" y="7"/>
                        <a:pt x="0" y="7"/>
                      </a:cubicBezTo>
                      <a:cubicBezTo>
                        <a:pt x="0" y="8"/>
                        <a:pt x="0" y="10"/>
                        <a:pt x="0" y="10"/>
                      </a:cubicBezTo>
                      <a:cubicBezTo>
                        <a:pt x="0" y="11"/>
                        <a:pt x="1" y="12"/>
                        <a:pt x="1" y="12"/>
                      </a:cubicBezTo>
                      <a:cubicBezTo>
                        <a:pt x="2" y="12"/>
                        <a:pt x="2" y="15"/>
                        <a:pt x="2" y="15"/>
                      </a:cubicBezTo>
                      <a:cubicBezTo>
                        <a:pt x="2" y="16"/>
                        <a:pt x="2" y="17"/>
                        <a:pt x="2" y="17"/>
                      </a:cubicBezTo>
                      <a:cubicBezTo>
                        <a:pt x="2" y="17"/>
                        <a:pt x="2" y="18"/>
                        <a:pt x="2" y="18"/>
                      </a:cubicBezTo>
                      <a:cubicBezTo>
                        <a:pt x="2" y="19"/>
                        <a:pt x="3" y="19"/>
                        <a:pt x="3" y="19"/>
                      </a:cubicBezTo>
                      <a:cubicBezTo>
                        <a:pt x="3" y="20"/>
                        <a:pt x="3" y="20"/>
                        <a:pt x="4" y="20"/>
                      </a:cubicBezTo>
                      <a:cubicBezTo>
                        <a:pt x="4" y="20"/>
                        <a:pt x="4" y="21"/>
                        <a:pt x="4" y="21"/>
                      </a:cubicBezTo>
                      <a:cubicBezTo>
                        <a:pt x="4" y="22"/>
                        <a:pt x="4" y="22"/>
                        <a:pt x="5" y="22"/>
                      </a:cubicBezTo>
                      <a:cubicBezTo>
                        <a:pt x="5" y="22"/>
                        <a:pt x="5" y="23"/>
                        <a:pt x="5" y="23"/>
                      </a:cubicBezTo>
                      <a:cubicBezTo>
                        <a:pt x="5" y="23"/>
                        <a:pt x="6" y="24"/>
                        <a:pt x="6" y="25"/>
                      </a:cubicBezTo>
                      <a:cubicBezTo>
                        <a:pt x="6" y="25"/>
                        <a:pt x="6" y="25"/>
                        <a:pt x="6" y="26"/>
                      </a:cubicBezTo>
                      <a:cubicBezTo>
                        <a:pt x="7" y="26"/>
                        <a:pt x="7" y="26"/>
                        <a:pt x="8" y="26"/>
                      </a:cubicBezTo>
                      <a:cubicBezTo>
                        <a:pt x="8" y="26"/>
                        <a:pt x="8" y="26"/>
                        <a:pt x="8" y="26"/>
                      </a:cubicBezTo>
                      <a:cubicBezTo>
                        <a:pt x="8" y="26"/>
                        <a:pt x="8" y="25"/>
                        <a:pt x="8" y="25"/>
                      </a:cubicBezTo>
                      <a:cubicBezTo>
                        <a:pt x="8" y="25"/>
                        <a:pt x="9" y="24"/>
                        <a:pt x="9" y="24"/>
                      </a:cubicBezTo>
                      <a:cubicBezTo>
                        <a:pt x="9" y="24"/>
                        <a:pt x="10" y="24"/>
                        <a:pt x="10" y="25"/>
                      </a:cubicBezTo>
                      <a:cubicBezTo>
                        <a:pt x="10" y="25"/>
                        <a:pt x="10" y="25"/>
                        <a:pt x="10" y="26"/>
                      </a:cubicBezTo>
                      <a:cubicBezTo>
                        <a:pt x="10" y="26"/>
                        <a:pt x="10" y="26"/>
                        <a:pt x="10" y="26"/>
                      </a:cubicBezTo>
                      <a:cubicBezTo>
                        <a:pt x="10" y="27"/>
                        <a:pt x="9" y="27"/>
                        <a:pt x="9" y="27"/>
                      </a:cubicBezTo>
                      <a:cubicBezTo>
                        <a:pt x="9" y="28"/>
                        <a:pt x="9" y="28"/>
                        <a:pt x="10" y="28"/>
                      </a:cubicBezTo>
                      <a:cubicBezTo>
                        <a:pt x="10" y="28"/>
                        <a:pt x="10" y="28"/>
                        <a:pt x="11" y="28"/>
                      </a:cubicBezTo>
                      <a:cubicBezTo>
                        <a:pt x="11" y="28"/>
                        <a:pt x="11" y="28"/>
                        <a:pt x="11" y="28"/>
                      </a:cubicBezTo>
                      <a:cubicBezTo>
                        <a:pt x="11" y="28"/>
                        <a:pt x="12" y="27"/>
                        <a:pt x="12" y="27"/>
                      </a:cubicBezTo>
                      <a:cubicBezTo>
                        <a:pt x="12" y="27"/>
                        <a:pt x="13" y="28"/>
                        <a:pt x="13" y="28"/>
                      </a:cubicBezTo>
                      <a:cubicBezTo>
                        <a:pt x="14" y="28"/>
                        <a:pt x="15" y="28"/>
                        <a:pt x="15" y="28"/>
                      </a:cubicBezTo>
                      <a:cubicBezTo>
                        <a:pt x="15" y="29"/>
                        <a:pt x="15" y="29"/>
                        <a:pt x="15" y="29"/>
                      </a:cubicBezTo>
                      <a:cubicBezTo>
                        <a:pt x="16" y="28"/>
                        <a:pt x="17" y="27"/>
                        <a:pt x="17" y="27"/>
                      </a:cubicBezTo>
                      <a:cubicBezTo>
                        <a:pt x="17" y="27"/>
                        <a:pt x="17" y="27"/>
                        <a:pt x="18" y="27"/>
                      </a:cubicBezTo>
                      <a:cubicBezTo>
                        <a:pt x="18" y="27"/>
                        <a:pt x="18" y="26"/>
                        <a:pt x="19" y="26"/>
                      </a:cubicBezTo>
                      <a:cubicBezTo>
                        <a:pt x="19" y="26"/>
                        <a:pt x="19" y="25"/>
                        <a:pt x="20" y="25"/>
                      </a:cubicBezTo>
                      <a:cubicBezTo>
                        <a:pt x="20" y="25"/>
                        <a:pt x="21" y="25"/>
                        <a:pt x="21" y="25"/>
                      </a:cubicBezTo>
                      <a:cubicBezTo>
                        <a:pt x="22" y="25"/>
                        <a:pt x="22" y="25"/>
                        <a:pt x="23" y="25"/>
                      </a:cubicBezTo>
                      <a:cubicBezTo>
                        <a:pt x="24" y="25"/>
                        <a:pt x="24" y="25"/>
                        <a:pt x="24" y="25"/>
                      </a:cubicBezTo>
                      <a:cubicBezTo>
                        <a:pt x="25" y="25"/>
                        <a:pt x="25" y="25"/>
                        <a:pt x="26" y="26"/>
                      </a:cubicBezTo>
                      <a:cubicBezTo>
                        <a:pt x="26" y="26"/>
                        <a:pt x="27" y="26"/>
                        <a:pt x="27" y="26"/>
                      </a:cubicBezTo>
                      <a:cubicBezTo>
                        <a:pt x="28" y="26"/>
                        <a:pt x="28" y="25"/>
                        <a:pt x="28" y="25"/>
                      </a:cubicBezTo>
                      <a:cubicBezTo>
                        <a:pt x="28" y="24"/>
                        <a:pt x="27" y="23"/>
                        <a:pt x="27" y="23"/>
                      </a:cubicBezTo>
                      <a:cubicBezTo>
                        <a:pt x="27" y="23"/>
                        <a:pt x="25" y="23"/>
                        <a:pt x="25" y="22"/>
                      </a:cubicBezTo>
                      <a:cubicBezTo>
                        <a:pt x="25" y="21"/>
                        <a:pt x="25" y="21"/>
                        <a:pt x="25" y="20"/>
                      </a:cubicBezTo>
                      <a:cubicBezTo>
                        <a:pt x="25" y="20"/>
                        <a:pt x="26" y="19"/>
                        <a:pt x="27" y="19"/>
                      </a:cubicBezTo>
                      <a:cubicBezTo>
                        <a:pt x="27" y="19"/>
                        <a:pt x="28" y="19"/>
                        <a:pt x="29" y="19"/>
                      </a:cubicBezTo>
                      <a:cubicBezTo>
                        <a:pt x="29" y="19"/>
                        <a:pt x="29" y="18"/>
                        <a:pt x="30" y="18"/>
                      </a:cubicBezTo>
                      <a:cubicBezTo>
                        <a:pt x="31" y="17"/>
                        <a:pt x="31" y="17"/>
                        <a:pt x="32" y="17"/>
                      </a:cubicBezTo>
                      <a:cubicBezTo>
                        <a:pt x="33" y="16"/>
                        <a:pt x="34" y="15"/>
                        <a:pt x="34" y="15"/>
                      </a:cubicBezTo>
                      <a:cubicBezTo>
                        <a:pt x="35" y="14"/>
                        <a:pt x="35" y="14"/>
                        <a:pt x="35" y="13"/>
                      </a:cubicBezTo>
                      <a:cubicBezTo>
                        <a:pt x="36" y="12"/>
                        <a:pt x="35" y="11"/>
                        <a:pt x="35" y="1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3" name="Freeform 868">
                  <a:extLst>
                    <a:ext uri="{FF2B5EF4-FFF2-40B4-BE49-F238E27FC236}">
                      <a16:creationId xmlns:a16="http://schemas.microsoft.com/office/drawing/2014/main" id="{FF3F7957-6A63-DE2C-9425-6BE080D4F157}"/>
                    </a:ext>
                  </a:extLst>
                </p:cNvPr>
                <p:cNvSpPr>
                  <a:spLocks noEditPoints="1"/>
                </p:cNvSpPr>
                <p:nvPr/>
              </p:nvSpPr>
              <p:spPr bwMode="auto">
                <a:xfrm>
                  <a:off x="8613775" y="4759325"/>
                  <a:ext cx="25400" cy="28575"/>
                </a:xfrm>
                <a:custGeom>
                  <a:avLst/>
                  <a:gdLst>
                    <a:gd name="T0" fmla="*/ 5 w 6"/>
                    <a:gd name="T1" fmla="*/ 2 h 7"/>
                    <a:gd name="T2" fmla="*/ 5 w 6"/>
                    <a:gd name="T3" fmla="*/ 0 h 7"/>
                    <a:gd name="T4" fmla="*/ 5 w 6"/>
                    <a:gd name="T5" fmla="*/ 1 h 7"/>
                    <a:gd name="T6" fmla="*/ 5 w 6"/>
                    <a:gd name="T7" fmla="*/ 1 h 7"/>
                    <a:gd name="T8" fmla="*/ 6 w 6"/>
                    <a:gd name="T9" fmla="*/ 0 h 7"/>
                    <a:gd name="T10" fmla="*/ 6 w 6"/>
                    <a:gd name="T11" fmla="*/ 0 h 7"/>
                    <a:gd name="T12" fmla="*/ 6 w 6"/>
                    <a:gd name="T13" fmla="*/ 1 h 7"/>
                    <a:gd name="T14" fmla="*/ 6 w 6"/>
                    <a:gd name="T15" fmla="*/ 3 h 7"/>
                    <a:gd name="T16" fmla="*/ 5 w 6"/>
                    <a:gd name="T17" fmla="*/ 3 h 7"/>
                    <a:gd name="T18" fmla="*/ 5 w 6"/>
                    <a:gd name="T19" fmla="*/ 2 h 7"/>
                    <a:gd name="T20" fmla="*/ 1 w 6"/>
                    <a:gd name="T21" fmla="*/ 5 h 7"/>
                    <a:gd name="T22" fmla="*/ 1 w 6"/>
                    <a:gd name="T23" fmla="*/ 7 h 7"/>
                    <a:gd name="T24" fmla="*/ 3 w 6"/>
                    <a:gd name="T25" fmla="*/ 5 h 7"/>
                    <a:gd name="T26" fmla="*/ 3 w 6"/>
                    <a:gd name="T27" fmla="*/ 3 h 7"/>
                    <a:gd name="T28" fmla="*/ 3 w 6"/>
                    <a:gd name="T29" fmla="*/ 0 h 7"/>
                    <a:gd name="T30" fmla="*/ 2 w 6"/>
                    <a:gd name="T31" fmla="*/ 0 h 7"/>
                    <a:gd name="T32" fmla="*/ 2 w 6"/>
                    <a:gd name="T33" fmla="*/ 0 h 7"/>
                    <a:gd name="T34" fmla="*/ 2 w 6"/>
                    <a:gd name="T35" fmla="*/ 1 h 7"/>
                    <a:gd name="T36" fmla="*/ 1 w 6"/>
                    <a:gd name="T37" fmla="*/ 1 h 7"/>
                    <a:gd name="T38" fmla="*/ 0 w 6"/>
                    <a:gd name="T39" fmla="*/ 2 h 7"/>
                    <a:gd name="T40" fmla="*/ 0 w 6"/>
                    <a:gd name="T41" fmla="*/ 3 h 7"/>
                    <a:gd name="T42" fmla="*/ 1 w 6"/>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7">
                      <a:moveTo>
                        <a:pt x="5" y="2"/>
                      </a:moveTo>
                      <a:cubicBezTo>
                        <a:pt x="5" y="2"/>
                        <a:pt x="5" y="1"/>
                        <a:pt x="5" y="0"/>
                      </a:cubicBezTo>
                      <a:cubicBezTo>
                        <a:pt x="5" y="0"/>
                        <a:pt x="5" y="0"/>
                        <a:pt x="5" y="1"/>
                      </a:cubicBezTo>
                      <a:cubicBezTo>
                        <a:pt x="5" y="1"/>
                        <a:pt x="5" y="1"/>
                        <a:pt x="5" y="1"/>
                      </a:cubicBezTo>
                      <a:cubicBezTo>
                        <a:pt x="6" y="1"/>
                        <a:pt x="6" y="0"/>
                        <a:pt x="6" y="0"/>
                      </a:cubicBezTo>
                      <a:cubicBezTo>
                        <a:pt x="6" y="0"/>
                        <a:pt x="6" y="0"/>
                        <a:pt x="6" y="0"/>
                      </a:cubicBezTo>
                      <a:cubicBezTo>
                        <a:pt x="6" y="0"/>
                        <a:pt x="6" y="1"/>
                        <a:pt x="6" y="1"/>
                      </a:cubicBezTo>
                      <a:cubicBezTo>
                        <a:pt x="6" y="1"/>
                        <a:pt x="6" y="2"/>
                        <a:pt x="6" y="3"/>
                      </a:cubicBezTo>
                      <a:cubicBezTo>
                        <a:pt x="6" y="3"/>
                        <a:pt x="5" y="4"/>
                        <a:pt x="5" y="3"/>
                      </a:cubicBezTo>
                      <a:cubicBezTo>
                        <a:pt x="5" y="3"/>
                        <a:pt x="5" y="2"/>
                        <a:pt x="5" y="2"/>
                      </a:cubicBezTo>
                      <a:close/>
                      <a:moveTo>
                        <a:pt x="1" y="5"/>
                      </a:moveTo>
                      <a:cubicBezTo>
                        <a:pt x="1" y="6"/>
                        <a:pt x="1" y="7"/>
                        <a:pt x="1" y="7"/>
                      </a:cubicBezTo>
                      <a:cubicBezTo>
                        <a:pt x="2" y="6"/>
                        <a:pt x="3" y="5"/>
                        <a:pt x="3" y="5"/>
                      </a:cubicBezTo>
                      <a:cubicBezTo>
                        <a:pt x="3" y="4"/>
                        <a:pt x="3" y="3"/>
                        <a:pt x="3" y="3"/>
                      </a:cubicBezTo>
                      <a:cubicBezTo>
                        <a:pt x="3" y="3"/>
                        <a:pt x="3" y="1"/>
                        <a:pt x="3" y="0"/>
                      </a:cubicBezTo>
                      <a:cubicBezTo>
                        <a:pt x="3" y="0"/>
                        <a:pt x="2" y="0"/>
                        <a:pt x="2" y="0"/>
                      </a:cubicBezTo>
                      <a:cubicBezTo>
                        <a:pt x="2" y="0"/>
                        <a:pt x="2" y="0"/>
                        <a:pt x="2" y="0"/>
                      </a:cubicBezTo>
                      <a:cubicBezTo>
                        <a:pt x="2" y="0"/>
                        <a:pt x="2" y="1"/>
                        <a:pt x="2" y="1"/>
                      </a:cubicBezTo>
                      <a:cubicBezTo>
                        <a:pt x="1" y="1"/>
                        <a:pt x="1" y="1"/>
                        <a:pt x="1" y="1"/>
                      </a:cubicBezTo>
                      <a:cubicBezTo>
                        <a:pt x="1" y="1"/>
                        <a:pt x="0" y="2"/>
                        <a:pt x="0" y="2"/>
                      </a:cubicBezTo>
                      <a:cubicBezTo>
                        <a:pt x="0" y="3"/>
                        <a:pt x="0" y="3"/>
                        <a:pt x="0" y="3"/>
                      </a:cubicBezTo>
                      <a:cubicBezTo>
                        <a:pt x="0" y="4"/>
                        <a:pt x="1" y="5"/>
                        <a:pt x="1" y="5"/>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4" name="Freeform 869">
                  <a:extLst>
                    <a:ext uri="{FF2B5EF4-FFF2-40B4-BE49-F238E27FC236}">
                      <a16:creationId xmlns:a16="http://schemas.microsoft.com/office/drawing/2014/main" id="{E46CC92D-B936-9727-875D-12DC9BDE6B5D}"/>
                    </a:ext>
                  </a:extLst>
                </p:cNvPr>
                <p:cNvSpPr>
                  <a:spLocks/>
                </p:cNvSpPr>
                <p:nvPr/>
              </p:nvSpPr>
              <p:spPr bwMode="auto">
                <a:xfrm>
                  <a:off x="7881938" y="4062413"/>
                  <a:ext cx="95250" cy="42863"/>
                </a:xfrm>
                <a:custGeom>
                  <a:avLst/>
                  <a:gdLst>
                    <a:gd name="T0" fmla="*/ 13 w 23"/>
                    <a:gd name="T1" fmla="*/ 0 h 10"/>
                    <a:gd name="T2" fmla="*/ 10 w 23"/>
                    <a:gd name="T3" fmla="*/ 0 h 10"/>
                    <a:gd name="T4" fmla="*/ 6 w 23"/>
                    <a:gd name="T5" fmla="*/ 0 h 10"/>
                    <a:gd name="T6" fmla="*/ 3 w 23"/>
                    <a:gd name="T7" fmla="*/ 2 h 10"/>
                    <a:gd name="T8" fmla="*/ 1 w 23"/>
                    <a:gd name="T9" fmla="*/ 5 h 10"/>
                    <a:gd name="T10" fmla="*/ 0 w 23"/>
                    <a:gd name="T11" fmla="*/ 8 h 10"/>
                    <a:gd name="T12" fmla="*/ 2 w 23"/>
                    <a:gd name="T13" fmla="*/ 10 h 10"/>
                    <a:gd name="T14" fmla="*/ 4 w 23"/>
                    <a:gd name="T15" fmla="*/ 10 h 10"/>
                    <a:gd name="T16" fmla="*/ 7 w 23"/>
                    <a:gd name="T17" fmla="*/ 10 h 10"/>
                    <a:gd name="T18" fmla="*/ 9 w 23"/>
                    <a:gd name="T19" fmla="*/ 10 h 10"/>
                    <a:gd name="T20" fmla="*/ 10 w 23"/>
                    <a:gd name="T21" fmla="*/ 9 h 10"/>
                    <a:gd name="T22" fmla="*/ 12 w 23"/>
                    <a:gd name="T23" fmla="*/ 9 h 10"/>
                    <a:gd name="T24" fmla="*/ 13 w 23"/>
                    <a:gd name="T25" fmla="*/ 10 h 10"/>
                    <a:gd name="T26" fmla="*/ 15 w 23"/>
                    <a:gd name="T27" fmla="*/ 10 h 10"/>
                    <a:gd name="T28" fmla="*/ 20 w 23"/>
                    <a:gd name="T29" fmla="*/ 9 h 10"/>
                    <a:gd name="T30" fmla="*/ 22 w 23"/>
                    <a:gd name="T31" fmla="*/ 9 h 10"/>
                    <a:gd name="T32" fmla="*/ 23 w 23"/>
                    <a:gd name="T33" fmla="*/ 5 h 10"/>
                    <a:gd name="T34" fmla="*/ 21 w 23"/>
                    <a:gd name="T35" fmla="*/ 4 h 10"/>
                    <a:gd name="T36" fmla="*/ 19 w 23"/>
                    <a:gd name="T37" fmla="*/ 4 h 10"/>
                    <a:gd name="T38" fmla="*/ 19 w 23"/>
                    <a:gd name="T39" fmla="*/ 3 h 10"/>
                    <a:gd name="T40" fmla="*/ 18 w 23"/>
                    <a:gd name="T41" fmla="*/ 1 h 10"/>
                    <a:gd name="T42" fmla="*/ 13 w 23"/>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10">
                      <a:moveTo>
                        <a:pt x="13" y="0"/>
                      </a:moveTo>
                      <a:cubicBezTo>
                        <a:pt x="10" y="0"/>
                        <a:pt x="10" y="0"/>
                        <a:pt x="10" y="0"/>
                      </a:cubicBezTo>
                      <a:cubicBezTo>
                        <a:pt x="6" y="0"/>
                        <a:pt x="6" y="0"/>
                        <a:pt x="6" y="0"/>
                      </a:cubicBezTo>
                      <a:cubicBezTo>
                        <a:pt x="3" y="2"/>
                        <a:pt x="3" y="2"/>
                        <a:pt x="3" y="2"/>
                      </a:cubicBezTo>
                      <a:cubicBezTo>
                        <a:pt x="1" y="5"/>
                        <a:pt x="1" y="5"/>
                        <a:pt x="1" y="5"/>
                      </a:cubicBezTo>
                      <a:cubicBezTo>
                        <a:pt x="0" y="8"/>
                        <a:pt x="0" y="8"/>
                        <a:pt x="0" y="8"/>
                      </a:cubicBezTo>
                      <a:cubicBezTo>
                        <a:pt x="2" y="10"/>
                        <a:pt x="2" y="10"/>
                        <a:pt x="2" y="10"/>
                      </a:cubicBezTo>
                      <a:cubicBezTo>
                        <a:pt x="2" y="10"/>
                        <a:pt x="4" y="10"/>
                        <a:pt x="4" y="10"/>
                      </a:cubicBezTo>
                      <a:cubicBezTo>
                        <a:pt x="5" y="10"/>
                        <a:pt x="7" y="10"/>
                        <a:pt x="7" y="10"/>
                      </a:cubicBezTo>
                      <a:cubicBezTo>
                        <a:pt x="7" y="10"/>
                        <a:pt x="9" y="10"/>
                        <a:pt x="9" y="10"/>
                      </a:cubicBezTo>
                      <a:cubicBezTo>
                        <a:pt x="9" y="10"/>
                        <a:pt x="10" y="9"/>
                        <a:pt x="10" y="9"/>
                      </a:cubicBezTo>
                      <a:cubicBezTo>
                        <a:pt x="12" y="9"/>
                        <a:pt x="12" y="9"/>
                        <a:pt x="12" y="9"/>
                      </a:cubicBezTo>
                      <a:cubicBezTo>
                        <a:pt x="13" y="10"/>
                        <a:pt x="13" y="10"/>
                        <a:pt x="13" y="10"/>
                      </a:cubicBezTo>
                      <a:cubicBezTo>
                        <a:pt x="15" y="10"/>
                        <a:pt x="15" y="10"/>
                        <a:pt x="15" y="10"/>
                      </a:cubicBezTo>
                      <a:cubicBezTo>
                        <a:pt x="15" y="10"/>
                        <a:pt x="19" y="10"/>
                        <a:pt x="20" y="9"/>
                      </a:cubicBezTo>
                      <a:cubicBezTo>
                        <a:pt x="21" y="9"/>
                        <a:pt x="22" y="9"/>
                        <a:pt x="22" y="9"/>
                      </a:cubicBezTo>
                      <a:cubicBezTo>
                        <a:pt x="23" y="5"/>
                        <a:pt x="23" y="5"/>
                        <a:pt x="23" y="5"/>
                      </a:cubicBezTo>
                      <a:cubicBezTo>
                        <a:pt x="23" y="5"/>
                        <a:pt x="22" y="5"/>
                        <a:pt x="21" y="4"/>
                      </a:cubicBezTo>
                      <a:cubicBezTo>
                        <a:pt x="21" y="4"/>
                        <a:pt x="19" y="4"/>
                        <a:pt x="19" y="4"/>
                      </a:cubicBezTo>
                      <a:cubicBezTo>
                        <a:pt x="19" y="3"/>
                        <a:pt x="19" y="3"/>
                        <a:pt x="19" y="3"/>
                      </a:cubicBezTo>
                      <a:cubicBezTo>
                        <a:pt x="18" y="1"/>
                        <a:pt x="18" y="1"/>
                        <a:pt x="18" y="1"/>
                      </a:cubicBezTo>
                      <a:lnTo>
                        <a:pt x="13" y="0"/>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5" name="Freeform 870">
                  <a:extLst>
                    <a:ext uri="{FF2B5EF4-FFF2-40B4-BE49-F238E27FC236}">
                      <a16:creationId xmlns:a16="http://schemas.microsoft.com/office/drawing/2014/main" id="{67869D44-DE81-E765-1DD8-AE9F5C1C8493}"/>
                    </a:ext>
                  </a:extLst>
                </p:cNvPr>
                <p:cNvSpPr>
                  <a:spLocks noEditPoints="1"/>
                </p:cNvSpPr>
                <p:nvPr/>
              </p:nvSpPr>
              <p:spPr bwMode="auto">
                <a:xfrm>
                  <a:off x="7861300" y="4113213"/>
                  <a:ext cx="128587" cy="166688"/>
                </a:xfrm>
                <a:custGeom>
                  <a:avLst/>
                  <a:gdLst>
                    <a:gd name="T0" fmla="*/ 22 w 31"/>
                    <a:gd name="T1" fmla="*/ 24 h 40"/>
                    <a:gd name="T2" fmla="*/ 27 w 31"/>
                    <a:gd name="T3" fmla="*/ 11 h 40"/>
                    <a:gd name="T4" fmla="*/ 8 w 31"/>
                    <a:gd name="T5" fmla="*/ 3 h 40"/>
                    <a:gd name="T6" fmla="*/ 4 w 31"/>
                    <a:gd name="T7" fmla="*/ 7 h 40"/>
                    <a:gd name="T8" fmla="*/ 3 w 31"/>
                    <a:gd name="T9" fmla="*/ 16 h 40"/>
                    <a:gd name="T10" fmla="*/ 7 w 31"/>
                    <a:gd name="T11" fmla="*/ 30 h 40"/>
                    <a:gd name="T12" fmla="*/ 8 w 31"/>
                    <a:gd name="T13" fmla="*/ 36 h 40"/>
                    <a:gd name="T14" fmla="*/ 8 w 31"/>
                    <a:gd name="T15" fmla="*/ 36 h 40"/>
                    <a:gd name="T16" fmla="*/ 9 w 31"/>
                    <a:gd name="T17" fmla="*/ 35 h 40"/>
                    <a:gd name="T18" fmla="*/ 9 w 31"/>
                    <a:gd name="T19" fmla="*/ 35 h 40"/>
                    <a:gd name="T20" fmla="*/ 11 w 31"/>
                    <a:gd name="T21" fmla="*/ 35 h 40"/>
                    <a:gd name="T22" fmla="*/ 11 w 31"/>
                    <a:gd name="T23" fmla="*/ 36 h 40"/>
                    <a:gd name="T24" fmla="*/ 12 w 31"/>
                    <a:gd name="T25" fmla="*/ 36 h 40"/>
                    <a:gd name="T26" fmla="*/ 12 w 31"/>
                    <a:gd name="T27" fmla="*/ 37 h 40"/>
                    <a:gd name="T28" fmla="*/ 12 w 31"/>
                    <a:gd name="T29" fmla="*/ 35 h 40"/>
                    <a:gd name="T30" fmla="*/ 13 w 31"/>
                    <a:gd name="T31" fmla="*/ 33 h 40"/>
                    <a:gd name="T32" fmla="*/ 14 w 31"/>
                    <a:gd name="T33" fmla="*/ 35 h 40"/>
                    <a:gd name="T34" fmla="*/ 14 w 31"/>
                    <a:gd name="T35" fmla="*/ 36 h 40"/>
                    <a:gd name="T36" fmla="*/ 15 w 31"/>
                    <a:gd name="T37" fmla="*/ 35 h 40"/>
                    <a:gd name="T38" fmla="*/ 15 w 31"/>
                    <a:gd name="T39" fmla="*/ 37 h 40"/>
                    <a:gd name="T40" fmla="*/ 16 w 31"/>
                    <a:gd name="T41" fmla="*/ 35 h 40"/>
                    <a:gd name="T42" fmla="*/ 17 w 31"/>
                    <a:gd name="T43" fmla="*/ 34 h 40"/>
                    <a:gd name="T44" fmla="*/ 18 w 31"/>
                    <a:gd name="T45" fmla="*/ 31 h 40"/>
                    <a:gd name="T46" fmla="*/ 18 w 31"/>
                    <a:gd name="T47" fmla="*/ 35 h 40"/>
                    <a:gd name="T48" fmla="*/ 19 w 31"/>
                    <a:gd name="T49" fmla="*/ 32 h 40"/>
                    <a:gd name="T50" fmla="*/ 21 w 31"/>
                    <a:gd name="T51" fmla="*/ 32 h 40"/>
                    <a:gd name="T52" fmla="*/ 23 w 31"/>
                    <a:gd name="T53" fmla="*/ 30 h 40"/>
                    <a:gd name="T54" fmla="*/ 26 w 31"/>
                    <a:gd name="T55" fmla="*/ 31 h 40"/>
                    <a:gd name="T56" fmla="*/ 7 w 31"/>
                    <a:gd name="T57" fmla="*/ 34 h 40"/>
                    <a:gd name="T58" fmla="*/ 11 w 31"/>
                    <a:gd name="T59" fmla="*/ 37 h 40"/>
                    <a:gd name="T60" fmla="*/ 11 w 31"/>
                    <a:gd name="T61" fmla="*/ 36 h 40"/>
                    <a:gd name="T62" fmla="*/ 10 w 31"/>
                    <a:gd name="T63" fmla="*/ 38 h 40"/>
                    <a:gd name="T64" fmla="*/ 10 w 31"/>
                    <a:gd name="T65" fmla="*/ 35 h 40"/>
                    <a:gd name="T66" fmla="*/ 10 w 31"/>
                    <a:gd name="T67" fmla="*/ 36 h 40"/>
                    <a:gd name="T68" fmla="*/ 11 w 31"/>
                    <a:gd name="T69" fmla="*/ 38 h 40"/>
                    <a:gd name="T70" fmla="*/ 9 w 31"/>
                    <a:gd name="T71" fmla="*/ 38 h 40"/>
                    <a:gd name="T72" fmla="*/ 8 w 31"/>
                    <a:gd name="T73" fmla="*/ 37 h 40"/>
                    <a:gd name="T74" fmla="*/ 8 w 31"/>
                    <a:gd name="T75" fmla="*/ 38 h 40"/>
                    <a:gd name="T76" fmla="*/ 9 w 31"/>
                    <a:gd name="T77" fmla="*/ 36 h 40"/>
                    <a:gd name="T78" fmla="*/ 9 w 31"/>
                    <a:gd name="T79" fmla="*/ 36 h 40"/>
                    <a:gd name="T80" fmla="*/ 9 w 31"/>
                    <a:gd name="T81" fmla="*/ 35 h 40"/>
                    <a:gd name="T82" fmla="*/ 10 w 31"/>
                    <a:gd name="T83" fmla="*/ 36 h 40"/>
                    <a:gd name="T84" fmla="*/ 10 w 31"/>
                    <a:gd name="T85" fmla="*/ 35 h 40"/>
                    <a:gd name="T86" fmla="*/ 23 w 31"/>
                    <a:gd name="T87" fmla="*/ 31 h 40"/>
                    <a:gd name="T88" fmla="*/ 22 w 31"/>
                    <a:gd name="T89" fmla="*/ 32 h 40"/>
                    <a:gd name="T90" fmla="*/ 20 w 31"/>
                    <a:gd name="T91" fmla="*/ 33 h 40"/>
                    <a:gd name="T92" fmla="*/ 21 w 31"/>
                    <a:gd name="T93" fmla="*/ 35 h 40"/>
                    <a:gd name="T94" fmla="*/ 21 w 31"/>
                    <a:gd name="T95" fmla="*/ 34 h 40"/>
                    <a:gd name="T96" fmla="*/ 20 w 31"/>
                    <a:gd name="T97" fmla="*/ 31 h 40"/>
                    <a:gd name="T98" fmla="*/ 20 w 31"/>
                    <a:gd name="T99" fmla="*/ 35 h 40"/>
                    <a:gd name="T100" fmla="*/ 23 w 31"/>
                    <a:gd name="T101" fmla="*/ 33 h 40"/>
                    <a:gd name="T102" fmla="*/ 18 w 31"/>
                    <a:gd name="T103" fmla="*/ 36 h 40"/>
                    <a:gd name="T104" fmla="*/ 19 w 31"/>
                    <a:gd name="T105" fmla="*/ 37 h 40"/>
                    <a:gd name="T106" fmla="*/ 16 w 31"/>
                    <a:gd name="T107" fmla="*/ 37 h 40"/>
                    <a:gd name="T108" fmla="*/ 18 w 31"/>
                    <a:gd name="T109" fmla="*/ 34 h 40"/>
                    <a:gd name="T110" fmla="*/ 18 w 31"/>
                    <a:gd name="T111" fmla="*/ 36 h 40"/>
                    <a:gd name="T112" fmla="*/ 17 w 31"/>
                    <a:gd name="T113" fmla="*/ 37 h 40"/>
                    <a:gd name="T114" fmla="*/ 19 w 31"/>
                    <a:gd name="T115" fmla="*/ 36 h 40"/>
                    <a:gd name="T116" fmla="*/ 18 w 31"/>
                    <a:gd name="T117"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 h="40">
                      <a:moveTo>
                        <a:pt x="30" y="31"/>
                      </a:moveTo>
                      <a:cubicBezTo>
                        <a:pt x="30" y="28"/>
                        <a:pt x="30" y="28"/>
                        <a:pt x="30" y="28"/>
                      </a:cubicBezTo>
                      <a:cubicBezTo>
                        <a:pt x="29" y="25"/>
                        <a:pt x="29" y="25"/>
                        <a:pt x="29" y="25"/>
                      </a:cubicBezTo>
                      <a:cubicBezTo>
                        <a:pt x="29" y="21"/>
                        <a:pt x="29" y="21"/>
                        <a:pt x="29" y="21"/>
                      </a:cubicBezTo>
                      <a:cubicBezTo>
                        <a:pt x="28" y="21"/>
                        <a:pt x="28" y="21"/>
                        <a:pt x="28" y="21"/>
                      </a:cubicBezTo>
                      <a:cubicBezTo>
                        <a:pt x="27" y="21"/>
                        <a:pt x="27" y="21"/>
                        <a:pt x="27" y="21"/>
                      </a:cubicBezTo>
                      <a:cubicBezTo>
                        <a:pt x="26" y="23"/>
                        <a:pt x="26" y="23"/>
                        <a:pt x="26" y="23"/>
                      </a:cubicBezTo>
                      <a:cubicBezTo>
                        <a:pt x="26" y="24"/>
                        <a:pt x="26" y="24"/>
                        <a:pt x="26" y="24"/>
                      </a:cubicBezTo>
                      <a:cubicBezTo>
                        <a:pt x="26" y="25"/>
                        <a:pt x="26" y="25"/>
                        <a:pt x="26" y="25"/>
                      </a:cubicBezTo>
                      <a:cubicBezTo>
                        <a:pt x="26" y="25"/>
                        <a:pt x="25" y="26"/>
                        <a:pt x="25" y="26"/>
                      </a:cubicBezTo>
                      <a:cubicBezTo>
                        <a:pt x="25" y="26"/>
                        <a:pt x="24" y="26"/>
                        <a:pt x="24" y="25"/>
                      </a:cubicBezTo>
                      <a:cubicBezTo>
                        <a:pt x="23" y="25"/>
                        <a:pt x="22" y="25"/>
                        <a:pt x="22" y="25"/>
                      </a:cubicBezTo>
                      <a:cubicBezTo>
                        <a:pt x="22" y="24"/>
                        <a:pt x="22" y="24"/>
                        <a:pt x="22" y="24"/>
                      </a:cubicBezTo>
                      <a:cubicBezTo>
                        <a:pt x="22" y="24"/>
                        <a:pt x="21" y="23"/>
                        <a:pt x="21" y="22"/>
                      </a:cubicBezTo>
                      <a:cubicBezTo>
                        <a:pt x="21" y="22"/>
                        <a:pt x="22" y="21"/>
                        <a:pt x="21" y="21"/>
                      </a:cubicBezTo>
                      <a:cubicBezTo>
                        <a:pt x="21" y="20"/>
                        <a:pt x="23" y="18"/>
                        <a:pt x="23" y="18"/>
                      </a:cubicBezTo>
                      <a:cubicBezTo>
                        <a:pt x="23" y="18"/>
                        <a:pt x="24" y="19"/>
                        <a:pt x="24" y="18"/>
                      </a:cubicBezTo>
                      <a:cubicBezTo>
                        <a:pt x="25" y="18"/>
                        <a:pt x="25" y="18"/>
                        <a:pt x="26" y="18"/>
                      </a:cubicBezTo>
                      <a:cubicBezTo>
                        <a:pt x="26" y="17"/>
                        <a:pt x="27" y="16"/>
                        <a:pt x="27" y="16"/>
                      </a:cubicBezTo>
                      <a:cubicBezTo>
                        <a:pt x="28" y="16"/>
                        <a:pt x="28" y="16"/>
                        <a:pt x="28" y="16"/>
                      </a:cubicBezTo>
                      <a:cubicBezTo>
                        <a:pt x="28" y="16"/>
                        <a:pt x="28" y="14"/>
                        <a:pt x="28" y="13"/>
                      </a:cubicBezTo>
                      <a:cubicBezTo>
                        <a:pt x="28" y="13"/>
                        <a:pt x="28" y="12"/>
                        <a:pt x="28" y="12"/>
                      </a:cubicBezTo>
                      <a:cubicBezTo>
                        <a:pt x="28" y="12"/>
                        <a:pt x="29" y="12"/>
                        <a:pt x="29" y="12"/>
                      </a:cubicBezTo>
                      <a:cubicBezTo>
                        <a:pt x="29" y="12"/>
                        <a:pt x="29" y="12"/>
                        <a:pt x="29" y="11"/>
                      </a:cubicBezTo>
                      <a:cubicBezTo>
                        <a:pt x="29" y="11"/>
                        <a:pt x="29" y="11"/>
                        <a:pt x="29" y="11"/>
                      </a:cubicBezTo>
                      <a:cubicBezTo>
                        <a:pt x="29" y="11"/>
                        <a:pt x="28" y="11"/>
                        <a:pt x="27" y="11"/>
                      </a:cubicBezTo>
                      <a:cubicBezTo>
                        <a:pt x="27" y="10"/>
                        <a:pt x="19" y="10"/>
                        <a:pt x="18" y="10"/>
                      </a:cubicBezTo>
                      <a:cubicBezTo>
                        <a:pt x="18" y="10"/>
                        <a:pt x="16" y="10"/>
                        <a:pt x="16" y="10"/>
                      </a:cubicBezTo>
                      <a:cubicBezTo>
                        <a:pt x="16" y="10"/>
                        <a:pt x="15" y="10"/>
                        <a:pt x="14" y="10"/>
                      </a:cubicBezTo>
                      <a:cubicBezTo>
                        <a:pt x="13" y="10"/>
                        <a:pt x="12" y="9"/>
                        <a:pt x="12" y="9"/>
                      </a:cubicBezTo>
                      <a:cubicBezTo>
                        <a:pt x="12" y="9"/>
                        <a:pt x="12" y="8"/>
                        <a:pt x="12" y="8"/>
                      </a:cubicBezTo>
                      <a:cubicBezTo>
                        <a:pt x="12" y="8"/>
                        <a:pt x="13" y="7"/>
                        <a:pt x="13" y="7"/>
                      </a:cubicBezTo>
                      <a:cubicBezTo>
                        <a:pt x="13" y="6"/>
                        <a:pt x="13" y="6"/>
                        <a:pt x="13" y="5"/>
                      </a:cubicBezTo>
                      <a:cubicBezTo>
                        <a:pt x="13" y="5"/>
                        <a:pt x="12" y="4"/>
                        <a:pt x="12" y="4"/>
                      </a:cubicBezTo>
                      <a:cubicBezTo>
                        <a:pt x="12" y="4"/>
                        <a:pt x="12" y="3"/>
                        <a:pt x="12" y="2"/>
                      </a:cubicBezTo>
                      <a:cubicBezTo>
                        <a:pt x="11" y="2"/>
                        <a:pt x="11" y="3"/>
                        <a:pt x="11" y="3"/>
                      </a:cubicBezTo>
                      <a:cubicBezTo>
                        <a:pt x="11" y="3"/>
                        <a:pt x="11" y="4"/>
                        <a:pt x="11" y="4"/>
                      </a:cubicBezTo>
                      <a:cubicBezTo>
                        <a:pt x="10" y="4"/>
                        <a:pt x="10" y="4"/>
                        <a:pt x="10" y="4"/>
                      </a:cubicBezTo>
                      <a:cubicBezTo>
                        <a:pt x="10" y="4"/>
                        <a:pt x="8" y="3"/>
                        <a:pt x="8" y="3"/>
                      </a:cubicBezTo>
                      <a:cubicBezTo>
                        <a:pt x="7" y="1"/>
                        <a:pt x="7" y="1"/>
                        <a:pt x="7" y="1"/>
                      </a:cubicBezTo>
                      <a:cubicBezTo>
                        <a:pt x="6" y="1"/>
                        <a:pt x="6" y="1"/>
                        <a:pt x="6" y="1"/>
                      </a:cubicBezTo>
                      <a:cubicBezTo>
                        <a:pt x="6" y="2"/>
                        <a:pt x="6" y="2"/>
                        <a:pt x="6" y="2"/>
                      </a:cubicBezTo>
                      <a:cubicBezTo>
                        <a:pt x="4" y="2"/>
                        <a:pt x="4" y="2"/>
                        <a:pt x="4" y="2"/>
                      </a:cubicBezTo>
                      <a:cubicBezTo>
                        <a:pt x="3" y="0"/>
                        <a:pt x="3" y="0"/>
                        <a:pt x="3" y="0"/>
                      </a:cubicBezTo>
                      <a:cubicBezTo>
                        <a:pt x="2" y="0"/>
                        <a:pt x="2" y="0"/>
                        <a:pt x="2" y="0"/>
                      </a:cubicBezTo>
                      <a:cubicBezTo>
                        <a:pt x="2" y="0"/>
                        <a:pt x="2" y="1"/>
                        <a:pt x="2" y="1"/>
                      </a:cubicBezTo>
                      <a:cubicBezTo>
                        <a:pt x="2" y="1"/>
                        <a:pt x="2" y="2"/>
                        <a:pt x="2" y="2"/>
                      </a:cubicBezTo>
                      <a:cubicBezTo>
                        <a:pt x="1" y="2"/>
                        <a:pt x="1" y="2"/>
                        <a:pt x="1" y="2"/>
                      </a:cubicBezTo>
                      <a:cubicBezTo>
                        <a:pt x="1" y="2"/>
                        <a:pt x="0" y="4"/>
                        <a:pt x="0" y="4"/>
                      </a:cubicBezTo>
                      <a:cubicBezTo>
                        <a:pt x="0" y="4"/>
                        <a:pt x="0" y="5"/>
                        <a:pt x="0" y="5"/>
                      </a:cubicBezTo>
                      <a:cubicBezTo>
                        <a:pt x="2" y="7"/>
                        <a:pt x="2" y="7"/>
                        <a:pt x="2" y="7"/>
                      </a:cubicBezTo>
                      <a:cubicBezTo>
                        <a:pt x="2" y="7"/>
                        <a:pt x="3" y="7"/>
                        <a:pt x="4" y="7"/>
                      </a:cubicBezTo>
                      <a:cubicBezTo>
                        <a:pt x="4" y="7"/>
                        <a:pt x="5" y="7"/>
                        <a:pt x="5" y="7"/>
                      </a:cubicBezTo>
                      <a:cubicBezTo>
                        <a:pt x="5" y="7"/>
                        <a:pt x="6" y="8"/>
                        <a:pt x="6" y="8"/>
                      </a:cubicBezTo>
                      <a:cubicBezTo>
                        <a:pt x="6" y="9"/>
                        <a:pt x="6" y="10"/>
                        <a:pt x="6" y="10"/>
                      </a:cubicBezTo>
                      <a:cubicBezTo>
                        <a:pt x="6" y="10"/>
                        <a:pt x="6" y="10"/>
                        <a:pt x="6" y="10"/>
                      </a:cubicBezTo>
                      <a:cubicBezTo>
                        <a:pt x="5" y="10"/>
                        <a:pt x="4" y="10"/>
                        <a:pt x="4" y="10"/>
                      </a:cubicBezTo>
                      <a:cubicBezTo>
                        <a:pt x="4" y="10"/>
                        <a:pt x="2" y="10"/>
                        <a:pt x="2" y="10"/>
                      </a:cubicBezTo>
                      <a:cubicBezTo>
                        <a:pt x="2" y="10"/>
                        <a:pt x="3" y="11"/>
                        <a:pt x="3" y="11"/>
                      </a:cubicBezTo>
                      <a:cubicBezTo>
                        <a:pt x="3" y="11"/>
                        <a:pt x="3" y="12"/>
                        <a:pt x="2" y="12"/>
                      </a:cubicBezTo>
                      <a:cubicBezTo>
                        <a:pt x="2" y="12"/>
                        <a:pt x="1" y="12"/>
                        <a:pt x="1" y="12"/>
                      </a:cubicBezTo>
                      <a:cubicBezTo>
                        <a:pt x="0" y="12"/>
                        <a:pt x="0" y="12"/>
                        <a:pt x="0" y="13"/>
                      </a:cubicBezTo>
                      <a:cubicBezTo>
                        <a:pt x="0" y="13"/>
                        <a:pt x="0" y="15"/>
                        <a:pt x="0" y="15"/>
                      </a:cubicBezTo>
                      <a:cubicBezTo>
                        <a:pt x="0" y="15"/>
                        <a:pt x="1" y="15"/>
                        <a:pt x="1" y="15"/>
                      </a:cubicBezTo>
                      <a:cubicBezTo>
                        <a:pt x="1" y="16"/>
                        <a:pt x="2" y="16"/>
                        <a:pt x="3" y="16"/>
                      </a:cubicBezTo>
                      <a:cubicBezTo>
                        <a:pt x="3" y="16"/>
                        <a:pt x="4" y="16"/>
                        <a:pt x="4" y="16"/>
                      </a:cubicBezTo>
                      <a:cubicBezTo>
                        <a:pt x="5" y="17"/>
                        <a:pt x="5" y="17"/>
                        <a:pt x="5" y="17"/>
                      </a:cubicBezTo>
                      <a:cubicBezTo>
                        <a:pt x="5" y="18"/>
                        <a:pt x="5" y="18"/>
                        <a:pt x="5" y="19"/>
                      </a:cubicBezTo>
                      <a:cubicBezTo>
                        <a:pt x="5" y="19"/>
                        <a:pt x="5" y="20"/>
                        <a:pt x="5" y="20"/>
                      </a:cubicBezTo>
                      <a:cubicBezTo>
                        <a:pt x="5" y="20"/>
                        <a:pt x="4" y="20"/>
                        <a:pt x="4" y="20"/>
                      </a:cubicBezTo>
                      <a:cubicBezTo>
                        <a:pt x="4" y="21"/>
                        <a:pt x="3" y="21"/>
                        <a:pt x="3" y="21"/>
                      </a:cubicBezTo>
                      <a:cubicBezTo>
                        <a:pt x="4" y="22"/>
                        <a:pt x="4" y="22"/>
                        <a:pt x="4" y="23"/>
                      </a:cubicBezTo>
                      <a:cubicBezTo>
                        <a:pt x="5" y="23"/>
                        <a:pt x="5" y="23"/>
                        <a:pt x="5" y="23"/>
                      </a:cubicBezTo>
                      <a:cubicBezTo>
                        <a:pt x="5" y="24"/>
                        <a:pt x="4" y="24"/>
                        <a:pt x="5" y="24"/>
                      </a:cubicBezTo>
                      <a:cubicBezTo>
                        <a:pt x="5" y="24"/>
                        <a:pt x="5" y="24"/>
                        <a:pt x="6" y="25"/>
                      </a:cubicBezTo>
                      <a:cubicBezTo>
                        <a:pt x="6" y="25"/>
                        <a:pt x="6" y="26"/>
                        <a:pt x="6" y="26"/>
                      </a:cubicBezTo>
                      <a:cubicBezTo>
                        <a:pt x="6" y="26"/>
                        <a:pt x="6" y="27"/>
                        <a:pt x="6" y="27"/>
                      </a:cubicBezTo>
                      <a:cubicBezTo>
                        <a:pt x="6" y="27"/>
                        <a:pt x="7" y="30"/>
                        <a:pt x="7" y="30"/>
                      </a:cubicBezTo>
                      <a:cubicBezTo>
                        <a:pt x="7" y="34"/>
                        <a:pt x="7" y="34"/>
                        <a:pt x="7" y="34"/>
                      </a:cubicBezTo>
                      <a:cubicBezTo>
                        <a:pt x="7" y="34"/>
                        <a:pt x="7" y="35"/>
                        <a:pt x="7" y="35"/>
                      </a:cubicBezTo>
                      <a:cubicBezTo>
                        <a:pt x="7" y="35"/>
                        <a:pt x="7" y="35"/>
                        <a:pt x="7" y="35"/>
                      </a:cubicBezTo>
                      <a:cubicBezTo>
                        <a:pt x="7" y="35"/>
                        <a:pt x="7" y="36"/>
                        <a:pt x="7" y="36"/>
                      </a:cubicBezTo>
                      <a:cubicBezTo>
                        <a:pt x="8" y="36"/>
                        <a:pt x="8" y="36"/>
                        <a:pt x="7" y="36"/>
                      </a:cubicBezTo>
                      <a:cubicBezTo>
                        <a:pt x="7" y="36"/>
                        <a:pt x="7" y="36"/>
                        <a:pt x="7" y="36"/>
                      </a:cubicBezTo>
                      <a:cubicBezTo>
                        <a:pt x="8" y="37"/>
                        <a:pt x="7" y="37"/>
                        <a:pt x="8" y="37"/>
                      </a:cubicBezTo>
                      <a:cubicBezTo>
                        <a:pt x="8" y="37"/>
                        <a:pt x="8" y="37"/>
                        <a:pt x="8" y="37"/>
                      </a:cubicBezTo>
                      <a:cubicBezTo>
                        <a:pt x="8" y="37"/>
                        <a:pt x="8" y="37"/>
                        <a:pt x="8" y="37"/>
                      </a:cubicBezTo>
                      <a:cubicBezTo>
                        <a:pt x="8" y="37"/>
                        <a:pt x="8" y="37"/>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4"/>
                      </a:cubicBezTo>
                      <a:cubicBezTo>
                        <a:pt x="8" y="34"/>
                        <a:pt x="8" y="34"/>
                        <a:pt x="8" y="34"/>
                      </a:cubicBezTo>
                      <a:cubicBezTo>
                        <a:pt x="8" y="34"/>
                        <a:pt x="8" y="34"/>
                        <a:pt x="9" y="34"/>
                      </a:cubicBezTo>
                      <a:cubicBezTo>
                        <a:pt x="9" y="35"/>
                        <a:pt x="9" y="35"/>
                        <a:pt x="8" y="35"/>
                      </a:cubicBezTo>
                      <a:cubicBezTo>
                        <a:pt x="8" y="35"/>
                        <a:pt x="8" y="35"/>
                        <a:pt x="8" y="35"/>
                      </a:cubicBezTo>
                      <a:cubicBezTo>
                        <a:pt x="8" y="35"/>
                        <a:pt x="8" y="35"/>
                        <a:pt x="8" y="35"/>
                      </a:cubicBezTo>
                      <a:cubicBezTo>
                        <a:pt x="8" y="35"/>
                        <a:pt x="8"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6"/>
                        <a:pt x="9" y="36"/>
                      </a:cubicBezTo>
                      <a:cubicBezTo>
                        <a:pt x="9" y="36"/>
                        <a:pt x="9" y="36"/>
                        <a:pt x="9" y="36"/>
                      </a:cubicBezTo>
                      <a:cubicBezTo>
                        <a:pt x="9" y="36"/>
                        <a:pt x="9" y="36"/>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10" y="35"/>
                        <a:pt x="10" y="35"/>
                      </a:cubicBezTo>
                      <a:cubicBezTo>
                        <a:pt x="10" y="35"/>
                        <a:pt x="10" y="35"/>
                        <a:pt x="10" y="35"/>
                      </a:cubicBezTo>
                      <a:cubicBezTo>
                        <a:pt x="10" y="35"/>
                        <a:pt x="10" y="35"/>
                        <a:pt x="10" y="34"/>
                      </a:cubicBezTo>
                      <a:cubicBezTo>
                        <a:pt x="10" y="35"/>
                        <a:pt x="10" y="35"/>
                        <a:pt x="10" y="35"/>
                      </a:cubicBezTo>
                      <a:cubicBezTo>
                        <a:pt x="10" y="35"/>
                        <a:pt x="10" y="35"/>
                        <a:pt x="10" y="35"/>
                      </a:cubicBezTo>
                      <a:cubicBezTo>
                        <a:pt x="11" y="35"/>
                        <a:pt x="10" y="35"/>
                        <a:pt x="10" y="35"/>
                      </a:cubicBezTo>
                      <a:cubicBezTo>
                        <a:pt x="10" y="36"/>
                        <a:pt x="10" y="36"/>
                        <a:pt x="11" y="36"/>
                      </a:cubicBezTo>
                      <a:cubicBezTo>
                        <a:pt x="11" y="36"/>
                        <a:pt x="11" y="35"/>
                        <a:pt x="11" y="35"/>
                      </a:cubicBezTo>
                      <a:cubicBezTo>
                        <a:pt x="11" y="35"/>
                        <a:pt x="11" y="35"/>
                        <a:pt x="11" y="35"/>
                      </a:cubicBezTo>
                      <a:cubicBezTo>
                        <a:pt x="11" y="35"/>
                        <a:pt x="11" y="35"/>
                        <a:pt x="11" y="35"/>
                      </a:cubicBezTo>
                      <a:cubicBezTo>
                        <a:pt x="11" y="35"/>
                        <a:pt x="11" y="35"/>
                        <a:pt x="11" y="34"/>
                      </a:cubicBezTo>
                      <a:cubicBezTo>
                        <a:pt x="11" y="34"/>
                        <a:pt x="11" y="34"/>
                        <a:pt x="11" y="34"/>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2" y="36"/>
                        <a:pt x="12" y="35"/>
                      </a:cubicBezTo>
                      <a:cubicBezTo>
                        <a:pt x="11" y="35"/>
                        <a:pt x="11" y="35"/>
                        <a:pt x="11" y="35"/>
                      </a:cubicBezTo>
                      <a:cubicBezTo>
                        <a:pt x="11" y="35"/>
                        <a:pt x="11" y="35"/>
                        <a:pt x="11" y="35"/>
                      </a:cubicBezTo>
                      <a:cubicBezTo>
                        <a:pt x="12" y="35"/>
                        <a:pt x="12" y="35"/>
                        <a:pt x="12" y="35"/>
                      </a:cubicBezTo>
                      <a:cubicBezTo>
                        <a:pt x="12" y="35"/>
                        <a:pt x="12" y="35"/>
                        <a:pt x="12" y="35"/>
                      </a:cubicBezTo>
                      <a:cubicBezTo>
                        <a:pt x="12" y="35"/>
                        <a:pt x="12" y="35"/>
                        <a:pt x="12" y="36"/>
                      </a:cubicBezTo>
                      <a:cubicBezTo>
                        <a:pt x="12" y="36"/>
                        <a:pt x="12" y="36"/>
                        <a:pt x="12" y="36"/>
                      </a:cubicBezTo>
                      <a:cubicBezTo>
                        <a:pt x="12" y="36"/>
                        <a:pt x="12" y="36"/>
                        <a:pt x="12" y="36"/>
                      </a:cubicBezTo>
                      <a:cubicBezTo>
                        <a:pt x="12" y="36"/>
                        <a:pt x="12" y="36"/>
                        <a:pt x="12" y="36"/>
                      </a:cubicBezTo>
                      <a:cubicBezTo>
                        <a:pt x="12" y="36"/>
                        <a:pt x="12" y="36"/>
                        <a:pt x="11" y="36"/>
                      </a:cubicBezTo>
                      <a:cubicBezTo>
                        <a:pt x="11" y="37"/>
                        <a:pt x="11" y="37"/>
                        <a:pt x="11" y="37"/>
                      </a:cubicBezTo>
                      <a:cubicBezTo>
                        <a:pt x="11" y="37"/>
                        <a:pt x="11" y="37"/>
                        <a:pt x="11" y="37"/>
                      </a:cubicBezTo>
                      <a:cubicBezTo>
                        <a:pt x="12" y="37"/>
                        <a:pt x="12" y="37"/>
                        <a:pt x="12" y="37"/>
                      </a:cubicBezTo>
                      <a:cubicBezTo>
                        <a:pt x="12" y="37"/>
                        <a:pt x="12" y="37"/>
                        <a:pt x="12" y="36"/>
                      </a:cubicBezTo>
                      <a:cubicBezTo>
                        <a:pt x="12" y="36"/>
                        <a:pt x="12" y="36"/>
                        <a:pt x="12" y="36"/>
                      </a:cubicBezTo>
                      <a:cubicBezTo>
                        <a:pt x="12" y="36"/>
                        <a:pt x="12" y="36"/>
                        <a:pt x="12" y="36"/>
                      </a:cubicBezTo>
                      <a:cubicBezTo>
                        <a:pt x="12" y="36"/>
                        <a:pt x="12" y="36"/>
                        <a:pt x="12" y="36"/>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7"/>
                        <a:pt x="13" y="37"/>
                      </a:cubicBezTo>
                      <a:cubicBezTo>
                        <a:pt x="13" y="37"/>
                        <a:pt x="13" y="36"/>
                        <a:pt x="13" y="36"/>
                      </a:cubicBezTo>
                      <a:cubicBezTo>
                        <a:pt x="13" y="36"/>
                        <a:pt x="12" y="36"/>
                        <a:pt x="12" y="36"/>
                      </a:cubicBezTo>
                      <a:cubicBezTo>
                        <a:pt x="12" y="36"/>
                        <a:pt x="13" y="36"/>
                        <a:pt x="13" y="36"/>
                      </a:cubicBezTo>
                      <a:cubicBezTo>
                        <a:pt x="13" y="36"/>
                        <a:pt x="13" y="36"/>
                        <a:pt x="13" y="37"/>
                      </a:cubicBezTo>
                      <a:cubicBezTo>
                        <a:pt x="13" y="37"/>
                        <a:pt x="13" y="37"/>
                        <a:pt x="13" y="36"/>
                      </a:cubicBezTo>
                      <a:cubicBezTo>
                        <a:pt x="13" y="36"/>
                        <a:pt x="13" y="36"/>
                        <a:pt x="13" y="36"/>
                      </a:cubicBezTo>
                      <a:cubicBezTo>
                        <a:pt x="13" y="36"/>
                        <a:pt x="13" y="36"/>
                        <a:pt x="13" y="36"/>
                      </a:cubicBezTo>
                      <a:cubicBezTo>
                        <a:pt x="13" y="36"/>
                        <a:pt x="13" y="36"/>
                        <a:pt x="13" y="35"/>
                      </a:cubicBezTo>
                      <a:cubicBezTo>
                        <a:pt x="13" y="35"/>
                        <a:pt x="13" y="35"/>
                        <a:pt x="13" y="35"/>
                      </a:cubicBezTo>
                      <a:cubicBezTo>
                        <a:pt x="12" y="35"/>
                        <a:pt x="12" y="35"/>
                        <a:pt x="12" y="35"/>
                      </a:cubicBezTo>
                      <a:cubicBezTo>
                        <a:pt x="12" y="35"/>
                        <a:pt x="12" y="35"/>
                        <a:pt x="12" y="35"/>
                      </a:cubicBezTo>
                      <a:cubicBezTo>
                        <a:pt x="12" y="35"/>
                        <a:pt x="12" y="35"/>
                        <a:pt x="12" y="35"/>
                      </a:cubicBezTo>
                      <a:cubicBezTo>
                        <a:pt x="12" y="34"/>
                        <a:pt x="13" y="35"/>
                        <a:pt x="13" y="35"/>
                      </a:cubicBezTo>
                      <a:cubicBezTo>
                        <a:pt x="13" y="35"/>
                        <a:pt x="13" y="35"/>
                        <a:pt x="13" y="35"/>
                      </a:cubicBezTo>
                      <a:cubicBezTo>
                        <a:pt x="13" y="35"/>
                        <a:pt x="13" y="35"/>
                        <a:pt x="13" y="35"/>
                      </a:cubicBezTo>
                      <a:cubicBezTo>
                        <a:pt x="13" y="35"/>
                        <a:pt x="12" y="35"/>
                        <a:pt x="12" y="35"/>
                      </a:cubicBezTo>
                      <a:cubicBezTo>
                        <a:pt x="12" y="35"/>
                        <a:pt x="13" y="35"/>
                        <a:pt x="13" y="35"/>
                      </a:cubicBezTo>
                      <a:cubicBezTo>
                        <a:pt x="13" y="35"/>
                        <a:pt x="13" y="35"/>
                        <a:pt x="13" y="35"/>
                      </a:cubicBezTo>
                      <a:cubicBezTo>
                        <a:pt x="13" y="35"/>
                        <a:pt x="13" y="35"/>
                        <a:pt x="13" y="35"/>
                      </a:cubicBezTo>
                      <a:cubicBezTo>
                        <a:pt x="13" y="35"/>
                        <a:pt x="13" y="35"/>
                        <a:pt x="13" y="34"/>
                      </a:cubicBezTo>
                      <a:cubicBezTo>
                        <a:pt x="13" y="34"/>
                        <a:pt x="13" y="34"/>
                        <a:pt x="13" y="34"/>
                      </a:cubicBezTo>
                      <a:cubicBezTo>
                        <a:pt x="13" y="34"/>
                        <a:pt x="13" y="34"/>
                        <a:pt x="13" y="34"/>
                      </a:cubicBezTo>
                      <a:cubicBezTo>
                        <a:pt x="13" y="34"/>
                        <a:pt x="13" y="34"/>
                        <a:pt x="13" y="34"/>
                      </a:cubicBezTo>
                      <a:cubicBezTo>
                        <a:pt x="13" y="34"/>
                        <a:pt x="13" y="34"/>
                        <a:pt x="13" y="33"/>
                      </a:cubicBezTo>
                      <a:cubicBezTo>
                        <a:pt x="13" y="33"/>
                        <a:pt x="13" y="33"/>
                        <a:pt x="13" y="33"/>
                      </a:cubicBezTo>
                      <a:cubicBezTo>
                        <a:pt x="13" y="33"/>
                        <a:pt x="13" y="33"/>
                        <a:pt x="13" y="33"/>
                      </a:cubicBezTo>
                      <a:cubicBezTo>
                        <a:pt x="13" y="33"/>
                        <a:pt x="13" y="33"/>
                        <a:pt x="13" y="33"/>
                      </a:cubicBezTo>
                      <a:cubicBezTo>
                        <a:pt x="13" y="33"/>
                        <a:pt x="13" y="34"/>
                        <a:pt x="13" y="34"/>
                      </a:cubicBezTo>
                      <a:cubicBezTo>
                        <a:pt x="13" y="34"/>
                        <a:pt x="13" y="34"/>
                        <a:pt x="13" y="35"/>
                      </a:cubicBezTo>
                      <a:cubicBezTo>
                        <a:pt x="13" y="35"/>
                        <a:pt x="13" y="35"/>
                        <a:pt x="13" y="35"/>
                      </a:cubicBezTo>
                      <a:cubicBezTo>
                        <a:pt x="13" y="35"/>
                        <a:pt x="13" y="35"/>
                        <a:pt x="13" y="35"/>
                      </a:cubicBezTo>
                      <a:cubicBezTo>
                        <a:pt x="13" y="35"/>
                        <a:pt x="13" y="36"/>
                        <a:pt x="13" y="36"/>
                      </a:cubicBezTo>
                      <a:cubicBezTo>
                        <a:pt x="13" y="36"/>
                        <a:pt x="13" y="36"/>
                        <a:pt x="13" y="36"/>
                      </a:cubicBezTo>
                      <a:cubicBezTo>
                        <a:pt x="14" y="36"/>
                        <a:pt x="14" y="36"/>
                        <a:pt x="14" y="36"/>
                      </a:cubicBezTo>
                      <a:cubicBezTo>
                        <a:pt x="14" y="36"/>
                        <a:pt x="13" y="36"/>
                        <a:pt x="14" y="35"/>
                      </a:cubicBezTo>
                      <a:cubicBezTo>
                        <a:pt x="14" y="35"/>
                        <a:pt x="14" y="35"/>
                        <a:pt x="14" y="35"/>
                      </a:cubicBezTo>
                      <a:cubicBezTo>
                        <a:pt x="14" y="35"/>
                        <a:pt x="14" y="35"/>
                        <a:pt x="14" y="35"/>
                      </a:cubicBezTo>
                      <a:cubicBezTo>
                        <a:pt x="14" y="35"/>
                        <a:pt x="14" y="35"/>
                        <a:pt x="14" y="35"/>
                      </a:cubicBezTo>
                      <a:cubicBezTo>
                        <a:pt x="14" y="35"/>
                        <a:pt x="14" y="35"/>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5"/>
                        <a:pt x="14" y="35"/>
                      </a:cubicBezTo>
                      <a:cubicBezTo>
                        <a:pt x="14" y="35"/>
                        <a:pt x="14" y="35"/>
                        <a:pt x="14" y="35"/>
                      </a:cubicBezTo>
                      <a:cubicBezTo>
                        <a:pt x="14" y="35"/>
                        <a:pt x="14" y="35"/>
                        <a:pt x="14" y="35"/>
                      </a:cubicBezTo>
                      <a:cubicBezTo>
                        <a:pt x="14" y="35"/>
                        <a:pt x="14" y="36"/>
                        <a:pt x="14" y="36"/>
                      </a:cubicBezTo>
                      <a:cubicBezTo>
                        <a:pt x="14" y="36"/>
                        <a:pt x="14" y="36"/>
                        <a:pt x="14" y="36"/>
                      </a:cubicBezTo>
                      <a:cubicBezTo>
                        <a:pt x="14" y="36"/>
                        <a:pt x="14" y="36"/>
                        <a:pt x="14" y="36"/>
                      </a:cubicBezTo>
                      <a:cubicBezTo>
                        <a:pt x="14" y="36"/>
                        <a:pt x="14" y="35"/>
                        <a:pt x="14" y="35"/>
                      </a:cubicBezTo>
                      <a:cubicBezTo>
                        <a:pt x="14" y="35"/>
                        <a:pt x="14" y="35"/>
                        <a:pt x="15" y="35"/>
                      </a:cubicBezTo>
                      <a:cubicBezTo>
                        <a:pt x="15" y="35"/>
                        <a:pt x="15" y="35"/>
                        <a:pt x="15" y="35"/>
                      </a:cubicBezTo>
                      <a:cubicBezTo>
                        <a:pt x="15" y="35"/>
                        <a:pt x="15" y="35"/>
                        <a:pt x="15" y="35"/>
                      </a:cubicBezTo>
                      <a:cubicBezTo>
                        <a:pt x="15" y="34"/>
                        <a:pt x="15" y="34"/>
                        <a:pt x="15" y="34"/>
                      </a:cubicBezTo>
                      <a:cubicBezTo>
                        <a:pt x="15" y="34"/>
                        <a:pt x="15" y="33"/>
                        <a:pt x="15" y="33"/>
                      </a:cubicBezTo>
                      <a:cubicBezTo>
                        <a:pt x="15" y="33"/>
                        <a:pt x="15" y="33"/>
                        <a:pt x="15" y="33"/>
                      </a:cubicBezTo>
                      <a:cubicBezTo>
                        <a:pt x="15" y="33"/>
                        <a:pt x="15" y="33"/>
                        <a:pt x="15" y="33"/>
                      </a:cubicBezTo>
                      <a:cubicBezTo>
                        <a:pt x="15" y="34"/>
                        <a:pt x="15" y="34"/>
                        <a:pt x="15" y="34"/>
                      </a:cubicBezTo>
                      <a:cubicBezTo>
                        <a:pt x="15" y="34"/>
                        <a:pt x="15" y="34"/>
                        <a:pt x="15" y="35"/>
                      </a:cubicBezTo>
                      <a:cubicBezTo>
                        <a:pt x="15" y="35"/>
                        <a:pt x="15" y="35"/>
                        <a:pt x="15" y="35"/>
                      </a:cubicBezTo>
                      <a:cubicBezTo>
                        <a:pt x="15" y="35"/>
                        <a:pt x="15" y="35"/>
                        <a:pt x="15" y="35"/>
                      </a:cubicBezTo>
                      <a:cubicBezTo>
                        <a:pt x="15" y="35"/>
                        <a:pt x="15" y="35"/>
                        <a:pt x="15" y="35"/>
                      </a:cubicBezTo>
                      <a:cubicBezTo>
                        <a:pt x="15" y="35"/>
                        <a:pt x="15" y="35"/>
                        <a:pt x="14" y="35"/>
                      </a:cubicBezTo>
                      <a:cubicBezTo>
                        <a:pt x="14" y="35"/>
                        <a:pt x="14" y="35"/>
                        <a:pt x="14" y="35"/>
                      </a:cubicBezTo>
                      <a:cubicBezTo>
                        <a:pt x="14" y="36"/>
                        <a:pt x="14" y="36"/>
                        <a:pt x="14" y="36"/>
                      </a:cubicBezTo>
                      <a:cubicBezTo>
                        <a:pt x="14" y="36"/>
                        <a:pt x="14" y="36"/>
                        <a:pt x="14" y="36"/>
                      </a:cubicBezTo>
                      <a:cubicBezTo>
                        <a:pt x="14" y="36"/>
                        <a:pt x="14" y="36"/>
                        <a:pt x="14" y="36"/>
                      </a:cubicBezTo>
                      <a:cubicBezTo>
                        <a:pt x="14" y="36"/>
                        <a:pt x="14" y="37"/>
                        <a:pt x="14" y="37"/>
                      </a:cubicBezTo>
                      <a:cubicBezTo>
                        <a:pt x="14" y="37"/>
                        <a:pt x="14" y="37"/>
                        <a:pt x="14" y="37"/>
                      </a:cubicBezTo>
                      <a:cubicBezTo>
                        <a:pt x="14" y="37"/>
                        <a:pt x="14" y="36"/>
                        <a:pt x="14" y="36"/>
                      </a:cubicBezTo>
                      <a:cubicBezTo>
                        <a:pt x="14" y="37"/>
                        <a:pt x="14" y="37"/>
                        <a:pt x="14" y="37"/>
                      </a:cubicBezTo>
                      <a:cubicBezTo>
                        <a:pt x="14" y="37"/>
                        <a:pt x="14" y="37"/>
                        <a:pt x="14" y="37"/>
                      </a:cubicBezTo>
                      <a:cubicBezTo>
                        <a:pt x="14" y="37"/>
                        <a:pt x="14" y="37"/>
                        <a:pt x="14" y="37"/>
                      </a:cubicBezTo>
                      <a:cubicBezTo>
                        <a:pt x="15" y="37"/>
                        <a:pt x="15" y="37"/>
                        <a:pt x="15" y="37"/>
                      </a:cubicBezTo>
                      <a:cubicBezTo>
                        <a:pt x="15" y="37"/>
                        <a:pt x="15" y="37"/>
                        <a:pt x="15" y="37"/>
                      </a:cubicBezTo>
                      <a:cubicBezTo>
                        <a:pt x="15" y="37"/>
                        <a:pt x="15" y="37"/>
                        <a:pt x="15" y="37"/>
                      </a:cubicBezTo>
                      <a:cubicBezTo>
                        <a:pt x="15" y="37"/>
                        <a:pt x="15" y="37"/>
                        <a:pt x="16" y="37"/>
                      </a:cubicBezTo>
                      <a:cubicBezTo>
                        <a:pt x="16" y="36"/>
                        <a:pt x="16" y="36"/>
                        <a:pt x="16" y="36"/>
                      </a:cubicBezTo>
                      <a:cubicBezTo>
                        <a:pt x="16" y="36"/>
                        <a:pt x="16" y="36"/>
                        <a:pt x="16" y="36"/>
                      </a:cubicBezTo>
                      <a:cubicBezTo>
                        <a:pt x="16" y="36"/>
                        <a:pt x="16" y="36"/>
                        <a:pt x="16" y="36"/>
                      </a:cubicBezTo>
                      <a:cubicBezTo>
                        <a:pt x="16" y="36"/>
                        <a:pt x="16" y="36"/>
                        <a:pt x="16" y="36"/>
                      </a:cubicBezTo>
                      <a:cubicBezTo>
                        <a:pt x="16" y="36"/>
                        <a:pt x="16" y="36"/>
                        <a:pt x="16" y="36"/>
                      </a:cubicBezTo>
                      <a:cubicBezTo>
                        <a:pt x="16" y="36"/>
                        <a:pt x="16" y="36"/>
                        <a:pt x="16" y="36"/>
                      </a:cubicBezTo>
                      <a:cubicBezTo>
                        <a:pt x="16" y="36"/>
                        <a:pt x="16" y="36"/>
                        <a:pt x="16" y="35"/>
                      </a:cubicBezTo>
                      <a:cubicBezTo>
                        <a:pt x="16" y="35"/>
                        <a:pt x="16" y="35"/>
                        <a:pt x="16" y="35"/>
                      </a:cubicBezTo>
                      <a:cubicBezTo>
                        <a:pt x="16" y="35"/>
                        <a:pt x="16" y="35"/>
                        <a:pt x="16" y="35"/>
                      </a:cubicBezTo>
                      <a:cubicBezTo>
                        <a:pt x="16" y="35"/>
                        <a:pt x="16" y="35"/>
                        <a:pt x="16" y="35"/>
                      </a:cubicBezTo>
                      <a:cubicBezTo>
                        <a:pt x="16" y="35"/>
                        <a:pt x="16" y="35"/>
                        <a:pt x="16" y="34"/>
                      </a:cubicBezTo>
                      <a:cubicBezTo>
                        <a:pt x="16" y="34"/>
                        <a:pt x="16" y="34"/>
                        <a:pt x="16" y="34"/>
                      </a:cubicBezTo>
                      <a:cubicBezTo>
                        <a:pt x="16" y="34"/>
                        <a:pt x="16" y="34"/>
                        <a:pt x="17" y="34"/>
                      </a:cubicBezTo>
                      <a:cubicBezTo>
                        <a:pt x="17" y="34"/>
                        <a:pt x="16" y="34"/>
                        <a:pt x="16" y="34"/>
                      </a:cubicBezTo>
                      <a:cubicBezTo>
                        <a:pt x="16" y="34"/>
                        <a:pt x="16" y="34"/>
                        <a:pt x="17" y="34"/>
                      </a:cubicBezTo>
                      <a:cubicBezTo>
                        <a:pt x="17" y="34"/>
                        <a:pt x="17" y="34"/>
                        <a:pt x="17" y="34"/>
                      </a:cubicBezTo>
                      <a:cubicBezTo>
                        <a:pt x="17" y="34"/>
                        <a:pt x="16" y="35"/>
                        <a:pt x="16" y="35"/>
                      </a:cubicBezTo>
                      <a:cubicBezTo>
                        <a:pt x="16" y="35"/>
                        <a:pt x="16" y="35"/>
                        <a:pt x="16" y="35"/>
                      </a:cubicBezTo>
                      <a:cubicBezTo>
                        <a:pt x="16" y="35"/>
                        <a:pt x="16" y="35"/>
                        <a:pt x="16" y="35"/>
                      </a:cubicBezTo>
                      <a:cubicBezTo>
                        <a:pt x="17" y="35"/>
                        <a:pt x="17" y="35"/>
                        <a:pt x="17" y="35"/>
                      </a:cubicBezTo>
                      <a:cubicBezTo>
                        <a:pt x="17" y="35"/>
                        <a:pt x="17" y="35"/>
                        <a:pt x="17" y="35"/>
                      </a:cubicBezTo>
                      <a:cubicBezTo>
                        <a:pt x="17" y="35"/>
                        <a:pt x="17" y="35"/>
                        <a:pt x="17" y="34"/>
                      </a:cubicBezTo>
                      <a:cubicBezTo>
                        <a:pt x="17" y="34"/>
                        <a:pt x="17" y="34"/>
                        <a:pt x="17" y="34"/>
                      </a:cubicBezTo>
                      <a:cubicBezTo>
                        <a:pt x="17" y="34"/>
                        <a:pt x="17" y="34"/>
                        <a:pt x="17" y="34"/>
                      </a:cubicBezTo>
                      <a:cubicBezTo>
                        <a:pt x="17" y="34"/>
                        <a:pt x="18" y="34"/>
                        <a:pt x="18" y="34"/>
                      </a:cubicBezTo>
                      <a:cubicBezTo>
                        <a:pt x="18" y="34"/>
                        <a:pt x="18" y="34"/>
                        <a:pt x="18" y="34"/>
                      </a:cubicBezTo>
                      <a:cubicBezTo>
                        <a:pt x="18" y="33"/>
                        <a:pt x="18" y="33"/>
                        <a:pt x="18" y="33"/>
                      </a:cubicBezTo>
                      <a:cubicBezTo>
                        <a:pt x="18" y="33"/>
                        <a:pt x="18" y="33"/>
                        <a:pt x="18" y="33"/>
                      </a:cubicBezTo>
                      <a:cubicBezTo>
                        <a:pt x="18" y="33"/>
                        <a:pt x="18" y="33"/>
                        <a:pt x="18" y="32"/>
                      </a:cubicBezTo>
                      <a:cubicBezTo>
                        <a:pt x="18" y="32"/>
                        <a:pt x="18" y="32"/>
                        <a:pt x="18" y="32"/>
                      </a:cubicBezTo>
                      <a:cubicBezTo>
                        <a:pt x="18" y="32"/>
                        <a:pt x="18" y="32"/>
                        <a:pt x="18" y="32"/>
                      </a:cubicBezTo>
                      <a:cubicBezTo>
                        <a:pt x="18" y="32"/>
                        <a:pt x="17" y="32"/>
                        <a:pt x="17" y="32"/>
                      </a:cubicBezTo>
                      <a:cubicBezTo>
                        <a:pt x="17" y="32"/>
                        <a:pt x="17" y="31"/>
                        <a:pt x="17" y="31"/>
                      </a:cubicBezTo>
                      <a:cubicBezTo>
                        <a:pt x="17" y="31"/>
                        <a:pt x="17" y="31"/>
                        <a:pt x="17" y="31"/>
                      </a:cubicBezTo>
                      <a:cubicBezTo>
                        <a:pt x="17" y="31"/>
                        <a:pt x="17" y="31"/>
                        <a:pt x="17" y="31"/>
                      </a:cubicBezTo>
                      <a:cubicBezTo>
                        <a:pt x="17" y="31"/>
                        <a:pt x="17" y="31"/>
                        <a:pt x="18" y="31"/>
                      </a:cubicBezTo>
                      <a:cubicBezTo>
                        <a:pt x="18" y="31"/>
                        <a:pt x="18" y="31"/>
                        <a:pt x="18" y="31"/>
                      </a:cubicBezTo>
                      <a:cubicBezTo>
                        <a:pt x="17" y="31"/>
                        <a:pt x="17" y="31"/>
                        <a:pt x="17" y="31"/>
                      </a:cubicBezTo>
                      <a:cubicBezTo>
                        <a:pt x="17" y="31"/>
                        <a:pt x="17" y="31"/>
                        <a:pt x="17" y="31"/>
                      </a:cubicBezTo>
                      <a:cubicBezTo>
                        <a:pt x="17" y="31"/>
                        <a:pt x="18" y="32"/>
                        <a:pt x="18" y="32"/>
                      </a:cubicBezTo>
                      <a:cubicBezTo>
                        <a:pt x="18" y="32"/>
                        <a:pt x="18" y="32"/>
                        <a:pt x="18" y="31"/>
                      </a:cubicBezTo>
                      <a:cubicBezTo>
                        <a:pt x="18" y="31"/>
                        <a:pt x="18" y="31"/>
                        <a:pt x="18" y="31"/>
                      </a:cubicBezTo>
                      <a:cubicBezTo>
                        <a:pt x="18" y="31"/>
                        <a:pt x="18" y="31"/>
                        <a:pt x="18" y="31"/>
                      </a:cubicBezTo>
                      <a:cubicBezTo>
                        <a:pt x="18" y="32"/>
                        <a:pt x="18" y="32"/>
                        <a:pt x="18" y="32"/>
                      </a:cubicBezTo>
                      <a:cubicBezTo>
                        <a:pt x="18" y="32"/>
                        <a:pt x="18" y="32"/>
                        <a:pt x="18" y="32"/>
                      </a:cubicBezTo>
                      <a:cubicBezTo>
                        <a:pt x="18" y="32"/>
                        <a:pt x="18" y="33"/>
                        <a:pt x="18" y="33"/>
                      </a:cubicBezTo>
                      <a:cubicBezTo>
                        <a:pt x="18" y="33"/>
                        <a:pt x="18" y="33"/>
                        <a:pt x="18" y="34"/>
                      </a:cubicBezTo>
                      <a:cubicBezTo>
                        <a:pt x="18" y="34"/>
                        <a:pt x="18" y="34"/>
                        <a:pt x="18" y="35"/>
                      </a:cubicBezTo>
                      <a:cubicBezTo>
                        <a:pt x="18" y="35"/>
                        <a:pt x="18" y="35"/>
                        <a:pt x="18" y="35"/>
                      </a:cubicBezTo>
                      <a:cubicBezTo>
                        <a:pt x="18" y="35"/>
                        <a:pt x="18" y="35"/>
                        <a:pt x="18" y="35"/>
                      </a:cubicBezTo>
                      <a:cubicBezTo>
                        <a:pt x="18" y="35"/>
                        <a:pt x="18" y="36"/>
                        <a:pt x="18" y="36"/>
                      </a:cubicBezTo>
                      <a:cubicBezTo>
                        <a:pt x="18" y="36"/>
                        <a:pt x="18" y="36"/>
                        <a:pt x="18" y="36"/>
                      </a:cubicBezTo>
                      <a:cubicBezTo>
                        <a:pt x="18" y="36"/>
                        <a:pt x="18" y="36"/>
                        <a:pt x="19" y="35"/>
                      </a:cubicBezTo>
                      <a:cubicBezTo>
                        <a:pt x="19" y="35"/>
                        <a:pt x="19" y="35"/>
                        <a:pt x="19" y="35"/>
                      </a:cubicBezTo>
                      <a:cubicBezTo>
                        <a:pt x="19" y="35"/>
                        <a:pt x="19" y="34"/>
                        <a:pt x="19" y="34"/>
                      </a:cubicBezTo>
                      <a:cubicBezTo>
                        <a:pt x="19" y="34"/>
                        <a:pt x="19" y="34"/>
                        <a:pt x="19" y="34"/>
                      </a:cubicBezTo>
                      <a:cubicBezTo>
                        <a:pt x="19" y="34"/>
                        <a:pt x="19" y="33"/>
                        <a:pt x="19" y="33"/>
                      </a:cubicBezTo>
                      <a:cubicBezTo>
                        <a:pt x="19" y="33"/>
                        <a:pt x="19" y="33"/>
                        <a:pt x="19" y="33"/>
                      </a:cubicBezTo>
                      <a:cubicBezTo>
                        <a:pt x="20" y="33"/>
                        <a:pt x="20" y="33"/>
                        <a:pt x="20"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1"/>
                      </a:cubicBezTo>
                      <a:cubicBezTo>
                        <a:pt x="19" y="31"/>
                        <a:pt x="19" y="31"/>
                        <a:pt x="19" y="31"/>
                      </a:cubicBezTo>
                      <a:cubicBezTo>
                        <a:pt x="19" y="31"/>
                        <a:pt x="16" y="23"/>
                        <a:pt x="16" y="22"/>
                      </a:cubicBezTo>
                      <a:cubicBezTo>
                        <a:pt x="16" y="22"/>
                        <a:pt x="16" y="22"/>
                        <a:pt x="16" y="22"/>
                      </a:cubicBezTo>
                      <a:cubicBezTo>
                        <a:pt x="16" y="22"/>
                        <a:pt x="16" y="22"/>
                        <a:pt x="16" y="22"/>
                      </a:cubicBezTo>
                      <a:cubicBezTo>
                        <a:pt x="17" y="22"/>
                        <a:pt x="17" y="22"/>
                        <a:pt x="17" y="22"/>
                      </a:cubicBezTo>
                      <a:cubicBezTo>
                        <a:pt x="17" y="22"/>
                        <a:pt x="17" y="23"/>
                        <a:pt x="17" y="23"/>
                      </a:cubicBezTo>
                      <a:cubicBezTo>
                        <a:pt x="17" y="23"/>
                        <a:pt x="17" y="23"/>
                        <a:pt x="17" y="23"/>
                      </a:cubicBezTo>
                      <a:cubicBezTo>
                        <a:pt x="17" y="23"/>
                        <a:pt x="17" y="23"/>
                        <a:pt x="17" y="23"/>
                      </a:cubicBezTo>
                      <a:cubicBezTo>
                        <a:pt x="17" y="23"/>
                        <a:pt x="20" y="31"/>
                        <a:pt x="20" y="31"/>
                      </a:cubicBezTo>
                      <a:cubicBezTo>
                        <a:pt x="20" y="31"/>
                        <a:pt x="20" y="31"/>
                        <a:pt x="21" y="31"/>
                      </a:cubicBezTo>
                      <a:cubicBezTo>
                        <a:pt x="21" y="32"/>
                        <a:pt x="21" y="32"/>
                        <a:pt x="21" y="32"/>
                      </a:cubicBezTo>
                      <a:cubicBezTo>
                        <a:pt x="21" y="32"/>
                        <a:pt x="21" y="32"/>
                        <a:pt x="22" y="32"/>
                      </a:cubicBezTo>
                      <a:cubicBezTo>
                        <a:pt x="22" y="32"/>
                        <a:pt x="22" y="32"/>
                        <a:pt x="22" y="32"/>
                      </a:cubicBezTo>
                      <a:cubicBezTo>
                        <a:pt x="22" y="32"/>
                        <a:pt x="22" y="32"/>
                        <a:pt x="22" y="32"/>
                      </a:cubicBezTo>
                      <a:cubicBezTo>
                        <a:pt x="22" y="32"/>
                        <a:pt x="22" y="32"/>
                        <a:pt x="22" y="32"/>
                      </a:cubicBezTo>
                      <a:cubicBezTo>
                        <a:pt x="22" y="32"/>
                        <a:pt x="22" y="32"/>
                        <a:pt x="22" y="32"/>
                      </a:cubicBezTo>
                      <a:cubicBezTo>
                        <a:pt x="22" y="32"/>
                        <a:pt x="22" y="32"/>
                        <a:pt x="22" y="31"/>
                      </a:cubicBezTo>
                      <a:cubicBezTo>
                        <a:pt x="22" y="31"/>
                        <a:pt x="23" y="31"/>
                        <a:pt x="22" y="31"/>
                      </a:cubicBezTo>
                      <a:cubicBezTo>
                        <a:pt x="22" y="31"/>
                        <a:pt x="22" y="31"/>
                        <a:pt x="22" y="31"/>
                      </a:cubicBezTo>
                      <a:cubicBezTo>
                        <a:pt x="22" y="31"/>
                        <a:pt x="22" y="31"/>
                        <a:pt x="22" y="30"/>
                      </a:cubicBezTo>
                      <a:cubicBezTo>
                        <a:pt x="22" y="30"/>
                        <a:pt x="22"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29"/>
                        <a:pt x="23" y="29"/>
                        <a:pt x="23" y="29"/>
                      </a:cubicBezTo>
                      <a:cubicBezTo>
                        <a:pt x="23" y="29"/>
                        <a:pt x="23" y="29"/>
                        <a:pt x="23" y="29"/>
                      </a:cubicBezTo>
                      <a:cubicBezTo>
                        <a:pt x="23" y="29"/>
                        <a:pt x="23" y="29"/>
                        <a:pt x="23" y="29"/>
                      </a:cubicBezTo>
                      <a:cubicBezTo>
                        <a:pt x="23" y="30"/>
                        <a:pt x="23" y="30"/>
                        <a:pt x="23" y="30"/>
                      </a:cubicBezTo>
                      <a:cubicBezTo>
                        <a:pt x="23" y="30"/>
                        <a:pt x="23" y="30"/>
                        <a:pt x="23" y="30"/>
                      </a:cubicBezTo>
                      <a:cubicBezTo>
                        <a:pt x="23" y="30"/>
                        <a:pt x="23" y="30"/>
                        <a:pt x="23" y="30"/>
                      </a:cubicBezTo>
                      <a:cubicBezTo>
                        <a:pt x="23" y="30"/>
                        <a:pt x="23" y="30"/>
                        <a:pt x="24" y="30"/>
                      </a:cubicBezTo>
                      <a:cubicBezTo>
                        <a:pt x="24" y="30"/>
                        <a:pt x="24" y="30"/>
                        <a:pt x="24" y="30"/>
                      </a:cubicBezTo>
                      <a:cubicBezTo>
                        <a:pt x="24" y="30"/>
                        <a:pt x="24" y="30"/>
                        <a:pt x="24" y="31"/>
                      </a:cubicBezTo>
                      <a:cubicBezTo>
                        <a:pt x="24" y="31"/>
                        <a:pt x="24" y="31"/>
                        <a:pt x="25" y="31"/>
                      </a:cubicBezTo>
                      <a:cubicBezTo>
                        <a:pt x="25" y="31"/>
                        <a:pt x="25" y="31"/>
                        <a:pt x="26" y="31"/>
                      </a:cubicBezTo>
                      <a:cubicBezTo>
                        <a:pt x="26" y="31"/>
                        <a:pt x="26" y="31"/>
                        <a:pt x="26" y="31"/>
                      </a:cubicBezTo>
                      <a:cubicBezTo>
                        <a:pt x="26" y="32"/>
                        <a:pt x="26" y="33"/>
                        <a:pt x="26" y="34"/>
                      </a:cubicBezTo>
                      <a:cubicBezTo>
                        <a:pt x="26" y="34"/>
                        <a:pt x="26" y="34"/>
                        <a:pt x="26" y="35"/>
                      </a:cubicBezTo>
                      <a:cubicBezTo>
                        <a:pt x="26" y="36"/>
                        <a:pt x="26" y="36"/>
                        <a:pt x="27" y="37"/>
                      </a:cubicBezTo>
                      <a:cubicBezTo>
                        <a:pt x="27" y="38"/>
                        <a:pt x="27" y="39"/>
                        <a:pt x="27" y="39"/>
                      </a:cubicBezTo>
                      <a:cubicBezTo>
                        <a:pt x="28" y="40"/>
                        <a:pt x="28" y="40"/>
                        <a:pt x="28" y="39"/>
                      </a:cubicBezTo>
                      <a:cubicBezTo>
                        <a:pt x="28" y="39"/>
                        <a:pt x="28" y="40"/>
                        <a:pt x="28" y="40"/>
                      </a:cubicBezTo>
                      <a:cubicBezTo>
                        <a:pt x="29" y="39"/>
                        <a:pt x="30" y="39"/>
                        <a:pt x="30" y="38"/>
                      </a:cubicBezTo>
                      <a:cubicBezTo>
                        <a:pt x="30" y="37"/>
                        <a:pt x="30" y="37"/>
                        <a:pt x="30" y="36"/>
                      </a:cubicBezTo>
                      <a:cubicBezTo>
                        <a:pt x="30" y="36"/>
                        <a:pt x="30" y="36"/>
                        <a:pt x="31" y="35"/>
                      </a:cubicBezTo>
                      <a:cubicBezTo>
                        <a:pt x="31" y="35"/>
                        <a:pt x="31" y="34"/>
                        <a:pt x="31" y="34"/>
                      </a:cubicBezTo>
                      <a:lnTo>
                        <a:pt x="30" y="31"/>
                      </a:lnTo>
                      <a:close/>
                      <a:moveTo>
                        <a:pt x="7" y="35"/>
                      </a:moveTo>
                      <a:cubicBezTo>
                        <a:pt x="7" y="35"/>
                        <a:pt x="7" y="35"/>
                        <a:pt x="7" y="34"/>
                      </a:cubicBezTo>
                      <a:cubicBezTo>
                        <a:pt x="7" y="34"/>
                        <a:pt x="7" y="34"/>
                        <a:pt x="7" y="34"/>
                      </a:cubicBezTo>
                      <a:cubicBezTo>
                        <a:pt x="8" y="34"/>
                        <a:pt x="7" y="35"/>
                        <a:pt x="7" y="35"/>
                      </a:cubicBezTo>
                      <a:close/>
                      <a:moveTo>
                        <a:pt x="16" y="33"/>
                      </a:moveTo>
                      <a:cubicBezTo>
                        <a:pt x="16" y="33"/>
                        <a:pt x="16" y="33"/>
                        <a:pt x="15" y="33"/>
                      </a:cubicBezTo>
                      <a:cubicBezTo>
                        <a:pt x="15" y="33"/>
                        <a:pt x="15" y="33"/>
                        <a:pt x="15" y="33"/>
                      </a:cubicBezTo>
                      <a:cubicBezTo>
                        <a:pt x="15" y="33"/>
                        <a:pt x="15" y="33"/>
                        <a:pt x="15" y="33"/>
                      </a:cubicBezTo>
                      <a:cubicBezTo>
                        <a:pt x="15" y="33"/>
                        <a:pt x="15" y="33"/>
                        <a:pt x="16" y="33"/>
                      </a:cubicBezTo>
                      <a:cubicBezTo>
                        <a:pt x="16" y="33"/>
                        <a:pt x="16" y="33"/>
                        <a:pt x="16" y="33"/>
                      </a:cubicBezTo>
                      <a:close/>
                      <a:moveTo>
                        <a:pt x="11" y="37"/>
                      </a:moveTo>
                      <a:cubicBezTo>
                        <a:pt x="12" y="37"/>
                        <a:pt x="12" y="37"/>
                        <a:pt x="12" y="37"/>
                      </a:cubicBezTo>
                      <a:cubicBezTo>
                        <a:pt x="12" y="37"/>
                        <a:pt x="12" y="37"/>
                        <a:pt x="12"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7"/>
                      </a:cubicBezTo>
                      <a:cubicBezTo>
                        <a:pt x="11" y="37"/>
                        <a:pt x="11" y="37"/>
                        <a:pt x="11" y="37"/>
                      </a:cubicBezTo>
                      <a:cubicBezTo>
                        <a:pt x="11" y="37"/>
                        <a:pt x="11" y="37"/>
                        <a:pt x="11" y="37"/>
                      </a:cubicBezTo>
                      <a:close/>
                      <a:moveTo>
                        <a:pt x="10" y="37"/>
                      </a:moveTo>
                      <a:cubicBezTo>
                        <a:pt x="10" y="37"/>
                        <a:pt x="10" y="37"/>
                        <a:pt x="10" y="37"/>
                      </a:cubicBezTo>
                      <a:cubicBezTo>
                        <a:pt x="10" y="37"/>
                        <a:pt x="10" y="37"/>
                        <a:pt x="10" y="37"/>
                      </a:cubicBezTo>
                      <a:cubicBezTo>
                        <a:pt x="10" y="37"/>
                        <a:pt x="10" y="37"/>
                        <a:pt x="10" y="37"/>
                      </a:cubicBezTo>
                      <a:cubicBezTo>
                        <a:pt x="10" y="37"/>
                        <a:pt x="10" y="37"/>
                        <a:pt x="10" y="37"/>
                      </a:cubicBezTo>
                      <a:cubicBezTo>
                        <a:pt x="10" y="37"/>
                        <a:pt x="10" y="37"/>
                        <a:pt x="10" y="37"/>
                      </a:cubicBezTo>
                      <a:cubicBezTo>
                        <a:pt x="10" y="37"/>
                        <a:pt x="10" y="37"/>
                        <a:pt x="10" y="37"/>
                      </a:cubicBezTo>
                      <a:cubicBezTo>
                        <a:pt x="10" y="37"/>
                        <a:pt x="10" y="37"/>
                        <a:pt x="10" y="38"/>
                      </a:cubicBezTo>
                      <a:cubicBezTo>
                        <a:pt x="10" y="38"/>
                        <a:pt x="10" y="38"/>
                        <a:pt x="10" y="38"/>
                      </a:cubicBezTo>
                      <a:cubicBezTo>
                        <a:pt x="10" y="38"/>
                        <a:pt x="10" y="38"/>
                        <a:pt x="10" y="38"/>
                      </a:cubicBezTo>
                      <a:cubicBezTo>
                        <a:pt x="10" y="38"/>
                        <a:pt x="10" y="38"/>
                        <a:pt x="10" y="38"/>
                      </a:cubicBezTo>
                      <a:cubicBezTo>
                        <a:pt x="10" y="38"/>
                        <a:pt x="9" y="38"/>
                        <a:pt x="9" y="38"/>
                      </a:cubicBezTo>
                      <a:cubicBezTo>
                        <a:pt x="9" y="37"/>
                        <a:pt x="9" y="37"/>
                        <a:pt x="9" y="37"/>
                      </a:cubicBezTo>
                      <a:cubicBezTo>
                        <a:pt x="9" y="37"/>
                        <a:pt x="9" y="37"/>
                        <a:pt x="9" y="37"/>
                      </a:cubicBezTo>
                      <a:cubicBezTo>
                        <a:pt x="9" y="37"/>
                        <a:pt x="9" y="37"/>
                        <a:pt x="9" y="37"/>
                      </a:cubicBezTo>
                      <a:cubicBezTo>
                        <a:pt x="9" y="37"/>
                        <a:pt x="9" y="37"/>
                        <a:pt x="9" y="37"/>
                      </a:cubicBezTo>
                      <a:cubicBezTo>
                        <a:pt x="9" y="37"/>
                        <a:pt x="9" y="36"/>
                        <a:pt x="9" y="36"/>
                      </a:cubicBezTo>
                      <a:cubicBezTo>
                        <a:pt x="9" y="36"/>
                        <a:pt x="9" y="36"/>
                        <a:pt x="9" y="36"/>
                      </a:cubicBezTo>
                      <a:cubicBezTo>
                        <a:pt x="9" y="36"/>
                        <a:pt x="9" y="35"/>
                        <a:pt x="9" y="35"/>
                      </a:cubicBezTo>
                      <a:cubicBezTo>
                        <a:pt x="9" y="35"/>
                        <a:pt x="9" y="35"/>
                        <a:pt x="9" y="35"/>
                      </a:cubicBezTo>
                      <a:cubicBezTo>
                        <a:pt x="9" y="35"/>
                        <a:pt x="9" y="35"/>
                        <a:pt x="9"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7"/>
                        <a:pt x="10" y="37"/>
                      </a:cubicBezTo>
                      <a:cubicBezTo>
                        <a:pt x="10" y="37"/>
                        <a:pt x="10" y="37"/>
                        <a:pt x="10" y="37"/>
                      </a:cubicBezTo>
                      <a:close/>
                      <a:moveTo>
                        <a:pt x="9" y="37"/>
                      </a:move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lose/>
                      <a:moveTo>
                        <a:pt x="11" y="38"/>
                      </a:moveTo>
                      <a:cubicBezTo>
                        <a:pt x="11" y="38"/>
                        <a:pt x="11" y="38"/>
                        <a:pt x="11" y="38"/>
                      </a:cubicBezTo>
                      <a:cubicBezTo>
                        <a:pt x="11" y="38"/>
                        <a:pt x="11" y="38"/>
                        <a:pt x="11" y="38"/>
                      </a:cubicBezTo>
                      <a:cubicBezTo>
                        <a:pt x="11" y="38"/>
                        <a:pt x="11" y="38"/>
                        <a:pt x="11" y="37"/>
                      </a:cubicBezTo>
                      <a:cubicBezTo>
                        <a:pt x="11" y="37"/>
                        <a:pt x="11" y="37"/>
                        <a:pt x="11" y="37"/>
                      </a:cubicBezTo>
                      <a:cubicBezTo>
                        <a:pt x="11" y="37"/>
                        <a:pt x="11" y="37"/>
                        <a:pt x="11" y="37"/>
                      </a:cubicBezTo>
                      <a:cubicBezTo>
                        <a:pt x="11" y="37"/>
                        <a:pt x="11" y="37"/>
                        <a:pt x="11" y="37"/>
                      </a:cubicBezTo>
                      <a:cubicBezTo>
                        <a:pt x="10" y="37"/>
                        <a:pt x="10" y="37"/>
                        <a:pt x="10" y="37"/>
                      </a:cubicBezTo>
                      <a:cubicBezTo>
                        <a:pt x="10"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8"/>
                        <a:pt x="11" y="38"/>
                      </a:cubicBezTo>
                      <a:close/>
                      <a:moveTo>
                        <a:pt x="9" y="38"/>
                      </a:moveTo>
                      <a:cubicBezTo>
                        <a:pt x="9" y="38"/>
                        <a:pt x="9" y="38"/>
                        <a:pt x="9" y="38"/>
                      </a:cubicBezTo>
                      <a:cubicBezTo>
                        <a:pt x="9" y="38"/>
                        <a:pt x="8" y="38"/>
                        <a:pt x="8" y="38"/>
                      </a:cubicBezTo>
                      <a:cubicBezTo>
                        <a:pt x="8" y="38"/>
                        <a:pt x="8" y="38"/>
                        <a:pt x="8" y="38"/>
                      </a:cubicBezTo>
                      <a:cubicBezTo>
                        <a:pt x="8" y="38"/>
                        <a:pt x="8" y="38"/>
                        <a:pt x="8" y="38"/>
                      </a:cubicBezTo>
                      <a:cubicBezTo>
                        <a:pt x="8" y="38"/>
                        <a:pt x="8" y="38"/>
                        <a:pt x="9" y="38"/>
                      </a:cubicBezTo>
                      <a:cubicBezTo>
                        <a:pt x="9" y="38"/>
                        <a:pt x="9" y="38"/>
                        <a:pt x="9" y="38"/>
                      </a:cubicBezTo>
                      <a:cubicBezTo>
                        <a:pt x="9" y="38"/>
                        <a:pt x="9" y="38"/>
                        <a:pt x="9" y="38"/>
                      </a:cubicBezTo>
                      <a:cubicBezTo>
                        <a:pt x="9" y="38"/>
                        <a:pt x="9" y="38"/>
                        <a:pt x="9" y="38"/>
                      </a:cubicBezTo>
                      <a:cubicBezTo>
                        <a:pt x="9" y="38"/>
                        <a:pt x="9" y="38"/>
                        <a:pt x="9" y="38"/>
                      </a:cubicBezTo>
                      <a:cubicBezTo>
                        <a:pt x="9" y="38"/>
                        <a:pt x="9" y="38"/>
                        <a:pt x="9" y="38"/>
                      </a:cubicBezTo>
                      <a:cubicBezTo>
                        <a:pt x="9" y="38"/>
                        <a:pt x="9" y="38"/>
                        <a:pt x="9" y="38"/>
                      </a:cubicBezTo>
                      <a:cubicBezTo>
                        <a:pt x="9" y="38"/>
                        <a:pt x="9" y="38"/>
                        <a:pt x="9" y="38"/>
                      </a:cubicBezTo>
                      <a:close/>
                      <a:moveTo>
                        <a:pt x="8" y="37"/>
                      </a:moveTo>
                      <a:cubicBezTo>
                        <a:pt x="8" y="37"/>
                        <a:pt x="8" y="38"/>
                        <a:pt x="8" y="38"/>
                      </a:cubicBezTo>
                      <a:cubicBezTo>
                        <a:pt x="8" y="38"/>
                        <a:pt x="7" y="38"/>
                        <a:pt x="7" y="37"/>
                      </a:cubicBezTo>
                      <a:cubicBezTo>
                        <a:pt x="7" y="37"/>
                        <a:pt x="7" y="37"/>
                        <a:pt x="7" y="37"/>
                      </a:cubicBezTo>
                      <a:cubicBezTo>
                        <a:pt x="7" y="37"/>
                        <a:pt x="7" y="37"/>
                        <a:pt x="7" y="37"/>
                      </a:cubicBezTo>
                      <a:cubicBezTo>
                        <a:pt x="7" y="37"/>
                        <a:pt x="7" y="37"/>
                        <a:pt x="7" y="36"/>
                      </a:cubicBezTo>
                      <a:cubicBezTo>
                        <a:pt x="7" y="36"/>
                        <a:pt x="7" y="36"/>
                        <a:pt x="7" y="36"/>
                      </a:cubicBezTo>
                      <a:cubicBezTo>
                        <a:pt x="7" y="36"/>
                        <a:pt x="7" y="37"/>
                        <a:pt x="7" y="37"/>
                      </a:cubicBezTo>
                      <a:cubicBezTo>
                        <a:pt x="7" y="37"/>
                        <a:pt x="7" y="37"/>
                        <a:pt x="7" y="37"/>
                      </a:cubicBezTo>
                      <a:cubicBezTo>
                        <a:pt x="7" y="37"/>
                        <a:pt x="7" y="37"/>
                        <a:pt x="8" y="37"/>
                      </a:cubicBezTo>
                      <a:close/>
                      <a:moveTo>
                        <a:pt x="9" y="37"/>
                      </a:moveTo>
                      <a:cubicBezTo>
                        <a:pt x="9" y="37"/>
                        <a:pt x="9" y="37"/>
                        <a:pt x="9" y="37"/>
                      </a:cubicBezTo>
                      <a:cubicBezTo>
                        <a:pt x="9" y="37"/>
                        <a:pt x="9" y="37"/>
                        <a:pt x="9" y="37"/>
                      </a:cubicBezTo>
                      <a:cubicBezTo>
                        <a:pt x="8" y="37"/>
                        <a:pt x="8" y="38"/>
                        <a:pt x="8" y="38"/>
                      </a:cubicBezTo>
                      <a:cubicBezTo>
                        <a:pt x="8" y="37"/>
                        <a:pt x="8" y="37"/>
                        <a:pt x="8" y="37"/>
                      </a:cubicBezTo>
                      <a:cubicBezTo>
                        <a:pt x="8" y="37"/>
                        <a:pt x="8" y="37"/>
                        <a:pt x="8" y="37"/>
                      </a:cubicBezTo>
                      <a:cubicBezTo>
                        <a:pt x="8" y="37"/>
                        <a:pt x="8" y="37"/>
                        <a:pt x="8" y="37"/>
                      </a:cubicBezTo>
                      <a:cubicBezTo>
                        <a:pt x="8" y="37"/>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9" y="36"/>
                        <a:pt x="9"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lose/>
                      <a:moveTo>
                        <a:pt x="9" y="37"/>
                      </a:move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6"/>
                        <a:pt x="8" y="36"/>
                        <a:pt x="8" y="36"/>
                      </a:cubicBezTo>
                      <a:cubicBezTo>
                        <a:pt x="8" y="36"/>
                        <a:pt x="8" y="36"/>
                        <a:pt x="8" y="36"/>
                      </a:cubicBezTo>
                      <a:cubicBezTo>
                        <a:pt x="9" y="36"/>
                        <a:pt x="9" y="36"/>
                        <a:pt x="9" y="36"/>
                      </a:cubicBezTo>
                      <a:cubicBezTo>
                        <a:pt x="8" y="36"/>
                        <a:pt x="8" y="36"/>
                        <a:pt x="8" y="36"/>
                      </a:cubicBezTo>
                      <a:cubicBezTo>
                        <a:pt x="8" y="36"/>
                        <a:pt x="8" y="36"/>
                        <a:pt x="8" y="35"/>
                      </a:cubicBezTo>
                      <a:cubicBezTo>
                        <a:pt x="8" y="35"/>
                        <a:pt x="9" y="35"/>
                        <a:pt x="9" y="35"/>
                      </a:cubicBezTo>
                      <a:cubicBezTo>
                        <a:pt x="9" y="35"/>
                        <a:pt x="9" y="35"/>
                        <a:pt x="9" y="35"/>
                      </a:cubicBezTo>
                      <a:cubicBezTo>
                        <a:pt x="9" y="35"/>
                        <a:pt x="9" y="35"/>
                        <a:pt x="8" y="35"/>
                      </a:cubicBezTo>
                      <a:cubicBezTo>
                        <a:pt x="9" y="35"/>
                        <a:pt x="9" y="35"/>
                        <a:pt x="9" y="35"/>
                      </a:cubicBezTo>
                      <a:cubicBezTo>
                        <a:pt x="9" y="35"/>
                        <a:pt x="9" y="35"/>
                        <a:pt x="9" y="35"/>
                      </a:cubicBezTo>
                      <a:cubicBezTo>
                        <a:pt x="9" y="35"/>
                        <a:pt x="9" y="35"/>
                        <a:pt x="9" y="35"/>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7"/>
                      </a:cubicBezTo>
                      <a:close/>
                      <a:moveTo>
                        <a:pt x="10" y="35"/>
                      </a:moveTo>
                      <a:cubicBezTo>
                        <a:pt x="10" y="35"/>
                        <a:pt x="10" y="35"/>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lose/>
                      <a:moveTo>
                        <a:pt x="23" y="31"/>
                      </a:moveTo>
                      <a:cubicBezTo>
                        <a:pt x="23" y="31"/>
                        <a:pt x="23" y="31"/>
                        <a:pt x="23" y="31"/>
                      </a:cubicBezTo>
                      <a:cubicBezTo>
                        <a:pt x="23" y="31"/>
                        <a:pt x="22" y="31"/>
                        <a:pt x="22" y="31"/>
                      </a:cubicBezTo>
                      <a:cubicBezTo>
                        <a:pt x="22" y="30"/>
                        <a:pt x="23" y="30"/>
                        <a:pt x="23" y="30"/>
                      </a:cubicBezTo>
                      <a:cubicBezTo>
                        <a:pt x="23" y="30"/>
                        <a:pt x="23" y="30"/>
                        <a:pt x="23" y="30"/>
                      </a:cubicBezTo>
                      <a:cubicBezTo>
                        <a:pt x="23" y="30"/>
                        <a:pt x="23" y="30"/>
                        <a:pt x="23" y="30"/>
                      </a:cubicBezTo>
                      <a:cubicBezTo>
                        <a:pt x="23" y="30"/>
                        <a:pt x="23" y="30"/>
                        <a:pt x="23" y="30"/>
                      </a:cubicBezTo>
                      <a:cubicBezTo>
                        <a:pt x="23" y="30"/>
                        <a:pt x="23" y="30"/>
                        <a:pt x="23" y="31"/>
                      </a:cubicBezTo>
                      <a:cubicBezTo>
                        <a:pt x="23" y="31"/>
                        <a:pt x="23" y="31"/>
                        <a:pt x="23" y="31"/>
                      </a:cubicBezTo>
                      <a:cubicBezTo>
                        <a:pt x="23" y="31"/>
                        <a:pt x="23" y="31"/>
                        <a:pt x="23" y="31"/>
                      </a:cubicBezTo>
                      <a:cubicBezTo>
                        <a:pt x="23" y="31"/>
                        <a:pt x="23" y="31"/>
                        <a:pt x="23" y="31"/>
                      </a:cubicBezTo>
                      <a:cubicBezTo>
                        <a:pt x="23" y="31"/>
                        <a:pt x="23" y="31"/>
                        <a:pt x="23" y="31"/>
                      </a:cubicBezTo>
                      <a:close/>
                      <a:moveTo>
                        <a:pt x="23" y="32"/>
                      </a:moveTo>
                      <a:cubicBezTo>
                        <a:pt x="23" y="32"/>
                        <a:pt x="23" y="32"/>
                        <a:pt x="23" y="32"/>
                      </a:cubicBezTo>
                      <a:cubicBezTo>
                        <a:pt x="23" y="32"/>
                        <a:pt x="23" y="32"/>
                        <a:pt x="23" y="32"/>
                      </a:cubicBezTo>
                      <a:cubicBezTo>
                        <a:pt x="23" y="32"/>
                        <a:pt x="22" y="32"/>
                        <a:pt x="22" y="32"/>
                      </a:cubicBezTo>
                      <a:cubicBezTo>
                        <a:pt x="22" y="33"/>
                        <a:pt x="22" y="33"/>
                        <a:pt x="22" y="33"/>
                      </a:cubicBezTo>
                      <a:cubicBezTo>
                        <a:pt x="22" y="33"/>
                        <a:pt x="22" y="33"/>
                        <a:pt x="22" y="32"/>
                      </a:cubicBezTo>
                      <a:cubicBezTo>
                        <a:pt x="22" y="32"/>
                        <a:pt x="22" y="32"/>
                        <a:pt x="22" y="32"/>
                      </a:cubicBezTo>
                      <a:cubicBezTo>
                        <a:pt x="22" y="32"/>
                        <a:pt x="22" y="32"/>
                        <a:pt x="22" y="32"/>
                      </a:cubicBezTo>
                      <a:cubicBezTo>
                        <a:pt x="22" y="32"/>
                        <a:pt x="22" y="32"/>
                        <a:pt x="22" y="32"/>
                      </a:cubicBezTo>
                      <a:cubicBezTo>
                        <a:pt x="22" y="32"/>
                        <a:pt x="22" y="32"/>
                        <a:pt x="22" y="32"/>
                      </a:cubicBezTo>
                      <a:cubicBezTo>
                        <a:pt x="22" y="32"/>
                        <a:pt x="22" y="32"/>
                        <a:pt x="23" y="31"/>
                      </a:cubicBezTo>
                      <a:cubicBezTo>
                        <a:pt x="23" y="31"/>
                        <a:pt x="23" y="31"/>
                        <a:pt x="23" y="31"/>
                      </a:cubicBezTo>
                      <a:cubicBezTo>
                        <a:pt x="23" y="31"/>
                        <a:pt x="23" y="31"/>
                        <a:pt x="23" y="31"/>
                      </a:cubicBezTo>
                      <a:cubicBezTo>
                        <a:pt x="23" y="31"/>
                        <a:pt x="23" y="31"/>
                        <a:pt x="23" y="31"/>
                      </a:cubicBezTo>
                      <a:cubicBezTo>
                        <a:pt x="23" y="32"/>
                        <a:pt x="23" y="32"/>
                        <a:pt x="23" y="32"/>
                      </a:cubicBezTo>
                      <a:close/>
                      <a:moveTo>
                        <a:pt x="20" y="32"/>
                      </a:moveTo>
                      <a:cubicBezTo>
                        <a:pt x="20" y="32"/>
                        <a:pt x="21" y="32"/>
                        <a:pt x="21" y="32"/>
                      </a:cubicBezTo>
                      <a:cubicBezTo>
                        <a:pt x="21" y="32"/>
                        <a:pt x="21" y="32"/>
                        <a:pt x="21" y="32"/>
                      </a:cubicBezTo>
                      <a:cubicBezTo>
                        <a:pt x="21" y="32"/>
                        <a:pt x="21" y="32"/>
                        <a:pt x="21" y="32"/>
                      </a:cubicBezTo>
                      <a:cubicBezTo>
                        <a:pt x="21" y="33"/>
                        <a:pt x="21" y="33"/>
                        <a:pt x="21" y="33"/>
                      </a:cubicBezTo>
                      <a:cubicBezTo>
                        <a:pt x="21" y="33"/>
                        <a:pt x="21" y="33"/>
                        <a:pt x="20" y="33"/>
                      </a:cubicBezTo>
                      <a:cubicBezTo>
                        <a:pt x="20" y="33"/>
                        <a:pt x="20" y="33"/>
                        <a:pt x="20" y="33"/>
                      </a:cubicBezTo>
                      <a:cubicBezTo>
                        <a:pt x="20" y="33"/>
                        <a:pt x="20" y="33"/>
                        <a:pt x="20" y="33"/>
                      </a:cubicBezTo>
                      <a:cubicBezTo>
                        <a:pt x="20" y="33"/>
                        <a:pt x="20" y="33"/>
                        <a:pt x="20" y="32"/>
                      </a:cubicBezTo>
                      <a:cubicBezTo>
                        <a:pt x="20" y="32"/>
                        <a:pt x="20" y="32"/>
                        <a:pt x="20" y="32"/>
                      </a:cubicBezTo>
                      <a:cubicBezTo>
                        <a:pt x="20" y="32"/>
                        <a:pt x="20" y="32"/>
                        <a:pt x="20" y="32"/>
                      </a:cubicBezTo>
                      <a:cubicBezTo>
                        <a:pt x="20" y="32"/>
                        <a:pt x="20" y="32"/>
                        <a:pt x="20" y="32"/>
                      </a:cubicBezTo>
                      <a:cubicBezTo>
                        <a:pt x="20" y="32"/>
                        <a:pt x="20" y="32"/>
                        <a:pt x="20" y="32"/>
                      </a:cubicBezTo>
                      <a:close/>
                      <a:moveTo>
                        <a:pt x="21" y="35"/>
                      </a:moveTo>
                      <a:cubicBezTo>
                        <a:pt x="21" y="35"/>
                        <a:pt x="21" y="35"/>
                        <a:pt x="21" y="35"/>
                      </a:cubicBezTo>
                      <a:cubicBezTo>
                        <a:pt x="21" y="35"/>
                        <a:pt x="21" y="35"/>
                        <a:pt x="21" y="35"/>
                      </a:cubicBezTo>
                      <a:cubicBezTo>
                        <a:pt x="21" y="35"/>
                        <a:pt x="21" y="35"/>
                        <a:pt x="21" y="35"/>
                      </a:cubicBezTo>
                      <a:cubicBezTo>
                        <a:pt x="20" y="35"/>
                        <a:pt x="20" y="35"/>
                        <a:pt x="20" y="35"/>
                      </a:cubicBezTo>
                      <a:cubicBezTo>
                        <a:pt x="20" y="35"/>
                        <a:pt x="20" y="35"/>
                        <a:pt x="20" y="35"/>
                      </a:cubicBezTo>
                      <a:cubicBezTo>
                        <a:pt x="20" y="35"/>
                        <a:pt x="20" y="35"/>
                        <a:pt x="20" y="35"/>
                      </a:cubicBezTo>
                      <a:cubicBezTo>
                        <a:pt x="20" y="35"/>
                        <a:pt x="20" y="35"/>
                        <a:pt x="21" y="35"/>
                      </a:cubicBezTo>
                      <a:cubicBezTo>
                        <a:pt x="21" y="35"/>
                        <a:pt x="21" y="35"/>
                        <a:pt x="21" y="35"/>
                      </a:cubicBezTo>
                      <a:close/>
                      <a:moveTo>
                        <a:pt x="22" y="33"/>
                      </a:moveTo>
                      <a:cubicBezTo>
                        <a:pt x="22" y="34"/>
                        <a:pt x="22" y="34"/>
                        <a:pt x="22" y="34"/>
                      </a:cubicBezTo>
                      <a:cubicBezTo>
                        <a:pt x="22" y="34"/>
                        <a:pt x="22" y="34"/>
                        <a:pt x="22" y="34"/>
                      </a:cubicBezTo>
                      <a:cubicBezTo>
                        <a:pt x="22" y="34"/>
                        <a:pt x="22" y="34"/>
                        <a:pt x="22" y="34"/>
                      </a:cubicBezTo>
                      <a:cubicBezTo>
                        <a:pt x="22"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4"/>
                        <a:pt x="21" y="34"/>
                        <a:pt x="21" y="34"/>
                      </a:cubicBezTo>
                      <a:cubicBezTo>
                        <a:pt x="21" y="34"/>
                        <a:pt x="21" y="34"/>
                        <a:pt x="21" y="34"/>
                      </a:cubicBezTo>
                      <a:cubicBezTo>
                        <a:pt x="21" y="34"/>
                        <a:pt x="21" y="34"/>
                        <a:pt x="21" y="34"/>
                      </a:cubicBezTo>
                      <a:cubicBezTo>
                        <a:pt x="21" y="34"/>
                        <a:pt x="21" y="34"/>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2" y="33"/>
                      </a:cubicBezTo>
                      <a:cubicBezTo>
                        <a:pt x="22" y="33"/>
                        <a:pt x="22" y="33"/>
                        <a:pt x="22" y="33"/>
                      </a:cubicBezTo>
                      <a:close/>
                      <a:moveTo>
                        <a:pt x="20" y="32"/>
                      </a:moveTo>
                      <a:cubicBezTo>
                        <a:pt x="20" y="32"/>
                        <a:pt x="20" y="32"/>
                        <a:pt x="20" y="32"/>
                      </a:cubicBezTo>
                      <a:cubicBezTo>
                        <a:pt x="20" y="32"/>
                        <a:pt x="20" y="32"/>
                        <a:pt x="20" y="32"/>
                      </a:cubicBezTo>
                      <a:cubicBezTo>
                        <a:pt x="20" y="32"/>
                        <a:pt x="19" y="31"/>
                        <a:pt x="20" y="31"/>
                      </a:cubicBezTo>
                      <a:cubicBezTo>
                        <a:pt x="20" y="31"/>
                        <a:pt x="20" y="31"/>
                        <a:pt x="20" y="31"/>
                      </a:cubicBezTo>
                      <a:cubicBezTo>
                        <a:pt x="20" y="31"/>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lose/>
                      <a:moveTo>
                        <a:pt x="20" y="34"/>
                      </a:moveTo>
                      <a:cubicBezTo>
                        <a:pt x="20" y="34"/>
                        <a:pt x="20" y="35"/>
                        <a:pt x="20" y="35"/>
                      </a:cubicBezTo>
                      <a:cubicBezTo>
                        <a:pt x="20" y="35"/>
                        <a:pt x="20" y="35"/>
                        <a:pt x="20" y="35"/>
                      </a:cubicBezTo>
                      <a:cubicBezTo>
                        <a:pt x="20" y="35"/>
                        <a:pt x="20" y="35"/>
                        <a:pt x="20" y="35"/>
                      </a:cubicBezTo>
                      <a:cubicBezTo>
                        <a:pt x="20" y="35"/>
                        <a:pt x="20" y="35"/>
                        <a:pt x="20" y="34"/>
                      </a:cubicBezTo>
                      <a:cubicBezTo>
                        <a:pt x="20" y="34"/>
                        <a:pt x="20" y="34"/>
                        <a:pt x="20" y="34"/>
                      </a:cubicBezTo>
                      <a:cubicBezTo>
                        <a:pt x="20" y="34"/>
                        <a:pt x="20" y="34"/>
                        <a:pt x="20" y="34"/>
                      </a:cubicBezTo>
                      <a:cubicBezTo>
                        <a:pt x="20" y="34"/>
                        <a:pt x="20" y="33"/>
                        <a:pt x="20" y="33"/>
                      </a:cubicBezTo>
                      <a:cubicBezTo>
                        <a:pt x="20" y="34"/>
                        <a:pt x="21" y="34"/>
                        <a:pt x="20" y="34"/>
                      </a:cubicBezTo>
                      <a:close/>
                      <a:moveTo>
                        <a:pt x="23" y="33"/>
                      </a:move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lose/>
                      <a:moveTo>
                        <a:pt x="24" y="32"/>
                      </a:moveTo>
                      <a:cubicBezTo>
                        <a:pt x="24" y="32"/>
                        <a:pt x="24" y="32"/>
                        <a:pt x="24" y="32"/>
                      </a:cubicBezTo>
                      <a:cubicBezTo>
                        <a:pt x="24" y="33"/>
                        <a:pt x="24" y="33"/>
                        <a:pt x="24" y="33"/>
                      </a:cubicBezTo>
                      <a:cubicBezTo>
                        <a:pt x="24" y="33"/>
                        <a:pt x="24" y="33"/>
                        <a:pt x="24" y="33"/>
                      </a:cubicBezTo>
                      <a:cubicBezTo>
                        <a:pt x="24" y="33"/>
                        <a:pt x="24" y="32"/>
                        <a:pt x="24" y="32"/>
                      </a:cubicBezTo>
                      <a:cubicBezTo>
                        <a:pt x="23" y="32"/>
                        <a:pt x="23" y="32"/>
                        <a:pt x="23" y="32"/>
                      </a:cubicBezTo>
                      <a:cubicBezTo>
                        <a:pt x="23" y="31"/>
                        <a:pt x="23" y="31"/>
                        <a:pt x="24" y="31"/>
                      </a:cubicBezTo>
                      <a:cubicBezTo>
                        <a:pt x="24" y="31"/>
                        <a:pt x="24" y="31"/>
                        <a:pt x="24" y="31"/>
                      </a:cubicBezTo>
                      <a:cubicBezTo>
                        <a:pt x="24" y="31"/>
                        <a:pt x="24" y="31"/>
                        <a:pt x="24" y="31"/>
                      </a:cubicBezTo>
                      <a:cubicBezTo>
                        <a:pt x="24" y="31"/>
                        <a:pt x="24" y="31"/>
                        <a:pt x="24" y="32"/>
                      </a:cubicBezTo>
                      <a:cubicBezTo>
                        <a:pt x="24" y="32"/>
                        <a:pt x="24" y="32"/>
                        <a:pt x="24" y="32"/>
                      </a:cubicBezTo>
                      <a:close/>
                      <a:moveTo>
                        <a:pt x="18" y="36"/>
                      </a:move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lose/>
                      <a:moveTo>
                        <a:pt x="19" y="36"/>
                      </a:moveTo>
                      <a:cubicBezTo>
                        <a:pt x="19" y="36"/>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6"/>
                        <a:pt x="19" y="36"/>
                        <a:pt x="19" y="36"/>
                      </a:cubicBezTo>
                      <a:cubicBezTo>
                        <a:pt x="19" y="36"/>
                        <a:pt x="19" y="36"/>
                        <a:pt x="19" y="36"/>
                      </a:cubicBezTo>
                      <a:cubicBezTo>
                        <a:pt x="19" y="36"/>
                        <a:pt x="19" y="36"/>
                        <a:pt x="19" y="36"/>
                      </a:cubicBezTo>
                      <a:cubicBezTo>
                        <a:pt x="19" y="36"/>
                        <a:pt x="19" y="36"/>
                        <a:pt x="19" y="36"/>
                      </a:cubicBezTo>
                      <a:close/>
                      <a:moveTo>
                        <a:pt x="17" y="36"/>
                      </a:moveTo>
                      <a:cubicBezTo>
                        <a:pt x="17" y="36"/>
                        <a:pt x="17" y="36"/>
                        <a:pt x="17" y="36"/>
                      </a:cubicBezTo>
                      <a:cubicBezTo>
                        <a:pt x="17" y="36"/>
                        <a:pt x="17" y="36"/>
                        <a:pt x="17" y="36"/>
                      </a:cubicBezTo>
                      <a:cubicBezTo>
                        <a:pt x="17" y="36"/>
                        <a:pt x="17" y="36"/>
                        <a:pt x="16" y="36"/>
                      </a:cubicBezTo>
                      <a:cubicBezTo>
                        <a:pt x="16" y="37"/>
                        <a:pt x="16" y="37"/>
                        <a:pt x="16" y="37"/>
                      </a:cubicBezTo>
                      <a:cubicBezTo>
                        <a:pt x="16" y="37"/>
                        <a:pt x="16" y="36"/>
                        <a:pt x="16" y="37"/>
                      </a:cubicBezTo>
                      <a:cubicBezTo>
                        <a:pt x="16" y="37"/>
                        <a:pt x="16" y="37"/>
                        <a:pt x="16" y="37"/>
                      </a:cubicBezTo>
                      <a:cubicBezTo>
                        <a:pt x="16" y="37"/>
                        <a:pt x="16" y="37"/>
                        <a:pt x="16" y="37"/>
                      </a:cubicBezTo>
                      <a:cubicBezTo>
                        <a:pt x="16" y="36"/>
                        <a:pt x="16" y="36"/>
                        <a:pt x="16" y="36"/>
                      </a:cubicBezTo>
                      <a:cubicBezTo>
                        <a:pt x="16" y="36"/>
                        <a:pt x="16" y="36"/>
                        <a:pt x="16" y="36"/>
                      </a:cubicBezTo>
                      <a:cubicBezTo>
                        <a:pt x="16" y="36"/>
                        <a:pt x="16" y="36"/>
                        <a:pt x="16" y="36"/>
                      </a:cubicBezTo>
                      <a:cubicBezTo>
                        <a:pt x="16" y="36"/>
                        <a:pt x="17" y="35"/>
                        <a:pt x="17" y="35"/>
                      </a:cubicBezTo>
                      <a:cubicBezTo>
                        <a:pt x="17" y="35"/>
                        <a:pt x="17" y="35"/>
                        <a:pt x="17" y="35"/>
                      </a:cubicBezTo>
                      <a:cubicBezTo>
                        <a:pt x="17" y="35"/>
                        <a:pt x="17" y="35"/>
                        <a:pt x="17" y="35"/>
                      </a:cubicBezTo>
                      <a:cubicBezTo>
                        <a:pt x="17" y="35"/>
                        <a:pt x="17" y="35"/>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5"/>
                        <a:pt x="18" y="35"/>
                      </a:cubicBezTo>
                      <a:cubicBezTo>
                        <a:pt x="18" y="35"/>
                        <a:pt x="18" y="35"/>
                        <a:pt x="18" y="35"/>
                      </a:cubicBezTo>
                      <a:cubicBezTo>
                        <a:pt x="18" y="35"/>
                        <a:pt x="18" y="35"/>
                        <a:pt x="18" y="35"/>
                      </a:cubicBezTo>
                      <a:cubicBezTo>
                        <a:pt x="18" y="35"/>
                        <a:pt x="18" y="35"/>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lose/>
                      <a:moveTo>
                        <a:pt x="18" y="36"/>
                      </a:moveTo>
                      <a:cubicBezTo>
                        <a:pt x="18" y="36"/>
                        <a:pt x="18" y="36"/>
                        <a:pt x="18" y="36"/>
                      </a:cubicBezTo>
                      <a:cubicBezTo>
                        <a:pt x="18" y="36"/>
                        <a:pt x="18" y="36"/>
                        <a:pt x="18" y="36"/>
                      </a:cubicBezTo>
                      <a:cubicBezTo>
                        <a:pt x="18" y="36"/>
                        <a:pt x="18" y="36"/>
                        <a:pt x="18" y="36"/>
                      </a:cubicBezTo>
                      <a:cubicBezTo>
                        <a:pt x="18" y="36"/>
                        <a:pt x="18" y="36"/>
                        <a:pt x="18"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8" y="36"/>
                        <a:pt x="18" y="36"/>
                      </a:cubicBezTo>
                      <a:cubicBezTo>
                        <a:pt x="18" y="36"/>
                        <a:pt x="18" y="36"/>
                        <a:pt x="18" y="36"/>
                      </a:cubicBezTo>
                      <a:close/>
                      <a:moveTo>
                        <a:pt x="17" y="37"/>
                      </a:move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lose/>
                      <a:moveTo>
                        <a:pt x="19" y="36"/>
                      </a:moveTo>
                      <a:cubicBezTo>
                        <a:pt x="19" y="36"/>
                        <a:pt x="19" y="36"/>
                        <a:pt x="19" y="36"/>
                      </a:cubicBezTo>
                      <a:cubicBezTo>
                        <a:pt x="19" y="36"/>
                        <a:pt x="19" y="37"/>
                        <a:pt x="19" y="37"/>
                      </a:cubicBezTo>
                      <a:cubicBezTo>
                        <a:pt x="19" y="37"/>
                        <a:pt x="19" y="37"/>
                        <a:pt x="19" y="37"/>
                      </a:cubicBezTo>
                      <a:cubicBezTo>
                        <a:pt x="19" y="37"/>
                        <a:pt x="19" y="37"/>
                        <a:pt x="19" y="37"/>
                      </a:cubicBezTo>
                      <a:cubicBezTo>
                        <a:pt x="19" y="37"/>
                        <a:pt x="19" y="36"/>
                        <a:pt x="19" y="36"/>
                      </a:cubicBezTo>
                      <a:cubicBezTo>
                        <a:pt x="19" y="36"/>
                        <a:pt x="19" y="36"/>
                        <a:pt x="19" y="36"/>
                      </a:cubicBezTo>
                      <a:cubicBezTo>
                        <a:pt x="19" y="36"/>
                        <a:pt x="19" y="36"/>
                        <a:pt x="19" y="36"/>
                      </a:cubicBezTo>
                      <a:cubicBezTo>
                        <a:pt x="19" y="36"/>
                        <a:pt x="19" y="36"/>
                        <a:pt x="19" y="36"/>
                      </a:cubicBezTo>
                      <a:close/>
                      <a:moveTo>
                        <a:pt x="18" y="36"/>
                      </a:move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6" name="Group 875">
                  <a:extLst>
                    <a:ext uri="{FF2B5EF4-FFF2-40B4-BE49-F238E27FC236}">
                      <a16:creationId xmlns:a16="http://schemas.microsoft.com/office/drawing/2014/main" id="{59D84340-6589-D37D-21FD-0F148EB02CF0}"/>
                    </a:ext>
                  </a:extLst>
                </p:cNvPr>
                <p:cNvGrpSpPr/>
                <p:nvPr/>
              </p:nvGrpSpPr>
              <p:grpSpPr>
                <a:xfrm>
                  <a:off x="6599238" y="3605213"/>
                  <a:ext cx="469900" cy="808037"/>
                  <a:chOff x="6599238" y="3605213"/>
                  <a:chExt cx="469900" cy="808037"/>
                </a:xfrm>
                <a:grpFill/>
              </p:grpSpPr>
              <p:sp>
                <p:nvSpPr>
                  <p:cNvPr id="886" name="Freeform 827">
                    <a:extLst>
                      <a:ext uri="{FF2B5EF4-FFF2-40B4-BE49-F238E27FC236}">
                        <a16:creationId xmlns:a16="http://schemas.microsoft.com/office/drawing/2014/main" id="{B8332874-CF23-752B-2AD5-977A4B1F0C02}"/>
                      </a:ext>
                    </a:extLst>
                  </p:cNvPr>
                  <p:cNvSpPr>
                    <a:spLocks/>
                  </p:cNvSpPr>
                  <p:nvPr/>
                </p:nvSpPr>
                <p:spPr bwMode="auto">
                  <a:xfrm>
                    <a:off x="6832600" y="4117975"/>
                    <a:ext cx="138112" cy="115888"/>
                  </a:xfrm>
                  <a:custGeom>
                    <a:avLst/>
                    <a:gdLst>
                      <a:gd name="T0" fmla="*/ 24 w 33"/>
                      <a:gd name="T1" fmla="*/ 28 h 28"/>
                      <a:gd name="T2" fmla="*/ 24 w 33"/>
                      <a:gd name="T3" fmla="*/ 25 h 28"/>
                      <a:gd name="T4" fmla="*/ 27 w 33"/>
                      <a:gd name="T5" fmla="*/ 21 h 28"/>
                      <a:gd name="T6" fmla="*/ 27 w 33"/>
                      <a:gd name="T7" fmla="*/ 19 h 28"/>
                      <a:gd name="T8" fmla="*/ 26 w 33"/>
                      <a:gd name="T9" fmla="*/ 18 h 28"/>
                      <a:gd name="T10" fmla="*/ 27 w 33"/>
                      <a:gd name="T11" fmla="*/ 18 h 28"/>
                      <a:gd name="T12" fmla="*/ 29 w 33"/>
                      <a:gd name="T13" fmla="*/ 18 h 28"/>
                      <a:gd name="T14" fmla="*/ 30 w 33"/>
                      <a:gd name="T15" fmla="*/ 16 h 28"/>
                      <a:gd name="T16" fmla="*/ 28 w 33"/>
                      <a:gd name="T17" fmla="*/ 15 h 28"/>
                      <a:gd name="T18" fmla="*/ 28 w 33"/>
                      <a:gd name="T19" fmla="*/ 13 h 28"/>
                      <a:gd name="T20" fmla="*/ 29 w 33"/>
                      <a:gd name="T21" fmla="*/ 11 h 28"/>
                      <a:gd name="T22" fmla="*/ 29 w 33"/>
                      <a:gd name="T23" fmla="*/ 11 h 28"/>
                      <a:gd name="T24" fmla="*/ 30 w 33"/>
                      <a:gd name="T25" fmla="*/ 11 h 28"/>
                      <a:gd name="T26" fmla="*/ 30 w 33"/>
                      <a:gd name="T27" fmla="*/ 12 h 28"/>
                      <a:gd name="T28" fmla="*/ 31 w 33"/>
                      <a:gd name="T29" fmla="*/ 12 h 28"/>
                      <a:gd name="T30" fmla="*/ 32 w 33"/>
                      <a:gd name="T31" fmla="*/ 11 h 28"/>
                      <a:gd name="T32" fmla="*/ 33 w 33"/>
                      <a:gd name="T33" fmla="*/ 10 h 28"/>
                      <a:gd name="T34" fmla="*/ 33 w 33"/>
                      <a:gd name="T35" fmla="*/ 10 h 28"/>
                      <a:gd name="T36" fmla="*/ 33 w 33"/>
                      <a:gd name="T37" fmla="*/ 9 h 28"/>
                      <a:gd name="T38" fmla="*/ 33 w 33"/>
                      <a:gd name="T39" fmla="*/ 5 h 28"/>
                      <a:gd name="T40" fmla="*/ 33 w 33"/>
                      <a:gd name="T41" fmla="*/ 4 h 28"/>
                      <a:gd name="T42" fmla="*/ 33 w 33"/>
                      <a:gd name="T43" fmla="*/ 2 h 28"/>
                      <a:gd name="T44" fmla="*/ 33 w 33"/>
                      <a:gd name="T45" fmla="*/ 1 h 28"/>
                      <a:gd name="T46" fmla="*/ 31 w 33"/>
                      <a:gd name="T47" fmla="*/ 2 h 28"/>
                      <a:gd name="T48" fmla="*/ 31 w 33"/>
                      <a:gd name="T49" fmla="*/ 1 h 28"/>
                      <a:gd name="T50" fmla="*/ 31 w 33"/>
                      <a:gd name="T51" fmla="*/ 2 h 28"/>
                      <a:gd name="T52" fmla="*/ 30 w 33"/>
                      <a:gd name="T53" fmla="*/ 4 h 28"/>
                      <a:gd name="T54" fmla="*/ 27 w 33"/>
                      <a:gd name="T55" fmla="*/ 6 h 28"/>
                      <a:gd name="T56" fmla="*/ 24 w 33"/>
                      <a:gd name="T57" fmla="*/ 9 h 28"/>
                      <a:gd name="T58" fmla="*/ 22 w 33"/>
                      <a:gd name="T59" fmla="*/ 11 h 28"/>
                      <a:gd name="T60" fmla="*/ 20 w 33"/>
                      <a:gd name="T61" fmla="*/ 14 h 28"/>
                      <a:gd name="T62" fmla="*/ 18 w 33"/>
                      <a:gd name="T63" fmla="*/ 15 h 28"/>
                      <a:gd name="T64" fmla="*/ 12 w 33"/>
                      <a:gd name="T65" fmla="*/ 16 h 28"/>
                      <a:gd name="T66" fmla="*/ 7 w 33"/>
                      <a:gd name="T67" fmla="*/ 16 h 28"/>
                      <a:gd name="T68" fmla="*/ 2 w 33"/>
                      <a:gd name="T69" fmla="*/ 17 h 28"/>
                      <a:gd name="T70" fmla="*/ 1 w 33"/>
                      <a:gd name="T71" fmla="*/ 16 h 28"/>
                      <a:gd name="T72" fmla="*/ 0 w 33"/>
                      <a:gd name="T73" fmla="*/ 15 h 28"/>
                      <a:gd name="T74" fmla="*/ 6 w 33"/>
                      <a:gd name="T75" fmla="*/ 26 h 28"/>
                      <a:gd name="T76" fmla="*/ 24 w 33"/>
                      <a:gd name="T7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 h="28">
                        <a:moveTo>
                          <a:pt x="24" y="28"/>
                        </a:moveTo>
                        <a:cubicBezTo>
                          <a:pt x="24" y="25"/>
                          <a:pt x="24" y="25"/>
                          <a:pt x="24" y="25"/>
                        </a:cubicBezTo>
                        <a:cubicBezTo>
                          <a:pt x="24" y="25"/>
                          <a:pt x="27" y="22"/>
                          <a:pt x="27" y="21"/>
                        </a:cubicBezTo>
                        <a:cubicBezTo>
                          <a:pt x="27" y="21"/>
                          <a:pt x="27" y="19"/>
                          <a:pt x="27" y="19"/>
                        </a:cubicBezTo>
                        <a:cubicBezTo>
                          <a:pt x="27" y="19"/>
                          <a:pt x="26" y="18"/>
                          <a:pt x="26" y="18"/>
                        </a:cubicBezTo>
                        <a:cubicBezTo>
                          <a:pt x="27" y="18"/>
                          <a:pt x="27" y="18"/>
                          <a:pt x="27" y="18"/>
                        </a:cubicBezTo>
                        <a:cubicBezTo>
                          <a:pt x="29" y="18"/>
                          <a:pt x="29" y="18"/>
                          <a:pt x="29" y="18"/>
                        </a:cubicBezTo>
                        <a:cubicBezTo>
                          <a:pt x="29" y="18"/>
                          <a:pt x="30" y="16"/>
                          <a:pt x="30" y="16"/>
                        </a:cubicBezTo>
                        <a:cubicBezTo>
                          <a:pt x="30" y="16"/>
                          <a:pt x="28" y="16"/>
                          <a:pt x="28" y="15"/>
                        </a:cubicBezTo>
                        <a:cubicBezTo>
                          <a:pt x="28" y="15"/>
                          <a:pt x="28" y="13"/>
                          <a:pt x="28" y="13"/>
                        </a:cubicBezTo>
                        <a:cubicBezTo>
                          <a:pt x="28" y="13"/>
                          <a:pt x="28" y="12"/>
                          <a:pt x="29" y="11"/>
                        </a:cubicBezTo>
                        <a:cubicBezTo>
                          <a:pt x="29" y="11"/>
                          <a:pt x="29" y="11"/>
                          <a:pt x="29" y="11"/>
                        </a:cubicBezTo>
                        <a:cubicBezTo>
                          <a:pt x="29" y="11"/>
                          <a:pt x="30" y="11"/>
                          <a:pt x="30" y="11"/>
                        </a:cubicBezTo>
                        <a:cubicBezTo>
                          <a:pt x="30" y="11"/>
                          <a:pt x="30" y="12"/>
                          <a:pt x="30" y="12"/>
                        </a:cubicBezTo>
                        <a:cubicBezTo>
                          <a:pt x="30" y="12"/>
                          <a:pt x="31" y="12"/>
                          <a:pt x="31" y="12"/>
                        </a:cubicBezTo>
                        <a:cubicBezTo>
                          <a:pt x="31" y="12"/>
                          <a:pt x="32" y="11"/>
                          <a:pt x="32" y="11"/>
                        </a:cubicBezTo>
                        <a:cubicBezTo>
                          <a:pt x="33" y="10"/>
                          <a:pt x="33" y="10"/>
                          <a:pt x="33" y="10"/>
                        </a:cubicBezTo>
                        <a:cubicBezTo>
                          <a:pt x="33" y="10"/>
                          <a:pt x="33" y="10"/>
                          <a:pt x="33" y="10"/>
                        </a:cubicBezTo>
                        <a:cubicBezTo>
                          <a:pt x="33" y="10"/>
                          <a:pt x="33" y="9"/>
                          <a:pt x="33" y="9"/>
                        </a:cubicBezTo>
                        <a:cubicBezTo>
                          <a:pt x="33" y="8"/>
                          <a:pt x="33" y="7"/>
                          <a:pt x="33" y="5"/>
                        </a:cubicBezTo>
                        <a:cubicBezTo>
                          <a:pt x="33" y="5"/>
                          <a:pt x="32" y="4"/>
                          <a:pt x="33" y="4"/>
                        </a:cubicBezTo>
                        <a:cubicBezTo>
                          <a:pt x="33" y="3"/>
                          <a:pt x="33" y="3"/>
                          <a:pt x="33" y="2"/>
                        </a:cubicBezTo>
                        <a:cubicBezTo>
                          <a:pt x="33" y="1"/>
                          <a:pt x="33" y="1"/>
                          <a:pt x="33" y="1"/>
                        </a:cubicBezTo>
                        <a:cubicBezTo>
                          <a:pt x="32" y="0"/>
                          <a:pt x="31" y="1"/>
                          <a:pt x="31" y="2"/>
                        </a:cubicBezTo>
                        <a:cubicBezTo>
                          <a:pt x="31" y="2"/>
                          <a:pt x="31" y="1"/>
                          <a:pt x="31" y="1"/>
                        </a:cubicBezTo>
                        <a:cubicBezTo>
                          <a:pt x="31" y="2"/>
                          <a:pt x="31" y="2"/>
                          <a:pt x="31" y="2"/>
                        </a:cubicBezTo>
                        <a:cubicBezTo>
                          <a:pt x="31" y="3"/>
                          <a:pt x="30" y="3"/>
                          <a:pt x="30" y="4"/>
                        </a:cubicBezTo>
                        <a:cubicBezTo>
                          <a:pt x="29" y="4"/>
                          <a:pt x="28" y="5"/>
                          <a:pt x="27" y="6"/>
                        </a:cubicBezTo>
                        <a:cubicBezTo>
                          <a:pt x="26" y="7"/>
                          <a:pt x="25" y="8"/>
                          <a:pt x="24" y="9"/>
                        </a:cubicBezTo>
                        <a:cubicBezTo>
                          <a:pt x="24" y="10"/>
                          <a:pt x="22" y="10"/>
                          <a:pt x="22" y="11"/>
                        </a:cubicBezTo>
                        <a:cubicBezTo>
                          <a:pt x="21" y="12"/>
                          <a:pt x="21" y="13"/>
                          <a:pt x="20" y="14"/>
                        </a:cubicBezTo>
                        <a:cubicBezTo>
                          <a:pt x="20" y="14"/>
                          <a:pt x="19" y="15"/>
                          <a:pt x="18" y="15"/>
                        </a:cubicBezTo>
                        <a:cubicBezTo>
                          <a:pt x="16" y="17"/>
                          <a:pt x="14" y="16"/>
                          <a:pt x="12" y="16"/>
                        </a:cubicBezTo>
                        <a:cubicBezTo>
                          <a:pt x="10" y="15"/>
                          <a:pt x="8" y="15"/>
                          <a:pt x="7" y="16"/>
                        </a:cubicBezTo>
                        <a:cubicBezTo>
                          <a:pt x="6" y="17"/>
                          <a:pt x="4" y="17"/>
                          <a:pt x="2" y="17"/>
                        </a:cubicBezTo>
                        <a:cubicBezTo>
                          <a:pt x="2" y="17"/>
                          <a:pt x="2" y="16"/>
                          <a:pt x="1" y="16"/>
                        </a:cubicBezTo>
                        <a:cubicBezTo>
                          <a:pt x="1" y="16"/>
                          <a:pt x="1" y="15"/>
                          <a:pt x="0" y="15"/>
                        </a:cubicBezTo>
                        <a:cubicBezTo>
                          <a:pt x="6" y="26"/>
                          <a:pt x="6" y="26"/>
                          <a:pt x="6" y="26"/>
                        </a:cubicBezTo>
                        <a:lnTo>
                          <a:pt x="24" y="28"/>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7" name="Freeform 839">
                    <a:extLst>
                      <a:ext uri="{FF2B5EF4-FFF2-40B4-BE49-F238E27FC236}">
                        <a16:creationId xmlns:a16="http://schemas.microsoft.com/office/drawing/2014/main" id="{CB13E136-4B72-44F7-1797-A0FE29792A9C}"/>
                      </a:ext>
                    </a:extLst>
                  </p:cNvPr>
                  <p:cNvSpPr>
                    <a:spLocks/>
                  </p:cNvSpPr>
                  <p:nvPr/>
                </p:nvSpPr>
                <p:spPr bwMode="auto">
                  <a:xfrm>
                    <a:off x="6807200" y="4121150"/>
                    <a:ext cx="33337" cy="53975"/>
                  </a:xfrm>
                  <a:custGeom>
                    <a:avLst/>
                    <a:gdLst>
                      <a:gd name="T0" fmla="*/ 2 w 8"/>
                      <a:gd name="T1" fmla="*/ 13 h 13"/>
                      <a:gd name="T2" fmla="*/ 4 w 8"/>
                      <a:gd name="T3" fmla="*/ 13 h 13"/>
                      <a:gd name="T4" fmla="*/ 6 w 8"/>
                      <a:gd name="T5" fmla="*/ 12 h 13"/>
                      <a:gd name="T6" fmla="*/ 6 w 8"/>
                      <a:gd name="T7" fmla="*/ 5 h 13"/>
                      <a:gd name="T8" fmla="*/ 6 w 8"/>
                      <a:gd name="T9" fmla="*/ 4 h 13"/>
                      <a:gd name="T10" fmla="*/ 5 w 8"/>
                      <a:gd name="T11" fmla="*/ 1 h 13"/>
                      <a:gd name="T12" fmla="*/ 4 w 8"/>
                      <a:gd name="T13" fmla="*/ 0 h 13"/>
                      <a:gd name="T14" fmla="*/ 3 w 8"/>
                      <a:gd name="T15" fmla="*/ 1 h 13"/>
                      <a:gd name="T16" fmla="*/ 2 w 8"/>
                      <a:gd name="T17" fmla="*/ 4 h 13"/>
                      <a:gd name="T18" fmla="*/ 1 w 8"/>
                      <a:gd name="T19" fmla="*/ 7 h 13"/>
                      <a:gd name="T20" fmla="*/ 2 w 8"/>
                      <a:gd name="T21" fmla="*/ 9 h 13"/>
                      <a:gd name="T22" fmla="*/ 1 w 8"/>
                      <a:gd name="T23" fmla="*/ 10 h 13"/>
                      <a:gd name="T24" fmla="*/ 1 w 8"/>
                      <a:gd name="T25" fmla="*/ 10 h 13"/>
                      <a:gd name="T26" fmla="*/ 0 w 8"/>
                      <a:gd name="T27" fmla="*/ 12 h 13"/>
                      <a:gd name="T28" fmla="*/ 2 w 8"/>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3">
                        <a:moveTo>
                          <a:pt x="2" y="13"/>
                        </a:moveTo>
                        <a:cubicBezTo>
                          <a:pt x="4" y="13"/>
                          <a:pt x="4" y="13"/>
                          <a:pt x="4" y="13"/>
                        </a:cubicBezTo>
                        <a:cubicBezTo>
                          <a:pt x="6" y="12"/>
                          <a:pt x="6" y="12"/>
                          <a:pt x="6" y="12"/>
                        </a:cubicBezTo>
                        <a:cubicBezTo>
                          <a:pt x="6" y="10"/>
                          <a:pt x="8" y="8"/>
                          <a:pt x="6" y="5"/>
                        </a:cubicBezTo>
                        <a:cubicBezTo>
                          <a:pt x="6" y="5"/>
                          <a:pt x="6" y="5"/>
                          <a:pt x="6" y="4"/>
                        </a:cubicBezTo>
                        <a:cubicBezTo>
                          <a:pt x="6" y="3"/>
                          <a:pt x="7" y="2"/>
                          <a:pt x="5" y="1"/>
                        </a:cubicBezTo>
                        <a:cubicBezTo>
                          <a:pt x="5" y="1"/>
                          <a:pt x="5" y="0"/>
                          <a:pt x="4" y="0"/>
                        </a:cubicBezTo>
                        <a:cubicBezTo>
                          <a:pt x="3" y="0"/>
                          <a:pt x="3" y="1"/>
                          <a:pt x="3" y="1"/>
                        </a:cubicBezTo>
                        <a:cubicBezTo>
                          <a:pt x="2" y="2"/>
                          <a:pt x="2" y="3"/>
                          <a:pt x="2" y="4"/>
                        </a:cubicBezTo>
                        <a:cubicBezTo>
                          <a:pt x="1" y="5"/>
                          <a:pt x="1" y="6"/>
                          <a:pt x="1" y="7"/>
                        </a:cubicBezTo>
                        <a:cubicBezTo>
                          <a:pt x="1" y="8"/>
                          <a:pt x="1" y="8"/>
                          <a:pt x="2" y="9"/>
                        </a:cubicBezTo>
                        <a:cubicBezTo>
                          <a:pt x="2" y="9"/>
                          <a:pt x="2" y="10"/>
                          <a:pt x="1" y="10"/>
                        </a:cubicBezTo>
                        <a:cubicBezTo>
                          <a:pt x="1" y="10"/>
                          <a:pt x="1" y="10"/>
                          <a:pt x="1" y="10"/>
                        </a:cubicBezTo>
                        <a:cubicBezTo>
                          <a:pt x="0" y="12"/>
                          <a:pt x="0" y="12"/>
                          <a:pt x="0" y="12"/>
                        </a:cubicBezTo>
                        <a:lnTo>
                          <a:pt x="2" y="13"/>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8" name="Freeform 843">
                    <a:extLst>
                      <a:ext uri="{FF2B5EF4-FFF2-40B4-BE49-F238E27FC236}">
                        <a16:creationId xmlns:a16="http://schemas.microsoft.com/office/drawing/2014/main" id="{E894B000-6724-8D93-154D-8CA3CC1FFF6B}"/>
                      </a:ext>
                    </a:extLst>
                  </p:cNvPr>
                  <p:cNvSpPr>
                    <a:spLocks noEditPoints="1"/>
                  </p:cNvSpPr>
                  <p:nvPr/>
                </p:nvSpPr>
                <p:spPr bwMode="auto">
                  <a:xfrm>
                    <a:off x="6840538" y="4159250"/>
                    <a:ext cx="228600" cy="254000"/>
                  </a:xfrm>
                  <a:custGeom>
                    <a:avLst/>
                    <a:gdLst>
                      <a:gd name="T0" fmla="*/ 48 w 55"/>
                      <a:gd name="T1" fmla="*/ 31 h 61"/>
                      <a:gd name="T2" fmla="*/ 47 w 55"/>
                      <a:gd name="T3" fmla="*/ 34 h 61"/>
                      <a:gd name="T4" fmla="*/ 47 w 55"/>
                      <a:gd name="T5" fmla="*/ 34 h 61"/>
                      <a:gd name="T6" fmla="*/ 47 w 55"/>
                      <a:gd name="T7" fmla="*/ 33 h 61"/>
                      <a:gd name="T8" fmla="*/ 48 w 55"/>
                      <a:gd name="T9" fmla="*/ 31 h 61"/>
                      <a:gd name="T10" fmla="*/ 53 w 55"/>
                      <a:gd name="T11" fmla="*/ 18 h 61"/>
                      <a:gd name="T12" fmla="*/ 52 w 55"/>
                      <a:gd name="T13" fmla="*/ 17 h 61"/>
                      <a:gd name="T14" fmla="*/ 50 w 55"/>
                      <a:gd name="T15" fmla="*/ 15 h 61"/>
                      <a:gd name="T16" fmla="*/ 47 w 55"/>
                      <a:gd name="T17" fmla="*/ 11 h 61"/>
                      <a:gd name="T18" fmla="*/ 45 w 55"/>
                      <a:gd name="T19" fmla="*/ 10 h 61"/>
                      <a:gd name="T20" fmla="*/ 37 w 55"/>
                      <a:gd name="T21" fmla="*/ 8 h 61"/>
                      <a:gd name="T22" fmla="*/ 35 w 55"/>
                      <a:gd name="T23" fmla="*/ 6 h 61"/>
                      <a:gd name="T24" fmla="*/ 31 w 55"/>
                      <a:gd name="T25" fmla="*/ 0 h 61"/>
                      <a:gd name="T26" fmla="*/ 30 w 55"/>
                      <a:gd name="T27" fmla="*/ 1 h 61"/>
                      <a:gd name="T28" fmla="*/ 29 w 55"/>
                      <a:gd name="T29" fmla="*/ 2 h 61"/>
                      <a:gd name="T30" fmla="*/ 28 w 55"/>
                      <a:gd name="T31" fmla="*/ 2 h 61"/>
                      <a:gd name="T32" fmla="*/ 28 w 55"/>
                      <a:gd name="T33" fmla="*/ 1 h 61"/>
                      <a:gd name="T34" fmla="*/ 27 w 55"/>
                      <a:gd name="T35" fmla="*/ 1 h 61"/>
                      <a:gd name="T36" fmla="*/ 27 w 55"/>
                      <a:gd name="T37" fmla="*/ 1 h 61"/>
                      <a:gd name="T38" fmla="*/ 26 w 55"/>
                      <a:gd name="T39" fmla="*/ 3 h 61"/>
                      <a:gd name="T40" fmla="*/ 26 w 55"/>
                      <a:gd name="T41" fmla="*/ 5 h 61"/>
                      <a:gd name="T42" fmla="*/ 28 w 55"/>
                      <a:gd name="T43" fmla="*/ 6 h 61"/>
                      <a:gd name="T44" fmla="*/ 27 w 55"/>
                      <a:gd name="T45" fmla="*/ 8 h 61"/>
                      <a:gd name="T46" fmla="*/ 25 w 55"/>
                      <a:gd name="T47" fmla="*/ 8 h 61"/>
                      <a:gd name="T48" fmla="*/ 24 w 55"/>
                      <a:gd name="T49" fmla="*/ 8 h 61"/>
                      <a:gd name="T50" fmla="*/ 25 w 55"/>
                      <a:gd name="T51" fmla="*/ 9 h 61"/>
                      <a:gd name="T52" fmla="*/ 25 w 55"/>
                      <a:gd name="T53" fmla="*/ 11 h 61"/>
                      <a:gd name="T54" fmla="*/ 22 w 55"/>
                      <a:gd name="T55" fmla="*/ 15 h 61"/>
                      <a:gd name="T56" fmla="*/ 22 w 55"/>
                      <a:gd name="T57" fmla="*/ 18 h 61"/>
                      <a:gd name="T58" fmla="*/ 25 w 55"/>
                      <a:gd name="T59" fmla="*/ 23 h 61"/>
                      <a:gd name="T60" fmla="*/ 21 w 55"/>
                      <a:gd name="T61" fmla="*/ 37 h 61"/>
                      <a:gd name="T62" fmla="*/ 13 w 55"/>
                      <a:gd name="T63" fmla="*/ 40 h 61"/>
                      <a:gd name="T64" fmla="*/ 0 w 55"/>
                      <a:gd name="T65" fmla="*/ 45 h 61"/>
                      <a:gd name="T66" fmla="*/ 7 w 55"/>
                      <a:gd name="T67" fmla="*/ 60 h 61"/>
                      <a:gd name="T68" fmla="*/ 9 w 55"/>
                      <a:gd name="T69" fmla="*/ 60 h 61"/>
                      <a:gd name="T70" fmla="*/ 15 w 55"/>
                      <a:gd name="T71" fmla="*/ 58 h 61"/>
                      <a:gd name="T72" fmla="*/ 20 w 55"/>
                      <a:gd name="T73" fmla="*/ 58 h 61"/>
                      <a:gd name="T74" fmla="*/ 23 w 55"/>
                      <a:gd name="T75" fmla="*/ 57 h 61"/>
                      <a:gd name="T76" fmla="*/ 23 w 55"/>
                      <a:gd name="T77" fmla="*/ 56 h 61"/>
                      <a:gd name="T78" fmla="*/ 23 w 55"/>
                      <a:gd name="T79" fmla="*/ 55 h 61"/>
                      <a:gd name="T80" fmla="*/ 28 w 55"/>
                      <a:gd name="T81" fmla="*/ 51 h 61"/>
                      <a:gd name="T82" fmla="*/ 30 w 55"/>
                      <a:gd name="T83" fmla="*/ 51 h 61"/>
                      <a:gd name="T84" fmla="*/ 32 w 55"/>
                      <a:gd name="T85" fmla="*/ 49 h 61"/>
                      <a:gd name="T86" fmla="*/ 39 w 55"/>
                      <a:gd name="T87" fmla="*/ 44 h 61"/>
                      <a:gd name="T88" fmla="*/ 40 w 55"/>
                      <a:gd name="T89" fmla="*/ 42 h 61"/>
                      <a:gd name="T90" fmla="*/ 40 w 55"/>
                      <a:gd name="T91" fmla="*/ 38 h 61"/>
                      <a:gd name="T92" fmla="*/ 41 w 55"/>
                      <a:gd name="T93" fmla="*/ 37 h 61"/>
                      <a:gd name="T94" fmla="*/ 43 w 55"/>
                      <a:gd name="T95" fmla="*/ 32 h 61"/>
                      <a:gd name="T96" fmla="*/ 44 w 55"/>
                      <a:gd name="T97" fmla="*/ 34 h 61"/>
                      <a:gd name="T98" fmla="*/ 46 w 55"/>
                      <a:gd name="T99" fmla="*/ 33 h 61"/>
                      <a:gd name="T100" fmla="*/ 47 w 55"/>
                      <a:gd name="T101" fmla="*/ 30 h 61"/>
                      <a:gd name="T102" fmla="*/ 50 w 55"/>
                      <a:gd name="T103" fmla="*/ 27 h 61"/>
                      <a:gd name="T104" fmla="*/ 52 w 55"/>
                      <a:gd name="T105" fmla="*/ 24 h 61"/>
                      <a:gd name="T106" fmla="*/ 54 w 55"/>
                      <a:gd name="T107" fmla="*/ 20 h 61"/>
                      <a:gd name="T108" fmla="*/ 53 w 55"/>
                      <a:gd name="T109"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5" h="61">
                        <a:moveTo>
                          <a:pt x="48" y="31"/>
                        </a:moveTo>
                        <a:cubicBezTo>
                          <a:pt x="49" y="33"/>
                          <a:pt x="48" y="33"/>
                          <a:pt x="47" y="34"/>
                        </a:cubicBezTo>
                        <a:cubicBezTo>
                          <a:pt x="47" y="34"/>
                          <a:pt x="47" y="34"/>
                          <a:pt x="47" y="34"/>
                        </a:cubicBezTo>
                        <a:cubicBezTo>
                          <a:pt x="47" y="34"/>
                          <a:pt x="47" y="34"/>
                          <a:pt x="47" y="33"/>
                        </a:cubicBezTo>
                        <a:cubicBezTo>
                          <a:pt x="47" y="33"/>
                          <a:pt x="48" y="32"/>
                          <a:pt x="48" y="31"/>
                        </a:cubicBezTo>
                        <a:close/>
                        <a:moveTo>
                          <a:pt x="53" y="18"/>
                        </a:moveTo>
                        <a:cubicBezTo>
                          <a:pt x="52" y="18"/>
                          <a:pt x="52" y="17"/>
                          <a:pt x="52" y="17"/>
                        </a:cubicBezTo>
                        <a:cubicBezTo>
                          <a:pt x="51" y="16"/>
                          <a:pt x="50" y="16"/>
                          <a:pt x="50" y="15"/>
                        </a:cubicBezTo>
                        <a:cubicBezTo>
                          <a:pt x="49" y="13"/>
                          <a:pt x="48" y="12"/>
                          <a:pt x="47" y="11"/>
                        </a:cubicBezTo>
                        <a:cubicBezTo>
                          <a:pt x="47" y="10"/>
                          <a:pt x="46" y="10"/>
                          <a:pt x="45" y="10"/>
                        </a:cubicBezTo>
                        <a:cubicBezTo>
                          <a:pt x="43" y="10"/>
                          <a:pt x="40" y="9"/>
                          <a:pt x="37" y="8"/>
                        </a:cubicBezTo>
                        <a:cubicBezTo>
                          <a:pt x="36" y="7"/>
                          <a:pt x="35" y="7"/>
                          <a:pt x="35" y="6"/>
                        </a:cubicBezTo>
                        <a:cubicBezTo>
                          <a:pt x="34" y="4"/>
                          <a:pt x="32" y="3"/>
                          <a:pt x="31" y="0"/>
                        </a:cubicBezTo>
                        <a:cubicBezTo>
                          <a:pt x="30" y="1"/>
                          <a:pt x="30" y="1"/>
                          <a:pt x="30" y="1"/>
                        </a:cubicBezTo>
                        <a:cubicBezTo>
                          <a:pt x="30" y="1"/>
                          <a:pt x="29" y="2"/>
                          <a:pt x="29" y="2"/>
                        </a:cubicBezTo>
                        <a:cubicBezTo>
                          <a:pt x="29" y="2"/>
                          <a:pt x="28" y="2"/>
                          <a:pt x="28" y="2"/>
                        </a:cubicBezTo>
                        <a:cubicBezTo>
                          <a:pt x="28" y="2"/>
                          <a:pt x="28" y="1"/>
                          <a:pt x="28" y="1"/>
                        </a:cubicBezTo>
                        <a:cubicBezTo>
                          <a:pt x="28" y="1"/>
                          <a:pt x="27" y="1"/>
                          <a:pt x="27" y="1"/>
                        </a:cubicBezTo>
                        <a:cubicBezTo>
                          <a:pt x="27" y="1"/>
                          <a:pt x="27" y="1"/>
                          <a:pt x="27" y="1"/>
                        </a:cubicBezTo>
                        <a:cubicBezTo>
                          <a:pt x="26" y="2"/>
                          <a:pt x="26" y="3"/>
                          <a:pt x="26" y="3"/>
                        </a:cubicBezTo>
                        <a:cubicBezTo>
                          <a:pt x="26" y="3"/>
                          <a:pt x="26" y="5"/>
                          <a:pt x="26" y="5"/>
                        </a:cubicBezTo>
                        <a:cubicBezTo>
                          <a:pt x="26" y="6"/>
                          <a:pt x="28" y="6"/>
                          <a:pt x="28" y="6"/>
                        </a:cubicBezTo>
                        <a:cubicBezTo>
                          <a:pt x="28" y="6"/>
                          <a:pt x="27" y="8"/>
                          <a:pt x="27" y="8"/>
                        </a:cubicBezTo>
                        <a:cubicBezTo>
                          <a:pt x="25" y="8"/>
                          <a:pt x="25" y="8"/>
                          <a:pt x="25" y="8"/>
                        </a:cubicBezTo>
                        <a:cubicBezTo>
                          <a:pt x="24" y="8"/>
                          <a:pt x="24" y="8"/>
                          <a:pt x="24" y="8"/>
                        </a:cubicBezTo>
                        <a:cubicBezTo>
                          <a:pt x="24" y="8"/>
                          <a:pt x="25" y="9"/>
                          <a:pt x="25" y="9"/>
                        </a:cubicBezTo>
                        <a:cubicBezTo>
                          <a:pt x="25" y="9"/>
                          <a:pt x="25" y="11"/>
                          <a:pt x="25" y="11"/>
                        </a:cubicBezTo>
                        <a:cubicBezTo>
                          <a:pt x="25" y="12"/>
                          <a:pt x="22" y="15"/>
                          <a:pt x="22" y="15"/>
                        </a:cubicBezTo>
                        <a:cubicBezTo>
                          <a:pt x="22" y="18"/>
                          <a:pt x="22" y="18"/>
                          <a:pt x="22" y="18"/>
                        </a:cubicBezTo>
                        <a:cubicBezTo>
                          <a:pt x="25" y="23"/>
                          <a:pt x="25" y="23"/>
                          <a:pt x="25" y="23"/>
                        </a:cubicBezTo>
                        <a:cubicBezTo>
                          <a:pt x="21" y="37"/>
                          <a:pt x="21" y="37"/>
                          <a:pt x="21" y="37"/>
                        </a:cubicBezTo>
                        <a:cubicBezTo>
                          <a:pt x="13" y="40"/>
                          <a:pt x="13" y="40"/>
                          <a:pt x="13" y="40"/>
                        </a:cubicBezTo>
                        <a:cubicBezTo>
                          <a:pt x="0" y="45"/>
                          <a:pt x="0" y="45"/>
                          <a:pt x="0" y="45"/>
                        </a:cubicBezTo>
                        <a:cubicBezTo>
                          <a:pt x="7" y="60"/>
                          <a:pt x="7" y="60"/>
                          <a:pt x="7" y="60"/>
                        </a:cubicBezTo>
                        <a:cubicBezTo>
                          <a:pt x="8" y="60"/>
                          <a:pt x="8" y="61"/>
                          <a:pt x="9" y="60"/>
                        </a:cubicBezTo>
                        <a:cubicBezTo>
                          <a:pt x="11" y="59"/>
                          <a:pt x="13" y="59"/>
                          <a:pt x="15" y="58"/>
                        </a:cubicBezTo>
                        <a:cubicBezTo>
                          <a:pt x="17" y="58"/>
                          <a:pt x="19" y="57"/>
                          <a:pt x="20" y="58"/>
                        </a:cubicBezTo>
                        <a:cubicBezTo>
                          <a:pt x="21" y="58"/>
                          <a:pt x="22" y="57"/>
                          <a:pt x="23" y="57"/>
                        </a:cubicBezTo>
                        <a:cubicBezTo>
                          <a:pt x="23" y="56"/>
                          <a:pt x="23" y="56"/>
                          <a:pt x="23" y="56"/>
                        </a:cubicBezTo>
                        <a:cubicBezTo>
                          <a:pt x="23" y="55"/>
                          <a:pt x="23" y="55"/>
                          <a:pt x="23" y="55"/>
                        </a:cubicBezTo>
                        <a:cubicBezTo>
                          <a:pt x="23" y="53"/>
                          <a:pt x="25" y="51"/>
                          <a:pt x="28" y="51"/>
                        </a:cubicBezTo>
                        <a:cubicBezTo>
                          <a:pt x="28" y="51"/>
                          <a:pt x="29" y="51"/>
                          <a:pt x="30" y="51"/>
                        </a:cubicBezTo>
                        <a:cubicBezTo>
                          <a:pt x="31" y="51"/>
                          <a:pt x="32" y="50"/>
                          <a:pt x="32" y="49"/>
                        </a:cubicBezTo>
                        <a:cubicBezTo>
                          <a:pt x="33" y="45"/>
                          <a:pt x="35" y="44"/>
                          <a:pt x="39" y="44"/>
                        </a:cubicBezTo>
                        <a:cubicBezTo>
                          <a:pt x="41" y="44"/>
                          <a:pt x="41" y="43"/>
                          <a:pt x="40" y="42"/>
                        </a:cubicBezTo>
                        <a:cubicBezTo>
                          <a:pt x="40" y="41"/>
                          <a:pt x="40" y="39"/>
                          <a:pt x="40" y="38"/>
                        </a:cubicBezTo>
                        <a:cubicBezTo>
                          <a:pt x="41" y="38"/>
                          <a:pt x="41" y="37"/>
                          <a:pt x="41" y="37"/>
                        </a:cubicBezTo>
                        <a:cubicBezTo>
                          <a:pt x="40" y="34"/>
                          <a:pt x="42" y="33"/>
                          <a:pt x="43" y="32"/>
                        </a:cubicBezTo>
                        <a:cubicBezTo>
                          <a:pt x="44" y="33"/>
                          <a:pt x="43" y="34"/>
                          <a:pt x="44" y="34"/>
                        </a:cubicBezTo>
                        <a:cubicBezTo>
                          <a:pt x="45" y="34"/>
                          <a:pt x="46" y="33"/>
                          <a:pt x="46" y="33"/>
                        </a:cubicBezTo>
                        <a:cubicBezTo>
                          <a:pt x="46" y="31"/>
                          <a:pt x="47" y="31"/>
                          <a:pt x="47" y="30"/>
                        </a:cubicBezTo>
                        <a:cubicBezTo>
                          <a:pt x="48" y="28"/>
                          <a:pt x="49" y="27"/>
                          <a:pt x="50" y="27"/>
                        </a:cubicBezTo>
                        <a:cubicBezTo>
                          <a:pt x="51" y="26"/>
                          <a:pt x="51" y="25"/>
                          <a:pt x="52" y="24"/>
                        </a:cubicBezTo>
                        <a:cubicBezTo>
                          <a:pt x="52" y="23"/>
                          <a:pt x="53" y="21"/>
                          <a:pt x="54" y="20"/>
                        </a:cubicBezTo>
                        <a:cubicBezTo>
                          <a:pt x="55" y="19"/>
                          <a:pt x="55" y="18"/>
                          <a:pt x="53" y="18"/>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9" name="Freeform 852">
                    <a:extLst>
                      <a:ext uri="{FF2B5EF4-FFF2-40B4-BE49-F238E27FC236}">
                        <a16:creationId xmlns:a16="http://schemas.microsoft.com/office/drawing/2014/main" id="{FF179D7A-506D-759D-D055-F4F520D333BE}"/>
                      </a:ext>
                    </a:extLst>
                  </p:cNvPr>
                  <p:cNvSpPr>
                    <a:spLocks/>
                  </p:cNvSpPr>
                  <p:nvPr/>
                </p:nvSpPr>
                <p:spPr bwMode="auto">
                  <a:xfrm>
                    <a:off x="6686550" y="4000500"/>
                    <a:ext cx="63500" cy="50800"/>
                  </a:xfrm>
                  <a:custGeom>
                    <a:avLst/>
                    <a:gdLst>
                      <a:gd name="T0" fmla="*/ 1 w 15"/>
                      <a:gd name="T1" fmla="*/ 7 h 12"/>
                      <a:gd name="T2" fmla="*/ 6 w 15"/>
                      <a:gd name="T3" fmla="*/ 8 h 12"/>
                      <a:gd name="T4" fmla="*/ 8 w 15"/>
                      <a:gd name="T5" fmla="*/ 9 h 12"/>
                      <a:gd name="T6" fmla="*/ 8 w 15"/>
                      <a:gd name="T7" fmla="*/ 12 h 12"/>
                      <a:gd name="T8" fmla="*/ 15 w 15"/>
                      <a:gd name="T9" fmla="*/ 11 h 12"/>
                      <a:gd name="T10" fmla="*/ 14 w 15"/>
                      <a:gd name="T11" fmla="*/ 11 h 12"/>
                      <a:gd name="T12" fmla="*/ 14 w 15"/>
                      <a:gd name="T13" fmla="*/ 10 h 12"/>
                      <a:gd name="T14" fmla="*/ 12 w 15"/>
                      <a:gd name="T15" fmla="*/ 7 h 12"/>
                      <a:gd name="T16" fmla="*/ 10 w 15"/>
                      <a:gd name="T17" fmla="*/ 4 h 12"/>
                      <a:gd name="T18" fmla="*/ 12 w 15"/>
                      <a:gd name="T19" fmla="*/ 3 h 12"/>
                      <a:gd name="T20" fmla="*/ 13 w 15"/>
                      <a:gd name="T21" fmla="*/ 2 h 12"/>
                      <a:gd name="T22" fmla="*/ 13 w 15"/>
                      <a:gd name="T23" fmla="*/ 1 h 12"/>
                      <a:gd name="T24" fmla="*/ 12 w 15"/>
                      <a:gd name="T25" fmla="*/ 0 h 12"/>
                      <a:gd name="T26" fmla="*/ 5 w 15"/>
                      <a:gd name="T27" fmla="*/ 0 h 12"/>
                      <a:gd name="T28" fmla="*/ 1 w 15"/>
                      <a:gd name="T2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2">
                        <a:moveTo>
                          <a:pt x="1" y="7"/>
                        </a:moveTo>
                        <a:cubicBezTo>
                          <a:pt x="0" y="7"/>
                          <a:pt x="6" y="8"/>
                          <a:pt x="6" y="8"/>
                        </a:cubicBezTo>
                        <a:cubicBezTo>
                          <a:pt x="8" y="9"/>
                          <a:pt x="8" y="9"/>
                          <a:pt x="8" y="9"/>
                        </a:cubicBezTo>
                        <a:cubicBezTo>
                          <a:pt x="8" y="12"/>
                          <a:pt x="8" y="12"/>
                          <a:pt x="8" y="12"/>
                        </a:cubicBezTo>
                        <a:cubicBezTo>
                          <a:pt x="15" y="11"/>
                          <a:pt x="15" y="11"/>
                          <a:pt x="15" y="11"/>
                        </a:cubicBezTo>
                        <a:cubicBezTo>
                          <a:pt x="15" y="11"/>
                          <a:pt x="14" y="11"/>
                          <a:pt x="14" y="11"/>
                        </a:cubicBezTo>
                        <a:cubicBezTo>
                          <a:pt x="14" y="11"/>
                          <a:pt x="14" y="11"/>
                          <a:pt x="14" y="10"/>
                        </a:cubicBezTo>
                        <a:cubicBezTo>
                          <a:pt x="14" y="9"/>
                          <a:pt x="13" y="8"/>
                          <a:pt x="12" y="7"/>
                        </a:cubicBezTo>
                        <a:cubicBezTo>
                          <a:pt x="12" y="4"/>
                          <a:pt x="12" y="4"/>
                          <a:pt x="10" y="4"/>
                        </a:cubicBezTo>
                        <a:cubicBezTo>
                          <a:pt x="10" y="3"/>
                          <a:pt x="11" y="3"/>
                          <a:pt x="12" y="3"/>
                        </a:cubicBezTo>
                        <a:cubicBezTo>
                          <a:pt x="13" y="3"/>
                          <a:pt x="13" y="2"/>
                          <a:pt x="13" y="2"/>
                        </a:cubicBezTo>
                        <a:cubicBezTo>
                          <a:pt x="13" y="1"/>
                          <a:pt x="13" y="0"/>
                          <a:pt x="13" y="1"/>
                        </a:cubicBezTo>
                        <a:cubicBezTo>
                          <a:pt x="11" y="1"/>
                          <a:pt x="11" y="0"/>
                          <a:pt x="12" y="0"/>
                        </a:cubicBezTo>
                        <a:cubicBezTo>
                          <a:pt x="5" y="0"/>
                          <a:pt x="5" y="0"/>
                          <a:pt x="5" y="0"/>
                        </a:cubicBezTo>
                        <a:cubicBezTo>
                          <a:pt x="5" y="0"/>
                          <a:pt x="1" y="7"/>
                          <a:pt x="1" y="7"/>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0" name="Freeform 871">
                    <a:extLst>
                      <a:ext uri="{FF2B5EF4-FFF2-40B4-BE49-F238E27FC236}">
                        <a16:creationId xmlns:a16="http://schemas.microsoft.com/office/drawing/2014/main" id="{49D21B03-F823-E0D4-31CA-48D30C2657C1}"/>
                      </a:ext>
                    </a:extLst>
                  </p:cNvPr>
                  <p:cNvSpPr>
                    <a:spLocks/>
                  </p:cNvSpPr>
                  <p:nvPr/>
                </p:nvSpPr>
                <p:spPr bwMode="auto">
                  <a:xfrm>
                    <a:off x="6804025" y="4117975"/>
                    <a:ext cx="3175" cy="11113"/>
                  </a:xfrm>
                  <a:custGeom>
                    <a:avLst/>
                    <a:gdLst>
                      <a:gd name="T0" fmla="*/ 0 w 1"/>
                      <a:gd name="T1" fmla="*/ 3 h 3"/>
                      <a:gd name="T2" fmla="*/ 0 w 1"/>
                      <a:gd name="T3" fmla="*/ 0 h 3"/>
                      <a:gd name="T4" fmla="*/ 0 w 1"/>
                      <a:gd name="T5" fmla="*/ 3 h 3"/>
                    </a:gdLst>
                    <a:ahLst/>
                    <a:cxnLst>
                      <a:cxn ang="0">
                        <a:pos x="T0" y="T1"/>
                      </a:cxn>
                      <a:cxn ang="0">
                        <a:pos x="T2" y="T3"/>
                      </a:cxn>
                      <a:cxn ang="0">
                        <a:pos x="T4" y="T5"/>
                      </a:cxn>
                    </a:cxnLst>
                    <a:rect l="0" t="0" r="r" b="b"/>
                    <a:pathLst>
                      <a:path w="1" h="3">
                        <a:moveTo>
                          <a:pt x="0" y="3"/>
                        </a:moveTo>
                        <a:cubicBezTo>
                          <a:pt x="1" y="2"/>
                          <a:pt x="1" y="1"/>
                          <a:pt x="0" y="0"/>
                        </a:cubicBezTo>
                        <a:cubicBezTo>
                          <a:pt x="0" y="1"/>
                          <a:pt x="0" y="2"/>
                          <a:pt x="0" y="3"/>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1" name="Freeform 873">
                    <a:extLst>
                      <a:ext uri="{FF2B5EF4-FFF2-40B4-BE49-F238E27FC236}">
                        <a16:creationId xmlns:a16="http://schemas.microsoft.com/office/drawing/2014/main" id="{816DDBF0-4899-A3EF-F58C-40CCE3EE3231}"/>
                      </a:ext>
                    </a:extLst>
                  </p:cNvPr>
                  <p:cNvSpPr>
                    <a:spLocks/>
                  </p:cNvSpPr>
                  <p:nvPr/>
                </p:nvSpPr>
                <p:spPr bwMode="auto">
                  <a:xfrm>
                    <a:off x="6599238" y="3605213"/>
                    <a:ext cx="87312" cy="90488"/>
                  </a:xfrm>
                  <a:custGeom>
                    <a:avLst/>
                    <a:gdLst>
                      <a:gd name="T0" fmla="*/ 9 w 21"/>
                      <a:gd name="T1" fmla="*/ 1 h 22"/>
                      <a:gd name="T2" fmla="*/ 8 w 21"/>
                      <a:gd name="T3" fmla="*/ 1 h 22"/>
                      <a:gd name="T4" fmla="*/ 7 w 21"/>
                      <a:gd name="T5" fmla="*/ 1 h 22"/>
                      <a:gd name="T6" fmla="*/ 5 w 21"/>
                      <a:gd name="T7" fmla="*/ 1 h 22"/>
                      <a:gd name="T8" fmla="*/ 4 w 21"/>
                      <a:gd name="T9" fmla="*/ 1 h 22"/>
                      <a:gd name="T10" fmla="*/ 3 w 21"/>
                      <a:gd name="T11" fmla="*/ 2 h 22"/>
                      <a:gd name="T12" fmla="*/ 2 w 21"/>
                      <a:gd name="T13" fmla="*/ 2 h 22"/>
                      <a:gd name="T14" fmla="*/ 0 w 21"/>
                      <a:gd name="T15" fmla="*/ 2 h 22"/>
                      <a:gd name="T16" fmla="*/ 0 w 21"/>
                      <a:gd name="T17" fmla="*/ 3 h 22"/>
                      <a:gd name="T18" fmla="*/ 1 w 21"/>
                      <a:gd name="T19" fmla="*/ 4 h 22"/>
                      <a:gd name="T20" fmla="*/ 1 w 21"/>
                      <a:gd name="T21" fmla="*/ 6 h 22"/>
                      <a:gd name="T22" fmla="*/ 1 w 21"/>
                      <a:gd name="T23" fmla="*/ 8 h 22"/>
                      <a:gd name="T24" fmla="*/ 2 w 21"/>
                      <a:gd name="T25" fmla="*/ 10 h 22"/>
                      <a:gd name="T26" fmla="*/ 3 w 21"/>
                      <a:gd name="T27" fmla="*/ 12 h 22"/>
                      <a:gd name="T28" fmla="*/ 6 w 21"/>
                      <a:gd name="T29" fmla="*/ 12 h 22"/>
                      <a:gd name="T30" fmla="*/ 7 w 21"/>
                      <a:gd name="T31" fmla="*/ 13 h 22"/>
                      <a:gd name="T32" fmla="*/ 9 w 21"/>
                      <a:gd name="T33" fmla="*/ 15 h 22"/>
                      <a:gd name="T34" fmla="*/ 10 w 21"/>
                      <a:gd name="T35" fmla="*/ 14 h 22"/>
                      <a:gd name="T36" fmla="*/ 11 w 21"/>
                      <a:gd name="T37" fmla="*/ 16 h 22"/>
                      <a:gd name="T38" fmla="*/ 12 w 21"/>
                      <a:gd name="T39" fmla="*/ 16 h 22"/>
                      <a:gd name="T40" fmla="*/ 13 w 21"/>
                      <a:gd name="T41" fmla="*/ 16 h 22"/>
                      <a:gd name="T42" fmla="*/ 14 w 21"/>
                      <a:gd name="T43" fmla="*/ 16 h 22"/>
                      <a:gd name="T44" fmla="*/ 15 w 21"/>
                      <a:gd name="T45" fmla="*/ 16 h 22"/>
                      <a:gd name="T46" fmla="*/ 16 w 21"/>
                      <a:gd name="T47" fmla="*/ 17 h 22"/>
                      <a:gd name="T48" fmla="*/ 17 w 21"/>
                      <a:gd name="T49" fmla="*/ 18 h 22"/>
                      <a:gd name="T50" fmla="*/ 17 w 21"/>
                      <a:gd name="T51" fmla="*/ 20 h 22"/>
                      <a:gd name="T52" fmla="*/ 18 w 21"/>
                      <a:gd name="T53" fmla="*/ 22 h 22"/>
                      <a:gd name="T54" fmla="*/ 20 w 21"/>
                      <a:gd name="T55" fmla="*/ 21 h 22"/>
                      <a:gd name="T56" fmla="*/ 20 w 21"/>
                      <a:gd name="T57" fmla="*/ 20 h 22"/>
                      <a:gd name="T58" fmla="*/ 20 w 21"/>
                      <a:gd name="T59" fmla="*/ 19 h 22"/>
                      <a:gd name="T60" fmla="*/ 21 w 21"/>
                      <a:gd name="T61" fmla="*/ 19 h 22"/>
                      <a:gd name="T62" fmla="*/ 21 w 21"/>
                      <a:gd name="T63" fmla="*/ 18 h 22"/>
                      <a:gd name="T64" fmla="*/ 20 w 21"/>
                      <a:gd name="T65" fmla="*/ 17 h 22"/>
                      <a:gd name="T66" fmla="*/ 20 w 21"/>
                      <a:gd name="T67" fmla="*/ 16 h 22"/>
                      <a:gd name="T68" fmla="*/ 21 w 21"/>
                      <a:gd name="T69" fmla="*/ 16 h 22"/>
                      <a:gd name="T70" fmla="*/ 19 w 21"/>
                      <a:gd name="T71" fmla="*/ 15 h 22"/>
                      <a:gd name="T72" fmla="*/ 17 w 21"/>
                      <a:gd name="T73" fmla="*/ 14 h 22"/>
                      <a:gd name="T74" fmla="*/ 16 w 21"/>
                      <a:gd name="T75" fmla="*/ 13 h 22"/>
                      <a:gd name="T76" fmla="*/ 16 w 21"/>
                      <a:gd name="T77" fmla="*/ 13 h 22"/>
                      <a:gd name="T78" fmla="*/ 15 w 21"/>
                      <a:gd name="T79" fmla="*/ 12 h 22"/>
                      <a:gd name="T80" fmla="*/ 17 w 21"/>
                      <a:gd name="T81" fmla="*/ 11 h 22"/>
                      <a:gd name="T82" fmla="*/ 17 w 21"/>
                      <a:gd name="T83" fmla="*/ 10 h 22"/>
                      <a:gd name="T84" fmla="*/ 16 w 21"/>
                      <a:gd name="T85" fmla="*/ 9 h 22"/>
                      <a:gd name="T86" fmla="*/ 14 w 21"/>
                      <a:gd name="T87" fmla="*/ 8 h 22"/>
                      <a:gd name="T88" fmla="*/ 13 w 21"/>
                      <a:gd name="T89" fmla="*/ 6 h 22"/>
                      <a:gd name="T90" fmla="*/ 15 w 21"/>
                      <a:gd name="T91" fmla="*/ 5 h 22"/>
                      <a:gd name="T92" fmla="*/ 13 w 21"/>
                      <a:gd name="T93" fmla="*/ 3 h 22"/>
                      <a:gd name="T94" fmla="*/ 12 w 21"/>
                      <a:gd name="T95" fmla="*/ 3 h 22"/>
                      <a:gd name="T96" fmla="*/ 11 w 21"/>
                      <a:gd name="T97" fmla="*/ 2 h 22"/>
                      <a:gd name="T98" fmla="*/ 12 w 21"/>
                      <a:gd name="T99" fmla="*/ 2 h 22"/>
                      <a:gd name="T100" fmla="*/ 11 w 21"/>
                      <a:gd name="T101" fmla="*/ 1 h 22"/>
                      <a:gd name="T102" fmla="*/ 10 w 21"/>
                      <a:gd name="T103" fmla="*/ 1 h 22"/>
                      <a:gd name="T104" fmla="*/ 9 w 21"/>
                      <a:gd name="T105"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 h="22">
                        <a:moveTo>
                          <a:pt x="9" y="1"/>
                        </a:moveTo>
                        <a:cubicBezTo>
                          <a:pt x="9" y="1"/>
                          <a:pt x="8" y="1"/>
                          <a:pt x="8" y="1"/>
                        </a:cubicBezTo>
                        <a:cubicBezTo>
                          <a:pt x="7" y="1"/>
                          <a:pt x="7" y="1"/>
                          <a:pt x="7" y="1"/>
                        </a:cubicBezTo>
                        <a:cubicBezTo>
                          <a:pt x="6" y="1"/>
                          <a:pt x="5" y="1"/>
                          <a:pt x="5" y="1"/>
                        </a:cubicBezTo>
                        <a:cubicBezTo>
                          <a:pt x="4" y="1"/>
                          <a:pt x="4" y="1"/>
                          <a:pt x="4" y="1"/>
                        </a:cubicBezTo>
                        <a:cubicBezTo>
                          <a:pt x="4" y="2"/>
                          <a:pt x="3" y="2"/>
                          <a:pt x="3" y="2"/>
                        </a:cubicBezTo>
                        <a:cubicBezTo>
                          <a:pt x="2" y="2"/>
                          <a:pt x="2" y="2"/>
                          <a:pt x="2" y="2"/>
                        </a:cubicBezTo>
                        <a:cubicBezTo>
                          <a:pt x="1" y="2"/>
                          <a:pt x="1" y="2"/>
                          <a:pt x="0" y="2"/>
                        </a:cubicBezTo>
                        <a:cubicBezTo>
                          <a:pt x="0" y="2"/>
                          <a:pt x="0" y="3"/>
                          <a:pt x="0" y="3"/>
                        </a:cubicBezTo>
                        <a:cubicBezTo>
                          <a:pt x="1" y="3"/>
                          <a:pt x="1" y="4"/>
                          <a:pt x="1" y="4"/>
                        </a:cubicBezTo>
                        <a:cubicBezTo>
                          <a:pt x="2" y="5"/>
                          <a:pt x="2" y="5"/>
                          <a:pt x="1" y="6"/>
                        </a:cubicBezTo>
                        <a:cubicBezTo>
                          <a:pt x="1" y="7"/>
                          <a:pt x="1" y="8"/>
                          <a:pt x="1" y="8"/>
                        </a:cubicBezTo>
                        <a:cubicBezTo>
                          <a:pt x="1" y="9"/>
                          <a:pt x="2" y="10"/>
                          <a:pt x="2" y="10"/>
                        </a:cubicBezTo>
                        <a:cubicBezTo>
                          <a:pt x="2" y="11"/>
                          <a:pt x="3" y="12"/>
                          <a:pt x="3" y="12"/>
                        </a:cubicBezTo>
                        <a:cubicBezTo>
                          <a:pt x="4" y="12"/>
                          <a:pt x="5" y="11"/>
                          <a:pt x="6" y="12"/>
                        </a:cubicBezTo>
                        <a:cubicBezTo>
                          <a:pt x="7" y="12"/>
                          <a:pt x="7" y="12"/>
                          <a:pt x="7" y="13"/>
                        </a:cubicBezTo>
                        <a:cubicBezTo>
                          <a:pt x="8" y="13"/>
                          <a:pt x="9" y="14"/>
                          <a:pt x="9" y="15"/>
                        </a:cubicBezTo>
                        <a:cubicBezTo>
                          <a:pt x="9" y="14"/>
                          <a:pt x="10" y="14"/>
                          <a:pt x="10" y="14"/>
                        </a:cubicBezTo>
                        <a:cubicBezTo>
                          <a:pt x="11" y="14"/>
                          <a:pt x="11" y="15"/>
                          <a:pt x="11" y="16"/>
                        </a:cubicBezTo>
                        <a:cubicBezTo>
                          <a:pt x="12" y="16"/>
                          <a:pt x="12" y="15"/>
                          <a:pt x="12" y="16"/>
                        </a:cubicBezTo>
                        <a:cubicBezTo>
                          <a:pt x="12" y="16"/>
                          <a:pt x="13" y="16"/>
                          <a:pt x="13" y="16"/>
                        </a:cubicBezTo>
                        <a:cubicBezTo>
                          <a:pt x="13" y="16"/>
                          <a:pt x="14" y="16"/>
                          <a:pt x="14" y="16"/>
                        </a:cubicBezTo>
                        <a:cubicBezTo>
                          <a:pt x="15" y="16"/>
                          <a:pt x="15" y="15"/>
                          <a:pt x="15" y="16"/>
                        </a:cubicBezTo>
                        <a:cubicBezTo>
                          <a:pt x="16" y="16"/>
                          <a:pt x="16" y="17"/>
                          <a:pt x="16" y="17"/>
                        </a:cubicBezTo>
                        <a:cubicBezTo>
                          <a:pt x="16" y="18"/>
                          <a:pt x="17" y="18"/>
                          <a:pt x="17" y="18"/>
                        </a:cubicBezTo>
                        <a:cubicBezTo>
                          <a:pt x="17" y="19"/>
                          <a:pt x="17" y="19"/>
                          <a:pt x="17" y="20"/>
                        </a:cubicBezTo>
                        <a:cubicBezTo>
                          <a:pt x="17" y="20"/>
                          <a:pt x="18" y="21"/>
                          <a:pt x="18" y="22"/>
                        </a:cubicBezTo>
                        <a:cubicBezTo>
                          <a:pt x="19" y="22"/>
                          <a:pt x="19" y="21"/>
                          <a:pt x="20" y="21"/>
                        </a:cubicBezTo>
                        <a:cubicBezTo>
                          <a:pt x="20" y="21"/>
                          <a:pt x="20" y="20"/>
                          <a:pt x="20" y="20"/>
                        </a:cubicBezTo>
                        <a:cubicBezTo>
                          <a:pt x="20" y="19"/>
                          <a:pt x="19" y="19"/>
                          <a:pt x="20" y="19"/>
                        </a:cubicBezTo>
                        <a:cubicBezTo>
                          <a:pt x="20" y="19"/>
                          <a:pt x="21" y="19"/>
                          <a:pt x="21" y="19"/>
                        </a:cubicBezTo>
                        <a:cubicBezTo>
                          <a:pt x="21" y="19"/>
                          <a:pt x="21" y="18"/>
                          <a:pt x="21" y="18"/>
                        </a:cubicBezTo>
                        <a:cubicBezTo>
                          <a:pt x="20" y="18"/>
                          <a:pt x="20" y="17"/>
                          <a:pt x="20" y="17"/>
                        </a:cubicBezTo>
                        <a:cubicBezTo>
                          <a:pt x="19" y="17"/>
                          <a:pt x="20" y="17"/>
                          <a:pt x="20" y="16"/>
                        </a:cubicBezTo>
                        <a:cubicBezTo>
                          <a:pt x="21" y="16"/>
                          <a:pt x="21" y="16"/>
                          <a:pt x="21" y="16"/>
                        </a:cubicBezTo>
                        <a:cubicBezTo>
                          <a:pt x="20" y="15"/>
                          <a:pt x="20" y="16"/>
                          <a:pt x="19" y="15"/>
                        </a:cubicBezTo>
                        <a:cubicBezTo>
                          <a:pt x="19" y="16"/>
                          <a:pt x="17" y="14"/>
                          <a:pt x="17" y="14"/>
                        </a:cubicBezTo>
                        <a:cubicBezTo>
                          <a:pt x="17" y="14"/>
                          <a:pt x="17" y="14"/>
                          <a:pt x="16" y="13"/>
                        </a:cubicBezTo>
                        <a:cubicBezTo>
                          <a:pt x="16" y="13"/>
                          <a:pt x="16" y="13"/>
                          <a:pt x="16" y="13"/>
                        </a:cubicBezTo>
                        <a:cubicBezTo>
                          <a:pt x="16" y="12"/>
                          <a:pt x="15" y="13"/>
                          <a:pt x="15" y="12"/>
                        </a:cubicBezTo>
                        <a:cubicBezTo>
                          <a:pt x="14" y="11"/>
                          <a:pt x="16" y="12"/>
                          <a:pt x="17" y="11"/>
                        </a:cubicBezTo>
                        <a:cubicBezTo>
                          <a:pt x="17" y="11"/>
                          <a:pt x="17" y="10"/>
                          <a:pt x="17" y="10"/>
                        </a:cubicBezTo>
                        <a:cubicBezTo>
                          <a:pt x="17" y="9"/>
                          <a:pt x="16" y="9"/>
                          <a:pt x="16" y="9"/>
                        </a:cubicBezTo>
                        <a:cubicBezTo>
                          <a:pt x="15" y="9"/>
                          <a:pt x="15" y="9"/>
                          <a:pt x="14" y="8"/>
                        </a:cubicBezTo>
                        <a:cubicBezTo>
                          <a:pt x="14" y="8"/>
                          <a:pt x="13" y="7"/>
                          <a:pt x="13" y="6"/>
                        </a:cubicBezTo>
                        <a:cubicBezTo>
                          <a:pt x="13" y="5"/>
                          <a:pt x="14" y="6"/>
                          <a:pt x="15" y="5"/>
                        </a:cubicBezTo>
                        <a:cubicBezTo>
                          <a:pt x="15" y="4"/>
                          <a:pt x="14" y="3"/>
                          <a:pt x="13" y="3"/>
                        </a:cubicBezTo>
                        <a:cubicBezTo>
                          <a:pt x="13" y="3"/>
                          <a:pt x="13" y="3"/>
                          <a:pt x="12" y="3"/>
                        </a:cubicBezTo>
                        <a:cubicBezTo>
                          <a:pt x="12" y="2"/>
                          <a:pt x="11" y="3"/>
                          <a:pt x="11" y="2"/>
                        </a:cubicBezTo>
                        <a:cubicBezTo>
                          <a:pt x="11" y="2"/>
                          <a:pt x="11" y="2"/>
                          <a:pt x="12" y="2"/>
                        </a:cubicBezTo>
                        <a:cubicBezTo>
                          <a:pt x="12" y="2"/>
                          <a:pt x="11" y="1"/>
                          <a:pt x="11" y="1"/>
                        </a:cubicBezTo>
                        <a:cubicBezTo>
                          <a:pt x="11" y="1"/>
                          <a:pt x="10" y="1"/>
                          <a:pt x="10" y="1"/>
                        </a:cubicBezTo>
                        <a:cubicBezTo>
                          <a:pt x="10" y="0"/>
                          <a:pt x="9" y="0"/>
                          <a:pt x="9" y="1"/>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77" name="Freeform 874">
                  <a:extLst>
                    <a:ext uri="{FF2B5EF4-FFF2-40B4-BE49-F238E27FC236}">
                      <a16:creationId xmlns:a16="http://schemas.microsoft.com/office/drawing/2014/main" id="{061F5E84-C900-D7F9-69E0-8026E2C06DCF}"/>
                    </a:ext>
                  </a:extLst>
                </p:cNvPr>
                <p:cNvSpPr>
                  <a:spLocks/>
                </p:cNvSpPr>
                <p:nvPr/>
              </p:nvSpPr>
              <p:spPr bwMode="auto">
                <a:xfrm>
                  <a:off x="7086600" y="3708400"/>
                  <a:ext cx="403225" cy="312738"/>
                </a:xfrm>
                <a:custGeom>
                  <a:avLst/>
                  <a:gdLst>
                    <a:gd name="T0" fmla="*/ 90 w 97"/>
                    <a:gd name="T1" fmla="*/ 11 h 75"/>
                    <a:gd name="T2" fmla="*/ 86 w 97"/>
                    <a:gd name="T3" fmla="*/ 10 h 75"/>
                    <a:gd name="T4" fmla="*/ 82 w 97"/>
                    <a:gd name="T5" fmla="*/ 13 h 75"/>
                    <a:gd name="T6" fmla="*/ 75 w 97"/>
                    <a:gd name="T7" fmla="*/ 16 h 75"/>
                    <a:gd name="T8" fmla="*/ 74 w 97"/>
                    <a:gd name="T9" fmla="*/ 9 h 75"/>
                    <a:gd name="T10" fmla="*/ 72 w 97"/>
                    <a:gd name="T11" fmla="*/ 4 h 75"/>
                    <a:gd name="T12" fmla="*/ 71 w 97"/>
                    <a:gd name="T13" fmla="*/ 1 h 75"/>
                    <a:gd name="T14" fmla="*/ 67 w 97"/>
                    <a:gd name="T15" fmla="*/ 3 h 75"/>
                    <a:gd name="T16" fmla="*/ 61 w 97"/>
                    <a:gd name="T17" fmla="*/ 9 h 75"/>
                    <a:gd name="T18" fmla="*/ 57 w 97"/>
                    <a:gd name="T19" fmla="*/ 10 h 75"/>
                    <a:gd name="T20" fmla="*/ 50 w 97"/>
                    <a:gd name="T21" fmla="*/ 14 h 75"/>
                    <a:gd name="T22" fmla="*/ 45 w 97"/>
                    <a:gd name="T23" fmla="*/ 12 h 75"/>
                    <a:gd name="T24" fmla="*/ 38 w 97"/>
                    <a:gd name="T25" fmla="*/ 10 h 75"/>
                    <a:gd name="T26" fmla="*/ 34 w 97"/>
                    <a:gd name="T27" fmla="*/ 10 h 75"/>
                    <a:gd name="T28" fmla="*/ 30 w 97"/>
                    <a:gd name="T29" fmla="*/ 11 h 75"/>
                    <a:gd name="T30" fmla="*/ 27 w 97"/>
                    <a:gd name="T31" fmla="*/ 16 h 75"/>
                    <a:gd name="T32" fmla="*/ 23 w 97"/>
                    <a:gd name="T33" fmla="*/ 22 h 75"/>
                    <a:gd name="T34" fmla="*/ 17 w 97"/>
                    <a:gd name="T35" fmla="*/ 23 h 75"/>
                    <a:gd name="T36" fmla="*/ 17 w 97"/>
                    <a:gd name="T37" fmla="*/ 27 h 75"/>
                    <a:gd name="T38" fmla="*/ 13 w 97"/>
                    <a:gd name="T39" fmla="*/ 28 h 75"/>
                    <a:gd name="T40" fmla="*/ 11 w 97"/>
                    <a:gd name="T41" fmla="*/ 28 h 75"/>
                    <a:gd name="T42" fmla="*/ 5 w 97"/>
                    <a:gd name="T43" fmla="*/ 25 h 75"/>
                    <a:gd name="T44" fmla="*/ 4 w 97"/>
                    <a:gd name="T45" fmla="*/ 27 h 75"/>
                    <a:gd name="T46" fmla="*/ 3 w 97"/>
                    <a:gd name="T47" fmla="*/ 30 h 75"/>
                    <a:gd name="T48" fmla="*/ 2 w 97"/>
                    <a:gd name="T49" fmla="*/ 36 h 75"/>
                    <a:gd name="T50" fmla="*/ 2 w 97"/>
                    <a:gd name="T51" fmla="*/ 42 h 75"/>
                    <a:gd name="T52" fmla="*/ 2 w 97"/>
                    <a:gd name="T53" fmla="*/ 52 h 75"/>
                    <a:gd name="T54" fmla="*/ 7 w 97"/>
                    <a:gd name="T55" fmla="*/ 59 h 75"/>
                    <a:gd name="T56" fmla="*/ 2 w 97"/>
                    <a:gd name="T57" fmla="*/ 71 h 75"/>
                    <a:gd name="T58" fmla="*/ 23 w 97"/>
                    <a:gd name="T59" fmla="*/ 75 h 75"/>
                    <a:gd name="T60" fmla="*/ 33 w 97"/>
                    <a:gd name="T61" fmla="*/ 73 h 75"/>
                    <a:gd name="T62" fmla="*/ 38 w 97"/>
                    <a:gd name="T63" fmla="*/ 67 h 75"/>
                    <a:gd name="T64" fmla="*/ 43 w 97"/>
                    <a:gd name="T65" fmla="*/ 60 h 75"/>
                    <a:gd name="T66" fmla="*/ 49 w 97"/>
                    <a:gd name="T67" fmla="*/ 60 h 75"/>
                    <a:gd name="T68" fmla="*/ 51 w 97"/>
                    <a:gd name="T69" fmla="*/ 56 h 75"/>
                    <a:gd name="T70" fmla="*/ 55 w 97"/>
                    <a:gd name="T71" fmla="*/ 56 h 75"/>
                    <a:gd name="T72" fmla="*/ 59 w 97"/>
                    <a:gd name="T73" fmla="*/ 53 h 75"/>
                    <a:gd name="T74" fmla="*/ 60 w 97"/>
                    <a:gd name="T75" fmla="*/ 49 h 75"/>
                    <a:gd name="T76" fmla="*/ 66 w 97"/>
                    <a:gd name="T77" fmla="*/ 44 h 75"/>
                    <a:gd name="T78" fmla="*/ 63 w 97"/>
                    <a:gd name="T79" fmla="*/ 39 h 75"/>
                    <a:gd name="T80" fmla="*/ 66 w 97"/>
                    <a:gd name="T81" fmla="*/ 39 h 75"/>
                    <a:gd name="T82" fmla="*/ 71 w 97"/>
                    <a:gd name="T83" fmla="*/ 38 h 75"/>
                    <a:gd name="T84" fmla="*/ 70 w 97"/>
                    <a:gd name="T85" fmla="*/ 34 h 75"/>
                    <a:gd name="T86" fmla="*/ 74 w 97"/>
                    <a:gd name="T87" fmla="*/ 27 h 75"/>
                    <a:gd name="T88" fmla="*/ 73 w 97"/>
                    <a:gd name="T89" fmla="*/ 22 h 75"/>
                    <a:gd name="T90" fmla="*/ 76 w 97"/>
                    <a:gd name="T91" fmla="*/ 18 h 75"/>
                    <a:gd name="T92" fmla="*/ 81 w 97"/>
                    <a:gd name="T93" fmla="*/ 14 h 75"/>
                    <a:gd name="T94" fmla="*/ 90 w 97"/>
                    <a:gd name="T95" fmla="*/ 14 h 75"/>
                    <a:gd name="T96" fmla="*/ 95 w 97"/>
                    <a:gd name="T97" fmla="*/ 13 h 75"/>
                    <a:gd name="T98" fmla="*/ 97 w 97"/>
                    <a:gd name="T9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7" h="75">
                      <a:moveTo>
                        <a:pt x="92" y="9"/>
                      </a:moveTo>
                      <a:cubicBezTo>
                        <a:pt x="92" y="10"/>
                        <a:pt x="91" y="10"/>
                        <a:pt x="91" y="10"/>
                      </a:cubicBezTo>
                      <a:cubicBezTo>
                        <a:pt x="90" y="11"/>
                        <a:pt x="90" y="11"/>
                        <a:pt x="90" y="11"/>
                      </a:cubicBezTo>
                      <a:cubicBezTo>
                        <a:pt x="88" y="11"/>
                        <a:pt x="88" y="11"/>
                        <a:pt x="88" y="11"/>
                      </a:cubicBezTo>
                      <a:cubicBezTo>
                        <a:pt x="89" y="10"/>
                        <a:pt x="89" y="10"/>
                        <a:pt x="89" y="10"/>
                      </a:cubicBezTo>
                      <a:cubicBezTo>
                        <a:pt x="89" y="10"/>
                        <a:pt x="87" y="10"/>
                        <a:pt x="86" y="10"/>
                      </a:cubicBezTo>
                      <a:cubicBezTo>
                        <a:pt x="86" y="10"/>
                        <a:pt x="85" y="10"/>
                        <a:pt x="85" y="10"/>
                      </a:cubicBezTo>
                      <a:cubicBezTo>
                        <a:pt x="85" y="10"/>
                        <a:pt x="83" y="11"/>
                        <a:pt x="83" y="12"/>
                      </a:cubicBezTo>
                      <a:cubicBezTo>
                        <a:pt x="83" y="12"/>
                        <a:pt x="82" y="13"/>
                        <a:pt x="82" y="13"/>
                      </a:cubicBezTo>
                      <a:cubicBezTo>
                        <a:pt x="79" y="13"/>
                        <a:pt x="79" y="13"/>
                        <a:pt x="79" y="13"/>
                      </a:cubicBezTo>
                      <a:cubicBezTo>
                        <a:pt x="77" y="15"/>
                        <a:pt x="77" y="15"/>
                        <a:pt x="77" y="15"/>
                      </a:cubicBezTo>
                      <a:cubicBezTo>
                        <a:pt x="75" y="16"/>
                        <a:pt x="75" y="16"/>
                        <a:pt x="75" y="16"/>
                      </a:cubicBezTo>
                      <a:cubicBezTo>
                        <a:pt x="74" y="13"/>
                        <a:pt x="74" y="13"/>
                        <a:pt x="74" y="13"/>
                      </a:cubicBezTo>
                      <a:cubicBezTo>
                        <a:pt x="74" y="10"/>
                        <a:pt x="74" y="10"/>
                        <a:pt x="74" y="10"/>
                      </a:cubicBezTo>
                      <a:cubicBezTo>
                        <a:pt x="74" y="9"/>
                        <a:pt x="74" y="9"/>
                        <a:pt x="74" y="9"/>
                      </a:cubicBezTo>
                      <a:cubicBezTo>
                        <a:pt x="74" y="5"/>
                        <a:pt x="74" y="5"/>
                        <a:pt x="74" y="5"/>
                      </a:cubicBezTo>
                      <a:cubicBezTo>
                        <a:pt x="72" y="5"/>
                        <a:pt x="72" y="5"/>
                        <a:pt x="72" y="5"/>
                      </a:cubicBezTo>
                      <a:cubicBezTo>
                        <a:pt x="72" y="4"/>
                        <a:pt x="72" y="4"/>
                        <a:pt x="72" y="4"/>
                      </a:cubicBezTo>
                      <a:cubicBezTo>
                        <a:pt x="73" y="3"/>
                        <a:pt x="73" y="3"/>
                        <a:pt x="73" y="3"/>
                      </a:cubicBezTo>
                      <a:cubicBezTo>
                        <a:pt x="73" y="2"/>
                        <a:pt x="73" y="2"/>
                        <a:pt x="73" y="2"/>
                      </a:cubicBezTo>
                      <a:cubicBezTo>
                        <a:pt x="73" y="2"/>
                        <a:pt x="71" y="1"/>
                        <a:pt x="71" y="1"/>
                      </a:cubicBezTo>
                      <a:cubicBezTo>
                        <a:pt x="71" y="1"/>
                        <a:pt x="71" y="0"/>
                        <a:pt x="71" y="0"/>
                      </a:cubicBezTo>
                      <a:cubicBezTo>
                        <a:pt x="71" y="0"/>
                        <a:pt x="69" y="0"/>
                        <a:pt x="69" y="0"/>
                      </a:cubicBezTo>
                      <a:cubicBezTo>
                        <a:pt x="69" y="0"/>
                        <a:pt x="67" y="2"/>
                        <a:pt x="67" y="3"/>
                      </a:cubicBezTo>
                      <a:cubicBezTo>
                        <a:pt x="67" y="3"/>
                        <a:pt x="65" y="5"/>
                        <a:pt x="65" y="5"/>
                      </a:cubicBezTo>
                      <a:cubicBezTo>
                        <a:pt x="65" y="5"/>
                        <a:pt x="65" y="8"/>
                        <a:pt x="65" y="8"/>
                      </a:cubicBezTo>
                      <a:cubicBezTo>
                        <a:pt x="61" y="9"/>
                        <a:pt x="61" y="9"/>
                        <a:pt x="61" y="9"/>
                      </a:cubicBezTo>
                      <a:cubicBezTo>
                        <a:pt x="61" y="9"/>
                        <a:pt x="59" y="11"/>
                        <a:pt x="59" y="12"/>
                      </a:cubicBezTo>
                      <a:cubicBezTo>
                        <a:pt x="59" y="12"/>
                        <a:pt x="59" y="12"/>
                        <a:pt x="59" y="12"/>
                      </a:cubicBezTo>
                      <a:cubicBezTo>
                        <a:pt x="57" y="10"/>
                        <a:pt x="57" y="10"/>
                        <a:pt x="57" y="10"/>
                      </a:cubicBezTo>
                      <a:cubicBezTo>
                        <a:pt x="55" y="11"/>
                        <a:pt x="55" y="11"/>
                        <a:pt x="55" y="11"/>
                      </a:cubicBezTo>
                      <a:cubicBezTo>
                        <a:pt x="53" y="13"/>
                        <a:pt x="53" y="13"/>
                        <a:pt x="53" y="13"/>
                      </a:cubicBezTo>
                      <a:cubicBezTo>
                        <a:pt x="50" y="14"/>
                        <a:pt x="50" y="14"/>
                        <a:pt x="50" y="14"/>
                      </a:cubicBezTo>
                      <a:cubicBezTo>
                        <a:pt x="49" y="12"/>
                        <a:pt x="49" y="12"/>
                        <a:pt x="49" y="12"/>
                      </a:cubicBezTo>
                      <a:cubicBezTo>
                        <a:pt x="47" y="11"/>
                        <a:pt x="47" y="11"/>
                        <a:pt x="47" y="11"/>
                      </a:cubicBezTo>
                      <a:cubicBezTo>
                        <a:pt x="45" y="12"/>
                        <a:pt x="45" y="12"/>
                        <a:pt x="45" y="12"/>
                      </a:cubicBezTo>
                      <a:cubicBezTo>
                        <a:pt x="43" y="10"/>
                        <a:pt x="43" y="10"/>
                        <a:pt x="43" y="10"/>
                      </a:cubicBezTo>
                      <a:cubicBezTo>
                        <a:pt x="40" y="10"/>
                        <a:pt x="40" y="10"/>
                        <a:pt x="40" y="10"/>
                      </a:cubicBezTo>
                      <a:cubicBezTo>
                        <a:pt x="38" y="10"/>
                        <a:pt x="38" y="10"/>
                        <a:pt x="38" y="10"/>
                      </a:cubicBezTo>
                      <a:cubicBezTo>
                        <a:pt x="36" y="9"/>
                        <a:pt x="36" y="9"/>
                        <a:pt x="36" y="9"/>
                      </a:cubicBezTo>
                      <a:cubicBezTo>
                        <a:pt x="36" y="9"/>
                        <a:pt x="34" y="8"/>
                        <a:pt x="34" y="9"/>
                      </a:cubicBezTo>
                      <a:cubicBezTo>
                        <a:pt x="34" y="9"/>
                        <a:pt x="34" y="10"/>
                        <a:pt x="34" y="10"/>
                      </a:cubicBezTo>
                      <a:cubicBezTo>
                        <a:pt x="34" y="10"/>
                        <a:pt x="34" y="11"/>
                        <a:pt x="34" y="11"/>
                      </a:cubicBezTo>
                      <a:cubicBezTo>
                        <a:pt x="31" y="11"/>
                        <a:pt x="31" y="11"/>
                        <a:pt x="31" y="11"/>
                      </a:cubicBezTo>
                      <a:cubicBezTo>
                        <a:pt x="31" y="11"/>
                        <a:pt x="30" y="11"/>
                        <a:pt x="30" y="11"/>
                      </a:cubicBezTo>
                      <a:cubicBezTo>
                        <a:pt x="30" y="12"/>
                        <a:pt x="28" y="12"/>
                        <a:pt x="28" y="12"/>
                      </a:cubicBezTo>
                      <a:cubicBezTo>
                        <a:pt x="28" y="13"/>
                        <a:pt x="28" y="13"/>
                        <a:pt x="28" y="14"/>
                      </a:cubicBezTo>
                      <a:cubicBezTo>
                        <a:pt x="28" y="14"/>
                        <a:pt x="27" y="16"/>
                        <a:pt x="27" y="16"/>
                      </a:cubicBezTo>
                      <a:cubicBezTo>
                        <a:pt x="27" y="16"/>
                        <a:pt x="27" y="19"/>
                        <a:pt x="27" y="19"/>
                      </a:cubicBezTo>
                      <a:cubicBezTo>
                        <a:pt x="27" y="19"/>
                        <a:pt x="23" y="20"/>
                        <a:pt x="23" y="20"/>
                      </a:cubicBezTo>
                      <a:cubicBezTo>
                        <a:pt x="23" y="20"/>
                        <a:pt x="23" y="22"/>
                        <a:pt x="23" y="22"/>
                      </a:cubicBezTo>
                      <a:cubicBezTo>
                        <a:pt x="20" y="22"/>
                        <a:pt x="20" y="22"/>
                        <a:pt x="20" y="22"/>
                      </a:cubicBezTo>
                      <a:cubicBezTo>
                        <a:pt x="17" y="22"/>
                        <a:pt x="17" y="22"/>
                        <a:pt x="17" y="22"/>
                      </a:cubicBezTo>
                      <a:cubicBezTo>
                        <a:pt x="17" y="23"/>
                        <a:pt x="17" y="23"/>
                        <a:pt x="17" y="23"/>
                      </a:cubicBezTo>
                      <a:cubicBezTo>
                        <a:pt x="18" y="24"/>
                        <a:pt x="18" y="24"/>
                        <a:pt x="18" y="24"/>
                      </a:cubicBezTo>
                      <a:cubicBezTo>
                        <a:pt x="17" y="25"/>
                        <a:pt x="17" y="25"/>
                        <a:pt x="17" y="25"/>
                      </a:cubicBezTo>
                      <a:cubicBezTo>
                        <a:pt x="17" y="27"/>
                        <a:pt x="17" y="27"/>
                        <a:pt x="17" y="27"/>
                      </a:cubicBezTo>
                      <a:cubicBezTo>
                        <a:pt x="17" y="27"/>
                        <a:pt x="16" y="27"/>
                        <a:pt x="15" y="27"/>
                      </a:cubicBezTo>
                      <a:cubicBezTo>
                        <a:pt x="15" y="27"/>
                        <a:pt x="15" y="28"/>
                        <a:pt x="14" y="28"/>
                      </a:cubicBezTo>
                      <a:cubicBezTo>
                        <a:pt x="14" y="28"/>
                        <a:pt x="13" y="28"/>
                        <a:pt x="13" y="28"/>
                      </a:cubicBezTo>
                      <a:cubicBezTo>
                        <a:pt x="13" y="28"/>
                        <a:pt x="12" y="27"/>
                        <a:pt x="12" y="27"/>
                      </a:cubicBezTo>
                      <a:cubicBezTo>
                        <a:pt x="12" y="29"/>
                        <a:pt x="12" y="29"/>
                        <a:pt x="12" y="29"/>
                      </a:cubicBezTo>
                      <a:cubicBezTo>
                        <a:pt x="12" y="29"/>
                        <a:pt x="11" y="29"/>
                        <a:pt x="11" y="28"/>
                      </a:cubicBezTo>
                      <a:cubicBezTo>
                        <a:pt x="11" y="28"/>
                        <a:pt x="10" y="26"/>
                        <a:pt x="10" y="26"/>
                      </a:cubicBezTo>
                      <a:cubicBezTo>
                        <a:pt x="6" y="26"/>
                        <a:pt x="6" y="26"/>
                        <a:pt x="6" y="26"/>
                      </a:cubicBezTo>
                      <a:cubicBezTo>
                        <a:pt x="5" y="25"/>
                        <a:pt x="5" y="25"/>
                        <a:pt x="5" y="25"/>
                      </a:cubicBezTo>
                      <a:cubicBezTo>
                        <a:pt x="4" y="25"/>
                        <a:pt x="4" y="25"/>
                        <a:pt x="4" y="25"/>
                      </a:cubicBezTo>
                      <a:cubicBezTo>
                        <a:pt x="4" y="25"/>
                        <a:pt x="4" y="25"/>
                        <a:pt x="4" y="25"/>
                      </a:cubicBezTo>
                      <a:cubicBezTo>
                        <a:pt x="4" y="27"/>
                        <a:pt x="4" y="27"/>
                        <a:pt x="4" y="27"/>
                      </a:cubicBezTo>
                      <a:cubicBezTo>
                        <a:pt x="4" y="28"/>
                        <a:pt x="4" y="28"/>
                        <a:pt x="4" y="28"/>
                      </a:cubicBezTo>
                      <a:cubicBezTo>
                        <a:pt x="4" y="28"/>
                        <a:pt x="4" y="29"/>
                        <a:pt x="4" y="29"/>
                      </a:cubicBezTo>
                      <a:cubicBezTo>
                        <a:pt x="4" y="29"/>
                        <a:pt x="3" y="30"/>
                        <a:pt x="3" y="30"/>
                      </a:cubicBezTo>
                      <a:cubicBezTo>
                        <a:pt x="3" y="30"/>
                        <a:pt x="3" y="32"/>
                        <a:pt x="3" y="32"/>
                      </a:cubicBezTo>
                      <a:cubicBezTo>
                        <a:pt x="1" y="34"/>
                        <a:pt x="1" y="34"/>
                        <a:pt x="1" y="34"/>
                      </a:cubicBezTo>
                      <a:cubicBezTo>
                        <a:pt x="2" y="36"/>
                        <a:pt x="2" y="36"/>
                        <a:pt x="2" y="36"/>
                      </a:cubicBezTo>
                      <a:cubicBezTo>
                        <a:pt x="0" y="36"/>
                        <a:pt x="0" y="36"/>
                        <a:pt x="0" y="36"/>
                      </a:cubicBezTo>
                      <a:cubicBezTo>
                        <a:pt x="0" y="41"/>
                        <a:pt x="0" y="41"/>
                        <a:pt x="0" y="41"/>
                      </a:cubicBezTo>
                      <a:cubicBezTo>
                        <a:pt x="2" y="42"/>
                        <a:pt x="2" y="42"/>
                        <a:pt x="2" y="42"/>
                      </a:cubicBezTo>
                      <a:cubicBezTo>
                        <a:pt x="0" y="45"/>
                        <a:pt x="0" y="45"/>
                        <a:pt x="0" y="45"/>
                      </a:cubicBezTo>
                      <a:cubicBezTo>
                        <a:pt x="0" y="47"/>
                        <a:pt x="0" y="47"/>
                        <a:pt x="0" y="47"/>
                      </a:cubicBezTo>
                      <a:cubicBezTo>
                        <a:pt x="2" y="52"/>
                        <a:pt x="2" y="52"/>
                        <a:pt x="2" y="52"/>
                      </a:cubicBezTo>
                      <a:cubicBezTo>
                        <a:pt x="2" y="58"/>
                        <a:pt x="2" y="58"/>
                        <a:pt x="2" y="58"/>
                      </a:cubicBezTo>
                      <a:cubicBezTo>
                        <a:pt x="4" y="59"/>
                        <a:pt x="4" y="59"/>
                        <a:pt x="4" y="59"/>
                      </a:cubicBezTo>
                      <a:cubicBezTo>
                        <a:pt x="7" y="59"/>
                        <a:pt x="7" y="59"/>
                        <a:pt x="7" y="59"/>
                      </a:cubicBezTo>
                      <a:cubicBezTo>
                        <a:pt x="8" y="60"/>
                        <a:pt x="8" y="60"/>
                        <a:pt x="8" y="60"/>
                      </a:cubicBezTo>
                      <a:cubicBezTo>
                        <a:pt x="8" y="63"/>
                        <a:pt x="8" y="63"/>
                        <a:pt x="8" y="63"/>
                      </a:cubicBezTo>
                      <a:cubicBezTo>
                        <a:pt x="2" y="71"/>
                        <a:pt x="2" y="71"/>
                        <a:pt x="2" y="71"/>
                      </a:cubicBezTo>
                      <a:cubicBezTo>
                        <a:pt x="13" y="75"/>
                        <a:pt x="13" y="75"/>
                        <a:pt x="13" y="75"/>
                      </a:cubicBezTo>
                      <a:cubicBezTo>
                        <a:pt x="16" y="74"/>
                        <a:pt x="16" y="74"/>
                        <a:pt x="16" y="74"/>
                      </a:cubicBezTo>
                      <a:cubicBezTo>
                        <a:pt x="23" y="75"/>
                        <a:pt x="23" y="75"/>
                        <a:pt x="23" y="75"/>
                      </a:cubicBezTo>
                      <a:cubicBezTo>
                        <a:pt x="26" y="73"/>
                        <a:pt x="26" y="73"/>
                        <a:pt x="26" y="73"/>
                      </a:cubicBezTo>
                      <a:cubicBezTo>
                        <a:pt x="26" y="73"/>
                        <a:pt x="30" y="74"/>
                        <a:pt x="30" y="74"/>
                      </a:cubicBezTo>
                      <a:cubicBezTo>
                        <a:pt x="30" y="74"/>
                        <a:pt x="32" y="73"/>
                        <a:pt x="33" y="73"/>
                      </a:cubicBezTo>
                      <a:cubicBezTo>
                        <a:pt x="33" y="73"/>
                        <a:pt x="39" y="71"/>
                        <a:pt x="39" y="71"/>
                      </a:cubicBezTo>
                      <a:cubicBezTo>
                        <a:pt x="39" y="71"/>
                        <a:pt x="39" y="70"/>
                        <a:pt x="38" y="70"/>
                      </a:cubicBezTo>
                      <a:cubicBezTo>
                        <a:pt x="38" y="69"/>
                        <a:pt x="38" y="67"/>
                        <a:pt x="38" y="67"/>
                      </a:cubicBezTo>
                      <a:cubicBezTo>
                        <a:pt x="38" y="67"/>
                        <a:pt x="39" y="64"/>
                        <a:pt x="39" y="64"/>
                      </a:cubicBezTo>
                      <a:cubicBezTo>
                        <a:pt x="39" y="64"/>
                        <a:pt x="39" y="63"/>
                        <a:pt x="39" y="63"/>
                      </a:cubicBezTo>
                      <a:cubicBezTo>
                        <a:pt x="43" y="60"/>
                        <a:pt x="43" y="60"/>
                        <a:pt x="43" y="60"/>
                      </a:cubicBezTo>
                      <a:cubicBezTo>
                        <a:pt x="43" y="60"/>
                        <a:pt x="44" y="61"/>
                        <a:pt x="45" y="61"/>
                      </a:cubicBezTo>
                      <a:cubicBezTo>
                        <a:pt x="45" y="61"/>
                        <a:pt x="48" y="60"/>
                        <a:pt x="48" y="60"/>
                      </a:cubicBezTo>
                      <a:cubicBezTo>
                        <a:pt x="49" y="60"/>
                        <a:pt x="49" y="60"/>
                        <a:pt x="49" y="60"/>
                      </a:cubicBezTo>
                      <a:cubicBezTo>
                        <a:pt x="47" y="58"/>
                        <a:pt x="47" y="58"/>
                        <a:pt x="47" y="58"/>
                      </a:cubicBezTo>
                      <a:cubicBezTo>
                        <a:pt x="49" y="58"/>
                        <a:pt x="49" y="58"/>
                        <a:pt x="49" y="58"/>
                      </a:cubicBezTo>
                      <a:cubicBezTo>
                        <a:pt x="51" y="56"/>
                        <a:pt x="51" y="56"/>
                        <a:pt x="51" y="56"/>
                      </a:cubicBezTo>
                      <a:cubicBezTo>
                        <a:pt x="51" y="56"/>
                        <a:pt x="52" y="56"/>
                        <a:pt x="53" y="56"/>
                      </a:cubicBezTo>
                      <a:cubicBezTo>
                        <a:pt x="53" y="56"/>
                        <a:pt x="53" y="57"/>
                        <a:pt x="53" y="57"/>
                      </a:cubicBezTo>
                      <a:cubicBezTo>
                        <a:pt x="55" y="56"/>
                        <a:pt x="55" y="56"/>
                        <a:pt x="55" y="56"/>
                      </a:cubicBezTo>
                      <a:cubicBezTo>
                        <a:pt x="57" y="58"/>
                        <a:pt x="57" y="58"/>
                        <a:pt x="57" y="58"/>
                      </a:cubicBezTo>
                      <a:cubicBezTo>
                        <a:pt x="59" y="55"/>
                        <a:pt x="59" y="55"/>
                        <a:pt x="59" y="55"/>
                      </a:cubicBezTo>
                      <a:cubicBezTo>
                        <a:pt x="59" y="53"/>
                        <a:pt x="59" y="53"/>
                        <a:pt x="59" y="53"/>
                      </a:cubicBezTo>
                      <a:cubicBezTo>
                        <a:pt x="59" y="53"/>
                        <a:pt x="59" y="52"/>
                        <a:pt x="59" y="52"/>
                      </a:cubicBezTo>
                      <a:cubicBezTo>
                        <a:pt x="59" y="52"/>
                        <a:pt x="59" y="50"/>
                        <a:pt x="59" y="50"/>
                      </a:cubicBezTo>
                      <a:cubicBezTo>
                        <a:pt x="60" y="49"/>
                        <a:pt x="60" y="49"/>
                        <a:pt x="60" y="49"/>
                      </a:cubicBezTo>
                      <a:cubicBezTo>
                        <a:pt x="60" y="46"/>
                        <a:pt x="60" y="46"/>
                        <a:pt x="60" y="46"/>
                      </a:cubicBezTo>
                      <a:cubicBezTo>
                        <a:pt x="64" y="45"/>
                        <a:pt x="64" y="45"/>
                        <a:pt x="64" y="45"/>
                      </a:cubicBezTo>
                      <a:cubicBezTo>
                        <a:pt x="66" y="44"/>
                        <a:pt x="66" y="44"/>
                        <a:pt x="66" y="44"/>
                      </a:cubicBezTo>
                      <a:cubicBezTo>
                        <a:pt x="66" y="44"/>
                        <a:pt x="66" y="43"/>
                        <a:pt x="66" y="42"/>
                      </a:cubicBezTo>
                      <a:cubicBezTo>
                        <a:pt x="66" y="42"/>
                        <a:pt x="65" y="41"/>
                        <a:pt x="65" y="41"/>
                      </a:cubicBezTo>
                      <a:cubicBezTo>
                        <a:pt x="63" y="39"/>
                        <a:pt x="63" y="39"/>
                        <a:pt x="63" y="39"/>
                      </a:cubicBezTo>
                      <a:cubicBezTo>
                        <a:pt x="63" y="38"/>
                        <a:pt x="63" y="38"/>
                        <a:pt x="63" y="38"/>
                      </a:cubicBezTo>
                      <a:cubicBezTo>
                        <a:pt x="66" y="38"/>
                        <a:pt x="66" y="38"/>
                        <a:pt x="66" y="38"/>
                      </a:cubicBezTo>
                      <a:cubicBezTo>
                        <a:pt x="66" y="39"/>
                        <a:pt x="66" y="39"/>
                        <a:pt x="66" y="39"/>
                      </a:cubicBezTo>
                      <a:cubicBezTo>
                        <a:pt x="68" y="39"/>
                        <a:pt x="68" y="39"/>
                        <a:pt x="68" y="39"/>
                      </a:cubicBezTo>
                      <a:cubicBezTo>
                        <a:pt x="69" y="38"/>
                        <a:pt x="69" y="38"/>
                        <a:pt x="69" y="38"/>
                      </a:cubicBezTo>
                      <a:cubicBezTo>
                        <a:pt x="71" y="38"/>
                        <a:pt x="71" y="38"/>
                        <a:pt x="71" y="38"/>
                      </a:cubicBezTo>
                      <a:cubicBezTo>
                        <a:pt x="72" y="36"/>
                        <a:pt x="72" y="36"/>
                        <a:pt x="72" y="36"/>
                      </a:cubicBezTo>
                      <a:cubicBezTo>
                        <a:pt x="70" y="35"/>
                        <a:pt x="70" y="35"/>
                        <a:pt x="70" y="35"/>
                      </a:cubicBezTo>
                      <a:cubicBezTo>
                        <a:pt x="70" y="34"/>
                        <a:pt x="70" y="34"/>
                        <a:pt x="70" y="34"/>
                      </a:cubicBezTo>
                      <a:cubicBezTo>
                        <a:pt x="70" y="34"/>
                        <a:pt x="73" y="31"/>
                        <a:pt x="73" y="31"/>
                      </a:cubicBezTo>
                      <a:cubicBezTo>
                        <a:pt x="73" y="31"/>
                        <a:pt x="74" y="30"/>
                        <a:pt x="74" y="29"/>
                      </a:cubicBezTo>
                      <a:cubicBezTo>
                        <a:pt x="74" y="29"/>
                        <a:pt x="74" y="28"/>
                        <a:pt x="74" y="27"/>
                      </a:cubicBezTo>
                      <a:cubicBezTo>
                        <a:pt x="74" y="27"/>
                        <a:pt x="74" y="26"/>
                        <a:pt x="74" y="26"/>
                      </a:cubicBezTo>
                      <a:cubicBezTo>
                        <a:pt x="74" y="26"/>
                        <a:pt x="74" y="25"/>
                        <a:pt x="74" y="25"/>
                      </a:cubicBezTo>
                      <a:cubicBezTo>
                        <a:pt x="73" y="22"/>
                        <a:pt x="73" y="22"/>
                        <a:pt x="73" y="22"/>
                      </a:cubicBezTo>
                      <a:cubicBezTo>
                        <a:pt x="72" y="21"/>
                        <a:pt x="72" y="21"/>
                        <a:pt x="72" y="21"/>
                      </a:cubicBezTo>
                      <a:cubicBezTo>
                        <a:pt x="74" y="18"/>
                        <a:pt x="74" y="18"/>
                        <a:pt x="74" y="18"/>
                      </a:cubicBezTo>
                      <a:cubicBezTo>
                        <a:pt x="76" y="18"/>
                        <a:pt x="76" y="18"/>
                        <a:pt x="76" y="18"/>
                      </a:cubicBezTo>
                      <a:cubicBezTo>
                        <a:pt x="76" y="18"/>
                        <a:pt x="76" y="17"/>
                        <a:pt x="76" y="17"/>
                      </a:cubicBezTo>
                      <a:cubicBezTo>
                        <a:pt x="76" y="17"/>
                        <a:pt x="80" y="15"/>
                        <a:pt x="80" y="15"/>
                      </a:cubicBezTo>
                      <a:cubicBezTo>
                        <a:pt x="81" y="14"/>
                        <a:pt x="81" y="14"/>
                        <a:pt x="81" y="14"/>
                      </a:cubicBezTo>
                      <a:cubicBezTo>
                        <a:pt x="87" y="14"/>
                        <a:pt x="87" y="14"/>
                        <a:pt x="87" y="14"/>
                      </a:cubicBezTo>
                      <a:cubicBezTo>
                        <a:pt x="88" y="14"/>
                        <a:pt x="88" y="14"/>
                        <a:pt x="88" y="14"/>
                      </a:cubicBezTo>
                      <a:cubicBezTo>
                        <a:pt x="90" y="14"/>
                        <a:pt x="90" y="14"/>
                        <a:pt x="90" y="14"/>
                      </a:cubicBezTo>
                      <a:cubicBezTo>
                        <a:pt x="90" y="14"/>
                        <a:pt x="91" y="14"/>
                        <a:pt x="92" y="14"/>
                      </a:cubicBezTo>
                      <a:cubicBezTo>
                        <a:pt x="93" y="14"/>
                        <a:pt x="94" y="14"/>
                        <a:pt x="94" y="13"/>
                      </a:cubicBezTo>
                      <a:cubicBezTo>
                        <a:pt x="94" y="13"/>
                        <a:pt x="95" y="13"/>
                        <a:pt x="95" y="13"/>
                      </a:cubicBezTo>
                      <a:cubicBezTo>
                        <a:pt x="94" y="12"/>
                        <a:pt x="94" y="12"/>
                        <a:pt x="94" y="12"/>
                      </a:cubicBezTo>
                      <a:cubicBezTo>
                        <a:pt x="94" y="12"/>
                        <a:pt x="95" y="11"/>
                        <a:pt x="95" y="11"/>
                      </a:cubicBezTo>
                      <a:cubicBezTo>
                        <a:pt x="97" y="11"/>
                        <a:pt x="97" y="11"/>
                        <a:pt x="97" y="11"/>
                      </a:cubicBezTo>
                      <a:cubicBezTo>
                        <a:pt x="96" y="9"/>
                        <a:pt x="96" y="9"/>
                        <a:pt x="96" y="9"/>
                      </a:cubicBezTo>
                      <a:cubicBezTo>
                        <a:pt x="96" y="9"/>
                        <a:pt x="93" y="9"/>
                        <a:pt x="92" y="9"/>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8" name="Group 877">
                  <a:extLst>
                    <a:ext uri="{FF2B5EF4-FFF2-40B4-BE49-F238E27FC236}">
                      <a16:creationId xmlns:a16="http://schemas.microsoft.com/office/drawing/2014/main" id="{CA3CF275-ED2B-4E9D-1FD7-AEAA590283A6}"/>
                    </a:ext>
                  </a:extLst>
                </p:cNvPr>
                <p:cNvGrpSpPr/>
                <p:nvPr/>
              </p:nvGrpSpPr>
              <p:grpSpPr>
                <a:xfrm>
                  <a:off x="6283325" y="3584575"/>
                  <a:ext cx="511175" cy="444500"/>
                  <a:chOff x="6283325" y="3584575"/>
                  <a:chExt cx="511175" cy="444500"/>
                </a:xfrm>
                <a:grpFill/>
              </p:grpSpPr>
              <p:sp>
                <p:nvSpPr>
                  <p:cNvPr id="879" name="Freeform 854">
                    <a:extLst>
                      <a:ext uri="{FF2B5EF4-FFF2-40B4-BE49-F238E27FC236}">
                        <a16:creationId xmlns:a16="http://schemas.microsoft.com/office/drawing/2014/main" id="{1767DF8E-0606-E3C3-3B03-C95FCA5B4786}"/>
                      </a:ext>
                    </a:extLst>
                  </p:cNvPr>
                  <p:cNvSpPr>
                    <a:spLocks/>
                  </p:cNvSpPr>
                  <p:nvPr/>
                </p:nvSpPr>
                <p:spPr bwMode="auto">
                  <a:xfrm>
                    <a:off x="6362700" y="3887788"/>
                    <a:ext cx="120650" cy="138113"/>
                  </a:xfrm>
                  <a:custGeom>
                    <a:avLst/>
                    <a:gdLst>
                      <a:gd name="T0" fmla="*/ 12 w 29"/>
                      <a:gd name="T1" fmla="*/ 28 h 33"/>
                      <a:gd name="T2" fmla="*/ 15 w 29"/>
                      <a:gd name="T3" fmla="*/ 28 h 33"/>
                      <a:gd name="T4" fmla="*/ 17 w 29"/>
                      <a:gd name="T5" fmla="*/ 27 h 33"/>
                      <a:gd name="T6" fmla="*/ 18 w 29"/>
                      <a:gd name="T7" fmla="*/ 25 h 33"/>
                      <a:gd name="T8" fmla="*/ 21 w 29"/>
                      <a:gd name="T9" fmla="*/ 23 h 33"/>
                      <a:gd name="T10" fmla="*/ 14 w 29"/>
                      <a:gd name="T11" fmla="*/ 15 h 33"/>
                      <a:gd name="T12" fmla="*/ 23 w 29"/>
                      <a:gd name="T13" fmla="*/ 13 h 33"/>
                      <a:gd name="T14" fmla="*/ 27 w 29"/>
                      <a:gd name="T15" fmla="*/ 12 h 33"/>
                      <a:gd name="T16" fmla="*/ 29 w 29"/>
                      <a:gd name="T17" fmla="*/ 10 h 33"/>
                      <a:gd name="T18" fmla="*/ 29 w 29"/>
                      <a:gd name="T19" fmla="*/ 9 h 33"/>
                      <a:gd name="T20" fmla="*/ 28 w 29"/>
                      <a:gd name="T21" fmla="*/ 9 h 33"/>
                      <a:gd name="T22" fmla="*/ 28 w 29"/>
                      <a:gd name="T23" fmla="*/ 8 h 33"/>
                      <a:gd name="T24" fmla="*/ 28 w 29"/>
                      <a:gd name="T25" fmla="*/ 7 h 33"/>
                      <a:gd name="T26" fmla="*/ 28 w 29"/>
                      <a:gd name="T27" fmla="*/ 5 h 33"/>
                      <a:gd name="T28" fmla="*/ 27 w 29"/>
                      <a:gd name="T29" fmla="*/ 4 h 33"/>
                      <a:gd name="T30" fmla="*/ 27 w 29"/>
                      <a:gd name="T31" fmla="*/ 2 h 33"/>
                      <a:gd name="T32" fmla="*/ 26 w 29"/>
                      <a:gd name="T33" fmla="*/ 0 h 33"/>
                      <a:gd name="T34" fmla="*/ 26 w 29"/>
                      <a:gd name="T35" fmla="*/ 1 h 33"/>
                      <a:gd name="T36" fmla="*/ 13 w 29"/>
                      <a:gd name="T37" fmla="*/ 9 h 33"/>
                      <a:gd name="T38" fmla="*/ 8 w 29"/>
                      <a:gd name="T39" fmla="*/ 8 h 33"/>
                      <a:gd name="T40" fmla="*/ 6 w 29"/>
                      <a:gd name="T41" fmla="*/ 5 h 33"/>
                      <a:gd name="T42" fmla="*/ 5 w 29"/>
                      <a:gd name="T43" fmla="*/ 6 h 33"/>
                      <a:gd name="T44" fmla="*/ 5 w 29"/>
                      <a:gd name="T45" fmla="*/ 7 h 33"/>
                      <a:gd name="T46" fmla="*/ 4 w 29"/>
                      <a:gd name="T47" fmla="*/ 16 h 33"/>
                      <a:gd name="T48" fmla="*/ 0 w 29"/>
                      <a:gd name="T49" fmla="*/ 32 h 33"/>
                      <a:gd name="T50" fmla="*/ 8 w 29"/>
                      <a:gd name="T51" fmla="*/ 33 h 33"/>
                      <a:gd name="T52" fmla="*/ 12 w 29"/>
                      <a:gd name="T53" fmla="*/ 2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 h="33">
                        <a:moveTo>
                          <a:pt x="12" y="28"/>
                        </a:moveTo>
                        <a:cubicBezTo>
                          <a:pt x="15" y="28"/>
                          <a:pt x="15" y="28"/>
                          <a:pt x="15" y="28"/>
                        </a:cubicBezTo>
                        <a:cubicBezTo>
                          <a:pt x="17" y="27"/>
                          <a:pt x="17" y="27"/>
                          <a:pt x="17" y="27"/>
                        </a:cubicBezTo>
                        <a:cubicBezTo>
                          <a:pt x="18" y="25"/>
                          <a:pt x="18" y="25"/>
                          <a:pt x="18" y="25"/>
                        </a:cubicBezTo>
                        <a:cubicBezTo>
                          <a:pt x="21" y="23"/>
                          <a:pt x="21" y="23"/>
                          <a:pt x="21" y="23"/>
                        </a:cubicBezTo>
                        <a:cubicBezTo>
                          <a:pt x="14" y="15"/>
                          <a:pt x="14" y="15"/>
                          <a:pt x="14" y="15"/>
                        </a:cubicBezTo>
                        <a:cubicBezTo>
                          <a:pt x="14" y="15"/>
                          <a:pt x="22" y="13"/>
                          <a:pt x="23" y="13"/>
                        </a:cubicBezTo>
                        <a:cubicBezTo>
                          <a:pt x="23" y="13"/>
                          <a:pt x="27" y="12"/>
                          <a:pt x="27" y="12"/>
                        </a:cubicBezTo>
                        <a:cubicBezTo>
                          <a:pt x="29" y="10"/>
                          <a:pt x="29" y="10"/>
                          <a:pt x="29" y="10"/>
                        </a:cubicBezTo>
                        <a:cubicBezTo>
                          <a:pt x="29" y="10"/>
                          <a:pt x="29" y="9"/>
                          <a:pt x="29" y="9"/>
                        </a:cubicBezTo>
                        <a:cubicBezTo>
                          <a:pt x="29" y="9"/>
                          <a:pt x="28" y="9"/>
                          <a:pt x="28" y="9"/>
                        </a:cubicBezTo>
                        <a:cubicBezTo>
                          <a:pt x="28" y="9"/>
                          <a:pt x="27" y="8"/>
                          <a:pt x="28" y="8"/>
                        </a:cubicBezTo>
                        <a:cubicBezTo>
                          <a:pt x="28" y="8"/>
                          <a:pt x="28" y="7"/>
                          <a:pt x="28" y="7"/>
                        </a:cubicBezTo>
                        <a:cubicBezTo>
                          <a:pt x="28" y="7"/>
                          <a:pt x="28" y="6"/>
                          <a:pt x="28" y="5"/>
                        </a:cubicBezTo>
                        <a:cubicBezTo>
                          <a:pt x="28" y="5"/>
                          <a:pt x="27" y="4"/>
                          <a:pt x="27" y="4"/>
                        </a:cubicBezTo>
                        <a:cubicBezTo>
                          <a:pt x="27" y="4"/>
                          <a:pt x="27" y="2"/>
                          <a:pt x="27" y="2"/>
                        </a:cubicBezTo>
                        <a:cubicBezTo>
                          <a:pt x="27" y="2"/>
                          <a:pt x="26" y="1"/>
                          <a:pt x="26" y="0"/>
                        </a:cubicBezTo>
                        <a:cubicBezTo>
                          <a:pt x="26" y="1"/>
                          <a:pt x="26" y="1"/>
                          <a:pt x="26" y="1"/>
                        </a:cubicBezTo>
                        <a:cubicBezTo>
                          <a:pt x="13" y="9"/>
                          <a:pt x="13" y="9"/>
                          <a:pt x="13" y="9"/>
                        </a:cubicBezTo>
                        <a:cubicBezTo>
                          <a:pt x="8" y="8"/>
                          <a:pt x="8" y="8"/>
                          <a:pt x="8" y="8"/>
                        </a:cubicBezTo>
                        <a:cubicBezTo>
                          <a:pt x="6" y="5"/>
                          <a:pt x="6" y="5"/>
                          <a:pt x="6" y="5"/>
                        </a:cubicBezTo>
                        <a:cubicBezTo>
                          <a:pt x="5" y="6"/>
                          <a:pt x="5" y="6"/>
                          <a:pt x="5" y="6"/>
                        </a:cubicBezTo>
                        <a:cubicBezTo>
                          <a:pt x="5" y="7"/>
                          <a:pt x="5" y="7"/>
                          <a:pt x="5" y="7"/>
                        </a:cubicBezTo>
                        <a:cubicBezTo>
                          <a:pt x="4" y="16"/>
                          <a:pt x="4" y="16"/>
                          <a:pt x="4" y="16"/>
                        </a:cubicBezTo>
                        <a:cubicBezTo>
                          <a:pt x="0" y="32"/>
                          <a:pt x="0" y="32"/>
                          <a:pt x="0" y="32"/>
                        </a:cubicBezTo>
                        <a:cubicBezTo>
                          <a:pt x="8" y="33"/>
                          <a:pt x="8" y="33"/>
                          <a:pt x="8" y="33"/>
                        </a:cubicBezTo>
                        <a:lnTo>
                          <a:pt x="12" y="28"/>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0" name="Freeform 859">
                    <a:extLst>
                      <a:ext uri="{FF2B5EF4-FFF2-40B4-BE49-F238E27FC236}">
                        <a16:creationId xmlns:a16="http://schemas.microsoft.com/office/drawing/2014/main" id="{96AC8271-1476-A957-B642-2051AF477AFF}"/>
                      </a:ext>
                    </a:extLst>
                  </p:cNvPr>
                  <p:cNvSpPr>
                    <a:spLocks/>
                  </p:cNvSpPr>
                  <p:nvPr/>
                </p:nvSpPr>
                <p:spPr bwMode="auto">
                  <a:xfrm>
                    <a:off x="6342063" y="3895725"/>
                    <a:ext cx="41275" cy="125413"/>
                  </a:xfrm>
                  <a:custGeom>
                    <a:avLst/>
                    <a:gdLst>
                      <a:gd name="T0" fmla="*/ 7 w 10"/>
                      <a:gd name="T1" fmla="*/ 0 h 30"/>
                      <a:gd name="T2" fmla="*/ 4 w 10"/>
                      <a:gd name="T3" fmla="*/ 7 h 30"/>
                      <a:gd name="T4" fmla="*/ 2 w 10"/>
                      <a:gd name="T5" fmla="*/ 13 h 30"/>
                      <a:gd name="T6" fmla="*/ 0 w 10"/>
                      <a:gd name="T7" fmla="*/ 15 h 30"/>
                      <a:gd name="T8" fmla="*/ 5 w 10"/>
                      <a:gd name="T9" fmla="*/ 30 h 30"/>
                      <a:gd name="T10" fmla="*/ 9 w 10"/>
                      <a:gd name="T11" fmla="*/ 14 h 30"/>
                      <a:gd name="T12" fmla="*/ 10 w 10"/>
                      <a:gd name="T13" fmla="*/ 5 h 30"/>
                      <a:gd name="T14" fmla="*/ 10 w 10"/>
                      <a:gd name="T15" fmla="*/ 4 h 30"/>
                      <a:gd name="T16" fmla="*/ 9 w 10"/>
                      <a:gd name="T17" fmla="*/ 0 h 30"/>
                      <a:gd name="T18" fmla="*/ 7 w 10"/>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30">
                        <a:moveTo>
                          <a:pt x="7" y="0"/>
                        </a:moveTo>
                        <a:cubicBezTo>
                          <a:pt x="6" y="3"/>
                          <a:pt x="5" y="5"/>
                          <a:pt x="4" y="7"/>
                        </a:cubicBezTo>
                        <a:cubicBezTo>
                          <a:pt x="4" y="9"/>
                          <a:pt x="3" y="11"/>
                          <a:pt x="2" y="13"/>
                        </a:cubicBezTo>
                        <a:cubicBezTo>
                          <a:pt x="2" y="14"/>
                          <a:pt x="0" y="15"/>
                          <a:pt x="0" y="15"/>
                        </a:cubicBezTo>
                        <a:cubicBezTo>
                          <a:pt x="5" y="30"/>
                          <a:pt x="5" y="30"/>
                          <a:pt x="5" y="30"/>
                        </a:cubicBezTo>
                        <a:cubicBezTo>
                          <a:pt x="9" y="14"/>
                          <a:pt x="9" y="14"/>
                          <a:pt x="9" y="14"/>
                        </a:cubicBezTo>
                        <a:cubicBezTo>
                          <a:pt x="10" y="5"/>
                          <a:pt x="10" y="5"/>
                          <a:pt x="10" y="5"/>
                        </a:cubicBezTo>
                        <a:cubicBezTo>
                          <a:pt x="10" y="4"/>
                          <a:pt x="10" y="4"/>
                          <a:pt x="10" y="4"/>
                        </a:cubicBezTo>
                        <a:cubicBezTo>
                          <a:pt x="9" y="0"/>
                          <a:pt x="9" y="0"/>
                          <a:pt x="9" y="0"/>
                        </a:cubicBezTo>
                        <a:lnTo>
                          <a:pt x="7" y="0"/>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1" name="Freeform 860">
                    <a:extLst>
                      <a:ext uri="{FF2B5EF4-FFF2-40B4-BE49-F238E27FC236}">
                        <a16:creationId xmlns:a16="http://schemas.microsoft.com/office/drawing/2014/main" id="{7641DF41-D838-6C17-5939-7E0E76B3D377}"/>
                      </a:ext>
                    </a:extLst>
                  </p:cNvPr>
                  <p:cNvSpPr>
                    <a:spLocks/>
                  </p:cNvSpPr>
                  <p:nvPr/>
                </p:nvSpPr>
                <p:spPr bwMode="auto">
                  <a:xfrm>
                    <a:off x="6470650" y="3746500"/>
                    <a:ext cx="274637" cy="282575"/>
                  </a:xfrm>
                  <a:custGeom>
                    <a:avLst/>
                    <a:gdLst>
                      <a:gd name="T0" fmla="*/ 40 w 66"/>
                      <a:gd name="T1" fmla="*/ 67 h 68"/>
                      <a:gd name="T2" fmla="*/ 57 w 66"/>
                      <a:gd name="T3" fmla="*/ 61 h 68"/>
                      <a:gd name="T4" fmla="*/ 64 w 66"/>
                      <a:gd name="T5" fmla="*/ 60 h 68"/>
                      <a:gd name="T6" fmla="*/ 66 w 66"/>
                      <a:gd name="T7" fmla="*/ 61 h 68"/>
                      <a:gd name="T8" fmla="*/ 63 w 66"/>
                      <a:gd name="T9" fmla="*/ 54 h 68"/>
                      <a:gd name="T10" fmla="*/ 61 w 66"/>
                      <a:gd name="T11" fmla="*/ 51 h 68"/>
                      <a:gd name="T12" fmla="*/ 60 w 66"/>
                      <a:gd name="T13" fmla="*/ 44 h 68"/>
                      <a:gd name="T14" fmla="*/ 56 w 66"/>
                      <a:gd name="T15" fmla="*/ 41 h 68"/>
                      <a:gd name="T16" fmla="*/ 49 w 66"/>
                      <a:gd name="T17" fmla="*/ 37 h 68"/>
                      <a:gd name="T18" fmla="*/ 49 w 66"/>
                      <a:gd name="T19" fmla="*/ 33 h 68"/>
                      <a:gd name="T20" fmla="*/ 48 w 66"/>
                      <a:gd name="T21" fmla="*/ 32 h 68"/>
                      <a:gd name="T22" fmla="*/ 45 w 66"/>
                      <a:gd name="T23" fmla="*/ 30 h 68"/>
                      <a:gd name="T24" fmla="*/ 46 w 66"/>
                      <a:gd name="T25" fmla="*/ 27 h 68"/>
                      <a:gd name="T26" fmla="*/ 45 w 66"/>
                      <a:gd name="T27" fmla="*/ 25 h 68"/>
                      <a:gd name="T28" fmla="*/ 47 w 66"/>
                      <a:gd name="T29" fmla="*/ 22 h 68"/>
                      <a:gd name="T30" fmla="*/ 48 w 66"/>
                      <a:gd name="T31" fmla="*/ 20 h 68"/>
                      <a:gd name="T32" fmla="*/ 50 w 66"/>
                      <a:gd name="T33" fmla="*/ 18 h 68"/>
                      <a:gd name="T34" fmla="*/ 49 w 66"/>
                      <a:gd name="T35" fmla="*/ 16 h 68"/>
                      <a:gd name="T36" fmla="*/ 48 w 66"/>
                      <a:gd name="T37" fmla="*/ 14 h 68"/>
                      <a:gd name="T38" fmla="*/ 45 w 66"/>
                      <a:gd name="T39" fmla="*/ 13 h 68"/>
                      <a:gd name="T40" fmla="*/ 43 w 66"/>
                      <a:gd name="T41" fmla="*/ 9 h 68"/>
                      <a:gd name="T42" fmla="*/ 41 w 66"/>
                      <a:gd name="T43" fmla="*/ 6 h 68"/>
                      <a:gd name="T44" fmla="*/ 41 w 66"/>
                      <a:gd name="T45" fmla="*/ 3 h 68"/>
                      <a:gd name="T46" fmla="*/ 38 w 66"/>
                      <a:gd name="T47" fmla="*/ 2 h 68"/>
                      <a:gd name="T48" fmla="*/ 36 w 66"/>
                      <a:gd name="T49" fmla="*/ 4 h 68"/>
                      <a:gd name="T50" fmla="*/ 35 w 66"/>
                      <a:gd name="T51" fmla="*/ 1 h 68"/>
                      <a:gd name="T52" fmla="*/ 31 w 66"/>
                      <a:gd name="T53" fmla="*/ 1 h 68"/>
                      <a:gd name="T54" fmla="*/ 27 w 66"/>
                      <a:gd name="T55" fmla="*/ 1 h 68"/>
                      <a:gd name="T56" fmla="*/ 24 w 66"/>
                      <a:gd name="T57" fmla="*/ 2 h 68"/>
                      <a:gd name="T58" fmla="*/ 23 w 66"/>
                      <a:gd name="T59" fmla="*/ 5 h 68"/>
                      <a:gd name="T60" fmla="*/ 17 w 66"/>
                      <a:gd name="T61" fmla="*/ 9 h 68"/>
                      <a:gd name="T62" fmla="*/ 17 w 66"/>
                      <a:gd name="T63" fmla="*/ 18 h 68"/>
                      <a:gd name="T64" fmla="*/ 0 w 66"/>
                      <a:gd name="T65" fmla="*/ 34 h 68"/>
                      <a:gd name="T66" fmla="*/ 1 w 66"/>
                      <a:gd name="T67" fmla="*/ 38 h 68"/>
                      <a:gd name="T68" fmla="*/ 2 w 66"/>
                      <a:gd name="T69" fmla="*/ 41 h 68"/>
                      <a:gd name="T70" fmla="*/ 2 w 66"/>
                      <a:gd name="T71" fmla="*/ 43 h 68"/>
                      <a:gd name="T72" fmla="*/ 3 w 66"/>
                      <a:gd name="T73" fmla="*/ 44 h 68"/>
                      <a:gd name="T74" fmla="*/ 21 w 66"/>
                      <a:gd name="T75" fmla="*/ 5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 h="68">
                        <a:moveTo>
                          <a:pt x="21" y="52"/>
                        </a:moveTo>
                        <a:cubicBezTo>
                          <a:pt x="40" y="67"/>
                          <a:pt x="40" y="67"/>
                          <a:pt x="40" y="67"/>
                        </a:cubicBezTo>
                        <a:cubicBezTo>
                          <a:pt x="53" y="68"/>
                          <a:pt x="53" y="68"/>
                          <a:pt x="53" y="68"/>
                        </a:cubicBezTo>
                        <a:cubicBezTo>
                          <a:pt x="53" y="68"/>
                          <a:pt x="57" y="61"/>
                          <a:pt x="57" y="61"/>
                        </a:cubicBezTo>
                        <a:cubicBezTo>
                          <a:pt x="64" y="61"/>
                          <a:pt x="64" y="61"/>
                          <a:pt x="64" y="61"/>
                        </a:cubicBezTo>
                        <a:cubicBezTo>
                          <a:pt x="64" y="61"/>
                          <a:pt x="64" y="60"/>
                          <a:pt x="64" y="60"/>
                        </a:cubicBezTo>
                        <a:cubicBezTo>
                          <a:pt x="64" y="60"/>
                          <a:pt x="64" y="60"/>
                          <a:pt x="65" y="60"/>
                        </a:cubicBezTo>
                        <a:cubicBezTo>
                          <a:pt x="66" y="61"/>
                          <a:pt x="66" y="61"/>
                          <a:pt x="66" y="61"/>
                        </a:cubicBezTo>
                        <a:cubicBezTo>
                          <a:pt x="66" y="61"/>
                          <a:pt x="63" y="58"/>
                          <a:pt x="63" y="57"/>
                        </a:cubicBezTo>
                        <a:cubicBezTo>
                          <a:pt x="63" y="57"/>
                          <a:pt x="63" y="54"/>
                          <a:pt x="63" y="54"/>
                        </a:cubicBezTo>
                        <a:cubicBezTo>
                          <a:pt x="62" y="54"/>
                          <a:pt x="61" y="53"/>
                          <a:pt x="61" y="53"/>
                        </a:cubicBezTo>
                        <a:cubicBezTo>
                          <a:pt x="61" y="53"/>
                          <a:pt x="61" y="51"/>
                          <a:pt x="61" y="51"/>
                        </a:cubicBezTo>
                        <a:cubicBezTo>
                          <a:pt x="61" y="51"/>
                          <a:pt x="61" y="47"/>
                          <a:pt x="61" y="47"/>
                        </a:cubicBezTo>
                        <a:cubicBezTo>
                          <a:pt x="61" y="47"/>
                          <a:pt x="60" y="44"/>
                          <a:pt x="60" y="44"/>
                        </a:cubicBezTo>
                        <a:cubicBezTo>
                          <a:pt x="59" y="44"/>
                          <a:pt x="59" y="42"/>
                          <a:pt x="59" y="42"/>
                        </a:cubicBezTo>
                        <a:cubicBezTo>
                          <a:pt x="56" y="41"/>
                          <a:pt x="56" y="41"/>
                          <a:pt x="56" y="41"/>
                        </a:cubicBezTo>
                        <a:cubicBezTo>
                          <a:pt x="53" y="38"/>
                          <a:pt x="53" y="38"/>
                          <a:pt x="53" y="38"/>
                        </a:cubicBezTo>
                        <a:cubicBezTo>
                          <a:pt x="53" y="38"/>
                          <a:pt x="49" y="37"/>
                          <a:pt x="49" y="37"/>
                        </a:cubicBezTo>
                        <a:cubicBezTo>
                          <a:pt x="49" y="37"/>
                          <a:pt x="50" y="35"/>
                          <a:pt x="50" y="35"/>
                        </a:cubicBezTo>
                        <a:cubicBezTo>
                          <a:pt x="49" y="33"/>
                          <a:pt x="49" y="33"/>
                          <a:pt x="49" y="33"/>
                        </a:cubicBezTo>
                        <a:cubicBezTo>
                          <a:pt x="48" y="33"/>
                          <a:pt x="48" y="33"/>
                          <a:pt x="48" y="33"/>
                        </a:cubicBezTo>
                        <a:cubicBezTo>
                          <a:pt x="48" y="33"/>
                          <a:pt x="48" y="32"/>
                          <a:pt x="48" y="32"/>
                        </a:cubicBezTo>
                        <a:cubicBezTo>
                          <a:pt x="48" y="32"/>
                          <a:pt x="46" y="32"/>
                          <a:pt x="46" y="31"/>
                        </a:cubicBezTo>
                        <a:cubicBezTo>
                          <a:pt x="46" y="31"/>
                          <a:pt x="45" y="30"/>
                          <a:pt x="45" y="30"/>
                        </a:cubicBezTo>
                        <a:cubicBezTo>
                          <a:pt x="45" y="30"/>
                          <a:pt x="45" y="29"/>
                          <a:pt x="45" y="29"/>
                        </a:cubicBezTo>
                        <a:cubicBezTo>
                          <a:pt x="45" y="28"/>
                          <a:pt x="46" y="27"/>
                          <a:pt x="46" y="27"/>
                        </a:cubicBezTo>
                        <a:cubicBezTo>
                          <a:pt x="46" y="27"/>
                          <a:pt x="45" y="25"/>
                          <a:pt x="45" y="25"/>
                        </a:cubicBezTo>
                        <a:cubicBezTo>
                          <a:pt x="45" y="25"/>
                          <a:pt x="45" y="25"/>
                          <a:pt x="45" y="25"/>
                        </a:cubicBezTo>
                        <a:cubicBezTo>
                          <a:pt x="47" y="24"/>
                          <a:pt x="47" y="24"/>
                          <a:pt x="47" y="24"/>
                        </a:cubicBezTo>
                        <a:cubicBezTo>
                          <a:pt x="47" y="22"/>
                          <a:pt x="47" y="22"/>
                          <a:pt x="47" y="22"/>
                        </a:cubicBezTo>
                        <a:cubicBezTo>
                          <a:pt x="47" y="22"/>
                          <a:pt x="48" y="22"/>
                          <a:pt x="48" y="22"/>
                        </a:cubicBezTo>
                        <a:cubicBezTo>
                          <a:pt x="48" y="22"/>
                          <a:pt x="48" y="20"/>
                          <a:pt x="48" y="20"/>
                        </a:cubicBezTo>
                        <a:cubicBezTo>
                          <a:pt x="50" y="20"/>
                          <a:pt x="50" y="20"/>
                          <a:pt x="50" y="20"/>
                        </a:cubicBezTo>
                        <a:cubicBezTo>
                          <a:pt x="50" y="18"/>
                          <a:pt x="50" y="18"/>
                          <a:pt x="50" y="18"/>
                        </a:cubicBezTo>
                        <a:cubicBezTo>
                          <a:pt x="49" y="17"/>
                          <a:pt x="49" y="17"/>
                          <a:pt x="49" y="17"/>
                        </a:cubicBezTo>
                        <a:cubicBezTo>
                          <a:pt x="49" y="16"/>
                          <a:pt x="49" y="16"/>
                          <a:pt x="49" y="16"/>
                        </a:cubicBezTo>
                        <a:cubicBezTo>
                          <a:pt x="51" y="14"/>
                          <a:pt x="51" y="14"/>
                          <a:pt x="51" y="14"/>
                        </a:cubicBezTo>
                        <a:cubicBezTo>
                          <a:pt x="48" y="14"/>
                          <a:pt x="48" y="14"/>
                          <a:pt x="48" y="14"/>
                        </a:cubicBezTo>
                        <a:cubicBezTo>
                          <a:pt x="46" y="13"/>
                          <a:pt x="46" y="13"/>
                          <a:pt x="46" y="13"/>
                        </a:cubicBezTo>
                        <a:cubicBezTo>
                          <a:pt x="46" y="13"/>
                          <a:pt x="45" y="13"/>
                          <a:pt x="45" y="13"/>
                        </a:cubicBezTo>
                        <a:cubicBezTo>
                          <a:pt x="45" y="12"/>
                          <a:pt x="44" y="10"/>
                          <a:pt x="44" y="9"/>
                        </a:cubicBezTo>
                        <a:cubicBezTo>
                          <a:pt x="44" y="9"/>
                          <a:pt x="43" y="9"/>
                          <a:pt x="43" y="9"/>
                        </a:cubicBezTo>
                        <a:cubicBezTo>
                          <a:pt x="43" y="9"/>
                          <a:pt x="42" y="8"/>
                          <a:pt x="42" y="7"/>
                        </a:cubicBezTo>
                        <a:cubicBezTo>
                          <a:pt x="42" y="7"/>
                          <a:pt x="41" y="6"/>
                          <a:pt x="41" y="6"/>
                        </a:cubicBezTo>
                        <a:cubicBezTo>
                          <a:pt x="42" y="5"/>
                          <a:pt x="42" y="5"/>
                          <a:pt x="42" y="5"/>
                        </a:cubicBezTo>
                        <a:cubicBezTo>
                          <a:pt x="41" y="3"/>
                          <a:pt x="41" y="3"/>
                          <a:pt x="41" y="3"/>
                        </a:cubicBezTo>
                        <a:cubicBezTo>
                          <a:pt x="39" y="2"/>
                          <a:pt x="39" y="2"/>
                          <a:pt x="39" y="2"/>
                        </a:cubicBezTo>
                        <a:cubicBezTo>
                          <a:pt x="39" y="3"/>
                          <a:pt x="39" y="2"/>
                          <a:pt x="38" y="2"/>
                        </a:cubicBezTo>
                        <a:cubicBezTo>
                          <a:pt x="38" y="2"/>
                          <a:pt x="37" y="3"/>
                          <a:pt x="37" y="3"/>
                        </a:cubicBezTo>
                        <a:cubicBezTo>
                          <a:pt x="37" y="3"/>
                          <a:pt x="37" y="4"/>
                          <a:pt x="36" y="4"/>
                        </a:cubicBezTo>
                        <a:cubicBezTo>
                          <a:pt x="36" y="3"/>
                          <a:pt x="36" y="3"/>
                          <a:pt x="36" y="3"/>
                        </a:cubicBezTo>
                        <a:cubicBezTo>
                          <a:pt x="36" y="2"/>
                          <a:pt x="36" y="1"/>
                          <a:pt x="35" y="1"/>
                        </a:cubicBezTo>
                        <a:cubicBezTo>
                          <a:pt x="34" y="1"/>
                          <a:pt x="34" y="2"/>
                          <a:pt x="33" y="2"/>
                        </a:cubicBezTo>
                        <a:cubicBezTo>
                          <a:pt x="32" y="2"/>
                          <a:pt x="32" y="1"/>
                          <a:pt x="31" y="1"/>
                        </a:cubicBezTo>
                        <a:cubicBezTo>
                          <a:pt x="31" y="1"/>
                          <a:pt x="30" y="1"/>
                          <a:pt x="30" y="1"/>
                        </a:cubicBezTo>
                        <a:cubicBezTo>
                          <a:pt x="29" y="1"/>
                          <a:pt x="28" y="0"/>
                          <a:pt x="27" y="1"/>
                        </a:cubicBezTo>
                        <a:cubicBezTo>
                          <a:pt x="26" y="1"/>
                          <a:pt x="26" y="2"/>
                          <a:pt x="25" y="2"/>
                        </a:cubicBezTo>
                        <a:cubicBezTo>
                          <a:pt x="25" y="2"/>
                          <a:pt x="24" y="2"/>
                          <a:pt x="24" y="2"/>
                        </a:cubicBezTo>
                        <a:cubicBezTo>
                          <a:pt x="24" y="3"/>
                          <a:pt x="24" y="4"/>
                          <a:pt x="24" y="4"/>
                        </a:cubicBezTo>
                        <a:cubicBezTo>
                          <a:pt x="24" y="4"/>
                          <a:pt x="23" y="5"/>
                          <a:pt x="23" y="5"/>
                        </a:cubicBezTo>
                        <a:cubicBezTo>
                          <a:pt x="20" y="8"/>
                          <a:pt x="20" y="8"/>
                          <a:pt x="20" y="8"/>
                        </a:cubicBezTo>
                        <a:cubicBezTo>
                          <a:pt x="17" y="9"/>
                          <a:pt x="17" y="9"/>
                          <a:pt x="17" y="9"/>
                        </a:cubicBezTo>
                        <a:cubicBezTo>
                          <a:pt x="17" y="9"/>
                          <a:pt x="18" y="14"/>
                          <a:pt x="18" y="15"/>
                        </a:cubicBezTo>
                        <a:cubicBezTo>
                          <a:pt x="18" y="15"/>
                          <a:pt x="17" y="18"/>
                          <a:pt x="17" y="18"/>
                        </a:cubicBezTo>
                        <a:cubicBezTo>
                          <a:pt x="17" y="18"/>
                          <a:pt x="16" y="25"/>
                          <a:pt x="16" y="25"/>
                        </a:cubicBezTo>
                        <a:cubicBezTo>
                          <a:pt x="0" y="34"/>
                          <a:pt x="0" y="34"/>
                          <a:pt x="0" y="34"/>
                        </a:cubicBezTo>
                        <a:cubicBezTo>
                          <a:pt x="0" y="35"/>
                          <a:pt x="1" y="36"/>
                          <a:pt x="1" y="36"/>
                        </a:cubicBezTo>
                        <a:cubicBezTo>
                          <a:pt x="1" y="36"/>
                          <a:pt x="1" y="38"/>
                          <a:pt x="1" y="38"/>
                        </a:cubicBezTo>
                        <a:cubicBezTo>
                          <a:pt x="1" y="38"/>
                          <a:pt x="2" y="39"/>
                          <a:pt x="2" y="39"/>
                        </a:cubicBezTo>
                        <a:cubicBezTo>
                          <a:pt x="2" y="40"/>
                          <a:pt x="2" y="41"/>
                          <a:pt x="2" y="41"/>
                        </a:cubicBezTo>
                        <a:cubicBezTo>
                          <a:pt x="2" y="41"/>
                          <a:pt x="2" y="42"/>
                          <a:pt x="2" y="42"/>
                        </a:cubicBezTo>
                        <a:cubicBezTo>
                          <a:pt x="1" y="42"/>
                          <a:pt x="2" y="43"/>
                          <a:pt x="2" y="43"/>
                        </a:cubicBezTo>
                        <a:cubicBezTo>
                          <a:pt x="2" y="43"/>
                          <a:pt x="3" y="43"/>
                          <a:pt x="3" y="43"/>
                        </a:cubicBezTo>
                        <a:cubicBezTo>
                          <a:pt x="3" y="43"/>
                          <a:pt x="3" y="44"/>
                          <a:pt x="3" y="44"/>
                        </a:cubicBezTo>
                        <a:cubicBezTo>
                          <a:pt x="10" y="45"/>
                          <a:pt x="10" y="45"/>
                          <a:pt x="10" y="45"/>
                        </a:cubicBezTo>
                        <a:lnTo>
                          <a:pt x="21" y="52"/>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2" name="Freeform 833">
                    <a:extLst>
                      <a:ext uri="{FF2B5EF4-FFF2-40B4-BE49-F238E27FC236}">
                        <a16:creationId xmlns:a16="http://schemas.microsoft.com/office/drawing/2014/main" id="{596DA812-0A1B-F55D-DFF0-8BD00CFA4327}"/>
                      </a:ext>
                    </a:extLst>
                  </p:cNvPr>
                  <p:cNvSpPr>
                    <a:spLocks/>
                  </p:cNvSpPr>
                  <p:nvPr/>
                </p:nvSpPr>
                <p:spPr bwMode="auto">
                  <a:xfrm>
                    <a:off x="6386513" y="3751263"/>
                    <a:ext cx="184150" cy="174625"/>
                  </a:xfrm>
                  <a:custGeom>
                    <a:avLst/>
                    <a:gdLst>
                      <a:gd name="T0" fmla="*/ 43 w 44"/>
                      <a:gd name="T1" fmla="*/ 1 h 42"/>
                      <a:gd name="T2" fmla="*/ 41 w 44"/>
                      <a:gd name="T3" fmla="*/ 1 h 42"/>
                      <a:gd name="T4" fmla="*/ 39 w 44"/>
                      <a:gd name="T5" fmla="*/ 1 h 42"/>
                      <a:gd name="T6" fmla="*/ 35 w 44"/>
                      <a:gd name="T7" fmla="*/ 2 h 42"/>
                      <a:gd name="T8" fmla="*/ 32 w 44"/>
                      <a:gd name="T9" fmla="*/ 2 h 42"/>
                      <a:gd name="T10" fmla="*/ 26 w 44"/>
                      <a:gd name="T11" fmla="*/ 4 h 42"/>
                      <a:gd name="T12" fmla="*/ 22 w 44"/>
                      <a:gd name="T13" fmla="*/ 5 h 42"/>
                      <a:gd name="T14" fmla="*/ 19 w 44"/>
                      <a:gd name="T15" fmla="*/ 5 h 42"/>
                      <a:gd name="T16" fmla="*/ 16 w 44"/>
                      <a:gd name="T17" fmla="*/ 4 h 42"/>
                      <a:gd name="T18" fmla="*/ 14 w 44"/>
                      <a:gd name="T19" fmla="*/ 4 h 42"/>
                      <a:gd name="T20" fmla="*/ 12 w 44"/>
                      <a:gd name="T21" fmla="*/ 5 h 42"/>
                      <a:gd name="T22" fmla="*/ 11 w 44"/>
                      <a:gd name="T23" fmla="*/ 5 h 42"/>
                      <a:gd name="T24" fmla="*/ 7 w 44"/>
                      <a:gd name="T25" fmla="*/ 5 h 42"/>
                      <a:gd name="T26" fmla="*/ 5 w 44"/>
                      <a:gd name="T27" fmla="*/ 4 h 42"/>
                      <a:gd name="T28" fmla="*/ 5 w 44"/>
                      <a:gd name="T29" fmla="*/ 7 h 42"/>
                      <a:gd name="T30" fmla="*/ 5 w 44"/>
                      <a:gd name="T31" fmla="*/ 8 h 42"/>
                      <a:gd name="T32" fmla="*/ 5 w 44"/>
                      <a:gd name="T33" fmla="*/ 9 h 42"/>
                      <a:gd name="T34" fmla="*/ 3 w 44"/>
                      <a:gd name="T35" fmla="*/ 10 h 42"/>
                      <a:gd name="T36" fmla="*/ 3 w 44"/>
                      <a:gd name="T37" fmla="*/ 11 h 42"/>
                      <a:gd name="T38" fmla="*/ 2 w 44"/>
                      <a:gd name="T39" fmla="*/ 12 h 42"/>
                      <a:gd name="T40" fmla="*/ 1 w 44"/>
                      <a:gd name="T41" fmla="*/ 12 h 42"/>
                      <a:gd name="T42" fmla="*/ 0 w 44"/>
                      <a:gd name="T43" fmla="*/ 13 h 42"/>
                      <a:gd name="T44" fmla="*/ 1 w 44"/>
                      <a:gd name="T45" fmla="*/ 19 h 42"/>
                      <a:gd name="T46" fmla="*/ 1 w 44"/>
                      <a:gd name="T47" fmla="*/ 20 h 42"/>
                      <a:gd name="T48" fmla="*/ 1 w 44"/>
                      <a:gd name="T49" fmla="*/ 21 h 42"/>
                      <a:gd name="T50" fmla="*/ 1 w 44"/>
                      <a:gd name="T51" fmla="*/ 23 h 42"/>
                      <a:gd name="T52" fmla="*/ 4 w 44"/>
                      <a:gd name="T53" fmla="*/ 23 h 42"/>
                      <a:gd name="T54" fmla="*/ 4 w 44"/>
                      <a:gd name="T55" fmla="*/ 24 h 42"/>
                      <a:gd name="T56" fmla="*/ 5 w 44"/>
                      <a:gd name="T57" fmla="*/ 25 h 42"/>
                      <a:gd name="T58" fmla="*/ 6 w 44"/>
                      <a:gd name="T59" fmla="*/ 26 h 42"/>
                      <a:gd name="T60" fmla="*/ 3 w 44"/>
                      <a:gd name="T61" fmla="*/ 28 h 42"/>
                      <a:gd name="T62" fmla="*/ 4 w 44"/>
                      <a:gd name="T63" fmla="*/ 30 h 42"/>
                      <a:gd name="T64" fmla="*/ 3 w 44"/>
                      <a:gd name="T65" fmla="*/ 29 h 42"/>
                      <a:gd name="T66" fmla="*/ 1 w 44"/>
                      <a:gd name="T67" fmla="*/ 31 h 42"/>
                      <a:gd name="T68" fmla="*/ 1 w 44"/>
                      <a:gd name="T69" fmla="*/ 32 h 42"/>
                      <a:gd name="T70" fmla="*/ 0 w 44"/>
                      <a:gd name="T71" fmla="*/ 33 h 42"/>
                      <a:gd name="T72" fmla="*/ 0 w 44"/>
                      <a:gd name="T73" fmla="*/ 34 h 42"/>
                      <a:gd name="T74" fmla="*/ 0 w 44"/>
                      <a:gd name="T75" fmla="*/ 35 h 42"/>
                      <a:gd name="T76" fmla="*/ 0 w 44"/>
                      <a:gd name="T77" fmla="*/ 38 h 42"/>
                      <a:gd name="T78" fmla="*/ 2 w 44"/>
                      <a:gd name="T79" fmla="*/ 41 h 42"/>
                      <a:gd name="T80" fmla="*/ 7 w 44"/>
                      <a:gd name="T81" fmla="*/ 42 h 42"/>
                      <a:gd name="T82" fmla="*/ 20 w 44"/>
                      <a:gd name="T83" fmla="*/ 34 h 42"/>
                      <a:gd name="T84" fmla="*/ 36 w 44"/>
                      <a:gd name="T85" fmla="*/ 24 h 42"/>
                      <a:gd name="T86" fmla="*/ 37 w 44"/>
                      <a:gd name="T87" fmla="*/ 17 h 42"/>
                      <a:gd name="T88" fmla="*/ 38 w 44"/>
                      <a:gd name="T89" fmla="*/ 14 h 42"/>
                      <a:gd name="T90" fmla="*/ 37 w 44"/>
                      <a:gd name="T91" fmla="*/ 8 h 42"/>
                      <a:gd name="T92" fmla="*/ 40 w 44"/>
                      <a:gd name="T93" fmla="*/ 7 h 42"/>
                      <a:gd name="T94" fmla="*/ 43 w 44"/>
                      <a:gd name="T95" fmla="*/ 4 h 42"/>
                      <a:gd name="T96" fmla="*/ 44 w 44"/>
                      <a:gd name="T97" fmla="*/ 3 h 42"/>
                      <a:gd name="T98" fmla="*/ 44 w 44"/>
                      <a:gd name="T99" fmla="*/ 1 h 42"/>
                      <a:gd name="T100" fmla="*/ 43 w 44"/>
                      <a:gd name="T101"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42">
                        <a:moveTo>
                          <a:pt x="43" y="1"/>
                        </a:moveTo>
                        <a:cubicBezTo>
                          <a:pt x="42" y="0"/>
                          <a:pt x="42" y="0"/>
                          <a:pt x="41" y="1"/>
                        </a:cubicBezTo>
                        <a:cubicBezTo>
                          <a:pt x="40" y="1"/>
                          <a:pt x="40" y="1"/>
                          <a:pt x="39" y="1"/>
                        </a:cubicBezTo>
                        <a:cubicBezTo>
                          <a:pt x="37" y="1"/>
                          <a:pt x="36" y="2"/>
                          <a:pt x="35" y="2"/>
                        </a:cubicBezTo>
                        <a:cubicBezTo>
                          <a:pt x="34" y="2"/>
                          <a:pt x="33" y="1"/>
                          <a:pt x="32" y="2"/>
                        </a:cubicBezTo>
                        <a:cubicBezTo>
                          <a:pt x="30" y="2"/>
                          <a:pt x="28" y="4"/>
                          <a:pt x="26" y="4"/>
                        </a:cubicBezTo>
                        <a:cubicBezTo>
                          <a:pt x="25" y="5"/>
                          <a:pt x="24" y="5"/>
                          <a:pt x="22" y="5"/>
                        </a:cubicBezTo>
                        <a:cubicBezTo>
                          <a:pt x="21" y="5"/>
                          <a:pt x="20" y="5"/>
                          <a:pt x="19" y="5"/>
                        </a:cubicBezTo>
                        <a:cubicBezTo>
                          <a:pt x="18" y="5"/>
                          <a:pt x="18" y="4"/>
                          <a:pt x="16" y="4"/>
                        </a:cubicBezTo>
                        <a:cubicBezTo>
                          <a:pt x="16" y="4"/>
                          <a:pt x="14" y="4"/>
                          <a:pt x="14" y="4"/>
                        </a:cubicBezTo>
                        <a:cubicBezTo>
                          <a:pt x="13" y="4"/>
                          <a:pt x="13" y="5"/>
                          <a:pt x="12" y="5"/>
                        </a:cubicBezTo>
                        <a:cubicBezTo>
                          <a:pt x="12" y="5"/>
                          <a:pt x="11" y="5"/>
                          <a:pt x="11" y="5"/>
                        </a:cubicBezTo>
                        <a:cubicBezTo>
                          <a:pt x="10" y="6"/>
                          <a:pt x="8" y="5"/>
                          <a:pt x="7" y="5"/>
                        </a:cubicBezTo>
                        <a:cubicBezTo>
                          <a:pt x="7" y="5"/>
                          <a:pt x="6" y="4"/>
                          <a:pt x="5" y="4"/>
                        </a:cubicBezTo>
                        <a:cubicBezTo>
                          <a:pt x="5" y="4"/>
                          <a:pt x="5" y="6"/>
                          <a:pt x="5" y="7"/>
                        </a:cubicBezTo>
                        <a:cubicBezTo>
                          <a:pt x="5" y="7"/>
                          <a:pt x="4" y="7"/>
                          <a:pt x="5" y="8"/>
                        </a:cubicBezTo>
                        <a:cubicBezTo>
                          <a:pt x="5" y="8"/>
                          <a:pt x="5" y="9"/>
                          <a:pt x="5" y="9"/>
                        </a:cubicBezTo>
                        <a:cubicBezTo>
                          <a:pt x="4" y="10"/>
                          <a:pt x="3" y="9"/>
                          <a:pt x="3" y="10"/>
                        </a:cubicBezTo>
                        <a:cubicBezTo>
                          <a:pt x="3" y="10"/>
                          <a:pt x="3" y="11"/>
                          <a:pt x="3" y="11"/>
                        </a:cubicBezTo>
                        <a:cubicBezTo>
                          <a:pt x="3" y="11"/>
                          <a:pt x="2" y="11"/>
                          <a:pt x="2" y="12"/>
                        </a:cubicBezTo>
                        <a:cubicBezTo>
                          <a:pt x="2" y="12"/>
                          <a:pt x="1" y="12"/>
                          <a:pt x="1" y="12"/>
                        </a:cubicBezTo>
                        <a:cubicBezTo>
                          <a:pt x="0" y="12"/>
                          <a:pt x="0" y="13"/>
                          <a:pt x="0" y="13"/>
                        </a:cubicBezTo>
                        <a:cubicBezTo>
                          <a:pt x="0" y="15"/>
                          <a:pt x="1" y="17"/>
                          <a:pt x="1" y="19"/>
                        </a:cubicBezTo>
                        <a:cubicBezTo>
                          <a:pt x="1" y="19"/>
                          <a:pt x="1" y="20"/>
                          <a:pt x="1" y="20"/>
                        </a:cubicBezTo>
                        <a:cubicBezTo>
                          <a:pt x="1" y="20"/>
                          <a:pt x="1" y="21"/>
                          <a:pt x="1" y="21"/>
                        </a:cubicBezTo>
                        <a:cubicBezTo>
                          <a:pt x="1" y="22"/>
                          <a:pt x="1" y="22"/>
                          <a:pt x="1" y="23"/>
                        </a:cubicBezTo>
                        <a:cubicBezTo>
                          <a:pt x="4" y="23"/>
                          <a:pt x="4" y="23"/>
                          <a:pt x="4" y="23"/>
                        </a:cubicBezTo>
                        <a:cubicBezTo>
                          <a:pt x="4" y="23"/>
                          <a:pt x="4" y="24"/>
                          <a:pt x="4" y="24"/>
                        </a:cubicBezTo>
                        <a:cubicBezTo>
                          <a:pt x="4" y="24"/>
                          <a:pt x="4" y="25"/>
                          <a:pt x="5" y="25"/>
                        </a:cubicBezTo>
                        <a:cubicBezTo>
                          <a:pt x="5" y="25"/>
                          <a:pt x="6" y="26"/>
                          <a:pt x="6" y="26"/>
                        </a:cubicBezTo>
                        <a:cubicBezTo>
                          <a:pt x="6" y="26"/>
                          <a:pt x="4" y="28"/>
                          <a:pt x="3" y="28"/>
                        </a:cubicBezTo>
                        <a:cubicBezTo>
                          <a:pt x="3" y="28"/>
                          <a:pt x="4" y="30"/>
                          <a:pt x="4" y="30"/>
                        </a:cubicBezTo>
                        <a:cubicBezTo>
                          <a:pt x="3" y="29"/>
                          <a:pt x="3" y="29"/>
                          <a:pt x="3" y="29"/>
                        </a:cubicBezTo>
                        <a:cubicBezTo>
                          <a:pt x="3" y="29"/>
                          <a:pt x="1" y="31"/>
                          <a:pt x="1" y="31"/>
                        </a:cubicBezTo>
                        <a:cubicBezTo>
                          <a:pt x="1" y="31"/>
                          <a:pt x="1" y="32"/>
                          <a:pt x="1" y="32"/>
                        </a:cubicBezTo>
                        <a:cubicBezTo>
                          <a:pt x="1" y="32"/>
                          <a:pt x="0" y="33"/>
                          <a:pt x="0" y="33"/>
                        </a:cubicBezTo>
                        <a:cubicBezTo>
                          <a:pt x="0" y="33"/>
                          <a:pt x="0" y="33"/>
                          <a:pt x="0" y="34"/>
                        </a:cubicBezTo>
                        <a:cubicBezTo>
                          <a:pt x="0" y="35"/>
                          <a:pt x="0" y="35"/>
                          <a:pt x="0" y="35"/>
                        </a:cubicBezTo>
                        <a:cubicBezTo>
                          <a:pt x="0" y="38"/>
                          <a:pt x="0" y="38"/>
                          <a:pt x="0" y="38"/>
                        </a:cubicBezTo>
                        <a:cubicBezTo>
                          <a:pt x="2" y="41"/>
                          <a:pt x="2" y="41"/>
                          <a:pt x="2" y="41"/>
                        </a:cubicBezTo>
                        <a:cubicBezTo>
                          <a:pt x="7" y="42"/>
                          <a:pt x="7" y="42"/>
                          <a:pt x="7" y="42"/>
                        </a:cubicBezTo>
                        <a:cubicBezTo>
                          <a:pt x="20" y="34"/>
                          <a:pt x="20" y="34"/>
                          <a:pt x="20" y="34"/>
                        </a:cubicBezTo>
                        <a:cubicBezTo>
                          <a:pt x="36" y="24"/>
                          <a:pt x="36" y="24"/>
                          <a:pt x="36" y="24"/>
                        </a:cubicBezTo>
                        <a:cubicBezTo>
                          <a:pt x="36" y="24"/>
                          <a:pt x="37" y="17"/>
                          <a:pt x="37" y="17"/>
                        </a:cubicBezTo>
                        <a:cubicBezTo>
                          <a:pt x="37" y="17"/>
                          <a:pt x="38" y="14"/>
                          <a:pt x="38" y="14"/>
                        </a:cubicBezTo>
                        <a:cubicBezTo>
                          <a:pt x="38" y="13"/>
                          <a:pt x="37" y="8"/>
                          <a:pt x="37" y="8"/>
                        </a:cubicBezTo>
                        <a:cubicBezTo>
                          <a:pt x="40" y="7"/>
                          <a:pt x="40" y="7"/>
                          <a:pt x="40" y="7"/>
                        </a:cubicBezTo>
                        <a:cubicBezTo>
                          <a:pt x="43" y="4"/>
                          <a:pt x="43" y="4"/>
                          <a:pt x="43" y="4"/>
                        </a:cubicBezTo>
                        <a:cubicBezTo>
                          <a:pt x="43" y="4"/>
                          <a:pt x="44" y="3"/>
                          <a:pt x="44" y="3"/>
                        </a:cubicBezTo>
                        <a:cubicBezTo>
                          <a:pt x="44" y="3"/>
                          <a:pt x="44" y="2"/>
                          <a:pt x="44" y="1"/>
                        </a:cubicBezTo>
                        <a:cubicBezTo>
                          <a:pt x="44" y="2"/>
                          <a:pt x="43" y="1"/>
                          <a:pt x="43" y="1"/>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3" name="Freeform 865">
                    <a:extLst>
                      <a:ext uri="{FF2B5EF4-FFF2-40B4-BE49-F238E27FC236}">
                        <a16:creationId xmlns:a16="http://schemas.microsoft.com/office/drawing/2014/main" id="{72AB5013-4422-0345-333A-3A8F840DFAC7}"/>
                      </a:ext>
                    </a:extLst>
                  </p:cNvPr>
                  <p:cNvSpPr>
                    <a:spLocks/>
                  </p:cNvSpPr>
                  <p:nvPr/>
                </p:nvSpPr>
                <p:spPr bwMode="auto">
                  <a:xfrm>
                    <a:off x="6283325" y="3808413"/>
                    <a:ext cx="69850" cy="38100"/>
                  </a:xfrm>
                  <a:custGeom>
                    <a:avLst/>
                    <a:gdLst>
                      <a:gd name="T0" fmla="*/ 10 w 17"/>
                      <a:gd name="T1" fmla="*/ 6 h 9"/>
                      <a:gd name="T2" fmla="*/ 10 w 17"/>
                      <a:gd name="T3" fmla="*/ 6 h 9"/>
                      <a:gd name="T4" fmla="*/ 9 w 17"/>
                      <a:gd name="T5" fmla="*/ 7 h 9"/>
                      <a:gd name="T6" fmla="*/ 7 w 17"/>
                      <a:gd name="T7" fmla="*/ 8 h 9"/>
                      <a:gd name="T8" fmla="*/ 6 w 17"/>
                      <a:gd name="T9" fmla="*/ 8 h 9"/>
                      <a:gd name="T10" fmla="*/ 5 w 17"/>
                      <a:gd name="T11" fmla="*/ 9 h 9"/>
                      <a:gd name="T12" fmla="*/ 4 w 17"/>
                      <a:gd name="T13" fmla="*/ 8 h 9"/>
                      <a:gd name="T14" fmla="*/ 3 w 17"/>
                      <a:gd name="T15" fmla="*/ 8 h 9"/>
                      <a:gd name="T16" fmla="*/ 3 w 17"/>
                      <a:gd name="T17" fmla="*/ 8 h 9"/>
                      <a:gd name="T18" fmla="*/ 2 w 17"/>
                      <a:gd name="T19" fmla="*/ 7 h 9"/>
                      <a:gd name="T20" fmla="*/ 1 w 17"/>
                      <a:gd name="T21" fmla="*/ 6 h 9"/>
                      <a:gd name="T22" fmla="*/ 0 w 17"/>
                      <a:gd name="T23" fmla="*/ 5 h 9"/>
                      <a:gd name="T24" fmla="*/ 2 w 17"/>
                      <a:gd name="T25" fmla="*/ 5 h 9"/>
                      <a:gd name="T26" fmla="*/ 3 w 17"/>
                      <a:gd name="T27" fmla="*/ 4 h 9"/>
                      <a:gd name="T28" fmla="*/ 4 w 17"/>
                      <a:gd name="T29" fmla="*/ 4 h 9"/>
                      <a:gd name="T30" fmla="*/ 5 w 17"/>
                      <a:gd name="T31" fmla="*/ 3 h 9"/>
                      <a:gd name="T32" fmla="*/ 6 w 17"/>
                      <a:gd name="T33" fmla="*/ 2 h 9"/>
                      <a:gd name="T34" fmla="*/ 8 w 17"/>
                      <a:gd name="T35" fmla="*/ 3 h 9"/>
                      <a:gd name="T36" fmla="*/ 11 w 17"/>
                      <a:gd name="T37" fmla="*/ 2 h 9"/>
                      <a:gd name="T38" fmla="*/ 13 w 17"/>
                      <a:gd name="T39" fmla="*/ 1 h 9"/>
                      <a:gd name="T40" fmla="*/ 16 w 17"/>
                      <a:gd name="T41" fmla="*/ 0 h 9"/>
                      <a:gd name="T42" fmla="*/ 15 w 17"/>
                      <a:gd name="T43" fmla="*/ 1 h 9"/>
                      <a:gd name="T44" fmla="*/ 13 w 17"/>
                      <a:gd name="T45" fmla="*/ 2 h 9"/>
                      <a:gd name="T46" fmla="*/ 12 w 17"/>
                      <a:gd name="T47" fmla="*/ 4 h 9"/>
                      <a:gd name="T48" fmla="*/ 12 w 17"/>
                      <a:gd name="T49" fmla="*/ 6 h 9"/>
                      <a:gd name="T50" fmla="*/ 10 w 17"/>
                      <a:gd name="T51" fmla="*/ 6 h 9"/>
                      <a:gd name="T52" fmla="*/ 10 w 17"/>
                      <a:gd name="T5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9">
                        <a:moveTo>
                          <a:pt x="10" y="6"/>
                        </a:moveTo>
                        <a:cubicBezTo>
                          <a:pt x="10" y="6"/>
                          <a:pt x="10" y="6"/>
                          <a:pt x="10" y="6"/>
                        </a:cubicBezTo>
                        <a:cubicBezTo>
                          <a:pt x="10" y="7"/>
                          <a:pt x="10" y="7"/>
                          <a:pt x="9" y="7"/>
                        </a:cubicBezTo>
                        <a:cubicBezTo>
                          <a:pt x="8" y="7"/>
                          <a:pt x="8" y="8"/>
                          <a:pt x="7" y="8"/>
                        </a:cubicBezTo>
                        <a:cubicBezTo>
                          <a:pt x="6" y="8"/>
                          <a:pt x="6" y="8"/>
                          <a:pt x="6" y="8"/>
                        </a:cubicBezTo>
                        <a:cubicBezTo>
                          <a:pt x="6" y="9"/>
                          <a:pt x="6" y="9"/>
                          <a:pt x="5" y="9"/>
                        </a:cubicBezTo>
                        <a:cubicBezTo>
                          <a:pt x="5" y="9"/>
                          <a:pt x="5" y="8"/>
                          <a:pt x="4" y="8"/>
                        </a:cubicBezTo>
                        <a:cubicBezTo>
                          <a:pt x="4" y="8"/>
                          <a:pt x="4" y="8"/>
                          <a:pt x="3" y="8"/>
                        </a:cubicBezTo>
                        <a:cubicBezTo>
                          <a:pt x="3" y="8"/>
                          <a:pt x="3" y="8"/>
                          <a:pt x="3" y="8"/>
                        </a:cubicBezTo>
                        <a:cubicBezTo>
                          <a:pt x="2" y="8"/>
                          <a:pt x="2" y="8"/>
                          <a:pt x="2" y="7"/>
                        </a:cubicBezTo>
                        <a:cubicBezTo>
                          <a:pt x="1" y="7"/>
                          <a:pt x="1" y="6"/>
                          <a:pt x="1" y="6"/>
                        </a:cubicBezTo>
                        <a:cubicBezTo>
                          <a:pt x="1" y="6"/>
                          <a:pt x="0" y="5"/>
                          <a:pt x="0" y="5"/>
                        </a:cubicBezTo>
                        <a:cubicBezTo>
                          <a:pt x="1" y="4"/>
                          <a:pt x="1" y="5"/>
                          <a:pt x="2" y="5"/>
                        </a:cubicBezTo>
                        <a:cubicBezTo>
                          <a:pt x="3" y="5"/>
                          <a:pt x="2" y="4"/>
                          <a:pt x="3" y="4"/>
                        </a:cubicBezTo>
                        <a:cubicBezTo>
                          <a:pt x="4" y="4"/>
                          <a:pt x="4" y="4"/>
                          <a:pt x="4" y="4"/>
                        </a:cubicBezTo>
                        <a:cubicBezTo>
                          <a:pt x="5" y="4"/>
                          <a:pt x="5" y="4"/>
                          <a:pt x="5" y="3"/>
                        </a:cubicBezTo>
                        <a:cubicBezTo>
                          <a:pt x="5" y="3"/>
                          <a:pt x="5" y="2"/>
                          <a:pt x="6" y="2"/>
                        </a:cubicBezTo>
                        <a:cubicBezTo>
                          <a:pt x="7" y="2"/>
                          <a:pt x="7" y="2"/>
                          <a:pt x="8" y="3"/>
                        </a:cubicBezTo>
                        <a:cubicBezTo>
                          <a:pt x="9" y="3"/>
                          <a:pt x="10" y="2"/>
                          <a:pt x="11" y="2"/>
                        </a:cubicBezTo>
                        <a:cubicBezTo>
                          <a:pt x="12" y="2"/>
                          <a:pt x="13" y="1"/>
                          <a:pt x="13" y="1"/>
                        </a:cubicBezTo>
                        <a:cubicBezTo>
                          <a:pt x="14" y="1"/>
                          <a:pt x="15" y="0"/>
                          <a:pt x="16" y="0"/>
                        </a:cubicBezTo>
                        <a:cubicBezTo>
                          <a:pt x="17" y="0"/>
                          <a:pt x="15" y="1"/>
                          <a:pt x="15" y="1"/>
                        </a:cubicBezTo>
                        <a:cubicBezTo>
                          <a:pt x="14" y="1"/>
                          <a:pt x="14" y="2"/>
                          <a:pt x="13" y="2"/>
                        </a:cubicBezTo>
                        <a:cubicBezTo>
                          <a:pt x="12" y="3"/>
                          <a:pt x="11" y="3"/>
                          <a:pt x="12" y="4"/>
                        </a:cubicBezTo>
                        <a:cubicBezTo>
                          <a:pt x="12" y="5"/>
                          <a:pt x="13" y="5"/>
                          <a:pt x="12" y="6"/>
                        </a:cubicBezTo>
                        <a:cubicBezTo>
                          <a:pt x="12" y="6"/>
                          <a:pt x="11" y="5"/>
                          <a:pt x="10" y="6"/>
                        </a:cubicBezTo>
                        <a:cubicBezTo>
                          <a:pt x="10" y="6"/>
                          <a:pt x="11" y="5"/>
                          <a:pt x="10" y="6"/>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4" name="Freeform 872">
                    <a:extLst>
                      <a:ext uri="{FF2B5EF4-FFF2-40B4-BE49-F238E27FC236}">
                        <a16:creationId xmlns:a16="http://schemas.microsoft.com/office/drawing/2014/main" id="{1E303F30-EAAB-46BF-0304-1DA925D3E12F}"/>
                      </a:ext>
                    </a:extLst>
                  </p:cNvPr>
                  <p:cNvSpPr>
                    <a:spLocks noEditPoints="1"/>
                  </p:cNvSpPr>
                  <p:nvPr/>
                </p:nvSpPr>
                <p:spPr bwMode="auto">
                  <a:xfrm>
                    <a:off x="6637338" y="3584575"/>
                    <a:ext cx="157162" cy="128588"/>
                  </a:xfrm>
                  <a:custGeom>
                    <a:avLst/>
                    <a:gdLst>
                      <a:gd name="T0" fmla="*/ 3 w 38"/>
                      <a:gd name="T1" fmla="*/ 24 h 31"/>
                      <a:gd name="T2" fmla="*/ 0 w 38"/>
                      <a:gd name="T3" fmla="*/ 20 h 31"/>
                      <a:gd name="T4" fmla="*/ 2 w 38"/>
                      <a:gd name="T5" fmla="*/ 21 h 31"/>
                      <a:gd name="T6" fmla="*/ 4 w 38"/>
                      <a:gd name="T7" fmla="*/ 21 h 31"/>
                      <a:gd name="T8" fmla="*/ 7 w 38"/>
                      <a:gd name="T9" fmla="*/ 21 h 31"/>
                      <a:gd name="T10" fmla="*/ 8 w 38"/>
                      <a:gd name="T11" fmla="*/ 23 h 31"/>
                      <a:gd name="T12" fmla="*/ 9 w 38"/>
                      <a:gd name="T13" fmla="*/ 27 h 31"/>
                      <a:gd name="T14" fmla="*/ 22 w 38"/>
                      <a:gd name="T15" fmla="*/ 4 h 31"/>
                      <a:gd name="T16" fmla="*/ 20 w 38"/>
                      <a:gd name="T17" fmla="*/ 6 h 31"/>
                      <a:gd name="T18" fmla="*/ 16 w 38"/>
                      <a:gd name="T19" fmla="*/ 4 h 31"/>
                      <a:gd name="T20" fmla="*/ 14 w 38"/>
                      <a:gd name="T21" fmla="*/ 2 h 31"/>
                      <a:gd name="T22" fmla="*/ 13 w 38"/>
                      <a:gd name="T23" fmla="*/ 1 h 31"/>
                      <a:gd name="T24" fmla="*/ 11 w 38"/>
                      <a:gd name="T25" fmla="*/ 0 h 31"/>
                      <a:gd name="T26" fmla="*/ 10 w 38"/>
                      <a:gd name="T27" fmla="*/ 1 h 31"/>
                      <a:gd name="T28" fmla="*/ 10 w 38"/>
                      <a:gd name="T29" fmla="*/ 2 h 31"/>
                      <a:gd name="T30" fmla="*/ 13 w 38"/>
                      <a:gd name="T31" fmla="*/ 6 h 31"/>
                      <a:gd name="T32" fmla="*/ 10 w 38"/>
                      <a:gd name="T33" fmla="*/ 7 h 31"/>
                      <a:gd name="T34" fmla="*/ 6 w 38"/>
                      <a:gd name="T35" fmla="*/ 6 h 31"/>
                      <a:gd name="T36" fmla="*/ 3 w 38"/>
                      <a:gd name="T37" fmla="*/ 4 h 31"/>
                      <a:gd name="T38" fmla="*/ 2 w 38"/>
                      <a:gd name="T39" fmla="*/ 6 h 31"/>
                      <a:gd name="T40" fmla="*/ 3 w 38"/>
                      <a:gd name="T41" fmla="*/ 7 h 31"/>
                      <a:gd name="T42" fmla="*/ 3 w 38"/>
                      <a:gd name="T43" fmla="*/ 8 h 31"/>
                      <a:gd name="T44" fmla="*/ 6 w 38"/>
                      <a:gd name="T45" fmla="*/ 10 h 31"/>
                      <a:gd name="T46" fmla="*/ 5 w 38"/>
                      <a:gd name="T47" fmla="*/ 13 h 31"/>
                      <a:gd name="T48" fmla="*/ 8 w 38"/>
                      <a:gd name="T49" fmla="*/ 15 h 31"/>
                      <a:gd name="T50" fmla="*/ 6 w 38"/>
                      <a:gd name="T51" fmla="*/ 17 h 31"/>
                      <a:gd name="T52" fmla="*/ 7 w 38"/>
                      <a:gd name="T53" fmla="*/ 18 h 31"/>
                      <a:gd name="T54" fmla="*/ 10 w 38"/>
                      <a:gd name="T55" fmla="*/ 20 h 31"/>
                      <a:gd name="T56" fmla="*/ 11 w 38"/>
                      <a:gd name="T57" fmla="*/ 21 h 31"/>
                      <a:gd name="T58" fmla="*/ 12 w 38"/>
                      <a:gd name="T59" fmla="*/ 23 h 31"/>
                      <a:gd name="T60" fmla="*/ 11 w 38"/>
                      <a:gd name="T61" fmla="*/ 24 h 31"/>
                      <a:gd name="T62" fmla="*/ 11 w 38"/>
                      <a:gd name="T63" fmla="*/ 26 h 31"/>
                      <a:gd name="T64" fmla="*/ 15 w 38"/>
                      <a:gd name="T65" fmla="*/ 24 h 31"/>
                      <a:gd name="T66" fmla="*/ 17 w 38"/>
                      <a:gd name="T67" fmla="*/ 22 h 31"/>
                      <a:gd name="T68" fmla="*/ 20 w 38"/>
                      <a:gd name="T69" fmla="*/ 19 h 31"/>
                      <a:gd name="T70" fmla="*/ 21 w 38"/>
                      <a:gd name="T71" fmla="*/ 20 h 31"/>
                      <a:gd name="T72" fmla="*/ 24 w 38"/>
                      <a:gd name="T73" fmla="*/ 23 h 31"/>
                      <a:gd name="T74" fmla="*/ 23 w 38"/>
                      <a:gd name="T75" fmla="*/ 26 h 31"/>
                      <a:gd name="T76" fmla="*/ 23 w 38"/>
                      <a:gd name="T77" fmla="*/ 28 h 31"/>
                      <a:gd name="T78" fmla="*/ 25 w 38"/>
                      <a:gd name="T79" fmla="*/ 30 h 31"/>
                      <a:gd name="T80" fmla="*/ 27 w 38"/>
                      <a:gd name="T81" fmla="*/ 29 h 31"/>
                      <a:gd name="T82" fmla="*/ 28 w 38"/>
                      <a:gd name="T83" fmla="*/ 26 h 31"/>
                      <a:gd name="T84" fmla="*/ 29 w 38"/>
                      <a:gd name="T85" fmla="*/ 25 h 31"/>
                      <a:gd name="T86" fmla="*/ 30 w 38"/>
                      <a:gd name="T87" fmla="*/ 24 h 31"/>
                      <a:gd name="T88" fmla="*/ 31 w 38"/>
                      <a:gd name="T89" fmla="*/ 23 h 31"/>
                      <a:gd name="T90" fmla="*/ 31 w 38"/>
                      <a:gd name="T91" fmla="*/ 19 h 31"/>
                      <a:gd name="T92" fmla="*/ 32 w 38"/>
                      <a:gd name="T93" fmla="*/ 17 h 31"/>
                      <a:gd name="T94" fmla="*/ 33 w 38"/>
                      <a:gd name="T95" fmla="*/ 15 h 31"/>
                      <a:gd name="T96" fmla="*/ 37 w 38"/>
                      <a:gd name="T97" fmla="*/ 15 h 31"/>
                      <a:gd name="T98" fmla="*/ 33 w 38"/>
                      <a:gd name="T99" fmla="*/ 12 h 31"/>
                      <a:gd name="T100" fmla="*/ 31 w 38"/>
                      <a:gd name="T101" fmla="*/ 9 h 31"/>
                      <a:gd name="T102" fmla="*/ 27 w 38"/>
                      <a:gd name="T103" fmla="*/ 2 h 31"/>
                      <a:gd name="T104" fmla="*/ 24 w 38"/>
                      <a:gd name="T105"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 h="31">
                        <a:moveTo>
                          <a:pt x="9" y="27"/>
                        </a:moveTo>
                        <a:cubicBezTo>
                          <a:pt x="7" y="27"/>
                          <a:pt x="5" y="26"/>
                          <a:pt x="3" y="24"/>
                        </a:cubicBezTo>
                        <a:cubicBezTo>
                          <a:pt x="3" y="24"/>
                          <a:pt x="2" y="23"/>
                          <a:pt x="1" y="22"/>
                        </a:cubicBezTo>
                        <a:cubicBezTo>
                          <a:pt x="1" y="21"/>
                          <a:pt x="0" y="20"/>
                          <a:pt x="0" y="20"/>
                        </a:cubicBezTo>
                        <a:cubicBezTo>
                          <a:pt x="0" y="19"/>
                          <a:pt x="1" y="19"/>
                          <a:pt x="1" y="19"/>
                        </a:cubicBezTo>
                        <a:cubicBezTo>
                          <a:pt x="2" y="19"/>
                          <a:pt x="2" y="20"/>
                          <a:pt x="2" y="21"/>
                        </a:cubicBezTo>
                        <a:cubicBezTo>
                          <a:pt x="3" y="21"/>
                          <a:pt x="3" y="20"/>
                          <a:pt x="3" y="21"/>
                        </a:cubicBezTo>
                        <a:cubicBezTo>
                          <a:pt x="3" y="21"/>
                          <a:pt x="3" y="21"/>
                          <a:pt x="4" y="21"/>
                        </a:cubicBezTo>
                        <a:cubicBezTo>
                          <a:pt x="4" y="21"/>
                          <a:pt x="4" y="21"/>
                          <a:pt x="5" y="21"/>
                        </a:cubicBezTo>
                        <a:cubicBezTo>
                          <a:pt x="6" y="21"/>
                          <a:pt x="7" y="20"/>
                          <a:pt x="7" y="21"/>
                        </a:cubicBezTo>
                        <a:cubicBezTo>
                          <a:pt x="7" y="22"/>
                          <a:pt x="6" y="22"/>
                          <a:pt x="7" y="23"/>
                        </a:cubicBezTo>
                        <a:cubicBezTo>
                          <a:pt x="7" y="23"/>
                          <a:pt x="8" y="23"/>
                          <a:pt x="8" y="23"/>
                        </a:cubicBezTo>
                        <a:cubicBezTo>
                          <a:pt x="8" y="24"/>
                          <a:pt x="8" y="24"/>
                          <a:pt x="8" y="25"/>
                        </a:cubicBezTo>
                        <a:cubicBezTo>
                          <a:pt x="8" y="25"/>
                          <a:pt x="9" y="26"/>
                          <a:pt x="9" y="27"/>
                        </a:cubicBezTo>
                        <a:close/>
                        <a:moveTo>
                          <a:pt x="24" y="2"/>
                        </a:moveTo>
                        <a:cubicBezTo>
                          <a:pt x="24" y="3"/>
                          <a:pt x="23" y="3"/>
                          <a:pt x="22" y="4"/>
                        </a:cubicBezTo>
                        <a:cubicBezTo>
                          <a:pt x="22" y="4"/>
                          <a:pt x="21" y="4"/>
                          <a:pt x="21" y="5"/>
                        </a:cubicBezTo>
                        <a:cubicBezTo>
                          <a:pt x="21" y="5"/>
                          <a:pt x="21" y="6"/>
                          <a:pt x="20" y="6"/>
                        </a:cubicBezTo>
                        <a:cubicBezTo>
                          <a:pt x="20" y="6"/>
                          <a:pt x="19" y="6"/>
                          <a:pt x="18" y="6"/>
                        </a:cubicBezTo>
                        <a:cubicBezTo>
                          <a:pt x="17" y="6"/>
                          <a:pt x="17" y="5"/>
                          <a:pt x="16" y="4"/>
                        </a:cubicBezTo>
                        <a:cubicBezTo>
                          <a:pt x="16" y="4"/>
                          <a:pt x="16" y="3"/>
                          <a:pt x="15" y="3"/>
                        </a:cubicBezTo>
                        <a:cubicBezTo>
                          <a:pt x="15" y="3"/>
                          <a:pt x="15" y="2"/>
                          <a:pt x="14" y="2"/>
                        </a:cubicBezTo>
                        <a:cubicBezTo>
                          <a:pt x="14" y="1"/>
                          <a:pt x="14" y="1"/>
                          <a:pt x="14" y="1"/>
                        </a:cubicBezTo>
                        <a:cubicBezTo>
                          <a:pt x="13" y="1"/>
                          <a:pt x="13" y="1"/>
                          <a:pt x="13" y="1"/>
                        </a:cubicBezTo>
                        <a:cubicBezTo>
                          <a:pt x="13" y="0"/>
                          <a:pt x="12" y="1"/>
                          <a:pt x="12" y="1"/>
                        </a:cubicBezTo>
                        <a:cubicBezTo>
                          <a:pt x="12" y="0"/>
                          <a:pt x="12" y="0"/>
                          <a:pt x="11" y="0"/>
                        </a:cubicBezTo>
                        <a:cubicBezTo>
                          <a:pt x="11" y="0"/>
                          <a:pt x="11" y="0"/>
                          <a:pt x="11" y="0"/>
                        </a:cubicBezTo>
                        <a:cubicBezTo>
                          <a:pt x="11" y="1"/>
                          <a:pt x="10" y="1"/>
                          <a:pt x="10" y="1"/>
                        </a:cubicBezTo>
                        <a:cubicBezTo>
                          <a:pt x="10" y="1"/>
                          <a:pt x="10" y="1"/>
                          <a:pt x="9" y="2"/>
                        </a:cubicBezTo>
                        <a:cubicBezTo>
                          <a:pt x="9" y="2"/>
                          <a:pt x="10" y="2"/>
                          <a:pt x="10" y="2"/>
                        </a:cubicBezTo>
                        <a:cubicBezTo>
                          <a:pt x="10" y="3"/>
                          <a:pt x="10" y="3"/>
                          <a:pt x="10" y="3"/>
                        </a:cubicBezTo>
                        <a:cubicBezTo>
                          <a:pt x="10" y="4"/>
                          <a:pt x="13" y="4"/>
                          <a:pt x="13" y="6"/>
                        </a:cubicBezTo>
                        <a:cubicBezTo>
                          <a:pt x="13" y="6"/>
                          <a:pt x="12" y="7"/>
                          <a:pt x="12" y="7"/>
                        </a:cubicBezTo>
                        <a:cubicBezTo>
                          <a:pt x="11" y="8"/>
                          <a:pt x="11" y="7"/>
                          <a:pt x="10" y="7"/>
                        </a:cubicBezTo>
                        <a:cubicBezTo>
                          <a:pt x="9" y="6"/>
                          <a:pt x="9" y="6"/>
                          <a:pt x="8" y="6"/>
                        </a:cubicBezTo>
                        <a:cubicBezTo>
                          <a:pt x="8" y="7"/>
                          <a:pt x="7" y="6"/>
                          <a:pt x="6" y="6"/>
                        </a:cubicBezTo>
                        <a:cubicBezTo>
                          <a:pt x="6" y="5"/>
                          <a:pt x="6" y="5"/>
                          <a:pt x="5" y="4"/>
                        </a:cubicBezTo>
                        <a:cubicBezTo>
                          <a:pt x="4" y="4"/>
                          <a:pt x="4" y="4"/>
                          <a:pt x="3" y="4"/>
                        </a:cubicBezTo>
                        <a:cubicBezTo>
                          <a:pt x="3" y="5"/>
                          <a:pt x="1" y="5"/>
                          <a:pt x="1" y="6"/>
                        </a:cubicBezTo>
                        <a:cubicBezTo>
                          <a:pt x="1" y="6"/>
                          <a:pt x="2" y="6"/>
                          <a:pt x="2" y="6"/>
                        </a:cubicBezTo>
                        <a:cubicBezTo>
                          <a:pt x="2" y="6"/>
                          <a:pt x="2" y="6"/>
                          <a:pt x="2" y="6"/>
                        </a:cubicBezTo>
                        <a:cubicBezTo>
                          <a:pt x="3" y="6"/>
                          <a:pt x="3" y="7"/>
                          <a:pt x="3" y="7"/>
                        </a:cubicBezTo>
                        <a:cubicBezTo>
                          <a:pt x="3" y="7"/>
                          <a:pt x="2" y="7"/>
                          <a:pt x="2" y="7"/>
                        </a:cubicBezTo>
                        <a:cubicBezTo>
                          <a:pt x="2" y="8"/>
                          <a:pt x="3" y="7"/>
                          <a:pt x="3" y="8"/>
                        </a:cubicBezTo>
                        <a:cubicBezTo>
                          <a:pt x="4" y="8"/>
                          <a:pt x="4" y="8"/>
                          <a:pt x="4" y="8"/>
                        </a:cubicBezTo>
                        <a:cubicBezTo>
                          <a:pt x="5" y="8"/>
                          <a:pt x="5" y="9"/>
                          <a:pt x="6" y="10"/>
                        </a:cubicBezTo>
                        <a:cubicBezTo>
                          <a:pt x="6" y="11"/>
                          <a:pt x="4" y="10"/>
                          <a:pt x="4" y="11"/>
                        </a:cubicBezTo>
                        <a:cubicBezTo>
                          <a:pt x="4" y="12"/>
                          <a:pt x="5" y="13"/>
                          <a:pt x="5" y="13"/>
                        </a:cubicBezTo>
                        <a:cubicBezTo>
                          <a:pt x="5" y="14"/>
                          <a:pt x="6" y="14"/>
                          <a:pt x="7" y="14"/>
                        </a:cubicBezTo>
                        <a:cubicBezTo>
                          <a:pt x="7" y="14"/>
                          <a:pt x="8" y="14"/>
                          <a:pt x="8" y="15"/>
                        </a:cubicBezTo>
                        <a:cubicBezTo>
                          <a:pt x="8" y="15"/>
                          <a:pt x="8" y="16"/>
                          <a:pt x="8" y="16"/>
                        </a:cubicBezTo>
                        <a:cubicBezTo>
                          <a:pt x="7" y="17"/>
                          <a:pt x="5" y="16"/>
                          <a:pt x="6" y="17"/>
                        </a:cubicBezTo>
                        <a:cubicBezTo>
                          <a:pt x="6" y="18"/>
                          <a:pt x="7" y="17"/>
                          <a:pt x="7" y="18"/>
                        </a:cubicBezTo>
                        <a:cubicBezTo>
                          <a:pt x="7" y="18"/>
                          <a:pt x="7" y="18"/>
                          <a:pt x="7" y="18"/>
                        </a:cubicBezTo>
                        <a:cubicBezTo>
                          <a:pt x="8" y="19"/>
                          <a:pt x="8" y="19"/>
                          <a:pt x="8" y="19"/>
                        </a:cubicBezTo>
                        <a:cubicBezTo>
                          <a:pt x="8" y="19"/>
                          <a:pt x="10" y="21"/>
                          <a:pt x="10" y="20"/>
                        </a:cubicBezTo>
                        <a:cubicBezTo>
                          <a:pt x="11" y="21"/>
                          <a:pt x="11" y="20"/>
                          <a:pt x="11" y="21"/>
                        </a:cubicBezTo>
                        <a:cubicBezTo>
                          <a:pt x="12" y="21"/>
                          <a:pt x="12" y="21"/>
                          <a:pt x="11" y="21"/>
                        </a:cubicBezTo>
                        <a:cubicBezTo>
                          <a:pt x="11" y="22"/>
                          <a:pt x="11" y="22"/>
                          <a:pt x="11" y="22"/>
                        </a:cubicBezTo>
                        <a:cubicBezTo>
                          <a:pt x="11" y="22"/>
                          <a:pt x="11" y="23"/>
                          <a:pt x="12" y="23"/>
                        </a:cubicBezTo>
                        <a:cubicBezTo>
                          <a:pt x="12" y="23"/>
                          <a:pt x="12" y="24"/>
                          <a:pt x="12" y="24"/>
                        </a:cubicBezTo>
                        <a:cubicBezTo>
                          <a:pt x="12" y="24"/>
                          <a:pt x="11" y="24"/>
                          <a:pt x="11" y="24"/>
                        </a:cubicBezTo>
                        <a:cubicBezTo>
                          <a:pt x="10" y="24"/>
                          <a:pt x="11" y="24"/>
                          <a:pt x="11" y="25"/>
                        </a:cubicBezTo>
                        <a:cubicBezTo>
                          <a:pt x="11" y="25"/>
                          <a:pt x="11" y="26"/>
                          <a:pt x="11" y="26"/>
                        </a:cubicBezTo>
                        <a:cubicBezTo>
                          <a:pt x="13" y="26"/>
                          <a:pt x="13" y="25"/>
                          <a:pt x="14" y="24"/>
                        </a:cubicBezTo>
                        <a:cubicBezTo>
                          <a:pt x="14" y="24"/>
                          <a:pt x="15" y="24"/>
                          <a:pt x="15" y="24"/>
                        </a:cubicBezTo>
                        <a:cubicBezTo>
                          <a:pt x="15" y="23"/>
                          <a:pt x="16" y="23"/>
                          <a:pt x="16" y="22"/>
                        </a:cubicBezTo>
                        <a:cubicBezTo>
                          <a:pt x="16" y="22"/>
                          <a:pt x="17" y="22"/>
                          <a:pt x="17" y="22"/>
                        </a:cubicBezTo>
                        <a:cubicBezTo>
                          <a:pt x="18" y="21"/>
                          <a:pt x="18" y="21"/>
                          <a:pt x="18" y="21"/>
                        </a:cubicBezTo>
                        <a:cubicBezTo>
                          <a:pt x="19" y="21"/>
                          <a:pt x="20" y="20"/>
                          <a:pt x="20" y="19"/>
                        </a:cubicBezTo>
                        <a:cubicBezTo>
                          <a:pt x="20" y="19"/>
                          <a:pt x="21" y="20"/>
                          <a:pt x="21" y="20"/>
                        </a:cubicBezTo>
                        <a:cubicBezTo>
                          <a:pt x="21" y="20"/>
                          <a:pt x="21" y="20"/>
                          <a:pt x="21" y="20"/>
                        </a:cubicBezTo>
                        <a:cubicBezTo>
                          <a:pt x="22" y="20"/>
                          <a:pt x="22" y="20"/>
                          <a:pt x="22" y="20"/>
                        </a:cubicBezTo>
                        <a:cubicBezTo>
                          <a:pt x="23" y="21"/>
                          <a:pt x="24" y="22"/>
                          <a:pt x="24" y="23"/>
                        </a:cubicBezTo>
                        <a:cubicBezTo>
                          <a:pt x="23" y="23"/>
                          <a:pt x="22" y="23"/>
                          <a:pt x="22" y="24"/>
                        </a:cubicBezTo>
                        <a:cubicBezTo>
                          <a:pt x="23" y="24"/>
                          <a:pt x="24" y="25"/>
                          <a:pt x="23" y="26"/>
                        </a:cubicBezTo>
                        <a:cubicBezTo>
                          <a:pt x="23" y="26"/>
                          <a:pt x="22" y="26"/>
                          <a:pt x="22" y="27"/>
                        </a:cubicBezTo>
                        <a:cubicBezTo>
                          <a:pt x="21" y="28"/>
                          <a:pt x="23" y="28"/>
                          <a:pt x="23" y="28"/>
                        </a:cubicBezTo>
                        <a:cubicBezTo>
                          <a:pt x="23" y="29"/>
                          <a:pt x="23" y="29"/>
                          <a:pt x="24" y="29"/>
                        </a:cubicBezTo>
                        <a:cubicBezTo>
                          <a:pt x="24" y="29"/>
                          <a:pt x="24" y="29"/>
                          <a:pt x="25" y="30"/>
                        </a:cubicBezTo>
                        <a:cubicBezTo>
                          <a:pt x="25" y="30"/>
                          <a:pt x="26" y="31"/>
                          <a:pt x="27" y="31"/>
                        </a:cubicBezTo>
                        <a:cubicBezTo>
                          <a:pt x="27" y="30"/>
                          <a:pt x="27" y="30"/>
                          <a:pt x="27" y="29"/>
                        </a:cubicBezTo>
                        <a:cubicBezTo>
                          <a:pt x="27" y="28"/>
                          <a:pt x="27" y="28"/>
                          <a:pt x="27" y="27"/>
                        </a:cubicBezTo>
                        <a:cubicBezTo>
                          <a:pt x="27" y="27"/>
                          <a:pt x="27" y="27"/>
                          <a:pt x="28" y="26"/>
                        </a:cubicBezTo>
                        <a:cubicBezTo>
                          <a:pt x="28" y="26"/>
                          <a:pt x="28" y="25"/>
                          <a:pt x="28" y="24"/>
                        </a:cubicBezTo>
                        <a:cubicBezTo>
                          <a:pt x="29" y="24"/>
                          <a:pt x="29" y="25"/>
                          <a:pt x="29" y="25"/>
                        </a:cubicBezTo>
                        <a:cubicBezTo>
                          <a:pt x="29" y="25"/>
                          <a:pt x="29" y="26"/>
                          <a:pt x="29" y="26"/>
                        </a:cubicBezTo>
                        <a:cubicBezTo>
                          <a:pt x="29" y="26"/>
                          <a:pt x="30" y="25"/>
                          <a:pt x="30" y="24"/>
                        </a:cubicBezTo>
                        <a:cubicBezTo>
                          <a:pt x="30" y="24"/>
                          <a:pt x="30" y="24"/>
                          <a:pt x="30" y="23"/>
                        </a:cubicBezTo>
                        <a:cubicBezTo>
                          <a:pt x="30" y="23"/>
                          <a:pt x="31" y="23"/>
                          <a:pt x="31" y="23"/>
                        </a:cubicBezTo>
                        <a:cubicBezTo>
                          <a:pt x="32" y="22"/>
                          <a:pt x="30" y="22"/>
                          <a:pt x="30" y="21"/>
                        </a:cubicBezTo>
                        <a:cubicBezTo>
                          <a:pt x="30" y="21"/>
                          <a:pt x="31" y="20"/>
                          <a:pt x="31" y="19"/>
                        </a:cubicBezTo>
                        <a:cubicBezTo>
                          <a:pt x="31" y="19"/>
                          <a:pt x="31" y="18"/>
                          <a:pt x="31" y="18"/>
                        </a:cubicBezTo>
                        <a:cubicBezTo>
                          <a:pt x="31" y="18"/>
                          <a:pt x="31" y="18"/>
                          <a:pt x="32" y="17"/>
                        </a:cubicBezTo>
                        <a:cubicBezTo>
                          <a:pt x="32" y="17"/>
                          <a:pt x="31" y="16"/>
                          <a:pt x="32" y="16"/>
                        </a:cubicBezTo>
                        <a:cubicBezTo>
                          <a:pt x="32" y="15"/>
                          <a:pt x="33" y="15"/>
                          <a:pt x="33" y="15"/>
                        </a:cubicBezTo>
                        <a:cubicBezTo>
                          <a:pt x="34" y="15"/>
                          <a:pt x="35" y="14"/>
                          <a:pt x="35" y="14"/>
                        </a:cubicBezTo>
                        <a:cubicBezTo>
                          <a:pt x="36" y="13"/>
                          <a:pt x="37" y="14"/>
                          <a:pt x="37" y="15"/>
                        </a:cubicBezTo>
                        <a:cubicBezTo>
                          <a:pt x="38" y="14"/>
                          <a:pt x="37" y="13"/>
                          <a:pt x="36" y="12"/>
                        </a:cubicBezTo>
                        <a:cubicBezTo>
                          <a:pt x="35" y="12"/>
                          <a:pt x="34" y="12"/>
                          <a:pt x="33" y="12"/>
                        </a:cubicBezTo>
                        <a:cubicBezTo>
                          <a:pt x="32" y="12"/>
                          <a:pt x="32" y="11"/>
                          <a:pt x="32" y="11"/>
                        </a:cubicBezTo>
                        <a:cubicBezTo>
                          <a:pt x="32" y="10"/>
                          <a:pt x="31" y="10"/>
                          <a:pt x="31" y="9"/>
                        </a:cubicBezTo>
                        <a:cubicBezTo>
                          <a:pt x="29" y="8"/>
                          <a:pt x="29" y="6"/>
                          <a:pt x="29" y="4"/>
                        </a:cubicBezTo>
                        <a:cubicBezTo>
                          <a:pt x="28" y="4"/>
                          <a:pt x="28" y="3"/>
                          <a:pt x="27" y="2"/>
                        </a:cubicBezTo>
                        <a:cubicBezTo>
                          <a:pt x="27" y="2"/>
                          <a:pt x="26" y="1"/>
                          <a:pt x="26" y="0"/>
                        </a:cubicBezTo>
                        <a:cubicBezTo>
                          <a:pt x="25" y="1"/>
                          <a:pt x="25" y="2"/>
                          <a:pt x="24" y="2"/>
                        </a:cubicBezTo>
                        <a:cubicBezTo>
                          <a:pt x="24" y="3"/>
                          <a:pt x="25" y="2"/>
                          <a:pt x="24" y="2"/>
                        </a:cubicBez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5" name="Freeform 849">
                    <a:extLst>
                      <a:ext uri="{FF2B5EF4-FFF2-40B4-BE49-F238E27FC236}">
                        <a16:creationId xmlns:a16="http://schemas.microsoft.com/office/drawing/2014/main" id="{12E06334-C926-87D3-A48E-27CA7D59F1BA}"/>
                      </a:ext>
                    </a:extLst>
                  </p:cNvPr>
                  <p:cNvSpPr>
                    <a:spLocks/>
                  </p:cNvSpPr>
                  <p:nvPr/>
                </p:nvSpPr>
                <p:spPr bwMode="auto">
                  <a:xfrm>
                    <a:off x="6370638" y="3846513"/>
                    <a:ext cx="41275" cy="49213"/>
                  </a:xfrm>
                  <a:custGeom>
                    <a:avLst/>
                    <a:gdLst>
                      <a:gd name="T0" fmla="*/ 3 w 10"/>
                      <a:gd name="T1" fmla="*/ 11 h 12"/>
                      <a:gd name="T2" fmla="*/ 4 w 10"/>
                      <a:gd name="T3" fmla="*/ 10 h 12"/>
                      <a:gd name="T4" fmla="*/ 5 w 10"/>
                      <a:gd name="T5" fmla="*/ 9 h 12"/>
                      <a:gd name="T6" fmla="*/ 5 w 10"/>
                      <a:gd name="T7" fmla="*/ 8 h 12"/>
                      <a:gd name="T8" fmla="*/ 7 w 10"/>
                      <a:gd name="T9" fmla="*/ 6 h 12"/>
                      <a:gd name="T10" fmla="*/ 8 w 10"/>
                      <a:gd name="T11" fmla="*/ 7 h 12"/>
                      <a:gd name="T12" fmla="*/ 7 w 10"/>
                      <a:gd name="T13" fmla="*/ 5 h 12"/>
                      <a:gd name="T14" fmla="*/ 10 w 10"/>
                      <a:gd name="T15" fmla="*/ 3 h 12"/>
                      <a:gd name="T16" fmla="*/ 9 w 10"/>
                      <a:gd name="T17" fmla="*/ 2 h 12"/>
                      <a:gd name="T18" fmla="*/ 8 w 10"/>
                      <a:gd name="T19" fmla="*/ 1 h 12"/>
                      <a:gd name="T20" fmla="*/ 8 w 10"/>
                      <a:gd name="T21" fmla="*/ 0 h 12"/>
                      <a:gd name="T22" fmla="*/ 5 w 10"/>
                      <a:gd name="T23" fmla="*/ 0 h 12"/>
                      <a:gd name="T24" fmla="*/ 4 w 10"/>
                      <a:gd name="T25" fmla="*/ 2 h 12"/>
                      <a:gd name="T26" fmla="*/ 3 w 10"/>
                      <a:gd name="T27" fmla="*/ 3 h 12"/>
                      <a:gd name="T28" fmla="*/ 3 w 10"/>
                      <a:gd name="T29" fmla="*/ 4 h 12"/>
                      <a:gd name="T30" fmla="*/ 1 w 10"/>
                      <a:gd name="T31" fmla="*/ 10 h 12"/>
                      <a:gd name="T32" fmla="*/ 0 w 10"/>
                      <a:gd name="T33" fmla="*/ 12 h 12"/>
                      <a:gd name="T34" fmla="*/ 2 w 10"/>
                      <a:gd name="T35" fmla="*/ 12 h 12"/>
                      <a:gd name="T36" fmla="*/ 3 w 10"/>
                      <a:gd name="T3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
                        <a:moveTo>
                          <a:pt x="3" y="11"/>
                        </a:moveTo>
                        <a:cubicBezTo>
                          <a:pt x="3" y="11"/>
                          <a:pt x="4" y="10"/>
                          <a:pt x="4" y="10"/>
                        </a:cubicBezTo>
                        <a:cubicBezTo>
                          <a:pt x="4" y="10"/>
                          <a:pt x="5" y="9"/>
                          <a:pt x="5" y="9"/>
                        </a:cubicBezTo>
                        <a:cubicBezTo>
                          <a:pt x="5" y="9"/>
                          <a:pt x="5" y="8"/>
                          <a:pt x="5" y="8"/>
                        </a:cubicBezTo>
                        <a:cubicBezTo>
                          <a:pt x="5" y="8"/>
                          <a:pt x="7" y="6"/>
                          <a:pt x="7" y="6"/>
                        </a:cubicBezTo>
                        <a:cubicBezTo>
                          <a:pt x="8" y="7"/>
                          <a:pt x="8" y="7"/>
                          <a:pt x="8" y="7"/>
                        </a:cubicBezTo>
                        <a:cubicBezTo>
                          <a:pt x="8" y="7"/>
                          <a:pt x="7" y="5"/>
                          <a:pt x="7" y="5"/>
                        </a:cubicBezTo>
                        <a:cubicBezTo>
                          <a:pt x="8" y="5"/>
                          <a:pt x="10" y="3"/>
                          <a:pt x="10" y="3"/>
                        </a:cubicBezTo>
                        <a:cubicBezTo>
                          <a:pt x="10" y="3"/>
                          <a:pt x="9" y="2"/>
                          <a:pt x="9" y="2"/>
                        </a:cubicBezTo>
                        <a:cubicBezTo>
                          <a:pt x="8" y="2"/>
                          <a:pt x="8" y="1"/>
                          <a:pt x="8" y="1"/>
                        </a:cubicBezTo>
                        <a:cubicBezTo>
                          <a:pt x="8" y="1"/>
                          <a:pt x="8" y="0"/>
                          <a:pt x="8" y="0"/>
                        </a:cubicBezTo>
                        <a:cubicBezTo>
                          <a:pt x="5" y="0"/>
                          <a:pt x="5" y="0"/>
                          <a:pt x="5" y="0"/>
                        </a:cubicBezTo>
                        <a:cubicBezTo>
                          <a:pt x="5" y="0"/>
                          <a:pt x="4" y="1"/>
                          <a:pt x="4" y="2"/>
                        </a:cubicBezTo>
                        <a:cubicBezTo>
                          <a:pt x="4" y="2"/>
                          <a:pt x="3" y="3"/>
                          <a:pt x="3" y="3"/>
                        </a:cubicBezTo>
                        <a:cubicBezTo>
                          <a:pt x="3" y="3"/>
                          <a:pt x="3" y="4"/>
                          <a:pt x="3" y="4"/>
                        </a:cubicBezTo>
                        <a:cubicBezTo>
                          <a:pt x="3" y="6"/>
                          <a:pt x="2" y="8"/>
                          <a:pt x="1" y="10"/>
                        </a:cubicBezTo>
                        <a:cubicBezTo>
                          <a:pt x="0" y="11"/>
                          <a:pt x="0" y="12"/>
                          <a:pt x="0" y="12"/>
                        </a:cubicBezTo>
                        <a:cubicBezTo>
                          <a:pt x="2" y="12"/>
                          <a:pt x="2" y="12"/>
                          <a:pt x="2" y="12"/>
                        </a:cubicBezTo>
                        <a:lnTo>
                          <a:pt x="3" y="11"/>
                        </a:lnTo>
                        <a:close/>
                      </a:path>
                    </a:pathLst>
                  </a:custGeom>
                  <a:solidFill>
                    <a:schemeClr val="bg1">
                      <a:lumMod val="75000"/>
                    </a:schemeClr>
                  </a:solid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735" name="Europe">
                <a:extLst>
                  <a:ext uri="{FF2B5EF4-FFF2-40B4-BE49-F238E27FC236}">
                    <a16:creationId xmlns:a16="http://schemas.microsoft.com/office/drawing/2014/main" id="{87D9506F-D389-3D54-A9BE-B07FA4730F96}"/>
                  </a:ext>
                </a:extLst>
              </p:cNvPr>
              <p:cNvGrpSpPr/>
              <p:nvPr/>
            </p:nvGrpSpPr>
            <p:grpSpPr>
              <a:xfrm>
                <a:off x="4689476" y="1992313"/>
                <a:ext cx="1819274" cy="1920875"/>
                <a:chOff x="4689476" y="1992313"/>
                <a:chExt cx="1819274" cy="1920875"/>
              </a:xfrm>
              <a:grpFill/>
            </p:grpSpPr>
            <p:sp>
              <p:nvSpPr>
                <p:cNvPr id="792" name="Freeform 796">
                  <a:extLst>
                    <a:ext uri="{FF2B5EF4-FFF2-40B4-BE49-F238E27FC236}">
                      <a16:creationId xmlns:a16="http://schemas.microsoft.com/office/drawing/2014/main" id="{37B516FB-0EB3-9047-3340-D1FF4288D4CF}"/>
                    </a:ext>
                  </a:extLst>
                </p:cNvPr>
                <p:cNvSpPr>
                  <a:spLocks noEditPoints="1"/>
                </p:cNvSpPr>
                <p:nvPr/>
              </p:nvSpPr>
              <p:spPr bwMode="auto">
                <a:xfrm>
                  <a:off x="5775325" y="3030538"/>
                  <a:ext cx="282575" cy="269875"/>
                </a:xfrm>
                <a:custGeom>
                  <a:avLst/>
                  <a:gdLst>
                    <a:gd name="T0" fmla="*/ 1 w 68"/>
                    <a:gd name="T1" fmla="*/ 12 h 65"/>
                    <a:gd name="T2" fmla="*/ 2 w 68"/>
                    <a:gd name="T3" fmla="*/ 11 h 65"/>
                    <a:gd name="T4" fmla="*/ 6 w 68"/>
                    <a:gd name="T5" fmla="*/ 44 h 65"/>
                    <a:gd name="T6" fmla="*/ 9 w 68"/>
                    <a:gd name="T7" fmla="*/ 46 h 65"/>
                    <a:gd name="T8" fmla="*/ 12 w 68"/>
                    <a:gd name="T9" fmla="*/ 47 h 65"/>
                    <a:gd name="T10" fmla="*/ 15 w 68"/>
                    <a:gd name="T11" fmla="*/ 47 h 65"/>
                    <a:gd name="T12" fmla="*/ 14 w 68"/>
                    <a:gd name="T13" fmla="*/ 49 h 65"/>
                    <a:gd name="T14" fmla="*/ 16 w 68"/>
                    <a:gd name="T15" fmla="*/ 52 h 65"/>
                    <a:gd name="T16" fmla="*/ 19 w 68"/>
                    <a:gd name="T17" fmla="*/ 52 h 65"/>
                    <a:gd name="T18" fmla="*/ 19 w 68"/>
                    <a:gd name="T19" fmla="*/ 50 h 65"/>
                    <a:gd name="T20" fmla="*/ 22 w 68"/>
                    <a:gd name="T21" fmla="*/ 51 h 65"/>
                    <a:gd name="T22" fmla="*/ 24 w 68"/>
                    <a:gd name="T23" fmla="*/ 53 h 65"/>
                    <a:gd name="T24" fmla="*/ 26 w 68"/>
                    <a:gd name="T25" fmla="*/ 54 h 65"/>
                    <a:gd name="T26" fmla="*/ 29 w 68"/>
                    <a:gd name="T27" fmla="*/ 55 h 65"/>
                    <a:gd name="T28" fmla="*/ 31 w 68"/>
                    <a:gd name="T29" fmla="*/ 58 h 65"/>
                    <a:gd name="T30" fmla="*/ 34 w 68"/>
                    <a:gd name="T31" fmla="*/ 60 h 65"/>
                    <a:gd name="T32" fmla="*/ 36 w 68"/>
                    <a:gd name="T33" fmla="*/ 59 h 65"/>
                    <a:gd name="T34" fmla="*/ 37 w 68"/>
                    <a:gd name="T35" fmla="*/ 59 h 65"/>
                    <a:gd name="T36" fmla="*/ 38 w 68"/>
                    <a:gd name="T37" fmla="*/ 61 h 65"/>
                    <a:gd name="T38" fmla="*/ 39 w 68"/>
                    <a:gd name="T39" fmla="*/ 62 h 65"/>
                    <a:gd name="T40" fmla="*/ 41 w 68"/>
                    <a:gd name="T41" fmla="*/ 62 h 65"/>
                    <a:gd name="T42" fmla="*/ 43 w 68"/>
                    <a:gd name="T43" fmla="*/ 60 h 65"/>
                    <a:gd name="T44" fmla="*/ 45 w 68"/>
                    <a:gd name="T45" fmla="*/ 61 h 65"/>
                    <a:gd name="T46" fmla="*/ 47 w 68"/>
                    <a:gd name="T47" fmla="*/ 60 h 65"/>
                    <a:gd name="T48" fmla="*/ 51 w 68"/>
                    <a:gd name="T49" fmla="*/ 60 h 65"/>
                    <a:gd name="T50" fmla="*/ 53 w 68"/>
                    <a:gd name="T51" fmla="*/ 61 h 65"/>
                    <a:gd name="T52" fmla="*/ 56 w 68"/>
                    <a:gd name="T53" fmla="*/ 64 h 65"/>
                    <a:gd name="T54" fmla="*/ 59 w 68"/>
                    <a:gd name="T55" fmla="*/ 65 h 65"/>
                    <a:gd name="T56" fmla="*/ 58 w 68"/>
                    <a:gd name="T57" fmla="*/ 62 h 65"/>
                    <a:gd name="T58" fmla="*/ 58 w 68"/>
                    <a:gd name="T59" fmla="*/ 58 h 65"/>
                    <a:gd name="T60" fmla="*/ 62 w 68"/>
                    <a:gd name="T61" fmla="*/ 53 h 65"/>
                    <a:gd name="T62" fmla="*/ 65 w 68"/>
                    <a:gd name="T63" fmla="*/ 50 h 65"/>
                    <a:gd name="T64" fmla="*/ 67 w 68"/>
                    <a:gd name="T65" fmla="*/ 46 h 65"/>
                    <a:gd name="T66" fmla="*/ 67 w 68"/>
                    <a:gd name="T67" fmla="*/ 44 h 65"/>
                    <a:gd name="T68" fmla="*/ 65 w 68"/>
                    <a:gd name="T69" fmla="*/ 40 h 65"/>
                    <a:gd name="T70" fmla="*/ 64 w 68"/>
                    <a:gd name="T71" fmla="*/ 37 h 65"/>
                    <a:gd name="T72" fmla="*/ 62 w 68"/>
                    <a:gd name="T73" fmla="*/ 30 h 65"/>
                    <a:gd name="T74" fmla="*/ 67 w 68"/>
                    <a:gd name="T75" fmla="*/ 25 h 65"/>
                    <a:gd name="T76" fmla="*/ 66 w 68"/>
                    <a:gd name="T77" fmla="*/ 19 h 65"/>
                    <a:gd name="T78" fmla="*/ 63 w 68"/>
                    <a:gd name="T79" fmla="*/ 11 h 65"/>
                    <a:gd name="T80" fmla="*/ 61 w 68"/>
                    <a:gd name="T81" fmla="*/ 7 h 65"/>
                    <a:gd name="T82" fmla="*/ 58 w 68"/>
                    <a:gd name="T83" fmla="*/ 6 h 65"/>
                    <a:gd name="T84" fmla="*/ 48 w 68"/>
                    <a:gd name="T85" fmla="*/ 6 h 65"/>
                    <a:gd name="T86" fmla="*/ 38 w 68"/>
                    <a:gd name="T87" fmla="*/ 5 h 65"/>
                    <a:gd name="T88" fmla="*/ 31 w 68"/>
                    <a:gd name="T89" fmla="*/ 6 h 65"/>
                    <a:gd name="T90" fmla="*/ 30 w 68"/>
                    <a:gd name="T91" fmla="*/ 1 h 65"/>
                    <a:gd name="T92" fmla="*/ 32 w 68"/>
                    <a:gd name="T93" fmla="*/ 3 h 65"/>
                    <a:gd name="T94" fmla="*/ 28 w 68"/>
                    <a:gd name="T95" fmla="*/ 1 h 65"/>
                    <a:gd name="T96" fmla="*/ 19 w 68"/>
                    <a:gd name="T97" fmla="*/ 3 h 65"/>
                    <a:gd name="T98" fmla="*/ 14 w 68"/>
                    <a:gd name="T99" fmla="*/ 7 h 65"/>
                    <a:gd name="T100" fmla="*/ 8 w 68"/>
                    <a:gd name="T101" fmla="*/ 9 h 65"/>
                    <a:gd name="T102" fmla="*/ 3 w 68"/>
                    <a:gd name="T103" fmla="*/ 11 h 65"/>
                    <a:gd name="T104" fmla="*/ 4 w 68"/>
                    <a:gd name="T105" fmla="*/ 14 h 65"/>
                    <a:gd name="T106" fmla="*/ 3 w 68"/>
                    <a:gd name="T107" fmla="*/ 14 h 65"/>
                    <a:gd name="T108" fmla="*/ 2 w 68"/>
                    <a:gd name="T109" fmla="*/ 16 h 65"/>
                    <a:gd name="T110" fmla="*/ 2 w 68"/>
                    <a:gd name="T111" fmla="*/ 21 h 65"/>
                    <a:gd name="T112" fmla="*/ 4 w 68"/>
                    <a:gd name="T113" fmla="*/ 26 h 65"/>
                    <a:gd name="T114" fmla="*/ 4 w 68"/>
                    <a:gd name="T115" fmla="*/ 30 h 65"/>
                    <a:gd name="T116" fmla="*/ 5 w 68"/>
                    <a:gd name="T117" fmla="*/ 33 h 65"/>
                    <a:gd name="T118" fmla="*/ 4 w 68"/>
                    <a:gd name="T119" fmla="*/ 34 h 65"/>
                    <a:gd name="T120" fmla="*/ 5 w 68"/>
                    <a:gd name="T121" fmla="*/ 38 h 65"/>
                    <a:gd name="T122" fmla="*/ 6 w 68"/>
                    <a:gd name="T123" fmla="*/ 43 h 65"/>
                    <a:gd name="T124" fmla="*/ 6 w 68"/>
                    <a:gd name="T125" fmla="*/ 4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 h="65">
                      <a:moveTo>
                        <a:pt x="2" y="12"/>
                      </a:moveTo>
                      <a:cubicBezTo>
                        <a:pt x="1" y="13"/>
                        <a:pt x="1" y="12"/>
                        <a:pt x="1" y="12"/>
                      </a:cubicBezTo>
                      <a:cubicBezTo>
                        <a:pt x="1" y="11"/>
                        <a:pt x="1" y="11"/>
                        <a:pt x="1" y="11"/>
                      </a:cubicBezTo>
                      <a:cubicBezTo>
                        <a:pt x="1" y="11"/>
                        <a:pt x="2" y="11"/>
                        <a:pt x="2" y="11"/>
                      </a:cubicBezTo>
                      <a:cubicBezTo>
                        <a:pt x="2" y="12"/>
                        <a:pt x="2" y="12"/>
                        <a:pt x="2" y="12"/>
                      </a:cubicBezTo>
                      <a:close/>
                      <a:moveTo>
                        <a:pt x="6" y="44"/>
                      </a:moveTo>
                      <a:cubicBezTo>
                        <a:pt x="6" y="44"/>
                        <a:pt x="7" y="43"/>
                        <a:pt x="8" y="44"/>
                      </a:cubicBezTo>
                      <a:cubicBezTo>
                        <a:pt x="8" y="44"/>
                        <a:pt x="8" y="45"/>
                        <a:pt x="9" y="46"/>
                      </a:cubicBezTo>
                      <a:cubicBezTo>
                        <a:pt x="9" y="46"/>
                        <a:pt x="10" y="46"/>
                        <a:pt x="11" y="46"/>
                      </a:cubicBezTo>
                      <a:cubicBezTo>
                        <a:pt x="11" y="46"/>
                        <a:pt x="12" y="46"/>
                        <a:pt x="12" y="47"/>
                      </a:cubicBezTo>
                      <a:cubicBezTo>
                        <a:pt x="12" y="47"/>
                        <a:pt x="13" y="47"/>
                        <a:pt x="13" y="47"/>
                      </a:cubicBezTo>
                      <a:cubicBezTo>
                        <a:pt x="14" y="48"/>
                        <a:pt x="14" y="47"/>
                        <a:pt x="15" y="47"/>
                      </a:cubicBezTo>
                      <a:cubicBezTo>
                        <a:pt x="15" y="47"/>
                        <a:pt x="16" y="48"/>
                        <a:pt x="16" y="49"/>
                      </a:cubicBezTo>
                      <a:cubicBezTo>
                        <a:pt x="15" y="49"/>
                        <a:pt x="15" y="49"/>
                        <a:pt x="14" y="49"/>
                      </a:cubicBezTo>
                      <a:cubicBezTo>
                        <a:pt x="14" y="50"/>
                        <a:pt x="15" y="50"/>
                        <a:pt x="15" y="50"/>
                      </a:cubicBezTo>
                      <a:cubicBezTo>
                        <a:pt x="16" y="51"/>
                        <a:pt x="16" y="51"/>
                        <a:pt x="16" y="52"/>
                      </a:cubicBezTo>
                      <a:cubicBezTo>
                        <a:pt x="17" y="52"/>
                        <a:pt x="16" y="53"/>
                        <a:pt x="17" y="53"/>
                      </a:cubicBezTo>
                      <a:cubicBezTo>
                        <a:pt x="17" y="53"/>
                        <a:pt x="19" y="52"/>
                        <a:pt x="19" y="52"/>
                      </a:cubicBezTo>
                      <a:cubicBezTo>
                        <a:pt x="20" y="52"/>
                        <a:pt x="19" y="52"/>
                        <a:pt x="19" y="51"/>
                      </a:cubicBezTo>
                      <a:cubicBezTo>
                        <a:pt x="19" y="51"/>
                        <a:pt x="19" y="50"/>
                        <a:pt x="19" y="50"/>
                      </a:cubicBezTo>
                      <a:cubicBezTo>
                        <a:pt x="20" y="50"/>
                        <a:pt x="21" y="50"/>
                        <a:pt x="21" y="50"/>
                      </a:cubicBezTo>
                      <a:cubicBezTo>
                        <a:pt x="21" y="51"/>
                        <a:pt x="22" y="51"/>
                        <a:pt x="22" y="51"/>
                      </a:cubicBezTo>
                      <a:cubicBezTo>
                        <a:pt x="23" y="52"/>
                        <a:pt x="24" y="51"/>
                        <a:pt x="25" y="51"/>
                      </a:cubicBezTo>
                      <a:cubicBezTo>
                        <a:pt x="25" y="52"/>
                        <a:pt x="23" y="52"/>
                        <a:pt x="24" y="53"/>
                      </a:cubicBezTo>
                      <a:cubicBezTo>
                        <a:pt x="24" y="53"/>
                        <a:pt x="24" y="53"/>
                        <a:pt x="25" y="53"/>
                      </a:cubicBezTo>
                      <a:cubicBezTo>
                        <a:pt x="25" y="54"/>
                        <a:pt x="25" y="54"/>
                        <a:pt x="26" y="54"/>
                      </a:cubicBezTo>
                      <a:cubicBezTo>
                        <a:pt x="26" y="54"/>
                        <a:pt x="26" y="54"/>
                        <a:pt x="27" y="54"/>
                      </a:cubicBezTo>
                      <a:cubicBezTo>
                        <a:pt x="28" y="54"/>
                        <a:pt x="28" y="55"/>
                        <a:pt x="29" y="55"/>
                      </a:cubicBezTo>
                      <a:cubicBezTo>
                        <a:pt x="30" y="55"/>
                        <a:pt x="30" y="55"/>
                        <a:pt x="30" y="56"/>
                      </a:cubicBezTo>
                      <a:cubicBezTo>
                        <a:pt x="30" y="57"/>
                        <a:pt x="31" y="57"/>
                        <a:pt x="31" y="58"/>
                      </a:cubicBezTo>
                      <a:cubicBezTo>
                        <a:pt x="32" y="58"/>
                        <a:pt x="32" y="59"/>
                        <a:pt x="32" y="60"/>
                      </a:cubicBezTo>
                      <a:cubicBezTo>
                        <a:pt x="33" y="60"/>
                        <a:pt x="33" y="61"/>
                        <a:pt x="34" y="60"/>
                      </a:cubicBezTo>
                      <a:cubicBezTo>
                        <a:pt x="34" y="60"/>
                        <a:pt x="34" y="59"/>
                        <a:pt x="34" y="59"/>
                      </a:cubicBezTo>
                      <a:cubicBezTo>
                        <a:pt x="35" y="59"/>
                        <a:pt x="35" y="59"/>
                        <a:pt x="36" y="59"/>
                      </a:cubicBezTo>
                      <a:cubicBezTo>
                        <a:pt x="36" y="59"/>
                        <a:pt x="36" y="58"/>
                        <a:pt x="36" y="58"/>
                      </a:cubicBezTo>
                      <a:cubicBezTo>
                        <a:pt x="37" y="59"/>
                        <a:pt x="36" y="59"/>
                        <a:pt x="37" y="59"/>
                      </a:cubicBezTo>
                      <a:cubicBezTo>
                        <a:pt x="37" y="60"/>
                        <a:pt x="37" y="60"/>
                        <a:pt x="37" y="60"/>
                      </a:cubicBezTo>
                      <a:cubicBezTo>
                        <a:pt x="38" y="60"/>
                        <a:pt x="38" y="60"/>
                        <a:pt x="38" y="61"/>
                      </a:cubicBezTo>
                      <a:cubicBezTo>
                        <a:pt x="39" y="61"/>
                        <a:pt x="38" y="62"/>
                        <a:pt x="38" y="63"/>
                      </a:cubicBezTo>
                      <a:cubicBezTo>
                        <a:pt x="39" y="63"/>
                        <a:pt x="39" y="62"/>
                        <a:pt x="39" y="62"/>
                      </a:cubicBezTo>
                      <a:cubicBezTo>
                        <a:pt x="40" y="62"/>
                        <a:pt x="40" y="63"/>
                        <a:pt x="40" y="62"/>
                      </a:cubicBezTo>
                      <a:cubicBezTo>
                        <a:pt x="40" y="62"/>
                        <a:pt x="41" y="62"/>
                        <a:pt x="41" y="62"/>
                      </a:cubicBezTo>
                      <a:cubicBezTo>
                        <a:pt x="41" y="61"/>
                        <a:pt x="41" y="61"/>
                        <a:pt x="42" y="61"/>
                      </a:cubicBezTo>
                      <a:cubicBezTo>
                        <a:pt x="42" y="61"/>
                        <a:pt x="42" y="60"/>
                        <a:pt x="43" y="60"/>
                      </a:cubicBezTo>
                      <a:cubicBezTo>
                        <a:pt x="44" y="60"/>
                        <a:pt x="44" y="61"/>
                        <a:pt x="44" y="61"/>
                      </a:cubicBezTo>
                      <a:cubicBezTo>
                        <a:pt x="44" y="61"/>
                        <a:pt x="45" y="61"/>
                        <a:pt x="45" y="61"/>
                      </a:cubicBezTo>
                      <a:cubicBezTo>
                        <a:pt x="46" y="61"/>
                        <a:pt x="46" y="61"/>
                        <a:pt x="47" y="61"/>
                      </a:cubicBezTo>
                      <a:cubicBezTo>
                        <a:pt x="47" y="61"/>
                        <a:pt x="47" y="60"/>
                        <a:pt x="47" y="60"/>
                      </a:cubicBezTo>
                      <a:cubicBezTo>
                        <a:pt x="48" y="60"/>
                        <a:pt x="49" y="60"/>
                        <a:pt x="49" y="60"/>
                      </a:cubicBezTo>
                      <a:cubicBezTo>
                        <a:pt x="50" y="60"/>
                        <a:pt x="50" y="60"/>
                        <a:pt x="51" y="60"/>
                      </a:cubicBezTo>
                      <a:cubicBezTo>
                        <a:pt x="51" y="60"/>
                        <a:pt x="51" y="61"/>
                        <a:pt x="51" y="61"/>
                      </a:cubicBezTo>
                      <a:cubicBezTo>
                        <a:pt x="52" y="61"/>
                        <a:pt x="52" y="61"/>
                        <a:pt x="53" y="61"/>
                      </a:cubicBezTo>
                      <a:cubicBezTo>
                        <a:pt x="53" y="61"/>
                        <a:pt x="53" y="62"/>
                        <a:pt x="54" y="62"/>
                      </a:cubicBezTo>
                      <a:cubicBezTo>
                        <a:pt x="54" y="63"/>
                        <a:pt x="56" y="63"/>
                        <a:pt x="56" y="64"/>
                      </a:cubicBezTo>
                      <a:cubicBezTo>
                        <a:pt x="57" y="64"/>
                        <a:pt x="57" y="64"/>
                        <a:pt x="57" y="64"/>
                      </a:cubicBezTo>
                      <a:cubicBezTo>
                        <a:pt x="58" y="64"/>
                        <a:pt x="58" y="65"/>
                        <a:pt x="59" y="65"/>
                      </a:cubicBezTo>
                      <a:cubicBezTo>
                        <a:pt x="59" y="65"/>
                        <a:pt x="59" y="64"/>
                        <a:pt x="59" y="64"/>
                      </a:cubicBezTo>
                      <a:cubicBezTo>
                        <a:pt x="59" y="63"/>
                        <a:pt x="58" y="63"/>
                        <a:pt x="58" y="62"/>
                      </a:cubicBezTo>
                      <a:cubicBezTo>
                        <a:pt x="58" y="61"/>
                        <a:pt x="58" y="61"/>
                        <a:pt x="58" y="60"/>
                      </a:cubicBezTo>
                      <a:cubicBezTo>
                        <a:pt x="58" y="59"/>
                        <a:pt x="58" y="59"/>
                        <a:pt x="58" y="58"/>
                      </a:cubicBezTo>
                      <a:cubicBezTo>
                        <a:pt x="59" y="57"/>
                        <a:pt x="59" y="56"/>
                        <a:pt x="60" y="56"/>
                      </a:cubicBezTo>
                      <a:cubicBezTo>
                        <a:pt x="61" y="55"/>
                        <a:pt x="61" y="54"/>
                        <a:pt x="62" y="53"/>
                      </a:cubicBezTo>
                      <a:cubicBezTo>
                        <a:pt x="63" y="53"/>
                        <a:pt x="63" y="52"/>
                        <a:pt x="64" y="51"/>
                      </a:cubicBezTo>
                      <a:cubicBezTo>
                        <a:pt x="65" y="51"/>
                        <a:pt x="65" y="51"/>
                        <a:pt x="65" y="50"/>
                      </a:cubicBezTo>
                      <a:cubicBezTo>
                        <a:pt x="66" y="50"/>
                        <a:pt x="66" y="50"/>
                        <a:pt x="67" y="50"/>
                      </a:cubicBezTo>
                      <a:cubicBezTo>
                        <a:pt x="67" y="49"/>
                        <a:pt x="68" y="48"/>
                        <a:pt x="67" y="46"/>
                      </a:cubicBezTo>
                      <a:cubicBezTo>
                        <a:pt x="66" y="46"/>
                        <a:pt x="67" y="45"/>
                        <a:pt x="68" y="45"/>
                      </a:cubicBezTo>
                      <a:cubicBezTo>
                        <a:pt x="68" y="45"/>
                        <a:pt x="67" y="45"/>
                        <a:pt x="67" y="44"/>
                      </a:cubicBezTo>
                      <a:cubicBezTo>
                        <a:pt x="67" y="44"/>
                        <a:pt x="66" y="43"/>
                        <a:pt x="66" y="43"/>
                      </a:cubicBezTo>
                      <a:cubicBezTo>
                        <a:pt x="66" y="42"/>
                        <a:pt x="65" y="41"/>
                        <a:pt x="65" y="40"/>
                      </a:cubicBezTo>
                      <a:cubicBezTo>
                        <a:pt x="64" y="40"/>
                        <a:pt x="65" y="40"/>
                        <a:pt x="65" y="39"/>
                      </a:cubicBezTo>
                      <a:cubicBezTo>
                        <a:pt x="65" y="39"/>
                        <a:pt x="64" y="38"/>
                        <a:pt x="64" y="37"/>
                      </a:cubicBezTo>
                      <a:cubicBezTo>
                        <a:pt x="64" y="36"/>
                        <a:pt x="65" y="34"/>
                        <a:pt x="65" y="32"/>
                      </a:cubicBezTo>
                      <a:cubicBezTo>
                        <a:pt x="64" y="31"/>
                        <a:pt x="62" y="31"/>
                        <a:pt x="62" y="30"/>
                      </a:cubicBezTo>
                      <a:cubicBezTo>
                        <a:pt x="61" y="29"/>
                        <a:pt x="63" y="27"/>
                        <a:pt x="64" y="27"/>
                      </a:cubicBezTo>
                      <a:cubicBezTo>
                        <a:pt x="65" y="26"/>
                        <a:pt x="66" y="26"/>
                        <a:pt x="67" y="25"/>
                      </a:cubicBezTo>
                      <a:cubicBezTo>
                        <a:pt x="67" y="24"/>
                        <a:pt x="66" y="22"/>
                        <a:pt x="66" y="21"/>
                      </a:cubicBezTo>
                      <a:cubicBezTo>
                        <a:pt x="66" y="20"/>
                        <a:pt x="66" y="19"/>
                        <a:pt x="66" y="19"/>
                      </a:cubicBezTo>
                      <a:cubicBezTo>
                        <a:pt x="65" y="18"/>
                        <a:pt x="65" y="17"/>
                        <a:pt x="65" y="16"/>
                      </a:cubicBezTo>
                      <a:cubicBezTo>
                        <a:pt x="64" y="15"/>
                        <a:pt x="63" y="13"/>
                        <a:pt x="63" y="11"/>
                      </a:cubicBezTo>
                      <a:cubicBezTo>
                        <a:pt x="63" y="10"/>
                        <a:pt x="63" y="8"/>
                        <a:pt x="62" y="7"/>
                      </a:cubicBezTo>
                      <a:cubicBezTo>
                        <a:pt x="61" y="7"/>
                        <a:pt x="61" y="7"/>
                        <a:pt x="61" y="7"/>
                      </a:cubicBezTo>
                      <a:cubicBezTo>
                        <a:pt x="60" y="7"/>
                        <a:pt x="60" y="7"/>
                        <a:pt x="60" y="6"/>
                      </a:cubicBezTo>
                      <a:cubicBezTo>
                        <a:pt x="59" y="6"/>
                        <a:pt x="59" y="7"/>
                        <a:pt x="58" y="6"/>
                      </a:cubicBezTo>
                      <a:cubicBezTo>
                        <a:pt x="57" y="7"/>
                        <a:pt x="55" y="6"/>
                        <a:pt x="54" y="6"/>
                      </a:cubicBezTo>
                      <a:cubicBezTo>
                        <a:pt x="52" y="6"/>
                        <a:pt x="50" y="6"/>
                        <a:pt x="48" y="6"/>
                      </a:cubicBezTo>
                      <a:cubicBezTo>
                        <a:pt x="47" y="6"/>
                        <a:pt x="45" y="6"/>
                        <a:pt x="43" y="6"/>
                      </a:cubicBezTo>
                      <a:cubicBezTo>
                        <a:pt x="41" y="5"/>
                        <a:pt x="39" y="5"/>
                        <a:pt x="38" y="5"/>
                      </a:cubicBezTo>
                      <a:cubicBezTo>
                        <a:pt x="36" y="6"/>
                        <a:pt x="35" y="6"/>
                        <a:pt x="33" y="6"/>
                      </a:cubicBezTo>
                      <a:cubicBezTo>
                        <a:pt x="33" y="6"/>
                        <a:pt x="32" y="6"/>
                        <a:pt x="31" y="6"/>
                      </a:cubicBezTo>
                      <a:cubicBezTo>
                        <a:pt x="31" y="6"/>
                        <a:pt x="30" y="5"/>
                        <a:pt x="30" y="5"/>
                      </a:cubicBezTo>
                      <a:cubicBezTo>
                        <a:pt x="30" y="4"/>
                        <a:pt x="29" y="2"/>
                        <a:pt x="30" y="1"/>
                      </a:cubicBezTo>
                      <a:cubicBezTo>
                        <a:pt x="30" y="1"/>
                        <a:pt x="31" y="2"/>
                        <a:pt x="31" y="2"/>
                      </a:cubicBezTo>
                      <a:cubicBezTo>
                        <a:pt x="31" y="3"/>
                        <a:pt x="32" y="3"/>
                        <a:pt x="32" y="3"/>
                      </a:cubicBezTo>
                      <a:cubicBezTo>
                        <a:pt x="32" y="2"/>
                        <a:pt x="31" y="2"/>
                        <a:pt x="31" y="1"/>
                      </a:cubicBezTo>
                      <a:cubicBezTo>
                        <a:pt x="30" y="1"/>
                        <a:pt x="29" y="0"/>
                        <a:pt x="28" y="1"/>
                      </a:cubicBezTo>
                      <a:cubicBezTo>
                        <a:pt x="26" y="1"/>
                        <a:pt x="24" y="1"/>
                        <a:pt x="22" y="2"/>
                      </a:cubicBezTo>
                      <a:cubicBezTo>
                        <a:pt x="21" y="2"/>
                        <a:pt x="20" y="3"/>
                        <a:pt x="19" y="3"/>
                      </a:cubicBezTo>
                      <a:cubicBezTo>
                        <a:pt x="19" y="4"/>
                        <a:pt x="17" y="4"/>
                        <a:pt x="17" y="4"/>
                      </a:cubicBezTo>
                      <a:cubicBezTo>
                        <a:pt x="16" y="5"/>
                        <a:pt x="15" y="7"/>
                        <a:pt x="14" y="7"/>
                      </a:cubicBezTo>
                      <a:cubicBezTo>
                        <a:pt x="13" y="8"/>
                        <a:pt x="12" y="8"/>
                        <a:pt x="11" y="8"/>
                      </a:cubicBezTo>
                      <a:cubicBezTo>
                        <a:pt x="10" y="9"/>
                        <a:pt x="9" y="9"/>
                        <a:pt x="8" y="9"/>
                      </a:cubicBezTo>
                      <a:cubicBezTo>
                        <a:pt x="7" y="9"/>
                        <a:pt x="6" y="10"/>
                        <a:pt x="5" y="10"/>
                      </a:cubicBezTo>
                      <a:cubicBezTo>
                        <a:pt x="5" y="10"/>
                        <a:pt x="3" y="10"/>
                        <a:pt x="3" y="11"/>
                      </a:cubicBezTo>
                      <a:cubicBezTo>
                        <a:pt x="2" y="12"/>
                        <a:pt x="3" y="12"/>
                        <a:pt x="4" y="12"/>
                      </a:cubicBezTo>
                      <a:cubicBezTo>
                        <a:pt x="4" y="13"/>
                        <a:pt x="3" y="13"/>
                        <a:pt x="4" y="14"/>
                      </a:cubicBezTo>
                      <a:cubicBezTo>
                        <a:pt x="4" y="14"/>
                        <a:pt x="4" y="15"/>
                        <a:pt x="4" y="15"/>
                      </a:cubicBezTo>
                      <a:cubicBezTo>
                        <a:pt x="3" y="15"/>
                        <a:pt x="3" y="14"/>
                        <a:pt x="3" y="14"/>
                      </a:cubicBezTo>
                      <a:cubicBezTo>
                        <a:pt x="3" y="14"/>
                        <a:pt x="2" y="13"/>
                        <a:pt x="1" y="13"/>
                      </a:cubicBezTo>
                      <a:cubicBezTo>
                        <a:pt x="1" y="14"/>
                        <a:pt x="2" y="15"/>
                        <a:pt x="2" y="16"/>
                      </a:cubicBezTo>
                      <a:cubicBezTo>
                        <a:pt x="2" y="17"/>
                        <a:pt x="3" y="18"/>
                        <a:pt x="2" y="19"/>
                      </a:cubicBezTo>
                      <a:cubicBezTo>
                        <a:pt x="2" y="20"/>
                        <a:pt x="2" y="21"/>
                        <a:pt x="2" y="21"/>
                      </a:cubicBezTo>
                      <a:cubicBezTo>
                        <a:pt x="1" y="22"/>
                        <a:pt x="0" y="23"/>
                        <a:pt x="1" y="24"/>
                      </a:cubicBezTo>
                      <a:cubicBezTo>
                        <a:pt x="2" y="24"/>
                        <a:pt x="3" y="25"/>
                        <a:pt x="4" y="26"/>
                      </a:cubicBezTo>
                      <a:cubicBezTo>
                        <a:pt x="4" y="27"/>
                        <a:pt x="3" y="28"/>
                        <a:pt x="3" y="29"/>
                      </a:cubicBezTo>
                      <a:cubicBezTo>
                        <a:pt x="3" y="29"/>
                        <a:pt x="4" y="30"/>
                        <a:pt x="4" y="30"/>
                      </a:cubicBezTo>
                      <a:cubicBezTo>
                        <a:pt x="4" y="31"/>
                        <a:pt x="4" y="31"/>
                        <a:pt x="4" y="31"/>
                      </a:cubicBezTo>
                      <a:cubicBezTo>
                        <a:pt x="4" y="32"/>
                        <a:pt x="5" y="32"/>
                        <a:pt x="5" y="33"/>
                      </a:cubicBezTo>
                      <a:cubicBezTo>
                        <a:pt x="5" y="33"/>
                        <a:pt x="4" y="33"/>
                        <a:pt x="4" y="33"/>
                      </a:cubicBezTo>
                      <a:cubicBezTo>
                        <a:pt x="4" y="34"/>
                        <a:pt x="4" y="34"/>
                        <a:pt x="4" y="34"/>
                      </a:cubicBezTo>
                      <a:cubicBezTo>
                        <a:pt x="3" y="34"/>
                        <a:pt x="4" y="36"/>
                        <a:pt x="4" y="36"/>
                      </a:cubicBezTo>
                      <a:cubicBezTo>
                        <a:pt x="5" y="37"/>
                        <a:pt x="4" y="38"/>
                        <a:pt x="5" y="38"/>
                      </a:cubicBezTo>
                      <a:cubicBezTo>
                        <a:pt x="6" y="39"/>
                        <a:pt x="7" y="40"/>
                        <a:pt x="6" y="41"/>
                      </a:cubicBezTo>
                      <a:cubicBezTo>
                        <a:pt x="6" y="42"/>
                        <a:pt x="6" y="42"/>
                        <a:pt x="6" y="43"/>
                      </a:cubicBezTo>
                      <a:cubicBezTo>
                        <a:pt x="6" y="44"/>
                        <a:pt x="6" y="44"/>
                        <a:pt x="5" y="45"/>
                      </a:cubicBezTo>
                      <a:cubicBezTo>
                        <a:pt x="6" y="45"/>
                        <a:pt x="6" y="45"/>
                        <a:pt x="6" y="44"/>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3" name="Freeform 777">
                  <a:extLst>
                    <a:ext uri="{FF2B5EF4-FFF2-40B4-BE49-F238E27FC236}">
                      <a16:creationId xmlns:a16="http://schemas.microsoft.com/office/drawing/2014/main" id="{AD64F574-FE8C-7D21-ACA5-D5ECAF5F6B2A}"/>
                    </a:ext>
                  </a:extLst>
                </p:cNvPr>
                <p:cNvSpPr>
                  <a:spLocks/>
                </p:cNvSpPr>
                <p:nvPr/>
              </p:nvSpPr>
              <p:spPr bwMode="auto">
                <a:xfrm>
                  <a:off x="6000750" y="3146425"/>
                  <a:ext cx="508000" cy="341313"/>
                </a:xfrm>
                <a:custGeom>
                  <a:avLst/>
                  <a:gdLst>
                    <a:gd name="T0" fmla="*/ 110 w 122"/>
                    <a:gd name="T1" fmla="*/ 51 h 82"/>
                    <a:gd name="T2" fmla="*/ 119 w 122"/>
                    <a:gd name="T3" fmla="*/ 48 h 82"/>
                    <a:gd name="T4" fmla="*/ 121 w 122"/>
                    <a:gd name="T5" fmla="*/ 44 h 82"/>
                    <a:gd name="T6" fmla="*/ 121 w 122"/>
                    <a:gd name="T7" fmla="*/ 38 h 82"/>
                    <a:gd name="T8" fmla="*/ 121 w 122"/>
                    <a:gd name="T9" fmla="*/ 32 h 82"/>
                    <a:gd name="T10" fmla="*/ 118 w 122"/>
                    <a:gd name="T11" fmla="*/ 29 h 82"/>
                    <a:gd name="T12" fmla="*/ 111 w 122"/>
                    <a:gd name="T13" fmla="*/ 27 h 82"/>
                    <a:gd name="T14" fmla="*/ 106 w 122"/>
                    <a:gd name="T15" fmla="*/ 26 h 82"/>
                    <a:gd name="T16" fmla="*/ 95 w 122"/>
                    <a:gd name="T17" fmla="*/ 23 h 82"/>
                    <a:gd name="T18" fmla="*/ 90 w 122"/>
                    <a:gd name="T19" fmla="*/ 21 h 82"/>
                    <a:gd name="T20" fmla="*/ 89 w 122"/>
                    <a:gd name="T21" fmla="*/ 15 h 82"/>
                    <a:gd name="T22" fmla="*/ 81 w 122"/>
                    <a:gd name="T23" fmla="*/ 13 h 82"/>
                    <a:gd name="T24" fmla="*/ 82 w 122"/>
                    <a:gd name="T25" fmla="*/ 8 h 82"/>
                    <a:gd name="T26" fmla="*/ 80 w 122"/>
                    <a:gd name="T27" fmla="*/ 2 h 82"/>
                    <a:gd name="T28" fmla="*/ 71 w 122"/>
                    <a:gd name="T29" fmla="*/ 1 h 82"/>
                    <a:gd name="T30" fmla="*/ 65 w 122"/>
                    <a:gd name="T31" fmla="*/ 3 h 82"/>
                    <a:gd name="T32" fmla="*/ 59 w 122"/>
                    <a:gd name="T33" fmla="*/ 6 h 82"/>
                    <a:gd name="T34" fmla="*/ 53 w 122"/>
                    <a:gd name="T35" fmla="*/ 11 h 82"/>
                    <a:gd name="T36" fmla="*/ 46 w 122"/>
                    <a:gd name="T37" fmla="*/ 9 h 82"/>
                    <a:gd name="T38" fmla="*/ 40 w 122"/>
                    <a:gd name="T39" fmla="*/ 9 h 82"/>
                    <a:gd name="T40" fmla="*/ 34 w 122"/>
                    <a:gd name="T41" fmla="*/ 8 h 82"/>
                    <a:gd name="T42" fmla="*/ 29 w 122"/>
                    <a:gd name="T43" fmla="*/ 7 h 82"/>
                    <a:gd name="T44" fmla="*/ 16 w 122"/>
                    <a:gd name="T45" fmla="*/ 6 h 82"/>
                    <a:gd name="T46" fmla="*/ 11 w 122"/>
                    <a:gd name="T47" fmla="*/ 12 h 82"/>
                    <a:gd name="T48" fmla="*/ 13 w 122"/>
                    <a:gd name="T49" fmla="*/ 22 h 82"/>
                    <a:gd name="T50" fmla="*/ 4 w 122"/>
                    <a:gd name="T51" fmla="*/ 30 h 82"/>
                    <a:gd name="T52" fmla="*/ 3 w 122"/>
                    <a:gd name="T53" fmla="*/ 36 h 82"/>
                    <a:gd name="T54" fmla="*/ 4 w 122"/>
                    <a:gd name="T55" fmla="*/ 46 h 82"/>
                    <a:gd name="T56" fmla="*/ 13 w 122"/>
                    <a:gd name="T57" fmla="*/ 47 h 82"/>
                    <a:gd name="T58" fmla="*/ 21 w 122"/>
                    <a:gd name="T59" fmla="*/ 48 h 82"/>
                    <a:gd name="T60" fmla="*/ 31 w 122"/>
                    <a:gd name="T61" fmla="*/ 44 h 82"/>
                    <a:gd name="T62" fmla="*/ 35 w 122"/>
                    <a:gd name="T63" fmla="*/ 42 h 82"/>
                    <a:gd name="T64" fmla="*/ 40 w 122"/>
                    <a:gd name="T65" fmla="*/ 43 h 82"/>
                    <a:gd name="T66" fmla="*/ 42 w 122"/>
                    <a:gd name="T67" fmla="*/ 44 h 82"/>
                    <a:gd name="T68" fmla="*/ 45 w 122"/>
                    <a:gd name="T69" fmla="*/ 46 h 82"/>
                    <a:gd name="T70" fmla="*/ 48 w 122"/>
                    <a:gd name="T71" fmla="*/ 49 h 82"/>
                    <a:gd name="T72" fmla="*/ 50 w 122"/>
                    <a:gd name="T73" fmla="*/ 54 h 82"/>
                    <a:gd name="T74" fmla="*/ 51 w 122"/>
                    <a:gd name="T75" fmla="*/ 57 h 82"/>
                    <a:gd name="T76" fmla="*/ 52 w 122"/>
                    <a:gd name="T77" fmla="*/ 63 h 82"/>
                    <a:gd name="T78" fmla="*/ 48 w 122"/>
                    <a:gd name="T79" fmla="*/ 63 h 82"/>
                    <a:gd name="T80" fmla="*/ 46 w 122"/>
                    <a:gd name="T81" fmla="*/ 66 h 82"/>
                    <a:gd name="T82" fmla="*/ 43 w 122"/>
                    <a:gd name="T83" fmla="*/ 71 h 82"/>
                    <a:gd name="T84" fmla="*/ 51 w 122"/>
                    <a:gd name="T85" fmla="*/ 73 h 82"/>
                    <a:gd name="T86" fmla="*/ 52 w 122"/>
                    <a:gd name="T87" fmla="*/ 70 h 82"/>
                    <a:gd name="T88" fmla="*/ 58 w 122"/>
                    <a:gd name="T89" fmla="*/ 61 h 82"/>
                    <a:gd name="T90" fmla="*/ 65 w 122"/>
                    <a:gd name="T91" fmla="*/ 56 h 82"/>
                    <a:gd name="T92" fmla="*/ 63 w 122"/>
                    <a:gd name="T93" fmla="*/ 61 h 82"/>
                    <a:gd name="T94" fmla="*/ 69 w 122"/>
                    <a:gd name="T95" fmla="*/ 65 h 82"/>
                    <a:gd name="T96" fmla="*/ 76 w 122"/>
                    <a:gd name="T97" fmla="*/ 66 h 82"/>
                    <a:gd name="T98" fmla="*/ 71 w 122"/>
                    <a:gd name="T99" fmla="*/ 71 h 82"/>
                    <a:gd name="T100" fmla="*/ 76 w 122"/>
                    <a:gd name="T101" fmla="*/ 75 h 82"/>
                    <a:gd name="T102" fmla="*/ 77 w 122"/>
                    <a:gd name="T103" fmla="*/ 81 h 82"/>
                    <a:gd name="T104" fmla="*/ 88 w 122"/>
                    <a:gd name="T105" fmla="*/ 78 h 82"/>
                    <a:gd name="T106" fmla="*/ 94 w 122"/>
                    <a:gd name="T107" fmla="*/ 76 h 82"/>
                    <a:gd name="T108" fmla="*/ 96 w 122"/>
                    <a:gd name="T109" fmla="*/ 72 h 82"/>
                    <a:gd name="T110" fmla="*/ 88 w 122"/>
                    <a:gd name="T111" fmla="*/ 71 h 82"/>
                    <a:gd name="T112" fmla="*/ 88 w 122"/>
                    <a:gd name="T113" fmla="*/ 66 h 82"/>
                    <a:gd name="T114" fmla="*/ 99 w 122"/>
                    <a:gd name="T115" fmla="*/ 60 h 82"/>
                    <a:gd name="T116" fmla="*/ 105 w 122"/>
                    <a:gd name="T117" fmla="*/ 5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2" h="82">
                      <a:moveTo>
                        <a:pt x="108" y="55"/>
                      </a:moveTo>
                      <a:cubicBezTo>
                        <a:pt x="109" y="55"/>
                        <a:pt x="109" y="54"/>
                        <a:pt x="109" y="54"/>
                      </a:cubicBezTo>
                      <a:cubicBezTo>
                        <a:pt x="109" y="54"/>
                        <a:pt x="109" y="54"/>
                        <a:pt x="109" y="54"/>
                      </a:cubicBezTo>
                      <a:cubicBezTo>
                        <a:pt x="109" y="53"/>
                        <a:pt x="109" y="52"/>
                        <a:pt x="109" y="52"/>
                      </a:cubicBezTo>
                      <a:cubicBezTo>
                        <a:pt x="109" y="51"/>
                        <a:pt x="109" y="51"/>
                        <a:pt x="110" y="51"/>
                      </a:cubicBezTo>
                      <a:cubicBezTo>
                        <a:pt x="111" y="50"/>
                        <a:pt x="111" y="51"/>
                        <a:pt x="112" y="50"/>
                      </a:cubicBezTo>
                      <a:cubicBezTo>
                        <a:pt x="113" y="50"/>
                        <a:pt x="112" y="50"/>
                        <a:pt x="113" y="49"/>
                      </a:cubicBezTo>
                      <a:cubicBezTo>
                        <a:pt x="113" y="48"/>
                        <a:pt x="113" y="48"/>
                        <a:pt x="114" y="48"/>
                      </a:cubicBezTo>
                      <a:cubicBezTo>
                        <a:pt x="115" y="48"/>
                        <a:pt x="116" y="48"/>
                        <a:pt x="116" y="48"/>
                      </a:cubicBezTo>
                      <a:cubicBezTo>
                        <a:pt x="117" y="48"/>
                        <a:pt x="118" y="49"/>
                        <a:pt x="119" y="48"/>
                      </a:cubicBezTo>
                      <a:cubicBezTo>
                        <a:pt x="119" y="48"/>
                        <a:pt x="119" y="48"/>
                        <a:pt x="119" y="47"/>
                      </a:cubicBezTo>
                      <a:cubicBezTo>
                        <a:pt x="119" y="47"/>
                        <a:pt x="119" y="47"/>
                        <a:pt x="119" y="47"/>
                      </a:cubicBezTo>
                      <a:cubicBezTo>
                        <a:pt x="119" y="46"/>
                        <a:pt x="120" y="46"/>
                        <a:pt x="120" y="46"/>
                      </a:cubicBezTo>
                      <a:cubicBezTo>
                        <a:pt x="120" y="46"/>
                        <a:pt x="120" y="45"/>
                        <a:pt x="120" y="45"/>
                      </a:cubicBezTo>
                      <a:cubicBezTo>
                        <a:pt x="120" y="45"/>
                        <a:pt x="121" y="45"/>
                        <a:pt x="121" y="44"/>
                      </a:cubicBezTo>
                      <a:cubicBezTo>
                        <a:pt x="121" y="44"/>
                        <a:pt x="120" y="44"/>
                        <a:pt x="120" y="44"/>
                      </a:cubicBezTo>
                      <a:cubicBezTo>
                        <a:pt x="120" y="43"/>
                        <a:pt x="120" y="43"/>
                        <a:pt x="120" y="42"/>
                      </a:cubicBezTo>
                      <a:cubicBezTo>
                        <a:pt x="120" y="42"/>
                        <a:pt x="120" y="42"/>
                        <a:pt x="120" y="41"/>
                      </a:cubicBezTo>
                      <a:cubicBezTo>
                        <a:pt x="119" y="41"/>
                        <a:pt x="118" y="40"/>
                        <a:pt x="119" y="39"/>
                      </a:cubicBezTo>
                      <a:cubicBezTo>
                        <a:pt x="119" y="39"/>
                        <a:pt x="121" y="39"/>
                        <a:pt x="121" y="38"/>
                      </a:cubicBezTo>
                      <a:cubicBezTo>
                        <a:pt x="121" y="38"/>
                        <a:pt x="120" y="38"/>
                        <a:pt x="120" y="38"/>
                      </a:cubicBezTo>
                      <a:cubicBezTo>
                        <a:pt x="119" y="38"/>
                        <a:pt x="119" y="38"/>
                        <a:pt x="119" y="37"/>
                      </a:cubicBezTo>
                      <a:cubicBezTo>
                        <a:pt x="118" y="36"/>
                        <a:pt x="119" y="36"/>
                        <a:pt x="120" y="36"/>
                      </a:cubicBezTo>
                      <a:cubicBezTo>
                        <a:pt x="120" y="35"/>
                        <a:pt x="121" y="34"/>
                        <a:pt x="122" y="34"/>
                      </a:cubicBezTo>
                      <a:cubicBezTo>
                        <a:pt x="122" y="33"/>
                        <a:pt x="122" y="33"/>
                        <a:pt x="121" y="32"/>
                      </a:cubicBezTo>
                      <a:cubicBezTo>
                        <a:pt x="121" y="32"/>
                        <a:pt x="122" y="31"/>
                        <a:pt x="121" y="30"/>
                      </a:cubicBezTo>
                      <a:cubicBezTo>
                        <a:pt x="121" y="30"/>
                        <a:pt x="121" y="30"/>
                        <a:pt x="120" y="30"/>
                      </a:cubicBezTo>
                      <a:cubicBezTo>
                        <a:pt x="120" y="30"/>
                        <a:pt x="120" y="31"/>
                        <a:pt x="119" y="31"/>
                      </a:cubicBezTo>
                      <a:cubicBezTo>
                        <a:pt x="119" y="31"/>
                        <a:pt x="119" y="30"/>
                        <a:pt x="118" y="30"/>
                      </a:cubicBezTo>
                      <a:cubicBezTo>
                        <a:pt x="118" y="30"/>
                        <a:pt x="118" y="29"/>
                        <a:pt x="118" y="29"/>
                      </a:cubicBezTo>
                      <a:cubicBezTo>
                        <a:pt x="117" y="29"/>
                        <a:pt x="116" y="29"/>
                        <a:pt x="116" y="29"/>
                      </a:cubicBezTo>
                      <a:cubicBezTo>
                        <a:pt x="116" y="28"/>
                        <a:pt x="116" y="28"/>
                        <a:pt x="115" y="28"/>
                      </a:cubicBezTo>
                      <a:cubicBezTo>
                        <a:pt x="114" y="28"/>
                        <a:pt x="114" y="28"/>
                        <a:pt x="114" y="28"/>
                      </a:cubicBezTo>
                      <a:cubicBezTo>
                        <a:pt x="114" y="28"/>
                        <a:pt x="113" y="28"/>
                        <a:pt x="112" y="27"/>
                      </a:cubicBezTo>
                      <a:cubicBezTo>
                        <a:pt x="112" y="27"/>
                        <a:pt x="112" y="27"/>
                        <a:pt x="111" y="27"/>
                      </a:cubicBezTo>
                      <a:cubicBezTo>
                        <a:pt x="110" y="27"/>
                        <a:pt x="110" y="26"/>
                        <a:pt x="110" y="26"/>
                      </a:cubicBezTo>
                      <a:cubicBezTo>
                        <a:pt x="109" y="26"/>
                        <a:pt x="109" y="25"/>
                        <a:pt x="109" y="25"/>
                      </a:cubicBezTo>
                      <a:cubicBezTo>
                        <a:pt x="108" y="25"/>
                        <a:pt x="108" y="26"/>
                        <a:pt x="108" y="27"/>
                      </a:cubicBezTo>
                      <a:cubicBezTo>
                        <a:pt x="108" y="27"/>
                        <a:pt x="107" y="27"/>
                        <a:pt x="107" y="27"/>
                      </a:cubicBezTo>
                      <a:cubicBezTo>
                        <a:pt x="107" y="26"/>
                        <a:pt x="106" y="26"/>
                        <a:pt x="106" y="26"/>
                      </a:cubicBezTo>
                      <a:cubicBezTo>
                        <a:pt x="105" y="25"/>
                        <a:pt x="105" y="23"/>
                        <a:pt x="104" y="22"/>
                      </a:cubicBezTo>
                      <a:cubicBezTo>
                        <a:pt x="103" y="21"/>
                        <a:pt x="102" y="22"/>
                        <a:pt x="101" y="23"/>
                      </a:cubicBezTo>
                      <a:cubicBezTo>
                        <a:pt x="100" y="23"/>
                        <a:pt x="100" y="22"/>
                        <a:pt x="99" y="23"/>
                      </a:cubicBezTo>
                      <a:cubicBezTo>
                        <a:pt x="99" y="23"/>
                        <a:pt x="98" y="24"/>
                        <a:pt x="98" y="24"/>
                      </a:cubicBezTo>
                      <a:cubicBezTo>
                        <a:pt x="98" y="23"/>
                        <a:pt x="96" y="23"/>
                        <a:pt x="95" y="23"/>
                      </a:cubicBezTo>
                      <a:cubicBezTo>
                        <a:pt x="95" y="22"/>
                        <a:pt x="94" y="22"/>
                        <a:pt x="93" y="22"/>
                      </a:cubicBezTo>
                      <a:cubicBezTo>
                        <a:pt x="93" y="22"/>
                        <a:pt x="92" y="22"/>
                        <a:pt x="91" y="22"/>
                      </a:cubicBezTo>
                      <a:cubicBezTo>
                        <a:pt x="91" y="22"/>
                        <a:pt x="91" y="22"/>
                        <a:pt x="91" y="22"/>
                      </a:cubicBezTo>
                      <a:cubicBezTo>
                        <a:pt x="91" y="22"/>
                        <a:pt x="91" y="22"/>
                        <a:pt x="91" y="21"/>
                      </a:cubicBezTo>
                      <a:cubicBezTo>
                        <a:pt x="90" y="21"/>
                        <a:pt x="90" y="21"/>
                        <a:pt x="90" y="21"/>
                      </a:cubicBezTo>
                      <a:cubicBezTo>
                        <a:pt x="89" y="20"/>
                        <a:pt x="90" y="19"/>
                        <a:pt x="90" y="19"/>
                      </a:cubicBezTo>
                      <a:cubicBezTo>
                        <a:pt x="90" y="18"/>
                        <a:pt x="90" y="18"/>
                        <a:pt x="90" y="18"/>
                      </a:cubicBezTo>
                      <a:cubicBezTo>
                        <a:pt x="89" y="17"/>
                        <a:pt x="90" y="17"/>
                        <a:pt x="89" y="17"/>
                      </a:cubicBezTo>
                      <a:cubicBezTo>
                        <a:pt x="89" y="16"/>
                        <a:pt x="89" y="16"/>
                        <a:pt x="89" y="16"/>
                      </a:cubicBezTo>
                      <a:cubicBezTo>
                        <a:pt x="89" y="16"/>
                        <a:pt x="89" y="15"/>
                        <a:pt x="89" y="15"/>
                      </a:cubicBezTo>
                      <a:cubicBezTo>
                        <a:pt x="89" y="15"/>
                        <a:pt x="88" y="15"/>
                        <a:pt x="88" y="14"/>
                      </a:cubicBezTo>
                      <a:cubicBezTo>
                        <a:pt x="87" y="13"/>
                        <a:pt x="87" y="13"/>
                        <a:pt x="86" y="13"/>
                      </a:cubicBezTo>
                      <a:cubicBezTo>
                        <a:pt x="86" y="13"/>
                        <a:pt x="85" y="14"/>
                        <a:pt x="85" y="14"/>
                      </a:cubicBezTo>
                      <a:cubicBezTo>
                        <a:pt x="85" y="14"/>
                        <a:pt x="85" y="13"/>
                        <a:pt x="84" y="13"/>
                      </a:cubicBezTo>
                      <a:cubicBezTo>
                        <a:pt x="83" y="13"/>
                        <a:pt x="82" y="13"/>
                        <a:pt x="81" y="13"/>
                      </a:cubicBezTo>
                      <a:cubicBezTo>
                        <a:pt x="82" y="13"/>
                        <a:pt x="82" y="12"/>
                        <a:pt x="82" y="12"/>
                      </a:cubicBezTo>
                      <a:cubicBezTo>
                        <a:pt x="82" y="11"/>
                        <a:pt x="82" y="12"/>
                        <a:pt x="82" y="11"/>
                      </a:cubicBezTo>
                      <a:cubicBezTo>
                        <a:pt x="82" y="11"/>
                        <a:pt x="82" y="10"/>
                        <a:pt x="82" y="10"/>
                      </a:cubicBezTo>
                      <a:cubicBezTo>
                        <a:pt x="82" y="9"/>
                        <a:pt x="81" y="9"/>
                        <a:pt x="81" y="9"/>
                      </a:cubicBezTo>
                      <a:cubicBezTo>
                        <a:pt x="80" y="8"/>
                        <a:pt x="81" y="8"/>
                        <a:pt x="82" y="8"/>
                      </a:cubicBezTo>
                      <a:cubicBezTo>
                        <a:pt x="82" y="8"/>
                        <a:pt x="83" y="8"/>
                        <a:pt x="83" y="7"/>
                      </a:cubicBezTo>
                      <a:cubicBezTo>
                        <a:pt x="83" y="7"/>
                        <a:pt x="83" y="6"/>
                        <a:pt x="82" y="6"/>
                      </a:cubicBezTo>
                      <a:cubicBezTo>
                        <a:pt x="82" y="6"/>
                        <a:pt x="82" y="6"/>
                        <a:pt x="81" y="6"/>
                      </a:cubicBezTo>
                      <a:cubicBezTo>
                        <a:pt x="81" y="5"/>
                        <a:pt x="81" y="5"/>
                        <a:pt x="81" y="5"/>
                      </a:cubicBezTo>
                      <a:cubicBezTo>
                        <a:pt x="81" y="4"/>
                        <a:pt x="80" y="3"/>
                        <a:pt x="80" y="2"/>
                      </a:cubicBezTo>
                      <a:cubicBezTo>
                        <a:pt x="80" y="2"/>
                        <a:pt x="79" y="1"/>
                        <a:pt x="78" y="1"/>
                      </a:cubicBezTo>
                      <a:cubicBezTo>
                        <a:pt x="78" y="1"/>
                        <a:pt x="78" y="1"/>
                        <a:pt x="77" y="1"/>
                      </a:cubicBezTo>
                      <a:cubicBezTo>
                        <a:pt x="77" y="0"/>
                        <a:pt x="75" y="1"/>
                        <a:pt x="74" y="1"/>
                      </a:cubicBezTo>
                      <a:cubicBezTo>
                        <a:pt x="74" y="2"/>
                        <a:pt x="73" y="2"/>
                        <a:pt x="72" y="2"/>
                      </a:cubicBezTo>
                      <a:cubicBezTo>
                        <a:pt x="72" y="2"/>
                        <a:pt x="71" y="2"/>
                        <a:pt x="71" y="1"/>
                      </a:cubicBezTo>
                      <a:cubicBezTo>
                        <a:pt x="69" y="1"/>
                        <a:pt x="69" y="2"/>
                        <a:pt x="69" y="3"/>
                      </a:cubicBezTo>
                      <a:cubicBezTo>
                        <a:pt x="69" y="4"/>
                        <a:pt x="68" y="4"/>
                        <a:pt x="67" y="4"/>
                      </a:cubicBezTo>
                      <a:cubicBezTo>
                        <a:pt x="66" y="4"/>
                        <a:pt x="66" y="4"/>
                        <a:pt x="65" y="4"/>
                      </a:cubicBezTo>
                      <a:cubicBezTo>
                        <a:pt x="65" y="4"/>
                        <a:pt x="65" y="4"/>
                        <a:pt x="65" y="4"/>
                      </a:cubicBezTo>
                      <a:cubicBezTo>
                        <a:pt x="65" y="4"/>
                        <a:pt x="65" y="3"/>
                        <a:pt x="65" y="3"/>
                      </a:cubicBezTo>
                      <a:cubicBezTo>
                        <a:pt x="65" y="4"/>
                        <a:pt x="64" y="4"/>
                        <a:pt x="64" y="3"/>
                      </a:cubicBezTo>
                      <a:cubicBezTo>
                        <a:pt x="63" y="3"/>
                        <a:pt x="63" y="4"/>
                        <a:pt x="62" y="4"/>
                      </a:cubicBezTo>
                      <a:cubicBezTo>
                        <a:pt x="61" y="4"/>
                        <a:pt x="60" y="3"/>
                        <a:pt x="60" y="4"/>
                      </a:cubicBezTo>
                      <a:cubicBezTo>
                        <a:pt x="60" y="4"/>
                        <a:pt x="60" y="5"/>
                        <a:pt x="59" y="5"/>
                      </a:cubicBezTo>
                      <a:cubicBezTo>
                        <a:pt x="59" y="5"/>
                        <a:pt x="59" y="5"/>
                        <a:pt x="59" y="6"/>
                      </a:cubicBezTo>
                      <a:cubicBezTo>
                        <a:pt x="57" y="7"/>
                        <a:pt x="56" y="8"/>
                        <a:pt x="57" y="10"/>
                      </a:cubicBezTo>
                      <a:cubicBezTo>
                        <a:pt x="57" y="10"/>
                        <a:pt x="58" y="11"/>
                        <a:pt x="57" y="12"/>
                      </a:cubicBezTo>
                      <a:cubicBezTo>
                        <a:pt x="57" y="13"/>
                        <a:pt x="56" y="13"/>
                        <a:pt x="56" y="12"/>
                      </a:cubicBezTo>
                      <a:cubicBezTo>
                        <a:pt x="55" y="12"/>
                        <a:pt x="55" y="11"/>
                        <a:pt x="55" y="11"/>
                      </a:cubicBezTo>
                      <a:cubicBezTo>
                        <a:pt x="54" y="10"/>
                        <a:pt x="54" y="11"/>
                        <a:pt x="53" y="11"/>
                      </a:cubicBezTo>
                      <a:cubicBezTo>
                        <a:pt x="52" y="11"/>
                        <a:pt x="52" y="10"/>
                        <a:pt x="51" y="10"/>
                      </a:cubicBezTo>
                      <a:cubicBezTo>
                        <a:pt x="50" y="10"/>
                        <a:pt x="50" y="11"/>
                        <a:pt x="50" y="11"/>
                      </a:cubicBezTo>
                      <a:cubicBezTo>
                        <a:pt x="50" y="11"/>
                        <a:pt x="50" y="11"/>
                        <a:pt x="49" y="11"/>
                      </a:cubicBezTo>
                      <a:cubicBezTo>
                        <a:pt x="48" y="12"/>
                        <a:pt x="49" y="9"/>
                        <a:pt x="47" y="9"/>
                      </a:cubicBezTo>
                      <a:cubicBezTo>
                        <a:pt x="47" y="9"/>
                        <a:pt x="46" y="9"/>
                        <a:pt x="46" y="9"/>
                      </a:cubicBezTo>
                      <a:cubicBezTo>
                        <a:pt x="45" y="10"/>
                        <a:pt x="45" y="10"/>
                        <a:pt x="45" y="11"/>
                      </a:cubicBezTo>
                      <a:cubicBezTo>
                        <a:pt x="44" y="11"/>
                        <a:pt x="44" y="10"/>
                        <a:pt x="44" y="10"/>
                      </a:cubicBezTo>
                      <a:cubicBezTo>
                        <a:pt x="43" y="9"/>
                        <a:pt x="43" y="10"/>
                        <a:pt x="42" y="10"/>
                      </a:cubicBezTo>
                      <a:cubicBezTo>
                        <a:pt x="42" y="10"/>
                        <a:pt x="42" y="9"/>
                        <a:pt x="41" y="9"/>
                      </a:cubicBezTo>
                      <a:cubicBezTo>
                        <a:pt x="41" y="9"/>
                        <a:pt x="41" y="9"/>
                        <a:pt x="40" y="9"/>
                      </a:cubicBezTo>
                      <a:cubicBezTo>
                        <a:pt x="40" y="10"/>
                        <a:pt x="39" y="9"/>
                        <a:pt x="39" y="9"/>
                      </a:cubicBezTo>
                      <a:cubicBezTo>
                        <a:pt x="38" y="9"/>
                        <a:pt x="39" y="10"/>
                        <a:pt x="38" y="10"/>
                      </a:cubicBezTo>
                      <a:cubicBezTo>
                        <a:pt x="38" y="11"/>
                        <a:pt x="38" y="10"/>
                        <a:pt x="37" y="9"/>
                      </a:cubicBezTo>
                      <a:cubicBezTo>
                        <a:pt x="37" y="9"/>
                        <a:pt x="37" y="9"/>
                        <a:pt x="36" y="9"/>
                      </a:cubicBezTo>
                      <a:cubicBezTo>
                        <a:pt x="36" y="10"/>
                        <a:pt x="35" y="9"/>
                        <a:pt x="34" y="8"/>
                      </a:cubicBezTo>
                      <a:cubicBezTo>
                        <a:pt x="34" y="8"/>
                        <a:pt x="34" y="7"/>
                        <a:pt x="33" y="7"/>
                      </a:cubicBezTo>
                      <a:cubicBezTo>
                        <a:pt x="33" y="7"/>
                        <a:pt x="33" y="7"/>
                        <a:pt x="33" y="7"/>
                      </a:cubicBezTo>
                      <a:cubicBezTo>
                        <a:pt x="33" y="7"/>
                        <a:pt x="32" y="7"/>
                        <a:pt x="32" y="7"/>
                      </a:cubicBezTo>
                      <a:cubicBezTo>
                        <a:pt x="32" y="7"/>
                        <a:pt x="31" y="7"/>
                        <a:pt x="31" y="7"/>
                      </a:cubicBezTo>
                      <a:cubicBezTo>
                        <a:pt x="30" y="7"/>
                        <a:pt x="30" y="7"/>
                        <a:pt x="29" y="7"/>
                      </a:cubicBezTo>
                      <a:cubicBezTo>
                        <a:pt x="28" y="6"/>
                        <a:pt x="27" y="6"/>
                        <a:pt x="26" y="6"/>
                      </a:cubicBezTo>
                      <a:cubicBezTo>
                        <a:pt x="25" y="6"/>
                        <a:pt x="24" y="5"/>
                        <a:pt x="23" y="5"/>
                      </a:cubicBezTo>
                      <a:cubicBezTo>
                        <a:pt x="22" y="5"/>
                        <a:pt x="21" y="5"/>
                        <a:pt x="20" y="5"/>
                      </a:cubicBezTo>
                      <a:cubicBezTo>
                        <a:pt x="20" y="5"/>
                        <a:pt x="19" y="6"/>
                        <a:pt x="18" y="6"/>
                      </a:cubicBezTo>
                      <a:cubicBezTo>
                        <a:pt x="18" y="6"/>
                        <a:pt x="17" y="6"/>
                        <a:pt x="16" y="6"/>
                      </a:cubicBezTo>
                      <a:cubicBezTo>
                        <a:pt x="15" y="6"/>
                        <a:pt x="15" y="7"/>
                        <a:pt x="14" y="8"/>
                      </a:cubicBezTo>
                      <a:cubicBezTo>
                        <a:pt x="13" y="9"/>
                        <a:pt x="13" y="9"/>
                        <a:pt x="12" y="9"/>
                      </a:cubicBezTo>
                      <a:cubicBezTo>
                        <a:pt x="11" y="9"/>
                        <a:pt x="11" y="8"/>
                        <a:pt x="10" y="9"/>
                      </a:cubicBezTo>
                      <a:cubicBezTo>
                        <a:pt x="10" y="9"/>
                        <a:pt x="11" y="10"/>
                        <a:pt x="11" y="11"/>
                      </a:cubicBezTo>
                      <a:cubicBezTo>
                        <a:pt x="11" y="11"/>
                        <a:pt x="10" y="12"/>
                        <a:pt x="11" y="12"/>
                      </a:cubicBezTo>
                      <a:cubicBezTo>
                        <a:pt x="11" y="13"/>
                        <a:pt x="12" y="14"/>
                        <a:pt x="12" y="15"/>
                      </a:cubicBezTo>
                      <a:cubicBezTo>
                        <a:pt x="12" y="15"/>
                        <a:pt x="13" y="16"/>
                        <a:pt x="13" y="16"/>
                      </a:cubicBezTo>
                      <a:cubicBezTo>
                        <a:pt x="13" y="17"/>
                        <a:pt x="14" y="17"/>
                        <a:pt x="14" y="17"/>
                      </a:cubicBezTo>
                      <a:cubicBezTo>
                        <a:pt x="13" y="17"/>
                        <a:pt x="12" y="18"/>
                        <a:pt x="13" y="18"/>
                      </a:cubicBezTo>
                      <a:cubicBezTo>
                        <a:pt x="14" y="20"/>
                        <a:pt x="13" y="21"/>
                        <a:pt x="13" y="22"/>
                      </a:cubicBezTo>
                      <a:cubicBezTo>
                        <a:pt x="12" y="22"/>
                        <a:pt x="12" y="22"/>
                        <a:pt x="11" y="22"/>
                      </a:cubicBezTo>
                      <a:cubicBezTo>
                        <a:pt x="11" y="23"/>
                        <a:pt x="11" y="23"/>
                        <a:pt x="10" y="23"/>
                      </a:cubicBezTo>
                      <a:cubicBezTo>
                        <a:pt x="10" y="24"/>
                        <a:pt x="9" y="24"/>
                        <a:pt x="8" y="25"/>
                      </a:cubicBezTo>
                      <a:cubicBezTo>
                        <a:pt x="7" y="26"/>
                        <a:pt x="7" y="27"/>
                        <a:pt x="6" y="28"/>
                      </a:cubicBezTo>
                      <a:cubicBezTo>
                        <a:pt x="5" y="29"/>
                        <a:pt x="4" y="29"/>
                        <a:pt x="4" y="30"/>
                      </a:cubicBezTo>
                      <a:cubicBezTo>
                        <a:pt x="3" y="31"/>
                        <a:pt x="4" y="32"/>
                        <a:pt x="4" y="33"/>
                      </a:cubicBezTo>
                      <a:cubicBezTo>
                        <a:pt x="4" y="33"/>
                        <a:pt x="4" y="34"/>
                        <a:pt x="4" y="35"/>
                      </a:cubicBezTo>
                      <a:cubicBezTo>
                        <a:pt x="4" y="35"/>
                        <a:pt x="5" y="36"/>
                        <a:pt x="5" y="36"/>
                      </a:cubicBezTo>
                      <a:cubicBezTo>
                        <a:pt x="5" y="37"/>
                        <a:pt x="4" y="36"/>
                        <a:pt x="3" y="36"/>
                      </a:cubicBezTo>
                      <a:cubicBezTo>
                        <a:pt x="3" y="36"/>
                        <a:pt x="3" y="36"/>
                        <a:pt x="3" y="36"/>
                      </a:cubicBezTo>
                      <a:cubicBezTo>
                        <a:pt x="2" y="37"/>
                        <a:pt x="2" y="38"/>
                        <a:pt x="2" y="39"/>
                      </a:cubicBezTo>
                      <a:cubicBezTo>
                        <a:pt x="1" y="40"/>
                        <a:pt x="0" y="41"/>
                        <a:pt x="0" y="43"/>
                      </a:cubicBezTo>
                      <a:cubicBezTo>
                        <a:pt x="1" y="43"/>
                        <a:pt x="1" y="43"/>
                        <a:pt x="2" y="44"/>
                      </a:cubicBezTo>
                      <a:cubicBezTo>
                        <a:pt x="2" y="45"/>
                        <a:pt x="3" y="44"/>
                        <a:pt x="3" y="45"/>
                      </a:cubicBezTo>
                      <a:cubicBezTo>
                        <a:pt x="4" y="46"/>
                        <a:pt x="3" y="46"/>
                        <a:pt x="4" y="46"/>
                      </a:cubicBezTo>
                      <a:cubicBezTo>
                        <a:pt x="5" y="46"/>
                        <a:pt x="6" y="46"/>
                        <a:pt x="5" y="47"/>
                      </a:cubicBezTo>
                      <a:cubicBezTo>
                        <a:pt x="7" y="47"/>
                        <a:pt x="7" y="45"/>
                        <a:pt x="8" y="46"/>
                      </a:cubicBezTo>
                      <a:cubicBezTo>
                        <a:pt x="9" y="47"/>
                        <a:pt x="9" y="47"/>
                        <a:pt x="10" y="47"/>
                      </a:cubicBezTo>
                      <a:cubicBezTo>
                        <a:pt x="10" y="46"/>
                        <a:pt x="11" y="46"/>
                        <a:pt x="11" y="47"/>
                      </a:cubicBezTo>
                      <a:cubicBezTo>
                        <a:pt x="12" y="47"/>
                        <a:pt x="12" y="47"/>
                        <a:pt x="13" y="47"/>
                      </a:cubicBezTo>
                      <a:cubicBezTo>
                        <a:pt x="14" y="47"/>
                        <a:pt x="14" y="48"/>
                        <a:pt x="15" y="48"/>
                      </a:cubicBezTo>
                      <a:cubicBezTo>
                        <a:pt x="15" y="47"/>
                        <a:pt x="16" y="47"/>
                        <a:pt x="16" y="47"/>
                      </a:cubicBezTo>
                      <a:cubicBezTo>
                        <a:pt x="17" y="47"/>
                        <a:pt x="17" y="48"/>
                        <a:pt x="18" y="48"/>
                      </a:cubicBezTo>
                      <a:cubicBezTo>
                        <a:pt x="18" y="49"/>
                        <a:pt x="19" y="49"/>
                        <a:pt x="19" y="49"/>
                      </a:cubicBezTo>
                      <a:cubicBezTo>
                        <a:pt x="20" y="49"/>
                        <a:pt x="20" y="48"/>
                        <a:pt x="21" y="48"/>
                      </a:cubicBezTo>
                      <a:cubicBezTo>
                        <a:pt x="22" y="47"/>
                        <a:pt x="24" y="47"/>
                        <a:pt x="25" y="47"/>
                      </a:cubicBezTo>
                      <a:cubicBezTo>
                        <a:pt x="26" y="47"/>
                        <a:pt x="27" y="47"/>
                        <a:pt x="28" y="45"/>
                      </a:cubicBezTo>
                      <a:cubicBezTo>
                        <a:pt x="28" y="45"/>
                        <a:pt x="28" y="45"/>
                        <a:pt x="29" y="44"/>
                      </a:cubicBezTo>
                      <a:cubicBezTo>
                        <a:pt x="29" y="44"/>
                        <a:pt x="30" y="44"/>
                        <a:pt x="30" y="44"/>
                      </a:cubicBezTo>
                      <a:cubicBezTo>
                        <a:pt x="31" y="44"/>
                        <a:pt x="31" y="44"/>
                        <a:pt x="31" y="44"/>
                      </a:cubicBezTo>
                      <a:cubicBezTo>
                        <a:pt x="31" y="43"/>
                        <a:pt x="32" y="43"/>
                        <a:pt x="32" y="43"/>
                      </a:cubicBezTo>
                      <a:cubicBezTo>
                        <a:pt x="33" y="43"/>
                        <a:pt x="33" y="43"/>
                        <a:pt x="33" y="43"/>
                      </a:cubicBezTo>
                      <a:cubicBezTo>
                        <a:pt x="33" y="43"/>
                        <a:pt x="33" y="43"/>
                        <a:pt x="33" y="43"/>
                      </a:cubicBezTo>
                      <a:cubicBezTo>
                        <a:pt x="34" y="42"/>
                        <a:pt x="34" y="43"/>
                        <a:pt x="35" y="43"/>
                      </a:cubicBezTo>
                      <a:cubicBezTo>
                        <a:pt x="35" y="43"/>
                        <a:pt x="35" y="42"/>
                        <a:pt x="35" y="42"/>
                      </a:cubicBezTo>
                      <a:cubicBezTo>
                        <a:pt x="36" y="42"/>
                        <a:pt x="36" y="42"/>
                        <a:pt x="36" y="42"/>
                      </a:cubicBezTo>
                      <a:cubicBezTo>
                        <a:pt x="37" y="42"/>
                        <a:pt x="37" y="42"/>
                        <a:pt x="37" y="42"/>
                      </a:cubicBezTo>
                      <a:cubicBezTo>
                        <a:pt x="37" y="42"/>
                        <a:pt x="37" y="42"/>
                        <a:pt x="38" y="42"/>
                      </a:cubicBezTo>
                      <a:cubicBezTo>
                        <a:pt x="38" y="42"/>
                        <a:pt x="38" y="42"/>
                        <a:pt x="38" y="42"/>
                      </a:cubicBezTo>
                      <a:cubicBezTo>
                        <a:pt x="39" y="42"/>
                        <a:pt x="39" y="43"/>
                        <a:pt x="40" y="43"/>
                      </a:cubicBezTo>
                      <a:cubicBezTo>
                        <a:pt x="40" y="43"/>
                        <a:pt x="40" y="43"/>
                        <a:pt x="40" y="44"/>
                      </a:cubicBezTo>
                      <a:cubicBezTo>
                        <a:pt x="41" y="44"/>
                        <a:pt x="40" y="44"/>
                        <a:pt x="41" y="44"/>
                      </a:cubicBezTo>
                      <a:cubicBezTo>
                        <a:pt x="41" y="44"/>
                        <a:pt x="41" y="44"/>
                        <a:pt x="41" y="44"/>
                      </a:cubicBezTo>
                      <a:cubicBezTo>
                        <a:pt x="41" y="44"/>
                        <a:pt x="41" y="44"/>
                        <a:pt x="41" y="44"/>
                      </a:cubicBezTo>
                      <a:cubicBezTo>
                        <a:pt x="41" y="45"/>
                        <a:pt x="42" y="44"/>
                        <a:pt x="42" y="44"/>
                      </a:cubicBezTo>
                      <a:cubicBezTo>
                        <a:pt x="42" y="45"/>
                        <a:pt x="42" y="45"/>
                        <a:pt x="42" y="45"/>
                      </a:cubicBezTo>
                      <a:cubicBezTo>
                        <a:pt x="43" y="45"/>
                        <a:pt x="43" y="46"/>
                        <a:pt x="43" y="46"/>
                      </a:cubicBezTo>
                      <a:cubicBezTo>
                        <a:pt x="43" y="46"/>
                        <a:pt x="43" y="46"/>
                        <a:pt x="43" y="46"/>
                      </a:cubicBezTo>
                      <a:cubicBezTo>
                        <a:pt x="43" y="45"/>
                        <a:pt x="43" y="45"/>
                        <a:pt x="44" y="45"/>
                      </a:cubicBezTo>
                      <a:cubicBezTo>
                        <a:pt x="44" y="45"/>
                        <a:pt x="45" y="46"/>
                        <a:pt x="45" y="46"/>
                      </a:cubicBezTo>
                      <a:cubicBezTo>
                        <a:pt x="45" y="46"/>
                        <a:pt x="46" y="46"/>
                        <a:pt x="46" y="47"/>
                      </a:cubicBezTo>
                      <a:cubicBezTo>
                        <a:pt x="46" y="47"/>
                        <a:pt x="46" y="47"/>
                        <a:pt x="47" y="47"/>
                      </a:cubicBezTo>
                      <a:cubicBezTo>
                        <a:pt x="47" y="47"/>
                        <a:pt x="47" y="47"/>
                        <a:pt x="48" y="47"/>
                      </a:cubicBezTo>
                      <a:cubicBezTo>
                        <a:pt x="48" y="47"/>
                        <a:pt x="48" y="48"/>
                        <a:pt x="48" y="49"/>
                      </a:cubicBezTo>
                      <a:cubicBezTo>
                        <a:pt x="48" y="49"/>
                        <a:pt x="48" y="49"/>
                        <a:pt x="48" y="49"/>
                      </a:cubicBezTo>
                      <a:cubicBezTo>
                        <a:pt x="48" y="49"/>
                        <a:pt x="48" y="50"/>
                        <a:pt x="48" y="50"/>
                      </a:cubicBezTo>
                      <a:cubicBezTo>
                        <a:pt x="48" y="50"/>
                        <a:pt x="47" y="51"/>
                        <a:pt x="47" y="52"/>
                      </a:cubicBezTo>
                      <a:cubicBezTo>
                        <a:pt x="48" y="52"/>
                        <a:pt x="48" y="52"/>
                        <a:pt x="48" y="52"/>
                      </a:cubicBezTo>
                      <a:cubicBezTo>
                        <a:pt x="48" y="53"/>
                        <a:pt x="49" y="53"/>
                        <a:pt x="49" y="53"/>
                      </a:cubicBezTo>
                      <a:cubicBezTo>
                        <a:pt x="49" y="54"/>
                        <a:pt x="49" y="54"/>
                        <a:pt x="50" y="54"/>
                      </a:cubicBezTo>
                      <a:cubicBezTo>
                        <a:pt x="50" y="54"/>
                        <a:pt x="50" y="53"/>
                        <a:pt x="50" y="54"/>
                      </a:cubicBezTo>
                      <a:cubicBezTo>
                        <a:pt x="50" y="54"/>
                        <a:pt x="50" y="55"/>
                        <a:pt x="50" y="55"/>
                      </a:cubicBezTo>
                      <a:cubicBezTo>
                        <a:pt x="50" y="56"/>
                        <a:pt x="50" y="56"/>
                        <a:pt x="50" y="56"/>
                      </a:cubicBezTo>
                      <a:cubicBezTo>
                        <a:pt x="50" y="56"/>
                        <a:pt x="50" y="56"/>
                        <a:pt x="51" y="56"/>
                      </a:cubicBezTo>
                      <a:cubicBezTo>
                        <a:pt x="51" y="57"/>
                        <a:pt x="51" y="57"/>
                        <a:pt x="51" y="57"/>
                      </a:cubicBezTo>
                      <a:cubicBezTo>
                        <a:pt x="51" y="57"/>
                        <a:pt x="51" y="58"/>
                        <a:pt x="52" y="58"/>
                      </a:cubicBezTo>
                      <a:cubicBezTo>
                        <a:pt x="52" y="58"/>
                        <a:pt x="52" y="58"/>
                        <a:pt x="53" y="58"/>
                      </a:cubicBezTo>
                      <a:cubicBezTo>
                        <a:pt x="53" y="59"/>
                        <a:pt x="53" y="61"/>
                        <a:pt x="53" y="61"/>
                      </a:cubicBezTo>
                      <a:cubicBezTo>
                        <a:pt x="53" y="62"/>
                        <a:pt x="54" y="62"/>
                        <a:pt x="54" y="63"/>
                      </a:cubicBezTo>
                      <a:cubicBezTo>
                        <a:pt x="54" y="63"/>
                        <a:pt x="53" y="63"/>
                        <a:pt x="52" y="63"/>
                      </a:cubicBezTo>
                      <a:cubicBezTo>
                        <a:pt x="52" y="63"/>
                        <a:pt x="52" y="62"/>
                        <a:pt x="52" y="62"/>
                      </a:cubicBezTo>
                      <a:cubicBezTo>
                        <a:pt x="52" y="62"/>
                        <a:pt x="51" y="63"/>
                        <a:pt x="51" y="63"/>
                      </a:cubicBezTo>
                      <a:cubicBezTo>
                        <a:pt x="51" y="63"/>
                        <a:pt x="50" y="62"/>
                        <a:pt x="50" y="62"/>
                      </a:cubicBezTo>
                      <a:cubicBezTo>
                        <a:pt x="50" y="62"/>
                        <a:pt x="49" y="63"/>
                        <a:pt x="49" y="62"/>
                      </a:cubicBezTo>
                      <a:cubicBezTo>
                        <a:pt x="49" y="62"/>
                        <a:pt x="48" y="63"/>
                        <a:pt x="48" y="63"/>
                      </a:cubicBezTo>
                      <a:cubicBezTo>
                        <a:pt x="48" y="62"/>
                        <a:pt x="48" y="61"/>
                        <a:pt x="48" y="61"/>
                      </a:cubicBezTo>
                      <a:cubicBezTo>
                        <a:pt x="47" y="61"/>
                        <a:pt x="46" y="62"/>
                        <a:pt x="46" y="62"/>
                      </a:cubicBezTo>
                      <a:cubicBezTo>
                        <a:pt x="46" y="63"/>
                        <a:pt x="46" y="64"/>
                        <a:pt x="46" y="64"/>
                      </a:cubicBezTo>
                      <a:cubicBezTo>
                        <a:pt x="46" y="65"/>
                        <a:pt x="47" y="64"/>
                        <a:pt x="47" y="65"/>
                      </a:cubicBezTo>
                      <a:cubicBezTo>
                        <a:pt x="47" y="65"/>
                        <a:pt x="46" y="66"/>
                        <a:pt x="46" y="66"/>
                      </a:cubicBezTo>
                      <a:cubicBezTo>
                        <a:pt x="46" y="66"/>
                        <a:pt x="46" y="67"/>
                        <a:pt x="46" y="67"/>
                      </a:cubicBezTo>
                      <a:cubicBezTo>
                        <a:pt x="46" y="67"/>
                        <a:pt x="45" y="67"/>
                        <a:pt x="45" y="67"/>
                      </a:cubicBezTo>
                      <a:cubicBezTo>
                        <a:pt x="45" y="67"/>
                        <a:pt x="45" y="68"/>
                        <a:pt x="44" y="68"/>
                      </a:cubicBezTo>
                      <a:cubicBezTo>
                        <a:pt x="44" y="69"/>
                        <a:pt x="44" y="70"/>
                        <a:pt x="43" y="70"/>
                      </a:cubicBezTo>
                      <a:cubicBezTo>
                        <a:pt x="43" y="70"/>
                        <a:pt x="44" y="71"/>
                        <a:pt x="43" y="71"/>
                      </a:cubicBezTo>
                      <a:cubicBezTo>
                        <a:pt x="42" y="71"/>
                        <a:pt x="42" y="71"/>
                        <a:pt x="41" y="71"/>
                      </a:cubicBezTo>
                      <a:cubicBezTo>
                        <a:pt x="42" y="73"/>
                        <a:pt x="43" y="74"/>
                        <a:pt x="45" y="74"/>
                      </a:cubicBezTo>
                      <a:cubicBezTo>
                        <a:pt x="45" y="73"/>
                        <a:pt x="46" y="73"/>
                        <a:pt x="46" y="73"/>
                      </a:cubicBezTo>
                      <a:cubicBezTo>
                        <a:pt x="47" y="73"/>
                        <a:pt x="47" y="72"/>
                        <a:pt x="48" y="72"/>
                      </a:cubicBezTo>
                      <a:cubicBezTo>
                        <a:pt x="49" y="72"/>
                        <a:pt x="50" y="72"/>
                        <a:pt x="51" y="73"/>
                      </a:cubicBezTo>
                      <a:cubicBezTo>
                        <a:pt x="52" y="73"/>
                        <a:pt x="52" y="73"/>
                        <a:pt x="52" y="72"/>
                      </a:cubicBezTo>
                      <a:cubicBezTo>
                        <a:pt x="51" y="72"/>
                        <a:pt x="51" y="72"/>
                        <a:pt x="51" y="72"/>
                      </a:cubicBezTo>
                      <a:cubicBezTo>
                        <a:pt x="51" y="71"/>
                        <a:pt x="51" y="71"/>
                        <a:pt x="51" y="70"/>
                      </a:cubicBezTo>
                      <a:cubicBezTo>
                        <a:pt x="51" y="70"/>
                        <a:pt x="51" y="69"/>
                        <a:pt x="51" y="69"/>
                      </a:cubicBezTo>
                      <a:cubicBezTo>
                        <a:pt x="52" y="69"/>
                        <a:pt x="52" y="69"/>
                        <a:pt x="52" y="70"/>
                      </a:cubicBezTo>
                      <a:cubicBezTo>
                        <a:pt x="52" y="69"/>
                        <a:pt x="53" y="68"/>
                        <a:pt x="53" y="68"/>
                      </a:cubicBezTo>
                      <a:cubicBezTo>
                        <a:pt x="54" y="68"/>
                        <a:pt x="55" y="68"/>
                        <a:pt x="56" y="67"/>
                      </a:cubicBezTo>
                      <a:cubicBezTo>
                        <a:pt x="56" y="66"/>
                        <a:pt x="57" y="65"/>
                        <a:pt x="57" y="64"/>
                      </a:cubicBezTo>
                      <a:cubicBezTo>
                        <a:pt x="58" y="64"/>
                        <a:pt x="58" y="64"/>
                        <a:pt x="58" y="63"/>
                      </a:cubicBezTo>
                      <a:cubicBezTo>
                        <a:pt x="58" y="62"/>
                        <a:pt x="58" y="62"/>
                        <a:pt x="58" y="61"/>
                      </a:cubicBezTo>
                      <a:cubicBezTo>
                        <a:pt x="59" y="61"/>
                        <a:pt x="60" y="61"/>
                        <a:pt x="60" y="61"/>
                      </a:cubicBezTo>
                      <a:cubicBezTo>
                        <a:pt x="61" y="60"/>
                        <a:pt x="62" y="61"/>
                        <a:pt x="62" y="60"/>
                      </a:cubicBezTo>
                      <a:cubicBezTo>
                        <a:pt x="63" y="60"/>
                        <a:pt x="63" y="60"/>
                        <a:pt x="64" y="60"/>
                      </a:cubicBezTo>
                      <a:cubicBezTo>
                        <a:pt x="64" y="60"/>
                        <a:pt x="64" y="60"/>
                        <a:pt x="65" y="60"/>
                      </a:cubicBezTo>
                      <a:cubicBezTo>
                        <a:pt x="66" y="59"/>
                        <a:pt x="65" y="57"/>
                        <a:pt x="65" y="56"/>
                      </a:cubicBezTo>
                      <a:cubicBezTo>
                        <a:pt x="67" y="57"/>
                        <a:pt x="65" y="59"/>
                        <a:pt x="67" y="61"/>
                      </a:cubicBezTo>
                      <a:cubicBezTo>
                        <a:pt x="68" y="61"/>
                        <a:pt x="69" y="60"/>
                        <a:pt x="71" y="61"/>
                      </a:cubicBezTo>
                      <a:cubicBezTo>
                        <a:pt x="70" y="61"/>
                        <a:pt x="70" y="62"/>
                        <a:pt x="69" y="62"/>
                      </a:cubicBezTo>
                      <a:cubicBezTo>
                        <a:pt x="68" y="62"/>
                        <a:pt x="67" y="62"/>
                        <a:pt x="67" y="61"/>
                      </a:cubicBezTo>
                      <a:cubicBezTo>
                        <a:pt x="66" y="61"/>
                        <a:pt x="64" y="60"/>
                        <a:pt x="63" y="61"/>
                      </a:cubicBezTo>
                      <a:cubicBezTo>
                        <a:pt x="62" y="62"/>
                        <a:pt x="66" y="62"/>
                        <a:pt x="66" y="62"/>
                      </a:cubicBezTo>
                      <a:cubicBezTo>
                        <a:pt x="67" y="63"/>
                        <a:pt x="66" y="63"/>
                        <a:pt x="65" y="63"/>
                      </a:cubicBezTo>
                      <a:cubicBezTo>
                        <a:pt x="65" y="64"/>
                        <a:pt x="67" y="64"/>
                        <a:pt x="67" y="64"/>
                      </a:cubicBezTo>
                      <a:cubicBezTo>
                        <a:pt x="67" y="64"/>
                        <a:pt x="68" y="64"/>
                        <a:pt x="68" y="65"/>
                      </a:cubicBezTo>
                      <a:cubicBezTo>
                        <a:pt x="68" y="65"/>
                        <a:pt x="68" y="65"/>
                        <a:pt x="69" y="65"/>
                      </a:cubicBezTo>
                      <a:cubicBezTo>
                        <a:pt x="69" y="66"/>
                        <a:pt x="70" y="66"/>
                        <a:pt x="71" y="66"/>
                      </a:cubicBezTo>
                      <a:cubicBezTo>
                        <a:pt x="72" y="65"/>
                        <a:pt x="73" y="65"/>
                        <a:pt x="74" y="65"/>
                      </a:cubicBezTo>
                      <a:cubicBezTo>
                        <a:pt x="74" y="65"/>
                        <a:pt x="74" y="65"/>
                        <a:pt x="75" y="65"/>
                      </a:cubicBezTo>
                      <a:cubicBezTo>
                        <a:pt x="75" y="65"/>
                        <a:pt x="75" y="65"/>
                        <a:pt x="75" y="65"/>
                      </a:cubicBezTo>
                      <a:cubicBezTo>
                        <a:pt x="76" y="65"/>
                        <a:pt x="76" y="66"/>
                        <a:pt x="76" y="66"/>
                      </a:cubicBezTo>
                      <a:cubicBezTo>
                        <a:pt x="77" y="66"/>
                        <a:pt x="77" y="65"/>
                        <a:pt x="78" y="65"/>
                      </a:cubicBezTo>
                      <a:cubicBezTo>
                        <a:pt x="79" y="65"/>
                        <a:pt x="78" y="67"/>
                        <a:pt x="78" y="68"/>
                      </a:cubicBezTo>
                      <a:cubicBezTo>
                        <a:pt x="77" y="68"/>
                        <a:pt x="76" y="68"/>
                        <a:pt x="76" y="69"/>
                      </a:cubicBezTo>
                      <a:cubicBezTo>
                        <a:pt x="75" y="69"/>
                        <a:pt x="73" y="69"/>
                        <a:pt x="73" y="70"/>
                      </a:cubicBezTo>
                      <a:cubicBezTo>
                        <a:pt x="72" y="71"/>
                        <a:pt x="72" y="71"/>
                        <a:pt x="71" y="71"/>
                      </a:cubicBezTo>
                      <a:cubicBezTo>
                        <a:pt x="71" y="71"/>
                        <a:pt x="70" y="72"/>
                        <a:pt x="70" y="73"/>
                      </a:cubicBezTo>
                      <a:cubicBezTo>
                        <a:pt x="71" y="73"/>
                        <a:pt x="71" y="73"/>
                        <a:pt x="72" y="73"/>
                      </a:cubicBezTo>
                      <a:cubicBezTo>
                        <a:pt x="73" y="73"/>
                        <a:pt x="73" y="73"/>
                        <a:pt x="74" y="73"/>
                      </a:cubicBezTo>
                      <a:cubicBezTo>
                        <a:pt x="74" y="74"/>
                        <a:pt x="75" y="74"/>
                        <a:pt x="75" y="74"/>
                      </a:cubicBezTo>
                      <a:cubicBezTo>
                        <a:pt x="75" y="75"/>
                        <a:pt x="76" y="75"/>
                        <a:pt x="76" y="75"/>
                      </a:cubicBezTo>
                      <a:cubicBezTo>
                        <a:pt x="77" y="75"/>
                        <a:pt x="78" y="76"/>
                        <a:pt x="78" y="77"/>
                      </a:cubicBezTo>
                      <a:cubicBezTo>
                        <a:pt x="78" y="78"/>
                        <a:pt x="77" y="78"/>
                        <a:pt x="77" y="79"/>
                      </a:cubicBezTo>
                      <a:cubicBezTo>
                        <a:pt x="77" y="79"/>
                        <a:pt x="77" y="79"/>
                        <a:pt x="77" y="80"/>
                      </a:cubicBezTo>
                      <a:cubicBezTo>
                        <a:pt x="77" y="80"/>
                        <a:pt x="77" y="80"/>
                        <a:pt x="76" y="80"/>
                      </a:cubicBezTo>
                      <a:cubicBezTo>
                        <a:pt x="76" y="80"/>
                        <a:pt x="76" y="81"/>
                        <a:pt x="77" y="81"/>
                      </a:cubicBezTo>
                      <a:cubicBezTo>
                        <a:pt x="77" y="81"/>
                        <a:pt x="78" y="81"/>
                        <a:pt x="78" y="82"/>
                      </a:cubicBezTo>
                      <a:cubicBezTo>
                        <a:pt x="80" y="82"/>
                        <a:pt x="81" y="81"/>
                        <a:pt x="82" y="80"/>
                      </a:cubicBezTo>
                      <a:cubicBezTo>
                        <a:pt x="83" y="80"/>
                        <a:pt x="83" y="79"/>
                        <a:pt x="84" y="78"/>
                      </a:cubicBezTo>
                      <a:cubicBezTo>
                        <a:pt x="84" y="78"/>
                        <a:pt x="86" y="78"/>
                        <a:pt x="86" y="78"/>
                      </a:cubicBezTo>
                      <a:cubicBezTo>
                        <a:pt x="87" y="78"/>
                        <a:pt x="87" y="78"/>
                        <a:pt x="88" y="78"/>
                      </a:cubicBezTo>
                      <a:cubicBezTo>
                        <a:pt x="88" y="78"/>
                        <a:pt x="88" y="77"/>
                        <a:pt x="88" y="77"/>
                      </a:cubicBezTo>
                      <a:cubicBezTo>
                        <a:pt x="89" y="77"/>
                        <a:pt x="89" y="77"/>
                        <a:pt x="90" y="76"/>
                      </a:cubicBezTo>
                      <a:cubicBezTo>
                        <a:pt x="90" y="76"/>
                        <a:pt x="90" y="75"/>
                        <a:pt x="90" y="75"/>
                      </a:cubicBezTo>
                      <a:cubicBezTo>
                        <a:pt x="91" y="75"/>
                        <a:pt x="92" y="76"/>
                        <a:pt x="93" y="76"/>
                      </a:cubicBezTo>
                      <a:cubicBezTo>
                        <a:pt x="94" y="76"/>
                        <a:pt x="94" y="76"/>
                        <a:pt x="94" y="76"/>
                      </a:cubicBezTo>
                      <a:cubicBezTo>
                        <a:pt x="95" y="76"/>
                        <a:pt x="95" y="76"/>
                        <a:pt x="95" y="76"/>
                      </a:cubicBezTo>
                      <a:cubicBezTo>
                        <a:pt x="96" y="75"/>
                        <a:pt x="96" y="76"/>
                        <a:pt x="97" y="76"/>
                      </a:cubicBezTo>
                      <a:cubicBezTo>
                        <a:pt x="97" y="75"/>
                        <a:pt x="96" y="75"/>
                        <a:pt x="96" y="75"/>
                      </a:cubicBezTo>
                      <a:cubicBezTo>
                        <a:pt x="96" y="73"/>
                        <a:pt x="98" y="73"/>
                        <a:pt x="98" y="73"/>
                      </a:cubicBezTo>
                      <a:cubicBezTo>
                        <a:pt x="98" y="72"/>
                        <a:pt x="97" y="72"/>
                        <a:pt x="96" y="72"/>
                      </a:cubicBezTo>
                      <a:cubicBezTo>
                        <a:pt x="96" y="72"/>
                        <a:pt x="96" y="72"/>
                        <a:pt x="95" y="72"/>
                      </a:cubicBezTo>
                      <a:cubicBezTo>
                        <a:pt x="95" y="72"/>
                        <a:pt x="94" y="73"/>
                        <a:pt x="93" y="73"/>
                      </a:cubicBezTo>
                      <a:cubicBezTo>
                        <a:pt x="93" y="72"/>
                        <a:pt x="93" y="72"/>
                        <a:pt x="92" y="71"/>
                      </a:cubicBezTo>
                      <a:cubicBezTo>
                        <a:pt x="92" y="71"/>
                        <a:pt x="91" y="72"/>
                        <a:pt x="91" y="73"/>
                      </a:cubicBezTo>
                      <a:cubicBezTo>
                        <a:pt x="90" y="74"/>
                        <a:pt x="89" y="72"/>
                        <a:pt x="88" y="71"/>
                      </a:cubicBezTo>
                      <a:cubicBezTo>
                        <a:pt x="87" y="69"/>
                        <a:pt x="86" y="68"/>
                        <a:pt x="86" y="66"/>
                      </a:cubicBezTo>
                      <a:cubicBezTo>
                        <a:pt x="86" y="65"/>
                        <a:pt x="86" y="65"/>
                        <a:pt x="86" y="64"/>
                      </a:cubicBezTo>
                      <a:cubicBezTo>
                        <a:pt x="87" y="64"/>
                        <a:pt x="88" y="63"/>
                        <a:pt x="89" y="63"/>
                      </a:cubicBezTo>
                      <a:cubicBezTo>
                        <a:pt x="89" y="63"/>
                        <a:pt x="88" y="64"/>
                        <a:pt x="88" y="64"/>
                      </a:cubicBezTo>
                      <a:cubicBezTo>
                        <a:pt x="88" y="65"/>
                        <a:pt x="87" y="65"/>
                        <a:pt x="88" y="66"/>
                      </a:cubicBezTo>
                      <a:cubicBezTo>
                        <a:pt x="88" y="66"/>
                        <a:pt x="89" y="64"/>
                        <a:pt x="89" y="63"/>
                      </a:cubicBezTo>
                      <a:cubicBezTo>
                        <a:pt x="91" y="62"/>
                        <a:pt x="94" y="59"/>
                        <a:pt x="96" y="61"/>
                      </a:cubicBezTo>
                      <a:cubicBezTo>
                        <a:pt x="96" y="60"/>
                        <a:pt x="96" y="59"/>
                        <a:pt x="97" y="59"/>
                      </a:cubicBezTo>
                      <a:cubicBezTo>
                        <a:pt x="98" y="59"/>
                        <a:pt x="98" y="59"/>
                        <a:pt x="99" y="59"/>
                      </a:cubicBezTo>
                      <a:cubicBezTo>
                        <a:pt x="99" y="59"/>
                        <a:pt x="99" y="60"/>
                        <a:pt x="99" y="60"/>
                      </a:cubicBezTo>
                      <a:cubicBezTo>
                        <a:pt x="99" y="59"/>
                        <a:pt x="100" y="59"/>
                        <a:pt x="101" y="58"/>
                      </a:cubicBezTo>
                      <a:cubicBezTo>
                        <a:pt x="101" y="58"/>
                        <a:pt x="101" y="58"/>
                        <a:pt x="102" y="58"/>
                      </a:cubicBezTo>
                      <a:cubicBezTo>
                        <a:pt x="102" y="58"/>
                        <a:pt x="102" y="58"/>
                        <a:pt x="103" y="58"/>
                      </a:cubicBezTo>
                      <a:cubicBezTo>
                        <a:pt x="103" y="57"/>
                        <a:pt x="103" y="57"/>
                        <a:pt x="103" y="57"/>
                      </a:cubicBezTo>
                      <a:cubicBezTo>
                        <a:pt x="104" y="56"/>
                        <a:pt x="104" y="56"/>
                        <a:pt x="105" y="56"/>
                      </a:cubicBezTo>
                      <a:cubicBezTo>
                        <a:pt x="106" y="56"/>
                        <a:pt x="107" y="56"/>
                        <a:pt x="108" y="56"/>
                      </a:cubicBezTo>
                      <a:cubicBezTo>
                        <a:pt x="108" y="56"/>
                        <a:pt x="108" y="56"/>
                        <a:pt x="108" y="56"/>
                      </a:cubicBezTo>
                      <a:cubicBezTo>
                        <a:pt x="108" y="56"/>
                        <a:pt x="108" y="56"/>
                        <a:pt x="109" y="56"/>
                      </a:cubicBezTo>
                      <a:cubicBezTo>
                        <a:pt x="108" y="56"/>
                        <a:pt x="108" y="56"/>
                        <a:pt x="108" y="55"/>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4" name="Freeform 778">
                  <a:extLst>
                    <a:ext uri="{FF2B5EF4-FFF2-40B4-BE49-F238E27FC236}">
                      <a16:creationId xmlns:a16="http://schemas.microsoft.com/office/drawing/2014/main" id="{C050CF39-A29A-BC44-D373-A95D8FDD203F}"/>
                    </a:ext>
                  </a:extLst>
                </p:cNvPr>
                <p:cNvSpPr>
                  <a:spLocks/>
                </p:cNvSpPr>
                <p:nvPr/>
              </p:nvSpPr>
              <p:spPr bwMode="auto">
                <a:xfrm>
                  <a:off x="5546725" y="3351213"/>
                  <a:ext cx="128587" cy="79375"/>
                </a:xfrm>
                <a:custGeom>
                  <a:avLst/>
                  <a:gdLst>
                    <a:gd name="T0" fmla="*/ 12 w 31"/>
                    <a:gd name="T1" fmla="*/ 18 h 19"/>
                    <a:gd name="T2" fmla="*/ 14 w 31"/>
                    <a:gd name="T3" fmla="*/ 18 h 19"/>
                    <a:gd name="T4" fmla="*/ 15 w 31"/>
                    <a:gd name="T5" fmla="*/ 16 h 19"/>
                    <a:gd name="T6" fmla="*/ 16 w 31"/>
                    <a:gd name="T7" fmla="*/ 13 h 19"/>
                    <a:gd name="T8" fmla="*/ 18 w 31"/>
                    <a:gd name="T9" fmla="*/ 16 h 19"/>
                    <a:gd name="T10" fmla="*/ 19 w 31"/>
                    <a:gd name="T11" fmla="*/ 16 h 19"/>
                    <a:gd name="T12" fmla="*/ 20 w 31"/>
                    <a:gd name="T13" fmla="*/ 18 h 19"/>
                    <a:gd name="T14" fmla="*/ 20 w 31"/>
                    <a:gd name="T15" fmla="*/ 19 h 19"/>
                    <a:gd name="T16" fmla="*/ 21 w 31"/>
                    <a:gd name="T17" fmla="*/ 18 h 19"/>
                    <a:gd name="T18" fmla="*/ 22 w 31"/>
                    <a:gd name="T19" fmla="*/ 16 h 19"/>
                    <a:gd name="T20" fmla="*/ 23 w 31"/>
                    <a:gd name="T21" fmla="*/ 13 h 19"/>
                    <a:gd name="T22" fmla="*/ 26 w 31"/>
                    <a:gd name="T23" fmla="*/ 14 h 19"/>
                    <a:gd name="T24" fmla="*/ 29 w 31"/>
                    <a:gd name="T25" fmla="*/ 15 h 19"/>
                    <a:gd name="T26" fmla="*/ 28 w 31"/>
                    <a:gd name="T27" fmla="*/ 13 h 19"/>
                    <a:gd name="T28" fmla="*/ 28 w 31"/>
                    <a:gd name="T29" fmla="*/ 12 h 19"/>
                    <a:gd name="T30" fmla="*/ 30 w 31"/>
                    <a:gd name="T31" fmla="*/ 12 h 19"/>
                    <a:gd name="T32" fmla="*/ 30 w 31"/>
                    <a:gd name="T33" fmla="*/ 11 h 19"/>
                    <a:gd name="T34" fmla="*/ 31 w 31"/>
                    <a:gd name="T35" fmla="*/ 8 h 19"/>
                    <a:gd name="T36" fmla="*/ 28 w 31"/>
                    <a:gd name="T37" fmla="*/ 9 h 19"/>
                    <a:gd name="T38" fmla="*/ 24 w 31"/>
                    <a:gd name="T39" fmla="*/ 7 h 19"/>
                    <a:gd name="T40" fmla="*/ 25 w 31"/>
                    <a:gd name="T41" fmla="*/ 5 h 19"/>
                    <a:gd name="T42" fmla="*/ 25 w 31"/>
                    <a:gd name="T43" fmla="*/ 2 h 19"/>
                    <a:gd name="T44" fmla="*/ 20 w 31"/>
                    <a:gd name="T45" fmla="*/ 1 h 19"/>
                    <a:gd name="T46" fmla="*/ 17 w 31"/>
                    <a:gd name="T47" fmla="*/ 1 h 19"/>
                    <a:gd name="T48" fmla="*/ 15 w 31"/>
                    <a:gd name="T49" fmla="*/ 2 h 19"/>
                    <a:gd name="T50" fmla="*/ 11 w 31"/>
                    <a:gd name="T51" fmla="*/ 2 h 19"/>
                    <a:gd name="T52" fmla="*/ 10 w 31"/>
                    <a:gd name="T53" fmla="*/ 3 h 19"/>
                    <a:gd name="T54" fmla="*/ 9 w 31"/>
                    <a:gd name="T55" fmla="*/ 3 h 19"/>
                    <a:gd name="T56" fmla="*/ 7 w 31"/>
                    <a:gd name="T57" fmla="*/ 3 h 19"/>
                    <a:gd name="T58" fmla="*/ 7 w 31"/>
                    <a:gd name="T59" fmla="*/ 4 h 19"/>
                    <a:gd name="T60" fmla="*/ 7 w 31"/>
                    <a:gd name="T61" fmla="*/ 5 h 19"/>
                    <a:gd name="T62" fmla="*/ 6 w 31"/>
                    <a:gd name="T63" fmla="*/ 7 h 19"/>
                    <a:gd name="T64" fmla="*/ 3 w 31"/>
                    <a:gd name="T65" fmla="*/ 8 h 19"/>
                    <a:gd name="T66" fmla="*/ 4 w 31"/>
                    <a:gd name="T67" fmla="*/ 10 h 19"/>
                    <a:gd name="T68" fmla="*/ 1 w 31"/>
                    <a:gd name="T69" fmla="*/ 12 h 19"/>
                    <a:gd name="T70" fmla="*/ 2 w 31"/>
                    <a:gd name="T71" fmla="*/ 14 h 19"/>
                    <a:gd name="T72" fmla="*/ 0 w 31"/>
                    <a:gd name="T73" fmla="*/ 16 h 19"/>
                    <a:gd name="T74" fmla="*/ 2 w 31"/>
                    <a:gd name="T75" fmla="*/ 14 h 19"/>
                    <a:gd name="T76" fmla="*/ 4 w 31"/>
                    <a:gd name="T77" fmla="*/ 13 h 19"/>
                    <a:gd name="T78" fmla="*/ 6 w 31"/>
                    <a:gd name="T79" fmla="*/ 15 h 19"/>
                    <a:gd name="T80" fmla="*/ 6 w 31"/>
                    <a:gd name="T81" fmla="*/ 17 h 19"/>
                    <a:gd name="T82" fmla="*/ 10 w 31"/>
                    <a:gd name="T83"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19">
                      <a:moveTo>
                        <a:pt x="10" y="18"/>
                      </a:moveTo>
                      <a:cubicBezTo>
                        <a:pt x="11" y="18"/>
                        <a:pt x="11" y="18"/>
                        <a:pt x="12" y="18"/>
                      </a:cubicBezTo>
                      <a:cubicBezTo>
                        <a:pt x="12" y="18"/>
                        <a:pt x="13" y="18"/>
                        <a:pt x="13" y="18"/>
                      </a:cubicBezTo>
                      <a:cubicBezTo>
                        <a:pt x="13" y="18"/>
                        <a:pt x="14" y="18"/>
                        <a:pt x="14" y="18"/>
                      </a:cubicBezTo>
                      <a:cubicBezTo>
                        <a:pt x="14" y="17"/>
                        <a:pt x="14" y="17"/>
                        <a:pt x="14" y="17"/>
                      </a:cubicBezTo>
                      <a:cubicBezTo>
                        <a:pt x="15" y="16"/>
                        <a:pt x="15" y="16"/>
                        <a:pt x="15" y="16"/>
                      </a:cubicBezTo>
                      <a:cubicBezTo>
                        <a:pt x="15" y="15"/>
                        <a:pt x="14" y="15"/>
                        <a:pt x="15" y="15"/>
                      </a:cubicBezTo>
                      <a:cubicBezTo>
                        <a:pt x="16" y="14"/>
                        <a:pt x="16" y="14"/>
                        <a:pt x="16" y="13"/>
                      </a:cubicBezTo>
                      <a:cubicBezTo>
                        <a:pt x="17" y="13"/>
                        <a:pt x="17" y="14"/>
                        <a:pt x="17" y="14"/>
                      </a:cubicBezTo>
                      <a:cubicBezTo>
                        <a:pt x="17" y="15"/>
                        <a:pt x="17" y="15"/>
                        <a:pt x="18" y="16"/>
                      </a:cubicBezTo>
                      <a:cubicBezTo>
                        <a:pt x="18" y="16"/>
                        <a:pt x="18" y="16"/>
                        <a:pt x="19" y="16"/>
                      </a:cubicBezTo>
                      <a:cubicBezTo>
                        <a:pt x="19" y="16"/>
                        <a:pt x="19" y="16"/>
                        <a:pt x="19" y="16"/>
                      </a:cubicBezTo>
                      <a:cubicBezTo>
                        <a:pt x="20" y="17"/>
                        <a:pt x="19" y="17"/>
                        <a:pt x="20" y="17"/>
                      </a:cubicBezTo>
                      <a:cubicBezTo>
                        <a:pt x="20" y="18"/>
                        <a:pt x="20" y="18"/>
                        <a:pt x="20" y="18"/>
                      </a:cubicBezTo>
                      <a:cubicBezTo>
                        <a:pt x="20" y="18"/>
                        <a:pt x="20" y="18"/>
                        <a:pt x="20" y="18"/>
                      </a:cubicBezTo>
                      <a:cubicBezTo>
                        <a:pt x="20" y="18"/>
                        <a:pt x="20" y="19"/>
                        <a:pt x="20" y="19"/>
                      </a:cubicBezTo>
                      <a:cubicBezTo>
                        <a:pt x="20" y="19"/>
                        <a:pt x="20" y="19"/>
                        <a:pt x="21" y="19"/>
                      </a:cubicBezTo>
                      <a:cubicBezTo>
                        <a:pt x="22" y="19"/>
                        <a:pt x="21" y="18"/>
                        <a:pt x="21" y="18"/>
                      </a:cubicBezTo>
                      <a:cubicBezTo>
                        <a:pt x="20" y="17"/>
                        <a:pt x="21" y="17"/>
                        <a:pt x="21" y="17"/>
                      </a:cubicBezTo>
                      <a:cubicBezTo>
                        <a:pt x="21" y="16"/>
                        <a:pt x="21" y="16"/>
                        <a:pt x="22" y="16"/>
                      </a:cubicBezTo>
                      <a:cubicBezTo>
                        <a:pt x="22" y="15"/>
                        <a:pt x="22" y="15"/>
                        <a:pt x="22" y="15"/>
                      </a:cubicBezTo>
                      <a:cubicBezTo>
                        <a:pt x="23" y="14"/>
                        <a:pt x="22" y="14"/>
                        <a:pt x="23" y="13"/>
                      </a:cubicBezTo>
                      <a:cubicBezTo>
                        <a:pt x="23" y="12"/>
                        <a:pt x="24" y="13"/>
                        <a:pt x="24" y="14"/>
                      </a:cubicBezTo>
                      <a:cubicBezTo>
                        <a:pt x="25" y="15"/>
                        <a:pt x="25" y="14"/>
                        <a:pt x="26" y="14"/>
                      </a:cubicBezTo>
                      <a:cubicBezTo>
                        <a:pt x="27" y="14"/>
                        <a:pt x="27" y="14"/>
                        <a:pt x="28" y="15"/>
                      </a:cubicBezTo>
                      <a:cubicBezTo>
                        <a:pt x="28" y="15"/>
                        <a:pt x="28" y="16"/>
                        <a:pt x="29" y="15"/>
                      </a:cubicBezTo>
                      <a:cubicBezTo>
                        <a:pt x="29" y="15"/>
                        <a:pt x="28" y="15"/>
                        <a:pt x="28" y="14"/>
                      </a:cubicBezTo>
                      <a:cubicBezTo>
                        <a:pt x="28" y="14"/>
                        <a:pt x="28" y="14"/>
                        <a:pt x="28" y="13"/>
                      </a:cubicBezTo>
                      <a:cubicBezTo>
                        <a:pt x="28" y="13"/>
                        <a:pt x="28" y="13"/>
                        <a:pt x="28" y="13"/>
                      </a:cubicBezTo>
                      <a:cubicBezTo>
                        <a:pt x="28" y="13"/>
                        <a:pt x="28" y="12"/>
                        <a:pt x="28" y="12"/>
                      </a:cubicBezTo>
                      <a:cubicBezTo>
                        <a:pt x="28" y="12"/>
                        <a:pt x="29" y="12"/>
                        <a:pt x="29" y="12"/>
                      </a:cubicBezTo>
                      <a:cubicBezTo>
                        <a:pt x="29" y="12"/>
                        <a:pt x="29" y="12"/>
                        <a:pt x="30" y="12"/>
                      </a:cubicBezTo>
                      <a:cubicBezTo>
                        <a:pt x="30" y="13"/>
                        <a:pt x="31" y="12"/>
                        <a:pt x="31" y="12"/>
                      </a:cubicBezTo>
                      <a:cubicBezTo>
                        <a:pt x="31" y="12"/>
                        <a:pt x="30" y="11"/>
                        <a:pt x="30" y="11"/>
                      </a:cubicBezTo>
                      <a:cubicBezTo>
                        <a:pt x="30" y="10"/>
                        <a:pt x="30" y="10"/>
                        <a:pt x="31" y="10"/>
                      </a:cubicBezTo>
                      <a:cubicBezTo>
                        <a:pt x="31" y="9"/>
                        <a:pt x="31" y="8"/>
                        <a:pt x="31" y="8"/>
                      </a:cubicBezTo>
                      <a:cubicBezTo>
                        <a:pt x="30" y="7"/>
                        <a:pt x="30" y="8"/>
                        <a:pt x="29" y="9"/>
                      </a:cubicBezTo>
                      <a:cubicBezTo>
                        <a:pt x="29" y="9"/>
                        <a:pt x="28" y="9"/>
                        <a:pt x="28" y="9"/>
                      </a:cubicBezTo>
                      <a:cubicBezTo>
                        <a:pt x="27" y="8"/>
                        <a:pt x="27" y="8"/>
                        <a:pt x="27" y="7"/>
                      </a:cubicBezTo>
                      <a:cubicBezTo>
                        <a:pt x="26" y="7"/>
                        <a:pt x="25" y="7"/>
                        <a:pt x="24" y="7"/>
                      </a:cubicBezTo>
                      <a:cubicBezTo>
                        <a:pt x="24" y="7"/>
                        <a:pt x="24" y="6"/>
                        <a:pt x="24" y="6"/>
                      </a:cubicBezTo>
                      <a:cubicBezTo>
                        <a:pt x="24" y="5"/>
                        <a:pt x="24" y="5"/>
                        <a:pt x="25" y="5"/>
                      </a:cubicBezTo>
                      <a:cubicBezTo>
                        <a:pt x="25" y="4"/>
                        <a:pt x="25" y="4"/>
                        <a:pt x="25" y="3"/>
                      </a:cubicBezTo>
                      <a:cubicBezTo>
                        <a:pt x="25" y="3"/>
                        <a:pt x="25" y="3"/>
                        <a:pt x="25" y="2"/>
                      </a:cubicBezTo>
                      <a:cubicBezTo>
                        <a:pt x="23" y="2"/>
                        <a:pt x="23" y="1"/>
                        <a:pt x="21" y="1"/>
                      </a:cubicBezTo>
                      <a:cubicBezTo>
                        <a:pt x="21" y="1"/>
                        <a:pt x="20" y="1"/>
                        <a:pt x="20" y="1"/>
                      </a:cubicBezTo>
                      <a:cubicBezTo>
                        <a:pt x="19" y="1"/>
                        <a:pt x="19" y="0"/>
                        <a:pt x="19" y="0"/>
                      </a:cubicBezTo>
                      <a:cubicBezTo>
                        <a:pt x="18" y="0"/>
                        <a:pt x="17" y="0"/>
                        <a:pt x="17" y="1"/>
                      </a:cubicBezTo>
                      <a:cubicBezTo>
                        <a:pt x="17" y="1"/>
                        <a:pt x="18" y="1"/>
                        <a:pt x="18" y="2"/>
                      </a:cubicBezTo>
                      <a:cubicBezTo>
                        <a:pt x="17" y="2"/>
                        <a:pt x="16" y="1"/>
                        <a:pt x="15" y="2"/>
                      </a:cubicBezTo>
                      <a:cubicBezTo>
                        <a:pt x="14" y="2"/>
                        <a:pt x="13" y="2"/>
                        <a:pt x="12" y="2"/>
                      </a:cubicBezTo>
                      <a:cubicBezTo>
                        <a:pt x="11" y="2"/>
                        <a:pt x="11" y="2"/>
                        <a:pt x="11" y="2"/>
                      </a:cubicBezTo>
                      <a:cubicBezTo>
                        <a:pt x="11" y="2"/>
                        <a:pt x="11" y="3"/>
                        <a:pt x="11" y="3"/>
                      </a:cubicBezTo>
                      <a:cubicBezTo>
                        <a:pt x="10" y="3"/>
                        <a:pt x="10" y="3"/>
                        <a:pt x="10" y="3"/>
                      </a:cubicBezTo>
                      <a:cubicBezTo>
                        <a:pt x="10" y="3"/>
                        <a:pt x="10" y="3"/>
                        <a:pt x="10" y="3"/>
                      </a:cubicBezTo>
                      <a:cubicBezTo>
                        <a:pt x="9" y="3"/>
                        <a:pt x="9" y="3"/>
                        <a:pt x="9" y="3"/>
                      </a:cubicBezTo>
                      <a:cubicBezTo>
                        <a:pt x="8" y="3"/>
                        <a:pt x="8" y="3"/>
                        <a:pt x="8" y="3"/>
                      </a:cubicBezTo>
                      <a:cubicBezTo>
                        <a:pt x="7" y="3"/>
                        <a:pt x="7" y="3"/>
                        <a:pt x="7" y="3"/>
                      </a:cubicBezTo>
                      <a:cubicBezTo>
                        <a:pt x="7" y="4"/>
                        <a:pt x="6" y="4"/>
                        <a:pt x="7" y="4"/>
                      </a:cubicBezTo>
                      <a:cubicBezTo>
                        <a:pt x="7" y="4"/>
                        <a:pt x="7" y="4"/>
                        <a:pt x="7" y="4"/>
                      </a:cubicBezTo>
                      <a:cubicBezTo>
                        <a:pt x="8" y="5"/>
                        <a:pt x="7" y="5"/>
                        <a:pt x="7" y="5"/>
                      </a:cubicBezTo>
                      <a:cubicBezTo>
                        <a:pt x="7" y="5"/>
                        <a:pt x="7" y="5"/>
                        <a:pt x="7" y="5"/>
                      </a:cubicBezTo>
                      <a:cubicBezTo>
                        <a:pt x="7" y="6"/>
                        <a:pt x="6" y="6"/>
                        <a:pt x="6" y="6"/>
                      </a:cubicBezTo>
                      <a:cubicBezTo>
                        <a:pt x="6" y="6"/>
                        <a:pt x="6" y="7"/>
                        <a:pt x="6" y="7"/>
                      </a:cubicBezTo>
                      <a:cubicBezTo>
                        <a:pt x="5" y="7"/>
                        <a:pt x="5" y="7"/>
                        <a:pt x="5" y="8"/>
                      </a:cubicBezTo>
                      <a:cubicBezTo>
                        <a:pt x="5" y="8"/>
                        <a:pt x="4" y="8"/>
                        <a:pt x="3" y="8"/>
                      </a:cubicBezTo>
                      <a:cubicBezTo>
                        <a:pt x="3" y="8"/>
                        <a:pt x="4" y="9"/>
                        <a:pt x="4" y="9"/>
                      </a:cubicBezTo>
                      <a:cubicBezTo>
                        <a:pt x="4" y="9"/>
                        <a:pt x="4" y="10"/>
                        <a:pt x="4" y="10"/>
                      </a:cubicBezTo>
                      <a:cubicBezTo>
                        <a:pt x="3" y="11"/>
                        <a:pt x="2" y="11"/>
                        <a:pt x="2" y="11"/>
                      </a:cubicBezTo>
                      <a:cubicBezTo>
                        <a:pt x="2" y="12"/>
                        <a:pt x="2" y="12"/>
                        <a:pt x="1" y="12"/>
                      </a:cubicBezTo>
                      <a:cubicBezTo>
                        <a:pt x="1" y="12"/>
                        <a:pt x="1" y="13"/>
                        <a:pt x="1" y="13"/>
                      </a:cubicBezTo>
                      <a:cubicBezTo>
                        <a:pt x="1" y="14"/>
                        <a:pt x="1" y="14"/>
                        <a:pt x="2" y="14"/>
                      </a:cubicBezTo>
                      <a:cubicBezTo>
                        <a:pt x="2" y="14"/>
                        <a:pt x="2" y="14"/>
                        <a:pt x="1" y="15"/>
                      </a:cubicBezTo>
                      <a:cubicBezTo>
                        <a:pt x="1" y="15"/>
                        <a:pt x="1" y="15"/>
                        <a:pt x="0" y="16"/>
                      </a:cubicBezTo>
                      <a:cubicBezTo>
                        <a:pt x="0" y="17"/>
                        <a:pt x="3" y="16"/>
                        <a:pt x="3" y="15"/>
                      </a:cubicBezTo>
                      <a:cubicBezTo>
                        <a:pt x="3" y="15"/>
                        <a:pt x="2" y="15"/>
                        <a:pt x="2" y="14"/>
                      </a:cubicBezTo>
                      <a:cubicBezTo>
                        <a:pt x="2" y="14"/>
                        <a:pt x="2" y="14"/>
                        <a:pt x="3" y="14"/>
                      </a:cubicBezTo>
                      <a:cubicBezTo>
                        <a:pt x="3" y="14"/>
                        <a:pt x="4" y="13"/>
                        <a:pt x="4" y="13"/>
                      </a:cubicBezTo>
                      <a:cubicBezTo>
                        <a:pt x="4" y="13"/>
                        <a:pt x="5" y="13"/>
                        <a:pt x="6" y="13"/>
                      </a:cubicBezTo>
                      <a:cubicBezTo>
                        <a:pt x="6" y="14"/>
                        <a:pt x="6" y="14"/>
                        <a:pt x="6" y="15"/>
                      </a:cubicBezTo>
                      <a:cubicBezTo>
                        <a:pt x="7" y="15"/>
                        <a:pt x="6" y="16"/>
                        <a:pt x="6" y="16"/>
                      </a:cubicBezTo>
                      <a:cubicBezTo>
                        <a:pt x="6" y="17"/>
                        <a:pt x="7" y="16"/>
                        <a:pt x="6" y="17"/>
                      </a:cubicBezTo>
                      <a:cubicBezTo>
                        <a:pt x="7" y="17"/>
                        <a:pt x="8" y="17"/>
                        <a:pt x="7" y="18"/>
                      </a:cubicBezTo>
                      <a:cubicBezTo>
                        <a:pt x="8" y="18"/>
                        <a:pt x="9" y="19"/>
                        <a:pt x="10" y="18"/>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5" name="Freeform 779">
                  <a:extLst>
                    <a:ext uri="{FF2B5EF4-FFF2-40B4-BE49-F238E27FC236}">
                      <a16:creationId xmlns:a16="http://schemas.microsoft.com/office/drawing/2014/main" id="{53CE3E2B-7D08-5762-BFA9-ACF96F2BE419}"/>
                    </a:ext>
                  </a:extLst>
                </p:cNvPr>
                <p:cNvSpPr>
                  <a:spLocks/>
                </p:cNvSpPr>
                <p:nvPr/>
              </p:nvSpPr>
              <p:spPr bwMode="auto">
                <a:xfrm>
                  <a:off x="5908675" y="3417888"/>
                  <a:ext cx="115887" cy="153988"/>
                </a:xfrm>
                <a:custGeom>
                  <a:avLst/>
                  <a:gdLst>
                    <a:gd name="T0" fmla="*/ 24 w 28"/>
                    <a:gd name="T1" fmla="*/ 33 h 37"/>
                    <a:gd name="T2" fmla="*/ 24 w 28"/>
                    <a:gd name="T3" fmla="*/ 31 h 37"/>
                    <a:gd name="T4" fmla="*/ 27 w 28"/>
                    <a:gd name="T5" fmla="*/ 30 h 37"/>
                    <a:gd name="T6" fmla="*/ 27 w 28"/>
                    <a:gd name="T7" fmla="*/ 27 h 37"/>
                    <a:gd name="T8" fmla="*/ 25 w 28"/>
                    <a:gd name="T9" fmla="*/ 26 h 37"/>
                    <a:gd name="T10" fmla="*/ 24 w 28"/>
                    <a:gd name="T11" fmla="*/ 21 h 37"/>
                    <a:gd name="T12" fmla="*/ 26 w 28"/>
                    <a:gd name="T13" fmla="*/ 19 h 37"/>
                    <a:gd name="T14" fmla="*/ 25 w 28"/>
                    <a:gd name="T15" fmla="*/ 17 h 37"/>
                    <a:gd name="T16" fmla="*/ 25 w 28"/>
                    <a:gd name="T17" fmla="*/ 16 h 37"/>
                    <a:gd name="T18" fmla="*/ 26 w 28"/>
                    <a:gd name="T19" fmla="*/ 15 h 37"/>
                    <a:gd name="T20" fmla="*/ 25 w 28"/>
                    <a:gd name="T21" fmla="*/ 14 h 37"/>
                    <a:gd name="T22" fmla="*/ 22 w 28"/>
                    <a:gd name="T23" fmla="*/ 16 h 37"/>
                    <a:gd name="T24" fmla="*/ 20 w 28"/>
                    <a:gd name="T25" fmla="*/ 14 h 37"/>
                    <a:gd name="T26" fmla="*/ 17 w 28"/>
                    <a:gd name="T27" fmla="*/ 13 h 37"/>
                    <a:gd name="T28" fmla="*/ 17 w 28"/>
                    <a:gd name="T29" fmla="*/ 11 h 37"/>
                    <a:gd name="T30" fmla="*/ 18 w 28"/>
                    <a:gd name="T31" fmla="*/ 10 h 37"/>
                    <a:gd name="T32" fmla="*/ 15 w 28"/>
                    <a:gd name="T33" fmla="*/ 8 h 37"/>
                    <a:gd name="T34" fmla="*/ 13 w 28"/>
                    <a:gd name="T35" fmla="*/ 6 h 37"/>
                    <a:gd name="T36" fmla="*/ 13 w 28"/>
                    <a:gd name="T37" fmla="*/ 4 h 37"/>
                    <a:gd name="T38" fmla="*/ 10 w 28"/>
                    <a:gd name="T39" fmla="*/ 2 h 37"/>
                    <a:gd name="T40" fmla="*/ 7 w 28"/>
                    <a:gd name="T41" fmla="*/ 0 h 37"/>
                    <a:gd name="T42" fmla="*/ 5 w 28"/>
                    <a:gd name="T43" fmla="*/ 0 h 37"/>
                    <a:gd name="T44" fmla="*/ 3 w 28"/>
                    <a:gd name="T45" fmla="*/ 2 h 37"/>
                    <a:gd name="T46" fmla="*/ 0 w 28"/>
                    <a:gd name="T47" fmla="*/ 4 h 37"/>
                    <a:gd name="T48" fmla="*/ 1 w 28"/>
                    <a:gd name="T49" fmla="*/ 6 h 37"/>
                    <a:gd name="T50" fmla="*/ 1 w 28"/>
                    <a:gd name="T51" fmla="*/ 7 h 37"/>
                    <a:gd name="T52" fmla="*/ 4 w 28"/>
                    <a:gd name="T53" fmla="*/ 9 h 37"/>
                    <a:gd name="T54" fmla="*/ 2 w 28"/>
                    <a:gd name="T55" fmla="*/ 12 h 37"/>
                    <a:gd name="T56" fmla="*/ 3 w 28"/>
                    <a:gd name="T57" fmla="*/ 15 h 37"/>
                    <a:gd name="T58" fmla="*/ 3 w 28"/>
                    <a:gd name="T59" fmla="*/ 18 h 37"/>
                    <a:gd name="T60" fmla="*/ 5 w 28"/>
                    <a:gd name="T61" fmla="*/ 21 h 37"/>
                    <a:gd name="T62" fmla="*/ 5 w 28"/>
                    <a:gd name="T63" fmla="*/ 24 h 37"/>
                    <a:gd name="T64" fmla="*/ 4 w 28"/>
                    <a:gd name="T65" fmla="*/ 25 h 37"/>
                    <a:gd name="T66" fmla="*/ 2 w 28"/>
                    <a:gd name="T67" fmla="*/ 25 h 37"/>
                    <a:gd name="T68" fmla="*/ 4 w 28"/>
                    <a:gd name="T69" fmla="*/ 27 h 37"/>
                    <a:gd name="T70" fmla="*/ 8 w 28"/>
                    <a:gd name="T71" fmla="*/ 29 h 37"/>
                    <a:gd name="T72" fmla="*/ 10 w 28"/>
                    <a:gd name="T73" fmla="*/ 31 h 37"/>
                    <a:gd name="T74" fmla="*/ 11 w 28"/>
                    <a:gd name="T75" fmla="*/ 31 h 37"/>
                    <a:gd name="T76" fmla="*/ 12 w 28"/>
                    <a:gd name="T77" fmla="*/ 29 h 37"/>
                    <a:gd name="T78" fmla="*/ 14 w 28"/>
                    <a:gd name="T79" fmla="*/ 28 h 37"/>
                    <a:gd name="T80" fmla="*/ 15 w 28"/>
                    <a:gd name="T81" fmla="*/ 29 h 37"/>
                    <a:gd name="T82" fmla="*/ 17 w 28"/>
                    <a:gd name="T83" fmla="*/ 31 h 37"/>
                    <a:gd name="T84" fmla="*/ 17 w 28"/>
                    <a:gd name="T85" fmla="*/ 32 h 37"/>
                    <a:gd name="T86" fmla="*/ 20 w 28"/>
                    <a:gd name="T87" fmla="*/ 33 h 37"/>
                    <a:gd name="T88" fmla="*/ 19 w 28"/>
                    <a:gd name="T89" fmla="*/ 35 h 37"/>
                    <a:gd name="T90" fmla="*/ 18 w 28"/>
                    <a:gd name="T91" fmla="*/ 36 h 37"/>
                    <a:gd name="T92" fmla="*/ 21 w 28"/>
                    <a:gd name="T93" fmla="*/ 36 h 37"/>
                    <a:gd name="T94" fmla="*/ 23 w 28"/>
                    <a:gd name="T95" fmla="*/ 36 h 37"/>
                    <a:gd name="T96" fmla="*/ 25 w 28"/>
                    <a:gd name="T97" fmla="*/ 3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 h="37">
                      <a:moveTo>
                        <a:pt x="25" y="34"/>
                      </a:moveTo>
                      <a:cubicBezTo>
                        <a:pt x="24" y="34"/>
                        <a:pt x="24" y="34"/>
                        <a:pt x="24" y="33"/>
                      </a:cubicBezTo>
                      <a:cubicBezTo>
                        <a:pt x="24" y="33"/>
                        <a:pt x="25" y="33"/>
                        <a:pt x="25" y="32"/>
                      </a:cubicBezTo>
                      <a:cubicBezTo>
                        <a:pt x="25" y="32"/>
                        <a:pt x="24" y="32"/>
                        <a:pt x="24" y="31"/>
                      </a:cubicBezTo>
                      <a:cubicBezTo>
                        <a:pt x="25" y="31"/>
                        <a:pt x="26" y="31"/>
                        <a:pt x="26" y="31"/>
                      </a:cubicBezTo>
                      <a:cubicBezTo>
                        <a:pt x="27" y="31"/>
                        <a:pt x="27" y="30"/>
                        <a:pt x="27" y="30"/>
                      </a:cubicBezTo>
                      <a:cubicBezTo>
                        <a:pt x="28" y="29"/>
                        <a:pt x="28" y="29"/>
                        <a:pt x="28" y="28"/>
                      </a:cubicBezTo>
                      <a:cubicBezTo>
                        <a:pt x="28" y="28"/>
                        <a:pt x="27" y="28"/>
                        <a:pt x="27" y="27"/>
                      </a:cubicBezTo>
                      <a:cubicBezTo>
                        <a:pt x="27" y="27"/>
                        <a:pt x="27" y="27"/>
                        <a:pt x="27" y="27"/>
                      </a:cubicBezTo>
                      <a:cubicBezTo>
                        <a:pt x="26" y="26"/>
                        <a:pt x="26" y="26"/>
                        <a:pt x="25" y="26"/>
                      </a:cubicBezTo>
                      <a:cubicBezTo>
                        <a:pt x="25" y="25"/>
                        <a:pt x="25" y="24"/>
                        <a:pt x="24" y="24"/>
                      </a:cubicBezTo>
                      <a:cubicBezTo>
                        <a:pt x="24" y="23"/>
                        <a:pt x="24" y="22"/>
                        <a:pt x="24" y="21"/>
                      </a:cubicBezTo>
                      <a:cubicBezTo>
                        <a:pt x="24" y="20"/>
                        <a:pt x="25" y="20"/>
                        <a:pt x="25" y="20"/>
                      </a:cubicBezTo>
                      <a:cubicBezTo>
                        <a:pt x="26" y="20"/>
                        <a:pt x="26" y="19"/>
                        <a:pt x="26" y="19"/>
                      </a:cubicBezTo>
                      <a:cubicBezTo>
                        <a:pt x="26" y="19"/>
                        <a:pt x="26" y="18"/>
                        <a:pt x="26" y="18"/>
                      </a:cubicBezTo>
                      <a:cubicBezTo>
                        <a:pt x="26" y="18"/>
                        <a:pt x="26" y="18"/>
                        <a:pt x="25" y="17"/>
                      </a:cubicBezTo>
                      <a:cubicBezTo>
                        <a:pt x="25" y="17"/>
                        <a:pt x="25" y="17"/>
                        <a:pt x="25" y="16"/>
                      </a:cubicBezTo>
                      <a:cubicBezTo>
                        <a:pt x="25" y="16"/>
                        <a:pt x="24" y="16"/>
                        <a:pt x="25" y="16"/>
                      </a:cubicBezTo>
                      <a:cubicBezTo>
                        <a:pt x="25" y="15"/>
                        <a:pt x="25" y="15"/>
                        <a:pt x="26" y="15"/>
                      </a:cubicBezTo>
                      <a:cubicBezTo>
                        <a:pt x="26" y="15"/>
                        <a:pt x="27" y="16"/>
                        <a:pt x="26" y="15"/>
                      </a:cubicBezTo>
                      <a:cubicBezTo>
                        <a:pt x="26" y="15"/>
                        <a:pt x="26" y="15"/>
                        <a:pt x="26" y="14"/>
                      </a:cubicBezTo>
                      <a:cubicBezTo>
                        <a:pt x="25" y="14"/>
                        <a:pt x="25" y="14"/>
                        <a:pt x="25" y="14"/>
                      </a:cubicBezTo>
                      <a:cubicBezTo>
                        <a:pt x="24" y="14"/>
                        <a:pt x="24" y="14"/>
                        <a:pt x="23" y="15"/>
                      </a:cubicBezTo>
                      <a:cubicBezTo>
                        <a:pt x="23" y="15"/>
                        <a:pt x="23" y="16"/>
                        <a:pt x="22" y="16"/>
                      </a:cubicBezTo>
                      <a:cubicBezTo>
                        <a:pt x="22" y="16"/>
                        <a:pt x="22" y="15"/>
                        <a:pt x="21" y="15"/>
                      </a:cubicBezTo>
                      <a:cubicBezTo>
                        <a:pt x="21" y="14"/>
                        <a:pt x="20" y="14"/>
                        <a:pt x="20" y="14"/>
                      </a:cubicBezTo>
                      <a:cubicBezTo>
                        <a:pt x="19" y="14"/>
                        <a:pt x="19" y="13"/>
                        <a:pt x="18" y="13"/>
                      </a:cubicBezTo>
                      <a:cubicBezTo>
                        <a:pt x="18" y="13"/>
                        <a:pt x="17" y="13"/>
                        <a:pt x="17" y="13"/>
                      </a:cubicBezTo>
                      <a:cubicBezTo>
                        <a:pt x="17" y="12"/>
                        <a:pt x="18" y="12"/>
                        <a:pt x="18" y="12"/>
                      </a:cubicBezTo>
                      <a:cubicBezTo>
                        <a:pt x="18" y="12"/>
                        <a:pt x="17" y="11"/>
                        <a:pt x="17" y="11"/>
                      </a:cubicBezTo>
                      <a:cubicBezTo>
                        <a:pt x="17" y="11"/>
                        <a:pt x="17" y="10"/>
                        <a:pt x="18" y="10"/>
                      </a:cubicBezTo>
                      <a:cubicBezTo>
                        <a:pt x="18" y="10"/>
                        <a:pt x="18" y="10"/>
                        <a:pt x="18" y="10"/>
                      </a:cubicBezTo>
                      <a:cubicBezTo>
                        <a:pt x="18" y="9"/>
                        <a:pt x="17" y="9"/>
                        <a:pt x="17" y="9"/>
                      </a:cubicBezTo>
                      <a:cubicBezTo>
                        <a:pt x="16" y="9"/>
                        <a:pt x="15" y="8"/>
                        <a:pt x="15" y="8"/>
                      </a:cubicBezTo>
                      <a:cubicBezTo>
                        <a:pt x="14" y="7"/>
                        <a:pt x="14" y="7"/>
                        <a:pt x="13" y="7"/>
                      </a:cubicBezTo>
                      <a:cubicBezTo>
                        <a:pt x="13" y="6"/>
                        <a:pt x="13" y="6"/>
                        <a:pt x="13" y="6"/>
                      </a:cubicBezTo>
                      <a:cubicBezTo>
                        <a:pt x="13" y="6"/>
                        <a:pt x="13" y="5"/>
                        <a:pt x="13" y="5"/>
                      </a:cubicBezTo>
                      <a:cubicBezTo>
                        <a:pt x="13" y="5"/>
                        <a:pt x="14" y="4"/>
                        <a:pt x="13" y="4"/>
                      </a:cubicBezTo>
                      <a:cubicBezTo>
                        <a:pt x="12" y="4"/>
                        <a:pt x="12" y="3"/>
                        <a:pt x="11" y="2"/>
                      </a:cubicBezTo>
                      <a:cubicBezTo>
                        <a:pt x="11" y="2"/>
                        <a:pt x="11" y="2"/>
                        <a:pt x="10" y="2"/>
                      </a:cubicBezTo>
                      <a:cubicBezTo>
                        <a:pt x="10" y="1"/>
                        <a:pt x="10" y="1"/>
                        <a:pt x="9" y="0"/>
                      </a:cubicBezTo>
                      <a:cubicBezTo>
                        <a:pt x="9" y="0"/>
                        <a:pt x="8" y="0"/>
                        <a:pt x="7" y="0"/>
                      </a:cubicBezTo>
                      <a:cubicBezTo>
                        <a:pt x="7" y="0"/>
                        <a:pt x="6" y="0"/>
                        <a:pt x="6" y="0"/>
                      </a:cubicBezTo>
                      <a:cubicBezTo>
                        <a:pt x="5" y="0"/>
                        <a:pt x="5" y="0"/>
                        <a:pt x="5" y="0"/>
                      </a:cubicBezTo>
                      <a:cubicBezTo>
                        <a:pt x="4" y="1"/>
                        <a:pt x="4" y="1"/>
                        <a:pt x="3" y="1"/>
                      </a:cubicBezTo>
                      <a:cubicBezTo>
                        <a:pt x="3" y="1"/>
                        <a:pt x="3" y="2"/>
                        <a:pt x="3" y="2"/>
                      </a:cubicBezTo>
                      <a:cubicBezTo>
                        <a:pt x="2" y="2"/>
                        <a:pt x="2" y="1"/>
                        <a:pt x="2" y="1"/>
                      </a:cubicBezTo>
                      <a:cubicBezTo>
                        <a:pt x="1" y="2"/>
                        <a:pt x="0" y="3"/>
                        <a:pt x="0" y="4"/>
                      </a:cubicBezTo>
                      <a:cubicBezTo>
                        <a:pt x="0" y="4"/>
                        <a:pt x="1" y="4"/>
                        <a:pt x="1" y="5"/>
                      </a:cubicBezTo>
                      <a:cubicBezTo>
                        <a:pt x="1" y="5"/>
                        <a:pt x="0" y="6"/>
                        <a:pt x="1" y="6"/>
                      </a:cubicBezTo>
                      <a:cubicBezTo>
                        <a:pt x="1" y="6"/>
                        <a:pt x="2" y="6"/>
                        <a:pt x="2" y="6"/>
                      </a:cubicBezTo>
                      <a:cubicBezTo>
                        <a:pt x="2" y="7"/>
                        <a:pt x="1" y="7"/>
                        <a:pt x="1" y="7"/>
                      </a:cubicBezTo>
                      <a:cubicBezTo>
                        <a:pt x="1" y="7"/>
                        <a:pt x="1" y="8"/>
                        <a:pt x="1" y="8"/>
                      </a:cubicBezTo>
                      <a:cubicBezTo>
                        <a:pt x="2" y="8"/>
                        <a:pt x="4" y="9"/>
                        <a:pt x="4" y="9"/>
                      </a:cubicBezTo>
                      <a:cubicBezTo>
                        <a:pt x="3" y="10"/>
                        <a:pt x="2" y="9"/>
                        <a:pt x="2" y="10"/>
                      </a:cubicBezTo>
                      <a:cubicBezTo>
                        <a:pt x="2" y="10"/>
                        <a:pt x="2" y="11"/>
                        <a:pt x="2" y="12"/>
                      </a:cubicBezTo>
                      <a:cubicBezTo>
                        <a:pt x="3" y="12"/>
                        <a:pt x="4" y="12"/>
                        <a:pt x="4" y="13"/>
                      </a:cubicBezTo>
                      <a:cubicBezTo>
                        <a:pt x="4" y="14"/>
                        <a:pt x="3" y="14"/>
                        <a:pt x="3" y="15"/>
                      </a:cubicBezTo>
                      <a:cubicBezTo>
                        <a:pt x="2" y="16"/>
                        <a:pt x="2" y="17"/>
                        <a:pt x="2" y="18"/>
                      </a:cubicBezTo>
                      <a:cubicBezTo>
                        <a:pt x="3" y="18"/>
                        <a:pt x="3" y="18"/>
                        <a:pt x="3" y="18"/>
                      </a:cubicBezTo>
                      <a:cubicBezTo>
                        <a:pt x="4" y="18"/>
                        <a:pt x="4" y="18"/>
                        <a:pt x="4" y="19"/>
                      </a:cubicBezTo>
                      <a:cubicBezTo>
                        <a:pt x="4" y="19"/>
                        <a:pt x="6" y="20"/>
                        <a:pt x="5" y="21"/>
                      </a:cubicBezTo>
                      <a:cubicBezTo>
                        <a:pt x="5" y="21"/>
                        <a:pt x="4" y="21"/>
                        <a:pt x="3" y="20"/>
                      </a:cubicBezTo>
                      <a:cubicBezTo>
                        <a:pt x="3" y="21"/>
                        <a:pt x="5" y="23"/>
                        <a:pt x="5" y="24"/>
                      </a:cubicBezTo>
                      <a:cubicBezTo>
                        <a:pt x="5" y="24"/>
                        <a:pt x="5" y="24"/>
                        <a:pt x="5" y="25"/>
                      </a:cubicBezTo>
                      <a:cubicBezTo>
                        <a:pt x="4" y="25"/>
                        <a:pt x="4" y="25"/>
                        <a:pt x="4" y="25"/>
                      </a:cubicBezTo>
                      <a:cubicBezTo>
                        <a:pt x="4" y="25"/>
                        <a:pt x="4" y="24"/>
                        <a:pt x="3" y="24"/>
                      </a:cubicBezTo>
                      <a:cubicBezTo>
                        <a:pt x="3" y="25"/>
                        <a:pt x="3" y="25"/>
                        <a:pt x="2" y="25"/>
                      </a:cubicBezTo>
                      <a:cubicBezTo>
                        <a:pt x="3" y="26"/>
                        <a:pt x="3" y="26"/>
                        <a:pt x="3" y="26"/>
                      </a:cubicBezTo>
                      <a:cubicBezTo>
                        <a:pt x="4" y="26"/>
                        <a:pt x="4" y="26"/>
                        <a:pt x="4" y="27"/>
                      </a:cubicBezTo>
                      <a:cubicBezTo>
                        <a:pt x="5" y="28"/>
                        <a:pt x="6" y="29"/>
                        <a:pt x="7" y="29"/>
                      </a:cubicBezTo>
                      <a:cubicBezTo>
                        <a:pt x="8" y="29"/>
                        <a:pt x="8" y="29"/>
                        <a:pt x="8" y="29"/>
                      </a:cubicBezTo>
                      <a:cubicBezTo>
                        <a:pt x="9" y="30"/>
                        <a:pt x="9" y="30"/>
                        <a:pt x="9" y="30"/>
                      </a:cubicBezTo>
                      <a:cubicBezTo>
                        <a:pt x="10" y="30"/>
                        <a:pt x="10" y="30"/>
                        <a:pt x="10" y="31"/>
                      </a:cubicBezTo>
                      <a:cubicBezTo>
                        <a:pt x="11" y="31"/>
                        <a:pt x="10" y="31"/>
                        <a:pt x="10" y="31"/>
                      </a:cubicBezTo>
                      <a:cubicBezTo>
                        <a:pt x="10" y="31"/>
                        <a:pt x="11" y="32"/>
                        <a:pt x="11" y="31"/>
                      </a:cubicBezTo>
                      <a:cubicBezTo>
                        <a:pt x="11" y="31"/>
                        <a:pt x="11" y="31"/>
                        <a:pt x="11" y="30"/>
                      </a:cubicBezTo>
                      <a:cubicBezTo>
                        <a:pt x="11" y="30"/>
                        <a:pt x="12" y="30"/>
                        <a:pt x="12" y="29"/>
                      </a:cubicBezTo>
                      <a:cubicBezTo>
                        <a:pt x="13" y="29"/>
                        <a:pt x="11" y="29"/>
                        <a:pt x="12" y="28"/>
                      </a:cubicBezTo>
                      <a:cubicBezTo>
                        <a:pt x="13" y="27"/>
                        <a:pt x="13" y="27"/>
                        <a:pt x="14" y="28"/>
                      </a:cubicBezTo>
                      <a:cubicBezTo>
                        <a:pt x="14" y="28"/>
                        <a:pt x="14" y="28"/>
                        <a:pt x="14" y="29"/>
                      </a:cubicBezTo>
                      <a:cubicBezTo>
                        <a:pt x="14" y="29"/>
                        <a:pt x="15" y="29"/>
                        <a:pt x="15" y="29"/>
                      </a:cubicBezTo>
                      <a:cubicBezTo>
                        <a:pt x="15" y="29"/>
                        <a:pt x="16" y="30"/>
                        <a:pt x="16" y="30"/>
                      </a:cubicBezTo>
                      <a:cubicBezTo>
                        <a:pt x="16" y="31"/>
                        <a:pt x="17" y="31"/>
                        <a:pt x="17" y="31"/>
                      </a:cubicBezTo>
                      <a:cubicBezTo>
                        <a:pt x="17" y="31"/>
                        <a:pt x="17" y="31"/>
                        <a:pt x="17" y="31"/>
                      </a:cubicBezTo>
                      <a:cubicBezTo>
                        <a:pt x="17" y="32"/>
                        <a:pt x="17" y="32"/>
                        <a:pt x="17" y="32"/>
                      </a:cubicBezTo>
                      <a:cubicBezTo>
                        <a:pt x="18" y="33"/>
                        <a:pt x="19" y="32"/>
                        <a:pt x="19" y="33"/>
                      </a:cubicBezTo>
                      <a:cubicBezTo>
                        <a:pt x="19" y="33"/>
                        <a:pt x="20" y="33"/>
                        <a:pt x="20" y="33"/>
                      </a:cubicBezTo>
                      <a:cubicBezTo>
                        <a:pt x="20" y="33"/>
                        <a:pt x="19" y="34"/>
                        <a:pt x="19" y="34"/>
                      </a:cubicBezTo>
                      <a:cubicBezTo>
                        <a:pt x="19" y="35"/>
                        <a:pt x="19" y="35"/>
                        <a:pt x="19" y="35"/>
                      </a:cubicBezTo>
                      <a:cubicBezTo>
                        <a:pt x="19" y="36"/>
                        <a:pt x="19" y="36"/>
                        <a:pt x="19" y="36"/>
                      </a:cubicBezTo>
                      <a:cubicBezTo>
                        <a:pt x="19" y="36"/>
                        <a:pt x="18" y="36"/>
                        <a:pt x="18" y="36"/>
                      </a:cubicBezTo>
                      <a:cubicBezTo>
                        <a:pt x="18" y="36"/>
                        <a:pt x="18" y="37"/>
                        <a:pt x="19" y="37"/>
                      </a:cubicBezTo>
                      <a:cubicBezTo>
                        <a:pt x="20" y="37"/>
                        <a:pt x="20" y="36"/>
                        <a:pt x="21" y="36"/>
                      </a:cubicBezTo>
                      <a:cubicBezTo>
                        <a:pt x="21" y="36"/>
                        <a:pt x="22" y="36"/>
                        <a:pt x="22" y="36"/>
                      </a:cubicBezTo>
                      <a:cubicBezTo>
                        <a:pt x="22" y="36"/>
                        <a:pt x="23" y="36"/>
                        <a:pt x="23" y="36"/>
                      </a:cubicBezTo>
                      <a:cubicBezTo>
                        <a:pt x="23" y="36"/>
                        <a:pt x="24" y="36"/>
                        <a:pt x="24" y="36"/>
                      </a:cubicBezTo>
                      <a:cubicBezTo>
                        <a:pt x="24" y="36"/>
                        <a:pt x="25" y="35"/>
                        <a:pt x="25" y="34"/>
                      </a:cubicBezTo>
                      <a:cubicBezTo>
                        <a:pt x="25" y="34"/>
                        <a:pt x="25" y="35"/>
                        <a:pt x="25" y="34"/>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6" name="Freeform 780">
                  <a:extLst>
                    <a:ext uri="{FF2B5EF4-FFF2-40B4-BE49-F238E27FC236}">
                      <a16:creationId xmlns:a16="http://schemas.microsoft.com/office/drawing/2014/main" id="{5B7AF32E-6441-62BD-8275-EED4D20B6CC7}"/>
                    </a:ext>
                  </a:extLst>
                </p:cNvPr>
                <p:cNvSpPr>
                  <a:spLocks/>
                </p:cNvSpPr>
                <p:nvPr/>
              </p:nvSpPr>
              <p:spPr bwMode="auto">
                <a:xfrm>
                  <a:off x="5895975" y="3521075"/>
                  <a:ext cx="58737" cy="63500"/>
                </a:xfrm>
                <a:custGeom>
                  <a:avLst/>
                  <a:gdLst>
                    <a:gd name="T0" fmla="*/ 7 w 14"/>
                    <a:gd name="T1" fmla="*/ 14 h 15"/>
                    <a:gd name="T2" fmla="*/ 6 w 14"/>
                    <a:gd name="T3" fmla="*/ 12 h 15"/>
                    <a:gd name="T4" fmla="*/ 7 w 14"/>
                    <a:gd name="T5" fmla="*/ 10 h 15"/>
                    <a:gd name="T6" fmla="*/ 7 w 14"/>
                    <a:gd name="T7" fmla="*/ 10 h 15"/>
                    <a:gd name="T8" fmla="*/ 9 w 14"/>
                    <a:gd name="T9" fmla="*/ 8 h 15"/>
                    <a:gd name="T10" fmla="*/ 11 w 14"/>
                    <a:gd name="T11" fmla="*/ 9 h 15"/>
                    <a:gd name="T12" fmla="*/ 12 w 14"/>
                    <a:gd name="T13" fmla="*/ 8 h 15"/>
                    <a:gd name="T14" fmla="*/ 11 w 14"/>
                    <a:gd name="T15" fmla="*/ 7 h 15"/>
                    <a:gd name="T16" fmla="*/ 12 w 14"/>
                    <a:gd name="T17" fmla="*/ 7 h 15"/>
                    <a:gd name="T18" fmla="*/ 13 w 14"/>
                    <a:gd name="T19" fmla="*/ 6 h 15"/>
                    <a:gd name="T20" fmla="*/ 13 w 14"/>
                    <a:gd name="T21" fmla="*/ 6 h 15"/>
                    <a:gd name="T22" fmla="*/ 12 w 14"/>
                    <a:gd name="T23" fmla="*/ 5 h 15"/>
                    <a:gd name="T24" fmla="*/ 11 w 14"/>
                    <a:gd name="T25" fmla="*/ 4 h 15"/>
                    <a:gd name="T26" fmla="*/ 10 w 14"/>
                    <a:gd name="T27" fmla="*/ 4 h 15"/>
                    <a:gd name="T28" fmla="*/ 8 w 14"/>
                    <a:gd name="T29" fmla="*/ 2 h 15"/>
                    <a:gd name="T30" fmla="*/ 6 w 14"/>
                    <a:gd name="T31" fmla="*/ 1 h 15"/>
                    <a:gd name="T32" fmla="*/ 5 w 14"/>
                    <a:gd name="T33" fmla="*/ 0 h 15"/>
                    <a:gd name="T34" fmla="*/ 5 w 14"/>
                    <a:gd name="T35" fmla="*/ 0 h 15"/>
                    <a:gd name="T36" fmla="*/ 4 w 14"/>
                    <a:gd name="T37" fmla="*/ 0 h 15"/>
                    <a:gd name="T38" fmla="*/ 4 w 14"/>
                    <a:gd name="T39" fmla="*/ 2 h 15"/>
                    <a:gd name="T40" fmla="*/ 3 w 14"/>
                    <a:gd name="T41" fmla="*/ 2 h 15"/>
                    <a:gd name="T42" fmla="*/ 2 w 14"/>
                    <a:gd name="T43" fmla="*/ 4 h 15"/>
                    <a:gd name="T44" fmla="*/ 2 w 14"/>
                    <a:gd name="T45" fmla="*/ 4 h 15"/>
                    <a:gd name="T46" fmla="*/ 1 w 14"/>
                    <a:gd name="T47" fmla="*/ 5 h 15"/>
                    <a:gd name="T48" fmla="*/ 1 w 14"/>
                    <a:gd name="T49" fmla="*/ 6 h 15"/>
                    <a:gd name="T50" fmla="*/ 1 w 14"/>
                    <a:gd name="T51" fmla="*/ 8 h 15"/>
                    <a:gd name="T52" fmla="*/ 0 w 14"/>
                    <a:gd name="T53" fmla="*/ 9 h 15"/>
                    <a:gd name="T54" fmla="*/ 0 w 14"/>
                    <a:gd name="T55" fmla="*/ 10 h 15"/>
                    <a:gd name="T56" fmla="*/ 2 w 14"/>
                    <a:gd name="T57" fmla="*/ 10 h 15"/>
                    <a:gd name="T58" fmla="*/ 2 w 14"/>
                    <a:gd name="T59" fmla="*/ 11 h 15"/>
                    <a:gd name="T60" fmla="*/ 3 w 14"/>
                    <a:gd name="T61" fmla="*/ 12 h 15"/>
                    <a:gd name="T62" fmla="*/ 5 w 14"/>
                    <a:gd name="T63" fmla="*/ 13 h 15"/>
                    <a:gd name="T64" fmla="*/ 6 w 14"/>
                    <a:gd name="T65" fmla="*/ 15 h 15"/>
                    <a:gd name="T66" fmla="*/ 7 w 14"/>
                    <a:gd name="T67"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 h="15">
                      <a:moveTo>
                        <a:pt x="7" y="14"/>
                      </a:moveTo>
                      <a:cubicBezTo>
                        <a:pt x="7" y="13"/>
                        <a:pt x="6" y="13"/>
                        <a:pt x="6" y="12"/>
                      </a:cubicBezTo>
                      <a:cubicBezTo>
                        <a:pt x="6" y="11"/>
                        <a:pt x="7" y="11"/>
                        <a:pt x="7" y="10"/>
                      </a:cubicBezTo>
                      <a:cubicBezTo>
                        <a:pt x="7" y="10"/>
                        <a:pt x="7" y="10"/>
                        <a:pt x="7" y="10"/>
                      </a:cubicBezTo>
                      <a:cubicBezTo>
                        <a:pt x="7" y="10"/>
                        <a:pt x="8" y="8"/>
                        <a:pt x="9" y="8"/>
                      </a:cubicBezTo>
                      <a:cubicBezTo>
                        <a:pt x="10" y="9"/>
                        <a:pt x="9" y="10"/>
                        <a:pt x="11" y="9"/>
                      </a:cubicBezTo>
                      <a:cubicBezTo>
                        <a:pt x="11" y="9"/>
                        <a:pt x="12" y="9"/>
                        <a:pt x="12" y="8"/>
                      </a:cubicBezTo>
                      <a:cubicBezTo>
                        <a:pt x="12" y="8"/>
                        <a:pt x="11" y="8"/>
                        <a:pt x="11" y="7"/>
                      </a:cubicBezTo>
                      <a:cubicBezTo>
                        <a:pt x="11" y="7"/>
                        <a:pt x="12" y="7"/>
                        <a:pt x="12" y="7"/>
                      </a:cubicBezTo>
                      <a:cubicBezTo>
                        <a:pt x="12" y="7"/>
                        <a:pt x="13" y="7"/>
                        <a:pt x="13" y="6"/>
                      </a:cubicBezTo>
                      <a:cubicBezTo>
                        <a:pt x="13" y="6"/>
                        <a:pt x="14" y="6"/>
                        <a:pt x="13" y="6"/>
                      </a:cubicBezTo>
                      <a:cubicBezTo>
                        <a:pt x="13" y="5"/>
                        <a:pt x="13" y="5"/>
                        <a:pt x="12" y="5"/>
                      </a:cubicBezTo>
                      <a:cubicBezTo>
                        <a:pt x="12" y="5"/>
                        <a:pt x="12" y="5"/>
                        <a:pt x="11" y="4"/>
                      </a:cubicBezTo>
                      <a:cubicBezTo>
                        <a:pt x="11" y="4"/>
                        <a:pt x="10" y="4"/>
                        <a:pt x="10" y="4"/>
                      </a:cubicBezTo>
                      <a:cubicBezTo>
                        <a:pt x="9" y="4"/>
                        <a:pt x="8" y="3"/>
                        <a:pt x="8" y="2"/>
                      </a:cubicBezTo>
                      <a:cubicBezTo>
                        <a:pt x="7" y="2"/>
                        <a:pt x="7" y="1"/>
                        <a:pt x="6" y="1"/>
                      </a:cubicBezTo>
                      <a:cubicBezTo>
                        <a:pt x="6" y="1"/>
                        <a:pt x="6" y="1"/>
                        <a:pt x="5" y="0"/>
                      </a:cubicBezTo>
                      <a:cubicBezTo>
                        <a:pt x="5" y="0"/>
                        <a:pt x="5" y="0"/>
                        <a:pt x="5" y="0"/>
                      </a:cubicBezTo>
                      <a:cubicBezTo>
                        <a:pt x="5" y="0"/>
                        <a:pt x="4" y="0"/>
                        <a:pt x="4" y="0"/>
                      </a:cubicBezTo>
                      <a:cubicBezTo>
                        <a:pt x="4" y="0"/>
                        <a:pt x="5" y="2"/>
                        <a:pt x="4" y="2"/>
                      </a:cubicBezTo>
                      <a:cubicBezTo>
                        <a:pt x="3" y="2"/>
                        <a:pt x="3" y="1"/>
                        <a:pt x="3" y="2"/>
                      </a:cubicBezTo>
                      <a:cubicBezTo>
                        <a:pt x="2" y="2"/>
                        <a:pt x="2" y="3"/>
                        <a:pt x="2" y="4"/>
                      </a:cubicBezTo>
                      <a:cubicBezTo>
                        <a:pt x="2" y="4"/>
                        <a:pt x="2" y="4"/>
                        <a:pt x="2" y="4"/>
                      </a:cubicBezTo>
                      <a:cubicBezTo>
                        <a:pt x="1" y="5"/>
                        <a:pt x="1" y="5"/>
                        <a:pt x="1" y="5"/>
                      </a:cubicBezTo>
                      <a:cubicBezTo>
                        <a:pt x="1" y="5"/>
                        <a:pt x="1" y="5"/>
                        <a:pt x="1" y="6"/>
                      </a:cubicBezTo>
                      <a:cubicBezTo>
                        <a:pt x="1" y="7"/>
                        <a:pt x="1" y="7"/>
                        <a:pt x="1" y="8"/>
                      </a:cubicBezTo>
                      <a:cubicBezTo>
                        <a:pt x="1" y="8"/>
                        <a:pt x="1" y="9"/>
                        <a:pt x="0" y="9"/>
                      </a:cubicBezTo>
                      <a:cubicBezTo>
                        <a:pt x="1" y="9"/>
                        <a:pt x="0" y="9"/>
                        <a:pt x="0" y="10"/>
                      </a:cubicBezTo>
                      <a:cubicBezTo>
                        <a:pt x="1" y="10"/>
                        <a:pt x="2" y="10"/>
                        <a:pt x="2" y="10"/>
                      </a:cubicBezTo>
                      <a:cubicBezTo>
                        <a:pt x="2" y="10"/>
                        <a:pt x="2" y="11"/>
                        <a:pt x="2" y="11"/>
                      </a:cubicBezTo>
                      <a:cubicBezTo>
                        <a:pt x="3" y="11"/>
                        <a:pt x="3" y="12"/>
                        <a:pt x="3" y="12"/>
                      </a:cubicBezTo>
                      <a:cubicBezTo>
                        <a:pt x="4" y="12"/>
                        <a:pt x="4" y="13"/>
                        <a:pt x="5" y="13"/>
                      </a:cubicBezTo>
                      <a:cubicBezTo>
                        <a:pt x="5" y="14"/>
                        <a:pt x="6" y="15"/>
                        <a:pt x="6" y="15"/>
                      </a:cubicBezTo>
                      <a:cubicBezTo>
                        <a:pt x="7" y="15"/>
                        <a:pt x="7" y="14"/>
                        <a:pt x="7" y="14"/>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7" name="Freeform 781">
                  <a:extLst>
                    <a:ext uri="{FF2B5EF4-FFF2-40B4-BE49-F238E27FC236}">
                      <a16:creationId xmlns:a16="http://schemas.microsoft.com/office/drawing/2014/main" id="{EE7716A0-DF33-B935-69D7-508EA9D0E147}"/>
                    </a:ext>
                  </a:extLst>
                </p:cNvPr>
                <p:cNvSpPr>
                  <a:spLocks/>
                </p:cNvSpPr>
                <p:nvPr/>
              </p:nvSpPr>
              <p:spPr bwMode="auto">
                <a:xfrm>
                  <a:off x="5954713" y="3567113"/>
                  <a:ext cx="69850" cy="53975"/>
                </a:xfrm>
                <a:custGeom>
                  <a:avLst/>
                  <a:gdLst>
                    <a:gd name="T0" fmla="*/ 17 w 17"/>
                    <a:gd name="T1" fmla="*/ 7 h 13"/>
                    <a:gd name="T2" fmla="*/ 17 w 17"/>
                    <a:gd name="T3" fmla="*/ 6 h 13"/>
                    <a:gd name="T4" fmla="*/ 17 w 17"/>
                    <a:gd name="T5" fmla="*/ 5 h 13"/>
                    <a:gd name="T6" fmla="*/ 16 w 17"/>
                    <a:gd name="T7" fmla="*/ 3 h 13"/>
                    <a:gd name="T8" fmla="*/ 14 w 17"/>
                    <a:gd name="T9" fmla="*/ 2 h 13"/>
                    <a:gd name="T10" fmla="*/ 13 w 17"/>
                    <a:gd name="T11" fmla="*/ 1 h 13"/>
                    <a:gd name="T12" fmla="*/ 12 w 17"/>
                    <a:gd name="T13" fmla="*/ 0 h 13"/>
                    <a:gd name="T14" fmla="*/ 10 w 17"/>
                    <a:gd name="T15" fmla="*/ 0 h 13"/>
                    <a:gd name="T16" fmla="*/ 9 w 17"/>
                    <a:gd name="T17" fmla="*/ 0 h 13"/>
                    <a:gd name="T18" fmla="*/ 7 w 17"/>
                    <a:gd name="T19" fmla="*/ 1 h 13"/>
                    <a:gd name="T20" fmla="*/ 6 w 17"/>
                    <a:gd name="T21" fmla="*/ 2 h 13"/>
                    <a:gd name="T22" fmla="*/ 5 w 17"/>
                    <a:gd name="T23" fmla="*/ 1 h 13"/>
                    <a:gd name="T24" fmla="*/ 3 w 17"/>
                    <a:gd name="T25" fmla="*/ 2 h 13"/>
                    <a:gd name="T26" fmla="*/ 1 w 17"/>
                    <a:gd name="T27" fmla="*/ 4 h 13"/>
                    <a:gd name="T28" fmla="*/ 0 w 17"/>
                    <a:gd name="T29" fmla="*/ 6 h 13"/>
                    <a:gd name="T30" fmla="*/ 1 w 17"/>
                    <a:gd name="T31" fmla="*/ 7 h 13"/>
                    <a:gd name="T32" fmla="*/ 0 w 17"/>
                    <a:gd name="T33" fmla="*/ 7 h 13"/>
                    <a:gd name="T34" fmla="*/ 0 w 17"/>
                    <a:gd name="T35" fmla="*/ 8 h 13"/>
                    <a:gd name="T36" fmla="*/ 1 w 17"/>
                    <a:gd name="T37" fmla="*/ 9 h 13"/>
                    <a:gd name="T38" fmla="*/ 0 w 17"/>
                    <a:gd name="T39" fmla="*/ 9 h 13"/>
                    <a:gd name="T40" fmla="*/ 2 w 17"/>
                    <a:gd name="T41" fmla="*/ 12 h 13"/>
                    <a:gd name="T42" fmla="*/ 2 w 17"/>
                    <a:gd name="T43" fmla="*/ 13 h 13"/>
                    <a:gd name="T44" fmla="*/ 4 w 17"/>
                    <a:gd name="T45" fmla="*/ 13 h 13"/>
                    <a:gd name="T46" fmla="*/ 5 w 17"/>
                    <a:gd name="T47" fmla="*/ 13 h 13"/>
                    <a:gd name="T48" fmla="*/ 7 w 17"/>
                    <a:gd name="T49" fmla="*/ 13 h 13"/>
                    <a:gd name="T50" fmla="*/ 8 w 17"/>
                    <a:gd name="T51" fmla="*/ 13 h 13"/>
                    <a:gd name="T52" fmla="*/ 8 w 17"/>
                    <a:gd name="T53" fmla="*/ 13 h 13"/>
                    <a:gd name="T54" fmla="*/ 9 w 17"/>
                    <a:gd name="T55" fmla="*/ 12 h 13"/>
                    <a:gd name="T56" fmla="*/ 10 w 17"/>
                    <a:gd name="T57" fmla="*/ 11 h 13"/>
                    <a:gd name="T58" fmla="*/ 11 w 17"/>
                    <a:gd name="T59" fmla="*/ 11 h 13"/>
                    <a:gd name="T60" fmla="*/ 13 w 17"/>
                    <a:gd name="T61" fmla="*/ 11 h 13"/>
                    <a:gd name="T62" fmla="*/ 15 w 17"/>
                    <a:gd name="T63" fmla="*/ 10 h 13"/>
                    <a:gd name="T64" fmla="*/ 16 w 17"/>
                    <a:gd name="T65" fmla="*/ 9 h 13"/>
                    <a:gd name="T66" fmla="*/ 17 w 17"/>
                    <a:gd name="T67" fmla="*/ 7 h 13"/>
                    <a:gd name="T68" fmla="*/ 17 w 17"/>
                    <a:gd name="T6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 h="13">
                      <a:moveTo>
                        <a:pt x="17" y="7"/>
                      </a:moveTo>
                      <a:cubicBezTo>
                        <a:pt x="17" y="7"/>
                        <a:pt x="17" y="6"/>
                        <a:pt x="17" y="6"/>
                      </a:cubicBezTo>
                      <a:cubicBezTo>
                        <a:pt x="17" y="5"/>
                        <a:pt x="17" y="5"/>
                        <a:pt x="17" y="5"/>
                      </a:cubicBezTo>
                      <a:cubicBezTo>
                        <a:pt x="16" y="4"/>
                        <a:pt x="16" y="3"/>
                        <a:pt x="16" y="3"/>
                      </a:cubicBezTo>
                      <a:cubicBezTo>
                        <a:pt x="16" y="2"/>
                        <a:pt x="15" y="2"/>
                        <a:pt x="14" y="2"/>
                      </a:cubicBezTo>
                      <a:cubicBezTo>
                        <a:pt x="14" y="1"/>
                        <a:pt x="13" y="1"/>
                        <a:pt x="13" y="1"/>
                      </a:cubicBezTo>
                      <a:cubicBezTo>
                        <a:pt x="13" y="0"/>
                        <a:pt x="13" y="0"/>
                        <a:pt x="12" y="0"/>
                      </a:cubicBezTo>
                      <a:cubicBezTo>
                        <a:pt x="12" y="0"/>
                        <a:pt x="11" y="0"/>
                        <a:pt x="10" y="0"/>
                      </a:cubicBezTo>
                      <a:cubicBezTo>
                        <a:pt x="10" y="0"/>
                        <a:pt x="9" y="0"/>
                        <a:pt x="9" y="0"/>
                      </a:cubicBezTo>
                      <a:cubicBezTo>
                        <a:pt x="8" y="1"/>
                        <a:pt x="8" y="1"/>
                        <a:pt x="7" y="1"/>
                      </a:cubicBezTo>
                      <a:cubicBezTo>
                        <a:pt x="6" y="1"/>
                        <a:pt x="6" y="1"/>
                        <a:pt x="6" y="2"/>
                      </a:cubicBezTo>
                      <a:cubicBezTo>
                        <a:pt x="5" y="2"/>
                        <a:pt x="5" y="2"/>
                        <a:pt x="5" y="1"/>
                      </a:cubicBezTo>
                      <a:cubicBezTo>
                        <a:pt x="4" y="1"/>
                        <a:pt x="3" y="2"/>
                        <a:pt x="3" y="2"/>
                      </a:cubicBezTo>
                      <a:cubicBezTo>
                        <a:pt x="2" y="3"/>
                        <a:pt x="2" y="4"/>
                        <a:pt x="1" y="4"/>
                      </a:cubicBezTo>
                      <a:cubicBezTo>
                        <a:pt x="1" y="5"/>
                        <a:pt x="0" y="5"/>
                        <a:pt x="0" y="6"/>
                      </a:cubicBezTo>
                      <a:cubicBezTo>
                        <a:pt x="0" y="6"/>
                        <a:pt x="1" y="6"/>
                        <a:pt x="1" y="7"/>
                      </a:cubicBezTo>
                      <a:cubicBezTo>
                        <a:pt x="0" y="7"/>
                        <a:pt x="0" y="7"/>
                        <a:pt x="0" y="7"/>
                      </a:cubicBezTo>
                      <a:cubicBezTo>
                        <a:pt x="0" y="7"/>
                        <a:pt x="0" y="7"/>
                        <a:pt x="0" y="8"/>
                      </a:cubicBezTo>
                      <a:cubicBezTo>
                        <a:pt x="0" y="8"/>
                        <a:pt x="1" y="8"/>
                        <a:pt x="1" y="9"/>
                      </a:cubicBezTo>
                      <a:cubicBezTo>
                        <a:pt x="1" y="9"/>
                        <a:pt x="0" y="9"/>
                        <a:pt x="0" y="9"/>
                      </a:cubicBezTo>
                      <a:cubicBezTo>
                        <a:pt x="0" y="10"/>
                        <a:pt x="1" y="11"/>
                        <a:pt x="2" y="12"/>
                      </a:cubicBezTo>
                      <a:cubicBezTo>
                        <a:pt x="2" y="13"/>
                        <a:pt x="2" y="13"/>
                        <a:pt x="2" y="13"/>
                      </a:cubicBezTo>
                      <a:cubicBezTo>
                        <a:pt x="3" y="13"/>
                        <a:pt x="4" y="13"/>
                        <a:pt x="4" y="13"/>
                      </a:cubicBezTo>
                      <a:cubicBezTo>
                        <a:pt x="4" y="13"/>
                        <a:pt x="5" y="13"/>
                        <a:pt x="5" y="13"/>
                      </a:cubicBezTo>
                      <a:cubicBezTo>
                        <a:pt x="6" y="13"/>
                        <a:pt x="6" y="13"/>
                        <a:pt x="7" y="13"/>
                      </a:cubicBezTo>
                      <a:cubicBezTo>
                        <a:pt x="7" y="13"/>
                        <a:pt x="7" y="13"/>
                        <a:pt x="8" y="13"/>
                      </a:cubicBezTo>
                      <a:cubicBezTo>
                        <a:pt x="8" y="13"/>
                        <a:pt x="8" y="13"/>
                        <a:pt x="8" y="13"/>
                      </a:cubicBezTo>
                      <a:cubicBezTo>
                        <a:pt x="8" y="13"/>
                        <a:pt x="9" y="13"/>
                        <a:pt x="9" y="12"/>
                      </a:cubicBezTo>
                      <a:cubicBezTo>
                        <a:pt x="9" y="12"/>
                        <a:pt x="9" y="12"/>
                        <a:pt x="10" y="11"/>
                      </a:cubicBezTo>
                      <a:cubicBezTo>
                        <a:pt x="10" y="11"/>
                        <a:pt x="11" y="11"/>
                        <a:pt x="11" y="11"/>
                      </a:cubicBezTo>
                      <a:cubicBezTo>
                        <a:pt x="12" y="11"/>
                        <a:pt x="12" y="11"/>
                        <a:pt x="13" y="11"/>
                      </a:cubicBezTo>
                      <a:cubicBezTo>
                        <a:pt x="14" y="11"/>
                        <a:pt x="14" y="11"/>
                        <a:pt x="15" y="10"/>
                      </a:cubicBezTo>
                      <a:cubicBezTo>
                        <a:pt x="15" y="9"/>
                        <a:pt x="16" y="9"/>
                        <a:pt x="16" y="9"/>
                      </a:cubicBezTo>
                      <a:cubicBezTo>
                        <a:pt x="16" y="8"/>
                        <a:pt x="17" y="8"/>
                        <a:pt x="17" y="7"/>
                      </a:cubicBezTo>
                      <a:cubicBezTo>
                        <a:pt x="17" y="7"/>
                        <a:pt x="17" y="8"/>
                        <a:pt x="17" y="7"/>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8" name="Freeform 782">
                  <a:extLst>
                    <a:ext uri="{FF2B5EF4-FFF2-40B4-BE49-F238E27FC236}">
                      <a16:creationId xmlns:a16="http://schemas.microsoft.com/office/drawing/2014/main" id="{2B7D878C-6A8B-3657-9F78-D13336B397B7}"/>
                    </a:ext>
                  </a:extLst>
                </p:cNvPr>
                <p:cNvSpPr>
                  <a:spLocks noEditPoints="1"/>
                </p:cNvSpPr>
                <p:nvPr/>
              </p:nvSpPr>
              <p:spPr bwMode="auto">
                <a:xfrm>
                  <a:off x="5516563" y="1992313"/>
                  <a:ext cx="738187" cy="879475"/>
                </a:xfrm>
                <a:custGeom>
                  <a:avLst/>
                  <a:gdLst>
                    <a:gd name="T0" fmla="*/ 76 w 177"/>
                    <a:gd name="T1" fmla="*/ 79 h 211"/>
                    <a:gd name="T2" fmla="*/ 49 w 177"/>
                    <a:gd name="T3" fmla="*/ 143 h 211"/>
                    <a:gd name="T4" fmla="*/ 39 w 177"/>
                    <a:gd name="T5" fmla="*/ 195 h 211"/>
                    <a:gd name="T6" fmla="*/ 28 w 177"/>
                    <a:gd name="T7" fmla="*/ 204 h 211"/>
                    <a:gd name="T8" fmla="*/ 4 w 177"/>
                    <a:gd name="T9" fmla="*/ 202 h 211"/>
                    <a:gd name="T10" fmla="*/ 4 w 177"/>
                    <a:gd name="T11" fmla="*/ 194 h 211"/>
                    <a:gd name="T12" fmla="*/ 8 w 177"/>
                    <a:gd name="T13" fmla="*/ 181 h 211"/>
                    <a:gd name="T14" fmla="*/ 1 w 177"/>
                    <a:gd name="T15" fmla="*/ 172 h 211"/>
                    <a:gd name="T16" fmla="*/ 16 w 177"/>
                    <a:gd name="T17" fmla="*/ 166 h 211"/>
                    <a:gd name="T18" fmla="*/ 6 w 177"/>
                    <a:gd name="T19" fmla="*/ 165 h 211"/>
                    <a:gd name="T20" fmla="*/ 3 w 177"/>
                    <a:gd name="T21" fmla="*/ 158 h 211"/>
                    <a:gd name="T22" fmla="*/ 14 w 177"/>
                    <a:gd name="T23" fmla="*/ 152 h 211"/>
                    <a:gd name="T24" fmla="*/ 21 w 177"/>
                    <a:gd name="T25" fmla="*/ 147 h 211"/>
                    <a:gd name="T26" fmla="*/ 23 w 177"/>
                    <a:gd name="T27" fmla="*/ 142 h 211"/>
                    <a:gd name="T28" fmla="*/ 34 w 177"/>
                    <a:gd name="T29" fmla="*/ 137 h 211"/>
                    <a:gd name="T30" fmla="*/ 43 w 177"/>
                    <a:gd name="T31" fmla="*/ 128 h 211"/>
                    <a:gd name="T32" fmla="*/ 38 w 177"/>
                    <a:gd name="T33" fmla="*/ 123 h 211"/>
                    <a:gd name="T34" fmla="*/ 45 w 177"/>
                    <a:gd name="T35" fmla="*/ 116 h 211"/>
                    <a:gd name="T36" fmla="*/ 53 w 177"/>
                    <a:gd name="T37" fmla="*/ 101 h 211"/>
                    <a:gd name="T38" fmla="*/ 56 w 177"/>
                    <a:gd name="T39" fmla="*/ 91 h 211"/>
                    <a:gd name="T40" fmla="*/ 61 w 177"/>
                    <a:gd name="T41" fmla="*/ 79 h 211"/>
                    <a:gd name="T42" fmla="*/ 66 w 177"/>
                    <a:gd name="T43" fmla="*/ 75 h 211"/>
                    <a:gd name="T44" fmla="*/ 70 w 177"/>
                    <a:gd name="T45" fmla="*/ 67 h 211"/>
                    <a:gd name="T46" fmla="*/ 76 w 177"/>
                    <a:gd name="T47" fmla="*/ 61 h 211"/>
                    <a:gd name="T48" fmla="*/ 84 w 177"/>
                    <a:gd name="T49" fmla="*/ 55 h 211"/>
                    <a:gd name="T50" fmla="*/ 87 w 177"/>
                    <a:gd name="T51" fmla="*/ 47 h 211"/>
                    <a:gd name="T52" fmla="*/ 93 w 177"/>
                    <a:gd name="T53" fmla="*/ 33 h 211"/>
                    <a:gd name="T54" fmla="*/ 100 w 177"/>
                    <a:gd name="T55" fmla="*/ 32 h 211"/>
                    <a:gd name="T56" fmla="*/ 106 w 177"/>
                    <a:gd name="T57" fmla="*/ 31 h 211"/>
                    <a:gd name="T58" fmla="*/ 114 w 177"/>
                    <a:gd name="T59" fmla="*/ 23 h 211"/>
                    <a:gd name="T60" fmla="*/ 119 w 177"/>
                    <a:gd name="T61" fmla="*/ 19 h 211"/>
                    <a:gd name="T62" fmla="*/ 127 w 177"/>
                    <a:gd name="T63" fmla="*/ 15 h 211"/>
                    <a:gd name="T64" fmla="*/ 138 w 177"/>
                    <a:gd name="T65" fmla="*/ 6 h 211"/>
                    <a:gd name="T66" fmla="*/ 141 w 177"/>
                    <a:gd name="T67" fmla="*/ 14 h 211"/>
                    <a:gd name="T68" fmla="*/ 151 w 177"/>
                    <a:gd name="T69" fmla="*/ 8 h 211"/>
                    <a:gd name="T70" fmla="*/ 159 w 177"/>
                    <a:gd name="T71" fmla="*/ 4 h 211"/>
                    <a:gd name="T72" fmla="*/ 158 w 177"/>
                    <a:gd name="T73" fmla="*/ 16 h 211"/>
                    <a:gd name="T74" fmla="*/ 170 w 177"/>
                    <a:gd name="T75" fmla="*/ 13 h 211"/>
                    <a:gd name="T76" fmla="*/ 166 w 177"/>
                    <a:gd name="T77" fmla="*/ 24 h 211"/>
                    <a:gd name="T78" fmla="*/ 175 w 177"/>
                    <a:gd name="T79" fmla="*/ 33 h 211"/>
                    <a:gd name="T80" fmla="*/ 144 w 177"/>
                    <a:gd name="T81" fmla="*/ 28 h 211"/>
                    <a:gd name="T82" fmla="*/ 117 w 177"/>
                    <a:gd name="T83" fmla="*/ 45 h 211"/>
                    <a:gd name="T84" fmla="*/ 25 w 177"/>
                    <a:gd name="T85" fmla="*/ 133 h 211"/>
                    <a:gd name="T86" fmla="*/ 74 w 177"/>
                    <a:gd name="T87" fmla="*/ 60 h 211"/>
                    <a:gd name="T88" fmla="*/ 57 w 177"/>
                    <a:gd name="T89" fmla="*/ 58 h 211"/>
                    <a:gd name="T90" fmla="*/ 65 w 177"/>
                    <a:gd name="T91" fmla="*/ 55 h 211"/>
                    <a:gd name="T92" fmla="*/ 69 w 177"/>
                    <a:gd name="T93" fmla="*/ 44 h 211"/>
                    <a:gd name="T94" fmla="*/ 71 w 177"/>
                    <a:gd name="T95" fmla="*/ 42 h 211"/>
                    <a:gd name="T96" fmla="*/ 74 w 177"/>
                    <a:gd name="T97" fmla="*/ 54 h 211"/>
                    <a:gd name="T98" fmla="*/ 77 w 177"/>
                    <a:gd name="T99" fmla="*/ 43 h 211"/>
                    <a:gd name="T100" fmla="*/ 88 w 177"/>
                    <a:gd name="T101" fmla="*/ 35 h 211"/>
                    <a:gd name="T102" fmla="*/ 82 w 177"/>
                    <a:gd name="T103" fmla="*/ 39 h 211"/>
                    <a:gd name="T104" fmla="*/ 93 w 177"/>
                    <a:gd name="T105" fmla="*/ 27 h 211"/>
                    <a:gd name="T106" fmla="*/ 94 w 177"/>
                    <a:gd name="T107" fmla="*/ 25 h 211"/>
                    <a:gd name="T108" fmla="*/ 98 w 177"/>
                    <a:gd name="T109" fmla="*/ 21 h 211"/>
                    <a:gd name="T110" fmla="*/ 105 w 177"/>
                    <a:gd name="T111" fmla="*/ 20 h 211"/>
                    <a:gd name="T112" fmla="*/ 123 w 177"/>
                    <a:gd name="T113" fmla="*/ 16 h 211"/>
                    <a:gd name="T114" fmla="*/ 118 w 177"/>
                    <a:gd name="T115" fmla="*/ 13 h 211"/>
                    <a:gd name="T116" fmla="*/ 120 w 177"/>
                    <a:gd name="T117" fmla="*/ 10 h 211"/>
                    <a:gd name="T118" fmla="*/ 134 w 177"/>
                    <a:gd name="T119" fmla="*/ 3 h 211"/>
                    <a:gd name="T120" fmla="*/ 139 w 177"/>
                    <a:gd name="T121" fmla="*/ 3 h 211"/>
                    <a:gd name="T122" fmla="*/ 22 w 177"/>
                    <a:gd name="T123" fmla="*/ 13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7" h="211">
                      <a:moveTo>
                        <a:pt x="106" y="42"/>
                      </a:moveTo>
                      <a:cubicBezTo>
                        <a:pt x="105" y="42"/>
                        <a:pt x="104" y="42"/>
                        <a:pt x="103" y="42"/>
                      </a:cubicBezTo>
                      <a:cubicBezTo>
                        <a:pt x="103" y="43"/>
                        <a:pt x="103" y="43"/>
                        <a:pt x="104" y="43"/>
                      </a:cubicBezTo>
                      <a:cubicBezTo>
                        <a:pt x="104" y="44"/>
                        <a:pt x="104" y="45"/>
                        <a:pt x="105" y="46"/>
                      </a:cubicBezTo>
                      <a:cubicBezTo>
                        <a:pt x="105" y="47"/>
                        <a:pt x="104" y="49"/>
                        <a:pt x="103" y="50"/>
                      </a:cubicBezTo>
                      <a:cubicBezTo>
                        <a:pt x="103" y="50"/>
                        <a:pt x="102" y="50"/>
                        <a:pt x="102" y="51"/>
                      </a:cubicBezTo>
                      <a:cubicBezTo>
                        <a:pt x="101" y="51"/>
                        <a:pt x="102" y="52"/>
                        <a:pt x="103" y="52"/>
                      </a:cubicBezTo>
                      <a:cubicBezTo>
                        <a:pt x="103" y="52"/>
                        <a:pt x="104" y="52"/>
                        <a:pt x="103" y="53"/>
                      </a:cubicBezTo>
                      <a:cubicBezTo>
                        <a:pt x="103" y="54"/>
                        <a:pt x="102" y="54"/>
                        <a:pt x="102" y="54"/>
                      </a:cubicBezTo>
                      <a:cubicBezTo>
                        <a:pt x="101" y="54"/>
                        <a:pt x="100" y="54"/>
                        <a:pt x="99" y="53"/>
                      </a:cubicBezTo>
                      <a:cubicBezTo>
                        <a:pt x="99" y="53"/>
                        <a:pt x="98" y="53"/>
                        <a:pt x="97" y="52"/>
                      </a:cubicBezTo>
                      <a:cubicBezTo>
                        <a:pt x="96" y="52"/>
                        <a:pt x="96" y="52"/>
                        <a:pt x="95" y="52"/>
                      </a:cubicBezTo>
                      <a:cubicBezTo>
                        <a:pt x="94" y="52"/>
                        <a:pt x="93" y="52"/>
                        <a:pt x="93" y="51"/>
                      </a:cubicBezTo>
                      <a:cubicBezTo>
                        <a:pt x="92" y="51"/>
                        <a:pt x="92" y="51"/>
                        <a:pt x="91" y="51"/>
                      </a:cubicBezTo>
                      <a:cubicBezTo>
                        <a:pt x="91" y="51"/>
                        <a:pt x="90" y="51"/>
                        <a:pt x="90" y="51"/>
                      </a:cubicBezTo>
                      <a:cubicBezTo>
                        <a:pt x="89" y="52"/>
                        <a:pt x="90" y="53"/>
                        <a:pt x="90" y="53"/>
                      </a:cubicBezTo>
                      <a:cubicBezTo>
                        <a:pt x="90" y="54"/>
                        <a:pt x="90" y="55"/>
                        <a:pt x="90" y="56"/>
                      </a:cubicBezTo>
                      <a:cubicBezTo>
                        <a:pt x="90" y="57"/>
                        <a:pt x="90" y="57"/>
                        <a:pt x="90" y="58"/>
                      </a:cubicBezTo>
                      <a:cubicBezTo>
                        <a:pt x="89" y="59"/>
                        <a:pt x="89" y="60"/>
                        <a:pt x="89" y="60"/>
                      </a:cubicBezTo>
                      <a:cubicBezTo>
                        <a:pt x="88" y="61"/>
                        <a:pt x="88" y="61"/>
                        <a:pt x="88" y="61"/>
                      </a:cubicBezTo>
                      <a:cubicBezTo>
                        <a:pt x="87" y="62"/>
                        <a:pt x="86" y="61"/>
                        <a:pt x="86" y="60"/>
                      </a:cubicBezTo>
                      <a:cubicBezTo>
                        <a:pt x="86" y="60"/>
                        <a:pt x="85" y="59"/>
                        <a:pt x="84" y="59"/>
                      </a:cubicBezTo>
                      <a:cubicBezTo>
                        <a:pt x="84" y="59"/>
                        <a:pt x="83" y="60"/>
                        <a:pt x="83" y="61"/>
                      </a:cubicBezTo>
                      <a:cubicBezTo>
                        <a:pt x="82" y="62"/>
                        <a:pt x="80" y="63"/>
                        <a:pt x="80" y="65"/>
                      </a:cubicBezTo>
                      <a:cubicBezTo>
                        <a:pt x="79" y="66"/>
                        <a:pt x="79" y="68"/>
                        <a:pt x="78" y="69"/>
                      </a:cubicBezTo>
                      <a:cubicBezTo>
                        <a:pt x="77" y="70"/>
                        <a:pt x="75" y="70"/>
                        <a:pt x="76" y="71"/>
                      </a:cubicBezTo>
                      <a:cubicBezTo>
                        <a:pt x="76" y="73"/>
                        <a:pt x="78" y="74"/>
                        <a:pt x="78" y="76"/>
                      </a:cubicBezTo>
                      <a:cubicBezTo>
                        <a:pt x="78" y="77"/>
                        <a:pt x="78" y="78"/>
                        <a:pt x="76" y="79"/>
                      </a:cubicBezTo>
                      <a:cubicBezTo>
                        <a:pt x="75" y="80"/>
                        <a:pt x="74" y="82"/>
                        <a:pt x="74" y="83"/>
                      </a:cubicBezTo>
                      <a:cubicBezTo>
                        <a:pt x="73" y="84"/>
                        <a:pt x="73" y="85"/>
                        <a:pt x="73" y="85"/>
                      </a:cubicBezTo>
                      <a:cubicBezTo>
                        <a:pt x="73" y="86"/>
                        <a:pt x="72" y="86"/>
                        <a:pt x="71" y="87"/>
                      </a:cubicBezTo>
                      <a:cubicBezTo>
                        <a:pt x="71" y="88"/>
                        <a:pt x="72" y="90"/>
                        <a:pt x="71" y="91"/>
                      </a:cubicBezTo>
                      <a:cubicBezTo>
                        <a:pt x="71" y="91"/>
                        <a:pt x="70" y="92"/>
                        <a:pt x="70" y="92"/>
                      </a:cubicBezTo>
                      <a:cubicBezTo>
                        <a:pt x="69" y="93"/>
                        <a:pt x="69" y="93"/>
                        <a:pt x="68" y="93"/>
                      </a:cubicBezTo>
                      <a:cubicBezTo>
                        <a:pt x="66" y="93"/>
                        <a:pt x="65" y="93"/>
                        <a:pt x="65" y="95"/>
                      </a:cubicBezTo>
                      <a:cubicBezTo>
                        <a:pt x="66" y="96"/>
                        <a:pt x="66" y="98"/>
                        <a:pt x="66" y="99"/>
                      </a:cubicBezTo>
                      <a:cubicBezTo>
                        <a:pt x="66" y="100"/>
                        <a:pt x="65" y="101"/>
                        <a:pt x="65" y="101"/>
                      </a:cubicBezTo>
                      <a:cubicBezTo>
                        <a:pt x="65" y="102"/>
                        <a:pt x="65" y="103"/>
                        <a:pt x="65" y="104"/>
                      </a:cubicBezTo>
                      <a:cubicBezTo>
                        <a:pt x="65" y="105"/>
                        <a:pt x="65" y="106"/>
                        <a:pt x="65" y="107"/>
                      </a:cubicBezTo>
                      <a:cubicBezTo>
                        <a:pt x="65" y="107"/>
                        <a:pt x="64" y="107"/>
                        <a:pt x="64" y="108"/>
                      </a:cubicBezTo>
                      <a:cubicBezTo>
                        <a:pt x="64" y="108"/>
                        <a:pt x="64" y="109"/>
                        <a:pt x="64" y="109"/>
                      </a:cubicBezTo>
                      <a:cubicBezTo>
                        <a:pt x="64" y="110"/>
                        <a:pt x="63" y="112"/>
                        <a:pt x="62" y="113"/>
                      </a:cubicBezTo>
                      <a:cubicBezTo>
                        <a:pt x="62" y="114"/>
                        <a:pt x="61" y="115"/>
                        <a:pt x="61" y="115"/>
                      </a:cubicBezTo>
                      <a:cubicBezTo>
                        <a:pt x="61" y="116"/>
                        <a:pt x="60" y="116"/>
                        <a:pt x="60" y="117"/>
                      </a:cubicBezTo>
                      <a:cubicBezTo>
                        <a:pt x="59" y="118"/>
                        <a:pt x="60" y="119"/>
                        <a:pt x="61" y="120"/>
                      </a:cubicBezTo>
                      <a:cubicBezTo>
                        <a:pt x="62" y="120"/>
                        <a:pt x="62" y="120"/>
                        <a:pt x="63" y="121"/>
                      </a:cubicBezTo>
                      <a:cubicBezTo>
                        <a:pt x="63" y="122"/>
                        <a:pt x="63" y="123"/>
                        <a:pt x="63" y="124"/>
                      </a:cubicBezTo>
                      <a:cubicBezTo>
                        <a:pt x="63" y="125"/>
                        <a:pt x="62" y="127"/>
                        <a:pt x="61" y="127"/>
                      </a:cubicBezTo>
                      <a:cubicBezTo>
                        <a:pt x="60" y="127"/>
                        <a:pt x="60" y="127"/>
                        <a:pt x="59" y="127"/>
                      </a:cubicBezTo>
                      <a:cubicBezTo>
                        <a:pt x="58" y="126"/>
                        <a:pt x="57" y="126"/>
                        <a:pt x="56" y="126"/>
                      </a:cubicBezTo>
                      <a:cubicBezTo>
                        <a:pt x="55" y="127"/>
                        <a:pt x="53" y="128"/>
                        <a:pt x="52" y="129"/>
                      </a:cubicBezTo>
                      <a:cubicBezTo>
                        <a:pt x="51" y="130"/>
                        <a:pt x="51" y="132"/>
                        <a:pt x="50" y="133"/>
                      </a:cubicBezTo>
                      <a:cubicBezTo>
                        <a:pt x="49" y="134"/>
                        <a:pt x="50" y="134"/>
                        <a:pt x="50" y="135"/>
                      </a:cubicBezTo>
                      <a:cubicBezTo>
                        <a:pt x="50" y="136"/>
                        <a:pt x="49" y="136"/>
                        <a:pt x="49" y="137"/>
                      </a:cubicBezTo>
                      <a:cubicBezTo>
                        <a:pt x="48" y="139"/>
                        <a:pt x="49" y="140"/>
                        <a:pt x="49" y="141"/>
                      </a:cubicBezTo>
                      <a:cubicBezTo>
                        <a:pt x="50" y="142"/>
                        <a:pt x="50" y="143"/>
                        <a:pt x="49" y="143"/>
                      </a:cubicBezTo>
                      <a:cubicBezTo>
                        <a:pt x="49" y="144"/>
                        <a:pt x="49" y="145"/>
                        <a:pt x="49" y="145"/>
                      </a:cubicBezTo>
                      <a:cubicBezTo>
                        <a:pt x="49" y="146"/>
                        <a:pt x="49" y="147"/>
                        <a:pt x="49" y="148"/>
                      </a:cubicBezTo>
                      <a:cubicBezTo>
                        <a:pt x="49" y="149"/>
                        <a:pt x="49" y="149"/>
                        <a:pt x="49" y="150"/>
                      </a:cubicBezTo>
                      <a:cubicBezTo>
                        <a:pt x="50" y="152"/>
                        <a:pt x="50" y="153"/>
                        <a:pt x="50" y="155"/>
                      </a:cubicBezTo>
                      <a:cubicBezTo>
                        <a:pt x="50" y="156"/>
                        <a:pt x="50" y="157"/>
                        <a:pt x="50" y="158"/>
                      </a:cubicBezTo>
                      <a:cubicBezTo>
                        <a:pt x="50" y="159"/>
                        <a:pt x="49" y="159"/>
                        <a:pt x="49" y="160"/>
                      </a:cubicBezTo>
                      <a:cubicBezTo>
                        <a:pt x="49" y="161"/>
                        <a:pt x="50" y="162"/>
                        <a:pt x="50" y="162"/>
                      </a:cubicBezTo>
                      <a:cubicBezTo>
                        <a:pt x="51" y="163"/>
                        <a:pt x="51" y="163"/>
                        <a:pt x="52" y="164"/>
                      </a:cubicBezTo>
                      <a:cubicBezTo>
                        <a:pt x="53" y="164"/>
                        <a:pt x="54" y="166"/>
                        <a:pt x="54" y="167"/>
                      </a:cubicBezTo>
                      <a:cubicBezTo>
                        <a:pt x="54" y="168"/>
                        <a:pt x="54" y="168"/>
                        <a:pt x="53" y="169"/>
                      </a:cubicBezTo>
                      <a:cubicBezTo>
                        <a:pt x="53" y="169"/>
                        <a:pt x="53" y="170"/>
                        <a:pt x="53" y="171"/>
                      </a:cubicBezTo>
                      <a:cubicBezTo>
                        <a:pt x="52" y="171"/>
                        <a:pt x="51" y="171"/>
                        <a:pt x="50" y="171"/>
                      </a:cubicBezTo>
                      <a:cubicBezTo>
                        <a:pt x="50" y="172"/>
                        <a:pt x="50" y="173"/>
                        <a:pt x="50" y="174"/>
                      </a:cubicBezTo>
                      <a:cubicBezTo>
                        <a:pt x="51" y="175"/>
                        <a:pt x="52" y="177"/>
                        <a:pt x="52" y="179"/>
                      </a:cubicBezTo>
                      <a:cubicBezTo>
                        <a:pt x="52" y="180"/>
                        <a:pt x="52" y="181"/>
                        <a:pt x="52" y="182"/>
                      </a:cubicBezTo>
                      <a:cubicBezTo>
                        <a:pt x="52" y="183"/>
                        <a:pt x="52" y="184"/>
                        <a:pt x="51" y="184"/>
                      </a:cubicBezTo>
                      <a:cubicBezTo>
                        <a:pt x="51" y="185"/>
                        <a:pt x="50" y="186"/>
                        <a:pt x="49" y="186"/>
                      </a:cubicBezTo>
                      <a:cubicBezTo>
                        <a:pt x="49" y="186"/>
                        <a:pt x="48" y="186"/>
                        <a:pt x="47" y="187"/>
                      </a:cubicBezTo>
                      <a:cubicBezTo>
                        <a:pt x="47" y="188"/>
                        <a:pt x="48" y="189"/>
                        <a:pt x="47" y="189"/>
                      </a:cubicBezTo>
                      <a:cubicBezTo>
                        <a:pt x="47" y="190"/>
                        <a:pt x="46" y="190"/>
                        <a:pt x="46" y="191"/>
                      </a:cubicBezTo>
                      <a:cubicBezTo>
                        <a:pt x="46" y="192"/>
                        <a:pt x="46" y="193"/>
                        <a:pt x="47" y="194"/>
                      </a:cubicBezTo>
                      <a:cubicBezTo>
                        <a:pt x="47" y="195"/>
                        <a:pt x="47" y="195"/>
                        <a:pt x="46" y="197"/>
                      </a:cubicBezTo>
                      <a:cubicBezTo>
                        <a:pt x="46" y="197"/>
                        <a:pt x="46" y="200"/>
                        <a:pt x="45" y="200"/>
                      </a:cubicBezTo>
                      <a:cubicBezTo>
                        <a:pt x="43" y="199"/>
                        <a:pt x="45" y="197"/>
                        <a:pt x="43" y="197"/>
                      </a:cubicBezTo>
                      <a:cubicBezTo>
                        <a:pt x="43" y="197"/>
                        <a:pt x="43" y="196"/>
                        <a:pt x="43" y="196"/>
                      </a:cubicBezTo>
                      <a:cubicBezTo>
                        <a:pt x="42" y="196"/>
                        <a:pt x="42" y="196"/>
                        <a:pt x="41" y="196"/>
                      </a:cubicBezTo>
                      <a:cubicBezTo>
                        <a:pt x="41" y="196"/>
                        <a:pt x="41" y="196"/>
                        <a:pt x="41" y="196"/>
                      </a:cubicBezTo>
                      <a:cubicBezTo>
                        <a:pt x="41" y="196"/>
                        <a:pt x="40" y="196"/>
                        <a:pt x="39" y="195"/>
                      </a:cubicBezTo>
                      <a:cubicBezTo>
                        <a:pt x="39" y="195"/>
                        <a:pt x="40" y="195"/>
                        <a:pt x="40" y="194"/>
                      </a:cubicBezTo>
                      <a:cubicBezTo>
                        <a:pt x="40" y="194"/>
                        <a:pt x="39" y="194"/>
                        <a:pt x="39" y="193"/>
                      </a:cubicBezTo>
                      <a:cubicBezTo>
                        <a:pt x="39" y="193"/>
                        <a:pt x="39" y="193"/>
                        <a:pt x="39" y="192"/>
                      </a:cubicBezTo>
                      <a:cubicBezTo>
                        <a:pt x="39" y="192"/>
                        <a:pt x="39" y="192"/>
                        <a:pt x="39" y="192"/>
                      </a:cubicBezTo>
                      <a:cubicBezTo>
                        <a:pt x="39" y="191"/>
                        <a:pt x="39" y="191"/>
                        <a:pt x="39" y="190"/>
                      </a:cubicBezTo>
                      <a:cubicBezTo>
                        <a:pt x="39" y="190"/>
                        <a:pt x="39" y="189"/>
                        <a:pt x="39" y="189"/>
                      </a:cubicBezTo>
                      <a:cubicBezTo>
                        <a:pt x="38" y="189"/>
                        <a:pt x="38" y="191"/>
                        <a:pt x="38" y="191"/>
                      </a:cubicBezTo>
                      <a:cubicBezTo>
                        <a:pt x="37" y="191"/>
                        <a:pt x="38" y="190"/>
                        <a:pt x="37" y="189"/>
                      </a:cubicBezTo>
                      <a:cubicBezTo>
                        <a:pt x="37" y="189"/>
                        <a:pt x="36" y="189"/>
                        <a:pt x="37" y="190"/>
                      </a:cubicBezTo>
                      <a:cubicBezTo>
                        <a:pt x="37" y="190"/>
                        <a:pt x="37" y="191"/>
                        <a:pt x="36" y="191"/>
                      </a:cubicBezTo>
                      <a:cubicBezTo>
                        <a:pt x="36" y="192"/>
                        <a:pt x="37" y="192"/>
                        <a:pt x="38" y="192"/>
                      </a:cubicBezTo>
                      <a:cubicBezTo>
                        <a:pt x="38" y="193"/>
                        <a:pt x="38" y="194"/>
                        <a:pt x="38" y="195"/>
                      </a:cubicBezTo>
                      <a:cubicBezTo>
                        <a:pt x="37" y="195"/>
                        <a:pt x="37" y="195"/>
                        <a:pt x="37" y="196"/>
                      </a:cubicBezTo>
                      <a:cubicBezTo>
                        <a:pt x="37" y="196"/>
                        <a:pt x="37" y="197"/>
                        <a:pt x="37" y="197"/>
                      </a:cubicBezTo>
                      <a:cubicBezTo>
                        <a:pt x="37" y="197"/>
                        <a:pt x="37" y="199"/>
                        <a:pt x="36" y="198"/>
                      </a:cubicBezTo>
                      <a:cubicBezTo>
                        <a:pt x="36" y="198"/>
                        <a:pt x="36" y="198"/>
                        <a:pt x="36" y="198"/>
                      </a:cubicBezTo>
                      <a:cubicBezTo>
                        <a:pt x="35" y="198"/>
                        <a:pt x="35" y="198"/>
                        <a:pt x="35" y="198"/>
                      </a:cubicBezTo>
                      <a:cubicBezTo>
                        <a:pt x="34" y="198"/>
                        <a:pt x="35" y="199"/>
                        <a:pt x="34" y="199"/>
                      </a:cubicBezTo>
                      <a:cubicBezTo>
                        <a:pt x="33" y="199"/>
                        <a:pt x="33" y="198"/>
                        <a:pt x="33" y="198"/>
                      </a:cubicBezTo>
                      <a:cubicBezTo>
                        <a:pt x="33" y="197"/>
                        <a:pt x="32" y="197"/>
                        <a:pt x="32" y="197"/>
                      </a:cubicBezTo>
                      <a:cubicBezTo>
                        <a:pt x="31" y="198"/>
                        <a:pt x="33" y="198"/>
                        <a:pt x="32" y="199"/>
                      </a:cubicBezTo>
                      <a:cubicBezTo>
                        <a:pt x="32" y="200"/>
                        <a:pt x="29" y="199"/>
                        <a:pt x="30" y="201"/>
                      </a:cubicBezTo>
                      <a:cubicBezTo>
                        <a:pt x="30" y="201"/>
                        <a:pt x="31" y="200"/>
                        <a:pt x="31" y="201"/>
                      </a:cubicBezTo>
                      <a:cubicBezTo>
                        <a:pt x="31" y="202"/>
                        <a:pt x="30" y="202"/>
                        <a:pt x="29" y="202"/>
                      </a:cubicBezTo>
                      <a:cubicBezTo>
                        <a:pt x="29" y="202"/>
                        <a:pt x="28" y="201"/>
                        <a:pt x="28" y="202"/>
                      </a:cubicBezTo>
                      <a:cubicBezTo>
                        <a:pt x="28" y="202"/>
                        <a:pt x="29" y="202"/>
                        <a:pt x="28" y="203"/>
                      </a:cubicBezTo>
                      <a:cubicBezTo>
                        <a:pt x="29" y="203"/>
                        <a:pt x="29" y="203"/>
                        <a:pt x="29" y="203"/>
                      </a:cubicBezTo>
                      <a:cubicBezTo>
                        <a:pt x="29" y="203"/>
                        <a:pt x="28" y="204"/>
                        <a:pt x="28" y="204"/>
                      </a:cubicBezTo>
                      <a:cubicBezTo>
                        <a:pt x="27" y="204"/>
                        <a:pt x="27" y="205"/>
                        <a:pt x="26" y="205"/>
                      </a:cubicBezTo>
                      <a:cubicBezTo>
                        <a:pt x="26" y="205"/>
                        <a:pt x="26" y="205"/>
                        <a:pt x="26" y="206"/>
                      </a:cubicBezTo>
                      <a:cubicBezTo>
                        <a:pt x="26" y="206"/>
                        <a:pt x="26" y="206"/>
                        <a:pt x="26" y="206"/>
                      </a:cubicBezTo>
                      <a:cubicBezTo>
                        <a:pt x="25" y="207"/>
                        <a:pt x="25" y="207"/>
                        <a:pt x="25" y="207"/>
                      </a:cubicBezTo>
                      <a:cubicBezTo>
                        <a:pt x="24" y="207"/>
                        <a:pt x="24" y="208"/>
                        <a:pt x="24" y="208"/>
                      </a:cubicBezTo>
                      <a:cubicBezTo>
                        <a:pt x="24" y="208"/>
                        <a:pt x="23" y="208"/>
                        <a:pt x="23" y="209"/>
                      </a:cubicBezTo>
                      <a:cubicBezTo>
                        <a:pt x="23" y="209"/>
                        <a:pt x="22" y="210"/>
                        <a:pt x="22" y="209"/>
                      </a:cubicBezTo>
                      <a:cubicBezTo>
                        <a:pt x="21" y="209"/>
                        <a:pt x="22" y="208"/>
                        <a:pt x="22" y="208"/>
                      </a:cubicBezTo>
                      <a:cubicBezTo>
                        <a:pt x="21" y="208"/>
                        <a:pt x="21" y="209"/>
                        <a:pt x="21" y="210"/>
                      </a:cubicBezTo>
                      <a:cubicBezTo>
                        <a:pt x="20" y="210"/>
                        <a:pt x="20" y="210"/>
                        <a:pt x="19" y="210"/>
                      </a:cubicBezTo>
                      <a:cubicBezTo>
                        <a:pt x="19" y="210"/>
                        <a:pt x="18" y="211"/>
                        <a:pt x="18" y="211"/>
                      </a:cubicBezTo>
                      <a:cubicBezTo>
                        <a:pt x="17" y="211"/>
                        <a:pt x="17" y="211"/>
                        <a:pt x="17" y="211"/>
                      </a:cubicBezTo>
                      <a:cubicBezTo>
                        <a:pt x="16" y="210"/>
                        <a:pt x="16" y="211"/>
                        <a:pt x="16" y="211"/>
                      </a:cubicBezTo>
                      <a:cubicBezTo>
                        <a:pt x="15" y="210"/>
                        <a:pt x="16" y="210"/>
                        <a:pt x="15" y="210"/>
                      </a:cubicBezTo>
                      <a:cubicBezTo>
                        <a:pt x="15" y="210"/>
                        <a:pt x="15" y="210"/>
                        <a:pt x="15" y="210"/>
                      </a:cubicBezTo>
                      <a:cubicBezTo>
                        <a:pt x="15" y="210"/>
                        <a:pt x="15" y="210"/>
                        <a:pt x="14" y="210"/>
                      </a:cubicBezTo>
                      <a:cubicBezTo>
                        <a:pt x="14" y="210"/>
                        <a:pt x="13" y="209"/>
                        <a:pt x="13" y="209"/>
                      </a:cubicBezTo>
                      <a:cubicBezTo>
                        <a:pt x="13" y="209"/>
                        <a:pt x="13" y="209"/>
                        <a:pt x="13" y="208"/>
                      </a:cubicBezTo>
                      <a:cubicBezTo>
                        <a:pt x="13" y="208"/>
                        <a:pt x="12" y="208"/>
                        <a:pt x="12" y="208"/>
                      </a:cubicBezTo>
                      <a:cubicBezTo>
                        <a:pt x="12" y="208"/>
                        <a:pt x="13" y="208"/>
                        <a:pt x="13" y="208"/>
                      </a:cubicBezTo>
                      <a:cubicBezTo>
                        <a:pt x="12" y="208"/>
                        <a:pt x="12" y="208"/>
                        <a:pt x="12" y="208"/>
                      </a:cubicBezTo>
                      <a:cubicBezTo>
                        <a:pt x="11" y="208"/>
                        <a:pt x="11" y="208"/>
                        <a:pt x="10" y="208"/>
                      </a:cubicBezTo>
                      <a:cubicBezTo>
                        <a:pt x="10" y="208"/>
                        <a:pt x="10" y="207"/>
                        <a:pt x="9" y="207"/>
                      </a:cubicBezTo>
                      <a:cubicBezTo>
                        <a:pt x="8" y="207"/>
                        <a:pt x="8" y="206"/>
                        <a:pt x="8" y="206"/>
                      </a:cubicBezTo>
                      <a:cubicBezTo>
                        <a:pt x="7" y="205"/>
                        <a:pt x="8" y="205"/>
                        <a:pt x="7" y="205"/>
                      </a:cubicBezTo>
                      <a:cubicBezTo>
                        <a:pt x="7" y="205"/>
                        <a:pt x="6" y="205"/>
                        <a:pt x="6" y="205"/>
                      </a:cubicBezTo>
                      <a:cubicBezTo>
                        <a:pt x="5" y="204"/>
                        <a:pt x="5" y="203"/>
                        <a:pt x="5" y="203"/>
                      </a:cubicBezTo>
                      <a:cubicBezTo>
                        <a:pt x="5" y="202"/>
                        <a:pt x="4" y="202"/>
                        <a:pt x="4" y="202"/>
                      </a:cubicBezTo>
                      <a:cubicBezTo>
                        <a:pt x="4" y="201"/>
                        <a:pt x="4" y="201"/>
                        <a:pt x="5" y="201"/>
                      </a:cubicBezTo>
                      <a:cubicBezTo>
                        <a:pt x="5" y="200"/>
                        <a:pt x="5" y="199"/>
                        <a:pt x="5" y="199"/>
                      </a:cubicBezTo>
                      <a:cubicBezTo>
                        <a:pt x="5" y="198"/>
                        <a:pt x="5" y="198"/>
                        <a:pt x="5" y="198"/>
                      </a:cubicBezTo>
                      <a:cubicBezTo>
                        <a:pt x="5" y="198"/>
                        <a:pt x="6" y="198"/>
                        <a:pt x="6" y="198"/>
                      </a:cubicBezTo>
                      <a:cubicBezTo>
                        <a:pt x="6" y="199"/>
                        <a:pt x="5" y="199"/>
                        <a:pt x="6" y="200"/>
                      </a:cubicBezTo>
                      <a:cubicBezTo>
                        <a:pt x="6" y="200"/>
                        <a:pt x="6" y="199"/>
                        <a:pt x="7" y="199"/>
                      </a:cubicBezTo>
                      <a:cubicBezTo>
                        <a:pt x="7" y="199"/>
                        <a:pt x="7" y="199"/>
                        <a:pt x="7" y="199"/>
                      </a:cubicBezTo>
                      <a:cubicBezTo>
                        <a:pt x="7" y="200"/>
                        <a:pt x="8" y="200"/>
                        <a:pt x="8" y="200"/>
                      </a:cubicBezTo>
                      <a:cubicBezTo>
                        <a:pt x="9" y="200"/>
                        <a:pt x="8" y="200"/>
                        <a:pt x="8" y="199"/>
                      </a:cubicBezTo>
                      <a:cubicBezTo>
                        <a:pt x="8" y="199"/>
                        <a:pt x="10" y="198"/>
                        <a:pt x="11" y="198"/>
                      </a:cubicBezTo>
                      <a:cubicBezTo>
                        <a:pt x="10" y="198"/>
                        <a:pt x="9" y="198"/>
                        <a:pt x="9" y="198"/>
                      </a:cubicBezTo>
                      <a:cubicBezTo>
                        <a:pt x="8" y="198"/>
                        <a:pt x="8" y="199"/>
                        <a:pt x="8" y="199"/>
                      </a:cubicBezTo>
                      <a:cubicBezTo>
                        <a:pt x="7" y="198"/>
                        <a:pt x="8" y="198"/>
                        <a:pt x="8" y="198"/>
                      </a:cubicBezTo>
                      <a:cubicBezTo>
                        <a:pt x="8" y="198"/>
                        <a:pt x="7" y="198"/>
                        <a:pt x="7" y="197"/>
                      </a:cubicBezTo>
                      <a:cubicBezTo>
                        <a:pt x="7" y="197"/>
                        <a:pt x="7" y="197"/>
                        <a:pt x="8" y="197"/>
                      </a:cubicBezTo>
                      <a:cubicBezTo>
                        <a:pt x="8" y="197"/>
                        <a:pt x="8" y="196"/>
                        <a:pt x="8" y="196"/>
                      </a:cubicBezTo>
                      <a:cubicBezTo>
                        <a:pt x="8" y="196"/>
                        <a:pt x="8" y="196"/>
                        <a:pt x="8" y="196"/>
                      </a:cubicBezTo>
                      <a:cubicBezTo>
                        <a:pt x="9" y="195"/>
                        <a:pt x="9" y="195"/>
                        <a:pt x="10" y="194"/>
                      </a:cubicBezTo>
                      <a:cubicBezTo>
                        <a:pt x="10" y="194"/>
                        <a:pt x="9" y="194"/>
                        <a:pt x="9" y="194"/>
                      </a:cubicBezTo>
                      <a:cubicBezTo>
                        <a:pt x="8" y="194"/>
                        <a:pt x="8" y="193"/>
                        <a:pt x="8" y="193"/>
                      </a:cubicBezTo>
                      <a:cubicBezTo>
                        <a:pt x="9" y="193"/>
                        <a:pt x="9" y="192"/>
                        <a:pt x="9" y="192"/>
                      </a:cubicBezTo>
                      <a:cubicBezTo>
                        <a:pt x="10" y="191"/>
                        <a:pt x="10" y="191"/>
                        <a:pt x="11" y="191"/>
                      </a:cubicBezTo>
                      <a:cubicBezTo>
                        <a:pt x="11" y="191"/>
                        <a:pt x="10" y="191"/>
                        <a:pt x="10" y="191"/>
                      </a:cubicBezTo>
                      <a:cubicBezTo>
                        <a:pt x="10" y="191"/>
                        <a:pt x="10" y="190"/>
                        <a:pt x="10" y="190"/>
                      </a:cubicBezTo>
                      <a:cubicBezTo>
                        <a:pt x="9" y="190"/>
                        <a:pt x="9" y="193"/>
                        <a:pt x="7" y="192"/>
                      </a:cubicBezTo>
                      <a:cubicBezTo>
                        <a:pt x="6" y="192"/>
                        <a:pt x="7" y="191"/>
                        <a:pt x="6" y="192"/>
                      </a:cubicBezTo>
                      <a:cubicBezTo>
                        <a:pt x="6" y="192"/>
                        <a:pt x="5" y="193"/>
                        <a:pt x="5" y="193"/>
                      </a:cubicBezTo>
                      <a:cubicBezTo>
                        <a:pt x="4" y="194"/>
                        <a:pt x="4" y="195"/>
                        <a:pt x="4" y="194"/>
                      </a:cubicBezTo>
                      <a:cubicBezTo>
                        <a:pt x="4" y="194"/>
                        <a:pt x="4" y="193"/>
                        <a:pt x="4" y="193"/>
                      </a:cubicBezTo>
                      <a:cubicBezTo>
                        <a:pt x="4" y="193"/>
                        <a:pt x="3" y="193"/>
                        <a:pt x="3" y="193"/>
                      </a:cubicBezTo>
                      <a:cubicBezTo>
                        <a:pt x="2" y="193"/>
                        <a:pt x="3" y="191"/>
                        <a:pt x="3" y="191"/>
                      </a:cubicBezTo>
                      <a:cubicBezTo>
                        <a:pt x="3" y="190"/>
                        <a:pt x="3" y="189"/>
                        <a:pt x="4" y="190"/>
                      </a:cubicBezTo>
                      <a:cubicBezTo>
                        <a:pt x="4" y="190"/>
                        <a:pt x="3" y="191"/>
                        <a:pt x="4" y="191"/>
                      </a:cubicBezTo>
                      <a:cubicBezTo>
                        <a:pt x="5" y="192"/>
                        <a:pt x="4" y="190"/>
                        <a:pt x="5" y="190"/>
                      </a:cubicBezTo>
                      <a:cubicBezTo>
                        <a:pt x="5" y="190"/>
                        <a:pt x="5" y="189"/>
                        <a:pt x="5" y="189"/>
                      </a:cubicBezTo>
                      <a:cubicBezTo>
                        <a:pt x="6" y="190"/>
                        <a:pt x="6" y="190"/>
                        <a:pt x="6" y="190"/>
                      </a:cubicBezTo>
                      <a:cubicBezTo>
                        <a:pt x="6" y="190"/>
                        <a:pt x="6" y="190"/>
                        <a:pt x="6" y="190"/>
                      </a:cubicBezTo>
                      <a:cubicBezTo>
                        <a:pt x="6" y="190"/>
                        <a:pt x="7" y="190"/>
                        <a:pt x="7" y="190"/>
                      </a:cubicBezTo>
                      <a:cubicBezTo>
                        <a:pt x="7" y="190"/>
                        <a:pt x="6" y="189"/>
                        <a:pt x="7" y="189"/>
                      </a:cubicBezTo>
                      <a:cubicBezTo>
                        <a:pt x="7" y="188"/>
                        <a:pt x="7" y="188"/>
                        <a:pt x="7" y="188"/>
                      </a:cubicBezTo>
                      <a:cubicBezTo>
                        <a:pt x="8" y="188"/>
                        <a:pt x="9" y="188"/>
                        <a:pt x="9" y="187"/>
                      </a:cubicBezTo>
                      <a:cubicBezTo>
                        <a:pt x="9" y="187"/>
                        <a:pt x="8" y="188"/>
                        <a:pt x="7" y="188"/>
                      </a:cubicBezTo>
                      <a:cubicBezTo>
                        <a:pt x="7" y="188"/>
                        <a:pt x="7" y="188"/>
                        <a:pt x="7" y="187"/>
                      </a:cubicBezTo>
                      <a:cubicBezTo>
                        <a:pt x="7" y="187"/>
                        <a:pt x="7" y="188"/>
                        <a:pt x="6" y="188"/>
                      </a:cubicBezTo>
                      <a:cubicBezTo>
                        <a:pt x="6" y="187"/>
                        <a:pt x="5" y="187"/>
                        <a:pt x="6" y="186"/>
                      </a:cubicBezTo>
                      <a:cubicBezTo>
                        <a:pt x="6" y="186"/>
                        <a:pt x="7" y="186"/>
                        <a:pt x="7" y="185"/>
                      </a:cubicBezTo>
                      <a:cubicBezTo>
                        <a:pt x="8" y="185"/>
                        <a:pt x="7" y="185"/>
                        <a:pt x="8" y="185"/>
                      </a:cubicBezTo>
                      <a:cubicBezTo>
                        <a:pt x="8" y="184"/>
                        <a:pt x="9" y="184"/>
                        <a:pt x="9" y="183"/>
                      </a:cubicBezTo>
                      <a:cubicBezTo>
                        <a:pt x="9" y="183"/>
                        <a:pt x="9" y="183"/>
                        <a:pt x="9" y="183"/>
                      </a:cubicBezTo>
                      <a:cubicBezTo>
                        <a:pt x="8" y="182"/>
                        <a:pt x="9" y="182"/>
                        <a:pt x="9" y="181"/>
                      </a:cubicBezTo>
                      <a:cubicBezTo>
                        <a:pt x="10" y="181"/>
                        <a:pt x="10" y="180"/>
                        <a:pt x="11" y="180"/>
                      </a:cubicBezTo>
                      <a:cubicBezTo>
                        <a:pt x="11" y="179"/>
                        <a:pt x="13" y="178"/>
                        <a:pt x="12" y="178"/>
                      </a:cubicBezTo>
                      <a:cubicBezTo>
                        <a:pt x="11" y="178"/>
                        <a:pt x="11" y="179"/>
                        <a:pt x="11" y="179"/>
                      </a:cubicBezTo>
                      <a:cubicBezTo>
                        <a:pt x="10" y="179"/>
                        <a:pt x="10" y="179"/>
                        <a:pt x="10" y="179"/>
                      </a:cubicBezTo>
                      <a:cubicBezTo>
                        <a:pt x="9" y="179"/>
                        <a:pt x="9" y="180"/>
                        <a:pt x="9" y="180"/>
                      </a:cubicBezTo>
                      <a:cubicBezTo>
                        <a:pt x="9" y="180"/>
                        <a:pt x="8" y="181"/>
                        <a:pt x="8" y="181"/>
                      </a:cubicBezTo>
                      <a:cubicBezTo>
                        <a:pt x="8" y="182"/>
                        <a:pt x="8" y="181"/>
                        <a:pt x="8" y="181"/>
                      </a:cubicBezTo>
                      <a:cubicBezTo>
                        <a:pt x="7" y="182"/>
                        <a:pt x="7" y="182"/>
                        <a:pt x="7" y="183"/>
                      </a:cubicBezTo>
                      <a:cubicBezTo>
                        <a:pt x="7" y="183"/>
                        <a:pt x="7" y="183"/>
                        <a:pt x="7" y="184"/>
                      </a:cubicBezTo>
                      <a:cubicBezTo>
                        <a:pt x="6" y="184"/>
                        <a:pt x="7" y="184"/>
                        <a:pt x="6" y="185"/>
                      </a:cubicBezTo>
                      <a:cubicBezTo>
                        <a:pt x="6" y="185"/>
                        <a:pt x="6" y="185"/>
                        <a:pt x="6" y="185"/>
                      </a:cubicBezTo>
                      <a:cubicBezTo>
                        <a:pt x="5" y="184"/>
                        <a:pt x="6" y="184"/>
                        <a:pt x="6" y="184"/>
                      </a:cubicBezTo>
                      <a:cubicBezTo>
                        <a:pt x="6" y="184"/>
                        <a:pt x="6" y="184"/>
                        <a:pt x="6" y="183"/>
                      </a:cubicBezTo>
                      <a:cubicBezTo>
                        <a:pt x="6" y="183"/>
                        <a:pt x="6" y="183"/>
                        <a:pt x="6" y="182"/>
                      </a:cubicBezTo>
                      <a:cubicBezTo>
                        <a:pt x="5" y="182"/>
                        <a:pt x="5" y="183"/>
                        <a:pt x="5" y="183"/>
                      </a:cubicBezTo>
                      <a:cubicBezTo>
                        <a:pt x="5" y="183"/>
                        <a:pt x="5" y="183"/>
                        <a:pt x="5" y="182"/>
                      </a:cubicBezTo>
                      <a:cubicBezTo>
                        <a:pt x="5" y="182"/>
                        <a:pt x="5" y="182"/>
                        <a:pt x="5" y="182"/>
                      </a:cubicBezTo>
                      <a:cubicBezTo>
                        <a:pt x="5" y="181"/>
                        <a:pt x="6" y="180"/>
                        <a:pt x="6" y="180"/>
                      </a:cubicBezTo>
                      <a:cubicBezTo>
                        <a:pt x="5" y="180"/>
                        <a:pt x="5" y="182"/>
                        <a:pt x="4" y="182"/>
                      </a:cubicBezTo>
                      <a:cubicBezTo>
                        <a:pt x="4" y="182"/>
                        <a:pt x="4" y="183"/>
                        <a:pt x="4" y="183"/>
                      </a:cubicBezTo>
                      <a:cubicBezTo>
                        <a:pt x="3" y="183"/>
                        <a:pt x="3" y="182"/>
                        <a:pt x="3" y="182"/>
                      </a:cubicBezTo>
                      <a:cubicBezTo>
                        <a:pt x="3" y="181"/>
                        <a:pt x="2" y="181"/>
                        <a:pt x="2" y="181"/>
                      </a:cubicBezTo>
                      <a:cubicBezTo>
                        <a:pt x="2" y="180"/>
                        <a:pt x="2" y="180"/>
                        <a:pt x="3" y="180"/>
                      </a:cubicBezTo>
                      <a:cubicBezTo>
                        <a:pt x="3" y="179"/>
                        <a:pt x="3" y="178"/>
                        <a:pt x="4" y="178"/>
                      </a:cubicBezTo>
                      <a:cubicBezTo>
                        <a:pt x="4" y="178"/>
                        <a:pt x="4" y="179"/>
                        <a:pt x="5" y="179"/>
                      </a:cubicBezTo>
                      <a:cubicBezTo>
                        <a:pt x="5" y="180"/>
                        <a:pt x="5" y="179"/>
                        <a:pt x="6" y="178"/>
                      </a:cubicBezTo>
                      <a:cubicBezTo>
                        <a:pt x="6" y="178"/>
                        <a:pt x="6" y="177"/>
                        <a:pt x="6" y="176"/>
                      </a:cubicBezTo>
                      <a:cubicBezTo>
                        <a:pt x="5" y="174"/>
                        <a:pt x="4" y="177"/>
                        <a:pt x="4" y="176"/>
                      </a:cubicBezTo>
                      <a:cubicBezTo>
                        <a:pt x="4" y="176"/>
                        <a:pt x="4" y="176"/>
                        <a:pt x="4" y="175"/>
                      </a:cubicBezTo>
                      <a:cubicBezTo>
                        <a:pt x="4" y="175"/>
                        <a:pt x="3" y="174"/>
                        <a:pt x="3" y="174"/>
                      </a:cubicBezTo>
                      <a:cubicBezTo>
                        <a:pt x="3" y="174"/>
                        <a:pt x="4" y="174"/>
                        <a:pt x="4" y="173"/>
                      </a:cubicBezTo>
                      <a:cubicBezTo>
                        <a:pt x="4" y="173"/>
                        <a:pt x="2" y="174"/>
                        <a:pt x="2" y="174"/>
                      </a:cubicBezTo>
                      <a:cubicBezTo>
                        <a:pt x="2" y="174"/>
                        <a:pt x="1" y="173"/>
                        <a:pt x="1" y="173"/>
                      </a:cubicBezTo>
                      <a:cubicBezTo>
                        <a:pt x="1" y="173"/>
                        <a:pt x="1" y="172"/>
                        <a:pt x="1" y="172"/>
                      </a:cubicBezTo>
                      <a:cubicBezTo>
                        <a:pt x="1" y="172"/>
                        <a:pt x="1" y="171"/>
                        <a:pt x="1" y="171"/>
                      </a:cubicBezTo>
                      <a:cubicBezTo>
                        <a:pt x="2" y="170"/>
                        <a:pt x="2" y="171"/>
                        <a:pt x="3" y="171"/>
                      </a:cubicBezTo>
                      <a:cubicBezTo>
                        <a:pt x="3" y="171"/>
                        <a:pt x="3" y="171"/>
                        <a:pt x="4" y="171"/>
                      </a:cubicBezTo>
                      <a:cubicBezTo>
                        <a:pt x="4" y="171"/>
                        <a:pt x="4" y="171"/>
                        <a:pt x="4" y="171"/>
                      </a:cubicBezTo>
                      <a:cubicBezTo>
                        <a:pt x="4" y="171"/>
                        <a:pt x="4" y="171"/>
                        <a:pt x="4" y="171"/>
                      </a:cubicBezTo>
                      <a:cubicBezTo>
                        <a:pt x="5" y="170"/>
                        <a:pt x="5" y="170"/>
                        <a:pt x="5" y="170"/>
                      </a:cubicBezTo>
                      <a:cubicBezTo>
                        <a:pt x="5" y="170"/>
                        <a:pt x="6" y="170"/>
                        <a:pt x="6" y="170"/>
                      </a:cubicBezTo>
                      <a:cubicBezTo>
                        <a:pt x="6" y="171"/>
                        <a:pt x="7" y="170"/>
                        <a:pt x="7" y="170"/>
                      </a:cubicBezTo>
                      <a:cubicBezTo>
                        <a:pt x="8" y="170"/>
                        <a:pt x="8" y="170"/>
                        <a:pt x="8" y="170"/>
                      </a:cubicBezTo>
                      <a:cubicBezTo>
                        <a:pt x="9" y="170"/>
                        <a:pt x="9" y="170"/>
                        <a:pt x="9" y="170"/>
                      </a:cubicBezTo>
                      <a:cubicBezTo>
                        <a:pt x="9" y="170"/>
                        <a:pt x="9" y="171"/>
                        <a:pt x="9" y="171"/>
                      </a:cubicBezTo>
                      <a:cubicBezTo>
                        <a:pt x="10" y="171"/>
                        <a:pt x="10" y="171"/>
                        <a:pt x="10" y="171"/>
                      </a:cubicBezTo>
                      <a:cubicBezTo>
                        <a:pt x="10" y="171"/>
                        <a:pt x="10" y="171"/>
                        <a:pt x="10" y="171"/>
                      </a:cubicBezTo>
                      <a:cubicBezTo>
                        <a:pt x="10" y="171"/>
                        <a:pt x="10" y="170"/>
                        <a:pt x="11" y="170"/>
                      </a:cubicBezTo>
                      <a:cubicBezTo>
                        <a:pt x="11" y="170"/>
                        <a:pt x="11" y="170"/>
                        <a:pt x="11" y="170"/>
                      </a:cubicBezTo>
                      <a:cubicBezTo>
                        <a:pt x="12" y="169"/>
                        <a:pt x="13" y="169"/>
                        <a:pt x="14" y="170"/>
                      </a:cubicBezTo>
                      <a:cubicBezTo>
                        <a:pt x="14" y="170"/>
                        <a:pt x="14" y="171"/>
                        <a:pt x="14" y="171"/>
                      </a:cubicBezTo>
                      <a:cubicBezTo>
                        <a:pt x="14" y="172"/>
                        <a:pt x="13" y="172"/>
                        <a:pt x="13" y="172"/>
                      </a:cubicBezTo>
                      <a:cubicBezTo>
                        <a:pt x="14" y="172"/>
                        <a:pt x="14" y="172"/>
                        <a:pt x="15" y="172"/>
                      </a:cubicBezTo>
                      <a:cubicBezTo>
                        <a:pt x="15" y="172"/>
                        <a:pt x="15" y="173"/>
                        <a:pt x="15" y="173"/>
                      </a:cubicBezTo>
                      <a:cubicBezTo>
                        <a:pt x="16" y="172"/>
                        <a:pt x="13" y="170"/>
                        <a:pt x="16" y="170"/>
                      </a:cubicBezTo>
                      <a:cubicBezTo>
                        <a:pt x="16" y="170"/>
                        <a:pt x="17" y="170"/>
                        <a:pt x="17" y="170"/>
                      </a:cubicBezTo>
                      <a:cubicBezTo>
                        <a:pt x="17" y="170"/>
                        <a:pt x="17" y="170"/>
                        <a:pt x="17" y="169"/>
                      </a:cubicBezTo>
                      <a:cubicBezTo>
                        <a:pt x="17" y="169"/>
                        <a:pt x="19" y="169"/>
                        <a:pt x="19" y="169"/>
                      </a:cubicBezTo>
                      <a:cubicBezTo>
                        <a:pt x="19" y="169"/>
                        <a:pt x="17" y="168"/>
                        <a:pt x="17" y="168"/>
                      </a:cubicBezTo>
                      <a:cubicBezTo>
                        <a:pt x="17" y="167"/>
                        <a:pt x="17" y="166"/>
                        <a:pt x="17" y="166"/>
                      </a:cubicBezTo>
                      <a:cubicBezTo>
                        <a:pt x="18" y="165"/>
                        <a:pt x="18" y="165"/>
                        <a:pt x="18" y="165"/>
                      </a:cubicBezTo>
                      <a:cubicBezTo>
                        <a:pt x="17" y="164"/>
                        <a:pt x="17" y="166"/>
                        <a:pt x="16" y="166"/>
                      </a:cubicBezTo>
                      <a:cubicBezTo>
                        <a:pt x="16" y="167"/>
                        <a:pt x="16" y="167"/>
                        <a:pt x="16" y="168"/>
                      </a:cubicBezTo>
                      <a:cubicBezTo>
                        <a:pt x="16" y="168"/>
                        <a:pt x="17" y="169"/>
                        <a:pt x="16" y="169"/>
                      </a:cubicBezTo>
                      <a:cubicBezTo>
                        <a:pt x="15" y="169"/>
                        <a:pt x="14" y="169"/>
                        <a:pt x="13" y="169"/>
                      </a:cubicBezTo>
                      <a:cubicBezTo>
                        <a:pt x="13" y="168"/>
                        <a:pt x="12" y="168"/>
                        <a:pt x="12" y="168"/>
                      </a:cubicBezTo>
                      <a:cubicBezTo>
                        <a:pt x="11" y="167"/>
                        <a:pt x="12" y="167"/>
                        <a:pt x="12" y="166"/>
                      </a:cubicBezTo>
                      <a:cubicBezTo>
                        <a:pt x="12" y="166"/>
                        <a:pt x="12" y="167"/>
                        <a:pt x="12" y="167"/>
                      </a:cubicBezTo>
                      <a:cubicBezTo>
                        <a:pt x="11" y="167"/>
                        <a:pt x="11" y="167"/>
                        <a:pt x="11" y="168"/>
                      </a:cubicBezTo>
                      <a:cubicBezTo>
                        <a:pt x="10" y="168"/>
                        <a:pt x="11" y="170"/>
                        <a:pt x="10" y="169"/>
                      </a:cubicBezTo>
                      <a:cubicBezTo>
                        <a:pt x="10" y="169"/>
                        <a:pt x="9" y="169"/>
                        <a:pt x="9" y="169"/>
                      </a:cubicBezTo>
                      <a:cubicBezTo>
                        <a:pt x="9" y="169"/>
                        <a:pt x="8" y="169"/>
                        <a:pt x="8" y="169"/>
                      </a:cubicBezTo>
                      <a:cubicBezTo>
                        <a:pt x="8" y="169"/>
                        <a:pt x="8" y="169"/>
                        <a:pt x="8" y="169"/>
                      </a:cubicBezTo>
                      <a:cubicBezTo>
                        <a:pt x="8" y="168"/>
                        <a:pt x="7" y="169"/>
                        <a:pt x="7" y="169"/>
                      </a:cubicBezTo>
                      <a:cubicBezTo>
                        <a:pt x="7" y="169"/>
                        <a:pt x="6" y="169"/>
                        <a:pt x="6" y="169"/>
                      </a:cubicBezTo>
                      <a:cubicBezTo>
                        <a:pt x="6" y="169"/>
                        <a:pt x="6" y="169"/>
                        <a:pt x="5" y="169"/>
                      </a:cubicBezTo>
                      <a:cubicBezTo>
                        <a:pt x="5" y="169"/>
                        <a:pt x="5" y="169"/>
                        <a:pt x="4" y="170"/>
                      </a:cubicBezTo>
                      <a:cubicBezTo>
                        <a:pt x="4" y="170"/>
                        <a:pt x="4" y="170"/>
                        <a:pt x="4" y="170"/>
                      </a:cubicBezTo>
                      <a:cubicBezTo>
                        <a:pt x="4" y="170"/>
                        <a:pt x="2" y="170"/>
                        <a:pt x="2" y="169"/>
                      </a:cubicBezTo>
                      <a:cubicBezTo>
                        <a:pt x="2" y="169"/>
                        <a:pt x="2" y="169"/>
                        <a:pt x="2" y="168"/>
                      </a:cubicBezTo>
                      <a:cubicBezTo>
                        <a:pt x="2" y="168"/>
                        <a:pt x="1" y="168"/>
                        <a:pt x="1" y="168"/>
                      </a:cubicBezTo>
                      <a:cubicBezTo>
                        <a:pt x="0" y="167"/>
                        <a:pt x="2" y="167"/>
                        <a:pt x="3" y="167"/>
                      </a:cubicBezTo>
                      <a:cubicBezTo>
                        <a:pt x="3" y="167"/>
                        <a:pt x="2" y="168"/>
                        <a:pt x="3" y="168"/>
                      </a:cubicBezTo>
                      <a:cubicBezTo>
                        <a:pt x="3" y="167"/>
                        <a:pt x="3" y="167"/>
                        <a:pt x="3" y="167"/>
                      </a:cubicBezTo>
                      <a:cubicBezTo>
                        <a:pt x="3" y="166"/>
                        <a:pt x="4" y="166"/>
                        <a:pt x="5" y="166"/>
                      </a:cubicBezTo>
                      <a:cubicBezTo>
                        <a:pt x="4" y="166"/>
                        <a:pt x="3" y="166"/>
                        <a:pt x="2" y="166"/>
                      </a:cubicBezTo>
                      <a:cubicBezTo>
                        <a:pt x="2" y="166"/>
                        <a:pt x="0" y="167"/>
                        <a:pt x="1" y="166"/>
                      </a:cubicBezTo>
                      <a:cubicBezTo>
                        <a:pt x="1" y="165"/>
                        <a:pt x="2" y="165"/>
                        <a:pt x="3" y="165"/>
                      </a:cubicBezTo>
                      <a:cubicBezTo>
                        <a:pt x="3" y="165"/>
                        <a:pt x="4" y="165"/>
                        <a:pt x="4" y="165"/>
                      </a:cubicBezTo>
                      <a:cubicBezTo>
                        <a:pt x="5" y="165"/>
                        <a:pt x="5" y="165"/>
                        <a:pt x="6" y="165"/>
                      </a:cubicBezTo>
                      <a:cubicBezTo>
                        <a:pt x="5" y="164"/>
                        <a:pt x="4" y="165"/>
                        <a:pt x="4" y="165"/>
                      </a:cubicBezTo>
                      <a:cubicBezTo>
                        <a:pt x="3" y="165"/>
                        <a:pt x="3" y="164"/>
                        <a:pt x="2" y="164"/>
                      </a:cubicBezTo>
                      <a:cubicBezTo>
                        <a:pt x="2" y="164"/>
                        <a:pt x="3" y="164"/>
                        <a:pt x="3" y="163"/>
                      </a:cubicBezTo>
                      <a:cubicBezTo>
                        <a:pt x="3" y="163"/>
                        <a:pt x="3" y="163"/>
                        <a:pt x="2" y="163"/>
                      </a:cubicBezTo>
                      <a:cubicBezTo>
                        <a:pt x="2" y="163"/>
                        <a:pt x="1" y="163"/>
                        <a:pt x="0" y="162"/>
                      </a:cubicBezTo>
                      <a:cubicBezTo>
                        <a:pt x="0" y="162"/>
                        <a:pt x="1" y="161"/>
                        <a:pt x="1" y="161"/>
                      </a:cubicBezTo>
                      <a:cubicBezTo>
                        <a:pt x="1" y="161"/>
                        <a:pt x="2" y="161"/>
                        <a:pt x="2" y="161"/>
                      </a:cubicBezTo>
                      <a:cubicBezTo>
                        <a:pt x="2" y="160"/>
                        <a:pt x="2" y="160"/>
                        <a:pt x="2" y="160"/>
                      </a:cubicBezTo>
                      <a:cubicBezTo>
                        <a:pt x="2" y="160"/>
                        <a:pt x="3" y="160"/>
                        <a:pt x="3" y="160"/>
                      </a:cubicBezTo>
                      <a:cubicBezTo>
                        <a:pt x="3" y="159"/>
                        <a:pt x="3" y="159"/>
                        <a:pt x="3" y="159"/>
                      </a:cubicBezTo>
                      <a:cubicBezTo>
                        <a:pt x="3" y="159"/>
                        <a:pt x="4" y="159"/>
                        <a:pt x="4" y="159"/>
                      </a:cubicBezTo>
                      <a:cubicBezTo>
                        <a:pt x="4" y="159"/>
                        <a:pt x="4" y="159"/>
                        <a:pt x="4" y="159"/>
                      </a:cubicBezTo>
                      <a:cubicBezTo>
                        <a:pt x="4" y="159"/>
                        <a:pt x="5" y="159"/>
                        <a:pt x="5" y="159"/>
                      </a:cubicBezTo>
                      <a:cubicBezTo>
                        <a:pt x="6" y="159"/>
                        <a:pt x="5" y="159"/>
                        <a:pt x="5" y="160"/>
                      </a:cubicBezTo>
                      <a:cubicBezTo>
                        <a:pt x="6" y="160"/>
                        <a:pt x="7" y="159"/>
                        <a:pt x="7" y="159"/>
                      </a:cubicBezTo>
                      <a:cubicBezTo>
                        <a:pt x="7" y="160"/>
                        <a:pt x="7" y="160"/>
                        <a:pt x="7" y="161"/>
                      </a:cubicBezTo>
                      <a:cubicBezTo>
                        <a:pt x="7" y="160"/>
                        <a:pt x="8" y="160"/>
                        <a:pt x="8" y="160"/>
                      </a:cubicBezTo>
                      <a:cubicBezTo>
                        <a:pt x="8" y="160"/>
                        <a:pt x="8" y="160"/>
                        <a:pt x="9" y="160"/>
                      </a:cubicBezTo>
                      <a:cubicBezTo>
                        <a:pt x="9" y="160"/>
                        <a:pt x="9" y="160"/>
                        <a:pt x="9" y="160"/>
                      </a:cubicBezTo>
                      <a:cubicBezTo>
                        <a:pt x="10" y="160"/>
                        <a:pt x="10" y="160"/>
                        <a:pt x="11" y="160"/>
                      </a:cubicBezTo>
                      <a:cubicBezTo>
                        <a:pt x="11" y="160"/>
                        <a:pt x="11" y="160"/>
                        <a:pt x="12" y="159"/>
                      </a:cubicBezTo>
                      <a:cubicBezTo>
                        <a:pt x="12" y="159"/>
                        <a:pt x="13" y="159"/>
                        <a:pt x="13" y="159"/>
                      </a:cubicBezTo>
                      <a:cubicBezTo>
                        <a:pt x="12" y="159"/>
                        <a:pt x="11" y="159"/>
                        <a:pt x="11" y="159"/>
                      </a:cubicBezTo>
                      <a:cubicBezTo>
                        <a:pt x="10" y="159"/>
                        <a:pt x="10" y="159"/>
                        <a:pt x="9" y="159"/>
                      </a:cubicBezTo>
                      <a:cubicBezTo>
                        <a:pt x="9" y="159"/>
                        <a:pt x="9" y="159"/>
                        <a:pt x="8" y="159"/>
                      </a:cubicBezTo>
                      <a:cubicBezTo>
                        <a:pt x="8" y="159"/>
                        <a:pt x="7" y="159"/>
                        <a:pt x="7" y="159"/>
                      </a:cubicBezTo>
                      <a:cubicBezTo>
                        <a:pt x="6" y="158"/>
                        <a:pt x="6" y="158"/>
                        <a:pt x="5" y="158"/>
                      </a:cubicBezTo>
                      <a:cubicBezTo>
                        <a:pt x="4" y="158"/>
                        <a:pt x="4" y="158"/>
                        <a:pt x="3" y="158"/>
                      </a:cubicBezTo>
                      <a:cubicBezTo>
                        <a:pt x="2" y="158"/>
                        <a:pt x="2" y="158"/>
                        <a:pt x="2" y="158"/>
                      </a:cubicBezTo>
                      <a:cubicBezTo>
                        <a:pt x="1" y="158"/>
                        <a:pt x="1" y="157"/>
                        <a:pt x="1" y="157"/>
                      </a:cubicBezTo>
                      <a:cubicBezTo>
                        <a:pt x="2" y="157"/>
                        <a:pt x="2" y="157"/>
                        <a:pt x="2" y="158"/>
                      </a:cubicBezTo>
                      <a:cubicBezTo>
                        <a:pt x="3" y="158"/>
                        <a:pt x="3" y="157"/>
                        <a:pt x="3" y="157"/>
                      </a:cubicBezTo>
                      <a:cubicBezTo>
                        <a:pt x="3" y="156"/>
                        <a:pt x="3" y="156"/>
                        <a:pt x="2" y="156"/>
                      </a:cubicBezTo>
                      <a:cubicBezTo>
                        <a:pt x="2" y="155"/>
                        <a:pt x="2" y="155"/>
                        <a:pt x="2" y="155"/>
                      </a:cubicBezTo>
                      <a:cubicBezTo>
                        <a:pt x="2" y="155"/>
                        <a:pt x="2" y="154"/>
                        <a:pt x="2" y="154"/>
                      </a:cubicBezTo>
                      <a:cubicBezTo>
                        <a:pt x="3" y="154"/>
                        <a:pt x="3" y="155"/>
                        <a:pt x="3" y="156"/>
                      </a:cubicBezTo>
                      <a:cubicBezTo>
                        <a:pt x="3" y="156"/>
                        <a:pt x="4" y="157"/>
                        <a:pt x="4" y="157"/>
                      </a:cubicBezTo>
                      <a:cubicBezTo>
                        <a:pt x="5" y="157"/>
                        <a:pt x="4" y="156"/>
                        <a:pt x="4" y="156"/>
                      </a:cubicBezTo>
                      <a:cubicBezTo>
                        <a:pt x="4" y="155"/>
                        <a:pt x="4" y="155"/>
                        <a:pt x="5" y="155"/>
                      </a:cubicBezTo>
                      <a:cubicBezTo>
                        <a:pt x="5" y="155"/>
                        <a:pt x="6" y="156"/>
                        <a:pt x="6" y="156"/>
                      </a:cubicBezTo>
                      <a:cubicBezTo>
                        <a:pt x="6" y="156"/>
                        <a:pt x="6" y="155"/>
                        <a:pt x="6" y="155"/>
                      </a:cubicBezTo>
                      <a:cubicBezTo>
                        <a:pt x="6" y="155"/>
                        <a:pt x="7" y="155"/>
                        <a:pt x="7" y="155"/>
                      </a:cubicBezTo>
                      <a:cubicBezTo>
                        <a:pt x="7" y="156"/>
                        <a:pt x="7" y="156"/>
                        <a:pt x="6" y="157"/>
                      </a:cubicBezTo>
                      <a:cubicBezTo>
                        <a:pt x="7" y="157"/>
                        <a:pt x="7" y="156"/>
                        <a:pt x="7" y="156"/>
                      </a:cubicBezTo>
                      <a:cubicBezTo>
                        <a:pt x="8" y="155"/>
                        <a:pt x="7" y="156"/>
                        <a:pt x="8" y="156"/>
                      </a:cubicBezTo>
                      <a:cubicBezTo>
                        <a:pt x="8" y="156"/>
                        <a:pt x="10" y="157"/>
                        <a:pt x="10" y="156"/>
                      </a:cubicBezTo>
                      <a:cubicBezTo>
                        <a:pt x="10" y="156"/>
                        <a:pt x="9" y="156"/>
                        <a:pt x="9" y="156"/>
                      </a:cubicBezTo>
                      <a:cubicBezTo>
                        <a:pt x="9" y="156"/>
                        <a:pt x="8" y="155"/>
                        <a:pt x="8" y="155"/>
                      </a:cubicBezTo>
                      <a:cubicBezTo>
                        <a:pt x="8" y="154"/>
                        <a:pt x="8" y="153"/>
                        <a:pt x="8" y="153"/>
                      </a:cubicBezTo>
                      <a:cubicBezTo>
                        <a:pt x="9" y="152"/>
                        <a:pt x="10" y="152"/>
                        <a:pt x="10" y="153"/>
                      </a:cubicBezTo>
                      <a:cubicBezTo>
                        <a:pt x="11" y="153"/>
                        <a:pt x="11" y="155"/>
                        <a:pt x="11" y="156"/>
                      </a:cubicBezTo>
                      <a:cubicBezTo>
                        <a:pt x="12" y="156"/>
                        <a:pt x="11" y="154"/>
                        <a:pt x="11" y="153"/>
                      </a:cubicBezTo>
                      <a:cubicBezTo>
                        <a:pt x="11" y="153"/>
                        <a:pt x="10" y="152"/>
                        <a:pt x="11" y="152"/>
                      </a:cubicBezTo>
                      <a:cubicBezTo>
                        <a:pt x="11" y="151"/>
                        <a:pt x="11" y="152"/>
                        <a:pt x="11" y="152"/>
                      </a:cubicBezTo>
                      <a:cubicBezTo>
                        <a:pt x="12" y="152"/>
                        <a:pt x="11" y="152"/>
                        <a:pt x="12" y="152"/>
                      </a:cubicBezTo>
                      <a:cubicBezTo>
                        <a:pt x="12" y="150"/>
                        <a:pt x="13" y="152"/>
                        <a:pt x="14" y="152"/>
                      </a:cubicBezTo>
                      <a:cubicBezTo>
                        <a:pt x="14" y="153"/>
                        <a:pt x="15" y="154"/>
                        <a:pt x="14" y="155"/>
                      </a:cubicBezTo>
                      <a:cubicBezTo>
                        <a:pt x="14" y="155"/>
                        <a:pt x="14" y="156"/>
                        <a:pt x="14" y="156"/>
                      </a:cubicBezTo>
                      <a:cubicBezTo>
                        <a:pt x="14" y="156"/>
                        <a:pt x="15" y="156"/>
                        <a:pt x="15" y="156"/>
                      </a:cubicBezTo>
                      <a:cubicBezTo>
                        <a:pt x="15" y="156"/>
                        <a:pt x="16" y="156"/>
                        <a:pt x="16" y="156"/>
                      </a:cubicBezTo>
                      <a:cubicBezTo>
                        <a:pt x="16" y="155"/>
                        <a:pt x="15" y="155"/>
                        <a:pt x="15" y="155"/>
                      </a:cubicBezTo>
                      <a:cubicBezTo>
                        <a:pt x="15" y="155"/>
                        <a:pt x="15" y="156"/>
                        <a:pt x="15" y="155"/>
                      </a:cubicBezTo>
                      <a:cubicBezTo>
                        <a:pt x="15" y="155"/>
                        <a:pt x="15" y="154"/>
                        <a:pt x="15" y="153"/>
                      </a:cubicBezTo>
                      <a:cubicBezTo>
                        <a:pt x="15" y="154"/>
                        <a:pt x="16" y="154"/>
                        <a:pt x="16" y="154"/>
                      </a:cubicBezTo>
                      <a:cubicBezTo>
                        <a:pt x="16" y="154"/>
                        <a:pt x="16" y="153"/>
                        <a:pt x="17" y="154"/>
                      </a:cubicBezTo>
                      <a:cubicBezTo>
                        <a:pt x="17" y="154"/>
                        <a:pt x="17" y="154"/>
                        <a:pt x="17" y="154"/>
                      </a:cubicBezTo>
                      <a:cubicBezTo>
                        <a:pt x="17" y="154"/>
                        <a:pt x="17" y="153"/>
                        <a:pt x="17" y="153"/>
                      </a:cubicBezTo>
                      <a:cubicBezTo>
                        <a:pt x="17" y="153"/>
                        <a:pt x="16" y="153"/>
                        <a:pt x="16" y="153"/>
                      </a:cubicBezTo>
                      <a:cubicBezTo>
                        <a:pt x="15" y="153"/>
                        <a:pt x="14" y="152"/>
                        <a:pt x="14" y="151"/>
                      </a:cubicBezTo>
                      <a:cubicBezTo>
                        <a:pt x="13" y="151"/>
                        <a:pt x="13" y="150"/>
                        <a:pt x="12" y="150"/>
                      </a:cubicBezTo>
                      <a:cubicBezTo>
                        <a:pt x="11" y="149"/>
                        <a:pt x="11" y="150"/>
                        <a:pt x="10" y="150"/>
                      </a:cubicBezTo>
                      <a:cubicBezTo>
                        <a:pt x="9" y="149"/>
                        <a:pt x="9" y="149"/>
                        <a:pt x="10" y="148"/>
                      </a:cubicBezTo>
                      <a:cubicBezTo>
                        <a:pt x="10" y="148"/>
                        <a:pt x="11" y="148"/>
                        <a:pt x="12" y="148"/>
                      </a:cubicBezTo>
                      <a:cubicBezTo>
                        <a:pt x="12" y="149"/>
                        <a:pt x="11" y="149"/>
                        <a:pt x="12" y="149"/>
                      </a:cubicBezTo>
                      <a:cubicBezTo>
                        <a:pt x="12" y="149"/>
                        <a:pt x="12" y="148"/>
                        <a:pt x="13" y="148"/>
                      </a:cubicBezTo>
                      <a:cubicBezTo>
                        <a:pt x="13" y="148"/>
                        <a:pt x="13" y="149"/>
                        <a:pt x="14" y="149"/>
                      </a:cubicBezTo>
                      <a:cubicBezTo>
                        <a:pt x="14" y="149"/>
                        <a:pt x="14" y="147"/>
                        <a:pt x="15" y="148"/>
                      </a:cubicBezTo>
                      <a:cubicBezTo>
                        <a:pt x="15" y="148"/>
                        <a:pt x="15" y="149"/>
                        <a:pt x="15" y="149"/>
                      </a:cubicBezTo>
                      <a:cubicBezTo>
                        <a:pt x="16" y="149"/>
                        <a:pt x="16" y="148"/>
                        <a:pt x="16" y="148"/>
                      </a:cubicBezTo>
                      <a:cubicBezTo>
                        <a:pt x="16" y="148"/>
                        <a:pt x="18" y="149"/>
                        <a:pt x="18" y="150"/>
                      </a:cubicBezTo>
                      <a:cubicBezTo>
                        <a:pt x="18" y="150"/>
                        <a:pt x="18" y="149"/>
                        <a:pt x="18" y="149"/>
                      </a:cubicBezTo>
                      <a:cubicBezTo>
                        <a:pt x="19" y="149"/>
                        <a:pt x="19" y="149"/>
                        <a:pt x="19" y="149"/>
                      </a:cubicBezTo>
                      <a:cubicBezTo>
                        <a:pt x="19" y="149"/>
                        <a:pt x="18" y="149"/>
                        <a:pt x="18" y="148"/>
                      </a:cubicBezTo>
                      <a:cubicBezTo>
                        <a:pt x="19" y="147"/>
                        <a:pt x="19" y="147"/>
                        <a:pt x="21" y="147"/>
                      </a:cubicBezTo>
                      <a:cubicBezTo>
                        <a:pt x="21" y="147"/>
                        <a:pt x="23" y="147"/>
                        <a:pt x="22" y="146"/>
                      </a:cubicBezTo>
                      <a:cubicBezTo>
                        <a:pt x="21" y="146"/>
                        <a:pt x="20" y="146"/>
                        <a:pt x="19" y="146"/>
                      </a:cubicBezTo>
                      <a:cubicBezTo>
                        <a:pt x="19" y="147"/>
                        <a:pt x="17" y="148"/>
                        <a:pt x="17" y="147"/>
                      </a:cubicBezTo>
                      <a:cubicBezTo>
                        <a:pt x="17" y="146"/>
                        <a:pt x="18" y="146"/>
                        <a:pt x="17" y="146"/>
                      </a:cubicBezTo>
                      <a:cubicBezTo>
                        <a:pt x="17" y="146"/>
                        <a:pt x="17" y="146"/>
                        <a:pt x="16" y="146"/>
                      </a:cubicBezTo>
                      <a:cubicBezTo>
                        <a:pt x="16" y="146"/>
                        <a:pt x="14" y="147"/>
                        <a:pt x="15" y="146"/>
                      </a:cubicBezTo>
                      <a:cubicBezTo>
                        <a:pt x="15" y="145"/>
                        <a:pt x="16" y="146"/>
                        <a:pt x="16" y="145"/>
                      </a:cubicBezTo>
                      <a:cubicBezTo>
                        <a:pt x="15" y="145"/>
                        <a:pt x="13" y="144"/>
                        <a:pt x="14" y="144"/>
                      </a:cubicBezTo>
                      <a:cubicBezTo>
                        <a:pt x="15" y="143"/>
                        <a:pt x="15" y="142"/>
                        <a:pt x="16" y="142"/>
                      </a:cubicBezTo>
                      <a:cubicBezTo>
                        <a:pt x="17" y="143"/>
                        <a:pt x="17" y="143"/>
                        <a:pt x="17" y="143"/>
                      </a:cubicBezTo>
                      <a:cubicBezTo>
                        <a:pt x="17" y="143"/>
                        <a:pt x="17" y="144"/>
                        <a:pt x="17" y="144"/>
                      </a:cubicBezTo>
                      <a:cubicBezTo>
                        <a:pt x="18" y="144"/>
                        <a:pt x="18" y="143"/>
                        <a:pt x="19" y="143"/>
                      </a:cubicBezTo>
                      <a:cubicBezTo>
                        <a:pt x="20" y="143"/>
                        <a:pt x="20" y="143"/>
                        <a:pt x="19" y="144"/>
                      </a:cubicBezTo>
                      <a:cubicBezTo>
                        <a:pt x="20" y="144"/>
                        <a:pt x="20" y="143"/>
                        <a:pt x="21" y="143"/>
                      </a:cubicBezTo>
                      <a:cubicBezTo>
                        <a:pt x="22" y="143"/>
                        <a:pt x="22" y="144"/>
                        <a:pt x="22" y="144"/>
                      </a:cubicBezTo>
                      <a:cubicBezTo>
                        <a:pt x="22" y="145"/>
                        <a:pt x="23" y="146"/>
                        <a:pt x="23" y="146"/>
                      </a:cubicBezTo>
                      <a:cubicBezTo>
                        <a:pt x="24" y="146"/>
                        <a:pt x="24" y="147"/>
                        <a:pt x="25" y="148"/>
                      </a:cubicBezTo>
                      <a:cubicBezTo>
                        <a:pt x="25" y="147"/>
                        <a:pt x="24" y="146"/>
                        <a:pt x="24" y="146"/>
                      </a:cubicBezTo>
                      <a:cubicBezTo>
                        <a:pt x="24" y="146"/>
                        <a:pt x="23" y="145"/>
                        <a:pt x="23" y="145"/>
                      </a:cubicBezTo>
                      <a:cubicBezTo>
                        <a:pt x="22" y="144"/>
                        <a:pt x="22" y="144"/>
                        <a:pt x="22" y="143"/>
                      </a:cubicBezTo>
                      <a:cubicBezTo>
                        <a:pt x="22" y="143"/>
                        <a:pt x="21" y="142"/>
                        <a:pt x="21" y="142"/>
                      </a:cubicBezTo>
                      <a:cubicBezTo>
                        <a:pt x="21" y="141"/>
                        <a:pt x="21" y="141"/>
                        <a:pt x="22" y="141"/>
                      </a:cubicBezTo>
                      <a:cubicBezTo>
                        <a:pt x="22" y="141"/>
                        <a:pt x="22" y="142"/>
                        <a:pt x="22" y="142"/>
                      </a:cubicBezTo>
                      <a:cubicBezTo>
                        <a:pt x="22" y="142"/>
                        <a:pt x="23" y="142"/>
                        <a:pt x="23" y="143"/>
                      </a:cubicBezTo>
                      <a:cubicBezTo>
                        <a:pt x="24" y="144"/>
                        <a:pt x="24" y="146"/>
                        <a:pt x="26" y="145"/>
                      </a:cubicBezTo>
                      <a:cubicBezTo>
                        <a:pt x="26" y="144"/>
                        <a:pt x="25" y="144"/>
                        <a:pt x="24" y="144"/>
                      </a:cubicBezTo>
                      <a:cubicBezTo>
                        <a:pt x="24" y="143"/>
                        <a:pt x="25" y="143"/>
                        <a:pt x="25" y="143"/>
                      </a:cubicBezTo>
                      <a:cubicBezTo>
                        <a:pt x="25" y="142"/>
                        <a:pt x="24" y="142"/>
                        <a:pt x="23" y="142"/>
                      </a:cubicBezTo>
                      <a:cubicBezTo>
                        <a:pt x="23" y="142"/>
                        <a:pt x="22" y="141"/>
                        <a:pt x="23" y="141"/>
                      </a:cubicBezTo>
                      <a:cubicBezTo>
                        <a:pt x="23" y="142"/>
                        <a:pt x="23" y="141"/>
                        <a:pt x="24" y="141"/>
                      </a:cubicBezTo>
                      <a:cubicBezTo>
                        <a:pt x="24" y="140"/>
                        <a:pt x="25" y="141"/>
                        <a:pt x="25" y="141"/>
                      </a:cubicBezTo>
                      <a:cubicBezTo>
                        <a:pt x="26" y="141"/>
                        <a:pt x="25" y="140"/>
                        <a:pt x="25" y="140"/>
                      </a:cubicBezTo>
                      <a:cubicBezTo>
                        <a:pt x="26" y="140"/>
                        <a:pt x="26" y="140"/>
                        <a:pt x="27" y="140"/>
                      </a:cubicBezTo>
                      <a:cubicBezTo>
                        <a:pt x="27" y="139"/>
                        <a:pt x="26" y="139"/>
                        <a:pt x="26" y="139"/>
                      </a:cubicBezTo>
                      <a:cubicBezTo>
                        <a:pt x="25" y="139"/>
                        <a:pt x="25" y="139"/>
                        <a:pt x="25" y="139"/>
                      </a:cubicBezTo>
                      <a:cubicBezTo>
                        <a:pt x="25" y="139"/>
                        <a:pt x="24" y="139"/>
                        <a:pt x="25" y="138"/>
                      </a:cubicBezTo>
                      <a:cubicBezTo>
                        <a:pt x="25" y="138"/>
                        <a:pt x="26" y="138"/>
                        <a:pt x="26" y="138"/>
                      </a:cubicBezTo>
                      <a:cubicBezTo>
                        <a:pt x="26" y="137"/>
                        <a:pt x="25" y="137"/>
                        <a:pt x="26" y="137"/>
                      </a:cubicBezTo>
                      <a:cubicBezTo>
                        <a:pt x="26" y="137"/>
                        <a:pt x="27" y="136"/>
                        <a:pt x="27" y="136"/>
                      </a:cubicBezTo>
                      <a:cubicBezTo>
                        <a:pt x="27" y="136"/>
                        <a:pt x="27" y="137"/>
                        <a:pt x="27" y="137"/>
                      </a:cubicBezTo>
                      <a:cubicBezTo>
                        <a:pt x="28" y="137"/>
                        <a:pt x="28" y="136"/>
                        <a:pt x="28" y="136"/>
                      </a:cubicBezTo>
                      <a:cubicBezTo>
                        <a:pt x="28" y="136"/>
                        <a:pt x="29" y="137"/>
                        <a:pt x="29" y="137"/>
                      </a:cubicBezTo>
                      <a:cubicBezTo>
                        <a:pt x="29" y="137"/>
                        <a:pt x="28" y="138"/>
                        <a:pt x="29" y="138"/>
                      </a:cubicBezTo>
                      <a:cubicBezTo>
                        <a:pt x="29" y="138"/>
                        <a:pt x="29" y="138"/>
                        <a:pt x="29" y="137"/>
                      </a:cubicBezTo>
                      <a:cubicBezTo>
                        <a:pt x="30" y="137"/>
                        <a:pt x="31" y="137"/>
                        <a:pt x="31" y="137"/>
                      </a:cubicBezTo>
                      <a:cubicBezTo>
                        <a:pt x="31" y="137"/>
                        <a:pt x="29" y="137"/>
                        <a:pt x="29" y="136"/>
                      </a:cubicBezTo>
                      <a:cubicBezTo>
                        <a:pt x="29" y="136"/>
                        <a:pt x="31" y="136"/>
                        <a:pt x="31" y="136"/>
                      </a:cubicBezTo>
                      <a:cubicBezTo>
                        <a:pt x="31" y="136"/>
                        <a:pt x="31" y="136"/>
                        <a:pt x="31" y="135"/>
                      </a:cubicBezTo>
                      <a:cubicBezTo>
                        <a:pt x="31" y="135"/>
                        <a:pt x="30" y="136"/>
                        <a:pt x="30" y="135"/>
                      </a:cubicBezTo>
                      <a:cubicBezTo>
                        <a:pt x="30" y="134"/>
                        <a:pt x="31" y="134"/>
                        <a:pt x="31" y="135"/>
                      </a:cubicBezTo>
                      <a:cubicBezTo>
                        <a:pt x="31" y="135"/>
                        <a:pt x="31" y="134"/>
                        <a:pt x="31" y="134"/>
                      </a:cubicBezTo>
                      <a:cubicBezTo>
                        <a:pt x="32" y="135"/>
                        <a:pt x="32" y="134"/>
                        <a:pt x="32" y="134"/>
                      </a:cubicBezTo>
                      <a:cubicBezTo>
                        <a:pt x="32" y="133"/>
                        <a:pt x="32" y="133"/>
                        <a:pt x="33" y="133"/>
                      </a:cubicBezTo>
                      <a:cubicBezTo>
                        <a:pt x="33" y="133"/>
                        <a:pt x="33" y="134"/>
                        <a:pt x="33" y="134"/>
                      </a:cubicBezTo>
                      <a:cubicBezTo>
                        <a:pt x="33" y="134"/>
                        <a:pt x="33" y="135"/>
                        <a:pt x="34" y="135"/>
                      </a:cubicBezTo>
                      <a:cubicBezTo>
                        <a:pt x="34" y="136"/>
                        <a:pt x="34" y="136"/>
                        <a:pt x="34" y="137"/>
                      </a:cubicBezTo>
                      <a:cubicBezTo>
                        <a:pt x="33" y="138"/>
                        <a:pt x="34" y="137"/>
                        <a:pt x="35" y="137"/>
                      </a:cubicBezTo>
                      <a:cubicBezTo>
                        <a:pt x="35" y="137"/>
                        <a:pt x="35" y="138"/>
                        <a:pt x="35" y="138"/>
                      </a:cubicBezTo>
                      <a:cubicBezTo>
                        <a:pt x="36" y="138"/>
                        <a:pt x="36" y="138"/>
                        <a:pt x="36" y="138"/>
                      </a:cubicBezTo>
                      <a:cubicBezTo>
                        <a:pt x="36" y="138"/>
                        <a:pt x="36" y="139"/>
                        <a:pt x="36" y="139"/>
                      </a:cubicBezTo>
                      <a:cubicBezTo>
                        <a:pt x="37" y="139"/>
                        <a:pt x="37" y="138"/>
                        <a:pt x="36" y="138"/>
                      </a:cubicBezTo>
                      <a:cubicBezTo>
                        <a:pt x="36" y="138"/>
                        <a:pt x="36" y="138"/>
                        <a:pt x="36" y="137"/>
                      </a:cubicBezTo>
                      <a:cubicBezTo>
                        <a:pt x="36" y="137"/>
                        <a:pt x="35" y="137"/>
                        <a:pt x="35" y="137"/>
                      </a:cubicBezTo>
                      <a:cubicBezTo>
                        <a:pt x="35" y="137"/>
                        <a:pt x="35" y="136"/>
                        <a:pt x="36" y="136"/>
                      </a:cubicBezTo>
                      <a:cubicBezTo>
                        <a:pt x="36" y="136"/>
                        <a:pt x="36" y="136"/>
                        <a:pt x="37" y="136"/>
                      </a:cubicBezTo>
                      <a:cubicBezTo>
                        <a:pt x="37" y="136"/>
                        <a:pt x="38" y="136"/>
                        <a:pt x="38" y="136"/>
                      </a:cubicBezTo>
                      <a:cubicBezTo>
                        <a:pt x="38" y="136"/>
                        <a:pt x="38" y="136"/>
                        <a:pt x="38" y="136"/>
                      </a:cubicBezTo>
                      <a:cubicBezTo>
                        <a:pt x="39" y="136"/>
                        <a:pt x="39" y="136"/>
                        <a:pt x="40" y="136"/>
                      </a:cubicBezTo>
                      <a:cubicBezTo>
                        <a:pt x="40" y="136"/>
                        <a:pt x="40" y="136"/>
                        <a:pt x="40" y="136"/>
                      </a:cubicBezTo>
                      <a:cubicBezTo>
                        <a:pt x="40" y="136"/>
                        <a:pt x="41" y="136"/>
                        <a:pt x="41" y="136"/>
                      </a:cubicBezTo>
                      <a:cubicBezTo>
                        <a:pt x="41" y="135"/>
                        <a:pt x="41" y="135"/>
                        <a:pt x="40" y="135"/>
                      </a:cubicBezTo>
                      <a:cubicBezTo>
                        <a:pt x="40" y="135"/>
                        <a:pt x="40" y="135"/>
                        <a:pt x="40" y="135"/>
                      </a:cubicBezTo>
                      <a:cubicBezTo>
                        <a:pt x="40" y="134"/>
                        <a:pt x="41" y="134"/>
                        <a:pt x="40" y="134"/>
                      </a:cubicBezTo>
                      <a:cubicBezTo>
                        <a:pt x="40" y="133"/>
                        <a:pt x="40" y="134"/>
                        <a:pt x="40" y="134"/>
                      </a:cubicBezTo>
                      <a:cubicBezTo>
                        <a:pt x="39" y="134"/>
                        <a:pt x="39" y="134"/>
                        <a:pt x="40" y="133"/>
                      </a:cubicBezTo>
                      <a:cubicBezTo>
                        <a:pt x="40" y="133"/>
                        <a:pt x="40" y="133"/>
                        <a:pt x="41" y="132"/>
                      </a:cubicBezTo>
                      <a:cubicBezTo>
                        <a:pt x="41" y="132"/>
                        <a:pt x="41" y="132"/>
                        <a:pt x="42" y="132"/>
                      </a:cubicBezTo>
                      <a:cubicBezTo>
                        <a:pt x="42" y="132"/>
                        <a:pt x="42" y="132"/>
                        <a:pt x="42" y="132"/>
                      </a:cubicBezTo>
                      <a:cubicBezTo>
                        <a:pt x="43" y="132"/>
                        <a:pt x="42" y="132"/>
                        <a:pt x="43" y="131"/>
                      </a:cubicBezTo>
                      <a:cubicBezTo>
                        <a:pt x="43" y="131"/>
                        <a:pt x="43" y="131"/>
                        <a:pt x="44" y="131"/>
                      </a:cubicBezTo>
                      <a:cubicBezTo>
                        <a:pt x="44" y="131"/>
                        <a:pt x="44" y="131"/>
                        <a:pt x="45" y="130"/>
                      </a:cubicBezTo>
                      <a:cubicBezTo>
                        <a:pt x="44" y="130"/>
                        <a:pt x="42" y="130"/>
                        <a:pt x="42" y="130"/>
                      </a:cubicBezTo>
                      <a:cubicBezTo>
                        <a:pt x="42" y="129"/>
                        <a:pt x="42" y="129"/>
                        <a:pt x="42" y="129"/>
                      </a:cubicBezTo>
                      <a:cubicBezTo>
                        <a:pt x="43" y="129"/>
                        <a:pt x="43" y="129"/>
                        <a:pt x="43" y="128"/>
                      </a:cubicBezTo>
                      <a:cubicBezTo>
                        <a:pt x="44" y="128"/>
                        <a:pt x="44" y="128"/>
                        <a:pt x="44" y="128"/>
                      </a:cubicBezTo>
                      <a:cubicBezTo>
                        <a:pt x="44" y="127"/>
                        <a:pt x="44" y="127"/>
                        <a:pt x="43" y="127"/>
                      </a:cubicBezTo>
                      <a:cubicBezTo>
                        <a:pt x="43" y="127"/>
                        <a:pt x="44" y="127"/>
                        <a:pt x="43" y="126"/>
                      </a:cubicBezTo>
                      <a:cubicBezTo>
                        <a:pt x="43" y="126"/>
                        <a:pt x="43" y="127"/>
                        <a:pt x="43" y="127"/>
                      </a:cubicBezTo>
                      <a:cubicBezTo>
                        <a:pt x="42" y="128"/>
                        <a:pt x="42" y="128"/>
                        <a:pt x="41" y="128"/>
                      </a:cubicBezTo>
                      <a:cubicBezTo>
                        <a:pt x="40" y="129"/>
                        <a:pt x="39" y="129"/>
                        <a:pt x="38" y="130"/>
                      </a:cubicBezTo>
                      <a:cubicBezTo>
                        <a:pt x="39" y="130"/>
                        <a:pt x="40" y="130"/>
                        <a:pt x="40" y="129"/>
                      </a:cubicBezTo>
                      <a:cubicBezTo>
                        <a:pt x="41" y="129"/>
                        <a:pt x="42" y="130"/>
                        <a:pt x="41" y="131"/>
                      </a:cubicBezTo>
                      <a:cubicBezTo>
                        <a:pt x="41" y="131"/>
                        <a:pt x="40" y="132"/>
                        <a:pt x="39" y="132"/>
                      </a:cubicBezTo>
                      <a:cubicBezTo>
                        <a:pt x="39" y="132"/>
                        <a:pt x="39" y="133"/>
                        <a:pt x="39" y="133"/>
                      </a:cubicBezTo>
                      <a:cubicBezTo>
                        <a:pt x="38" y="134"/>
                        <a:pt x="36" y="134"/>
                        <a:pt x="35" y="135"/>
                      </a:cubicBezTo>
                      <a:cubicBezTo>
                        <a:pt x="35" y="135"/>
                        <a:pt x="35" y="135"/>
                        <a:pt x="34" y="134"/>
                      </a:cubicBezTo>
                      <a:cubicBezTo>
                        <a:pt x="34" y="134"/>
                        <a:pt x="33" y="133"/>
                        <a:pt x="33" y="133"/>
                      </a:cubicBezTo>
                      <a:cubicBezTo>
                        <a:pt x="33" y="132"/>
                        <a:pt x="36" y="132"/>
                        <a:pt x="35" y="131"/>
                      </a:cubicBezTo>
                      <a:cubicBezTo>
                        <a:pt x="35" y="130"/>
                        <a:pt x="33" y="132"/>
                        <a:pt x="33" y="132"/>
                      </a:cubicBezTo>
                      <a:cubicBezTo>
                        <a:pt x="32" y="132"/>
                        <a:pt x="32" y="133"/>
                        <a:pt x="32" y="132"/>
                      </a:cubicBezTo>
                      <a:cubicBezTo>
                        <a:pt x="32" y="131"/>
                        <a:pt x="33" y="131"/>
                        <a:pt x="33" y="131"/>
                      </a:cubicBezTo>
                      <a:cubicBezTo>
                        <a:pt x="32" y="131"/>
                        <a:pt x="32" y="131"/>
                        <a:pt x="31" y="131"/>
                      </a:cubicBezTo>
                      <a:cubicBezTo>
                        <a:pt x="32" y="130"/>
                        <a:pt x="33" y="130"/>
                        <a:pt x="34" y="130"/>
                      </a:cubicBezTo>
                      <a:cubicBezTo>
                        <a:pt x="34" y="129"/>
                        <a:pt x="34" y="129"/>
                        <a:pt x="35" y="129"/>
                      </a:cubicBezTo>
                      <a:cubicBezTo>
                        <a:pt x="35" y="129"/>
                        <a:pt x="36" y="129"/>
                        <a:pt x="36" y="128"/>
                      </a:cubicBezTo>
                      <a:cubicBezTo>
                        <a:pt x="35" y="128"/>
                        <a:pt x="35" y="128"/>
                        <a:pt x="35" y="127"/>
                      </a:cubicBezTo>
                      <a:cubicBezTo>
                        <a:pt x="35" y="126"/>
                        <a:pt x="35" y="125"/>
                        <a:pt x="36" y="126"/>
                      </a:cubicBezTo>
                      <a:cubicBezTo>
                        <a:pt x="36" y="126"/>
                        <a:pt x="36" y="126"/>
                        <a:pt x="36" y="126"/>
                      </a:cubicBezTo>
                      <a:cubicBezTo>
                        <a:pt x="36" y="125"/>
                        <a:pt x="36" y="125"/>
                        <a:pt x="36" y="125"/>
                      </a:cubicBezTo>
                      <a:cubicBezTo>
                        <a:pt x="36" y="124"/>
                        <a:pt x="37" y="125"/>
                        <a:pt x="37" y="124"/>
                      </a:cubicBezTo>
                      <a:cubicBezTo>
                        <a:pt x="37" y="124"/>
                        <a:pt x="37" y="124"/>
                        <a:pt x="37" y="123"/>
                      </a:cubicBezTo>
                      <a:cubicBezTo>
                        <a:pt x="37" y="123"/>
                        <a:pt x="38" y="123"/>
                        <a:pt x="38" y="123"/>
                      </a:cubicBezTo>
                      <a:cubicBezTo>
                        <a:pt x="38" y="123"/>
                        <a:pt x="38" y="123"/>
                        <a:pt x="38" y="122"/>
                      </a:cubicBezTo>
                      <a:cubicBezTo>
                        <a:pt x="38" y="122"/>
                        <a:pt x="38" y="122"/>
                        <a:pt x="39" y="122"/>
                      </a:cubicBezTo>
                      <a:cubicBezTo>
                        <a:pt x="39" y="122"/>
                        <a:pt x="39" y="122"/>
                        <a:pt x="39" y="121"/>
                      </a:cubicBezTo>
                      <a:cubicBezTo>
                        <a:pt x="38" y="121"/>
                        <a:pt x="38" y="121"/>
                        <a:pt x="38" y="121"/>
                      </a:cubicBezTo>
                      <a:cubicBezTo>
                        <a:pt x="38" y="121"/>
                        <a:pt x="38" y="121"/>
                        <a:pt x="38" y="121"/>
                      </a:cubicBezTo>
                      <a:cubicBezTo>
                        <a:pt x="39" y="121"/>
                        <a:pt x="39" y="121"/>
                        <a:pt x="40" y="121"/>
                      </a:cubicBezTo>
                      <a:cubicBezTo>
                        <a:pt x="40" y="122"/>
                        <a:pt x="41" y="121"/>
                        <a:pt x="40" y="121"/>
                      </a:cubicBezTo>
                      <a:cubicBezTo>
                        <a:pt x="40" y="121"/>
                        <a:pt x="39" y="121"/>
                        <a:pt x="39" y="121"/>
                      </a:cubicBezTo>
                      <a:cubicBezTo>
                        <a:pt x="39" y="120"/>
                        <a:pt x="40" y="120"/>
                        <a:pt x="40" y="120"/>
                      </a:cubicBezTo>
                      <a:cubicBezTo>
                        <a:pt x="41" y="120"/>
                        <a:pt x="41" y="120"/>
                        <a:pt x="41" y="119"/>
                      </a:cubicBezTo>
                      <a:cubicBezTo>
                        <a:pt x="41" y="119"/>
                        <a:pt x="41" y="119"/>
                        <a:pt x="41" y="118"/>
                      </a:cubicBezTo>
                      <a:cubicBezTo>
                        <a:pt x="41" y="118"/>
                        <a:pt x="42" y="118"/>
                        <a:pt x="42" y="118"/>
                      </a:cubicBezTo>
                      <a:cubicBezTo>
                        <a:pt x="42" y="118"/>
                        <a:pt x="42" y="119"/>
                        <a:pt x="42" y="119"/>
                      </a:cubicBezTo>
                      <a:cubicBezTo>
                        <a:pt x="42" y="120"/>
                        <a:pt x="42" y="120"/>
                        <a:pt x="42" y="120"/>
                      </a:cubicBezTo>
                      <a:cubicBezTo>
                        <a:pt x="42" y="120"/>
                        <a:pt x="42" y="120"/>
                        <a:pt x="43" y="121"/>
                      </a:cubicBezTo>
                      <a:cubicBezTo>
                        <a:pt x="43" y="121"/>
                        <a:pt x="43" y="121"/>
                        <a:pt x="44" y="121"/>
                      </a:cubicBezTo>
                      <a:cubicBezTo>
                        <a:pt x="44" y="121"/>
                        <a:pt x="43" y="122"/>
                        <a:pt x="43" y="122"/>
                      </a:cubicBezTo>
                      <a:cubicBezTo>
                        <a:pt x="44" y="123"/>
                        <a:pt x="44" y="121"/>
                        <a:pt x="44" y="121"/>
                      </a:cubicBezTo>
                      <a:cubicBezTo>
                        <a:pt x="44" y="121"/>
                        <a:pt x="44" y="121"/>
                        <a:pt x="44" y="121"/>
                      </a:cubicBezTo>
                      <a:cubicBezTo>
                        <a:pt x="44" y="120"/>
                        <a:pt x="45" y="121"/>
                        <a:pt x="45" y="120"/>
                      </a:cubicBezTo>
                      <a:cubicBezTo>
                        <a:pt x="46" y="120"/>
                        <a:pt x="45" y="120"/>
                        <a:pt x="45" y="120"/>
                      </a:cubicBezTo>
                      <a:cubicBezTo>
                        <a:pt x="45" y="119"/>
                        <a:pt x="46" y="119"/>
                        <a:pt x="46" y="118"/>
                      </a:cubicBezTo>
                      <a:cubicBezTo>
                        <a:pt x="46" y="118"/>
                        <a:pt x="45" y="118"/>
                        <a:pt x="45" y="118"/>
                      </a:cubicBezTo>
                      <a:cubicBezTo>
                        <a:pt x="45" y="118"/>
                        <a:pt x="45" y="118"/>
                        <a:pt x="45" y="118"/>
                      </a:cubicBezTo>
                      <a:cubicBezTo>
                        <a:pt x="45" y="118"/>
                        <a:pt x="45" y="118"/>
                        <a:pt x="45" y="118"/>
                      </a:cubicBezTo>
                      <a:cubicBezTo>
                        <a:pt x="45" y="118"/>
                        <a:pt x="44" y="118"/>
                        <a:pt x="44" y="118"/>
                      </a:cubicBezTo>
                      <a:cubicBezTo>
                        <a:pt x="44" y="117"/>
                        <a:pt x="44" y="117"/>
                        <a:pt x="44" y="117"/>
                      </a:cubicBezTo>
                      <a:cubicBezTo>
                        <a:pt x="44" y="116"/>
                        <a:pt x="44" y="116"/>
                        <a:pt x="45" y="116"/>
                      </a:cubicBezTo>
                      <a:cubicBezTo>
                        <a:pt x="45" y="116"/>
                        <a:pt x="45" y="116"/>
                        <a:pt x="46" y="116"/>
                      </a:cubicBezTo>
                      <a:cubicBezTo>
                        <a:pt x="46" y="116"/>
                        <a:pt x="45" y="115"/>
                        <a:pt x="45" y="115"/>
                      </a:cubicBezTo>
                      <a:cubicBezTo>
                        <a:pt x="46" y="115"/>
                        <a:pt x="47" y="115"/>
                        <a:pt x="47" y="115"/>
                      </a:cubicBezTo>
                      <a:cubicBezTo>
                        <a:pt x="47" y="114"/>
                        <a:pt x="46" y="115"/>
                        <a:pt x="47" y="114"/>
                      </a:cubicBezTo>
                      <a:cubicBezTo>
                        <a:pt x="46" y="114"/>
                        <a:pt x="46" y="113"/>
                        <a:pt x="45" y="113"/>
                      </a:cubicBezTo>
                      <a:cubicBezTo>
                        <a:pt x="46" y="112"/>
                        <a:pt x="46" y="113"/>
                        <a:pt x="47" y="112"/>
                      </a:cubicBezTo>
                      <a:cubicBezTo>
                        <a:pt x="47" y="112"/>
                        <a:pt x="47" y="112"/>
                        <a:pt x="47" y="112"/>
                      </a:cubicBezTo>
                      <a:cubicBezTo>
                        <a:pt x="47" y="111"/>
                        <a:pt x="48" y="111"/>
                        <a:pt x="48" y="111"/>
                      </a:cubicBezTo>
                      <a:cubicBezTo>
                        <a:pt x="48" y="111"/>
                        <a:pt x="49" y="111"/>
                        <a:pt x="50" y="111"/>
                      </a:cubicBezTo>
                      <a:cubicBezTo>
                        <a:pt x="50" y="110"/>
                        <a:pt x="51" y="111"/>
                        <a:pt x="51" y="110"/>
                      </a:cubicBezTo>
                      <a:cubicBezTo>
                        <a:pt x="52" y="110"/>
                        <a:pt x="52" y="110"/>
                        <a:pt x="52" y="110"/>
                      </a:cubicBezTo>
                      <a:cubicBezTo>
                        <a:pt x="53" y="109"/>
                        <a:pt x="54" y="108"/>
                        <a:pt x="54" y="107"/>
                      </a:cubicBezTo>
                      <a:cubicBezTo>
                        <a:pt x="54" y="106"/>
                        <a:pt x="53" y="108"/>
                        <a:pt x="52" y="108"/>
                      </a:cubicBezTo>
                      <a:cubicBezTo>
                        <a:pt x="52" y="109"/>
                        <a:pt x="52" y="110"/>
                        <a:pt x="50" y="109"/>
                      </a:cubicBezTo>
                      <a:cubicBezTo>
                        <a:pt x="51" y="109"/>
                        <a:pt x="50" y="109"/>
                        <a:pt x="50" y="109"/>
                      </a:cubicBezTo>
                      <a:cubicBezTo>
                        <a:pt x="51" y="109"/>
                        <a:pt x="51" y="109"/>
                        <a:pt x="51" y="109"/>
                      </a:cubicBezTo>
                      <a:cubicBezTo>
                        <a:pt x="51" y="109"/>
                        <a:pt x="51" y="108"/>
                        <a:pt x="51" y="108"/>
                      </a:cubicBezTo>
                      <a:cubicBezTo>
                        <a:pt x="51" y="108"/>
                        <a:pt x="50" y="108"/>
                        <a:pt x="50" y="108"/>
                      </a:cubicBezTo>
                      <a:cubicBezTo>
                        <a:pt x="50" y="108"/>
                        <a:pt x="51" y="107"/>
                        <a:pt x="51" y="107"/>
                      </a:cubicBezTo>
                      <a:cubicBezTo>
                        <a:pt x="51" y="107"/>
                        <a:pt x="51" y="106"/>
                        <a:pt x="51" y="106"/>
                      </a:cubicBezTo>
                      <a:cubicBezTo>
                        <a:pt x="51" y="106"/>
                        <a:pt x="51" y="105"/>
                        <a:pt x="52" y="105"/>
                      </a:cubicBezTo>
                      <a:cubicBezTo>
                        <a:pt x="52" y="104"/>
                        <a:pt x="52" y="105"/>
                        <a:pt x="52" y="104"/>
                      </a:cubicBezTo>
                      <a:cubicBezTo>
                        <a:pt x="52" y="104"/>
                        <a:pt x="52" y="103"/>
                        <a:pt x="52" y="102"/>
                      </a:cubicBezTo>
                      <a:cubicBezTo>
                        <a:pt x="52" y="102"/>
                        <a:pt x="51" y="103"/>
                        <a:pt x="51" y="103"/>
                      </a:cubicBezTo>
                      <a:cubicBezTo>
                        <a:pt x="51" y="103"/>
                        <a:pt x="51" y="102"/>
                        <a:pt x="51" y="101"/>
                      </a:cubicBezTo>
                      <a:cubicBezTo>
                        <a:pt x="51" y="101"/>
                        <a:pt x="51" y="100"/>
                        <a:pt x="52" y="100"/>
                      </a:cubicBezTo>
                      <a:cubicBezTo>
                        <a:pt x="52" y="101"/>
                        <a:pt x="52" y="101"/>
                        <a:pt x="53" y="102"/>
                      </a:cubicBezTo>
                      <a:cubicBezTo>
                        <a:pt x="53" y="102"/>
                        <a:pt x="53" y="101"/>
                        <a:pt x="53" y="101"/>
                      </a:cubicBezTo>
                      <a:cubicBezTo>
                        <a:pt x="53" y="100"/>
                        <a:pt x="52" y="100"/>
                        <a:pt x="52" y="100"/>
                      </a:cubicBezTo>
                      <a:cubicBezTo>
                        <a:pt x="52" y="99"/>
                        <a:pt x="53" y="99"/>
                        <a:pt x="53" y="99"/>
                      </a:cubicBezTo>
                      <a:cubicBezTo>
                        <a:pt x="53" y="99"/>
                        <a:pt x="53" y="99"/>
                        <a:pt x="52" y="98"/>
                      </a:cubicBezTo>
                      <a:cubicBezTo>
                        <a:pt x="52" y="98"/>
                        <a:pt x="53" y="97"/>
                        <a:pt x="53" y="97"/>
                      </a:cubicBezTo>
                      <a:cubicBezTo>
                        <a:pt x="54" y="96"/>
                        <a:pt x="54" y="97"/>
                        <a:pt x="55" y="97"/>
                      </a:cubicBezTo>
                      <a:cubicBezTo>
                        <a:pt x="55" y="98"/>
                        <a:pt x="56" y="98"/>
                        <a:pt x="56" y="98"/>
                      </a:cubicBezTo>
                      <a:cubicBezTo>
                        <a:pt x="56" y="97"/>
                        <a:pt x="56" y="97"/>
                        <a:pt x="55" y="96"/>
                      </a:cubicBezTo>
                      <a:cubicBezTo>
                        <a:pt x="55" y="96"/>
                        <a:pt x="54" y="96"/>
                        <a:pt x="55" y="95"/>
                      </a:cubicBezTo>
                      <a:cubicBezTo>
                        <a:pt x="54" y="95"/>
                        <a:pt x="53" y="95"/>
                        <a:pt x="53" y="94"/>
                      </a:cubicBezTo>
                      <a:cubicBezTo>
                        <a:pt x="53" y="94"/>
                        <a:pt x="53" y="94"/>
                        <a:pt x="54" y="94"/>
                      </a:cubicBezTo>
                      <a:cubicBezTo>
                        <a:pt x="55" y="93"/>
                        <a:pt x="55" y="93"/>
                        <a:pt x="56" y="93"/>
                      </a:cubicBezTo>
                      <a:cubicBezTo>
                        <a:pt x="56" y="93"/>
                        <a:pt x="57" y="92"/>
                        <a:pt x="57" y="92"/>
                      </a:cubicBezTo>
                      <a:cubicBezTo>
                        <a:pt x="58" y="92"/>
                        <a:pt x="58" y="92"/>
                        <a:pt x="58" y="92"/>
                      </a:cubicBezTo>
                      <a:cubicBezTo>
                        <a:pt x="58" y="92"/>
                        <a:pt x="58" y="92"/>
                        <a:pt x="58" y="92"/>
                      </a:cubicBezTo>
                      <a:cubicBezTo>
                        <a:pt x="58" y="93"/>
                        <a:pt x="58" y="93"/>
                        <a:pt x="58" y="93"/>
                      </a:cubicBezTo>
                      <a:cubicBezTo>
                        <a:pt x="58" y="93"/>
                        <a:pt x="58" y="93"/>
                        <a:pt x="58" y="93"/>
                      </a:cubicBezTo>
                      <a:cubicBezTo>
                        <a:pt x="58" y="95"/>
                        <a:pt x="59" y="93"/>
                        <a:pt x="60" y="93"/>
                      </a:cubicBezTo>
                      <a:cubicBezTo>
                        <a:pt x="60" y="93"/>
                        <a:pt x="59" y="92"/>
                        <a:pt x="59" y="92"/>
                      </a:cubicBezTo>
                      <a:cubicBezTo>
                        <a:pt x="59" y="91"/>
                        <a:pt x="60" y="91"/>
                        <a:pt x="60" y="92"/>
                      </a:cubicBezTo>
                      <a:cubicBezTo>
                        <a:pt x="60" y="92"/>
                        <a:pt x="60" y="92"/>
                        <a:pt x="61" y="92"/>
                      </a:cubicBezTo>
                      <a:cubicBezTo>
                        <a:pt x="61" y="92"/>
                        <a:pt x="61" y="92"/>
                        <a:pt x="62" y="91"/>
                      </a:cubicBezTo>
                      <a:cubicBezTo>
                        <a:pt x="62" y="91"/>
                        <a:pt x="62" y="91"/>
                        <a:pt x="63" y="91"/>
                      </a:cubicBezTo>
                      <a:cubicBezTo>
                        <a:pt x="63" y="90"/>
                        <a:pt x="63" y="90"/>
                        <a:pt x="62" y="90"/>
                      </a:cubicBezTo>
                      <a:cubicBezTo>
                        <a:pt x="62" y="90"/>
                        <a:pt x="62" y="91"/>
                        <a:pt x="61" y="91"/>
                      </a:cubicBezTo>
                      <a:cubicBezTo>
                        <a:pt x="61" y="91"/>
                        <a:pt x="61" y="91"/>
                        <a:pt x="60" y="91"/>
                      </a:cubicBezTo>
                      <a:cubicBezTo>
                        <a:pt x="60" y="90"/>
                        <a:pt x="59" y="91"/>
                        <a:pt x="59" y="91"/>
                      </a:cubicBezTo>
                      <a:cubicBezTo>
                        <a:pt x="59" y="91"/>
                        <a:pt x="58" y="90"/>
                        <a:pt x="57" y="90"/>
                      </a:cubicBezTo>
                      <a:cubicBezTo>
                        <a:pt x="57" y="90"/>
                        <a:pt x="57" y="91"/>
                        <a:pt x="56" y="91"/>
                      </a:cubicBezTo>
                      <a:cubicBezTo>
                        <a:pt x="56" y="90"/>
                        <a:pt x="56" y="91"/>
                        <a:pt x="55" y="90"/>
                      </a:cubicBezTo>
                      <a:cubicBezTo>
                        <a:pt x="55" y="90"/>
                        <a:pt x="55" y="90"/>
                        <a:pt x="55" y="89"/>
                      </a:cubicBezTo>
                      <a:cubicBezTo>
                        <a:pt x="56" y="88"/>
                        <a:pt x="56" y="88"/>
                        <a:pt x="55" y="87"/>
                      </a:cubicBezTo>
                      <a:cubicBezTo>
                        <a:pt x="55" y="87"/>
                        <a:pt x="56" y="86"/>
                        <a:pt x="56" y="87"/>
                      </a:cubicBezTo>
                      <a:cubicBezTo>
                        <a:pt x="57" y="87"/>
                        <a:pt x="56" y="88"/>
                        <a:pt x="57" y="88"/>
                      </a:cubicBezTo>
                      <a:cubicBezTo>
                        <a:pt x="57" y="87"/>
                        <a:pt x="57" y="87"/>
                        <a:pt x="57" y="87"/>
                      </a:cubicBezTo>
                      <a:cubicBezTo>
                        <a:pt x="58" y="86"/>
                        <a:pt x="59" y="87"/>
                        <a:pt x="59" y="87"/>
                      </a:cubicBezTo>
                      <a:cubicBezTo>
                        <a:pt x="59" y="87"/>
                        <a:pt x="58" y="86"/>
                        <a:pt x="58" y="86"/>
                      </a:cubicBezTo>
                      <a:cubicBezTo>
                        <a:pt x="59" y="85"/>
                        <a:pt x="60" y="86"/>
                        <a:pt x="60" y="86"/>
                      </a:cubicBezTo>
                      <a:cubicBezTo>
                        <a:pt x="59" y="85"/>
                        <a:pt x="57" y="86"/>
                        <a:pt x="56" y="86"/>
                      </a:cubicBezTo>
                      <a:cubicBezTo>
                        <a:pt x="56" y="86"/>
                        <a:pt x="57" y="86"/>
                        <a:pt x="57" y="85"/>
                      </a:cubicBezTo>
                      <a:cubicBezTo>
                        <a:pt x="57" y="85"/>
                        <a:pt x="57" y="85"/>
                        <a:pt x="58" y="85"/>
                      </a:cubicBezTo>
                      <a:cubicBezTo>
                        <a:pt x="58" y="85"/>
                        <a:pt x="58" y="85"/>
                        <a:pt x="58" y="85"/>
                      </a:cubicBezTo>
                      <a:cubicBezTo>
                        <a:pt x="59" y="84"/>
                        <a:pt x="57" y="84"/>
                        <a:pt x="57" y="84"/>
                      </a:cubicBezTo>
                      <a:cubicBezTo>
                        <a:pt x="57" y="83"/>
                        <a:pt x="58" y="84"/>
                        <a:pt x="58" y="84"/>
                      </a:cubicBezTo>
                      <a:cubicBezTo>
                        <a:pt x="59" y="84"/>
                        <a:pt x="59" y="84"/>
                        <a:pt x="60" y="84"/>
                      </a:cubicBezTo>
                      <a:cubicBezTo>
                        <a:pt x="60" y="84"/>
                        <a:pt x="60" y="84"/>
                        <a:pt x="60" y="84"/>
                      </a:cubicBezTo>
                      <a:cubicBezTo>
                        <a:pt x="60" y="83"/>
                        <a:pt x="61" y="84"/>
                        <a:pt x="61" y="83"/>
                      </a:cubicBezTo>
                      <a:cubicBezTo>
                        <a:pt x="61" y="83"/>
                        <a:pt x="59" y="83"/>
                        <a:pt x="60" y="82"/>
                      </a:cubicBezTo>
                      <a:cubicBezTo>
                        <a:pt x="59" y="82"/>
                        <a:pt x="59" y="82"/>
                        <a:pt x="58" y="82"/>
                      </a:cubicBezTo>
                      <a:cubicBezTo>
                        <a:pt x="59" y="82"/>
                        <a:pt x="59" y="82"/>
                        <a:pt x="59" y="82"/>
                      </a:cubicBezTo>
                      <a:cubicBezTo>
                        <a:pt x="60" y="82"/>
                        <a:pt x="61" y="83"/>
                        <a:pt x="60" y="82"/>
                      </a:cubicBezTo>
                      <a:cubicBezTo>
                        <a:pt x="60" y="82"/>
                        <a:pt x="60" y="81"/>
                        <a:pt x="60" y="81"/>
                      </a:cubicBezTo>
                      <a:cubicBezTo>
                        <a:pt x="59" y="81"/>
                        <a:pt x="59" y="80"/>
                        <a:pt x="58" y="80"/>
                      </a:cubicBezTo>
                      <a:cubicBezTo>
                        <a:pt x="59" y="80"/>
                        <a:pt x="60" y="80"/>
                        <a:pt x="60" y="80"/>
                      </a:cubicBezTo>
                      <a:cubicBezTo>
                        <a:pt x="60" y="79"/>
                        <a:pt x="60" y="79"/>
                        <a:pt x="60" y="79"/>
                      </a:cubicBezTo>
                      <a:cubicBezTo>
                        <a:pt x="60" y="79"/>
                        <a:pt x="61" y="79"/>
                        <a:pt x="61" y="79"/>
                      </a:cubicBezTo>
                      <a:cubicBezTo>
                        <a:pt x="61" y="79"/>
                        <a:pt x="61" y="79"/>
                        <a:pt x="61" y="79"/>
                      </a:cubicBezTo>
                      <a:cubicBezTo>
                        <a:pt x="61" y="79"/>
                        <a:pt x="61" y="80"/>
                        <a:pt x="61" y="80"/>
                      </a:cubicBezTo>
                      <a:cubicBezTo>
                        <a:pt x="62" y="79"/>
                        <a:pt x="62" y="78"/>
                        <a:pt x="62" y="78"/>
                      </a:cubicBezTo>
                      <a:cubicBezTo>
                        <a:pt x="62" y="78"/>
                        <a:pt x="62" y="79"/>
                        <a:pt x="62" y="79"/>
                      </a:cubicBezTo>
                      <a:cubicBezTo>
                        <a:pt x="63" y="79"/>
                        <a:pt x="63" y="78"/>
                        <a:pt x="63" y="78"/>
                      </a:cubicBezTo>
                      <a:cubicBezTo>
                        <a:pt x="64" y="78"/>
                        <a:pt x="65" y="78"/>
                        <a:pt x="65" y="78"/>
                      </a:cubicBezTo>
                      <a:cubicBezTo>
                        <a:pt x="66" y="77"/>
                        <a:pt x="64" y="78"/>
                        <a:pt x="64" y="77"/>
                      </a:cubicBezTo>
                      <a:cubicBezTo>
                        <a:pt x="64" y="77"/>
                        <a:pt x="64" y="77"/>
                        <a:pt x="64" y="77"/>
                      </a:cubicBezTo>
                      <a:cubicBezTo>
                        <a:pt x="64" y="76"/>
                        <a:pt x="64" y="76"/>
                        <a:pt x="65" y="76"/>
                      </a:cubicBezTo>
                      <a:cubicBezTo>
                        <a:pt x="65" y="77"/>
                        <a:pt x="65" y="76"/>
                        <a:pt x="65" y="76"/>
                      </a:cubicBezTo>
                      <a:cubicBezTo>
                        <a:pt x="65" y="76"/>
                        <a:pt x="65" y="76"/>
                        <a:pt x="66" y="76"/>
                      </a:cubicBezTo>
                      <a:cubicBezTo>
                        <a:pt x="66" y="76"/>
                        <a:pt x="66" y="77"/>
                        <a:pt x="66" y="76"/>
                      </a:cubicBezTo>
                      <a:cubicBezTo>
                        <a:pt x="66" y="76"/>
                        <a:pt x="66" y="76"/>
                        <a:pt x="66" y="76"/>
                      </a:cubicBezTo>
                      <a:cubicBezTo>
                        <a:pt x="66" y="75"/>
                        <a:pt x="67" y="75"/>
                        <a:pt x="67" y="75"/>
                      </a:cubicBezTo>
                      <a:cubicBezTo>
                        <a:pt x="68" y="75"/>
                        <a:pt x="67" y="76"/>
                        <a:pt x="68" y="76"/>
                      </a:cubicBezTo>
                      <a:cubicBezTo>
                        <a:pt x="68" y="77"/>
                        <a:pt x="68" y="76"/>
                        <a:pt x="68" y="76"/>
                      </a:cubicBezTo>
                      <a:cubicBezTo>
                        <a:pt x="68" y="75"/>
                        <a:pt x="69" y="75"/>
                        <a:pt x="70" y="75"/>
                      </a:cubicBezTo>
                      <a:cubicBezTo>
                        <a:pt x="70" y="76"/>
                        <a:pt x="71" y="76"/>
                        <a:pt x="71" y="76"/>
                      </a:cubicBezTo>
                      <a:cubicBezTo>
                        <a:pt x="71" y="76"/>
                        <a:pt x="70" y="77"/>
                        <a:pt x="71" y="77"/>
                      </a:cubicBezTo>
                      <a:cubicBezTo>
                        <a:pt x="71" y="77"/>
                        <a:pt x="71" y="77"/>
                        <a:pt x="72" y="77"/>
                      </a:cubicBezTo>
                      <a:cubicBezTo>
                        <a:pt x="72" y="76"/>
                        <a:pt x="72" y="76"/>
                        <a:pt x="71" y="76"/>
                      </a:cubicBezTo>
                      <a:cubicBezTo>
                        <a:pt x="71" y="76"/>
                        <a:pt x="71" y="76"/>
                        <a:pt x="71" y="75"/>
                      </a:cubicBezTo>
                      <a:cubicBezTo>
                        <a:pt x="71" y="75"/>
                        <a:pt x="72" y="75"/>
                        <a:pt x="72" y="75"/>
                      </a:cubicBezTo>
                      <a:cubicBezTo>
                        <a:pt x="72" y="76"/>
                        <a:pt x="74" y="76"/>
                        <a:pt x="73" y="75"/>
                      </a:cubicBezTo>
                      <a:cubicBezTo>
                        <a:pt x="72" y="75"/>
                        <a:pt x="70" y="74"/>
                        <a:pt x="69" y="74"/>
                      </a:cubicBezTo>
                      <a:cubicBezTo>
                        <a:pt x="69" y="74"/>
                        <a:pt x="69" y="74"/>
                        <a:pt x="70" y="73"/>
                      </a:cubicBezTo>
                      <a:cubicBezTo>
                        <a:pt x="69" y="73"/>
                        <a:pt x="69" y="74"/>
                        <a:pt x="68" y="74"/>
                      </a:cubicBezTo>
                      <a:cubicBezTo>
                        <a:pt x="68" y="74"/>
                        <a:pt x="68" y="74"/>
                        <a:pt x="67" y="74"/>
                      </a:cubicBezTo>
                      <a:cubicBezTo>
                        <a:pt x="67" y="74"/>
                        <a:pt x="67" y="75"/>
                        <a:pt x="66" y="75"/>
                      </a:cubicBezTo>
                      <a:cubicBezTo>
                        <a:pt x="66" y="75"/>
                        <a:pt x="66" y="74"/>
                        <a:pt x="66" y="74"/>
                      </a:cubicBezTo>
                      <a:cubicBezTo>
                        <a:pt x="66" y="74"/>
                        <a:pt x="65" y="75"/>
                        <a:pt x="64" y="74"/>
                      </a:cubicBezTo>
                      <a:cubicBezTo>
                        <a:pt x="64" y="74"/>
                        <a:pt x="65" y="73"/>
                        <a:pt x="65" y="73"/>
                      </a:cubicBezTo>
                      <a:cubicBezTo>
                        <a:pt x="65" y="72"/>
                        <a:pt x="66" y="71"/>
                        <a:pt x="66" y="71"/>
                      </a:cubicBezTo>
                      <a:cubicBezTo>
                        <a:pt x="67" y="71"/>
                        <a:pt x="67" y="72"/>
                        <a:pt x="67" y="72"/>
                      </a:cubicBezTo>
                      <a:cubicBezTo>
                        <a:pt x="67" y="72"/>
                        <a:pt x="68" y="71"/>
                        <a:pt x="69" y="71"/>
                      </a:cubicBezTo>
                      <a:cubicBezTo>
                        <a:pt x="68" y="71"/>
                        <a:pt x="68" y="71"/>
                        <a:pt x="69" y="71"/>
                      </a:cubicBezTo>
                      <a:cubicBezTo>
                        <a:pt x="69" y="71"/>
                        <a:pt x="69" y="70"/>
                        <a:pt x="69" y="70"/>
                      </a:cubicBezTo>
                      <a:cubicBezTo>
                        <a:pt x="69" y="70"/>
                        <a:pt x="69" y="71"/>
                        <a:pt x="69" y="71"/>
                      </a:cubicBezTo>
                      <a:cubicBezTo>
                        <a:pt x="70" y="71"/>
                        <a:pt x="70" y="71"/>
                        <a:pt x="70" y="70"/>
                      </a:cubicBezTo>
                      <a:cubicBezTo>
                        <a:pt x="70" y="70"/>
                        <a:pt x="71" y="70"/>
                        <a:pt x="71" y="71"/>
                      </a:cubicBezTo>
                      <a:cubicBezTo>
                        <a:pt x="72" y="71"/>
                        <a:pt x="72" y="72"/>
                        <a:pt x="72" y="72"/>
                      </a:cubicBezTo>
                      <a:cubicBezTo>
                        <a:pt x="72" y="72"/>
                        <a:pt x="73" y="75"/>
                        <a:pt x="73" y="73"/>
                      </a:cubicBezTo>
                      <a:cubicBezTo>
                        <a:pt x="73" y="73"/>
                        <a:pt x="73" y="73"/>
                        <a:pt x="72" y="72"/>
                      </a:cubicBezTo>
                      <a:cubicBezTo>
                        <a:pt x="72" y="72"/>
                        <a:pt x="72" y="71"/>
                        <a:pt x="72" y="71"/>
                      </a:cubicBezTo>
                      <a:cubicBezTo>
                        <a:pt x="72" y="70"/>
                        <a:pt x="72" y="70"/>
                        <a:pt x="73" y="70"/>
                      </a:cubicBezTo>
                      <a:cubicBezTo>
                        <a:pt x="73" y="69"/>
                        <a:pt x="74" y="70"/>
                        <a:pt x="74" y="69"/>
                      </a:cubicBezTo>
                      <a:cubicBezTo>
                        <a:pt x="74" y="69"/>
                        <a:pt x="74" y="69"/>
                        <a:pt x="74" y="69"/>
                      </a:cubicBezTo>
                      <a:cubicBezTo>
                        <a:pt x="73" y="69"/>
                        <a:pt x="73" y="69"/>
                        <a:pt x="73" y="69"/>
                      </a:cubicBezTo>
                      <a:cubicBezTo>
                        <a:pt x="72" y="69"/>
                        <a:pt x="72" y="70"/>
                        <a:pt x="72" y="70"/>
                      </a:cubicBezTo>
                      <a:cubicBezTo>
                        <a:pt x="71" y="70"/>
                        <a:pt x="70" y="69"/>
                        <a:pt x="70" y="69"/>
                      </a:cubicBezTo>
                      <a:cubicBezTo>
                        <a:pt x="70" y="69"/>
                        <a:pt x="70" y="69"/>
                        <a:pt x="70" y="68"/>
                      </a:cubicBezTo>
                      <a:cubicBezTo>
                        <a:pt x="70" y="68"/>
                        <a:pt x="71" y="69"/>
                        <a:pt x="71" y="69"/>
                      </a:cubicBezTo>
                      <a:cubicBezTo>
                        <a:pt x="71" y="69"/>
                        <a:pt x="71" y="68"/>
                        <a:pt x="71" y="68"/>
                      </a:cubicBezTo>
                      <a:cubicBezTo>
                        <a:pt x="71" y="68"/>
                        <a:pt x="71" y="68"/>
                        <a:pt x="71" y="68"/>
                      </a:cubicBezTo>
                      <a:cubicBezTo>
                        <a:pt x="70" y="68"/>
                        <a:pt x="70" y="68"/>
                        <a:pt x="70" y="68"/>
                      </a:cubicBezTo>
                      <a:cubicBezTo>
                        <a:pt x="70" y="68"/>
                        <a:pt x="70" y="68"/>
                        <a:pt x="69" y="68"/>
                      </a:cubicBezTo>
                      <a:cubicBezTo>
                        <a:pt x="69" y="67"/>
                        <a:pt x="70" y="67"/>
                        <a:pt x="70" y="67"/>
                      </a:cubicBezTo>
                      <a:cubicBezTo>
                        <a:pt x="70" y="67"/>
                        <a:pt x="70" y="66"/>
                        <a:pt x="70" y="66"/>
                      </a:cubicBezTo>
                      <a:cubicBezTo>
                        <a:pt x="71" y="66"/>
                        <a:pt x="71" y="66"/>
                        <a:pt x="71" y="67"/>
                      </a:cubicBezTo>
                      <a:cubicBezTo>
                        <a:pt x="71" y="67"/>
                        <a:pt x="71" y="67"/>
                        <a:pt x="72" y="67"/>
                      </a:cubicBezTo>
                      <a:cubicBezTo>
                        <a:pt x="72" y="67"/>
                        <a:pt x="73" y="67"/>
                        <a:pt x="72" y="66"/>
                      </a:cubicBezTo>
                      <a:cubicBezTo>
                        <a:pt x="72" y="66"/>
                        <a:pt x="72" y="66"/>
                        <a:pt x="72" y="66"/>
                      </a:cubicBezTo>
                      <a:cubicBezTo>
                        <a:pt x="71" y="66"/>
                        <a:pt x="72" y="66"/>
                        <a:pt x="72" y="66"/>
                      </a:cubicBezTo>
                      <a:cubicBezTo>
                        <a:pt x="73" y="66"/>
                        <a:pt x="73" y="66"/>
                        <a:pt x="73" y="67"/>
                      </a:cubicBezTo>
                      <a:cubicBezTo>
                        <a:pt x="73" y="67"/>
                        <a:pt x="74" y="67"/>
                        <a:pt x="74" y="67"/>
                      </a:cubicBezTo>
                      <a:cubicBezTo>
                        <a:pt x="74" y="66"/>
                        <a:pt x="73" y="66"/>
                        <a:pt x="73" y="66"/>
                      </a:cubicBezTo>
                      <a:cubicBezTo>
                        <a:pt x="73" y="65"/>
                        <a:pt x="71" y="64"/>
                        <a:pt x="71" y="65"/>
                      </a:cubicBezTo>
                      <a:cubicBezTo>
                        <a:pt x="70" y="66"/>
                        <a:pt x="69" y="67"/>
                        <a:pt x="68" y="67"/>
                      </a:cubicBezTo>
                      <a:cubicBezTo>
                        <a:pt x="67" y="67"/>
                        <a:pt x="67" y="68"/>
                        <a:pt x="67" y="67"/>
                      </a:cubicBezTo>
                      <a:cubicBezTo>
                        <a:pt x="67" y="67"/>
                        <a:pt x="67" y="67"/>
                        <a:pt x="67" y="67"/>
                      </a:cubicBezTo>
                      <a:cubicBezTo>
                        <a:pt x="67" y="66"/>
                        <a:pt x="67" y="66"/>
                        <a:pt x="67" y="66"/>
                      </a:cubicBezTo>
                      <a:cubicBezTo>
                        <a:pt x="67" y="65"/>
                        <a:pt x="68" y="66"/>
                        <a:pt x="69" y="66"/>
                      </a:cubicBezTo>
                      <a:cubicBezTo>
                        <a:pt x="69" y="65"/>
                        <a:pt x="68" y="65"/>
                        <a:pt x="69" y="65"/>
                      </a:cubicBezTo>
                      <a:cubicBezTo>
                        <a:pt x="68" y="65"/>
                        <a:pt x="66" y="65"/>
                        <a:pt x="67" y="64"/>
                      </a:cubicBezTo>
                      <a:cubicBezTo>
                        <a:pt x="67" y="64"/>
                        <a:pt x="68" y="64"/>
                        <a:pt x="69" y="64"/>
                      </a:cubicBezTo>
                      <a:cubicBezTo>
                        <a:pt x="69" y="64"/>
                        <a:pt x="69" y="64"/>
                        <a:pt x="69" y="64"/>
                      </a:cubicBezTo>
                      <a:cubicBezTo>
                        <a:pt x="69" y="63"/>
                        <a:pt x="69" y="63"/>
                        <a:pt x="69" y="63"/>
                      </a:cubicBezTo>
                      <a:cubicBezTo>
                        <a:pt x="70" y="64"/>
                        <a:pt x="69" y="64"/>
                        <a:pt x="70" y="64"/>
                      </a:cubicBezTo>
                      <a:cubicBezTo>
                        <a:pt x="70" y="64"/>
                        <a:pt x="70" y="64"/>
                        <a:pt x="70" y="63"/>
                      </a:cubicBezTo>
                      <a:cubicBezTo>
                        <a:pt x="71" y="63"/>
                        <a:pt x="71" y="63"/>
                        <a:pt x="72" y="63"/>
                      </a:cubicBezTo>
                      <a:cubicBezTo>
                        <a:pt x="72" y="63"/>
                        <a:pt x="71" y="63"/>
                        <a:pt x="72" y="64"/>
                      </a:cubicBezTo>
                      <a:cubicBezTo>
                        <a:pt x="72" y="64"/>
                        <a:pt x="72" y="63"/>
                        <a:pt x="73" y="62"/>
                      </a:cubicBezTo>
                      <a:cubicBezTo>
                        <a:pt x="73" y="62"/>
                        <a:pt x="73" y="62"/>
                        <a:pt x="73" y="62"/>
                      </a:cubicBezTo>
                      <a:cubicBezTo>
                        <a:pt x="74" y="62"/>
                        <a:pt x="73" y="63"/>
                        <a:pt x="74" y="63"/>
                      </a:cubicBezTo>
                      <a:cubicBezTo>
                        <a:pt x="74" y="63"/>
                        <a:pt x="75" y="60"/>
                        <a:pt x="76" y="61"/>
                      </a:cubicBezTo>
                      <a:cubicBezTo>
                        <a:pt x="76" y="62"/>
                        <a:pt x="77" y="64"/>
                        <a:pt x="78" y="65"/>
                      </a:cubicBezTo>
                      <a:cubicBezTo>
                        <a:pt x="78" y="64"/>
                        <a:pt x="78" y="64"/>
                        <a:pt x="77" y="63"/>
                      </a:cubicBezTo>
                      <a:cubicBezTo>
                        <a:pt x="77" y="63"/>
                        <a:pt x="77" y="62"/>
                        <a:pt x="77" y="62"/>
                      </a:cubicBezTo>
                      <a:cubicBezTo>
                        <a:pt x="78" y="62"/>
                        <a:pt x="78" y="62"/>
                        <a:pt x="78" y="63"/>
                      </a:cubicBezTo>
                      <a:cubicBezTo>
                        <a:pt x="78" y="63"/>
                        <a:pt x="78" y="62"/>
                        <a:pt x="78" y="62"/>
                      </a:cubicBezTo>
                      <a:cubicBezTo>
                        <a:pt x="78" y="61"/>
                        <a:pt x="78" y="61"/>
                        <a:pt x="78" y="61"/>
                      </a:cubicBezTo>
                      <a:cubicBezTo>
                        <a:pt x="78" y="60"/>
                        <a:pt x="78" y="60"/>
                        <a:pt x="78" y="60"/>
                      </a:cubicBezTo>
                      <a:cubicBezTo>
                        <a:pt x="79" y="60"/>
                        <a:pt x="79" y="61"/>
                        <a:pt x="80" y="60"/>
                      </a:cubicBezTo>
                      <a:cubicBezTo>
                        <a:pt x="79" y="60"/>
                        <a:pt x="79" y="59"/>
                        <a:pt x="79" y="59"/>
                      </a:cubicBezTo>
                      <a:cubicBezTo>
                        <a:pt x="78" y="59"/>
                        <a:pt x="78" y="59"/>
                        <a:pt x="78" y="59"/>
                      </a:cubicBezTo>
                      <a:cubicBezTo>
                        <a:pt x="78" y="59"/>
                        <a:pt x="77" y="60"/>
                        <a:pt x="77" y="59"/>
                      </a:cubicBezTo>
                      <a:cubicBezTo>
                        <a:pt x="77" y="59"/>
                        <a:pt x="77" y="59"/>
                        <a:pt x="77" y="59"/>
                      </a:cubicBezTo>
                      <a:cubicBezTo>
                        <a:pt x="77" y="59"/>
                        <a:pt x="78" y="59"/>
                        <a:pt x="78" y="58"/>
                      </a:cubicBezTo>
                      <a:cubicBezTo>
                        <a:pt x="78" y="58"/>
                        <a:pt x="78" y="58"/>
                        <a:pt x="78" y="58"/>
                      </a:cubicBezTo>
                      <a:cubicBezTo>
                        <a:pt x="79" y="58"/>
                        <a:pt x="80" y="59"/>
                        <a:pt x="80" y="59"/>
                      </a:cubicBezTo>
                      <a:cubicBezTo>
                        <a:pt x="80" y="58"/>
                        <a:pt x="79" y="58"/>
                        <a:pt x="79" y="57"/>
                      </a:cubicBezTo>
                      <a:cubicBezTo>
                        <a:pt x="79" y="57"/>
                        <a:pt x="79" y="56"/>
                        <a:pt x="78" y="56"/>
                      </a:cubicBezTo>
                      <a:cubicBezTo>
                        <a:pt x="78" y="55"/>
                        <a:pt x="77" y="55"/>
                        <a:pt x="77" y="55"/>
                      </a:cubicBezTo>
                      <a:cubicBezTo>
                        <a:pt x="77" y="54"/>
                        <a:pt x="78" y="54"/>
                        <a:pt x="79" y="54"/>
                      </a:cubicBezTo>
                      <a:cubicBezTo>
                        <a:pt x="79" y="54"/>
                        <a:pt x="80" y="54"/>
                        <a:pt x="80" y="54"/>
                      </a:cubicBezTo>
                      <a:cubicBezTo>
                        <a:pt x="80" y="54"/>
                        <a:pt x="81" y="54"/>
                        <a:pt x="81" y="54"/>
                      </a:cubicBezTo>
                      <a:cubicBezTo>
                        <a:pt x="81" y="55"/>
                        <a:pt x="81" y="55"/>
                        <a:pt x="81" y="55"/>
                      </a:cubicBezTo>
                      <a:cubicBezTo>
                        <a:pt x="81" y="55"/>
                        <a:pt x="81" y="55"/>
                        <a:pt x="82" y="55"/>
                      </a:cubicBezTo>
                      <a:cubicBezTo>
                        <a:pt x="82" y="55"/>
                        <a:pt x="82" y="54"/>
                        <a:pt x="83" y="55"/>
                      </a:cubicBezTo>
                      <a:cubicBezTo>
                        <a:pt x="83" y="55"/>
                        <a:pt x="83" y="55"/>
                        <a:pt x="83" y="56"/>
                      </a:cubicBezTo>
                      <a:cubicBezTo>
                        <a:pt x="83" y="56"/>
                        <a:pt x="84" y="56"/>
                        <a:pt x="84" y="57"/>
                      </a:cubicBezTo>
                      <a:cubicBezTo>
                        <a:pt x="84" y="57"/>
                        <a:pt x="84" y="59"/>
                        <a:pt x="84" y="57"/>
                      </a:cubicBezTo>
                      <a:cubicBezTo>
                        <a:pt x="85" y="56"/>
                        <a:pt x="84" y="56"/>
                        <a:pt x="84" y="55"/>
                      </a:cubicBezTo>
                      <a:cubicBezTo>
                        <a:pt x="83" y="55"/>
                        <a:pt x="83" y="54"/>
                        <a:pt x="84" y="54"/>
                      </a:cubicBezTo>
                      <a:cubicBezTo>
                        <a:pt x="84" y="54"/>
                        <a:pt x="85" y="55"/>
                        <a:pt x="85" y="55"/>
                      </a:cubicBezTo>
                      <a:cubicBezTo>
                        <a:pt x="86" y="55"/>
                        <a:pt x="85" y="54"/>
                        <a:pt x="85" y="54"/>
                      </a:cubicBezTo>
                      <a:cubicBezTo>
                        <a:pt x="85" y="53"/>
                        <a:pt x="85" y="53"/>
                        <a:pt x="86" y="53"/>
                      </a:cubicBezTo>
                      <a:cubicBezTo>
                        <a:pt x="86" y="54"/>
                        <a:pt x="86" y="54"/>
                        <a:pt x="87" y="54"/>
                      </a:cubicBezTo>
                      <a:cubicBezTo>
                        <a:pt x="87" y="54"/>
                        <a:pt x="86" y="53"/>
                        <a:pt x="86" y="53"/>
                      </a:cubicBezTo>
                      <a:cubicBezTo>
                        <a:pt x="86" y="53"/>
                        <a:pt x="85" y="53"/>
                        <a:pt x="85" y="53"/>
                      </a:cubicBezTo>
                      <a:cubicBezTo>
                        <a:pt x="85" y="52"/>
                        <a:pt x="86" y="52"/>
                        <a:pt x="85" y="51"/>
                      </a:cubicBezTo>
                      <a:cubicBezTo>
                        <a:pt x="85" y="51"/>
                        <a:pt x="84" y="52"/>
                        <a:pt x="84" y="52"/>
                      </a:cubicBezTo>
                      <a:cubicBezTo>
                        <a:pt x="84" y="52"/>
                        <a:pt x="83" y="53"/>
                        <a:pt x="83" y="53"/>
                      </a:cubicBezTo>
                      <a:cubicBezTo>
                        <a:pt x="82" y="53"/>
                        <a:pt x="82" y="52"/>
                        <a:pt x="82" y="52"/>
                      </a:cubicBezTo>
                      <a:cubicBezTo>
                        <a:pt x="82" y="52"/>
                        <a:pt x="81" y="53"/>
                        <a:pt x="81" y="53"/>
                      </a:cubicBezTo>
                      <a:cubicBezTo>
                        <a:pt x="80" y="53"/>
                        <a:pt x="79" y="53"/>
                        <a:pt x="79" y="53"/>
                      </a:cubicBezTo>
                      <a:cubicBezTo>
                        <a:pt x="79" y="53"/>
                        <a:pt x="78" y="52"/>
                        <a:pt x="79" y="52"/>
                      </a:cubicBezTo>
                      <a:cubicBezTo>
                        <a:pt x="79" y="51"/>
                        <a:pt x="79" y="51"/>
                        <a:pt x="79" y="51"/>
                      </a:cubicBezTo>
                      <a:cubicBezTo>
                        <a:pt x="79" y="51"/>
                        <a:pt x="79" y="51"/>
                        <a:pt x="79" y="51"/>
                      </a:cubicBezTo>
                      <a:cubicBezTo>
                        <a:pt x="79" y="51"/>
                        <a:pt x="79" y="50"/>
                        <a:pt x="79" y="50"/>
                      </a:cubicBezTo>
                      <a:cubicBezTo>
                        <a:pt x="79" y="50"/>
                        <a:pt x="79" y="49"/>
                        <a:pt x="80" y="49"/>
                      </a:cubicBezTo>
                      <a:cubicBezTo>
                        <a:pt x="81" y="49"/>
                        <a:pt x="81" y="49"/>
                        <a:pt x="81" y="49"/>
                      </a:cubicBezTo>
                      <a:cubicBezTo>
                        <a:pt x="82" y="48"/>
                        <a:pt x="82" y="48"/>
                        <a:pt x="82" y="49"/>
                      </a:cubicBezTo>
                      <a:cubicBezTo>
                        <a:pt x="82" y="49"/>
                        <a:pt x="83" y="50"/>
                        <a:pt x="83" y="49"/>
                      </a:cubicBezTo>
                      <a:cubicBezTo>
                        <a:pt x="83" y="49"/>
                        <a:pt x="82" y="49"/>
                        <a:pt x="83" y="48"/>
                      </a:cubicBezTo>
                      <a:cubicBezTo>
                        <a:pt x="84" y="47"/>
                        <a:pt x="85" y="50"/>
                        <a:pt x="86" y="49"/>
                      </a:cubicBezTo>
                      <a:cubicBezTo>
                        <a:pt x="86" y="48"/>
                        <a:pt x="85" y="49"/>
                        <a:pt x="85" y="48"/>
                      </a:cubicBezTo>
                      <a:cubicBezTo>
                        <a:pt x="85" y="48"/>
                        <a:pt x="85" y="48"/>
                        <a:pt x="85" y="48"/>
                      </a:cubicBezTo>
                      <a:cubicBezTo>
                        <a:pt x="84" y="47"/>
                        <a:pt x="84" y="48"/>
                        <a:pt x="84" y="47"/>
                      </a:cubicBezTo>
                      <a:cubicBezTo>
                        <a:pt x="83" y="47"/>
                        <a:pt x="85" y="46"/>
                        <a:pt x="85" y="47"/>
                      </a:cubicBezTo>
                      <a:cubicBezTo>
                        <a:pt x="86" y="47"/>
                        <a:pt x="86" y="48"/>
                        <a:pt x="87" y="47"/>
                      </a:cubicBezTo>
                      <a:cubicBezTo>
                        <a:pt x="87" y="47"/>
                        <a:pt x="86" y="46"/>
                        <a:pt x="86" y="46"/>
                      </a:cubicBezTo>
                      <a:cubicBezTo>
                        <a:pt x="85" y="45"/>
                        <a:pt x="87" y="45"/>
                        <a:pt x="87" y="45"/>
                      </a:cubicBezTo>
                      <a:cubicBezTo>
                        <a:pt x="88" y="45"/>
                        <a:pt x="87" y="45"/>
                        <a:pt x="87" y="45"/>
                      </a:cubicBezTo>
                      <a:cubicBezTo>
                        <a:pt x="87" y="44"/>
                        <a:pt x="87" y="44"/>
                        <a:pt x="87" y="44"/>
                      </a:cubicBezTo>
                      <a:cubicBezTo>
                        <a:pt x="86" y="44"/>
                        <a:pt x="85" y="44"/>
                        <a:pt x="85" y="44"/>
                      </a:cubicBezTo>
                      <a:cubicBezTo>
                        <a:pt x="85" y="44"/>
                        <a:pt x="85" y="43"/>
                        <a:pt x="85" y="43"/>
                      </a:cubicBezTo>
                      <a:cubicBezTo>
                        <a:pt x="85" y="43"/>
                        <a:pt x="85" y="42"/>
                        <a:pt x="86" y="42"/>
                      </a:cubicBezTo>
                      <a:cubicBezTo>
                        <a:pt x="86" y="42"/>
                        <a:pt x="86" y="42"/>
                        <a:pt x="86" y="41"/>
                      </a:cubicBezTo>
                      <a:cubicBezTo>
                        <a:pt x="86" y="41"/>
                        <a:pt x="86" y="41"/>
                        <a:pt x="86" y="41"/>
                      </a:cubicBezTo>
                      <a:cubicBezTo>
                        <a:pt x="87" y="40"/>
                        <a:pt x="87" y="40"/>
                        <a:pt x="87" y="40"/>
                      </a:cubicBezTo>
                      <a:cubicBezTo>
                        <a:pt x="88" y="40"/>
                        <a:pt x="88" y="40"/>
                        <a:pt x="88" y="40"/>
                      </a:cubicBezTo>
                      <a:cubicBezTo>
                        <a:pt x="88" y="40"/>
                        <a:pt x="90" y="40"/>
                        <a:pt x="89" y="40"/>
                      </a:cubicBezTo>
                      <a:cubicBezTo>
                        <a:pt x="89" y="40"/>
                        <a:pt x="89" y="40"/>
                        <a:pt x="89" y="40"/>
                      </a:cubicBezTo>
                      <a:cubicBezTo>
                        <a:pt x="89" y="39"/>
                        <a:pt x="89" y="39"/>
                        <a:pt x="89" y="38"/>
                      </a:cubicBezTo>
                      <a:cubicBezTo>
                        <a:pt x="88" y="37"/>
                        <a:pt x="89" y="37"/>
                        <a:pt x="89" y="37"/>
                      </a:cubicBezTo>
                      <a:cubicBezTo>
                        <a:pt x="90" y="36"/>
                        <a:pt x="90" y="35"/>
                        <a:pt x="90" y="35"/>
                      </a:cubicBezTo>
                      <a:cubicBezTo>
                        <a:pt x="90" y="35"/>
                        <a:pt x="90" y="34"/>
                        <a:pt x="90" y="34"/>
                      </a:cubicBezTo>
                      <a:cubicBezTo>
                        <a:pt x="90" y="34"/>
                        <a:pt x="90" y="34"/>
                        <a:pt x="91" y="34"/>
                      </a:cubicBezTo>
                      <a:cubicBezTo>
                        <a:pt x="91" y="34"/>
                        <a:pt x="91" y="35"/>
                        <a:pt x="92" y="35"/>
                      </a:cubicBezTo>
                      <a:cubicBezTo>
                        <a:pt x="92" y="36"/>
                        <a:pt x="91" y="38"/>
                        <a:pt x="92" y="38"/>
                      </a:cubicBezTo>
                      <a:cubicBezTo>
                        <a:pt x="92" y="39"/>
                        <a:pt x="92" y="37"/>
                        <a:pt x="92" y="37"/>
                      </a:cubicBezTo>
                      <a:cubicBezTo>
                        <a:pt x="92" y="37"/>
                        <a:pt x="93" y="38"/>
                        <a:pt x="93" y="38"/>
                      </a:cubicBezTo>
                      <a:cubicBezTo>
                        <a:pt x="93" y="37"/>
                        <a:pt x="93" y="37"/>
                        <a:pt x="94" y="37"/>
                      </a:cubicBezTo>
                      <a:cubicBezTo>
                        <a:pt x="94" y="37"/>
                        <a:pt x="95" y="37"/>
                        <a:pt x="95" y="37"/>
                      </a:cubicBezTo>
                      <a:cubicBezTo>
                        <a:pt x="96" y="37"/>
                        <a:pt x="95" y="36"/>
                        <a:pt x="94" y="36"/>
                      </a:cubicBezTo>
                      <a:cubicBezTo>
                        <a:pt x="93" y="36"/>
                        <a:pt x="93" y="35"/>
                        <a:pt x="93" y="35"/>
                      </a:cubicBezTo>
                      <a:cubicBezTo>
                        <a:pt x="92" y="34"/>
                        <a:pt x="92" y="34"/>
                        <a:pt x="92" y="34"/>
                      </a:cubicBezTo>
                      <a:cubicBezTo>
                        <a:pt x="92" y="33"/>
                        <a:pt x="93" y="33"/>
                        <a:pt x="93" y="33"/>
                      </a:cubicBezTo>
                      <a:cubicBezTo>
                        <a:pt x="94" y="32"/>
                        <a:pt x="94" y="32"/>
                        <a:pt x="94" y="33"/>
                      </a:cubicBezTo>
                      <a:cubicBezTo>
                        <a:pt x="94" y="34"/>
                        <a:pt x="95" y="34"/>
                        <a:pt x="95" y="34"/>
                      </a:cubicBezTo>
                      <a:cubicBezTo>
                        <a:pt x="95" y="35"/>
                        <a:pt x="95" y="35"/>
                        <a:pt x="96" y="36"/>
                      </a:cubicBezTo>
                      <a:cubicBezTo>
                        <a:pt x="96" y="36"/>
                        <a:pt x="97" y="36"/>
                        <a:pt x="97" y="36"/>
                      </a:cubicBezTo>
                      <a:cubicBezTo>
                        <a:pt x="97" y="36"/>
                        <a:pt x="98" y="36"/>
                        <a:pt x="98" y="36"/>
                      </a:cubicBezTo>
                      <a:cubicBezTo>
                        <a:pt x="99" y="37"/>
                        <a:pt x="97" y="38"/>
                        <a:pt x="97" y="38"/>
                      </a:cubicBezTo>
                      <a:cubicBezTo>
                        <a:pt x="97" y="38"/>
                        <a:pt x="97" y="38"/>
                        <a:pt x="97" y="38"/>
                      </a:cubicBezTo>
                      <a:cubicBezTo>
                        <a:pt x="97" y="38"/>
                        <a:pt x="98" y="38"/>
                        <a:pt x="98" y="38"/>
                      </a:cubicBezTo>
                      <a:cubicBezTo>
                        <a:pt x="98" y="38"/>
                        <a:pt x="98" y="38"/>
                        <a:pt x="98" y="38"/>
                      </a:cubicBezTo>
                      <a:cubicBezTo>
                        <a:pt x="99" y="38"/>
                        <a:pt x="98" y="39"/>
                        <a:pt x="99" y="38"/>
                      </a:cubicBezTo>
                      <a:cubicBezTo>
                        <a:pt x="99" y="38"/>
                        <a:pt x="99" y="37"/>
                        <a:pt x="98" y="36"/>
                      </a:cubicBezTo>
                      <a:cubicBezTo>
                        <a:pt x="98" y="35"/>
                        <a:pt x="97" y="35"/>
                        <a:pt x="97" y="35"/>
                      </a:cubicBezTo>
                      <a:cubicBezTo>
                        <a:pt x="96" y="35"/>
                        <a:pt x="95" y="35"/>
                        <a:pt x="95" y="34"/>
                      </a:cubicBezTo>
                      <a:cubicBezTo>
                        <a:pt x="95" y="33"/>
                        <a:pt x="96" y="33"/>
                        <a:pt x="97" y="32"/>
                      </a:cubicBezTo>
                      <a:cubicBezTo>
                        <a:pt x="96" y="32"/>
                        <a:pt x="95" y="33"/>
                        <a:pt x="95" y="31"/>
                      </a:cubicBezTo>
                      <a:cubicBezTo>
                        <a:pt x="95" y="31"/>
                        <a:pt x="95" y="31"/>
                        <a:pt x="96" y="30"/>
                      </a:cubicBezTo>
                      <a:cubicBezTo>
                        <a:pt x="96" y="30"/>
                        <a:pt x="96" y="29"/>
                        <a:pt x="96" y="29"/>
                      </a:cubicBezTo>
                      <a:cubicBezTo>
                        <a:pt x="96" y="29"/>
                        <a:pt x="96" y="29"/>
                        <a:pt x="97" y="28"/>
                      </a:cubicBezTo>
                      <a:cubicBezTo>
                        <a:pt x="97" y="28"/>
                        <a:pt x="97" y="28"/>
                        <a:pt x="97" y="28"/>
                      </a:cubicBezTo>
                      <a:cubicBezTo>
                        <a:pt x="98" y="28"/>
                        <a:pt x="99" y="28"/>
                        <a:pt x="99" y="27"/>
                      </a:cubicBezTo>
                      <a:cubicBezTo>
                        <a:pt x="100" y="27"/>
                        <a:pt x="100" y="27"/>
                        <a:pt x="100" y="28"/>
                      </a:cubicBezTo>
                      <a:cubicBezTo>
                        <a:pt x="101" y="28"/>
                        <a:pt x="100" y="29"/>
                        <a:pt x="100" y="30"/>
                      </a:cubicBezTo>
                      <a:cubicBezTo>
                        <a:pt x="100" y="30"/>
                        <a:pt x="100" y="31"/>
                        <a:pt x="100" y="31"/>
                      </a:cubicBezTo>
                      <a:cubicBezTo>
                        <a:pt x="100" y="32"/>
                        <a:pt x="100" y="32"/>
                        <a:pt x="100" y="33"/>
                      </a:cubicBezTo>
                      <a:cubicBezTo>
                        <a:pt x="99" y="33"/>
                        <a:pt x="99" y="34"/>
                        <a:pt x="99" y="34"/>
                      </a:cubicBezTo>
                      <a:cubicBezTo>
                        <a:pt x="99" y="35"/>
                        <a:pt x="99" y="35"/>
                        <a:pt x="99" y="35"/>
                      </a:cubicBezTo>
                      <a:cubicBezTo>
                        <a:pt x="99" y="35"/>
                        <a:pt x="100" y="34"/>
                        <a:pt x="100" y="34"/>
                      </a:cubicBezTo>
                      <a:cubicBezTo>
                        <a:pt x="100" y="33"/>
                        <a:pt x="100" y="32"/>
                        <a:pt x="100" y="32"/>
                      </a:cubicBezTo>
                      <a:cubicBezTo>
                        <a:pt x="101" y="30"/>
                        <a:pt x="102" y="32"/>
                        <a:pt x="103" y="32"/>
                      </a:cubicBezTo>
                      <a:cubicBezTo>
                        <a:pt x="103" y="32"/>
                        <a:pt x="102" y="32"/>
                        <a:pt x="102" y="31"/>
                      </a:cubicBezTo>
                      <a:cubicBezTo>
                        <a:pt x="101" y="31"/>
                        <a:pt x="101" y="31"/>
                        <a:pt x="101" y="30"/>
                      </a:cubicBezTo>
                      <a:cubicBezTo>
                        <a:pt x="101" y="29"/>
                        <a:pt x="101" y="29"/>
                        <a:pt x="101" y="29"/>
                      </a:cubicBezTo>
                      <a:cubicBezTo>
                        <a:pt x="101" y="28"/>
                        <a:pt x="101" y="27"/>
                        <a:pt x="102" y="27"/>
                      </a:cubicBezTo>
                      <a:cubicBezTo>
                        <a:pt x="102" y="27"/>
                        <a:pt x="102" y="28"/>
                        <a:pt x="102" y="28"/>
                      </a:cubicBezTo>
                      <a:cubicBezTo>
                        <a:pt x="102" y="28"/>
                        <a:pt x="102" y="27"/>
                        <a:pt x="102" y="27"/>
                      </a:cubicBezTo>
                      <a:cubicBezTo>
                        <a:pt x="102" y="27"/>
                        <a:pt x="102" y="26"/>
                        <a:pt x="102" y="26"/>
                      </a:cubicBezTo>
                      <a:cubicBezTo>
                        <a:pt x="102" y="26"/>
                        <a:pt x="103" y="26"/>
                        <a:pt x="103" y="26"/>
                      </a:cubicBezTo>
                      <a:cubicBezTo>
                        <a:pt x="103" y="25"/>
                        <a:pt x="103" y="25"/>
                        <a:pt x="103" y="25"/>
                      </a:cubicBezTo>
                      <a:cubicBezTo>
                        <a:pt x="103" y="25"/>
                        <a:pt x="104" y="24"/>
                        <a:pt x="104" y="24"/>
                      </a:cubicBezTo>
                      <a:cubicBezTo>
                        <a:pt x="105" y="25"/>
                        <a:pt x="105" y="26"/>
                        <a:pt x="105" y="28"/>
                      </a:cubicBezTo>
                      <a:cubicBezTo>
                        <a:pt x="104" y="28"/>
                        <a:pt x="104" y="29"/>
                        <a:pt x="104" y="29"/>
                      </a:cubicBezTo>
                      <a:cubicBezTo>
                        <a:pt x="104" y="30"/>
                        <a:pt x="105" y="30"/>
                        <a:pt x="105" y="31"/>
                      </a:cubicBezTo>
                      <a:cubicBezTo>
                        <a:pt x="105" y="32"/>
                        <a:pt x="104" y="32"/>
                        <a:pt x="104" y="32"/>
                      </a:cubicBezTo>
                      <a:cubicBezTo>
                        <a:pt x="104" y="32"/>
                        <a:pt x="104" y="33"/>
                        <a:pt x="104" y="34"/>
                      </a:cubicBezTo>
                      <a:cubicBezTo>
                        <a:pt x="104" y="34"/>
                        <a:pt x="104" y="35"/>
                        <a:pt x="103" y="35"/>
                      </a:cubicBezTo>
                      <a:cubicBezTo>
                        <a:pt x="103" y="36"/>
                        <a:pt x="102" y="36"/>
                        <a:pt x="102" y="36"/>
                      </a:cubicBezTo>
                      <a:cubicBezTo>
                        <a:pt x="102" y="36"/>
                        <a:pt x="102" y="37"/>
                        <a:pt x="101" y="37"/>
                      </a:cubicBezTo>
                      <a:cubicBezTo>
                        <a:pt x="101" y="38"/>
                        <a:pt x="102" y="38"/>
                        <a:pt x="102" y="37"/>
                      </a:cubicBezTo>
                      <a:cubicBezTo>
                        <a:pt x="102" y="37"/>
                        <a:pt x="103" y="36"/>
                        <a:pt x="103" y="36"/>
                      </a:cubicBezTo>
                      <a:cubicBezTo>
                        <a:pt x="104" y="36"/>
                        <a:pt x="104" y="35"/>
                        <a:pt x="104" y="35"/>
                      </a:cubicBezTo>
                      <a:cubicBezTo>
                        <a:pt x="104" y="34"/>
                        <a:pt x="105" y="34"/>
                        <a:pt x="105" y="33"/>
                      </a:cubicBezTo>
                      <a:cubicBezTo>
                        <a:pt x="105" y="33"/>
                        <a:pt x="105" y="32"/>
                        <a:pt x="105" y="32"/>
                      </a:cubicBezTo>
                      <a:cubicBezTo>
                        <a:pt x="106" y="32"/>
                        <a:pt x="106" y="33"/>
                        <a:pt x="106" y="33"/>
                      </a:cubicBezTo>
                      <a:cubicBezTo>
                        <a:pt x="107" y="33"/>
                        <a:pt x="107" y="33"/>
                        <a:pt x="108" y="33"/>
                      </a:cubicBezTo>
                      <a:cubicBezTo>
                        <a:pt x="108" y="33"/>
                        <a:pt x="107" y="33"/>
                        <a:pt x="107" y="32"/>
                      </a:cubicBezTo>
                      <a:cubicBezTo>
                        <a:pt x="106" y="32"/>
                        <a:pt x="106" y="32"/>
                        <a:pt x="106" y="31"/>
                      </a:cubicBezTo>
                      <a:cubicBezTo>
                        <a:pt x="106" y="31"/>
                        <a:pt x="106" y="31"/>
                        <a:pt x="106" y="31"/>
                      </a:cubicBezTo>
                      <a:cubicBezTo>
                        <a:pt x="105" y="30"/>
                        <a:pt x="105" y="30"/>
                        <a:pt x="105" y="30"/>
                      </a:cubicBezTo>
                      <a:cubicBezTo>
                        <a:pt x="106" y="29"/>
                        <a:pt x="106" y="29"/>
                        <a:pt x="106" y="29"/>
                      </a:cubicBezTo>
                      <a:cubicBezTo>
                        <a:pt x="105" y="29"/>
                        <a:pt x="105" y="29"/>
                        <a:pt x="105" y="28"/>
                      </a:cubicBezTo>
                      <a:cubicBezTo>
                        <a:pt x="105" y="28"/>
                        <a:pt x="107" y="28"/>
                        <a:pt x="107" y="27"/>
                      </a:cubicBezTo>
                      <a:cubicBezTo>
                        <a:pt x="107" y="27"/>
                        <a:pt x="107" y="26"/>
                        <a:pt x="108" y="26"/>
                      </a:cubicBezTo>
                      <a:cubicBezTo>
                        <a:pt x="108" y="25"/>
                        <a:pt x="109" y="25"/>
                        <a:pt x="109" y="25"/>
                      </a:cubicBezTo>
                      <a:cubicBezTo>
                        <a:pt x="109" y="25"/>
                        <a:pt x="108" y="26"/>
                        <a:pt x="108" y="27"/>
                      </a:cubicBezTo>
                      <a:cubicBezTo>
                        <a:pt x="108" y="27"/>
                        <a:pt x="109" y="28"/>
                        <a:pt x="109" y="27"/>
                      </a:cubicBezTo>
                      <a:cubicBezTo>
                        <a:pt x="109" y="27"/>
                        <a:pt x="109" y="26"/>
                        <a:pt x="110" y="26"/>
                      </a:cubicBezTo>
                      <a:cubicBezTo>
                        <a:pt x="110" y="26"/>
                        <a:pt x="110" y="27"/>
                        <a:pt x="110" y="27"/>
                      </a:cubicBezTo>
                      <a:cubicBezTo>
                        <a:pt x="110" y="27"/>
                        <a:pt x="110" y="27"/>
                        <a:pt x="110" y="27"/>
                      </a:cubicBezTo>
                      <a:cubicBezTo>
                        <a:pt x="110" y="27"/>
                        <a:pt x="110" y="26"/>
                        <a:pt x="110" y="26"/>
                      </a:cubicBezTo>
                      <a:cubicBezTo>
                        <a:pt x="110" y="25"/>
                        <a:pt x="111" y="25"/>
                        <a:pt x="111" y="25"/>
                      </a:cubicBezTo>
                      <a:cubicBezTo>
                        <a:pt x="110" y="24"/>
                        <a:pt x="110" y="24"/>
                        <a:pt x="110" y="24"/>
                      </a:cubicBezTo>
                      <a:cubicBezTo>
                        <a:pt x="110" y="24"/>
                        <a:pt x="111" y="23"/>
                        <a:pt x="111" y="23"/>
                      </a:cubicBezTo>
                      <a:cubicBezTo>
                        <a:pt x="111" y="22"/>
                        <a:pt x="112" y="24"/>
                        <a:pt x="112" y="24"/>
                      </a:cubicBezTo>
                      <a:cubicBezTo>
                        <a:pt x="113" y="25"/>
                        <a:pt x="113" y="25"/>
                        <a:pt x="113" y="25"/>
                      </a:cubicBezTo>
                      <a:cubicBezTo>
                        <a:pt x="114" y="25"/>
                        <a:pt x="114" y="25"/>
                        <a:pt x="114" y="26"/>
                      </a:cubicBezTo>
                      <a:cubicBezTo>
                        <a:pt x="115" y="27"/>
                        <a:pt x="115" y="28"/>
                        <a:pt x="116" y="29"/>
                      </a:cubicBezTo>
                      <a:cubicBezTo>
                        <a:pt x="117" y="29"/>
                        <a:pt x="116" y="27"/>
                        <a:pt x="116" y="27"/>
                      </a:cubicBezTo>
                      <a:cubicBezTo>
                        <a:pt x="116" y="27"/>
                        <a:pt x="116" y="26"/>
                        <a:pt x="115" y="26"/>
                      </a:cubicBezTo>
                      <a:cubicBezTo>
                        <a:pt x="115" y="26"/>
                        <a:pt x="115" y="26"/>
                        <a:pt x="115" y="25"/>
                      </a:cubicBezTo>
                      <a:cubicBezTo>
                        <a:pt x="115" y="24"/>
                        <a:pt x="116" y="23"/>
                        <a:pt x="116" y="25"/>
                      </a:cubicBezTo>
                      <a:cubicBezTo>
                        <a:pt x="116" y="25"/>
                        <a:pt x="116" y="24"/>
                        <a:pt x="116" y="23"/>
                      </a:cubicBezTo>
                      <a:cubicBezTo>
                        <a:pt x="116" y="23"/>
                        <a:pt x="116" y="23"/>
                        <a:pt x="116" y="23"/>
                      </a:cubicBezTo>
                      <a:cubicBezTo>
                        <a:pt x="115" y="23"/>
                        <a:pt x="115" y="23"/>
                        <a:pt x="115" y="23"/>
                      </a:cubicBezTo>
                      <a:cubicBezTo>
                        <a:pt x="115" y="23"/>
                        <a:pt x="114" y="23"/>
                        <a:pt x="114" y="23"/>
                      </a:cubicBezTo>
                      <a:cubicBezTo>
                        <a:pt x="114" y="23"/>
                        <a:pt x="115" y="23"/>
                        <a:pt x="115" y="22"/>
                      </a:cubicBezTo>
                      <a:cubicBezTo>
                        <a:pt x="115" y="22"/>
                        <a:pt x="116" y="22"/>
                        <a:pt x="116" y="22"/>
                      </a:cubicBezTo>
                      <a:cubicBezTo>
                        <a:pt x="116" y="22"/>
                        <a:pt x="116" y="21"/>
                        <a:pt x="116" y="21"/>
                      </a:cubicBezTo>
                      <a:cubicBezTo>
                        <a:pt x="116" y="21"/>
                        <a:pt x="115" y="22"/>
                        <a:pt x="114" y="22"/>
                      </a:cubicBezTo>
                      <a:cubicBezTo>
                        <a:pt x="114" y="22"/>
                        <a:pt x="114" y="22"/>
                        <a:pt x="114" y="22"/>
                      </a:cubicBezTo>
                      <a:cubicBezTo>
                        <a:pt x="113" y="22"/>
                        <a:pt x="113" y="22"/>
                        <a:pt x="113" y="22"/>
                      </a:cubicBezTo>
                      <a:cubicBezTo>
                        <a:pt x="113" y="22"/>
                        <a:pt x="112" y="22"/>
                        <a:pt x="112" y="21"/>
                      </a:cubicBezTo>
                      <a:cubicBezTo>
                        <a:pt x="112" y="21"/>
                        <a:pt x="112" y="21"/>
                        <a:pt x="112" y="20"/>
                      </a:cubicBezTo>
                      <a:cubicBezTo>
                        <a:pt x="112" y="20"/>
                        <a:pt x="110" y="20"/>
                        <a:pt x="110" y="19"/>
                      </a:cubicBezTo>
                      <a:cubicBezTo>
                        <a:pt x="111" y="18"/>
                        <a:pt x="112" y="18"/>
                        <a:pt x="112" y="19"/>
                      </a:cubicBezTo>
                      <a:cubicBezTo>
                        <a:pt x="113" y="19"/>
                        <a:pt x="112" y="18"/>
                        <a:pt x="112" y="17"/>
                      </a:cubicBezTo>
                      <a:cubicBezTo>
                        <a:pt x="113" y="17"/>
                        <a:pt x="113" y="18"/>
                        <a:pt x="113" y="18"/>
                      </a:cubicBezTo>
                      <a:cubicBezTo>
                        <a:pt x="114" y="18"/>
                        <a:pt x="113" y="17"/>
                        <a:pt x="113" y="16"/>
                      </a:cubicBezTo>
                      <a:cubicBezTo>
                        <a:pt x="114" y="16"/>
                        <a:pt x="114" y="18"/>
                        <a:pt x="114" y="18"/>
                      </a:cubicBezTo>
                      <a:cubicBezTo>
                        <a:pt x="114" y="19"/>
                        <a:pt x="114" y="20"/>
                        <a:pt x="115" y="21"/>
                      </a:cubicBezTo>
                      <a:cubicBezTo>
                        <a:pt x="115" y="21"/>
                        <a:pt x="115" y="20"/>
                        <a:pt x="115" y="19"/>
                      </a:cubicBezTo>
                      <a:cubicBezTo>
                        <a:pt x="115" y="19"/>
                        <a:pt x="114" y="18"/>
                        <a:pt x="115" y="18"/>
                      </a:cubicBezTo>
                      <a:cubicBezTo>
                        <a:pt x="115" y="17"/>
                        <a:pt x="115" y="17"/>
                        <a:pt x="115" y="17"/>
                      </a:cubicBezTo>
                      <a:cubicBezTo>
                        <a:pt x="116" y="17"/>
                        <a:pt x="115" y="18"/>
                        <a:pt x="115" y="18"/>
                      </a:cubicBezTo>
                      <a:cubicBezTo>
                        <a:pt x="116" y="18"/>
                        <a:pt x="116" y="17"/>
                        <a:pt x="116" y="17"/>
                      </a:cubicBezTo>
                      <a:cubicBezTo>
                        <a:pt x="116" y="18"/>
                        <a:pt x="116" y="19"/>
                        <a:pt x="117" y="18"/>
                      </a:cubicBezTo>
                      <a:cubicBezTo>
                        <a:pt x="117" y="18"/>
                        <a:pt x="116" y="18"/>
                        <a:pt x="117" y="18"/>
                      </a:cubicBezTo>
                      <a:cubicBezTo>
                        <a:pt x="117" y="18"/>
                        <a:pt x="117" y="18"/>
                        <a:pt x="117" y="18"/>
                      </a:cubicBezTo>
                      <a:cubicBezTo>
                        <a:pt x="118" y="18"/>
                        <a:pt x="117" y="20"/>
                        <a:pt x="117" y="20"/>
                      </a:cubicBezTo>
                      <a:cubicBezTo>
                        <a:pt x="117" y="21"/>
                        <a:pt x="119" y="21"/>
                        <a:pt x="119" y="21"/>
                      </a:cubicBezTo>
                      <a:cubicBezTo>
                        <a:pt x="119" y="21"/>
                        <a:pt x="119" y="21"/>
                        <a:pt x="118" y="20"/>
                      </a:cubicBezTo>
                      <a:cubicBezTo>
                        <a:pt x="118" y="20"/>
                        <a:pt x="118" y="20"/>
                        <a:pt x="118" y="19"/>
                      </a:cubicBezTo>
                      <a:cubicBezTo>
                        <a:pt x="118" y="19"/>
                        <a:pt x="118" y="18"/>
                        <a:pt x="119" y="19"/>
                      </a:cubicBezTo>
                      <a:cubicBezTo>
                        <a:pt x="119" y="19"/>
                        <a:pt x="119" y="19"/>
                        <a:pt x="119" y="19"/>
                      </a:cubicBezTo>
                      <a:cubicBezTo>
                        <a:pt x="120" y="19"/>
                        <a:pt x="120" y="19"/>
                        <a:pt x="120" y="19"/>
                      </a:cubicBezTo>
                      <a:cubicBezTo>
                        <a:pt x="121" y="19"/>
                        <a:pt x="122" y="19"/>
                        <a:pt x="122" y="20"/>
                      </a:cubicBezTo>
                      <a:cubicBezTo>
                        <a:pt x="122" y="20"/>
                        <a:pt x="121" y="21"/>
                        <a:pt x="121" y="21"/>
                      </a:cubicBezTo>
                      <a:cubicBezTo>
                        <a:pt x="120" y="21"/>
                        <a:pt x="117" y="21"/>
                        <a:pt x="118" y="23"/>
                      </a:cubicBezTo>
                      <a:cubicBezTo>
                        <a:pt x="118" y="23"/>
                        <a:pt x="118" y="22"/>
                        <a:pt x="119" y="22"/>
                      </a:cubicBezTo>
                      <a:cubicBezTo>
                        <a:pt x="119" y="22"/>
                        <a:pt x="120" y="22"/>
                        <a:pt x="120" y="22"/>
                      </a:cubicBezTo>
                      <a:cubicBezTo>
                        <a:pt x="121" y="22"/>
                        <a:pt x="121" y="21"/>
                        <a:pt x="122" y="21"/>
                      </a:cubicBezTo>
                      <a:cubicBezTo>
                        <a:pt x="122" y="21"/>
                        <a:pt x="122" y="22"/>
                        <a:pt x="122" y="23"/>
                      </a:cubicBezTo>
                      <a:cubicBezTo>
                        <a:pt x="122" y="23"/>
                        <a:pt x="123" y="23"/>
                        <a:pt x="123" y="23"/>
                      </a:cubicBezTo>
                      <a:cubicBezTo>
                        <a:pt x="123" y="23"/>
                        <a:pt x="123" y="23"/>
                        <a:pt x="123" y="24"/>
                      </a:cubicBezTo>
                      <a:cubicBezTo>
                        <a:pt x="123" y="24"/>
                        <a:pt x="123" y="24"/>
                        <a:pt x="124" y="24"/>
                      </a:cubicBezTo>
                      <a:cubicBezTo>
                        <a:pt x="124" y="24"/>
                        <a:pt x="124" y="24"/>
                        <a:pt x="124" y="24"/>
                      </a:cubicBezTo>
                      <a:cubicBezTo>
                        <a:pt x="124" y="24"/>
                        <a:pt x="124" y="24"/>
                        <a:pt x="124" y="24"/>
                      </a:cubicBezTo>
                      <a:cubicBezTo>
                        <a:pt x="125" y="24"/>
                        <a:pt x="124" y="24"/>
                        <a:pt x="125" y="24"/>
                      </a:cubicBezTo>
                      <a:cubicBezTo>
                        <a:pt x="125" y="24"/>
                        <a:pt x="125" y="24"/>
                        <a:pt x="125" y="24"/>
                      </a:cubicBezTo>
                      <a:cubicBezTo>
                        <a:pt x="126" y="23"/>
                        <a:pt x="125" y="23"/>
                        <a:pt x="125" y="23"/>
                      </a:cubicBezTo>
                      <a:cubicBezTo>
                        <a:pt x="125" y="23"/>
                        <a:pt x="124" y="22"/>
                        <a:pt x="124" y="22"/>
                      </a:cubicBezTo>
                      <a:cubicBezTo>
                        <a:pt x="123" y="21"/>
                        <a:pt x="125" y="21"/>
                        <a:pt x="125" y="21"/>
                      </a:cubicBezTo>
                      <a:cubicBezTo>
                        <a:pt x="125" y="20"/>
                        <a:pt x="124" y="20"/>
                        <a:pt x="125" y="20"/>
                      </a:cubicBezTo>
                      <a:cubicBezTo>
                        <a:pt x="125" y="19"/>
                        <a:pt x="124" y="20"/>
                        <a:pt x="124" y="19"/>
                      </a:cubicBezTo>
                      <a:cubicBezTo>
                        <a:pt x="123" y="19"/>
                        <a:pt x="124" y="19"/>
                        <a:pt x="124" y="19"/>
                      </a:cubicBezTo>
                      <a:cubicBezTo>
                        <a:pt x="125" y="19"/>
                        <a:pt x="126" y="19"/>
                        <a:pt x="126" y="19"/>
                      </a:cubicBezTo>
                      <a:cubicBezTo>
                        <a:pt x="126" y="18"/>
                        <a:pt x="124" y="18"/>
                        <a:pt x="124" y="18"/>
                      </a:cubicBezTo>
                      <a:cubicBezTo>
                        <a:pt x="124" y="18"/>
                        <a:pt x="124" y="18"/>
                        <a:pt x="124" y="18"/>
                      </a:cubicBezTo>
                      <a:cubicBezTo>
                        <a:pt x="124" y="18"/>
                        <a:pt x="125" y="18"/>
                        <a:pt x="125" y="18"/>
                      </a:cubicBezTo>
                      <a:cubicBezTo>
                        <a:pt x="126" y="18"/>
                        <a:pt x="126" y="18"/>
                        <a:pt x="126" y="17"/>
                      </a:cubicBezTo>
                      <a:cubicBezTo>
                        <a:pt x="126" y="16"/>
                        <a:pt x="126" y="16"/>
                        <a:pt x="127" y="15"/>
                      </a:cubicBezTo>
                      <a:cubicBezTo>
                        <a:pt x="127" y="15"/>
                        <a:pt x="127" y="14"/>
                        <a:pt x="128" y="14"/>
                      </a:cubicBezTo>
                      <a:cubicBezTo>
                        <a:pt x="129" y="14"/>
                        <a:pt x="129" y="14"/>
                        <a:pt x="130" y="14"/>
                      </a:cubicBezTo>
                      <a:cubicBezTo>
                        <a:pt x="130" y="14"/>
                        <a:pt x="131" y="15"/>
                        <a:pt x="131" y="14"/>
                      </a:cubicBezTo>
                      <a:cubicBezTo>
                        <a:pt x="132" y="14"/>
                        <a:pt x="131" y="13"/>
                        <a:pt x="131" y="13"/>
                      </a:cubicBezTo>
                      <a:cubicBezTo>
                        <a:pt x="130" y="13"/>
                        <a:pt x="130" y="13"/>
                        <a:pt x="130" y="13"/>
                      </a:cubicBezTo>
                      <a:cubicBezTo>
                        <a:pt x="130" y="12"/>
                        <a:pt x="130" y="12"/>
                        <a:pt x="130" y="12"/>
                      </a:cubicBezTo>
                      <a:cubicBezTo>
                        <a:pt x="131" y="11"/>
                        <a:pt x="131" y="11"/>
                        <a:pt x="131" y="10"/>
                      </a:cubicBezTo>
                      <a:cubicBezTo>
                        <a:pt x="131" y="10"/>
                        <a:pt x="132" y="9"/>
                        <a:pt x="132" y="10"/>
                      </a:cubicBezTo>
                      <a:cubicBezTo>
                        <a:pt x="133" y="10"/>
                        <a:pt x="133" y="11"/>
                        <a:pt x="133" y="11"/>
                      </a:cubicBezTo>
                      <a:cubicBezTo>
                        <a:pt x="134" y="11"/>
                        <a:pt x="134" y="11"/>
                        <a:pt x="134" y="10"/>
                      </a:cubicBezTo>
                      <a:cubicBezTo>
                        <a:pt x="134" y="10"/>
                        <a:pt x="133" y="9"/>
                        <a:pt x="133" y="9"/>
                      </a:cubicBezTo>
                      <a:cubicBezTo>
                        <a:pt x="132" y="8"/>
                        <a:pt x="132" y="9"/>
                        <a:pt x="131" y="8"/>
                      </a:cubicBezTo>
                      <a:cubicBezTo>
                        <a:pt x="131" y="8"/>
                        <a:pt x="131" y="8"/>
                        <a:pt x="131" y="7"/>
                      </a:cubicBezTo>
                      <a:cubicBezTo>
                        <a:pt x="131" y="7"/>
                        <a:pt x="131" y="7"/>
                        <a:pt x="131" y="6"/>
                      </a:cubicBezTo>
                      <a:cubicBezTo>
                        <a:pt x="131" y="6"/>
                        <a:pt x="132" y="6"/>
                        <a:pt x="132" y="6"/>
                      </a:cubicBezTo>
                      <a:cubicBezTo>
                        <a:pt x="132" y="6"/>
                        <a:pt x="132" y="7"/>
                        <a:pt x="132" y="7"/>
                      </a:cubicBezTo>
                      <a:cubicBezTo>
                        <a:pt x="132" y="7"/>
                        <a:pt x="132" y="7"/>
                        <a:pt x="133" y="7"/>
                      </a:cubicBezTo>
                      <a:cubicBezTo>
                        <a:pt x="133" y="7"/>
                        <a:pt x="133" y="8"/>
                        <a:pt x="133" y="8"/>
                      </a:cubicBezTo>
                      <a:cubicBezTo>
                        <a:pt x="134" y="7"/>
                        <a:pt x="133" y="6"/>
                        <a:pt x="134" y="6"/>
                      </a:cubicBezTo>
                      <a:cubicBezTo>
                        <a:pt x="134" y="6"/>
                        <a:pt x="133" y="6"/>
                        <a:pt x="133" y="5"/>
                      </a:cubicBezTo>
                      <a:cubicBezTo>
                        <a:pt x="133" y="5"/>
                        <a:pt x="133" y="5"/>
                        <a:pt x="133" y="4"/>
                      </a:cubicBezTo>
                      <a:cubicBezTo>
                        <a:pt x="133" y="4"/>
                        <a:pt x="134" y="4"/>
                        <a:pt x="134" y="4"/>
                      </a:cubicBezTo>
                      <a:cubicBezTo>
                        <a:pt x="135" y="4"/>
                        <a:pt x="135" y="5"/>
                        <a:pt x="134" y="5"/>
                      </a:cubicBezTo>
                      <a:cubicBezTo>
                        <a:pt x="136" y="6"/>
                        <a:pt x="135" y="4"/>
                        <a:pt x="136" y="4"/>
                      </a:cubicBezTo>
                      <a:cubicBezTo>
                        <a:pt x="136" y="4"/>
                        <a:pt x="136" y="5"/>
                        <a:pt x="136" y="5"/>
                      </a:cubicBezTo>
                      <a:cubicBezTo>
                        <a:pt x="136" y="6"/>
                        <a:pt x="135" y="6"/>
                        <a:pt x="136" y="6"/>
                      </a:cubicBezTo>
                      <a:cubicBezTo>
                        <a:pt x="136" y="6"/>
                        <a:pt x="136" y="5"/>
                        <a:pt x="137" y="5"/>
                      </a:cubicBezTo>
                      <a:cubicBezTo>
                        <a:pt x="137" y="5"/>
                        <a:pt x="137" y="6"/>
                        <a:pt x="138" y="6"/>
                      </a:cubicBezTo>
                      <a:cubicBezTo>
                        <a:pt x="138" y="7"/>
                        <a:pt x="137" y="8"/>
                        <a:pt x="138" y="8"/>
                      </a:cubicBezTo>
                      <a:cubicBezTo>
                        <a:pt x="138" y="7"/>
                        <a:pt x="138" y="6"/>
                        <a:pt x="138" y="6"/>
                      </a:cubicBezTo>
                      <a:cubicBezTo>
                        <a:pt x="138" y="5"/>
                        <a:pt x="138" y="4"/>
                        <a:pt x="138" y="4"/>
                      </a:cubicBezTo>
                      <a:cubicBezTo>
                        <a:pt x="139" y="4"/>
                        <a:pt x="139" y="5"/>
                        <a:pt x="139" y="6"/>
                      </a:cubicBezTo>
                      <a:cubicBezTo>
                        <a:pt x="139" y="6"/>
                        <a:pt x="139" y="6"/>
                        <a:pt x="140" y="6"/>
                      </a:cubicBezTo>
                      <a:cubicBezTo>
                        <a:pt x="140" y="5"/>
                        <a:pt x="140" y="5"/>
                        <a:pt x="141" y="6"/>
                      </a:cubicBezTo>
                      <a:cubicBezTo>
                        <a:pt x="141" y="6"/>
                        <a:pt x="141" y="5"/>
                        <a:pt x="142" y="5"/>
                      </a:cubicBezTo>
                      <a:cubicBezTo>
                        <a:pt x="142" y="6"/>
                        <a:pt x="142" y="6"/>
                        <a:pt x="142" y="7"/>
                      </a:cubicBezTo>
                      <a:cubicBezTo>
                        <a:pt x="142" y="7"/>
                        <a:pt x="141" y="7"/>
                        <a:pt x="141" y="8"/>
                      </a:cubicBezTo>
                      <a:cubicBezTo>
                        <a:pt x="141" y="8"/>
                        <a:pt x="140" y="8"/>
                        <a:pt x="140" y="8"/>
                      </a:cubicBezTo>
                      <a:cubicBezTo>
                        <a:pt x="140" y="9"/>
                        <a:pt x="140" y="9"/>
                        <a:pt x="140" y="9"/>
                      </a:cubicBezTo>
                      <a:cubicBezTo>
                        <a:pt x="140" y="10"/>
                        <a:pt x="139" y="10"/>
                        <a:pt x="139" y="10"/>
                      </a:cubicBezTo>
                      <a:cubicBezTo>
                        <a:pt x="138" y="10"/>
                        <a:pt x="138" y="11"/>
                        <a:pt x="138" y="11"/>
                      </a:cubicBezTo>
                      <a:cubicBezTo>
                        <a:pt x="137" y="12"/>
                        <a:pt x="137" y="12"/>
                        <a:pt x="136" y="13"/>
                      </a:cubicBezTo>
                      <a:cubicBezTo>
                        <a:pt x="137" y="13"/>
                        <a:pt x="137" y="13"/>
                        <a:pt x="137" y="14"/>
                      </a:cubicBezTo>
                      <a:cubicBezTo>
                        <a:pt x="137" y="14"/>
                        <a:pt x="138" y="15"/>
                        <a:pt x="138" y="16"/>
                      </a:cubicBezTo>
                      <a:cubicBezTo>
                        <a:pt x="137" y="16"/>
                        <a:pt x="137" y="16"/>
                        <a:pt x="137" y="17"/>
                      </a:cubicBezTo>
                      <a:cubicBezTo>
                        <a:pt x="136" y="17"/>
                        <a:pt x="137" y="17"/>
                        <a:pt x="137" y="17"/>
                      </a:cubicBezTo>
                      <a:cubicBezTo>
                        <a:pt x="137" y="18"/>
                        <a:pt x="137" y="18"/>
                        <a:pt x="136" y="18"/>
                      </a:cubicBezTo>
                      <a:cubicBezTo>
                        <a:pt x="136" y="18"/>
                        <a:pt x="136" y="19"/>
                        <a:pt x="136" y="19"/>
                      </a:cubicBezTo>
                      <a:cubicBezTo>
                        <a:pt x="135" y="20"/>
                        <a:pt x="135" y="22"/>
                        <a:pt x="136" y="22"/>
                      </a:cubicBezTo>
                      <a:cubicBezTo>
                        <a:pt x="136" y="22"/>
                        <a:pt x="135" y="21"/>
                        <a:pt x="136" y="21"/>
                      </a:cubicBezTo>
                      <a:cubicBezTo>
                        <a:pt x="136" y="21"/>
                        <a:pt x="136" y="22"/>
                        <a:pt x="137" y="22"/>
                      </a:cubicBezTo>
                      <a:cubicBezTo>
                        <a:pt x="137" y="22"/>
                        <a:pt x="137" y="21"/>
                        <a:pt x="138" y="20"/>
                      </a:cubicBezTo>
                      <a:cubicBezTo>
                        <a:pt x="138" y="20"/>
                        <a:pt x="138" y="19"/>
                        <a:pt x="139" y="18"/>
                      </a:cubicBezTo>
                      <a:cubicBezTo>
                        <a:pt x="139" y="18"/>
                        <a:pt x="139" y="18"/>
                        <a:pt x="139" y="17"/>
                      </a:cubicBezTo>
                      <a:cubicBezTo>
                        <a:pt x="139" y="17"/>
                        <a:pt x="139" y="17"/>
                        <a:pt x="139" y="17"/>
                      </a:cubicBezTo>
                      <a:cubicBezTo>
                        <a:pt x="138" y="16"/>
                        <a:pt x="140" y="15"/>
                        <a:pt x="141" y="14"/>
                      </a:cubicBezTo>
                      <a:cubicBezTo>
                        <a:pt x="142" y="13"/>
                        <a:pt x="142" y="11"/>
                        <a:pt x="143" y="10"/>
                      </a:cubicBezTo>
                      <a:cubicBezTo>
                        <a:pt x="143" y="9"/>
                        <a:pt x="144" y="8"/>
                        <a:pt x="144" y="8"/>
                      </a:cubicBezTo>
                      <a:cubicBezTo>
                        <a:pt x="144" y="7"/>
                        <a:pt x="144" y="6"/>
                        <a:pt x="145" y="6"/>
                      </a:cubicBezTo>
                      <a:cubicBezTo>
                        <a:pt x="145" y="5"/>
                        <a:pt x="147" y="3"/>
                        <a:pt x="147" y="5"/>
                      </a:cubicBezTo>
                      <a:cubicBezTo>
                        <a:pt x="148" y="6"/>
                        <a:pt x="147" y="6"/>
                        <a:pt x="147" y="7"/>
                      </a:cubicBezTo>
                      <a:cubicBezTo>
                        <a:pt x="147" y="7"/>
                        <a:pt x="147" y="7"/>
                        <a:pt x="147" y="8"/>
                      </a:cubicBezTo>
                      <a:cubicBezTo>
                        <a:pt x="147" y="8"/>
                        <a:pt x="147" y="9"/>
                        <a:pt x="147" y="10"/>
                      </a:cubicBezTo>
                      <a:cubicBezTo>
                        <a:pt x="146" y="10"/>
                        <a:pt x="145" y="10"/>
                        <a:pt x="145" y="11"/>
                      </a:cubicBezTo>
                      <a:cubicBezTo>
                        <a:pt x="145" y="11"/>
                        <a:pt x="146" y="10"/>
                        <a:pt x="147" y="10"/>
                      </a:cubicBezTo>
                      <a:cubicBezTo>
                        <a:pt x="147" y="11"/>
                        <a:pt x="147" y="12"/>
                        <a:pt x="147" y="13"/>
                      </a:cubicBezTo>
                      <a:cubicBezTo>
                        <a:pt x="146" y="13"/>
                        <a:pt x="146" y="14"/>
                        <a:pt x="146" y="15"/>
                      </a:cubicBezTo>
                      <a:cubicBezTo>
                        <a:pt x="146" y="15"/>
                        <a:pt x="146" y="16"/>
                        <a:pt x="146" y="16"/>
                      </a:cubicBezTo>
                      <a:cubicBezTo>
                        <a:pt x="146" y="17"/>
                        <a:pt x="146" y="16"/>
                        <a:pt x="146" y="16"/>
                      </a:cubicBezTo>
                      <a:cubicBezTo>
                        <a:pt x="147" y="16"/>
                        <a:pt x="147" y="16"/>
                        <a:pt x="147" y="15"/>
                      </a:cubicBezTo>
                      <a:cubicBezTo>
                        <a:pt x="147" y="15"/>
                        <a:pt x="147" y="15"/>
                        <a:pt x="147" y="15"/>
                      </a:cubicBezTo>
                      <a:cubicBezTo>
                        <a:pt x="147" y="15"/>
                        <a:pt x="147" y="15"/>
                        <a:pt x="148" y="15"/>
                      </a:cubicBezTo>
                      <a:cubicBezTo>
                        <a:pt x="148" y="15"/>
                        <a:pt x="148" y="15"/>
                        <a:pt x="148" y="14"/>
                      </a:cubicBezTo>
                      <a:cubicBezTo>
                        <a:pt x="148" y="14"/>
                        <a:pt x="148" y="14"/>
                        <a:pt x="148" y="14"/>
                      </a:cubicBezTo>
                      <a:cubicBezTo>
                        <a:pt x="149" y="14"/>
                        <a:pt x="149" y="14"/>
                        <a:pt x="150" y="14"/>
                      </a:cubicBezTo>
                      <a:cubicBezTo>
                        <a:pt x="150" y="14"/>
                        <a:pt x="149" y="13"/>
                        <a:pt x="149" y="13"/>
                      </a:cubicBezTo>
                      <a:cubicBezTo>
                        <a:pt x="149" y="12"/>
                        <a:pt x="149" y="11"/>
                        <a:pt x="150" y="11"/>
                      </a:cubicBezTo>
                      <a:cubicBezTo>
                        <a:pt x="150" y="12"/>
                        <a:pt x="151" y="13"/>
                        <a:pt x="151" y="12"/>
                      </a:cubicBezTo>
                      <a:cubicBezTo>
                        <a:pt x="151" y="11"/>
                        <a:pt x="150" y="11"/>
                        <a:pt x="150" y="11"/>
                      </a:cubicBezTo>
                      <a:cubicBezTo>
                        <a:pt x="150" y="11"/>
                        <a:pt x="150" y="10"/>
                        <a:pt x="150" y="10"/>
                      </a:cubicBezTo>
                      <a:cubicBezTo>
                        <a:pt x="150" y="10"/>
                        <a:pt x="150" y="10"/>
                        <a:pt x="150" y="10"/>
                      </a:cubicBezTo>
                      <a:cubicBezTo>
                        <a:pt x="150" y="10"/>
                        <a:pt x="150" y="9"/>
                        <a:pt x="150" y="9"/>
                      </a:cubicBezTo>
                      <a:cubicBezTo>
                        <a:pt x="150" y="9"/>
                        <a:pt x="150" y="9"/>
                        <a:pt x="150" y="9"/>
                      </a:cubicBezTo>
                      <a:cubicBezTo>
                        <a:pt x="151" y="8"/>
                        <a:pt x="151" y="9"/>
                        <a:pt x="151" y="8"/>
                      </a:cubicBezTo>
                      <a:cubicBezTo>
                        <a:pt x="151" y="8"/>
                        <a:pt x="151" y="8"/>
                        <a:pt x="151" y="8"/>
                      </a:cubicBezTo>
                      <a:cubicBezTo>
                        <a:pt x="151" y="7"/>
                        <a:pt x="151" y="7"/>
                        <a:pt x="152" y="7"/>
                      </a:cubicBezTo>
                      <a:cubicBezTo>
                        <a:pt x="152" y="7"/>
                        <a:pt x="153" y="8"/>
                        <a:pt x="153" y="7"/>
                      </a:cubicBezTo>
                      <a:cubicBezTo>
                        <a:pt x="153" y="7"/>
                        <a:pt x="153" y="7"/>
                        <a:pt x="153" y="7"/>
                      </a:cubicBezTo>
                      <a:cubicBezTo>
                        <a:pt x="153" y="7"/>
                        <a:pt x="153" y="7"/>
                        <a:pt x="153" y="7"/>
                      </a:cubicBezTo>
                      <a:cubicBezTo>
                        <a:pt x="153" y="6"/>
                        <a:pt x="152" y="6"/>
                        <a:pt x="152" y="5"/>
                      </a:cubicBezTo>
                      <a:cubicBezTo>
                        <a:pt x="151" y="5"/>
                        <a:pt x="151" y="6"/>
                        <a:pt x="151" y="5"/>
                      </a:cubicBezTo>
                      <a:cubicBezTo>
                        <a:pt x="150" y="5"/>
                        <a:pt x="150" y="5"/>
                        <a:pt x="150" y="4"/>
                      </a:cubicBezTo>
                      <a:cubicBezTo>
                        <a:pt x="150" y="4"/>
                        <a:pt x="152" y="5"/>
                        <a:pt x="151" y="4"/>
                      </a:cubicBezTo>
                      <a:cubicBezTo>
                        <a:pt x="151" y="4"/>
                        <a:pt x="150" y="3"/>
                        <a:pt x="151" y="3"/>
                      </a:cubicBezTo>
                      <a:cubicBezTo>
                        <a:pt x="151" y="3"/>
                        <a:pt x="152" y="3"/>
                        <a:pt x="152" y="3"/>
                      </a:cubicBezTo>
                      <a:cubicBezTo>
                        <a:pt x="152" y="3"/>
                        <a:pt x="152" y="3"/>
                        <a:pt x="152" y="3"/>
                      </a:cubicBezTo>
                      <a:cubicBezTo>
                        <a:pt x="152" y="3"/>
                        <a:pt x="152" y="3"/>
                        <a:pt x="152" y="4"/>
                      </a:cubicBezTo>
                      <a:cubicBezTo>
                        <a:pt x="153" y="4"/>
                        <a:pt x="153" y="4"/>
                        <a:pt x="153" y="4"/>
                      </a:cubicBezTo>
                      <a:cubicBezTo>
                        <a:pt x="153" y="3"/>
                        <a:pt x="153" y="3"/>
                        <a:pt x="153" y="2"/>
                      </a:cubicBezTo>
                      <a:cubicBezTo>
                        <a:pt x="153" y="2"/>
                        <a:pt x="153" y="2"/>
                        <a:pt x="153" y="1"/>
                      </a:cubicBezTo>
                      <a:cubicBezTo>
                        <a:pt x="154" y="1"/>
                        <a:pt x="153" y="1"/>
                        <a:pt x="154" y="1"/>
                      </a:cubicBezTo>
                      <a:cubicBezTo>
                        <a:pt x="154" y="1"/>
                        <a:pt x="154" y="2"/>
                        <a:pt x="154" y="2"/>
                      </a:cubicBezTo>
                      <a:cubicBezTo>
                        <a:pt x="154" y="2"/>
                        <a:pt x="155" y="2"/>
                        <a:pt x="155" y="2"/>
                      </a:cubicBezTo>
                      <a:cubicBezTo>
                        <a:pt x="155" y="2"/>
                        <a:pt x="155" y="2"/>
                        <a:pt x="155" y="2"/>
                      </a:cubicBezTo>
                      <a:cubicBezTo>
                        <a:pt x="155" y="2"/>
                        <a:pt x="156" y="3"/>
                        <a:pt x="156" y="2"/>
                      </a:cubicBezTo>
                      <a:cubicBezTo>
                        <a:pt x="156" y="2"/>
                        <a:pt x="156" y="2"/>
                        <a:pt x="156" y="2"/>
                      </a:cubicBezTo>
                      <a:cubicBezTo>
                        <a:pt x="156" y="2"/>
                        <a:pt x="156" y="2"/>
                        <a:pt x="156" y="2"/>
                      </a:cubicBezTo>
                      <a:cubicBezTo>
                        <a:pt x="157" y="2"/>
                        <a:pt x="157" y="2"/>
                        <a:pt x="157" y="2"/>
                      </a:cubicBezTo>
                      <a:cubicBezTo>
                        <a:pt x="157" y="2"/>
                        <a:pt x="157" y="2"/>
                        <a:pt x="157" y="1"/>
                      </a:cubicBezTo>
                      <a:cubicBezTo>
                        <a:pt x="158" y="2"/>
                        <a:pt x="157" y="3"/>
                        <a:pt x="157" y="3"/>
                      </a:cubicBezTo>
                      <a:cubicBezTo>
                        <a:pt x="158" y="4"/>
                        <a:pt x="158" y="3"/>
                        <a:pt x="159" y="3"/>
                      </a:cubicBezTo>
                      <a:cubicBezTo>
                        <a:pt x="159" y="3"/>
                        <a:pt x="159" y="3"/>
                        <a:pt x="159" y="4"/>
                      </a:cubicBezTo>
                      <a:cubicBezTo>
                        <a:pt x="159" y="5"/>
                        <a:pt x="159" y="5"/>
                        <a:pt x="159" y="5"/>
                      </a:cubicBezTo>
                      <a:cubicBezTo>
                        <a:pt x="159" y="6"/>
                        <a:pt x="159" y="6"/>
                        <a:pt x="158" y="6"/>
                      </a:cubicBezTo>
                      <a:cubicBezTo>
                        <a:pt x="159" y="6"/>
                        <a:pt x="159" y="6"/>
                        <a:pt x="159" y="6"/>
                      </a:cubicBezTo>
                      <a:cubicBezTo>
                        <a:pt x="159" y="7"/>
                        <a:pt x="158" y="7"/>
                        <a:pt x="158" y="7"/>
                      </a:cubicBezTo>
                      <a:cubicBezTo>
                        <a:pt x="157" y="7"/>
                        <a:pt x="157" y="7"/>
                        <a:pt x="157" y="7"/>
                      </a:cubicBezTo>
                      <a:cubicBezTo>
                        <a:pt x="157" y="7"/>
                        <a:pt x="158" y="7"/>
                        <a:pt x="158" y="8"/>
                      </a:cubicBezTo>
                      <a:cubicBezTo>
                        <a:pt x="157" y="9"/>
                        <a:pt x="157" y="8"/>
                        <a:pt x="156" y="7"/>
                      </a:cubicBezTo>
                      <a:cubicBezTo>
                        <a:pt x="156" y="7"/>
                        <a:pt x="156" y="7"/>
                        <a:pt x="155" y="8"/>
                      </a:cubicBezTo>
                      <a:cubicBezTo>
                        <a:pt x="155" y="8"/>
                        <a:pt x="154" y="7"/>
                        <a:pt x="154" y="8"/>
                      </a:cubicBezTo>
                      <a:cubicBezTo>
                        <a:pt x="154" y="8"/>
                        <a:pt x="155" y="8"/>
                        <a:pt x="155" y="8"/>
                      </a:cubicBezTo>
                      <a:cubicBezTo>
                        <a:pt x="155" y="9"/>
                        <a:pt x="156" y="8"/>
                        <a:pt x="156" y="8"/>
                      </a:cubicBezTo>
                      <a:cubicBezTo>
                        <a:pt x="156" y="8"/>
                        <a:pt x="156" y="8"/>
                        <a:pt x="156" y="9"/>
                      </a:cubicBezTo>
                      <a:cubicBezTo>
                        <a:pt x="156" y="9"/>
                        <a:pt x="157" y="8"/>
                        <a:pt x="157" y="9"/>
                      </a:cubicBezTo>
                      <a:cubicBezTo>
                        <a:pt x="157" y="9"/>
                        <a:pt x="156" y="10"/>
                        <a:pt x="156" y="10"/>
                      </a:cubicBezTo>
                      <a:cubicBezTo>
                        <a:pt x="155" y="10"/>
                        <a:pt x="155" y="10"/>
                        <a:pt x="155" y="10"/>
                      </a:cubicBezTo>
                      <a:cubicBezTo>
                        <a:pt x="154" y="11"/>
                        <a:pt x="154" y="11"/>
                        <a:pt x="153" y="11"/>
                      </a:cubicBezTo>
                      <a:cubicBezTo>
                        <a:pt x="154" y="12"/>
                        <a:pt x="157" y="9"/>
                        <a:pt x="158" y="9"/>
                      </a:cubicBezTo>
                      <a:cubicBezTo>
                        <a:pt x="158" y="11"/>
                        <a:pt x="157" y="12"/>
                        <a:pt x="156" y="13"/>
                      </a:cubicBezTo>
                      <a:cubicBezTo>
                        <a:pt x="155" y="13"/>
                        <a:pt x="155" y="14"/>
                        <a:pt x="155" y="14"/>
                      </a:cubicBezTo>
                      <a:cubicBezTo>
                        <a:pt x="156" y="14"/>
                        <a:pt x="156" y="13"/>
                        <a:pt x="156" y="14"/>
                      </a:cubicBezTo>
                      <a:cubicBezTo>
                        <a:pt x="157" y="15"/>
                        <a:pt x="157" y="14"/>
                        <a:pt x="158" y="13"/>
                      </a:cubicBezTo>
                      <a:cubicBezTo>
                        <a:pt x="158" y="14"/>
                        <a:pt x="158" y="14"/>
                        <a:pt x="158" y="14"/>
                      </a:cubicBezTo>
                      <a:cubicBezTo>
                        <a:pt x="157" y="14"/>
                        <a:pt x="157" y="15"/>
                        <a:pt x="157" y="15"/>
                      </a:cubicBezTo>
                      <a:cubicBezTo>
                        <a:pt x="157" y="16"/>
                        <a:pt x="157" y="17"/>
                        <a:pt x="157" y="18"/>
                      </a:cubicBezTo>
                      <a:cubicBezTo>
                        <a:pt x="157" y="18"/>
                        <a:pt x="157" y="19"/>
                        <a:pt x="157" y="20"/>
                      </a:cubicBezTo>
                      <a:cubicBezTo>
                        <a:pt x="157" y="20"/>
                        <a:pt x="156" y="21"/>
                        <a:pt x="157" y="22"/>
                      </a:cubicBezTo>
                      <a:cubicBezTo>
                        <a:pt x="158" y="22"/>
                        <a:pt x="157" y="19"/>
                        <a:pt x="157" y="18"/>
                      </a:cubicBezTo>
                      <a:cubicBezTo>
                        <a:pt x="157" y="17"/>
                        <a:pt x="158" y="16"/>
                        <a:pt x="158" y="16"/>
                      </a:cubicBezTo>
                      <a:cubicBezTo>
                        <a:pt x="158" y="15"/>
                        <a:pt x="158" y="14"/>
                        <a:pt x="159" y="14"/>
                      </a:cubicBezTo>
                      <a:cubicBezTo>
                        <a:pt x="159" y="14"/>
                        <a:pt x="159" y="14"/>
                        <a:pt x="159" y="15"/>
                      </a:cubicBezTo>
                      <a:cubicBezTo>
                        <a:pt x="159" y="14"/>
                        <a:pt x="159" y="14"/>
                        <a:pt x="159" y="14"/>
                      </a:cubicBezTo>
                      <a:cubicBezTo>
                        <a:pt x="159" y="13"/>
                        <a:pt x="159" y="13"/>
                        <a:pt x="159" y="13"/>
                      </a:cubicBezTo>
                      <a:cubicBezTo>
                        <a:pt x="159" y="12"/>
                        <a:pt x="159" y="12"/>
                        <a:pt x="159" y="12"/>
                      </a:cubicBezTo>
                      <a:cubicBezTo>
                        <a:pt x="159" y="11"/>
                        <a:pt x="159" y="11"/>
                        <a:pt x="159" y="10"/>
                      </a:cubicBezTo>
                      <a:cubicBezTo>
                        <a:pt x="160" y="10"/>
                        <a:pt x="160" y="10"/>
                        <a:pt x="160" y="10"/>
                      </a:cubicBezTo>
                      <a:cubicBezTo>
                        <a:pt x="160" y="9"/>
                        <a:pt x="160" y="9"/>
                        <a:pt x="160" y="9"/>
                      </a:cubicBezTo>
                      <a:cubicBezTo>
                        <a:pt x="160" y="8"/>
                        <a:pt x="160" y="7"/>
                        <a:pt x="161" y="6"/>
                      </a:cubicBezTo>
                      <a:cubicBezTo>
                        <a:pt x="161" y="6"/>
                        <a:pt x="162" y="6"/>
                        <a:pt x="163" y="6"/>
                      </a:cubicBezTo>
                      <a:cubicBezTo>
                        <a:pt x="163" y="6"/>
                        <a:pt x="163" y="6"/>
                        <a:pt x="163" y="6"/>
                      </a:cubicBezTo>
                      <a:cubicBezTo>
                        <a:pt x="163" y="6"/>
                        <a:pt x="163" y="6"/>
                        <a:pt x="163" y="6"/>
                      </a:cubicBezTo>
                      <a:cubicBezTo>
                        <a:pt x="163" y="6"/>
                        <a:pt x="164" y="6"/>
                        <a:pt x="164" y="6"/>
                      </a:cubicBezTo>
                      <a:cubicBezTo>
                        <a:pt x="164" y="7"/>
                        <a:pt x="164" y="7"/>
                        <a:pt x="164" y="7"/>
                      </a:cubicBezTo>
                      <a:cubicBezTo>
                        <a:pt x="165" y="7"/>
                        <a:pt x="165" y="7"/>
                        <a:pt x="165" y="8"/>
                      </a:cubicBezTo>
                      <a:cubicBezTo>
                        <a:pt x="165" y="8"/>
                        <a:pt x="164" y="9"/>
                        <a:pt x="165" y="9"/>
                      </a:cubicBezTo>
                      <a:cubicBezTo>
                        <a:pt x="165" y="9"/>
                        <a:pt x="164" y="10"/>
                        <a:pt x="165" y="10"/>
                      </a:cubicBezTo>
                      <a:cubicBezTo>
                        <a:pt x="165" y="10"/>
                        <a:pt x="165" y="10"/>
                        <a:pt x="165" y="10"/>
                      </a:cubicBezTo>
                      <a:cubicBezTo>
                        <a:pt x="166" y="9"/>
                        <a:pt x="166" y="9"/>
                        <a:pt x="166" y="9"/>
                      </a:cubicBezTo>
                      <a:cubicBezTo>
                        <a:pt x="167" y="9"/>
                        <a:pt x="167" y="9"/>
                        <a:pt x="167" y="9"/>
                      </a:cubicBezTo>
                      <a:cubicBezTo>
                        <a:pt x="168" y="9"/>
                        <a:pt x="167" y="9"/>
                        <a:pt x="168" y="9"/>
                      </a:cubicBezTo>
                      <a:cubicBezTo>
                        <a:pt x="168" y="9"/>
                        <a:pt x="167" y="10"/>
                        <a:pt x="167" y="11"/>
                      </a:cubicBezTo>
                      <a:cubicBezTo>
                        <a:pt x="168" y="11"/>
                        <a:pt x="168" y="10"/>
                        <a:pt x="169" y="9"/>
                      </a:cubicBezTo>
                      <a:cubicBezTo>
                        <a:pt x="170" y="9"/>
                        <a:pt x="170" y="9"/>
                        <a:pt x="171" y="9"/>
                      </a:cubicBezTo>
                      <a:cubicBezTo>
                        <a:pt x="171" y="10"/>
                        <a:pt x="171" y="10"/>
                        <a:pt x="170" y="10"/>
                      </a:cubicBezTo>
                      <a:cubicBezTo>
                        <a:pt x="170" y="11"/>
                        <a:pt x="171" y="11"/>
                        <a:pt x="171" y="11"/>
                      </a:cubicBezTo>
                      <a:cubicBezTo>
                        <a:pt x="171" y="11"/>
                        <a:pt x="172" y="11"/>
                        <a:pt x="172" y="11"/>
                      </a:cubicBezTo>
                      <a:cubicBezTo>
                        <a:pt x="172" y="13"/>
                        <a:pt x="170" y="12"/>
                        <a:pt x="170" y="13"/>
                      </a:cubicBezTo>
                      <a:cubicBezTo>
                        <a:pt x="170" y="13"/>
                        <a:pt x="171" y="13"/>
                        <a:pt x="172" y="13"/>
                      </a:cubicBezTo>
                      <a:cubicBezTo>
                        <a:pt x="172" y="13"/>
                        <a:pt x="173" y="12"/>
                        <a:pt x="173" y="13"/>
                      </a:cubicBezTo>
                      <a:cubicBezTo>
                        <a:pt x="173" y="13"/>
                        <a:pt x="173" y="13"/>
                        <a:pt x="173" y="13"/>
                      </a:cubicBezTo>
                      <a:cubicBezTo>
                        <a:pt x="174" y="14"/>
                        <a:pt x="174" y="14"/>
                        <a:pt x="174" y="14"/>
                      </a:cubicBezTo>
                      <a:cubicBezTo>
                        <a:pt x="174" y="14"/>
                        <a:pt x="174" y="15"/>
                        <a:pt x="175" y="15"/>
                      </a:cubicBezTo>
                      <a:cubicBezTo>
                        <a:pt x="175" y="15"/>
                        <a:pt x="175" y="15"/>
                        <a:pt x="175" y="14"/>
                      </a:cubicBezTo>
                      <a:cubicBezTo>
                        <a:pt x="176" y="14"/>
                        <a:pt x="176" y="15"/>
                        <a:pt x="176" y="15"/>
                      </a:cubicBezTo>
                      <a:cubicBezTo>
                        <a:pt x="176" y="16"/>
                        <a:pt x="176" y="16"/>
                        <a:pt x="176" y="17"/>
                      </a:cubicBezTo>
                      <a:cubicBezTo>
                        <a:pt x="176" y="17"/>
                        <a:pt x="177" y="17"/>
                        <a:pt x="176" y="17"/>
                      </a:cubicBezTo>
                      <a:cubicBezTo>
                        <a:pt x="176" y="18"/>
                        <a:pt x="176" y="18"/>
                        <a:pt x="175" y="18"/>
                      </a:cubicBezTo>
                      <a:cubicBezTo>
                        <a:pt x="175" y="18"/>
                        <a:pt x="174" y="18"/>
                        <a:pt x="173" y="18"/>
                      </a:cubicBezTo>
                      <a:cubicBezTo>
                        <a:pt x="173" y="18"/>
                        <a:pt x="173" y="19"/>
                        <a:pt x="173" y="19"/>
                      </a:cubicBezTo>
                      <a:cubicBezTo>
                        <a:pt x="173" y="19"/>
                        <a:pt x="173" y="19"/>
                        <a:pt x="173" y="19"/>
                      </a:cubicBezTo>
                      <a:cubicBezTo>
                        <a:pt x="172" y="20"/>
                        <a:pt x="172" y="19"/>
                        <a:pt x="172" y="20"/>
                      </a:cubicBezTo>
                      <a:cubicBezTo>
                        <a:pt x="172" y="20"/>
                        <a:pt x="172" y="21"/>
                        <a:pt x="172" y="21"/>
                      </a:cubicBezTo>
                      <a:cubicBezTo>
                        <a:pt x="171" y="21"/>
                        <a:pt x="171" y="21"/>
                        <a:pt x="171" y="22"/>
                      </a:cubicBezTo>
                      <a:cubicBezTo>
                        <a:pt x="170" y="22"/>
                        <a:pt x="170" y="22"/>
                        <a:pt x="169" y="22"/>
                      </a:cubicBezTo>
                      <a:cubicBezTo>
                        <a:pt x="168" y="22"/>
                        <a:pt x="166" y="21"/>
                        <a:pt x="165" y="21"/>
                      </a:cubicBezTo>
                      <a:cubicBezTo>
                        <a:pt x="164" y="21"/>
                        <a:pt x="163" y="21"/>
                        <a:pt x="161" y="20"/>
                      </a:cubicBezTo>
                      <a:cubicBezTo>
                        <a:pt x="161" y="20"/>
                        <a:pt x="160" y="20"/>
                        <a:pt x="160" y="20"/>
                      </a:cubicBezTo>
                      <a:cubicBezTo>
                        <a:pt x="159" y="20"/>
                        <a:pt x="161" y="20"/>
                        <a:pt x="161" y="21"/>
                      </a:cubicBezTo>
                      <a:cubicBezTo>
                        <a:pt x="161" y="21"/>
                        <a:pt x="160" y="21"/>
                        <a:pt x="160" y="21"/>
                      </a:cubicBezTo>
                      <a:cubicBezTo>
                        <a:pt x="160" y="22"/>
                        <a:pt x="161" y="21"/>
                        <a:pt x="161" y="21"/>
                      </a:cubicBezTo>
                      <a:cubicBezTo>
                        <a:pt x="162" y="22"/>
                        <a:pt x="161" y="22"/>
                        <a:pt x="162" y="22"/>
                      </a:cubicBezTo>
                      <a:cubicBezTo>
                        <a:pt x="162" y="22"/>
                        <a:pt x="162" y="22"/>
                        <a:pt x="162" y="22"/>
                      </a:cubicBezTo>
                      <a:cubicBezTo>
                        <a:pt x="163" y="22"/>
                        <a:pt x="164" y="22"/>
                        <a:pt x="164" y="23"/>
                      </a:cubicBezTo>
                      <a:cubicBezTo>
                        <a:pt x="164" y="23"/>
                        <a:pt x="164" y="23"/>
                        <a:pt x="165" y="23"/>
                      </a:cubicBezTo>
                      <a:cubicBezTo>
                        <a:pt x="165" y="23"/>
                        <a:pt x="166" y="23"/>
                        <a:pt x="166" y="24"/>
                      </a:cubicBezTo>
                      <a:cubicBezTo>
                        <a:pt x="167" y="24"/>
                        <a:pt x="168" y="24"/>
                        <a:pt x="166" y="25"/>
                      </a:cubicBezTo>
                      <a:cubicBezTo>
                        <a:pt x="166" y="25"/>
                        <a:pt x="165" y="25"/>
                        <a:pt x="165" y="26"/>
                      </a:cubicBezTo>
                      <a:cubicBezTo>
                        <a:pt x="165" y="27"/>
                        <a:pt x="167" y="25"/>
                        <a:pt x="167" y="25"/>
                      </a:cubicBezTo>
                      <a:cubicBezTo>
                        <a:pt x="167" y="26"/>
                        <a:pt x="167" y="25"/>
                        <a:pt x="167" y="25"/>
                      </a:cubicBezTo>
                      <a:cubicBezTo>
                        <a:pt x="168" y="26"/>
                        <a:pt x="168" y="27"/>
                        <a:pt x="167" y="28"/>
                      </a:cubicBezTo>
                      <a:cubicBezTo>
                        <a:pt x="167" y="28"/>
                        <a:pt x="167" y="28"/>
                        <a:pt x="167" y="29"/>
                      </a:cubicBezTo>
                      <a:cubicBezTo>
                        <a:pt x="167" y="29"/>
                        <a:pt x="166" y="29"/>
                        <a:pt x="166" y="30"/>
                      </a:cubicBezTo>
                      <a:cubicBezTo>
                        <a:pt x="167" y="30"/>
                        <a:pt x="167" y="29"/>
                        <a:pt x="167" y="29"/>
                      </a:cubicBezTo>
                      <a:cubicBezTo>
                        <a:pt x="168" y="29"/>
                        <a:pt x="168" y="29"/>
                        <a:pt x="168" y="29"/>
                      </a:cubicBezTo>
                      <a:cubicBezTo>
                        <a:pt x="169" y="29"/>
                        <a:pt x="169" y="28"/>
                        <a:pt x="169" y="28"/>
                      </a:cubicBezTo>
                      <a:cubicBezTo>
                        <a:pt x="170" y="29"/>
                        <a:pt x="169" y="29"/>
                        <a:pt x="169" y="29"/>
                      </a:cubicBezTo>
                      <a:cubicBezTo>
                        <a:pt x="170" y="29"/>
                        <a:pt x="170" y="29"/>
                        <a:pt x="170" y="29"/>
                      </a:cubicBezTo>
                      <a:cubicBezTo>
                        <a:pt x="170" y="29"/>
                        <a:pt x="170" y="30"/>
                        <a:pt x="171" y="29"/>
                      </a:cubicBezTo>
                      <a:cubicBezTo>
                        <a:pt x="171" y="29"/>
                        <a:pt x="170" y="29"/>
                        <a:pt x="170" y="28"/>
                      </a:cubicBezTo>
                      <a:cubicBezTo>
                        <a:pt x="170" y="28"/>
                        <a:pt x="171" y="28"/>
                        <a:pt x="171" y="28"/>
                      </a:cubicBezTo>
                      <a:cubicBezTo>
                        <a:pt x="171" y="28"/>
                        <a:pt x="171" y="27"/>
                        <a:pt x="171" y="27"/>
                      </a:cubicBezTo>
                      <a:cubicBezTo>
                        <a:pt x="171" y="27"/>
                        <a:pt x="171" y="26"/>
                        <a:pt x="171" y="26"/>
                      </a:cubicBezTo>
                      <a:cubicBezTo>
                        <a:pt x="171" y="26"/>
                        <a:pt x="171" y="26"/>
                        <a:pt x="171" y="26"/>
                      </a:cubicBezTo>
                      <a:cubicBezTo>
                        <a:pt x="172" y="26"/>
                        <a:pt x="171" y="26"/>
                        <a:pt x="171" y="27"/>
                      </a:cubicBezTo>
                      <a:cubicBezTo>
                        <a:pt x="171" y="27"/>
                        <a:pt x="171" y="27"/>
                        <a:pt x="171" y="27"/>
                      </a:cubicBezTo>
                      <a:cubicBezTo>
                        <a:pt x="171" y="27"/>
                        <a:pt x="172" y="27"/>
                        <a:pt x="172" y="27"/>
                      </a:cubicBezTo>
                      <a:cubicBezTo>
                        <a:pt x="172" y="28"/>
                        <a:pt x="172" y="28"/>
                        <a:pt x="172" y="29"/>
                      </a:cubicBezTo>
                      <a:cubicBezTo>
                        <a:pt x="172" y="30"/>
                        <a:pt x="172" y="30"/>
                        <a:pt x="173" y="29"/>
                      </a:cubicBezTo>
                      <a:cubicBezTo>
                        <a:pt x="173" y="29"/>
                        <a:pt x="172" y="28"/>
                        <a:pt x="173" y="27"/>
                      </a:cubicBezTo>
                      <a:cubicBezTo>
                        <a:pt x="174" y="27"/>
                        <a:pt x="174" y="27"/>
                        <a:pt x="174" y="28"/>
                      </a:cubicBezTo>
                      <a:cubicBezTo>
                        <a:pt x="174" y="28"/>
                        <a:pt x="175" y="27"/>
                        <a:pt x="175" y="27"/>
                      </a:cubicBezTo>
                      <a:cubicBezTo>
                        <a:pt x="175" y="28"/>
                        <a:pt x="175" y="29"/>
                        <a:pt x="176" y="30"/>
                      </a:cubicBezTo>
                      <a:cubicBezTo>
                        <a:pt x="176" y="31"/>
                        <a:pt x="176" y="32"/>
                        <a:pt x="175" y="33"/>
                      </a:cubicBezTo>
                      <a:cubicBezTo>
                        <a:pt x="175" y="33"/>
                        <a:pt x="174" y="33"/>
                        <a:pt x="173" y="33"/>
                      </a:cubicBezTo>
                      <a:cubicBezTo>
                        <a:pt x="172" y="32"/>
                        <a:pt x="173" y="32"/>
                        <a:pt x="172" y="31"/>
                      </a:cubicBezTo>
                      <a:cubicBezTo>
                        <a:pt x="172" y="31"/>
                        <a:pt x="171" y="30"/>
                        <a:pt x="171" y="30"/>
                      </a:cubicBezTo>
                      <a:cubicBezTo>
                        <a:pt x="170" y="30"/>
                        <a:pt x="171" y="31"/>
                        <a:pt x="171" y="32"/>
                      </a:cubicBezTo>
                      <a:cubicBezTo>
                        <a:pt x="171" y="32"/>
                        <a:pt x="171" y="34"/>
                        <a:pt x="170" y="34"/>
                      </a:cubicBezTo>
                      <a:cubicBezTo>
                        <a:pt x="170" y="35"/>
                        <a:pt x="169" y="36"/>
                        <a:pt x="169" y="36"/>
                      </a:cubicBezTo>
                      <a:cubicBezTo>
                        <a:pt x="168" y="36"/>
                        <a:pt x="168" y="36"/>
                        <a:pt x="167" y="36"/>
                      </a:cubicBezTo>
                      <a:cubicBezTo>
                        <a:pt x="167" y="37"/>
                        <a:pt x="167" y="37"/>
                        <a:pt x="167" y="37"/>
                      </a:cubicBezTo>
                      <a:cubicBezTo>
                        <a:pt x="166" y="37"/>
                        <a:pt x="166" y="37"/>
                        <a:pt x="165" y="37"/>
                      </a:cubicBezTo>
                      <a:cubicBezTo>
                        <a:pt x="164" y="38"/>
                        <a:pt x="165" y="39"/>
                        <a:pt x="164" y="40"/>
                      </a:cubicBezTo>
                      <a:cubicBezTo>
                        <a:pt x="164" y="42"/>
                        <a:pt x="162" y="43"/>
                        <a:pt x="161" y="41"/>
                      </a:cubicBezTo>
                      <a:cubicBezTo>
                        <a:pt x="161" y="40"/>
                        <a:pt x="162" y="38"/>
                        <a:pt x="163" y="37"/>
                      </a:cubicBezTo>
                      <a:cubicBezTo>
                        <a:pt x="163" y="37"/>
                        <a:pt x="164" y="36"/>
                        <a:pt x="164" y="35"/>
                      </a:cubicBezTo>
                      <a:cubicBezTo>
                        <a:pt x="165" y="34"/>
                        <a:pt x="165" y="33"/>
                        <a:pt x="164" y="33"/>
                      </a:cubicBezTo>
                      <a:cubicBezTo>
                        <a:pt x="164" y="32"/>
                        <a:pt x="164" y="31"/>
                        <a:pt x="164" y="30"/>
                      </a:cubicBezTo>
                      <a:cubicBezTo>
                        <a:pt x="163" y="30"/>
                        <a:pt x="162" y="29"/>
                        <a:pt x="162" y="29"/>
                      </a:cubicBezTo>
                      <a:cubicBezTo>
                        <a:pt x="161" y="28"/>
                        <a:pt x="160" y="28"/>
                        <a:pt x="159" y="27"/>
                      </a:cubicBezTo>
                      <a:cubicBezTo>
                        <a:pt x="159" y="27"/>
                        <a:pt x="159" y="27"/>
                        <a:pt x="158" y="27"/>
                      </a:cubicBezTo>
                      <a:cubicBezTo>
                        <a:pt x="158" y="26"/>
                        <a:pt x="158" y="26"/>
                        <a:pt x="158" y="26"/>
                      </a:cubicBezTo>
                      <a:cubicBezTo>
                        <a:pt x="157" y="25"/>
                        <a:pt x="157" y="25"/>
                        <a:pt x="156" y="24"/>
                      </a:cubicBezTo>
                      <a:cubicBezTo>
                        <a:pt x="156" y="24"/>
                        <a:pt x="156" y="24"/>
                        <a:pt x="156" y="23"/>
                      </a:cubicBezTo>
                      <a:cubicBezTo>
                        <a:pt x="155" y="23"/>
                        <a:pt x="155" y="22"/>
                        <a:pt x="155" y="22"/>
                      </a:cubicBezTo>
                      <a:cubicBezTo>
                        <a:pt x="154" y="22"/>
                        <a:pt x="154" y="22"/>
                        <a:pt x="153" y="22"/>
                      </a:cubicBezTo>
                      <a:cubicBezTo>
                        <a:pt x="153" y="23"/>
                        <a:pt x="152" y="23"/>
                        <a:pt x="152" y="24"/>
                      </a:cubicBezTo>
                      <a:cubicBezTo>
                        <a:pt x="151" y="25"/>
                        <a:pt x="151" y="25"/>
                        <a:pt x="150" y="25"/>
                      </a:cubicBezTo>
                      <a:cubicBezTo>
                        <a:pt x="149" y="25"/>
                        <a:pt x="149" y="25"/>
                        <a:pt x="148" y="25"/>
                      </a:cubicBezTo>
                      <a:cubicBezTo>
                        <a:pt x="147" y="25"/>
                        <a:pt x="146" y="25"/>
                        <a:pt x="145" y="27"/>
                      </a:cubicBezTo>
                      <a:cubicBezTo>
                        <a:pt x="145" y="27"/>
                        <a:pt x="145" y="28"/>
                        <a:pt x="144" y="28"/>
                      </a:cubicBezTo>
                      <a:cubicBezTo>
                        <a:pt x="144" y="29"/>
                        <a:pt x="143" y="29"/>
                        <a:pt x="143" y="29"/>
                      </a:cubicBezTo>
                      <a:cubicBezTo>
                        <a:pt x="142" y="30"/>
                        <a:pt x="142" y="31"/>
                        <a:pt x="142" y="31"/>
                      </a:cubicBezTo>
                      <a:cubicBezTo>
                        <a:pt x="142" y="32"/>
                        <a:pt x="142" y="33"/>
                        <a:pt x="142" y="34"/>
                      </a:cubicBezTo>
                      <a:cubicBezTo>
                        <a:pt x="141" y="35"/>
                        <a:pt x="142" y="35"/>
                        <a:pt x="142" y="36"/>
                      </a:cubicBezTo>
                      <a:cubicBezTo>
                        <a:pt x="141" y="37"/>
                        <a:pt x="141" y="37"/>
                        <a:pt x="141" y="38"/>
                      </a:cubicBezTo>
                      <a:cubicBezTo>
                        <a:pt x="141" y="39"/>
                        <a:pt x="141" y="40"/>
                        <a:pt x="141" y="41"/>
                      </a:cubicBezTo>
                      <a:cubicBezTo>
                        <a:pt x="141" y="41"/>
                        <a:pt x="141" y="41"/>
                        <a:pt x="141" y="42"/>
                      </a:cubicBezTo>
                      <a:cubicBezTo>
                        <a:pt x="141" y="42"/>
                        <a:pt x="141" y="42"/>
                        <a:pt x="141" y="43"/>
                      </a:cubicBezTo>
                      <a:cubicBezTo>
                        <a:pt x="141" y="43"/>
                        <a:pt x="141" y="43"/>
                        <a:pt x="141" y="44"/>
                      </a:cubicBezTo>
                      <a:cubicBezTo>
                        <a:pt x="141" y="44"/>
                        <a:pt x="141" y="44"/>
                        <a:pt x="140" y="44"/>
                      </a:cubicBezTo>
                      <a:cubicBezTo>
                        <a:pt x="140" y="45"/>
                        <a:pt x="139" y="45"/>
                        <a:pt x="139" y="45"/>
                      </a:cubicBezTo>
                      <a:cubicBezTo>
                        <a:pt x="138" y="45"/>
                        <a:pt x="137" y="46"/>
                        <a:pt x="137" y="48"/>
                      </a:cubicBezTo>
                      <a:cubicBezTo>
                        <a:pt x="137" y="48"/>
                        <a:pt x="137" y="49"/>
                        <a:pt x="136" y="49"/>
                      </a:cubicBezTo>
                      <a:cubicBezTo>
                        <a:pt x="136" y="50"/>
                        <a:pt x="136" y="50"/>
                        <a:pt x="136" y="50"/>
                      </a:cubicBezTo>
                      <a:cubicBezTo>
                        <a:pt x="136" y="50"/>
                        <a:pt x="136" y="50"/>
                        <a:pt x="135" y="50"/>
                      </a:cubicBezTo>
                      <a:cubicBezTo>
                        <a:pt x="135" y="51"/>
                        <a:pt x="135" y="51"/>
                        <a:pt x="135" y="50"/>
                      </a:cubicBezTo>
                      <a:cubicBezTo>
                        <a:pt x="134" y="50"/>
                        <a:pt x="134" y="50"/>
                        <a:pt x="133" y="49"/>
                      </a:cubicBezTo>
                      <a:cubicBezTo>
                        <a:pt x="133" y="49"/>
                        <a:pt x="132" y="49"/>
                        <a:pt x="132" y="48"/>
                      </a:cubicBezTo>
                      <a:cubicBezTo>
                        <a:pt x="131" y="48"/>
                        <a:pt x="131" y="48"/>
                        <a:pt x="130" y="47"/>
                      </a:cubicBezTo>
                      <a:cubicBezTo>
                        <a:pt x="130" y="47"/>
                        <a:pt x="129" y="47"/>
                        <a:pt x="128" y="47"/>
                      </a:cubicBezTo>
                      <a:cubicBezTo>
                        <a:pt x="128" y="47"/>
                        <a:pt x="128" y="47"/>
                        <a:pt x="127" y="47"/>
                      </a:cubicBezTo>
                      <a:cubicBezTo>
                        <a:pt x="127" y="48"/>
                        <a:pt x="127" y="48"/>
                        <a:pt x="126" y="49"/>
                      </a:cubicBezTo>
                      <a:cubicBezTo>
                        <a:pt x="125" y="49"/>
                        <a:pt x="125" y="49"/>
                        <a:pt x="124" y="49"/>
                      </a:cubicBezTo>
                      <a:cubicBezTo>
                        <a:pt x="124" y="50"/>
                        <a:pt x="123" y="50"/>
                        <a:pt x="123" y="49"/>
                      </a:cubicBezTo>
                      <a:cubicBezTo>
                        <a:pt x="122" y="49"/>
                        <a:pt x="122" y="49"/>
                        <a:pt x="122" y="49"/>
                      </a:cubicBezTo>
                      <a:cubicBezTo>
                        <a:pt x="121" y="49"/>
                        <a:pt x="121" y="49"/>
                        <a:pt x="120" y="48"/>
                      </a:cubicBezTo>
                      <a:cubicBezTo>
                        <a:pt x="119" y="48"/>
                        <a:pt x="119" y="48"/>
                        <a:pt x="118" y="48"/>
                      </a:cubicBezTo>
                      <a:cubicBezTo>
                        <a:pt x="118" y="47"/>
                        <a:pt x="118" y="46"/>
                        <a:pt x="117" y="45"/>
                      </a:cubicBezTo>
                      <a:cubicBezTo>
                        <a:pt x="117" y="44"/>
                        <a:pt x="117" y="44"/>
                        <a:pt x="117" y="43"/>
                      </a:cubicBezTo>
                      <a:cubicBezTo>
                        <a:pt x="116" y="43"/>
                        <a:pt x="116" y="43"/>
                        <a:pt x="116" y="42"/>
                      </a:cubicBezTo>
                      <a:cubicBezTo>
                        <a:pt x="115" y="41"/>
                        <a:pt x="114" y="40"/>
                        <a:pt x="114" y="39"/>
                      </a:cubicBezTo>
                      <a:cubicBezTo>
                        <a:pt x="113" y="39"/>
                        <a:pt x="113" y="38"/>
                        <a:pt x="113" y="38"/>
                      </a:cubicBezTo>
                      <a:cubicBezTo>
                        <a:pt x="113" y="38"/>
                        <a:pt x="112" y="38"/>
                        <a:pt x="112" y="38"/>
                      </a:cubicBezTo>
                      <a:cubicBezTo>
                        <a:pt x="112" y="37"/>
                        <a:pt x="111" y="37"/>
                        <a:pt x="111" y="37"/>
                      </a:cubicBezTo>
                      <a:cubicBezTo>
                        <a:pt x="110" y="38"/>
                        <a:pt x="110" y="38"/>
                        <a:pt x="109" y="39"/>
                      </a:cubicBezTo>
                      <a:cubicBezTo>
                        <a:pt x="109" y="39"/>
                        <a:pt x="110" y="40"/>
                        <a:pt x="110" y="41"/>
                      </a:cubicBezTo>
                      <a:cubicBezTo>
                        <a:pt x="110" y="42"/>
                        <a:pt x="109" y="42"/>
                        <a:pt x="108" y="41"/>
                      </a:cubicBezTo>
                      <a:cubicBezTo>
                        <a:pt x="108" y="41"/>
                        <a:pt x="107" y="41"/>
                        <a:pt x="107" y="41"/>
                      </a:cubicBezTo>
                      <a:cubicBezTo>
                        <a:pt x="106" y="41"/>
                        <a:pt x="106" y="42"/>
                        <a:pt x="106" y="42"/>
                      </a:cubicBezTo>
                      <a:cubicBezTo>
                        <a:pt x="106" y="42"/>
                        <a:pt x="106" y="42"/>
                        <a:pt x="106" y="42"/>
                      </a:cubicBezTo>
                      <a:close/>
                      <a:moveTo>
                        <a:pt x="21" y="136"/>
                      </a:moveTo>
                      <a:cubicBezTo>
                        <a:pt x="21" y="136"/>
                        <a:pt x="21" y="136"/>
                        <a:pt x="20" y="136"/>
                      </a:cubicBezTo>
                      <a:cubicBezTo>
                        <a:pt x="20" y="136"/>
                        <a:pt x="20" y="136"/>
                        <a:pt x="20" y="137"/>
                      </a:cubicBezTo>
                      <a:cubicBezTo>
                        <a:pt x="20" y="137"/>
                        <a:pt x="20" y="137"/>
                        <a:pt x="20" y="137"/>
                      </a:cubicBezTo>
                      <a:cubicBezTo>
                        <a:pt x="20" y="137"/>
                        <a:pt x="21" y="138"/>
                        <a:pt x="21" y="138"/>
                      </a:cubicBezTo>
                      <a:cubicBezTo>
                        <a:pt x="21" y="138"/>
                        <a:pt x="22" y="138"/>
                        <a:pt x="22" y="137"/>
                      </a:cubicBezTo>
                      <a:cubicBezTo>
                        <a:pt x="22" y="137"/>
                        <a:pt x="22" y="136"/>
                        <a:pt x="22" y="136"/>
                      </a:cubicBezTo>
                      <a:cubicBezTo>
                        <a:pt x="22" y="136"/>
                        <a:pt x="22" y="135"/>
                        <a:pt x="21" y="136"/>
                      </a:cubicBezTo>
                      <a:close/>
                      <a:moveTo>
                        <a:pt x="24" y="134"/>
                      </a:moveTo>
                      <a:cubicBezTo>
                        <a:pt x="24" y="135"/>
                        <a:pt x="22" y="136"/>
                        <a:pt x="23" y="136"/>
                      </a:cubicBezTo>
                      <a:cubicBezTo>
                        <a:pt x="24" y="137"/>
                        <a:pt x="24" y="136"/>
                        <a:pt x="25" y="136"/>
                      </a:cubicBezTo>
                      <a:cubicBezTo>
                        <a:pt x="26" y="136"/>
                        <a:pt x="26" y="136"/>
                        <a:pt x="27" y="135"/>
                      </a:cubicBezTo>
                      <a:cubicBezTo>
                        <a:pt x="27" y="135"/>
                        <a:pt x="28" y="135"/>
                        <a:pt x="29" y="134"/>
                      </a:cubicBezTo>
                      <a:cubicBezTo>
                        <a:pt x="29" y="134"/>
                        <a:pt x="28" y="134"/>
                        <a:pt x="28" y="134"/>
                      </a:cubicBezTo>
                      <a:cubicBezTo>
                        <a:pt x="28" y="133"/>
                        <a:pt x="28" y="133"/>
                        <a:pt x="27" y="133"/>
                      </a:cubicBezTo>
                      <a:cubicBezTo>
                        <a:pt x="27" y="133"/>
                        <a:pt x="25" y="133"/>
                        <a:pt x="25" y="133"/>
                      </a:cubicBezTo>
                      <a:cubicBezTo>
                        <a:pt x="25" y="134"/>
                        <a:pt x="25" y="134"/>
                        <a:pt x="25" y="134"/>
                      </a:cubicBezTo>
                      <a:cubicBezTo>
                        <a:pt x="25" y="135"/>
                        <a:pt x="24" y="134"/>
                        <a:pt x="24" y="134"/>
                      </a:cubicBezTo>
                      <a:cubicBezTo>
                        <a:pt x="24" y="135"/>
                        <a:pt x="24" y="134"/>
                        <a:pt x="24" y="134"/>
                      </a:cubicBezTo>
                      <a:close/>
                      <a:moveTo>
                        <a:pt x="26" y="131"/>
                      </a:moveTo>
                      <a:cubicBezTo>
                        <a:pt x="25" y="132"/>
                        <a:pt x="24" y="132"/>
                        <a:pt x="24" y="132"/>
                      </a:cubicBezTo>
                      <a:cubicBezTo>
                        <a:pt x="23" y="132"/>
                        <a:pt x="23" y="132"/>
                        <a:pt x="23" y="132"/>
                      </a:cubicBezTo>
                      <a:cubicBezTo>
                        <a:pt x="24" y="132"/>
                        <a:pt x="24" y="132"/>
                        <a:pt x="25" y="132"/>
                      </a:cubicBezTo>
                      <a:cubicBezTo>
                        <a:pt x="25" y="132"/>
                        <a:pt x="25" y="132"/>
                        <a:pt x="25" y="132"/>
                      </a:cubicBezTo>
                      <a:cubicBezTo>
                        <a:pt x="27" y="133"/>
                        <a:pt x="26" y="131"/>
                        <a:pt x="27" y="130"/>
                      </a:cubicBezTo>
                      <a:cubicBezTo>
                        <a:pt x="26" y="131"/>
                        <a:pt x="26" y="131"/>
                        <a:pt x="26" y="131"/>
                      </a:cubicBezTo>
                      <a:close/>
                      <a:moveTo>
                        <a:pt x="69" y="62"/>
                      </a:moveTo>
                      <a:cubicBezTo>
                        <a:pt x="69" y="62"/>
                        <a:pt x="69" y="61"/>
                        <a:pt x="68" y="62"/>
                      </a:cubicBezTo>
                      <a:cubicBezTo>
                        <a:pt x="68" y="62"/>
                        <a:pt x="68" y="62"/>
                        <a:pt x="68" y="62"/>
                      </a:cubicBezTo>
                      <a:cubicBezTo>
                        <a:pt x="69" y="63"/>
                        <a:pt x="70" y="62"/>
                        <a:pt x="69" y="62"/>
                      </a:cubicBezTo>
                      <a:moveTo>
                        <a:pt x="70" y="61"/>
                      </a:moveTo>
                      <a:cubicBezTo>
                        <a:pt x="71" y="61"/>
                        <a:pt x="71" y="61"/>
                        <a:pt x="71" y="60"/>
                      </a:cubicBezTo>
                      <a:cubicBezTo>
                        <a:pt x="72" y="60"/>
                        <a:pt x="72" y="60"/>
                        <a:pt x="73" y="60"/>
                      </a:cubicBezTo>
                      <a:cubicBezTo>
                        <a:pt x="73" y="59"/>
                        <a:pt x="73" y="58"/>
                        <a:pt x="72" y="58"/>
                      </a:cubicBezTo>
                      <a:cubicBezTo>
                        <a:pt x="72" y="59"/>
                        <a:pt x="72" y="59"/>
                        <a:pt x="72" y="59"/>
                      </a:cubicBezTo>
                      <a:cubicBezTo>
                        <a:pt x="72" y="59"/>
                        <a:pt x="72" y="59"/>
                        <a:pt x="71" y="59"/>
                      </a:cubicBezTo>
                      <a:cubicBezTo>
                        <a:pt x="71" y="59"/>
                        <a:pt x="71" y="59"/>
                        <a:pt x="71" y="59"/>
                      </a:cubicBezTo>
                      <a:cubicBezTo>
                        <a:pt x="71" y="59"/>
                        <a:pt x="71" y="60"/>
                        <a:pt x="71" y="60"/>
                      </a:cubicBezTo>
                      <a:cubicBezTo>
                        <a:pt x="70" y="60"/>
                        <a:pt x="70" y="61"/>
                        <a:pt x="70" y="61"/>
                      </a:cubicBezTo>
                      <a:cubicBezTo>
                        <a:pt x="71" y="61"/>
                        <a:pt x="70" y="61"/>
                        <a:pt x="70" y="61"/>
                      </a:cubicBezTo>
                      <a:close/>
                      <a:moveTo>
                        <a:pt x="73" y="60"/>
                      </a:moveTo>
                      <a:cubicBezTo>
                        <a:pt x="73" y="60"/>
                        <a:pt x="72" y="61"/>
                        <a:pt x="73" y="61"/>
                      </a:cubicBezTo>
                      <a:cubicBezTo>
                        <a:pt x="73" y="61"/>
                        <a:pt x="74" y="61"/>
                        <a:pt x="74" y="60"/>
                      </a:cubicBezTo>
                      <a:cubicBezTo>
                        <a:pt x="74" y="60"/>
                        <a:pt x="74" y="60"/>
                        <a:pt x="74" y="60"/>
                      </a:cubicBezTo>
                      <a:cubicBezTo>
                        <a:pt x="74" y="61"/>
                        <a:pt x="75" y="61"/>
                        <a:pt x="75" y="60"/>
                      </a:cubicBezTo>
                      <a:cubicBezTo>
                        <a:pt x="76" y="60"/>
                        <a:pt x="76" y="60"/>
                        <a:pt x="76" y="59"/>
                      </a:cubicBezTo>
                      <a:cubicBezTo>
                        <a:pt x="76" y="59"/>
                        <a:pt x="76" y="59"/>
                        <a:pt x="75" y="58"/>
                      </a:cubicBezTo>
                      <a:cubicBezTo>
                        <a:pt x="75" y="58"/>
                        <a:pt x="75" y="58"/>
                        <a:pt x="75" y="57"/>
                      </a:cubicBezTo>
                      <a:cubicBezTo>
                        <a:pt x="75" y="57"/>
                        <a:pt x="75" y="57"/>
                        <a:pt x="75" y="57"/>
                      </a:cubicBezTo>
                      <a:cubicBezTo>
                        <a:pt x="74" y="57"/>
                        <a:pt x="75" y="57"/>
                        <a:pt x="74" y="58"/>
                      </a:cubicBezTo>
                      <a:cubicBezTo>
                        <a:pt x="74" y="58"/>
                        <a:pt x="74" y="58"/>
                        <a:pt x="74" y="58"/>
                      </a:cubicBezTo>
                      <a:cubicBezTo>
                        <a:pt x="74" y="58"/>
                        <a:pt x="74" y="58"/>
                        <a:pt x="74" y="58"/>
                      </a:cubicBezTo>
                      <a:cubicBezTo>
                        <a:pt x="74" y="59"/>
                        <a:pt x="74" y="59"/>
                        <a:pt x="74" y="59"/>
                      </a:cubicBezTo>
                      <a:cubicBezTo>
                        <a:pt x="74" y="59"/>
                        <a:pt x="74" y="59"/>
                        <a:pt x="74" y="59"/>
                      </a:cubicBezTo>
                      <a:cubicBezTo>
                        <a:pt x="73" y="60"/>
                        <a:pt x="73" y="60"/>
                        <a:pt x="73" y="60"/>
                      </a:cubicBezTo>
                      <a:close/>
                      <a:moveTo>
                        <a:pt x="54" y="63"/>
                      </a:moveTo>
                      <a:cubicBezTo>
                        <a:pt x="53" y="64"/>
                        <a:pt x="54" y="64"/>
                        <a:pt x="55" y="64"/>
                      </a:cubicBezTo>
                      <a:cubicBezTo>
                        <a:pt x="55" y="63"/>
                        <a:pt x="55" y="63"/>
                        <a:pt x="55" y="62"/>
                      </a:cubicBezTo>
                      <a:cubicBezTo>
                        <a:pt x="55" y="62"/>
                        <a:pt x="54" y="62"/>
                        <a:pt x="54" y="62"/>
                      </a:cubicBezTo>
                      <a:cubicBezTo>
                        <a:pt x="54" y="62"/>
                        <a:pt x="54" y="63"/>
                        <a:pt x="54" y="63"/>
                      </a:cubicBezTo>
                      <a:cubicBezTo>
                        <a:pt x="54" y="63"/>
                        <a:pt x="54" y="63"/>
                        <a:pt x="54" y="63"/>
                      </a:cubicBezTo>
                      <a:close/>
                      <a:moveTo>
                        <a:pt x="55" y="60"/>
                      </a:moveTo>
                      <a:cubicBezTo>
                        <a:pt x="55" y="60"/>
                        <a:pt x="56" y="60"/>
                        <a:pt x="56" y="59"/>
                      </a:cubicBezTo>
                      <a:cubicBezTo>
                        <a:pt x="55" y="59"/>
                        <a:pt x="55" y="60"/>
                        <a:pt x="55" y="60"/>
                      </a:cubicBezTo>
                      <a:cubicBezTo>
                        <a:pt x="55" y="61"/>
                        <a:pt x="55" y="62"/>
                        <a:pt x="55" y="62"/>
                      </a:cubicBezTo>
                      <a:cubicBezTo>
                        <a:pt x="56" y="62"/>
                        <a:pt x="56" y="61"/>
                        <a:pt x="55" y="60"/>
                      </a:cubicBezTo>
                      <a:cubicBezTo>
                        <a:pt x="55" y="60"/>
                        <a:pt x="56" y="61"/>
                        <a:pt x="55" y="60"/>
                      </a:cubicBezTo>
                      <a:close/>
                      <a:moveTo>
                        <a:pt x="56" y="60"/>
                      </a:moveTo>
                      <a:cubicBezTo>
                        <a:pt x="56" y="61"/>
                        <a:pt x="56" y="61"/>
                        <a:pt x="57" y="61"/>
                      </a:cubicBezTo>
                      <a:cubicBezTo>
                        <a:pt x="57" y="61"/>
                        <a:pt x="57" y="61"/>
                        <a:pt x="57" y="60"/>
                      </a:cubicBezTo>
                      <a:cubicBezTo>
                        <a:pt x="58" y="60"/>
                        <a:pt x="58" y="59"/>
                        <a:pt x="58" y="59"/>
                      </a:cubicBezTo>
                      <a:cubicBezTo>
                        <a:pt x="58" y="59"/>
                        <a:pt x="57" y="58"/>
                        <a:pt x="57" y="58"/>
                      </a:cubicBezTo>
                      <a:cubicBezTo>
                        <a:pt x="57" y="59"/>
                        <a:pt x="57" y="60"/>
                        <a:pt x="56" y="60"/>
                      </a:cubicBezTo>
                      <a:cubicBezTo>
                        <a:pt x="56" y="61"/>
                        <a:pt x="56" y="60"/>
                        <a:pt x="56" y="60"/>
                      </a:cubicBezTo>
                      <a:close/>
                      <a:moveTo>
                        <a:pt x="59" y="60"/>
                      </a:moveTo>
                      <a:cubicBezTo>
                        <a:pt x="58" y="59"/>
                        <a:pt x="59" y="60"/>
                        <a:pt x="59" y="60"/>
                      </a:cubicBezTo>
                      <a:cubicBezTo>
                        <a:pt x="59" y="60"/>
                        <a:pt x="59" y="60"/>
                        <a:pt x="60" y="60"/>
                      </a:cubicBezTo>
                      <a:cubicBezTo>
                        <a:pt x="60" y="60"/>
                        <a:pt x="60" y="59"/>
                        <a:pt x="60" y="59"/>
                      </a:cubicBezTo>
                      <a:cubicBezTo>
                        <a:pt x="60" y="60"/>
                        <a:pt x="61" y="59"/>
                        <a:pt x="61" y="59"/>
                      </a:cubicBezTo>
                      <a:cubicBezTo>
                        <a:pt x="61" y="59"/>
                        <a:pt x="61" y="58"/>
                        <a:pt x="61" y="58"/>
                      </a:cubicBezTo>
                      <a:cubicBezTo>
                        <a:pt x="61" y="58"/>
                        <a:pt x="61" y="58"/>
                        <a:pt x="61" y="58"/>
                      </a:cubicBezTo>
                      <a:cubicBezTo>
                        <a:pt x="62" y="58"/>
                        <a:pt x="62" y="57"/>
                        <a:pt x="62" y="57"/>
                      </a:cubicBezTo>
                      <a:cubicBezTo>
                        <a:pt x="63" y="56"/>
                        <a:pt x="62" y="57"/>
                        <a:pt x="62" y="57"/>
                      </a:cubicBezTo>
                      <a:cubicBezTo>
                        <a:pt x="61" y="57"/>
                        <a:pt x="61" y="56"/>
                        <a:pt x="61" y="56"/>
                      </a:cubicBezTo>
                      <a:cubicBezTo>
                        <a:pt x="60" y="56"/>
                        <a:pt x="60" y="56"/>
                        <a:pt x="60" y="56"/>
                      </a:cubicBezTo>
                      <a:cubicBezTo>
                        <a:pt x="60" y="56"/>
                        <a:pt x="59" y="56"/>
                        <a:pt x="59" y="56"/>
                      </a:cubicBezTo>
                      <a:cubicBezTo>
                        <a:pt x="59" y="57"/>
                        <a:pt x="58" y="57"/>
                        <a:pt x="59" y="57"/>
                      </a:cubicBezTo>
                      <a:cubicBezTo>
                        <a:pt x="59" y="57"/>
                        <a:pt x="58" y="57"/>
                        <a:pt x="58" y="58"/>
                      </a:cubicBezTo>
                      <a:cubicBezTo>
                        <a:pt x="58" y="58"/>
                        <a:pt x="58" y="59"/>
                        <a:pt x="59" y="60"/>
                      </a:cubicBezTo>
                      <a:cubicBezTo>
                        <a:pt x="58" y="59"/>
                        <a:pt x="58" y="59"/>
                        <a:pt x="59" y="60"/>
                      </a:cubicBezTo>
                      <a:close/>
                      <a:moveTo>
                        <a:pt x="64" y="57"/>
                      </a:moveTo>
                      <a:cubicBezTo>
                        <a:pt x="64" y="57"/>
                        <a:pt x="63" y="57"/>
                        <a:pt x="63" y="58"/>
                      </a:cubicBezTo>
                      <a:cubicBezTo>
                        <a:pt x="63" y="58"/>
                        <a:pt x="64" y="58"/>
                        <a:pt x="64" y="58"/>
                      </a:cubicBezTo>
                      <a:cubicBezTo>
                        <a:pt x="64" y="58"/>
                        <a:pt x="65" y="57"/>
                        <a:pt x="65" y="57"/>
                      </a:cubicBezTo>
                      <a:cubicBezTo>
                        <a:pt x="66" y="57"/>
                        <a:pt x="66" y="57"/>
                        <a:pt x="66" y="56"/>
                      </a:cubicBezTo>
                      <a:cubicBezTo>
                        <a:pt x="66" y="55"/>
                        <a:pt x="67" y="55"/>
                        <a:pt x="67" y="54"/>
                      </a:cubicBezTo>
                      <a:cubicBezTo>
                        <a:pt x="67" y="54"/>
                        <a:pt x="67" y="53"/>
                        <a:pt x="67" y="53"/>
                      </a:cubicBezTo>
                      <a:cubicBezTo>
                        <a:pt x="66" y="53"/>
                        <a:pt x="66" y="54"/>
                        <a:pt x="66" y="54"/>
                      </a:cubicBezTo>
                      <a:cubicBezTo>
                        <a:pt x="66" y="54"/>
                        <a:pt x="66" y="53"/>
                        <a:pt x="65" y="53"/>
                      </a:cubicBezTo>
                      <a:cubicBezTo>
                        <a:pt x="65" y="54"/>
                        <a:pt x="65" y="54"/>
                        <a:pt x="65" y="55"/>
                      </a:cubicBezTo>
                      <a:cubicBezTo>
                        <a:pt x="65" y="55"/>
                        <a:pt x="64" y="54"/>
                        <a:pt x="64" y="55"/>
                      </a:cubicBezTo>
                      <a:cubicBezTo>
                        <a:pt x="64" y="55"/>
                        <a:pt x="65" y="55"/>
                        <a:pt x="64" y="56"/>
                      </a:cubicBezTo>
                      <a:cubicBezTo>
                        <a:pt x="64" y="56"/>
                        <a:pt x="64" y="55"/>
                        <a:pt x="64" y="56"/>
                      </a:cubicBezTo>
                      <a:cubicBezTo>
                        <a:pt x="63" y="56"/>
                        <a:pt x="64" y="57"/>
                        <a:pt x="64" y="57"/>
                      </a:cubicBezTo>
                      <a:cubicBezTo>
                        <a:pt x="64" y="57"/>
                        <a:pt x="64" y="57"/>
                        <a:pt x="64" y="57"/>
                      </a:cubicBezTo>
                      <a:close/>
                      <a:moveTo>
                        <a:pt x="67" y="56"/>
                      </a:moveTo>
                      <a:cubicBezTo>
                        <a:pt x="67" y="56"/>
                        <a:pt x="68" y="55"/>
                        <a:pt x="68" y="55"/>
                      </a:cubicBezTo>
                      <a:cubicBezTo>
                        <a:pt x="68" y="54"/>
                        <a:pt x="68" y="54"/>
                        <a:pt x="69" y="54"/>
                      </a:cubicBezTo>
                      <a:cubicBezTo>
                        <a:pt x="69" y="53"/>
                        <a:pt x="69" y="53"/>
                        <a:pt x="68" y="53"/>
                      </a:cubicBezTo>
                      <a:cubicBezTo>
                        <a:pt x="67" y="53"/>
                        <a:pt x="68" y="54"/>
                        <a:pt x="67" y="55"/>
                      </a:cubicBezTo>
                      <a:cubicBezTo>
                        <a:pt x="67" y="55"/>
                        <a:pt x="66" y="56"/>
                        <a:pt x="67" y="56"/>
                      </a:cubicBezTo>
                      <a:cubicBezTo>
                        <a:pt x="67" y="56"/>
                        <a:pt x="67" y="56"/>
                        <a:pt x="67" y="56"/>
                      </a:cubicBezTo>
                      <a:cubicBezTo>
                        <a:pt x="67" y="56"/>
                        <a:pt x="67" y="56"/>
                        <a:pt x="67" y="56"/>
                      </a:cubicBezTo>
                      <a:close/>
                      <a:moveTo>
                        <a:pt x="67" y="49"/>
                      </a:moveTo>
                      <a:cubicBezTo>
                        <a:pt x="67" y="49"/>
                        <a:pt x="68" y="49"/>
                        <a:pt x="68" y="48"/>
                      </a:cubicBezTo>
                      <a:cubicBezTo>
                        <a:pt x="68" y="48"/>
                        <a:pt x="68" y="48"/>
                        <a:pt x="69" y="48"/>
                      </a:cubicBezTo>
                      <a:cubicBezTo>
                        <a:pt x="69" y="47"/>
                        <a:pt x="70" y="48"/>
                        <a:pt x="70" y="48"/>
                      </a:cubicBezTo>
                      <a:cubicBezTo>
                        <a:pt x="69" y="48"/>
                        <a:pt x="68" y="49"/>
                        <a:pt x="68" y="49"/>
                      </a:cubicBezTo>
                      <a:cubicBezTo>
                        <a:pt x="67" y="49"/>
                        <a:pt x="67" y="49"/>
                        <a:pt x="67" y="50"/>
                      </a:cubicBezTo>
                      <a:cubicBezTo>
                        <a:pt x="68" y="51"/>
                        <a:pt x="70" y="50"/>
                        <a:pt x="70" y="50"/>
                      </a:cubicBezTo>
                      <a:cubicBezTo>
                        <a:pt x="71" y="49"/>
                        <a:pt x="71" y="49"/>
                        <a:pt x="71" y="48"/>
                      </a:cubicBezTo>
                      <a:cubicBezTo>
                        <a:pt x="71" y="47"/>
                        <a:pt x="70" y="47"/>
                        <a:pt x="70" y="47"/>
                      </a:cubicBezTo>
                      <a:cubicBezTo>
                        <a:pt x="70" y="47"/>
                        <a:pt x="71" y="47"/>
                        <a:pt x="71" y="46"/>
                      </a:cubicBezTo>
                      <a:cubicBezTo>
                        <a:pt x="71" y="46"/>
                        <a:pt x="71" y="46"/>
                        <a:pt x="71" y="46"/>
                      </a:cubicBezTo>
                      <a:cubicBezTo>
                        <a:pt x="70" y="46"/>
                        <a:pt x="70" y="46"/>
                        <a:pt x="70" y="46"/>
                      </a:cubicBezTo>
                      <a:cubicBezTo>
                        <a:pt x="70" y="45"/>
                        <a:pt x="70" y="45"/>
                        <a:pt x="70" y="45"/>
                      </a:cubicBezTo>
                      <a:cubicBezTo>
                        <a:pt x="69" y="46"/>
                        <a:pt x="70" y="42"/>
                        <a:pt x="69" y="43"/>
                      </a:cubicBezTo>
                      <a:cubicBezTo>
                        <a:pt x="68" y="43"/>
                        <a:pt x="69" y="44"/>
                        <a:pt x="69" y="44"/>
                      </a:cubicBezTo>
                      <a:cubicBezTo>
                        <a:pt x="69" y="45"/>
                        <a:pt x="69" y="45"/>
                        <a:pt x="69" y="45"/>
                      </a:cubicBezTo>
                      <a:cubicBezTo>
                        <a:pt x="69" y="45"/>
                        <a:pt x="69" y="46"/>
                        <a:pt x="69" y="46"/>
                      </a:cubicBezTo>
                      <a:cubicBezTo>
                        <a:pt x="69" y="46"/>
                        <a:pt x="69" y="46"/>
                        <a:pt x="69" y="46"/>
                      </a:cubicBezTo>
                      <a:cubicBezTo>
                        <a:pt x="68" y="46"/>
                        <a:pt x="68" y="46"/>
                        <a:pt x="68" y="46"/>
                      </a:cubicBezTo>
                      <a:cubicBezTo>
                        <a:pt x="68" y="45"/>
                        <a:pt x="68" y="44"/>
                        <a:pt x="68" y="44"/>
                      </a:cubicBezTo>
                      <a:cubicBezTo>
                        <a:pt x="67" y="44"/>
                        <a:pt x="67" y="45"/>
                        <a:pt x="68" y="45"/>
                      </a:cubicBezTo>
                      <a:cubicBezTo>
                        <a:pt x="68" y="45"/>
                        <a:pt x="68" y="45"/>
                        <a:pt x="68" y="45"/>
                      </a:cubicBezTo>
                      <a:cubicBezTo>
                        <a:pt x="68" y="46"/>
                        <a:pt x="68" y="46"/>
                        <a:pt x="68" y="46"/>
                      </a:cubicBezTo>
                      <a:cubicBezTo>
                        <a:pt x="68" y="46"/>
                        <a:pt x="68" y="47"/>
                        <a:pt x="68" y="47"/>
                      </a:cubicBezTo>
                      <a:cubicBezTo>
                        <a:pt x="67" y="47"/>
                        <a:pt x="67" y="47"/>
                        <a:pt x="67" y="46"/>
                      </a:cubicBezTo>
                      <a:cubicBezTo>
                        <a:pt x="67" y="47"/>
                        <a:pt x="67" y="47"/>
                        <a:pt x="66" y="47"/>
                      </a:cubicBezTo>
                      <a:cubicBezTo>
                        <a:pt x="66" y="47"/>
                        <a:pt x="66" y="46"/>
                        <a:pt x="66" y="46"/>
                      </a:cubicBezTo>
                      <a:cubicBezTo>
                        <a:pt x="66" y="46"/>
                        <a:pt x="66" y="47"/>
                        <a:pt x="66" y="47"/>
                      </a:cubicBezTo>
                      <a:cubicBezTo>
                        <a:pt x="65" y="47"/>
                        <a:pt x="66" y="46"/>
                        <a:pt x="65" y="46"/>
                      </a:cubicBezTo>
                      <a:cubicBezTo>
                        <a:pt x="64" y="46"/>
                        <a:pt x="65" y="47"/>
                        <a:pt x="65" y="47"/>
                      </a:cubicBezTo>
                      <a:cubicBezTo>
                        <a:pt x="65" y="47"/>
                        <a:pt x="65" y="47"/>
                        <a:pt x="65" y="48"/>
                      </a:cubicBezTo>
                      <a:cubicBezTo>
                        <a:pt x="65" y="48"/>
                        <a:pt x="65" y="48"/>
                        <a:pt x="65" y="48"/>
                      </a:cubicBezTo>
                      <a:cubicBezTo>
                        <a:pt x="64" y="48"/>
                        <a:pt x="64" y="48"/>
                        <a:pt x="64" y="49"/>
                      </a:cubicBezTo>
                      <a:cubicBezTo>
                        <a:pt x="64" y="49"/>
                        <a:pt x="65" y="49"/>
                        <a:pt x="65" y="49"/>
                      </a:cubicBezTo>
                      <a:cubicBezTo>
                        <a:pt x="65" y="50"/>
                        <a:pt x="64" y="50"/>
                        <a:pt x="65" y="50"/>
                      </a:cubicBezTo>
                      <a:cubicBezTo>
                        <a:pt x="66" y="51"/>
                        <a:pt x="66" y="48"/>
                        <a:pt x="66" y="48"/>
                      </a:cubicBezTo>
                      <a:cubicBezTo>
                        <a:pt x="66" y="48"/>
                        <a:pt x="66" y="48"/>
                        <a:pt x="67" y="49"/>
                      </a:cubicBezTo>
                      <a:close/>
                      <a:moveTo>
                        <a:pt x="72" y="44"/>
                      </a:moveTo>
                      <a:cubicBezTo>
                        <a:pt x="72" y="44"/>
                        <a:pt x="72" y="43"/>
                        <a:pt x="72" y="43"/>
                      </a:cubicBezTo>
                      <a:cubicBezTo>
                        <a:pt x="74" y="43"/>
                        <a:pt x="74" y="42"/>
                        <a:pt x="75" y="40"/>
                      </a:cubicBezTo>
                      <a:cubicBezTo>
                        <a:pt x="76" y="40"/>
                        <a:pt x="76" y="38"/>
                        <a:pt x="76" y="37"/>
                      </a:cubicBezTo>
                      <a:cubicBezTo>
                        <a:pt x="74" y="37"/>
                        <a:pt x="74" y="39"/>
                        <a:pt x="73" y="40"/>
                      </a:cubicBezTo>
                      <a:cubicBezTo>
                        <a:pt x="72" y="41"/>
                        <a:pt x="72" y="41"/>
                        <a:pt x="71" y="42"/>
                      </a:cubicBezTo>
                      <a:cubicBezTo>
                        <a:pt x="71" y="43"/>
                        <a:pt x="71" y="44"/>
                        <a:pt x="71" y="44"/>
                      </a:cubicBezTo>
                      <a:cubicBezTo>
                        <a:pt x="71" y="44"/>
                        <a:pt x="72" y="44"/>
                        <a:pt x="72" y="44"/>
                      </a:cubicBezTo>
                      <a:close/>
                      <a:moveTo>
                        <a:pt x="74" y="45"/>
                      </a:moveTo>
                      <a:cubicBezTo>
                        <a:pt x="74" y="45"/>
                        <a:pt x="75" y="44"/>
                        <a:pt x="74" y="43"/>
                      </a:cubicBezTo>
                      <a:cubicBezTo>
                        <a:pt x="74" y="43"/>
                        <a:pt x="73" y="44"/>
                        <a:pt x="72" y="44"/>
                      </a:cubicBezTo>
                      <a:cubicBezTo>
                        <a:pt x="72" y="45"/>
                        <a:pt x="73" y="46"/>
                        <a:pt x="72" y="46"/>
                      </a:cubicBezTo>
                      <a:cubicBezTo>
                        <a:pt x="72" y="47"/>
                        <a:pt x="71" y="46"/>
                        <a:pt x="72" y="47"/>
                      </a:cubicBezTo>
                      <a:cubicBezTo>
                        <a:pt x="72" y="47"/>
                        <a:pt x="72" y="48"/>
                        <a:pt x="72" y="48"/>
                      </a:cubicBezTo>
                      <a:cubicBezTo>
                        <a:pt x="72" y="48"/>
                        <a:pt x="72" y="48"/>
                        <a:pt x="72" y="48"/>
                      </a:cubicBezTo>
                      <a:cubicBezTo>
                        <a:pt x="71" y="48"/>
                        <a:pt x="71" y="49"/>
                        <a:pt x="71" y="49"/>
                      </a:cubicBezTo>
                      <a:cubicBezTo>
                        <a:pt x="72" y="49"/>
                        <a:pt x="72" y="50"/>
                        <a:pt x="72" y="50"/>
                      </a:cubicBezTo>
                      <a:cubicBezTo>
                        <a:pt x="72" y="50"/>
                        <a:pt x="72" y="50"/>
                        <a:pt x="72" y="50"/>
                      </a:cubicBezTo>
                      <a:cubicBezTo>
                        <a:pt x="71" y="50"/>
                        <a:pt x="71" y="50"/>
                        <a:pt x="71" y="51"/>
                      </a:cubicBezTo>
                      <a:cubicBezTo>
                        <a:pt x="71" y="51"/>
                        <a:pt x="70" y="51"/>
                        <a:pt x="70" y="51"/>
                      </a:cubicBezTo>
                      <a:cubicBezTo>
                        <a:pt x="70" y="51"/>
                        <a:pt x="70" y="52"/>
                        <a:pt x="70" y="52"/>
                      </a:cubicBezTo>
                      <a:cubicBezTo>
                        <a:pt x="70" y="53"/>
                        <a:pt x="70" y="53"/>
                        <a:pt x="70" y="53"/>
                      </a:cubicBezTo>
                      <a:cubicBezTo>
                        <a:pt x="69" y="54"/>
                        <a:pt x="69" y="55"/>
                        <a:pt x="69" y="55"/>
                      </a:cubicBezTo>
                      <a:cubicBezTo>
                        <a:pt x="68" y="56"/>
                        <a:pt x="69" y="57"/>
                        <a:pt x="69" y="55"/>
                      </a:cubicBezTo>
                      <a:cubicBezTo>
                        <a:pt x="70" y="54"/>
                        <a:pt x="71" y="54"/>
                        <a:pt x="72" y="52"/>
                      </a:cubicBezTo>
                      <a:cubicBezTo>
                        <a:pt x="72" y="53"/>
                        <a:pt x="72" y="53"/>
                        <a:pt x="72" y="53"/>
                      </a:cubicBezTo>
                      <a:cubicBezTo>
                        <a:pt x="72" y="54"/>
                        <a:pt x="71" y="54"/>
                        <a:pt x="71" y="55"/>
                      </a:cubicBezTo>
                      <a:cubicBezTo>
                        <a:pt x="71" y="55"/>
                        <a:pt x="72" y="55"/>
                        <a:pt x="72" y="55"/>
                      </a:cubicBezTo>
                      <a:cubicBezTo>
                        <a:pt x="72" y="55"/>
                        <a:pt x="73" y="56"/>
                        <a:pt x="73" y="55"/>
                      </a:cubicBezTo>
                      <a:cubicBezTo>
                        <a:pt x="73" y="55"/>
                        <a:pt x="73" y="55"/>
                        <a:pt x="73" y="54"/>
                      </a:cubicBezTo>
                      <a:cubicBezTo>
                        <a:pt x="73" y="54"/>
                        <a:pt x="73" y="53"/>
                        <a:pt x="73" y="53"/>
                      </a:cubicBezTo>
                      <a:cubicBezTo>
                        <a:pt x="74" y="54"/>
                        <a:pt x="74" y="54"/>
                        <a:pt x="74" y="54"/>
                      </a:cubicBezTo>
                      <a:cubicBezTo>
                        <a:pt x="74" y="53"/>
                        <a:pt x="74" y="53"/>
                        <a:pt x="74" y="52"/>
                      </a:cubicBezTo>
                      <a:cubicBezTo>
                        <a:pt x="75" y="53"/>
                        <a:pt x="74" y="54"/>
                        <a:pt x="74" y="54"/>
                      </a:cubicBezTo>
                      <a:cubicBezTo>
                        <a:pt x="75" y="54"/>
                        <a:pt x="75" y="53"/>
                        <a:pt x="76" y="52"/>
                      </a:cubicBezTo>
                      <a:cubicBezTo>
                        <a:pt x="76" y="51"/>
                        <a:pt x="77" y="51"/>
                        <a:pt x="78" y="51"/>
                      </a:cubicBezTo>
                      <a:cubicBezTo>
                        <a:pt x="78" y="51"/>
                        <a:pt x="78" y="51"/>
                        <a:pt x="78" y="50"/>
                      </a:cubicBezTo>
                      <a:cubicBezTo>
                        <a:pt x="79" y="50"/>
                        <a:pt x="79" y="50"/>
                        <a:pt x="79" y="49"/>
                      </a:cubicBezTo>
                      <a:cubicBezTo>
                        <a:pt x="79" y="48"/>
                        <a:pt x="79" y="48"/>
                        <a:pt x="79" y="47"/>
                      </a:cubicBezTo>
                      <a:cubicBezTo>
                        <a:pt x="78" y="47"/>
                        <a:pt x="78" y="46"/>
                        <a:pt x="78" y="46"/>
                      </a:cubicBezTo>
                      <a:cubicBezTo>
                        <a:pt x="78" y="46"/>
                        <a:pt x="78" y="45"/>
                        <a:pt x="77" y="45"/>
                      </a:cubicBezTo>
                      <a:cubicBezTo>
                        <a:pt x="77" y="45"/>
                        <a:pt x="77" y="44"/>
                        <a:pt x="77" y="45"/>
                      </a:cubicBezTo>
                      <a:cubicBezTo>
                        <a:pt x="77" y="45"/>
                        <a:pt x="77" y="45"/>
                        <a:pt x="77" y="46"/>
                      </a:cubicBezTo>
                      <a:cubicBezTo>
                        <a:pt x="77" y="46"/>
                        <a:pt x="76" y="46"/>
                        <a:pt x="76" y="46"/>
                      </a:cubicBezTo>
                      <a:cubicBezTo>
                        <a:pt x="76" y="46"/>
                        <a:pt x="76" y="46"/>
                        <a:pt x="76" y="46"/>
                      </a:cubicBezTo>
                      <a:cubicBezTo>
                        <a:pt x="76" y="47"/>
                        <a:pt x="77" y="47"/>
                        <a:pt x="76" y="47"/>
                      </a:cubicBezTo>
                      <a:cubicBezTo>
                        <a:pt x="76" y="48"/>
                        <a:pt x="76" y="47"/>
                        <a:pt x="76" y="48"/>
                      </a:cubicBezTo>
                      <a:cubicBezTo>
                        <a:pt x="75" y="48"/>
                        <a:pt x="76" y="49"/>
                        <a:pt x="76" y="49"/>
                      </a:cubicBezTo>
                      <a:cubicBezTo>
                        <a:pt x="75" y="49"/>
                        <a:pt x="76" y="49"/>
                        <a:pt x="75" y="49"/>
                      </a:cubicBezTo>
                      <a:cubicBezTo>
                        <a:pt x="75" y="49"/>
                        <a:pt x="75" y="49"/>
                        <a:pt x="74" y="50"/>
                      </a:cubicBezTo>
                      <a:cubicBezTo>
                        <a:pt x="74" y="50"/>
                        <a:pt x="74" y="51"/>
                        <a:pt x="74" y="51"/>
                      </a:cubicBezTo>
                      <a:cubicBezTo>
                        <a:pt x="73" y="51"/>
                        <a:pt x="73" y="50"/>
                        <a:pt x="74" y="49"/>
                      </a:cubicBezTo>
                      <a:cubicBezTo>
                        <a:pt x="75" y="49"/>
                        <a:pt x="75" y="48"/>
                        <a:pt x="75" y="47"/>
                      </a:cubicBezTo>
                      <a:cubicBezTo>
                        <a:pt x="74" y="47"/>
                        <a:pt x="74" y="48"/>
                        <a:pt x="73" y="47"/>
                      </a:cubicBezTo>
                      <a:cubicBezTo>
                        <a:pt x="73" y="47"/>
                        <a:pt x="74" y="46"/>
                        <a:pt x="74" y="45"/>
                      </a:cubicBezTo>
                      <a:cubicBezTo>
                        <a:pt x="74" y="45"/>
                        <a:pt x="74" y="46"/>
                        <a:pt x="74" y="45"/>
                      </a:cubicBezTo>
                      <a:close/>
                      <a:moveTo>
                        <a:pt x="76" y="43"/>
                      </a:moveTo>
                      <a:cubicBezTo>
                        <a:pt x="76" y="44"/>
                        <a:pt x="77" y="44"/>
                        <a:pt x="77" y="44"/>
                      </a:cubicBezTo>
                      <a:cubicBezTo>
                        <a:pt x="78" y="44"/>
                        <a:pt x="78" y="45"/>
                        <a:pt x="79" y="45"/>
                      </a:cubicBezTo>
                      <a:cubicBezTo>
                        <a:pt x="79" y="45"/>
                        <a:pt x="79" y="44"/>
                        <a:pt x="79" y="43"/>
                      </a:cubicBezTo>
                      <a:cubicBezTo>
                        <a:pt x="79" y="43"/>
                        <a:pt x="79" y="43"/>
                        <a:pt x="78" y="43"/>
                      </a:cubicBezTo>
                      <a:cubicBezTo>
                        <a:pt x="78" y="43"/>
                        <a:pt x="78" y="43"/>
                        <a:pt x="77" y="43"/>
                      </a:cubicBezTo>
                      <a:cubicBezTo>
                        <a:pt x="77" y="43"/>
                        <a:pt x="77" y="43"/>
                        <a:pt x="76" y="43"/>
                      </a:cubicBezTo>
                      <a:close/>
                      <a:moveTo>
                        <a:pt x="77" y="54"/>
                      </a:moveTo>
                      <a:cubicBezTo>
                        <a:pt x="77" y="54"/>
                        <a:pt x="77" y="53"/>
                        <a:pt x="78" y="53"/>
                      </a:cubicBezTo>
                      <a:cubicBezTo>
                        <a:pt x="78" y="53"/>
                        <a:pt x="78" y="52"/>
                        <a:pt x="77" y="52"/>
                      </a:cubicBezTo>
                      <a:cubicBezTo>
                        <a:pt x="76" y="51"/>
                        <a:pt x="76" y="53"/>
                        <a:pt x="76" y="54"/>
                      </a:cubicBezTo>
                      <a:cubicBezTo>
                        <a:pt x="76" y="54"/>
                        <a:pt x="77" y="54"/>
                        <a:pt x="77" y="54"/>
                      </a:cubicBezTo>
                      <a:close/>
                      <a:moveTo>
                        <a:pt x="81" y="47"/>
                      </a:moveTo>
                      <a:cubicBezTo>
                        <a:pt x="80" y="47"/>
                        <a:pt x="81" y="48"/>
                        <a:pt x="81" y="48"/>
                      </a:cubicBezTo>
                      <a:cubicBezTo>
                        <a:pt x="82" y="48"/>
                        <a:pt x="83" y="47"/>
                        <a:pt x="83" y="47"/>
                      </a:cubicBezTo>
                      <a:cubicBezTo>
                        <a:pt x="83" y="47"/>
                        <a:pt x="82" y="47"/>
                        <a:pt x="82" y="46"/>
                      </a:cubicBezTo>
                      <a:cubicBezTo>
                        <a:pt x="82" y="47"/>
                        <a:pt x="82" y="46"/>
                        <a:pt x="82" y="46"/>
                      </a:cubicBezTo>
                      <a:cubicBezTo>
                        <a:pt x="81" y="45"/>
                        <a:pt x="82" y="46"/>
                        <a:pt x="81" y="46"/>
                      </a:cubicBezTo>
                      <a:cubicBezTo>
                        <a:pt x="81" y="47"/>
                        <a:pt x="81" y="47"/>
                        <a:pt x="81" y="47"/>
                      </a:cubicBezTo>
                      <a:close/>
                      <a:moveTo>
                        <a:pt x="83" y="45"/>
                      </a:moveTo>
                      <a:cubicBezTo>
                        <a:pt x="83" y="46"/>
                        <a:pt x="83" y="47"/>
                        <a:pt x="84" y="46"/>
                      </a:cubicBezTo>
                      <a:cubicBezTo>
                        <a:pt x="84" y="46"/>
                        <a:pt x="84" y="45"/>
                        <a:pt x="85" y="45"/>
                      </a:cubicBezTo>
                      <a:cubicBezTo>
                        <a:pt x="85" y="45"/>
                        <a:pt x="84" y="44"/>
                        <a:pt x="84" y="44"/>
                      </a:cubicBezTo>
                      <a:cubicBezTo>
                        <a:pt x="83" y="44"/>
                        <a:pt x="83" y="45"/>
                        <a:pt x="83" y="45"/>
                      </a:cubicBezTo>
                      <a:close/>
                      <a:moveTo>
                        <a:pt x="85" y="41"/>
                      </a:moveTo>
                      <a:cubicBezTo>
                        <a:pt x="85" y="41"/>
                        <a:pt x="83" y="42"/>
                        <a:pt x="84" y="43"/>
                      </a:cubicBezTo>
                      <a:cubicBezTo>
                        <a:pt x="85" y="43"/>
                        <a:pt x="85" y="41"/>
                        <a:pt x="86" y="41"/>
                      </a:cubicBezTo>
                      <a:cubicBezTo>
                        <a:pt x="85" y="41"/>
                        <a:pt x="85" y="41"/>
                        <a:pt x="85" y="41"/>
                      </a:cubicBezTo>
                      <a:close/>
                      <a:moveTo>
                        <a:pt x="88" y="39"/>
                      </a:moveTo>
                      <a:cubicBezTo>
                        <a:pt x="88" y="39"/>
                        <a:pt x="88" y="38"/>
                        <a:pt x="88" y="38"/>
                      </a:cubicBezTo>
                      <a:cubicBezTo>
                        <a:pt x="88" y="37"/>
                        <a:pt x="88" y="37"/>
                        <a:pt x="88" y="36"/>
                      </a:cubicBezTo>
                      <a:cubicBezTo>
                        <a:pt x="88" y="36"/>
                        <a:pt x="89" y="36"/>
                        <a:pt x="89" y="36"/>
                      </a:cubicBezTo>
                      <a:cubicBezTo>
                        <a:pt x="89" y="36"/>
                        <a:pt x="89" y="35"/>
                        <a:pt x="89" y="34"/>
                      </a:cubicBezTo>
                      <a:cubicBezTo>
                        <a:pt x="89" y="34"/>
                        <a:pt x="89" y="35"/>
                        <a:pt x="88" y="35"/>
                      </a:cubicBezTo>
                      <a:cubicBezTo>
                        <a:pt x="88" y="35"/>
                        <a:pt x="88" y="34"/>
                        <a:pt x="88" y="34"/>
                      </a:cubicBezTo>
                      <a:cubicBezTo>
                        <a:pt x="89" y="34"/>
                        <a:pt x="89" y="34"/>
                        <a:pt x="89" y="33"/>
                      </a:cubicBezTo>
                      <a:cubicBezTo>
                        <a:pt x="89" y="33"/>
                        <a:pt x="88" y="33"/>
                        <a:pt x="88" y="33"/>
                      </a:cubicBezTo>
                      <a:cubicBezTo>
                        <a:pt x="88" y="33"/>
                        <a:pt x="88" y="35"/>
                        <a:pt x="87" y="34"/>
                      </a:cubicBezTo>
                      <a:cubicBezTo>
                        <a:pt x="87" y="34"/>
                        <a:pt x="88" y="32"/>
                        <a:pt x="88" y="32"/>
                      </a:cubicBezTo>
                      <a:cubicBezTo>
                        <a:pt x="87" y="31"/>
                        <a:pt x="87" y="32"/>
                        <a:pt x="87" y="32"/>
                      </a:cubicBezTo>
                      <a:cubicBezTo>
                        <a:pt x="87" y="32"/>
                        <a:pt x="87" y="32"/>
                        <a:pt x="86" y="32"/>
                      </a:cubicBezTo>
                      <a:cubicBezTo>
                        <a:pt x="86" y="32"/>
                        <a:pt x="87" y="33"/>
                        <a:pt x="86" y="33"/>
                      </a:cubicBezTo>
                      <a:cubicBezTo>
                        <a:pt x="86" y="33"/>
                        <a:pt x="86" y="31"/>
                        <a:pt x="85" y="32"/>
                      </a:cubicBezTo>
                      <a:cubicBezTo>
                        <a:pt x="85" y="32"/>
                        <a:pt x="86" y="33"/>
                        <a:pt x="86" y="33"/>
                      </a:cubicBezTo>
                      <a:cubicBezTo>
                        <a:pt x="86" y="34"/>
                        <a:pt x="86" y="34"/>
                        <a:pt x="85" y="34"/>
                      </a:cubicBezTo>
                      <a:cubicBezTo>
                        <a:pt x="85" y="33"/>
                        <a:pt x="84" y="32"/>
                        <a:pt x="84" y="33"/>
                      </a:cubicBezTo>
                      <a:cubicBezTo>
                        <a:pt x="84" y="33"/>
                        <a:pt x="85" y="33"/>
                        <a:pt x="84" y="34"/>
                      </a:cubicBezTo>
                      <a:cubicBezTo>
                        <a:pt x="84" y="34"/>
                        <a:pt x="83" y="33"/>
                        <a:pt x="83" y="34"/>
                      </a:cubicBezTo>
                      <a:cubicBezTo>
                        <a:pt x="84" y="34"/>
                        <a:pt x="85" y="34"/>
                        <a:pt x="85" y="35"/>
                      </a:cubicBezTo>
                      <a:cubicBezTo>
                        <a:pt x="85" y="35"/>
                        <a:pt x="84" y="35"/>
                        <a:pt x="84" y="35"/>
                      </a:cubicBezTo>
                      <a:cubicBezTo>
                        <a:pt x="84" y="35"/>
                        <a:pt x="85" y="35"/>
                        <a:pt x="84" y="36"/>
                      </a:cubicBezTo>
                      <a:cubicBezTo>
                        <a:pt x="84" y="36"/>
                        <a:pt x="84" y="35"/>
                        <a:pt x="84" y="35"/>
                      </a:cubicBezTo>
                      <a:cubicBezTo>
                        <a:pt x="83" y="35"/>
                        <a:pt x="83" y="35"/>
                        <a:pt x="82" y="35"/>
                      </a:cubicBezTo>
                      <a:cubicBezTo>
                        <a:pt x="82" y="35"/>
                        <a:pt x="81" y="35"/>
                        <a:pt x="81" y="36"/>
                      </a:cubicBezTo>
                      <a:cubicBezTo>
                        <a:pt x="81" y="36"/>
                        <a:pt x="82" y="36"/>
                        <a:pt x="82" y="36"/>
                      </a:cubicBezTo>
                      <a:cubicBezTo>
                        <a:pt x="82" y="36"/>
                        <a:pt x="82" y="36"/>
                        <a:pt x="82" y="36"/>
                      </a:cubicBezTo>
                      <a:cubicBezTo>
                        <a:pt x="83" y="37"/>
                        <a:pt x="83" y="37"/>
                        <a:pt x="82" y="37"/>
                      </a:cubicBezTo>
                      <a:cubicBezTo>
                        <a:pt x="81" y="37"/>
                        <a:pt x="81" y="37"/>
                        <a:pt x="82" y="37"/>
                      </a:cubicBezTo>
                      <a:cubicBezTo>
                        <a:pt x="82" y="37"/>
                        <a:pt x="82" y="37"/>
                        <a:pt x="83" y="38"/>
                      </a:cubicBezTo>
                      <a:cubicBezTo>
                        <a:pt x="83" y="38"/>
                        <a:pt x="83" y="37"/>
                        <a:pt x="83" y="38"/>
                      </a:cubicBezTo>
                      <a:cubicBezTo>
                        <a:pt x="83" y="38"/>
                        <a:pt x="81" y="38"/>
                        <a:pt x="81" y="39"/>
                      </a:cubicBezTo>
                      <a:cubicBezTo>
                        <a:pt x="81" y="39"/>
                        <a:pt x="82" y="39"/>
                        <a:pt x="82" y="39"/>
                      </a:cubicBezTo>
                      <a:cubicBezTo>
                        <a:pt x="82" y="39"/>
                        <a:pt x="83" y="39"/>
                        <a:pt x="83" y="39"/>
                      </a:cubicBezTo>
                      <a:cubicBezTo>
                        <a:pt x="83" y="39"/>
                        <a:pt x="82" y="40"/>
                        <a:pt x="82" y="40"/>
                      </a:cubicBezTo>
                      <a:cubicBezTo>
                        <a:pt x="81" y="40"/>
                        <a:pt x="81" y="40"/>
                        <a:pt x="80" y="41"/>
                      </a:cubicBezTo>
                      <a:cubicBezTo>
                        <a:pt x="80" y="41"/>
                        <a:pt x="80" y="41"/>
                        <a:pt x="81" y="42"/>
                      </a:cubicBezTo>
                      <a:cubicBezTo>
                        <a:pt x="81" y="42"/>
                        <a:pt x="82" y="41"/>
                        <a:pt x="82" y="41"/>
                      </a:cubicBezTo>
                      <a:cubicBezTo>
                        <a:pt x="83" y="42"/>
                        <a:pt x="82" y="42"/>
                        <a:pt x="82" y="42"/>
                      </a:cubicBezTo>
                      <a:cubicBezTo>
                        <a:pt x="83" y="43"/>
                        <a:pt x="83" y="42"/>
                        <a:pt x="83" y="42"/>
                      </a:cubicBezTo>
                      <a:cubicBezTo>
                        <a:pt x="83" y="41"/>
                        <a:pt x="83" y="41"/>
                        <a:pt x="83" y="41"/>
                      </a:cubicBezTo>
                      <a:cubicBezTo>
                        <a:pt x="84" y="40"/>
                        <a:pt x="84" y="40"/>
                        <a:pt x="85" y="39"/>
                      </a:cubicBezTo>
                      <a:cubicBezTo>
                        <a:pt x="85" y="39"/>
                        <a:pt x="85" y="38"/>
                        <a:pt x="85" y="39"/>
                      </a:cubicBezTo>
                      <a:cubicBezTo>
                        <a:pt x="86" y="39"/>
                        <a:pt x="85" y="40"/>
                        <a:pt x="86" y="40"/>
                      </a:cubicBezTo>
                      <a:cubicBezTo>
                        <a:pt x="86" y="40"/>
                        <a:pt x="88" y="39"/>
                        <a:pt x="88" y="39"/>
                      </a:cubicBezTo>
                      <a:close/>
                      <a:moveTo>
                        <a:pt x="93" y="30"/>
                      </a:moveTo>
                      <a:cubicBezTo>
                        <a:pt x="92" y="29"/>
                        <a:pt x="91" y="29"/>
                        <a:pt x="91" y="29"/>
                      </a:cubicBezTo>
                      <a:cubicBezTo>
                        <a:pt x="90" y="29"/>
                        <a:pt x="90" y="29"/>
                        <a:pt x="90" y="30"/>
                      </a:cubicBezTo>
                      <a:cubicBezTo>
                        <a:pt x="91" y="30"/>
                        <a:pt x="92" y="31"/>
                        <a:pt x="91" y="31"/>
                      </a:cubicBezTo>
                      <a:cubicBezTo>
                        <a:pt x="90" y="32"/>
                        <a:pt x="90" y="31"/>
                        <a:pt x="90" y="31"/>
                      </a:cubicBezTo>
                      <a:cubicBezTo>
                        <a:pt x="90" y="31"/>
                        <a:pt x="90" y="31"/>
                        <a:pt x="89" y="31"/>
                      </a:cubicBezTo>
                      <a:cubicBezTo>
                        <a:pt x="89" y="31"/>
                        <a:pt x="88" y="31"/>
                        <a:pt x="89" y="32"/>
                      </a:cubicBezTo>
                      <a:cubicBezTo>
                        <a:pt x="90" y="33"/>
                        <a:pt x="90" y="33"/>
                        <a:pt x="91" y="32"/>
                      </a:cubicBezTo>
                      <a:cubicBezTo>
                        <a:pt x="92" y="32"/>
                        <a:pt x="92" y="32"/>
                        <a:pt x="92" y="32"/>
                      </a:cubicBezTo>
                      <a:cubicBezTo>
                        <a:pt x="93" y="32"/>
                        <a:pt x="93" y="32"/>
                        <a:pt x="93" y="32"/>
                      </a:cubicBezTo>
                      <a:cubicBezTo>
                        <a:pt x="94" y="32"/>
                        <a:pt x="94" y="31"/>
                        <a:pt x="94" y="30"/>
                      </a:cubicBezTo>
                      <a:cubicBezTo>
                        <a:pt x="93" y="30"/>
                        <a:pt x="93" y="30"/>
                        <a:pt x="93" y="30"/>
                      </a:cubicBezTo>
                      <a:close/>
                      <a:moveTo>
                        <a:pt x="91" y="29"/>
                      </a:moveTo>
                      <a:cubicBezTo>
                        <a:pt x="92" y="29"/>
                        <a:pt x="92" y="29"/>
                        <a:pt x="93" y="29"/>
                      </a:cubicBezTo>
                      <a:cubicBezTo>
                        <a:pt x="93" y="29"/>
                        <a:pt x="93" y="28"/>
                        <a:pt x="93" y="28"/>
                      </a:cubicBezTo>
                      <a:cubicBezTo>
                        <a:pt x="93" y="28"/>
                        <a:pt x="93" y="27"/>
                        <a:pt x="93" y="27"/>
                      </a:cubicBezTo>
                      <a:cubicBezTo>
                        <a:pt x="92" y="27"/>
                        <a:pt x="92" y="28"/>
                        <a:pt x="92" y="28"/>
                      </a:cubicBezTo>
                      <a:cubicBezTo>
                        <a:pt x="92" y="28"/>
                        <a:pt x="92" y="28"/>
                        <a:pt x="91" y="27"/>
                      </a:cubicBezTo>
                      <a:cubicBezTo>
                        <a:pt x="91" y="27"/>
                        <a:pt x="91" y="27"/>
                        <a:pt x="91" y="27"/>
                      </a:cubicBezTo>
                      <a:cubicBezTo>
                        <a:pt x="91" y="27"/>
                        <a:pt x="91" y="28"/>
                        <a:pt x="91" y="28"/>
                      </a:cubicBezTo>
                      <a:cubicBezTo>
                        <a:pt x="91" y="28"/>
                        <a:pt x="91" y="29"/>
                        <a:pt x="91" y="29"/>
                      </a:cubicBezTo>
                      <a:close/>
                      <a:moveTo>
                        <a:pt x="94" y="28"/>
                      </a:moveTo>
                      <a:cubicBezTo>
                        <a:pt x="93" y="30"/>
                        <a:pt x="95" y="29"/>
                        <a:pt x="95" y="28"/>
                      </a:cubicBezTo>
                      <a:cubicBezTo>
                        <a:pt x="96" y="27"/>
                        <a:pt x="94" y="27"/>
                        <a:pt x="94" y="26"/>
                      </a:cubicBezTo>
                      <a:cubicBezTo>
                        <a:pt x="94" y="26"/>
                        <a:pt x="94" y="26"/>
                        <a:pt x="94" y="26"/>
                      </a:cubicBezTo>
                      <a:cubicBezTo>
                        <a:pt x="94" y="26"/>
                        <a:pt x="93" y="26"/>
                        <a:pt x="93" y="27"/>
                      </a:cubicBezTo>
                      <a:cubicBezTo>
                        <a:pt x="94" y="27"/>
                        <a:pt x="94" y="28"/>
                        <a:pt x="94" y="28"/>
                      </a:cubicBezTo>
                      <a:close/>
                      <a:moveTo>
                        <a:pt x="96" y="28"/>
                      </a:moveTo>
                      <a:cubicBezTo>
                        <a:pt x="98" y="28"/>
                        <a:pt x="98" y="27"/>
                        <a:pt x="98" y="26"/>
                      </a:cubicBezTo>
                      <a:cubicBezTo>
                        <a:pt x="99" y="25"/>
                        <a:pt x="99" y="25"/>
                        <a:pt x="99" y="24"/>
                      </a:cubicBezTo>
                      <a:cubicBezTo>
                        <a:pt x="100" y="24"/>
                        <a:pt x="100" y="23"/>
                        <a:pt x="100" y="23"/>
                      </a:cubicBezTo>
                      <a:cubicBezTo>
                        <a:pt x="99" y="24"/>
                        <a:pt x="99" y="23"/>
                        <a:pt x="99" y="23"/>
                      </a:cubicBezTo>
                      <a:cubicBezTo>
                        <a:pt x="99" y="22"/>
                        <a:pt x="98" y="24"/>
                        <a:pt x="98" y="24"/>
                      </a:cubicBezTo>
                      <a:cubicBezTo>
                        <a:pt x="98" y="24"/>
                        <a:pt x="97" y="23"/>
                        <a:pt x="97" y="23"/>
                      </a:cubicBezTo>
                      <a:cubicBezTo>
                        <a:pt x="97" y="23"/>
                        <a:pt x="97" y="22"/>
                        <a:pt x="97" y="22"/>
                      </a:cubicBezTo>
                      <a:cubicBezTo>
                        <a:pt x="97" y="22"/>
                        <a:pt x="97" y="22"/>
                        <a:pt x="97" y="22"/>
                      </a:cubicBezTo>
                      <a:cubicBezTo>
                        <a:pt x="96" y="22"/>
                        <a:pt x="97" y="22"/>
                        <a:pt x="96" y="22"/>
                      </a:cubicBezTo>
                      <a:cubicBezTo>
                        <a:pt x="96" y="22"/>
                        <a:pt x="96" y="22"/>
                        <a:pt x="96" y="22"/>
                      </a:cubicBezTo>
                      <a:cubicBezTo>
                        <a:pt x="96" y="22"/>
                        <a:pt x="96" y="23"/>
                        <a:pt x="96" y="23"/>
                      </a:cubicBezTo>
                      <a:cubicBezTo>
                        <a:pt x="96" y="23"/>
                        <a:pt x="95" y="23"/>
                        <a:pt x="95" y="23"/>
                      </a:cubicBezTo>
                      <a:cubicBezTo>
                        <a:pt x="95" y="23"/>
                        <a:pt x="94" y="23"/>
                        <a:pt x="94" y="24"/>
                      </a:cubicBezTo>
                      <a:cubicBezTo>
                        <a:pt x="95" y="24"/>
                        <a:pt x="95" y="24"/>
                        <a:pt x="95" y="24"/>
                      </a:cubicBezTo>
                      <a:cubicBezTo>
                        <a:pt x="94" y="25"/>
                        <a:pt x="94" y="24"/>
                        <a:pt x="94" y="24"/>
                      </a:cubicBezTo>
                      <a:cubicBezTo>
                        <a:pt x="93" y="25"/>
                        <a:pt x="94" y="25"/>
                        <a:pt x="94" y="25"/>
                      </a:cubicBezTo>
                      <a:cubicBezTo>
                        <a:pt x="95" y="26"/>
                        <a:pt x="95" y="26"/>
                        <a:pt x="96" y="27"/>
                      </a:cubicBezTo>
                      <a:cubicBezTo>
                        <a:pt x="96" y="27"/>
                        <a:pt x="96" y="27"/>
                        <a:pt x="96" y="28"/>
                      </a:cubicBezTo>
                      <a:close/>
                      <a:moveTo>
                        <a:pt x="101" y="25"/>
                      </a:moveTo>
                      <a:cubicBezTo>
                        <a:pt x="101" y="25"/>
                        <a:pt x="101" y="23"/>
                        <a:pt x="100" y="24"/>
                      </a:cubicBezTo>
                      <a:cubicBezTo>
                        <a:pt x="100" y="24"/>
                        <a:pt x="100" y="24"/>
                        <a:pt x="100" y="24"/>
                      </a:cubicBezTo>
                      <a:cubicBezTo>
                        <a:pt x="100" y="25"/>
                        <a:pt x="99" y="25"/>
                        <a:pt x="99" y="25"/>
                      </a:cubicBezTo>
                      <a:cubicBezTo>
                        <a:pt x="99" y="25"/>
                        <a:pt x="99" y="26"/>
                        <a:pt x="99" y="27"/>
                      </a:cubicBezTo>
                      <a:cubicBezTo>
                        <a:pt x="100" y="27"/>
                        <a:pt x="100" y="26"/>
                        <a:pt x="100" y="26"/>
                      </a:cubicBezTo>
                      <a:cubicBezTo>
                        <a:pt x="100" y="25"/>
                        <a:pt x="100" y="25"/>
                        <a:pt x="101" y="25"/>
                      </a:cubicBezTo>
                      <a:close/>
                      <a:moveTo>
                        <a:pt x="94" y="23"/>
                      </a:moveTo>
                      <a:cubicBezTo>
                        <a:pt x="94" y="23"/>
                        <a:pt x="95" y="23"/>
                        <a:pt x="95" y="22"/>
                      </a:cubicBezTo>
                      <a:cubicBezTo>
                        <a:pt x="95" y="21"/>
                        <a:pt x="94" y="22"/>
                        <a:pt x="94" y="22"/>
                      </a:cubicBezTo>
                      <a:cubicBezTo>
                        <a:pt x="94" y="21"/>
                        <a:pt x="93" y="21"/>
                        <a:pt x="93" y="22"/>
                      </a:cubicBezTo>
                      <a:cubicBezTo>
                        <a:pt x="93" y="23"/>
                        <a:pt x="93" y="23"/>
                        <a:pt x="93" y="24"/>
                      </a:cubicBezTo>
                      <a:cubicBezTo>
                        <a:pt x="94" y="24"/>
                        <a:pt x="94" y="23"/>
                        <a:pt x="94" y="23"/>
                      </a:cubicBezTo>
                      <a:close/>
                      <a:moveTo>
                        <a:pt x="95" y="21"/>
                      </a:moveTo>
                      <a:cubicBezTo>
                        <a:pt x="95" y="21"/>
                        <a:pt x="96" y="21"/>
                        <a:pt x="96" y="21"/>
                      </a:cubicBezTo>
                      <a:cubicBezTo>
                        <a:pt x="97" y="21"/>
                        <a:pt x="97" y="21"/>
                        <a:pt x="97" y="21"/>
                      </a:cubicBezTo>
                      <a:cubicBezTo>
                        <a:pt x="97" y="20"/>
                        <a:pt x="97" y="20"/>
                        <a:pt x="97" y="20"/>
                      </a:cubicBezTo>
                      <a:cubicBezTo>
                        <a:pt x="97" y="19"/>
                        <a:pt x="97" y="19"/>
                        <a:pt x="97" y="19"/>
                      </a:cubicBezTo>
                      <a:cubicBezTo>
                        <a:pt x="97" y="19"/>
                        <a:pt x="97" y="19"/>
                        <a:pt x="97" y="18"/>
                      </a:cubicBezTo>
                      <a:cubicBezTo>
                        <a:pt x="96" y="19"/>
                        <a:pt x="96" y="19"/>
                        <a:pt x="96" y="19"/>
                      </a:cubicBezTo>
                      <a:cubicBezTo>
                        <a:pt x="96" y="20"/>
                        <a:pt x="96" y="20"/>
                        <a:pt x="96" y="20"/>
                      </a:cubicBezTo>
                      <a:cubicBezTo>
                        <a:pt x="96" y="20"/>
                        <a:pt x="95" y="20"/>
                        <a:pt x="95" y="21"/>
                      </a:cubicBezTo>
                      <a:close/>
                      <a:moveTo>
                        <a:pt x="98" y="21"/>
                      </a:moveTo>
                      <a:cubicBezTo>
                        <a:pt x="98" y="21"/>
                        <a:pt x="98" y="21"/>
                        <a:pt x="98" y="21"/>
                      </a:cubicBezTo>
                      <a:cubicBezTo>
                        <a:pt x="98" y="22"/>
                        <a:pt x="99" y="22"/>
                        <a:pt x="99" y="22"/>
                      </a:cubicBezTo>
                      <a:cubicBezTo>
                        <a:pt x="100" y="21"/>
                        <a:pt x="98" y="20"/>
                        <a:pt x="98" y="21"/>
                      </a:cubicBezTo>
                      <a:cubicBezTo>
                        <a:pt x="98" y="21"/>
                        <a:pt x="98" y="20"/>
                        <a:pt x="98" y="21"/>
                      </a:cubicBezTo>
                      <a:close/>
                      <a:moveTo>
                        <a:pt x="102" y="22"/>
                      </a:moveTo>
                      <a:cubicBezTo>
                        <a:pt x="102" y="22"/>
                        <a:pt x="102" y="22"/>
                        <a:pt x="102" y="22"/>
                      </a:cubicBezTo>
                      <a:cubicBezTo>
                        <a:pt x="103" y="21"/>
                        <a:pt x="103" y="21"/>
                        <a:pt x="103" y="21"/>
                      </a:cubicBezTo>
                      <a:cubicBezTo>
                        <a:pt x="102" y="21"/>
                        <a:pt x="102" y="21"/>
                        <a:pt x="102" y="21"/>
                      </a:cubicBezTo>
                      <a:cubicBezTo>
                        <a:pt x="102" y="20"/>
                        <a:pt x="102" y="20"/>
                        <a:pt x="102" y="20"/>
                      </a:cubicBezTo>
                      <a:cubicBezTo>
                        <a:pt x="101" y="19"/>
                        <a:pt x="101" y="19"/>
                        <a:pt x="101" y="20"/>
                      </a:cubicBezTo>
                      <a:cubicBezTo>
                        <a:pt x="100" y="20"/>
                        <a:pt x="101" y="20"/>
                        <a:pt x="101" y="19"/>
                      </a:cubicBezTo>
                      <a:cubicBezTo>
                        <a:pt x="100" y="19"/>
                        <a:pt x="100" y="19"/>
                        <a:pt x="100" y="18"/>
                      </a:cubicBezTo>
                      <a:cubicBezTo>
                        <a:pt x="100" y="18"/>
                        <a:pt x="100" y="18"/>
                        <a:pt x="100" y="18"/>
                      </a:cubicBezTo>
                      <a:cubicBezTo>
                        <a:pt x="100" y="18"/>
                        <a:pt x="99" y="18"/>
                        <a:pt x="99" y="18"/>
                      </a:cubicBezTo>
                      <a:cubicBezTo>
                        <a:pt x="99" y="19"/>
                        <a:pt x="99" y="18"/>
                        <a:pt x="99" y="19"/>
                      </a:cubicBezTo>
                      <a:cubicBezTo>
                        <a:pt x="99" y="19"/>
                        <a:pt x="100" y="19"/>
                        <a:pt x="100" y="20"/>
                      </a:cubicBezTo>
                      <a:cubicBezTo>
                        <a:pt x="100" y="20"/>
                        <a:pt x="100" y="20"/>
                        <a:pt x="100" y="20"/>
                      </a:cubicBezTo>
                      <a:cubicBezTo>
                        <a:pt x="100" y="21"/>
                        <a:pt x="100" y="21"/>
                        <a:pt x="100" y="22"/>
                      </a:cubicBezTo>
                      <a:cubicBezTo>
                        <a:pt x="100" y="22"/>
                        <a:pt x="100" y="22"/>
                        <a:pt x="101" y="22"/>
                      </a:cubicBezTo>
                      <a:cubicBezTo>
                        <a:pt x="101" y="22"/>
                        <a:pt x="101" y="22"/>
                        <a:pt x="102" y="22"/>
                      </a:cubicBezTo>
                      <a:close/>
                      <a:moveTo>
                        <a:pt x="105" y="22"/>
                      </a:moveTo>
                      <a:cubicBezTo>
                        <a:pt x="106" y="22"/>
                        <a:pt x="105" y="22"/>
                        <a:pt x="106" y="22"/>
                      </a:cubicBezTo>
                      <a:cubicBezTo>
                        <a:pt x="106" y="21"/>
                        <a:pt x="106" y="21"/>
                        <a:pt x="106" y="22"/>
                      </a:cubicBezTo>
                      <a:cubicBezTo>
                        <a:pt x="106" y="22"/>
                        <a:pt x="106" y="22"/>
                        <a:pt x="106" y="22"/>
                      </a:cubicBezTo>
                      <a:cubicBezTo>
                        <a:pt x="107" y="22"/>
                        <a:pt x="107" y="22"/>
                        <a:pt x="107" y="22"/>
                      </a:cubicBezTo>
                      <a:cubicBezTo>
                        <a:pt x="107" y="22"/>
                        <a:pt x="107" y="23"/>
                        <a:pt x="107" y="22"/>
                      </a:cubicBezTo>
                      <a:cubicBezTo>
                        <a:pt x="107" y="22"/>
                        <a:pt x="107" y="21"/>
                        <a:pt x="107" y="21"/>
                      </a:cubicBezTo>
                      <a:cubicBezTo>
                        <a:pt x="107" y="21"/>
                        <a:pt x="107" y="20"/>
                        <a:pt x="107" y="20"/>
                      </a:cubicBezTo>
                      <a:cubicBezTo>
                        <a:pt x="107" y="19"/>
                        <a:pt x="107" y="19"/>
                        <a:pt x="107" y="19"/>
                      </a:cubicBezTo>
                      <a:cubicBezTo>
                        <a:pt x="106" y="18"/>
                        <a:pt x="106" y="19"/>
                        <a:pt x="106" y="19"/>
                      </a:cubicBezTo>
                      <a:cubicBezTo>
                        <a:pt x="105" y="20"/>
                        <a:pt x="105" y="20"/>
                        <a:pt x="105" y="20"/>
                      </a:cubicBezTo>
                      <a:cubicBezTo>
                        <a:pt x="105" y="21"/>
                        <a:pt x="105" y="21"/>
                        <a:pt x="105" y="22"/>
                      </a:cubicBezTo>
                      <a:cubicBezTo>
                        <a:pt x="105" y="22"/>
                        <a:pt x="105" y="22"/>
                        <a:pt x="105" y="22"/>
                      </a:cubicBezTo>
                      <a:close/>
                      <a:moveTo>
                        <a:pt x="106" y="26"/>
                      </a:moveTo>
                      <a:cubicBezTo>
                        <a:pt x="106" y="26"/>
                        <a:pt x="105" y="26"/>
                        <a:pt x="106" y="27"/>
                      </a:cubicBezTo>
                      <a:cubicBezTo>
                        <a:pt x="106" y="28"/>
                        <a:pt x="106" y="28"/>
                        <a:pt x="107" y="27"/>
                      </a:cubicBezTo>
                      <a:cubicBezTo>
                        <a:pt x="107" y="27"/>
                        <a:pt x="107" y="26"/>
                        <a:pt x="107" y="26"/>
                      </a:cubicBezTo>
                      <a:cubicBezTo>
                        <a:pt x="107" y="25"/>
                        <a:pt x="106" y="25"/>
                        <a:pt x="106" y="26"/>
                      </a:cubicBezTo>
                      <a:cubicBezTo>
                        <a:pt x="106" y="26"/>
                        <a:pt x="106" y="25"/>
                        <a:pt x="106" y="26"/>
                      </a:cubicBezTo>
                      <a:close/>
                      <a:moveTo>
                        <a:pt x="107" y="23"/>
                      </a:moveTo>
                      <a:cubicBezTo>
                        <a:pt x="107" y="24"/>
                        <a:pt x="107" y="25"/>
                        <a:pt x="108" y="25"/>
                      </a:cubicBezTo>
                      <a:cubicBezTo>
                        <a:pt x="109" y="25"/>
                        <a:pt x="109" y="24"/>
                        <a:pt x="109" y="24"/>
                      </a:cubicBezTo>
                      <a:cubicBezTo>
                        <a:pt x="109" y="24"/>
                        <a:pt x="109" y="24"/>
                        <a:pt x="109" y="23"/>
                      </a:cubicBezTo>
                      <a:cubicBezTo>
                        <a:pt x="109" y="23"/>
                        <a:pt x="108" y="23"/>
                        <a:pt x="108" y="23"/>
                      </a:cubicBezTo>
                      <a:cubicBezTo>
                        <a:pt x="108" y="23"/>
                        <a:pt x="108" y="23"/>
                        <a:pt x="107" y="23"/>
                      </a:cubicBezTo>
                      <a:cubicBezTo>
                        <a:pt x="107" y="23"/>
                        <a:pt x="108" y="23"/>
                        <a:pt x="107" y="23"/>
                      </a:cubicBezTo>
                      <a:close/>
                      <a:moveTo>
                        <a:pt x="122" y="18"/>
                      </a:moveTo>
                      <a:cubicBezTo>
                        <a:pt x="122" y="18"/>
                        <a:pt x="122" y="17"/>
                        <a:pt x="121" y="17"/>
                      </a:cubicBezTo>
                      <a:cubicBezTo>
                        <a:pt x="121" y="17"/>
                        <a:pt x="121" y="17"/>
                        <a:pt x="121" y="16"/>
                      </a:cubicBezTo>
                      <a:cubicBezTo>
                        <a:pt x="120" y="16"/>
                        <a:pt x="120" y="17"/>
                        <a:pt x="120" y="16"/>
                      </a:cubicBezTo>
                      <a:cubicBezTo>
                        <a:pt x="120" y="16"/>
                        <a:pt x="119" y="16"/>
                        <a:pt x="119" y="16"/>
                      </a:cubicBezTo>
                      <a:cubicBezTo>
                        <a:pt x="119" y="16"/>
                        <a:pt x="119" y="17"/>
                        <a:pt x="119" y="17"/>
                      </a:cubicBezTo>
                      <a:cubicBezTo>
                        <a:pt x="119" y="17"/>
                        <a:pt x="118" y="16"/>
                        <a:pt x="118" y="16"/>
                      </a:cubicBezTo>
                      <a:cubicBezTo>
                        <a:pt x="118" y="17"/>
                        <a:pt x="118" y="17"/>
                        <a:pt x="119" y="18"/>
                      </a:cubicBezTo>
                      <a:cubicBezTo>
                        <a:pt x="119" y="18"/>
                        <a:pt x="119" y="18"/>
                        <a:pt x="120" y="18"/>
                      </a:cubicBezTo>
                      <a:cubicBezTo>
                        <a:pt x="120" y="18"/>
                        <a:pt x="121" y="18"/>
                        <a:pt x="121" y="18"/>
                      </a:cubicBezTo>
                      <a:cubicBezTo>
                        <a:pt x="121" y="18"/>
                        <a:pt x="122" y="18"/>
                        <a:pt x="122" y="18"/>
                      </a:cubicBezTo>
                      <a:cubicBezTo>
                        <a:pt x="122" y="18"/>
                        <a:pt x="122" y="18"/>
                        <a:pt x="122" y="18"/>
                      </a:cubicBezTo>
                      <a:close/>
                      <a:moveTo>
                        <a:pt x="123" y="16"/>
                      </a:moveTo>
                      <a:cubicBezTo>
                        <a:pt x="123" y="17"/>
                        <a:pt x="123" y="18"/>
                        <a:pt x="124" y="18"/>
                      </a:cubicBezTo>
                      <a:cubicBezTo>
                        <a:pt x="124" y="18"/>
                        <a:pt x="124" y="17"/>
                        <a:pt x="124" y="17"/>
                      </a:cubicBezTo>
                      <a:cubicBezTo>
                        <a:pt x="125" y="17"/>
                        <a:pt x="124" y="17"/>
                        <a:pt x="124" y="17"/>
                      </a:cubicBezTo>
                      <a:cubicBezTo>
                        <a:pt x="124" y="17"/>
                        <a:pt x="126" y="16"/>
                        <a:pt x="126" y="15"/>
                      </a:cubicBezTo>
                      <a:cubicBezTo>
                        <a:pt x="126" y="15"/>
                        <a:pt x="127" y="14"/>
                        <a:pt x="126" y="13"/>
                      </a:cubicBezTo>
                      <a:cubicBezTo>
                        <a:pt x="126" y="13"/>
                        <a:pt x="125" y="13"/>
                        <a:pt x="125" y="13"/>
                      </a:cubicBezTo>
                      <a:cubicBezTo>
                        <a:pt x="124" y="13"/>
                        <a:pt x="125" y="13"/>
                        <a:pt x="124" y="14"/>
                      </a:cubicBezTo>
                      <a:cubicBezTo>
                        <a:pt x="124" y="14"/>
                        <a:pt x="124" y="14"/>
                        <a:pt x="124" y="13"/>
                      </a:cubicBezTo>
                      <a:cubicBezTo>
                        <a:pt x="123" y="13"/>
                        <a:pt x="123" y="14"/>
                        <a:pt x="123" y="14"/>
                      </a:cubicBezTo>
                      <a:cubicBezTo>
                        <a:pt x="123" y="14"/>
                        <a:pt x="123" y="13"/>
                        <a:pt x="123" y="13"/>
                      </a:cubicBezTo>
                      <a:cubicBezTo>
                        <a:pt x="123" y="13"/>
                        <a:pt x="123" y="13"/>
                        <a:pt x="122" y="14"/>
                      </a:cubicBezTo>
                      <a:cubicBezTo>
                        <a:pt x="122" y="14"/>
                        <a:pt x="122" y="14"/>
                        <a:pt x="122" y="14"/>
                      </a:cubicBezTo>
                      <a:cubicBezTo>
                        <a:pt x="122" y="15"/>
                        <a:pt x="122" y="15"/>
                        <a:pt x="122" y="15"/>
                      </a:cubicBezTo>
                      <a:cubicBezTo>
                        <a:pt x="122" y="16"/>
                        <a:pt x="121" y="15"/>
                        <a:pt x="122" y="16"/>
                      </a:cubicBezTo>
                      <a:cubicBezTo>
                        <a:pt x="123" y="17"/>
                        <a:pt x="123" y="16"/>
                        <a:pt x="123" y="15"/>
                      </a:cubicBezTo>
                      <a:cubicBezTo>
                        <a:pt x="123" y="15"/>
                        <a:pt x="123" y="16"/>
                        <a:pt x="123" y="16"/>
                      </a:cubicBezTo>
                      <a:close/>
                      <a:moveTo>
                        <a:pt x="127" y="12"/>
                      </a:moveTo>
                      <a:cubicBezTo>
                        <a:pt x="127" y="12"/>
                        <a:pt x="127" y="13"/>
                        <a:pt x="128" y="13"/>
                      </a:cubicBezTo>
                      <a:cubicBezTo>
                        <a:pt x="128" y="13"/>
                        <a:pt x="129" y="13"/>
                        <a:pt x="129" y="12"/>
                      </a:cubicBezTo>
                      <a:cubicBezTo>
                        <a:pt x="130" y="12"/>
                        <a:pt x="130" y="11"/>
                        <a:pt x="130" y="11"/>
                      </a:cubicBezTo>
                      <a:cubicBezTo>
                        <a:pt x="129" y="10"/>
                        <a:pt x="129" y="10"/>
                        <a:pt x="129" y="9"/>
                      </a:cubicBezTo>
                      <a:cubicBezTo>
                        <a:pt x="129" y="9"/>
                        <a:pt x="128" y="9"/>
                        <a:pt x="128" y="9"/>
                      </a:cubicBezTo>
                      <a:cubicBezTo>
                        <a:pt x="128" y="9"/>
                        <a:pt x="128" y="9"/>
                        <a:pt x="128" y="9"/>
                      </a:cubicBezTo>
                      <a:cubicBezTo>
                        <a:pt x="128" y="8"/>
                        <a:pt x="127" y="8"/>
                        <a:pt x="127" y="9"/>
                      </a:cubicBezTo>
                      <a:cubicBezTo>
                        <a:pt x="126" y="9"/>
                        <a:pt x="127" y="11"/>
                        <a:pt x="127" y="11"/>
                      </a:cubicBezTo>
                      <a:cubicBezTo>
                        <a:pt x="127" y="12"/>
                        <a:pt x="127" y="12"/>
                        <a:pt x="127" y="12"/>
                      </a:cubicBezTo>
                      <a:close/>
                      <a:moveTo>
                        <a:pt x="118" y="13"/>
                      </a:moveTo>
                      <a:cubicBezTo>
                        <a:pt x="118" y="14"/>
                        <a:pt x="118" y="13"/>
                        <a:pt x="118" y="13"/>
                      </a:cubicBezTo>
                      <a:cubicBezTo>
                        <a:pt x="118" y="13"/>
                        <a:pt x="119" y="14"/>
                        <a:pt x="119" y="14"/>
                      </a:cubicBezTo>
                      <a:cubicBezTo>
                        <a:pt x="119" y="14"/>
                        <a:pt x="119" y="13"/>
                        <a:pt x="119" y="13"/>
                      </a:cubicBezTo>
                      <a:cubicBezTo>
                        <a:pt x="119" y="13"/>
                        <a:pt x="119" y="13"/>
                        <a:pt x="119" y="13"/>
                      </a:cubicBezTo>
                      <a:cubicBezTo>
                        <a:pt x="120" y="13"/>
                        <a:pt x="119" y="13"/>
                        <a:pt x="120" y="13"/>
                      </a:cubicBezTo>
                      <a:cubicBezTo>
                        <a:pt x="120" y="12"/>
                        <a:pt x="120" y="13"/>
                        <a:pt x="121" y="13"/>
                      </a:cubicBezTo>
                      <a:cubicBezTo>
                        <a:pt x="121" y="13"/>
                        <a:pt x="122" y="12"/>
                        <a:pt x="122" y="12"/>
                      </a:cubicBezTo>
                      <a:cubicBezTo>
                        <a:pt x="122" y="12"/>
                        <a:pt x="123" y="12"/>
                        <a:pt x="123" y="11"/>
                      </a:cubicBezTo>
                      <a:cubicBezTo>
                        <a:pt x="123" y="11"/>
                        <a:pt x="123" y="11"/>
                        <a:pt x="123" y="11"/>
                      </a:cubicBezTo>
                      <a:cubicBezTo>
                        <a:pt x="123" y="10"/>
                        <a:pt x="123" y="10"/>
                        <a:pt x="123" y="10"/>
                      </a:cubicBezTo>
                      <a:cubicBezTo>
                        <a:pt x="123" y="10"/>
                        <a:pt x="124" y="10"/>
                        <a:pt x="124" y="10"/>
                      </a:cubicBezTo>
                      <a:cubicBezTo>
                        <a:pt x="124" y="10"/>
                        <a:pt x="124" y="9"/>
                        <a:pt x="124" y="9"/>
                      </a:cubicBezTo>
                      <a:cubicBezTo>
                        <a:pt x="124" y="9"/>
                        <a:pt x="124" y="9"/>
                        <a:pt x="125" y="9"/>
                      </a:cubicBezTo>
                      <a:cubicBezTo>
                        <a:pt x="125" y="9"/>
                        <a:pt x="125" y="9"/>
                        <a:pt x="125" y="9"/>
                      </a:cubicBezTo>
                      <a:cubicBezTo>
                        <a:pt x="125" y="8"/>
                        <a:pt x="125" y="8"/>
                        <a:pt x="125" y="8"/>
                      </a:cubicBezTo>
                      <a:cubicBezTo>
                        <a:pt x="125" y="7"/>
                        <a:pt x="126" y="8"/>
                        <a:pt x="125" y="7"/>
                      </a:cubicBezTo>
                      <a:cubicBezTo>
                        <a:pt x="125" y="7"/>
                        <a:pt x="125" y="6"/>
                        <a:pt x="125" y="6"/>
                      </a:cubicBezTo>
                      <a:cubicBezTo>
                        <a:pt x="125" y="6"/>
                        <a:pt x="125" y="6"/>
                        <a:pt x="124" y="7"/>
                      </a:cubicBezTo>
                      <a:cubicBezTo>
                        <a:pt x="124" y="7"/>
                        <a:pt x="125" y="7"/>
                        <a:pt x="125" y="7"/>
                      </a:cubicBezTo>
                      <a:cubicBezTo>
                        <a:pt x="124" y="8"/>
                        <a:pt x="124" y="7"/>
                        <a:pt x="124" y="7"/>
                      </a:cubicBezTo>
                      <a:cubicBezTo>
                        <a:pt x="123" y="7"/>
                        <a:pt x="123" y="7"/>
                        <a:pt x="123" y="8"/>
                      </a:cubicBezTo>
                      <a:cubicBezTo>
                        <a:pt x="122" y="8"/>
                        <a:pt x="123" y="8"/>
                        <a:pt x="123" y="9"/>
                      </a:cubicBezTo>
                      <a:cubicBezTo>
                        <a:pt x="123" y="9"/>
                        <a:pt x="122" y="10"/>
                        <a:pt x="122" y="10"/>
                      </a:cubicBezTo>
                      <a:cubicBezTo>
                        <a:pt x="122" y="10"/>
                        <a:pt x="122" y="9"/>
                        <a:pt x="121" y="9"/>
                      </a:cubicBezTo>
                      <a:cubicBezTo>
                        <a:pt x="121" y="8"/>
                        <a:pt x="121" y="8"/>
                        <a:pt x="121" y="8"/>
                      </a:cubicBezTo>
                      <a:cubicBezTo>
                        <a:pt x="120" y="9"/>
                        <a:pt x="121" y="9"/>
                        <a:pt x="121" y="9"/>
                      </a:cubicBezTo>
                      <a:cubicBezTo>
                        <a:pt x="121" y="10"/>
                        <a:pt x="121" y="10"/>
                        <a:pt x="121" y="10"/>
                      </a:cubicBezTo>
                      <a:cubicBezTo>
                        <a:pt x="121" y="11"/>
                        <a:pt x="120" y="10"/>
                        <a:pt x="120" y="10"/>
                      </a:cubicBezTo>
                      <a:cubicBezTo>
                        <a:pt x="120" y="11"/>
                        <a:pt x="120" y="11"/>
                        <a:pt x="120" y="10"/>
                      </a:cubicBezTo>
                      <a:cubicBezTo>
                        <a:pt x="120" y="10"/>
                        <a:pt x="120" y="9"/>
                        <a:pt x="119" y="9"/>
                      </a:cubicBezTo>
                      <a:cubicBezTo>
                        <a:pt x="119" y="9"/>
                        <a:pt x="119" y="10"/>
                        <a:pt x="119" y="10"/>
                      </a:cubicBezTo>
                      <a:cubicBezTo>
                        <a:pt x="118" y="10"/>
                        <a:pt x="119" y="10"/>
                        <a:pt x="118" y="10"/>
                      </a:cubicBezTo>
                      <a:cubicBezTo>
                        <a:pt x="118" y="10"/>
                        <a:pt x="118" y="11"/>
                        <a:pt x="118" y="11"/>
                      </a:cubicBezTo>
                      <a:cubicBezTo>
                        <a:pt x="118" y="11"/>
                        <a:pt x="118" y="10"/>
                        <a:pt x="117" y="10"/>
                      </a:cubicBezTo>
                      <a:cubicBezTo>
                        <a:pt x="117" y="10"/>
                        <a:pt x="117" y="11"/>
                        <a:pt x="116" y="11"/>
                      </a:cubicBezTo>
                      <a:cubicBezTo>
                        <a:pt x="116" y="11"/>
                        <a:pt x="115" y="10"/>
                        <a:pt x="115" y="11"/>
                      </a:cubicBezTo>
                      <a:cubicBezTo>
                        <a:pt x="115" y="11"/>
                        <a:pt x="116" y="11"/>
                        <a:pt x="116" y="11"/>
                      </a:cubicBezTo>
                      <a:cubicBezTo>
                        <a:pt x="116" y="11"/>
                        <a:pt x="116" y="11"/>
                        <a:pt x="116" y="11"/>
                      </a:cubicBezTo>
                      <a:cubicBezTo>
                        <a:pt x="116" y="11"/>
                        <a:pt x="117" y="11"/>
                        <a:pt x="117" y="11"/>
                      </a:cubicBezTo>
                      <a:cubicBezTo>
                        <a:pt x="118" y="11"/>
                        <a:pt x="117" y="12"/>
                        <a:pt x="117" y="12"/>
                      </a:cubicBezTo>
                      <a:cubicBezTo>
                        <a:pt x="117" y="12"/>
                        <a:pt x="116" y="13"/>
                        <a:pt x="117" y="14"/>
                      </a:cubicBezTo>
                      <a:cubicBezTo>
                        <a:pt x="117" y="14"/>
                        <a:pt x="117" y="13"/>
                        <a:pt x="117" y="13"/>
                      </a:cubicBezTo>
                      <a:cubicBezTo>
                        <a:pt x="118" y="13"/>
                        <a:pt x="118" y="13"/>
                        <a:pt x="118" y="13"/>
                      </a:cubicBezTo>
                      <a:close/>
                      <a:moveTo>
                        <a:pt x="130" y="4"/>
                      </a:moveTo>
                      <a:cubicBezTo>
                        <a:pt x="130" y="4"/>
                        <a:pt x="130" y="3"/>
                        <a:pt x="130" y="3"/>
                      </a:cubicBezTo>
                      <a:cubicBezTo>
                        <a:pt x="130" y="3"/>
                        <a:pt x="129" y="3"/>
                        <a:pt x="129" y="3"/>
                      </a:cubicBezTo>
                      <a:cubicBezTo>
                        <a:pt x="128" y="3"/>
                        <a:pt x="128" y="3"/>
                        <a:pt x="128" y="4"/>
                      </a:cubicBezTo>
                      <a:cubicBezTo>
                        <a:pt x="128" y="4"/>
                        <a:pt x="129" y="4"/>
                        <a:pt x="129" y="4"/>
                      </a:cubicBezTo>
                      <a:cubicBezTo>
                        <a:pt x="129" y="4"/>
                        <a:pt x="128" y="4"/>
                        <a:pt x="128" y="4"/>
                      </a:cubicBezTo>
                      <a:cubicBezTo>
                        <a:pt x="128" y="4"/>
                        <a:pt x="129" y="5"/>
                        <a:pt x="129" y="5"/>
                      </a:cubicBezTo>
                      <a:cubicBezTo>
                        <a:pt x="129" y="5"/>
                        <a:pt x="129" y="5"/>
                        <a:pt x="130" y="5"/>
                      </a:cubicBezTo>
                      <a:cubicBezTo>
                        <a:pt x="130" y="5"/>
                        <a:pt x="131" y="4"/>
                        <a:pt x="130" y="4"/>
                      </a:cubicBezTo>
                      <a:cubicBezTo>
                        <a:pt x="130" y="4"/>
                        <a:pt x="130" y="4"/>
                        <a:pt x="130" y="4"/>
                      </a:cubicBezTo>
                      <a:cubicBezTo>
                        <a:pt x="129" y="4"/>
                        <a:pt x="130" y="4"/>
                        <a:pt x="130" y="4"/>
                      </a:cubicBezTo>
                      <a:cubicBezTo>
                        <a:pt x="130" y="4"/>
                        <a:pt x="130" y="4"/>
                        <a:pt x="130" y="4"/>
                      </a:cubicBezTo>
                      <a:cubicBezTo>
                        <a:pt x="130" y="4"/>
                        <a:pt x="130" y="4"/>
                        <a:pt x="130" y="4"/>
                      </a:cubicBezTo>
                      <a:close/>
                      <a:moveTo>
                        <a:pt x="134" y="3"/>
                      </a:moveTo>
                      <a:cubicBezTo>
                        <a:pt x="134" y="3"/>
                        <a:pt x="134" y="3"/>
                        <a:pt x="134" y="3"/>
                      </a:cubicBezTo>
                      <a:cubicBezTo>
                        <a:pt x="134" y="3"/>
                        <a:pt x="134" y="2"/>
                        <a:pt x="134" y="2"/>
                      </a:cubicBezTo>
                      <a:cubicBezTo>
                        <a:pt x="134" y="2"/>
                        <a:pt x="134" y="1"/>
                        <a:pt x="134" y="1"/>
                      </a:cubicBezTo>
                      <a:cubicBezTo>
                        <a:pt x="134" y="1"/>
                        <a:pt x="133" y="1"/>
                        <a:pt x="133" y="2"/>
                      </a:cubicBezTo>
                      <a:cubicBezTo>
                        <a:pt x="133" y="2"/>
                        <a:pt x="133" y="2"/>
                        <a:pt x="134" y="3"/>
                      </a:cubicBezTo>
                      <a:cubicBezTo>
                        <a:pt x="134" y="3"/>
                        <a:pt x="133" y="2"/>
                        <a:pt x="134" y="3"/>
                      </a:cubicBezTo>
                      <a:close/>
                      <a:moveTo>
                        <a:pt x="139" y="3"/>
                      </a:moveTo>
                      <a:cubicBezTo>
                        <a:pt x="139" y="4"/>
                        <a:pt x="139" y="4"/>
                        <a:pt x="139" y="5"/>
                      </a:cubicBezTo>
                      <a:cubicBezTo>
                        <a:pt x="139" y="5"/>
                        <a:pt x="140" y="5"/>
                        <a:pt x="140" y="5"/>
                      </a:cubicBezTo>
                      <a:cubicBezTo>
                        <a:pt x="140" y="5"/>
                        <a:pt x="140" y="4"/>
                        <a:pt x="140" y="4"/>
                      </a:cubicBezTo>
                      <a:cubicBezTo>
                        <a:pt x="141" y="4"/>
                        <a:pt x="141" y="4"/>
                        <a:pt x="141" y="4"/>
                      </a:cubicBezTo>
                      <a:cubicBezTo>
                        <a:pt x="142" y="4"/>
                        <a:pt x="142" y="4"/>
                        <a:pt x="143" y="4"/>
                      </a:cubicBezTo>
                      <a:cubicBezTo>
                        <a:pt x="143" y="4"/>
                        <a:pt x="144" y="3"/>
                        <a:pt x="144" y="3"/>
                      </a:cubicBezTo>
                      <a:cubicBezTo>
                        <a:pt x="144" y="2"/>
                        <a:pt x="144" y="2"/>
                        <a:pt x="143" y="2"/>
                      </a:cubicBezTo>
                      <a:cubicBezTo>
                        <a:pt x="143" y="2"/>
                        <a:pt x="143" y="3"/>
                        <a:pt x="142" y="3"/>
                      </a:cubicBezTo>
                      <a:cubicBezTo>
                        <a:pt x="142" y="3"/>
                        <a:pt x="142" y="3"/>
                        <a:pt x="142" y="3"/>
                      </a:cubicBezTo>
                      <a:cubicBezTo>
                        <a:pt x="142" y="3"/>
                        <a:pt x="142" y="3"/>
                        <a:pt x="142" y="2"/>
                      </a:cubicBezTo>
                      <a:cubicBezTo>
                        <a:pt x="142" y="2"/>
                        <a:pt x="143" y="2"/>
                        <a:pt x="143" y="1"/>
                      </a:cubicBezTo>
                      <a:cubicBezTo>
                        <a:pt x="142" y="1"/>
                        <a:pt x="142" y="1"/>
                        <a:pt x="141" y="1"/>
                      </a:cubicBezTo>
                      <a:cubicBezTo>
                        <a:pt x="141" y="1"/>
                        <a:pt x="141" y="0"/>
                        <a:pt x="141" y="0"/>
                      </a:cubicBezTo>
                      <a:cubicBezTo>
                        <a:pt x="141" y="0"/>
                        <a:pt x="141" y="0"/>
                        <a:pt x="140" y="0"/>
                      </a:cubicBezTo>
                      <a:cubicBezTo>
                        <a:pt x="140" y="0"/>
                        <a:pt x="140" y="0"/>
                        <a:pt x="140" y="0"/>
                      </a:cubicBezTo>
                      <a:cubicBezTo>
                        <a:pt x="139" y="1"/>
                        <a:pt x="141" y="2"/>
                        <a:pt x="141" y="3"/>
                      </a:cubicBezTo>
                      <a:cubicBezTo>
                        <a:pt x="140" y="2"/>
                        <a:pt x="140" y="2"/>
                        <a:pt x="140" y="1"/>
                      </a:cubicBezTo>
                      <a:cubicBezTo>
                        <a:pt x="139" y="1"/>
                        <a:pt x="139" y="1"/>
                        <a:pt x="139" y="2"/>
                      </a:cubicBezTo>
                      <a:cubicBezTo>
                        <a:pt x="139" y="2"/>
                        <a:pt x="138" y="2"/>
                        <a:pt x="138" y="2"/>
                      </a:cubicBezTo>
                      <a:cubicBezTo>
                        <a:pt x="138" y="2"/>
                        <a:pt x="138" y="2"/>
                        <a:pt x="138" y="2"/>
                      </a:cubicBezTo>
                      <a:cubicBezTo>
                        <a:pt x="138" y="3"/>
                        <a:pt x="139" y="3"/>
                        <a:pt x="139" y="3"/>
                      </a:cubicBezTo>
                      <a:cubicBezTo>
                        <a:pt x="139" y="3"/>
                        <a:pt x="139" y="3"/>
                        <a:pt x="139" y="3"/>
                      </a:cubicBezTo>
                      <a:close/>
                      <a:moveTo>
                        <a:pt x="169" y="26"/>
                      </a:moveTo>
                      <a:cubicBezTo>
                        <a:pt x="168" y="26"/>
                        <a:pt x="168" y="26"/>
                        <a:pt x="168" y="27"/>
                      </a:cubicBezTo>
                      <a:cubicBezTo>
                        <a:pt x="168" y="27"/>
                        <a:pt x="168" y="28"/>
                        <a:pt x="168" y="28"/>
                      </a:cubicBezTo>
                      <a:cubicBezTo>
                        <a:pt x="168" y="28"/>
                        <a:pt x="169" y="27"/>
                        <a:pt x="170" y="27"/>
                      </a:cubicBezTo>
                      <a:cubicBezTo>
                        <a:pt x="170" y="27"/>
                        <a:pt x="170" y="27"/>
                        <a:pt x="170" y="27"/>
                      </a:cubicBezTo>
                      <a:cubicBezTo>
                        <a:pt x="170" y="27"/>
                        <a:pt x="169" y="27"/>
                        <a:pt x="169" y="26"/>
                      </a:cubicBezTo>
                      <a:cubicBezTo>
                        <a:pt x="169" y="26"/>
                        <a:pt x="169" y="26"/>
                        <a:pt x="169" y="26"/>
                      </a:cubicBezTo>
                      <a:cubicBezTo>
                        <a:pt x="169" y="26"/>
                        <a:pt x="169" y="26"/>
                        <a:pt x="169" y="26"/>
                      </a:cubicBezTo>
                      <a:close/>
                      <a:moveTo>
                        <a:pt x="3" y="187"/>
                      </a:moveTo>
                      <a:cubicBezTo>
                        <a:pt x="3" y="187"/>
                        <a:pt x="4" y="188"/>
                        <a:pt x="4" y="188"/>
                      </a:cubicBezTo>
                      <a:cubicBezTo>
                        <a:pt x="4" y="188"/>
                        <a:pt x="4" y="186"/>
                        <a:pt x="4" y="186"/>
                      </a:cubicBezTo>
                      <a:cubicBezTo>
                        <a:pt x="3" y="185"/>
                        <a:pt x="3" y="186"/>
                        <a:pt x="3" y="187"/>
                      </a:cubicBezTo>
                      <a:cubicBezTo>
                        <a:pt x="3" y="187"/>
                        <a:pt x="3" y="186"/>
                        <a:pt x="3" y="187"/>
                      </a:cubicBezTo>
                      <a:close/>
                      <a:moveTo>
                        <a:pt x="1" y="174"/>
                      </a:moveTo>
                      <a:cubicBezTo>
                        <a:pt x="1" y="175"/>
                        <a:pt x="2" y="178"/>
                        <a:pt x="3" y="177"/>
                      </a:cubicBezTo>
                      <a:cubicBezTo>
                        <a:pt x="3" y="176"/>
                        <a:pt x="3" y="175"/>
                        <a:pt x="2" y="175"/>
                      </a:cubicBezTo>
                      <a:cubicBezTo>
                        <a:pt x="2" y="175"/>
                        <a:pt x="1" y="174"/>
                        <a:pt x="1" y="174"/>
                      </a:cubicBezTo>
                      <a:cubicBezTo>
                        <a:pt x="1" y="175"/>
                        <a:pt x="1" y="174"/>
                        <a:pt x="1" y="174"/>
                      </a:cubicBezTo>
                      <a:close/>
                      <a:moveTo>
                        <a:pt x="8" y="153"/>
                      </a:moveTo>
                      <a:cubicBezTo>
                        <a:pt x="8" y="152"/>
                        <a:pt x="7" y="150"/>
                        <a:pt x="7" y="152"/>
                      </a:cubicBezTo>
                      <a:cubicBezTo>
                        <a:pt x="6" y="152"/>
                        <a:pt x="7" y="154"/>
                        <a:pt x="8" y="153"/>
                      </a:cubicBezTo>
                      <a:close/>
                      <a:moveTo>
                        <a:pt x="5" y="153"/>
                      </a:moveTo>
                      <a:cubicBezTo>
                        <a:pt x="5" y="154"/>
                        <a:pt x="5" y="155"/>
                        <a:pt x="6" y="154"/>
                      </a:cubicBezTo>
                      <a:cubicBezTo>
                        <a:pt x="6" y="154"/>
                        <a:pt x="6" y="154"/>
                        <a:pt x="6" y="154"/>
                      </a:cubicBezTo>
                      <a:cubicBezTo>
                        <a:pt x="6" y="153"/>
                        <a:pt x="5" y="153"/>
                        <a:pt x="5" y="153"/>
                      </a:cubicBezTo>
                      <a:cubicBezTo>
                        <a:pt x="5" y="153"/>
                        <a:pt x="5" y="153"/>
                        <a:pt x="5" y="153"/>
                      </a:cubicBezTo>
                      <a:close/>
                      <a:moveTo>
                        <a:pt x="22" y="139"/>
                      </a:moveTo>
                      <a:cubicBezTo>
                        <a:pt x="22" y="139"/>
                        <a:pt x="20" y="140"/>
                        <a:pt x="21" y="140"/>
                      </a:cubicBezTo>
                      <a:cubicBezTo>
                        <a:pt x="22" y="140"/>
                        <a:pt x="22" y="139"/>
                        <a:pt x="22" y="139"/>
                      </a:cubicBezTo>
                      <a:cubicBezTo>
                        <a:pt x="22" y="139"/>
                        <a:pt x="22" y="139"/>
                        <a:pt x="22" y="139"/>
                      </a:cubicBezTo>
                      <a:close/>
                      <a:moveTo>
                        <a:pt x="18" y="142"/>
                      </a:moveTo>
                      <a:cubicBezTo>
                        <a:pt x="18" y="142"/>
                        <a:pt x="18" y="142"/>
                        <a:pt x="17" y="142"/>
                      </a:cubicBezTo>
                      <a:cubicBezTo>
                        <a:pt x="17" y="142"/>
                        <a:pt x="17" y="143"/>
                        <a:pt x="18" y="143"/>
                      </a:cubicBezTo>
                      <a:cubicBezTo>
                        <a:pt x="18" y="143"/>
                        <a:pt x="19" y="143"/>
                        <a:pt x="19" y="143"/>
                      </a:cubicBezTo>
                      <a:cubicBezTo>
                        <a:pt x="19" y="142"/>
                        <a:pt x="19" y="141"/>
                        <a:pt x="19" y="141"/>
                      </a:cubicBezTo>
                      <a:cubicBezTo>
                        <a:pt x="18" y="141"/>
                        <a:pt x="18" y="142"/>
                        <a:pt x="18" y="14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9" name="Freeform 783">
                  <a:extLst>
                    <a:ext uri="{FF2B5EF4-FFF2-40B4-BE49-F238E27FC236}">
                      <a16:creationId xmlns:a16="http://schemas.microsoft.com/office/drawing/2014/main" id="{AFBA8862-3FB5-FA13-1257-A7694AFCCFE9}"/>
                    </a:ext>
                  </a:extLst>
                </p:cNvPr>
                <p:cNvSpPr>
                  <a:spLocks/>
                </p:cNvSpPr>
                <p:nvPr/>
              </p:nvSpPr>
              <p:spPr bwMode="auto">
                <a:xfrm>
                  <a:off x="5942013" y="3530600"/>
                  <a:ext cx="49212" cy="53975"/>
                </a:xfrm>
                <a:custGeom>
                  <a:avLst/>
                  <a:gdLst>
                    <a:gd name="T0" fmla="*/ 11 w 12"/>
                    <a:gd name="T1" fmla="*/ 8 h 13"/>
                    <a:gd name="T2" fmla="*/ 11 w 12"/>
                    <a:gd name="T3" fmla="*/ 8 h 13"/>
                    <a:gd name="T4" fmla="*/ 11 w 12"/>
                    <a:gd name="T5" fmla="*/ 7 h 13"/>
                    <a:gd name="T6" fmla="*/ 12 w 12"/>
                    <a:gd name="T7" fmla="*/ 6 h 13"/>
                    <a:gd name="T8" fmla="*/ 11 w 12"/>
                    <a:gd name="T9" fmla="*/ 6 h 13"/>
                    <a:gd name="T10" fmla="*/ 9 w 12"/>
                    <a:gd name="T11" fmla="*/ 5 h 13"/>
                    <a:gd name="T12" fmla="*/ 9 w 12"/>
                    <a:gd name="T13" fmla="*/ 5 h 13"/>
                    <a:gd name="T14" fmla="*/ 9 w 12"/>
                    <a:gd name="T15" fmla="*/ 4 h 13"/>
                    <a:gd name="T16" fmla="*/ 8 w 12"/>
                    <a:gd name="T17" fmla="*/ 3 h 13"/>
                    <a:gd name="T18" fmla="*/ 7 w 12"/>
                    <a:gd name="T19" fmla="*/ 2 h 13"/>
                    <a:gd name="T20" fmla="*/ 6 w 12"/>
                    <a:gd name="T21" fmla="*/ 2 h 13"/>
                    <a:gd name="T22" fmla="*/ 6 w 12"/>
                    <a:gd name="T23" fmla="*/ 1 h 13"/>
                    <a:gd name="T24" fmla="*/ 4 w 12"/>
                    <a:gd name="T25" fmla="*/ 1 h 13"/>
                    <a:gd name="T26" fmla="*/ 4 w 12"/>
                    <a:gd name="T27" fmla="*/ 2 h 13"/>
                    <a:gd name="T28" fmla="*/ 3 w 12"/>
                    <a:gd name="T29" fmla="*/ 3 h 13"/>
                    <a:gd name="T30" fmla="*/ 3 w 12"/>
                    <a:gd name="T31" fmla="*/ 4 h 13"/>
                    <a:gd name="T32" fmla="*/ 2 w 12"/>
                    <a:gd name="T33" fmla="*/ 4 h 13"/>
                    <a:gd name="T34" fmla="*/ 1 w 12"/>
                    <a:gd name="T35" fmla="*/ 5 h 13"/>
                    <a:gd name="T36" fmla="*/ 0 w 12"/>
                    <a:gd name="T37" fmla="*/ 5 h 13"/>
                    <a:gd name="T38" fmla="*/ 1 w 12"/>
                    <a:gd name="T39" fmla="*/ 6 h 13"/>
                    <a:gd name="T40" fmla="*/ 0 w 12"/>
                    <a:gd name="T41" fmla="*/ 7 h 13"/>
                    <a:gd name="T42" fmla="*/ 1 w 12"/>
                    <a:gd name="T43" fmla="*/ 9 h 13"/>
                    <a:gd name="T44" fmla="*/ 3 w 12"/>
                    <a:gd name="T45" fmla="*/ 9 h 13"/>
                    <a:gd name="T46" fmla="*/ 4 w 12"/>
                    <a:gd name="T47" fmla="*/ 13 h 13"/>
                    <a:gd name="T48" fmla="*/ 5 w 12"/>
                    <a:gd name="T49" fmla="*/ 12 h 13"/>
                    <a:gd name="T50" fmla="*/ 7 w 12"/>
                    <a:gd name="T51" fmla="*/ 11 h 13"/>
                    <a:gd name="T52" fmla="*/ 8 w 12"/>
                    <a:gd name="T53" fmla="*/ 11 h 13"/>
                    <a:gd name="T54" fmla="*/ 9 w 12"/>
                    <a:gd name="T55" fmla="*/ 11 h 13"/>
                    <a:gd name="T56" fmla="*/ 9 w 12"/>
                    <a:gd name="T57" fmla="*/ 10 h 13"/>
                    <a:gd name="T58" fmla="*/ 11 w 12"/>
                    <a:gd name="T59" fmla="*/ 10 h 13"/>
                    <a:gd name="T60" fmla="*/ 10 w 12"/>
                    <a:gd name="T61" fmla="*/ 9 h 13"/>
                    <a:gd name="T62" fmla="*/ 11 w 12"/>
                    <a:gd name="T6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 h="13">
                      <a:moveTo>
                        <a:pt x="11" y="8"/>
                      </a:moveTo>
                      <a:cubicBezTo>
                        <a:pt x="11" y="8"/>
                        <a:pt x="11" y="8"/>
                        <a:pt x="11" y="8"/>
                      </a:cubicBezTo>
                      <a:cubicBezTo>
                        <a:pt x="11" y="8"/>
                        <a:pt x="11" y="7"/>
                        <a:pt x="11" y="7"/>
                      </a:cubicBezTo>
                      <a:cubicBezTo>
                        <a:pt x="12" y="7"/>
                        <a:pt x="12" y="6"/>
                        <a:pt x="12" y="6"/>
                      </a:cubicBezTo>
                      <a:cubicBezTo>
                        <a:pt x="12" y="6"/>
                        <a:pt x="12" y="6"/>
                        <a:pt x="11" y="6"/>
                      </a:cubicBezTo>
                      <a:cubicBezTo>
                        <a:pt x="11" y="5"/>
                        <a:pt x="10" y="6"/>
                        <a:pt x="9" y="5"/>
                      </a:cubicBezTo>
                      <a:cubicBezTo>
                        <a:pt x="9" y="5"/>
                        <a:pt x="9" y="5"/>
                        <a:pt x="9" y="5"/>
                      </a:cubicBezTo>
                      <a:cubicBezTo>
                        <a:pt x="9" y="4"/>
                        <a:pt x="9" y="4"/>
                        <a:pt x="9" y="4"/>
                      </a:cubicBezTo>
                      <a:cubicBezTo>
                        <a:pt x="9" y="4"/>
                        <a:pt x="9" y="4"/>
                        <a:pt x="8" y="3"/>
                      </a:cubicBezTo>
                      <a:cubicBezTo>
                        <a:pt x="8" y="3"/>
                        <a:pt x="8" y="2"/>
                        <a:pt x="7" y="2"/>
                      </a:cubicBezTo>
                      <a:cubicBezTo>
                        <a:pt x="7" y="2"/>
                        <a:pt x="6" y="2"/>
                        <a:pt x="6" y="2"/>
                      </a:cubicBezTo>
                      <a:cubicBezTo>
                        <a:pt x="6" y="1"/>
                        <a:pt x="6" y="1"/>
                        <a:pt x="6" y="1"/>
                      </a:cubicBezTo>
                      <a:cubicBezTo>
                        <a:pt x="5" y="0"/>
                        <a:pt x="5" y="0"/>
                        <a:pt x="4" y="1"/>
                      </a:cubicBezTo>
                      <a:cubicBezTo>
                        <a:pt x="3" y="2"/>
                        <a:pt x="4" y="1"/>
                        <a:pt x="4" y="2"/>
                      </a:cubicBezTo>
                      <a:cubicBezTo>
                        <a:pt x="5" y="3"/>
                        <a:pt x="3" y="3"/>
                        <a:pt x="3" y="3"/>
                      </a:cubicBezTo>
                      <a:cubicBezTo>
                        <a:pt x="3" y="4"/>
                        <a:pt x="3" y="4"/>
                        <a:pt x="3" y="4"/>
                      </a:cubicBezTo>
                      <a:cubicBezTo>
                        <a:pt x="3" y="5"/>
                        <a:pt x="2" y="4"/>
                        <a:pt x="2" y="4"/>
                      </a:cubicBezTo>
                      <a:cubicBezTo>
                        <a:pt x="2" y="5"/>
                        <a:pt x="2" y="5"/>
                        <a:pt x="1" y="5"/>
                      </a:cubicBezTo>
                      <a:cubicBezTo>
                        <a:pt x="1" y="5"/>
                        <a:pt x="1" y="5"/>
                        <a:pt x="0" y="5"/>
                      </a:cubicBezTo>
                      <a:cubicBezTo>
                        <a:pt x="0" y="5"/>
                        <a:pt x="0" y="5"/>
                        <a:pt x="1" y="6"/>
                      </a:cubicBezTo>
                      <a:cubicBezTo>
                        <a:pt x="1" y="6"/>
                        <a:pt x="1" y="6"/>
                        <a:pt x="0" y="7"/>
                      </a:cubicBezTo>
                      <a:cubicBezTo>
                        <a:pt x="1" y="7"/>
                        <a:pt x="1" y="8"/>
                        <a:pt x="1" y="9"/>
                      </a:cubicBezTo>
                      <a:cubicBezTo>
                        <a:pt x="2" y="9"/>
                        <a:pt x="2" y="9"/>
                        <a:pt x="3" y="9"/>
                      </a:cubicBezTo>
                      <a:cubicBezTo>
                        <a:pt x="4" y="10"/>
                        <a:pt x="4" y="12"/>
                        <a:pt x="4" y="13"/>
                      </a:cubicBezTo>
                      <a:cubicBezTo>
                        <a:pt x="5" y="13"/>
                        <a:pt x="5" y="13"/>
                        <a:pt x="5" y="12"/>
                      </a:cubicBezTo>
                      <a:cubicBezTo>
                        <a:pt x="5" y="11"/>
                        <a:pt x="6" y="11"/>
                        <a:pt x="7" y="11"/>
                      </a:cubicBezTo>
                      <a:cubicBezTo>
                        <a:pt x="7" y="10"/>
                        <a:pt x="7" y="10"/>
                        <a:pt x="8" y="11"/>
                      </a:cubicBezTo>
                      <a:cubicBezTo>
                        <a:pt x="8" y="11"/>
                        <a:pt x="8" y="11"/>
                        <a:pt x="9" y="11"/>
                      </a:cubicBezTo>
                      <a:cubicBezTo>
                        <a:pt x="9" y="11"/>
                        <a:pt x="9" y="10"/>
                        <a:pt x="9" y="10"/>
                      </a:cubicBezTo>
                      <a:cubicBezTo>
                        <a:pt x="10" y="10"/>
                        <a:pt x="10" y="10"/>
                        <a:pt x="11" y="10"/>
                      </a:cubicBezTo>
                      <a:cubicBezTo>
                        <a:pt x="10" y="9"/>
                        <a:pt x="10" y="9"/>
                        <a:pt x="10" y="9"/>
                      </a:cubicBezTo>
                      <a:cubicBezTo>
                        <a:pt x="11" y="9"/>
                        <a:pt x="11" y="9"/>
                        <a:pt x="11" y="8"/>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0" name="Freeform 784">
                  <a:extLst>
                    <a:ext uri="{FF2B5EF4-FFF2-40B4-BE49-F238E27FC236}">
                      <a16:creationId xmlns:a16="http://schemas.microsoft.com/office/drawing/2014/main" id="{600307BC-9A32-8823-EEE4-30C54342D796}"/>
                    </a:ext>
                  </a:extLst>
                </p:cNvPr>
                <p:cNvSpPr>
                  <a:spLocks/>
                </p:cNvSpPr>
                <p:nvPr/>
              </p:nvSpPr>
              <p:spPr bwMode="auto">
                <a:xfrm>
                  <a:off x="4813301" y="2559050"/>
                  <a:ext cx="4762" cy="4763"/>
                </a:xfrm>
                <a:custGeom>
                  <a:avLst/>
                  <a:gdLst>
                    <a:gd name="T0" fmla="*/ 0 w 3"/>
                    <a:gd name="T1" fmla="*/ 3 h 3"/>
                    <a:gd name="T2" fmla="*/ 0 w 3"/>
                    <a:gd name="T3" fmla="*/ 3 h 3"/>
                    <a:gd name="T4" fmla="*/ 3 w 3"/>
                    <a:gd name="T5" fmla="*/ 3 h 3"/>
                    <a:gd name="T6" fmla="*/ 0 w 3"/>
                    <a:gd name="T7" fmla="*/ 0 h 3"/>
                    <a:gd name="T8" fmla="*/ 0 w 3"/>
                    <a:gd name="T9" fmla="*/ 3 h 3"/>
                  </a:gdLst>
                  <a:ahLst/>
                  <a:cxnLst>
                    <a:cxn ang="0">
                      <a:pos x="T0" y="T1"/>
                    </a:cxn>
                    <a:cxn ang="0">
                      <a:pos x="T2" y="T3"/>
                    </a:cxn>
                    <a:cxn ang="0">
                      <a:pos x="T4" y="T5"/>
                    </a:cxn>
                    <a:cxn ang="0">
                      <a:pos x="T6" y="T7"/>
                    </a:cxn>
                    <a:cxn ang="0">
                      <a:pos x="T8" y="T9"/>
                    </a:cxn>
                  </a:cxnLst>
                  <a:rect l="0" t="0" r="r" b="b"/>
                  <a:pathLst>
                    <a:path w="3" h="3">
                      <a:moveTo>
                        <a:pt x="0" y="3"/>
                      </a:moveTo>
                      <a:lnTo>
                        <a:pt x="0" y="3"/>
                      </a:lnTo>
                      <a:lnTo>
                        <a:pt x="3" y="3"/>
                      </a:lnTo>
                      <a:lnTo>
                        <a:pt x="0" y="0"/>
                      </a:lnTo>
                      <a:lnTo>
                        <a:pt x="0" y="3"/>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1" name="Freeform 785">
                  <a:extLst>
                    <a:ext uri="{FF2B5EF4-FFF2-40B4-BE49-F238E27FC236}">
                      <a16:creationId xmlns:a16="http://schemas.microsoft.com/office/drawing/2014/main" id="{1B08F9D9-EE54-727F-E26D-97CFEB339DA9}"/>
                    </a:ext>
                  </a:extLst>
                </p:cNvPr>
                <p:cNvSpPr>
                  <a:spLocks/>
                </p:cNvSpPr>
                <p:nvPr/>
              </p:nvSpPr>
              <p:spPr bwMode="auto">
                <a:xfrm>
                  <a:off x="4889501" y="2543175"/>
                  <a:ext cx="3175" cy="0"/>
                </a:xfrm>
                <a:custGeom>
                  <a:avLst/>
                  <a:gdLst>
                    <a:gd name="T0" fmla="*/ 0 w 2"/>
                    <a:gd name="T1" fmla="*/ 0 w 2"/>
                    <a:gd name="T2" fmla="*/ 2 w 2"/>
                    <a:gd name="T3" fmla="*/ 0 w 2"/>
                    <a:gd name="T4" fmla="*/ 0 w 2"/>
                  </a:gdLst>
                  <a:ahLst/>
                  <a:cxnLst>
                    <a:cxn ang="0">
                      <a:pos x="T0" y="0"/>
                    </a:cxn>
                    <a:cxn ang="0">
                      <a:pos x="T1" y="0"/>
                    </a:cxn>
                    <a:cxn ang="0">
                      <a:pos x="T2" y="0"/>
                    </a:cxn>
                    <a:cxn ang="0">
                      <a:pos x="T3" y="0"/>
                    </a:cxn>
                    <a:cxn ang="0">
                      <a:pos x="T4" y="0"/>
                    </a:cxn>
                  </a:cxnLst>
                  <a:rect l="0" t="0" r="r" b="b"/>
                  <a:pathLst>
                    <a:path w="2">
                      <a:moveTo>
                        <a:pt x="0" y="0"/>
                      </a:moveTo>
                      <a:lnTo>
                        <a:pt x="0" y="0"/>
                      </a:lnTo>
                      <a:lnTo>
                        <a:pt x="2" y="0"/>
                      </a:lnTo>
                      <a:lnTo>
                        <a:pt x="0" y="0"/>
                      </a:lnTo>
                      <a:lnTo>
                        <a:pt x="0" y="0"/>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2" name="Freeform 786">
                  <a:extLst>
                    <a:ext uri="{FF2B5EF4-FFF2-40B4-BE49-F238E27FC236}">
                      <a16:creationId xmlns:a16="http://schemas.microsoft.com/office/drawing/2014/main" id="{61A91CC4-20D0-52FB-AFDA-3FC12FD8892A}"/>
                    </a:ext>
                  </a:extLst>
                </p:cNvPr>
                <p:cNvSpPr>
                  <a:spLocks noEditPoints="1"/>
                </p:cNvSpPr>
                <p:nvPr/>
              </p:nvSpPr>
              <p:spPr bwMode="auto">
                <a:xfrm>
                  <a:off x="4689476" y="2351088"/>
                  <a:ext cx="320675" cy="212725"/>
                </a:xfrm>
                <a:custGeom>
                  <a:avLst/>
                  <a:gdLst>
                    <a:gd name="T0" fmla="*/ 76 w 77"/>
                    <a:gd name="T1" fmla="*/ 19 h 51"/>
                    <a:gd name="T2" fmla="*/ 76 w 77"/>
                    <a:gd name="T3" fmla="*/ 15 h 51"/>
                    <a:gd name="T4" fmla="*/ 70 w 77"/>
                    <a:gd name="T5" fmla="*/ 13 h 51"/>
                    <a:gd name="T6" fmla="*/ 67 w 77"/>
                    <a:gd name="T7" fmla="*/ 11 h 51"/>
                    <a:gd name="T8" fmla="*/ 65 w 77"/>
                    <a:gd name="T9" fmla="*/ 6 h 51"/>
                    <a:gd name="T10" fmla="*/ 63 w 77"/>
                    <a:gd name="T11" fmla="*/ 4 h 51"/>
                    <a:gd name="T12" fmla="*/ 58 w 77"/>
                    <a:gd name="T13" fmla="*/ 2 h 51"/>
                    <a:gd name="T14" fmla="*/ 55 w 77"/>
                    <a:gd name="T15" fmla="*/ 1 h 51"/>
                    <a:gd name="T16" fmla="*/ 54 w 77"/>
                    <a:gd name="T17" fmla="*/ 7 h 51"/>
                    <a:gd name="T18" fmla="*/ 48 w 77"/>
                    <a:gd name="T19" fmla="*/ 9 h 51"/>
                    <a:gd name="T20" fmla="*/ 45 w 77"/>
                    <a:gd name="T21" fmla="*/ 13 h 51"/>
                    <a:gd name="T22" fmla="*/ 41 w 77"/>
                    <a:gd name="T23" fmla="*/ 7 h 51"/>
                    <a:gd name="T24" fmla="*/ 37 w 77"/>
                    <a:gd name="T25" fmla="*/ 8 h 51"/>
                    <a:gd name="T26" fmla="*/ 32 w 77"/>
                    <a:gd name="T27" fmla="*/ 11 h 51"/>
                    <a:gd name="T28" fmla="*/ 28 w 77"/>
                    <a:gd name="T29" fmla="*/ 9 h 51"/>
                    <a:gd name="T30" fmla="*/ 28 w 77"/>
                    <a:gd name="T31" fmla="*/ 17 h 51"/>
                    <a:gd name="T32" fmla="*/ 25 w 77"/>
                    <a:gd name="T33" fmla="*/ 20 h 51"/>
                    <a:gd name="T34" fmla="*/ 21 w 77"/>
                    <a:gd name="T35" fmla="*/ 17 h 51"/>
                    <a:gd name="T36" fmla="*/ 22 w 77"/>
                    <a:gd name="T37" fmla="*/ 11 h 51"/>
                    <a:gd name="T38" fmla="*/ 21 w 77"/>
                    <a:gd name="T39" fmla="*/ 8 h 51"/>
                    <a:gd name="T40" fmla="*/ 17 w 77"/>
                    <a:gd name="T41" fmla="*/ 5 h 51"/>
                    <a:gd name="T42" fmla="*/ 11 w 77"/>
                    <a:gd name="T43" fmla="*/ 2 h 51"/>
                    <a:gd name="T44" fmla="*/ 12 w 77"/>
                    <a:gd name="T45" fmla="*/ 4 h 51"/>
                    <a:gd name="T46" fmla="*/ 14 w 77"/>
                    <a:gd name="T47" fmla="*/ 6 h 51"/>
                    <a:gd name="T48" fmla="*/ 15 w 77"/>
                    <a:gd name="T49" fmla="*/ 11 h 51"/>
                    <a:gd name="T50" fmla="*/ 11 w 77"/>
                    <a:gd name="T51" fmla="*/ 9 h 51"/>
                    <a:gd name="T52" fmla="*/ 6 w 77"/>
                    <a:gd name="T53" fmla="*/ 8 h 51"/>
                    <a:gd name="T54" fmla="*/ 7 w 77"/>
                    <a:gd name="T55" fmla="*/ 13 h 51"/>
                    <a:gd name="T56" fmla="*/ 7 w 77"/>
                    <a:gd name="T57" fmla="*/ 16 h 51"/>
                    <a:gd name="T58" fmla="*/ 4 w 77"/>
                    <a:gd name="T59" fmla="*/ 18 h 51"/>
                    <a:gd name="T60" fmla="*/ 11 w 77"/>
                    <a:gd name="T61" fmla="*/ 17 h 51"/>
                    <a:gd name="T62" fmla="*/ 14 w 77"/>
                    <a:gd name="T63" fmla="*/ 16 h 51"/>
                    <a:gd name="T64" fmla="*/ 17 w 77"/>
                    <a:gd name="T65" fmla="*/ 18 h 51"/>
                    <a:gd name="T66" fmla="*/ 14 w 77"/>
                    <a:gd name="T67" fmla="*/ 23 h 51"/>
                    <a:gd name="T68" fmla="*/ 13 w 77"/>
                    <a:gd name="T69" fmla="*/ 25 h 51"/>
                    <a:gd name="T70" fmla="*/ 10 w 77"/>
                    <a:gd name="T71" fmla="*/ 25 h 51"/>
                    <a:gd name="T72" fmla="*/ 8 w 77"/>
                    <a:gd name="T73" fmla="*/ 26 h 51"/>
                    <a:gd name="T74" fmla="*/ 5 w 77"/>
                    <a:gd name="T75" fmla="*/ 30 h 51"/>
                    <a:gd name="T76" fmla="*/ 13 w 77"/>
                    <a:gd name="T77" fmla="*/ 29 h 51"/>
                    <a:gd name="T78" fmla="*/ 15 w 77"/>
                    <a:gd name="T79" fmla="*/ 32 h 51"/>
                    <a:gd name="T80" fmla="*/ 19 w 77"/>
                    <a:gd name="T81" fmla="*/ 32 h 51"/>
                    <a:gd name="T82" fmla="*/ 19 w 77"/>
                    <a:gd name="T83" fmla="*/ 33 h 51"/>
                    <a:gd name="T84" fmla="*/ 19 w 77"/>
                    <a:gd name="T85" fmla="*/ 36 h 51"/>
                    <a:gd name="T86" fmla="*/ 17 w 77"/>
                    <a:gd name="T87" fmla="*/ 39 h 51"/>
                    <a:gd name="T88" fmla="*/ 13 w 77"/>
                    <a:gd name="T89" fmla="*/ 41 h 51"/>
                    <a:gd name="T90" fmla="*/ 14 w 77"/>
                    <a:gd name="T91" fmla="*/ 44 h 51"/>
                    <a:gd name="T92" fmla="*/ 26 w 77"/>
                    <a:gd name="T93" fmla="*/ 45 h 51"/>
                    <a:gd name="T94" fmla="*/ 30 w 77"/>
                    <a:gd name="T95" fmla="*/ 46 h 51"/>
                    <a:gd name="T96" fmla="*/ 38 w 77"/>
                    <a:gd name="T97" fmla="*/ 51 h 51"/>
                    <a:gd name="T98" fmla="*/ 48 w 77"/>
                    <a:gd name="T99" fmla="*/ 47 h 51"/>
                    <a:gd name="T100" fmla="*/ 49 w 77"/>
                    <a:gd name="T101" fmla="*/ 45 h 51"/>
                    <a:gd name="T102" fmla="*/ 54 w 77"/>
                    <a:gd name="T103" fmla="*/ 43 h 51"/>
                    <a:gd name="T104" fmla="*/ 59 w 77"/>
                    <a:gd name="T105" fmla="*/ 41 h 51"/>
                    <a:gd name="T106" fmla="*/ 65 w 77"/>
                    <a:gd name="T107" fmla="*/ 36 h 51"/>
                    <a:gd name="T108" fmla="*/ 67 w 77"/>
                    <a:gd name="T109" fmla="*/ 35 h 51"/>
                    <a:gd name="T110" fmla="*/ 72 w 77"/>
                    <a:gd name="T111" fmla="*/ 30 h 51"/>
                    <a:gd name="T112" fmla="*/ 71 w 77"/>
                    <a:gd name="T113" fmla="*/ 27 h 51"/>
                    <a:gd name="T114" fmla="*/ 74 w 77"/>
                    <a:gd name="T115" fmla="*/ 23 h 51"/>
                    <a:gd name="T116" fmla="*/ 20 w 77"/>
                    <a:gd name="T117"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7" h="51">
                      <a:moveTo>
                        <a:pt x="77" y="22"/>
                      </a:moveTo>
                      <a:cubicBezTo>
                        <a:pt x="77" y="21"/>
                        <a:pt x="77" y="21"/>
                        <a:pt x="77" y="21"/>
                      </a:cubicBezTo>
                      <a:cubicBezTo>
                        <a:pt x="77" y="21"/>
                        <a:pt x="77" y="21"/>
                        <a:pt x="77" y="20"/>
                      </a:cubicBezTo>
                      <a:cubicBezTo>
                        <a:pt x="77" y="20"/>
                        <a:pt x="76" y="21"/>
                        <a:pt x="76" y="21"/>
                      </a:cubicBezTo>
                      <a:cubicBezTo>
                        <a:pt x="76" y="21"/>
                        <a:pt x="76" y="21"/>
                        <a:pt x="76" y="21"/>
                      </a:cubicBezTo>
                      <a:cubicBezTo>
                        <a:pt x="76" y="21"/>
                        <a:pt x="76" y="21"/>
                        <a:pt x="76" y="21"/>
                      </a:cubicBezTo>
                      <a:cubicBezTo>
                        <a:pt x="75" y="21"/>
                        <a:pt x="75" y="21"/>
                        <a:pt x="75" y="21"/>
                      </a:cubicBezTo>
                      <a:cubicBezTo>
                        <a:pt x="76" y="20"/>
                        <a:pt x="76" y="20"/>
                        <a:pt x="76" y="20"/>
                      </a:cubicBezTo>
                      <a:cubicBezTo>
                        <a:pt x="76" y="20"/>
                        <a:pt x="76" y="20"/>
                        <a:pt x="76" y="20"/>
                      </a:cubicBezTo>
                      <a:cubicBezTo>
                        <a:pt x="75" y="20"/>
                        <a:pt x="74" y="20"/>
                        <a:pt x="74" y="20"/>
                      </a:cubicBezTo>
                      <a:cubicBezTo>
                        <a:pt x="73" y="20"/>
                        <a:pt x="73" y="20"/>
                        <a:pt x="73" y="20"/>
                      </a:cubicBezTo>
                      <a:cubicBezTo>
                        <a:pt x="74" y="20"/>
                        <a:pt x="76" y="20"/>
                        <a:pt x="76" y="19"/>
                      </a:cubicBezTo>
                      <a:cubicBezTo>
                        <a:pt x="76" y="18"/>
                        <a:pt x="76" y="18"/>
                        <a:pt x="76" y="18"/>
                      </a:cubicBezTo>
                      <a:cubicBezTo>
                        <a:pt x="75" y="18"/>
                        <a:pt x="74" y="18"/>
                        <a:pt x="73" y="19"/>
                      </a:cubicBezTo>
                      <a:cubicBezTo>
                        <a:pt x="74" y="18"/>
                        <a:pt x="74" y="18"/>
                        <a:pt x="75" y="18"/>
                      </a:cubicBezTo>
                      <a:cubicBezTo>
                        <a:pt x="75" y="18"/>
                        <a:pt x="75" y="18"/>
                        <a:pt x="75" y="18"/>
                      </a:cubicBezTo>
                      <a:cubicBezTo>
                        <a:pt x="75" y="18"/>
                        <a:pt x="75" y="18"/>
                        <a:pt x="75" y="18"/>
                      </a:cubicBezTo>
                      <a:cubicBezTo>
                        <a:pt x="74" y="17"/>
                        <a:pt x="74" y="17"/>
                        <a:pt x="74" y="17"/>
                      </a:cubicBezTo>
                      <a:cubicBezTo>
                        <a:pt x="75" y="17"/>
                        <a:pt x="75" y="17"/>
                        <a:pt x="75" y="17"/>
                      </a:cubicBezTo>
                      <a:cubicBezTo>
                        <a:pt x="75" y="17"/>
                        <a:pt x="75" y="17"/>
                        <a:pt x="75" y="17"/>
                      </a:cubicBezTo>
                      <a:cubicBezTo>
                        <a:pt x="75" y="17"/>
                        <a:pt x="75" y="17"/>
                        <a:pt x="75" y="17"/>
                      </a:cubicBezTo>
                      <a:cubicBezTo>
                        <a:pt x="75" y="16"/>
                        <a:pt x="75" y="16"/>
                        <a:pt x="75" y="16"/>
                      </a:cubicBezTo>
                      <a:cubicBezTo>
                        <a:pt x="76" y="16"/>
                        <a:pt x="76" y="16"/>
                        <a:pt x="76" y="16"/>
                      </a:cubicBezTo>
                      <a:cubicBezTo>
                        <a:pt x="75" y="16"/>
                        <a:pt x="76" y="15"/>
                        <a:pt x="76" y="15"/>
                      </a:cubicBezTo>
                      <a:cubicBezTo>
                        <a:pt x="75" y="14"/>
                        <a:pt x="75" y="14"/>
                        <a:pt x="75" y="14"/>
                      </a:cubicBezTo>
                      <a:cubicBezTo>
                        <a:pt x="75" y="14"/>
                        <a:pt x="75" y="14"/>
                        <a:pt x="75" y="14"/>
                      </a:cubicBezTo>
                      <a:cubicBezTo>
                        <a:pt x="75" y="14"/>
                        <a:pt x="74" y="15"/>
                        <a:pt x="74" y="15"/>
                      </a:cubicBezTo>
                      <a:cubicBezTo>
                        <a:pt x="74" y="15"/>
                        <a:pt x="74" y="14"/>
                        <a:pt x="74" y="14"/>
                      </a:cubicBezTo>
                      <a:cubicBezTo>
                        <a:pt x="74" y="14"/>
                        <a:pt x="74" y="14"/>
                        <a:pt x="74" y="14"/>
                      </a:cubicBezTo>
                      <a:cubicBezTo>
                        <a:pt x="74" y="13"/>
                        <a:pt x="74" y="13"/>
                        <a:pt x="74" y="13"/>
                      </a:cubicBezTo>
                      <a:cubicBezTo>
                        <a:pt x="73" y="13"/>
                        <a:pt x="73" y="13"/>
                        <a:pt x="73" y="13"/>
                      </a:cubicBezTo>
                      <a:cubicBezTo>
                        <a:pt x="73" y="13"/>
                        <a:pt x="73" y="13"/>
                        <a:pt x="73" y="13"/>
                      </a:cubicBezTo>
                      <a:cubicBezTo>
                        <a:pt x="71" y="13"/>
                        <a:pt x="71" y="13"/>
                        <a:pt x="71" y="13"/>
                      </a:cubicBezTo>
                      <a:cubicBezTo>
                        <a:pt x="71" y="13"/>
                        <a:pt x="71" y="13"/>
                        <a:pt x="71" y="13"/>
                      </a:cubicBezTo>
                      <a:cubicBezTo>
                        <a:pt x="71" y="13"/>
                        <a:pt x="71" y="13"/>
                        <a:pt x="71" y="13"/>
                      </a:cubicBezTo>
                      <a:cubicBezTo>
                        <a:pt x="70" y="13"/>
                        <a:pt x="70" y="13"/>
                        <a:pt x="70" y="13"/>
                      </a:cubicBezTo>
                      <a:cubicBezTo>
                        <a:pt x="70" y="14"/>
                        <a:pt x="70" y="15"/>
                        <a:pt x="69" y="15"/>
                      </a:cubicBezTo>
                      <a:cubicBezTo>
                        <a:pt x="69" y="15"/>
                        <a:pt x="69" y="15"/>
                        <a:pt x="69" y="15"/>
                      </a:cubicBezTo>
                      <a:cubicBezTo>
                        <a:pt x="70" y="14"/>
                        <a:pt x="70" y="14"/>
                        <a:pt x="70" y="13"/>
                      </a:cubicBezTo>
                      <a:cubicBezTo>
                        <a:pt x="71" y="13"/>
                        <a:pt x="71" y="13"/>
                        <a:pt x="71" y="13"/>
                      </a:cubicBezTo>
                      <a:cubicBezTo>
                        <a:pt x="70" y="12"/>
                        <a:pt x="70" y="12"/>
                        <a:pt x="70" y="12"/>
                      </a:cubicBezTo>
                      <a:cubicBezTo>
                        <a:pt x="70" y="11"/>
                        <a:pt x="70" y="11"/>
                        <a:pt x="70" y="11"/>
                      </a:cubicBezTo>
                      <a:cubicBezTo>
                        <a:pt x="70" y="11"/>
                        <a:pt x="70" y="11"/>
                        <a:pt x="70" y="11"/>
                      </a:cubicBezTo>
                      <a:cubicBezTo>
                        <a:pt x="69" y="11"/>
                        <a:pt x="68" y="12"/>
                        <a:pt x="67" y="12"/>
                      </a:cubicBezTo>
                      <a:cubicBezTo>
                        <a:pt x="67" y="12"/>
                        <a:pt x="67" y="12"/>
                        <a:pt x="67" y="12"/>
                      </a:cubicBezTo>
                      <a:cubicBezTo>
                        <a:pt x="67" y="11"/>
                        <a:pt x="67" y="11"/>
                        <a:pt x="67" y="11"/>
                      </a:cubicBezTo>
                      <a:cubicBezTo>
                        <a:pt x="67" y="11"/>
                        <a:pt x="67" y="12"/>
                        <a:pt x="66" y="12"/>
                      </a:cubicBezTo>
                      <a:cubicBezTo>
                        <a:pt x="67" y="11"/>
                        <a:pt x="67" y="11"/>
                        <a:pt x="67" y="11"/>
                      </a:cubicBezTo>
                      <a:cubicBezTo>
                        <a:pt x="67" y="11"/>
                        <a:pt x="67" y="11"/>
                        <a:pt x="67" y="11"/>
                      </a:cubicBezTo>
                      <a:cubicBezTo>
                        <a:pt x="67" y="10"/>
                        <a:pt x="68" y="9"/>
                        <a:pt x="68" y="8"/>
                      </a:cubicBezTo>
                      <a:cubicBezTo>
                        <a:pt x="68" y="8"/>
                        <a:pt x="67" y="7"/>
                        <a:pt x="67" y="7"/>
                      </a:cubicBezTo>
                      <a:cubicBezTo>
                        <a:pt x="67" y="7"/>
                        <a:pt x="67" y="7"/>
                        <a:pt x="67" y="7"/>
                      </a:cubicBezTo>
                      <a:cubicBezTo>
                        <a:pt x="67" y="7"/>
                        <a:pt x="67" y="7"/>
                        <a:pt x="67" y="7"/>
                      </a:cubicBezTo>
                      <a:cubicBezTo>
                        <a:pt x="66" y="7"/>
                        <a:pt x="66" y="7"/>
                        <a:pt x="66" y="7"/>
                      </a:cubicBezTo>
                      <a:cubicBezTo>
                        <a:pt x="66" y="7"/>
                        <a:pt x="65" y="7"/>
                        <a:pt x="65" y="7"/>
                      </a:cubicBezTo>
                      <a:cubicBezTo>
                        <a:pt x="65" y="7"/>
                        <a:pt x="65" y="7"/>
                        <a:pt x="65" y="7"/>
                      </a:cubicBezTo>
                      <a:cubicBezTo>
                        <a:pt x="65" y="6"/>
                        <a:pt x="65" y="6"/>
                        <a:pt x="65" y="6"/>
                      </a:cubicBezTo>
                      <a:cubicBezTo>
                        <a:pt x="64" y="6"/>
                        <a:pt x="64" y="6"/>
                        <a:pt x="64" y="6"/>
                      </a:cubicBezTo>
                      <a:cubicBezTo>
                        <a:pt x="64" y="6"/>
                        <a:pt x="64" y="6"/>
                        <a:pt x="64" y="6"/>
                      </a:cubicBezTo>
                      <a:cubicBezTo>
                        <a:pt x="65" y="6"/>
                        <a:pt x="65" y="6"/>
                        <a:pt x="65" y="6"/>
                      </a:cubicBezTo>
                      <a:cubicBezTo>
                        <a:pt x="65" y="5"/>
                        <a:pt x="65" y="5"/>
                        <a:pt x="65" y="4"/>
                      </a:cubicBezTo>
                      <a:cubicBezTo>
                        <a:pt x="65" y="4"/>
                        <a:pt x="65" y="4"/>
                        <a:pt x="65" y="4"/>
                      </a:cubicBezTo>
                      <a:cubicBezTo>
                        <a:pt x="65" y="4"/>
                        <a:pt x="65" y="4"/>
                        <a:pt x="65" y="4"/>
                      </a:cubicBezTo>
                      <a:cubicBezTo>
                        <a:pt x="65" y="3"/>
                        <a:pt x="65" y="3"/>
                        <a:pt x="65" y="3"/>
                      </a:cubicBezTo>
                      <a:cubicBezTo>
                        <a:pt x="66" y="3"/>
                        <a:pt x="67" y="2"/>
                        <a:pt x="68" y="1"/>
                      </a:cubicBezTo>
                      <a:cubicBezTo>
                        <a:pt x="66" y="2"/>
                        <a:pt x="66" y="2"/>
                        <a:pt x="66" y="2"/>
                      </a:cubicBezTo>
                      <a:cubicBezTo>
                        <a:pt x="66" y="2"/>
                        <a:pt x="66" y="2"/>
                        <a:pt x="66" y="2"/>
                      </a:cubicBezTo>
                      <a:cubicBezTo>
                        <a:pt x="65" y="2"/>
                        <a:pt x="65" y="2"/>
                        <a:pt x="65" y="3"/>
                      </a:cubicBezTo>
                      <a:cubicBezTo>
                        <a:pt x="64" y="3"/>
                        <a:pt x="64" y="3"/>
                        <a:pt x="64" y="3"/>
                      </a:cubicBezTo>
                      <a:cubicBezTo>
                        <a:pt x="64" y="4"/>
                        <a:pt x="64" y="4"/>
                        <a:pt x="64" y="4"/>
                      </a:cubicBezTo>
                      <a:cubicBezTo>
                        <a:pt x="64" y="4"/>
                        <a:pt x="63" y="4"/>
                        <a:pt x="63" y="4"/>
                      </a:cubicBezTo>
                      <a:cubicBezTo>
                        <a:pt x="63" y="4"/>
                        <a:pt x="63" y="4"/>
                        <a:pt x="63" y="4"/>
                      </a:cubicBezTo>
                      <a:cubicBezTo>
                        <a:pt x="63" y="5"/>
                        <a:pt x="63" y="5"/>
                        <a:pt x="62" y="6"/>
                      </a:cubicBezTo>
                      <a:cubicBezTo>
                        <a:pt x="62" y="5"/>
                        <a:pt x="62" y="5"/>
                        <a:pt x="61" y="5"/>
                      </a:cubicBezTo>
                      <a:cubicBezTo>
                        <a:pt x="61" y="5"/>
                        <a:pt x="61" y="5"/>
                        <a:pt x="61" y="5"/>
                      </a:cubicBezTo>
                      <a:cubicBezTo>
                        <a:pt x="60" y="5"/>
                        <a:pt x="60" y="5"/>
                        <a:pt x="60" y="5"/>
                      </a:cubicBezTo>
                      <a:cubicBezTo>
                        <a:pt x="60" y="4"/>
                        <a:pt x="60" y="4"/>
                        <a:pt x="60" y="4"/>
                      </a:cubicBezTo>
                      <a:cubicBezTo>
                        <a:pt x="60" y="4"/>
                        <a:pt x="60" y="4"/>
                        <a:pt x="60" y="4"/>
                      </a:cubicBezTo>
                      <a:cubicBezTo>
                        <a:pt x="60" y="3"/>
                        <a:pt x="60" y="3"/>
                        <a:pt x="60" y="3"/>
                      </a:cubicBezTo>
                      <a:cubicBezTo>
                        <a:pt x="60" y="2"/>
                        <a:pt x="60" y="2"/>
                        <a:pt x="60" y="2"/>
                      </a:cubicBezTo>
                      <a:cubicBezTo>
                        <a:pt x="60" y="2"/>
                        <a:pt x="60" y="2"/>
                        <a:pt x="60" y="2"/>
                      </a:cubicBezTo>
                      <a:cubicBezTo>
                        <a:pt x="59" y="2"/>
                        <a:pt x="59" y="2"/>
                        <a:pt x="59" y="2"/>
                      </a:cubicBezTo>
                      <a:cubicBezTo>
                        <a:pt x="59" y="2"/>
                        <a:pt x="59" y="2"/>
                        <a:pt x="59" y="2"/>
                      </a:cubicBezTo>
                      <a:cubicBezTo>
                        <a:pt x="58" y="2"/>
                        <a:pt x="58" y="2"/>
                        <a:pt x="58" y="2"/>
                      </a:cubicBezTo>
                      <a:cubicBezTo>
                        <a:pt x="58" y="1"/>
                        <a:pt x="58" y="1"/>
                        <a:pt x="58" y="1"/>
                      </a:cubicBezTo>
                      <a:cubicBezTo>
                        <a:pt x="58" y="1"/>
                        <a:pt x="58" y="1"/>
                        <a:pt x="59" y="0"/>
                      </a:cubicBezTo>
                      <a:cubicBezTo>
                        <a:pt x="58" y="0"/>
                        <a:pt x="58" y="0"/>
                        <a:pt x="58" y="0"/>
                      </a:cubicBezTo>
                      <a:cubicBezTo>
                        <a:pt x="57" y="0"/>
                        <a:pt x="57" y="0"/>
                        <a:pt x="57" y="0"/>
                      </a:cubicBezTo>
                      <a:cubicBezTo>
                        <a:pt x="57" y="0"/>
                        <a:pt x="57" y="0"/>
                        <a:pt x="57" y="0"/>
                      </a:cubicBezTo>
                      <a:cubicBezTo>
                        <a:pt x="56" y="0"/>
                        <a:pt x="56" y="0"/>
                        <a:pt x="56" y="0"/>
                      </a:cubicBezTo>
                      <a:cubicBezTo>
                        <a:pt x="56" y="0"/>
                        <a:pt x="56" y="0"/>
                        <a:pt x="56" y="0"/>
                      </a:cubicBezTo>
                      <a:cubicBezTo>
                        <a:pt x="56" y="0"/>
                        <a:pt x="56" y="0"/>
                        <a:pt x="56" y="0"/>
                      </a:cubicBezTo>
                      <a:cubicBezTo>
                        <a:pt x="56" y="1"/>
                        <a:pt x="56" y="1"/>
                        <a:pt x="56" y="1"/>
                      </a:cubicBezTo>
                      <a:cubicBezTo>
                        <a:pt x="56" y="1"/>
                        <a:pt x="56" y="1"/>
                        <a:pt x="56" y="1"/>
                      </a:cubicBezTo>
                      <a:cubicBezTo>
                        <a:pt x="55" y="0"/>
                        <a:pt x="55" y="0"/>
                        <a:pt x="55" y="0"/>
                      </a:cubicBezTo>
                      <a:cubicBezTo>
                        <a:pt x="55" y="1"/>
                        <a:pt x="55" y="1"/>
                        <a:pt x="55" y="1"/>
                      </a:cubicBezTo>
                      <a:cubicBezTo>
                        <a:pt x="55" y="0"/>
                        <a:pt x="55" y="0"/>
                        <a:pt x="55" y="0"/>
                      </a:cubicBezTo>
                      <a:cubicBezTo>
                        <a:pt x="55" y="1"/>
                        <a:pt x="55" y="1"/>
                        <a:pt x="55" y="1"/>
                      </a:cubicBezTo>
                      <a:cubicBezTo>
                        <a:pt x="54" y="1"/>
                        <a:pt x="54" y="1"/>
                        <a:pt x="54" y="1"/>
                      </a:cubicBezTo>
                      <a:cubicBezTo>
                        <a:pt x="54" y="1"/>
                        <a:pt x="54" y="1"/>
                        <a:pt x="54" y="1"/>
                      </a:cubicBezTo>
                      <a:cubicBezTo>
                        <a:pt x="54" y="1"/>
                        <a:pt x="54" y="2"/>
                        <a:pt x="55" y="3"/>
                      </a:cubicBezTo>
                      <a:cubicBezTo>
                        <a:pt x="55" y="4"/>
                        <a:pt x="55" y="4"/>
                        <a:pt x="55" y="6"/>
                      </a:cubicBezTo>
                      <a:cubicBezTo>
                        <a:pt x="55" y="6"/>
                        <a:pt x="55" y="6"/>
                        <a:pt x="55" y="6"/>
                      </a:cubicBezTo>
                      <a:cubicBezTo>
                        <a:pt x="55" y="6"/>
                        <a:pt x="55" y="6"/>
                        <a:pt x="55" y="6"/>
                      </a:cubicBezTo>
                      <a:cubicBezTo>
                        <a:pt x="54" y="6"/>
                        <a:pt x="54" y="6"/>
                        <a:pt x="54" y="6"/>
                      </a:cubicBezTo>
                      <a:cubicBezTo>
                        <a:pt x="54" y="6"/>
                        <a:pt x="55" y="6"/>
                        <a:pt x="55" y="6"/>
                      </a:cubicBezTo>
                      <a:cubicBezTo>
                        <a:pt x="54" y="6"/>
                        <a:pt x="53" y="6"/>
                        <a:pt x="54" y="7"/>
                      </a:cubicBezTo>
                      <a:cubicBezTo>
                        <a:pt x="54" y="7"/>
                        <a:pt x="54" y="7"/>
                        <a:pt x="54" y="7"/>
                      </a:cubicBezTo>
                      <a:cubicBezTo>
                        <a:pt x="54" y="7"/>
                        <a:pt x="54" y="7"/>
                        <a:pt x="54" y="7"/>
                      </a:cubicBezTo>
                      <a:cubicBezTo>
                        <a:pt x="53" y="7"/>
                        <a:pt x="53" y="7"/>
                        <a:pt x="53" y="7"/>
                      </a:cubicBezTo>
                      <a:cubicBezTo>
                        <a:pt x="53" y="7"/>
                        <a:pt x="53" y="7"/>
                        <a:pt x="53" y="7"/>
                      </a:cubicBezTo>
                      <a:cubicBezTo>
                        <a:pt x="53" y="7"/>
                        <a:pt x="53" y="7"/>
                        <a:pt x="53" y="6"/>
                      </a:cubicBezTo>
                      <a:cubicBezTo>
                        <a:pt x="53" y="7"/>
                        <a:pt x="52" y="7"/>
                        <a:pt x="52" y="7"/>
                      </a:cubicBezTo>
                      <a:cubicBezTo>
                        <a:pt x="52" y="7"/>
                        <a:pt x="52" y="7"/>
                        <a:pt x="52" y="7"/>
                      </a:cubicBezTo>
                      <a:cubicBezTo>
                        <a:pt x="52" y="5"/>
                        <a:pt x="50" y="5"/>
                        <a:pt x="50" y="6"/>
                      </a:cubicBezTo>
                      <a:cubicBezTo>
                        <a:pt x="50" y="7"/>
                        <a:pt x="49" y="8"/>
                        <a:pt x="49" y="10"/>
                      </a:cubicBezTo>
                      <a:cubicBezTo>
                        <a:pt x="49" y="9"/>
                        <a:pt x="49" y="9"/>
                        <a:pt x="49" y="9"/>
                      </a:cubicBezTo>
                      <a:cubicBezTo>
                        <a:pt x="47" y="9"/>
                        <a:pt x="47" y="9"/>
                        <a:pt x="47" y="9"/>
                      </a:cubicBezTo>
                      <a:cubicBezTo>
                        <a:pt x="48" y="9"/>
                        <a:pt x="48" y="9"/>
                        <a:pt x="48" y="9"/>
                      </a:cubicBezTo>
                      <a:cubicBezTo>
                        <a:pt x="48" y="9"/>
                        <a:pt x="48" y="9"/>
                        <a:pt x="48" y="9"/>
                      </a:cubicBezTo>
                      <a:cubicBezTo>
                        <a:pt x="47" y="9"/>
                        <a:pt x="48" y="10"/>
                        <a:pt x="48" y="11"/>
                      </a:cubicBezTo>
                      <a:cubicBezTo>
                        <a:pt x="47" y="9"/>
                        <a:pt x="47" y="8"/>
                        <a:pt x="46" y="7"/>
                      </a:cubicBezTo>
                      <a:cubicBezTo>
                        <a:pt x="46" y="7"/>
                        <a:pt x="46" y="7"/>
                        <a:pt x="46" y="7"/>
                      </a:cubicBezTo>
                      <a:cubicBezTo>
                        <a:pt x="45" y="7"/>
                        <a:pt x="45" y="7"/>
                        <a:pt x="45" y="7"/>
                      </a:cubicBezTo>
                      <a:cubicBezTo>
                        <a:pt x="45" y="7"/>
                        <a:pt x="45" y="7"/>
                        <a:pt x="45" y="7"/>
                      </a:cubicBezTo>
                      <a:cubicBezTo>
                        <a:pt x="44" y="7"/>
                        <a:pt x="44" y="7"/>
                        <a:pt x="44" y="7"/>
                      </a:cubicBezTo>
                      <a:cubicBezTo>
                        <a:pt x="44" y="7"/>
                        <a:pt x="44" y="7"/>
                        <a:pt x="44" y="7"/>
                      </a:cubicBezTo>
                      <a:cubicBezTo>
                        <a:pt x="44" y="7"/>
                        <a:pt x="43" y="6"/>
                        <a:pt x="43" y="7"/>
                      </a:cubicBezTo>
                      <a:cubicBezTo>
                        <a:pt x="42" y="8"/>
                        <a:pt x="43" y="9"/>
                        <a:pt x="43" y="10"/>
                      </a:cubicBezTo>
                      <a:cubicBezTo>
                        <a:pt x="44" y="11"/>
                        <a:pt x="44" y="11"/>
                        <a:pt x="44" y="11"/>
                      </a:cubicBezTo>
                      <a:cubicBezTo>
                        <a:pt x="44" y="11"/>
                        <a:pt x="44" y="11"/>
                        <a:pt x="44" y="11"/>
                      </a:cubicBezTo>
                      <a:cubicBezTo>
                        <a:pt x="44" y="11"/>
                        <a:pt x="45" y="12"/>
                        <a:pt x="45" y="13"/>
                      </a:cubicBezTo>
                      <a:cubicBezTo>
                        <a:pt x="44" y="13"/>
                        <a:pt x="44" y="13"/>
                        <a:pt x="44" y="13"/>
                      </a:cubicBezTo>
                      <a:cubicBezTo>
                        <a:pt x="44" y="14"/>
                        <a:pt x="44" y="14"/>
                        <a:pt x="44" y="14"/>
                      </a:cubicBezTo>
                      <a:cubicBezTo>
                        <a:pt x="45" y="14"/>
                        <a:pt x="45" y="14"/>
                        <a:pt x="45" y="15"/>
                      </a:cubicBezTo>
                      <a:cubicBezTo>
                        <a:pt x="45" y="15"/>
                        <a:pt x="45" y="15"/>
                        <a:pt x="45" y="15"/>
                      </a:cubicBezTo>
                      <a:cubicBezTo>
                        <a:pt x="44" y="14"/>
                        <a:pt x="44" y="14"/>
                        <a:pt x="44" y="14"/>
                      </a:cubicBezTo>
                      <a:cubicBezTo>
                        <a:pt x="44" y="13"/>
                        <a:pt x="44" y="12"/>
                        <a:pt x="44" y="12"/>
                      </a:cubicBezTo>
                      <a:cubicBezTo>
                        <a:pt x="43" y="11"/>
                        <a:pt x="43" y="11"/>
                        <a:pt x="43" y="11"/>
                      </a:cubicBezTo>
                      <a:cubicBezTo>
                        <a:pt x="43" y="11"/>
                        <a:pt x="43" y="11"/>
                        <a:pt x="43" y="10"/>
                      </a:cubicBezTo>
                      <a:cubicBezTo>
                        <a:pt x="42" y="10"/>
                        <a:pt x="42" y="10"/>
                        <a:pt x="41" y="10"/>
                      </a:cubicBezTo>
                      <a:cubicBezTo>
                        <a:pt x="41" y="9"/>
                        <a:pt x="41" y="8"/>
                        <a:pt x="41" y="8"/>
                      </a:cubicBezTo>
                      <a:cubicBezTo>
                        <a:pt x="40" y="8"/>
                        <a:pt x="40" y="8"/>
                        <a:pt x="40" y="8"/>
                      </a:cubicBezTo>
                      <a:cubicBezTo>
                        <a:pt x="41" y="7"/>
                        <a:pt x="41" y="7"/>
                        <a:pt x="41" y="7"/>
                      </a:cubicBezTo>
                      <a:cubicBezTo>
                        <a:pt x="40" y="7"/>
                        <a:pt x="40" y="7"/>
                        <a:pt x="40" y="7"/>
                      </a:cubicBezTo>
                      <a:cubicBezTo>
                        <a:pt x="40" y="7"/>
                        <a:pt x="40" y="7"/>
                        <a:pt x="40" y="7"/>
                      </a:cubicBezTo>
                      <a:cubicBezTo>
                        <a:pt x="39" y="7"/>
                        <a:pt x="39" y="7"/>
                        <a:pt x="39" y="7"/>
                      </a:cubicBezTo>
                      <a:cubicBezTo>
                        <a:pt x="39" y="7"/>
                        <a:pt x="39" y="7"/>
                        <a:pt x="39" y="6"/>
                      </a:cubicBezTo>
                      <a:cubicBezTo>
                        <a:pt x="39" y="6"/>
                        <a:pt x="39" y="6"/>
                        <a:pt x="39" y="6"/>
                      </a:cubicBezTo>
                      <a:cubicBezTo>
                        <a:pt x="39" y="7"/>
                        <a:pt x="39" y="7"/>
                        <a:pt x="39" y="7"/>
                      </a:cubicBezTo>
                      <a:cubicBezTo>
                        <a:pt x="39" y="7"/>
                        <a:pt x="39" y="7"/>
                        <a:pt x="39" y="7"/>
                      </a:cubicBezTo>
                      <a:cubicBezTo>
                        <a:pt x="38" y="7"/>
                        <a:pt x="38" y="7"/>
                        <a:pt x="38" y="7"/>
                      </a:cubicBezTo>
                      <a:cubicBezTo>
                        <a:pt x="38" y="7"/>
                        <a:pt x="38" y="7"/>
                        <a:pt x="37" y="7"/>
                      </a:cubicBezTo>
                      <a:cubicBezTo>
                        <a:pt x="37" y="8"/>
                        <a:pt x="37" y="8"/>
                        <a:pt x="37" y="8"/>
                      </a:cubicBezTo>
                      <a:cubicBezTo>
                        <a:pt x="37" y="8"/>
                        <a:pt x="37" y="8"/>
                        <a:pt x="37" y="8"/>
                      </a:cubicBezTo>
                      <a:cubicBezTo>
                        <a:pt x="37" y="8"/>
                        <a:pt x="37" y="8"/>
                        <a:pt x="37" y="8"/>
                      </a:cubicBezTo>
                      <a:cubicBezTo>
                        <a:pt x="36" y="8"/>
                        <a:pt x="36" y="8"/>
                        <a:pt x="36" y="8"/>
                      </a:cubicBezTo>
                      <a:cubicBezTo>
                        <a:pt x="36" y="8"/>
                        <a:pt x="35" y="8"/>
                        <a:pt x="35" y="9"/>
                      </a:cubicBezTo>
                      <a:cubicBezTo>
                        <a:pt x="35" y="10"/>
                        <a:pt x="35" y="10"/>
                        <a:pt x="35" y="10"/>
                      </a:cubicBezTo>
                      <a:cubicBezTo>
                        <a:pt x="35" y="10"/>
                        <a:pt x="35" y="10"/>
                        <a:pt x="35" y="10"/>
                      </a:cubicBezTo>
                      <a:cubicBezTo>
                        <a:pt x="35" y="10"/>
                        <a:pt x="35" y="10"/>
                        <a:pt x="35" y="10"/>
                      </a:cubicBezTo>
                      <a:cubicBezTo>
                        <a:pt x="35" y="11"/>
                        <a:pt x="36" y="13"/>
                        <a:pt x="35" y="14"/>
                      </a:cubicBezTo>
                      <a:cubicBezTo>
                        <a:pt x="35" y="14"/>
                        <a:pt x="35" y="14"/>
                        <a:pt x="34" y="13"/>
                      </a:cubicBezTo>
                      <a:cubicBezTo>
                        <a:pt x="34" y="14"/>
                        <a:pt x="34" y="14"/>
                        <a:pt x="34" y="14"/>
                      </a:cubicBezTo>
                      <a:cubicBezTo>
                        <a:pt x="34" y="13"/>
                        <a:pt x="34" y="13"/>
                        <a:pt x="34" y="13"/>
                      </a:cubicBezTo>
                      <a:cubicBezTo>
                        <a:pt x="34" y="13"/>
                        <a:pt x="33" y="12"/>
                        <a:pt x="33" y="12"/>
                      </a:cubicBezTo>
                      <a:cubicBezTo>
                        <a:pt x="33" y="12"/>
                        <a:pt x="32" y="11"/>
                        <a:pt x="32" y="11"/>
                      </a:cubicBezTo>
                      <a:cubicBezTo>
                        <a:pt x="32" y="11"/>
                        <a:pt x="32" y="11"/>
                        <a:pt x="32" y="11"/>
                      </a:cubicBezTo>
                      <a:cubicBezTo>
                        <a:pt x="32" y="10"/>
                        <a:pt x="32" y="10"/>
                        <a:pt x="32" y="10"/>
                      </a:cubicBezTo>
                      <a:cubicBezTo>
                        <a:pt x="32" y="10"/>
                        <a:pt x="32" y="10"/>
                        <a:pt x="32" y="10"/>
                      </a:cubicBezTo>
                      <a:cubicBezTo>
                        <a:pt x="31" y="10"/>
                        <a:pt x="31" y="9"/>
                        <a:pt x="31" y="8"/>
                      </a:cubicBezTo>
                      <a:cubicBezTo>
                        <a:pt x="31" y="8"/>
                        <a:pt x="31" y="8"/>
                        <a:pt x="31" y="8"/>
                      </a:cubicBezTo>
                      <a:cubicBezTo>
                        <a:pt x="31" y="8"/>
                        <a:pt x="31" y="8"/>
                        <a:pt x="31" y="8"/>
                      </a:cubicBezTo>
                      <a:cubicBezTo>
                        <a:pt x="30" y="8"/>
                        <a:pt x="30" y="8"/>
                        <a:pt x="30" y="8"/>
                      </a:cubicBezTo>
                      <a:cubicBezTo>
                        <a:pt x="30" y="8"/>
                        <a:pt x="30" y="8"/>
                        <a:pt x="30" y="8"/>
                      </a:cubicBezTo>
                      <a:cubicBezTo>
                        <a:pt x="29" y="8"/>
                        <a:pt x="29" y="8"/>
                        <a:pt x="29" y="8"/>
                      </a:cubicBezTo>
                      <a:cubicBezTo>
                        <a:pt x="29" y="8"/>
                        <a:pt x="29" y="8"/>
                        <a:pt x="29" y="8"/>
                      </a:cubicBezTo>
                      <a:cubicBezTo>
                        <a:pt x="29" y="8"/>
                        <a:pt x="29" y="8"/>
                        <a:pt x="28" y="8"/>
                      </a:cubicBezTo>
                      <a:cubicBezTo>
                        <a:pt x="28" y="9"/>
                        <a:pt x="28" y="9"/>
                        <a:pt x="28" y="9"/>
                      </a:cubicBezTo>
                      <a:cubicBezTo>
                        <a:pt x="28" y="9"/>
                        <a:pt x="28" y="9"/>
                        <a:pt x="28" y="9"/>
                      </a:cubicBezTo>
                      <a:cubicBezTo>
                        <a:pt x="29" y="10"/>
                        <a:pt x="28" y="10"/>
                        <a:pt x="29" y="11"/>
                      </a:cubicBezTo>
                      <a:cubicBezTo>
                        <a:pt x="29" y="11"/>
                        <a:pt x="29" y="12"/>
                        <a:pt x="29" y="12"/>
                      </a:cubicBezTo>
                      <a:cubicBezTo>
                        <a:pt x="29" y="13"/>
                        <a:pt x="29" y="13"/>
                        <a:pt x="29" y="13"/>
                      </a:cubicBezTo>
                      <a:cubicBezTo>
                        <a:pt x="29" y="13"/>
                        <a:pt x="30" y="14"/>
                        <a:pt x="29" y="15"/>
                      </a:cubicBezTo>
                      <a:cubicBezTo>
                        <a:pt x="29" y="15"/>
                        <a:pt x="29" y="15"/>
                        <a:pt x="29" y="15"/>
                      </a:cubicBezTo>
                      <a:cubicBezTo>
                        <a:pt x="29" y="15"/>
                        <a:pt x="29" y="15"/>
                        <a:pt x="29" y="15"/>
                      </a:cubicBezTo>
                      <a:cubicBezTo>
                        <a:pt x="29" y="16"/>
                        <a:pt x="29" y="16"/>
                        <a:pt x="29" y="16"/>
                      </a:cubicBezTo>
                      <a:cubicBezTo>
                        <a:pt x="29" y="17"/>
                        <a:pt x="29" y="17"/>
                        <a:pt x="29" y="17"/>
                      </a:cubicBezTo>
                      <a:cubicBezTo>
                        <a:pt x="29" y="17"/>
                        <a:pt x="29" y="17"/>
                        <a:pt x="29" y="17"/>
                      </a:cubicBezTo>
                      <a:cubicBezTo>
                        <a:pt x="29" y="16"/>
                        <a:pt x="29" y="16"/>
                        <a:pt x="29" y="16"/>
                      </a:cubicBezTo>
                      <a:cubicBezTo>
                        <a:pt x="28" y="17"/>
                        <a:pt x="28" y="17"/>
                        <a:pt x="28" y="17"/>
                      </a:cubicBezTo>
                      <a:cubicBezTo>
                        <a:pt x="28" y="17"/>
                        <a:pt x="28" y="17"/>
                        <a:pt x="28" y="17"/>
                      </a:cubicBezTo>
                      <a:cubicBezTo>
                        <a:pt x="28" y="17"/>
                        <a:pt x="28" y="17"/>
                        <a:pt x="28" y="17"/>
                      </a:cubicBezTo>
                      <a:cubicBezTo>
                        <a:pt x="28" y="18"/>
                        <a:pt x="28" y="18"/>
                        <a:pt x="28" y="18"/>
                      </a:cubicBezTo>
                      <a:cubicBezTo>
                        <a:pt x="28" y="18"/>
                        <a:pt x="28" y="18"/>
                        <a:pt x="28" y="18"/>
                      </a:cubicBezTo>
                      <a:cubicBezTo>
                        <a:pt x="27" y="17"/>
                        <a:pt x="27" y="17"/>
                        <a:pt x="27" y="17"/>
                      </a:cubicBezTo>
                      <a:cubicBezTo>
                        <a:pt x="27" y="17"/>
                        <a:pt x="27" y="17"/>
                        <a:pt x="27" y="17"/>
                      </a:cubicBezTo>
                      <a:cubicBezTo>
                        <a:pt x="27" y="16"/>
                        <a:pt x="27" y="16"/>
                        <a:pt x="27" y="16"/>
                      </a:cubicBezTo>
                      <a:cubicBezTo>
                        <a:pt x="27" y="17"/>
                        <a:pt x="27" y="17"/>
                        <a:pt x="27" y="17"/>
                      </a:cubicBezTo>
                      <a:cubicBezTo>
                        <a:pt x="27" y="16"/>
                        <a:pt x="27" y="16"/>
                        <a:pt x="27" y="15"/>
                      </a:cubicBezTo>
                      <a:cubicBezTo>
                        <a:pt x="27" y="15"/>
                        <a:pt x="27" y="15"/>
                        <a:pt x="27" y="15"/>
                      </a:cubicBezTo>
                      <a:cubicBezTo>
                        <a:pt x="26" y="15"/>
                        <a:pt x="25" y="16"/>
                        <a:pt x="25" y="17"/>
                      </a:cubicBezTo>
                      <a:cubicBezTo>
                        <a:pt x="24" y="18"/>
                        <a:pt x="25" y="19"/>
                        <a:pt x="25" y="20"/>
                      </a:cubicBezTo>
                      <a:cubicBezTo>
                        <a:pt x="25" y="20"/>
                        <a:pt x="25" y="20"/>
                        <a:pt x="25" y="20"/>
                      </a:cubicBezTo>
                      <a:cubicBezTo>
                        <a:pt x="24" y="19"/>
                        <a:pt x="24" y="19"/>
                        <a:pt x="24" y="19"/>
                      </a:cubicBezTo>
                      <a:cubicBezTo>
                        <a:pt x="24" y="19"/>
                        <a:pt x="24" y="19"/>
                        <a:pt x="24" y="19"/>
                      </a:cubicBezTo>
                      <a:cubicBezTo>
                        <a:pt x="24" y="20"/>
                        <a:pt x="24" y="21"/>
                        <a:pt x="24" y="22"/>
                      </a:cubicBezTo>
                      <a:cubicBezTo>
                        <a:pt x="24" y="22"/>
                        <a:pt x="24" y="22"/>
                        <a:pt x="24" y="23"/>
                      </a:cubicBezTo>
                      <a:cubicBezTo>
                        <a:pt x="24" y="23"/>
                        <a:pt x="24" y="23"/>
                        <a:pt x="24" y="23"/>
                      </a:cubicBezTo>
                      <a:cubicBezTo>
                        <a:pt x="24" y="23"/>
                        <a:pt x="24" y="23"/>
                        <a:pt x="24" y="23"/>
                      </a:cubicBezTo>
                      <a:cubicBezTo>
                        <a:pt x="24" y="23"/>
                        <a:pt x="24" y="23"/>
                        <a:pt x="24" y="23"/>
                      </a:cubicBezTo>
                      <a:cubicBezTo>
                        <a:pt x="24" y="22"/>
                        <a:pt x="23" y="21"/>
                        <a:pt x="23" y="20"/>
                      </a:cubicBezTo>
                      <a:cubicBezTo>
                        <a:pt x="23" y="19"/>
                        <a:pt x="23" y="18"/>
                        <a:pt x="22" y="18"/>
                      </a:cubicBezTo>
                      <a:cubicBezTo>
                        <a:pt x="22" y="18"/>
                        <a:pt x="21" y="19"/>
                        <a:pt x="21" y="19"/>
                      </a:cubicBezTo>
                      <a:cubicBezTo>
                        <a:pt x="22" y="18"/>
                        <a:pt x="22" y="17"/>
                        <a:pt x="22" y="16"/>
                      </a:cubicBezTo>
                      <a:cubicBezTo>
                        <a:pt x="22" y="16"/>
                        <a:pt x="21" y="17"/>
                        <a:pt x="21" y="17"/>
                      </a:cubicBezTo>
                      <a:cubicBezTo>
                        <a:pt x="21" y="16"/>
                        <a:pt x="22" y="16"/>
                        <a:pt x="21" y="16"/>
                      </a:cubicBezTo>
                      <a:cubicBezTo>
                        <a:pt x="20" y="15"/>
                        <a:pt x="20" y="16"/>
                        <a:pt x="20" y="15"/>
                      </a:cubicBezTo>
                      <a:cubicBezTo>
                        <a:pt x="20" y="14"/>
                        <a:pt x="20" y="14"/>
                        <a:pt x="19" y="13"/>
                      </a:cubicBezTo>
                      <a:cubicBezTo>
                        <a:pt x="19" y="13"/>
                        <a:pt x="19" y="13"/>
                        <a:pt x="19" y="13"/>
                      </a:cubicBezTo>
                      <a:cubicBezTo>
                        <a:pt x="20" y="13"/>
                        <a:pt x="20" y="14"/>
                        <a:pt x="20" y="15"/>
                      </a:cubicBezTo>
                      <a:cubicBezTo>
                        <a:pt x="21" y="15"/>
                        <a:pt x="21" y="15"/>
                        <a:pt x="21" y="15"/>
                      </a:cubicBezTo>
                      <a:cubicBezTo>
                        <a:pt x="22" y="14"/>
                        <a:pt x="22" y="14"/>
                        <a:pt x="22" y="14"/>
                      </a:cubicBezTo>
                      <a:cubicBezTo>
                        <a:pt x="22" y="14"/>
                        <a:pt x="21" y="14"/>
                        <a:pt x="21" y="13"/>
                      </a:cubicBezTo>
                      <a:cubicBezTo>
                        <a:pt x="22" y="13"/>
                        <a:pt x="22" y="13"/>
                        <a:pt x="23" y="12"/>
                      </a:cubicBezTo>
                      <a:cubicBezTo>
                        <a:pt x="22" y="12"/>
                        <a:pt x="22" y="12"/>
                        <a:pt x="22" y="12"/>
                      </a:cubicBezTo>
                      <a:cubicBezTo>
                        <a:pt x="22" y="11"/>
                        <a:pt x="22" y="11"/>
                        <a:pt x="22" y="11"/>
                      </a:cubicBezTo>
                      <a:cubicBezTo>
                        <a:pt x="22" y="11"/>
                        <a:pt x="22" y="11"/>
                        <a:pt x="22" y="11"/>
                      </a:cubicBezTo>
                      <a:cubicBezTo>
                        <a:pt x="22" y="11"/>
                        <a:pt x="22" y="11"/>
                        <a:pt x="22" y="11"/>
                      </a:cubicBezTo>
                      <a:cubicBezTo>
                        <a:pt x="21" y="11"/>
                        <a:pt x="21" y="11"/>
                        <a:pt x="21" y="11"/>
                      </a:cubicBezTo>
                      <a:cubicBezTo>
                        <a:pt x="22" y="10"/>
                        <a:pt x="22" y="10"/>
                        <a:pt x="22" y="10"/>
                      </a:cubicBezTo>
                      <a:cubicBezTo>
                        <a:pt x="21" y="10"/>
                        <a:pt x="21" y="10"/>
                        <a:pt x="20" y="11"/>
                      </a:cubicBezTo>
                      <a:cubicBezTo>
                        <a:pt x="20" y="11"/>
                        <a:pt x="20" y="10"/>
                        <a:pt x="20" y="10"/>
                      </a:cubicBezTo>
                      <a:cubicBezTo>
                        <a:pt x="21" y="10"/>
                        <a:pt x="22" y="10"/>
                        <a:pt x="22" y="10"/>
                      </a:cubicBezTo>
                      <a:cubicBezTo>
                        <a:pt x="22" y="9"/>
                        <a:pt x="22" y="9"/>
                        <a:pt x="22" y="9"/>
                      </a:cubicBezTo>
                      <a:cubicBezTo>
                        <a:pt x="22" y="9"/>
                        <a:pt x="22" y="9"/>
                        <a:pt x="22" y="9"/>
                      </a:cubicBezTo>
                      <a:cubicBezTo>
                        <a:pt x="21" y="10"/>
                        <a:pt x="21" y="10"/>
                        <a:pt x="21" y="10"/>
                      </a:cubicBezTo>
                      <a:cubicBezTo>
                        <a:pt x="21" y="9"/>
                        <a:pt x="21" y="9"/>
                        <a:pt x="21" y="9"/>
                      </a:cubicBezTo>
                      <a:cubicBezTo>
                        <a:pt x="21" y="9"/>
                        <a:pt x="21" y="9"/>
                        <a:pt x="21" y="9"/>
                      </a:cubicBezTo>
                      <a:cubicBezTo>
                        <a:pt x="21" y="8"/>
                        <a:pt x="21" y="8"/>
                        <a:pt x="21" y="8"/>
                      </a:cubicBezTo>
                      <a:cubicBezTo>
                        <a:pt x="20" y="9"/>
                        <a:pt x="20" y="8"/>
                        <a:pt x="20" y="9"/>
                      </a:cubicBezTo>
                      <a:cubicBezTo>
                        <a:pt x="20" y="9"/>
                        <a:pt x="20" y="9"/>
                        <a:pt x="20" y="9"/>
                      </a:cubicBezTo>
                      <a:cubicBezTo>
                        <a:pt x="20" y="9"/>
                        <a:pt x="20" y="9"/>
                        <a:pt x="20" y="9"/>
                      </a:cubicBezTo>
                      <a:cubicBezTo>
                        <a:pt x="20" y="9"/>
                        <a:pt x="20" y="9"/>
                        <a:pt x="20" y="9"/>
                      </a:cubicBezTo>
                      <a:cubicBezTo>
                        <a:pt x="19" y="9"/>
                        <a:pt x="19" y="7"/>
                        <a:pt x="19" y="7"/>
                      </a:cubicBezTo>
                      <a:cubicBezTo>
                        <a:pt x="19" y="7"/>
                        <a:pt x="19" y="7"/>
                        <a:pt x="19" y="7"/>
                      </a:cubicBezTo>
                      <a:cubicBezTo>
                        <a:pt x="19" y="7"/>
                        <a:pt x="19" y="7"/>
                        <a:pt x="19" y="7"/>
                      </a:cubicBezTo>
                      <a:cubicBezTo>
                        <a:pt x="18" y="6"/>
                        <a:pt x="18" y="6"/>
                        <a:pt x="18" y="6"/>
                      </a:cubicBezTo>
                      <a:cubicBezTo>
                        <a:pt x="18" y="6"/>
                        <a:pt x="18" y="6"/>
                        <a:pt x="18" y="6"/>
                      </a:cubicBezTo>
                      <a:cubicBezTo>
                        <a:pt x="18" y="6"/>
                        <a:pt x="18" y="6"/>
                        <a:pt x="18" y="6"/>
                      </a:cubicBezTo>
                      <a:cubicBezTo>
                        <a:pt x="18" y="5"/>
                        <a:pt x="18" y="5"/>
                        <a:pt x="18" y="5"/>
                      </a:cubicBezTo>
                      <a:cubicBezTo>
                        <a:pt x="17" y="5"/>
                        <a:pt x="17" y="5"/>
                        <a:pt x="17" y="5"/>
                      </a:cubicBezTo>
                      <a:cubicBezTo>
                        <a:pt x="17" y="5"/>
                        <a:pt x="17" y="5"/>
                        <a:pt x="17" y="5"/>
                      </a:cubicBezTo>
                      <a:cubicBezTo>
                        <a:pt x="17" y="5"/>
                        <a:pt x="17" y="5"/>
                        <a:pt x="17" y="5"/>
                      </a:cubicBezTo>
                      <a:cubicBezTo>
                        <a:pt x="17" y="5"/>
                        <a:pt x="17" y="5"/>
                        <a:pt x="17" y="5"/>
                      </a:cubicBezTo>
                      <a:cubicBezTo>
                        <a:pt x="16" y="5"/>
                        <a:pt x="16" y="5"/>
                        <a:pt x="16" y="5"/>
                      </a:cubicBezTo>
                      <a:cubicBezTo>
                        <a:pt x="16" y="4"/>
                        <a:pt x="16" y="4"/>
                        <a:pt x="16" y="4"/>
                      </a:cubicBezTo>
                      <a:cubicBezTo>
                        <a:pt x="16" y="4"/>
                        <a:pt x="16" y="4"/>
                        <a:pt x="16" y="4"/>
                      </a:cubicBezTo>
                      <a:cubicBezTo>
                        <a:pt x="16" y="4"/>
                        <a:pt x="16" y="4"/>
                        <a:pt x="16" y="4"/>
                      </a:cubicBezTo>
                      <a:cubicBezTo>
                        <a:pt x="16" y="4"/>
                        <a:pt x="16" y="4"/>
                        <a:pt x="16" y="4"/>
                      </a:cubicBezTo>
                      <a:cubicBezTo>
                        <a:pt x="15" y="3"/>
                        <a:pt x="15" y="3"/>
                        <a:pt x="15" y="2"/>
                      </a:cubicBezTo>
                      <a:cubicBezTo>
                        <a:pt x="15" y="2"/>
                        <a:pt x="15" y="3"/>
                        <a:pt x="15" y="3"/>
                      </a:cubicBezTo>
                      <a:cubicBezTo>
                        <a:pt x="14" y="3"/>
                        <a:pt x="14" y="2"/>
                        <a:pt x="14" y="2"/>
                      </a:cubicBezTo>
                      <a:cubicBezTo>
                        <a:pt x="13" y="3"/>
                        <a:pt x="12" y="2"/>
                        <a:pt x="11" y="2"/>
                      </a:cubicBezTo>
                      <a:cubicBezTo>
                        <a:pt x="12" y="3"/>
                        <a:pt x="12" y="3"/>
                        <a:pt x="12" y="3"/>
                      </a:cubicBezTo>
                      <a:cubicBezTo>
                        <a:pt x="12" y="3"/>
                        <a:pt x="12" y="3"/>
                        <a:pt x="12" y="3"/>
                      </a:cubicBezTo>
                      <a:cubicBezTo>
                        <a:pt x="12" y="2"/>
                        <a:pt x="12" y="2"/>
                        <a:pt x="12" y="2"/>
                      </a:cubicBezTo>
                      <a:cubicBezTo>
                        <a:pt x="11" y="2"/>
                        <a:pt x="11" y="2"/>
                        <a:pt x="11" y="2"/>
                      </a:cubicBezTo>
                      <a:cubicBezTo>
                        <a:pt x="11" y="3"/>
                        <a:pt x="11" y="3"/>
                        <a:pt x="11" y="3"/>
                      </a:cubicBezTo>
                      <a:cubicBezTo>
                        <a:pt x="10" y="2"/>
                        <a:pt x="10" y="2"/>
                        <a:pt x="10" y="2"/>
                      </a:cubicBezTo>
                      <a:cubicBezTo>
                        <a:pt x="10" y="3"/>
                        <a:pt x="11" y="3"/>
                        <a:pt x="11" y="3"/>
                      </a:cubicBezTo>
                      <a:cubicBezTo>
                        <a:pt x="11" y="4"/>
                        <a:pt x="11" y="4"/>
                        <a:pt x="11" y="4"/>
                      </a:cubicBezTo>
                      <a:cubicBezTo>
                        <a:pt x="10" y="4"/>
                        <a:pt x="10" y="4"/>
                        <a:pt x="10" y="4"/>
                      </a:cubicBezTo>
                      <a:cubicBezTo>
                        <a:pt x="10" y="4"/>
                        <a:pt x="10" y="4"/>
                        <a:pt x="10" y="4"/>
                      </a:cubicBezTo>
                      <a:cubicBezTo>
                        <a:pt x="10" y="4"/>
                        <a:pt x="11" y="5"/>
                        <a:pt x="11" y="5"/>
                      </a:cubicBezTo>
                      <a:cubicBezTo>
                        <a:pt x="12" y="5"/>
                        <a:pt x="12" y="4"/>
                        <a:pt x="12" y="4"/>
                      </a:cubicBezTo>
                      <a:cubicBezTo>
                        <a:pt x="12" y="4"/>
                        <a:pt x="12" y="4"/>
                        <a:pt x="12" y="5"/>
                      </a:cubicBezTo>
                      <a:cubicBezTo>
                        <a:pt x="13" y="5"/>
                        <a:pt x="13" y="4"/>
                        <a:pt x="13" y="4"/>
                      </a:cubicBezTo>
                      <a:cubicBezTo>
                        <a:pt x="13" y="4"/>
                        <a:pt x="13" y="5"/>
                        <a:pt x="13" y="5"/>
                      </a:cubicBezTo>
                      <a:cubicBezTo>
                        <a:pt x="14" y="5"/>
                        <a:pt x="14" y="5"/>
                        <a:pt x="14" y="5"/>
                      </a:cubicBezTo>
                      <a:cubicBezTo>
                        <a:pt x="14" y="5"/>
                        <a:pt x="14" y="5"/>
                        <a:pt x="14" y="5"/>
                      </a:cubicBezTo>
                      <a:cubicBezTo>
                        <a:pt x="15" y="5"/>
                        <a:pt x="15" y="5"/>
                        <a:pt x="15" y="5"/>
                      </a:cubicBezTo>
                      <a:cubicBezTo>
                        <a:pt x="14" y="5"/>
                        <a:pt x="14" y="5"/>
                        <a:pt x="14" y="5"/>
                      </a:cubicBezTo>
                      <a:cubicBezTo>
                        <a:pt x="14" y="5"/>
                        <a:pt x="14" y="5"/>
                        <a:pt x="14" y="5"/>
                      </a:cubicBezTo>
                      <a:cubicBezTo>
                        <a:pt x="15" y="5"/>
                        <a:pt x="15" y="5"/>
                        <a:pt x="15" y="5"/>
                      </a:cubicBezTo>
                      <a:cubicBezTo>
                        <a:pt x="15" y="5"/>
                        <a:pt x="14" y="6"/>
                        <a:pt x="14" y="6"/>
                      </a:cubicBezTo>
                      <a:cubicBezTo>
                        <a:pt x="14" y="6"/>
                        <a:pt x="14" y="6"/>
                        <a:pt x="14" y="6"/>
                      </a:cubicBezTo>
                      <a:cubicBezTo>
                        <a:pt x="14" y="6"/>
                        <a:pt x="14" y="6"/>
                        <a:pt x="14" y="6"/>
                      </a:cubicBezTo>
                      <a:cubicBezTo>
                        <a:pt x="14" y="5"/>
                        <a:pt x="11" y="5"/>
                        <a:pt x="11" y="6"/>
                      </a:cubicBezTo>
                      <a:cubicBezTo>
                        <a:pt x="12" y="7"/>
                        <a:pt x="13" y="8"/>
                        <a:pt x="14" y="8"/>
                      </a:cubicBezTo>
                      <a:cubicBezTo>
                        <a:pt x="15" y="8"/>
                        <a:pt x="15" y="8"/>
                        <a:pt x="15" y="8"/>
                      </a:cubicBezTo>
                      <a:cubicBezTo>
                        <a:pt x="15" y="8"/>
                        <a:pt x="15" y="8"/>
                        <a:pt x="15" y="8"/>
                      </a:cubicBezTo>
                      <a:cubicBezTo>
                        <a:pt x="15" y="8"/>
                        <a:pt x="15" y="8"/>
                        <a:pt x="15" y="8"/>
                      </a:cubicBezTo>
                      <a:cubicBezTo>
                        <a:pt x="14" y="9"/>
                        <a:pt x="15" y="10"/>
                        <a:pt x="15" y="11"/>
                      </a:cubicBezTo>
                      <a:cubicBezTo>
                        <a:pt x="15" y="11"/>
                        <a:pt x="15" y="11"/>
                        <a:pt x="15" y="11"/>
                      </a:cubicBezTo>
                      <a:cubicBezTo>
                        <a:pt x="15" y="12"/>
                        <a:pt x="15" y="12"/>
                        <a:pt x="15" y="12"/>
                      </a:cubicBezTo>
                      <a:cubicBezTo>
                        <a:pt x="15" y="12"/>
                        <a:pt x="14" y="12"/>
                        <a:pt x="14" y="12"/>
                      </a:cubicBezTo>
                      <a:cubicBezTo>
                        <a:pt x="15" y="12"/>
                        <a:pt x="15" y="11"/>
                        <a:pt x="15" y="11"/>
                      </a:cubicBezTo>
                      <a:cubicBezTo>
                        <a:pt x="15" y="11"/>
                        <a:pt x="15" y="11"/>
                        <a:pt x="15" y="11"/>
                      </a:cubicBezTo>
                      <a:cubicBezTo>
                        <a:pt x="15" y="11"/>
                        <a:pt x="15" y="11"/>
                        <a:pt x="15" y="11"/>
                      </a:cubicBezTo>
                      <a:cubicBezTo>
                        <a:pt x="14" y="11"/>
                        <a:pt x="14" y="11"/>
                        <a:pt x="14" y="11"/>
                      </a:cubicBezTo>
                      <a:cubicBezTo>
                        <a:pt x="14" y="10"/>
                        <a:pt x="14" y="10"/>
                        <a:pt x="14" y="10"/>
                      </a:cubicBezTo>
                      <a:cubicBezTo>
                        <a:pt x="14" y="11"/>
                        <a:pt x="13" y="12"/>
                        <a:pt x="13" y="12"/>
                      </a:cubicBezTo>
                      <a:cubicBezTo>
                        <a:pt x="13" y="12"/>
                        <a:pt x="14" y="11"/>
                        <a:pt x="14" y="11"/>
                      </a:cubicBezTo>
                      <a:cubicBezTo>
                        <a:pt x="14" y="10"/>
                        <a:pt x="13" y="9"/>
                        <a:pt x="13" y="9"/>
                      </a:cubicBezTo>
                      <a:cubicBezTo>
                        <a:pt x="12" y="8"/>
                        <a:pt x="12" y="10"/>
                        <a:pt x="12" y="11"/>
                      </a:cubicBezTo>
                      <a:cubicBezTo>
                        <a:pt x="12" y="11"/>
                        <a:pt x="12" y="10"/>
                        <a:pt x="12" y="10"/>
                      </a:cubicBezTo>
                      <a:cubicBezTo>
                        <a:pt x="12" y="10"/>
                        <a:pt x="12" y="10"/>
                        <a:pt x="11" y="10"/>
                      </a:cubicBezTo>
                      <a:cubicBezTo>
                        <a:pt x="12" y="9"/>
                        <a:pt x="12" y="9"/>
                        <a:pt x="12" y="9"/>
                      </a:cubicBezTo>
                      <a:cubicBezTo>
                        <a:pt x="12" y="9"/>
                        <a:pt x="12" y="9"/>
                        <a:pt x="12" y="9"/>
                      </a:cubicBezTo>
                      <a:cubicBezTo>
                        <a:pt x="11" y="9"/>
                        <a:pt x="11" y="9"/>
                        <a:pt x="11" y="9"/>
                      </a:cubicBezTo>
                      <a:cubicBezTo>
                        <a:pt x="11" y="9"/>
                        <a:pt x="11" y="9"/>
                        <a:pt x="11" y="9"/>
                      </a:cubicBezTo>
                      <a:cubicBezTo>
                        <a:pt x="11" y="9"/>
                        <a:pt x="11" y="10"/>
                        <a:pt x="10" y="10"/>
                      </a:cubicBezTo>
                      <a:cubicBezTo>
                        <a:pt x="11" y="9"/>
                        <a:pt x="11" y="9"/>
                        <a:pt x="11" y="8"/>
                      </a:cubicBezTo>
                      <a:cubicBezTo>
                        <a:pt x="10" y="8"/>
                        <a:pt x="10" y="8"/>
                        <a:pt x="10" y="8"/>
                      </a:cubicBezTo>
                      <a:cubicBezTo>
                        <a:pt x="10" y="8"/>
                        <a:pt x="10" y="8"/>
                        <a:pt x="10" y="8"/>
                      </a:cubicBezTo>
                      <a:cubicBezTo>
                        <a:pt x="10" y="7"/>
                        <a:pt x="9" y="6"/>
                        <a:pt x="8" y="6"/>
                      </a:cubicBezTo>
                      <a:cubicBezTo>
                        <a:pt x="7" y="7"/>
                        <a:pt x="7" y="7"/>
                        <a:pt x="7" y="7"/>
                      </a:cubicBezTo>
                      <a:cubicBezTo>
                        <a:pt x="7" y="7"/>
                        <a:pt x="7" y="7"/>
                        <a:pt x="7" y="7"/>
                      </a:cubicBezTo>
                      <a:cubicBezTo>
                        <a:pt x="7" y="7"/>
                        <a:pt x="7" y="7"/>
                        <a:pt x="7" y="7"/>
                      </a:cubicBezTo>
                      <a:cubicBezTo>
                        <a:pt x="7" y="7"/>
                        <a:pt x="7" y="7"/>
                        <a:pt x="7" y="7"/>
                      </a:cubicBezTo>
                      <a:cubicBezTo>
                        <a:pt x="8" y="7"/>
                        <a:pt x="8" y="7"/>
                        <a:pt x="8" y="7"/>
                      </a:cubicBezTo>
                      <a:cubicBezTo>
                        <a:pt x="8" y="7"/>
                        <a:pt x="8" y="8"/>
                        <a:pt x="8" y="8"/>
                      </a:cubicBezTo>
                      <a:cubicBezTo>
                        <a:pt x="8" y="7"/>
                        <a:pt x="7" y="7"/>
                        <a:pt x="6" y="8"/>
                      </a:cubicBezTo>
                      <a:cubicBezTo>
                        <a:pt x="7" y="8"/>
                        <a:pt x="7" y="9"/>
                        <a:pt x="8" y="9"/>
                      </a:cubicBezTo>
                      <a:cubicBezTo>
                        <a:pt x="8" y="10"/>
                        <a:pt x="8" y="10"/>
                        <a:pt x="8" y="10"/>
                      </a:cubicBezTo>
                      <a:cubicBezTo>
                        <a:pt x="8" y="10"/>
                        <a:pt x="8" y="10"/>
                        <a:pt x="8" y="10"/>
                      </a:cubicBezTo>
                      <a:cubicBezTo>
                        <a:pt x="8" y="9"/>
                        <a:pt x="8" y="9"/>
                        <a:pt x="8" y="9"/>
                      </a:cubicBezTo>
                      <a:cubicBezTo>
                        <a:pt x="7" y="10"/>
                        <a:pt x="6" y="7"/>
                        <a:pt x="5" y="9"/>
                      </a:cubicBezTo>
                      <a:cubicBezTo>
                        <a:pt x="5" y="10"/>
                        <a:pt x="7" y="12"/>
                        <a:pt x="9" y="12"/>
                      </a:cubicBezTo>
                      <a:cubicBezTo>
                        <a:pt x="9" y="12"/>
                        <a:pt x="9" y="12"/>
                        <a:pt x="9" y="12"/>
                      </a:cubicBezTo>
                      <a:cubicBezTo>
                        <a:pt x="9" y="12"/>
                        <a:pt x="9" y="12"/>
                        <a:pt x="9" y="12"/>
                      </a:cubicBezTo>
                      <a:cubicBezTo>
                        <a:pt x="9" y="12"/>
                        <a:pt x="8" y="11"/>
                        <a:pt x="7" y="11"/>
                      </a:cubicBezTo>
                      <a:cubicBezTo>
                        <a:pt x="7" y="12"/>
                        <a:pt x="6" y="11"/>
                        <a:pt x="5" y="11"/>
                      </a:cubicBezTo>
                      <a:cubicBezTo>
                        <a:pt x="4" y="11"/>
                        <a:pt x="5" y="12"/>
                        <a:pt x="6" y="13"/>
                      </a:cubicBezTo>
                      <a:cubicBezTo>
                        <a:pt x="6" y="13"/>
                        <a:pt x="7" y="13"/>
                        <a:pt x="7" y="13"/>
                      </a:cubicBezTo>
                      <a:cubicBezTo>
                        <a:pt x="8" y="14"/>
                        <a:pt x="9" y="13"/>
                        <a:pt x="9" y="13"/>
                      </a:cubicBezTo>
                      <a:cubicBezTo>
                        <a:pt x="9" y="13"/>
                        <a:pt x="9" y="13"/>
                        <a:pt x="9" y="13"/>
                      </a:cubicBezTo>
                      <a:cubicBezTo>
                        <a:pt x="9" y="14"/>
                        <a:pt x="9" y="14"/>
                        <a:pt x="9" y="14"/>
                      </a:cubicBezTo>
                      <a:cubicBezTo>
                        <a:pt x="9" y="13"/>
                        <a:pt x="8" y="14"/>
                        <a:pt x="8" y="14"/>
                      </a:cubicBezTo>
                      <a:cubicBezTo>
                        <a:pt x="7" y="14"/>
                        <a:pt x="7" y="14"/>
                        <a:pt x="7" y="14"/>
                      </a:cubicBezTo>
                      <a:cubicBezTo>
                        <a:pt x="7" y="14"/>
                        <a:pt x="7" y="14"/>
                        <a:pt x="7" y="14"/>
                      </a:cubicBezTo>
                      <a:cubicBezTo>
                        <a:pt x="7" y="15"/>
                        <a:pt x="8" y="15"/>
                        <a:pt x="9" y="15"/>
                      </a:cubicBezTo>
                      <a:cubicBezTo>
                        <a:pt x="8" y="15"/>
                        <a:pt x="8" y="15"/>
                        <a:pt x="8" y="15"/>
                      </a:cubicBezTo>
                      <a:cubicBezTo>
                        <a:pt x="8" y="15"/>
                        <a:pt x="8" y="15"/>
                        <a:pt x="8" y="15"/>
                      </a:cubicBezTo>
                      <a:cubicBezTo>
                        <a:pt x="7" y="15"/>
                        <a:pt x="7" y="15"/>
                        <a:pt x="7" y="15"/>
                      </a:cubicBezTo>
                      <a:cubicBezTo>
                        <a:pt x="7" y="16"/>
                        <a:pt x="7" y="16"/>
                        <a:pt x="7" y="16"/>
                      </a:cubicBezTo>
                      <a:cubicBezTo>
                        <a:pt x="7" y="16"/>
                        <a:pt x="7" y="16"/>
                        <a:pt x="7" y="16"/>
                      </a:cubicBezTo>
                      <a:cubicBezTo>
                        <a:pt x="7" y="14"/>
                        <a:pt x="4" y="12"/>
                        <a:pt x="3" y="12"/>
                      </a:cubicBezTo>
                      <a:cubicBezTo>
                        <a:pt x="3" y="13"/>
                        <a:pt x="3" y="14"/>
                        <a:pt x="3" y="14"/>
                      </a:cubicBezTo>
                      <a:cubicBezTo>
                        <a:pt x="4" y="15"/>
                        <a:pt x="5" y="15"/>
                        <a:pt x="5" y="16"/>
                      </a:cubicBezTo>
                      <a:cubicBezTo>
                        <a:pt x="4" y="15"/>
                        <a:pt x="4" y="15"/>
                        <a:pt x="3" y="15"/>
                      </a:cubicBezTo>
                      <a:cubicBezTo>
                        <a:pt x="3" y="16"/>
                        <a:pt x="4" y="16"/>
                        <a:pt x="4" y="17"/>
                      </a:cubicBezTo>
                      <a:cubicBezTo>
                        <a:pt x="5" y="17"/>
                        <a:pt x="5" y="17"/>
                        <a:pt x="5" y="17"/>
                      </a:cubicBezTo>
                      <a:cubicBezTo>
                        <a:pt x="5" y="17"/>
                        <a:pt x="5" y="17"/>
                        <a:pt x="5" y="17"/>
                      </a:cubicBezTo>
                      <a:cubicBezTo>
                        <a:pt x="3" y="17"/>
                        <a:pt x="3" y="15"/>
                        <a:pt x="2" y="15"/>
                      </a:cubicBezTo>
                      <a:cubicBezTo>
                        <a:pt x="1" y="15"/>
                        <a:pt x="1" y="15"/>
                        <a:pt x="1" y="15"/>
                      </a:cubicBezTo>
                      <a:cubicBezTo>
                        <a:pt x="1" y="16"/>
                        <a:pt x="1" y="17"/>
                        <a:pt x="0" y="17"/>
                      </a:cubicBezTo>
                      <a:cubicBezTo>
                        <a:pt x="0" y="18"/>
                        <a:pt x="1" y="17"/>
                        <a:pt x="1" y="17"/>
                      </a:cubicBezTo>
                      <a:cubicBezTo>
                        <a:pt x="2" y="17"/>
                        <a:pt x="3" y="18"/>
                        <a:pt x="4" y="18"/>
                      </a:cubicBezTo>
                      <a:cubicBezTo>
                        <a:pt x="4" y="19"/>
                        <a:pt x="4" y="19"/>
                        <a:pt x="4" y="19"/>
                      </a:cubicBezTo>
                      <a:cubicBezTo>
                        <a:pt x="4" y="19"/>
                        <a:pt x="4" y="19"/>
                        <a:pt x="4" y="19"/>
                      </a:cubicBezTo>
                      <a:cubicBezTo>
                        <a:pt x="6" y="19"/>
                        <a:pt x="6" y="19"/>
                        <a:pt x="6" y="19"/>
                      </a:cubicBezTo>
                      <a:cubicBezTo>
                        <a:pt x="6" y="18"/>
                        <a:pt x="7" y="18"/>
                        <a:pt x="8" y="18"/>
                      </a:cubicBezTo>
                      <a:cubicBezTo>
                        <a:pt x="9" y="18"/>
                        <a:pt x="9" y="18"/>
                        <a:pt x="9" y="18"/>
                      </a:cubicBezTo>
                      <a:cubicBezTo>
                        <a:pt x="9" y="17"/>
                        <a:pt x="9" y="17"/>
                        <a:pt x="9" y="16"/>
                      </a:cubicBezTo>
                      <a:cubicBezTo>
                        <a:pt x="10" y="17"/>
                        <a:pt x="10" y="17"/>
                        <a:pt x="11" y="17"/>
                      </a:cubicBezTo>
                      <a:cubicBezTo>
                        <a:pt x="11" y="16"/>
                        <a:pt x="11" y="16"/>
                        <a:pt x="11" y="16"/>
                      </a:cubicBezTo>
                      <a:cubicBezTo>
                        <a:pt x="11" y="16"/>
                        <a:pt x="11" y="16"/>
                        <a:pt x="11" y="17"/>
                      </a:cubicBezTo>
                      <a:cubicBezTo>
                        <a:pt x="11" y="16"/>
                        <a:pt x="12" y="16"/>
                        <a:pt x="12" y="16"/>
                      </a:cubicBezTo>
                      <a:cubicBezTo>
                        <a:pt x="12" y="16"/>
                        <a:pt x="12" y="16"/>
                        <a:pt x="12" y="16"/>
                      </a:cubicBezTo>
                      <a:cubicBezTo>
                        <a:pt x="11" y="17"/>
                        <a:pt x="11" y="17"/>
                        <a:pt x="11" y="17"/>
                      </a:cubicBezTo>
                      <a:cubicBezTo>
                        <a:pt x="12" y="17"/>
                        <a:pt x="12" y="17"/>
                        <a:pt x="12" y="17"/>
                      </a:cubicBezTo>
                      <a:cubicBezTo>
                        <a:pt x="12" y="17"/>
                        <a:pt x="12" y="17"/>
                        <a:pt x="12" y="17"/>
                      </a:cubicBezTo>
                      <a:cubicBezTo>
                        <a:pt x="12" y="18"/>
                        <a:pt x="12" y="18"/>
                        <a:pt x="12" y="18"/>
                      </a:cubicBezTo>
                      <a:cubicBezTo>
                        <a:pt x="12" y="18"/>
                        <a:pt x="12" y="18"/>
                        <a:pt x="12" y="18"/>
                      </a:cubicBezTo>
                      <a:cubicBezTo>
                        <a:pt x="12" y="16"/>
                        <a:pt x="12" y="16"/>
                        <a:pt x="12" y="16"/>
                      </a:cubicBezTo>
                      <a:cubicBezTo>
                        <a:pt x="12" y="16"/>
                        <a:pt x="12" y="16"/>
                        <a:pt x="12" y="16"/>
                      </a:cubicBezTo>
                      <a:cubicBezTo>
                        <a:pt x="12" y="16"/>
                        <a:pt x="13" y="16"/>
                        <a:pt x="13" y="16"/>
                      </a:cubicBezTo>
                      <a:cubicBezTo>
                        <a:pt x="12" y="16"/>
                        <a:pt x="13" y="17"/>
                        <a:pt x="13" y="17"/>
                      </a:cubicBezTo>
                      <a:cubicBezTo>
                        <a:pt x="13" y="17"/>
                        <a:pt x="13" y="17"/>
                        <a:pt x="13" y="17"/>
                      </a:cubicBezTo>
                      <a:cubicBezTo>
                        <a:pt x="13" y="17"/>
                        <a:pt x="13" y="17"/>
                        <a:pt x="13" y="17"/>
                      </a:cubicBezTo>
                      <a:cubicBezTo>
                        <a:pt x="13" y="17"/>
                        <a:pt x="13" y="17"/>
                        <a:pt x="13" y="17"/>
                      </a:cubicBezTo>
                      <a:cubicBezTo>
                        <a:pt x="14" y="17"/>
                        <a:pt x="14" y="16"/>
                        <a:pt x="14" y="16"/>
                      </a:cubicBezTo>
                      <a:cubicBezTo>
                        <a:pt x="14" y="16"/>
                        <a:pt x="14" y="17"/>
                        <a:pt x="14" y="18"/>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6" y="17"/>
                        <a:pt x="16" y="17"/>
                        <a:pt x="17" y="16"/>
                      </a:cubicBezTo>
                      <a:cubicBezTo>
                        <a:pt x="16" y="17"/>
                        <a:pt x="16" y="17"/>
                        <a:pt x="15" y="17"/>
                      </a:cubicBezTo>
                      <a:cubicBezTo>
                        <a:pt x="14" y="18"/>
                        <a:pt x="15" y="18"/>
                        <a:pt x="16" y="19"/>
                      </a:cubicBezTo>
                      <a:cubicBezTo>
                        <a:pt x="16" y="19"/>
                        <a:pt x="17" y="18"/>
                        <a:pt x="17" y="17"/>
                      </a:cubicBezTo>
                      <a:cubicBezTo>
                        <a:pt x="17" y="18"/>
                        <a:pt x="17" y="18"/>
                        <a:pt x="17" y="18"/>
                      </a:cubicBezTo>
                      <a:cubicBezTo>
                        <a:pt x="17" y="18"/>
                        <a:pt x="17" y="18"/>
                        <a:pt x="18" y="18"/>
                      </a:cubicBezTo>
                      <a:cubicBezTo>
                        <a:pt x="18" y="18"/>
                        <a:pt x="18" y="18"/>
                        <a:pt x="18" y="18"/>
                      </a:cubicBezTo>
                      <a:cubicBezTo>
                        <a:pt x="18" y="18"/>
                        <a:pt x="18" y="19"/>
                        <a:pt x="18" y="19"/>
                      </a:cubicBezTo>
                      <a:cubicBezTo>
                        <a:pt x="18" y="19"/>
                        <a:pt x="19" y="19"/>
                        <a:pt x="19" y="19"/>
                      </a:cubicBezTo>
                      <a:cubicBezTo>
                        <a:pt x="19" y="19"/>
                        <a:pt x="18" y="19"/>
                        <a:pt x="18" y="19"/>
                      </a:cubicBezTo>
                      <a:cubicBezTo>
                        <a:pt x="18" y="20"/>
                        <a:pt x="18" y="20"/>
                        <a:pt x="18" y="20"/>
                      </a:cubicBezTo>
                      <a:cubicBezTo>
                        <a:pt x="18" y="19"/>
                        <a:pt x="17" y="20"/>
                        <a:pt x="17" y="20"/>
                      </a:cubicBezTo>
                      <a:cubicBezTo>
                        <a:pt x="17" y="20"/>
                        <a:pt x="16" y="21"/>
                        <a:pt x="15" y="21"/>
                      </a:cubicBezTo>
                      <a:cubicBezTo>
                        <a:pt x="15" y="21"/>
                        <a:pt x="15" y="21"/>
                        <a:pt x="15" y="21"/>
                      </a:cubicBezTo>
                      <a:cubicBezTo>
                        <a:pt x="14" y="21"/>
                        <a:pt x="14" y="21"/>
                        <a:pt x="14" y="21"/>
                      </a:cubicBezTo>
                      <a:cubicBezTo>
                        <a:pt x="14" y="22"/>
                        <a:pt x="14" y="22"/>
                        <a:pt x="14" y="23"/>
                      </a:cubicBezTo>
                      <a:cubicBezTo>
                        <a:pt x="14" y="23"/>
                        <a:pt x="14" y="23"/>
                        <a:pt x="14" y="23"/>
                      </a:cubicBezTo>
                      <a:cubicBezTo>
                        <a:pt x="13" y="23"/>
                        <a:pt x="13" y="23"/>
                        <a:pt x="13" y="23"/>
                      </a:cubicBezTo>
                      <a:cubicBezTo>
                        <a:pt x="14" y="23"/>
                        <a:pt x="14" y="23"/>
                        <a:pt x="14" y="23"/>
                      </a:cubicBezTo>
                      <a:cubicBezTo>
                        <a:pt x="14" y="23"/>
                        <a:pt x="14" y="23"/>
                        <a:pt x="15" y="23"/>
                      </a:cubicBezTo>
                      <a:cubicBezTo>
                        <a:pt x="15" y="23"/>
                        <a:pt x="16" y="24"/>
                        <a:pt x="16" y="24"/>
                      </a:cubicBezTo>
                      <a:cubicBezTo>
                        <a:pt x="17" y="24"/>
                        <a:pt x="18" y="24"/>
                        <a:pt x="19" y="23"/>
                      </a:cubicBezTo>
                      <a:cubicBezTo>
                        <a:pt x="19" y="23"/>
                        <a:pt x="19" y="23"/>
                        <a:pt x="19" y="23"/>
                      </a:cubicBezTo>
                      <a:cubicBezTo>
                        <a:pt x="19" y="22"/>
                        <a:pt x="19" y="22"/>
                        <a:pt x="19" y="22"/>
                      </a:cubicBezTo>
                      <a:cubicBezTo>
                        <a:pt x="20" y="23"/>
                        <a:pt x="19" y="24"/>
                        <a:pt x="19" y="25"/>
                      </a:cubicBezTo>
                      <a:cubicBezTo>
                        <a:pt x="19" y="26"/>
                        <a:pt x="17" y="25"/>
                        <a:pt x="16" y="25"/>
                      </a:cubicBezTo>
                      <a:cubicBezTo>
                        <a:pt x="16" y="26"/>
                        <a:pt x="15" y="25"/>
                        <a:pt x="15" y="25"/>
                      </a:cubicBezTo>
                      <a:cubicBezTo>
                        <a:pt x="14" y="25"/>
                        <a:pt x="14" y="25"/>
                        <a:pt x="14" y="25"/>
                      </a:cubicBezTo>
                      <a:cubicBezTo>
                        <a:pt x="13" y="25"/>
                        <a:pt x="13" y="25"/>
                        <a:pt x="13" y="25"/>
                      </a:cubicBezTo>
                      <a:cubicBezTo>
                        <a:pt x="13" y="26"/>
                        <a:pt x="13" y="26"/>
                        <a:pt x="13" y="26"/>
                      </a:cubicBezTo>
                      <a:cubicBezTo>
                        <a:pt x="13" y="26"/>
                        <a:pt x="13" y="26"/>
                        <a:pt x="13" y="26"/>
                      </a:cubicBezTo>
                      <a:cubicBezTo>
                        <a:pt x="13" y="26"/>
                        <a:pt x="13" y="26"/>
                        <a:pt x="13" y="26"/>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1" y="25"/>
                        <a:pt x="11" y="25"/>
                        <a:pt x="11" y="25"/>
                      </a:cubicBezTo>
                      <a:cubicBezTo>
                        <a:pt x="11" y="25"/>
                        <a:pt x="12" y="25"/>
                        <a:pt x="12" y="25"/>
                      </a:cubicBezTo>
                      <a:cubicBezTo>
                        <a:pt x="11" y="26"/>
                        <a:pt x="11" y="25"/>
                        <a:pt x="11" y="26"/>
                      </a:cubicBezTo>
                      <a:cubicBezTo>
                        <a:pt x="10" y="25"/>
                        <a:pt x="10" y="25"/>
                        <a:pt x="10" y="25"/>
                      </a:cubicBezTo>
                      <a:cubicBezTo>
                        <a:pt x="10" y="26"/>
                        <a:pt x="10" y="26"/>
                        <a:pt x="10" y="26"/>
                      </a:cubicBezTo>
                      <a:cubicBezTo>
                        <a:pt x="9" y="27"/>
                        <a:pt x="9" y="27"/>
                        <a:pt x="9" y="27"/>
                      </a:cubicBezTo>
                      <a:cubicBezTo>
                        <a:pt x="9" y="26"/>
                        <a:pt x="9" y="26"/>
                        <a:pt x="9" y="26"/>
                      </a:cubicBezTo>
                      <a:cubicBezTo>
                        <a:pt x="9" y="26"/>
                        <a:pt x="9" y="26"/>
                        <a:pt x="9" y="26"/>
                      </a:cubicBezTo>
                      <a:cubicBezTo>
                        <a:pt x="9" y="26"/>
                        <a:pt x="9" y="26"/>
                        <a:pt x="9" y="26"/>
                      </a:cubicBezTo>
                      <a:cubicBezTo>
                        <a:pt x="10" y="25"/>
                        <a:pt x="10" y="25"/>
                        <a:pt x="10" y="25"/>
                      </a:cubicBezTo>
                      <a:cubicBezTo>
                        <a:pt x="9" y="25"/>
                        <a:pt x="9" y="25"/>
                        <a:pt x="9" y="25"/>
                      </a:cubicBezTo>
                      <a:cubicBezTo>
                        <a:pt x="9" y="26"/>
                        <a:pt x="9" y="26"/>
                        <a:pt x="9" y="26"/>
                      </a:cubicBezTo>
                      <a:cubicBezTo>
                        <a:pt x="9" y="26"/>
                        <a:pt x="9" y="26"/>
                        <a:pt x="9" y="26"/>
                      </a:cubicBezTo>
                      <a:cubicBezTo>
                        <a:pt x="8" y="27"/>
                        <a:pt x="8" y="27"/>
                        <a:pt x="8" y="27"/>
                      </a:cubicBezTo>
                      <a:cubicBezTo>
                        <a:pt x="8" y="27"/>
                        <a:pt x="8" y="27"/>
                        <a:pt x="8" y="27"/>
                      </a:cubicBezTo>
                      <a:cubicBezTo>
                        <a:pt x="8" y="26"/>
                        <a:pt x="8" y="26"/>
                        <a:pt x="8" y="26"/>
                      </a:cubicBezTo>
                      <a:cubicBezTo>
                        <a:pt x="8" y="27"/>
                        <a:pt x="8" y="27"/>
                        <a:pt x="8" y="27"/>
                      </a:cubicBezTo>
                      <a:cubicBezTo>
                        <a:pt x="8" y="26"/>
                        <a:pt x="8" y="26"/>
                        <a:pt x="8" y="26"/>
                      </a:cubicBezTo>
                      <a:cubicBezTo>
                        <a:pt x="7" y="26"/>
                        <a:pt x="7" y="26"/>
                        <a:pt x="7" y="26"/>
                      </a:cubicBezTo>
                      <a:cubicBezTo>
                        <a:pt x="7" y="26"/>
                        <a:pt x="8" y="26"/>
                        <a:pt x="8" y="26"/>
                      </a:cubicBezTo>
                      <a:cubicBezTo>
                        <a:pt x="7" y="26"/>
                        <a:pt x="7" y="26"/>
                        <a:pt x="7" y="26"/>
                      </a:cubicBezTo>
                      <a:cubicBezTo>
                        <a:pt x="6" y="27"/>
                        <a:pt x="6" y="27"/>
                        <a:pt x="6" y="27"/>
                      </a:cubicBezTo>
                      <a:cubicBezTo>
                        <a:pt x="6" y="27"/>
                        <a:pt x="6" y="27"/>
                        <a:pt x="6" y="27"/>
                      </a:cubicBezTo>
                      <a:cubicBezTo>
                        <a:pt x="6" y="28"/>
                        <a:pt x="4" y="26"/>
                        <a:pt x="3" y="27"/>
                      </a:cubicBezTo>
                      <a:cubicBezTo>
                        <a:pt x="3" y="27"/>
                        <a:pt x="3" y="27"/>
                        <a:pt x="3" y="27"/>
                      </a:cubicBezTo>
                      <a:cubicBezTo>
                        <a:pt x="3" y="28"/>
                        <a:pt x="3" y="28"/>
                        <a:pt x="3" y="29"/>
                      </a:cubicBezTo>
                      <a:cubicBezTo>
                        <a:pt x="4" y="29"/>
                        <a:pt x="4" y="30"/>
                        <a:pt x="4" y="30"/>
                      </a:cubicBezTo>
                      <a:cubicBezTo>
                        <a:pt x="5" y="30"/>
                        <a:pt x="5" y="30"/>
                        <a:pt x="5" y="30"/>
                      </a:cubicBezTo>
                      <a:cubicBezTo>
                        <a:pt x="6" y="29"/>
                        <a:pt x="6" y="29"/>
                        <a:pt x="6" y="29"/>
                      </a:cubicBezTo>
                      <a:cubicBezTo>
                        <a:pt x="7" y="29"/>
                        <a:pt x="7" y="29"/>
                        <a:pt x="7" y="29"/>
                      </a:cubicBezTo>
                      <a:cubicBezTo>
                        <a:pt x="7" y="28"/>
                        <a:pt x="8" y="28"/>
                        <a:pt x="8" y="28"/>
                      </a:cubicBezTo>
                      <a:cubicBezTo>
                        <a:pt x="9" y="29"/>
                        <a:pt x="11"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5" y="29"/>
                        <a:pt x="15" y="29"/>
                        <a:pt x="15" y="29"/>
                      </a:cubicBezTo>
                      <a:cubicBezTo>
                        <a:pt x="15" y="30"/>
                        <a:pt x="15" y="30"/>
                        <a:pt x="14" y="31"/>
                      </a:cubicBezTo>
                      <a:cubicBezTo>
                        <a:pt x="14" y="31"/>
                        <a:pt x="16" y="30"/>
                        <a:pt x="16" y="30"/>
                      </a:cubicBezTo>
                      <a:cubicBezTo>
                        <a:pt x="16" y="30"/>
                        <a:pt x="16" y="30"/>
                        <a:pt x="16" y="30"/>
                      </a:cubicBezTo>
                      <a:cubicBezTo>
                        <a:pt x="15" y="31"/>
                        <a:pt x="15" y="31"/>
                        <a:pt x="15" y="31"/>
                      </a:cubicBezTo>
                      <a:cubicBezTo>
                        <a:pt x="15" y="32"/>
                        <a:pt x="15" y="32"/>
                        <a:pt x="15" y="32"/>
                      </a:cubicBezTo>
                      <a:cubicBezTo>
                        <a:pt x="14" y="31"/>
                        <a:pt x="14" y="31"/>
                        <a:pt x="14" y="31"/>
                      </a:cubicBezTo>
                      <a:cubicBezTo>
                        <a:pt x="14" y="31"/>
                        <a:pt x="14" y="32"/>
                        <a:pt x="15" y="32"/>
                      </a:cubicBezTo>
                      <a:cubicBezTo>
                        <a:pt x="15" y="32"/>
                        <a:pt x="15" y="33"/>
                        <a:pt x="15" y="33"/>
                      </a:cubicBezTo>
                      <a:cubicBezTo>
                        <a:pt x="15" y="33"/>
                        <a:pt x="15" y="33"/>
                        <a:pt x="15" y="33"/>
                      </a:cubicBezTo>
                      <a:cubicBezTo>
                        <a:pt x="15" y="33"/>
                        <a:pt x="15" y="33"/>
                        <a:pt x="15" y="33"/>
                      </a:cubicBezTo>
                      <a:cubicBezTo>
                        <a:pt x="16" y="34"/>
                        <a:pt x="16" y="34"/>
                        <a:pt x="16" y="34"/>
                      </a:cubicBezTo>
                      <a:cubicBezTo>
                        <a:pt x="15" y="34"/>
                        <a:pt x="15" y="34"/>
                        <a:pt x="15" y="34"/>
                      </a:cubicBezTo>
                      <a:cubicBezTo>
                        <a:pt x="15" y="34"/>
                        <a:pt x="16" y="34"/>
                        <a:pt x="16" y="34"/>
                      </a:cubicBezTo>
                      <a:cubicBezTo>
                        <a:pt x="16" y="34"/>
                        <a:pt x="16" y="34"/>
                        <a:pt x="16" y="34"/>
                      </a:cubicBezTo>
                      <a:cubicBezTo>
                        <a:pt x="17" y="34"/>
                        <a:pt x="17" y="34"/>
                        <a:pt x="17" y="33"/>
                      </a:cubicBezTo>
                      <a:cubicBezTo>
                        <a:pt x="17" y="33"/>
                        <a:pt x="17" y="33"/>
                        <a:pt x="17" y="33"/>
                      </a:cubicBezTo>
                      <a:cubicBezTo>
                        <a:pt x="18" y="33"/>
                        <a:pt x="18" y="33"/>
                        <a:pt x="18" y="33"/>
                      </a:cubicBezTo>
                      <a:cubicBezTo>
                        <a:pt x="18" y="33"/>
                        <a:pt x="18" y="33"/>
                        <a:pt x="18" y="33"/>
                      </a:cubicBezTo>
                      <a:cubicBezTo>
                        <a:pt x="18" y="33"/>
                        <a:pt x="19" y="32"/>
                        <a:pt x="19" y="32"/>
                      </a:cubicBezTo>
                      <a:cubicBezTo>
                        <a:pt x="19" y="32"/>
                        <a:pt x="19" y="32"/>
                        <a:pt x="19" y="32"/>
                      </a:cubicBezTo>
                      <a:cubicBezTo>
                        <a:pt x="20" y="32"/>
                        <a:pt x="20" y="32"/>
                        <a:pt x="20" y="32"/>
                      </a:cubicBezTo>
                      <a:cubicBezTo>
                        <a:pt x="20" y="31"/>
                        <a:pt x="20" y="31"/>
                        <a:pt x="20" y="31"/>
                      </a:cubicBezTo>
                      <a:cubicBezTo>
                        <a:pt x="21" y="31"/>
                        <a:pt x="21" y="31"/>
                        <a:pt x="21" y="31"/>
                      </a:cubicBezTo>
                      <a:cubicBezTo>
                        <a:pt x="21" y="32"/>
                        <a:pt x="21" y="32"/>
                        <a:pt x="21" y="32"/>
                      </a:cubicBezTo>
                      <a:cubicBezTo>
                        <a:pt x="20" y="31"/>
                        <a:pt x="20" y="31"/>
                        <a:pt x="20" y="31"/>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19" y="32"/>
                        <a:pt x="19" y="33"/>
                        <a:pt x="19" y="33"/>
                      </a:cubicBezTo>
                      <a:cubicBezTo>
                        <a:pt x="19" y="33"/>
                        <a:pt x="19" y="33"/>
                        <a:pt x="19" y="33"/>
                      </a:cubicBezTo>
                      <a:cubicBezTo>
                        <a:pt x="18" y="33"/>
                        <a:pt x="18" y="34"/>
                        <a:pt x="17" y="34"/>
                      </a:cubicBezTo>
                      <a:cubicBezTo>
                        <a:pt x="17" y="35"/>
                        <a:pt x="17" y="35"/>
                        <a:pt x="17" y="35"/>
                      </a:cubicBezTo>
                      <a:cubicBezTo>
                        <a:pt x="17" y="35"/>
                        <a:pt x="17" y="35"/>
                        <a:pt x="17" y="35"/>
                      </a:cubicBezTo>
                      <a:cubicBezTo>
                        <a:pt x="17" y="35"/>
                        <a:pt x="17" y="35"/>
                        <a:pt x="17" y="35"/>
                      </a:cubicBezTo>
                      <a:cubicBezTo>
                        <a:pt x="17" y="36"/>
                        <a:pt x="18" y="35"/>
                        <a:pt x="18" y="36"/>
                      </a:cubicBezTo>
                      <a:cubicBezTo>
                        <a:pt x="17" y="36"/>
                        <a:pt x="17" y="36"/>
                        <a:pt x="16" y="37"/>
                      </a:cubicBezTo>
                      <a:cubicBezTo>
                        <a:pt x="17" y="37"/>
                        <a:pt x="18" y="37"/>
                        <a:pt x="19" y="36"/>
                      </a:cubicBezTo>
                      <a:cubicBezTo>
                        <a:pt x="19" y="35"/>
                        <a:pt x="20" y="35"/>
                        <a:pt x="21" y="36"/>
                      </a:cubicBezTo>
                      <a:cubicBezTo>
                        <a:pt x="21" y="36"/>
                        <a:pt x="21" y="36"/>
                        <a:pt x="21" y="36"/>
                      </a:cubicBezTo>
                      <a:cubicBezTo>
                        <a:pt x="21" y="36"/>
                        <a:pt x="21" y="36"/>
                        <a:pt x="21" y="36"/>
                      </a:cubicBezTo>
                      <a:cubicBezTo>
                        <a:pt x="21" y="36"/>
                        <a:pt x="20" y="36"/>
                        <a:pt x="19" y="36"/>
                      </a:cubicBezTo>
                      <a:cubicBezTo>
                        <a:pt x="19" y="36"/>
                        <a:pt x="19" y="37"/>
                        <a:pt x="18" y="37"/>
                      </a:cubicBezTo>
                      <a:cubicBezTo>
                        <a:pt x="18" y="38"/>
                        <a:pt x="18" y="38"/>
                        <a:pt x="18" y="38"/>
                      </a:cubicBezTo>
                      <a:cubicBezTo>
                        <a:pt x="18" y="38"/>
                        <a:pt x="18" y="38"/>
                        <a:pt x="18" y="38"/>
                      </a:cubicBezTo>
                      <a:cubicBezTo>
                        <a:pt x="18" y="38"/>
                        <a:pt x="18" y="38"/>
                        <a:pt x="18" y="38"/>
                      </a:cubicBezTo>
                      <a:cubicBezTo>
                        <a:pt x="19" y="38"/>
                        <a:pt x="19" y="38"/>
                        <a:pt x="19" y="38"/>
                      </a:cubicBezTo>
                      <a:cubicBezTo>
                        <a:pt x="19" y="39"/>
                        <a:pt x="19" y="39"/>
                        <a:pt x="19" y="39"/>
                      </a:cubicBezTo>
                      <a:cubicBezTo>
                        <a:pt x="19" y="39"/>
                        <a:pt x="19" y="39"/>
                        <a:pt x="19" y="39"/>
                      </a:cubicBezTo>
                      <a:cubicBezTo>
                        <a:pt x="19" y="39"/>
                        <a:pt x="19" y="39"/>
                        <a:pt x="19" y="39"/>
                      </a:cubicBezTo>
                      <a:cubicBezTo>
                        <a:pt x="19" y="39"/>
                        <a:pt x="19" y="39"/>
                        <a:pt x="19" y="39"/>
                      </a:cubicBezTo>
                      <a:cubicBezTo>
                        <a:pt x="18" y="39"/>
                        <a:pt x="18" y="39"/>
                        <a:pt x="18" y="39"/>
                      </a:cubicBezTo>
                      <a:cubicBezTo>
                        <a:pt x="17" y="39"/>
                        <a:pt x="17" y="39"/>
                        <a:pt x="17" y="39"/>
                      </a:cubicBezTo>
                      <a:cubicBezTo>
                        <a:pt x="17" y="39"/>
                        <a:pt x="17" y="39"/>
                        <a:pt x="17" y="39"/>
                      </a:cubicBezTo>
                      <a:cubicBezTo>
                        <a:pt x="17" y="39"/>
                        <a:pt x="18" y="40"/>
                        <a:pt x="18" y="40"/>
                      </a:cubicBezTo>
                      <a:cubicBezTo>
                        <a:pt x="18" y="40"/>
                        <a:pt x="18" y="40"/>
                        <a:pt x="18" y="40"/>
                      </a:cubicBezTo>
                      <a:cubicBezTo>
                        <a:pt x="17" y="40"/>
                        <a:pt x="17" y="40"/>
                        <a:pt x="17" y="40"/>
                      </a:cubicBezTo>
                      <a:cubicBezTo>
                        <a:pt x="17" y="40"/>
                        <a:pt x="17" y="40"/>
                        <a:pt x="17" y="40"/>
                      </a:cubicBezTo>
                      <a:cubicBezTo>
                        <a:pt x="17" y="40"/>
                        <a:pt x="17" y="40"/>
                        <a:pt x="17" y="40"/>
                      </a:cubicBezTo>
                      <a:cubicBezTo>
                        <a:pt x="17" y="40"/>
                        <a:pt x="17" y="40"/>
                        <a:pt x="17" y="40"/>
                      </a:cubicBezTo>
                      <a:cubicBezTo>
                        <a:pt x="17" y="40"/>
                        <a:pt x="17" y="40"/>
                        <a:pt x="17" y="41"/>
                      </a:cubicBezTo>
                      <a:cubicBezTo>
                        <a:pt x="17" y="41"/>
                        <a:pt x="17" y="41"/>
                        <a:pt x="16" y="41"/>
                      </a:cubicBezTo>
                      <a:cubicBezTo>
                        <a:pt x="16" y="42"/>
                        <a:pt x="16" y="42"/>
                        <a:pt x="16" y="42"/>
                      </a:cubicBezTo>
                      <a:cubicBezTo>
                        <a:pt x="15" y="41"/>
                        <a:pt x="15" y="41"/>
                        <a:pt x="14" y="42"/>
                      </a:cubicBezTo>
                      <a:cubicBezTo>
                        <a:pt x="14" y="42"/>
                        <a:pt x="13" y="42"/>
                        <a:pt x="13" y="42"/>
                      </a:cubicBezTo>
                      <a:cubicBezTo>
                        <a:pt x="13" y="42"/>
                        <a:pt x="13" y="42"/>
                        <a:pt x="13" y="41"/>
                      </a:cubicBezTo>
                      <a:cubicBezTo>
                        <a:pt x="13" y="41"/>
                        <a:pt x="12" y="41"/>
                        <a:pt x="12" y="40"/>
                      </a:cubicBezTo>
                      <a:cubicBezTo>
                        <a:pt x="12" y="41"/>
                        <a:pt x="12" y="42"/>
                        <a:pt x="12" y="42"/>
                      </a:cubicBezTo>
                      <a:cubicBezTo>
                        <a:pt x="12" y="43"/>
                        <a:pt x="12" y="43"/>
                        <a:pt x="12" y="43"/>
                      </a:cubicBezTo>
                      <a:cubicBezTo>
                        <a:pt x="12" y="43"/>
                        <a:pt x="12" y="43"/>
                        <a:pt x="12" y="43"/>
                      </a:cubicBezTo>
                      <a:cubicBezTo>
                        <a:pt x="12" y="44"/>
                        <a:pt x="12" y="44"/>
                        <a:pt x="12" y="44"/>
                      </a:cubicBezTo>
                      <a:cubicBezTo>
                        <a:pt x="12" y="44"/>
                        <a:pt x="12" y="44"/>
                        <a:pt x="12" y="44"/>
                      </a:cubicBezTo>
                      <a:cubicBezTo>
                        <a:pt x="12" y="45"/>
                        <a:pt x="12" y="45"/>
                        <a:pt x="12" y="45"/>
                      </a:cubicBezTo>
                      <a:cubicBezTo>
                        <a:pt x="12" y="45"/>
                        <a:pt x="12" y="45"/>
                        <a:pt x="12" y="45"/>
                      </a:cubicBezTo>
                      <a:cubicBezTo>
                        <a:pt x="12" y="45"/>
                        <a:pt x="12" y="45"/>
                        <a:pt x="12" y="45"/>
                      </a:cubicBezTo>
                      <a:cubicBezTo>
                        <a:pt x="13" y="45"/>
                        <a:pt x="13" y="45"/>
                        <a:pt x="13" y="45"/>
                      </a:cubicBezTo>
                      <a:cubicBezTo>
                        <a:pt x="14" y="44"/>
                        <a:pt x="14" y="44"/>
                        <a:pt x="14" y="44"/>
                      </a:cubicBezTo>
                      <a:cubicBezTo>
                        <a:pt x="14" y="44"/>
                        <a:pt x="14" y="44"/>
                        <a:pt x="14" y="44"/>
                      </a:cubicBezTo>
                      <a:cubicBezTo>
                        <a:pt x="15" y="44"/>
                        <a:pt x="15" y="44"/>
                        <a:pt x="15" y="44"/>
                      </a:cubicBezTo>
                      <a:cubicBezTo>
                        <a:pt x="16" y="44"/>
                        <a:pt x="16" y="45"/>
                        <a:pt x="18" y="44"/>
                      </a:cubicBezTo>
                      <a:cubicBezTo>
                        <a:pt x="19" y="44"/>
                        <a:pt x="19" y="44"/>
                        <a:pt x="20" y="45"/>
                      </a:cubicBezTo>
                      <a:cubicBezTo>
                        <a:pt x="22" y="44"/>
                        <a:pt x="22" y="44"/>
                        <a:pt x="22" y="44"/>
                      </a:cubicBezTo>
                      <a:cubicBezTo>
                        <a:pt x="22" y="44"/>
                        <a:pt x="22" y="44"/>
                        <a:pt x="23" y="44"/>
                      </a:cubicBezTo>
                      <a:cubicBezTo>
                        <a:pt x="23" y="44"/>
                        <a:pt x="23" y="44"/>
                        <a:pt x="23" y="44"/>
                      </a:cubicBezTo>
                      <a:cubicBezTo>
                        <a:pt x="22" y="43"/>
                        <a:pt x="22" y="43"/>
                        <a:pt x="22" y="43"/>
                      </a:cubicBezTo>
                      <a:cubicBezTo>
                        <a:pt x="23" y="43"/>
                        <a:pt x="23" y="43"/>
                        <a:pt x="23" y="43"/>
                      </a:cubicBezTo>
                      <a:cubicBezTo>
                        <a:pt x="23" y="43"/>
                        <a:pt x="24" y="43"/>
                        <a:pt x="24" y="43"/>
                      </a:cubicBezTo>
                      <a:cubicBezTo>
                        <a:pt x="24" y="43"/>
                        <a:pt x="23" y="43"/>
                        <a:pt x="23" y="43"/>
                      </a:cubicBezTo>
                      <a:cubicBezTo>
                        <a:pt x="23" y="44"/>
                        <a:pt x="24" y="44"/>
                        <a:pt x="25" y="45"/>
                      </a:cubicBezTo>
                      <a:cubicBezTo>
                        <a:pt x="25" y="45"/>
                        <a:pt x="26" y="46"/>
                        <a:pt x="26" y="45"/>
                      </a:cubicBezTo>
                      <a:cubicBezTo>
                        <a:pt x="26" y="45"/>
                        <a:pt x="27" y="44"/>
                        <a:pt x="27" y="44"/>
                      </a:cubicBezTo>
                      <a:cubicBezTo>
                        <a:pt x="27" y="45"/>
                        <a:pt x="27" y="45"/>
                        <a:pt x="27" y="45"/>
                      </a:cubicBezTo>
                      <a:cubicBezTo>
                        <a:pt x="27" y="45"/>
                        <a:pt x="27" y="45"/>
                        <a:pt x="27" y="45"/>
                      </a:cubicBezTo>
                      <a:cubicBezTo>
                        <a:pt x="27" y="45"/>
                        <a:pt x="27" y="45"/>
                        <a:pt x="27" y="45"/>
                      </a:cubicBezTo>
                      <a:cubicBezTo>
                        <a:pt x="27" y="46"/>
                        <a:pt x="27" y="46"/>
                        <a:pt x="27" y="46"/>
                      </a:cubicBezTo>
                      <a:cubicBezTo>
                        <a:pt x="27" y="46"/>
                        <a:pt x="27" y="46"/>
                        <a:pt x="27" y="46"/>
                      </a:cubicBezTo>
                      <a:cubicBezTo>
                        <a:pt x="27" y="46"/>
                        <a:pt x="27" y="46"/>
                        <a:pt x="27" y="46"/>
                      </a:cubicBezTo>
                      <a:cubicBezTo>
                        <a:pt x="26" y="46"/>
                        <a:pt x="26" y="46"/>
                        <a:pt x="26" y="46"/>
                      </a:cubicBezTo>
                      <a:cubicBezTo>
                        <a:pt x="28" y="47"/>
                        <a:pt x="28" y="47"/>
                        <a:pt x="28" y="47"/>
                      </a:cubicBezTo>
                      <a:cubicBezTo>
                        <a:pt x="27" y="46"/>
                        <a:pt x="28" y="45"/>
                        <a:pt x="29" y="45"/>
                      </a:cubicBezTo>
                      <a:cubicBezTo>
                        <a:pt x="29" y="45"/>
                        <a:pt x="29" y="45"/>
                        <a:pt x="29" y="45"/>
                      </a:cubicBezTo>
                      <a:cubicBezTo>
                        <a:pt x="29" y="46"/>
                        <a:pt x="29" y="46"/>
                        <a:pt x="30" y="46"/>
                      </a:cubicBezTo>
                      <a:cubicBezTo>
                        <a:pt x="29" y="46"/>
                        <a:pt x="29" y="46"/>
                        <a:pt x="29" y="46"/>
                      </a:cubicBezTo>
                      <a:cubicBezTo>
                        <a:pt x="29" y="46"/>
                        <a:pt x="28" y="45"/>
                        <a:pt x="28" y="46"/>
                      </a:cubicBezTo>
                      <a:cubicBezTo>
                        <a:pt x="28" y="47"/>
                        <a:pt x="28" y="47"/>
                        <a:pt x="29" y="48"/>
                      </a:cubicBezTo>
                      <a:cubicBezTo>
                        <a:pt x="28" y="47"/>
                        <a:pt x="28" y="47"/>
                        <a:pt x="28" y="47"/>
                      </a:cubicBezTo>
                      <a:cubicBezTo>
                        <a:pt x="28" y="47"/>
                        <a:pt x="29" y="47"/>
                        <a:pt x="29" y="48"/>
                      </a:cubicBezTo>
                      <a:cubicBezTo>
                        <a:pt x="30" y="48"/>
                        <a:pt x="30" y="48"/>
                        <a:pt x="30" y="48"/>
                      </a:cubicBezTo>
                      <a:cubicBezTo>
                        <a:pt x="29" y="48"/>
                        <a:pt x="29" y="48"/>
                        <a:pt x="29" y="48"/>
                      </a:cubicBezTo>
                      <a:cubicBezTo>
                        <a:pt x="30" y="49"/>
                        <a:pt x="30" y="49"/>
                        <a:pt x="31" y="49"/>
                      </a:cubicBezTo>
                      <a:cubicBezTo>
                        <a:pt x="32" y="49"/>
                        <a:pt x="33" y="49"/>
                        <a:pt x="34" y="49"/>
                      </a:cubicBezTo>
                      <a:cubicBezTo>
                        <a:pt x="33" y="49"/>
                        <a:pt x="33" y="49"/>
                        <a:pt x="33" y="49"/>
                      </a:cubicBezTo>
                      <a:cubicBezTo>
                        <a:pt x="34" y="49"/>
                        <a:pt x="34" y="49"/>
                        <a:pt x="34" y="49"/>
                      </a:cubicBezTo>
                      <a:cubicBezTo>
                        <a:pt x="34" y="50"/>
                        <a:pt x="37" y="51"/>
                        <a:pt x="38" y="51"/>
                      </a:cubicBezTo>
                      <a:cubicBezTo>
                        <a:pt x="38" y="51"/>
                        <a:pt x="38" y="51"/>
                        <a:pt x="38" y="51"/>
                      </a:cubicBezTo>
                      <a:cubicBezTo>
                        <a:pt x="39" y="51"/>
                        <a:pt x="40" y="51"/>
                        <a:pt x="41" y="51"/>
                      </a:cubicBezTo>
                      <a:cubicBezTo>
                        <a:pt x="43" y="51"/>
                        <a:pt x="44" y="50"/>
                        <a:pt x="45" y="50"/>
                      </a:cubicBezTo>
                      <a:cubicBezTo>
                        <a:pt x="45" y="50"/>
                        <a:pt x="45" y="49"/>
                        <a:pt x="44" y="49"/>
                      </a:cubicBezTo>
                      <a:cubicBezTo>
                        <a:pt x="45" y="49"/>
                        <a:pt x="45" y="49"/>
                        <a:pt x="45" y="49"/>
                      </a:cubicBezTo>
                      <a:cubicBezTo>
                        <a:pt x="45" y="49"/>
                        <a:pt x="45" y="49"/>
                        <a:pt x="45" y="49"/>
                      </a:cubicBezTo>
                      <a:cubicBezTo>
                        <a:pt x="45" y="49"/>
                        <a:pt x="46" y="49"/>
                        <a:pt x="46" y="49"/>
                      </a:cubicBezTo>
                      <a:cubicBezTo>
                        <a:pt x="46" y="49"/>
                        <a:pt x="45" y="49"/>
                        <a:pt x="45" y="50"/>
                      </a:cubicBezTo>
                      <a:cubicBezTo>
                        <a:pt x="46" y="51"/>
                        <a:pt x="48" y="49"/>
                        <a:pt x="48" y="48"/>
                      </a:cubicBezTo>
                      <a:cubicBezTo>
                        <a:pt x="47" y="48"/>
                        <a:pt x="47" y="48"/>
                        <a:pt x="47" y="48"/>
                      </a:cubicBezTo>
                      <a:cubicBezTo>
                        <a:pt x="47" y="47"/>
                        <a:pt x="47" y="47"/>
                        <a:pt x="47" y="47"/>
                      </a:cubicBezTo>
                      <a:cubicBezTo>
                        <a:pt x="48" y="47"/>
                        <a:pt x="48" y="47"/>
                        <a:pt x="48" y="47"/>
                      </a:cubicBezTo>
                      <a:cubicBezTo>
                        <a:pt x="48" y="47"/>
                        <a:pt x="48" y="47"/>
                        <a:pt x="48" y="47"/>
                      </a:cubicBezTo>
                      <a:cubicBezTo>
                        <a:pt x="48" y="47"/>
                        <a:pt x="48" y="47"/>
                        <a:pt x="48" y="47"/>
                      </a:cubicBezTo>
                      <a:cubicBezTo>
                        <a:pt x="47" y="47"/>
                        <a:pt x="47" y="47"/>
                        <a:pt x="47" y="47"/>
                      </a:cubicBezTo>
                      <a:cubicBezTo>
                        <a:pt x="47" y="47"/>
                        <a:pt x="47" y="47"/>
                        <a:pt x="47" y="47"/>
                      </a:cubicBezTo>
                      <a:cubicBezTo>
                        <a:pt x="47" y="47"/>
                        <a:pt x="47" y="47"/>
                        <a:pt x="47" y="47"/>
                      </a:cubicBezTo>
                      <a:cubicBezTo>
                        <a:pt x="47" y="46"/>
                        <a:pt x="47" y="46"/>
                        <a:pt x="48" y="46"/>
                      </a:cubicBezTo>
                      <a:cubicBezTo>
                        <a:pt x="48" y="46"/>
                        <a:pt x="48" y="46"/>
                        <a:pt x="48" y="46"/>
                      </a:cubicBezTo>
                      <a:cubicBezTo>
                        <a:pt x="48" y="45"/>
                        <a:pt x="48" y="45"/>
                        <a:pt x="48" y="45"/>
                      </a:cubicBezTo>
                      <a:cubicBezTo>
                        <a:pt x="49" y="45"/>
                        <a:pt x="49" y="45"/>
                        <a:pt x="49" y="45"/>
                      </a:cubicBezTo>
                      <a:cubicBezTo>
                        <a:pt x="49" y="45"/>
                        <a:pt x="49" y="45"/>
                        <a:pt x="49" y="45"/>
                      </a:cubicBezTo>
                      <a:cubicBezTo>
                        <a:pt x="49" y="45"/>
                        <a:pt x="49" y="45"/>
                        <a:pt x="49" y="45"/>
                      </a:cubicBezTo>
                      <a:cubicBezTo>
                        <a:pt x="49" y="45"/>
                        <a:pt x="49" y="45"/>
                        <a:pt x="49" y="45"/>
                      </a:cubicBezTo>
                      <a:cubicBezTo>
                        <a:pt x="49" y="46"/>
                        <a:pt x="49" y="46"/>
                        <a:pt x="49" y="46"/>
                      </a:cubicBezTo>
                      <a:cubicBezTo>
                        <a:pt x="49" y="46"/>
                        <a:pt x="49" y="46"/>
                        <a:pt x="49" y="46"/>
                      </a:cubicBezTo>
                      <a:cubicBezTo>
                        <a:pt x="50" y="45"/>
                        <a:pt x="50" y="45"/>
                        <a:pt x="50" y="45"/>
                      </a:cubicBezTo>
                      <a:cubicBezTo>
                        <a:pt x="50" y="45"/>
                        <a:pt x="50" y="45"/>
                        <a:pt x="50" y="45"/>
                      </a:cubicBezTo>
                      <a:cubicBezTo>
                        <a:pt x="50" y="45"/>
                        <a:pt x="50" y="45"/>
                        <a:pt x="50" y="45"/>
                      </a:cubicBezTo>
                      <a:cubicBezTo>
                        <a:pt x="51" y="45"/>
                        <a:pt x="51" y="45"/>
                        <a:pt x="51" y="45"/>
                      </a:cubicBezTo>
                      <a:cubicBezTo>
                        <a:pt x="52" y="45"/>
                        <a:pt x="52" y="44"/>
                        <a:pt x="52" y="44"/>
                      </a:cubicBezTo>
                      <a:cubicBezTo>
                        <a:pt x="52" y="44"/>
                        <a:pt x="52" y="44"/>
                        <a:pt x="52" y="44"/>
                      </a:cubicBezTo>
                      <a:cubicBezTo>
                        <a:pt x="53" y="44"/>
                        <a:pt x="53" y="44"/>
                        <a:pt x="53" y="44"/>
                      </a:cubicBezTo>
                      <a:cubicBezTo>
                        <a:pt x="53" y="44"/>
                        <a:pt x="53" y="44"/>
                        <a:pt x="53" y="44"/>
                      </a:cubicBezTo>
                      <a:cubicBezTo>
                        <a:pt x="54" y="44"/>
                        <a:pt x="54" y="44"/>
                        <a:pt x="54" y="44"/>
                      </a:cubicBezTo>
                      <a:cubicBezTo>
                        <a:pt x="54" y="43"/>
                        <a:pt x="54" y="43"/>
                        <a:pt x="54" y="43"/>
                      </a:cubicBezTo>
                      <a:cubicBezTo>
                        <a:pt x="54" y="43"/>
                        <a:pt x="54" y="43"/>
                        <a:pt x="54" y="43"/>
                      </a:cubicBezTo>
                      <a:cubicBezTo>
                        <a:pt x="54" y="42"/>
                        <a:pt x="54" y="42"/>
                        <a:pt x="54" y="42"/>
                      </a:cubicBezTo>
                      <a:cubicBezTo>
                        <a:pt x="54" y="43"/>
                        <a:pt x="54" y="43"/>
                        <a:pt x="54" y="43"/>
                      </a:cubicBezTo>
                      <a:cubicBezTo>
                        <a:pt x="54" y="44"/>
                        <a:pt x="54" y="44"/>
                        <a:pt x="54" y="44"/>
                      </a:cubicBezTo>
                      <a:cubicBezTo>
                        <a:pt x="54" y="44"/>
                        <a:pt x="54" y="44"/>
                        <a:pt x="54" y="44"/>
                      </a:cubicBezTo>
                      <a:cubicBezTo>
                        <a:pt x="54" y="44"/>
                        <a:pt x="54" y="44"/>
                        <a:pt x="54" y="43"/>
                      </a:cubicBezTo>
                      <a:cubicBezTo>
                        <a:pt x="55" y="44"/>
                        <a:pt x="55" y="44"/>
                        <a:pt x="55" y="44"/>
                      </a:cubicBezTo>
                      <a:cubicBezTo>
                        <a:pt x="55" y="44"/>
                        <a:pt x="55" y="44"/>
                        <a:pt x="55" y="44"/>
                      </a:cubicBezTo>
                      <a:cubicBezTo>
                        <a:pt x="55" y="43"/>
                        <a:pt x="55" y="43"/>
                        <a:pt x="55" y="43"/>
                      </a:cubicBezTo>
                      <a:cubicBezTo>
                        <a:pt x="55" y="43"/>
                        <a:pt x="55" y="43"/>
                        <a:pt x="55" y="43"/>
                      </a:cubicBezTo>
                      <a:cubicBezTo>
                        <a:pt x="56" y="44"/>
                        <a:pt x="56" y="44"/>
                        <a:pt x="56" y="44"/>
                      </a:cubicBezTo>
                      <a:cubicBezTo>
                        <a:pt x="55" y="43"/>
                        <a:pt x="58" y="42"/>
                        <a:pt x="59" y="41"/>
                      </a:cubicBezTo>
                      <a:cubicBezTo>
                        <a:pt x="59" y="41"/>
                        <a:pt x="59" y="41"/>
                        <a:pt x="59" y="41"/>
                      </a:cubicBezTo>
                      <a:cubicBezTo>
                        <a:pt x="59" y="41"/>
                        <a:pt x="59" y="40"/>
                        <a:pt x="59" y="40"/>
                      </a:cubicBezTo>
                      <a:cubicBezTo>
                        <a:pt x="59" y="40"/>
                        <a:pt x="59" y="40"/>
                        <a:pt x="59" y="40"/>
                      </a:cubicBezTo>
                      <a:cubicBezTo>
                        <a:pt x="60" y="40"/>
                        <a:pt x="60" y="40"/>
                        <a:pt x="60" y="40"/>
                      </a:cubicBezTo>
                      <a:cubicBezTo>
                        <a:pt x="60" y="40"/>
                        <a:pt x="61" y="39"/>
                        <a:pt x="61" y="39"/>
                      </a:cubicBezTo>
                      <a:cubicBezTo>
                        <a:pt x="61" y="39"/>
                        <a:pt x="61" y="38"/>
                        <a:pt x="61" y="38"/>
                      </a:cubicBezTo>
                      <a:cubicBezTo>
                        <a:pt x="61" y="38"/>
                        <a:pt x="62" y="38"/>
                        <a:pt x="63" y="38"/>
                      </a:cubicBezTo>
                      <a:cubicBezTo>
                        <a:pt x="63" y="37"/>
                        <a:pt x="63" y="37"/>
                        <a:pt x="63" y="37"/>
                      </a:cubicBezTo>
                      <a:cubicBezTo>
                        <a:pt x="63" y="37"/>
                        <a:pt x="62" y="37"/>
                        <a:pt x="62" y="37"/>
                      </a:cubicBezTo>
                      <a:cubicBezTo>
                        <a:pt x="63" y="37"/>
                        <a:pt x="64" y="37"/>
                        <a:pt x="65" y="36"/>
                      </a:cubicBezTo>
                      <a:cubicBezTo>
                        <a:pt x="64" y="36"/>
                        <a:pt x="64" y="36"/>
                        <a:pt x="64" y="36"/>
                      </a:cubicBezTo>
                      <a:cubicBezTo>
                        <a:pt x="65" y="36"/>
                        <a:pt x="65" y="36"/>
                        <a:pt x="65" y="36"/>
                      </a:cubicBezTo>
                      <a:cubicBezTo>
                        <a:pt x="65" y="35"/>
                        <a:pt x="65" y="35"/>
                        <a:pt x="65" y="35"/>
                      </a:cubicBezTo>
                      <a:cubicBezTo>
                        <a:pt x="65" y="35"/>
                        <a:pt x="65" y="35"/>
                        <a:pt x="65" y="35"/>
                      </a:cubicBezTo>
                      <a:cubicBezTo>
                        <a:pt x="65" y="35"/>
                        <a:pt x="65" y="35"/>
                        <a:pt x="65" y="35"/>
                      </a:cubicBezTo>
                      <a:cubicBezTo>
                        <a:pt x="65" y="35"/>
                        <a:pt x="65" y="34"/>
                        <a:pt x="65" y="34"/>
                      </a:cubicBezTo>
                      <a:cubicBezTo>
                        <a:pt x="65" y="34"/>
                        <a:pt x="65" y="35"/>
                        <a:pt x="66" y="35"/>
                      </a:cubicBezTo>
                      <a:cubicBezTo>
                        <a:pt x="65" y="35"/>
                        <a:pt x="65" y="35"/>
                        <a:pt x="65" y="35"/>
                      </a:cubicBezTo>
                      <a:cubicBezTo>
                        <a:pt x="66" y="35"/>
                        <a:pt x="66" y="35"/>
                        <a:pt x="66" y="35"/>
                      </a:cubicBezTo>
                      <a:cubicBezTo>
                        <a:pt x="66" y="35"/>
                        <a:pt x="66" y="35"/>
                        <a:pt x="66" y="35"/>
                      </a:cubicBezTo>
                      <a:cubicBezTo>
                        <a:pt x="66" y="35"/>
                        <a:pt x="66" y="35"/>
                        <a:pt x="66" y="35"/>
                      </a:cubicBezTo>
                      <a:cubicBezTo>
                        <a:pt x="66" y="35"/>
                        <a:pt x="66" y="35"/>
                        <a:pt x="66" y="35"/>
                      </a:cubicBezTo>
                      <a:cubicBezTo>
                        <a:pt x="66" y="35"/>
                        <a:pt x="66" y="36"/>
                        <a:pt x="66" y="36"/>
                      </a:cubicBezTo>
                      <a:cubicBezTo>
                        <a:pt x="67" y="36"/>
                        <a:pt x="67" y="35"/>
                        <a:pt x="67" y="35"/>
                      </a:cubicBezTo>
                      <a:cubicBezTo>
                        <a:pt x="68" y="35"/>
                        <a:pt x="68" y="36"/>
                        <a:pt x="68" y="36"/>
                      </a:cubicBezTo>
                      <a:cubicBezTo>
                        <a:pt x="69" y="35"/>
                        <a:pt x="69" y="35"/>
                        <a:pt x="69" y="35"/>
                      </a:cubicBezTo>
                      <a:cubicBezTo>
                        <a:pt x="69" y="35"/>
                        <a:pt x="69" y="35"/>
                        <a:pt x="69" y="35"/>
                      </a:cubicBezTo>
                      <a:cubicBezTo>
                        <a:pt x="68" y="35"/>
                        <a:pt x="68" y="35"/>
                        <a:pt x="68" y="35"/>
                      </a:cubicBezTo>
                      <a:cubicBezTo>
                        <a:pt x="68" y="35"/>
                        <a:pt x="68" y="35"/>
                        <a:pt x="68" y="35"/>
                      </a:cubicBezTo>
                      <a:cubicBezTo>
                        <a:pt x="69" y="34"/>
                        <a:pt x="69" y="34"/>
                        <a:pt x="69" y="34"/>
                      </a:cubicBezTo>
                      <a:cubicBezTo>
                        <a:pt x="69" y="34"/>
                        <a:pt x="69" y="34"/>
                        <a:pt x="69" y="35"/>
                      </a:cubicBezTo>
                      <a:cubicBezTo>
                        <a:pt x="69" y="34"/>
                        <a:pt x="70" y="34"/>
                        <a:pt x="70" y="33"/>
                      </a:cubicBezTo>
                      <a:cubicBezTo>
                        <a:pt x="70" y="33"/>
                        <a:pt x="71" y="33"/>
                        <a:pt x="71" y="33"/>
                      </a:cubicBezTo>
                      <a:cubicBezTo>
                        <a:pt x="70" y="33"/>
                        <a:pt x="70" y="33"/>
                        <a:pt x="70" y="34"/>
                      </a:cubicBezTo>
                      <a:cubicBezTo>
                        <a:pt x="70" y="33"/>
                        <a:pt x="71" y="33"/>
                        <a:pt x="71" y="33"/>
                      </a:cubicBezTo>
                      <a:cubicBezTo>
                        <a:pt x="72" y="32"/>
                        <a:pt x="71" y="31"/>
                        <a:pt x="72" y="30"/>
                      </a:cubicBezTo>
                      <a:cubicBezTo>
                        <a:pt x="72" y="30"/>
                        <a:pt x="72" y="31"/>
                        <a:pt x="71" y="31"/>
                      </a:cubicBezTo>
                      <a:cubicBezTo>
                        <a:pt x="71" y="30"/>
                        <a:pt x="71" y="30"/>
                        <a:pt x="71" y="30"/>
                      </a:cubicBezTo>
                      <a:cubicBezTo>
                        <a:pt x="71" y="30"/>
                        <a:pt x="71" y="30"/>
                        <a:pt x="71" y="30"/>
                      </a:cubicBezTo>
                      <a:cubicBezTo>
                        <a:pt x="71" y="30"/>
                        <a:pt x="71" y="30"/>
                        <a:pt x="71" y="30"/>
                      </a:cubicBezTo>
                      <a:cubicBezTo>
                        <a:pt x="72" y="30"/>
                        <a:pt x="72" y="30"/>
                        <a:pt x="72" y="30"/>
                      </a:cubicBezTo>
                      <a:cubicBezTo>
                        <a:pt x="72" y="29"/>
                        <a:pt x="72" y="29"/>
                        <a:pt x="72" y="29"/>
                      </a:cubicBezTo>
                      <a:cubicBezTo>
                        <a:pt x="71" y="29"/>
                        <a:pt x="71" y="29"/>
                        <a:pt x="71" y="29"/>
                      </a:cubicBezTo>
                      <a:cubicBezTo>
                        <a:pt x="71" y="29"/>
                        <a:pt x="71" y="29"/>
                        <a:pt x="71" y="29"/>
                      </a:cubicBezTo>
                      <a:cubicBezTo>
                        <a:pt x="73" y="29"/>
                        <a:pt x="73" y="29"/>
                        <a:pt x="73" y="29"/>
                      </a:cubicBezTo>
                      <a:cubicBezTo>
                        <a:pt x="72" y="28"/>
                        <a:pt x="72" y="28"/>
                        <a:pt x="72" y="28"/>
                      </a:cubicBezTo>
                      <a:cubicBezTo>
                        <a:pt x="71" y="27"/>
                        <a:pt x="71" y="27"/>
                        <a:pt x="71" y="27"/>
                      </a:cubicBezTo>
                      <a:cubicBezTo>
                        <a:pt x="71" y="27"/>
                        <a:pt x="71" y="27"/>
                        <a:pt x="71" y="27"/>
                      </a:cubicBezTo>
                      <a:cubicBezTo>
                        <a:pt x="72" y="27"/>
                        <a:pt x="72" y="28"/>
                        <a:pt x="72" y="28"/>
                      </a:cubicBezTo>
                      <a:cubicBezTo>
                        <a:pt x="73" y="28"/>
                        <a:pt x="74" y="28"/>
                        <a:pt x="74" y="27"/>
                      </a:cubicBezTo>
                      <a:cubicBezTo>
                        <a:pt x="74" y="27"/>
                        <a:pt x="74" y="27"/>
                        <a:pt x="74" y="27"/>
                      </a:cubicBezTo>
                      <a:cubicBezTo>
                        <a:pt x="74" y="26"/>
                        <a:pt x="75" y="26"/>
                        <a:pt x="75" y="26"/>
                      </a:cubicBezTo>
                      <a:cubicBezTo>
                        <a:pt x="75" y="26"/>
                        <a:pt x="75" y="26"/>
                        <a:pt x="75" y="26"/>
                      </a:cubicBezTo>
                      <a:cubicBezTo>
                        <a:pt x="74" y="26"/>
                        <a:pt x="74" y="26"/>
                        <a:pt x="74" y="26"/>
                      </a:cubicBezTo>
                      <a:cubicBezTo>
                        <a:pt x="75" y="26"/>
                        <a:pt x="75" y="26"/>
                        <a:pt x="75" y="26"/>
                      </a:cubicBezTo>
                      <a:cubicBezTo>
                        <a:pt x="75" y="26"/>
                        <a:pt x="75" y="26"/>
                        <a:pt x="75" y="26"/>
                      </a:cubicBezTo>
                      <a:cubicBezTo>
                        <a:pt x="77" y="25"/>
                        <a:pt x="74" y="25"/>
                        <a:pt x="74" y="24"/>
                      </a:cubicBezTo>
                      <a:cubicBezTo>
                        <a:pt x="74" y="25"/>
                        <a:pt x="75" y="24"/>
                        <a:pt x="76" y="24"/>
                      </a:cubicBezTo>
                      <a:cubicBezTo>
                        <a:pt x="76" y="24"/>
                        <a:pt x="76" y="24"/>
                        <a:pt x="76" y="24"/>
                      </a:cubicBezTo>
                      <a:cubicBezTo>
                        <a:pt x="76" y="24"/>
                        <a:pt x="75" y="24"/>
                        <a:pt x="74" y="23"/>
                      </a:cubicBezTo>
                      <a:cubicBezTo>
                        <a:pt x="72" y="23"/>
                        <a:pt x="72" y="23"/>
                        <a:pt x="72" y="23"/>
                      </a:cubicBezTo>
                      <a:cubicBezTo>
                        <a:pt x="72" y="23"/>
                        <a:pt x="72" y="23"/>
                        <a:pt x="72" y="23"/>
                      </a:cubicBezTo>
                      <a:cubicBezTo>
                        <a:pt x="74" y="23"/>
                        <a:pt x="74" y="23"/>
                        <a:pt x="74" y="23"/>
                      </a:cubicBezTo>
                      <a:cubicBezTo>
                        <a:pt x="74" y="22"/>
                        <a:pt x="74" y="22"/>
                        <a:pt x="74" y="22"/>
                      </a:cubicBezTo>
                      <a:cubicBezTo>
                        <a:pt x="74" y="22"/>
                        <a:pt x="74" y="22"/>
                        <a:pt x="73" y="22"/>
                      </a:cubicBezTo>
                      <a:cubicBezTo>
                        <a:pt x="74" y="22"/>
                        <a:pt x="74" y="22"/>
                        <a:pt x="75" y="23"/>
                      </a:cubicBezTo>
                      <a:cubicBezTo>
                        <a:pt x="75" y="23"/>
                        <a:pt x="75" y="23"/>
                        <a:pt x="75" y="23"/>
                      </a:cubicBezTo>
                      <a:cubicBezTo>
                        <a:pt x="76" y="23"/>
                        <a:pt x="76" y="23"/>
                        <a:pt x="76" y="23"/>
                      </a:cubicBezTo>
                      <a:cubicBezTo>
                        <a:pt x="77" y="23"/>
                        <a:pt x="77" y="23"/>
                        <a:pt x="77" y="23"/>
                      </a:cubicBezTo>
                      <a:cubicBezTo>
                        <a:pt x="77" y="22"/>
                        <a:pt x="77" y="22"/>
                        <a:pt x="77" y="22"/>
                      </a:cubicBezTo>
                      <a:cubicBezTo>
                        <a:pt x="77" y="22"/>
                        <a:pt x="77" y="22"/>
                        <a:pt x="77" y="22"/>
                      </a:cubicBezTo>
                      <a:close/>
                      <a:moveTo>
                        <a:pt x="20" y="18"/>
                      </a:moveTo>
                      <a:cubicBezTo>
                        <a:pt x="20" y="18"/>
                        <a:pt x="20" y="18"/>
                        <a:pt x="20" y="18"/>
                      </a:cubicBezTo>
                      <a:cubicBezTo>
                        <a:pt x="20" y="18"/>
                        <a:pt x="20" y="18"/>
                        <a:pt x="20" y="18"/>
                      </a:cubicBezTo>
                      <a:cubicBezTo>
                        <a:pt x="20" y="18"/>
                        <a:pt x="20" y="18"/>
                        <a:pt x="20" y="18"/>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3" name="Freeform 787">
                  <a:extLst>
                    <a:ext uri="{FF2B5EF4-FFF2-40B4-BE49-F238E27FC236}">
                      <a16:creationId xmlns:a16="http://schemas.microsoft.com/office/drawing/2014/main" id="{D87E542F-BC20-D426-03C9-29E190710BAA}"/>
                    </a:ext>
                  </a:extLst>
                </p:cNvPr>
                <p:cNvSpPr>
                  <a:spLocks/>
                </p:cNvSpPr>
                <p:nvPr/>
              </p:nvSpPr>
              <p:spPr bwMode="auto">
                <a:xfrm>
                  <a:off x="5821363" y="3451225"/>
                  <a:ext cx="112712" cy="107950"/>
                </a:xfrm>
                <a:custGeom>
                  <a:avLst/>
                  <a:gdLst>
                    <a:gd name="T0" fmla="*/ 19 w 27"/>
                    <a:gd name="T1" fmla="*/ 25 h 26"/>
                    <a:gd name="T2" fmla="*/ 19 w 27"/>
                    <a:gd name="T3" fmla="*/ 24 h 26"/>
                    <a:gd name="T4" fmla="*/ 19 w 27"/>
                    <a:gd name="T5" fmla="*/ 23 h 26"/>
                    <a:gd name="T6" fmla="*/ 19 w 27"/>
                    <a:gd name="T7" fmla="*/ 22 h 26"/>
                    <a:gd name="T8" fmla="*/ 20 w 27"/>
                    <a:gd name="T9" fmla="*/ 21 h 26"/>
                    <a:gd name="T10" fmla="*/ 20 w 27"/>
                    <a:gd name="T11" fmla="*/ 20 h 26"/>
                    <a:gd name="T12" fmla="*/ 21 w 27"/>
                    <a:gd name="T13" fmla="*/ 19 h 26"/>
                    <a:gd name="T14" fmla="*/ 22 w 27"/>
                    <a:gd name="T15" fmla="*/ 19 h 26"/>
                    <a:gd name="T16" fmla="*/ 22 w 27"/>
                    <a:gd name="T17" fmla="*/ 17 h 26"/>
                    <a:gd name="T18" fmla="*/ 23 w 27"/>
                    <a:gd name="T19" fmla="*/ 17 h 26"/>
                    <a:gd name="T20" fmla="*/ 24 w 27"/>
                    <a:gd name="T21" fmla="*/ 17 h 26"/>
                    <a:gd name="T22" fmla="*/ 25 w 27"/>
                    <a:gd name="T23" fmla="*/ 17 h 26"/>
                    <a:gd name="T24" fmla="*/ 25 w 27"/>
                    <a:gd name="T25" fmla="*/ 17 h 26"/>
                    <a:gd name="T26" fmla="*/ 26 w 27"/>
                    <a:gd name="T27" fmla="*/ 16 h 26"/>
                    <a:gd name="T28" fmla="*/ 25 w 27"/>
                    <a:gd name="T29" fmla="*/ 14 h 26"/>
                    <a:gd name="T30" fmla="*/ 24 w 27"/>
                    <a:gd name="T31" fmla="*/ 12 h 26"/>
                    <a:gd name="T32" fmla="*/ 26 w 27"/>
                    <a:gd name="T33" fmla="*/ 13 h 26"/>
                    <a:gd name="T34" fmla="*/ 25 w 27"/>
                    <a:gd name="T35" fmla="*/ 11 h 26"/>
                    <a:gd name="T36" fmla="*/ 24 w 27"/>
                    <a:gd name="T37" fmla="*/ 10 h 26"/>
                    <a:gd name="T38" fmla="*/ 23 w 27"/>
                    <a:gd name="T39" fmla="*/ 10 h 26"/>
                    <a:gd name="T40" fmla="*/ 24 w 27"/>
                    <a:gd name="T41" fmla="*/ 7 h 26"/>
                    <a:gd name="T42" fmla="*/ 25 w 27"/>
                    <a:gd name="T43" fmla="*/ 5 h 26"/>
                    <a:gd name="T44" fmla="*/ 23 w 27"/>
                    <a:gd name="T45" fmla="*/ 4 h 26"/>
                    <a:gd name="T46" fmla="*/ 22 w 27"/>
                    <a:gd name="T47" fmla="*/ 4 h 26"/>
                    <a:gd name="T48" fmla="*/ 21 w 27"/>
                    <a:gd name="T49" fmla="*/ 3 h 26"/>
                    <a:gd name="T50" fmla="*/ 19 w 27"/>
                    <a:gd name="T51" fmla="*/ 2 h 26"/>
                    <a:gd name="T52" fmla="*/ 17 w 27"/>
                    <a:gd name="T53" fmla="*/ 1 h 26"/>
                    <a:gd name="T54" fmla="*/ 16 w 27"/>
                    <a:gd name="T55" fmla="*/ 2 h 26"/>
                    <a:gd name="T56" fmla="*/ 15 w 27"/>
                    <a:gd name="T57" fmla="*/ 2 h 26"/>
                    <a:gd name="T58" fmla="*/ 13 w 27"/>
                    <a:gd name="T59" fmla="*/ 2 h 26"/>
                    <a:gd name="T60" fmla="*/ 12 w 27"/>
                    <a:gd name="T61" fmla="*/ 2 h 26"/>
                    <a:gd name="T62" fmla="*/ 11 w 27"/>
                    <a:gd name="T63" fmla="*/ 2 h 26"/>
                    <a:gd name="T64" fmla="*/ 11 w 27"/>
                    <a:gd name="T65" fmla="*/ 1 h 26"/>
                    <a:gd name="T66" fmla="*/ 10 w 27"/>
                    <a:gd name="T67" fmla="*/ 1 h 26"/>
                    <a:gd name="T68" fmla="*/ 8 w 27"/>
                    <a:gd name="T69" fmla="*/ 1 h 26"/>
                    <a:gd name="T70" fmla="*/ 6 w 27"/>
                    <a:gd name="T71" fmla="*/ 1 h 26"/>
                    <a:gd name="T72" fmla="*/ 5 w 27"/>
                    <a:gd name="T73" fmla="*/ 2 h 26"/>
                    <a:gd name="T74" fmla="*/ 4 w 27"/>
                    <a:gd name="T75" fmla="*/ 3 h 26"/>
                    <a:gd name="T76" fmla="*/ 3 w 27"/>
                    <a:gd name="T77" fmla="*/ 2 h 26"/>
                    <a:gd name="T78" fmla="*/ 2 w 27"/>
                    <a:gd name="T79" fmla="*/ 1 h 26"/>
                    <a:gd name="T80" fmla="*/ 0 w 27"/>
                    <a:gd name="T81" fmla="*/ 2 h 26"/>
                    <a:gd name="T82" fmla="*/ 0 w 27"/>
                    <a:gd name="T83" fmla="*/ 4 h 26"/>
                    <a:gd name="T84" fmla="*/ 1 w 27"/>
                    <a:gd name="T85" fmla="*/ 6 h 26"/>
                    <a:gd name="T86" fmla="*/ 2 w 27"/>
                    <a:gd name="T87" fmla="*/ 6 h 26"/>
                    <a:gd name="T88" fmla="*/ 2 w 27"/>
                    <a:gd name="T89" fmla="*/ 7 h 26"/>
                    <a:gd name="T90" fmla="*/ 2 w 27"/>
                    <a:gd name="T91" fmla="*/ 8 h 26"/>
                    <a:gd name="T92" fmla="*/ 3 w 27"/>
                    <a:gd name="T93" fmla="*/ 8 h 26"/>
                    <a:gd name="T94" fmla="*/ 3 w 27"/>
                    <a:gd name="T95" fmla="*/ 10 h 26"/>
                    <a:gd name="T96" fmla="*/ 7 w 27"/>
                    <a:gd name="T97" fmla="*/ 14 h 26"/>
                    <a:gd name="T98" fmla="*/ 9 w 27"/>
                    <a:gd name="T99" fmla="*/ 17 h 26"/>
                    <a:gd name="T100" fmla="*/ 11 w 27"/>
                    <a:gd name="T101" fmla="*/ 18 h 26"/>
                    <a:gd name="T102" fmla="*/ 12 w 27"/>
                    <a:gd name="T103" fmla="*/ 21 h 26"/>
                    <a:gd name="T104" fmla="*/ 14 w 27"/>
                    <a:gd name="T105" fmla="*/ 23 h 26"/>
                    <a:gd name="T106" fmla="*/ 15 w 27"/>
                    <a:gd name="T107" fmla="*/ 23 h 26"/>
                    <a:gd name="T108" fmla="*/ 16 w 27"/>
                    <a:gd name="T109" fmla="*/ 24 h 26"/>
                    <a:gd name="T110" fmla="*/ 18 w 27"/>
                    <a:gd name="T111" fmla="*/ 26 h 26"/>
                    <a:gd name="T112" fmla="*/ 19 w 27"/>
                    <a:gd name="T113" fmla="*/ 25 h 26"/>
                    <a:gd name="T114" fmla="*/ 19 w 27"/>
                    <a:gd name="T115"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 h="26">
                      <a:moveTo>
                        <a:pt x="19" y="25"/>
                      </a:moveTo>
                      <a:cubicBezTo>
                        <a:pt x="19" y="25"/>
                        <a:pt x="19" y="24"/>
                        <a:pt x="19" y="24"/>
                      </a:cubicBezTo>
                      <a:cubicBezTo>
                        <a:pt x="19" y="23"/>
                        <a:pt x="19" y="23"/>
                        <a:pt x="19" y="23"/>
                      </a:cubicBezTo>
                      <a:cubicBezTo>
                        <a:pt x="19" y="23"/>
                        <a:pt x="19" y="22"/>
                        <a:pt x="19" y="22"/>
                      </a:cubicBezTo>
                      <a:cubicBezTo>
                        <a:pt x="19" y="22"/>
                        <a:pt x="19" y="22"/>
                        <a:pt x="20" y="21"/>
                      </a:cubicBezTo>
                      <a:cubicBezTo>
                        <a:pt x="20" y="21"/>
                        <a:pt x="20" y="20"/>
                        <a:pt x="20" y="20"/>
                      </a:cubicBezTo>
                      <a:cubicBezTo>
                        <a:pt x="20" y="19"/>
                        <a:pt x="21" y="19"/>
                        <a:pt x="21" y="19"/>
                      </a:cubicBezTo>
                      <a:cubicBezTo>
                        <a:pt x="21" y="19"/>
                        <a:pt x="22" y="19"/>
                        <a:pt x="22" y="19"/>
                      </a:cubicBezTo>
                      <a:cubicBezTo>
                        <a:pt x="23" y="19"/>
                        <a:pt x="22" y="17"/>
                        <a:pt x="22" y="17"/>
                      </a:cubicBezTo>
                      <a:cubicBezTo>
                        <a:pt x="22" y="17"/>
                        <a:pt x="23" y="17"/>
                        <a:pt x="23" y="17"/>
                      </a:cubicBezTo>
                      <a:cubicBezTo>
                        <a:pt x="23" y="17"/>
                        <a:pt x="24" y="17"/>
                        <a:pt x="24" y="17"/>
                      </a:cubicBezTo>
                      <a:cubicBezTo>
                        <a:pt x="24" y="17"/>
                        <a:pt x="24" y="16"/>
                        <a:pt x="25" y="17"/>
                      </a:cubicBezTo>
                      <a:cubicBezTo>
                        <a:pt x="25" y="17"/>
                        <a:pt x="25" y="17"/>
                        <a:pt x="25" y="17"/>
                      </a:cubicBezTo>
                      <a:cubicBezTo>
                        <a:pt x="26" y="17"/>
                        <a:pt x="26" y="16"/>
                        <a:pt x="26" y="16"/>
                      </a:cubicBezTo>
                      <a:cubicBezTo>
                        <a:pt x="26" y="15"/>
                        <a:pt x="25" y="15"/>
                        <a:pt x="25" y="14"/>
                      </a:cubicBezTo>
                      <a:cubicBezTo>
                        <a:pt x="25" y="14"/>
                        <a:pt x="24" y="13"/>
                        <a:pt x="24" y="12"/>
                      </a:cubicBezTo>
                      <a:cubicBezTo>
                        <a:pt x="25" y="13"/>
                        <a:pt x="26" y="13"/>
                        <a:pt x="26" y="13"/>
                      </a:cubicBezTo>
                      <a:cubicBezTo>
                        <a:pt x="27" y="12"/>
                        <a:pt x="25" y="11"/>
                        <a:pt x="25" y="11"/>
                      </a:cubicBezTo>
                      <a:cubicBezTo>
                        <a:pt x="25" y="10"/>
                        <a:pt x="25" y="10"/>
                        <a:pt x="24" y="10"/>
                      </a:cubicBezTo>
                      <a:cubicBezTo>
                        <a:pt x="24" y="10"/>
                        <a:pt x="24" y="10"/>
                        <a:pt x="23" y="10"/>
                      </a:cubicBezTo>
                      <a:cubicBezTo>
                        <a:pt x="23" y="9"/>
                        <a:pt x="23" y="8"/>
                        <a:pt x="24" y="7"/>
                      </a:cubicBezTo>
                      <a:cubicBezTo>
                        <a:pt x="24" y="6"/>
                        <a:pt x="25" y="6"/>
                        <a:pt x="25" y="5"/>
                      </a:cubicBezTo>
                      <a:cubicBezTo>
                        <a:pt x="25" y="4"/>
                        <a:pt x="24" y="4"/>
                        <a:pt x="23" y="4"/>
                      </a:cubicBezTo>
                      <a:cubicBezTo>
                        <a:pt x="23" y="4"/>
                        <a:pt x="22" y="4"/>
                        <a:pt x="22" y="4"/>
                      </a:cubicBezTo>
                      <a:cubicBezTo>
                        <a:pt x="21" y="4"/>
                        <a:pt x="21" y="3"/>
                        <a:pt x="21" y="3"/>
                      </a:cubicBezTo>
                      <a:cubicBezTo>
                        <a:pt x="20" y="2"/>
                        <a:pt x="20" y="2"/>
                        <a:pt x="19" y="2"/>
                      </a:cubicBezTo>
                      <a:cubicBezTo>
                        <a:pt x="18" y="2"/>
                        <a:pt x="18" y="2"/>
                        <a:pt x="17" y="1"/>
                      </a:cubicBezTo>
                      <a:cubicBezTo>
                        <a:pt x="17" y="2"/>
                        <a:pt x="16" y="2"/>
                        <a:pt x="16" y="2"/>
                      </a:cubicBezTo>
                      <a:cubicBezTo>
                        <a:pt x="16" y="1"/>
                        <a:pt x="15" y="2"/>
                        <a:pt x="15" y="2"/>
                      </a:cubicBezTo>
                      <a:cubicBezTo>
                        <a:pt x="14" y="2"/>
                        <a:pt x="14" y="2"/>
                        <a:pt x="13" y="2"/>
                      </a:cubicBezTo>
                      <a:cubicBezTo>
                        <a:pt x="13" y="1"/>
                        <a:pt x="13" y="1"/>
                        <a:pt x="12" y="2"/>
                      </a:cubicBezTo>
                      <a:cubicBezTo>
                        <a:pt x="12" y="2"/>
                        <a:pt x="12" y="2"/>
                        <a:pt x="11" y="2"/>
                      </a:cubicBezTo>
                      <a:cubicBezTo>
                        <a:pt x="11" y="2"/>
                        <a:pt x="11" y="1"/>
                        <a:pt x="11" y="1"/>
                      </a:cubicBezTo>
                      <a:cubicBezTo>
                        <a:pt x="10" y="1"/>
                        <a:pt x="10" y="2"/>
                        <a:pt x="10" y="1"/>
                      </a:cubicBezTo>
                      <a:cubicBezTo>
                        <a:pt x="9" y="1"/>
                        <a:pt x="9" y="0"/>
                        <a:pt x="8" y="1"/>
                      </a:cubicBezTo>
                      <a:cubicBezTo>
                        <a:pt x="7" y="1"/>
                        <a:pt x="7" y="1"/>
                        <a:pt x="6" y="1"/>
                      </a:cubicBezTo>
                      <a:cubicBezTo>
                        <a:pt x="6" y="1"/>
                        <a:pt x="5" y="1"/>
                        <a:pt x="5" y="2"/>
                      </a:cubicBezTo>
                      <a:cubicBezTo>
                        <a:pt x="4" y="2"/>
                        <a:pt x="4" y="3"/>
                        <a:pt x="4" y="3"/>
                      </a:cubicBezTo>
                      <a:cubicBezTo>
                        <a:pt x="4" y="3"/>
                        <a:pt x="3" y="2"/>
                        <a:pt x="3" y="2"/>
                      </a:cubicBezTo>
                      <a:cubicBezTo>
                        <a:pt x="3" y="2"/>
                        <a:pt x="3" y="2"/>
                        <a:pt x="2" y="1"/>
                      </a:cubicBezTo>
                      <a:cubicBezTo>
                        <a:pt x="2" y="1"/>
                        <a:pt x="1" y="1"/>
                        <a:pt x="0" y="2"/>
                      </a:cubicBezTo>
                      <a:cubicBezTo>
                        <a:pt x="0" y="3"/>
                        <a:pt x="1" y="3"/>
                        <a:pt x="0" y="4"/>
                      </a:cubicBezTo>
                      <a:cubicBezTo>
                        <a:pt x="0" y="5"/>
                        <a:pt x="0" y="6"/>
                        <a:pt x="1" y="6"/>
                      </a:cubicBezTo>
                      <a:cubicBezTo>
                        <a:pt x="1" y="6"/>
                        <a:pt x="1" y="6"/>
                        <a:pt x="2" y="6"/>
                      </a:cubicBezTo>
                      <a:cubicBezTo>
                        <a:pt x="2" y="6"/>
                        <a:pt x="2" y="7"/>
                        <a:pt x="2" y="7"/>
                      </a:cubicBezTo>
                      <a:cubicBezTo>
                        <a:pt x="2" y="7"/>
                        <a:pt x="2" y="7"/>
                        <a:pt x="2" y="8"/>
                      </a:cubicBezTo>
                      <a:cubicBezTo>
                        <a:pt x="2" y="8"/>
                        <a:pt x="3" y="8"/>
                        <a:pt x="3" y="8"/>
                      </a:cubicBezTo>
                      <a:cubicBezTo>
                        <a:pt x="3" y="8"/>
                        <a:pt x="3" y="10"/>
                        <a:pt x="3" y="10"/>
                      </a:cubicBezTo>
                      <a:cubicBezTo>
                        <a:pt x="4" y="12"/>
                        <a:pt x="6" y="13"/>
                        <a:pt x="7" y="14"/>
                      </a:cubicBezTo>
                      <a:cubicBezTo>
                        <a:pt x="7" y="15"/>
                        <a:pt x="8" y="16"/>
                        <a:pt x="9" y="17"/>
                      </a:cubicBezTo>
                      <a:cubicBezTo>
                        <a:pt x="10" y="17"/>
                        <a:pt x="10" y="17"/>
                        <a:pt x="11" y="18"/>
                      </a:cubicBezTo>
                      <a:cubicBezTo>
                        <a:pt x="11" y="19"/>
                        <a:pt x="12" y="20"/>
                        <a:pt x="12" y="21"/>
                      </a:cubicBezTo>
                      <a:cubicBezTo>
                        <a:pt x="13" y="21"/>
                        <a:pt x="13" y="22"/>
                        <a:pt x="14" y="23"/>
                      </a:cubicBezTo>
                      <a:cubicBezTo>
                        <a:pt x="14" y="23"/>
                        <a:pt x="15" y="23"/>
                        <a:pt x="15" y="23"/>
                      </a:cubicBezTo>
                      <a:cubicBezTo>
                        <a:pt x="15" y="23"/>
                        <a:pt x="15" y="24"/>
                        <a:pt x="16" y="24"/>
                      </a:cubicBezTo>
                      <a:cubicBezTo>
                        <a:pt x="16" y="25"/>
                        <a:pt x="18" y="25"/>
                        <a:pt x="18" y="26"/>
                      </a:cubicBezTo>
                      <a:cubicBezTo>
                        <a:pt x="19" y="26"/>
                        <a:pt x="19" y="26"/>
                        <a:pt x="19" y="25"/>
                      </a:cubicBezTo>
                      <a:cubicBezTo>
                        <a:pt x="19" y="24"/>
                        <a:pt x="19" y="26"/>
                        <a:pt x="19" y="25"/>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4" name="Freeform 788">
                  <a:extLst>
                    <a:ext uri="{FF2B5EF4-FFF2-40B4-BE49-F238E27FC236}">
                      <a16:creationId xmlns:a16="http://schemas.microsoft.com/office/drawing/2014/main" id="{87D8E11E-FF1C-01EB-A59F-96A36FF3F411}"/>
                    </a:ext>
                  </a:extLst>
                </p:cNvPr>
                <p:cNvSpPr>
                  <a:spLocks/>
                </p:cNvSpPr>
                <p:nvPr/>
              </p:nvSpPr>
              <p:spPr bwMode="auto">
                <a:xfrm>
                  <a:off x="5921375" y="3554413"/>
                  <a:ext cx="49212" cy="112713"/>
                </a:xfrm>
                <a:custGeom>
                  <a:avLst/>
                  <a:gdLst>
                    <a:gd name="T0" fmla="*/ 7 w 12"/>
                    <a:gd name="T1" fmla="*/ 27 h 27"/>
                    <a:gd name="T2" fmla="*/ 7 w 12"/>
                    <a:gd name="T3" fmla="*/ 26 h 27"/>
                    <a:gd name="T4" fmla="*/ 8 w 12"/>
                    <a:gd name="T5" fmla="*/ 26 h 27"/>
                    <a:gd name="T6" fmla="*/ 8 w 12"/>
                    <a:gd name="T7" fmla="*/ 25 h 27"/>
                    <a:gd name="T8" fmla="*/ 7 w 12"/>
                    <a:gd name="T9" fmla="*/ 24 h 27"/>
                    <a:gd name="T10" fmla="*/ 8 w 12"/>
                    <a:gd name="T11" fmla="*/ 23 h 27"/>
                    <a:gd name="T12" fmla="*/ 9 w 12"/>
                    <a:gd name="T13" fmla="*/ 23 h 27"/>
                    <a:gd name="T14" fmla="*/ 10 w 12"/>
                    <a:gd name="T15" fmla="*/ 21 h 27"/>
                    <a:gd name="T16" fmla="*/ 10 w 12"/>
                    <a:gd name="T17" fmla="*/ 20 h 27"/>
                    <a:gd name="T18" fmla="*/ 12 w 12"/>
                    <a:gd name="T19" fmla="*/ 19 h 27"/>
                    <a:gd name="T20" fmla="*/ 12 w 12"/>
                    <a:gd name="T21" fmla="*/ 17 h 27"/>
                    <a:gd name="T22" fmla="*/ 12 w 12"/>
                    <a:gd name="T23" fmla="*/ 16 h 27"/>
                    <a:gd name="T24" fmla="*/ 10 w 12"/>
                    <a:gd name="T25" fmla="*/ 16 h 27"/>
                    <a:gd name="T26" fmla="*/ 9 w 12"/>
                    <a:gd name="T27" fmla="*/ 15 h 27"/>
                    <a:gd name="T28" fmla="*/ 8 w 12"/>
                    <a:gd name="T29" fmla="*/ 13 h 27"/>
                    <a:gd name="T30" fmla="*/ 8 w 12"/>
                    <a:gd name="T31" fmla="*/ 11 h 27"/>
                    <a:gd name="T32" fmla="*/ 8 w 12"/>
                    <a:gd name="T33" fmla="*/ 10 h 27"/>
                    <a:gd name="T34" fmla="*/ 8 w 12"/>
                    <a:gd name="T35" fmla="*/ 10 h 27"/>
                    <a:gd name="T36" fmla="*/ 8 w 12"/>
                    <a:gd name="T37" fmla="*/ 9 h 27"/>
                    <a:gd name="T38" fmla="*/ 8 w 12"/>
                    <a:gd name="T39" fmla="*/ 8 h 27"/>
                    <a:gd name="T40" fmla="*/ 9 w 12"/>
                    <a:gd name="T41" fmla="*/ 6 h 27"/>
                    <a:gd name="T42" fmla="*/ 8 w 12"/>
                    <a:gd name="T43" fmla="*/ 3 h 27"/>
                    <a:gd name="T44" fmla="*/ 6 w 12"/>
                    <a:gd name="T45" fmla="*/ 3 h 27"/>
                    <a:gd name="T46" fmla="*/ 5 w 12"/>
                    <a:gd name="T47" fmla="*/ 1 h 27"/>
                    <a:gd name="T48" fmla="*/ 4 w 12"/>
                    <a:gd name="T49" fmla="*/ 2 h 27"/>
                    <a:gd name="T50" fmla="*/ 3 w 12"/>
                    <a:gd name="T51" fmla="*/ 0 h 27"/>
                    <a:gd name="T52" fmla="*/ 1 w 12"/>
                    <a:gd name="T53" fmla="*/ 2 h 27"/>
                    <a:gd name="T54" fmla="*/ 1 w 12"/>
                    <a:gd name="T55" fmla="*/ 2 h 27"/>
                    <a:gd name="T56" fmla="*/ 0 w 12"/>
                    <a:gd name="T57" fmla="*/ 5 h 27"/>
                    <a:gd name="T58" fmla="*/ 0 w 12"/>
                    <a:gd name="T59" fmla="*/ 7 h 27"/>
                    <a:gd name="T60" fmla="*/ 2 w 12"/>
                    <a:gd name="T61" fmla="*/ 8 h 27"/>
                    <a:gd name="T62" fmla="*/ 2 w 12"/>
                    <a:gd name="T63" fmla="*/ 10 h 27"/>
                    <a:gd name="T64" fmla="*/ 1 w 12"/>
                    <a:gd name="T65" fmla="*/ 10 h 27"/>
                    <a:gd name="T66" fmla="*/ 2 w 12"/>
                    <a:gd name="T67" fmla="*/ 11 h 27"/>
                    <a:gd name="T68" fmla="*/ 1 w 12"/>
                    <a:gd name="T69" fmla="*/ 12 h 27"/>
                    <a:gd name="T70" fmla="*/ 2 w 12"/>
                    <a:gd name="T71" fmla="*/ 12 h 27"/>
                    <a:gd name="T72" fmla="*/ 1 w 12"/>
                    <a:gd name="T73" fmla="*/ 14 h 27"/>
                    <a:gd name="T74" fmla="*/ 2 w 12"/>
                    <a:gd name="T75" fmla="*/ 15 h 27"/>
                    <a:gd name="T76" fmla="*/ 1 w 12"/>
                    <a:gd name="T77" fmla="*/ 16 h 27"/>
                    <a:gd name="T78" fmla="*/ 1 w 12"/>
                    <a:gd name="T79" fmla="*/ 17 h 27"/>
                    <a:gd name="T80" fmla="*/ 1 w 12"/>
                    <a:gd name="T81" fmla="*/ 18 h 27"/>
                    <a:gd name="T82" fmla="*/ 1 w 12"/>
                    <a:gd name="T83" fmla="*/ 20 h 27"/>
                    <a:gd name="T84" fmla="*/ 1 w 12"/>
                    <a:gd name="T85" fmla="*/ 21 h 27"/>
                    <a:gd name="T86" fmla="*/ 1 w 12"/>
                    <a:gd name="T87" fmla="*/ 20 h 27"/>
                    <a:gd name="T88" fmla="*/ 3 w 12"/>
                    <a:gd name="T89" fmla="*/ 23 h 27"/>
                    <a:gd name="T90" fmla="*/ 4 w 12"/>
                    <a:gd name="T91" fmla="*/ 24 h 27"/>
                    <a:gd name="T92" fmla="*/ 5 w 12"/>
                    <a:gd name="T93" fmla="*/ 25 h 27"/>
                    <a:gd name="T94" fmla="*/ 5 w 12"/>
                    <a:gd name="T95" fmla="*/ 25 h 27"/>
                    <a:gd name="T96" fmla="*/ 5 w 12"/>
                    <a:gd name="T97" fmla="*/ 26 h 27"/>
                    <a:gd name="T98" fmla="*/ 6 w 12"/>
                    <a:gd name="T99" fmla="*/ 27 h 27"/>
                    <a:gd name="T100" fmla="*/ 6 w 12"/>
                    <a:gd name="T101" fmla="*/ 27 h 27"/>
                    <a:gd name="T102" fmla="*/ 7 w 12"/>
                    <a:gd name="T10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 h="27">
                      <a:moveTo>
                        <a:pt x="7" y="27"/>
                      </a:moveTo>
                      <a:cubicBezTo>
                        <a:pt x="7" y="26"/>
                        <a:pt x="7" y="26"/>
                        <a:pt x="7" y="26"/>
                      </a:cubicBezTo>
                      <a:cubicBezTo>
                        <a:pt x="7" y="25"/>
                        <a:pt x="7" y="26"/>
                        <a:pt x="8" y="26"/>
                      </a:cubicBezTo>
                      <a:cubicBezTo>
                        <a:pt x="8" y="25"/>
                        <a:pt x="8" y="25"/>
                        <a:pt x="8" y="25"/>
                      </a:cubicBezTo>
                      <a:cubicBezTo>
                        <a:pt x="7" y="25"/>
                        <a:pt x="7" y="25"/>
                        <a:pt x="7" y="24"/>
                      </a:cubicBezTo>
                      <a:cubicBezTo>
                        <a:pt x="7" y="24"/>
                        <a:pt x="7" y="24"/>
                        <a:pt x="8" y="23"/>
                      </a:cubicBezTo>
                      <a:cubicBezTo>
                        <a:pt x="8" y="23"/>
                        <a:pt x="9" y="23"/>
                        <a:pt x="9" y="23"/>
                      </a:cubicBezTo>
                      <a:cubicBezTo>
                        <a:pt x="10" y="23"/>
                        <a:pt x="10" y="22"/>
                        <a:pt x="10" y="21"/>
                      </a:cubicBezTo>
                      <a:cubicBezTo>
                        <a:pt x="10" y="21"/>
                        <a:pt x="10" y="20"/>
                        <a:pt x="10" y="20"/>
                      </a:cubicBezTo>
                      <a:cubicBezTo>
                        <a:pt x="11" y="19"/>
                        <a:pt x="12" y="20"/>
                        <a:pt x="12" y="19"/>
                      </a:cubicBezTo>
                      <a:cubicBezTo>
                        <a:pt x="12" y="19"/>
                        <a:pt x="12" y="18"/>
                        <a:pt x="12" y="17"/>
                      </a:cubicBezTo>
                      <a:cubicBezTo>
                        <a:pt x="11" y="17"/>
                        <a:pt x="11" y="17"/>
                        <a:pt x="12" y="16"/>
                      </a:cubicBezTo>
                      <a:cubicBezTo>
                        <a:pt x="12" y="16"/>
                        <a:pt x="11" y="16"/>
                        <a:pt x="10" y="16"/>
                      </a:cubicBezTo>
                      <a:cubicBezTo>
                        <a:pt x="9" y="16"/>
                        <a:pt x="10" y="15"/>
                        <a:pt x="9" y="15"/>
                      </a:cubicBezTo>
                      <a:cubicBezTo>
                        <a:pt x="9" y="14"/>
                        <a:pt x="9" y="13"/>
                        <a:pt x="8" y="13"/>
                      </a:cubicBezTo>
                      <a:cubicBezTo>
                        <a:pt x="8" y="12"/>
                        <a:pt x="9" y="12"/>
                        <a:pt x="8" y="11"/>
                      </a:cubicBezTo>
                      <a:cubicBezTo>
                        <a:pt x="8" y="11"/>
                        <a:pt x="8" y="11"/>
                        <a:pt x="8" y="10"/>
                      </a:cubicBezTo>
                      <a:cubicBezTo>
                        <a:pt x="8" y="10"/>
                        <a:pt x="8" y="10"/>
                        <a:pt x="8" y="10"/>
                      </a:cubicBezTo>
                      <a:cubicBezTo>
                        <a:pt x="8" y="10"/>
                        <a:pt x="8" y="10"/>
                        <a:pt x="8" y="9"/>
                      </a:cubicBezTo>
                      <a:cubicBezTo>
                        <a:pt x="8" y="9"/>
                        <a:pt x="8" y="9"/>
                        <a:pt x="8" y="8"/>
                      </a:cubicBezTo>
                      <a:cubicBezTo>
                        <a:pt x="9" y="7"/>
                        <a:pt x="9" y="7"/>
                        <a:pt x="9" y="6"/>
                      </a:cubicBezTo>
                      <a:cubicBezTo>
                        <a:pt x="9" y="5"/>
                        <a:pt x="8" y="4"/>
                        <a:pt x="8" y="3"/>
                      </a:cubicBezTo>
                      <a:cubicBezTo>
                        <a:pt x="7" y="3"/>
                        <a:pt x="7" y="3"/>
                        <a:pt x="6" y="3"/>
                      </a:cubicBezTo>
                      <a:cubicBezTo>
                        <a:pt x="6" y="2"/>
                        <a:pt x="6" y="1"/>
                        <a:pt x="5" y="1"/>
                      </a:cubicBezTo>
                      <a:cubicBezTo>
                        <a:pt x="5" y="1"/>
                        <a:pt x="4" y="2"/>
                        <a:pt x="4" y="2"/>
                      </a:cubicBezTo>
                      <a:cubicBezTo>
                        <a:pt x="3" y="1"/>
                        <a:pt x="4" y="1"/>
                        <a:pt x="3" y="0"/>
                      </a:cubicBezTo>
                      <a:cubicBezTo>
                        <a:pt x="3" y="0"/>
                        <a:pt x="1" y="2"/>
                        <a:pt x="1" y="2"/>
                      </a:cubicBezTo>
                      <a:cubicBezTo>
                        <a:pt x="1" y="2"/>
                        <a:pt x="1" y="2"/>
                        <a:pt x="1" y="2"/>
                      </a:cubicBezTo>
                      <a:cubicBezTo>
                        <a:pt x="1" y="3"/>
                        <a:pt x="0" y="4"/>
                        <a:pt x="0" y="5"/>
                      </a:cubicBezTo>
                      <a:cubicBezTo>
                        <a:pt x="0" y="5"/>
                        <a:pt x="1" y="6"/>
                        <a:pt x="0" y="7"/>
                      </a:cubicBezTo>
                      <a:cubicBezTo>
                        <a:pt x="1" y="7"/>
                        <a:pt x="2" y="7"/>
                        <a:pt x="2" y="8"/>
                      </a:cubicBezTo>
                      <a:cubicBezTo>
                        <a:pt x="2" y="8"/>
                        <a:pt x="2" y="9"/>
                        <a:pt x="2" y="10"/>
                      </a:cubicBezTo>
                      <a:cubicBezTo>
                        <a:pt x="2" y="10"/>
                        <a:pt x="2" y="10"/>
                        <a:pt x="1" y="10"/>
                      </a:cubicBezTo>
                      <a:cubicBezTo>
                        <a:pt x="1" y="10"/>
                        <a:pt x="2" y="11"/>
                        <a:pt x="2" y="11"/>
                      </a:cubicBezTo>
                      <a:cubicBezTo>
                        <a:pt x="2" y="11"/>
                        <a:pt x="1" y="11"/>
                        <a:pt x="1" y="12"/>
                      </a:cubicBezTo>
                      <a:cubicBezTo>
                        <a:pt x="1" y="12"/>
                        <a:pt x="1" y="12"/>
                        <a:pt x="2" y="12"/>
                      </a:cubicBezTo>
                      <a:cubicBezTo>
                        <a:pt x="2" y="13"/>
                        <a:pt x="1" y="14"/>
                        <a:pt x="1" y="14"/>
                      </a:cubicBezTo>
                      <a:cubicBezTo>
                        <a:pt x="1" y="15"/>
                        <a:pt x="2" y="15"/>
                        <a:pt x="2" y="15"/>
                      </a:cubicBezTo>
                      <a:cubicBezTo>
                        <a:pt x="2" y="16"/>
                        <a:pt x="1" y="16"/>
                        <a:pt x="1" y="16"/>
                      </a:cubicBezTo>
                      <a:cubicBezTo>
                        <a:pt x="1" y="16"/>
                        <a:pt x="1" y="17"/>
                        <a:pt x="1" y="17"/>
                      </a:cubicBezTo>
                      <a:cubicBezTo>
                        <a:pt x="1" y="18"/>
                        <a:pt x="0" y="18"/>
                        <a:pt x="1" y="18"/>
                      </a:cubicBezTo>
                      <a:cubicBezTo>
                        <a:pt x="1" y="19"/>
                        <a:pt x="1" y="19"/>
                        <a:pt x="1" y="20"/>
                      </a:cubicBezTo>
                      <a:cubicBezTo>
                        <a:pt x="1" y="20"/>
                        <a:pt x="2" y="21"/>
                        <a:pt x="1" y="21"/>
                      </a:cubicBezTo>
                      <a:cubicBezTo>
                        <a:pt x="1" y="21"/>
                        <a:pt x="1" y="20"/>
                        <a:pt x="1" y="20"/>
                      </a:cubicBezTo>
                      <a:cubicBezTo>
                        <a:pt x="0" y="21"/>
                        <a:pt x="2" y="22"/>
                        <a:pt x="3" y="23"/>
                      </a:cubicBezTo>
                      <a:cubicBezTo>
                        <a:pt x="3" y="23"/>
                        <a:pt x="4" y="23"/>
                        <a:pt x="4" y="24"/>
                      </a:cubicBezTo>
                      <a:cubicBezTo>
                        <a:pt x="4" y="24"/>
                        <a:pt x="4" y="24"/>
                        <a:pt x="5" y="25"/>
                      </a:cubicBezTo>
                      <a:cubicBezTo>
                        <a:pt x="5" y="25"/>
                        <a:pt x="5" y="25"/>
                        <a:pt x="5" y="25"/>
                      </a:cubicBezTo>
                      <a:cubicBezTo>
                        <a:pt x="5" y="26"/>
                        <a:pt x="5" y="26"/>
                        <a:pt x="5" y="26"/>
                      </a:cubicBezTo>
                      <a:cubicBezTo>
                        <a:pt x="5" y="27"/>
                        <a:pt x="6" y="27"/>
                        <a:pt x="6" y="27"/>
                      </a:cubicBezTo>
                      <a:cubicBezTo>
                        <a:pt x="6" y="27"/>
                        <a:pt x="6" y="27"/>
                        <a:pt x="6" y="27"/>
                      </a:cubicBezTo>
                      <a:cubicBezTo>
                        <a:pt x="6" y="27"/>
                        <a:pt x="6" y="27"/>
                        <a:pt x="7" y="27"/>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5" name="Freeform 789">
                  <a:extLst>
                    <a:ext uri="{FF2B5EF4-FFF2-40B4-BE49-F238E27FC236}">
                      <a16:creationId xmlns:a16="http://schemas.microsoft.com/office/drawing/2014/main" id="{395AC805-3E7A-A00F-29E6-9E1F4F0C8FEE}"/>
                    </a:ext>
                  </a:extLst>
                </p:cNvPr>
                <p:cNvSpPr>
                  <a:spLocks noEditPoints="1"/>
                </p:cNvSpPr>
                <p:nvPr/>
              </p:nvSpPr>
              <p:spPr bwMode="auto">
                <a:xfrm>
                  <a:off x="5692775" y="2166938"/>
                  <a:ext cx="365125" cy="842963"/>
                </a:xfrm>
                <a:custGeom>
                  <a:avLst/>
                  <a:gdLst>
                    <a:gd name="T0" fmla="*/ 85 w 88"/>
                    <a:gd name="T1" fmla="*/ 56 h 202"/>
                    <a:gd name="T2" fmla="*/ 81 w 88"/>
                    <a:gd name="T3" fmla="*/ 57 h 202"/>
                    <a:gd name="T4" fmla="*/ 77 w 88"/>
                    <a:gd name="T5" fmla="*/ 57 h 202"/>
                    <a:gd name="T6" fmla="*/ 75 w 88"/>
                    <a:gd name="T7" fmla="*/ 60 h 202"/>
                    <a:gd name="T8" fmla="*/ 73 w 88"/>
                    <a:gd name="T9" fmla="*/ 61 h 202"/>
                    <a:gd name="T10" fmla="*/ 71 w 88"/>
                    <a:gd name="T11" fmla="*/ 67 h 202"/>
                    <a:gd name="T12" fmla="*/ 67 w 88"/>
                    <a:gd name="T13" fmla="*/ 73 h 202"/>
                    <a:gd name="T14" fmla="*/ 70 w 88"/>
                    <a:gd name="T15" fmla="*/ 76 h 202"/>
                    <a:gd name="T16" fmla="*/ 69 w 88"/>
                    <a:gd name="T17" fmla="*/ 80 h 202"/>
                    <a:gd name="T18" fmla="*/ 65 w 88"/>
                    <a:gd name="T19" fmla="*/ 89 h 202"/>
                    <a:gd name="T20" fmla="*/ 60 w 88"/>
                    <a:gd name="T21" fmla="*/ 91 h 202"/>
                    <a:gd name="T22" fmla="*/ 54 w 88"/>
                    <a:gd name="T23" fmla="*/ 96 h 202"/>
                    <a:gd name="T24" fmla="*/ 50 w 88"/>
                    <a:gd name="T25" fmla="*/ 99 h 202"/>
                    <a:gd name="T26" fmla="*/ 48 w 88"/>
                    <a:gd name="T27" fmla="*/ 103 h 202"/>
                    <a:gd name="T28" fmla="*/ 46 w 88"/>
                    <a:gd name="T29" fmla="*/ 108 h 202"/>
                    <a:gd name="T30" fmla="*/ 43 w 88"/>
                    <a:gd name="T31" fmla="*/ 111 h 202"/>
                    <a:gd name="T32" fmla="*/ 42 w 88"/>
                    <a:gd name="T33" fmla="*/ 118 h 202"/>
                    <a:gd name="T34" fmla="*/ 41 w 88"/>
                    <a:gd name="T35" fmla="*/ 122 h 202"/>
                    <a:gd name="T36" fmla="*/ 41 w 88"/>
                    <a:gd name="T37" fmla="*/ 134 h 202"/>
                    <a:gd name="T38" fmla="*/ 47 w 88"/>
                    <a:gd name="T39" fmla="*/ 137 h 202"/>
                    <a:gd name="T40" fmla="*/ 50 w 88"/>
                    <a:gd name="T41" fmla="*/ 139 h 202"/>
                    <a:gd name="T42" fmla="*/ 52 w 88"/>
                    <a:gd name="T43" fmla="*/ 146 h 202"/>
                    <a:gd name="T44" fmla="*/ 43 w 88"/>
                    <a:gd name="T45" fmla="*/ 149 h 202"/>
                    <a:gd name="T46" fmla="*/ 35 w 88"/>
                    <a:gd name="T47" fmla="*/ 150 h 202"/>
                    <a:gd name="T48" fmla="*/ 42 w 88"/>
                    <a:gd name="T49" fmla="*/ 153 h 202"/>
                    <a:gd name="T50" fmla="*/ 48 w 88"/>
                    <a:gd name="T51" fmla="*/ 152 h 202"/>
                    <a:gd name="T52" fmla="*/ 45 w 88"/>
                    <a:gd name="T53" fmla="*/ 154 h 202"/>
                    <a:gd name="T54" fmla="*/ 36 w 88"/>
                    <a:gd name="T55" fmla="*/ 161 h 202"/>
                    <a:gd name="T56" fmla="*/ 39 w 88"/>
                    <a:gd name="T57" fmla="*/ 166 h 202"/>
                    <a:gd name="T58" fmla="*/ 36 w 88"/>
                    <a:gd name="T59" fmla="*/ 170 h 202"/>
                    <a:gd name="T60" fmla="*/ 37 w 88"/>
                    <a:gd name="T61" fmla="*/ 177 h 202"/>
                    <a:gd name="T62" fmla="*/ 36 w 88"/>
                    <a:gd name="T63" fmla="*/ 185 h 202"/>
                    <a:gd name="T64" fmla="*/ 32 w 88"/>
                    <a:gd name="T65" fmla="*/ 192 h 202"/>
                    <a:gd name="T66" fmla="*/ 24 w 88"/>
                    <a:gd name="T67" fmla="*/ 194 h 202"/>
                    <a:gd name="T68" fmla="*/ 16 w 88"/>
                    <a:gd name="T69" fmla="*/ 201 h 202"/>
                    <a:gd name="T70" fmla="*/ 9 w 88"/>
                    <a:gd name="T71" fmla="*/ 190 h 202"/>
                    <a:gd name="T72" fmla="*/ 8 w 88"/>
                    <a:gd name="T73" fmla="*/ 182 h 202"/>
                    <a:gd name="T74" fmla="*/ 4 w 88"/>
                    <a:gd name="T75" fmla="*/ 172 h 202"/>
                    <a:gd name="T76" fmla="*/ 2 w 88"/>
                    <a:gd name="T77" fmla="*/ 165 h 202"/>
                    <a:gd name="T78" fmla="*/ 3 w 88"/>
                    <a:gd name="T79" fmla="*/ 158 h 202"/>
                    <a:gd name="T80" fmla="*/ 10 w 88"/>
                    <a:gd name="T81" fmla="*/ 140 h 202"/>
                    <a:gd name="T82" fmla="*/ 8 w 88"/>
                    <a:gd name="T83" fmla="*/ 121 h 202"/>
                    <a:gd name="T84" fmla="*/ 7 w 88"/>
                    <a:gd name="T85" fmla="*/ 99 h 202"/>
                    <a:gd name="T86" fmla="*/ 19 w 88"/>
                    <a:gd name="T87" fmla="*/ 85 h 202"/>
                    <a:gd name="T88" fmla="*/ 23 w 88"/>
                    <a:gd name="T89" fmla="*/ 65 h 202"/>
                    <a:gd name="T90" fmla="*/ 29 w 88"/>
                    <a:gd name="T91" fmla="*/ 45 h 202"/>
                    <a:gd name="T92" fmla="*/ 41 w 88"/>
                    <a:gd name="T93" fmla="*/ 19 h 202"/>
                    <a:gd name="T94" fmla="*/ 48 w 88"/>
                    <a:gd name="T95" fmla="*/ 9 h 202"/>
                    <a:gd name="T96" fmla="*/ 61 w 88"/>
                    <a:gd name="T97" fmla="*/ 10 h 202"/>
                    <a:gd name="T98" fmla="*/ 66 w 88"/>
                    <a:gd name="T99" fmla="*/ 3 h 202"/>
                    <a:gd name="T100" fmla="*/ 75 w 88"/>
                    <a:gd name="T101" fmla="*/ 11 h 202"/>
                    <a:gd name="T102" fmla="*/ 84 w 88"/>
                    <a:gd name="T103" fmla="*/ 19 h 202"/>
                    <a:gd name="T104" fmla="*/ 85 w 88"/>
                    <a:gd name="T105" fmla="*/ 32 h 202"/>
                    <a:gd name="T106" fmla="*/ 84 w 88"/>
                    <a:gd name="T107" fmla="*/ 47 h 202"/>
                    <a:gd name="T108" fmla="*/ 37 w 88"/>
                    <a:gd name="T109" fmla="*/ 191 h 202"/>
                    <a:gd name="T110" fmla="*/ 37 w 88"/>
                    <a:gd name="T111" fmla="*/ 183 h 202"/>
                    <a:gd name="T112" fmla="*/ 52 w 88"/>
                    <a:gd name="T113" fmla="*/ 176 h 202"/>
                    <a:gd name="T114" fmla="*/ 55 w 88"/>
                    <a:gd name="T115" fmla="*/ 170 h 202"/>
                    <a:gd name="T116" fmla="*/ 47 w 88"/>
                    <a:gd name="T117" fmla="*/ 17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8" h="202">
                      <a:moveTo>
                        <a:pt x="88" y="56"/>
                      </a:moveTo>
                      <a:cubicBezTo>
                        <a:pt x="88" y="56"/>
                        <a:pt x="88" y="57"/>
                        <a:pt x="88" y="57"/>
                      </a:cubicBezTo>
                      <a:cubicBezTo>
                        <a:pt x="88" y="57"/>
                        <a:pt x="88" y="57"/>
                        <a:pt x="87" y="57"/>
                      </a:cubicBezTo>
                      <a:cubicBezTo>
                        <a:pt x="87" y="57"/>
                        <a:pt x="87" y="57"/>
                        <a:pt x="87" y="57"/>
                      </a:cubicBezTo>
                      <a:cubicBezTo>
                        <a:pt x="86" y="57"/>
                        <a:pt x="87" y="57"/>
                        <a:pt x="86" y="58"/>
                      </a:cubicBezTo>
                      <a:cubicBezTo>
                        <a:pt x="87" y="57"/>
                        <a:pt x="86" y="57"/>
                        <a:pt x="86" y="57"/>
                      </a:cubicBezTo>
                      <a:cubicBezTo>
                        <a:pt x="86" y="57"/>
                        <a:pt x="86" y="57"/>
                        <a:pt x="85" y="57"/>
                      </a:cubicBezTo>
                      <a:cubicBezTo>
                        <a:pt x="85" y="56"/>
                        <a:pt x="85" y="56"/>
                        <a:pt x="85" y="56"/>
                      </a:cubicBezTo>
                      <a:cubicBezTo>
                        <a:pt x="84" y="57"/>
                        <a:pt x="85" y="57"/>
                        <a:pt x="84" y="57"/>
                      </a:cubicBezTo>
                      <a:cubicBezTo>
                        <a:pt x="84" y="57"/>
                        <a:pt x="84" y="57"/>
                        <a:pt x="84" y="57"/>
                      </a:cubicBezTo>
                      <a:cubicBezTo>
                        <a:pt x="84" y="56"/>
                        <a:pt x="83" y="56"/>
                        <a:pt x="83" y="56"/>
                      </a:cubicBezTo>
                      <a:cubicBezTo>
                        <a:pt x="83" y="57"/>
                        <a:pt x="83" y="57"/>
                        <a:pt x="83" y="57"/>
                      </a:cubicBezTo>
                      <a:cubicBezTo>
                        <a:pt x="83" y="57"/>
                        <a:pt x="82" y="57"/>
                        <a:pt x="82" y="57"/>
                      </a:cubicBezTo>
                      <a:cubicBezTo>
                        <a:pt x="82" y="57"/>
                        <a:pt x="82" y="57"/>
                        <a:pt x="82" y="57"/>
                      </a:cubicBezTo>
                      <a:cubicBezTo>
                        <a:pt x="82" y="57"/>
                        <a:pt x="82" y="56"/>
                        <a:pt x="82" y="56"/>
                      </a:cubicBezTo>
                      <a:cubicBezTo>
                        <a:pt x="81" y="57"/>
                        <a:pt x="82" y="57"/>
                        <a:pt x="81" y="57"/>
                      </a:cubicBezTo>
                      <a:cubicBezTo>
                        <a:pt x="81" y="58"/>
                        <a:pt x="81" y="58"/>
                        <a:pt x="81" y="59"/>
                      </a:cubicBezTo>
                      <a:cubicBezTo>
                        <a:pt x="81" y="58"/>
                        <a:pt x="81" y="58"/>
                        <a:pt x="81" y="57"/>
                      </a:cubicBezTo>
                      <a:cubicBezTo>
                        <a:pt x="80" y="57"/>
                        <a:pt x="80" y="57"/>
                        <a:pt x="80" y="57"/>
                      </a:cubicBezTo>
                      <a:cubicBezTo>
                        <a:pt x="79" y="56"/>
                        <a:pt x="79" y="55"/>
                        <a:pt x="78" y="55"/>
                      </a:cubicBezTo>
                      <a:cubicBezTo>
                        <a:pt x="78" y="56"/>
                        <a:pt x="78" y="57"/>
                        <a:pt x="78" y="57"/>
                      </a:cubicBezTo>
                      <a:cubicBezTo>
                        <a:pt x="78" y="57"/>
                        <a:pt x="78" y="57"/>
                        <a:pt x="77" y="57"/>
                      </a:cubicBezTo>
                      <a:cubicBezTo>
                        <a:pt x="77" y="57"/>
                        <a:pt x="77" y="57"/>
                        <a:pt x="77" y="57"/>
                      </a:cubicBezTo>
                      <a:cubicBezTo>
                        <a:pt x="77" y="57"/>
                        <a:pt x="77" y="57"/>
                        <a:pt x="77" y="57"/>
                      </a:cubicBezTo>
                      <a:cubicBezTo>
                        <a:pt x="77" y="57"/>
                        <a:pt x="77" y="56"/>
                        <a:pt x="77" y="56"/>
                      </a:cubicBezTo>
                      <a:cubicBezTo>
                        <a:pt x="76" y="56"/>
                        <a:pt x="76" y="56"/>
                        <a:pt x="76" y="57"/>
                      </a:cubicBezTo>
                      <a:cubicBezTo>
                        <a:pt x="75" y="57"/>
                        <a:pt x="76" y="57"/>
                        <a:pt x="76" y="58"/>
                      </a:cubicBezTo>
                      <a:cubicBezTo>
                        <a:pt x="75" y="58"/>
                        <a:pt x="75" y="58"/>
                        <a:pt x="75" y="58"/>
                      </a:cubicBezTo>
                      <a:cubicBezTo>
                        <a:pt x="75" y="58"/>
                        <a:pt x="75" y="58"/>
                        <a:pt x="75" y="59"/>
                      </a:cubicBezTo>
                      <a:cubicBezTo>
                        <a:pt x="75" y="59"/>
                        <a:pt x="75" y="59"/>
                        <a:pt x="75" y="59"/>
                      </a:cubicBezTo>
                      <a:cubicBezTo>
                        <a:pt x="75" y="59"/>
                        <a:pt x="76" y="59"/>
                        <a:pt x="76" y="59"/>
                      </a:cubicBezTo>
                      <a:cubicBezTo>
                        <a:pt x="76" y="60"/>
                        <a:pt x="75" y="60"/>
                        <a:pt x="75" y="60"/>
                      </a:cubicBezTo>
                      <a:cubicBezTo>
                        <a:pt x="75" y="60"/>
                        <a:pt x="76" y="60"/>
                        <a:pt x="76" y="61"/>
                      </a:cubicBezTo>
                      <a:cubicBezTo>
                        <a:pt x="75" y="61"/>
                        <a:pt x="74" y="60"/>
                        <a:pt x="74" y="60"/>
                      </a:cubicBezTo>
                      <a:cubicBezTo>
                        <a:pt x="73" y="59"/>
                        <a:pt x="73" y="58"/>
                        <a:pt x="72" y="58"/>
                      </a:cubicBezTo>
                      <a:cubicBezTo>
                        <a:pt x="72" y="58"/>
                        <a:pt x="72" y="58"/>
                        <a:pt x="72" y="59"/>
                      </a:cubicBezTo>
                      <a:cubicBezTo>
                        <a:pt x="73" y="59"/>
                        <a:pt x="73" y="60"/>
                        <a:pt x="73" y="60"/>
                      </a:cubicBezTo>
                      <a:cubicBezTo>
                        <a:pt x="73" y="60"/>
                        <a:pt x="74" y="60"/>
                        <a:pt x="74" y="61"/>
                      </a:cubicBezTo>
                      <a:cubicBezTo>
                        <a:pt x="74" y="61"/>
                        <a:pt x="74" y="61"/>
                        <a:pt x="74" y="61"/>
                      </a:cubicBezTo>
                      <a:cubicBezTo>
                        <a:pt x="73" y="61"/>
                        <a:pt x="73" y="61"/>
                        <a:pt x="73" y="61"/>
                      </a:cubicBezTo>
                      <a:cubicBezTo>
                        <a:pt x="73" y="62"/>
                        <a:pt x="74" y="62"/>
                        <a:pt x="74" y="62"/>
                      </a:cubicBezTo>
                      <a:cubicBezTo>
                        <a:pt x="74" y="63"/>
                        <a:pt x="73" y="63"/>
                        <a:pt x="73" y="63"/>
                      </a:cubicBezTo>
                      <a:cubicBezTo>
                        <a:pt x="72" y="63"/>
                        <a:pt x="71" y="63"/>
                        <a:pt x="71" y="63"/>
                      </a:cubicBezTo>
                      <a:cubicBezTo>
                        <a:pt x="70" y="63"/>
                        <a:pt x="70" y="64"/>
                        <a:pt x="70" y="64"/>
                      </a:cubicBezTo>
                      <a:cubicBezTo>
                        <a:pt x="70" y="64"/>
                        <a:pt x="69" y="64"/>
                        <a:pt x="69" y="64"/>
                      </a:cubicBezTo>
                      <a:cubicBezTo>
                        <a:pt x="68" y="65"/>
                        <a:pt x="69" y="65"/>
                        <a:pt x="70" y="65"/>
                      </a:cubicBezTo>
                      <a:cubicBezTo>
                        <a:pt x="70" y="66"/>
                        <a:pt x="70" y="66"/>
                        <a:pt x="70" y="66"/>
                      </a:cubicBezTo>
                      <a:cubicBezTo>
                        <a:pt x="70" y="66"/>
                        <a:pt x="71" y="67"/>
                        <a:pt x="71" y="67"/>
                      </a:cubicBezTo>
                      <a:cubicBezTo>
                        <a:pt x="71" y="67"/>
                        <a:pt x="71" y="67"/>
                        <a:pt x="71" y="67"/>
                      </a:cubicBezTo>
                      <a:cubicBezTo>
                        <a:pt x="71" y="68"/>
                        <a:pt x="71" y="68"/>
                        <a:pt x="71" y="68"/>
                      </a:cubicBezTo>
                      <a:cubicBezTo>
                        <a:pt x="71" y="69"/>
                        <a:pt x="70" y="69"/>
                        <a:pt x="70" y="69"/>
                      </a:cubicBezTo>
                      <a:cubicBezTo>
                        <a:pt x="70" y="69"/>
                        <a:pt x="70" y="69"/>
                        <a:pt x="70" y="70"/>
                      </a:cubicBezTo>
                      <a:cubicBezTo>
                        <a:pt x="69" y="70"/>
                        <a:pt x="69" y="70"/>
                        <a:pt x="69" y="71"/>
                      </a:cubicBezTo>
                      <a:cubicBezTo>
                        <a:pt x="69" y="71"/>
                        <a:pt x="68" y="70"/>
                        <a:pt x="68" y="71"/>
                      </a:cubicBezTo>
                      <a:cubicBezTo>
                        <a:pt x="68" y="72"/>
                        <a:pt x="68" y="72"/>
                        <a:pt x="68" y="73"/>
                      </a:cubicBezTo>
                      <a:cubicBezTo>
                        <a:pt x="67" y="72"/>
                        <a:pt x="67" y="72"/>
                        <a:pt x="67" y="73"/>
                      </a:cubicBezTo>
                      <a:cubicBezTo>
                        <a:pt x="67" y="73"/>
                        <a:pt x="68" y="73"/>
                        <a:pt x="68" y="73"/>
                      </a:cubicBezTo>
                      <a:cubicBezTo>
                        <a:pt x="68" y="73"/>
                        <a:pt x="69" y="73"/>
                        <a:pt x="69" y="74"/>
                      </a:cubicBezTo>
                      <a:cubicBezTo>
                        <a:pt x="69" y="74"/>
                        <a:pt x="69" y="74"/>
                        <a:pt x="69" y="74"/>
                      </a:cubicBezTo>
                      <a:cubicBezTo>
                        <a:pt x="69" y="74"/>
                        <a:pt x="69" y="75"/>
                        <a:pt x="69" y="75"/>
                      </a:cubicBezTo>
                      <a:cubicBezTo>
                        <a:pt x="68" y="75"/>
                        <a:pt x="68" y="74"/>
                        <a:pt x="68" y="74"/>
                      </a:cubicBezTo>
                      <a:cubicBezTo>
                        <a:pt x="67" y="75"/>
                        <a:pt x="68" y="75"/>
                        <a:pt x="68" y="76"/>
                      </a:cubicBezTo>
                      <a:cubicBezTo>
                        <a:pt x="69" y="76"/>
                        <a:pt x="69" y="76"/>
                        <a:pt x="69" y="77"/>
                      </a:cubicBezTo>
                      <a:cubicBezTo>
                        <a:pt x="69" y="76"/>
                        <a:pt x="69" y="76"/>
                        <a:pt x="70" y="76"/>
                      </a:cubicBezTo>
                      <a:cubicBezTo>
                        <a:pt x="70" y="76"/>
                        <a:pt x="70" y="77"/>
                        <a:pt x="70" y="77"/>
                      </a:cubicBezTo>
                      <a:cubicBezTo>
                        <a:pt x="70" y="77"/>
                        <a:pt x="70" y="77"/>
                        <a:pt x="70" y="77"/>
                      </a:cubicBezTo>
                      <a:cubicBezTo>
                        <a:pt x="69" y="78"/>
                        <a:pt x="70" y="78"/>
                        <a:pt x="70" y="78"/>
                      </a:cubicBezTo>
                      <a:cubicBezTo>
                        <a:pt x="70" y="78"/>
                        <a:pt x="70" y="77"/>
                        <a:pt x="70" y="78"/>
                      </a:cubicBezTo>
                      <a:cubicBezTo>
                        <a:pt x="70" y="78"/>
                        <a:pt x="70" y="78"/>
                        <a:pt x="70" y="78"/>
                      </a:cubicBezTo>
                      <a:cubicBezTo>
                        <a:pt x="70" y="78"/>
                        <a:pt x="71" y="78"/>
                        <a:pt x="71" y="78"/>
                      </a:cubicBezTo>
                      <a:cubicBezTo>
                        <a:pt x="71" y="78"/>
                        <a:pt x="70" y="79"/>
                        <a:pt x="70" y="79"/>
                      </a:cubicBezTo>
                      <a:cubicBezTo>
                        <a:pt x="70" y="80"/>
                        <a:pt x="69" y="81"/>
                        <a:pt x="69" y="80"/>
                      </a:cubicBezTo>
                      <a:cubicBezTo>
                        <a:pt x="69" y="80"/>
                        <a:pt x="69" y="80"/>
                        <a:pt x="69" y="81"/>
                      </a:cubicBezTo>
                      <a:cubicBezTo>
                        <a:pt x="69" y="81"/>
                        <a:pt x="68" y="81"/>
                        <a:pt x="68" y="81"/>
                      </a:cubicBezTo>
                      <a:cubicBezTo>
                        <a:pt x="68" y="81"/>
                        <a:pt x="68" y="82"/>
                        <a:pt x="68" y="82"/>
                      </a:cubicBezTo>
                      <a:cubicBezTo>
                        <a:pt x="67" y="82"/>
                        <a:pt x="67" y="82"/>
                        <a:pt x="67" y="83"/>
                      </a:cubicBezTo>
                      <a:cubicBezTo>
                        <a:pt x="67" y="83"/>
                        <a:pt x="66" y="84"/>
                        <a:pt x="66" y="84"/>
                      </a:cubicBezTo>
                      <a:cubicBezTo>
                        <a:pt x="66" y="85"/>
                        <a:pt x="66" y="86"/>
                        <a:pt x="65" y="87"/>
                      </a:cubicBezTo>
                      <a:cubicBezTo>
                        <a:pt x="65" y="88"/>
                        <a:pt x="65" y="88"/>
                        <a:pt x="65" y="88"/>
                      </a:cubicBezTo>
                      <a:cubicBezTo>
                        <a:pt x="65" y="88"/>
                        <a:pt x="65" y="88"/>
                        <a:pt x="65" y="89"/>
                      </a:cubicBezTo>
                      <a:cubicBezTo>
                        <a:pt x="65" y="89"/>
                        <a:pt x="65" y="88"/>
                        <a:pt x="64" y="88"/>
                      </a:cubicBezTo>
                      <a:cubicBezTo>
                        <a:pt x="64" y="88"/>
                        <a:pt x="64" y="89"/>
                        <a:pt x="64" y="89"/>
                      </a:cubicBezTo>
                      <a:cubicBezTo>
                        <a:pt x="63" y="89"/>
                        <a:pt x="63" y="89"/>
                        <a:pt x="63" y="89"/>
                      </a:cubicBezTo>
                      <a:cubicBezTo>
                        <a:pt x="63" y="89"/>
                        <a:pt x="63" y="91"/>
                        <a:pt x="62" y="90"/>
                      </a:cubicBezTo>
                      <a:cubicBezTo>
                        <a:pt x="62" y="90"/>
                        <a:pt x="62" y="89"/>
                        <a:pt x="62" y="90"/>
                      </a:cubicBezTo>
                      <a:cubicBezTo>
                        <a:pt x="62" y="90"/>
                        <a:pt x="62" y="90"/>
                        <a:pt x="62" y="90"/>
                      </a:cubicBezTo>
                      <a:cubicBezTo>
                        <a:pt x="61" y="91"/>
                        <a:pt x="61" y="91"/>
                        <a:pt x="61" y="91"/>
                      </a:cubicBezTo>
                      <a:cubicBezTo>
                        <a:pt x="60" y="91"/>
                        <a:pt x="60" y="91"/>
                        <a:pt x="60" y="91"/>
                      </a:cubicBezTo>
                      <a:cubicBezTo>
                        <a:pt x="60" y="91"/>
                        <a:pt x="59" y="92"/>
                        <a:pt x="59" y="92"/>
                      </a:cubicBezTo>
                      <a:cubicBezTo>
                        <a:pt x="58" y="93"/>
                        <a:pt x="58" y="95"/>
                        <a:pt x="57" y="93"/>
                      </a:cubicBezTo>
                      <a:cubicBezTo>
                        <a:pt x="57" y="93"/>
                        <a:pt x="57" y="92"/>
                        <a:pt x="56" y="92"/>
                      </a:cubicBezTo>
                      <a:cubicBezTo>
                        <a:pt x="56" y="92"/>
                        <a:pt x="57" y="94"/>
                        <a:pt x="57" y="94"/>
                      </a:cubicBezTo>
                      <a:cubicBezTo>
                        <a:pt x="56" y="94"/>
                        <a:pt x="56" y="94"/>
                        <a:pt x="56" y="94"/>
                      </a:cubicBezTo>
                      <a:cubicBezTo>
                        <a:pt x="55" y="94"/>
                        <a:pt x="55" y="94"/>
                        <a:pt x="55" y="94"/>
                      </a:cubicBezTo>
                      <a:cubicBezTo>
                        <a:pt x="55" y="94"/>
                        <a:pt x="55" y="95"/>
                        <a:pt x="55" y="95"/>
                      </a:cubicBezTo>
                      <a:cubicBezTo>
                        <a:pt x="55" y="96"/>
                        <a:pt x="55" y="96"/>
                        <a:pt x="54" y="96"/>
                      </a:cubicBezTo>
                      <a:cubicBezTo>
                        <a:pt x="54" y="96"/>
                        <a:pt x="54" y="97"/>
                        <a:pt x="54" y="97"/>
                      </a:cubicBezTo>
                      <a:cubicBezTo>
                        <a:pt x="53" y="97"/>
                        <a:pt x="54" y="98"/>
                        <a:pt x="53" y="98"/>
                      </a:cubicBezTo>
                      <a:cubicBezTo>
                        <a:pt x="53" y="98"/>
                        <a:pt x="53" y="97"/>
                        <a:pt x="52" y="97"/>
                      </a:cubicBezTo>
                      <a:cubicBezTo>
                        <a:pt x="52" y="97"/>
                        <a:pt x="52" y="97"/>
                        <a:pt x="52" y="97"/>
                      </a:cubicBezTo>
                      <a:cubicBezTo>
                        <a:pt x="52" y="97"/>
                        <a:pt x="53" y="97"/>
                        <a:pt x="52" y="98"/>
                      </a:cubicBezTo>
                      <a:cubicBezTo>
                        <a:pt x="52" y="98"/>
                        <a:pt x="51" y="98"/>
                        <a:pt x="51" y="98"/>
                      </a:cubicBezTo>
                      <a:cubicBezTo>
                        <a:pt x="51" y="98"/>
                        <a:pt x="51" y="98"/>
                        <a:pt x="51" y="99"/>
                      </a:cubicBezTo>
                      <a:cubicBezTo>
                        <a:pt x="51" y="99"/>
                        <a:pt x="50" y="99"/>
                        <a:pt x="50" y="99"/>
                      </a:cubicBezTo>
                      <a:cubicBezTo>
                        <a:pt x="50" y="100"/>
                        <a:pt x="50" y="100"/>
                        <a:pt x="50" y="100"/>
                      </a:cubicBezTo>
                      <a:cubicBezTo>
                        <a:pt x="49" y="100"/>
                        <a:pt x="49" y="100"/>
                        <a:pt x="48" y="101"/>
                      </a:cubicBezTo>
                      <a:cubicBezTo>
                        <a:pt x="49" y="101"/>
                        <a:pt x="50" y="101"/>
                        <a:pt x="50" y="101"/>
                      </a:cubicBezTo>
                      <a:cubicBezTo>
                        <a:pt x="50" y="101"/>
                        <a:pt x="49" y="101"/>
                        <a:pt x="49" y="102"/>
                      </a:cubicBezTo>
                      <a:cubicBezTo>
                        <a:pt x="50" y="102"/>
                        <a:pt x="50" y="102"/>
                        <a:pt x="50" y="103"/>
                      </a:cubicBezTo>
                      <a:cubicBezTo>
                        <a:pt x="50" y="103"/>
                        <a:pt x="49" y="103"/>
                        <a:pt x="49" y="103"/>
                      </a:cubicBezTo>
                      <a:cubicBezTo>
                        <a:pt x="49" y="103"/>
                        <a:pt x="49" y="102"/>
                        <a:pt x="48" y="103"/>
                      </a:cubicBezTo>
                      <a:cubicBezTo>
                        <a:pt x="48" y="103"/>
                        <a:pt x="48" y="103"/>
                        <a:pt x="48" y="103"/>
                      </a:cubicBezTo>
                      <a:cubicBezTo>
                        <a:pt x="48" y="104"/>
                        <a:pt x="47" y="103"/>
                        <a:pt x="47" y="103"/>
                      </a:cubicBezTo>
                      <a:cubicBezTo>
                        <a:pt x="46" y="104"/>
                        <a:pt x="46" y="101"/>
                        <a:pt x="45" y="101"/>
                      </a:cubicBezTo>
                      <a:cubicBezTo>
                        <a:pt x="45" y="102"/>
                        <a:pt x="45" y="102"/>
                        <a:pt x="46" y="103"/>
                      </a:cubicBezTo>
                      <a:cubicBezTo>
                        <a:pt x="46" y="104"/>
                        <a:pt x="47" y="105"/>
                        <a:pt x="47" y="105"/>
                      </a:cubicBezTo>
                      <a:cubicBezTo>
                        <a:pt x="46" y="105"/>
                        <a:pt x="46" y="105"/>
                        <a:pt x="46" y="106"/>
                      </a:cubicBezTo>
                      <a:cubicBezTo>
                        <a:pt x="46" y="106"/>
                        <a:pt x="46" y="106"/>
                        <a:pt x="46" y="106"/>
                      </a:cubicBezTo>
                      <a:cubicBezTo>
                        <a:pt x="47" y="107"/>
                        <a:pt x="46" y="107"/>
                        <a:pt x="46" y="107"/>
                      </a:cubicBezTo>
                      <a:cubicBezTo>
                        <a:pt x="46" y="107"/>
                        <a:pt x="46" y="108"/>
                        <a:pt x="46" y="108"/>
                      </a:cubicBezTo>
                      <a:cubicBezTo>
                        <a:pt x="45" y="108"/>
                        <a:pt x="45" y="108"/>
                        <a:pt x="45" y="108"/>
                      </a:cubicBezTo>
                      <a:cubicBezTo>
                        <a:pt x="45" y="108"/>
                        <a:pt x="45" y="108"/>
                        <a:pt x="44" y="108"/>
                      </a:cubicBezTo>
                      <a:cubicBezTo>
                        <a:pt x="44" y="108"/>
                        <a:pt x="45" y="109"/>
                        <a:pt x="44" y="109"/>
                      </a:cubicBezTo>
                      <a:cubicBezTo>
                        <a:pt x="44" y="109"/>
                        <a:pt x="44" y="109"/>
                        <a:pt x="44" y="109"/>
                      </a:cubicBezTo>
                      <a:cubicBezTo>
                        <a:pt x="43" y="108"/>
                        <a:pt x="43" y="108"/>
                        <a:pt x="43" y="108"/>
                      </a:cubicBezTo>
                      <a:cubicBezTo>
                        <a:pt x="42" y="108"/>
                        <a:pt x="42" y="108"/>
                        <a:pt x="42" y="109"/>
                      </a:cubicBezTo>
                      <a:cubicBezTo>
                        <a:pt x="42" y="109"/>
                        <a:pt x="42" y="110"/>
                        <a:pt x="42" y="110"/>
                      </a:cubicBezTo>
                      <a:cubicBezTo>
                        <a:pt x="42" y="110"/>
                        <a:pt x="43" y="110"/>
                        <a:pt x="43" y="111"/>
                      </a:cubicBezTo>
                      <a:cubicBezTo>
                        <a:pt x="43" y="111"/>
                        <a:pt x="43" y="111"/>
                        <a:pt x="43" y="111"/>
                      </a:cubicBezTo>
                      <a:cubicBezTo>
                        <a:pt x="43" y="111"/>
                        <a:pt x="44" y="111"/>
                        <a:pt x="44" y="112"/>
                      </a:cubicBezTo>
                      <a:cubicBezTo>
                        <a:pt x="44" y="112"/>
                        <a:pt x="44" y="112"/>
                        <a:pt x="43" y="112"/>
                      </a:cubicBezTo>
                      <a:cubicBezTo>
                        <a:pt x="43" y="113"/>
                        <a:pt x="43" y="113"/>
                        <a:pt x="43" y="113"/>
                      </a:cubicBezTo>
                      <a:cubicBezTo>
                        <a:pt x="43" y="114"/>
                        <a:pt x="43" y="115"/>
                        <a:pt x="43" y="115"/>
                      </a:cubicBezTo>
                      <a:cubicBezTo>
                        <a:pt x="43" y="115"/>
                        <a:pt x="42" y="116"/>
                        <a:pt x="42" y="116"/>
                      </a:cubicBezTo>
                      <a:cubicBezTo>
                        <a:pt x="42" y="117"/>
                        <a:pt x="42" y="116"/>
                        <a:pt x="42" y="117"/>
                      </a:cubicBezTo>
                      <a:cubicBezTo>
                        <a:pt x="42" y="117"/>
                        <a:pt x="42" y="117"/>
                        <a:pt x="42" y="118"/>
                      </a:cubicBezTo>
                      <a:cubicBezTo>
                        <a:pt x="42" y="118"/>
                        <a:pt x="42" y="118"/>
                        <a:pt x="42" y="118"/>
                      </a:cubicBezTo>
                      <a:cubicBezTo>
                        <a:pt x="42" y="118"/>
                        <a:pt x="42" y="118"/>
                        <a:pt x="42" y="118"/>
                      </a:cubicBezTo>
                      <a:cubicBezTo>
                        <a:pt x="42" y="119"/>
                        <a:pt x="43" y="119"/>
                        <a:pt x="43" y="119"/>
                      </a:cubicBezTo>
                      <a:cubicBezTo>
                        <a:pt x="43" y="120"/>
                        <a:pt x="43" y="120"/>
                        <a:pt x="43" y="120"/>
                      </a:cubicBezTo>
                      <a:cubicBezTo>
                        <a:pt x="42" y="120"/>
                        <a:pt x="42" y="119"/>
                        <a:pt x="42" y="119"/>
                      </a:cubicBezTo>
                      <a:cubicBezTo>
                        <a:pt x="41" y="119"/>
                        <a:pt x="42" y="120"/>
                        <a:pt x="42" y="120"/>
                      </a:cubicBezTo>
                      <a:cubicBezTo>
                        <a:pt x="41" y="120"/>
                        <a:pt x="42" y="121"/>
                        <a:pt x="41" y="121"/>
                      </a:cubicBezTo>
                      <a:cubicBezTo>
                        <a:pt x="40" y="122"/>
                        <a:pt x="41" y="122"/>
                        <a:pt x="41" y="122"/>
                      </a:cubicBezTo>
                      <a:cubicBezTo>
                        <a:pt x="41" y="123"/>
                        <a:pt x="41" y="123"/>
                        <a:pt x="41" y="124"/>
                      </a:cubicBezTo>
                      <a:cubicBezTo>
                        <a:pt x="42" y="125"/>
                        <a:pt x="41" y="125"/>
                        <a:pt x="41" y="126"/>
                      </a:cubicBezTo>
                      <a:cubicBezTo>
                        <a:pt x="41" y="126"/>
                        <a:pt x="41" y="126"/>
                        <a:pt x="41" y="127"/>
                      </a:cubicBezTo>
                      <a:cubicBezTo>
                        <a:pt x="41" y="127"/>
                        <a:pt x="41" y="127"/>
                        <a:pt x="41" y="128"/>
                      </a:cubicBezTo>
                      <a:cubicBezTo>
                        <a:pt x="41" y="128"/>
                        <a:pt x="41" y="129"/>
                        <a:pt x="41" y="129"/>
                      </a:cubicBezTo>
                      <a:cubicBezTo>
                        <a:pt x="41" y="130"/>
                        <a:pt x="41" y="130"/>
                        <a:pt x="42" y="131"/>
                      </a:cubicBezTo>
                      <a:cubicBezTo>
                        <a:pt x="42" y="132"/>
                        <a:pt x="42" y="133"/>
                        <a:pt x="42" y="133"/>
                      </a:cubicBezTo>
                      <a:cubicBezTo>
                        <a:pt x="42" y="133"/>
                        <a:pt x="41" y="133"/>
                        <a:pt x="41" y="134"/>
                      </a:cubicBezTo>
                      <a:cubicBezTo>
                        <a:pt x="41" y="134"/>
                        <a:pt x="42" y="135"/>
                        <a:pt x="42" y="135"/>
                      </a:cubicBezTo>
                      <a:cubicBezTo>
                        <a:pt x="43" y="135"/>
                        <a:pt x="43" y="134"/>
                        <a:pt x="44" y="134"/>
                      </a:cubicBezTo>
                      <a:cubicBezTo>
                        <a:pt x="44" y="135"/>
                        <a:pt x="44" y="135"/>
                        <a:pt x="44" y="136"/>
                      </a:cubicBezTo>
                      <a:cubicBezTo>
                        <a:pt x="44" y="136"/>
                        <a:pt x="44" y="137"/>
                        <a:pt x="45" y="136"/>
                      </a:cubicBezTo>
                      <a:cubicBezTo>
                        <a:pt x="45" y="136"/>
                        <a:pt x="45" y="135"/>
                        <a:pt x="45" y="135"/>
                      </a:cubicBezTo>
                      <a:cubicBezTo>
                        <a:pt x="46" y="135"/>
                        <a:pt x="46" y="135"/>
                        <a:pt x="46" y="135"/>
                      </a:cubicBezTo>
                      <a:cubicBezTo>
                        <a:pt x="47" y="136"/>
                        <a:pt x="46" y="136"/>
                        <a:pt x="46" y="136"/>
                      </a:cubicBezTo>
                      <a:cubicBezTo>
                        <a:pt x="47" y="136"/>
                        <a:pt x="47" y="137"/>
                        <a:pt x="47" y="137"/>
                      </a:cubicBezTo>
                      <a:cubicBezTo>
                        <a:pt x="47" y="137"/>
                        <a:pt x="48" y="137"/>
                        <a:pt x="48" y="138"/>
                      </a:cubicBezTo>
                      <a:cubicBezTo>
                        <a:pt x="48" y="138"/>
                        <a:pt x="48" y="138"/>
                        <a:pt x="48" y="138"/>
                      </a:cubicBezTo>
                      <a:cubicBezTo>
                        <a:pt x="48" y="138"/>
                        <a:pt x="48" y="138"/>
                        <a:pt x="48" y="138"/>
                      </a:cubicBezTo>
                      <a:cubicBezTo>
                        <a:pt x="49" y="139"/>
                        <a:pt x="49" y="138"/>
                        <a:pt x="49" y="137"/>
                      </a:cubicBezTo>
                      <a:cubicBezTo>
                        <a:pt x="49" y="137"/>
                        <a:pt x="49" y="136"/>
                        <a:pt x="49" y="136"/>
                      </a:cubicBezTo>
                      <a:cubicBezTo>
                        <a:pt x="50" y="137"/>
                        <a:pt x="50" y="138"/>
                        <a:pt x="50" y="138"/>
                      </a:cubicBezTo>
                      <a:cubicBezTo>
                        <a:pt x="50" y="138"/>
                        <a:pt x="51" y="138"/>
                        <a:pt x="50" y="139"/>
                      </a:cubicBezTo>
                      <a:cubicBezTo>
                        <a:pt x="50" y="139"/>
                        <a:pt x="50" y="139"/>
                        <a:pt x="50" y="139"/>
                      </a:cubicBezTo>
                      <a:cubicBezTo>
                        <a:pt x="49" y="139"/>
                        <a:pt x="51" y="139"/>
                        <a:pt x="50" y="140"/>
                      </a:cubicBezTo>
                      <a:cubicBezTo>
                        <a:pt x="50" y="140"/>
                        <a:pt x="49" y="140"/>
                        <a:pt x="50" y="140"/>
                      </a:cubicBezTo>
                      <a:cubicBezTo>
                        <a:pt x="50" y="141"/>
                        <a:pt x="50" y="141"/>
                        <a:pt x="50" y="141"/>
                      </a:cubicBezTo>
                      <a:cubicBezTo>
                        <a:pt x="50" y="141"/>
                        <a:pt x="50" y="141"/>
                        <a:pt x="50" y="142"/>
                      </a:cubicBezTo>
                      <a:cubicBezTo>
                        <a:pt x="51" y="142"/>
                        <a:pt x="51" y="141"/>
                        <a:pt x="51" y="141"/>
                      </a:cubicBezTo>
                      <a:cubicBezTo>
                        <a:pt x="52" y="141"/>
                        <a:pt x="52" y="143"/>
                        <a:pt x="53" y="144"/>
                      </a:cubicBezTo>
                      <a:cubicBezTo>
                        <a:pt x="53" y="144"/>
                        <a:pt x="54" y="145"/>
                        <a:pt x="53" y="145"/>
                      </a:cubicBezTo>
                      <a:cubicBezTo>
                        <a:pt x="53" y="145"/>
                        <a:pt x="52" y="145"/>
                        <a:pt x="52" y="146"/>
                      </a:cubicBezTo>
                      <a:cubicBezTo>
                        <a:pt x="52" y="146"/>
                        <a:pt x="53" y="146"/>
                        <a:pt x="54" y="146"/>
                      </a:cubicBezTo>
                      <a:cubicBezTo>
                        <a:pt x="54" y="147"/>
                        <a:pt x="53" y="147"/>
                        <a:pt x="53" y="147"/>
                      </a:cubicBezTo>
                      <a:cubicBezTo>
                        <a:pt x="52" y="147"/>
                        <a:pt x="52" y="148"/>
                        <a:pt x="51" y="148"/>
                      </a:cubicBezTo>
                      <a:cubicBezTo>
                        <a:pt x="50" y="148"/>
                        <a:pt x="50" y="150"/>
                        <a:pt x="49" y="150"/>
                      </a:cubicBezTo>
                      <a:cubicBezTo>
                        <a:pt x="49" y="150"/>
                        <a:pt x="49" y="150"/>
                        <a:pt x="48" y="151"/>
                      </a:cubicBezTo>
                      <a:cubicBezTo>
                        <a:pt x="48" y="151"/>
                        <a:pt x="47" y="151"/>
                        <a:pt x="47" y="152"/>
                      </a:cubicBezTo>
                      <a:cubicBezTo>
                        <a:pt x="45" y="152"/>
                        <a:pt x="45" y="150"/>
                        <a:pt x="44" y="150"/>
                      </a:cubicBezTo>
                      <a:cubicBezTo>
                        <a:pt x="44" y="149"/>
                        <a:pt x="44" y="149"/>
                        <a:pt x="43" y="149"/>
                      </a:cubicBezTo>
                      <a:cubicBezTo>
                        <a:pt x="43" y="149"/>
                        <a:pt x="43" y="149"/>
                        <a:pt x="43" y="149"/>
                      </a:cubicBezTo>
                      <a:cubicBezTo>
                        <a:pt x="42" y="149"/>
                        <a:pt x="43" y="149"/>
                        <a:pt x="42" y="150"/>
                      </a:cubicBezTo>
                      <a:cubicBezTo>
                        <a:pt x="41" y="150"/>
                        <a:pt x="41" y="149"/>
                        <a:pt x="40" y="149"/>
                      </a:cubicBezTo>
                      <a:cubicBezTo>
                        <a:pt x="40" y="148"/>
                        <a:pt x="40" y="148"/>
                        <a:pt x="39" y="149"/>
                      </a:cubicBezTo>
                      <a:cubicBezTo>
                        <a:pt x="39" y="148"/>
                        <a:pt x="38" y="149"/>
                        <a:pt x="38" y="149"/>
                      </a:cubicBezTo>
                      <a:cubicBezTo>
                        <a:pt x="37" y="149"/>
                        <a:pt x="36" y="147"/>
                        <a:pt x="36" y="149"/>
                      </a:cubicBezTo>
                      <a:cubicBezTo>
                        <a:pt x="36" y="149"/>
                        <a:pt x="36" y="149"/>
                        <a:pt x="36" y="149"/>
                      </a:cubicBezTo>
                      <a:cubicBezTo>
                        <a:pt x="36" y="150"/>
                        <a:pt x="35" y="150"/>
                        <a:pt x="35" y="150"/>
                      </a:cubicBezTo>
                      <a:cubicBezTo>
                        <a:pt x="35" y="150"/>
                        <a:pt x="33" y="149"/>
                        <a:pt x="33" y="149"/>
                      </a:cubicBezTo>
                      <a:cubicBezTo>
                        <a:pt x="32" y="150"/>
                        <a:pt x="34" y="150"/>
                        <a:pt x="35" y="150"/>
                      </a:cubicBezTo>
                      <a:cubicBezTo>
                        <a:pt x="36" y="150"/>
                        <a:pt x="37" y="150"/>
                        <a:pt x="38" y="150"/>
                      </a:cubicBezTo>
                      <a:cubicBezTo>
                        <a:pt x="38" y="151"/>
                        <a:pt x="39" y="152"/>
                        <a:pt x="39" y="151"/>
                      </a:cubicBezTo>
                      <a:cubicBezTo>
                        <a:pt x="39" y="150"/>
                        <a:pt x="38" y="150"/>
                        <a:pt x="38" y="150"/>
                      </a:cubicBezTo>
                      <a:cubicBezTo>
                        <a:pt x="39" y="149"/>
                        <a:pt x="40" y="151"/>
                        <a:pt x="40" y="151"/>
                      </a:cubicBezTo>
                      <a:cubicBezTo>
                        <a:pt x="41" y="151"/>
                        <a:pt x="41" y="151"/>
                        <a:pt x="41" y="152"/>
                      </a:cubicBezTo>
                      <a:cubicBezTo>
                        <a:pt x="42" y="152"/>
                        <a:pt x="42" y="152"/>
                        <a:pt x="42" y="153"/>
                      </a:cubicBezTo>
                      <a:cubicBezTo>
                        <a:pt x="42" y="153"/>
                        <a:pt x="42" y="152"/>
                        <a:pt x="43" y="152"/>
                      </a:cubicBezTo>
                      <a:cubicBezTo>
                        <a:pt x="43" y="152"/>
                        <a:pt x="43" y="153"/>
                        <a:pt x="44" y="153"/>
                      </a:cubicBezTo>
                      <a:cubicBezTo>
                        <a:pt x="44" y="153"/>
                        <a:pt x="44" y="153"/>
                        <a:pt x="45" y="153"/>
                      </a:cubicBezTo>
                      <a:cubicBezTo>
                        <a:pt x="45" y="153"/>
                        <a:pt x="45" y="153"/>
                        <a:pt x="46" y="153"/>
                      </a:cubicBezTo>
                      <a:cubicBezTo>
                        <a:pt x="46" y="152"/>
                        <a:pt x="46" y="152"/>
                        <a:pt x="46" y="152"/>
                      </a:cubicBezTo>
                      <a:cubicBezTo>
                        <a:pt x="47" y="152"/>
                        <a:pt x="47" y="152"/>
                        <a:pt x="47" y="152"/>
                      </a:cubicBezTo>
                      <a:cubicBezTo>
                        <a:pt x="48" y="152"/>
                        <a:pt x="48" y="152"/>
                        <a:pt x="48" y="152"/>
                      </a:cubicBezTo>
                      <a:cubicBezTo>
                        <a:pt x="48" y="152"/>
                        <a:pt x="48" y="152"/>
                        <a:pt x="48" y="152"/>
                      </a:cubicBezTo>
                      <a:cubicBezTo>
                        <a:pt x="48" y="152"/>
                        <a:pt x="48" y="153"/>
                        <a:pt x="48" y="153"/>
                      </a:cubicBezTo>
                      <a:cubicBezTo>
                        <a:pt x="49" y="153"/>
                        <a:pt x="49" y="153"/>
                        <a:pt x="49" y="154"/>
                      </a:cubicBezTo>
                      <a:cubicBezTo>
                        <a:pt x="49" y="154"/>
                        <a:pt x="49" y="155"/>
                        <a:pt x="49" y="155"/>
                      </a:cubicBezTo>
                      <a:cubicBezTo>
                        <a:pt x="48" y="155"/>
                        <a:pt x="48" y="155"/>
                        <a:pt x="47" y="155"/>
                      </a:cubicBezTo>
                      <a:cubicBezTo>
                        <a:pt x="47" y="156"/>
                        <a:pt x="47" y="156"/>
                        <a:pt x="46" y="156"/>
                      </a:cubicBezTo>
                      <a:cubicBezTo>
                        <a:pt x="46" y="157"/>
                        <a:pt x="46" y="157"/>
                        <a:pt x="46" y="157"/>
                      </a:cubicBezTo>
                      <a:cubicBezTo>
                        <a:pt x="45" y="157"/>
                        <a:pt x="45" y="157"/>
                        <a:pt x="45" y="157"/>
                      </a:cubicBezTo>
                      <a:cubicBezTo>
                        <a:pt x="45" y="156"/>
                        <a:pt x="45" y="155"/>
                        <a:pt x="45" y="154"/>
                      </a:cubicBezTo>
                      <a:cubicBezTo>
                        <a:pt x="44" y="155"/>
                        <a:pt x="44" y="156"/>
                        <a:pt x="44" y="157"/>
                      </a:cubicBezTo>
                      <a:cubicBezTo>
                        <a:pt x="44" y="157"/>
                        <a:pt x="44" y="157"/>
                        <a:pt x="44" y="157"/>
                      </a:cubicBezTo>
                      <a:cubicBezTo>
                        <a:pt x="44" y="158"/>
                        <a:pt x="44" y="158"/>
                        <a:pt x="43" y="158"/>
                      </a:cubicBezTo>
                      <a:cubicBezTo>
                        <a:pt x="43" y="159"/>
                        <a:pt x="42" y="160"/>
                        <a:pt x="41" y="159"/>
                      </a:cubicBezTo>
                      <a:cubicBezTo>
                        <a:pt x="40" y="160"/>
                        <a:pt x="40" y="160"/>
                        <a:pt x="40" y="160"/>
                      </a:cubicBezTo>
                      <a:cubicBezTo>
                        <a:pt x="40" y="161"/>
                        <a:pt x="40" y="161"/>
                        <a:pt x="40" y="161"/>
                      </a:cubicBezTo>
                      <a:cubicBezTo>
                        <a:pt x="39" y="161"/>
                        <a:pt x="39" y="161"/>
                        <a:pt x="38" y="161"/>
                      </a:cubicBezTo>
                      <a:cubicBezTo>
                        <a:pt x="37" y="161"/>
                        <a:pt x="36" y="161"/>
                        <a:pt x="36" y="161"/>
                      </a:cubicBezTo>
                      <a:cubicBezTo>
                        <a:pt x="35" y="161"/>
                        <a:pt x="34" y="161"/>
                        <a:pt x="35" y="161"/>
                      </a:cubicBezTo>
                      <a:cubicBezTo>
                        <a:pt x="35" y="161"/>
                        <a:pt x="37" y="161"/>
                        <a:pt x="37" y="161"/>
                      </a:cubicBezTo>
                      <a:cubicBezTo>
                        <a:pt x="38" y="162"/>
                        <a:pt x="39" y="162"/>
                        <a:pt x="39" y="162"/>
                      </a:cubicBezTo>
                      <a:cubicBezTo>
                        <a:pt x="40" y="164"/>
                        <a:pt x="37" y="163"/>
                        <a:pt x="36" y="163"/>
                      </a:cubicBezTo>
                      <a:cubicBezTo>
                        <a:pt x="36" y="163"/>
                        <a:pt x="38" y="164"/>
                        <a:pt x="38" y="164"/>
                      </a:cubicBezTo>
                      <a:cubicBezTo>
                        <a:pt x="38" y="164"/>
                        <a:pt x="39" y="164"/>
                        <a:pt x="39" y="165"/>
                      </a:cubicBezTo>
                      <a:cubicBezTo>
                        <a:pt x="39" y="165"/>
                        <a:pt x="39" y="165"/>
                        <a:pt x="38" y="165"/>
                      </a:cubicBezTo>
                      <a:cubicBezTo>
                        <a:pt x="38" y="166"/>
                        <a:pt x="38" y="166"/>
                        <a:pt x="39" y="166"/>
                      </a:cubicBezTo>
                      <a:cubicBezTo>
                        <a:pt x="39" y="167"/>
                        <a:pt x="39" y="167"/>
                        <a:pt x="38" y="167"/>
                      </a:cubicBezTo>
                      <a:cubicBezTo>
                        <a:pt x="38" y="167"/>
                        <a:pt x="38" y="166"/>
                        <a:pt x="37" y="166"/>
                      </a:cubicBezTo>
                      <a:cubicBezTo>
                        <a:pt x="37" y="167"/>
                        <a:pt x="38" y="168"/>
                        <a:pt x="38" y="168"/>
                      </a:cubicBezTo>
                      <a:cubicBezTo>
                        <a:pt x="38" y="169"/>
                        <a:pt x="38" y="169"/>
                        <a:pt x="38" y="169"/>
                      </a:cubicBezTo>
                      <a:cubicBezTo>
                        <a:pt x="38" y="170"/>
                        <a:pt x="38" y="170"/>
                        <a:pt x="38" y="170"/>
                      </a:cubicBezTo>
                      <a:cubicBezTo>
                        <a:pt x="37" y="171"/>
                        <a:pt x="37" y="170"/>
                        <a:pt x="37" y="169"/>
                      </a:cubicBezTo>
                      <a:cubicBezTo>
                        <a:pt x="36" y="170"/>
                        <a:pt x="37" y="170"/>
                        <a:pt x="37" y="170"/>
                      </a:cubicBezTo>
                      <a:cubicBezTo>
                        <a:pt x="37" y="170"/>
                        <a:pt x="36" y="170"/>
                        <a:pt x="36" y="170"/>
                      </a:cubicBezTo>
                      <a:cubicBezTo>
                        <a:pt x="36" y="171"/>
                        <a:pt x="37" y="171"/>
                        <a:pt x="37" y="172"/>
                      </a:cubicBezTo>
                      <a:cubicBezTo>
                        <a:pt x="37" y="172"/>
                        <a:pt x="38" y="173"/>
                        <a:pt x="38" y="173"/>
                      </a:cubicBezTo>
                      <a:cubicBezTo>
                        <a:pt x="38" y="173"/>
                        <a:pt x="37" y="173"/>
                        <a:pt x="37" y="173"/>
                      </a:cubicBezTo>
                      <a:cubicBezTo>
                        <a:pt x="37" y="173"/>
                        <a:pt x="37" y="174"/>
                        <a:pt x="37" y="174"/>
                      </a:cubicBezTo>
                      <a:cubicBezTo>
                        <a:pt x="37" y="174"/>
                        <a:pt x="36" y="174"/>
                        <a:pt x="36" y="174"/>
                      </a:cubicBezTo>
                      <a:cubicBezTo>
                        <a:pt x="36" y="175"/>
                        <a:pt x="37" y="175"/>
                        <a:pt x="37" y="175"/>
                      </a:cubicBezTo>
                      <a:cubicBezTo>
                        <a:pt x="38" y="175"/>
                        <a:pt x="38" y="176"/>
                        <a:pt x="38" y="176"/>
                      </a:cubicBezTo>
                      <a:cubicBezTo>
                        <a:pt x="37" y="177"/>
                        <a:pt x="37" y="177"/>
                        <a:pt x="37" y="177"/>
                      </a:cubicBezTo>
                      <a:cubicBezTo>
                        <a:pt x="37" y="177"/>
                        <a:pt x="37" y="177"/>
                        <a:pt x="37" y="178"/>
                      </a:cubicBezTo>
                      <a:cubicBezTo>
                        <a:pt x="36" y="178"/>
                        <a:pt x="36" y="179"/>
                        <a:pt x="36" y="180"/>
                      </a:cubicBezTo>
                      <a:cubicBezTo>
                        <a:pt x="36" y="180"/>
                        <a:pt x="38" y="181"/>
                        <a:pt x="36" y="181"/>
                      </a:cubicBezTo>
                      <a:cubicBezTo>
                        <a:pt x="36" y="182"/>
                        <a:pt x="36" y="183"/>
                        <a:pt x="36" y="183"/>
                      </a:cubicBezTo>
                      <a:cubicBezTo>
                        <a:pt x="36" y="184"/>
                        <a:pt x="36" y="184"/>
                        <a:pt x="36" y="184"/>
                      </a:cubicBezTo>
                      <a:cubicBezTo>
                        <a:pt x="36" y="184"/>
                        <a:pt x="36" y="184"/>
                        <a:pt x="36" y="184"/>
                      </a:cubicBezTo>
                      <a:cubicBezTo>
                        <a:pt x="36" y="185"/>
                        <a:pt x="36" y="185"/>
                        <a:pt x="36" y="185"/>
                      </a:cubicBezTo>
                      <a:cubicBezTo>
                        <a:pt x="36" y="185"/>
                        <a:pt x="36" y="185"/>
                        <a:pt x="36" y="185"/>
                      </a:cubicBezTo>
                      <a:cubicBezTo>
                        <a:pt x="36" y="185"/>
                        <a:pt x="36" y="185"/>
                        <a:pt x="36" y="186"/>
                      </a:cubicBezTo>
                      <a:cubicBezTo>
                        <a:pt x="35" y="186"/>
                        <a:pt x="35" y="186"/>
                        <a:pt x="35" y="187"/>
                      </a:cubicBezTo>
                      <a:cubicBezTo>
                        <a:pt x="34" y="187"/>
                        <a:pt x="35" y="187"/>
                        <a:pt x="34" y="187"/>
                      </a:cubicBezTo>
                      <a:cubicBezTo>
                        <a:pt x="34" y="188"/>
                        <a:pt x="34" y="188"/>
                        <a:pt x="34" y="188"/>
                      </a:cubicBezTo>
                      <a:cubicBezTo>
                        <a:pt x="34" y="188"/>
                        <a:pt x="34" y="189"/>
                        <a:pt x="34" y="189"/>
                      </a:cubicBezTo>
                      <a:cubicBezTo>
                        <a:pt x="34" y="190"/>
                        <a:pt x="34" y="190"/>
                        <a:pt x="33" y="190"/>
                      </a:cubicBezTo>
                      <a:cubicBezTo>
                        <a:pt x="33" y="191"/>
                        <a:pt x="33" y="191"/>
                        <a:pt x="33" y="192"/>
                      </a:cubicBezTo>
                      <a:cubicBezTo>
                        <a:pt x="32" y="192"/>
                        <a:pt x="32" y="193"/>
                        <a:pt x="32" y="192"/>
                      </a:cubicBezTo>
                      <a:cubicBezTo>
                        <a:pt x="31" y="192"/>
                        <a:pt x="30" y="191"/>
                        <a:pt x="30" y="192"/>
                      </a:cubicBezTo>
                      <a:cubicBezTo>
                        <a:pt x="29" y="192"/>
                        <a:pt x="29" y="192"/>
                        <a:pt x="29" y="192"/>
                      </a:cubicBezTo>
                      <a:cubicBezTo>
                        <a:pt x="29" y="192"/>
                        <a:pt x="29" y="192"/>
                        <a:pt x="28" y="192"/>
                      </a:cubicBezTo>
                      <a:cubicBezTo>
                        <a:pt x="28" y="192"/>
                        <a:pt x="28" y="192"/>
                        <a:pt x="28" y="192"/>
                      </a:cubicBezTo>
                      <a:cubicBezTo>
                        <a:pt x="28" y="192"/>
                        <a:pt x="27" y="192"/>
                        <a:pt x="27" y="192"/>
                      </a:cubicBezTo>
                      <a:cubicBezTo>
                        <a:pt x="27" y="192"/>
                        <a:pt x="26" y="192"/>
                        <a:pt x="26" y="192"/>
                      </a:cubicBezTo>
                      <a:cubicBezTo>
                        <a:pt x="25" y="192"/>
                        <a:pt x="25" y="192"/>
                        <a:pt x="24" y="192"/>
                      </a:cubicBezTo>
                      <a:cubicBezTo>
                        <a:pt x="24" y="192"/>
                        <a:pt x="25" y="193"/>
                        <a:pt x="24" y="194"/>
                      </a:cubicBezTo>
                      <a:cubicBezTo>
                        <a:pt x="24" y="194"/>
                        <a:pt x="23" y="193"/>
                        <a:pt x="23" y="193"/>
                      </a:cubicBezTo>
                      <a:cubicBezTo>
                        <a:pt x="23" y="193"/>
                        <a:pt x="23" y="194"/>
                        <a:pt x="23" y="194"/>
                      </a:cubicBezTo>
                      <a:cubicBezTo>
                        <a:pt x="22" y="195"/>
                        <a:pt x="21" y="196"/>
                        <a:pt x="21" y="197"/>
                      </a:cubicBezTo>
                      <a:cubicBezTo>
                        <a:pt x="21" y="198"/>
                        <a:pt x="22" y="199"/>
                        <a:pt x="22" y="200"/>
                      </a:cubicBezTo>
                      <a:cubicBezTo>
                        <a:pt x="22" y="200"/>
                        <a:pt x="21" y="201"/>
                        <a:pt x="21" y="201"/>
                      </a:cubicBezTo>
                      <a:cubicBezTo>
                        <a:pt x="20" y="202"/>
                        <a:pt x="20" y="201"/>
                        <a:pt x="19" y="201"/>
                      </a:cubicBezTo>
                      <a:cubicBezTo>
                        <a:pt x="19" y="201"/>
                        <a:pt x="19" y="201"/>
                        <a:pt x="18" y="201"/>
                      </a:cubicBezTo>
                      <a:cubicBezTo>
                        <a:pt x="17" y="201"/>
                        <a:pt x="17" y="201"/>
                        <a:pt x="16" y="201"/>
                      </a:cubicBezTo>
                      <a:cubicBezTo>
                        <a:pt x="15" y="202"/>
                        <a:pt x="13" y="202"/>
                        <a:pt x="13" y="201"/>
                      </a:cubicBezTo>
                      <a:cubicBezTo>
                        <a:pt x="13" y="200"/>
                        <a:pt x="12" y="199"/>
                        <a:pt x="13" y="199"/>
                      </a:cubicBezTo>
                      <a:cubicBezTo>
                        <a:pt x="13" y="198"/>
                        <a:pt x="13" y="198"/>
                        <a:pt x="13" y="198"/>
                      </a:cubicBezTo>
                      <a:cubicBezTo>
                        <a:pt x="13" y="197"/>
                        <a:pt x="13" y="197"/>
                        <a:pt x="13" y="197"/>
                      </a:cubicBezTo>
                      <a:cubicBezTo>
                        <a:pt x="12" y="197"/>
                        <a:pt x="12" y="196"/>
                        <a:pt x="12" y="196"/>
                      </a:cubicBezTo>
                      <a:cubicBezTo>
                        <a:pt x="12" y="195"/>
                        <a:pt x="12" y="195"/>
                        <a:pt x="11" y="195"/>
                      </a:cubicBezTo>
                      <a:cubicBezTo>
                        <a:pt x="11" y="194"/>
                        <a:pt x="11" y="193"/>
                        <a:pt x="11" y="192"/>
                      </a:cubicBezTo>
                      <a:cubicBezTo>
                        <a:pt x="10" y="192"/>
                        <a:pt x="10" y="191"/>
                        <a:pt x="9" y="190"/>
                      </a:cubicBezTo>
                      <a:cubicBezTo>
                        <a:pt x="10" y="190"/>
                        <a:pt x="11" y="191"/>
                        <a:pt x="11" y="191"/>
                      </a:cubicBezTo>
                      <a:cubicBezTo>
                        <a:pt x="12" y="191"/>
                        <a:pt x="12" y="191"/>
                        <a:pt x="11" y="190"/>
                      </a:cubicBezTo>
                      <a:cubicBezTo>
                        <a:pt x="11" y="190"/>
                        <a:pt x="10" y="189"/>
                        <a:pt x="11" y="188"/>
                      </a:cubicBezTo>
                      <a:cubicBezTo>
                        <a:pt x="11" y="188"/>
                        <a:pt x="12" y="189"/>
                        <a:pt x="12" y="188"/>
                      </a:cubicBezTo>
                      <a:cubicBezTo>
                        <a:pt x="12" y="187"/>
                        <a:pt x="12" y="187"/>
                        <a:pt x="12" y="186"/>
                      </a:cubicBezTo>
                      <a:cubicBezTo>
                        <a:pt x="12" y="186"/>
                        <a:pt x="12" y="186"/>
                        <a:pt x="11" y="186"/>
                      </a:cubicBezTo>
                      <a:cubicBezTo>
                        <a:pt x="10" y="186"/>
                        <a:pt x="10" y="185"/>
                        <a:pt x="10" y="184"/>
                      </a:cubicBezTo>
                      <a:cubicBezTo>
                        <a:pt x="10" y="183"/>
                        <a:pt x="9" y="183"/>
                        <a:pt x="8" y="182"/>
                      </a:cubicBezTo>
                      <a:cubicBezTo>
                        <a:pt x="8" y="182"/>
                        <a:pt x="8" y="182"/>
                        <a:pt x="8" y="181"/>
                      </a:cubicBezTo>
                      <a:cubicBezTo>
                        <a:pt x="8" y="181"/>
                        <a:pt x="8" y="180"/>
                        <a:pt x="7" y="180"/>
                      </a:cubicBezTo>
                      <a:cubicBezTo>
                        <a:pt x="7" y="179"/>
                        <a:pt x="7" y="178"/>
                        <a:pt x="7" y="177"/>
                      </a:cubicBezTo>
                      <a:cubicBezTo>
                        <a:pt x="7" y="177"/>
                        <a:pt x="7" y="176"/>
                        <a:pt x="6" y="176"/>
                      </a:cubicBezTo>
                      <a:cubicBezTo>
                        <a:pt x="6" y="176"/>
                        <a:pt x="6" y="177"/>
                        <a:pt x="6" y="177"/>
                      </a:cubicBezTo>
                      <a:cubicBezTo>
                        <a:pt x="6" y="176"/>
                        <a:pt x="6" y="176"/>
                        <a:pt x="5" y="175"/>
                      </a:cubicBezTo>
                      <a:cubicBezTo>
                        <a:pt x="5" y="174"/>
                        <a:pt x="5" y="173"/>
                        <a:pt x="5" y="173"/>
                      </a:cubicBezTo>
                      <a:cubicBezTo>
                        <a:pt x="5" y="173"/>
                        <a:pt x="4" y="173"/>
                        <a:pt x="4" y="172"/>
                      </a:cubicBezTo>
                      <a:cubicBezTo>
                        <a:pt x="4" y="172"/>
                        <a:pt x="5" y="172"/>
                        <a:pt x="5" y="172"/>
                      </a:cubicBezTo>
                      <a:cubicBezTo>
                        <a:pt x="5" y="171"/>
                        <a:pt x="4" y="171"/>
                        <a:pt x="4" y="171"/>
                      </a:cubicBezTo>
                      <a:cubicBezTo>
                        <a:pt x="4" y="170"/>
                        <a:pt x="5" y="170"/>
                        <a:pt x="5" y="169"/>
                      </a:cubicBezTo>
                      <a:cubicBezTo>
                        <a:pt x="5" y="169"/>
                        <a:pt x="5" y="168"/>
                        <a:pt x="5" y="168"/>
                      </a:cubicBezTo>
                      <a:cubicBezTo>
                        <a:pt x="5" y="167"/>
                        <a:pt x="5" y="166"/>
                        <a:pt x="5" y="165"/>
                      </a:cubicBezTo>
                      <a:cubicBezTo>
                        <a:pt x="5" y="164"/>
                        <a:pt x="4" y="165"/>
                        <a:pt x="4" y="166"/>
                      </a:cubicBezTo>
                      <a:cubicBezTo>
                        <a:pt x="2" y="167"/>
                        <a:pt x="3" y="165"/>
                        <a:pt x="3" y="165"/>
                      </a:cubicBezTo>
                      <a:cubicBezTo>
                        <a:pt x="3" y="164"/>
                        <a:pt x="2" y="165"/>
                        <a:pt x="2" y="165"/>
                      </a:cubicBezTo>
                      <a:cubicBezTo>
                        <a:pt x="2" y="165"/>
                        <a:pt x="2" y="165"/>
                        <a:pt x="2" y="164"/>
                      </a:cubicBezTo>
                      <a:cubicBezTo>
                        <a:pt x="1" y="165"/>
                        <a:pt x="1" y="164"/>
                        <a:pt x="1" y="163"/>
                      </a:cubicBezTo>
                      <a:cubicBezTo>
                        <a:pt x="1" y="162"/>
                        <a:pt x="1" y="162"/>
                        <a:pt x="1" y="160"/>
                      </a:cubicBezTo>
                      <a:cubicBezTo>
                        <a:pt x="1" y="160"/>
                        <a:pt x="1" y="159"/>
                        <a:pt x="1" y="159"/>
                      </a:cubicBezTo>
                      <a:cubicBezTo>
                        <a:pt x="1" y="158"/>
                        <a:pt x="0" y="158"/>
                        <a:pt x="0" y="157"/>
                      </a:cubicBezTo>
                      <a:cubicBezTo>
                        <a:pt x="0" y="157"/>
                        <a:pt x="0" y="155"/>
                        <a:pt x="1" y="155"/>
                      </a:cubicBezTo>
                      <a:cubicBezTo>
                        <a:pt x="1" y="155"/>
                        <a:pt x="1" y="155"/>
                        <a:pt x="1" y="155"/>
                      </a:cubicBezTo>
                      <a:cubicBezTo>
                        <a:pt x="3" y="155"/>
                        <a:pt x="1" y="157"/>
                        <a:pt x="3" y="158"/>
                      </a:cubicBezTo>
                      <a:cubicBezTo>
                        <a:pt x="4" y="158"/>
                        <a:pt x="4" y="155"/>
                        <a:pt x="4" y="155"/>
                      </a:cubicBezTo>
                      <a:cubicBezTo>
                        <a:pt x="5" y="153"/>
                        <a:pt x="5" y="153"/>
                        <a:pt x="5" y="152"/>
                      </a:cubicBezTo>
                      <a:cubicBezTo>
                        <a:pt x="4" y="151"/>
                        <a:pt x="4" y="150"/>
                        <a:pt x="4" y="149"/>
                      </a:cubicBezTo>
                      <a:cubicBezTo>
                        <a:pt x="4" y="148"/>
                        <a:pt x="5" y="148"/>
                        <a:pt x="5" y="147"/>
                      </a:cubicBezTo>
                      <a:cubicBezTo>
                        <a:pt x="6" y="147"/>
                        <a:pt x="5" y="146"/>
                        <a:pt x="5" y="145"/>
                      </a:cubicBezTo>
                      <a:cubicBezTo>
                        <a:pt x="6" y="144"/>
                        <a:pt x="7" y="144"/>
                        <a:pt x="7" y="144"/>
                      </a:cubicBezTo>
                      <a:cubicBezTo>
                        <a:pt x="8" y="144"/>
                        <a:pt x="9" y="143"/>
                        <a:pt x="9" y="142"/>
                      </a:cubicBezTo>
                      <a:cubicBezTo>
                        <a:pt x="10" y="142"/>
                        <a:pt x="10" y="141"/>
                        <a:pt x="10" y="140"/>
                      </a:cubicBezTo>
                      <a:cubicBezTo>
                        <a:pt x="10" y="139"/>
                        <a:pt x="10" y="138"/>
                        <a:pt x="10" y="137"/>
                      </a:cubicBezTo>
                      <a:cubicBezTo>
                        <a:pt x="10" y="135"/>
                        <a:pt x="9" y="133"/>
                        <a:pt x="8" y="132"/>
                      </a:cubicBezTo>
                      <a:cubicBezTo>
                        <a:pt x="8" y="131"/>
                        <a:pt x="8" y="130"/>
                        <a:pt x="8" y="129"/>
                      </a:cubicBezTo>
                      <a:cubicBezTo>
                        <a:pt x="9" y="129"/>
                        <a:pt x="10" y="129"/>
                        <a:pt x="11" y="129"/>
                      </a:cubicBezTo>
                      <a:cubicBezTo>
                        <a:pt x="11" y="128"/>
                        <a:pt x="11" y="128"/>
                        <a:pt x="11" y="127"/>
                      </a:cubicBezTo>
                      <a:cubicBezTo>
                        <a:pt x="12" y="126"/>
                        <a:pt x="12" y="126"/>
                        <a:pt x="12" y="125"/>
                      </a:cubicBezTo>
                      <a:cubicBezTo>
                        <a:pt x="12" y="124"/>
                        <a:pt x="11" y="122"/>
                        <a:pt x="10" y="122"/>
                      </a:cubicBezTo>
                      <a:cubicBezTo>
                        <a:pt x="9" y="121"/>
                        <a:pt x="9" y="121"/>
                        <a:pt x="8" y="121"/>
                      </a:cubicBezTo>
                      <a:cubicBezTo>
                        <a:pt x="8" y="120"/>
                        <a:pt x="7" y="119"/>
                        <a:pt x="7" y="118"/>
                      </a:cubicBezTo>
                      <a:cubicBezTo>
                        <a:pt x="7" y="117"/>
                        <a:pt x="8" y="117"/>
                        <a:pt x="8" y="116"/>
                      </a:cubicBezTo>
                      <a:cubicBezTo>
                        <a:pt x="8" y="115"/>
                        <a:pt x="8" y="114"/>
                        <a:pt x="8" y="113"/>
                      </a:cubicBezTo>
                      <a:cubicBezTo>
                        <a:pt x="8" y="111"/>
                        <a:pt x="8" y="110"/>
                        <a:pt x="7" y="108"/>
                      </a:cubicBezTo>
                      <a:cubicBezTo>
                        <a:pt x="7" y="107"/>
                        <a:pt x="7" y="107"/>
                        <a:pt x="7" y="106"/>
                      </a:cubicBezTo>
                      <a:cubicBezTo>
                        <a:pt x="7" y="105"/>
                        <a:pt x="7" y="104"/>
                        <a:pt x="7" y="103"/>
                      </a:cubicBezTo>
                      <a:cubicBezTo>
                        <a:pt x="7" y="103"/>
                        <a:pt x="7" y="102"/>
                        <a:pt x="7" y="101"/>
                      </a:cubicBezTo>
                      <a:cubicBezTo>
                        <a:pt x="7" y="101"/>
                        <a:pt x="8" y="100"/>
                        <a:pt x="7" y="99"/>
                      </a:cubicBezTo>
                      <a:cubicBezTo>
                        <a:pt x="7" y="98"/>
                        <a:pt x="6" y="97"/>
                        <a:pt x="7" y="95"/>
                      </a:cubicBezTo>
                      <a:cubicBezTo>
                        <a:pt x="7" y="94"/>
                        <a:pt x="8" y="94"/>
                        <a:pt x="8" y="93"/>
                      </a:cubicBezTo>
                      <a:cubicBezTo>
                        <a:pt x="8" y="92"/>
                        <a:pt x="7" y="92"/>
                        <a:pt x="8" y="91"/>
                      </a:cubicBezTo>
                      <a:cubicBezTo>
                        <a:pt x="9" y="90"/>
                        <a:pt x="9" y="88"/>
                        <a:pt x="10" y="87"/>
                      </a:cubicBezTo>
                      <a:cubicBezTo>
                        <a:pt x="11" y="86"/>
                        <a:pt x="13" y="85"/>
                        <a:pt x="14" y="84"/>
                      </a:cubicBezTo>
                      <a:cubicBezTo>
                        <a:pt x="15" y="84"/>
                        <a:pt x="16" y="84"/>
                        <a:pt x="17" y="84"/>
                      </a:cubicBezTo>
                      <a:cubicBezTo>
                        <a:pt x="17" y="85"/>
                        <a:pt x="17" y="85"/>
                        <a:pt x="18" y="85"/>
                      </a:cubicBezTo>
                      <a:cubicBezTo>
                        <a:pt x="18" y="85"/>
                        <a:pt x="19" y="85"/>
                        <a:pt x="19" y="85"/>
                      </a:cubicBezTo>
                      <a:cubicBezTo>
                        <a:pt x="20" y="85"/>
                        <a:pt x="21" y="83"/>
                        <a:pt x="21" y="82"/>
                      </a:cubicBezTo>
                      <a:cubicBezTo>
                        <a:pt x="21" y="81"/>
                        <a:pt x="21" y="80"/>
                        <a:pt x="21" y="79"/>
                      </a:cubicBezTo>
                      <a:cubicBezTo>
                        <a:pt x="20" y="78"/>
                        <a:pt x="20" y="78"/>
                        <a:pt x="19" y="78"/>
                      </a:cubicBezTo>
                      <a:cubicBezTo>
                        <a:pt x="18" y="77"/>
                        <a:pt x="17" y="76"/>
                        <a:pt x="18" y="75"/>
                      </a:cubicBezTo>
                      <a:cubicBezTo>
                        <a:pt x="18" y="74"/>
                        <a:pt x="19" y="74"/>
                        <a:pt x="19" y="73"/>
                      </a:cubicBezTo>
                      <a:cubicBezTo>
                        <a:pt x="19" y="73"/>
                        <a:pt x="20" y="72"/>
                        <a:pt x="20" y="71"/>
                      </a:cubicBezTo>
                      <a:cubicBezTo>
                        <a:pt x="21" y="70"/>
                        <a:pt x="22" y="68"/>
                        <a:pt x="22" y="67"/>
                      </a:cubicBezTo>
                      <a:cubicBezTo>
                        <a:pt x="22" y="66"/>
                        <a:pt x="22" y="66"/>
                        <a:pt x="23" y="65"/>
                      </a:cubicBezTo>
                      <a:cubicBezTo>
                        <a:pt x="23" y="64"/>
                        <a:pt x="23" y="63"/>
                        <a:pt x="23" y="62"/>
                      </a:cubicBezTo>
                      <a:cubicBezTo>
                        <a:pt x="23" y="61"/>
                        <a:pt x="23" y="60"/>
                        <a:pt x="23" y="60"/>
                      </a:cubicBezTo>
                      <a:cubicBezTo>
                        <a:pt x="23" y="59"/>
                        <a:pt x="24" y="58"/>
                        <a:pt x="24" y="57"/>
                      </a:cubicBezTo>
                      <a:cubicBezTo>
                        <a:pt x="24" y="56"/>
                        <a:pt x="24" y="54"/>
                        <a:pt x="23" y="53"/>
                      </a:cubicBezTo>
                      <a:cubicBezTo>
                        <a:pt x="23" y="51"/>
                        <a:pt x="24" y="51"/>
                        <a:pt x="26" y="51"/>
                      </a:cubicBezTo>
                      <a:cubicBezTo>
                        <a:pt x="27" y="51"/>
                        <a:pt x="27" y="51"/>
                        <a:pt x="28" y="50"/>
                      </a:cubicBezTo>
                      <a:cubicBezTo>
                        <a:pt x="28" y="50"/>
                        <a:pt x="29" y="50"/>
                        <a:pt x="29" y="49"/>
                      </a:cubicBezTo>
                      <a:cubicBezTo>
                        <a:pt x="30" y="48"/>
                        <a:pt x="29" y="46"/>
                        <a:pt x="29" y="45"/>
                      </a:cubicBezTo>
                      <a:cubicBezTo>
                        <a:pt x="30" y="44"/>
                        <a:pt x="30" y="44"/>
                        <a:pt x="31" y="43"/>
                      </a:cubicBezTo>
                      <a:cubicBezTo>
                        <a:pt x="31" y="43"/>
                        <a:pt x="31" y="42"/>
                        <a:pt x="32" y="41"/>
                      </a:cubicBezTo>
                      <a:cubicBezTo>
                        <a:pt x="32" y="40"/>
                        <a:pt x="33" y="38"/>
                        <a:pt x="34" y="37"/>
                      </a:cubicBezTo>
                      <a:cubicBezTo>
                        <a:pt x="36" y="36"/>
                        <a:pt x="36" y="35"/>
                        <a:pt x="36" y="34"/>
                      </a:cubicBezTo>
                      <a:cubicBezTo>
                        <a:pt x="36" y="32"/>
                        <a:pt x="34" y="31"/>
                        <a:pt x="34" y="29"/>
                      </a:cubicBezTo>
                      <a:cubicBezTo>
                        <a:pt x="33" y="28"/>
                        <a:pt x="35" y="28"/>
                        <a:pt x="36" y="27"/>
                      </a:cubicBezTo>
                      <a:cubicBezTo>
                        <a:pt x="37" y="26"/>
                        <a:pt x="37" y="24"/>
                        <a:pt x="38" y="22"/>
                      </a:cubicBezTo>
                      <a:cubicBezTo>
                        <a:pt x="38" y="21"/>
                        <a:pt x="40" y="20"/>
                        <a:pt x="41" y="19"/>
                      </a:cubicBezTo>
                      <a:cubicBezTo>
                        <a:pt x="41" y="18"/>
                        <a:pt x="41" y="18"/>
                        <a:pt x="42" y="17"/>
                      </a:cubicBezTo>
                      <a:cubicBezTo>
                        <a:pt x="42" y="17"/>
                        <a:pt x="43" y="18"/>
                        <a:pt x="44" y="18"/>
                      </a:cubicBezTo>
                      <a:cubicBezTo>
                        <a:pt x="44" y="19"/>
                        <a:pt x="45" y="19"/>
                        <a:pt x="46" y="19"/>
                      </a:cubicBezTo>
                      <a:cubicBezTo>
                        <a:pt x="46" y="19"/>
                        <a:pt x="46" y="19"/>
                        <a:pt x="47" y="18"/>
                      </a:cubicBezTo>
                      <a:cubicBezTo>
                        <a:pt x="47" y="18"/>
                        <a:pt x="47" y="17"/>
                        <a:pt x="48" y="16"/>
                      </a:cubicBezTo>
                      <a:cubicBezTo>
                        <a:pt x="48" y="16"/>
                        <a:pt x="48" y="15"/>
                        <a:pt x="48" y="14"/>
                      </a:cubicBezTo>
                      <a:cubicBezTo>
                        <a:pt x="48" y="13"/>
                        <a:pt x="48" y="12"/>
                        <a:pt x="48" y="11"/>
                      </a:cubicBezTo>
                      <a:cubicBezTo>
                        <a:pt x="48" y="11"/>
                        <a:pt x="47" y="10"/>
                        <a:pt x="48" y="9"/>
                      </a:cubicBezTo>
                      <a:cubicBezTo>
                        <a:pt x="48" y="9"/>
                        <a:pt x="49" y="9"/>
                        <a:pt x="49" y="9"/>
                      </a:cubicBezTo>
                      <a:cubicBezTo>
                        <a:pt x="50" y="9"/>
                        <a:pt x="50" y="9"/>
                        <a:pt x="51" y="9"/>
                      </a:cubicBezTo>
                      <a:cubicBezTo>
                        <a:pt x="51" y="10"/>
                        <a:pt x="52" y="10"/>
                        <a:pt x="53" y="10"/>
                      </a:cubicBezTo>
                      <a:cubicBezTo>
                        <a:pt x="54" y="10"/>
                        <a:pt x="54" y="10"/>
                        <a:pt x="55" y="10"/>
                      </a:cubicBezTo>
                      <a:cubicBezTo>
                        <a:pt x="56" y="11"/>
                        <a:pt x="57" y="11"/>
                        <a:pt x="57" y="11"/>
                      </a:cubicBezTo>
                      <a:cubicBezTo>
                        <a:pt x="58" y="12"/>
                        <a:pt x="59" y="12"/>
                        <a:pt x="60" y="12"/>
                      </a:cubicBezTo>
                      <a:cubicBezTo>
                        <a:pt x="60" y="12"/>
                        <a:pt x="61" y="12"/>
                        <a:pt x="61" y="11"/>
                      </a:cubicBezTo>
                      <a:cubicBezTo>
                        <a:pt x="62" y="10"/>
                        <a:pt x="61" y="10"/>
                        <a:pt x="61" y="10"/>
                      </a:cubicBezTo>
                      <a:cubicBezTo>
                        <a:pt x="60" y="10"/>
                        <a:pt x="59" y="10"/>
                        <a:pt x="60" y="9"/>
                      </a:cubicBezTo>
                      <a:cubicBezTo>
                        <a:pt x="60" y="8"/>
                        <a:pt x="61" y="8"/>
                        <a:pt x="61" y="8"/>
                      </a:cubicBezTo>
                      <a:cubicBezTo>
                        <a:pt x="62" y="7"/>
                        <a:pt x="63" y="5"/>
                        <a:pt x="63" y="4"/>
                      </a:cubicBezTo>
                      <a:cubicBezTo>
                        <a:pt x="63" y="3"/>
                        <a:pt x="62" y="2"/>
                        <a:pt x="62" y="2"/>
                      </a:cubicBezTo>
                      <a:cubicBezTo>
                        <a:pt x="61" y="1"/>
                        <a:pt x="61" y="1"/>
                        <a:pt x="61" y="0"/>
                      </a:cubicBezTo>
                      <a:cubicBezTo>
                        <a:pt x="63" y="0"/>
                        <a:pt x="64" y="0"/>
                        <a:pt x="66" y="1"/>
                      </a:cubicBezTo>
                      <a:cubicBezTo>
                        <a:pt x="67" y="1"/>
                        <a:pt x="67" y="1"/>
                        <a:pt x="66" y="2"/>
                      </a:cubicBezTo>
                      <a:cubicBezTo>
                        <a:pt x="66" y="3"/>
                        <a:pt x="66" y="2"/>
                        <a:pt x="66" y="3"/>
                      </a:cubicBezTo>
                      <a:cubicBezTo>
                        <a:pt x="67" y="3"/>
                        <a:pt x="67" y="3"/>
                        <a:pt x="68" y="3"/>
                      </a:cubicBezTo>
                      <a:cubicBezTo>
                        <a:pt x="68" y="4"/>
                        <a:pt x="68" y="4"/>
                        <a:pt x="68" y="5"/>
                      </a:cubicBezTo>
                      <a:cubicBezTo>
                        <a:pt x="69" y="5"/>
                        <a:pt x="69" y="5"/>
                        <a:pt x="70" y="6"/>
                      </a:cubicBezTo>
                      <a:cubicBezTo>
                        <a:pt x="70" y="6"/>
                        <a:pt x="70" y="6"/>
                        <a:pt x="70" y="7"/>
                      </a:cubicBezTo>
                      <a:cubicBezTo>
                        <a:pt x="70" y="7"/>
                        <a:pt x="71" y="7"/>
                        <a:pt x="71" y="7"/>
                      </a:cubicBezTo>
                      <a:cubicBezTo>
                        <a:pt x="71" y="7"/>
                        <a:pt x="71" y="8"/>
                        <a:pt x="72" y="8"/>
                      </a:cubicBezTo>
                      <a:cubicBezTo>
                        <a:pt x="72" y="9"/>
                        <a:pt x="73" y="9"/>
                        <a:pt x="73" y="9"/>
                      </a:cubicBezTo>
                      <a:cubicBezTo>
                        <a:pt x="74" y="10"/>
                        <a:pt x="74" y="11"/>
                        <a:pt x="75" y="11"/>
                      </a:cubicBezTo>
                      <a:cubicBezTo>
                        <a:pt x="75" y="11"/>
                        <a:pt x="76" y="10"/>
                        <a:pt x="76" y="11"/>
                      </a:cubicBezTo>
                      <a:cubicBezTo>
                        <a:pt x="77" y="11"/>
                        <a:pt x="77" y="11"/>
                        <a:pt x="78" y="12"/>
                      </a:cubicBezTo>
                      <a:cubicBezTo>
                        <a:pt x="79" y="12"/>
                        <a:pt x="79" y="13"/>
                        <a:pt x="80" y="13"/>
                      </a:cubicBezTo>
                      <a:cubicBezTo>
                        <a:pt x="80" y="14"/>
                        <a:pt x="81" y="14"/>
                        <a:pt x="81" y="15"/>
                      </a:cubicBezTo>
                      <a:cubicBezTo>
                        <a:pt x="81" y="15"/>
                        <a:pt x="81" y="16"/>
                        <a:pt x="82" y="17"/>
                      </a:cubicBezTo>
                      <a:cubicBezTo>
                        <a:pt x="82" y="17"/>
                        <a:pt x="82" y="17"/>
                        <a:pt x="82" y="17"/>
                      </a:cubicBezTo>
                      <a:cubicBezTo>
                        <a:pt x="83" y="17"/>
                        <a:pt x="83" y="18"/>
                        <a:pt x="83" y="18"/>
                      </a:cubicBezTo>
                      <a:cubicBezTo>
                        <a:pt x="83" y="19"/>
                        <a:pt x="84" y="19"/>
                        <a:pt x="84" y="19"/>
                      </a:cubicBezTo>
                      <a:cubicBezTo>
                        <a:pt x="85" y="20"/>
                        <a:pt x="85" y="20"/>
                        <a:pt x="84" y="21"/>
                      </a:cubicBezTo>
                      <a:cubicBezTo>
                        <a:pt x="84" y="21"/>
                        <a:pt x="83" y="22"/>
                        <a:pt x="83" y="23"/>
                      </a:cubicBezTo>
                      <a:cubicBezTo>
                        <a:pt x="83" y="23"/>
                        <a:pt x="83" y="24"/>
                        <a:pt x="84" y="25"/>
                      </a:cubicBezTo>
                      <a:cubicBezTo>
                        <a:pt x="84" y="25"/>
                        <a:pt x="84" y="26"/>
                        <a:pt x="84" y="26"/>
                      </a:cubicBezTo>
                      <a:cubicBezTo>
                        <a:pt x="84" y="27"/>
                        <a:pt x="83" y="28"/>
                        <a:pt x="84" y="29"/>
                      </a:cubicBezTo>
                      <a:cubicBezTo>
                        <a:pt x="84" y="29"/>
                        <a:pt x="85" y="29"/>
                        <a:pt x="85" y="30"/>
                      </a:cubicBezTo>
                      <a:cubicBezTo>
                        <a:pt x="85" y="30"/>
                        <a:pt x="85" y="31"/>
                        <a:pt x="85" y="31"/>
                      </a:cubicBezTo>
                      <a:cubicBezTo>
                        <a:pt x="85" y="32"/>
                        <a:pt x="85" y="32"/>
                        <a:pt x="85" y="32"/>
                      </a:cubicBezTo>
                      <a:cubicBezTo>
                        <a:pt x="84" y="32"/>
                        <a:pt x="84" y="33"/>
                        <a:pt x="84" y="33"/>
                      </a:cubicBezTo>
                      <a:cubicBezTo>
                        <a:pt x="84" y="33"/>
                        <a:pt x="84" y="33"/>
                        <a:pt x="84" y="34"/>
                      </a:cubicBezTo>
                      <a:cubicBezTo>
                        <a:pt x="84" y="34"/>
                        <a:pt x="85" y="35"/>
                        <a:pt x="85" y="35"/>
                      </a:cubicBezTo>
                      <a:cubicBezTo>
                        <a:pt x="85" y="36"/>
                        <a:pt x="85" y="37"/>
                        <a:pt x="85" y="37"/>
                      </a:cubicBezTo>
                      <a:cubicBezTo>
                        <a:pt x="86" y="38"/>
                        <a:pt x="87" y="39"/>
                        <a:pt x="87" y="40"/>
                      </a:cubicBezTo>
                      <a:cubicBezTo>
                        <a:pt x="85" y="41"/>
                        <a:pt x="86" y="43"/>
                        <a:pt x="86" y="44"/>
                      </a:cubicBezTo>
                      <a:cubicBezTo>
                        <a:pt x="86" y="44"/>
                        <a:pt x="86" y="45"/>
                        <a:pt x="85" y="45"/>
                      </a:cubicBezTo>
                      <a:cubicBezTo>
                        <a:pt x="85" y="46"/>
                        <a:pt x="84" y="46"/>
                        <a:pt x="84" y="47"/>
                      </a:cubicBezTo>
                      <a:cubicBezTo>
                        <a:pt x="85" y="47"/>
                        <a:pt x="85" y="49"/>
                        <a:pt x="85" y="49"/>
                      </a:cubicBezTo>
                      <a:cubicBezTo>
                        <a:pt x="85" y="50"/>
                        <a:pt x="85" y="50"/>
                        <a:pt x="85" y="51"/>
                      </a:cubicBezTo>
                      <a:cubicBezTo>
                        <a:pt x="85" y="51"/>
                        <a:pt x="86" y="51"/>
                        <a:pt x="86" y="51"/>
                      </a:cubicBezTo>
                      <a:cubicBezTo>
                        <a:pt x="86" y="51"/>
                        <a:pt x="86" y="52"/>
                        <a:pt x="87" y="52"/>
                      </a:cubicBezTo>
                      <a:cubicBezTo>
                        <a:pt x="87" y="53"/>
                        <a:pt x="87" y="53"/>
                        <a:pt x="87" y="54"/>
                      </a:cubicBezTo>
                      <a:cubicBezTo>
                        <a:pt x="87" y="55"/>
                        <a:pt x="88" y="55"/>
                        <a:pt x="88" y="56"/>
                      </a:cubicBezTo>
                      <a:close/>
                      <a:moveTo>
                        <a:pt x="36" y="189"/>
                      </a:moveTo>
                      <a:cubicBezTo>
                        <a:pt x="35" y="190"/>
                        <a:pt x="36" y="192"/>
                        <a:pt x="37" y="191"/>
                      </a:cubicBezTo>
                      <a:cubicBezTo>
                        <a:pt x="37" y="190"/>
                        <a:pt x="37" y="189"/>
                        <a:pt x="37" y="188"/>
                      </a:cubicBezTo>
                      <a:cubicBezTo>
                        <a:pt x="37" y="188"/>
                        <a:pt x="38" y="187"/>
                        <a:pt x="38" y="186"/>
                      </a:cubicBezTo>
                      <a:cubicBezTo>
                        <a:pt x="38" y="184"/>
                        <a:pt x="39" y="183"/>
                        <a:pt x="39" y="182"/>
                      </a:cubicBezTo>
                      <a:cubicBezTo>
                        <a:pt x="39" y="181"/>
                        <a:pt x="39" y="180"/>
                        <a:pt x="40" y="180"/>
                      </a:cubicBezTo>
                      <a:cubicBezTo>
                        <a:pt x="40" y="179"/>
                        <a:pt x="40" y="178"/>
                        <a:pt x="40" y="177"/>
                      </a:cubicBezTo>
                      <a:cubicBezTo>
                        <a:pt x="39" y="178"/>
                        <a:pt x="39" y="178"/>
                        <a:pt x="39" y="179"/>
                      </a:cubicBezTo>
                      <a:cubicBezTo>
                        <a:pt x="39" y="180"/>
                        <a:pt x="39" y="181"/>
                        <a:pt x="38" y="182"/>
                      </a:cubicBezTo>
                      <a:cubicBezTo>
                        <a:pt x="38" y="183"/>
                        <a:pt x="38" y="183"/>
                        <a:pt x="37" y="183"/>
                      </a:cubicBezTo>
                      <a:cubicBezTo>
                        <a:pt x="37" y="184"/>
                        <a:pt x="37" y="184"/>
                        <a:pt x="37" y="185"/>
                      </a:cubicBezTo>
                      <a:cubicBezTo>
                        <a:pt x="36" y="186"/>
                        <a:pt x="36" y="187"/>
                        <a:pt x="36" y="188"/>
                      </a:cubicBezTo>
                      <a:cubicBezTo>
                        <a:pt x="36" y="189"/>
                        <a:pt x="36" y="189"/>
                        <a:pt x="36" y="189"/>
                      </a:cubicBezTo>
                      <a:close/>
                      <a:moveTo>
                        <a:pt x="49" y="181"/>
                      </a:moveTo>
                      <a:cubicBezTo>
                        <a:pt x="49" y="180"/>
                        <a:pt x="50" y="179"/>
                        <a:pt x="51" y="179"/>
                      </a:cubicBezTo>
                      <a:cubicBezTo>
                        <a:pt x="51" y="178"/>
                        <a:pt x="51" y="178"/>
                        <a:pt x="51" y="178"/>
                      </a:cubicBezTo>
                      <a:cubicBezTo>
                        <a:pt x="51" y="177"/>
                        <a:pt x="52" y="177"/>
                        <a:pt x="52" y="177"/>
                      </a:cubicBezTo>
                      <a:cubicBezTo>
                        <a:pt x="54" y="176"/>
                        <a:pt x="52" y="176"/>
                        <a:pt x="52" y="176"/>
                      </a:cubicBezTo>
                      <a:cubicBezTo>
                        <a:pt x="51" y="176"/>
                        <a:pt x="52" y="175"/>
                        <a:pt x="52" y="175"/>
                      </a:cubicBezTo>
                      <a:cubicBezTo>
                        <a:pt x="52" y="174"/>
                        <a:pt x="52" y="174"/>
                        <a:pt x="52" y="174"/>
                      </a:cubicBezTo>
                      <a:cubicBezTo>
                        <a:pt x="52" y="174"/>
                        <a:pt x="52" y="173"/>
                        <a:pt x="52" y="173"/>
                      </a:cubicBezTo>
                      <a:cubicBezTo>
                        <a:pt x="52" y="173"/>
                        <a:pt x="53" y="173"/>
                        <a:pt x="53" y="172"/>
                      </a:cubicBezTo>
                      <a:cubicBezTo>
                        <a:pt x="53" y="172"/>
                        <a:pt x="53" y="172"/>
                        <a:pt x="53" y="172"/>
                      </a:cubicBezTo>
                      <a:cubicBezTo>
                        <a:pt x="53" y="171"/>
                        <a:pt x="53" y="171"/>
                        <a:pt x="54" y="171"/>
                      </a:cubicBezTo>
                      <a:cubicBezTo>
                        <a:pt x="54" y="171"/>
                        <a:pt x="54" y="171"/>
                        <a:pt x="54" y="170"/>
                      </a:cubicBezTo>
                      <a:cubicBezTo>
                        <a:pt x="55" y="170"/>
                        <a:pt x="55" y="170"/>
                        <a:pt x="55" y="170"/>
                      </a:cubicBezTo>
                      <a:cubicBezTo>
                        <a:pt x="55" y="169"/>
                        <a:pt x="55" y="169"/>
                        <a:pt x="54" y="169"/>
                      </a:cubicBezTo>
                      <a:cubicBezTo>
                        <a:pt x="54" y="169"/>
                        <a:pt x="53" y="171"/>
                        <a:pt x="52" y="170"/>
                      </a:cubicBezTo>
                      <a:cubicBezTo>
                        <a:pt x="52" y="171"/>
                        <a:pt x="52" y="171"/>
                        <a:pt x="52" y="171"/>
                      </a:cubicBezTo>
                      <a:cubicBezTo>
                        <a:pt x="52" y="171"/>
                        <a:pt x="51" y="170"/>
                        <a:pt x="51" y="170"/>
                      </a:cubicBezTo>
                      <a:cubicBezTo>
                        <a:pt x="51" y="170"/>
                        <a:pt x="51" y="171"/>
                        <a:pt x="51" y="171"/>
                      </a:cubicBezTo>
                      <a:cubicBezTo>
                        <a:pt x="51" y="171"/>
                        <a:pt x="51" y="171"/>
                        <a:pt x="50" y="171"/>
                      </a:cubicBezTo>
                      <a:cubicBezTo>
                        <a:pt x="50" y="172"/>
                        <a:pt x="49" y="172"/>
                        <a:pt x="49" y="173"/>
                      </a:cubicBezTo>
                      <a:cubicBezTo>
                        <a:pt x="48" y="174"/>
                        <a:pt x="48" y="174"/>
                        <a:pt x="47" y="175"/>
                      </a:cubicBezTo>
                      <a:cubicBezTo>
                        <a:pt x="47" y="176"/>
                        <a:pt x="48" y="176"/>
                        <a:pt x="48" y="177"/>
                      </a:cubicBezTo>
                      <a:cubicBezTo>
                        <a:pt x="48" y="178"/>
                        <a:pt x="47" y="178"/>
                        <a:pt x="47" y="178"/>
                      </a:cubicBezTo>
                      <a:cubicBezTo>
                        <a:pt x="47" y="179"/>
                        <a:pt x="48" y="179"/>
                        <a:pt x="48" y="179"/>
                      </a:cubicBezTo>
                      <a:cubicBezTo>
                        <a:pt x="48" y="180"/>
                        <a:pt x="48" y="181"/>
                        <a:pt x="48" y="182"/>
                      </a:cubicBezTo>
                      <a:cubicBezTo>
                        <a:pt x="47" y="182"/>
                        <a:pt x="47" y="183"/>
                        <a:pt x="48" y="183"/>
                      </a:cubicBezTo>
                      <a:cubicBezTo>
                        <a:pt x="49" y="183"/>
                        <a:pt x="49" y="181"/>
                        <a:pt x="49" y="181"/>
                      </a:cubicBezTo>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6" name="Freeform 790">
                  <a:extLst>
                    <a:ext uri="{FF2B5EF4-FFF2-40B4-BE49-F238E27FC236}">
                      <a16:creationId xmlns:a16="http://schemas.microsoft.com/office/drawing/2014/main" id="{61141F21-8FCD-692E-A0F7-8AA061C1EC6C}"/>
                    </a:ext>
                  </a:extLst>
                </p:cNvPr>
                <p:cNvSpPr>
                  <a:spLocks noEditPoints="1"/>
                </p:cNvSpPr>
                <p:nvPr/>
              </p:nvSpPr>
              <p:spPr bwMode="auto">
                <a:xfrm>
                  <a:off x="5692775" y="2166938"/>
                  <a:ext cx="365125" cy="842963"/>
                </a:xfrm>
                <a:custGeom>
                  <a:avLst/>
                  <a:gdLst>
                    <a:gd name="T0" fmla="*/ 85 w 88"/>
                    <a:gd name="T1" fmla="*/ 56 h 202"/>
                    <a:gd name="T2" fmla="*/ 81 w 88"/>
                    <a:gd name="T3" fmla="*/ 57 h 202"/>
                    <a:gd name="T4" fmla="*/ 77 w 88"/>
                    <a:gd name="T5" fmla="*/ 57 h 202"/>
                    <a:gd name="T6" fmla="*/ 75 w 88"/>
                    <a:gd name="T7" fmla="*/ 60 h 202"/>
                    <a:gd name="T8" fmla="*/ 73 w 88"/>
                    <a:gd name="T9" fmla="*/ 61 h 202"/>
                    <a:gd name="T10" fmla="*/ 71 w 88"/>
                    <a:gd name="T11" fmla="*/ 67 h 202"/>
                    <a:gd name="T12" fmla="*/ 67 w 88"/>
                    <a:gd name="T13" fmla="*/ 73 h 202"/>
                    <a:gd name="T14" fmla="*/ 70 w 88"/>
                    <a:gd name="T15" fmla="*/ 76 h 202"/>
                    <a:gd name="T16" fmla="*/ 69 w 88"/>
                    <a:gd name="T17" fmla="*/ 80 h 202"/>
                    <a:gd name="T18" fmla="*/ 65 w 88"/>
                    <a:gd name="T19" fmla="*/ 89 h 202"/>
                    <a:gd name="T20" fmla="*/ 60 w 88"/>
                    <a:gd name="T21" fmla="*/ 91 h 202"/>
                    <a:gd name="T22" fmla="*/ 54 w 88"/>
                    <a:gd name="T23" fmla="*/ 96 h 202"/>
                    <a:gd name="T24" fmla="*/ 50 w 88"/>
                    <a:gd name="T25" fmla="*/ 99 h 202"/>
                    <a:gd name="T26" fmla="*/ 48 w 88"/>
                    <a:gd name="T27" fmla="*/ 103 h 202"/>
                    <a:gd name="T28" fmla="*/ 46 w 88"/>
                    <a:gd name="T29" fmla="*/ 108 h 202"/>
                    <a:gd name="T30" fmla="*/ 43 w 88"/>
                    <a:gd name="T31" fmla="*/ 111 h 202"/>
                    <a:gd name="T32" fmla="*/ 42 w 88"/>
                    <a:gd name="T33" fmla="*/ 118 h 202"/>
                    <a:gd name="T34" fmla="*/ 41 w 88"/>
                    <a:gd name="T35" fmla="*/ 122 h 202"/>
                    <a:gd name="T36" fmla="*/ 41 w 88"/>
                    <a:gd name="T37" fmla="*/ 134 h 202"/>
                    <a:gd name="T38" fmla="*/ 47 w 88"/>
                    <a:gd name="T39" fmla="*/ 137 h 202"/>
                    <a:gd name="T40" fmla="*/ 50 w 88"/>
                    <a:gd name="T41" fmla="*/ 139 h 202"/>
                    <a:gd name="T42" fmla="*/ 52 w 88"/>
                    <a:gd name="T43" fmla="*/ 146 h 202"/>
                    <a:gd name="T44" fmla="*/ 43 w 88"/>
                    <a:gd name="T45" fmla="*/ 149 h 202"/>
                    <a:gd name="T46" fmla="*/ 35 w 88"/>
                    <a:gd name="T47" fmla="*/ 150 h 202"/>
                    <a:gd name="T48" fmla="*/ 42 w 88"/>
                    <a:gd name="T49" fmla="*/ 153 h 202"/>
                    <a:gd name="T50" fmla="*/ 48 w 88"/>
                    <a:gd name="T51" fmla="*/ 152 h 202"/>
                    <a:gd name="T52" fmla="*/ 45 w 88"/>
                    <a:gd name="T53" fmla="*/ 154 h 202"/>
                    <a:gd name="T54" fmla="*/ 36 w 88"/>
                    <a:gd name="T55" fmla="*/ 161 h 202"/>
                    <a:gd name="T56" fmla="*/ 39 w 88"/>
                    <a:gd name="T57" fmla="*/ 166 h 202"/>
                    <a:gd name="T58" fmla="*/ 36 w 88"/>
                    <a:gd name="T59" fmla="*/ 170 h 202"/>
                    <a:gd name="T60" fmla="*/ 37 w 88"/>
                    <a:gd name="T61" fmla="*/ 177 h 202"/>
                    <a:gd name="T62" fmla="*/ 36 w 88"/>
                    <a:gd name="T63" fmla="*/ 185 h 202"/>
                    <a:gd name="T64" fmla="*/ 32 w 88"/>
                    <a:gd name="T65" fmla="*/ 192 h 202"/>
                    <a:gd name="T66" fmla="*/ 24 w 88"/>
                    <a:gd name="T67" fmla="*/ 194 h 202"/>
                    <a:gd name="T68" fmla="*/ 16 w 88"/>
                    <a:gd name="T69" fmla="*/ 201 h 202"/>
                    <a:gd name="T70" fmla="*/ 9 w 88"/>
                    <a:gd name="T71" fmla="*/ 190 h 202"/>
                    <a:gd name="T72" fmla="*/ 8 w 88"/>
                    <a:gd name="T73" fmla="*/ 182 h 202"/>
                    <a:gd name="T74" fmla="*/ 4 w 88"/>
                    <a:gd name="T75" fmla="*/ 172 h 202"/>
                    <a:gd name="T76" fmla="*/ 2 w 88"/>
                    <a:gd name="T77" fmla="*/ 165 h 202"/>
                    <a:gd name="T78" fmla="*/ 3 w 88"/>
                    <a:gd name="T79" fmla="*/ 158 h 202"/>
                    <a:gd name="T80" fmla="*/ 10 w 88"/>
                    <a:gd name="T81" fmla="*/ 140 h 202"/>
                    <a:gd name="T82" fmla="*/ 8 w 88"/>
                    <a:gd name="T83" fmla="*/ 121 h 202"/>
                    <a:gd name="T84" fmla="*/ 7 w 88"/>
                    <a:gd name="T85" fmla="*/ 99 h 202"/>
                    <a:gd name="T86" fmla="*/ 19 w 88"/>
                    <a:gd name="T87" fmla="*/ 85 h 202"/>
                    <a:gd name="T88" fmla="*/ 23 w 88"/>
                    <a:gd name="T89" fmla="*/ 65 h 202"/>
                    <a:gd name="T90" fmla="*/ 29 w 88"/>
                    <a:gd name="T91" fmla="*/ 45 h 202"/>
                    <a:gd name="T92" fmla="*/ 41 w 88"/>
                    <a:gd name="T93" fmla="*/ 19 h 202"/>
                    <a:gd name="T94" fmla="*/ 48 w 88"/>
                    <a:gd name="T95" fmla="*/ 9 h 202"/>
                    <a:gd name="T96" fmla="*/ 61 w 88"/>
                    <a:gd name="T97" fmla="*/ 10 h 202"/>
                    <a:gd name="T98" fmla="*/ 66 w 88"/>
                    <a:gd name="T99" fmla="*/ 3 h 202"/>
                    <a:gd name="T100" fmla="*/ 75 w 88"/>
                    <a:gd name="T101" fmla="*/ 11 h 202"/>
                    <a:gd name="T102" fmla="*/ 84 w 88"/>
                    <a:gd name="T103" fmla="*/ 19 h 202"/>
                    <a:gd name="T104" fmla="*/ 85 w 88"/>
                    <a:gd name="T105" fmla="*/ 32 h 202"/>
                    <a:gd name="T106" fmla="*/ 84 w 88"/>
                    <a:gd name="T107" fmla="*/ 47 h 202"/>
                    <a:gd name="T108" fmla="*/ 37 w 88"/>
                    <a:gd name="T109" fmla="*/ 191 h 202"/>
                    <a:gd name="T110" fmla="*/ 37 w 88"/>
                    <a:gd name="T111" fmla="*/ 183 h 202"/>
                    <a:gd name="T112" fmla="*/ 52 w 88"/>
                    <a:gd name="T113" fmla="*/ 176 h 202"/>
                    <a:gd name="T114" fmla="*/ 55 w 88"/>
                    <a:gd name="T115" fmla="*/ 170 h 202"/>
                    <a:gd name="T116" fmla="*/ 47 w 88"/>
                    <a:gd name="T117" fmla="*/ 17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8" h="202">
                      <a:moveTo>
                        <a:pt x="88" y="56"/>
                      </a:moveTo>
                      <a:cubicBezTo>
                        <a:pt x="88" y="56"/>
                        <a:pt x="88" y="57"/>
                        <a:pt x="88" y="57"/>
                      </a:cubicBezTo>
                      <a:cubicBezTo>
                        <a:pt x="88" y="57"/>
                        <a:pt x="88" y="57"/>
                        <a:pt x="87" y="57"/>
                      </a:cubicBezTo>
                      <a:cubicBezTo>
                        <a:pt x="87" y="57"/>
                        <a:pt x="87" y="57"/>
                        <a:pt x="87" y="57"/>
                      </a:cubicBezTo>
                      <a:cubicBezTo>
                        <a:pt x="86" y="57"/>
                        <a:pt x="87" y="57"/>
                        <a:pt x="86" y="58"/>
                      </a:cubicBezTo>
                      <a:cubicBezTo>
                        <a:pt x="87" y="57"/>
                        <a:pt x="86" y="57"/>
                        <a:pt x="86" y="57"/>
                      </a:cubicBezTo>
                      <a:cubicBezTo>
                        <a:pt x="86" y="57"/>
                        <a:pt x="86" y="57"/>
                        <a:pt x="85" y="57"/>
                      </a:cubicBezTo>
                      <a:cubicBezTo>
                        <a:pt x="85" y="56"/>
                        <a:pt x="85" y="56"/>
                        <a:pt x="85" y="56"/>
                      </a:cubicBezTo>
                      <a:cubicBezTo>
                        <a:pt x="84" y="57"/>
                        <a:pt x="85" y="57"/>
                        <a:pt x="84" y="57"/>
                      </a:cubicBezTo>
                      <a:cubicBezTo>
                        <a:pt x="84" y="57"/>
                        <a:pt x="84" y="57"/>
                        <a:pt x="84" y="57"/>
                      </a:cubicBezTo>
                      <a:cubicBezTo>
                        <a:pt x="84" y="56"/>
                        <a:pt x="83" y="56"/>
                        <a:pt x="83" y="56"/>
                      </a:cubicBezTo>
                      <a:cubicBezTo>
                        <a:pt x="83" y="57"/>
                        <a:pt x="83" y="57"/>
                        <a:pt x="83" y="57"/>
                      </a:cubicBezTo>
                      <a:cubicBezTo>
                        <a:pt x="83" y="57"/>
                        <a:pt x="82" y="57"/>
                        <a:pt x="82" y="57"/>
                      </a:cubicBezTo>
                      <a:cubicBezTo>
                        <a:pt x="82" y="57"/>
                        <a:pt x="82" y="57"/>
                        <a:pt x="82" y="57"/>
                      </a:cubicBezTo>
                      <a:cubicBezTo>
                        <a:pt x="82" y="57"/>
                        <a:pt x="82" y="56"/>
                        <a:pt x="82" y="56"/>
                      </a:cubicBezTo>
                      <a:cubicBezTo>
                        <a:pt x="81" y="57"/>
                        <a:pt x="82" y="57"/>
                        <a:pt x="81" y="57"/>
                      </a:cubicBezTo>
                      <a:cubicBezTo>
                        <a:pt x="81" y="58"/>
                        <a:pt x="81" y="58"/>
                        <a:pt x="81" y="59"/>
                      </a:cubicBezTo>
                      <a:cubicBezTo>
                        <a:pt x="81" y="58"/>
                        <a:pt x="81" y="58"/>
                        <a:pt x="81" y="57"/>
                      </a:cubicBezTo>
                      <a:cubicBezTo>
                        <a:pt x="80" y="57"/>
                        <a:pt x="80" y="57"/>
                        <a:pt x="80" y="57"/>
                      </a:cubicBezTo>
                      <a:cubicBezTo>
                        <a:pt x="79" y="56"/>
                        <a:pt x="79" y="55"/>
                        <a:pt x="78" y="55"/>
                      </a:cubicBezTo>
                      <a:cubicBezTo>
                        <a:pt x="78" y="56"/>
                        <a:pt x="78" y="57"/>
                        <a:pt x="78" y="57"/>
                      </a:cubicBezTo>
                      <a:cubicBezTo>
                        <a:pt x="78" y="57"/>
                        <a:pt x="78" y="57"/>
                        <a:pt x="77" y="57"/>
                      </a:cubicBezTo>
                      <a:cubicBezTo>
                        <a:pt x="77" y="57"/>
                        <a:pt x="77" y="57"/>
                        <a:pt x="77" y="57"/>
                      </a:cubicBezTo>
                      <a:cubicBezTo>
                        <a:pt x="77" y="57"/>
                        <a:pt x="77" y="57"/>
                        <a:pt x="77" y="57"/>
                      </a:cubicBezTo>
                      <a:cubicBezTo>
                        <a:pt x="77" y="57"/>
                        <a:pt x="77" y="56"/>
                        <a:pt x="77" y="56"/>
                      </a:cubicBezTo>
                      <a:cubicBezTo>
                        <a:pt x="76" y="56"/>
                        <a:pt x="76" y="56"/>
                        <a:pt x="76" y="57"/>
                      </a:cubicBezTo>
                      <a:cubicBezTo>
                        <a:pt x="75" y="57"/>
                        <a:pt x="76" y="57"/>
                        <a:pt x="76" y="58"/>
                      </a:cubicBezTo>
                      <a:cubicBezTo>
                        <a:pt x="75" y="58"/>
                        <a:pt x="75" y="58"/>
                        <a:pt x="75" y="58"/>
                      </a:cubicBezTo>
                      <a:cubicBezTo>
                        <a:pt x="75" y="58"/>
                        <a:pt x="75" y="58"/>
                        <a:pt x="75" y="59"/>
                      </a:cubicBezTo>
                      <a:cubicBezTo>
                        <a:pt x="75" y="59"/>
                        <a:pt x="75" y="59"/>
                        <a:pt x="75" y="59"/>
                      </a:cubicBezTo>
                      <a:cubicBezTo>
                        <a:pt x="75" y="59"/>
                        <a:pt x="76" y="59"/>
                        <a:pt x="76" y="59"/>
                      </a:cubicBezTo>
                      <a:cubicBezTo>
                        <a:pt x="76" y="60"/>
                        <a:pt x="75" y="60"/>
                        <a:pt x="75" y="60"/>
                      </a:cubicBezTo>
                      <a:cubicBezTo>
                        <a:pt x="75" y="60"/>
                        <a:pt x="76" y="60"/>
                        <a:pt x="76" y="61"/>
                      </a:cubicBezTo>
                      <a:cubicBezTo>
                        <a:pt x="75" y="61"/>
                        <a:pt x="74" y="60"/>
                        <a:pt x="74" y="60"/>
                      </a:cubicBezTo>
                      <a:cubicBezTo>
                        <a:pt x="73" y="59"/>
                        <a:pt x="73" y="58"/>
                        <a:pt x="72" y="58"/>
                      </a:cubicBezTo>
                      <a:cubicBezTo>
                        <a:pt x="72" y="58"/>
                        <a:pt x="72" y="58"/>
                        <a:pt x="72" y="59"/>
                      </a:cubicBezTo>
                      <a:cubicBezTo>
                        <a:pt x="73" y="59"/>
                        <a:pt x="73" y="60"/>
                        <a:pt x="73" y="60"/>
                      </a:cubicBezTo>
                      <a:cubicBezTo>
                        <a:pt x="73" y="60"/>
                        <a:pt x="74" y="60"/>
                        <a:pt x="74" y="61"/>
                      </a:cubicBezTo>
                      <a:cubicBezTo>
                        <a:pt x="74" y="61"/>
                        <a:pt x="74" y="61"/>
                        <a:pt x="74" y="61"/>
                      </a:cubicBezTo>
                      <a:cubicBezTo>
                        <a:pt x="73" y="61"/>
                        <a:pt x="73" y="61"/>
                        <a:pt x="73" y="61"/>
                      </a:cubicBezTo>
                      <a:cubicBezTo>
                        <a:pt x="73" y="62"/>
                        <a:pt x="74" y="62"/>
                        <a:pt x="74" y="62"/>
                      </a:cubicBezTo>
                      <a:cubicBezTo>
                        <a:pt x="74" y="63"/>
                        <a:pt x="73" y="63"/>
                        <a:pt x="73" y="63"/>
                      </a:cubicBezTo>
                      <a:cubicBezTo>
                        <a:pt x="72" y="63"/>
                        <a:pt x="71" y="63"/>
                        <a:pt x="71" y="63"/>
                      </a:cubicBezTo>
                      <a:cubicBezTo>
                        <a:pt x="70" y="63"/>
                        <a:pt x="70" y="64"/>
                        <a:pt x="70" y="64"/>
                      </a:cubicBezTo>
                      <a:cubicBezTo>
                        <a:pt x="70" y="64"/>
                        <a:pt x="69" y="64"/>
                        <a:pt x="69" y="64"/>
                      </a:cubicBezTo>
                      <a:cubicBezTo>
                        <a:pt x="68" y="65"/>
                        <a:pt x="69" y="65"/>
                        <a:pt x="70" y="65"/>
                      </a:cubicBezTo>
                      <a:cubicBezTo>
                        <a:pt x="70" y="66"/>
                        <a:pt x="70" y="66"/>
                        <a:pt x="70" y="66"/>
                      </a:cubicBezTo>
                      <a:cubicBezTo>
                        <a:pt x="70" y="66"/>
                        <a:pt x="71" y="67"/>
                        <a:pt x="71" y="67"/>
                      </a:cubicBezTo>
                      <a:cubicBezTo>
                        <a:pt x="71" y="67"/>
                        <a:pt x="71" y="67"/>
                        <a:pt x="71" y="67"/>
                      </a:cubicBezTo>
                      <a:cubicBezTo>
                        <a:pt x="71" y="68"/>
                        <a:pt x="71" y="68"/>
                        <a:pt x="71" y="68"/>
                      </a:cubicBezTo>
                      <a:cubicBezTo>
                        <a:pt x="71" y="69"/>
                        <a:pt x="70" y="69"/>
                        <a:pt x="70" y="69"/>
                      </a:cubicBezTo>
                      <a:cubicBezTo>
                        <a:pt x="70" y="69"/>
                        <a:pt x="70" y="69"/>
                        <a:pt x="70" y="70"/>
                      </a:cubicBezTo>
                      <a:cubicBezTo>
                        <a:pt x="69" y="70"/>
                        <a:pt x="69" y="70"/>
                        <a:pt x="69" y="71"/>
                      </a:cubicBezTo>
                      <a:cubicBezTo>
                        <a:pt x="69" y="71"/>
                        <a:pt x="68" y="70"/>
                        <a:pt x="68" y="71"/>
                      </a:cubicBezTo>
                      <a:cubicBezTo>
                        <a:pt x="68" y="72"/>
                        <a:pt x="68" y="72"/>
                        <a:pt x="68" y="73"/>
                      </a:cubicBezTo>
                      <a:cubicBezTo>
                        <a:pt x="67" y="72"/>
                        <a:pt x="67" y="72"/>
                        <a:pt x="67" y="73"/>
                      </a:cubicBezTo>
                      <a:cubicBezTo>
                        <a:pt x="67" y="73"/>
                        <a:pt x="68" y="73"/>
                        <a:pt x="68" y="73"/>
                      </a:cubicBezTo>
                      <a:cubicBezTo>
                        <a:pt x="68" y="73"/>
                        <a:pt x="69" y="73"/>
                        <a:pt x="69" y="74"/>
                      </a:cubicBezTo>
                      <a:cubicBezTo>
                        <a:pt x="69" y="74"/>
                        <a:pt x="69" y="74"/>
                        <a:pt x="69" y="74"/>
                      </a:cubicBezTo>
                      <a:cubicBezTo>
                        <a:pt x="69" y="74"/>
                        <a:pt x="69" y="75"/>
                        <a:pt x="69" y="75"/>
                      </a:cubicBezTo>
                      <a:cubicBezTo>
                        <a:pt x="68" y="75"/>
                        <a:pt x="68" y="74"/>
                        <a:pt x="68" y="74"/>
                      </a:cubicBezTo>
                      <a:cubicBezTo>
                        <a:pt x="67" y="75"/>
                        <a:pt x="68" y="75"/>
                        <a:pt x="68" y="76"/>
                      </a:cubicBezTo>
                      <a:cubicBezTo>
                        <a:pt x="69" y="76"/>
                        <a:pt x="69" y="76"/>
                        <a:pt x="69" y="77"/>
                      </a:cubicBezTo>
                      <a:cubicBezTo>
                        <a:pt x="69" y="76"/>
                        <a:pt x="69" y="76"/>
                        <a:pt x="70" y="76"/>
                      </a:cubicBezTo>
                      <a:cubicBezTo>
                        <a:pt x="70" y="76"/>
                        <a:pt x="70" y="77"/>
                        <a:pt x="70" y="77"/>
                      </a:cubicBezTo>
                      <a:cubicBezTo>
                        <a:pt x="70" y="77"/>
                        <a:pt x="70" y="77"/>
                        <a:pt x="70" y="77"/>
                      </a:cubicBezTo>
                      <a:cubicBezTo>
                        <a:pt x="69" y="78"/>
                        <a:pt x="70" y="78"/>
                        <a:pt x="70" y="78"/>
                      </a:cubicBezTo>
                      <a:cubicBezTo>
                        <a:pt x="70" y="78"/>
                        <a:pt x="70" y="77"/>
                        <a:pt x="70" y="78"/>
                      </a:cubicBezTo>
                      <a:cubicBezTo>
                        <a:pt x="70" y="78"/>
                        <a:pt x="70" y="78"/>
                        <a:pt x="70" y="78"/>
                      </a:cubicBezTo>
                      <a:cubicBezTo>
                        <a:pt x="70" y="78"/>
                        <a:pt x="71" y="78"/>
                        <a:pt x="71" y="78"/>
                      </a:cubicBezTo>
                      <a:cubicBezTo>
                        <a:pt x="71" y="78"/>
                        <a:pt x="70" y="79"/>
                        <a:pt x="70" y="79"/>
                      </a:cubicBezTo>
                      <a:cubicBezTo>
                        <a:pt x="70" y="80"/>
                        <a:pt x="69" y="81"/>
                        <a:pt x="69" y="80"/>
                      </a:cubicBezTo>
                      <a:cubicBezTo>
                        <a:pt x="69" y="80"/>
                        <a:pt x="69" y="80"/>
                        <a:pt x="69" y="81"/>
                      </a:cubicBezTo>
                      <a:cubicBezTo>
                        <a:pt x="69" y="81"/>
                        <a:pt x="68" y="81"/>
                        <a:pt x="68" y="81"/>
                      </a:cubicBezTo>
                      <a:cubicBezTo>
                        <a:pt x="68" y="81"/>
                        <a:pt x="68" y="82"/>
                        <a:pt x="68" y="82"/>
                      </a:cubicBezTo>
                      <a:cubicBezTo>
                        <a:pt x="67" y="82"/>
                        <a:pt x="67" y="82"/>
                        <a:pt x="67" y="83"/>
                      </a:cubicBezTo>
                      <a:cubicBezTo>
                        <a:pt x="67" y="83"/>
                        <a:pt x="66" y="84"/>
                        <a:pt x="66" y="84"/>
                      </a:cubicBezTo>
                      <a:cubicBezTo>
                        <a:pt x="66" y="85"/>
                        <a:pt x="66" y="86"/>
                        <a:pt x="65" y="87"/>
                      </a:cubicBezTo>
                      <a:cubicBezTo>
                        <a:pt x="65" y="88"/>
                        <a:pt x="65" y="88"/>
                        <a:pt x="65" y="88"/>
                      </a:cubicBezTo>
                      <a:cubicBezTo>
                        <a:pt x="65" y="88"/>
                        <a:pt x="65" y="88"/>
                        <a:pt x="65" y="89"/>
                      </a:cubicBezTo>
                      <a:cubicBezTo>
                        <a:pt x="65" y="89"/>
                        <a:pt x="65" y="88"/>
                        <a:pt x="64" y="88"/>
                      </a:cubicBezTo>
                      <a:cubicBezTo>
                        <a:pt x="64" y="88"/>
                        <a:pt x="64" y="89"/>
                        <a:pt x="64" y="89"/>
                      </a:cubicBezTo>
                      <a:cubicBezTo>
                        <a:pt x="63" y="89"/>
                        <a:pt x="63" y="89"/>
                        <a:pt x="63" y="89"/>
                      </a:cubicBezTo>
                      <a:cubicBezTo>
                        <a:pt x="63" y="89"/>
                        <a:pt x="63" y="91"/>
                        <a:pt x="62" y="90"/>
                      </a:cubicBezTo>
                      <a:cubicBezTo>
                        <a:pt x="62" y="90"/>
                        <a:pt x="62" y="89"/>
                        <a:pt x="62" y="90"/>
                      </a:cubicBezTo>
                      <a:cubicBezTo>
                        <a:pt x="62" y="90"/>
                        <a:pt x="62" y="90"/>
                        <a:pt x="62" y="90"/>
                      </a:cubicBezTo>
                      <a:cubicBezTo>
                        <a:pt x="61" y="91"/>
                        <a:pt x="61" y="91"/>
                        <a:pt x="61" y="91"/>
                      </a:cubicBezTo>
                      <a:cubicBezTo>
                        <a:pt x="60" y="91"/>
                        <a:pt x="60" y="91"/>
                        <a:pt x="60" y="91"/>
                      </a:cubicBezTo>
                      <a:cubicBezTo>
                        <a:pt x="60" y="91"/>
                        <a:pt x="59" y="92"/>
                        <a:pt x="59" y="92"/>
                      </a:cubicBezTo>
                      <a:cubicBezTo>
                        <a:pt x="58" y="93"/>
                        <a:pt x="58" y="95"/>
                        <a:pt x="57" y="93"/>
                      </a:cubicBezTo>
                      <a:cubicBezTo>
                        <a:pt x="57" y="93"/>
                        <a:pt x="57" y="92"/>
                        <a:pt x="56" y="92"/>
                      </a:cubicBezTo>
                      <a:cubicBezTo>
                        <a:pt x="56" y="92"/>
                        <a:pt x="57" y="94"/>
                        <a:pt x="57" y="94"/>
                      </a:cubicBezTo>
                      <a:cubicBezTo>
                        <a:pt x="56" y="94"/>
                        <a:pt x="56" y="94"/>
                        <a:pt x="56" y="94"/>
                      </a:cubicBezTo>
                      <a:cubicBezTo>
                        <a:pt x="55" y="94"/>
                        <a:pt x="55" y="94"/>
                        <a:pt x="55" y="94"/>
                      </a:cubicBezTo>
                      <a:cubicBezTo>
                        <a:pt x="55" y="94"/>
                        <a:pt x="55" y="95"/>
                        <a:pt x="55" y="95"/>
                      </a:cubicBezTo>
                      <a:cubicBezTo>
                        <a:pt x="55" y="96"/>
                        <a:pt x="55" y="96"/>
                        <a:pt x="54" y="96"/>
                      </a:cubicBezTo>
                      <a:cubicBezTo>
                        <a:pt x="54" y="96"/>
                        <a:pt x="54" y="97"/>
                        <a:pt x="54" y="97"/>
                      </a:cubicBezTo>
                      <a:cubicBezTo>
                        <a:pt x="53" y="97"/>
                        <a:pt x="54" y="98"/>
                        <a:pt x="53" y="98"/>
                      </a:cubicBezTo>
                      <a:cubicBezTo>
                        <a:pt x="53" y="98"/>
                        <a:pt x="53" y="97"/>
                        <a:pt x="52" y="97"/>
                      </a:cubicBezTo>
                      <a:cubicBezTo>
                        <a:pt x="52" y="97"/>
                        <a:pt x="52" y="97"/>
                        <a:pt x="52" y="97"/>
                      </a:cubicBezTo>
                      <a:cubicBezTo>
                        <a:pt x="52" y="97"/>
                        <a:pt x="53" y="97"/>
                        <a:pt x="52" y="98"/>
                      </a:cubicBezTo>
                      <a:cubicBezTo>
                        <a:pt x="52" y="98"/>
                        <a:pt x="51" y="98"/>
                        <a:pt x="51" y="98"/>
                      </a:cubicBezTo>
                      <a:cubicBezTo>
                        <a:pt x="51" y="98"/>
                        <a:pt x="51" y="98"/>
                        <a:pt x="51" y="99"/>
                      </a:cubicBezTo>
                      <a:cubicBezTo>
                        <a:pt x="51" y="99"/>
                        <a:pt x="50" y="99"/>
                        <a:pt x="50" y="99"/>
                      </a:cubicBezTo>
                      <a:cubicBezTo>
                        <a:pt x="50" y="100"/>
                        <a:pt x="50" y="100"/>
                        <a:pt x="50" y="100"/>
                      </a:cubicBezTo>
                      <a:cubicBezTo>
                        <a:pt x="49" y="100"/>
                        <a:pt x="49" y="100"/>
                        <a:pt x="48" y="101"/>
                      </a:cubicBezTo>
                      <a:cubicBezTo>
                        <a:pt x="49" y="101"/>
                        <a:pt x="50" y="101"/>
                        <a:pt x="50" y="101"/>
                      </a:cubicBezTo>
                      <a:cubicBezTo>
                        <a:pt x="50" y="101"/>
                        <a:pt x="49" y="101"/>
                        <a:pt x="49" y="102"/>
                      </a:cubicBezTo>
                      <a:cubicBezTo>
                        <a:pt x="50" y="102"/>
                        <a:pt x="50" y="102"/>
                        <a:pt x="50" y="103"/>
                      </a:cubicBezTo>
                      <a:cubicBezTo>
                        <a:pt x="50" y="103"/>
                        <a:pt x="49" y="103"/>
                        <a:pt x="49" y="103"/>
                      </a:cubicBezTo>
                      <a:cubicBezTo>
                        <a:pt x="49" y="103"/>
                        <a:pt x="49" y="102"/>
                        <a:pt x="48" y="103"/>
                      </a:cubicBezTo>
                      <a:cubicBezTo>
                        <a:pt x="48" y="103"/>
                        <a:pt x="48" y="103"/>
                        <a:pt x="48" y="103"/>
                      </a:cubicBezTo>
                      <a:cubicBezTo>
                        <a:pt x="48" y="104"/>
                        <a:pt x="47" y="103"/>
                        <a:pt x="47" y="103"/>
                      </a:cubicBezTo>
                      <a:cubicBezTo>
                        <a:pt x="46" y="104"/>
                        <a:pt x="46" y="101"/>
                        <a:pt x="45" y="101"/>
                      </a:cubicBezTo>
                      <a:cubicBezTo>
                        <a:pt x="45" y="102"/>
                        <a:pt x="45" y="102"/>
                        <a:pt x="46" y="103"/>
                      </a:cubicBezTo>
                      <a:cubicBezTo>
                        <a:pt x="46" y="104"/>
                        <a:pt x="47" y="105"/>
                        <a:pt x="47" y="105"/>
                      </a:cubicBezTo>
                      <a:cubicBezTo>
                        <a:pt x="46" y="105"/>
                        <a:pt x="46" y="105"/>
                        <a:pt x="46" y="106"/>
                      </a:cubicBezTo>
                      <a:cubicBezTo>
                        <a:pt x="46" y="106"/>
                        <a:pt x="46" y="106"/>
                        <a:pt x="46" y="106"/>
                      </a:cubicBezTo>
                      <a:cubicBezTo>
                        <a:pt x="47" y="107"/>
                        <a:pt x="46" y="107"/>
                        <a:pt x="46" y="107"/>
                      </a:cubicBezTo>
                      <a:cubicBezTo>
                        <a:pt x="46" y="107"/>
                        <a:pt x="46" y="108"/>
                        <a:pt x="46" y="108"/>
                      </a:cubicBezTo>
                      <a:cubicBezTo>
                        <a:pt x="45" y="108"/>
                        <a:pt x="45" y="108"/>
                        <a:pt x="45" y="108"/>
                      </a:cubicBezTo>
                      <a:cubicBezTo>
                        <a:pt x="45" y="108"/>
                        <a:pt x="45" y="108"/>
                        <a:pt x="44" y="108"/>
                      </a:cubicBezTo>
                      <a:cubicBezTo>
                        <a:pt x="44" y="108"/>
                        <a:pt x="45" y="109"/>
                        <a:pt x="44" y="109"/>
                      </a:cubicBezTo>
                      <a:cubicBezTo>
                        <a:pt x="44" y="109"/>
                        <a:pt x="44" y="109"/>
                        <a:pt x="44" y="109"/>
                      </a:cubicBezTo>
                      <a:cubicBezTo>
                        <a:pt x="43" y="108"/>
                        <a:pt x="43" y="108"/>
                        <a:pt x="43" y="108"/>
                      </a:cubicBezTo>
                      <a:cubicBezTo>
                        <a:pt x="42" y="108"/>
                        <a:pt x="42" y="108"/>
                        <a:pt x="42" y="109"/>
                      </a:cubicBezTo>
                      <a:cubicBezTo>
                        <a:pt x="42" y="109"/>
                        <a:pt x="42" y="110"/>
                        <a:pt x="42" y="110"/>
                      </a:cubicBezTo>
                      <a:cubicBezTo>
                        <a:pt x="42" y="110"/>
                        <a:pt x="43" y="110"/>
                        <a:pt x="43" y="111"/>
                      </a:cubicBezTo>
                      <a:cubicBezTo>
                        <a:pt x="43" y="111"/>
                        <a:pt x="43" y="111"/>
                        <a:pt x="43" y="111"/>
                      </a:cubicBezTo>
                      <a:cubicBezTo>
                        <a:pt x="43" y="111"/>
                        <a:pt x="44" y="111"/>
                        <a:pt x="44" y="112"/>
                      </a:cubicBezTo>
                      <a:cubicBezTo>
                        <a:pt x="44" y="112"/>
                        <a:pt x="44" y="112"/>
                        <a:pt x="43" y="112"/>
                      </a:cubicBezTo>
                      <a:cubicBezTo>
                        <a:pt x="43" y="113"/>
                        <a:pt x="43" y="113"/>
                        <a:pt x="43" y="113"/>
                      </a:cubicBezTo>
                      <a:cubicBezTo>
                        <a:pt x="43" y="114"/>
                        <a:pt x="43" y="115"/>
                        <a:pt x="43" y="115"/>
                      </a:cubicBezTo>
                      <a:cubicBezTo>
                        <a:pt x="43" y="115"/>
                        <a:pt x="42" y="116"/>
                        <a:pt x="42" y="116"/>
                      </a:cubicBezTo>
                      <a:cubicBezTo>
                        <a:pt x="42" y="117"/>
                        <a:pt x="42" y="116"/>
                        <a:pt x="42" y="117"/>
                      </a:cubicBezTo>
                      <a:cubicBezTo>
                        <a:pt x="42" y="117"/>
                        <a:pt x="42" y="117"/>
                        <a:pt x="42" y="118"/>
                      </a:cubicBezTo>
                      <a:cubicBezTo>
                        <a:pt x="42" y="118"/>
                        <a:pt x="42" y="118"/>
                        <a:pt x="42" y="118"/>
                      </a:cubicBezTo>
                      <a:cubicBezTo>
                        <a:pt x="42" y="118"/>
                        <a:pt x="42" y="118"/>
                        <a:pt x="42" y="118"/>
                      </a:cubicBezTo>
                      <a:cubicBezTo>
                        <a:pt x="42" y="119"/>
                        <a:pt x="43" y="119"/>
                        <a:pt x="43" y="119"/>
                      </a:cubicBezTo>
                      <a:cubicBezTo>
                        <a:pt x="43" y="120"/>
                        <a:pt x="43" y="120"/>
                        <a:pt x="43" y="120"/>
                      </a:cubicBezTo>
                      <a:cubicBezTo>
                        <a:pt x="42" y="120"/>
                        <a:pt x="42" y="119"/>
                        <a:pt x="42" y="119"/>
                      </a:cubicBezTo>
                      <a:cubicBezTo>
                        <a:pt x="41" y="119"/>
                        <a:pt x="42" y="120"/>
                        <a:pt x="42" y="120"/>
                      </a:cubicBezTo>
                      <a:cubicBezTo>
                        <a:pt x="41" y="120"/>
                        <a:pt x="42" y="121"/>
                        <a:pt x="41" y="121"/>
                      </a:cubicBezTo>
                      <a:cubicBezTo>
                        <a:pt x="40" y="122"/>
                        <a:pt x="41" y="122"/>
                        <a:pt x="41" y="122"/>
                      </a:cubicBezTo>
                      <a:cubicBezTo>
                        <a:pt x="41" y="123"/>
                        <a:pt x="41" y="123"/>
                        <a:pt x="41" y="124"/>
                      </a:cubicBezTo>
                      <a:cubicBezTo>
                        <a:pt x="42" y="125"/>
                        <a:pt x="41" y="125"/>
                        <a:pt x="41" y="126"/>
                      </a:cubicBezTo>
                      <a:cubicBezTo>
                        <a:pt x="41" y="126"/>
                        <a:pt x="41" y="126"/>
                        <a:pt x="41" y="127"/>
                      </a:cubicBezTo>
                      <a:cubicBezTo>
                        <a:pt x="41" y="127"/>
                        <a:pt x="41" y="127"/>
                        <a:pt x="41" y="128"/>
                      </a:cubicBezTo>
                      <a:cubicBezTo>
                        <a:pt x="41" y="128"/>
                        <a:pt x="41" y="129"/>
                        <a:pt x="41" y="129"/>
                      </a:cubicBezTo>
                      <a:cubicBezTo>
                        <a:pt x="41" y="130"/>
                        <a:pt x="41" y="130"/>
                        <a:pt x="42" y="131"/>
                      </a:cubicBezTo>
                      <a:cubicBezTo>
                        <a:pt x="42" y="132"/>
                        <a:pt x="42" y="133"/>
                        <a:pt x="42" y="133"/>
                      </a:cubicBezTo>
                      <a:cubicBezTo>
                        <a:pt x="42" y="133"/>
                        <a:pt x="41" y="133"/>
                        <a:pt x="41" y="134"/>
                      </a:cubicBezTo>
                      <a:cubicBezTo>
                        <a:pt x="41" y="134"/>
                        <a:pt x="42" y="135"/>
                        <a:pt x="42" y="135"/>
                      </a:cubicBezTo>
                      <a:cubicBezTo>
                        <a:pt x="43" y="135"/>
                        <a:pt x="43" y="134"/>
                        <a:pt x="44" y="134"/>
                      </a:cubicBezTo>
                      <a:cubicBezTo>
                        <a:pt x="44" y="135"/>
                        <a:pt x="44" y="135"/>
                        <a:pt x="44" y="136"/>
                      </a:cubicBezTo>
                      <a:cubicBezTo>
                        <a:pt x="44" y="136"/>
                        <a:pt x="44" y="137"/>
                        <a:pt x="45" y="136"/>
                      </a:cubicBezTo>
                      <a:cubicBezTo>
                        <a:pt x="45" y="136"/>
                        <a:pt x="45" y="135"/>
                        <a:pt x="45" y="135"/>
                      </a:cubicBezTo>
                      <a:cubicBezTo>
                        <a:pt x="46" y="135"/>
                        <a:pt x="46" y="135"/>
                        <a:pt x="46" y="135"/>
                      </a:cubicBezTo>
                      <a:cubicBezTo>
                        <a:pt x="47" y="136"/>
                        <a:pt x="46" y="136"/>
                        <a:pt x="46" y="136"/>
                      </a:cubicBezTo>
                      <a:cubicBezTo>
                        <a:pt x="47" y="136"/>
                        <a:pt x="47" y="137"/>
                        <a:pt x="47" y="137"/>
                      </a:cubicBezTo>
                      <a:cubicBezTo>
                        <a:pt x="47" y="137"/>
                        <a:pt x="48" y="137"/>
                        <a:pt x="48" y="138"/>
                      </a:cubicBezTo>
                      <a:cubicBezTo>
                        <a:pt x="48" y="138"/>
                        <a:pt x="48" y="138"/>
                        <a:pt x="48" y="138"/>
                      </a:cubicBezTo>
                      <a:cubicBezTo>
                        <a:pt x="48" y="138"/>
                        <a:pt x="48" y="138"/>
                        <a:pt x="48" y="138"/>
                      </a:cubicBezTo>
                      <a:cubicBezTo>
                        <a:pt x="49" y="139"/>
                        <a:pt x="49" y="138"/>
                        <a:pt x="49" y="137"/>
                      </a:cubicBezTo>
                      <a:cubicBezTo>
                        <a:pt x="49" y="137"/>
                        <a:pt x="49" y="136"/>
                        <a:pt x="49" y="136"/>
                      </a:cubicBezTo>
                      <a:cubicBezTo>
                        <a:pt x="50" y="137"/>
                        <a:pt x="50" y="138"/>
                        <a:pt x="50" y="138"/>
                      </a:cubicBezTo>
                      <a:cubicBezTo>
                        <a:pt x="50" y="138"/>
                        <a:pt x="51" y="138"/>
                        <a:pt x="50" y="139"/>
                      </a:cubicBezTo>
                      <a:cubicBezTo>
                        <a:pt x="50" y="139"/>
                        <a:pt x="50" y="139"/>
                        <a:pt x="50" y="139"/>
                      </a:cubicBezTo>
                      <a:cubicBezTo>
                        <a:pt x="49" y="139"/>
                        <a:pt x="51" y="139"/>
                        <a:pt x="50" y="140"/>
                      </a:cubicBezTo>
                      <a:cubicBezTo>
                        <a:pt x="50" y="140"/>
                        <a:pt x="49" y="140"/>
                        <a:pt x="50" y="140"/>
                      </a:cubicBezTo>
                      <a:cubicBezTo>
                        <a:pt x="50" y="141"/>
                        <a:pt x="50" y="141"/>
                        <a:pt x="50" y="141"/>
                      </a:cubicBezTo>
                      <a:cubicBezTo>
                        <a:pt x="50" y="141"/>
                        <a:pt x="50" y="141"/>
                        <a:pt x="50" y="142"/>
                      </a:cubicBezTo>
                      <a:cubicBezTo>
                        <a:pt x="51" y="142"/>
                        <a:pt x="51" y="141"/>
                        <a:pt x="51" y="141"/>
                      </a:cubicBezTo>
                      <a:cubicBezTo>
                        <a:pt x="52" y="141"/>
                        <a:pt x="52" y="143"/>
                        <a:pt x="53" y="144"/>
                      </a:cubicBezTo>
                      <a:cubicBezTo>
                        <a:pt x="53" y="144"/>
                        <a:pt x="54" y="145"/>
                        <a:pt x="53" y="145"/>
                      </a:cubicBezTo>
                      <a:cubicBezTo>
                        <a:pt x="53" y="145"/>
                        <a:pt x="52" y="145"/>
                        <a:pt x="52" y="146"/>
                      </a:cubicBezTo>
                      <a:cubicBezTo>
                        <a:pt x="52" y="146"/>
                        <a:pt x="53" y="146"/>
                        <a:pt x="54" y="146"/>
                      </a:cubicBezTo>
                      <a:cubicBezTo>
                        <a:pt x="54" y="147"/>
                        <a:pt x="53" y="147"/>
                        <a:pt x="53" y="147"/>
                      </a:cubicBezTo>
                      <a:cubicBezTo>
                        <a:pt x="52" y="147"/>
                        <a:pt x="52" y="148"/>
                        <a:pt x="51" y="148"/>
                      </a:cubicBezTo>
                      <a:cubicBezTo>
                        <a:pt x="50" y="148"/>
                        <a:pt x="50" y="150"/>
                        <a:pt x="49" y="150"/>
                      </a:cubicBezTo>
                      <a:cubicBezTo>
                        <a:pt x="49" y="150"/>
                        <a:pt x="49" y="150"/>
                        <a:pt x="48" y="151"/>
                      </a:cubicBezTo>
                      <a:cubicBezTo>
                        <a:pt x="48" y="151"/>
                        <a:pt x="47" y="151"/>
                        <a:pt x="47" y="152"/>
                      </a:cubicBezTo>
                      <a:cubicBezTo>
                        <a:pt x="45" y="152"/>
                        <a:pt x="45" y="150"/>
                        <a:pt x="44" y="150"/>
                      </a:cubicBezTo>
                      <a:cubicBezTo>
                        <a:pt x="44" y="149"/>
                        <a:pt x="44" y="149"/>
                        <a:pt x="43" y="149"/>
                      </a:cubicBezTo>
                      <a:cubicBezTo>
                        <a:pt x="43" y="149"/>
                        <a:pt x="43" y="149"/>
                        <a:pt x="43" y="149"/>
                      </a:cubicBezTo>
                      <a:cubicBezTo>
                        <a:pt x="42" y="149"/>
                        <a:pt x="43" y="149"/>
                        <a:pt x="42" y="150"/>
                      </a:cubicBezTo>
                      <a:cubicBezTo>
                        <a:pt x="41" y="150"/>
                        <a:pt x="41" y="149"/>
                        <a:pt x="40" y="149"/>
                      </a:cubicBezTo>
                      <a:cubicBezTo>
                        <a:pt x="40" y="148"/>
                        <a:pt x="40" y="148"/>
                        <a:pt x="39" y="149"/>
                      </a:cubicBezTo>
                      <a:cubicBezTo>
                        <a:pt x="39" y="148"/>
                        <a:pt x="38" y="149"/>
                        <a:pt x="38" y="149"/>
                      </a:cubicBezTo>
                      <a:cubicBezTo>
                        <a:pt x="37" y="149"/>
                        <a:pt x="36" y="147"/>
                        <a:pt x="36" y="149"/>
                      </a:cubicBezTo>
                      <a:cubicBezTo>
                        <a:pt x="36" y="149"/>
                        <a:pt x="36" y="149"/>
                        <a:pt x="36" y="149"/>
                      </a:cubicBezTo>
                      <a:cubicBezTo>
                        <a:pt x="36" y="150"/>
                        <a:pt x="35" y="150"/>
                        <a:pt x="35" y="150"/>
                      </a:cubicBezTo>
                      <a:cubicBezTo>
                        <a:pt x="35" y="150"/>
                        <a:pt x="33" y="149"/>
                        <a:pt x="33" y="149"/>
                      </a:cubicBezTo>
                      <a:cubicBezTo>
                        <a:pt x="32" y="150"/>
                        <a:pt x="34" y="150"/>
                        <a:pt x="35" y="150"/>
                      </a:cubicBezTo>
                      <a:cubicBezTo>
                        <a:pt x="36" y="150"/>
                        <a:pt x="37" y="150"/>
                        <a:pt x="38" y="150"/>
                      </a:cubicBezTo>
                      <a:cubicBezTo>
                        <a:pt x="38" y="151"/>
                        <a:pt x="39" y="152"/>
                        <a:pt x="39" y="151"/>
                      </a:cubicBezTo>
                      <a:cubicBezTo>
                        <a:pt x="39" y="150"/>
                        <a:pt x="38" y="150"/>
                        <a:pt x="38" y="150"/>
                      </a:cubicBezTo>
                      <a:cubicBezTo>
                        <a:pt x="39" y="149"/>
                        <a:pt x="40" y="151"/>
                        <a:pt x="40" y="151"/>
                      </a:cubicBezTo>
                      <a:cubicBezTo>
                        <a:pt x="41" y="151"/>
                        <a:pt x="41" y="151"/>
                        <a:pt x="41" y="152"/>
                      </a:cubicBezTo>
                      <a:cubicBezTo>
                        <a:pt x="42" y="152"/>
                        <a:pt x="42" y="152"/>
                        <a:pt x="42" y="153"/>
                      </a:cubicBezTo>
                      <a:cubicBezTo>
                        <a:pt x="42" y="153"/>
                        <a:pt x="42" y="152"/>
                        <a:pt x="43" y="152"/>
                      </a:cubicBezTo>
                      <a:cubicBezTo>
                        <a:pt x="43" y="152"/>
                        <a:pt x="43" y="153"/>
                        <a:pt x="44" y="153"/>
                      </a:cubicBezTo>
                      <a:cubicBezTo>
                        <a:pt x="44" y="153"/>
                        <a:pt x="44" y="153"/>
                        <a:pt x="45" y="153"/>
                      </a:cubicBezTo>
                      <a:cubicBezTo>
                        <a:pt x="45" y="153"/>
                        <a:pt x="45" y="153"/>
                        <a:pt x="46" y="153"/>
                      </a:cubicBezTo>
                      <a:cubicBezTo>
                        <a:pt x="46" y="152"/>
                        <a:pt x="46" y="152"/>
                        <a:pt x="46" y="152"/>
                      </a:cubicBezTo>
                      <a:cubicBezTo>
                        <a:pt x="47" y="152"/>
                        <a:pt x="47" y="152"/>
                        <a:pt x="47" y="152"/>
                      </a:cubicBezTo>
                      <a:cubicBezTo>
                        <a:pt x="48" y="152"/>
                        <a:pt x="48" y="152"/>
                        <a:pt x="48" y="152"/>
                      </a:cubicBezTo>
                      <a:cubicBezTo>
                        <a:pt x="48" y="152"/>
                        <a:pt x="48" y="152"/>
                        <a:pt x="48" y="152"/>
                      </a:cubicBezTo>
                      <a:cubicBezTo>
                        <a:pt x="48" y="152"/>
                        <a:pt x="48" y="153"/>
                        <a:pt x="48" y="153"/>
                      </a:cubicBezTo>
                      <a:cubicBezTo>
                        <a:pt x="49" y="153"/>
                        <a:pt x="49" y="153"/>
                        <a:pt x="49" y="154"/>
                      </a:cubicBezTo>
                      <a:cubicBezTo>
                        <a:pt x="49" y="154"/>
                        <a:pt x="49" y="155"/>
                        <a:pt x="49" y="155"/>
                      </a:cubicBezTo>
                      <a:cubicBezTo>
                        <a:pt x="48" y="155"/>
                        <a:pt x="48" y="155"/>
                        <a:pt x="47" y="155"/>
                      </a:cubicBezTo>
                      <a:cubicBezTo>
                        <a:pt x="47" y="156"/>
                        <a:pt x="47" y="156"/>
                        <a:pt x="46" y="156"/>
                      </a:cubicBezTo>
                      <a:cubicBezTo>
                        <a:pt x="46" y="157"/>
                        <a:pt x="46" y="157"/>
                        <a:pt x="46" y="157"/>
                      </a:cubicBezTo>
                      <a:cubicBezTo>
                        <a:pt x="45" y="157"/>
                        <a:pt x="45" y="157"/>
                        <a:pt x="45" y="157"/>
                      </a:cubicBezTo>
                      <a:cubicBezTo>
                        <a:pt x="45" y="156"/>
                        <a:pt x="45" y="155"/>
                        <a:pt x="45" y="154"/>
                      </a:cubicBezTo>
                      <a:cubicBezTo>
                        <a:pt x="44" y="155"/>
                        <a:pt x="44" y="156"/>
                        <a:pt x="44" y="157"/>
                      </a:cubicBezTo>
                      <a:cubicBezTo>
                        <a:pt x="44" y="157"/>
                        <a:pt x="44" y="157"/>
                        <a:pt x="44" y="157"/>
                      </a:cubicBezTo>
                      <a:cubicBezTo>
                        <a:pt x="44" y="158"/>
                        <a:pt x="44" y="158"/>
                        <a:pt x="43" y="158"/>
                      </a:cubicBezTo>
                      <a:cubicBezTo>
                        <a:pt x="43" y="159"/>
                        <a:pt x="42" y="160"/>
                        <a:pt x="41" y="159"/>
                      </a:cubicBezTo>
                      <a:cubicBezTo>
                        <a:pt x="40" y="160"/>
                        <a:pt x="40" y="160"/>
                        <a:pt x="40" y="160"/>
                      </a:cubicBezTo>
                      <a:cubicBezTo>
                        <a:pt x="40" y="161"/>
                        <a:pt x="40" y="161"/>
                        <a:pt x="40" y="161"/>
                      </a:cubicBezTo>
                      <a:cubicBezTo>
                        <a:pt x="39" y="161"/>
                        <a:pt x="39" y="161"/>
                        <a:pt x="38" y="161"/>
                      </a:cubicBezTo>
                      <a:cubicBezTo>
                        <a:pt x="37" y="161"/>
                        <a:pt x="36" y="161"/>
                        <a:pt x="36" y="161"/>
                      </a:cubicBezTo>
                      <a:cubicBezTo>
                        <a:pt x="35" y="161"/>
                        <a:pt x="34" y="161"/>
                        <a:pt x="35" y="161"/>
                      </a:cubicBezTo>
                      <a:cubicBezTo>
                        <a:pt x="35" y="161"/>
                        <a:pt x="37" y="161"/>
                        <a:pt x="37" y="161"/>
                      </a:cubicBezTo>
                      <a:cubicBezTo>
                        <a:pt x="38" y="162"/>
                        <a:pt x="39" y="162"/>
                        <a:pt x="39" y="162"/>
                      </a:cubicBezTo>
                      <a:cubicBezTo>
                        <a:pt x="40" y="164"/>
                        <a:pt x="37" y="163"/>
                        <a:pt x="36" y="163"/>
                      </a:cubicBezTo>
                      <a:cubicBezTo>
                        <a:pt x="36" y="163"/>
                        <a:pt x="38" y="164"/>
                        <a:pt x="38" y="164"/>
                      </a:cubicBezTo>
                      <a:cubicBezTo>
                        <a:pt x="38" y="164"/>
                        <a:pt x="39" y="164"/>
                        <a:pt x="39" y="165"/>
                      </a:cubicBezTo>
                      <a:cubicBezTo>
                        <a:pt x="39" y="165"/>
                        <a:pt x="39" y="165"/>
                        <a:pt x="38" y="165"/>
                      </a:cubicBezTo>
                      <a:cubicBezTo>
                        <a:pt x="38" y="166"/>
                        <a:pt x="38" y="166"/>
                        <a:pt x="39" y="166"/>
                      </a:cubicBezTo>
                      <a:cubicBezTo>
                        <a:pt x="39" y="167"/>
                        <a:pt x="39" y="167"/>
                        <a:pt x="38" y="167"/>
                      </a:cubicBezTo>
                      <a:cubicBezTo>
                        <a:pt x="38" y="167"/>
                        <a:pt x="38" y="166"/>
                        <a:pt x="37" y="166"/>
                      </a:cubicBezTo>
                      <a:cubicBezTo>
                        <a:pt x="37" y="167"/>
                        <a:pt x="38" y="168"/>
                        <a:pt x="38" y="168"/>
                      </a:cubicBezTo>
                      <a:cubicBezTo>
                        <a:pt x="38" y="169"/>
                        <a:pt x="38" y="169"/>
                        <a:pt x="38" y="169"/>
                      </a:cubicBezTo>
                      <a:cubicBezTo>
                        <a:pt x="38" y="170"/>
                        <a:pt x="38" y="170"/>
                        <a:pt x="38" y="170"/>
                      </a:cubicBezTo>
                      <a:cubicBezTo>
                        <a:pt x="37" y="171"/>
                        <a:pt x="37" y="170"/>
                        <a:pt x="37" y="169"/>
                      </a:cubicBezTo>
                      <a:cubicBezTo>
                        <a:pt x="36" y="170"/>
                        <a:pt x="37" y="170"/>
                        <a:pt x="37" y="170"/>
                      </a:cubicBezTo>
                      <a:cubicBezTo>
                        <a:pt x="37" y="170"/>
                        <a:pt x="36" y="170"/>
                        <a:pt x="36" y="170"/>
                      </a:cubicBezTo>
                      <a:cubicBezTo>
                        <a:pt x="36" y="171"/>
                        <a:pt x="37" y="171"/>
                        <a:pt x="37" y="172"/>
                      </a:cubicBezTo>
                      <a:cubicBezTo>
                        <a:pt x="37" y="172"/>
                        <a:pt x="38" y="173"/>
                        <a:pt x="38" y="173"/>
                      </a:cubicBezTo>
                      <a:cubicBezTo>
                        <a:pt x="38" y="173"/>
                        <a:pt x="37" y="173"/>
                        <a:pt x="37" y="173"/>
                      </a:cubicBezTo>
                      <a:cubicBezTo>
                        <a:pt x="37" y="173"/>
                        <a:pt x="37" y="174"/>
                        <a:pt x="37" y="174"/>
                      </a:cubicBezTo>
                      <a:cubicBezTo>
                        <a:pt x="37" y="174"/>
                        <a:pt x="36" y="174"/>
                        <a:pt x="36" y="174"/>
                      </a:cubicBezTo>
                      <a:cubicBezTo>
                        <a:pt x="36" y="175"/>
                        <a:pt x="37" y="175"/>
                        <a:pt x="37" y="175"/>
                      </a:cubicBezTo>
                      <a:cubicBezTo>
                        <a:pt x="38" y="175"/>
                        <a:pt x="38" y="176"/>
                        <a:pt x="38" y="176"/>
                      </a:cubicBezTo>
                      <a:cubicBezTo>
                        <a:pt x="37" y="177"/>
                        <a:pt x="37" y="177"/>
                        <a:pt x="37" y="177"/>
                      </a:cubicBezTo>
                      <a:cubicBezTo>
                        <a:pt x="37" y="177"/>
                        <a:pt x="37" y="177"/>
                        <a:pt x="37" y="178"/>
                      </a:cubicBezTo>
                      <a:cubicBezTo>
                        <a:pt x="36" y="178"/>
                        <a:pt x="36" y="179"/>
                        <a:pt x="36" y="180"/>
                      </a:cubicBezTo>
                      <a:cubicBezTo>
                        <a:pt x="36" y="180"/>
                        <a:pt x="38" y="181"/>
                        <a:pt x="36" y="181"/>
                      </a:cubicBezTo>
                      <a:cubicBezTo>
                        <a:pt x="36" y="182"/>
                        <a:pt x="36" y="183"/>
                        <a:pt x="36" y="183"/>
                      </a:cubicBezTo>
                      <a:cubicBezTo>
                        <a:pt x="36" y="184"/>
                        <a:pt x="36" y="184"/>
                        <a:pt x="36" y="184"/>
                      </a:cubicBezTo>
                      <a:cubicBezTo>
                        <a:pt x="36" y="184"/>
                        <a:pt x="36" y="184"/>
                        <a:pt x="36" y="184"/>
                      </a:cubicBezTo>
                      <a:cubicBezTo>
                        <a:pt x="36" y="185"/>
                        <a:pt x="36" y="185"/>
                        <a:pt x="36" y="185"/>
                      </a:cubicBezTo>
                      <a:cubicBezTo>
                        <a:pt x="36" y="185"/>
                        <a:pt x="36" y="185"/>
                        <a:pt x="36" y="185"/>
                      </a:cubicBezTo>
                      <a:cubicBezTo>
                        <a:pt x="36" y="185"/>
                        <a:pt x="36" y="185"/>
                        <a:pt x="36" y="186"/>
                      </a:cubicBezTo>
                      <a:cubicBezTo>
                        <a:pt x="35" y="186"/>
                        <a:pt x="35" y="186"/>
                        <a:pt x="35" y="187"/>
                      </a:cubicBezTo>
                      <a:cubicBezTo>
                        <a:pt x="34" y="187"/>
                        <a:pt x="35" y="187"/>
                        <a:pt x="34" y="187"/>
                      </a:cubicBezTo>
                      <a:cubicBezTo>
                        <a:pt x="34" y="188"/>
                        <a:pt x="34" y="188"/>
                        <a:pt x="34" y="188"/>
                      </a:cubicBezTo>
                      <a:cubicBezTo>
                        <a:pt x="34" y="188"/>
                        <a:pt x="34" y="189"/>
                        <a:pt x="34" y="189"/>
                      </a:cubicBezTo>
                      <a:cubicBezTo>
                        <a:pt x="34" y="190"/>
                        <a:pt x="34" y="190"/>
                        <a:pt x="33" y="190"/>
                      </a:cubicBezTo>
                      <a:cubicBezTo>
                        <a:pt x="33" y="191"/>
                        <a:pt x="33" y="191"/>
                        <a:pt x="33" y="192"/>
                      </a:cubicBezTo>
                      <a:cubicBezTo>
                        <a:pt x="32" y="192"/>
                        <a:pt x="32" y="193"/>
                        <a:pt x="32" y="192"/>
                      </a:cubicBezTo>
                      <a:cubicBezTo>
                        <a:pt x="31" y="192"/>
                        <a:pt x="30" y="191"/>
                        <a:pt x="30" y="192"/>
                      </a:cubicBezTo>
                      <a:cubicBezTo>
                        <a:pt x="29" y="192"/>
                        <a:pt x="29" y="192"/>
                        <a:pt x="29" y="192"/>
                      </a:cubicBezTo>
                      <a:cubicBezTo>
                        <a:pt x="29" y="192"/>
                        <a:pt x="29" y="192"/>
                        <a:pt x="28" y="192"/>
                      </a:cubicBezTo>
                      <a:cubicBezTo>
                        <a:pt x="28" y="192"/>
                        <a:pt x="28" y="192"/>
                        <a:pt x="28" y="192"/>
                      </a:cubicBezTo>
                      <a:cubicBezTo>
                        <a:pt x="28" y="192"/>
                        <a:pt x="27" y="192"/>
                        <a:pt x="27" y="192"/>
                      </a:cubicBezTo>
                      <a:cubicBezTo>
                        <a:pt x="27" y="192"/>
                        <a:pt x="26" y="192"/>
                        <a:pt x="26" y="192"/>
                      </a:cubicBezTo>
                      <a:cubicBezTo>
                        <a:pt x="25" y="192"/>
                        <a:pt x="25" y="192"/>
                        <a:pt x="24" y="192"/>
                      </a:cubicBezTo>
                      <a:cubicBezTo>
                        <a:pt x="24" y="192"/>
                        <a:pt x="25" y="193"/>
                        <a:pt x="24" y="194"/>
                      </a:cubicBezTo>
                      <a:cubicBezTo>
                        <a:pt x="24" y="194"/>
                        <a:pt x="23" y="193"/>
                        <a:pt x="23" y="193"/>
                      </a:cubicBezTo>
                      <a:cubicBezTo>
                        <a:pt x="23" y="193"/>
                        <a:pt x="23" y="194"/>
                        <a:pt x="23" y="194"/>
                      </a:cubicBezTo>
                      <a:cubicBezTo>
                        <a:pt x="22" y="195"/>
                        <a:pt x="21" y="196"/>
                        <a:pt x="21" y="197"/>
                      </a:cubicBezTo>
                      <a:cubicBezTo>
                        <a:pt x="21" y="198"/>
                        <a:pt x="22" y="199"/>
                        <a:pt x="22" y="200"/>
                      </a:cubicBezTo>
                      <a:cubicBezTo>
                        <a:pt x="22" y="200"/>
                        <a:pt x="21" y="201"/>
                        <a:pt x="21" y="201"/>
                      </a:cubicBezTo>
                      <a:cubicBezTo>
                        <a:pt x="20" y="202"/>
                        <a:pt x="20" y="201"/>
                        <a:pt x="19" y="201"/>
                      </a:cubicBezTo>
                      <a:cubicBezTo>
                        <a:pt x="19" y="201"/>
                        <a:pt x="19" y="201"/>
                        <a:pt x="18" y="201"/>
                      </a:cubicBezTo>
                      <a:cubicBezTo>
                        <a:pt x="17" y="201"/>
                        <a:pt x="17" y="201"/>
                        <a:pt x="16" y="201"/>
                      </a:cubicBezTo>
                      <a:cubicBezTo>
                        <a:pt x="15" y="202"/>
                        <a:pt x="13" y="202"/>
                        <a:pt x="13" y="201"/>
                      </a:cubicBezTo>
                      <a:cubicBezTo>
                        <a:pt x="13" y="200"/>
                        <a:pt x="12" y="199"/>
                        <a:pt x="13" y="199"/>
                      </a:cubicBezTo>
                      <a:cubicBezTo>
                        <a:pt x="13" y="198"/>
                        <a:pt x="13" y="198"/>
                        <a:pt x="13" y="198"/>
                      </a:cubicBezTo>
                      <a:cubicBezTo>
                        <a:pt x="13" y="197"/>
                        <a:pt x="13" y="197"/>
                        <a:pt x="13" y="197"/>
                      </a:cubicBezTo>
                      <a:cubicBezTo>
                        <a:pt x="12" y="197"/>
                        <a:pt x="12" y="196"/>
                        <a:pt x="12" y="196"/>
                      </a:cubicBezTo>
                      <a:cubicBezTo>
                        <a:pt x="12" y="195"/>
                        <a:pt x="12" y="195"/>
                        <a:pt x="11" y="195"/>
                      </a:cubicBezTo>
                      <a:cubicBezTo>
                        <a:pt x="11" y="194"/>
                        <a:pt x="11" y="193"/>
                        <a:pt x="11" y="192"/>
                      </a:cubicBezTo>
                      <a:cubicBezTo>
                        <a:pt x="10" y="192"/>
                        <a:pt x="10" y="191"/>
                        <a:pt x="9" y="190"/>
                      </a:cubicBezTo>
                      <a:cubicBezTo>
                        <a:pt x="10" y="190"/>
                        <a:pt x="11" y="191"/>
                        <a:pt x="11" y="191"/>
                      </a:cubicBezTo>
                      <a:cubicBezTo>
                        <a:pt x="12" y="191"/>
                        <a:pt x="12" y="191"/>
                        <a:pt x="11" y="190"/>
                      </a:cubicBezTo>
                      <a:cubicBezTo>
                        <a:pt x="11" y="190"/>
                        <a:pt x="10" y="189"/>
                        <a:pt x="11" y="188"/>
                      </a:cubicBezTo>
                      <a:cubicBezTo>
                        <a:pt x="11" y="188"/>
                        <a:pt x="12" y="189"/>
                        <a:pt x="12" y="188"/>
                      </a:cubicBezTo>
                      <a:cubicBezTo>
                        <a:pt x="12" y="187"/>
                        <a:pt x="12" y="187"/>
                        <a:pt x="12" y="186"/>
                      </a:cubicBezTo>
                      <a:cubicBezTo>
                        <a:pt x="12" y="186"/>
                        <a:pt x="12" y="186"/>
                        <a:pt x="11" y="186"/>
                      </a:cubicBezTo>
                      <a:cubicBezTo>
                        <a:pt x="10" y="186"/>
                        <a:pt x="10" y="185"/>
                        <a:pt x="10" y="184"/>
                      </a:cubicBezTo>
                      <a:cubicBezTo>
                        <a:pt x="10" y="183"/>
                        <a:pt x="9" y="183"/>
                        <a:pt x="8" y="182"/>
                      </a:cubicBezTo>
                      <a:cubicBezTo>
                        <a:pt x="8" y="182"/>
                        <a:pt x="8" y="182"/>
                        <a:pt x="8" y="181"/>
                      </a:cubicBezTo>
                      <a:cubicBezTo>
                        <a:pt x="8" y="181"/>
                        <a:pt x="8" y="180"/>
                        <a:pt x="7" y="180"/>
                      </a:cubicBezTo>
                      <a:cubicBezTo>
                        <a:pt x="7" y="179"/>
                        <a:pt x="7" y="178"/>
                        <a:pt x="7" y="177"/>
                      </a:cubicBezTo>
                      <a:cubicBezTo>
                        <a:pt x="7" y="177"/>
                        <a:pt x="7" y="176"/>
                        <a:pt x="6" y="176"/>
                      </a:cubicBezTo>
                      <a:cubicBezTo>
                        <a:pt x="6" y="176"/>
                        <a:pt x="6" y="177"/>
                        <a:pt x="6" y="177"/>
                      </a:cubicBezTo>
                      <a:cubicBezTo>
                        <a:pt x="6" y="176"/>
                        <a:pt x="6" y="176"/>
                        <a:pt x="5" y="175"/>
                      </a:cubicBezTo>
                      <a:cubicBezTo>
                        <a:pt x="5" y="174"/>
                        <a:pt x="5" y="173"/>
                        <a:pt x="5" y="173"/>
                      </a:cubicBezTo>
                      <a:cubicBezTo>
                        <a:pt x="5" y="173"/>
                        <a:pt x="4" y="173"/>
                        <a:pt x="4" y="172"/>
                      </a:cubicBezTo>
                      <a:cubicBezTo>
                        <a:pt x="4" y="172"/>
                        <a:pt x="5" y="172"/>
                        <a:pt x="5" y="172"/>
                      </a:cubicBezTo>
                      <a:cubicBezTo>
                        <a:pt x="5" y="171"/>
                        <a:pt x="4" y="171"/>
                        <a:pt x="4" y="171"/>
                      </a:cubicBezTo>
                      <a:cubicBezTo>
                        <a:pt x="4" y="170"/>
                        <a:pt x="5" y="170"/>
                        <a:pt x="5" y="169"/>
                      </a:cubicBezTo>
                      <a:cubicBezTo>
                        <a:pt x="5" y="169"/>
                        <a:pt x="5" y="168"/>
                        <a:pt x="5" y="168"/>
                      </a:cubicBezTo>
                      <a:cubicBezTo>
                        <a:pt x="5" y="167"/>
                        <a:pt x="5" y="166"/>
                        <a:pt x="5" y="165"/>
                      </a:cubicBezTo>
                      <a:cubicBezTo>
                        <a:pt x="5" y="164"/>
                        <a:pt x="4" y="165"/>
                        <a:pt x="4" y="166"/>
                      </a:cubicBezTo>
                      <a:cubicBezTo>
                        <a:pt x="2" y="167"/>
                        <a:pt x="3" y="165"/>
                        <a:pt x="3" y="165"/>
                      </a:cubicBezTo>
                      <a:cubicBezTo>
                        <a:pt x="3" y="164"/>
                        <a:pt x="2" y="165"/>
                        <a:pt x="2" y="165"/>
                      </a:cubicBezTo>
                      <a:cubicBezTo>
                        <a:pt x="2" y="165"/>
                        <a:pt x="2" y="165"/>
                        <a:pt x="2" y="164"/>
                      </a:cubicBezTo>
                      <a:cubicBezTo>
                        <a:pt x="1" y="165"/>
                        <a:pt x="1" y="164"/>
                        <a:pt x="1" y="163"/>
                      </a:cubicBezTo>
                      <a:cubicBezTo>
                        <a:pt x="1" y="162"/>
                        <a:pt x="1" y="162"/>
                        <a:pt x="1" y="160"/>
                      </a:cubicBezTo>
                      <a:cubicBezTo>
                        <a:pt x="1" y="160"/>
                        <a:pt x="1" y="159"/>
                        <a:pt x="1" y="159"/>
                      </a:cubicBezTo>
                      <a:cubicBezTo>
                        <a:pt x="1" y="158"/>
                        <a:pt x="0" y="158"/>
                        <a:pt x="0" y="157"/>
                      </a:cubicBezTo>
                      <a:cubicBezTo>
                        <a:pt x="0" y="157"/>
                        <a:pt x="0" y="155"/>
                        <a:pt x="1" y="155"/>
                      </a:cubicBezTo>
                      <a:cubicBezTo>
                        <a:pt x="1" y="155"/>
                        <a:pt x="1" y="155"/>
                        <a:pt x="1" y="155"/>
                      </a:cubicBezTo>
                      <a:cubicBezTo>
                        <a:pt x="3" y="155"/>
                        <a:pt x="1" y="157"/>
                        <a:pt x="3" y="158"/>
                      </a:cubicBezTo>
                      <a:cubicBezTo>
                        <a:pt x="4" y="158"/>
                        <a:pt x="4" y="155"/>
                        <a:pt x="4" y="155"/>
                      </a:cubicBezTo>
                      <a:cubicBezTo>
                        <a:pt x="5" y="153"/>
                        <a:pt x="5" y="153"/>
                        <a:pt x="5" y="152"/>
                      </a:cubicBezTo>
                      <a:cubicBezTo>
                        <a:pt x="4" y="151"/>
                        <a:pt x="4" y="150"/>
                        <a:pt x="4" y="149"/>
                      </a:cubicBezTo>
                      <a:cubicBezTo>
                        <a:pt x="4" y="148"/>
                        <a:pt x="5" y="148"/>
                        <a:pt x="5" y="147"/>
                      </a:cubicBezTo>
                      <a:cubicBezTo>
                        <a:pt x="6" y="147"/>
                        <a:pt x="5" y="146"/>
                        <a:pt x="5" y="145"/>
                      </a:cubicBezTo>
                      <a:cubicBezTo>
                        <a:pt x="6" y="144"/>
                        <a:pt x="7" y="144"/>
                        <a:pt x="7" y="144"/>
                      </a:cubicBezTo>
                      <a:cubicBezTo>
                        <a:pt x="8" y="144"/>
                        <a:pt x="9" y="143"/>
                        <a:pt x="9" y="142"/>
                      </a:cubicBezTo>
                      <a:cubicBezTo>
                        <a:pt x="10" y="142"/>
                        <a:pt x="10" y="141"/>
                        <a:pt x="10" y="140"/>
                      </a:cubicBezTo>
                      <a:cubicBezTo>
                        <a:pt x="10" y="139"/>
                        <a:pt x="10" y="138"/>
                        <a:pt x="10" y="137"/>
                      </a:cubicBezTo>
                      <a:cubicBezTo>
                        <a:pt x="10" y="135"/>
                        <a:pt x="9" y="133"/>
                        <a:pt x="8" y="132"/>
                      </a:cubicBezTo>
                      <a:cubicBezTo>
                        <a:pt x="8" y="131"/>
                        <a:pt x="8" y="130"/>
                        <a:pt x="8" y="129"/>
                      </a:cubicBezTo>
                      <a:cubicBezTo>
                        <a:pt x="9" y="129"/>
                        <a:pt x="10" y="129"/>
                        <a:pt x="11" y="129"/>
                      </a:cubicBezTo>
                      <a:cubicBezTo>
                        <a:pt x="11" y="128"/>
                        <a:pt x="11" y="128"/>
                        <a:pt x="11" y="127"/>
                      </a:cubicBezTo>
                      <a:cubicBezTo>
                        <a:pt x="12" y="126"/>
                        <a:pt x="12" y="126"/>
                        <a:pt x="12" y="125"/>
                      </a:cubicBezTo>
                      <a:cubicBezTo>
                        <a:pt x="12" y="124"/>
                        <a:pt x="11" y="122"/>
                        <a:pt x="10" y="122"/>
                      </a:cubicBezTo>
                      <a:cubicBezTo>
                        <a:pt x="9" y="121"/>
                        <a:pt x="9" y="121"/>
                        <a:pt x="8" y="121"/>
                      </a:cubicBezTo>
                      <a:cubicBezTo>
                        <a:pt x="8" y="120"/>
                        <a:pt x="7" y="119"/>
                        <a:pt x="7" y="118"/>
                      </a:cubicBezTo>
                      <a:cubicBezTo>
                        <a:pt x="7" y="117"/>
                        <a:pt x="8" y="117"/>
                        <a:pt x="8" y="116"/>
                      </a:cubicBezTo>
                      <a:cubicBezTo>
                        <a:pt x="8" y="115"/>
                        <a:pt x="8" y="114"/>
                        <a:pt x="8" y="113"/>
                      </a:cubicBezTo>
                      <a:cubicBezTo>
                        <a:pt x="8" y="111"/>
                        <a:pt x="8" y="110"/>
                        <a:pt x="7" y="108"/>
                      </a:cubicBezTo>
                      <a:cubicBezTo>
                        <a:pt x="7" y="107"/>
                        <a:pt x="7" y="107"/>
                        <a:pt x="7" y="106"/>
                      </a:cubicBezTo>
                      <a:cubicBezTo>
                        <a:pt x="7" y="105"/>
                        <a:pt x="7" y="104"/>
                        <a:pt x="7" y="103"/>
                      </a:cubicBezTo>
                      <a:cubicBezTo>
                        <a:pt x="7" y="103"/>
                        <a:pt x="7" y="102"/>
                        <a:pt x="7" y="101"/>
                      </a:cubicBezTo>
                      <a:cubicBezTo>
                        <a:pt x="7" y="101"/>
                        <a:pt x="8" y="100"/>
                        <a:pt x="7" y="99"/>
                      </a:cubicBezTo>
                      <a:cubicBezTo>
                        <a:pt x="7" y="98"/>
                        <a:pt x="6" y="97"/>
                        <a:pt x="7" y="95"/>
                      </a:cubicBezTo>
                      <a:cubicBezTo>
                        <a:pt x="7" y="94"/>
                        <a:pt x="8" y="94"/>
                        <a:pt x="8" y="93"/>
                      </a:cubicBezTo>
                      <a:cubicBezTo>
                        <a:pt x="8" y="92"/>
                        <a:pt x="7" y="92"/>
                        <a:pt x="8" y="91"/>
                      </a:cubicBezTo>
                      <a:cubicBezTo>
                        <a:pt x="9" y="90"/>
                        <a:pt x="9" y="88"/>
                        <a:pt x="10" y="87"/>
                      </a:cubicBezTo>
                      <a:cubicBezTo>
                        <a:pt x="11" y="86"/>
                        <a:pt x="13" y="85"/>
                        <a:pt x="14" y="84"/>
                      </a:cubicBezTo>
                      <a:cubicBezTo>
                        <a:pt x="15" y="84"/>
                        <a:pt x="16" y="84"/>
                        <a:pt x="17" y="84"/>
                      </a:cubicBezTo>
                      <a:cubicBezTo>
                        <a:pt x="17" y="85"/>
                        <a:pt x="17" y="85"/>
                        <a:pt x="18" y="85"/>
                      </a:cubicBezTo>
                      <a:cubicBezTo>
                        <a:pt x="18" y="85"/>
                        <a:pt x="19" y="85"/>
                        <a:pt x="19" y="85"/>
                      </a:cubicBezTo>
                      <a:cubicBezTo>
                        <a:pt x="20" y="85"/>
                        <a:pt x="21" y="83"/>
                        <a:pt x="21" y="82"/>
                      </a:cubicBezTo>
                      <a:cubicBezTo>
                        <a:pt x="21" y="81"/>
                        <a:pt x="21" y="80"/>
                        <a:pt x="21" y="79"/>
                      </a:cubicBezTo>
                      <a:cubicBezTo>
                        <a:pt x="20" y="78"/>
                        <a:pt x="20" y="78"/>
                        <a:pt x="19" y="78"/>
                      </a:cubicBezTo>
                      <a:cubicBezTo>
                        <a:pt x="18" y="77"/>
                        <a:pt x="17" y="76"/>
                        <a:pt x="18" y="75"/>
                      </a:cubicBezTo>
                      <a:cubicBezTo>
                        <a:pt x="18" y="74"/>
                        <a:pt x="19" y="74"/>
                        <a:pt x="19" y="73"/>
                      </a:cubicBezTo>
                      <a:cubicBezTo>
                        <a:pt x="19" y="73"/>
                        <a:pt x="20" y="72"/>
                        <a:pt x="20" y="71"/>
                      </a:cubicBezTo>
                      <a:cubicBezTo>
                        <a:pt x="21" y="70"/>
                        <a:pt x="22" y="68"/>
                        <a:pt x="22" y="67"/>
                      </a:cubicBezTo>
                      <a:cubicBezTo>
                        <a:pt x="22" y="66"/>
                        <a:pt x="22" y="66"/>
                        <a:pt x="23" y="65"/>
                      </a:cubicBezTo>
                      <a:cubicBezTo>
                        <a:pt x="23" y="64"/>
                        <a:pt x="23" y="63"/>
                        <a:pt x="23" y="62"/>
                      </a:cubicBezTo>
                      <a:cubicBezTo>
                        <a:pt x="23" y="61"/>
                        <a:pt x="23" y="60"/>
                        <a:pt x="23" y="60"/>
                      </a:cubicBezTo>
                      <a:cubicBezTo>
                        <a:pt x="23" y="59"/>
                        <a:pt x="24" y="58"/>
                        <a:pt x="24" y="57"/>
                      </a:cubicBezTo>
                      <a:cubicBezTo>
                        <a:pt x="24" y="56"/>
                        <a:pt x="24" y="54"/>
                        <a:pt x="23" y="53"/>
                      </a:cubicBezTo>
                      <a:cubicBezTo>
                        <a:pt x="23" y="51"/>
                        <a:pt x="24" y="51"/>
                        <a:pt x="26" y="51"/>
                      </a:cubicBezTo>
                      <a:cubicBezTo>
                        <a:pt x="27" y="51"/>
                        <a:pt x="27" y="51"/>
                        <a:pt x="28" y="50"/>
                      </a:cubicBezTo>
                      <a:cubicBezTo>
                        <a:pt x="28" y="50"/>
                        <a:pt x="29" y="50"/>
                        <a:pt x="29" y="49"/>
                      </a:cubicBezTo>
                      <a:cubicBezTo>
                        <a:pt x="30" y="48"/>
                        <a:pt x="29" y="46"/>
                        <a:pt x="29" y="45"/>
                      </a:cubicBezTo>
                      <a:cubicBezTo>
                        <a:pt x="30" y="44"/>
                        <a:pt x="30" y="44"/>
                        <a:pt x="31" y="43"/>
                      </a:cubicBezTo>
                      <a:cubicBezTo>
                        <a:pt x="31" y="43"/>
                        <a:pt x="31" y="42"/>
                        <a:pt x="32" y="41"/>
                      </a:cubicBezTo>
                      <a:cubicBezTo>
                        <a:pt x="32" y="40"/>
                        <a:pt x="33" y="38"/>
                        <a:pt x="34" y="37"/>
                      </a:cubicBezTo>
                      <a:cubicBezTo>
                        <a:pt x="36" y="36"/>
                        <a:pt x="36" y="35"/>
                        <a:pt x="36" y="34"/>
                      </a:cubicBezTo>
                      <a:cubicBezTo>
                        <a:pt x="36" y="32"/>
                        <a:pt x="34" y="31"/>
                        <a:pt x="34" y="29"/>
                      </a:cubicBezTo>
                      <a:cubicBezTo>
                        <a:pt x="33" y="28"/>
                        <a:pt x="35" y="28"/>
                        <a:pt x="36" y="27"/>
                      </a:cubicBezTo>
                      <a:cubicBezTo>
                        <a:pt x="37" y="26"/>
                        <a:pt x="37" y="24"/>
                        <a:pt x="38" y="22"/>
                      </a:cubicBezTo>
                      <a:cubicBezTo>
                        <a:pt x="38" y="21"/>
                        <a:pt x="40" y="20"/>
                        <a:pt x="41" y="19"/>
                      </a:cubicBezTo>
                      <a:cubicBezTo>
                        <a:pt x="41" y="18"/>
                        <a:pt x="41" y="18"/>
                        <a:pt x="42" y="17"/>
                      </a:cubicBezTo>
                      <a:cubicBezTo>
                        <a:pt x="42" y="17"/>
                        <a:pt x="43" y="18"/>
                        <a:pt x="44" y="18"/>
                      </a:cubicBezTo>
                      <a:cubicBezTo>
                        <a:pt x="44" y="19"/>
                        <a:pt x="45" y="19"/>
                        <a:pt x="46" y="19"/>
                      </a:cubicBezTo>
                      <a:cubicBezTo>
                        <a:pt x="46" y="19"/>
                        <a:pt x="46" y="19"/>
                        <a:pt x="47" y="18"/>
                      </a:cubicBezTo>
                      <a:cubicBezTo>
                        <a:pt x="47" y="18"/>
                        <a:pt x="47" y="17"/>
                        <a:pt x="48" y="16"/>
                      </a:cubicBezTo>
                      <a:cubicBezTo>
                        <a:pt x="48" y="16"/>
                        <a:pt x="48" y="15"/>
                        <a:pt x="48" y="14"/>
                      </a:cubicBezTo>
                      <a:cubicBezTo>
                        <a:pt x="48" y="13"/>
                        <a:pt x="48" y="12"/>
                        <a:pt x="48" y="11"/>
                      </a:cubicBezTo>
                      <a:cubicBezTo>
                        <a:pt x="48" y="11"/>
                        <a:pt x="47" y="10"/>
                        <a:pt x="48" y="9"/>
                      </a:cubicBezTo>
                      <a:cubicBezTo>
                        <a:pt x="48" y="9"/>
                        <a:pt x="49" y="9"/>
                        <a:pt x="49" y="9"/>
                      </a:cubicBezTo>
                      <a:cubicBezTo>
                        <a:pt x="50" y="9"/>
                        <a:pt x="50" y="9"/>
                        <a:pt x="51" y="9"/>
                      </a:cubicBezTo>
                      <a:cubicBezTo>
                        <a:pt x="51" y="10"/>
                        <a:pt x="52" y="10"/>
                        <a:pt x="53" y="10"/>
                      </a:cubicBezTo>
                      <a:cubicBezTo>
                        <a:pt x="54" y="10"/>
                        <a:pt x="54" y="10"/>
                        <a:pt x="55" y="10"/>
                      </a:cubicBezTo>
                      <a:cubicBezTo>
                        <a:pt x="56" y="11"/>
                        <a:pt x="57" y="11"/>
                        <a:pt x="57" y="11"/>
                      </a:cubicBezTo>
                      <a:cubicBezTo>
                        <a:pt x="58" y="12"/>
                        <a:pt x="59" y="12"/>
                        <a:pt x="60" y="12"/>
                      </a:cubicBezTo>
                      <a:cubicBezTo>
                        <a:pt x="60" y="12"/>
                        <a:pt x="61" y="12"/>
                        <a:pt x="61" y="11"/>
                      </a:cubicBezTo>
                      <a:cubicBezTo>
                        <a:pt x="62" y="10"/>
                        <a:pt x="61" y="10"/>
                        <a:pt x="61" y="10"/>
                      </a:cubicBezTo>
                      <a:cubicBezTo>
                        <a:pt x="60" y="10"/>
                        <a:pt x="59" y="10"/>
                        <a:pt x="60" y="9"/>
                      </a:cubicBezTo>
                      <a:cubicBezTo>
                        <a:pt x="60" y="8"/>
                        <a:pt x="61" y="8"/>
                        <a:pt x="61" y="8"/>
                      </a:cubicBezTo>
                      <a:cubicBezTo>
                        <a:pt x="62" y="7"/>
                        <a:pt x="63" y="5"/>
                        <a:pt x="63" y="4"/>
                      </a:cubicBezTo>
                      <a:cubicBezTo>
                        <a:pt x="63" y="3"/>
                        <a:pt x="62" y="2"/>
                        <a:pt x="62" y="2"/>
                      </a:cubicBezTo>
                      <a:cubicBezTo>
                        <a:pt x="61" y="1"/>
                        <a:pt x="61" y="1"/>
                        <a:pt x="61" y="0"/>
                      </a:cubicBezTo>
                      <a:cubicBezTo>
                        <a:pt x="63" y="0"/>
                        <a:pt x="64" y="0"/>
                        <a:pt x="66" y="1"/>
                      </a:cubicBezTo>
                      <a:cubicBezTo>
                        <a:pt x="67" y="1"/>
                        <a:pt x="67" y="1"/>
                        <a:pt x="66" y="2"/>
                      </a:cubicBezTo>
                      <a:cubicBezTo>
                        <a:pt x="66" y="3"/>
                        <a:pt x="66" y="2"/>
                        <a:pt x="66" y="3"/>
                      </a:cubicBezTo>
                      <a:cubicBezTo>
                        <a:pt x="67" y="3"/>
                        <a:pt x="67" y="3"/>
                        <a:pt x="68" y="3"/>
                      </a:cubicBezTo>
                      <a:cubicBezTo>
                        <a:pt x="68" y="4"/>
                        <a:pt x="68" y="4"/>
                        <a:pt x="68" y="5"/>
                      </a:cubicBezTo>
                      <a:cubicBezTo>
                        <a:pt x="69" y="5"/>
                        <a:pt x="69" y="5"/>
                        <a:pt x="70" y="6"/>
                      </a:cubicBezTo>
                      <a:cubicBezTo>
                        <a:pt x="70" y="6"/>
                        <a:pt x="70" y="6"/>
                        <a:pt x="70" y="7"/>
                      </a:cubicBezTo>
                      <a:cubicBezTo>
                        <a:pt x="70" y="7"/>
                        <a:pt x="71" y="7"/>
                        <a:pt x="71" y="7"/>
                      </a:cubicBezTo>
                      <a:cubicBezTo>
                        <a:pt x="71" y="7"/>
                        <a:pt x="71" y="8"/>
                        <a:pt x="72" y="8"/>
                      </a:cubicBezTo>
                      <a:cubicBezTo>
                        <a:pt x="72" y="9"/>
                        <a:pt x="73" y="9"/>
                        <a:pt x="73" y="9"/>
                      </a:cubicBezTo>
                      <a:cubicBezTo>
                        <a:pt x="74" y="10"/>
                        <a:pt x="74" y="11"/>
                        <a:pt x="75" y="11"/>
                      </a:cubicBezTo>
                      <a:cubicBezTo>
                        <a:pt x="75" y="11"/>
                        <a:pt x="76" y="10"/>
                        <a:pt x="76" y="11"/>
                      </a:cubicBezTo>
                      <a:cubicBezTo>
                        <a:pt x="77" y="11"/>
                        <a:pt x="77" y="11"/>
                        <a:pt x="78" y="12"/>
                      </a:cubicBezTo>
                      <a:cubicBezTo>
                        <a:pt x="79" y="12"/>
                        <a:pt x="79" y="13"/>
                        <a:pt x="80" y="13"/>
                      </a:cubicBezTo>
                      <a:cubicBezTo>
                        <a:pt x="80" y="14"/>
                        <a:pt x="81" y="14"/>
                        <a:pt x="81" y="15"/>
                      </a:cubicBezTo>
                      <a:cubicBezTo>
                        <a:pt x="81" y="15"/>
                        <a:pt x="81" y="16"/>
                        <a:pt x="82" y="17"/>
                      </a:cubicBezTo>
                      <a:cubicBezTo>
                        <a:pt x="82" y="17"/>
                        <a:pt x="82" y="17"/>
                        <a:pt x="82" y="17"/>
                      </a:cubicBezTo>
                      <a:cubicBezTo>
                        <a:pt x="83" y="17"/>
                        <a:pt x="83" y="18"/>
                        <a:pt x="83" y="18"/>
                      </a:cubicBezTo>
                      <a:cubicBezTo>
                        <a:pt x="83" y="19"/>
                        <a:pt x="84" y="19"/>
                        <a:pt x="84" y="19"/>
                      </a:cubicBezTo>
                      <a:cubicBezTo>
                        <a:pt x="85" y="20"/>
                        <a:pt x="85" y="20"/>
                        <a:pt x="84" y="21"/>
                      </a:cubicBezTo>
                      <a:cubicBezTo>
                        <a:pt x="84" y="21"/>
                        <a:pt x="83" y="22"/>
                        <a:pt x="83" y="23"/>
                      </a:cubicBezTo>
                      <a:cubicBezTo>
                        <a:pt x="83" y="23"/>
                        <a:pt x="83" y="24"/>
                        <a:pt x="84" y="25"/>
                      </a:cubicBezTo>
                      <a:cubicBezTo>
                        <a:pt x="84" y="25"/>
                        <a:pt x="84" y="26"/>
                        <a:pt x="84" y="26"/>
                      </a:cubicBezTo>
                      <a:cubicBezTo>
                        <a:pt x="84" y="27"/>
                        <a:pt x="83" y="28"/>
                        <a:pt x="84" y="29"/>
                      </a:cubicBezTo>
                      <a:cubicBezTo>
                        <a:pt x="84" y="29"/>
                        <a:pt x="85" y="29"/>
                        <a:pt x="85" y="30"/>
                      </a:cubicBezTo>
                      <a:cubicBezTo>
                        <a:pt x="85" y="30"/>
                        <a:pt x="85" y="31"/>
                        <a:pt x="85" y="31"/>
                      </a:cubicBezTo>
                      <a:cubicBezTo>
                        <a:pt x="85" y="32"/>
                        <a:pt x="85" y="32"/>
                        <a:pt x="85" y="32"/>
                      </a:cubicBezTo>
                      <a:cubicBezTo>
                        <a:pt x="84" y="32"/>
                        <a:pt x="84" y="33"/>
                        <a:pt x="84" y="33"/>
                      </a:cubicBezTo>
                      <a:cubicBezTo>
                        <a:pt x="84" y="33"/>
                        <a:pt x="84" y="33"/>
                        <a:pt x="84" y="34"/>
                      </a:cubicBezTo>
                      <a:cubicBezTo>
                        <a:pt x="84" y="34"/>
                        <a:pt x="85" y="35"/>
                        <a:pt x="85" y="35"/>
                      </a:cubicBezTo>
                      <a:cubicBezTo>
                        <a:pt x="85" y="36"/>
                        <a:pt x="85" y="37"/>
                        <a:pt x="85" y="37"/>
                      </a:cubicBezTo>
                      <a:cubicBezTo>
                        <a:pt x="86" y="38"/>
                        <a:pt x="87" y="39"/>
                        <a:pt x="87" y="40"/>
                      </a:cubicBezTo>
                      <a:cubicBezTo>
                        <a:pt x="85" y="41"/>
                        <a:pt x="86" y="43"/>
                        <a:pt x="86" y="44"/>
                      </a:cubicBezTo>
                      <a:cubicBezTo>
                        <a:pt x="86" y="44"/>
                        <a:pt x="86" y="45"/>
                        <a:pt x="85" y="45"/>
                      </a:cubicBezTo>
                      <a:cubicBezTo>
                        <a:pt x="85" y="46"/>
                        <a:pt x="84" y="46"/>
                        <a:pt x="84" y="47"/>
                      </a:cubicBezTo>
                      <a:cubicBezTo>
                        <a:pt x="85" y="47"/>
                        <a:pt x="85" y="49"/>
                        <a:pt x="85" y="49"/>
                      </a:cubicBezTo>
                      <a:cubicBezTo>
                        <a:pt x="85" y="50"/>
                        <a:pt x="85" y="50"/>
                        <a:pt x="85" y="51"/>
                      </a:cubicBezTo>
                      <a:cubicBezTo>
                        <a:pt x="85" y="51"/>
                        <a:pt x="86" y="51"/>
                        <a:pt x="86" y="51"/>
                      </a:cubicBezTo>
                      <a:cubicBezTo>
                        <a:pt x="86" y="51"/>
                        <a:pt x="86" y="52"/>
                        <a:pt x="87" y="52"/>
                      </a:cubicBezTo>
                      <a:cubicBezTo>
                        <a:pt x="87" y="53"/>
                        <a:pt x="87" y="53"/>
                        <a:pt x="87" y="54"/>
                      </a:cubicBezTo>
                      <a:cubicBezTo>
                        <a:pt x="87" y="55"/>
                        <a:pt x="88" y="55"/>
                        <a:pt x="88" y="56"/>
                      </a:cubicBezTo>
                      <a:close/>
                      <a:moveTo>
                        <a:pt x="36" y="189"/>
                      </a:moveTo>
                      <a:cubicBezTo>
                        <a:pt x="35" y="190"/>
                        <a:pt x="36" y="192"/>
                        <a:pt x="37" y="191"/>
                      </a:cubicBezTo>
                      <a:cubicBezTo>
                        <a:pt x="37" y="190"/>
                        <a:pt x="37" y="189"/>
                        <a:pt x="37" y="188"/>
                      </a:cubicBezTo>
                      <a:cubicBezTo>
                        <a:pt x="37" y="188"/>
                        <a:pt x="38" y="187"/>
                        <a:pt x="38" y="186"/>
                      </a:cubicBezTo>
                      <a:cubicBezTo>
                        <a:pt x="38" y="184"/>
                        <a:pt x="39" y="183"/>
                        <a:pt x="39" y="182"/>
                      </a:cubicBezTo>
                      <a:cubicBezTo>
                        <a:pt x="39" y="181"/>
                        <a:pt x="39" y="180"/>
                        <a:pt x="40" y="180"/>
                      </a:cubicBezTo>
                      <a:cubicBezTo>
                        <a:pt x="40" y="179"/>
                        <a:pt x="40" y="178"/>
                        <a:pt x="40" y="177"/>
                      </a:cubicBezTo>
                      <a:cubicBezTo>
                        <a:pt x="39" y="178"/>
                        <a:pt x="39" y="178"/>
                        <a:pt x="39" y="179"/>
                      </a:cubicBezTo>
                      <a:cubicBezTo>
                        <a:pt x="39" y="180"/>
                        <a:pt x="39" y="181"/>
                        <a:pt x="38" y="182"/>
                      </a:cubicBezTo>
                      <a:cubicBezTo>
                        <a:pt x="38" y="183"/>
                        <a:pt x="38" y="183"/>
                        <a:pt x="37" y="183"/>
                      </a:cubicBezTo>
                      <a:cubicBezTo>
                        <a:pt x="37" y="184"/>
                        <a:pt x="37" y="184"/>
                        <a:pt x="37" y="185"/>
                      </a:cubicBezTo>
                      <a:cubicBezTo>
                        <a:pt x="36" y="186"/>
                        <a:pt x="36" y="187"/>
                        <a:pt x="36" y="188"/>
                      </a:cubicBezTo>
                      <a:cubicBezTo>
                        <a:pt x="36" y="189"/>
                        <a:pt x="36" y="189"/>
                        <a:pt x="36" y="189"/>
                      </a:cubicBezTo>
                      <a:close/>
                      <a:moveTo>
                        <a:pt x="49" y="181"/>
                      </a:moveTo>
                      <a:cubicBezTo>
                        <a:pt x="49" y="180"/>
                        <a:pt x="50" y="179"/>
                        <a:pt x="51" y="179"/>
                      </a:cubicBezTo>
                      <a:cubicBezTo>
                        <a:pt x="51" y="178"/>
                        <a:pt x="51" y="178"/>
                        <a:pt x="51" y="178"/>
                      </a:cubicBezTo>
                      <a:cubicBezTo>
                        <a:pt x="51" y="177"/>
                        <a:pt x="52" y="177"/>
                        <a:pt x="52" y="177"/>
                      </a:cubicBezTo>
                      <a:cubicBezTo>
                        <a:pt x="54" y="176"/>
                        <a:pt x="52" y="176"/>
                        <a:pt x="52" y="176"/>
                      </a:cubicBezTo>
                      <a:cubicBezTo>
                        <a:pt x="51" y="176"/>
                        <a:pt x="52" y="175"/>
                        <a:pt x="52" y="175"/>
                      </a:cubicBezTo>
                      <a:cubicBezTo>
                        <a:pt x="52" y="174"/>
                        <a:pt x="52" y="174"/>
                        <a:pt x="52" y="174"/>
                      </a:cubicBezTo>
                      <a:cubicBezTo>
                        <a:pt x="52" y="174"/>
                        <a:pt x="52" y="173"/>
                        <a:pt x="52" y="173"/>
                      </a:cubicBezTo>
                      <a:cubicBezTo>
                        <a:pt x="52" y="173"/>
                        <a:pt x="53" y="173"/>
                        <a:pt x="53" y="172"/>
                      </a:cubicBezTo>
                      <a:cubicBezTo>
                        <a:pt x="53" y="172"/>
                        <a:pt x="53" y="172"/>
                        <a:pt x="53" y="172"/>
                      </a:cubicBezTo>
                      <a:cubicBezTo>
                        <a:pt x="53" y="171"/>
                        <a:pt x="53" y="171"/>
                        <a:pt x="54" y="171"/>
                      </a:cubicBezTo>
                      <a:cubicBezTo>
                        <a:pt x="54" y="171"/>
                        <a:pt x="54" y="171"/>
                        <a:pt x="54" y="170"/>
                      </a:cubicBezTo>
                      <a:cubicBezTo>
                        <a:pt x="55" y="170"/>
                        <a:pt x="55" y="170"/>
                        <a:pt x="55" y="170"/>
                      </a:cubicBezTo>
                      <a:cubicBezTo>
                        <a:pt x="55" y="169"/>
                        <a:pt x="55" y="169"/>
                        <a:pt x="54" y="169"/>
                      </a:cubicBezTo>
                      <a:cubicBezTo>
                        <a:pt x="54" y="169"/>
                        <a:pt x="53" y="171"/>
                        <a:pt x="52" y="170"/>
                      </a:cubicBezTo>
                      <a:cubicBezTo>
                        <a:pt x="52" y="171"/>
                        <a:pt x="52" y="171"/>
                        <a:pt x="52" y="171"/>
                      </a:cubicBezTo>
                      <a:cubicBezTo>
                        <a:pt x="52" y="171"/>
                        <a:pt x="51" y="170"/>
                        <a:pt x="51" y="170"/>
                      </a:cubicBezTo>
                      <a:cubicBezTo>
                        <a:pt x="51" y="170"/>
                        <a:pt x="51" y="171"/>
                        <a:pt x="51" y="171"/>
                      </a:cubicBezTo>
                      <a:cubicBezTo>
                        <a:pt x="51" y="171"/>
                        <a:pt x="51" y="171"/>
                        <a:pt x="50" y="171"/>
                      </a:cubicBezTo>
                      <a:cubicBezTo>
                        <a:pt x="50" y="172"/>
                        <a:pt x="49" y="172"/>
                        <a:pt x="49" y="173"/>
                      </a:cubicBezTo>
                      <a:cubicBezTo>
                        <a:pt x="48" y="174"/>
                        <a:pt x="48" y="174"/>
                        <a:pt x="47" y="175"/>
                      </a:cubicBezTo>
                      <a:cubicBezTo>
                        <a:pt x="47" y="176"/>
                        <a:pt x="48" y="176"/>
                        <a:pt x="48" y="177"/>
                      </a:cubicBezTo>
                      <a:cubicBezTo>
                        <a:pt x="48" y="178"/>
                        <a:pt x="47" y="178"/>
                        <a:pt x="47" y="178"/>
                      </a:cubicBezTo>
                      <a:cubicBezTo>
                        <a:pt x="47" y="179"/>
                        <a:pt x="48" y="179"/>
                        <a:pt x="48" y="179"/>
                      </a:cubicBezTo>
                      <a:cubicBezTo>
                        <a:pt x="48" y="180"/>
                        <a:pt x="48" y="181"/>
                        <a:pt x="48" y="182"/>
                      </a:cubicBezTo>
                      <a:cubicBezTo>
                        <a:pt x="47" y="182"/>
                        <a:pt x="47" y="183"/>
                        <a:pt x="48" y="183"/>
                      </a:cubicBezTo>
                      <a:cubicBezTo>
                        <a:pt x="49" y="183"/>
                        <a:pt x="49" y="181"/>
                        <a:pt x="49" y="181"/>
                      </a:cubicBezTo>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7" name="Freeform 791">
                  <a:extLst>
                    <a:ext uri="{FF2B5EF4-FFF2-40B4-BE49-F238E27FC236}">
                      <a16:creationId xmlns:a16="http://schemas.microsoft.com/office/drawing/2014/main" id="{1675A795-78B8-43F5-DB8A-C69A22E9F88E}"/>
                    </a:ext>
                  </a:extLst>
                </p:cNvPr>
                <p:cNvSpPr>
                  <a:spLocks noEditPoints="1"/>
                </p:cNvSpPr>
                <p:nvPr/>
              </p:nvSpPr>
              <p:spPr bwMode="auto">
                <a:xfrm>
                  <a:off x="5121276" y="3508375"/>
                  <a:ext cx="384175" cy="287338"/>
                </a:xfrm>
                <a:custGeom>
                  <a:avLst/>
                  <a:gdLst>
                    <a:gd name="T0" fmla="*/ 79 w 92"/>
                    <a:gd name="T1" fmla="*/ 21 h 69"/>
                    <a:gd name="T2" fmla="*/ 68 w 92"/>
                    <a:gd name="T3" fmla="*/ 29 h 69"/>
                    <a:gd name="T4" fmla="*/ 60 w 92"/>
                    <a:gd name="T5" fmla="*/ 40 h 69"/>
                    <a:gd name="T6" fmla="*/ 63 w 92"/>
                    <a:gd name="T7" fmla="*/ 47 h 69"/>
                    <a:gd name="T8" fmla="*/ 57 w 92"/>
                    <a:gd name="T9" fmla="*/ 53 h 69"/>
                    <a:gd name="T10" fmla="*/ 54 w 92"/>
                    <a:gd name="T11" fmla="*/ 56 h 69"/>
                    <a:gd name="T12" fmla="*/ 48 w 92"/>
                    <a:gd name="T13" fmla="*/ 63 h 69"/>
                    <a:gd name="T14" fmla="*/ 40 w 92"/>
                    <a:gd name="T15" fmla="*/ 63 h 69"/>
                    <a:gd name="T16" fmla="*/ 30 w 92"/>
                    <a:gd name="T17" fmla="*/ 65 h 69"/>
                    <a:gd name="T18" fmla="*/ 24 w 92"/>
                    <a:gd name="T19" fmla="*/ 69 h 69"/>
                    <a:gd name="T20" fmla="*/ 20 w 92"/>
                    <a:gd name="T21" fmla="*/ 65 h 69"/>
                    <a:gd name="T22" fmla="*/ 16 w 92"/>
                    <a:gd name="T23" fmla="*/ 60 h 69"/>
                    <a:gd name="T24" fmla="*/ 12 w 92"/>
                    <a:gd name="T25" fmla="*/ 55 h 69"/>
                    <a:gd name="T26" fmla="*/ 15 w 92"/>
                    <a:gd name="T27" fmla="*/ 50 h 69"/>
                    <a:gd name="T28" fmla="*/ 13 w 92"/>
                    <a:gd name="T29" fmla="*/ 47 h 69"/>
                    <a:gd name="T30" fmla="*/ 15 w 92"/>
                    <a:gd name="T31" fmla="*/ 43 h 69"/>
                    <a:gd name="T32" fmla="*/ 13 w 92"/>
                    <a:gd name="T33" fmla="*/ 41 h 69"/>
                    <a:gd name="T34" fmla="*/ 15 w 92"/>
                    <a:gd name="T35" fmla="*/ 37 h 69"/>
                    <a:gd name="T36" fmla="*/ 15 w 92"/>
                    <a:gd name="T37" fmla="*/ 33 h 69"/>
                    <a:gd name="T38" fmla="*/ 16 w 92"/>
                    <a:gd name="T39" fmla="*/ 31 h 69"/>
                    <a:gd name="T40" fmla="*/ 16 w 92"/>
                    <a:gd name="T41" fmla="*/ 29 h 69"/>
                    <a:gd name="T42" fmla="*/ 17 w 92"/>
                    <a:gd name="T43" fmla="*/ 25 h 69"/>
                    <a:gd name="T44" fmla="*/ 18 w 92"/>
                    <a:gd name="T45" fmla="*/ 20 h 69"/>
                    <a:gd name="T46" fmla="*/ 17 w 92"/>
                    <a:gd name="T47" fmla="*/ 17 h 69"/>
                    <a:gd name="T48" fmla="*/ 15 w 92"/>
                    <a:gd name="T49" fmla="*/ 17 h 69"/>
                    <a:gd name="T50" fmla="*/ 12 w 92"/>
                    <a:gd name="T51" fmla="*/ 19 h 69"/>
                    <a:gd name="T52" fmla="*/ 9 w 92"/>
                    <a:gd name="T53" fmla="*/ 18 h 69"/>
                    <a:gd name="T54" fmla="*/ 7 w 92"/>
                    <a:gd name="T55" fmla="*/ 16 h 69"/>
                    <a:gd name="T56" fmla="*/ 3 w 92"/>
                    <a:gd name="T57" fmla="*/ 16 h 69"/>
                    <a:gd name="T58" fmla="*/ 3 w 92"/>
                    <a:gd name="T59" fmla="*/ 13 h 69"/>
                    <a:gd name="T60" fmla="*/ 1 w 92"/>
                    <a:gd name="T61" fmla="*/ 11 h 69"/>
                    <a:gd name="T62" fmla="*/ 1 w 92"/>
                    <a:gd name="T63" fmla="*/ 10 h 69"/>
                    <a:gd name="T64" fmla="*/ 1 w 92"/>
                    <a:gd name="T65" fmla="*/ 7 h 69"/>
                    <a:gd name="T66" fmla="*/ 3 w 92"/>
                    <a:gd name="T67" fmla="*/ 5 h 69"/>
                    <a:gd name="T68" fmla="*/ 6 w 92"/>
                    <a:gd name="T69" fmla="*/ 4 h 69"/>
                    <a:gd name="T70" fmla="*/ 10 w 92"/>
                    <a:gd name="T71" fmla="*/ 1 h 69"/>
                    <a:gd name="T72" fmla="*/ 15 w 92"/>
                    <a:gd name="T73" fmla="*/ 3 h 69"/>
                    <a:gd name="T74" fmla="*/ 23 w 92"/>
                    <a:gd name="T75" fmla="*/ 2 h 69"/>
                    <a:gd name="T76" fmla="*/ 28 w 92"/>
                    <a:gd name="T77" fmla="*/ 3 h 69"/>
                    <a:gd name="T78" fmla="*/ 39 w 92"/>
                    <a:gd name="T79" fmla="*/ 3 h 69"/>
                    <a:gd name="T80" fmla="*/ 42 w 92"/>
                    <a:gd name="T81" fmla="*/ 4 h 69"/>
                    <a:gd name="T82" fmla="*/ 45 w 92"/>
                    <a:gd name="T83" fmla="*/ 4 h 69"/>
                    <a:gd name="T84" fmla="*/ 50 w 92"/>
                    <a:gd name="T85" fmla="*/ 5 h 69"/>
                    <a:gd name="T86" fmla="*/ 52 w 92"/>
                    <a:gd name="T87" fmla="*/ 7 h 69"/>
                    <a:gd name="T88" fmla="*/ 57 w 92"/>
                    <a:gd name="T89" fmla="*/ 9 h 69"/>
                    <a:gd name="T90" fmla="*/ 63 w 92"/>
                    <a:gd name="T91" fmla="*/ 10 h 69"/>
                    <a:gd name="T92" fmla="*/ 68 w 92"/>
                    <a:gd name="T93" fmla="*/ 10 h 69"/>
                    <a:gd name="T94" fmla="*/ 72 w 92"/>
                    <a:gd name="T95" fmla="*/ 13 h 69"/>
                    <a:gd name="T96" fmla="*/ 76 w 92"/>
                    <a:gd name="T97" fmla="*/ 14 h 69"/>
                    <a:gd name="T98" fmla="*/ 80 w 92"/>
                    <a:gd name="T99" fmla="*/ 14 h 69"/>
                    <a:gd name="T100" fmla="*/ 83 w 92"/>
                    <a:gd name="T101" fmla="*/ 13 h 69"/>
                    <a:gd name="T102" fmla="*/ 84 w 92"/>
                    <a:gd name="T103" fmla="*/ 15 h 69"/>
                    <a:gd name="T104" fmla="*/ 73 w 92"/>
                    <a:gd name="T105" fmla="*/ 42 h 69"/>
                    <a:gd name="T106" fmla="*/ 72 w 92"/>
                    <a:gd name="T107" fmla="*/ 45 h 69"/>
                    <a:gd name="T108" fmla="*/ 81 w 92"/>
                    <a:gd name="T109" fmla="*/ 39 h 69"/>
                    <a:gd name="T110" fmla="*/ 84 w 92"/>
                    <a:gd name="T111" fmla="*/ 40 h 69"/>
                    <a:gd name="T112" fmla="*/ 84 w 92"/>
                    <a:gd name="T113" fmla="*/ 36 h 69"/>
                    <a:gd name="T114" fmla="*/ 80 w 92"/>
                    <a:gd name="T115" fmla="*/ 37 h 69"/>
                    <a:gd name="T116" fmla="*/ 88 w 92"/>
                    <a:gd name="T117" fmla="*/ 35 h 69"/>
                    <a:gd name="T118" fmla="*/ 88 w 92"/>
                    <a:gd name="T119"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 h="69">
                      <a:moveTo>
                        <a:pt x="84" y="16"/>
                      </a:moveTo>
                      <a:cubicBezTo>
                        <a:pt x="85" y="16"/>
                        <a:pt x="84" y="18"/>
                        <a:pt x="84" y="18"/>
                      </a:cubicBezTo>
                      <a:cubicBezTo>
                        <a:pt x="83" y="19"/>
                        <a:pt x="82" y="19"/>
                        <a:pt x="82" y="20"/>
                      </a:cubicBezTo>
                      <a:cubicBezTo>
                        <a:pt x="81" y="20"/>
                        <a:pt x="80" y="20"/>
                        <a:pt x="79" y="21"/>
                      </a:cubicBezTo>
                      <a:cubicBezTo>
                        <a:pt x="78" y="21"/>
                        <a:pt x="77" y="22"/>
                        <a:pt x="77" y="23"/>
                      </a:cubicBezTo>
                      <a:cubicBezTo>
                        <a:pt x="75" y="24"/>
                        <a:pt x="74" y="24"/>
                        <a:pt x="72" y="25"/>
                      </a:cubicBezTo>
                      <a:cubicBezTo>
                        <a:pt x="70" y="25"/>
                        <a:pt x="68" y="25"/>
                        <a:pt x="67" y="28"/>
                      </a:cubicBezTo>
                      <a:cubicBezTo>
                        <a:pt x="68" y="28"/>
                        <a:pt x="69" y="29"/>
                        <a:pt x="68" y="29"/>
                      </a:cubicBezTo>
                      <a:cubicBezTo>
                        <a:pt x="67" y="30"/>
                        <a:pt x="66" y="30"/>
                        <a:pt x="65" y="31"/>
                      </a:cubicBezTo>
                      <a:cubicBezTo>
                        <a:pt x="65" y="32"/>
                        <a:pt x="64" y="33"/>
                        <a:pt x="63" y="33"/>
                      </a:cubicBezTo>
                      <a:cubicBezTo>
                        <a:pt x="63" y="34"/>
                        <a:pt x="62" y="36"/>
                        <a:pt x="61" y="37"/>
                      </a:cubicBezTo>
                      <a:cubicBezTo>
                        <a:pt x="61" y="37"/>
                        <a:pt x="60" y="38"/>
                        <a:pt x="60" y="40"/>
                      </a:cubicBezTo>
                      <a:cubicBezTo>
                        <a:pt x="60" y="40"/>
                        <a:pt x="60" y="41"/>
                        <a:pt x="61" y="41"/>
                      </a:cubicBezTo>
                      <a:cubicBezTo>
                        <a:pt x="61" y="42"/>
                        <a:pt x="61" y="43"/>
                        <a:pt x="61" y="43"/>
                      </a:cubicBezTo>
                      <a:cubicBezTo>
                        <a:pt x="61" y="44"/>
                        <a:pt x="63" y="44"/>
                        <a:pt x="63" y="45"/>
                      </a:cubicBezTo>
                      <a:cubicBezTo>
                        <a:pt x="64" y="46"/>
                        <a:pt x="63" y="46"/>
                        <a:pt x="63" y="47"/>
                      </a:cubicBezTo>
                      <a:cubicBezTo>
                        <a:pt x="62" y="47"/>
                        <a:pt x="61" y="48"/>
                        <a:pt x="61" y="48"/>
                      </a:cubicBezTo>
                      <a:cubicBezTo>
                        <a:pt x="60" y="49"/>
                        <a:pt x="59" y="49"/>
                        <a:pt x="59" y="50"/>
                      </a:cubicBezTo>
                      <a:cubicBezTo>
                        <a:pt x="58" y="50"/>
                        <a:pt x="57" y="51"/>
                        <a:pt x="57" y="52"/>
                      </a:cubicBezTo>
                      <a:cubicBezTo>
                        <a:pt x="57" y="52"/>
                        <a:pt x="57" y="52"/>
                        <a:pt x="57" y="53"/>
                      </a:cubicBezTo>
                      <a:cubicBezTo>
                        <a:pt x="57" y="53"/>
                        <a:pt x="57" y="53"/>
                        <a:pt x="57" y="54"/>
                      </a:cubicBezTo>
                      <a:cubicBezTo>
                        <a:pt x="57" y="54"/>
                        <a:pt x="57" y="55"/>
                        <a:pt x="57" y="55"/>
                      </a:cubicBezTo>
                      <a:cubicBezTo>
                        <a:pt x="57" y="56"/>
                        <a:pt x="56" y="56"/>
                        <a:pt x="56" y="56"/>
                      </a:cubicBezTo>
                      <a:cubicBezTo>
                        <a:pt x="55" y="56"/>
                        <a:pt x="54" y="56"/>
                        <a:pt x="54" y="56"/>
                      </a:cubicBezTo>
                      <a:cubicBezTo>
                        <a:pt x="53" y="56"/>
                        <a:pt x="52" y="57"/>
                        <a:pt x="51" y="57"/>
                      </a:cubicBezTo>
                      <a:cubicBezTo>
                        <a:pt x="51" y="58"/>
                        <a:pt x="50" y="59"/>
                        <a:pt x="50" y="59"/>
                      </a:cubicBezTo>
                      <a:cubicBezTo>
                        <a:pt x="49" y="60"/>
                        <a:pt x="49" y="61"/>
                        <a:pt x="49" y="62"/>
                      </a:cubicBezTo>
                      <a:cubicBezTo>
                        <a:pt x="48" y="62"/>
                        <a:pt x="48" y="63"/>
                        <a:pt x="48" y="63"/>
                      </a:cubicBezTo>
                      <a:cubicBezTo>
                        <a:pt x="47" y="63"/>
                        <a:pt x="46" y="62"/>
                        <a:pt x="46" y="62"/>
                      </a:cubicBezTo>
                      <a:cubicBezTo>
                        <a:pt x="45" y="62"/>
                        <a:pt x="45" y="62"/>
                        <a:pt x="45" y="63"/>
                      </a:cubicBezTo>
                      <a:cubicBezTo>
                        <a:pt x="44" y="64"/>
                        <a:pt x="43" y="63"/>
                        <a:pt x="42" y="63"/>
                      </a:cubicBezTo>
                      <a:cubicBezTo>
                        <a:pt x="42" y="63"/>
                        <a:pt x="41" y="63"/>
                        <a:pt x="40" y="63"/>
                      </a:cubicBezTo>
                      <a:cubicBezTo>
                        <a:pt x="39" y="63"/>
                        <a:pt x="38" y="63"/>
                        <a:pt x="37" y="63"/>
                      </a:cubicBezTo>
                      <a:cubicBezTo>
                        <a:pt x="36" y="63"/>
                        <a:pt x="35" y="63"/>
                        <a:pt x="34" y="63"/>
                      </a:cubicBezTo>
                      <a:cubicBezTo>
                        <a:pt x="34" y="63"/>
                        <a:pt x="33" y="63"/>
                        <a:pt x="32" y="63"/>
                      </a:cubicBezTo>
                      <a:cubicBezTo>
                        <a:pt x="31" y="64"/>
                        <a:pt x="31" y="64"/>
                        <a:pt x="30" y="65"/>
                      </a:cubicBezTo>
                      <a:cubicBezTo>
                        <a:pt x="29" y="65"/>
                        <a:pt x="28" y="65"/>
                        <a:pt x="27" y="65"/>
                      </a:cubicBezTo>
                      <a:cubicBezTo>
                        <a:pt x="27" y="65"/>
                        <a:pt x="26" y="66"/>
                        <a:pt x="26" y="67"/>
                      </a:cubicBezTo>
                      <a:cubicBezTo>
                        <a:pt x="26" y="67"/>
                        <a:pt x="26" y="68"/>
                        <a:pt x="26" y="68"/>
                      </a:cubicBezTo>
                      <a:cubicBezTo>
                        <a:pt x="25" y="68"/>
                        <a:pt x="25" y="69"/>
                        <a:pt x="24" y="69"/>
                      </a:cubicBezTo>
                      <a:cubicBezTo>
                        <a:pt x="24" y="69"/>
                        <a:pt x="23" y="69"/>
                        <a:pt x="23" y="68"/>
                      </a:cubicBezTo>
                      <a:cubicBezTo>
                        <a:pt x="22" y="68"/>
                        <a:pt x="22" y="68"/>
                        <a:pt x="21" y="67"/>
                      </a:cubicBezTo>
                      <a:cubicBezTo>
                        <a:pt x="21" y="67"/>
                        <a:pt x="20" y="65"/>
                        <a:pt x="20" y="65"/>
                      </a:cubicBezTo>
                      <a:cubicBezTo>
                        <a:pt x="20" y="65"/>
                        <a:pt x="20" y="65"/>
                        <a:pt x="20" y="65"/>
                      </a:cubicBezTo>
                      <a:cubicBezTo>
                        <a:pt x="21" y="64"/>
                        <a:pt x="19" y="64"/>
                        <a:pt x="19" y="63"/>
                      </a:cubicBezTo>
                      <a:cubicBezTo>
                        <a:pt x="19" y="62"/>
                        <a:pt x="19" y="62"/>
                        <a:pt x="19" y="62"/>
                      </a:cubicBezTo>
                      <a:cubicBezTo>
                        <a:pt x="19" y="61"/>
                        <a:pt x="18" y="61"/>
                        <a:pt x="18" y="61"/>
                      </a:cubicBezTo>
                      <a:cubicBezTo>
                        <a:pt x="17" y="60"/>
                        <a:pt x="17" y="60"/>
                        <a:pt x="16" y="60"/>
                      </a:cubicBezTo>
                      <a:cubicBezTo>
                        <a:pt x="16" y="59"/>
                        <a:pt x="16" y="59"/>
                        <a:pt x="16" y="59"/>
                      </a:cubicBezTo>
                      <a:cubicBezTo>
                        <a:pt x="15" y="58"/>
                        <a:pt x="13" y="59"/>
                        <a:pt x="12" y="59"/>
                      </a:cubicBezTo>
                      <a:cubicBezTo>
                        <a:pt x="12" y="58"/>
                        <a:pt x="12" y="57"/>
                        <a:pt x="12" y="57"/>
                      </a:cubicBezTo>
                      <a:cubicBezTo>
                        <a:pt x="12" y="56"/>
                        <a:pt x="12" y="56"/>
                        <a:pt x="12" y="55"/>
                      </a:cubicBezTo>
                      <a:cubicBezTo>
                        <a:pt x="12" y="55"/>
                        <a:pt x="12" y="54"/>
                        <a:pt x="13" y="54"/>
                      </a:cubicBezTo>
                      <a:cubicBezTo>
                        <a:pt x="13" y="53"/>
                        <a:pt x="13" y="52"/>
                        <a:pt x="13" y="52"/>
                      </a:cubicBezTo>
                      <a:cubicBezTo>
                        <a:pt x="14" y="52"/>
                        <a:pt x="15" y="52"/>
                        <a:pt x="15" y="51"/>
                      </a:cubicBezTo>
                      <a:cubicBezTo>
                        <a:pt x="15" y="51"/>
                        <a:pt x="16" y="50"/>
                        <a:pt x="15" y="50"/>
                      </a:cubicBezTo>
                      <a:cubicBezTo>
                        <a:pt x="15" y="50"/>
                        <a:pt x="15" y="50"/>
                        <a:pt x="15" y="50"/>
                      </a:cubicBezTo>
                      <a:cubicBezTo>
                        <a:pt x="14" y="51"/>
                        <a:pt x="14" y="50"/>
                        <a:pt x="13" y="49"/>
                      </a:cubicBezTo>
                      <a:cubicBezTo>
                        <a:pt x="13" y="49"/>
                        <a:pt x="13" y="48"/>
                        <a:pt x="13" y="48"/>
                      </a:cubicBezTo>
                      <a:cubicBezTo>
                        <a:pt x="13" y="47"/>
                        <a:pt x="13" y="47"/>
                        <a:pt x="13" y="47"/>
                      </a:cubicBezTo>
                      <a:cubicBezTo>
                        <a:pt x="13" y="47"/>
                        <a:pt x="13" y="47"/>
                        <a:pt x="13" y="46"/>
                      </a:cubicBezTo>
                      <a:cubicBezTo>
                        <a:pt x="13" y="45"/>
                        <a:pt x="14" y="45"/>
                        <a:pt x="14" y="45"/>
                      </a:cubicBezTo>
                      <a:cubicBezTo>
                        <a:pt x="15" y="45"/>
                        <a:pt x="15" y="44"/>
                        <a:pt x="15" y="44"/>
                      </a:cubicBezTo>
                      <a:cubicBezTo>
                        <a:pt x="15" y="43"/>
                        <a:pt x="15" y="43"/>
                        <a:pt x="15" y="43"/>
                      </a:cubicBezTo>
                      <a:cubicBezTo>
                        <a:pt x="15" y="42"/>
                        <a:pt x="15" y="43"/>
                        <a:pt x="14" y="43"/>
                      </a:cubicBezTo>
                      <a:cubicBezTo>
                        <a:pt x="14" y="42"/>
                        <a:pt x="14" y="43"/>
                        <a:pt x="14" y="42"/>
                      </a:cubicBezTo>
                      <a:cubicBezTo>
                        <a:pt x="14" y="42"/>
                        <a:pt x="13" y="42"/>
                        <a:pt x="13" y="42"/>
                      </a:cubicBezTo>
                      <a:cubicBezTo>
                        <a:pt x="13" y="41"/>
                        <a:pt x="13" y="41"/>
                        <a:pt x="13" y="41"/>
                      </a:cubicBezTo>
                      <a:cubicBezTo>
                        <a:pt x="13" y="41"/>
                        <a:pt x="13" y="40"/>
                        <a:pt x="13" y="40"/>
                      </a:cubicBezTo>
                      <a:cubicBezTo>
                        <a:pt x="13" y="40"/>
                        <a:pt x="13" y="40"/>
                        <a:pt x="13" y="40"/>
                      </a:cubicBezTo>
                      <a:cubicBezTo>
                        <a:pt x="13" y="39"/>
                        <a:pt x="11" y="38"/>
                        <a:pt x="12" y="38"/>
                      </a:cubicBezTo>
                      <a:cubicBezTo>
                        <a:pt x="12" y="37"/>
                        <a:pt x="14" y="38"/>
                        <a:pt x="15" y="37"/>
                      </a:cubicBezTo>
                      <a:cubicBezTo>
                        <a:pt x="15" y="37"/>
                        <a:pt x="15" y="37"/>
                        <a:pt x="15" y="37"/>
                      </a:cubicBezTo>
                      <a:cubicBezTo>
                        <a:pt x="15" y="36"/>
                        <a:pt x="15" y="36"/>
                        <a:pt x="16" y="36"/>
                      </a:cubicBezTo>
                      <a:cubicBezTo>
                        <a:pt x="16" y="36"/>
                        <a:pt x="16" y="35"/>
                        <a:pt x="16" y="35"/>
                      </a:cubicBezTo>
                      <a:cubicBezTo>
                        <a:pt x="16" y="34"/>
                        <a:pt x="15" y="34"/>
                        <a:pt x="15" y="33"/>
                      </a:cubicBezTo>
                      <a:cubicBezTo>
                        <a:pt x="15" y="33"/>
                        <a:pt x="15" y="33"/>
                        <a:pt x="16" y="33"/>
                      </a:cubicBezTo>
                      <a:cubicBezTo>
                        <a:pt x="16" y="32"/>
                        <a:pt x="16" y="32"/>
                        <a:pt x="16" y="32"/>
                      </a:cubicBezTo>
                      <a:cubicBezTo>
                        <a:pt x="16" y="32"/>
                        <a:pt x="16" y="32"/>
                        <a:pt x="16" y="31"/>
                      </a:cubicBezTo>
                      <a:cubicBezTo>
                        <a:pt x="16" y="31"/>
                        <a:pt x="16" y="31"/>
                        <a:pt x="16" y="31"/>
                      </a:cubicBezTo>
                      <a:cubicBezTo>
                        <a:pt x="16" y="30"/>
                        <a:pt x="16" y="30"/>
                        <a:pt x="16" y="30"/>
                      </a:cubicBezTo>
                      <a:cubicBezTo>
                        <a:pt x="16" y="30"/>
                        <a:pt x="16" y="30"/>
                        <a:pt x="16" y="30"/>
                      </a:cubicBezTo>
                      <a:cubicBezTo>
                        <a:pt x="16" y="29"/>
                        <a:pt x="16" y="29"/>
                        <a:pt x="16" y="29"/>
                      </a:cubicBezTo>
                      <a:cubicBezTo>
                        <a:pt x="16" y="29"/>
                        <a:pt x="16" y="29"/>
                        <a:pt x="16" y="29"/>
                      </a:cubicBezTo>
                      <a:cubicBezTo>
                        <a:pt x="16" y="28"/>
                        <a:pt x="16" y="27"/>
                        <a:pt x="16" y="27"/>
                      </a:cubicBezTo>
                      <a:cubicBezTo>
                        <a:pt x="16" y="27"/>
                        <a:pt x="15" y="26"/>
                        <a:pt x="16" y="26"/>
                      </a:cubicBezTo>
                      <a:cubicBezTo>
                        <a:pt x="16" y="25"/>
                        <a:pt x="16" y="26"/>
                        <a:pt x="16" y="26"/>
                      </a:cubicBezTo>
                      <a:cubicBezTo>
                        <a:pt x="17" y="25"/>
                        <a:pt x="16" y="25"/>
                        <a:pt x="17" y="25"/>
                      </a:cubicBezTo>
                      <a:cubicBezTo>
                        <a:pt x="17" y="25"/>
                        <a:pt x="17" y="24"/>
                        <a:pt x="17" y="24"/>
                      </a:cubicBezTo>
                      <a:cubicBezTo>
                        <a:pt x="18" y="23"/>
                        <a:pt x="19" y="23"/>
                        <a:pt x="19" y="23"/>
                      </a:cubicBezTo>
                      <a:cubicBezTo>
                        <a:pt x="20" y="22"/>
                        <a:pt x="20" y="21"/>
                        <a:pt x="20" y="21"/>
                      </a:cubicBezTo>
                      <a:cubicBezTo>
                        <a:pt x="20" y="19"/>
                        <a:pt x="18" y="21"/>
                        <a:pt x="18" y="20"/>
                      </a:cubicBezTo>
                      <a:cubicBezTo>
                        <a:pt x="18" y="19"/>
                        <a:pt x="18" y="19"/>
                        <a:pt x="18" y="18"/>
                      </a:cubicBezTo>
                      <a:cubicBezTo>
                        <a:pt x="18" y="18"/>
                        <a:pt x="18" y="17"/>
                        <a:pt x="18" y="17"/>
                      </a:cubicBezTo>
                      <a:cubicBezTo>
                        <a:pt x="18" y="17"/>
                        <a:pt x="18" y="18"/>
                        <a:pt x="18" y="18"/>
                      </a:cubicBezTo>
                      <a:cubicBezTo>
                        <a:pt x="17" y="18"/>
                        <a:pt x="17" y="18"/>
                        <a:pt x="17" y="17"/>
                      </a:cubicBezTo>
                      <a:cubicBezTo>
                        <a:pt x="17" y="17"/>
                        <a:pt x="16" y="17"/>
                        <a:pt x="16" y="17"/>
                      </a:cubicBezTo>
                      <a:cubicBezTo>
                        <a:pt x="16" y="17"/>
                        <a:pt x="16" y="17"/>
                        <a:pt x="16" y="17"/>
                      </a:cubicBezTo>
                      <a:cubicBezTo>
                        <a:pt x="15" y="17"/>
                        <a:pt x="15" y="17"/>
                        <a:pt x="15" y="17"/>
                      </a:cubicBezTo>
                      <a:cubicBezTo>
                        <a:pt x="15" y="17"/>
                        <a:pt x="15" y="17"/>
                        <a:pt x="15" y="17"/>
                      </a:cubicBezTo>
                      <a:cubicBezTo>
                        <a:pt x="15" y="17"/>
                        <a:pt x="14" y="17"/>
                        <a:pt x="14" y="17"/>
                      </a:cubicBezTo>
                      <a:cubicBezTo>
                        <a:pt x="14" y="17"/>
                        <a:pt x="14" y="18"/>
                        <a:pt x="14" y="18"/>
                      </a:cubicBezTo>
                      <a:cubicBezTo>
                        <a:pt x="14" y="18"/>
                        <a:pt x="13" y="18"/>
                        <a:pt x="13" y="18"/>
                      </a:cubicBezTo>
                      <a:cubicBezTo>
                        <a:pt x="13" y="18"/>
                        <a:pt x="12" y="19"/>
                        <a:pt x="12" y="19"/>
                      </a:cubicBezTo>
                      <a:cubicBezTo>
                        <a:pt x="12" y="19"/>
                        <a:pt x="11" y="18"/>
                        <a:pt x="11" y="19"/>
                      </a:cubicBezTo>
                      <a:cubicBezTo>
                        <a:pt x="11" y="19"/>
                        <a:pt x="11" y="18"/>
                        <a:pt x="11" y="18"/>
                      </a:cubicBezTo>
                      <a:cubicBezTo>
                        <a:pt x="11" y="18"/>
                        <a:pt x="10" y="18"/>
                        <a:pt x="10" y="18"/>
                      </a:cubicBezTo>
                      <a:cubicBezTo>
                        <a:pt x="10" y="19"/>
                        <a:pt x="9" y="18"/>
                        <a:pt x="9" y="18"/>
                      </a:cubicBezTo>
                      <a:cubicBezTo>
                        <a:pt x="9" y="18"/>
                        <a:pt x="8" y="19"/>
                        <a:pt x="8" y="19"/>
                      </a:cubicBezTo>
                      <a:cubicBezTo>
                        <a:pt x="7" y="19"/>
                        <a:pt x="7" y="19"/>
                        <a:pt x="7" y="18"/>
                      </a:cubicBezTo>
                      <a:cubicBezTo>
                        <a:pt x="7" y="18"/>
                        <a:pt x="7" y="17"/>
                        <a:pt x="8" y="17"/>
                      </a:cubicBezTo>
                      <a:cubicBezTo>
                        <a:pt x="8" y="16"/>
                        <a:pt x="7" y="17"/>
                        <a:pt x="7" y="16"/>
                      </a:cubicBezTo>
                      <a:cubicBezTo>
                        <a:pt x="7" y="16"/>
                        <a:pt x="7" y="16"/>
                        <a:pt x="7" y="16"/>
                      </a:cubicBezTo>
                      <a:cubicBezTo>
                        <a:pt x="6" y="16"/>
                        <a:pt x="6" y="16"/>
                        <a:pt x="5" y="16"/>
                      </a:cubicBezTo>
                      <a:cubicBezTo>
                        <a:pt x="4" y="16"/>
                        <a:pt x="3" y="17"/>
                        <a:pt x="2" y="18"/>
                      </a:cubicBezTo>
                      <a:cubicBezTo>
                        <a:pt x="2" y="17"/>
                        <a:pt x="2" y="16"/>
                        <a:pt x="3" y="16"/>
                      </a:cubicBezTo>
                      <a:cubicBezTo>
                        <a:pt x="3" y="15"/>
                        <a:pt x="4" y="15"/>
                        <a:pt x="4" y="14"/>
                      </a:cubicBezTo>
                      <a:cubicBezTo>
                        <a:pt x="4" y="14"/>
                        <a:pt x="3" y="15"/>
                        <a:pt x="3" y="15"/>
                      </a:cubicBezTo>
                      <a:cubicBezTo>
                        <a:pt x="2" y="14"/>
                        <a:pt x="4" y="13"/>
                        <a:pt x="4" y="13"/>
                      </a:cubicBezTo>
                      <a:cubicBezTo>
                        <a:pt x="4" y="13"/>
                        <a:pt x="3" y="13"/>
                        <a:pt x="3" y="13"/>
                      </a:cubicBezTo>
                      <a:cubicBezTo>
                        <a:pt x="2" y="13"/>
                        <a:pt x="3" y="12"/>
                        <a:pt x="3" y="12"/>
                      </a:cubicBezTo>
                      <a:cubicBezTo>
                        <a:pt x="3" y="11"/>
                        <a:pt x="3" y="11"/>
                        <a:pt x="3" y="11"/>
                      </a:cubicBezTo>
                      <a:cubicBezTo>
                        <a:pt x="2" y="11"/>
                        <a:pt x="2" y="12"/>
                        <a:pt x="2" y="12"/>
                      </a:cubicBezTo>
                      <a:cubicBezTo>
                        <a:pt x="1" y="12"/>
                        <a:pt x="1" y="11"/>
                        <a:pt x="1" y="11"/>
                      </a:cubicBezTo>
                      <a:cubicBezTo>
                        <a:pt x="2" y="10"/>
                        <a:pt x="2" y="10"/>
                        <a:pt x="2" y="10"/>
                      </a:cubicBezTo>
                      <a:cubicBezTo>
                        <a:pt x="2" y="10"/>
                        <a:pt x="2" y="10"/>
                        <a:pt x="2" y="10"/>
                      </a:cubicBezTo>
                      <a:cubicBezTo>
                        <a:pt x="1" y="10"/>
                        <a:pt x="1" y="10"/>
                        <a:pt x="1" y="10"/>
                      </a:cubicBezTo>
                      <a:cubicBezTo>
                        <a:pt x="1" y="10"/>
                        <a:pt x="1" y="10"/>
                        <a:pt x="1" y="10"/>
                      </a:cubicBezTo>
                      <a:cubicBezTo>
                        <a:pt x="1" y="9"/>
                        <a:pt x="1" y="9"/>
                        <a:pt x="1" y="9"/>
                      </a:cubicBezTo>
                      <a:cubicBezTo>
                        <a:pt x="0" y="8"/>
                        <a:pt x="0" y="9"/>
                        <a:pt x="0" y="8"/>
                      </a:cubicBezTo>
                      <a:cubicBezTo>
                        <a:pt x="0" y="8"/>
                        <a:pt x="0" y="7"/>
                        <a:pt x="0" y="7"/>
                      </a:cubicBezTo>
                      <a:cubicBezTo>
                        <a:pt x="0" y="7"/>
                        <a:pt x="0" y="7"/>
                        <a:pt x="1" y="7"/>
                      </a:cubicBezTo>
                      <a:cubicBezTo>
                        <a:pt x="1" y="6"/>
                        <a:pt x="1" y="6"/>
                        <a:pt x="1" y="6"/>
                      </a:cubicBezTo>
                      <a:cubicBezTo>
                        <a:pt x="1" y="6"/>
                        <a:pt x="1" y="6"/>
                        <a:pt x="1" y="6"/>
                      </a:cubicBezTo>
                      <a:cubicBezTo>
                        <a:pt x="2" y="5"/>
                        <a:pt x="2" y="5"/>
                        <a:pt x="2" y="5"/>
                      </a:cubicBezTo>
                      <a:cubicBezTo>
                        <a:pt x="2" y="5"/>
                        <a:pt x="3" y="5"/>
                        <a:pt x="3" y="5"/>
                      </a:cubicBezTo>
                      <a:cubicBezTo>
                        <a:pt x="4" y="5"/>
                        <a:pt x="4" y="5"/>
                        <a:pt x="5" y="5"/>
                      </a:cubicBezTo>
                      <a:cubicBezTo>
                        <a:pt x="5" y="4"/>
                        <a:pt x="6" y="4"/>
                        <a:pt x="6" y="4"/>
                      </a:cubicBezTo>
                      <a:cubicBezTo>
                        <a:pt x="7" y="4"/>
                        <a:pt x="7" y="5"/>
                        <a:pt x="7" y="4"/>
                      </a:cubicBezTo>
                      <a:cubicBezTo>
                        <a:pt x="7" y="4"/>
                        <a:pt x="7" y="4"/>
                        <a:pt x="6" y="4"/>
                      </a:cubicBezTo>
                      <a:cubicBezTo>
                        <a:pt x="6" y="3"/>
                        <a:pt x="7" y="3"/>
                        <a:pt x="7" y="3"/>
                      </a:cubicBezTo>
                      <a:cubicBezTo>
                        <a:pt x="7" y="2"/>
                        <a:pt x="8" y="1"/>
                        <a:pt x="9" y="1"/>
                      </a:cubicBezTo>
                      <a:cubicBezTo>
                        <a:pt x="9" y="1"/>
                        <a:pt x="9" y="1"/>
                        <a:pt x="9" y="1"/>
                      </a:cubicBezTo>
                      <a:cubicBezTo>
                        <a:pt x="9" y="2"/>
                        <a:pt x="10" y="1"/>
                        <a:pt x="10" y="1"/>
                      </a:cubicBezTo>
                      <a:cubicBezTo>
                        <a:pt x="11" y="0"/>
                        <a:pt x="11" y="1"/>
                        <a:pt x="11" y="1"/>
                      </a:cubicBezTo>
                      <a:cubicBezTo>
                        <a:pt x="12" y="1"/>
                        <a:pt x="12" y="1"/>
                        <a:pt x="13" y="2"/>
                      </a:cubicBezTo>
                      <a:cubicBezTo>
                        <a:pt x="14" y="2"/>
                        <a:pt x="14" y="2"/>
                        <a:pt x="15" y="3"/>
                      </a:cubicBezTo>
                      <a:cubicBezTo>
                        <a:pt x="15" y="2"/>
                        <a:pt x="15" y="3"/>
                        <a:pt x="15" y="3"/>
                      </a:cubicBezTo>
                      <a:cubicBezTo>
                        <a:pt x="15" y="3"/>
                        <a:pt x="15" y="3"/>
                        <a:pt x="15" y="3"/>
                      </a:cubicBezTo>
                      <a:cubicBezTo>
                        <a:pt x="16" y="2"/>
                        <a:pt x="17" y="3"/>
                        <a:pt x="17" y="2"/>
                      </a:cubicBezTo>
                      <a:cubicBezTo>
                        <a:pt x="19" y="2"/>
                        <a:pt x="20" y="3"/>
                        <a:pt x="22" y="2"/>
                      </a:cubicBezTo>
                      <a:cubicBezTo>
                        <a:pt x="22" y="2"/>
                        <a:pt x="22" y="2"/>
                        <a:pt x="23" y="2"/>
                      </a:cubicBezTo>
                      <a:cubicBezTo>
                        <a:pt x="23" y="2"/>
                        <a:pt x="23" y="2"/>
                        <a:pt x="24" y="2"/>
                      </a:cubicBezTo>
                      <a:cubicBezTo>
                        <a:pt x="24" y="2"/>
                        <a:pt x="24" y="3"/>
                        <a:pt x="25" y="3"/>
                      </a:cubicBezTo>
                      <a:cubicBezTo>
                        <a:pt x="25" y="3"/>
                        <a:pt x="25" y="2"/>
                        <a:pt x="26" y="3"/>
                      </a:cubicBezTo>
                      <a:cubicBezTo>
                        <a:pt x="27" y="3"/>
                        <a:pt x="27" y="3"/>
                        <a:pt x="28" y="3"/>
                      </a:cubicBezTo>
                      <a:cubicBezTo>
                        <a:pt x="29" y="3"/>
                        <a:pt x="30" y="4"/>
                        <a:pt x="31" y="4"/>
                      </a:cubicBezTo>
                      <a:cubicBezTo>
                        <a:pt x="33" y="4"/>
                        <a:pt x="35" y="3"/>
                        <a:pt x="37" y="3"/>
                      </a:cubicBezTo>
                      <a:cubicBezTo>
                        <a:pt x="37" y="4"/>
                        <a:pt x="38" y="3"/>
                        <a:pt x="38" y="3"/>
                      </a:cubicBezTo>
                      <a:cubicBezTo>
                        <a:pt x="39" y="3"/>
                        <a:pt x="39" y="3"/>
                        <a:pt x="39" y="3"/>
                      </a:cubicBezTo>
                      <a:cubicBezTo>
                        <a:pt x="39" y="4"/>
                        <a:pt x="39" y="4"/>
                        <a:pt x="39" y="4"/>
                      </a:cubicBezTo>
                      <a:cubicBezTo>
                        <a:pt x="40" y="4"/>
                        <a:pt x="40" y="4"/>
                        <a:pt x="40" y="4"/>
                      </a:cubicBezTo>
                      <a:cubicBezTo>
                        <a:pt x="40" y="4"/>
                        <a:pt x="41" y="4"/>
                        <a:pt x="41" y="4"/>
                      </a:cubicBezTo>
                      <a:cubicBezTo>
                        <a:pt x="41" y="4"/>
                        <a:pt x="42" y="4"/>
                        <a:pt x="42" y="4"/>
                      </a:cubicBezTo>
                      <a:cubicBezTo>
                        <a:pt x="42" y="4"/>
                        <a:pt x="42" y="4"/>
                        <a:pt x="42" y="4"/>
                      </a:cubicBezTo>
                      <a:cubicBezTo>
                        <a:pt x="43" y="3"/>
                        <a:pt x="44" y="3"/>
                        <a:pt x="44" y="4"/>
                      </a:cubicBezTo>
                      <a:cubicBezTo>
                        <a:pt x="44" y="4"/>
                        <a:pt x="44" y="4"/>
                        <a:pt x="44" y="4"/>
                      </a:cubicBezTo>
                      <a:cubicBezTo>
                        <a:pt x="44" y="4"/>
                        <a:pt x="45" y="4"/>
                        <a:pt x="45" y="4"/>
                      </a:cubicBezTo>
                      <a:cubicBezTo>
                        <a:pt x="45" y="4"/>
                        <a:pt x="45" y="4"/>
                        <a:pt x="46" y="4"/>
                      </a:cubicBezTo>
                      <a:cubicBezTo>
                        <a:pt x="46" y="5"/>
                        <a:pt x="47" y="5"/>
                        <a:pt x="48" y="5"/>
                      </a:cubicBezTo>
                      <a:cubicBezTo>
                        <a:pt x="48" y="5"/>
                        <a:pt x="49" y="5"/>
                        <a:pt x="50" y="4"/>
                      </a:cubicBezTo>
                      <a:cubicBezTo>
                        <a:pt x="50" y="4"/>
                        <a:pt x="50" y="4"/>
                        <a:pt x="50" y="5"/>
                      </a:cubicBezTo>
                      <a:cubicBezTo>
                        <a:pt x="50" y="5"/>
                        <a:pt x="51" y="5"/>
                        <a:pt x="51" y="5"/>
                      </a:cubicBezTo>
                      <a:cubicBezTo>
                        <a:pt x="52" y="6"/>
                        <a:pt x="52" y="5"/>
                        <a:pt x="52" y="5"/>
                      </a:cubicBezTo>
                      <a:cubicBezTo>
                        <a:pt x="53" y="5"/>
                        <a:pt x="53" y="6"/>
                        <a:pt x="53" y="6"/>
                      </a:cubicBezTo>
                      <a:cubicBezTo>
                        <a:pt x="53" y="7"/>
                        <a:pt x="52" y="7"/>
                        <a:pt x="52" y="7"/>
                      </a:cubicBezTo>
                      <a:cubicBezTo>
                        <a:pt x="53" y="8"/>
                        <a:pt x="53" y="7"/>
                        <a:pt x="53" y="7"/>
                      </a:cubicBezTo>
                      <a:cubicBezTo>
                        <a:pt x="54" y="7"/>
                        <a:pt x="54" y="7"/>
                        <a:pt x="55" y="8"/>
                      </a:cubicBezTo>
                      <a:cubicBezTo>
                        <a:pt x="55" y="8"/>
                        <a:pt x="56" y="8"/>
                        <a:pt x="56" y="8"/>
                      </a:cubicBezTo>
                      <a:cubicBezTo>
                        <a:pt x="57" y="8"/>
                        <a:pt x="57" y="8"/>
                        <a:pt x="57" y="9"/>
                      </a:cubicBezTo>
                      <a:cubicBezTo>
                        <a:pt x="58" y="9"/>
                        <a:pt x="58" y="10"/>
                        <a:pt x="59" y="10"/>
                      </a:cubicBezTo>
                      <a:cubicBezTo>
                        <a:pt x="60" y="10"/>
                        <a:pt x="60" y="9"/>
                        <a:pt x="60" y="9"/>
                      </a:cubicBezTo>
                      <a:cubicBezTo>
                        <a:pt x="61" y="9"/>
                        <a:pt x="61" y="10"/>
                        <a:pt x="61" y="10"/>
                      </a:cubicBezTo>
                      <a:cubicBezTo>
                        <a:pt x="62" y="11"/>
                        <a:pt x="62" y="11"/>
                        <a:pt x="63" y="10"/>
                      </a:cubicBezTo>
                      <a:cubicBezTo>
                        <a:pt x="63" y="10"/>
                        <a:pt x="64" y="11"/>
                        <a:pt x="64" y="11"/>
                      </a:cubicBezTo>
                      <a:cubicBezTo>
                        <a:pt x="64" y="11"/>
                        <a:pt x="65" y="10"/>
                        <a:pt x="65" y="10"/>
                      </a:cubicBezTo>
                      <a:cubicBezTo>
                        <a:pt x="66" y="11"/>
                        <a:pt x="66" y="11"/>
                        <a:pt x="67" y="10"/>
                      </a:cubicBezTo>
                      <a:cubicBezTo>
                        <a:pt x="67" y="9"/>
                        <a:pt x="68" y="9"/>
                        <a:pt x="68" y="10"/>
                      </a:cubicBezTo>
                      <a:cubicBezTo>
                        <a:pt x="69" y="10"/>
                        <a:pt x="69" y="10"/>
                        <a:pt x="70" y="10"/>
                      </a:cubicBezTo>
                      <a:cubicBezTo>
                        <a:pt x="70" y="10"/>
                        <a:pt x="71" y="11"/>
                        <a:pt x="72" y="11"/>
                      </a:cubicBezTo>
                      <a:cubicBezTo>
                        <a:pt x="72" y="11"/>
                        <a:pt x="72" y="11"/>
                        <a:pt x="72" y="11"/>
                      </a:cubicBezTo>
                      <a:cubicBezTo>
                        <a:pt x="72" y="12"/>
                        <a:pt x="71" y="13"/>
                        <a:pt x="72" y="13"/>
                      </a:cubicBezTo>
                      <a:cubicBezTo>
                        <a:pt x="73" y="13"/>
                        <a:pt x="74" y="13"/>
                        <a:pt x="74" y="12"/>
                      </a:cubicBezTo>
                      <a:cubicBezTo>
                        <a:pt x="74" y="13"/>
                        <a:pt x="75" y="13"/>
                        <a:pt x="76" y="13"/>
                      </a:cubicBezTo>
                      <a:cubicBezTo>
                        <a:pt x="76" y="13"/>
                        <a:pt x="75" y="14"/>
                        <a:pt x="76" y="14"/>
                      </a:cubicBezTo>
                      <a:cubicBezTo>
                        <a:pt x="76" y="14"/>
                        <a:pt x="76" y="14"/>
                        <a:pt x="76" y="14"/>
                      </a:cubicBezTo>
                      <a:cubicBezTo>
                        <a:pt x="77" y="13"/>
                        <a:pt x="77" y="13"/>
                        <a:pt x="77" y="13"/>
                      </a:cubicBezTo>
                      <a:cubicBezTo>
                        <a:pt x="77" y="13"/>
                        <a:pt x="78" y="13"/>
                        <a:pt x="78" y="13"/>
                      </a:cubicBezTo>
                      <a:cubicBezTo>
                        <a:pt x="79" y="13"/>
                        <a:pt x="79" y="14"/>
                        <a:pt x="80" y="14"/>
                      </a:cubicBezTo>
                      <a:cubicBezTo>
                        <a:pt x="80" y="14"/>
                        <a:pt x="80" y="14"/>
                        <a:pt x="80" y="14"/>
                      </a:cubicBezTo>
                      <a:cubicBezTo>
                        <a:pt x="80" y="13"/>
                        <a:pt x="80" y="13"/>
                        <a:pt x="80" y="13"/>
                      </a:cubicBezTo>
                      <a:cubicBezTo>
                        <a:pt x="81" y="13"/>
                        <a:pt x="81" y="13"/>
                        <a:pt x="81" y="13"/>
                      </a:cubicBezTo>
                      <a:cubicBezTo>
                        <a:pt x="82" y="13"/>
                        <a:pt x="82" y="13"/>
                        <a:pt x="82" y="13"/>
                      </a:cubicBezTo>
                      <a:cubicBezTo>
                        <a:pt x="83" y="13"/>
                        <a:pt x="83" y="13"/>
                        <a:pt x="83" y="13"/>
                      </a:cubicBezTo>
                      <a:cubicBezTo>
                        <a:pt x="84" y="13"/>
                        <a:pt x="84" y="13"/>
                        <a:pt x="84" y="13"/>
                      </a:cubicBezTo>
                      <a:cubicBezTo>
                        <a:pt x="84" y="13"/>
                        <a:pt x="84" y="14"/>
                        <a:pt x="84" y="14"/>
                      </a:cubicBezTo>
                      <a:cubicBezTo>
                        <a:pt x="85" y="14"/>
                        <a:pt x="85" y="14"/>
                        <a:pt x="85" y="14"/>
                      </a:cubicBezTo>
                      <a:cubicBezTo>
                        <a:pt x="85" y="15"/>
                        <a:pt x="84" y="15"/>
                        <a:pt x="84" y="15"/>
                      </a:cubicBezTo>
                      <a:cubicBezTo>
                        <a:pt x="83" y="16"/>
                        <a:pt x="84" y="15"/>
                        <a:pt x="84" y="16"/>
                      </a:cubicBezTo>
                      <a:cubicBezTo>
                        <a:pt x="84" y="16"/>
                        <a:pt x="84" y="16"/>
                        <a:pt x="84" y="16"/>
                      </a:cubicBezTo>
                      <a:close/>
                      <a:moveTo>
                        <a:pt x="72" y="45"/>
                      </a:moveTo>
                      <a:cubicBezTo>
                        <a:pt x="72" y="44"/>
                        <a:pt x="74" y="43"/>
                        <a:pt x="73" y="42"/>
                      </a:cubicBezTo>
                      <a:cubicBezTo>
                        <a:pt x="73" y="42"/>
                        <a:pt x="72" y="43"/>
                        <a:pt x="71" y="43"/>
                      </a:cubicBezTo>
                      <a:cubicBezTo>
                        <a:pt x="71" y="43"/>
                        <a:pt x="71" y="44"/>
                        <a:pt x="71" y="44"/>
                      </a:cubicBezTo>
                      <a:cubicBezTo>
                        <a:pt x="70" y="44"/>
                        <a:pt x="70" y="44"/>
                        <a:pt x="71" y="44"/>
                      </a:cubicBezTo>
                      <a:cubicBezTo>
                        <a:pt x="71" y="45"/>
                        <a:pt x="72" y="45"/>
                        <a:pt x="72" y="45"/>
                      </a:cubicBezTo>
                      <a:cubicBezTo>
                        <a:pt x="72" y="44"/>
                        <a:pt x="72" y="45"/>
                        <a:pt x="72" y="45"/>
                      </a:cubicBezTo>
                      <a:close/>
                      <a:moveTo>
                        <a:pt x="79" y="39"/>
                      </a:moveTo>
                      <a:cubicBezTo>
                        <a:pt x="79" y="39"/>
                        <a:pt x="79" y="39"/>
                        <a:pt x="80" y="39"/>
                      </a:cubicBezTo>
                      <a:cubicBezTo>
                        <a:pt x="80" y="39"/>
                        <a:pt x="80" y="39"/>
                        <a:pt x="81" y="39"/>
                      </a:cubicBezTo>
                      <a:cubicBezTo>
                        <a:pt x="81" y="40"/>
                        <a:pt x="81" y="40"/>
                        <a:pt x="81" y="40"/>
                      </a:cubicBezTo>
                      <a:cubicBezTo>
                        <a:pt x="82" y="40"/>
                        <a:pt x="82" y="40"/>
                        <a:pt x="82" y="41"/>
                      </a:cubicBezTo>
                      <a:cubicBezTo>
                        <a:pt x="83" y="41"/>
                        <a:pt x="83" y="41"/>
                        <a:pt x="83" y="41"/>
                      </a:cubicBezTo>
                      <a:cubicBezTo>
                        <a:pt x="84" y="41"/>
                        <a:pt x="84" y="40"/>
                        <a:pt x="84" y="40"/>
                      </a:cubicBezTo>
                      <a:cubicBezTo>
                        <a:pt x="85" y="39"/>
                        <a:pt x="85" y="39"/>
                        <a:pt x="85" y="38"/>
                      </a:cubicBezTo>
                      <a:cubicBezTo>
                        <a:pt x="85" y="38"/>
                        <a:pt x="86" y="37"/>
                        <a:pt x="86" y="37"/>
                      </a:cubicBezTo>
                      <a:cubicBezTo>
                        <a:pt x="85" y="36"/>
                        <a:pt x="84" y="38"/>
                        <a:pt x="83" y="37"/>
                      </a:cubicBezTo>
                      <a:cubicBezTo>
                        <a:pt x="83" y="36"/>
                        <a:pt x="84" y="36"/>
                        <a:pt x="84" y="36"/>
                      </a:cubicBezTo>
                      <a:cubicBezTo>
                        <a:pt x="84" y="36"/>
                        <a:pt x="83" y="36"/>
                        <a:pt x="83" y="36"/>
                      </a:cubicBezTo>
                      <a:cubicBezTo>
                        <a:pt x="83" y="35"/>
                        <a:pt x="84" y="35"/>
                        <a:pt x="83" y="35"/>
                      </a:cubicBezTo>
                      <a:cubicBezTo>
                        <a:pt x="83" y="35"/>
                        <a:pt x="82" y="36"/>
                        <a:pt x="82" y="36"/>
                      </a:cubicBezTo>
                      <a:cubicBezTo>
                        <a:pt x="81" y="36"/>
                        <a:pt x="81" y="36"/>
                        <a:pt x="80" y="37"/>
                      </a:cubicBezTo>
                      <a:cubicBezTo>
                        <a:pt x="80" y="37"/>
                        <a:pt x="78" y="38"/>
                        <a:pt x="78" y="39"/>
                      </a:cubicBezTo>
                      <a:cubicBezTo>
                        <a:pt x="78" y="39"/>
                        <a:pt x="78" y="39"/>
                        <a:pt x="79" y="39"/>
                      </a:cubicBezTo>
                      <a:close/>
                      <a:moveTo>
                        <a:pt x="88" y="34"/>
                      </a:moveTo>
                      <a:cubicBezTo>
                        <a:pt x="88" y="35"/>
                        <a:pt x="88" y="35"/>
                        <a:pt x="88" y="35"/>
                      </a:cubicBezTo>
                      <a:cubicBezTo>
                        <a:pt x="89" y="35"/>
                        <a:pt x="89" y="35"/>
                        <a:pt x="90" y="36"/>
                      </a:cubicBezTo>
                      <a:cubicBezTo>
                        <a:pt x="90" y="36"/>
                        <a:pt x="91" y="36"/>
                        <a:pt x="91" y="36"/>
                      </a:cubicBezTo>
                      <a:cubicBezTo>
                        <a:pt x="92" y="36"/>
                        <a:pt x="91" y="35"/>
                        <a:pt x="91" y="35"/>
                      </a:cubicBezTo>
                      <a:cubicBezTo>
                        <a:pt x="90" y="34"/>
                        <a:pt x="89" y="34"/>
                        <a:pt x="88" y="34"/>
                      </a:cubicBezTo>
                      <a:cubicBezTo>
                        <a:pt x="88" y="35"/>
                        <a:pt x="89" y="34"/>
                        <a:pt x="88" y="34"/>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8" name="Freeform 792">
                  <a:extLst>
                    <a:ext uri="{FF2B5EF4-FFF2-40B4-BE49-F238E27FC236}">
                      <a16:creationId xmlns:a16="http://schemas.microsoft.com/office/drawing/2014/main" id="{E9E6B9B2-2437-EBD5-A167-C1A570EDA838}"/>
                    </a:ext>
                  </a:extLst>
                </p:cNvPr>
                <p:cNvSpPr>
                  <a:spLocks/>
                </p:cNvSpPr>
                <p:nvPr/>
              </p:nvSpPr>
              <p:spPr bwMode="auto">
                <a:xfrm>
                  <a:off x="5754688" y="3387725"/>
                  <a:ext cx="87312" cy="63500"/>
                </a:xfrm>
                <a:custGeom>
                  <a:avLst/>
                  <a:gdLst>
                    <a:gd name="T0" fmla="*/ 3 w 21"/>
                    <a:gd name="T1" fmla="*/ 14 h 15"/>
                    <a:gd name="T2" fmla="*/ 4 w 21"/>
                    <a:gd name="T3" fmla="*/ 13 h 15"/>
                    <a:gd name="T4" fmla="*/ 7 w 21"/>
                    <a:gd name="T5" fmla="*/ 13 h 15"/>
                    <a:gd name="T6" fmla="*/ 8 w 21"/>
                    <a:gd name="T7" fmla="*/ 12 h 15"/>
                    <a:gd name="T8" fmla="*/ 11 w 21"/>
                    <a:gd name="T9" fmla="*/ 13 h 15"/>
                    <a:gd name="T10" fmla="*/ 14 w 21"/>
                    <a:gd name="T11" fmla="*/ 14 h 15"/>
                    <a:gd name="T12" fmla="*/ 13 w 21"/>
                    <a:gd name="T13" fmla="*/ 12 h 15"/>
                    <a:gd name="T14" fmla="*/ 14 w 21"/>
                    <a:gd name="T15" fmla="*/ 12 h 15"/>
                    <a:gd name="T16" fmla="*/ 14 w 21"/>
                    <a:gd name="T17" fmla="*/ 11 h 15"/>
                    <a:gd name="T18" fmla="*/ 16 w 21"/>
                    <a:gd name="T19" fmla="*/ 10 h 15"/>
                    <a:gd name="T20" fmla="*/ 16 w 21"/>
                    <a:gd name="T21" fmla="*/ 8 h 15"/>
                    <a:gd name="T22" fmla="*/ 16 w 21"/>
                    <a:gd name="T23" fmla="*/ 7 h 15"/>
                    <a:gd name="T24" fmla="*/ 16 w 21"/>
                    <a:gd name="T25" fmla="*/ 7 h 15"/>
                    <a:gd name="T26" fmla="*/ 18 w 21"/>
                    <a:gd name="T27" fmla="*/ 6 h 15"/>
                    <a:gd name="T28" fmla="*/ 18 w 21"/>
                    <a:gd name="T29" fmla="*/ 5 h 15"/>
                    <a:gd name="T30" fmla="*/ 19 w 21"/>
                    <a:gd name="T31" fmla="*/ 5 h 15"/>
                    <a:gd name="T32" fmla="*/ 20 w 21"/>
                    <a:gd name="T33" fmla="*/ 5 h 15"/>
                    <a:gd name="T34" fmla="*/ 20 w 21"/>
                    <a:gd name="T35" fmla="*/ 4 h 15"/>
                    <a:gd name="T36" fmla="*/ 21 w 21"/>
                    <a:gd name="T37" fmla="*/ 4 h 15"/>
                    <a:gd name="T38" fmla="*/ 21 w 21"/>
                    <a:gd name="T39" fmla="*/ 2 h 15"/>
                    <a:gd name="T40" fmla="*/ 21 w 21"/>
                    <a:gd name="T41" fmla="*/ 2 h 15"/>
                    <a:gd name="T42" fmla="*/ 20 w 21"/>
                    <a:gd name="T43" fmla="*/ 1 h 15"/>
                    <a:gd name="T44" fmla="*/ 20 w 21"/>
                    <a:gd name="T45" fmla="*/ 0 h 15"/>
                    <a:gd name="T46" fmla="*/ 19 w 21"/>
                    <a:gd name="T47" fmla="*/ 0 h 15"/>
                    <a:gd name="T48" fmla="*/ 18 w 21"/>
                    <a:gd name="T49" fmla="*/ 1 h 15"/>
                    <a:gd name="T50" fmla="*/ 18 w 21"/>
                    <a:gd name="T51" fmla="*/ 1 h 15"/>
                    <a:gd name="T52" fmla="*/ 15 w 21"/>
                    <a:gd name="T53" fmla="*/ 2 h 15"/>
                    <a:gd name="T54" fmla="*/ 13 w 21"/>
                    <a:gd name="T55" fmla="*/ 2 h 15"/>
                    <a:gd name="T56" fmla="*/ 11 w 21"/>
                    <a:gd name="T57" fmla="*/ 2 h 15"/>
                    <a:gd name="T58" fmla="*/ 7 w 21"/>
                    <a:gd name="T59" fmla="*/ 5 h 15"/>
                    <a:gd name="T60" fmla="*/ 2 w 21"/>
                    <a:gd name="T61" fmla="*/ 3 h 15"/>
                    <a:gd name="T62" fmla="*/ 1 w 21"/>
                    <a:gd name="T63" fmla="*/ 5 h 15"/>
                    <a:gd name="T64" fmla="*/ 0 w 21"/>
                    <a:gd name="T65" fmla="*/ 6 h 15"/>
                    <a:gd name="T66" fmla="*/ 2 w 21"/>
                    <a:gd name="T67" fmla="*/ 6 h 15"/>
                    <a:gd name="T68" fmla="*/ 1 w 21"/>
                    <a:gd name="T69" fmla="*/ 8 h 15"/>
                    <a:gd name="T70" fmla="*/ 2 w 21"/>
                    <a:gd name="T71" fmla="*/ 9 h 15"/>
                    <a:gd name="T72" fmla="*/ 2 w 21"/>
                    <a:gd name="T73" fmla="*/ 11 h 15"/>
                    <a:gd name="T74" fmla="*/ 3 w 21"/>
                    <a:gd name="T75" fmla="*/ 12 h 15"/>
                    <a:gd name="T76" fmla="*/ 3 w 21"/>
                    <a:gd name="T77" fmla="*/ 13 h 15"/>
                    <a:gd name="T78" fmla="*/ 2 w 21"/>
                    <a:gd name="T79" fmla="*/ 13 h 15"/>
                    <a:gd name="T80" fmla="*/ 1 w 21"/>
                    <a:gd name="T81" fmla="*/ 13 h 15"/>
                    <a:gd name="T82" fmla="*/ 3 w 21"/>
                    <a:gd name="T83"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15">
                      <a:moveTo>
                        <a:pt x="3" y="14"/>
                      </a:moveTo>
                      <a:cubicBezTo>
                        <a:pt x="3" y="14"/>
                        <a:pt x="4" y="14"/>
                        <a:pt x="4" y="13"/>
                      </a:cubicBezTo>
                      <a:cubicBezTo>
                        <a:pt x="5" y="13"/>
                        <a:pt x="6" y="14"/>
                        <a:pt x="7" y="13"/>
                      </a:cubicBezTo>
                      <a:cubicBezTo>
                        <a:pt x="8" y="13"/>
                        <a:pt x="8" y="12"/>
                        <a:pt x="8" y="12"/>
                      </a:cubicBezTo>
                      <a:cubicBezTo>
                        <a:pt x="8" y="12"/>
                        <a:pt x="10" y="14"/>
                        <a:pt x="11" y="13"/>
                      </a:cubicBezTo>
                      <a:cubicBezTo>
                        <a:pt x="11" y="13"/>
                        <a:pt x="13" y="15"/>
                        <a:pt x="14" y="14"/>
                      </a:cubicBezTo>
                      <a:cubicBezTo>
                        <a:pt x="14" y="13"/>
                        <a:pt x="13" y="13"/>
                        <a:pt x="13" y="12"/>
                      </a:cubicBezTo>
                      <a:cubicBezTo>
                        <a:pt x="13" y="12"/>
                        <a:pt x="14" y="12"/>
                        <a:pt x="14" y="12"/>
                      </a:cubicBezTo>
                      <a:cubicBezTo>
                        <a:pt x="13" y="11"/>
                        <a:pt x="14" y="11"/>
                        <a:pt x="14" y="11"/>
                      </a:cubicBezTo>
                      <a:cubicBezTo>
                        <a:pt x="15" y="10"/>
                        <a:pt x="15" y="11"/>
                        <a:pt x="16" y="10"/>
                      </a:cubicBezTo>
                      <a:cubicBezTo>
                        <a:pt x="16" y="9"/>
                        <a:pt x="16" y="9"/>
                        <a:pt x="16" y="8"/>
                      </a:cubicBezTo>
                      <a:cubicBezTo>
                        <a:pt x="16" y="8"/>
                        <a:pt x="15" y="7"/>
                        <a:pt x="16" y="7"/>
                      </a:cubicBezTo>
                      <a:cubicBezTo>
                        <a:pt x="16" y="7"/>
                        <a:pt x="16" y="7"/>
                        <a:pt x="16" y="7"/>
                      </a:cubicBezTo>
                      <a:cubicBezTo>
                        <a:pt x="17" y="6"/>
                        <a:pt x="17" y="6"/>
                        <a:pt x="18" y="6"/>
                      </a:cubicBezTo>
                      <a:cubicBezTo>
                        <a:pt x="18" y="6"/>
                        <a:pt x="18" y="6"/>
                        <a:pt x="18" y="5"/>
                      </a:cubicBezTo>
                      <a:cubicBezTo>
                        <a:pt x="19" y="5"/>
                        <a:pt x="19" y="5"/>
                        <a:pt x="19" y="5"/>
                      </a:cubicBezTo>
                      <a:cubicBezTo>
                        <a:pt x="20" y="5"/>
                        <a:pt x="20" y="5"/>
                        <a:pt x="20" y="5"/>
                      </a:cubicBezTo>
                      <a:cubicBezTo>
                        <a:pt x="20" y="4"/>
                        <a:pt x="20" y="4"/>
                        <a:pt x="20" y="4"/>
                      </a:cubicBezTo>
                      <a:cubicBezTo>
                        <a:pt x="20" y="3"/>
                        <a:pt x="21" y="4"/>
                        <a:pt x="21" y="4"/>
                      </a:cubicBezTo>
                      <a:cubicBezTo>
                        <a:pt x="21" y="3"/>
                        <a:pt x="21" y="3"/>
                        <a:pt x="21" y="2"/>
                      </a:cubicBezTo>
                      <a:cubicBezTo>
                        <a:pt x="21" y="2"/>
                        <a:pt x="21" y="2"/>
                        <a:pt x="21" y="2"/>
                      </a:cubicBezTo>
                      <a:cubicBezTo>
                        <a:pt x="21" y="2"/>
                        <a:pt x="21" y="2"/>
                        <a:pt x="20" y="1"/>
                      </a:cubicBezTo>
                      <a:cubicBezTo>
                        <a:pt x="20" y="1"/>
                        <a:pt x="20" y="1"/>
                        <a:pt x="20" y="0"/>
                      </a:cubicBezTo>
                      <a:cubicBezTo>
                        <a:pt x="20" y="0"/>
                        <a:pt x="19" y="0"/>
                        <a:pt x="19" y="0"/>
                      </a:cubicBezTo>
                      <a:cubicBezTo>
                        <a:pt x="18" y="0"/>
                        <a:pt x="18" y="0"/>
                        <a:pt x="18" y="1"/>
                      </a:cubicBezTo>
                      <a:cubicBezTo>
                        <a:pt x="18" y="1"/>
                        <a:pt x="18" y="1"/>
                        <a:pt x="18" y="1"/>
                      </a:cubicBezTo>
                      <a:cubicBezTo>
                        <a:pt x="17" y="2"/>
                        <a:pt x="16" y="2"/>
                        <a:pt x="15" y="2"/>
                      </a:cubicBezTo>
                      <a:cubicBezTo>
                        <a:pt x="15" y="2"/>
                        <a:pt x="14" y="2"/>
                        <a:pt x="13" y="2"/>
                      </a:cubicBezTo>
                      <a:cubicBezTo>
                        <a:pt x="12" y="2"/>
                        <a:pt x="12" y="2"/>
                        <a:pt x="11" y="2"/>
                      </a:cubicBezTo>
                      <a:cubicBezTo>
                        <a:pt x="9" y="3"/>
                        <a:pt x="9" y="5"/>
                        <a:pt x="7" y="5"/>
                      </a:cubicBezTo>
                      <a:cubicBezTo>
                        <a:pt x="6" y="4"/>
                        <a:pt x="4" y="3"/>
                        <a:pt x="2" y="3"/>
                      </a:cubicBezTo>
                      <a:cubicBezTo>
                        <a:pt x="4" y="4"/>
                        <a:pt x="2" y="5"/>
                        <a:pt x="1" y="5"/>
                      </a:cubicBezTo>
                      <a:cubicBezTo>
                        <a:pt x="1" y="5"/>
                        <a:pt x="0" y="6"/>
                        <a:pt x="0" y="6"/>
                      </a:cubicBezTo>
                      <a:cubicBezTo>
                        <a:pt x="1" y="6"/>
                        <a:pt x="1" y="6"/>
                        <a:pt x="2" y="6"/>
                      </a:cubicBezTo>
                      <a:cubicBezTo>
                        <a:pt x="3" y="7"/>
                        <a:pt x="1" y="7"/>
                        <a:pt x="1" y="8"/>
                      </a:cubicBezTo>
                      <a:cubicBezTo>
                        <a:pt x="1" y="9"/>
                        <a:pt x="2" y="9"/>
                        <a:pt x="2" y="9"/>
                      </a:cubicBezTo>
                      <a:cubicBezTo>
                        <a:pt x="2" y="10"/>
                        <a:pt x="2" y="10"/>
                        <a:pt x="2" y="11"/>
                      </a:cubicBezTo>
                      <a:cubicBezTo>
                        <a:pt x="2" y="10"/>
                        <a:pt x="4" y="12"/>
                        <a:pt x="3" y="12"/>
                      </a:cubicBezTo>
                      <a:cubicBezTo>
                        <a:pt x="3" y="13"/>
                        <a:pt x="3" y="13"/>
                        <a:pt x="3" y="13"/>
                      </a:cubicBezTo>
                      <a:cubicBezTo>
                        <a:pt x="2" y="13"/>
                        <a:pt x="2" y="13"/>
                        <a:pt x="2" y="13"/>
                      </a:cubicBezTo>
                      <a:cubicBezTo>
                        <a:pt x="2" y="13"/>
                        <a:pt x="2" y="13"/>
                        <a:pt x="1" y="13"/>
                      </a:cubicBezTo>
                      <a:cubicBezTo>
                        <a:pt x="2" y="14"/>
                        <a:pt x="2" y="14"/>
                        <a:pt x="3" y="14"/>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9" name="Freeform 793">
                  <a:extLst>
                    <a:ext uri="{FF2B5EF4-FFF2-40B4-BE49-F238E27FC236}">
                      <a16:creationId xmlns:a16="http://schemas.microsoft.com/office/drawing/2014/main" id="{CB0680BE-E17C-2517-098F-82F0D2FE6023}"/>
                    </a:ext>
                  </a:extLst>
                </p:cNvPr>
                <p:cNvSpPr>
                  <a:spLocks/>
                </p:cNvSpPr>
                <p:nvPr/>
              </p:nvSpPr>
              <p:spPr bwMode="auto">
                <a:xfrm>
                  <a:off x="5849938" y="3271838"/>
                  <a:ext cx="161925" cy="79375"/>
                </a:xfrm>
                <a:custGeom>
                  <a:avLst/>
                  <a:gdLst>
                    <a:gd name="T0" fmla="*/ 5 w 39"/>
                    <a:gd name="T1" fmla="*/ 17 h 19"/>
                    <a:gd name="T2" fmla="*/ 8 w 39"/>
                    <a:gd name="T3" fmla="*/ 19 h 19"/>
                    <a:gd name="T4" fmla="*/ 10 w 39"/>
                    <a:gd name="T5" fmla="*/ 19 h 19"/>
                    <a:gd name="T6" fmla="*/ 12 w 39"/>
                    <a:gd name="T7" fmla="*/ 19 h 19"/>
                    <a:gd name="T8" fmla="*/ 14 w 39"/>
                    <a:gd name="T9" fmla="*/ 19 h 19"/>
                    <a:gd name="T10" fmla="*/ 14 w 39"/>
                    <a:gd name="T11" fmla="*/ 18 h 19"/>
                    <a:gd name="T12" fmla="*/ 15 w 39"/>
                    <a:gd name="T13" fmla="*/ 16 h 19"/>
                    <a:gd name="T14" fmla="*/ 18 w 39"/>
                    <a:gd name="T15" fmla="*/ 15 h 19"/>
                    <a:gd name="T16" fmla="*/ 19 w 39"/>
                    <a:gd name="T17" fmla="*/ 15 h 19"/>
                    <a:gd name="T18" fmla="*/ 20 w 39"/>
                    <a:gd name="T19" fmla="*/ 15 h 19"/>
                    <a:gd name="T20" fmla="*/ 24 w 39"/>
                    <a:gd name="T21" fmla="*/ 14 h 19"/>
                    <a:gd name="T22" fmla="*/ 24 w 39"/>
                    <a:gd name="T23" fmla="*/ 13 h 19"/>
                    <a:gd name="T24" fmla="*/ 25 w 39"/>
                    <a:gd name="T25" fmla="*/ 11 h 19"/>
                    <a:gd name="T26" fmla="*/ 27 w 39"/>
                    <a:gd name="T27" fmla="*/ 11 h 19"/>
                    <a:gd name="T28" fmla="*/ 29 w 39"/>
                    <a:gd name="T29" fmla="*/ 12 h 19"/>
                    <a:gd name="T30" fmla="*/ 30 w 39"/>
                    <a:gd name="T31" fmla="*/ 12 h 19"/>
                    <a:gd name="T32" fmla="*/ 31 w 39"/>
                    <a:gd name="T33" fmla="*/ 11 h 19"/>
                    <a:gd name="T34" fmla="*/ 32 w 39"/>
                    <a:gd name="T35" fmla="*/ 11 h 19"/>
                    <a:gd name="T36" fmla="*/ 34 w 39"/>
                    <a:gd name="T37" fmla="*/ 13 h 19"/>
                    <a:gd name="T38" fmla="*/ 36 w 39"/>
                    <a:gd name="T39" fmla="*/ 13 h 19"/>
                    <a:gd name="T40" fmla="*/ 38 w 39"/>
                    <a:gd name="T41" fmla="*/ 9 h 19"/>
                    <a:gd name="T42" fmla="*/ 39 w 39"/>
                    <a:gd name="T43" fmla="*/ 6 h 19"/>
                    <a:gd name="T44" fmla="*/ 39 w 39"/>
                    <a:gd name="T45" fmla="*/ 6 h 19"/>
                    <a:gd name="T46" fmla="*/ 36 w 39"/>
                    <a:gd name="T47" fmla="*/ 4 h 19"/>
                    <a:gd name="T48" fmla="*/ 35 w 39"/>
                    <a:gd name="T49" fmla="*/ 3 h 19"/>
                    <a:gd name="T50" fmla="*/ 34 w 39"/>
                    <a:gd name="T51" fmla="*/ 3 h 19"/>
                    <a:gd name="T52" fmla="*/ 34 w 39"/>
                    <a:gd name="T53" fmla="*/ 3 h 19"/>
                    <a:gd name="T54" fmla="*/ 33 w 39"/>
                    <a:gd name="T55" fmla="*/ 3 h 19"/>
                    <a:gd name="T56" fmla="*/ 32 w 39"/>
                    <a:gd name="T57" fmla="*/ 2 h 19"/>
                    <a:gd name="T58" fmla="*/ 29 w 39"/>
                    <a:gd name="T59" fmla="*/ 2 h 19"/>
                    <a:gd name="T60" fmla="*/ 29 w 39"/>
                    <a:gd name="T61" fmla="*/ 3 h 19"/>
                    <a:gd name="T62" fmla="*/ 28 w 39"/>
                    <a:gd name="T63" fmla="*/ 3 h 19"/>
                    <a:gd name="T64" fmla="*/ 26 w 39"/>
                    <a:gd name="T65" fmla="*/ 3 h 19"/>
                    <a:gd name="T66" fmla="*/ 26 w 39"/>
                    <a:gd name="T67" fmla="*/ 3 h 19"/>
                    <a:gd name="T68" fmla="*/ 25 w 39"/>
                    <a:gd name="T69" fmla="*/ 2 h 19"/>
                    <a:gd name="T70" fmla="*/ 24 w 39"/>
                    <a:gd name="T71" fmla="*/ 3 h 19"/>
                    <a:gd name="T72" fmla="*/ 23 w 39"/>
                    <a:gd name="T73" fmla="*/ 4 h 19"/>
                    <a:gd name="T74" fmla="*/ 22 w 39"/>
                    <a:gd name="T75" fmla="*/ 4 h 19"/>
                    <a:gd name="T76" fmla="*/ 21 w 39"/>
                    <a:gd name="T77" fmla="*/ 4 h 19"/>
                    <a:gd name="T78" fmla="*/ 20 w 39"/>
                    <a:gd name="T79" fmla="*/ 5 h 19"/>
                    <a:gd name="T80" fmla="*/ 20 w 39"/>
                    <a:gd name="T81" fmla="*/ 3 h 19"/>
                    <a:gd name="T82" fmla="*/ 19 w 39"/>
                    <a:gd name="T83" fmla="*/ 2 h 19"/>
                    <a:gd name="T84" fmla="*/ 19 w 39"/>
                    <a:gd name="T85" fmla="*/ 2 h 19"/>
                    <a:gd name="T86" fmla="*/ 18 w 39"/>
                    <a:gd name="T87" fmla="*/ 0 h 19"/>
                    <a:gd name="T88" fmla="*/ 18 w 39"/>
                    <a:gd name="T89" fmla="*/ 1 h 19"/>
                    <a:gd name="T90" fmla="*/ 17 w 39"/>
                    <a:gd name="T91" fmla="*/ 1 h 19"/>
                    <a:gd name="T92" fmla="*/ 16 w 39"/>
                    <a:gd name="T93" fmla="*/ 2 h 19"/>
                    <a:gd name="T94" fmla="*/ 15 w 39"/>
                    <a:gd name="T95" fmla="*/ 3 h 19"/>
                    <a:gd name="T96" fmla="*/ 14 w 39"/>
                    <a:gd name="T97" fmla="*/ 1 h 19"/>
                    <a:gd name="T98" fmla="*/ 13 w 39"/>
                    <a:gd name="T99" fmla="*/ 2 h 19"/>
                    <a:gd name="T100" fmla="*/ 12 w 39"/>
                    <a:gd name="T101" fmla="*/ 2 h 19"/>
                    <a:gd name="T102" fmla="*/ 11 w 39"/>
                    <a:gd name="T103" fmla="*/ 3 h 19"/>
                    <a:gd name="T104" fmla="*/ 9 w 39"/>
                    <a:gd name="T105" fmla="*/ 5 h 19"/>
                    <a:gd name="T106" fmla="*/ 8 w 39"/>
                    <a:gd name="T107" fmla="*/ 7 h 19"/>
                    <a:gd name="T108" fmla="*/ 5 w 39"/>
                    <a:gd name="T109" fmla="*/ 8 h 19"/>
                    <a:gd name="T110" fmla="*/ 2 w 39"/>
                    <a:gd name="T111" fmla="*/ 8 h 19"/>
                    <a:gd name="T112" fmla="*/ 1 w 39"/>
                    <a:gd name="T113" fmla="*/ 10 h 19"/>
                    <a:gd name="T114" fmla="*/ 1 w 39"/>
                    <a:gd name="T115" fmla="*/ 13 h 19"/>
                    <a:gd name="T116" fmla="*/ 2 w 39"/>
                    <a:gd name="T117" fmla="*/ 16 h 19"/>
                    <a:gd name="T118" fmla="*/ 5 w 39"/>
                    <a:gd name="T119"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 h="19">
                      <a:moveTo>
                        <a:pt x="5" y="17"/>
                      </a:moveTo>
                      <a:cubicBezTo>
                        <a:pt x="6" y="18"/>
                        <a:pt x="7" y="19"/>
                        <a:pt x="8" y="19"/>
                      </a:cubicBezTo>
                      <a:cubicBezTo>
                        <a:pt x="9" y="19"/>
                        <a:pt x="10" y="19"/>
                        <a:pt x="10" y="19"/>
                      </a:cubicBezTo>
                      <a:cubicBezTo>
                        <a:pt x="11" y="19"/>
                        <a:pt x="11" y="19"/>
                        <a:pt x="12" y="19"/>
                      </a:cubicBezTo>
                      <a:cubicBezTo>
                        <a:pt x="13" y="19"/>
                        <a:pt x="13" y="19"/>
                        <a:pt x="14" y="19"/>
                      </a:cubicBezTo>
                      <a:cubicBezTo>
                        <a:pt x="14" y="18"/>
                        <a:pt x="14" y="18"/>
                        <a:pt x="14" y="18"/>
                      </a:cubicBezTo>
                      <a:cubicBezTo>
                        <a:pt x="13" y="17"/>
                        <a:pt x="14" y="16"/>
                        <a:pt x="15" y="16"/>
                      </a:cubicBezTo>
                      <a:cubicBezTo>
                        <a:pt x="16" y="16"/>
                        <a:pt x="17" y="16"/>
                        <a:pt x="18" y="15"/>
                      </a:cubicBezTo>
                      <a:cubicBezTo>
                        <a:pt x="19" y="15"/>
                        <a:pt x="19" y="15"/>
                        <a:pt x="19" y="15"/>
                      </a:cubicBezTo>
                      <a:cubicBezTo>
                        <a:pt x="20" y="14"/>
                        <a:pt x="20" y="15"/>
                        <a:pt x="20" y="15"/>
                      </a:cubicBezTo>
                      <a:cubicBezTo>
                        <a:pt x="21" y="16"/>
                        <a:pt x="23" y="15"/>
                        <a:pt x="24" y="14"/>
                      </a:cubicBezTo>
                      <a:cubicBezTo>
                        <a:pt x="24" y="14"/>
                        <a:pt x="24" y="13"/>
                        <a:pt x="24" y="13"/>
                      </a:cubicBezTo>
                      <a:cubicBezTo>
                        <a:pt x="25" y="12"/>
                        <a:pt x="25" y="12"/>
                        <a:pt x="25" y="11"/>
                      </a:cubicBezTo>
                      <a:cubicBezTo>
                        <a:pt x="26" y="11"/>
                        <a:pt x="27" y="11"/>
                        <a:pt x="27" y="11"/>
                      </a:cubicBezTo>
                      <a:cubicBezTo>
                        <a:pt x="28" y="11"/>
                        <a:pt x="28" y="12"/>
                        <a:pt x="29" y="12"/>
                      </a:cubicBezTo>
                      <a:cubicBezTo>
                        <a:pt x="29" y="12"/>
                        <a:pt x="30" y="12"/>
                        <a:pt x="30" y="12"/>
                      </a:cubicBezTo>
                      <a:cubicBezTo>
                        <a:pt x="30" y="12"/>
                        <a:pt x="31" y="11"/>
                        <a:pt x="31" y="11"/>
                      </a:cubicBezTo>
                      <a:cubicBezTo>
                        <a:pt x="31" y="11"/>
                        <a:pt x="32" y="11"/>
                        <a:pt x="32" y="11"/>
                      </a:cubicBezTo>
                      <a:cubicBezTo>
                        <a:pt x="32" y="12"/>
                        <a:pt x="33" y="12"/>
                        <a:pt x="34" y="13"/>
                      </a:cubicBezTo>
                      <a:cubicBezTo>
                        <a:pt x="34" y="14"/>
                        <a:pt x="35" y="13"/>
                        <a:pt x="36" y="13"/>
                      </a:cubicBezTo>
                      <a:cubicBezTo>
                        <a:pt x="36" y="11"/>
                        <a:pt x="37" y="10"/>
                        <a:pt x="38" y="9"/>
                      </a:cubicBezTo>
                      <a:cubicBezTo>
                        <a:pt x="38" y="8"/>
                        <a:pt x="38" y="7"/>
                        <a:pt x="39" y="6"/>
                      </a:cubicBezTo>
                      <a:cubicBezTo>
                        <a:pt x="39" y="6"/>
                        <a:pt x="39" y="6"/>
                        <a:pt x="39" y="6"/>
                      </a:cubicBezTo>
                      <a:cubicBezTo>
                        <a:pt x="38" y="6"/>
                        <a:pt x="36" y="5"/>
                        <a:pt x="36" y="4"/>
                      </a:cubicBezTo>
                      <a:cubicBezTo>
                        <a:pt x="35" y="4"/>
                        <a:pt x="35" y="3"/>
                        <a:pt x="35" y="3"/>
                      </a:cubicBezTo>
                      <a:cubicBezTo>
                        <a:pt x="35" y="3"/>
                        <a:pt x="35" y="3"/>
                        <a:pt x="34" y="3"/>
                      </a:cubicBezTo>
                      <a:cubicBezTo>
                        <a:pt x="34" y="3"/>
                        <a:pt x="34" y="3"/>
                        <a:pt x="34" y="3"/>
                      </a:cubicBezTo>
                      <a:cubicBezTo>
                        <a:pt x="34" y="3"/>
                        <a:pt x="33" y="3"/>
                        <a:pt x="33" y="3"/>
                      </a:cubicBezTo>
                      <a:cubicBezTo>
                        <a:pt x="33" y="2"/>
                        <a:pt x="32" y="2"/>
                        <a:pt x="32" y="2"/>
                      </a:cubicBezTo>
                      <a:cubicBezTo>
                        <a:pt x="31" y="2"/>
                        <a:pt x="30" y="2"/>
                        <a:pt x="29" y="2"/>
                      </a:cubicBezTo>
                      <a:cubicBezTo>
                        <a:pt x="29" y="3"/>
                        <a:pt x="29" y="3"/>
                        <a:pt x="29" y="3"/>
                      </a:cubicBezTo>
                      <a:cubicBezTo>
                        <a:pt x="28" y="3"/>
                        <a:pt x="28" y="3"/>
                        <a:pt x="28" y="3"/>
                      </a:cubicBezTo>
                      <a:cubicBezTo>
                        <a:pt x="27" y="3"/>
                        <a:pt x="27" y="3"/>
                        <a:pt x="26" y="3"/>
                      </a:cubicBezTo>
                      <a:cubicBezTo>
                        <a:pt x="26" y="3"/>
                        <a:pt x="26" y="3"/>
                        <a:pt x="26" y="3"/>
                      </a:cubicBezTo>
                      <a:cubicBezTo>
                        <a:pt x="25" y="3"/>
                        <a:pt x="25" y="2"/>
                        <a:pt x="25" y="2"/>
                      </a:cubicBezTo>
                      <a:cubicBezTo>
                        <a:pt x="24" y="2"/>
                        <a:pt x="24" y="3"/>
                        <a:pt x="24" y="3"/>
                      </a:cubicBezTo>
                      <a:cubicBezTo>
                        <a:pt x="23" y="3"/>
                        <a:pt x="23" y="3"/>
                        <a:pt x="23" y="4"/>
                      </a:cubicBezTo>
                      <a:cubicBezTo>
                        <a:pt x="22" y="4"/>
                        <a:pt x="23" y="4"/>
                        <a:pt x="22" y="4"/>
                      </a:cubicBezTo>
                      <a:cubicBezTo>
                        <a:pt x="22" y="4"/>
                        <a:pt x="21" y="4"/>
                        <a:pt x="21" y="4"/>
                      </a:cubicBezTo>
                      <a:cubicBezTo>
                        <a:pt x="21" y="4"/>
                        <a:pt x="21" y="5"/>
                        <a:pt x="20" y="5"/>
                      </a:cubicBezTo>
                      <a:cubicBezTo>
                        <a:pt x="20" y="4"/>
                        <a:pt x="21" y="3"/>
                        <a:pt x="20" y="3"/>
                      </a:cubicBezTo>
                      <a:cubicBezTo>
                        <a:pt x="20" y="2"/>
                        <a:pt x="20" y="2"/>
                        <a:pt x="19" y="2"/>
                      </a:cubicBezTo>
                      <a:cubicBezTo>
                        <a:pt x="19" y="2"/>
                        <a:pt x="19" y="2"/>
                        <a:pt x="19" y="2"/>
                      </a:cubicBezTo>
                      <a:cubicBezTo>
                        <a:pt x="18" y="1"/>
                        <a:pt x="19" y="1"/>
                        <a:pt x="18" y="0"/>
                      </a:cubicBezTo>
                      <a:cubicBezTo>
                        <a:pt x="18" y="0"/>
                        <a:pt x="18" y="1"/>
                        <a:pt x="18" y="1"/>
                      </a:cubicBezTo>
                      <a:cubicBezTo>
                        <a:pt x="17" y="1"/>
                        <a:pt x="17" y="1"/>
                        <a:pt x="17" y="1"/>
                      </a:cubicBezTo>
                      <a:cubicBezTo>
                        <a:pt x="16" y="1"/>
                        <a:pt x="16" y="1"/>
                        <a:pt x="16" y="2"/>
                      </a:cubicBezTo>
                      <a:cubicBezTo>
                        <a:pt x="16" y="3"/>
                        <a:pt x="16" y="3"/>
                        <a:pt x="15" y="3"/>
                      </a:cubicBezTo>
                      <a:cubicBezTo>
                        <a:pt x="14" y="2"/>
                        <a:pt x="14" y="2"/>
                        <a:pt x="14" y="1"/>
                      </a:cubicBezTo>
                      <a:cubicBezTo>
                        <a:pt x="14" y="1"/>
                        <a:pt x="13" y="1"/>
                        <a:pt x="13" y="2"/>
                      </a:cubicBezTo>
                      <a:cubicBezTo>
                        <a:pt x="13" y="2"/>
                        <a:pt x="12" y="2"/>
                        <a:pt x="12" y="2"/>
                      </a:cubicBezTo>
                      <a:cubicBezTo>
                        <a:pt x="11" y="2"/>
                        <a:pt x="11" y="3"/>
                        <a:pt x="11" y="3"/>
                      </a:cubicBezTo>
                      <a:cubicBezTo>
                        <a:pt x="10" y="4"/>
                        <a:pt x="9" y="4"/>
                        <a:pt x="9" y="5"/>
                      </a:cubicBezTo>
                      <a:cubicBezTo>
                        <a:pt x="9" y="5"/>
                        <a:pt x="9" y="6"/>
                        <a:pt x="8" y="7"/>
                      </a:cubicBezTo>
                      <a:cubicBezTo>
                        <a:pt x="7" y="7"/>
                        <a:pt x="6" y="8"/>
                        <a:pt x="5" y="8"/>
                      </a:cubicBezTo>
                      <a:cubicBezTo>
                        <a:pt x="4" y="8"/>
                        <a:pt x="3" y="8"/>
                        <a:pt x="2" y="8"/>
                      </a:cubicBezTo>
                      <a:cubicBezTo>
                        <a:pt x="2" y="9"/>
                        <a:pt x="2" y="10"/>
                        <a:pt x="1" y="10"/>
                      </a:cubicBezTo>
                      <a:cubicBezTo>
                        <a:pt x="1" y="11"/>
                        <a:pt x="0" y="12"/>
                        <a:pt x="1" y="13"/>
                      </a:cubicBezTo>
                      <a:cubicBezTo>
                        <a:pt x="2" y="14"/>
                        <a:pt x="2" y="15"/>
                        <a:pt x="2" y="16"/>
                      </a:cubicBezTo>
                      <a:cubicBezTo>
                        <a:pt x="3" y="16"/>
                        <a:pt x="4" y="17"/>
                        <a:pt x="5" y="17"/>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0" name="Freeform 794">
                  <a:extLst>
                    <a:ext uri="{FF2B5EF4-FFF2-40B4-BE49-F238E27FC236}">
                      <a16:creationId xmlns:a16="http://schemas.microsoft.com/office/drawing/2014/main" id="{606B5214-B357-CDBA-1FA1-21F232708391}"/>
                    </a:ext>
                  </a:extLst>
                </p:cNvPr>
                <p:cNvSpPr>
                  <a:spLocks/>
                </p:cNvSpPr>
                <p:nvPr/>
              </p:nvSpPr>
              <p:spPr bwMode="auto">
                <a:xfrm>
                  <a:off x="5946775" y="3330575"/>
                  <a:ext cx="265112" cy="187325"/>
                </a:xfrm>
                <a:custGeom>
                  <a:avLst/>
                  <a:gdLst>
                    <a:gd name="T0" fmla="*/ 60 w 64"/>
                    <a:gd name="T1" fmla="*/ 29 h 45"/>
                    <a:gd name="T2" fmla="*/ 55 w 64"/>
                    <a:gd name="T3" fmla="*/ 29 h 45"/>
                    <a:gd name="T4" fmla="*/ 54 w 64"/>
                    <a:gd name="T5" fmla="*/ 25 h 45"/>
                    <a:gd name="T6" fmla="*/ 54 w 64"/>
                    <a:gd name="T7" fmla="*/ 22 h 45"/>
                    <a:gd name="T8" fmla="*/ 54 w 64"/>
                    <a:gd name="T9" fmla="*/ 19 h 45"/>
                    <a:gd name="T10" fmla="*/ 53 w 64"/>
                    <a:gd name="T11" fmla="*/ 13 h 45"/>
                    <a:gd name="T12" fmla="*/ 51 w 64"/>
                    <a:gd name="T13" fmla="*/ 10 h 45"/>
                    <a:gd name="T14" fmla="*/ 49 w 64"/>
                    <a:gd name="T15" fmla="*/ 8 h 45"/>
                    <a:gd name="T16" fmla="*/ 47 w 64"/>
                    <a:gd name="T17" fmla="*/ 2 h 45"/>
                    <a:gd name="T18" fmla="*/ 44 w 64"/>
                    <a:gd name="T19" fmla="*/ 0 h 45"/>
                    <a:gd name="T20" fmla="*/ 41 w 64"/>
                    <a:gd name="T21" fmla="*/ 1 h 45"/>
                    <a:gd name="T22" fmla="*/ 35 w 64"/>
                    <a:gd name="T23" fmla="*/ 3 h 45"/>
                    <a:gd name="T24" fmla="*/ 33 w 64"/>
                    <a:gd name="T25" fmla="*/ 5 h 45"/>
                    <a:gd name="T26" fmla="*/ 29 w 64"/>
                    <a:gd name="T27" fmla="*/ 3 h 45"/>
                    <a:gd name="T28" fmla="*/ 26 w 64"/>
                    <a:gd name="T29" fmla="*/ 3 h 45"/>
                    <a:gd name="T30" fmla="*/ 24 w 64"/>
                    <a:gd name="T31" fmla="*/ 3 h 45"/>
                    <a:gd name="T32" fmla="*/ 21 w 64"/>
                    <a:gd name="T33" fmla="*/ 2 h 45"/>
                    <a:gd name="T34" fmla="*/ 18 w 64"/>
                    <a:gd name="T35" fmla="*/ 4 h 45"/>
                    <a:gd name="T36" fmla="*/ 14 w 64"/>
                    <a:gd name="T37" fmla="*/ 5 h 45"/>
                    <a:gd name="T38" fmla="*/ 12 w 64"/>
                    <a:gd name="T39" fmla="*/ 8 h 45"/>
                    <a:gd name="T40" fmla="*/ 12 w 64"/>
                    <a:gd name="T41" fmla="*/ 9 h 45"/>
                    <a:gd name="T42" fmla="*/ 10 w 64"/>
                    <a:gd name="T43" fmla="*/ 12 h 45"/>
                    <a:gd name="T44" fmla="*/ 9 w 64"/>
                    <a:gd name="T45" fmla="*/ 15 h 45"/>
                    <a:gd name="T46" fmla="*/ 7 w 64"/>
                    <a:gd name="T47" fmla="*/ 17 h 45"/>
                    <a:gd name="T48" fmla="*/ 7 w 64"/>
                    <a:gd name="T49" fmla="*/ 19 h 45"/>
                    <a:gd name="T50" fmla="*/ 4 w 64"/>
                    <a:gd name="T51" fmla="*/ 20 h 45"/>
                    <a:gd name="T52" fmla="*/ 3 w 64"/>
                    <a:gd name="T53" fmla="*/ 21 h 45"/>
                    <a:gd name="T54" fmla="*/ 1 w 64"/>
                    <a:gd name="T55" fmla="*/ 23 h 45"/>
                    <a:gd name="T56" fmla="*/ 4 w 64"/>
                    <a:gd name="T57" fmla="*/ 25 h 45"/>
                    <a:gd name="T58" fmla="*/ 4 w 64"/>
                    <a:gd name="T59" fmla="*/ 27 h 45"/>
                    <a:gd name="T60" fmla="*/ 6 w 64"/>
                    <a:gd name="T61" fmla="*/ 29 h 45"/>
                    <a:gd name="T62" fmla="*/ 9 w 64"/>
                    <a:gd name="T63" fmla="*/ 31 h 45"/>
                    <a:gd name="T64" fmla="*/ 8 w 64"/>
                    <a:gd name="T65" fmla="*/ 32 h 45"/>
                    <a:gd name="T66" fmla="*/ 8 w 64"/>
                    <a:gd name="T67" fmla="*/ 33 h 45"/>
                    <a:gd name="T68" fmla="*/ 11 w 64"/>
                    <a:gd name="T69" fmla="*/ 35 h 45"/>
                    <a:gd name="T70" fmla="*/ 13 w 64"/>
                    <a:gd name="T71" fmla="*/ 37 h 45"/>
                    <a:gd name="T72" fmla="*/ 16 w 64"/>
                    <a:gd name="T73" fmla="*/ 35 h 45"/>
                    <a:gd name="T74" fmla="*/ 16 w 64"/>
                    <a:gd name="T75" fmla="*/ 36 h 45"/>
                    <a:gd name="T76" fmla="*/ 16 w 64"/>
                    <a:gd name="T77" fmla="*/ 38 h 45"/>
                    <a:gd name="T78" fmla="*/ 17 w 64"/>
                    <a:gd name="T79" fmla="*/ 39 h 45"/>
                    <a:gd name="T80" fmla="*/ 19 w 64"/>
                    <a:gd name="T81" fmla="*/ 41 h 45"/>
                    <a:gd name="T82" fmla="*/ 21 w 64"/>
                    <a:gd name="T83" fmla="*/ 43 h 45"/>
                    <a:gd name="T84" fmla="*/ 24 w 64"/>
                    <a:gd name="T85" fmla="*/ 43 h 45"/>
                    <a:gd name="T86" fmla="*/ 27 w 64"/>
                    <a:gd name="T87" fmla="*/ 44 h 45"/>
                    <a:gd name="T88" fmla="*/ 31 w 64"/>
                    <a:gd name="T89" fmla="*/ 44 h 45"/>
                    <a:gd name="T90" fmla="*/ 36 w 64"/>
                    <a:gd name="T91" fmla="*/ 45 h 45"/>
                    <a:gd name="T92" fmla="*/ 39 w 64"/>
                    <a:gd name="T93" fmla="*/ 43 h 45"/>
                    <a:gd name="T94" fmla="*/ 44 w 64"/>
                    <a:gd name="T95" fmla="*/ 41 h 45"/>
                    <a:gd name="T96" fmla="*/ 49 w 64"/>
                    <a:gd name="T97" fmla="*/ 41 h 45"/>
                    <a:gd name="T98" fmla="*/ 51 w 64"/>
                    <a:gd name="T99" fmla="*/ 42 h 45"/>
                    <a:gd name="T100" fmla="*/ 53 w 64"/>
                    <a:gd name="T101" fmla="*/ 43 h 45"/>
                    <a:gd name="T102" fmla="*/ 57 w 64"/>
                    <a:gd name="T103" fmla="*/ 44 h 45"/>
                    <a:gd name="T104" fmla="*/ 57 w 64"/>
                    <a:gd name="T105" fmla="*/ 41 h 45"/>
                    <a:gd name="T106" fmla="*/ 58 w 64"/>
                    <a:gd name="T107" fmla="*/ 38 h 45"/>
                    <a:gd name="T108" fmla="*/ 58 w 64"/>
                    <a:gd name="T109" fmla="*/ 36 h 45"/>
                    <a:gd name="T110" fmla="*/ 59 w 64"/>
                    <a:gd name="T111" fmla="*/ 32 h 45"/>
                    <a:gd name="T112" fmla="*/ 61 w 64"/>
                    <a:gd name="T113" fmla="*/ 34 h 45"/>
                    <a:gd name="T114" fmla="*/ 64 w 64"/>
                    <a:gd name="T115" fmla="*/ 32 h 45"/>
                    <a:gd name="T116" fmla="*/ 63 w 64"/>
                    <a:gd name="T117" fmla="*/ 2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4" h="45">
                      <a:moveTo>
                        <a:pt x="63" y="28"/>
                      </a:moveTo>
                      <a:cubicBezTo>
                        <a:pt x="62" y="28"/>
                        <a:pt x="61" y="28"/>
                        <a:pt x="60" y="29"/>
                      </a:cubicBezTo>
                      <a:cubicBezTo>
                        <a:pt x="59" y="29"/>
                        <a:pt x="58" y="29"/>
                        <a:pt x="58" y="30"/>
                      </a:cubicBezTo>
                      <a:cubicBezTo>
                        <a:pt x="57" y="30"/>
                        <a:pt x="56" y="30"/>
                        <a:pt x="55" y="29"/>
                      </a:cubicBezTo>
                      <a:cubicBezTo>
                        <a:pt x="55" y="28"/>
                        <a:pt x="53" y="27"/>
                        <a:pt x="54" y="26"/>
                      </a:cubicBezTo>
                      <a:cubicBezTo>
                        <a:pt x="54" y="26"/>
                        <a:pt x="54" y="25"/>
                        <a:pt x="54" y="25"/>
                      </a:cubicBezTo>
                      <a:cubicBezTo>
                        <a:pt x="54" y="24"/>
                        <a:pt x="54" y="24"/>
                        <a:pt x="54" y="23"/>
                      </a:cubicBezTo>
                      <a:cubicBezTo>
                        <a:pt x="54" y="23"/>
                        <a:pt x="54" y="22"/>
                        <a:pt x="54" y="22"/>
                      </a:cubicBezTo>
                      <a:cubicBezTo>
                        <a:pt x="54" y="21"/>
                        <a:pt x="54" y="20"/>
                        <a:pt x="54" y="20"/>
                      </a:cubicBezTo>
                      <a:cubicBezTo>
                        <a:pt x="54" y="20"/>
                        <a:pt x="54" y="19"/>
                        <a:pt x="54" y="19"/>
                      </a:cubicBezTo>
                      <a:cubicBezTo>
                        <a:pt x="55" y="18"/>
                        <a:pt x="54" y="18"/>
                        <a:pt x="54" y="17"/>
                      </a:cubicBezTo>
                      <a:cubicBezTo>
                        <a:pt x="54" y="16"/>
                        <a:pt x="54" y="14"/>
                        <a:pt x="53" y="13"/>
                      </a:cubicBezTo>
                      <a:cubicBezTo>
                        <a:pt x="53" y="13"/>
                        <a:pt x="53" y="12"/>
                        <a:pt x="52" y="12"/>
                      </a:cubicBezTo>
                      <a:cubicBezTo>
                        <a:pt x="52" y="11"/>
                        <a:pt x="52" y="11"/>
                        <a:pt x="51" y="10"/>
                      </a:cubicBezTo>
                      <a:cubicBezTo>
                        <a:pt x="51" y="10"/>
                        <a:pt x="50" y="10"/>
                        <a:pt x="50" y="9"/>
                      </a:cubicBezTo>
                      <a:cubicBezTo>
                        <a:pt x="50" y="9"/>
                        <a:pt x="50" y="8"/>
                        <a:pt x="49" y="8"/>
                      </a:cubicBezTo>
                      <a:cubicBezTo>
                        <a:pt x="49" y="7"/>
                        <a:pt x="48" y="6"/>
                        <a:pt x="48" y="6"/>
                      </a:cubicBezTo>
                      <a:cubicBezTo>
                        <a:pt x="47" y="4"/>
                        <a:pt x="47" y="3"/>
                        <a:pt x="47" y="2"/>
                      </a:cubicBezTo>
                      <a:cubicBezTo>
                        <a:pt x="46" y="1"/>
                        <a:pt x="45" y="0"/>
                        <a:pt x="44" y="0"/>
                      </a:cubicBezTo>
                      <a:cubicBezTo>
                        <a:pt x="44" y="0"/>
                        <a:pt x="44" y="0"/>
                        <a:pt x="44" y="0"/>
                      </a:cubicBezTo>
                      <a:cubicBezTo>
                        <a:pt x="43" y="0"/>
                        <a:pt x="43" y="0"/>
                        <a:pt x="42" y="0"/>
                      </a:cubicBezTo>
                      <a:cubicBezTo>
                        <a:pt x="42" y="0"/>
                        <a:pt x="42" y="0"/>
                        <a:pt x="41" y="1"/>
                      </a:cubicBezTo>
                      <a:cubicBezTo>
                        <a:pt x="41" y="2"/>
                        <a:pt x="40" y="3"/>
                        <a:pt x="39" y="3"/>
                      </a:cubicBezTo>
                      <a:cubicBezTo>
                        <a:pt x="38" y="3"/>
                        <a:pt x="37" y="3"/>
                        <a:pt x="35" y="3"/>
                      </a:cubicBezTo>
                      <a:cubicBezTo>
                        <a:pt x="35" y="4"/>
                        <a:pt x="34" y="4"/>
                        <a:pt x="34" y="4"/>
                      </a:cubicBezTo>
                      <a:cubicBezTo>
                        <a:pt x="34" y="4"/>
                        <a:pt x="33" y="5"/>
                        <a:pt x="33" y="5"/>
                      </a:cubicBezTo>
                      <a:cubicBezTo>
                        <a:pt x="32" y="6"/>
                        <a:pt x="31" y="4"/>
                        <a:pt x="30" y="4"/>
                      </a:cubicBezTo>
                      <a:cubicBezTo>
                        <a:pt x="30" y="3"/>
                        <a:pt x="29" y="3"/>
                        <a:pt x="29" y="3"/>
                      </a:cubicBezTo>
                      <a:cubicBezTo>
                        <a:pt x="28" y="3"/>
                        <a:pt x="28" y="4"/>
                        <a:pt x="27" y="4"/>
                      </a:cubicBezTo>
                      <a:cubicBezTo>
                        <a:pt x="27" y="4"/>
                        <a:pt x="27" y="3"/>
                        <a:pt x="26" y="3"/>
                      </a:cubicBezTo>
                      <a:cubicBezTo>
                        <a:pt x="26" y="3"/>
                        <a:pt x="26" y="3"/>
                        <a:pt x="25" y="3"/>
                      </a:cubicBezTo>
                      <a:cubicBezTo>
                        <a:pt x="25" y="3"/>
                        <a:pt x="24" y="3"/>
                        <a:pt x="24" y="3"/>
                      </a:cubicBezTo>
                      <a:cubicBezTo>
                        <a:pt x="23" y="2"/>
                        <a:pt x="23" y="3"/>
                        <a:pt x="22" y="3"/>
                      </a:cubicBezTo>
                      <a:cubicBezTo>
                        <a:pt x="22" y="3"/>
                        <a:pt x="21" y="3"/>
                        <a:pt x="21" y="2"/>
                      </a:cubicBezTo>
                      <a:cubicBezTo>
                        <a:pt x="20" y="1"/>
                        <a:pt x="20" y="3"/>
                        <a:pt x="18" y="3"/>
                      </a:cubicBezTo>
                      <a:cubicBezTo>
                        <a:pt x="18" y="3"/>
                        <a:pt x="18" y="4"/>
                        <a:pt x="18" y="4"/>
                      </a:cubicBezTo>
                      <a:cubicBezTo>
                        <a:pt x="17" y="5"/>
                        <a:pt x="16" y="5"/>
                        <a:pt x="16" y="5"/>
                      </a:cubicBezTo>
                      <a:cubicBezTo>
                        <a:pt x="15" y="5"/>
                        <a:pt x="15" y="5"/>
                        <a:pt x="14" y="5"/>
                      </a:cubicBezTo>
                      <a:cubicBezTo>
                        <a:pt x="14" y="6"/>
                        <a:pt x="14" y="6"/>
                        <a:pt x="14" y="7"/>
                      </a:cubicBezTo>
                      <a:cubicBezTo>
                        <a:pt x="13" y="7"/>
                        <a:pt x="13" y="7"/>
                        <a:pt x="12" y="8"/>
                      </a:cubicBezTo>
                      <a:cubicBezTo>
                        <a:pt x="12" y="8"/>
                        <a:pt x="12" y="8"/>
                        <a:pt x="12" y="9"/>
                      </a:cubicBezTo>
                      <a:cubicBezTo>
                        <a:pt x="12" y="9"/>
                        <a:pt x="12" y="9"/>
                        <a:pt x="12" y="9"/>
                      </a:cubicBezTo>
                      <a:cubicBezTo>
                        <a:pt x="12" y="10"/>
                        <a:pt x="11" y="10"/>
                        <a:pt x="11" y="11"/>
                      </a:cubicBezTo>
                      <a:cubicBezTo>
                        <a:pt x="11" y="11"/>
                        <a:pt x="11" y="11"/>
                        <a:pt x="10" y="12"/>
                      </a:cubicBezTo>
                      <a:cubicBezTo>
                        <a:pt x="10" y="13"/>
                        <a:pt x="10" y="14"/>
                        <a:pt x="9" y="14"/>
                      </a:cubicBezTo>
                      <a:cubicBezTo>
                        <a:pt x="9" y="15"/>
                        <a:pt x="9" y="15"/>
                        <a:pt x="9" y="15"/>
                      </a:cubicBezTo>
                      <a:cubicBezTo>
                        <a:pt x="9" y="16"/>
                        <a:pt x="9" y="16"/>
                        <a:pt x="8" y="16"/>
                      </a:cubicBezTo>
                      <a:cubicBezTo>
                        <a:pt x="8" y="16"/>
                        <a:pt x="8" y="16"/>
                        <a:pt x="7" y="17"/>
                      </a:cubicBezTo>
                      <a:cubicBezTo>
                        <a:pt x="7" y="17"/>
                        <a:pt x="7" y="17"/>
                        <a:pt x="7" y="18"/>
                      </a:cubicBezTo>
                      <a:cubicBezTo>
                        <a:pt x="7" y="19"/>
                        <a:pt x="7" y="19"/>
                        <a:pt x="7" y="19"/>
                      </a:cubicBezTo>
                      <a:cubicBezTo>
                        <a:pt x="6" y="20"/>
                        <a:pt x="6" y="20"/>
                        <a:pt x="5" y="20"/>
                      </a:cubicBezTo>
                      <a:cubicBezTo>
                        <a:pt x="5" y="20"/>
                        <a:pt x="5" y="20"/>
                        <a:pt x="4" y="20"/>
                      </a:cubicBezTo>
                      <a:cubicBezTo>
                        <a:pt x="4" y="21"/>
                        <a:pt x="4" y="21"/>
                        <a:pt x="4" y="21"/>
                      </a:cubicBezTo>
                      <a:cubicBezTo>
                        <a:pt x="3" y="21"/>
                        <a:pt x="3" y="21"/>
                        <a:pt x="3" y="21"/>
                      </a:cubicBezTo>
                      <a:cubicBezTo>
                        <a:pt x="2" y="21"/>
                        <a:pt x="1" y="21"/>
                        <a:pt x="0" y="21"/>
                      </a:cubicBezTo>
                      <a:cubicBezTo>
                        <a:pt x="1" y="22"/>
                        <a:pt x="1" y="22"/>
                        <a:pt x="1" y="23"/>
                      </a:cubicBezTo>
                      <a:cubicBezTo>
                        <a:pt x="2" y="23"/>
                        <a:pt x="2" y="23"/>
                        <a:pt x="2" y="23"/>
                      </a:cubicBezTo>
                      <a:cubicBezTo>
                        <a:pt x="3" y="24"/>
                        <a:pt x="3" y="25"/>
                        <a:pt x="4" y="25"/>
                      </a:cubicBezTo>
                      <a:cubicBezTo>
                        <a:pt x="5" y="25"/>
                        <a:pt x="4" y="26"/>
                        <a:pt x="4" y="26"/>
                      </a:cubicBezTo>
                      <a:cubicBezTo>
                        <a:pt x="4" y="26"/>
                        <a:pt x="4" y="27"/>
                        <a:pt x="4" y="27"/>
                      </a:cubicBezTo>
                      <a:cubicBezTo>
                        <a:pt x="4" y="27"/>
                        <a:pt x="4" y="27"/>
                        <a:pt x="4" y="28"/>
                      </a:cubicBezTo>
                      <a:cubicBezTo>
                        <a:pt x="5" y="28"/>
                        <a:pt x="5" y="28"/>
                        <a:pt x="6" y="29"/>
                      </a:cubicBezTo>
                      <a:cubicBezTo>
                        <a:pt x="6" y="29"/>
                        <a:pt x="7" y="30"/>
                        <a:pt x="8" y="30"/>
                      </a:cubicBezTo>
                      <a:cubicBezTo>
                        <a:pt x="8" y="30"/>
                        <a:pt x="9" y="30"/>
                        <a:pt x="9" y="31"/>
                      </a:cubicBezTo>
                      <a:cubicBezTo>
                        <a:pt x="9" y="31"/>
                        <a:pt x="9" y="31"/>
                        <a:pt x="9" y="31"/>
                      </a:cubicBezTo>
                      <a:cubicBezTo>
                        <a:pt x="8" y="31"/>
                        <a:pt x="8" y="32"/>
                        <a:pt x="8" y="32"/>
                      </a:cubicBezTo>
                      <a:cubicBezTo>
                        <a:pt x="8" y="32"/>
                        <a:pt x="9" y="32"/>
                        <a:pt x="9" y="33"/>
                      </a:cubicBezTo>
                      <a:cubicBezTo>
                        <a:pt x="9" y="33"/>
                        <a:pt x="8" y="33"/>
                        <a:pt x="8" y="33"/>
                      </a:cubicBezTo>
                      <a:cubicBezTo>
                        <a:pt x="8" y="34"/>
                        <a:pt x="9" y="34"/>
                        <a:pt x="9" y="34"/>
                      </a:cubicBezTo>
                      <a:cubicBezTo>
                        <a:pt x="10" y="34"/>
                        <a:pt x="10" y="35"/>
                        <a:pt x="11" y="35"/>
                      </a:cubicBezTo>
                      <a:cubicBezTo>
                        <a:pt x="11" y="35"/>
                        <a:pt x="12" y="35"/>
                        <a:pt x="12" y="35"/>
                      </a:cubicBezTo>
                      <a:cubicBezTo>
                        <a:pt x="13" y="36"/>
                        <a:pt x="13" y="37"/>
                        <a:pt x="13" y="37"/>
                      </a:cubicBezTo>
                      <a:cubicBezTo>
                        <a:pt x="14" y="37"/>
                        <a:pt x="14" y="36"/>
                        <a:pt x="14" y="36"/>
                      </a:cubicBezTo>
                      <a:cubicBezTo>
                        <a:pt x="15" y="35"/>
                        <a:pt x="15" y="35"/>
                        <a:pt x="16" y="35"/>
                      </a:cubicBezTo>
                      <a:cubicBezTo>
                        <a:pt x="16" y="35"/>
                        <a:pt x="18" y="36"/>
                        <a:pt x="18" y="36"/>
                      </a:cubicBezTo>
                      <a:cubicBezTo>
                        <a:pt x="18" y="36"/>
                        <a:pt x="17" y="36"/>
                        <a:pt x="16" y="36"/>
                      </a:cubicBezTo>
                      <a:cubicBezTo>
                        <a:pt x="16" y="36"/>
                        <a:pt x="16" y="37"/>
                        <a:pt x="16" y="37"/>
                      </a:cubicBezTo>
                      <a:cubicBezTo>
                        <a:pt x="15" y="37"/>
                        <a:pt x="16" y="38"/>
                        <a:pt x="16" y="38"/>
                      </a:cubicBezTo>
                      <a:cubicBezTo>
                        <a:pt x="16" y="38"/>
                        <a:pt x="16" y="38"/>
                        <a:pt x="17" y="38"/>
                      </a:cubicBezTo>
                      <a:cubicBezTo>
                        <a:pt x="17" y="39"/>
                        <a:pt x="17" y="39"/>
                        <a:pt x="17" y="39"/>
                      </a:cubicBezTo>
                      <a:cubicBezTo>
                        <a:pt x="18" y="40"/>
                        <a:pt x="18" y="40"/>
                        <a:pt x="18" y="40"/>
                      </a:cubicBezTo>
                      <a:cubicBezTo>
                        <a:pt x="18" y="40"/>
                        <a:pt x="19" y="40"/>
                        <a:pt x="19" y="41"/>
                      </a:cubicBezTo>
                      <a:cubicBezTo>
                        <a:pt x="20" y="41"/>
                        <a:pt x="18" y="41"/>
                        <a:pt x="18" y="42"/>
                      </a:cubicBezTo>
                      <a:cubicBezTo>
                        <a:pt x="18" y="43"/>
                        <a:pt x="20" y="43"/>
                        <a:pt x="21" y="43"/>
                      </a:cubicBezTo>
                      <a:cubicBezTo>
                        <a:pt x="21" y="43"/>
                        <a:pt x="22" y="43"/>
                        <a:pt x="22" y="43"/>
                      </a:cubicBezTo>
                      <a:cubicBezTo>
                        <a:pt x="23" y="43"/>
                        <a:pt x="23" y="43"/>
                        <a:pt x="24" y="43"/>
                      </a:cubicBezTo>
                      <a:cubicBezTo>
                        <a:pt x="24" y="43"/>
                        <a:pt x="25" y="43"/>
                        <a:pt x="25" y="43"/>
                      </a:cubicBezTo>
                      <a:cubicBezTo>
                        <a:pt x="26" y="43"/>
                        <a:pt x="26" y="44"/>
                        <a:pt x="27" y="44"/>
                      </a:cubicBezTo>
                      <a:cubicBezTo>
                        <a:pt x="28" y="44"/>
                        <a:pt x="29" y="43"/>
                        <a:pt x="30" y="44"/>
                      </a:cubicBezTo>
                      <a:cubicBezTo>
                        <a:pt x="30" y="44"/>
                        <a:pt x="31" y="44"/>
                        <a:pt x="31" y="44"/>
                      </a:cubicBezTo>
                      <a:cubicBezTo>
                        <a:pt x="32" y="44"/>
                        <a:pt x="32" y="44"/>
                        <a:pt x="33" y="44"/>
                      </a:cubicBezTo>
                      <a:cubicBezTo>
                        <a:pt x="34" y="44"/>
                        <a:pt x="34" y="45"/>
                        <a:pt x="36" y="45"/>
                      </a:cubicBezTo>
                      <a:cubicBezTo>
                        <a:pt x="36" y="45"/>
                        <a:pt x="38" y="44"/>
                        <a:pt x="38" y="44"/>
                      </a:cubicBezTo>
                      <a:cubicBezTo>
                        <a:pt x="39" y="43"/>
                        <a:pt x="39" y="43"/>
                        <a:pt x="39" y="43"/>
                      </a:cubicBezTo>
                      <a:cubicBezTo>
                        <a:pt x="40" y="42"/>
                        <a:pt x="40" y="42"/>
                        <a:pt x="41" y="42"/>
                      </a:cubicBezTo>
                      <a:cubicBezTo>
                        <a:pt x="41" y="41"/>
                        <a:pt x="43" y="41"/>
                        <a:pt x="44" y="41"/>
                      </a:cubicBezTo>
                      <a:cubicBezTo>
                        <a:pt x="44" y="40"/>
                        <a:pt x="46" y="40"/>
                        <a:pt x="47" y="40"/>
                      </a:cubicBezTo>
                      <a:cubicBezTo>
                        <a:pt x="48" y="40"/>
                        <a:pt x="48" y="41"/>
                        <a:pt x="49" y="41"/>
                      </a:cubicBezTo>
                      <a:cubicBezTo>
                        <a:pt x="50" y="41"/>
                        <a:pt x="50" y="41"/>
                        <a:pt x="51" y="41"/>
                      </a:cubicBezTo>
                      <a:cubicBezTo>
                        <a:pt x="51" y="42"/>
                        <a:pt x="51" y="42"/>
                        <a:pt x="51" y="42"/>
                      </a:cubicBezTo>
                      <a:cubicBezTo>
                        <a:pt x="52" y="42"/>
                        <a:pt x="52" y="41"/>
                        <a:pt x="52" y="42"/>
                      </a:cubicBezTo>
                      <a:cubicBezTo>
                        <a:pt x="53" y="42"/>
                        <a:pt x="53" y="43"/>
                        <a:pt x="53" y="43"/>
                      </a:cubicBezTo>
                      <a:cubicBezTo>
                        <a:pt x="54" y="44"/>
                        <a:pt x="55" y="44"/>
                        <a:pt x="56" y="44"/>
                      </a:cubicBezTo>
                      <a:cubicBezTo>
                        <a:pt x="56" y="44"/>
                        <a:pt x="57" y="44"/>
                        <a:pt x="57" y="44"/>
                      </a:cubicBezTo>
                      <a:cubicBezTo>
                        <a:pt x="57" y="44"/>
                        <a:pt x="57" y="43"/>
                        <a:pt x="57" y="43"/>
                      </a:cubicBezTo>
                      <a:cubicBezTo>
                        <a:pt x="57" y="42"/>
                        <a:pt x="57" y="42"/>
                        <a:pt x="57" y="41"/>
                      </a:cubicBezTo>
                      <a:cubicBezTo>
                        <a:pt x="57" y="40"/>
                        <a:pt x="57" y="40"/>
                        <a:pt x="57" y="39"/>
                      </a:cubicBezTo>
                      <a:cubicBezTo>
                        <a:pt x="57" y="39"/>
                        <a:pt x="57" y="39"/>
                        <a:pt x="58" y="38"/>
                      </a:cubicBezTo>
                      <a:cubicBezTo>
                        <a:pt x="58" y="37"/>
                        <a:pt x="59" y="37"/>
                        <a:pt x="59" y="36"/>
                      </a:cubicBezTo>
                      <a:cubicBezTo>
                        <a:pt x="58" y="36"/>
                        <a:pt x="58" y="37"/>
                        <a:pt x="58" y="36"/>
                      </a:cubicBezTo>
                      <a:cubicBezTo>
                        <a:pt x="58" y="35"/>
                        <a:pt x="59" y="35"/>
                        <a:pt x="59" y="34"/>
                      </a:cubicBezTo>
                      <a:cubicBezTo>
                        <a:pt x="59" y="33"/>
                        <a:pt x="58" y="33"/>
                        <a:pt x="59" y="32"/>
                      </a:cubicBezTo>
                      <a:cubicBezTo>
                        <a:pt x="59" y="32"/>
                        <a:pt x="60" y="32"/>
                        <a:pt x="60" y="32"/>
                      </a:cubicBezTo>
                      <a:cubicBezTo>
                        <a:pt x="61" y="33"/>
                        <a:pt x="60" y="33"/>
                        <a:pt x="61" y="34"/>
                      </a:cubicBezTo>
                      <a:cubicBezTo>
                        <a:pt x="61" y="34"/>
                        <a:pt x="63" y="34"/>
                        <a:pt x="63" y="34"/>
                      </a:cubicBezTo>
                      <a:cubicBezTo>
                        <a:pt x="64" y="33"/>
                        <a:pt x="64" y="33"/>
                        <a:pt x="64" y="32"/>
                      </a:cubicBezTo>
                      <a:cubicBezTo>
                        <a:pt x="64" y="31"/>
                        <a:pt x="64" y="30"/>
                        <a:pt x="64" y="29"/>
                      </a:cubicBezTo>
                      <a:cubicBezTo>
                        <a:pt x="64" y="29"/>
                        <a:pt x="63" y="28"/>
                        <a:pt x="63" y="28"/>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1" name="Freeform 795">
                  <a:extLst>
                    <a:ext uri="{FF2B5EF4-FFF2-40B4-BE49-F238E27FC236}">
                      <a16:creationId xmlns:a16="http://schemas.microsoft.com/office/drawing/2014/main" id="{D0A9934D-DC55-3DA5-0F97-04593EAC6810}"/>
                    </a:ext>
                  </a:extLst>
                </p:cNvPr>
                <p:cNvSpPr>
                  <a:spLocks/>
                </p:cNvSpPr>
                <p:nvPr/>
              </p:nvSpPr>
              <p:spPr bwMode="auto">
                <a:xfrm>
                  <a:off x="5113338" y="3575050"/>
                  <a:ext cx="92075" cy="187325"/>
                </a:xfrm>
                <a:custGeom>
                  <a:avLst/>
                  <a:gdLst>
                    <a:gd name="T0" fmla="*/ 14 w 22"/>
                    <a:gd name="T1" fmla="*/ 41 h 45"/>
                    <a:gd name="T2" fmla="*/ 15 w 22"/>
                    <a:gd name="T3" fmla="*/ 38 h 45"/>
                    <a:gd name="T4" fmla="*/ 17 w 22"/>
                    <a:gd name="T5" fmla="*/ 35 h 45"/>
                    <a:gd name="T6" fmla="*/ 17 w 22"/>
                    <a:gd name="T7" fmla="*/ 34 h 45"/>
                    <a:gd name="T8" fmla="*/ 15 w 22"/>
                    <a:gd name="T9" fmla="*/ 32 h 45"/>
                    <a:gd name="T10" fmla="*/ 15 w 22"/>
                    <a:gd name="T11" fmla="*/ 30 h 45"/>
                    <a:gd name="T12" fmla="*/ 17 w 22"/>
                    <a:gd name="T13" fmla="*/ 28 h 45"/>
                    <a:gd name="T14" fmla="*/ 16 w 22"/>
                    <a:gd name="T15" fmla="*/ 27 h 45"/>
                    <a:gd name="T16" fmla="*/ 15 w 22"/>
                    <a:gd name="T17" fmla="*/ 26 h 45"/>
                    <a:gd name="T18" fmla="*/ 15 w 22"/>
                    <a:gd name="T19" fmla="*/ 24 h 45"/>
                    <a:gd name="T20" fmla="*/ 14 w 22"/>
                    <a:gd name="T21" fmla="*/ 22 h 45"/>
                    <a:gd name="T22" fmla="*/ 17 w 22"/>
                    <a:gd name="T23" fmla="*/ 21 h 45"/>
                    <a:gd name="T24" fmla="*/ 18 w 22"/>
                    <a:gd name="T25" fmla="*/ 19 h 45"/>
                    <a:gd name="T26" fmla="*/ 18 w 22"/>
                    <a:gd name="T27" fmla="*/ 17 h 45"/>
                    <a:gd name="T28" fmla="*/ 18 w 22"/>
                    <a:gd name="T29" fmla="*/ 15 h 45"/>
                    <a:gd name="T30" fmla="*/ 18 w 22"/>
                    <a:gd name="T31" fmla="*/ 14 h 45"/>
                    <a:gd name="T32" fmla="*/ 18 w 22"/>
                    <a:gd name="T33" fmla="*/ 13 h 45"/>
                    <a:gd name="T34" fmla="*/ 18 w 22"/>
                    <a:gd name="T35" fmla="*/ 11 h 45"/>
                    <a:gd name="T36" fmla="*/ 18 w 22"/>
                    <a:gd name="T37" fmla="*/ 10 h 45"/>
                    <a:gd name="T38" fmla="*/ 19 w 22"/>
                    <a:gd name="T39" fmla="*/ 8 h 45"/>
                    <a:gd name="T40" fmla="*/ 22 w 22"/>
                    <a:gd name="T41" fmla="*/ 5 h 45"/>
                    <a:gd name="T42" fmla="*/ 20 w 22"/>
                    <a:gd name="T43" fmla="*/ 2 h 45"/>
                    <a:gd name="T44" fmla="*/ 20 w 22"/>
                    <a:gd name="T45" fmla="*/ 2 h 45"/>
                    <a:gd name="T46" fmla="*/ 18 w 22"/>
                    <a:gd name="T47" fmla="*/ 1 h 45"/>
                    <a:gd name="T48" fmla="*/ 17 w 22"/>
                    <a:gd name="T49" fmla="*/ 1 h 45"/>
                    <a:gd name="T50" fmla="*/ 16 w 22"/>
                    <a:gd name="T51" fmla="*/ 1 h 45"/>
                    <a:gd name="T52" fmla="*/ 15 w 22"/>
                    <a:gd name="T53" fmla="*/ 2 h 45"/>
                    <a:gd name="T54" fmla="*/ 13 w 22"/>
                    <a:gd name="T55" fmla="*/ 3 h 45"/>
                    <a:gd name="T56" fmla="*/ 12 w 22"/>
                    <a:gd name="T57" fmla="*/ 2 h 45"/>
                    <a:gd name="T58" fmla="*/ 10 w 22"/>
                    <a:gd name="T59" fmla="*/ 3 h 45"/>
                    <a:gd name="T60" fmla="*/ 10 w 22"/>
                    <a:gd name="T61" fmla="*/ 1 h 45"/>
                    <a:gd name="T62" fmla="*/ 9 w 22"/>
                    <a:gd name="T63" fmla="*/ 0 h 45"/>
                    <a:gd name="T64" fmla="*/ 4 w 22"/>
                    <a:gd name="T65" fmla="*/ 2 h 45"/>
                    <a:gd name="T66" fmla="*/ 5 w 22"/>
                    <a:gd name="T67" fmla="*/ 4 h 45"/>
                    <a:gd name="T68" fmla="*/ 5 w 22"/>
                    <a:gd name="T69" fmla="*/ 7 h 45"/>
                    <a:gd name="T70" fmla="*/ 6 w 22"/>
                    <a:gd name="T71" fmla="*/ 13 h 45"/>
                    <a:gd name="T72" fmla="*/ 3 w 22"/>
                    <a:gd name="T73" fmla="*/ 22 h 45"/>
                    <a:gd name="T74" fmla="*/ 1 w 22"/>
                    <a:gd name="T75" fmla="*/ 25 h 45"/>
                    <a:gd name="T76" fmla="*/ 1 w 22"/>
                    <a:gd name="T77" fmla="*/ 30 h 45"/>
                    <a:gd name="T78" fmla="*/ 2 w 22"/>
                    <a:gd name="T79" fmla="*/ 33 h 45"/>
                    <a:gd name="T80" fmla="*/ 5 w 22"/>
                    <a:gd name="T81" fmla="*/ 33 h 45"/>
                    <a:gd name="T82" fmla="*/ 5 w 22"/>
                    <a:gd name="T83" fmla="*/ 41 h 45"/>
                    <a:gd name="T84" fmla="*/ 4 w 22"/>
                    <a:gd name="T85" fmla="*/ 45 h 45"/>
                    <a:gd name="T86" fmla="*/ 8 w 22"/>
                    <a:gd name="T87" fmla="*/ 44 h 45"/>
                    <a:gd name="T88" fmla="*/ 12 w 22"/>
                    <a:gd name="T89" fmla="*/ 44 h 45"/>
                    <a:gd name="T90" fmla="*/ 17 w 22"/>
                    <a:gd name="T91"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45">
                      <a:moveTo>
                        <a:pt x="14" y="43"/>
                      </a:moveTo>
                      <a:cubicBezTo>
                        <a:pt x="14" y="42"/>
                        <a:pt x="14" y="41"/>
                        <a:pt x="14" y="41"/>
                      </a:cubicBezTo>
                      <a:cubicBezTo>
                        <a:pt x="14" y="40"/>
                        <a:pt x="14" y="40"/>
                        <a:pt x="14" y="39"/>
                      </a:cubicBezTo>
                      <a:cubicBezTo>
                        <a:pt x="14" y="39"/>
                        <a:pt x="14" y="38"/>
                        <a:pt x="15" y="38"/>
                      </a:cubicBezTo>
                      <a:cubicBezTo>
                        <a:pt x="15" y="37"/>
                        <a:pt x="15" y="36"/>
                        <a:pt x="15" y="36"/>
                      </a:cubicBezTo>
                      <a:cubicBezTo>
                        <a:pt x="16" y="36"/>
                        <a:pt x="17" y="36"/>
                        <a:pt x="17" y="35"/>
                      </a:cubicBezTo>
                      <a:cubicBezTo>
                        <a:pt x="17" y="35"/>
                        <a:pt x="18" y="34"/>
                        <a:pt x="17" y="34"/>
                      </a:cubicBezTo>
                      <a:cubicBezTo>
                        <a:pt x="17" y="34"/>
                        <a:pt x="17" y="34"/>
                        <a:pt x="17" y="34"/>
                      </a:cubicBezTo>
                      <a:cubicBezTo>
                        <a:pt x="16" y="35"/>
                        <a:pt x="16" y="34"/>
                        <a:pt x="15" y="33"/>
                      </a:cubicBezTo>
                      <a:cubicBezTo>
                        <a:pt x="15" y="33"/>
                        <a:pt x="15" y="32"/>
                        <a:pt x="15" y="32"/>
                      </a:cubicBezTo>
                      <a:cubicBezTo>
                        <a:pt x="15" y="31"/>
                        <a:pt x="15" y="31"/>
                        <a:pt x="15" y="31"/>
                      </a:cubicBezTo>
                      <a:cubicBezTo>
                        <a:pt x="15" y="31"/>
                        <a:pt x="15" y="31"/>
                        <a:pt x="15" y="30"/>
                      </a:cubicBezTo>
                      <a:cubicBezTo>
                        <a:pt x="15" y="29"/>
                        <a:pt x="16" y="29"/>
                        <a:pt x="16" y="29"/>
                      </a:cubicBezTo>
                      <a:cubicBezTo>
                        <a:pt x="17" y="29"/>
                        <a:pt x="17" y="28"/>
                        <a:pt x="17" y="28"/>
                      </a:cubicBezTo>
                      <a:cubicBezTo>
                        <a:pt x="17" y="27"/>
                        <a:pt x="17" y="27"/>
                        <a:pt x="17" y="27"/>
                      </a:cubicBezTo>
                      <a:cubicBezTo>
                        <a:pt x="17" y="26"/>
                        <a:pt x="17" y="27"/>
                        <a:pt x="16" y="27"/>
                      </a:cubicBezTo>
                      <a:cubicBezTo>
                        <a:pt x="16" y="26"/>
                        <a:pt x="16" y="27"/>
                        <a:pt x="16" y="26"/>
                      </a:cubicBezTo>
                      <a:cubicBezTo>
                        <a:pt x="16" y="26"/>
                        <a:pt x="15" y="26"/>
                        <a:pt x="15" y="26"/>
                      </a:cubicBezTo>
                      <a:cubicBezTo>
                        <a:pt x="15" y="25"/>
                        <a:pt x="15" y="25"/>
                        <a:pt x="15" y="25"/>
                      </a:cubicBezTo>
                      <a:cubicBezTo>
                        <a:pt x="15" y="25"/>
                        <a:pt x="15" y="24"/>
                        <a:pt x="15" y="24"/>
                      </a:cubicBezTo>
                      <a:cubicBezTo>
                        <a:pt x="15" y="24"/>
                        <a:pt x="15" y="24"/>
                        <a:pt x="15" y="24"/>
                      </a:cubicBezTo>
                      <a:cubicBezTo>
                        <a:pt x="15" y="23"/>
                        <a:pt x="13" y="22"/>
                        <a:pt x="14" y="22"/>
                      </a:cubicBezTo>
                      <a:cubicBezTo>
                        <a:pt x="14" y="21"/>
                        <a:pt x="16" y="22"/>
                        <a:pt x="17" y="21"/>
                      </a:cubicBezTo>
                      <a:cubicBezTo>
                        <a:pt x="17" y="21"/>
                        <a:pt x="17" y="21"/>
                        <a:pt x="17" y="21"/>
                      </a:cubicBezTo>
                      <a:cubicBezTo>
                        <a:pt x="17" y="20"/>
                        <a:pt x="17" y="20"/>
                        <a:pt x="18" y="20"/>
                      </a:cubicBezTo>
                      <a:cubicBezTo>
                        <a:pt x="18" y="20"/>
                        <a:pt x="18" y="19"/>
                        <a:pt x="18" y="19"/>
                      </a:cubicBezTo>
                      <a:cubicBezTo>
                        <a:pt x="18" y="18"/>
                        <a:pt x="17" y="18"/>
                        <a:pt x="17" y="17"/>
                      </a:cubicBezTo>
                      <a:cubicBezTo>
                        <a:pt x="17" y="17"/>
                        <a:pt x="17" y="17"/>
                        <a:pt x="18" y="17"/>
                      </a:cubicBezTo>
                      <a:cubicBezTo>
                        <a:pt x="18" y="16"/>
                        <a:pt x="18" y="16"/>
                        <a:pt x="18" y="16"/>
                      </a:cubicBezTo>
                      <a:cubicBezTo>
                        <a:pt x="18" y="16"/>
                        <a:pt x="18" y="16"/>
                        <a:pt x="18" y="15"/>
                      </a:cubicBezTo>
                      <a:cubicBezTo>
                        <a:pt x="18" y="15"/>
                        <a:pt x="18" y="15"/>
                        <a:pt x="18" y="15"/>
                      </a:cubicBezTo>
                      <a:cubicBezTo>
                        <a:pt x="18" y="14"/>
                        <a:pt x="18" y="14"/>
                        <a:pt x="18" y="14"/>
                      </a:cubicBezTo>
                      <a:cubicBezTo>
                        <a:pt x="18" y="14"/>
                        <a:pt x="18" y="14"/>
                        <a:pt x="18" y="14"/>
                      </a:cubicBezTo>
                      <a:cubicBezTo>
                        <a:pt x="18" y="13"/>
                        <a:pt x="18" y="13"/>
                        <a:pt x="18" y="13"/>
                      </a:cubicBezTo>
                      <a:cubicBezTo>
                        <a:pt x="18" y="13"/>
                        <a:pt x="18" y="13"/>
                        <a:pt x="18" y="13"/>
                      </a:cubicBezTo>
                      <a:cubicBezTo>
                        <a:pt x="18" y="12"/>
                        <a:pt x="18" y="11"/>
                        <a:pt x="18" y="11"/>
                      </a:cubicBezTo>
                      <a:cubicBezTo>
                        <a:pt x="18" y="11"/>
                        <a:pt x="17" y="10"/>
                        <a:pt x="18" y="10"/>
                      </a:cubicBezTo>
                      <a:cubicBezTo>
                        <a:pt x="18" y="9"/>
                        <a:pt x="18" y="10"/>
                        <a:pt x="18" y="10"/>
                      </a:cubicBezTo>
                      <a:cubicBezTo>
                        <a:pt x="19" y="9"/>
                        <a:pt x="18" y="9"/>
                        <a:pt x="19" y="9"/>
                      </a:cubicBezTo>
                      <a:cubicBezTo>
                        <a:pt x="19" y="9"/>
                        <a:pt x="19" y="8"/>
                        <a:pt x="19" y="8"/>
                      </a:cubicBezTo>
                      <a:cubicBezTo>
                        <a:pt x="20" y="7"/>
                        <a:pt x="21" y="7"/>
                        <a:pt x="21" y="7"/>
                      </a:cubicBezTo>
                      <a:cubicBezTo>
                        <a:pt x="22" y="6"/>
                        <a:pt x="22" y="5"/>
                        <a:pt x="22" y="5"/>
                      </a:cubicBezTo>
                      <a:cubicBezTo>
                        <a:pt x="22" y="3"/>
                        <a:pt x="20" y="5"/>
                        <a:pt x="20" y="4"/>
                      </a:cubicBezTo>
                      <a:cubicBezTo>
                        <a:pt x="20" y="3"/>
                        <a:pt x="20" y="3"/>
                        <a:pt x="20" y="2"/>
                      </a:cubicBezTo>
                      <a:cubicBezTo>
                        <a:pt x="20" y="2"/>
                        <a:pt x="20" y="1"/>
                        <a:pt x="20" y="1"/>
                      </a:cubicBezTo>
                      <a:cubicBezTo>
                        <a:pt x="20" y="1"/>
                        <a:pt x="20" y="2"/>
                        <a:pt x="20" y="2"/>
                      </a:cubicBezTo>
                      <a:cubicBezTo>
                        <a:pt x="19" y="2"/>
                        <a:pt x="19" y="2"/>
                        <a:pt x="19" y="1"/>
                      </a:cubicBezTo>
                      <a:cubicBezTo>
                        <a:pt x="19" y="1"/>
                        <a:pt x="18" y="1"/>
                        <a:pt x="18" y="1"/>
                      </a:cubicBezTo>
                      <a:cubicBezTo>
                        <a:pt x="18" y="1"/>
                        <a:pt x="18" y="1"/>
                        <a:pt x="18" y="1"/>
                      </a:cubicBezTo>
                      <a:cubicBezTo>
                        <a:pt x="17" y="1"/>
                        <a:pt x="17" y="1"/>
                        <a:pt x="17" y="1"/>
                      </a:cubicBezTo>
                      <a:cubicBezTo>
                        <a:pt x="17" y="1"/>
                        <a:pt x="17" y="1"/>
                        <a:pt x="17" y="1"/>
                      </a:cubicBezTo>
                      <a:cubicBezTo>
                        <a:pt x="17" y="1"/>
                        <a:pt x="16" y="1"/>
                        <a:pt x="16" y="1"/>
                      </a:cubicBezTo>
                      <a:cubicBezTo>
                        <a:pt x="16" y="1"/>
                        <a:pt x="16" y="2"/>
                        <a:pt x="16" y="2"/>
                      </a:cubicBezTo>
                      <a:cubicBezTo>
                        <a:pt x="16" y="2"/>
                        <a:pt x="15" y="2"/>
                        <a:pt x="15" y="2"/>
                      </a:cubicBezTo>
                      <a:cubicBezTo>
                        <a:pt x="15" y="2"/>
                        <a:pt x="14" y="3"/>
                        <a:pt x="14" y="3"/>
                      </a:cubicBezTo>
                      <a:cubicBezTo>
                        <a:pt x="14" y="3"/>
                        <a:pt x="13" y="2"/>
                        <a:pt x="13" y="3"/>
                      </a:cubicBezTo>
                      <a:cubicBezTo>
                        <a:pt x="13" y="3"/>
                        <a:pt x="13" y="2"/>
                        <a:pt x="13" y="2"/>
                      </a:cubicBezTo>
                      <a:cubicBezTo>
                        <a:pt x="13" y="2"/>
                        <a:pt x="12" y="2"/>
                        <a:pt x="12" y="2"/>
                      </a:cubicBezTo>
                      <a:cubicBezTo>
                        <a:pt x="12" y="3"/>
                        <a:pt x="11" y="2"/>
                        <a:pt x="11" y="2"/>
                      </a:cubicBezTo>
                      <a:cubicBezTo>
                        <a:pt x="11" y="2"/>
                        <a:pt x="10" y="3"/>
                        <a:pt x="10" y="3"/>
                      </a:cubicBezTo>
                      <a:cubicBezTo>
                        <a:pt x="9" y="3"/>
                        <a:pt x="9" y="3"/>
                        <a:pt x="9" y="2"/>
                      </a:cubicBezTo>
                      <a:cubicBezTo>
                        <a:pt x="9" y="2"/>
                        <a:pt x="9" y="1"/>
                        <a:pt x="10" y="1"/>
                      </a:cubicBezTo>
                      <a:cubicBezTo>
                        <a:pt x="10" y="0"/>
                        <a:pt x="9" y="1"/>
                        <a:pt x="9" y="0"/>
                      </a:cubicBezTo>
                      <a:cubicBezTo>
                        <a:pt x="9" y="0"/>
                        <a:pt x="9" y="0"/>
                        <a:pt x="9" y="0"/>
                      </a:cubicBezTo>
                      <a:cubicBezTo>
                        <a:pt x="8" y="0"/>
                        <a:pt x="8" y="0"/>
                        <a:pt x="7" y="0"/>
                      </a:cubicBezTo>
                      <a:cubicBezTo>
                        <a:pt x="6" y="0"/>
                        <a:pt x="5" y="1"/>
                        <a:pt x="4" y="2"/>
                      </a:cubicBezTo>
                      <a:cubicBezTo>
                        <a:pt x="4" y="2"/>
                        <a:pt x="4" y="3"/>
                        <a:pt x="4" y="3"/>
                      </a:cubicBezTo>
                      <a:cubicBezTo>
                        <a:pt x="5" y="3"/>
                        <a:pt x="5" y="3"/>
                        <a:pt x="5" y="4"/>
                      </a:cubicBezTo>
                      <a:cubicBezTo>
                        <a:pt x="5" y="4"/>
                        <a:pt x="5" y="4"/>
                        <a:pt x="5" y="5"/>
                      </a:cubicBezTo>
                      <a:cubicBezTo>
                        <a:pt x="5" y="6"/>
                        <a:pt x="5" y="7"/>
                        <a:pt x="5" y="7"/>
                      </a:cubicBezTo>
                      <a:cubicBezTo>
                        <a:pt x="6" y="8"/>
                        <a:pt x="6" y="9"/>
                        <a:pt x="6" y="10"/>
                      </a:cubicBezTo>
                      <a:cubicBezTo>
                        <a:pt x="6" y="11"/>
                        <a:pt x="6" y="12"/>
                        <a:pt x="6" y="13"/>
                      </a:cubicBezTo>
                      <a:cubicBezTo>
                        <a:pt x="5" y="14"/>
                        <a:pt x="4" y="16"/>
                        <a:pt x="4" y="17"/>
                      </a:cubicBezTo>
                      <a:cubicBezTo>
                        <a:pt x="4" y="19"/>
                        <a:pt x="3" y="21"/>
                        <a:pt x="3" y="22"/>
                      </a:cubicBezTo>
                      <a:cubicBezTo>
                        <a:pt x="3" y="23"/>
                        <a:pt x="2" y="23"/>
                        <a:pt x="2" y="24"/>
                      </a:cubicBezTo>
                      <a:cubicBezTo>
                        <a:pt x="1" y="24"/>
                        <a:pt x="1" y="24"/>
                        <a:pt x="1" y="25"/>
                      </a:cubicBezTo>
                      <a:cubicBezTo>
                        <a:pt x="1" y="26"/>
                        <a:pt x="1" y="27"/>
                        <a:pt x="1" y="28"/>
                      </a:cubicBezTo>
                      <a:cubicBezTo>
                        <a:pt x="1" y="28"/>
                        <a:pt x="0" y="29"/>
                        <a:pt x="1" y="30"/>
                      </a:cubicBezTo>
                      <a:cubicBezTo>
                        <a:pt x="1" y="30"/>
                        <a:pt x="1" y="30"/>
                        <a:pt x="2" y="31"/>
                      </a:cubicBezTo>
                      <a:cubicBezTo>
                        <a:pt x="3" y="31"/>
                        <a:pt x="2" y="32"/>
                        <a:pt x="2" y="33"/>
                      </a:cubicBezTo>
                      <a:cubicBezTo>
                        <a:pt x="3" y="33"/>
                        <a:pt x="3" y="32"/>
                        <a:pt x="4" y="32"/>
                      </a:cubicBezTo>
                      <a:cubicBezTo>
                        <a:pt x="4" y="32"/>
                        <a:pt x="5" y="33"/>
                        <a:pt x="5" y="33"/>
                      </a:cubicBezTo>
                      <a:cubicBezTo>
                        <a:pt x="5" y="35"/>
                        <a:pt x="4" y="36"/>
                        <a:pt x="5" y="37"/>
                      </a:cubicBezTo>
                      <a:cubicBezTo>
                        <a:pt x="5" y="38"/>
                        <a:pt x="5" y="40"/>
                        <a:pt x="5" y="41"/>
                      </a:cubicBezTo>
                      <a:cubicBezTo>
                        <a:pt x="4" y="42"/>
                        <a:pt x="4" y="43"/>
                        <a:pt x="4" y="43"/>
                      </a:cubicBezTo>
                      <a:cubicBezTo>
                        <a:pt x="4" y="44"/>
                        <a:pt x="3" y="44"/>
                        <a:pt x="4" y="45"/>
                      </a:cubicBezTo>
                      <a:cubicBezTo>
                        <a:pt x="5" y="44"/>
                        <a:pt x="6" y="44"/>
                        <a:pt x="7" y="44"/>
                      </a:cubicBezTo>
                      <a:cubicBezTo>
                        <a:pt x="7" y="44"/>
                        <a:pt x="8" y="44"/>
                        <a:pt x="8" y="44"/>
                      </a:cubicBezTo>
                      <a:cubicBezTo>
                        <a:pt x="9" y="44"/>
                        <a:pt x="9" y="44"/>
                        <a:pt x="10" y="44"/>
                      </a:cubicBezTo>
                      <a:cubicBezTo>
                        <a:pt x="11" y="45"/>
                        <a:pt x="11" y="45"/>
                        <a:pt x="12" y="44"/>
                      </a:cubicBezTo>
                      <a:cubicBezTo>
                        <a:pt x="13" y="44"/>
                        <a:pt x="13" y="43"/>
                        <a:pt x="14" y="43"/>
                      </a:cubicBezTo>
                      <a:cubicBezTo>
                        <a:pt x="15" y="43"/>
                        <a:pt x="16" y="43"/>
                        <a:pt x="17" y="43"/>
                      </a:cubicBezTo>
                      <a:cubicBezTo>
                        <a:pt x="16" y="43"/>
                        <a:pt x="15" y="43"/>
                        <a:pt x="14" y="43"/>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2" name="Freeform 797">
                  <a:extLst>
                    <a:ext uri="{FF2B5EF4-FFF2-40B4-BE49-F238E27FC236}">
                      <a16:creationId xmlns:a16="http://schemas.microsoft.com/office/drawing/2014/main" id="{58835749-35E7-CBF4-CC12-82A8D2B04934}"/>
                    </a:ext>
                  </a:extLst>
                </p:cNvPr>
                <p:cNvSpPr>
                  <a:spLocks/>
                </p:cNvSpPr>
                <p:nvPr/>
              </p:nvSpPr>
              <p:spPr bwMode="auto">
                <a:xfrm>
                  <a:off x="6129338" y="3321050"/>
                  <a:ext cx="95250" cy="120650"/>
                </a:xfrm>
                <a:custGeom>
                  <a:avLst/>
                  <a:gdLst>
                    <a:gd name="T0" fmla="*/ 12 w 23"/>
                    <a:gd name="T1" fmla="*/ 28 h 29"/>
                    <a:gd name="T2" fmla="*/ 14 w 23"/>
                    <a:gd name="T3" fmla="*/ 25 h 29"/>
                    <a:gd name="T4" fmla="*/ 15 w 23"/>
                    <a:gd name="T5" fmla="*/ 24 h 29"/>
                    <a:gd name="T6" fmla="*/ 15 w 23"/>
                    <a:gd name="T7" fmla="*/ 22 h 29"/>
                    <a:gd name="T8" fmla="*/ 17 w 23"/>
                    <a:gd name="T9" fmla="*/ 19 h 29"/>
                    <a:gd name="T10" fmla="*/ 18 w 23"/>
                    <a:gd name="T11" fmla="*/ 20 h 29"/>
                    <a:gd name="T12" fmla="*/ 20 w 23"/>
                    <a:gd name="T13" fmla="*/ 21 h 29"/>
                    <a:gd name="T14" fmla="*/ 21 w 23"/>
                    <a:gd name="T15" fmla="*/ 21 h 29"/>
                    <a:gd name="T16" fmla="*/ 22 w 23"/>
                    <a:gd name="T17" fmla="*/ 19 h 29"/>
                    <a:gd name="T18" fmla="*/ 21 w 23"/>
                    <a:gd name="T19" fmla="*/ 16 h 29"/>
                    <a:gd name="T20" fmla="*/ 20 w 23"/>
                    <a:gd name="T21" fmla="*/ 14 h 29"/>
                    <a:gd name="T22" fmla="*/ 19 w 23"/>
                    <a:gd name="T23" fmla="*/ 13 h 29"/>
                    <a:gd name="T24" fmla="*/ 19 w 23"/>
                    <a:gd name="T25" fmla="*/ 12 h 29"/>
                    <a:gd name="T26" fmla="*/ 17 w 23"/>
                    <a:gd name="T27" fmla="*/ 10 h 29"/>
                    <a:gd name="T28" fmla="*/ 17 w 23"/>
                    <a:gd name="T29" fmla="*/ 8 h 29"/>
                    <a:gd name="T30" fmla="*/ 17 w 23"/>
                    <a:gd name="T31" fmla="*/ 7 h 29"/>
                    <a:gd name="T32" fmla="*/ 16 w 23"/>
                    <a:gd name="T33" fmla="*/ 5 h 29"/>
                    <a:gd name="T34" fmla="*/ 14 w 23"/>
                    <a:gd name="T35" fmla="*/ 4 h 29"/>
                    <a:gd name="T36" fmla="*/ 12 w 23"/>
                    <a:gd name="T37" fmla="*/ 3 h 29"/>
                    <a:gd name="T38" fmla="*/ 11 w 23"/>
                    <a:gd name="T39" fmla="*/ 3 h 29"/>
                    <a:gd name="T40" fmla="*/ 10 w 23"/>
                    <a:gd name="T41" fmla="*/ 2 h 29"/>
                    <a:gd name="T42" fmla="*/ 10 w 23"/>
                    <a:gd name="T43" fmla="*/ 2 h 29"/>
                    <a:gd name="T44" fmla="*/ 9 w 23"/>
                    <a:gd name="T45" fmla="*/ 1 h 29"/>
                    <a:gd name="T46" fmla="*/ 7 w 23"/>
                    <a:gd name="T47" fmla="*/ 0 h 29"/>
                    <a:gd name="T48" fmla="*/ 5 w 23"/>
                    <a:gd name="T49" fmla="*/ 0 h 29"/>
                    <a:gd name="T50" fmla="*/ 4 w 23"/>
                    <a:gd name="T51" fmla="*/ 1 h 29"/>
                    <a:gd name="T52" fmla="*/ 2 w 23"/>
                    <a:gd name="T53" fmla="*/ 1 h 29"/>
                    <a:gd name="T54" fmla="*/ 0 w 23"/>
                    <a:gd name="T55" fmla="*/ 2 h 29"/>
                    <a:gd name="T56" fmla="*/ 4 w 23"/>
                    <a:gd name="T57" fmla="*/ 7 h 29"/>
                    <a:gd name="T58" fmla="*/ 6 w 23"/>
                    <a:gd name="T59" fmla="*/ 10 h 29"/>
                    <a:gd name="T60" fmla="*/ 8 w 23"/>
                    <a:gd name="T61" fmla="*/ 13 h 29"/>
                    <a:gd name="T62" fmla="*/ 10 w 23"/>
                    <a:gd name="T63" fmla="*/ 19 h 29"/>
                    <a:gd name="T64" fmla="*/ 10 w 23"/>
                    <a:gd name="T65" fmla="*/ 22 h 29"/>
                    <a:gd name="T66" fmla="*/ 10 w 23"/>
                    <a:gd name="T67" fmla="*/ 28 h 29"/>
                    <a:gd name="T68" fmla="*/ 12 w 23"/>
                    <a:gd name="T6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9">
                      <a:moveTo>
                        <a:pt x="12" y="29"/>
                      </a:moveTo>
                      <a:cubicBezTo>
                        <a:pt x="13" y="29"/>
                        <a:pt x="12" y="28"/>
                        <a:pt x="12" y="28"/>
                      </a:cubicBezTo>
                      <a:cubicBezTo>
                        <a:pt x="13" y="28"/>
                        <a:pt x="13" y="27"/>
                        <a:pt x="13" y="26"/>
                      </a:cubicBezTo>
                      <a:cubicBezTo>
                        <a:pt x="14" y="26"/>
                        <a:pt x="14" y="25"/>
                        <a:pt x="14" y="25"/>
                      </a:cubicBezTo>
                      <a:cubicBezTo>
                        <a:pt x="14" y="25"/>
                        <a:pt x="15" y="25"/>
                        <a:pt x="15" y="25"/>
                      </a:cubicBezTo>
                      <a:cubicBezTo>
                        <a:pt x="15" y="25"/>
                        <a:pt x="15" y="25"/>
                        <a:pt x="15" y="24"/>
                      </a:cubicBezTo>
                      <a:cubicBezTo>
                        <a:pt x="15" y="24"/>
                        <a:pt x="16" y="23"/>
                        <a:pt x="16" y="23"/>
                      </a:cubicBezTo>
                      <a:cubicBezTo>
                        <a:pt x="16" y="23"/>
                        <a:pt x="15" y="23"/>
                        <a:pt x="15" y="22"/>
                      </a:cubicBezTo>
                      <a:cubicBezTo>
                        <a:pt x="15" y="22"/>
                        <a:pt x="15" y="21"/>
                        <a:pt x="15" y="20"/>
                      </a:cubicBezTo>
                      <a:cubicBezTo>
                        <a:pt x="15" y="20"/>
                        <a:pt x="16" y="19"/>
                        <a:pt x="17" y="19"/>
                      </a:cubicBezTo>
                      <a:cubicBezTo>
                        <a:pt x="17" y="20"/>
                        <a:pt x="17" y="20"/>
                        <a:pt x="17" y="21"/>
                      </a:cubicBezTo>
                      <a:cubicBezTo>
                        <a:pt x="17" y="21"/>
                        <a:pt x="18" y="20"/>
                        <a:pt x="18" y="20"/>
                      </a:cubicBezTo>
                      <a:cubicBezTo>
                        <a:pt x="18" y="21"/>
                        <a:pt x="19" y="20"/>
                        <a:pt x="19" y="20"/>
                      </a:cubicBezTo>
                      <a:cubicBezTo>
                        <a:pt x="19" y="20"/>
                        <a:pt x="20" y="21"/>
                        <a:pt x="20" y="21"/>
                      </a:cubicBezTo>
                      <a:cubicBezTo>
                        <a:pt x="20" y="21"/>
                        <a:pt x="21" y="20"/>
                        <a:pt x="21" y="20"/>
                      </a:cubicBezTo>
                      <a:cubicBezTo>
                        <a:pt x="21" y="20"/>
                        <a:pt x="21" y="21"/>
                        <a:pt x="21" y="21"/>
                      </a:cubicBezTo>
                      <a:cubicBezTo>
                        <a:pt x="22" y="21"/>
                        <a:pt x="23" y="21"/>
                        <a:pt x="23" y="21"/>
                      </a:cubicBezTo>
                      <a:cubicBezTo>
                        <a:pt x="23" y="20"/>
                        <a:pt x="22" y="20"/>
                        <a:pt x="22" y="19"/>
                      </a:cubicBezTo>
                      <a:cubicBezTo>
                        <a:pt x="22" y="19"/>
                        <a:pt x="22" y="17"/>
                        <a:pt x="22" y="16"/>
                      </a:cubicBezTo>
                      <a:cubicBezTo>
                        <a:pt x="21" y="16"/>
                        <a:pt x="21" y="16"/>
                        <a:pt x="21" y="16"/>
                      </a:cubicBezTo>
                      <a:cubicBezTo>
                        <a:pt x="20" y="16"/>
                        <a:pt x="20" y="15"/>
                        <a:pt x="20" y="15"/>
                      </a:cubicBezTo>
                      <a:cubicBezTo>
                        <a:pt x="20" y="15"/>
                        <a:pt x="20" y="15"/>
                        <a:pt x="20" y="14"/>
                      </a:cubicBezTo>
                      <a:cubicBezTo>
                        <a:pt x="19" y="14"/>
                        <a:pt x="19" y="14"/>
                        <a:pt x="19" y="14"/>
                      </a:cubicBezTo>
                      <a:cubicBezTo>
                        <a:pt x="19" y="14"/>
                        <a:pt x="19" y="14"/>
                        <a:pt x="19" y="13"/>
                      </a:cubicBezTo>
                      <a:cubicBezTo>
                        <a:pt x="19" y="13"/>
                        <a:pt x="19" y="12"/>
                        <a:pt x="19" y="12"/>
                      </a:cubicBezTo>
                      <a:cubicBezTo>
                        <a:pt x="19" y="11"/>
                        <a:pt x="19" y="12"/>
                        <a:pt x="19" y="12"/>
                      </a:cubicBezTo>
                      <a:cubicBezTo>
                        <a:pt x="18" y="12"/>
                        <a:pt x="18" y="12"/>
                        <a:pt x="18" y="11"/>
                      </a:cubicBezTo>
                      <a:cubicBezTo>
                        <a:pt x="18" y="11"/>
                        <a:pt x="17" y="11"/>
                        <a:pt x="17" y="10"/>
                      </a:cubicBezTo>
                      <a:cubicBezTo>
                        <a:pt x="17" y="10"/>
                        <a:pt x="17" y="10"/>
                        <a:pt x="16" y="10"/>
                      </a:cubicBezTo>
                      <a:cubicBezTo>
                        <a:pt x="16" y="9"/>
                        <a:pt x="17" y="8"/>
                        <a:pt x="17" y="8"/>
                      </a:cubicBezTo>
                      <a:cubicBezTo>
                        <a:pt x="17" y="8"/>
                        <a:pt x="17" y="7"/>
                        <a:pt x="17" y="7"/>
                      </a:cubicBezTo>
                      <a:cubicBezTo>
                        <a:pt x="17" y="7"/>
                        <a:pt x="17" y="7"/>
                        <a:pt x="17" y="7"/>
                      </a:cubicBezTo>
                      <a:cubicBezTo>
                        <a:pt x="17" y="6"/>
                        <a:pt x="17" y="5"/>
                        <a:pt x="17" y="5"/>
                      </a:cubicBezTo>
                      <a:cubicBezTo>
                        <a:pt x="16" y="5"/>
                        <a:pt x="16" y="5"/>
                        <a:pt x="16" y="5"/>
                      </a:cubicBezTo>
                      <a:cubicBezTo>
                        <a:pt x="15" y="5"/>
                        <a:pt x="15" y="5"/>
                        <a:pt x="15" y="5"/>
                      </a:cubicBezTo>
                      <a:cubicBezTo>
                        <a:pt x="15" y="4"/>
                        <a:pt x="14" y="4"/>
                        <a:pt x="14" y="4"/>
                      </a:cubicBezTo>
                      <a:cubicBezTo>
                        <a:pt x="14" y="4"/>
                        <a:pt x="13" y="3"/>
                        <a:pt x="13" y="3"/>
                      </a:cubicBezTo>
                      <a:cubicBezTo>
                        <a:pt x="13" y="3"/>
                        <a:pt x="12" y="3"/>
                        <a:pt x="12" y="3"/>
                      </a:cubicBezTo>
                      <a:cubicBezTo>
                        <a:pt x="12" y="4"/>
                        <a:pt x="12" y="4"/>
                        <a:pt x="12" y="4"/>
                      </a:cubicBezTo>
                      <a:cubicBezTo>
                        <a:pt x="12" y="4"/>
                        <a:pt x="12" y="3"/>
                        <a:pt x="11" y="3"/>
                      </a:cubicBezTo>
                      <a:cubicBezTo>
                        <a:pt x="11" y="3"/>
                        <a:pt x="11" y="3"/>
                        <a:pt x="11" y="2"/>
                      </a:cubicBezTo>
                      <a:cubicBezTo>
                        <a:pt x="11" y="2"/>
                        <a:pt x="10" y="3"/>
                        <a:pt x="10" y="2"/>
                      </a:cubicBezTo>
                      <a:cubicBezTo>
                        <a:pt x="10" y="2"/>
                        <a:pt x="10" y="2"/>
                        <a:pt x="10" y="2"/>
                      </a:cubicBezTo>
                      <a:cubicBezTo>
                        <a:pt x="10" y="2"/>
                        <a:pt x="10" y="2"/>
                        <a:pt x="10" y="2"/>
                      </a:cubicBezTo>
                      <a:cubicBezTo>
                        <a:pt x="9" y="2"/>
                        <a:pt x="10" y="2"/>
                        <a:pt x="9" y="2"/>
                      </a:cubicBezTo>
                      <a:cubicBezTo>
                        <a:pt x="9" y="1"/>
                        <a:pt x="9" y="1"/>
                        <a:pt x="9" y="1"/>
                      </a:cubicBezTo>
                      <a:cubicBezTo>
                        <a:pt x="8" y="1"/>
                        <a:pt x="8" y="1"/>
                        <a:pt x="7" y="0"/>
                      </a:cubicBezTo>
                      <a:cubicBezTo>
                        <a:pt x="7" y="0"/>
                        <a:pt x="7" y="0"/>
                        <a:pt x="7" y="0"/>
                      </a:cubicBezTo>
                      <a:cubicBezTo>
                        <a:pt x="7" y="0"/>
                        <a:pt x="6" y="0"/>
                        <a:pt x="6" y="0"/>
                      </a:cubicBezTo>
                      <a:cubicBezTo>
                        <a:pt x="6" y="0"/>
                        <a:pt x="6" y="0"/>
                        <a:pt x="5" y="0"/>
                      </a:cubicBezTo>
                      <a:cubicBezTo>
                        <a:pt x="5" y="0"/>
                        <a:pt x="5" y="0"/>
                        <a:pt x="4" y="0"/>
                      </a:cubicBezTo>
                      <a:cubicBezTo>
                        <a:pt x="4" y="0"/>
                        <a:pt x="4" y="1"/>
                        <a:pt x="4" y="1"/>
                      </a:cubicBezTo>
                      <a:cubicBezTo>
                        <a:pt x="3" y="1"/>
                        <a:pt x="3" y="1"/>
                        <a:pt x="2" y="1"/>
                      </a:cubicBezTo>
                      <a:cubicBezTo>
                        <a:pt x="2" y="1"/>
                        <a:pt x="2" y="1"/>
                        <a:pt x="2" y="1"/>
                      </a:cubicBezTo>
                      <a:cubicBezTo>
                        <a:pt x="2" y="1"/>
                        <a:pt x="2" y="1"/>
                        <a:pt x="1" y="1"/>
                      </a:cubicBezTo>
                      <a:cubicBezTo>
                        <a:pt x="1" y="1"/>
                        <a:pt x="1" y="1"/>
                        <a:pt x="0" y="2"/>
                      </a:cubicBezTo>
                      <a:cubicBezTo>
                        <a:pt x="1" y="2"/>
                        <a:pt x="3" y="4"/>
                        <a:pt x="3" y="5"/>
                      </a:cubicBezTo>
                      <a:cubicBezTo>
                        <a:pt x="3" y="5"/>
                        <a:pt x="3" y="6"/>
                        <a:pt x="4" y="7"/>
                      </a:cubicBezTo>
                      <a:cubicBezTo>
                        <a:pt x="4" y="7"/>
                        <a:pt x="4" y="8"/>
                        <a:pt x="5" y="9"/>
                      </a:cubicBezTo>
                      <a:cubicBezTo>
                        <a:pt x="5" y="9"/>
                        <a:pt x="5" y="9"/>
                        <a:pt x="6" y="10"/>
                      </a:cubicBezTo>
                      <a:cubicBezTo>
                        <a:pt x="6" y="10"/>
                        <a:pt x="6" y="11"/>
                        <a:pt x="6" y="11"/>
                      </a:cubicBezTo>
                      <a:cubicBezTo>
                        <a:pt x="7" y="12"/>
                        <a:pt x="7" y="12"/>
                        <a:pt x="8" y="13"/>
                      </a:cubicBezTo>
                      <a:cubicBezTo>
                        <a:pt x="8" y="14"/>
                        <a:pt x="9" y="14"/>
                        <a:pt x="9" y="15"/>
                      </a:cubicBezTo>
                      <a:cubicBezTo>
                        <a:pt x="10" y="16"/>
                        <a:pt x="11" y="17"/>
                        <a:pt x="10" y="19"/>
                      </a:cubicBezTo>
                      <a:cubicBezTo>
                        <a:pt x="10" y="19"/>
                        <a:pt x="11" y="20"/>
                        <a:pt x="10" y="21"/>
                      </a:cubicBezTo>
                      <a:cubicBezTo>
                        <a:pt x="10" y="21"/>
                        <a:pt x="10" y="22"/>
                        <a:pt x="10" y="22"/>
                      </a:cubicBezTo>
                      <a:cubicBezTo>
                        <a:pt x="10" y="23"/>
                        <a:pt x="10" y="25"/>
                        <a:pt x="10" y="26"/>
                      </a:cubicBezTo>
                      <a:cubicBezTo>
                        <a:pt x="10" y="27"/>
                        <a:pt x="10" y="27"/>
                        <a:pt x="10" y="28"/>
                      </a:cubicBezTo>
                      <a:cubicBezTo>
                        <a:pt x="9" y="29"/>
                        <a:pt x="9" y="29"/>
                        <a:pt x="10" y="29"/>
                      </a:cubicBezTo>
                      <a:cubicBezTo>
                        <a:pt x="11" y="29"/>
                        <a:pt x="11" y="29"/>
                        <a:pt x="12" y="29"/>
                      </a:cubicBezTo>
                      <a:cubicBezTo>
                        <a:pt x="12" y="29"/>
                        <a:pt x="12" y="29"/>
                        <a:pt x="12" y="29"/>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3" name="Freeform 798">
                  <a:extLst>
                    <a:ext uri="{FF2B5EF4-FFF2-40B4-BE49-F238E27FC236}">
                      <a16:creationId xmlns:a16="http://schemas.microsoft.com/office/drawing/2014/main" id="{30866CAB-401B-3D6A-26C7-4018317382BD}"/>
                    </a:ext>
                  </a:extLst>
                </p:cNvPr>
                <p:cNvSpPr>
                  <a:spLocks/>
                </p:cNvSpPr>
                <p:nvPr/>
              </p:nvSpPr>
              <p:spPr bwMode="auto">
                <a:xfrm>
                  <a:off x="5780088" y="3784600"/>
                  <a:ext cx="3175" cy="3175"/>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1 w 1"/>
                    <a:gd name="T19" fmla="*/ 0 h 1"/>
                    <a:gd name="T20" fmla="*/ 1 w 1"/>
                    <a:gd name="T21" fmla="*/ 0 h 1"/>
                    <a:gd name="T22" fmla="*/ 1 w 1"/>
                    <a:gd name="T23" fmla="*/ 0 h 1"/>
                    <a:gd name="T24" fmla="*/ 1 w 1"/>
                    <a:gd name="T25" fmla="*/ 0 h 1"/>
                    <a:gd name="T26" fmla="*/ 1 w 1"/>
                    <a:gd name="T27" fmla="*/ 0 h 1"/>
                    <a:gd name="T28" fmla="*/ 1 w 1"/>
                    <a:gd name="T29" fmla="*/ 0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1 h 1"/>
                    <a:gd name="T44" fmla="*/ 1 w 1"/>
                    <a:gd name="T45" fmla="*/ 1 h 1"/>
                    <a:gd name="T46" fmla="*/ 1 w 1"/>
                    <a:gd name="T47" fmla="*/ 1 h 1"/>
                    <a:gd name="T48" fmla="*/ 1 w 1"/>
                    <a:gd name="T49" fmla="*/ 1 h 1"/>
                    <a:gd name="T50" fmla="*/ 0 w 1"/>
                    <a:gd name="T51" fmla="*/ 1 h 1"/>
                    <a:gd name="T52" fmla="*/ 0 w 1"/>
                    <a:gd name="T53" fmla="*/ 1 h 1"/>
                    <a:gd name="T54" fmla="*/ 0 w 1"/>
                    <a:gd name="T55" fmla="*/ 1 h 1"/>
                    <a:gd name="T56" fmla="*/ 0 w 1"/>
                    <a:gd name="T57" fmla="*/ 1 h 1"/>
                    <a:gd name="T58" fmla="*/ 0 w 1"/>
                    <a:gd name="T59" fmla="*/ 1 h 1"/>
                    <a:gd name="T60" fmla="*/ 0 w 1"/>
                    <a:gd name="T6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 h="1">
                      <a:moveTo>
                        <a:pt x="0" y="1"/>
                      </a:move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4" name="Freeform 799">
                  <a:extLst>
                    <a:ext uri="{FF2B5EF4-FFF2-40B4-BE49-F238E27FC236}">
                      <a16:creationId xmlns:a16="http://schemas.microsoft.com/office/drawing/2014/main" id="{2E2ABFE3-66F5-075B-5529-4385952DF110}"/>
                    </a:ext>
                  </a:extLst>
                </p:cNvPr>
                <p:cNvSpPr>
                  <a:spLocks/>
                </p:cNvSpPr>
                <p:nvPr/>
              </p:nvSpPr>
              <p:spPr bwMode="auto">
                <a:xfrm>
                  <a:off x="5783263" y="378777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5" name="Freeform 800">
                  <a:extLst>
                    <a:ext uri="{FF2B5EF4-FFF2-40B4-BE49-F238E27FC236}">
                      <a16:creationId xmlns:a16="http://schemas.microsoft.com/office/drawing/2014/main" id="{FFC2336B-ED29-C633-EE0A-75B6AE7BF753}"/>
                    </a:ext>
                  </a:extLst>
                </p:cNvPr>
                <p:cNvSpPr>
                  <a:spLocks/>
                </p:cNvSpPr>
                <p:nvPr/>
              </p:nvSpPr>
              <p:spPr bwMode="auto">
                <a:xfrm>
                  <a:off x="5783263" y="3787775"/>
                  <a:ext cx="9525" cy="7938"/>
                </a:xfrm>
                <a:custGeom>
                  <a:avLst/>
                  <a:gdLst>
                    <a:gd name="T0" fmla="*/ 1 w 2"/>
                    <a:gd name="T1" fmla="*/ 0 h 2"/>
                    <a:gd name="T2" fmla="*/ 1 w 2"/>
                    <a:gd name="T3" fmla="*/ 0 h 2"/>
                    <a:gd name="T4" fmla="*/ 1 w 2"/>
                    <a:gd name="T5" fmla="*/ 0 h 2"/>
                    <a:gd name="T6" fmla="*/ 1 w 2"/>
                    <a:gd name="T7" fmla="*/ 0 h 2"/>
                    <a:gd name="T8" fmla="*/ 1 w 2"/>
                    <a:gd name="T9" fmla="*/ 1 h 2"/>
                    <a:gd name="T10" fmla="*/ 1 w 2"/>
                    <a:gd name="T11" fmla="*/ 1 h 2"/>
                    <a:gd name="T12" fmla="*/ 1 w 2"/>
                    <a:gd name="T13" fmla="*/ 1 h 2"/>
                    <a:gd name="T14" fmla="*/ 1 w 2"/>
                    <a:gd name="T15" fmla="*/ 1 h 2"/>
                    <a:gd name="T16" fmla="*/ 1 w 2"/>
                    <a:gd name="T17" fmla="*/ 1 h 2"/>
                    <a:gd name="T18" fmla="*/ 2 w 2"/>
                    <a:gd name="T19" fmla="*/ 1 h 2"/>
                    <a:gd name="T20" fmla="*/ 2 w 2"/>
                    <a:gd name="T21" fmla="*/ 1 h 2"/>
                    <a:gd name="T22" fmla="*/ 2 w 2"/>
                    <a:gd name="T23" fmla="*/ 1 h 2"/>
                    <a:gd name="T24" fmla="*/ 2 w 2"/>
                    <a:gd name="T25" fmla="*/ 1 h 2"/>
                    <a:gd name="T26" fmla="*/ 2 w 2"/>
                    <a:gd name="T27" fmla="*/ 1 h 2"/>
                    <a:gd name="T28" fmla="*/ 2 w 2"/>
                    <a:gd name="T29" fmla="*/ 1 h 2"/>
                    <a:gd name="T30" fmla="*/ 2 w 2"/>
                    <a:gd name="T31" fmla="*/ 1 h 2"/>
                    <a:gd name="T32" fmla="*/ 2 w 2"/>
                    <a:gd name="T33" fmla="*/ 2 h 2"/>
                    <a:gd name="T34" fmla="*/ 2 w 2"/>
                    <a:gd name="T35" fmla="*/ 1 h 2"/>
                    <a:gd name="T36" fmla="*/ 2 w 2"/>
                    <a:gd name="T37" fmla="*/ 1 h 2"/>
                    <a:gd name="T38" fmla="*/ 2 w 2"/>
                    <a:gd name="T39" fmla="*/ 1 h 2"/>
                    <a:gd name="T40" fmla="*/ 2 w 2"/>
                    <a:gd name="T41" fmla="*/ 1 h 2"/>
                    <a:gd name="T42" fmla="*/ 2 w 2"/>
                    <a:gd name="T43" fmla="*/ 1 h 2"/>
                    <a:gd name="T44" fmla="*/ 2 w 2"/>
                    <a:gd name="T45" fmla="*/ 2 h 2"/>
                    <a:gd name="T46" fmla="*/ 2 w 2"/>
                    <a:gd name="T47" fmla="*/ 2 h 2"/>
                    <a:gd name="T48" fmla="*/ 2 w 2"/>
                    <a:gd name="T49" fmla="*/ 2 h 2"/>
                    <a:gd name="T50" fmla="*/ 2 w 2"/>
                    <a:gd name="T51" fmla="*/ 2 h 2"/>
                    <a:gd name="T52" fmla="*/ 2 w 2"/>
                    <a:gd name="T53" fmla="*/ 2 h 2"/>
                    <a:gd name="T54" fmla="*/ 2 w 2"/>
                    <a:gd name="T55" fmla="*/ 2 h 2"/>
                    <a:gd name="T56" fmla="*/ 2 w 2"/>
                    <a:gd name="T57" fmla="*/ 2 h 2"/>
                    <a:gd name="T58" fmla="*/ 2 w 2"/>
                    <a:gd name="T59" fmla="*/ 2 h 2"/>
                    <a:gd name="T60" fmla="*/ 2 w 2"/>
                    <a:gd name="T61" fmla="*/ 2 h 2"/>
                    <a:gd name="T62" fmla="*/ 2 w 2"/>
                    <a:gd name="T63" fmla="*/ 2 h 2"/>
                    <a:gd name="T64" fmla="*/ 2 w 2"/>
                    <a:gd name="T65" fmla="*/ 2 h 2"/>
                    <a:gd name="T66" fmla="*/ 2 w 2"/>
                    <a:gd name="T67" fmla="*/ 2 h 2"/>
                    <a:gd name="T68" fmla="*/ 2 w 2"/>
                    <a:gd name="T69" fmla="*/ 2 h 2"/>
                    <a:gd name="T70" fmla="*/ 2 w 2"/>
                    <a:gd name="T71" fmla="*/ 2 h 2"/>
                    <a:gd name="T72" fmla="*/ 1 w 2"/>
                    <a:gd name="T73" fmla="*/ 2 h 2"/>
                    <a:gd name="T74" fmla="*/ 1 w 2"/>
                    <a:gd name="T75" fmla="*/ 2 h 2"/>
                    <a:gd name="T76" fmla="*/ 1 w 2"/>
                    <a:gd name="T77" fmla="*/ 2 h 2"/>
                    <a:gd name="T78" fmla="*/ 1 w 2"/>
                    <a:gd name="T79" fmla="*/ 2 h 2"/>
                    <a:gd name="T80" fmla="*/ 1 w 2"/>
                    <a:gd name="T81" fmla="*/ 2 h 2"/>
                    <a:gd name="T82" fmla="*/ 1 w 2"/>
                    <a:gd name="T83" fmla="*/ 2 h 2"/>
                    <a:gd name="T84" fmla="*/ 0 w 2"/>
                    <a:gd name="T85" fmla="*/ 2 h 2"/>
                    <a:gd name="T86" fmla="*/ 0 w 2"/>
                    <a:gd name="T87" fmla="*/ 1 h 2"/>
                    <a:gd name="T88" fmla="*/ 0 w 2"/>
                    <a:gd name="T89" fmla="*/ 1 h 2"/>
                    <a:gd name="T90" fmla="*/ 0 w 2"/>
                    <a:gd name="T91" fmla="*/ 1 h 2"/>
                    <a:gd name="T92" fmla="*/ 0 w 2"/>
                    <a:gd name="T93" fmla="*/ 1 h 2"/>
                    <a:gd name="T94" fmla="*/ 0 w 2"/>
                    <a:gd name="T95" fmla="*/ 1 h 2"/>
                    <a:gd name="T96" fmla="*/ 0 w 2"/>
                    <a:gd name="T97" fmla="*/ 1 h 2"/>
                    <a:gd name="T98" fmla="*/ 0 w 2"/>
                    <a:gd name="T99" fmla="*/ 1 h 2"/>
                    <a:gd name="T100" fmla="*/ 0 w 2"/>
                    <a:gd name="T101" fmla="*/ 1 h 2"/>
                    <a:gd name="T102" fmla="*/ 0 w 2"/>
                    <a:gd name="T103" fmla="*/ 0 h 2"/>
                    <a:gd name="T104" fmla="*/ 0 w 2"/>
                    <a:gd name="T10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 h="2">
                      <a:moveTo>
                        <a:pt x="0" y="0"/>
                      </a:moveTo>
                      <a:cubicBezTo>
                        <a:pt x="0" y="0"/>
                        <a:pt x="0" y="0"/>
                        <a:pt x="0" y="0"/>
                      </a:cubicBezTo>
                      <a:cubicBezTo>
                        <a:pt x="0" y="0"/>
                        <a:pt x="0" y="0"/>
                        <a:pt x="0" y="0"/>
                      </a:cubicBezTo>
                      <a:cubicBezTo>
                        <a:pt x="0" y="0"/>
                        <a:pt x="0" y="0"/>
                        <a:pt x="1" y="0"/>
                      </a:cubicBezTo>
                      <a:cubicBezTo>
                        <a:pt x="1" y="0"/>
                        <a:pt x="0" y="0"/>
                        <a:pt x="0"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1"/>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6" name="Freeform 801">
                  <a:extLst>
                    <a:ext uri="{FF2B5EF4-FFF2-40B4-BE49-F238E27FC236}">
                      <a16:creationId xmlns:a16="http://schemas.microsoft.com/office/drawing/2014/main" id="{5961A6C4-ED22-9CE1-797E-44F7048AC248}"/>
                    </a:ext>
                  </a:extLst>
                </p:cNvPr>
                <p:cNvSpPr>
                  <a:spLocks noEditPoints="1"/>
                </p:cNvSpPr>
                <p:nvPr/>
              </p:nvSpPr>
              <p:spPr bwMode="auto">
                <a:xfrm>
                  <a:off x="5475288" y="3092450"/>
                  <a:ext cx="107950" cy="128588"/>
                </a:xfrm>
                <a:custGeom>
                  <a:avLst/>
                  <a:gdLst>
                    <a:gd name="T0" fmla="*/ 17 w 26"/>
                    <a:gd name="T1" fmla="*/ 31 h 31"/>
                    <a:gd name="T2" fmla="*/ 16 w 26"/>
                    <a:gd name="T3" fmla="*/ 30 h 31"/>
                    <a:gd name="T4" fmla="*/ 16 w 26"/>
                    <a:gd name="T5" fmla="*/ 27 h 31"/>
                    <a:gd name="T6" fmla="*/ 15 w 26"/>
                    <a:gd name="T7" fmla="*/ 26 h 31"/>
                    <a:gd name="T8" fmla="*/ 12 w 26"/>
                    <a:gd name="T9" fmla="*/ 25 h 31"/>
                    <a:gd name="T10" fmla="*/ 11 w 26"/>
                    <a:gd name="T11" fmla="*/ 23 h 31"/>
                    <a:gd name="T12" fmla="*/ 10 w 26"/>
                    <a:gd name="T13" fmla="*/ 23 h 31"/>
                    <a:gd name="T14" fmla="*/ 8 w 26"/>
                    <a:gd name="T15" fmla="*/ 23 h 31"/>
                    <a:gd name="T16" fmla="*/ 6 w 26"/>
                    <a:gd name="T17" fmla="*/ 25 h 31"/>
                    <a:gd name="T18" fmla="*/ 5 w 26"/>
                    <a:gd name="T19" fmla="*/ 26 h 31"/>
                    <a:gd name="T20" fmla="*/ 2 w 26"/>
                    <a:gd name="T21" fmla="*/ 26 h 31"/>
                    <a:gd name="T22" fmla="*/ 0 w 26"/>
                    <a:gd name="T23" fmla="*/ 26 h 31"/>
                    <a:gd name="T24" fmla="*/ 1 w 26"/>
                    <a:gd name="T25" fmla="*/ 24 h 31"/>
                    <a:gd name="T26" fmla="*/ 4 w 26"/>
                    <a:gd name="T27" fmla="*/ 25 h 31"/>
                    <a:gd name="T28" fmla="*/ 5 w 26"/>
                    <a:gd name="T29" fmla="*/ 25 h 31"/>
                    <a:gd name="T30" fmla="*/ 5 w 26"/>
                    <a:gd name="T31" fmla="*/ 22 h 31"/>
                    <a:gd name="T32" fmla="*/ 2 w 26"/>
                    <a:gd name="T33" fmla="*/ 21 h 31"/>
                    <a:gd name="T34" fmla="*/ 5 w 26"/>
                    <a:gd name="T35" fmla="*/ 22 h 31"/>
                    <a:gd name="T36" fmla="*/ 4 w 26"/>
                    <a:gd name="T37" fmla="*/ 20 h 31"/>
                    <a:gd name="T38" fmla="*/ 4 w 26"/>
                    <a:gd name="T39" fmla="*/ 19 h 31"/>
                    <a:gd name="T40" fmla="*/ 5 w 26"/>
                    <a:gd name="T41" fmla="*/ 17 h 31"/>
                    <a:gd name="T42" fmla="*/ 8 w 26"/>
                    <a:gd name="T43" fmla="*/ 14 h 31"/>
                    <a:gd name="T44" fmla="*/ 9 w 26"/>
                    <a:gd name="T45" fmla="*/ 7 h 31"/>
                    <a:gd name="T46" fmla="*/ 12 w 26"/>
                    <a:gd name="T47" fmla="*/ 7 h 31"/>
                    <a:gd name="T48" fmla="*/ 14 w 26"/>
                    <a:gd name="T49" fmla="*/ 6 h 31"/>
                    <a:gd name="T50" fmla="*/ 17 w 26"/>
                    <a:gd name="T51" fmla="*/ 3 h 31"/>
                    <a:gd name="T52" fmla="*/ 23 w 26"/>
                    <a:gd name="T53" fmla="*/ 2 h 31"/>
                    <a:gd name="T54" fmla="*/ 25 w 26"/>
                    <a:gd name="T55" fmla="*/ 4 h 31"/>
                    <a:gd name="T56" fmla="*/ 26 w 26"/>
                    <a:gd name="T57" fmla="*/ 4 h 31"/>
                    <a:gd name="T58" fmla="*/ 25 w 26"/>
                    <a:gd name="T59" fmla="*/ 8 h 31"/>
                    <a:gd name="T60" fmla="*/ 23 w 26"/>
                    <a:gd name="T61" fmla="*/ 11 h 31"/>
                    <a:gd name="T62" fmla="*/ 25 w 26"/>
                    <a:gd name="T63" fmla="*/ 13 h 31"/>
                    <a:gd name="T64" fmla="*/ 23 w 26"/>
                    <a:gd name="T65" fmla="*/ 16 h 31"/>
                    <a:gd name="T66" fmla="*/ 23 w 26"/>
                    <a:gd name="T67" fmla="*/ 18 h 31"/>
                    <a:gd name="T68" fmla="*/ 20 w 26"/>
                    <a:gd name="T69" fmla="*/ 19 h 31"/>
                    <a:gd name="T70" fmla="*/ 17 w 26"/>
                    <a:gd name="T71" fmla="*/ 20 h 31"/>
                    <a:gd name="T72" fmla="*/ 19 w 26"/>
                    <a:gd name="T73" fmla="*/ 25 h 31"/>
                    <a:gd name="T74" fmla="*/ 18 w 26"/>
                    <a:gd name="T75" fmla="*/ 27 h 31"/>
                    <a:gd name="T76" fmla="*/ 17 w 26"/>
                    <a:gd name="T77" fmla="*/ 28 h 31"/>
                    <a:gd name="T78" fmla="*/ 17 w 26"/>
                    <a:gd name="T79" fmla="*/ 31 h 31"/>
                    <a:gd name="T80" fmla="*/ 2 w 26"/>
                    <a:gd name="T81" fmla="*/ 24 h 31"/>
                    <a:gd name="T82" fmla="*/ 4 w 26"/>
                    <a:gd name="T83" fmla="*/ 24 h 31"/>
                    <a:gd name="T84" fmla="*/ 4 w 26"/>
                    <a:gd name="T85" fmla="*/ 23 h 31"/>
                    <a:gd name="T86" fmla="*/ 3 w 26"/>
                    <a:gd name="T87" fmla="*/ 22 h 31"/>
                    <a:gd name="T88" fmla="*/ 0 w 26"/>
                    <a:gd name="T89" fmla="*/ 23 h 31"/>
                    <a:gd name="T90" fmla="*/ 11 w 26"/>
                    <a:gd name="T91" fmla="*/ 5 h 31"/>
                    <a:gd name="T92" fmla="*/ 10 w 26"/>
                    <a:gd name="T93" fmla="*/ 6 h 31"/>
                    <a:gd name="T94" fmla="*/ 9 w 26"/>
                    <a:gd name="T95" fmla="*/ 6 h 31"/>
                    <a:gd name="T96" fmla="*/ 9 w 26"/>
                    <a:gd name="T97" fmla="*/ 6 h 31"/>
                    <a:gd name="T98" fmla="*/ 11 w 26"/>
                    <a:gd name="T99" fmla="*/ 3 h 31"/>
                    <a:gd name="T100" fmla="*/ 11 w 26"/>
                    <a:gd name="T101" fmla="*/ 4 h 31"/>
                    <a:gd name="T102" fmla="*/ 13 w 26"/>
                    <a:gd name="T103" fmla="*/ 2 h 31"/>
                    <a:gd name="T104" fmla="*/ 17 w 26"/>
                    <a:gd name="T105" fmla="*/ 1 h 31"/>
                    <a:gd name="T106" fmla="*/ 12 w 26"/>
                    <a:gd name="T107" fmla="*/ 3 h 31"/>
                    <a:gd name="T108" fmla="*/ 19 w 26"/>
                    <a:gd name="T109" fmla="*/ 1 h 31"/>
                    <a:gd name="T110" fmla="*/ 19 w 26"/>
                    <a:gd name="T111" fmla="*/ 1 h 31"/>
                    <a:gd name="T112" fmla="*/ 19 w 26"/>
                    <a:gd name="T113" fmla="*/ 1 h 31"/>
                    <a:gd name="T114" fmla="*/ 21 w 26"/>
                    <a:gd name="T115" fmla="*/ 1 h 31"/>
                    <a:gd name="T116" fmla="*/ 23 w 26"/>
                    <a:gd name="T117" fmla="*/ 0 h 31"/>
                    <a:gd name="T118" fmla="*/ 23 w 26"/>
                    <a:gd name="T1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 h="31">
                      <a:moveTo>
                        <a:pt x="17" y="31"/>
                      </a:moveTo>
                      <a:cubicBezTo>
                        <a:pt x="17" y="31"/>
                        <a:pt x="17" y="31"/>
                        <a:pt x="17" y="31"/>
                      </a:cubicBezTo>
                      <a:cubicBezTo>
                        <a:pt x="17" y="31"/>
                        <a:pt x="17" y="31"/>
                        <a:pt x="16" y="31"/>
                      </a:cubicBezTo>
                      <a:cubicBezTo>
                        <a:pt x="15" y="31"/>
                        <a:pt x="15" y="30"/>
                        <a:pt x="16" y="30"/>
                      </a:cubicBezTo>
                      <a:cubicBezTo>
                        <a:pt x="16" y="29"/>
                        <a:pt x="16" y="29"/>
                        <a:pt x="16" y="28"/>
                      </a:cubicBezTo>
                      <a:cubicBezTo>
                        <a:pt x="17" y="27"/>
                        <a:pt x="17" y="27"/>
                        <a:pt x="16" y="27"/>
                      </a:cubicBezTo>
                      <a:cubicBezTo>
                        <a:pt x="16" y="26"/>
                        <a:pt x="15" y="27"/>
                        <a:pt x="15" y="26"/>
                      </a:cubicBezTo>
                      <a:cubicBezTo>
                        <a:pt x="15" y="26"/>
                        <a:pt x="15" y="26"/>
                        <a:pt x="15" y="26"/>
                      </a:cubicBezTo>
                      <a:cubicBezTo>
                        <a:pt x="14" y="25"/>
                        <a:pt x="14" y="26"/>
                        <a:pt x="13" y="26"/>
                      </a:cubicBezTo>
                      <a:cubicBezTo>
                        <a:pt x="12" y="26"/>
                        <a:pt x="12" y="25"/>
                        <a:pt x="12" y="25"/>
                      </a:cubicBezTo>
                      <a:cubicBezTo>
                        <a:pt x="12" y="25"/>
                        <a:pt x="12" y="25"/>
                        <a:pt x="11" y="25"/>
                      </a:cubicBezTo>
                      <a:cubicBezTo>
                        <a:pt x="11" y="24"/>
                        <a:pt x="11" y="24"/>
                        <a:pt x="11" y="23"/>
                      </a:cubicBezTo>
                      <a:cubicBezTo>
                        <a:pt x="11" y="24"/>
                        <a:pt x="11" y="24"/>
                        <a:pt x="10" y="24"/>
                      </a:cubicBezTo>
                      <a:cubicBezTo>
                        <a:pt x="9" y="24"/>
                        <a:pt x="10" y="23"/>
                        <a:pt x="10" y="23"/>
                      </a:cubicBezTo>
                      <a:cubicBezTo>
                        <a:pt x="9" y="23"/>
                        <a:pt x="9" y="24"/>
                        <a:pt x="8" y="24"/>
                      </a:cubicBezTo>
                      <a:cubicBezTo>
                        <a:pt x="8" y="24"/>
                        <a:pt x="8" y="24"/>
                        <a:pt x="8" y="23"/>
                      </a:cubicBezTo>
                      <a:cubicBezTo>
                        <a:pt x="7" y="23"/>
                        <a:pt x="7" y="24"/>
                        <a:pt x="7" y="24"/>
                      </a:cubicBezTo>
                      <a:cubicBezTo>
                        <a:pt x="7" y="25"/>
                        <a:pt x="7" y="25"/>
                        <a:pt x="6" y="25"/>
                      </a:cubicBezTo>
                      <a:cubicBezTo>
                        <a:pt x="6" y="25"/>
                        <a:pt x="6" y="25"/>
                        <a:pt x="6" y="25"/>
                      </a:cubicBezTo>
                      <a:cubicBezTo>
                        <a:pt x="6" y="25"/>
                        <a:pt x="5" y="26"/>
                        <a:pt x="5" y="26"/>
                      </a:cubicBezTo>
                      <a:cubicBezTo>
                        <a:pt x="4" y="26"/>
                        <a:pt x="4" y="27"/>
                        <a:pt x="3" y="26"/>
                      </a:cubicBezTo>
                      <a:cubicBezTo>
                        <a:pt x="3" y="26"/>
                        <a:pt x="2" y="26"/>
                        <a:pt x="2" y="26"/>
                      </a:cubicBezTo>
                      <a:cubicBezTo>
                        <a:pt x="1" y="25"/>
                        <a:pt x="1" y="26"/>
                        <a:pt x="1" y="26"/>
                      </a:cubicBezTo>
                      <a:cubicBezTo>
                        <a:pt x="1" y="26"/>
                        <a:pt x="1" y="26"/>
                        <a:pt x="0" y="26"/>
                      </a:cubicBezTo>
                      <a:cubicBezTo>
                        <a:pt x="0" y="26"/>
                        <a:pt x="0" y="25"/>
                        <a:pt x="0" y="25"/>
                      </a:cubicBezTo>
                      <a:cubicBezTo>
                        <a:pt x="0" y="25"/>
                        <a:pt x="1" y="24"/>
                        <a:pt x="1" y="24"/>
                      </a:cubicBezTo>
                      <a:cubicBezTo>
                        <a:pt x="1" y="24"/>
                        <a:pt x="2" y="24"/>
                        <a:pt x="2" y="25"/>
                      </a:cubicBezTo>
                      <a:cubicBezTo>
                        <a:pt x="3" y="25"/>
                        <a:pt x="3" y="25"/>
                        <a:pt x="4" y="25"/>
                      </a:cubicBezTo>
                      <a:cubicBezTo>
                        <a:pt x="4" y="24"/>
                        <a:pt x="4" y="24"/>
                        <a:pt x="5" y="24"/>
                      </a:cubicBezTo>
                      <a:cubicBezTo>
                        <a:pt x="5" y="24"/>
                        <a:pt x="5" y="25"/>
                        <a:pt x="5" y="25"/>
                      </a:cubicBezTo>
                      <a:cubicBezTo>
                        <a:pt x="6" y="24"/>
                        <a:pt x="6" y="24"/>
                        <a:pt x="6" y="23"/>
                      </a:cubicBezTo>
                      <a:cubicBezTo>
                        <a:pt x="6" y="23"/>
                        <a:pt x="5" y="23"/>
                        <a:pt x="5" y="22"/>
                      </a:cubicBezTo>
                      <a:cubicBezTo>
                        <a:pt x="4" y="22"/>
                        <a:pt x="4" y="21"/>
                        <a:pt x="3" y="21"/>
                      </a:cubicBezTo>
                      <a:cubicBezTo>
                        <a:pt x="3" y="21"/>
                        <a:pt x="2" y="22"/>
                        <a:pt x="2" y="21"/>
                      </a:cubicBezTo>
                      <a:cubicBezTo>
                        <a:pt x="2" y="21"/>
                        <a:pt x="2" y="21"/>
                        <a:pt x="3" y="21"/>
                      </a:cubicBezTo>
                      <a:cubicBezTo>
                        <a:pt x="3" y="20"/>
                        <a:pt x="5" y="21"/>
                        <a:pt x="5" y="22"/>
                      </a:cubicBezTo>
                      <a:cubicBezTo>
                        <a:pt x="5" y="21"/>
                        <a:pt x="5" y="21"/>
                        <a:pt x="5" y="21"/>
                      </a:cubicBezTo>
                      <a:cubicBezTo>
                        <a:pt x="5" y="21"/>
                        <a:pt x="5" y="20"/>
                        <a:pt x="4" y="20"/>
                      </a:cubicBezTo>
                      <a:cubicBezTo>
                        <a:pt x="4" y="20"/>
                        <a:pt x="4" y="20"/>
                        <a:pt x="3" y="20"/>
                      </a:cubicBezTo>
                      <a:cubicBezTo>
                        <a:pt x="3" y="19"/>
                        <a:pt x="4" y="20"/>
                        <a:pt x="4" y="19"/>
                      </a:cubicBezTo>
                      <a:cubicBezTo>
                        <a:pt x="5" y="19"/>
                        <a:pt x="4" y="18"/>
                        <a:pt x="5" y="18"/>
                      </a:cubicBezTo>
                      <a:cubicBezTo>
                        <a:pt x="5" y="18"/>
                        <a:pt x="5" y="18"/>
                        <a:pt x="5" y="17"/>
                      </a:cubicBezTo>
                      <a:cubicBezTo>
                        <a:pt x="6" y="17"/>
                        <a:pt x="6" y="17"/>
                        <a:pt x="6" y="16"/>
                      </a:cubicBezTo>
                      <a:cubicBezTo>
                        <a:pt x="7" y="16"/>
                        <a:pt x="7" y="15"/>
                        <a:pt x="8" y="14"/>
                      </a:cubicBezTo>
                      <a:cubicBezTo>
                        <a:pt x="8" y="13"/>
                        <a:pt x="8" y="11"/>
                        <a:pt x="9" y="9"/>
                      </a:cubicBezTo>
                      <a:cubicBezTo>
                        <a:pt x="9" y="9"/>
                        <a:pt x="9" y="8"/>
                        <a:pt x="9" y="7"/>
                      </a:cubicBezTo>
                      <a:cubicBezTo>
                        <a:pt x="10" y="7"/>
                        <a:pt x="10" y="8"/>
                        <a:pt x="10" y="8"/>
                      </a:cubicBezTo>
                      <a:cubicBezTo>
                        <a:pt x="10" y="8"/>
                        <a:pt x="11" y="7"/>
                        <a:pt x="12" y="7"/>
                      </a:cubicBezTo>
                      <a:cubicBezTo>
                        <a:pt x="12" y="7"/>
                        <a:pt x="12" y="7"/>
                        <a:pt x="13" y="6"/>
                      </a:cubicBezTo>
                      <a:cubicBezTo>
                        <a:pt x="13" y="6"/>
                        <a:pt x="13" y="6"/>
                        <a:pt x="14" y="6"/>
                      </a:cubicBezTo>
                      <a:cubicBezTo>
                        <a:pt x="14" y="5"/>
                        <a:pt x="14" y="5"/>
                        <a:pt x="14" y="4"/>
                      </a:cubicBezTo>
                      <a:cubicBezTo>
                        <a:pt x="15" y="3"/>
                        <a:pt x="16" y="3"/>
                        <a:pt x="17" y="3"/>
                      </a:cubicBezTo>
                      <a:cubicBezTo>
                        <a:pt x="18" y="2"/>
                        <a:pt x="20" y="2"/>
                        <a:pt x="21" y="2"/>
                      </a:cubicBezTo>
                      <a:cubicBezTo>
                        <a:pt x="22" y="2"/>
                        <a:pt x="23" y="1"/>
                        <a:pt x="23" y="2"/>
                      </a:cubicBezTo>
                      <a:cubicBezTo>
                        <a:pt x="24" y="2"/>
                        <a:pt x="24" y="3"/>
                        <a:pt x="24" y="3"/>
                      </a:cubicBezTo>
                      <a:cubicBezTo>
                        <a:pt x="25" y="3"/>
                        <a:pt x="25" y="3"/>
                        <a:pt x="25" y="4"/>
                      </a:cubicBezTo>
                      <a:cubicBezTo>
                        <a:pt x="25" y="4"/>
                        <a:pt x="26" y="4"/>
                        <a:pt x="26" y="4"/>
                      </a:cubicBezTo>
                      <a:cubicBezTo>
                        <a:pt x="26" y="4"/>
                        <a:pt x="26" y="4"/>
                        <a:pt x="26" y="4"/>
                      </a:cubicBezTo>
                      <a:cubicBezTo>
                        <a:pt x="26" y="5"/>
                        <a:pt x="26" y="5"/>
                        <a:pt x="26" y="6"/>
                      </a:cubicBezTo>
                      <a:cubicBezTo>
                        <a:pt x="26" y="7"/>
                        <a:pt x="26" y="7"/>
                        <a:pt x="25" y="8"/>
                      </a:cubicBezTo>
                      <a:cubicBezTo>
                        <a:pt x="25" y="9"/>
                        <a:pt x="25" y="9"/>
                        <a:pt x="25" y="10"/>
                      </a:cubicBezTo>
                      <a:cubicBezTo>
                        <a:pt x="24" y="11"/>
                        <a:pt x="24" y="11"/>
                        <a:pt x="23" y="11"/>
                      </a:cubicBezTo>
                      <a:cubicBezTo>
                        <a:pt x="23" y="11"/>
                        <a:pt x="22" y="11"/>
                        <a:pt x="22" y="12"/>
                      </a:cubicBezTo>
                      <a:cubicBezTo>
                        <a:pt x="22" y="14"/>
                        <a:pt x="24" y="12"/>
                        <a:pt x="25" y="13"/>
                      </a:cubicBezTo>
                      <a:cubicBezTo>
                        <a:pt x="25" y="14"/>
                        <a:pt x="24" y="14"/>
                        <a:pt x="24" y="15"/>
                      </a:cubicBezTo>
                      <a:cubicBezTo>
                        <a:pt x="24" y="16"/>
                        <a:pt x="24" y="16"/>
                        <a:pt x="23" y="16"/>
                      </a:cubicBezTo>
                      <a:cubicBezTo>
                        <a:pt x="23" y="17"/>
                        <a:pt x="23" y="17"/>
                        <a:pt x="23" y="17"/>
                      </a:cubicBezTo>
                      <a:cubicBezTo>
                        <a:pt x="22" y="17"/>
                        <a:pt x="23" y="17"/>
                        <a:pt x="23" y="18"/>
                      </a:cubicBezTo>
                      <a:cubicBezTo>
                        <a:pt x="23" y="18"/>
                        <a:pt x="23" y="19"/>
                        <a:pt x="22" y="19"/>
                      </a:cubicBezTo>
                      <a:cubicBezTo>
                        <a:pt x="22" y="19"/>
                        <a:pt x="21" y="19"/>
                        <a:pt x="20" y="19"/>
                      </a:cubicBezTo>
                      <a:cubicBezTo>
                        <a:pt x="20" y="19"/>
                        <a:pt x="19" y="19"/>
                        <a:pt x="18" y="19"/>
                      </a:cubicBezTo>
                      <a:cubicBezTo>
                        <a:pt x="18" y="19"/>
                        <a:pt x="17" y="20"/>
                        <a:pt x="17" y="20"/>
                      </a:cubicBezTo>
                      <a:cubicBezTo>
                        <a:pt x="17" y="21"/>
                        <a:pt x="18" y="22"/>
                        <a:pt x="19" y="23"/>
                      </a:cubicBezTo>
                      <a:cubicBezTo>
                        <a:pt x="19" y="23"/>
                        <a:pt x="19" y="24"/>
                        <a:pt x="19" y="25"/>
                      </a:cubicBezTo>
                      <a:cubicBezTo>
                        <a:pt x="19" y="25"/>
                        <a:pt x="18" y="26"/>
                        <a:pt x="18" y="26"/>
                      </a:cubicBezTo>
                      <a:cubicBezTo>
                        <a:pt x="18" y="27"/>
                        <a:pt x="19" y="27"/>
                        <a:pt x="18" y="27"/>
                      </a:cubicBezTo>
                      <a:cubicBezTo>
                        <a:pt x="18" y="28"/>
                        <a:pt x="18" y="28"/>
                        <a:pt x="18" y="28"/>
                      </a:cubicBezTo>
                      <a:cubicBezTo>
                        <a:pt x="17" y="28"/>
                        <a:pt x="17" y="28"/>
                        <a:pt x="17" y="28"/>
                      </a:cubicBezTo>
                      <a:cubicBezTo>
                        <a:pt x="16" y="29"/>
                        <a:pt x="18" y="29"/>
                        <a:pt x="18" y="29"/>
                      </a:cubicBezTo>
                      <a:cubicBezTo>
                        <a:pt x="19" y="30"/>
                        <a:pt x="18" y="30"/>
                        <a:pt x="17" y="31"/>
                      </a:cubicBezTo>
                      <a:close/>
                      <a:moveTo>
                        <a:pt x="0" y="23"/>
                      </a:moveTo>
                      <a:cubicBezTo>
                        <a:pt x="0" y="24"/>
                        <a:pt x="2" y="23"/>
                        <a:pt x="2" y="24"/>
                      </a:cubicBezTo>
                      <a:cubicBezTo>
                        <a:pt x="2" y="24"/>
                        <a:pt x="3" y="24"/>
                        <a:pt x="3" y="24"/>
                      </a:cubicBezTo>
                      <a:cubicBezTo>
                        <a:pt x="4" y="24"/>
                        <a:pt x="4" y="24"/>
                        <a:pt x="4" y="24"/>
                      </a:cubicBezTo>
                      <a:cubicBezTo>
                        <a:pt x="4" y="24"/>
                        <a:pt x="4" y="24"/>
                        <a:pt x="5" y="24"/>
                      </a:cubicBezTo>
                      <a:cubicBezTo>
                        <a:pt x="5" y="23"/>
                        <a:pt x="5" y="23"/>
                        <a:pt x="4" y="23"/>
                      </a:cubicBezTo>
                      <a:cubicBezTo>
                        <a:pt x="4" y="23"/>
                        <a:pt x="4" y="23"/>
                        <a:pt x="3" y="23"/>
                      </a:cubicBezTo>
                      <a:cubicBezTo>
                        <a:pt x="3" y="23"/>
                        <a:pt x="3" y="22"/>
                        <a:pt x="3" y="22"/>
                      </a:cubicBezTo>
                      <a:cubicBezTo>
                        <a:pt x="3" y="22"/>
                        <a:pt x="2" y="23"/>
                        <a:pt x="1" y="22"/>
                      </a:cubicBezTo>
                      <a:cubicBezTo>
                        <a:pt x="1" y="22"/>
                        <a:pt x="0" y="22"/>
                        <a:pt x="0" y="23"/>
                      </a:cubicBezTo>
                      <a:close/>
                      <a:moveTo>
                        <a:pt x="11" y="4"/>
                      </a:moveTo>
                      <a:cubicBezTo>
                        <a:pt x="11" y="5"/>
                        <a:pt x="11" y="5"/>
                        <a:pt x="11" y="5"/>
                      </a:cubicBezTo>
                      <a:cubicBezTo>
                        <a:pt x="11" y="5"/>
                        <a:pt x="11" y="5"/>
                        <a:pt x="11" y="5"/>
                      </a:cubicBezTo>
                      <a:cubicBezTo>
                        <a:pt x="11" y="5"/>
                        <a:pt x="10" y="6"/>
                        <a:pt x="10" y="6"/>
                      </a:cubicBezTo>
                      <a:cubicBezTo>
                        <a:pt x="10" y="6"/>
                        <a:pt x="10" y="6"/>
                        <a:pt x="10" y="6"/>
                      </a:cubicBezTo>
                      <a:cubicBezTo>
                        <a:pt x="9" y="6"/>
                        <a:pt x="9" y="6"/>
                        <a:pt x="9" y="6"/>
                      </a:cubicBezTo>
                      <a:cubicBezTo>
                        <a:pt x="9" y="6"/>
                        <a:pt x="9" y="6"/>
                        <a:pt x="9" y="6"/>
                      </a:cubicBezTo>
                      <a:cubicBezTo>
                        <a:pt x="9" y="6"/>
                        <a:pt x="9" y="6"/>
                        <a:pt x="9" y="6"/>
                      </a:cubicBezTo>
                      <a:cubicBezTo>
                        <a:pt x="9" y="5"/>
                        <a:pt x="9" y="4"/>
                        <a:pt x="10" y="4"/>
                      </a:cubicBezTo>
                      <a:cubicBezTo>
                        <a:pt x="10" y="4"/>
                        <a:pt x="10" y="3"/>
                        <a:pt x="11" y="3"/>
                      </a:cubicBezTo>
                      <a:cubicBezTo>
                        <a:pt x="11" y="3"/>
                        <a:pt x="11" y="3"/>
                        <a:pt x="11" y="3"/>
                      </a:cubicBezTo>
                      <a:cubicBezTo>
                        <a:pt x="11" y="4"/>
                        <a:pt x="11" y="4"/>
                        <a:pt x="11" y="4"/>
                      </a:cubicBezTo>
                      <a:cubicBezTo>
                        <a:pt x="11" y="4"/>
                        <a:pt x="11" y="4"/>
                        <a:pt x="11" y="4"/>
                      </a:cubicBezTo>
                      <a:close/>
                      <a:moveTo>
                        <a:pt x="13" y="2"/>
                      </a:moveTo>
                      <a:cubicBezTo>
                        <a:pt x="14" y="2"/>
                        <a:pt x="15" y="2"/>
                        <a:pt x="16" y="2"/>
                      </a:cubicBezTo>
                      <a:cubicBezTo>
                        <a:pt x="17" y="2"/>
                        <a:pt x="18" y="2"/>
                        <a:pt x="17" y="1"/>
                      </a:cubicBezTo>
                      <a:cubicBezTo>
                        <a:pt x="16" y="1"/>
                        <a:pt x="15" y="1"/>
                        <a:pt x="15" y="1"/>
                      </a:cubicBezTo>
                      <a:cubicBezTo>
                        <a:pt x="14" y="2"/>
                        <a:pt x="12" y="2"/>
                        <a:pt x="12" y="3"/>
                      </a:cubicBezTo>
                      <a:cubicBezTo>
                        <a:pt x="13" y="3"/>
                        <a:pt x="13" y="3"/>
                        <a:pt x="13" y="2"/>
                      </a:cubicBezTo>
                      <a:close/>
                      <a:moveTo>
                        <a:pt x="19" y="1"/>
                      </a:moveTo>
                      <a:cubicBezTo>
                        <a:pt x="18" y="2"/>
                        <a:pt x="20" y="1"/>
                        <a:pt x="20" y="1"/>
                      </a:cubicBezTo>
                      <a:cubicBezTo>
                        <a:pt x="20" y="1"/>
                        <a:pt x="19" y="1"/>
                        <a:pt x="19" y="1"/>
                      </a:cubicBezTo>
                      <a:cubicBezTo>
                        <a:pt x="19" y="1"/>
                        <a:pt x="19" y="1"/>
                        <a:pt x="19" y="1"/>
                      </a:cubicBezTo>
                      <a:cubicBezTo>
                        <a:pt x="19" y="1"/>
                        <a:pt x="19" y="1"/>
                        <a:pt x="19" y="1"/>
                      </a:cubicBezTo>
                      <a:close/>
                      <a:moveTo>
                        <a:pt x="21" y="0"/>
                      </a:moveTo>
                      <a:cubicBezTo>
                        <a:pt x="20" y="1"/>
                        <a:pt x="21" y="1"/>
                        <a:pt x="21" y="1"/>
                      </a:cubicBezTo>
                      <a:cubicBezTo>
                        <a:pt x="21" y="1"/>
                        <a:pt x="21" y="0"/>
                        <a:pt x="21" y="0"/>
                      </a:cubicBezTo>
                      <a:moveTo>
                        <a:pt x="23" y="0"/>
                      </a:moveTo>
                      <a:cubicBezTo>
                        <a:pt x="22" y="0"/>
                        <a:pt x="22" y="0"/>
                        <a:pt x="22" y="0"/>
                      </a:cubicBezTo>
                      <a:cubicBezTo>
                        <a:pt x="22" y="0"/>
                        <a:pt x="23" y="0"/>
                        <a:pt x="23" y="0"/>
                      </a:cubicBezTo>
                      <a:cubicBezTo>
                        <a:pt x="23" y="0"/>
                        <a:pt x="23" y="0"/>
                        <a:pt x="23" y="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7" name="Freeform 802">
                  <a:extLst>
                    <a:ext uri="{FF2B5EF4-FFF2-40B4-BE49-F238E27FC236}">
                      <a16:creationId xmlns:a16="http://schemas.microsoft.com/office/drawing/2014/main" id="{2604BB8C-09D6-EB76-188B-87B785A5A187}"/>
                    </a:ext>
                  </a:extLst>
                </p:cNvPr>
                <p:cNvSpPr>
                  <a:spLocks/>
                </p:cNvSpPr>
                <p:nvPr/>
              </p:nvSpPr>
              <p:spPr bwMode="auto">
                <a:xfrm>
                  <a:off x="5541963" y="3251200"/>
                  <a:ext cx="20637" cy="28575"/>
                </a:xfrm>
                <a:custGeom>
                  <a:avLst/>
                  <a:gdLst>
                    <a:gd name="T0" fmla="*/ 0 w 5"/>
                    <a:gd name="T1" fmla="*/ 3 h 7"/>
                    <a:gd name="T2" fmla="*/ 0 w 5"/>
                    <a:gd name="T3" fmla="*/ 2 h 7"/>
                    <a:gd name="T4" fmla="*/ 2 w 5"/>
                    <a:gd name="T5" fmla="*/ 0 h 7"/>
                    <a:gd name="T6" fmla="*/ 2 w 5"/>
                    <a:gd name="T7" fmla="*/ 0 h 7"/>
                    <a:gd name="T8" fmla="*/ 2 w 5"/>
                    <a:gd name="T9" fmla="*/ 0 h 7"/>
                    <a:gd name="T10" fmla="*/ 3 w 5"/>
                    <a:gd name="T11" fmla="*/ 2 h 7"/>
                    <a:gd name="T12" fmla="*/ 4 w 5"/>
                    <a:gd name="T13" fmla="*/ 3 h 7"/>
                    <a:gd name="T14" fmla="*/ 5 w 5"/>
                    <a:gd name="T15" fmla="*/ 5 h 7"/>
                    <a:gd name="T16" fmla="*/ 4 w 5"/>
                    <a:gd name="T17" fmla="*/ 7 h 7"/>
                    <a:gd name="T18" fmla="*/ 2 w 5"/>
                    <a:gd name="T19" fmla="*/ 7 h 7"/>
                    <a:gd name="T20" fmla="*/ 0 w 5"/>
                    <a:gd name="T21" fmla="*/ 6 h 7"/>
                    <a:gd name="T22" fmla="*/ 1 w 5"/>
                    <a:gd name="T23" fmla="*/ 5 h 7"/>
                    <a:gd name="T24" fmla="*/ 0 w 5"/>
                    <a:gd name="T25" fmla="*/ 4 h 7"/>
                    <a:gd name="T26" fmla="*/ 0 w 5"/>
                    <a:gd name="T27" fmla="*/ 3 h 7"/>
                    <a:gd name="T28" fmla="*/ 0 w 5"/>
                    <a:gd name="T29"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7">
                      <a:moveTo>
                        <a:pt x="0" y="3"/>
                      </a:moveTo>
                      <a:cubicBezTo>
                        <a:pt x="0" y="2"/>
                        <a:pt x="0" y="2"/>
                        <a:pt x="0" y="2"/>
                      </a:cubicBezTo>
                      <a:cubicBezTo>
                        <a:pt x="1" y="1"/>
                        <a:pt x="1" y="0"/>
                        <a:pt x="2" y="0"/>
                      </a:cubicBezTo>
                      <a:cubicBezTo>
                        <a:pt x="2" y="0"/>
                        <a:pt x="2" y="0"/>
                        <a:pt x="2" y="0"/>
                      </a:cubicBezTo>
                      <a:cubicBezTo>
                        <a:pt x="2" y="0"/>
                        <a:pt x="2" y="0"/>
                        <a:pt x="2" y="0"/>
                      </a:cubicBezTo>
                      <a:cubicBezTo>
                        <a:pt x="3" y="0"/>
                        <a:pt x="3" y="1"/>
                        <a:pt x="3" y="2"/>
                      </a:cubicBezTo>
                      <a:cubicBezTo>
                        <a:pt x="3" y="2"/>
                        <a:pt x="4" y="3"/>
                        <a:pt x="4" y="3"/>
                      </a:cubicBezTo>
                      <a:cubicBezTo>
                        <a:pt x="5" y="4"/>
                        <a:pt x="5" y="4"/>
                        <a:pt x="5" y="5"/>
                      </a:cubicBezTo>
                      <a:cubicBezTo>
                        <a:pt x="4" y="5"/>
                        <a:pt x="4" y="6"/>
                        <a:pt x="4" y="7"/>
                      </a:cubicBezTo>
                      <a:cubicBezTo>
                        <a:pt x="3" y="7"/>
                        <a:pt x="3" y="7"/>
                        <a:pt x="2" y="7"/>
                      </a:cubicBezTo>
                      <a:cubicBezTo>
                        <a:pt x="1" y="7"/>
                        <a:pt x="1" y="7"/>
                        <a:pt x="0" y="6"/>
                      </a:cubicBezTo>
                      <a:cubicBezTo>
                        <a:pt x="1" y="6"/>
                        <a:pt x="1" y="6"/>
                        <a:pt x="1" y="5"/>
                      </a:cubicBezTo>
                      <a:cubicBezTo>
                        <a:pt x="1" y="5"/>
                        <a:pt x="1" y="4"/>
                        <a:pt x="0" y="4"/>
                      </a:cubicBezTo>
                      <a:cubicBezTo>
                        <a:pt x="0" y="4"/>
                        <a:pt x="0" y="3"/>
                        <a:pt x="0" y="3"/>
                      </a:cubicBezTo>
                      <a:cubicBezTo>
                        <a:pt x="0" y="2"/>
                        <a:pt x="0" y="3"/>
                        <a:pt x="0" y="3"/>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8" name="Freeform 803">
                  <a:extLst>
                    <a:ext uri="{FF2B5EF4-FFF2-40B4-BE49-F238E27FC236}">
                      <a16:creationId xmlns:a16="http://schemas.microsoft.com/office/drawing/2014/main" id="{FA54618C-980C-C73C-2E80-F26D84BFA4F7}"/>
                    </a:ext>
                  </a:extLst>
                </p:cNvPr>
                <p:cNvSpPr>
                  <a:spLocks/>
                </p:cNvSpPr>
                <p:nvPr/>
              </p:nvSpPr>
              <p:spPr bwMode="auto">
                <a:xfrm>
                  <a:off x="5970588" y="2954338"/>
                  <a:ext cx="163512" cy="125413"/>
                </a:xfrm>
                <a:custGeom>
                  <a:avLst/>
                  <a:gdLst>
                    <a:gd name="T0" fmla="*/ 20 w 39"/>
                    <a:gd name="T1" fmla="*/ 29 h 30"/>
                    <a:gd name="T2" fmla="*/ 22 w 39"/>
                    <a:gd name="T3" fmla="*/ 29 h 30"/>
                    <a:gd name="T4" fmla="*/ 24 w 39"/>
                    <a:gd name="T5" fmla="*/ 29 h 30"/>
                    <a:gd name="T6" fmla="*/ 25 w 39"/>
                    <a:gd name="T7" fmla="*/ 27 h 30"/>
                    <a:gd name="T8" fmla="*/ 28 w 39"/>
                    <a:gd name="T9" fmla="*/ 26 h 30"/>
                    <a:gd name="T10" fmla="*/ 30 w 39"/>
                    <a:gd name="T11" fmla="*/ 25 h 30"/>
                    <a:gd name="T12" fmla="*/ 31 w 39"/>
                    <a:gd name="T13" fmla="*/ 25 h 30"/>
                    <a:gd name="T14" fmla="*/ 32 w 39"/>
                    <a:gd name="T15" fmla="*/ 21 h 30"/>
                    <a:gd name="T16" fmla="*/ 33 w 39"/>
                    <a:gd name="T17" fmla="*/ 18 h 30"/>
                    <a:gd name="T18" fmla="*/ 37 w 39"/>
                    <a:gd name="T19" fmla="*/ 15 h 30"/>
                    <a:gd name="T20" fmla="*/ 39 w 39"/>
                    <a:gd name="T21" fmla="*/ 14 h 30"/>
                    <a:gd name="T22" fmla="*/ 37 w 39"/>
                    <a:gd name="T23" fmla="*/ 13 h 30"/>
                    <a:gd name="T24" fmla="*/ 36 w 39"/>
                    <a:gd name="T25" fmla="*/ 8 h 30"/>
                    <a:gd name="T26" fmla="*/ 32 w 39"/>
                    <a:gd name="T27" fmla="*/ 4 h 30"/>
                    <a:gd name="T28" fmla="*/ 27 w 39"/>
                    <a:gd name="T29" fmla="*/ 2 h 30"/>
                    <a:gd name="T30" fmla="*/ 25 w 39"/>
                    <a:gd name="T31" fmla="*/ 0 h 30"/>
                    <a:gd name="T32" fmla="*/ 23 w 39"/>
                    <a:gd name="T33" fmla="*/ 2 h 30"/>
                    <a:gd name="T34" fmla="*/ 21 w 39"/>
                    <a:gd name="T35" fmla="*/ 2 h 30"/>
                    <a:gd name="T36" fmla="*/ 18 w 39"/>
                    <a:gd name="T37" fmla="*/ 1 h 30"/>
                    <a:gd name="T38" fmla="*/ 16 w 39"/>
                    <a:gd name="T39" fmla="*/ 1 h 30"/>
                    <a:gd name="T40" fmla="*/ 13 w 39"/>
                    <a:gd name="T41" fmla="*/ 0 h 30"/>
                    <a:gd name="T42" fmla="*/ 10 w 39"/>
                    <a:gd name="T43" fmla="*/ 0 h 30"/>
                    <a:gd name="T44" fmla="*/ 7 w 39"/>
                    <a:gd name="T45" fmla="*/ 0 h 30"/>
                    <a:gd name="T46" fmla="*/ 2 w 39"/>
                    <a:gd name="T47" fmla="*/ 2 h 30"/>
                    <a:gd name="T48" fmla="*/ 0 w 39"/>
                    <a:gd name="T49" fmla="*/ 4 h 30"/>
                    <a:gd name="T50" fmla="*/ 0 w 39"/>
                    <a:gd name="T51" fmla="*/ 11 h 30"/>
                    <a:gd name="T52" fmla="*/ 1 w 39"/>
                    <a:gd name="T53" fmla="*/ 9 h 30"/>
                    <a:gd name="T54" fmla="*/ 1 w 39"/>
                    <a:gd name="T55" fmla="*/ 13 h 30"/>
                    <a:gd name="T56" fmla="*/ 3 w 39"/>
                    <a:gd name="T57" fmla="*/ 14 h 30"/>
                    <a:gd name="T58" fmla="*/ 4 w 39"/>
                    <a:gd name="T59" fmla="*/ 14 h 30"/>
                    <a:gd name="T60" fmla="*/ 5 w 39"/>
                    <a:gd name="T61" fmla="*/ 15 h 30"/>
                    <a:gd name="T62" fmla="*/ 8 w 39"/>
                    <a:gd name="T63" fmla="*/ 17 h 30"/>
                    <a:gd name="T64" fmla="*/ 9 w 39"/>
                    <a:gd name="T65" fmla="*/ 16 h 30"/>
                    <a:gd name="T66" fmla="*/ 11 w 39"/>
                    <a:gd name="T67" fmla="*/ 17 h 30"/>
                    <a:gd name="T68" fmla="*/ 11 w 39"/>
                    <a:gd name="T69" fmla="*/ 21 h 30"/>
                    <a:gd name="T70" fmla="*/ 12 w 39"/>
                    <a:gd name="T71" fmla="*/ 24 h 30"/>
                    <a:gd name="T72" fmla="*/ 13 w 39"/>
                    <a:gd name="T73" fmla="*/ 24 h 30"/>
                    <a:gd name="T74" fmla="*/ 15 w 39"/>
                    <a:gd name="T75" fmla="*/ 25 h 30"/>
                    <a:gd name="T76" fmla="*/ 18 w 39"/>
                    <a:gd name="T7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9" h="30">
                      <a:moveTo>
                        <a:pt x="18" y="29"/>
                      </a:moveTo>
                      <a:cubicBezTo>
                        <a:pt x="18" y="29"/>
                        <a:pt x="19" y="29"/>
                        <a:pt x="20" y="29"/>
                      </a:cubicBezTo>
                      <a:cubicBezTo>
                        <a:pt x="21" y="29"/>
                        <a:pt x="21" y="29"/>
                        <a:pt x="21" y="29"/>
                      </a:cubicBezTo>
                      <a:cubicBezTo>
                        <a:pt x="21" y="29"/>
                        <a:pt x="21" y="29"/>
                        <a:pt x="22" y="29"/>
                      </a:cubicBezTo>
                      <a:cubicBezTo>
                        <a:pt x="22" y="30"/>
                        <a:pt x="23" y="29"/>
                        <a:pt x="23" y="29"/>
                      </a:cubicBezTo>
                      <a:cubicBezTo>
                        <a:pt x="24" y="29"/>
                        <a:pt x="24" y="29"/>
                        <a:pt x="24" y="29"/>
                      </a:cubicBezTo>
                      <a:cubicBezTo>
                        <a:pt x="25" y="29"/>
                        <a:pt x="25" y="29"/>
                        <a:pt x="25" y="29"/>
                      </a:cubicBezTo>
                      <a:cubicBezTo>
                        <a:pt x="26" y="28"/>
                        <a:pt x="25" y="28"/>
                        <a:pt x="25" y="27"/>
                      </a:cubicBezTo>
                      <a:cubicBezTo>
                        <a:pt x="26" y="27"/>
                        <a:pt x="26" y="27"/>
                        <a:pt x="26" y="27"/>
                      </a:cubicBezTo>
                      <a:cubicBezTo>
                        <a:pt x="27" y="27"/>
                        <a:pt x="28" y="27"/>
                        <a:pt x="28" y="26"/>
                      </a:cubicBezTo>
                      <a:cubicBezTo>
                        <a:pt x="28" y="25"/>
                        <a:pt x="29" y="26"/>
                        <a:pt x="29" y="26"/>
                      </a:cubicBezTo>
                      <a:cubicBezTo>
                        <a:pt x="29" y="26"/>
                        <a:pt x="30" y="25"/>
                        <a:pt x="30" y="25"/>
                      </a:cubicBezTo>
                      <a:cubicBezTo>
                        <a:pt x="30" y="26"/>
                        <a:pt x="30" y="27"/>
                        <a:pt x="31" y="27"/>
                      </a:cubicBezTo>
                      <a:cubicBezTo>
                        <a:pt x="32" y="26"/>
                        <a:pt x="31" y="25"/>
                        <a:pt x="31" y="25"/>
                      </a:cubicBezTo>
                      <a:cubicBezTo>
                        <a:pt x="30" y="24"/>
                        <a:pt x="31" y="23"/>
                        <a:pt x="31" y="22"/>
                      </a:cubicBezTo>
                      <a:cubicBezTo>
                        <a:pt x="32" y="22"/>
                        <a:pt x="32" y="21"/>
                        <a:pt x="32" y="21"/>
                      </a:cubicBezTo>
                      <a:cubicBezTo>
                        <a:pt x="32" y="20"/>
                        <a:pt x="32" y="20"/>
                        <a:pt x="32" y="19"/>
                      </a:cubicBezTo>
                      <a:cubicBezTo>
                        <a:pt x="32" y="18"/>
                        <a:pt x="32" y="18"/>
                        <a:pt x="33" y="18"/>
                      </a:cubicBezTo>
                      <a:cubicBezTo>
                        <a:pt x="35" y="17"/>
                        <a:pt x="34" y="17"/>
                        <a:pt x="35" y="16"/>
                      </a:cubicBezTo>
                      <a:cubicBezTo>
                        <a:pt x="36" y="15"/>
                        <a:pt x="36" y="15"/>
                        <a:pt x="37" y="15"/>
                      </a:cubicBezTo>
                      <a:cubicBezTo>
                        <a:pt x="38" y="16"/>
                        <a:pt x="38" y="15"/>
                        <a:pt x="38" y="14"/>
                      </a:cubicBezTo>
                      <a:cubicBezTo>
                        <a:pt x="38" y="14"/>
                        <a:pt x="39" y="14"/>
                        <a:pt x="39" y="14"/>
                      </a:cubicBezTo>
                      <a:cubicBezTo>
                        <a:pt x="39" y="13"/>
                        <a:pt x="38" y="13"/>
                        <a:pt x="38" y="13"/>
                      </a:cubicBezTo>
                      <a:cubicBezTo>
                        <a:pt x="37" y="13"/>
                        <a:pt x="37" y="13"/>
                        <a:pt x="37" y="13"/>
                      </a:cubicBezTo>
                      <a:cubicBezTo>
                        <a:pt x="37" y="12"/>
                        <a:pt x="37" y="11"/>
                        <a:pt x="37" y="10"/>
                      </a:cubicBezTo>
                      <a:cubicBezTo>
                        <a:pt x="38" y="9"/>
                        <a:pt x="38" y="9"/>
                        <a:pt x="36" y="8"/>
                      </a:cubicBezTo>
                      <a:cubicBezTo>
                        <a:pt x="35" y="8"/>
                        <a:pt x="35" y="7"/>
                        <a:pt x="34" y="6"/>
                      </a:cubicBezTo>
                      <a:cubicBezTo>
                        <a:pt x="34" y="5"/>
                        <a:pt x="33" y="5"/>
                        <a:pt x="32" y="4"/>
                      </a:cubicBezTo>
                      <a:cubicBezTo>
                        <a:pt x="31" y="3"/>
                        <a:pt x="31" y="3"/>
                        <a:pt x="30" y="3"/>
                      </a:cubicBezTo>
                      <a:cubicBezTo>
                        <a:pt x="29" y="3"/>
                        <a:pt x="28" y="3"/>
                        <a:pt x="27" y="2"/>
                      </a:cubicBezTo>
                      <a:cubicBezTo>
                        <a:pt x="27" y="1"/>
                        <a:pt x="26" y="1"/>
                        <a:pt x="26" y="0"/>
                      </a:cubicBezTo>
                      <a:cubicBezTo>
                        <a:pt x="26" y="0"/>
                        <a:pt x="26" y="0"/>
                        <a:pt x="25" y="0"/>
                      </a:cubicBezTo>
                      <a:cubicBezTo>
                        <a:pt x="25" y="0"/>
                        <a:pt x="25" y="1"/>
                        <a:pt x="24" y="1"/>
                      </a:cubicBezTo>
                      <a:cubicBezTo>
                        <a:pt x="24" y="1"/>
                        <a:pt x="24" y="2"/>
                        <a:pt x="23" y="2"/>
                      </a:cubicBezTo>
                      <a:cubicBezTo>
                        <a:pt x="23" y="2"/>
                        <a:pt x="22" y="2"/>
                        <a:pt x="22" y="2"/>
                      </a:cubicBezTo>
                      <a:cubicBezTo>
                        <a:pt x="21" y="2"/>
                        <a:pt x="21" y="2"/>
                        <a:pt x="21" y="2"/>
                      </a:cubicBezTo>
                      <a:cubicBezTo>
                        <a:pt x="20" y="2"/>
                        <a:pt x="20" y="1"/>
                        <a:pt x="20" y="1"/>
                      </a:cubicBezTo>
                      <a:cubicBezTo>
                        <a:pt x="19" y="1"/>
                        <a:pt x="18" y="1"/>
                        <a:pt x="18" y="1"/>
                      </a:cubicBezTo>
                      <a:cubicBezTo>
                        <a:pt x="18" y="1"/>
                        <a:pt x="18" y="1"/>
                        <a:pt x="17" y="1"/>
                      </a:cubicBezTo>
                      <a:cubicBezTo>
                        <a:pt x="17" y="1"/>
                        <a:pt x="17" y="1"/>
                        <a:pt x="16" y="1"/>
                      </a:cubicBezTo>
                      <a:cubicBezTo>
                        <a:pt x="15" y="0"/>
                        <a:pt x="15" y="1"/>
                        <a:pt x="14" y="1"/>
                      </a:cubicBezTo>
                      <a:cubicBezTo>
                        <a:pt x="14" y="1"/>
                        <a:pt x="14" y="1"/>
                        <a:pt x="13" y="0"/>
                      </a:cubicBezTo>
                      <a:cubicBezTo>
                        <a:pt x="12" y="0"/>
                        <a:pt x="12" y="1"/>
                        <a:pt x="11" y="1"/>
                      </a:cubicBezTo>
                      <a:cubicBezTo>
                        <a:pt x="10" y="1"/>
                        <a:pt x="10" y="0"/>
                        <a:pt x="10" y="0"/>
                      </a:cubicBezTo>
                      <a:cubicBezTo>
                        <a:pt x="9" y="0"/>
                        <a:pt x="9" y="0"/>
                        <a:pt x="8" y="0"/>
                      </a:cubicBezTo>
                      <a:cubicBezTo>
                        <a:pt x="8" y="0"/>
                        <a:pt x="7" y="0"/>
                        <a:pt x="7" y="0"/>
                      </a:cubicBezTo>
                      <a:cubicBezTo>
                        <a:pt x="6" y="0"/>
                        <a:pt x="6" y="1"/>
                        <a:pt x="5" y="1"/>
                      </a:cubicBezTo>
                      <a:cubicBezTo>
                        <a:pt x="4" y="1"/>
                        <a:pt x="3" y="2"/>
                        <a:pt x="2" y="2"/>
                      </a:cubicBezTo>
                      <a:cubicBezTo>
                        <a:pt x="2" y="3"/>
                        <a:pt x="2" y="3"/>
                        <a:pt x="1" y="3"/>
                      </a:cubicBezTo>
                      <a:cubicBezTo>
                        <a:pt x="1" y="4"/>
                        <a:pt x="1" y="4"/>
                        <a:pt x="0" y="4"/>
                      </a:cubicBezTo>
                      <a:cubicBezTo>
                        <a:pt x="0" y="5"/>
                        <a:pt x="0" y="6"/>
                        <a:pt x="0" y="8"/>
                      </a:cubicBezTo>
                      <a:cubicBezTo>
                        <a:pt x="0" y="9"/>
                        <a:pt x="0" y="10"/>
                        <a:pt x="0" y="11"/>
                      </a:cubicBezTo>
                      <a:cubicBezTo>
                        <a:pt x="0" y="11"/>
                        <a:pt x="0" y="12"/>
                        <a:pt x="1" y="11"/>
                      </a:cubicBezTo>
                      <a:cubicBezTo>
                        <a:pt x="1" y="10"/>
                        <a:pt x="0" y="9"/>
                        <a:pt x="1" y="9"/>
                      </a:cubicBezTo>
                      <a:cubicBezTo>
                        <a:pt x="1" y="10"/>
                        <a:pt x="1" y="10"/>
                        <a:pt x="1" y="11"/>
                      </a:cubicBezTo>
                      <a:cubicBezTo>
                        <a:pt x="1" y="12"/>
                        <a:pt x="1" y="12"/>
                        <a:pt x="1" y="13"/>
                      </a:cubicBezTo>
                      <a:cubicBezTo>
                        <a:pt x="2" y="13"/>
                        <a:pt x="2" y="13"/>
                        <a:pt x="2" y="14"/>
                      </a:cubicBezTo>
                      <a:cubicBezTo>
                        <a:pt x="2" y="13"/>
                        <a:pt x="2" y="14"/>
                        <a:pt x="3" y="14"/>
                      </a:cubicBezTo>
                      <a:cubicBezTo>
                        <a:pt x="3" y="14"/>
                        <a:pt x="3" y="14"/>
                        <a:pt x="3" y="15"/>
                      </a:cubicBezTo>
                      <a:cubicBezTo>
                        <a:pt x="4" y="15"/>
                        <a:pt x="4" y="15"/>
                        <a:pt x="4" y="14"/>
                      </a:cubicBezTo>
                      <a:cubicBezTo>
                        <a:pt x="4" y="15"/>
                        <a:pt x="4" y="15"/>
                        <a:pt x="4" y="15"/>
                      </a:cubicBezTo>
                      <a:cubicBezTo>
                        <a:pt x="4" y="15"/>
                        <a:pt x="5" y="15"/>
                        <a:pt x="5" y="15"/>
                      </a:cubicBezTo>
                      <a:cubicBezTo>
                        <a:pt x="5" y="16"/>
                        <a:pt x="6" y="16"/>
                        <a:pt x="7" y="16"/>
                      </a:cubicBezTo>
                      <a:cubicBezTo>
                        <a:pt x="7" y="16"/>
                        <a:pt x="7" y="17"/>
                        <a:pt x="8" y="17"/>
                      </a:cubicBezTo>
                      <a:cubicBezTo>
                        <a:pt x="8" y="16"/>
                        <a:pt x="8" y="16"/>
                        <a:pt x="8" y="16"/>
                      </a:cubicBezTo>
                      <a:cubicBezTo>
                        <a:pt x="8" y="16"/>
                        <a:pt x="9" y="16"/>
                        <a:pt x="9" y="16"/>
                      </a:cubicBezTo>
                      <a:cubicBezTo>
                        <a:pt x="9" y="16"/>
                        <a:pt x="10" y="16"/>
                        <a:pt x="10" y="16"/>
                      </a:cubicBezTo>
                      <a:cubicBezTo>
                        <a:pt x="10" y="16"/>
                        <a:pt x="10" y="17"/>
                        <a:pt x="11" y="17"/>
                      </a:cubicBezTo>
                      <a:cubicBezTo>
                        <a:pt x="11" y="18"/>
                        <a:pt x="12" y="18"/>
                        <a:pt x="12" y="18"/>
                      </a:cubicBezTo>
                      <a:cubicBezTo>
                        <a:pt x="13" y="19"/>
                        <a:pt x="11" y="20"/>
                        <a:pt x="11" y="21"/>
                      </a:cubicBezTo>
                      <a:cubicBezTo>
                        <a:pt x="11" y="22"/>
                        <a:pt x="11" y="22"/>
                        <a:pt x="11" y="23"/>
                      </a:cubicBezTo>
                      <a:cubicBezTo>
                        <a:pt x="11" y="23"/>
                        <a:pt x="11" y="24"/>
                        <a:pt x="12" y="24"/>
                      </a:cubicBezTo>
                      <a:cubicBezTo>
                        <a:pt x="11" y="24"/>
                        <a:pt x="11" y="24"/>
                        <a:pt x="11" y="24"/>
                      </a:cubicBezTo>
                      <a:cubicBezTo>
                        <a:pt x="12" y="24"/>
                        <a:pt x="12" y="24"/>
                        <a:pt x="13" y="24"/>
                      </a:cubicBezTo>
                      <a:cubicBezTo>
                        <a:pt x="13" y="24"/>
                        <a:pt x="13" y="25"/>
                        <a:pt x="14" y="25"/>
                      </a:cubicBezTo>
                      <a:cubicBezTo>
                        <a:pt x="14" y="25"/>
                        <a:pt x="14" y="25"/>
                        <a:pt x="15" y="25"/>
                      </a:cubicBezTo>
                      <a:cubicBezTo>
                        <a:pt x="16" y="26"/>
                        <a:pt x="16" y="28"/>
                        <a:pt x="16" y="29"/>
                      </a:cubicBezTo>
                      <a:cubicBezTo>
                        <a:pt x="17" y="29"/>
                        <a:pt x="17" y="29"/>
                        <a:pt x="18" y="29"/>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9" name="Freeform 804">
                  <a:extLst>
                    <a:ext uri="{FF2B5EF4-FFF2-40B4-BE49-F238E27FC236}">
                      <a16:creationId xmlns:a16="http://schemas.microsoft.com/office/drawing/2014/main" id="{DC423F54-F0EF-0612-A7F9-EAAFDA261D0A}"/>
                    </a:ext>
                  </a:extLst>
                </p:cNvPr>
                <p:cNvSpPr>
                  <a:spLocks/>
                </p:cNvSpPr>
                <p:nvPr/>
              </p:nvSpPr>
              <p:spPr bwMode="auto">
                <a:xfrm>
                  <a:off x="5967413" y="2867025"/>
                  <a:ext cx="203200" cy="125413"/>
                </a:xfrm>
                <a:custGeom>
                  <a:avLst/>
                  <a:gdLst>
                    <a:gd name="T0" fmla="*/ 42 w 49"/>
                    <a:gd name="T1" fmla="*/ 28 h 30"/>
                    <a:gd name="T2" fmla="*/ 45 w 49"/>
                    <a:gd name="T3" fmla="*/ 28 h 30"/>
                    <a:gd name="T4" fmla="*/ 47 w 49"/>
                    <a:gd name="T5" fmla="*/ 25 h 30"/>
                    <a:gd name="T6" fmla="*/ 49 w 49"/>
                    <a:gd name="T7" fmla="*/ 21 h 30"/>
                    <a:gd name="T8" fmla="*/ 48 w 49"/>
                    <a:gd name="T9" fmla="*/ 19 h 30"/>
                    <a:gd name="T10" fmla="*/ 47 w 49"/>
                    <a:gd name="T11" fmla="*/ 16 h 30"/>
                    <a:gd name="T12" fmla="*/ 45 w 49"/>
                    <a:gd name="T13" fmla="*/ 16 h 30"/>
                    <a:gd name="T14" fmla="*/ 46 w 49"/>
                    <a:gd name="T15" fmla="*/ 12 h 30"/>
                    <a:gd name="T16" fmla="*/ 47 w 49"/>
                    <a:gd name="T17" fmla="*/ 10 h 30"/>
                    <a:gd name="T18" fmla="*/ 45 w 49"/>
                    <a:gd name="T19" fmla="*/ 8 h 30"/>
                    <a:gd name="T20" fmla="*/ 42 w 49"/>
                    <a:gd name="T21" fmla="*/ 7 h 30"/>
                    <a:gd name="T22" fmla="*/ 40 w 49"/>
                    <a:gd name="T23" fmla="*/ 7 h 30"/>
                    <a:gd name="T24" fmla="*/ 37 w 49"/>
                    <a:gd name="T25" fmla="*/ 6 h 30"/>
                    <a:gd name="T26" fmla="*/ 35 w 49"/>
                    <a:gd name="T27" fmla="*/ 4 h 30"/>
                    <a:gd name="T28" fmla="*/ 33 w 49"/>
                    <a:gd name="T29" fmla="*/ 3 h 30"/>
                    <a:gd name="T30" fmla="*/ 31 w 49"/>
                    <a:gd name="T31" fmla="*/ 2 h 30"/>
                    <a:gd name="T32" fmla="*/ 30 w 49"/>
                    <a:gd name="T33" fmla="*/ 1 h 30"/>
                    <a:gd name="T34" fmla="*/ 29 w 49"/>
                    <a:gd name="T35" fmla="*/ 1 h 30"/>
                    <a:gd name="T36" fmla="*/ 27 w 49"/>
                    <a:gd name="T37" fmla="*/ 1 h 30"/>
                    <a:gd name="T38" fmla="*/ 25 w 49"/>
                    <a:gd name="T39" fmla="*/ 2 h 30"/>
                    <a:gd name="T40" fmla="*/ 23 w 49"/>
                    <a:gd name="T41" fmla="*/ 5 h 30"/>
                    <a:gd name="T42" fmla="*/ 22 w 49"/>
                    <a:gd name="T43" fmla="*/ 12 h 30"/>
                    <a:gd name="T44" fmla="*/ 18 w 49"/>
                    <a:gd name="T45" fmla="*/ 14 h 30"/>
                    <a:gd name="T46" fmla="*/ 16 w 49"/>
                    <a:gd name="T47" fmla="*/ 11 h 30"/>
                    <a:gd name="T48" fmla="*/ 12 w 49"/>
                    <a:gd name="T49" fmla="*/ 7 h 30"/>
                    <a:gd name="T50" fmla="*/ 11 w 49"/>
                    <a:gd name="T51" fmla="*/ 5 h 30"/>
                    <a:gd name="T52" fmla="*/ 8 w 49"/>
                    <a:gd name="T53" fmla="*/ 6 h 30"/>
                    <a:gd name="T54" fmla="*/ 4 w 49"/>
                    <a:gd name="T55" fmla="*/ 9 h 30"/>
                    <a:gd name="T56" fmla="*/ 3 w 49"/>
                    <a:gd name="T57" fmla="*/ 14 h 30"/>
                    <a:gd name="T58" fmla="*/ 1 w 49"/>
                    <a:gd name="T59" fmla="*/ 17 h 30"/>
                    <a:gd name="T60" fmla="*/ 1 w 49"/>
                    <a:gd name="T61" fmla="*/ 20 h 30"/>
                    <a:gd name="T62" fmla="*/ 1 w 49"/>
                    <a:gd name="T63" fmla="*/ 23 h 30"/>
                    <a:gd name="T64" fmla="*/ 3 w 49"/>
                    <a:gd name="T65" fmla="*/ 23 h 30"/>
                    <a:gd name="T66" fmla="*/ 9 w 49"/>
                    <a:gd name="T67" fmla="*/ 21 h 30"/>
                    <a:gd name="T68" fmla="*/ 12 w 49"/>
                    <a:gd name="T69" fmla="*/ 22 h 30"/>
                    <a:gd name="T70" fmla="*/ 15 w 49"/>
                    <a:gd name="T71" fmla="*/ 22 h 30"/>
                    <a:gd name="T72" fmla="*/ 18 w 49"/>
                    <a:gd name="T73" fmla="*/ 22 h 30"/>
                    <a:gd name="T74" fmla="*/ 20 w 49"/>
                    <a:gd name="T75" fmla="*/ 22 h 30"/>
                    <a:gd name="T76" fmla="*/ 23 w 49"/>
                    <a:gd name="T77" fmla="*/ 23 h 30"/>
                    <a:gd name="T78" fmla="*/ 26 w 49"/>
                    <a:gd name="T79" fmla="*/ 21 h 30"/>
                    <a:gd name="T80" fmla="*/ 28 w 49"/>
                    <a:gd name="T81" fmla="*/ 23 h 30"/>
                    <a:gd name="T82" fmla="*/ 33 w 49"/>
                    <a:gd name="T83" fmla="*/ 26 h 30"/>
                    <a:gd name="T84" fmla="*/ 36 w 49"/>
                    <a:gd name="T85" fmla="*/ 28 h 30"/>
                    <a:gd name="T86" fmla="*/ 38 w 49"/>
                    <a:gd name="T8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 h="30">
                      <a:moveTo>
                        <a:pt x="41" y="28"/>
                      </a:moveTo>
                      <a:cubicBezTo>
                        <a:pt x="41" y="28"/>
                        <a:pt x="42" y="28"/>
                        <a:pt x="42" y="28"/>
                      </a:cubicBezTo>
                      <a:cubicBezTo>
                        <a:pt x="43" y="28"/>
                        <a:pt x="43" y="29"/>
                        <a:pt x="43" y="28"/>
                      </a:cubicBezTo>
                      <a:cubicBezTo>
                        <a:pt x="44" y="28"/>
                        <a:pt x="45" y="29"/>
                        <a:pt x="45" y="28"/>
                      </a:cubicBezTo>
                      <a:cubicBezTo>
                        <a:pt x="46" y="27"/>
                        <a:pt x="46" y="27"/>
                        <a:pt x="46" y="26"/>
                      </a:cubicBezTo>
                      <a:cubicBezTo>
                        <a:pt x="47" y="26"/>
                        <a:pt x="47" y="25"/>
                        <a:pt x="47" y="25"/>
                      </a:cubicBezTo>
                      <a:cubicBezTo>
                        <a:pt x="48" y="24"/>
                        <a:pt x="49" y="24"/>
                        <a:pt x="49" y="23"/>
                      </a:cubicBezTo>
                      <a:cubicBezTo>
                        <a:pt x="49" y="22"/>
                        <a:pt x="49" y="22"/>
                        <a:pt x="49" y="21"/>
                      </a:cubicBezTo>
                      <a:cubicBezTo>
                        <a:pt x="49" y="20"/>
                        <a:pt x="49" y="20"/>
                        <a:pt x="48" y="19"/>
                      </a:cubicBezTo>
                      <a:cubicBezTo>
                        <a:pt x="48" y="19"/>
                        <a:pt x="48" y="19"/>
                        <a:pt x="48" y="19"/>
                      </a:cubicBezTo>
                      <a:cubicBezTo>
                        <a:pt x="48" y="18"/>
                        <a:pt x="48" y="18"/>
                        <a:pt x="48" y="17"/>
                      </a:cubicBezTo>
                      <a:cubicBezTo>
                        <a:pt x="47" y="17"/>
                        <a:pt x="47" y="17"/>
                        <a:pt x="47" y="16"/>
                      </a:cubicBezTo>
                      <a:cubicBezTo>
                        <a:pt x="47" y="16"/>
                        <a:pt x="47" y="16"/>
                        <a:pt x="47" y="15"/>
                      </a:cubicBezTo>
                      <a:cubicBezTo>
                        <a:pt x="46" y="15"/>
                        <a:pt x="46" y="16"/>
                        <a:pt x="45" y="16"/>
                      </a:cubicBezTo>
                      <a:cubicBezTo>
                        <a:pt x="46" y="15"/>
                        <a:pt x="46" y="15"/>
                        <a:pt x="46" y="14"/>
                      </a:cubicBezTo>
                      <a:cubicBezTo>
                        <a:pt x="46" y="13"/>
                        <a:pt x="46" y="13"/>
                        <a:pt x="46" y="12"/>
                      </a:cubicBezTo>
                      <a:cubicBezTo>
                        <a:pt x="46" y="12"/>
                        <a:pt x="47" y="12"/>
                        <a:pt x="47" y="12"/>
                      </a:cubicBezTo>
                      <a:cubicBezTo>
                        <a:pt x="47" y="11"/>
                        <a:pt x="47" y="11"/>
                        <a:pt x="47" y="10"/>
                      </a:cubicBezTo>
                      <a:cubicBezTo>
                        <a:pt x="47" y="10"/>
                        <a:pt x="46" y="9"/>
                        <a:pt x="46" y="9"/>
                      </a:cubicBezTo>
                      <a:cubicBezTo>
                        <a:pt x="45" y="9"/>
                        <a:pt x="45" y="9"/>
                        <a:pt x="45" y="8"/>
                      </a:cubicBezTo>
                      <a:cubicBezTo>
                        <a:pt x="45" y="7"/>
                        <a:pt x="45" y="7"/>
                        <a:pt x="44" y="7"/>
                      </a:cubicBezTo>
                      <a:cubicBezTo>
                        <a:pt x="43" y="7"/>
                        <a:pt x="43" y="7"/>
                        <a:pt x="42" y="7"/>
                      </a:cubicBezTo>
                      <a:cubicBezTo>
                        <a:pt x="42" y="7"/>
                        <a:pt x="42" y="6"/>
                        <a:pt x="41" y="6"/>
                      </a:cubicBezTo>
                      <a:cubicBezTo>
                        <a:pt x="40" y="6"/>
                        <a:pt x="40" y="6"/>
                        <a:pt x="40" y="7"/>
                      </a:cubicBezTo>
                      <a:cubicBezTo>
                        <a:pt x="39" y="7"/>
                        <a:pt x="39" y="7"/>
                        <a:pt x="38" y="7"/>
                      </a:cubicBezTo>
                      <a:cubicBezTo>
                        <a:pt x="38" y="7"/>
                        <a:pt x="37" y="7"/>
                        <a:pt x="37" y="6"/>
                      </a:cubicBezTo>
                      <a:cubicBezTo>
                        <a:pt x="36" y="6"/>
                        <a:pt x="36" y="5"/>
                        <a:pt x="36" y="5"/>
                      </a:cubicBezTo>
                      <a:cubicBezTo>
                        <a:pt x="35" y="4"/>
                        <a:pt x="35" y="4"/>
                        <a:pt x="35" y="4"/>
                      </a:cubicBezTo>
                      <a:cubicBezTo>
                        <a:pt x="34" y="3"/>
                        <a:pt x="35" y="3"/>
                        <a:pt x="34" y="3"/>
                      </a:cubicBezTo>
                      <a:cubicBezTo>
                        <a:pt x="33" y="3"/>
                        <a:pt x="33" y="3"/>
                        <a:pt x="33" y="3"/>
                      </a:cubicBezTo>
                      <a:cubicBezTo>
                        <a:pt x="33" y="3"/>
                        <a:pt x="33" y="2"/>
                        <a:pt x="32" y="2"/>
                      </a:cubicBezTo>
                      <a:cubicBezTo>
                        <a:pt x="32" y="3"/>
                        <a:pt x="31" y="2"/>
                        <a:pt x="31" y="2"/>
                      </a:cubicBezTo>
                      <a:cubicBezTo>
                        <a:pt x="31" y="1"/>
                        <a:pt x="31" y="1"/>
                        <a:pt x="30" y="1"/>
                      </a:cubicBezTo>
                      <a:cubicBezTo>
                        <a:pt x="30" y="1"/>
                        <a:pt x="30" y="1"/>
                        <a:pt x="30" y="1"/>
                      </a:cubicBezTo>
                      <a:cubicBezTo>
                        <a:pt x="30" y="1"/>
                        <a:pt x="30" y="0"/>
                        <a:pt x="30" y="0"/>
                      </a:cubicBezTo>
                      <a:cubicBezTo>
                        <a:pt x="29" y="1"/>
                        <a:pt x="30" y="1"/>
                        <a:pt x="29" y="1"/>
                      </a:cubicBezTo>
                      <a:cubicBezTo>
                        <a:pt x="29" y="2"/>
                        <a:pt x="29" y="1"/>
                        <a:pt x="29" y="0"/>
                      </a:cubicBezTo>
                      <a:cubicBezTo>
                        <a:pt x="28" y="0"/>
                        <a:pt x="28" y="1"/>
                        <a:pt x="27" y="1"/>
                      </a:cubicBezTo>
                      <a:cubicBezTo>
                        <a:pt x="27" y="1"/>
                        <a:pt x="26" y="1"/>
                        <a:pt x="26" y="2"/>
                      </a:cubicBezTo>
                      <a:cubicBezTo>
                        <a:pt x="26" y="2"/>
                        <a:pt x="25" y="2"/>
                        <a:pt x="25" y="2"/>
                      </a:cubicBezTo>
                      <a:cubicBezTo>
                        <a:pt x="24" y="2"/>
                        <a:pt x="24" y="3"/>
                        <a:pt x="23" y="3"/>
                      </a:cubicBezTo>
                      <a:cubicBezTo>
                        <a:pt x="23" y="3"/>
                        <a:pt x="23" y="4"/>
                        <a:pt x="23" y="5"/>
                      </a:cubicBezTo>
                      <a:cubicBezTo>
                        <a:pt x="23" y="6"/>
                        <a:pt x="23" y="7"/>
                        <a:pt x="23" y="7"/>
                      </a:cubicBezTo>
                      <a:cubicBezTo>
                        <a:pt x="24" y="9"/>
                        <a:pt x="24" y="11"/>
                        <a:pt x="22" y="12"/>
                      </a:cubicBezTo>
                      <a:cubicBezTo>
                        <a:pt x="22" y="13"/>
                        <a:pt x="21" y="13"/>
                        <a:pt x="20" y="14"/>
                      </a:cubicBezTo>
                      <a:cubicBezTo>
                        <a:pt x="19" y="14"/>
                        <a:pt x="19" y="14"/>
                        <a:pt x="18" y="14"/>
                      </a:cubicBezTo>
                      <a:cubicBezTo>
                        <a:pt x="18" y="13"/>
                        <a:pt x="17" y="13"/>
                        <a:pt x="16" y="13"/>
                      </a:cubicBezTo>
                      <a:cubicBezTo>
                        <a:pt x="16" y="12"/>
                        <a:pt x="16" y="11"/>
                        <a:pt x="16" y="11"/>
                      </a:cubicBezTo>
                      <a:cubicBezTo>
                        <a:pt x="16" y="10"/>
                        <a:pt x="15" y="9"/>
                        <a:pt x="14" y="9"/>
                      </a:cubicBezTo>
                      <a:cubicBezTo>
                        <a:pt x="14" y="8"/>
                        <a:pt x="13" y="7"/>
                        <a:pt x="12" y="7"/>
                      </a:cubicBezTo>
                      <a:cubicBezTo>
                        <a:pt x="12" y="6"/>
                        <a:pt x="12" y="6"/>
                        <a:pt x="12" y="6"/>
                      </a:cubicBezTo>
                      <a:cubicBezTo>
                        <a:pt x="11" y="5"/>
                        <a:pt x="12" y="5"/>
                        <a:pt x="11" y="5"/>
                      </a:cubicBezTo>
                      <a:cubicBezTo>
                        <a:pt x="11" y="4"/>
                        <a:pt x="10" y="5"/>
                        <a:pt x="10" y="5"/>
                      </a:cubicBezTo>
                      <a:cubicBezTo>
                        <a:pt x="9" y="6"/>
                        <a:pt x="9" y="6"/>
                        <a:pt x="8" y="6"/>
                      </a:cubicBezTo>
                      <a:cubicBezTo>
                        <a:pt x="7" y="6"/>
                        <a:pt x="6" y="6"/>
                        <a:pt x="5" y="7"/>
                      </a:cubicBezTo>
                      <a:cubicBezTo>
                        <a:pt x="5" y="8"/>
                        <a:pt x="4" y="8"/>
                        <a:pt x="4" y="9"/>
                      </a:cubicBezTo>
                      <a:cubicBezTo>
                        <a:pt x="4" y="10"/>
                        <a:pt x="3" y="10"/>
                        <a:pt x="3" y="11"/>
                      </a:cubicBezTo>
                      <a:cubicBezTo>
                        <a:pt x="3" y="12"/>
                        <a:pt x="4" y="13"/>
                        <a:pt x="3" y="14"/>
                      </a:cubicBezTo>
                      <a:cubicBezTo>
                        <a:pt x="3" y="15"/>
                        <a:pt x="2" y="15"/>
                        <a:pt x="1" y="16"/>
                      </a:cubicBezTo>
                      <a:cubicBezTo>
                        <a:pt x="1" y="16"/>
                        <a:pt x="1" y="17"/>
                        <a:pt x="1" y="17"/>
                      </a:cubicBezTo>
                      <a:cubicBezTo>
                        <a:pt x="1" y="18"/>
                        <a:pt x="1" y="18"/>
                        <a:pt x="1" y="19"/>
                      </a:cubicBezTo>
                      <a:cubicBezTo>
                        <a:pt x="1" y="20"/>
                        <a:pt x="1" y="20"/>
                        <a:pt x="1" y="20"/>
                      </a:cubicBezTo>
                      <a:cubicBezTo>
                        <a:pt x="1" y="21"/>
                        <a:pt x="1" y="21"/>
                        <a:pt x="1" y="21"/>
                      </a:cubicBezTo>
                      <a:cubicBezTo>
                        <a:pt x="1" y="22"/>
                        <a:pt x="0" y="22"/>
                        <a:pt x="1" y="23"/>
                      </a:cubicBezTo>
                      <a:cubicBezTo>
                        <a:pt x="1" y="24"/>
                        <a:pt x="1" y="24"/>
                        <a:pt x="1" y="25"/>
                      </a:cubicBezTo>
                      <a:cubicBezTo>
                        <a:pt x="2" y="25"/>
                        <a:pt x="2" y="24"/>
                        <a:pt x="3" y="23"/>
                      </a:cubicBezTo>
                      <a:cubicBezTo>
                        <a:pt x="4" y="23"/>
                        <a:pt x="5" y="22"/>
                        <a:pt x="6" y="22"/>
                      </a:cubicBezTo>
                      <a:cubicBezTo>
                        <a:pt x="7" y="22"/>
                        <a:pt x="8" y="21"/>
                        <a:pt x="9" y="21"/>
                      </a:cubicBezTo>
                      <a:cubicBezTo>
                        <a:pt x="9" y="21"/>
                        <a:pt x="10" y="21"/>
                        <a:pt x="11" y="21"/>
                      </a:cubicBezTo>
                      <a:cubicBezTo>
                        <a:pt x="11" y="21"/>
                        <a:pt x="11" y="22"/>
                        <a:pt x="12" y="22"/>
                      </a:cubicBezTo>
                      <a:cubicBezTo>
                        <a:pt x="13" y="22"/>
                        <a:pt x="13" y="21"/>
                        <a:pt x="14" y="21"/>
                      </a:cubicBezTo>
                      <a:cubicBezTo>
                        <a:pt x="15" y="22"/>
                        <a:pt x="15" y="23"/>
                        <a:pt x="15" y="22"/>
                      </a:cubicBezTo>
                      <a:cubicBezTo>
                        <a:pt x="16" y="22"/>
                        <a:pt x="16" y="21"/>
                        <a:pt x="17" y="22"/>
                      </a:cubicBezTo>
                      <a:cubicBezTo>
                        <a:pt x="17" y="22"/>
                        <a:pt x="18" y="22"/>
                        <a:pt x="18" y="22"/>
                      </a:cubicBezTo>
                      <a:cubicBezTo>
                        <a:pt x="18" y="22"/>
                        <a:pt x="19" y="21"/>
                        <a:pt x="19" y="22"/>
                      </a:cubicBezTo>
                      <a:cubicBezTo>
                        <a:pt x="19" y="22"/>
                        <a:pt x="20" y="22"/>
                        <a:pt x="20" y="22"/>
                      </a:cubicBezTo>
                      <a:cubicBezTo>
                        <a:pt x="21" y="22"/>
                        <a:pt x="21" y="22"/>
                        <a:pt x="22" y="23"/>
                      </a:cubicBezTo>
                      <a:cubicBezTo>
                        <a:pt x="22" y="23"/>
                        <a:pt x="22" y="23"/>
                        <a:pt x="23" y="23"/>
                      </a:cubicBezTo>
                      <a:cubicBezTo>
                        <a:pt x="23" y="23"/>
                        <a:pt x="24" y="23"/>
                        <a:pt x="24" y="23"/>
                      </a:cubicBezTo>
                      <a:cubicBezTo>
                        <a:pt x="25" y="22"/>
                        <a:pt x="26" y="21"/>
                        <a:pt x="26" y="21"/>
                      </a:cubicBezTo>
                      <a:cubicBezTo>
                        <a:pt x="27" y="21"/>
                        <a:pt x="27" y="21"/>
                        <a:pt x="27" y="21"/>
                      </a:cubicBezTo>
                      <a:cubicBezTo>
                        <a:pt x="27" y="22"/>
                        <a:pt x="28" y="22"/>
                        <a:pt x="28" y="23"/>
                      </a:cubicBezTo>
                      <a:cubicBezTo>
                        <a:pt x="29" y="24"/>
                        <a:pt x="30" y="24"/>
                        <a:pt x="31" y="24"/>
                      </a:cubicBezTo>
                      <a:cubicBezTo>
                        <a:pt x="32" y="24"/>
                        <a:pt x="33" y="25"/>
                        <a:pt x="33" y="26"/>
                      </a:cubicBezTo>
                      <a:cubicBezTo>
                        <a:pt x="34" y="26"/>
                        <a:pt x="34" y="26"/>
                        <a:pt x="35" y="27"/>
                      </a:cubicBezTo>
                      <a:cubicBezTo>
                        <a:pt x="35" y="27"/>
                        <a:pt x="35" y="28"/>
                        <a:pt x="36" y="28"/>
                      </a:cubicBezTo>
                      <a:cubicBezTo>
                        <a:pt x="36" y="29"/>
                        <a:pt x="36" y="29"/>
                        <a:pt x="37" y="29"/>
                      </a:cubicBezTo>
                      <a:cubicBezTo>
                        <a:pt x="37" y="30"/>
                        <a:pt x="38" y="29"/>
                        <a:pt x="38" y="30"/>
                      </a:cubicBezTo>
                      <a:cubicBezTo>
                        <a:pt x="39" y="30"/>
                        <a:pt x="40" y="29"/>
                        <a:pt x="41" y="28"/>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0" name="Freeform 805">
                  <a:extLst>
                    <a:ext uri="{FF2B5EF4-FFF2-40B4-BE49-F238E27FC236}">
                      <a16:creationId xmlns:a16="http://schemas.microsoft.com/office/drawing/2014/main" id="{CD162858-4227-20EB-4391-23309CDD9614}"/>
                    </a:ext>
                  </a:extLst>
                </p:cNvPr>
                <p:cNvSpPr>
                  <a:spLocks noEditPoints="1"/>
                </p:cNvSpPr>
                <p:nvPr/>
              </p:nvSpPr>
              <p:spPr bwMode="auto">
                <a:xfrm>
                  <a:off x="5567363" y="3379788"/>
                  <a:ext cx="333375" cy="395288"/>
                </a:xfrm>
                <a:custGeom>
                  <a:avLst/>
                  <a:gdLst>
                    <a:gd name="T0" fmla="*/ 58 w 80"/>
                    <a:gd name="T1" fmla="*/ 90 h 95"/>
                    <a:gd name="T2" fmla="*/ 54 w 80"/>
                    <a:gd name="T3" fmla="*/ 94 h 95"/>
                    <a:gd name="T4" fmla="*/ 39 w 80"/>
                    <a:gd name="T5" fmla="*/ 84 h 95"/>
                    <a:gd name="T6" fmla="*/ 45 w 80"/>
                    <a:gd name="T7" fmla="*/ 81 h 95"/>
                    <a:gd name="T8" fmla="*/ 51 w 80"/>
                    <a:gd name="T9" fmla="*/ 83 h 95"/>
                    <a:gd name="T10" fmla="*/ 58 w 80"/>
                    <a:gd name="T11" fmla="*/ 81 h 95"/>
                    <a:gd name="T12" fmla="*/ 59 w 80"/>
                    <a:gd name="T13" fmla="*/ 83 h 95"/>
                    <a:gd name="T14" fmla="*/ 45 w 80"/>
                    <a:gd name="T15" fmla="*/ 8 h 95"/>
                    <a:gd name="T16" fmla="*/ 39 w 80"/>
                    <a:gd name="T17" fmla="*/ 3 h 95"/>
                    <a:gd name="T18" fmla="*/ 35 w 80"/>
                    <a:gd name="T19" fmla="*/ 1 h 95"/>
                    <a:gd name="T20" fmla="*/ 26 w 80"/>
                    <a:gd name="T21" fmla="*/ 2 h 95"/>
                    <a:gd name="T22" fmla="*/ 23 w 80"/>
                    <a:gd name="T23" fmla="*/ 5 h 95"/>
                    <a:gd name="T24" fmla="*/ 23 w 80"/>
                    <a:gd name="T25" fmla="*/ 8 h 95"/>
                    <a:gd name="T26" fmla="*/ 17 w 80"/>
                    <a:gd name="T27" fmla="*/ 9 h 95"/>
                    <a:gd name="T28" fmla="*/ 15 w 80"/>
                    <a:gd name="T29" fmla="*/ 10 h 95"/>
                    <a:gd name="T30" fmla="*/ 11 w 80"/>
                    <a:gd name="T31" fmla="*/ 6 h 95"/>
                    <a:gd name="T32" fmla="*/ 8 w 80"/>
                    <a:gd name="T33" fmla="*/ 11 h 95"/>
                    <a:gd name="T34" fmla="*/ 2 w 80"/>
                    <a:gd name="T35" fmla="*/ 14 h 95"/>
                    <a:gd name="T36" fmla="*/ 2 w 80"/>
                    <a:gd name="T37" fmla="*/ 18 h 95"/>
                    <a:gd name="T38" fmla="*/ 1 w 80"/>
                    <a:gd name="T39" fmla="*/ 20 h 95"/>
                    <a:gd name="T40" fmla="*/ 3 w 80"/>
                    <a:gd name="T41" fmla="*/ 23 h 95"/>
                    <a:gd name="T42" fmla="*/ 2 w 80"/>
                    <a:gd name="T43" fmla="*/ 25 h 95"/>
                    <a:gd name="T44" fmla="*/ 6 w 80"/>
                    <a:gd name="T45" fmla="*/ 28 h 95"/>
                    <a:gd name="T46" fmla="*/ 6 w 80"/>
                    <a:gd name="T47" fmla="*/ 30 h 95"/>
                    <a:gd name="T48" fmla="*/ 13 w 80"/>
                    <a:gd name="T49" fmla="*/ 27 h 95"/>
                    <a:gd name="T50" fmla="*/ 21 w 80"/>
                    <a:gd name="T51" fmla="*/ 29 h 95"/>
                    <a:gd name="T52" fmla="*/ 26 w 80"/>
                    <a:gd name="T53" fmla="*/ 39 h 95"/>
                    <a:gd name="T54" fmla="*/ 30 w 80"/>
                    <a:gd name="T55" fmla="*/ 44 h 95"/>
                    <a:gd name="T56" fmla="*/ 38 w 80"/>
                    <a:gd name="T57" fmla="*/ 51 h 95"/>
                    <a:gd name="T58" fmla="*/ 44 w 80"/>
                    <a:gd name="T59" fmla="*/ 55 h 95"/>
                    <a:gd name="T60" fmla="*/ 52 w 80"/>
                    <a:gd name="T61" fmla="*/ 59 h 95"/>
                    <a:gd name="T62" fmla="*/ 60 w 80"/>
                    <a:gd name="T63" fmla="*/ 65 h 95"/>
                    <a:gd name="T64" fmla="*/ 63 w 80"/>
                    <a:gd name="T65" fmla="*/ 77 h 95"/>
                    <a:gd name="T66" fmla="*/ 61 w 80"/>
                    <a:gd name="T67" fmla="*/ 83 h 95"/>
                    <a:gd name="T68" fmla="*/ 67 w 80"/>
                    <a:gd name="T69" fmla="*/ 78 h 95"/>
                    <a:gd name="T70" fmla="*/ 70 w 80"/>
                    <a:gd name="T71" fmla="*/ 71 h 95"/>
                    <a:gd name="T72" fmla="*/ 68 w 80"/>
                    <a:gd name="T73" fmla="*/ 65 h 95"/>
                    <a:gd name="T74" fmla="*/ 71 w 80"/>
                    <a:gd name="T75" fmla="*/ 62 h 95"/>
                    <a:gd name="T76" fmla="*/ 77 w 80"/>
                    <a:gd name="T77" fmla="*/ 67 h 95"/>
                    <a:gd name="T78" fmla="*/ 75 w 80"/>
                    <a:gd name="T79" fmla="*/ 60 h 95"/>
                    <a:gd name="T80" fmla="*/ 63 w 80"/>
                    <a:gd name="T81" fmla="*/ 53 h 95"/>
                    <a:gd name="T82" fmla="*/ 59 w 80"/>
                    <a:gd name="T83" fmla="*/ 49 h 95"/>
                    <a:gd name="T84" fmla="*/ 49 w 80"/>
                    <a:gd name="T85" fmla="*/ 39 h 95"/>
                    <a:gd name="T86" fmla="*/ 40 w 80"/>
                    <a:gd name="T87" fmla="*/ 29 h 95"/>
                    <a:gd name="T88" fmla="*/ 39 w 80"/>
                    <a:gd name="T89" fmla="*/ 22 h 95"/>
                    <a:gd name="T90" fmla="*/ 37 w 80"/>
                    <a:gd name="T91" fmla="*/ 17 h 95"/>
                    <a:gd name="T92" fmla="*/ 43 w 80"/>
                    <a:gd name="T93" fmla="*/ 14 h 95"/>
                    <a:gd name="T94" fmla="*/ 21 w 80"/>
                    <a:gd name="T95" fmla="*/ 60 h 95"/>
                    <a:gd name="T96" fmla="*/ 19 w 80"/>
                    <a:gd name="T97" fmla="*/ 55 h 95"/>
                    <a:gd name="T98" fmla="*/ 14 w 80"/>
                    <a:gd name="T99" fmla="*/ 57 h 95"/>
                    <a:gd name="T100" fmla="*/ 10 w 80"/>
                    <a:gd name="T101" fmla="*/ 61 h 95"/>
                    <a:gd name="T102" fmla="*/ 12 w 80"/>
                    <a:gd name="T103" fmla="*/ 67 h 95"/>
                    <a:gd name="T104" fmla="*/ 12 w 80"/>
                    <a:gd name="T105" fmla="*/ 69 h 95"/>
                    <a:gd name="T106" fmla="*/ 14 w 80"/>
                    <a:gd name="T107" fmla="*/ 75 h 95"/>
                    <a:gd name="T108" fmla="*/ 20 w 80"/>
                    <a:gd name="T109" fmla="*/ 73 h 95"/>
                    <a:gd name="T110" fmla="*/ 21 w 80"/>
                    <a:gd name="T111"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0" h="95">
                      <a:moveTo>
                        <a:pt x="59" y="83"/>
                      </a:moveTo>
                      <a:cubicBezTo>
                        <a:pt x="59" y="84"/>
                        <a:pt x="58" y="84"/>
                        <a:pt x="58" y="85"/>
                      </a:cubicBezTo>
                      <a:cubicBezTo>
                        <a:pt x="57" y="87"/>
                        <a:pt x="57" y="88"/>
                        <a:pt x="57" y="89"/>
                      </a:cubicBezTo>
                      <a:cubicBezTo>
                        <a:pt x="57" y="89"/>
                        <a:pt x="58" y="89"/>
                        <a:pt x="58" y="89"/>
                      </a:cubicBezTo>
                      <a:cubicBezTo>
                        <a:pt x="58" y="90"/>
                        <a:pt x="58" y="90"/>
                        <a:pt x="58" y="90"/>
                      </a:cubicBezTo>
                      <a:cubicBezTo>
                        <a:pt x="58" y="90"/>
                        <a:pt x="58" y="91"/>
                        <a:pt x="59" y="91"/>
                      </a:cubicBezTo>
                      <a:cubicBezTo>
                        <a:pt x="58" y="92"/>
                        <a:pt x="58" y="92"/>
                        <a:pt x="57" y="93"/>
                      </a:cubicBezTo>
                      <a:cubicBezTo>
                        <a:pt x="57" y="93"/>
                        <a:pt x="57" y="94"/>
                        <a:pt x="57" y="94"/>
                      </a:cubicBezTo>
                      <a:cubicBezTo>
                        <a:pt x="57" y="95"/>
                        <a:pt x="56" y="94"/>
                        <a:pt x="56" y="94"/>
                      </a:cubicBezTo>
                      <a:cubicBezTo>
                        <a:pt x="55" y="94"/>
                        <a:pt x="54" y="94"/>
                        <a:pt x="54" y="94"/>
                      </a:cubicBezTo>
                      <a:cubicBezTo>
                        <a:pt x="53" y="93"/>
                        <a:pt x="53" y="92"/>
                        <a:pt x="52" y="92"/>
                      </a:cubicBezTo>
                      <a:cubicBezTo>
                        <a:pt x="51" y="91"/>
                        <a:pt x="49" y="91"/>
                        <a:pt x="48" y="90"/>
                      </a:cubicBezTo>
                      <a:cubicBezTo>
                        <a:pt x="47" y="89"/>
                        <a:pt x="45" y="89"/>
                        <a:pt x="44" y="88"/>
                      </a:cubicBezTo>
                      <a:cubicBezTo>
                        <a:pt x="43" y="87"/>
                        <a:pt x="42" y="87"/>
                        <a:pt x="41" y="87"/>
                      </a:cubicBezTo>
                      <a:cubicBezTo>
                        <a:pt x="40" y="86"/>
                        <a:pt x="39" y="86"/>
                        <a:pt x="39" y="84"/>
                      </a:cubicBezTo>
                      <a:cubicBezTo>
                        <a:pt x="39" y="84"/>
                        <a:pt x="39" y="83"/>
                        <a:pt x="40" y="83"/>
                      </a:cubicBezTo>
                      <a:cubicBezTo>
                        <a:pt x="40" y="83"/>
                        <a:pt x="40" y="83"/>
                        <a:pt x="41" y="82"/>
                      </a:cubicBezTo>
                      <a:cubicBezTo>
                        <a:pt x="41" y="82"/>
                        <a:pt x="41" y="82"/>
                        <a:pt x="41" y="82"/>
                      </a:cubicBezTo>
                      <a:cubicBezTo>
                        <a:pt x="42" y="82"/>
                        <a:pt x="42" y="83"/>
                        <a:pt x="43" y="83"/>
                      </a:cubicBezTo>
                      <a:cubicBezTo>
                        <a:pt x="43" y="82"/>
                        <a:pt x="44" y="81"/>
                        <a:pt x="45" y="81"/>
                      </a:cubicBezTo>
                      <a:cubicBezTo>
                        <a:pt x="45" y="81"/>
                        <a:pt x="45" y="82"/>
                        <a:pt x="45" y="82"/>
                      </a:cubicBezTo>
                      <a:cubicBezTo>
                        <a:pt x="46" y="82"/>
                        <a:pt x="46" y="82"/>
                        <a:pt x="47" y="82"/>
                      </a:cubicBezTo>
                      <a:cubicBezTo>
                        <a:pt x="47" y="83"/>
                        <a:pt x="47" y="83"/>
                        <a:pt x="48" y="83"/>
                      </a:cubicBezTo>
                      <a:cubicBezTo>
                        <a:pt x="48" y="83"/>
                        <a:pt x="49" y="83"/>
                        <a:pt x="49" y="83"/>
                      </a:cubicBezTo>
                      <a:cubicBezTo>
                        <a:pt x="50" y="83"/>
                        <a:pt x="50" y="83"/>
                        <a:pt x="51" y="83"/>
                      </a:cubicBezTo>
                      <a:cubicBezTo>
                        <a:pt x="51" y="83"/>
                        <a:pt x="52" y="83"/>
                        <a:pt x="52" y="83"/>
                      </a:cubicBezTo>
                      <a:cubicBezTo>
                        <a:pt x="53" y="83"/>
                        <a:pt x="53" y="83"/>
                        <a:pt x="54" y="82"/>
                      </a:cubicBezTo>
                      <a:cubicBezTo>
                        <a:pt x="54" y="82"/>
                        <a:pt x="55" y="82"/>
                        <a:pt x="55" y="82"/>
                      </a:cubicBezTo>
                      <a:cubicBezTo>
                        <a:pt x="56" y="82"/>
                        <a:pt x="56" y="82"/>
                        <a:pt x="57" y="82"/>
                      </a:cubicBezTo>
                      <a:cubicBezTo>
                        <a:pt x="57" y="82"/>
                        <a:pt x="57" y="82"/>
                        <a:pt x="58" y="81"/>
                      </a:cubicBezTo>
                      <a:cubicBezTo>
                        <a:pt x="58" y="81"/>
                        <a:pt x="58" y="81"/>
                        <a:pt x="58" y="81"/>
                      </a:cubicBezTo>
                      <a:cubicBezTo>
                        <a:pt x="58" y="81"/>
                        <a:pt x="58" y="81"/>
                        <a:pt x="58" y="81"/>
                      </a:cubicBezTo>
                      <a:cubicBezTo>
                        <a:pt x="59" y="81"/>
                        <a:pt x="59" y="81"/>
                        <a:pt x="59" y="81"/>
                      </a:cubicBezTo>
                      <a:cubicBezTo>
                        <a:pt x="59" y="81"/>
                        <a:pt x="60" y="81"/>
                        <a:pt x="60" y="81"/>
                      </a:cubicBezTo>
                      <a:cubicBezTo>
                        <a:pt x="60" y="82"/>
                        <a:pt x="60" y="83"/>
                        <a:pt x="59" y="83"/>
                      </a:cubicBezTo>
                      <a:cubicBezTo>
                        <a:pt x="59" y="83"/>
                        <a:pt x="60" y="83"/>
                        <a:pt x="59" y="83"/>
                      </a:cubicBezTo>
                      <a:close/>
                      <a:moveTo>
                        <a:pt x="47" y="11"/>
                      </a:moveTo>
                      <a:cubicBezTo>
                        <a:pt x="47" y="11"/>
                        <a:pt x="46" y="11"/>
                        <a:pt x="46" y="10"/>
                      </a:cubicBezTo>
                      <a:cubicBezTo>
                        <a:pt x="46" y="10"/>
                        <a:pt x="47" y="10"/>
                        <a:pt x="47" y="9"/>
                      </a:cubicBezTo>
                      <a:cubicBezTo>
                        <a:pt x="48" y="8"/>
                        <a:pt x="46" y="9"/>
                        <a:pt x="45" y="8"/>
                      </a:cubicBezTo>
                      <a:cubicBezTo>
                        <a:pt x="45" y="7"/>
                        <a:pt x="50" y="6"/>
                        <a:pt x="47" y="5"/>
                      </a:cubicBezTo>
                      <a:cubicBezTo>
                        <a:pt x="46" y="5"/>
                        <a:pt x="45" y="5"/>
                        <a:pt x="43" y="5"/>
                      </a:cubicBezTo>
                      <a:cubicBezTo>
                        <a:pt x="43" y="5"/>
                        <a:pt x="43" y="5"/>
                        <a:pt x="42" y="4"/>
                      </a:cubicBezTo>
                      <a:cubicBezTo>
                        <a:pt x="41" y="4"/>
                        <a:pt x="41" y="4"/>
                        <a:pt x="40" y="4"/>
                      </a:cubicBezTo>
                      <a:cubicBezTo>
                        <a:pt x="40" y="4"/>
                        <a:pt x="39" y="4"/>
                        <a:pt x="39" y="3"/>
                      </a:cubicBezTo>
                      <a:cubicBezTo>
                        <a:pt x="39" y="3"/>
                        <a:pt x="38" y="3"/>
                        <a:pt x="38" y="3"/>
                      </a:cubicBezTo>
                      <a:cubicBezTo>
                        <a:pt x="38" y="3"/>
                        <a:pt x="38" y="2"/>
                        <a:pt x="38" y="2"/>
                      </a:cubicBezTo>
                      <a:cubicBezTo>
                        <a:pt x="38" y="2"/>
                        <a:pt x="37" y="2"/>
                        <a:pt x="37" y="1"/>
                      </a:cubicBezTo>
                      <a:cubicBezTo>
                        <a:pt x="37" y="1"/>
                        <a:pt x="37" y="0"/>
                        <a:pt x="37" y="0"/>
                      </a:cubicBezTo>
                      <a:cubicBezTo>
                        <a:pt x="36" y="0"/>
                        <a:pt x="36" y="1"/>
                        <a:pt x="35" y="1"/>
                      </a:cubicBezTo>
                      <a:cubicBezTo>
                        <a:pt x="34" y="1"/>
                        <a:pt x="33" y="1"/>
                        <a:pt x="33" y="1"/>
                      </a:cubicBezTo>
                      <a:cubicBezTo>
                        <a:pt x="32" y="1"/>
                        <a:pt x="31" y="1"/>
                        <a:pt x="31" y="1"/>
                      </a:cubicBezTo>
                      <a:cubicBezTo>
                        <a:pt x="30" y="1"/>
                        <a:pt x="30" y="2"/>
                        <a:pt x="30" y="3"/>
                      </a:cubicBezTo>
                      <a:cubicBezTo>
                        <a:pt x="29" y="3"/>
                        <a:pt x="28" y="3"/>
                        <a:pt x="28" y="2"/>
                      </a:cubicBezTo>
                      <a:cubicBezTo>
                        <a:pt x="27" y="2"/>
                        <a:pt x="27" y="2"/>
                        <a:pt x="26" y="2"/>
                      </a:cubicBezTo>
                      <a:cubicBezTo>
                        <a:pt x="26" y="3"/>
                        <a:pt x="25" y="3"/>
                        <a:pt x="25" y="4"/>
                      </a:cubicBezTo>
                      <a:cubicBezTo>
                        <a:pt x="25" y="4"/>
                        <a:pt x="26" y="5"/>
                        <a:pt x="25" y="5"/>
                      </a:cubicBezTo>
                      <a:cubicBezTo>
                        <a:pt x="25" y="6"/>
                        <a:pt x="25" y="5"/>
                        <a:pt x="24" y="5"/>
                      </a:cubicBezTo>
                      <a:cubicBezTo>
                        <a:pt x="24" y="5"/>
                        <a:pt x="24" y="5"/>
                        <a:pt x="24" y="5"/>
                      </a:cubicBezTo>
                      <a:cubicBezTo>
                        <a:pt x="24" y="5"/>
                        <a:pt x="23" y="5"/>
                        <a:pt x="23" y="5"/>
                      </a:cubicBezTo>
                      <a:cubicBezTo>
                        <a:pt x="23" y="5"/>
                        <a:pt x="23" y="6"/>
                        <a:pt x="23" y="6"/>
                      </a:cubicBezTo>
                      <a:cubicBezTo>
                        <a:pt x="23" y="6"/>
                        <a:pt x="23" y="6"/>
                        <a:pt x="23" y="6"/>
                      </a:cubicBezTo>
                      <a:cubicBezTo>
                        <a:pt x="23" y="7"/>
                        <a:pt x="23" y="7"/>
                        <a:pt x="23" y="7"/>
                      </a:cubicBezTo>
                      <a:cubicBezTo>
                        <a:pt x="23" y="8"/>
                        <a:pt x="24" y="8"/>
                        <a:pt x="24" y="8"/>
                      </a:cubicBezTo>
                      <a:cubicBezTo>
                        <a:pt x="24" y="9"/>
                        <a:pt x="23" y="8"/>
                        <a:pt x="23" y="8"/>
                      </a:cubicBezTo>
                      <a:cubicBezTo>
                        <a:pt x="22" y="7"/>
                        <a:pt x="22" y="7"/>
                        <a:pt x="21" y="7"/>
                      </a:cubicBezTo>
                      <a:cubicBezTo>
                        <a:pt x="20" y="7"/>
                        <a:pt x="20" y="8"/>
                        <a:pt x="19" y="7"/>
                      </a:cubicBezTo>
                      <a:cubicBezTo>
                        <a:pt x="19" y="6"/>
                        <a:pt x="18" y="5"/>
                        <a:pt x="18" y="6"/>
                      </a:cubicBezTo>
                      <a:cubicBezTo>
                        <a:pt x="17" y="6"/>
                        <a:pt x="18" y="7"/>
                        <a:pt x="17" y="8"/>
                      </a:cubicBezTo>
                      <a:cubicBezTo>
                        <a:pt x="17" y="8"/>
                        <a:pt x="17" y="8"/>
                        <a:pt x="17" y="9"/>
                      </a:cubicBezTo>
                      <a:cubicBezTo>
                        <a:pt x="16" y="9"/>
                        <a:pt x="16" y="9"/>
                        <a:pt x="16" y="10"/>
                      </a:cubicBezTo>
                      <a:cubicBezTo>
                        <a:pt x="16" y="10"/>
                        <a:pt x="15" y="10"/>
                        <a:pt x="16" y="11"/>
                      </a:cubicBezTo>
                      <a:cubicBezTo>
                        <a:pt x="16" y="11"/>
                        <a:pt x="17" y="12"/>
                        <a:pt x="16" y="12"/>
                      </a:cubicBezTo>
                      <a:cubicBezTo>
                        <a:pt x="15" y="12"/>
                        <a:pt x="15" y="11"/>
                        <a:pt x="15" y="11"/>
                      </a:cubicBezTo>
                      <a:cubicBezTo>
                        <a:pt x="15" y="11"/>
                        <a:pt x="15" y="11"/>
                        <a:pt x="15" y="10"/>
                      </a:cubicBezTo>
                      <a:cubicBezTo>
                        <a:pt x="14" y="10"/>
                        <a:pt x="15" y="10"/>
                        <a:pt x="14" y="10"/>
                      </a:cubicBezTo>
                      <a:cubicBezTo>
                        <a:pt x="14" y="9"/>
                        <a:pt x="14" y="9"/>
                        <a:pt x="14" y="9"/>
                      </a:cubicBezTo>
                      <a:cubicBezTo>
                        <a:pt x="13" y="9"/>
                        <a:pt x="13" y="9"/>
                        <a:pt x="13" y="9"/>
                      </a:cubicBezTo>
                      <a:cubicBezTo>
                        <a:pt x="12" y="8"/>
                        <a:pt x="12" y="8"/>
                        <a:pt x="12" y="8"/>
                      </a:cubicBezTo>
                      <a:cubicBezTo>
                        <a:pt x="12" y="7"/>
                        <a:pt x="12" y="6"/>
                        <a:pt x="11" y="6"/>
                      </a:cubicBezTo>
                      <a:cubicBezTo>
                        <a:pt x="11" y="7"/>
                        <a:pt x="11" y="7"/>
                        <a:pt x="10" y="8"/>
                      </a:cubicBezTo>
                      <a:cubicBezTo>
                        <a:pt x="10" y="8"/>
                        <a:pt x="10" y="8"/>
                        <a:pt x="10" y="8"/>
                      </a:cubicBezTo>
                      <a:cubicBezTo>
                        <a:pt x="10" y="8"/>
                        <a:pt x="10" y="8"/>
                        <a:pt x="10" y="9"/>
                      </a:cubicBezTo>
                      <a:cubicBezTo>
                        <a:pt x="10" y="9"/>
                        <a:pt x="10" y="9"/>
                        <a:pt x="9" y="10"/>
                      </a:cubicBezTo>
                      <a:cubicBezTo>
                        <a:pt x="9" y="10"/>
                        <a:pt x="9" y="11"/>
                        <a:pt x="8" y="11"/>
                      </a:cubicBezTo>
                      <a:cubicBezTo>
                        <a:pt x="8" y="12"/>
                        <a:pt x="6" y="11"/>
                        <a:pt x="6" y="11"/>
                      </a:cubicBezTo>
                      <a:cubicBezTo>
                        <a:pt x="5" y="11"/>
                        <a:pt x="5" y="11"/>
                        <a:pt x="5" y="11"/>
                      </a:cubicBezTo>
                      <a:cubicBezTo>
                        <a:pt x="4" y="12"/>
                        <a:pt x="3" y="11"/>
                        <a:pt x="2" y="11"/>
                      </a:cubicBezTo>
                      <a:cubicBezTo>
                        <a:pt x="2" y="12"/>
                        <a:pt x="1" y="12"/>
                        <a:pt x="1" y="12"/>
                      </a:cubicBezTo>
                      <a:cubicBezTo>
                        <a:pt x="1" y="13"/>
                        <a:pt x="1" y="13"/>
                        <a:pt x="2" y="14"/>
                      </a:cubicBezTo>
                      <a:cubicBezTo>
                        <a:pt x="2" y="14"/>
                        <a:pt x="2" y="15"/>
                        <a:pt x="3" y="15"/>
                      </a:cubicBezTo>
                      <a:cubicBezTo>
                        <a:pt x="3" y="16"/>
                        <a:pt x="3" y="16"/>
                        <a:pt x="3" y="16"/>
                      </a:cubicBezTo>
                      <a:cubicBezTo>
                        <a:pt x="3" y="16"/>
                        <a:pt x="3" y="17"/>
                        <a:pt x="3" y="17"/>
                      </a:cubicBezTo>
                      <a:cubicBezTo>
                        <a:pt x="3" y="17"/>
                        <a:pt x="3" y="18"/>
                        <a:pt x="3" y="18"/>
                      </a:cubicBezTo>
                      <a:cubicBezTo>
                        <a:pt x="3" y="18"/>
                        <a:pt x="3" y="18"/>
                        <a:pt x="2" y="18"/>
                      </a:cubicBezTo>
                      <a:cubicBezTo>
                        <a:pt x="2" y="18"/>
                        <a:pt x="2" y="19"/>
                        <a:pt x="2" y="19"/>
                      </a:cubicBezTo>
                      <a:cubicBezTo>
                        <a:pt x="1" y="19"/>
                        <a:pt x="2" y="19"/>
                        <a:pt x="1" y="19"/>
                      </a:cubicBezTo>
                      <a:cubicBezTo>
                        <a:pt x="1" y="19"/>
                        <a:pt x="0" y="19"/>
                        <a:pt x="0" y="19"/>
                      </a:cubicBezTo>
                      <a:cubicBezTo>
                        <a:pt x="0" y="19"/>
                        <a:pt x="0" y="20"/>
                        <a:pt x="0" y="20"/>
                      </a:cubicBezTo>
                      <a:cubicBezTo>
                        <a:pt x="0" y="20"/>
                        <a:pt x="0" y="20"/>
                        <a:pt x="1" y="20"/>
                      </a:cubicBezTo>
                      <a:cubicBezTo>
                        <a:pt x="1" y="20"/>
                        <a:pt x="1" y="20"/>
                        <a:pt x="1" y="21"/>
                      </a:cubicBezTo>
                      <a:cubicBezTo>
                        <a:pt x="1" y="21"/>
                        <a:pt x="1" y="21"/>
                        <a:pt x="1" y="21"/>
                      </a:cubicBezTo>
                      <a:cubicBezTo>
                        <a:pt x="2" y="22"/>
                        <a:pt x="2" y="21"/>
                        <a:pt x="2" y="22"/>
                      </a:cubicBezTo>
                      <a:cubicBezTo>
                        <a:pt x="3" y="22"/>
                        <a:pt x="2" y="22"/>
                        <a:pt x="3" y="22"/>
                      </a:cubicBezTo>
                      <a:cubicBezTo>
                        <a:pt x="3" y="23"/>
                        <a:pt x="3" y="23"/>
                        <a:pt x="3" y="23"/>
                      </a:cubicBezTo>
                      <a:cubicBezTo>
                        <a:pt x="3" y="23"/>
                        <a:pt x="3" y="23"/>
                        <a:pt x="2" y="23"/>
                      </a:cubicBezTo>
                      <a:cubicBezTo>
                        <a:pt x="2" y="23"/>
                        <a:pt x="2" y="23"/>
                        <a:pt x="2" y="23"/>
                      </a:cubicBezTo>
                      <a:cubicBezTo>
                        <a:pt x="2" y="23"/>
                        <a:pt x="2" y="23"/>
                        <a:pt x="2" y="23"/>
                      </a:cubicBezTo>
                      <a:cubicBezTo>
                        <a:pt x="2" y="24"/>
                        <a:pt x="2" y="24"/>
                        <a:pt x="2" y="24"/>
                      </a:cubicBezTo>
                      <a:cubicBezTo>
                        <a:pt x="1" y="25"/>
                        <a:pt x="2" y="25"/>
                        <a:pt x="2" y="25"/>
                      </a:cubicBezTo>
                      <a:cubicBezTo>
                        <a:pt x="2" y="26"/>
                        <a:pt x="2" y="26"/>
                        <a:pt x="2" y="26"/>
                      </a:cubicBezTo>
                      <a:cubicBezTo>
                        <a:pt x="2" y="26"/>
                        <a:pt x="2" y="27"/>
                        <a:pt x="2" y="27"/>
                      </a:cubicBezTo>
                      <a:cubicBezTo>
                        <a:pt x="2" y="27"/>
                        <a:pt x="3" y="27"/>
                        <a:pt x="3" y="27"/>
                      </a:cubicBezTo>
                      <a:cubicBezTo>
                        <a:pt x="4" y="27"/>
                        <a:pt x="4" y="28"/>
                        <a:pt x="5" y="28"/>
                      </a:cubicBezTo>
                      <a:cubicBezTo>
                        <a:pt x="5" y="29"/>
                        <a:pt x="6" y="28"/>
                        <a:pt x="6" y="28"/>
                      </a:cubicBezTo>
                      <a:cubicBezTo>
                        <a:pt x="6" y="28"/>
                        <a:pt x="7" y="28"/>
                        <a:pt x="7" y="28"/>
                      </a:cubicBezTo>
                      <a:cubicBezTo>
                        <a:pt x="7" y="28"/>
                        <a:pt x="7" y="28"/>
                        <a:pt x="7" y="28"/>
                      </a:cubicBezTo>
                      <a:cubicBezTo>
                        <a:pt x="7" y="28"/>
                        <a:pt x="7" y="28"/>
                        <a:pt x="7" y="29"/>
                      </a:cubicBezTo>
                      <a:cubicBezTo>
                        <a:pt x="7" y="29"/>
                        <a:pt x="7" y="29"/>
                        <a:pt x="7" y="30"/>
                      </a:cubicBezTo>
                      <a:cubicBezTo>
                        <a:pt x="7" y="30"/>
                        <a:pt x="6" y="30"/>
                        <a:pt x="6" y="30"/>
                      </a:cubicBezTo>
                      <a:cubicBezTo>
                        <a:pt x="6" y="31"/>
                        <a:pt x="6" y="31"/>
                        <a:pt x="6" y="31"/>
                      </a:cubicBezTo>
                      <a:cubicBezTo>
                        <a:pt x="7" y="31"/>
                        <a:pt x="8" y="31"/>
                        <a:pt x="9" y="31"/>
                      </a:cubicBezTo>
                      <a:cubicBezTo>
                        <a:pt x="10" y="30"/>
                        <a:pt x="10" y="29"/>
                        <a:pt x="10" y="28"/>
                      </a:cubicBezTo>
                      <a:cubicBezTo>
                        <a:pt x="11" y="28"/>
                        <a:pt x="11" y="28"/>
                        <a:pt x="12" y="28"/>
                      </a:cubicBezTo>
                      <a:cubicBezTo>
                        <a:pt x="12" y="28"/>
                        <a:pt x="12" y="27"/>
                        <a:pt x="13" y="27"/>
                      </a:cubicBezTo>
                      <a:cubicBezTo>
                        <a:pt x="13" y="26"/>
                        <a:pt x="13" y="26"/>
                        <a:pt x="14" y="26"/>
                      </a:cubicBezTo>
                      <a:cubicBezTo>
                        <a:pt x="15" y="25"/>
                        <a:pt x="15" y="26"/>
                        <a:pt x="16" y="26"/>
                      </a:cubicBezTo>
                      <a:cubicBezTo>
                        <a:pt x="16" y="26"/>
                        <a:pt x="17" y="26"/>
                        <a:pt x="17" y="27"/>
                      </a:cubicBezTo>
                      <a:cubicBezTo>
                        <a:pt x="18" y="27"/>
                        <a:pt x="18" y="26"/>
                        <a:pt x="18" y="27"/>
                      </a:cubicBezTo>
                      <a:cubicBezTo>
                        <a:pt x="19" y="27"/>
                        <a:pt x="20" y="28"/>
                        <a:pt x="21" y="29"/>
                      </a:cubicBezTo>
                      <a:cubicBezTo>
                        <a:pt x="22" y="29"/>
                        <a:pt x="23" y="29"/>
                        <a:pt x="24" y="30"/>
                      </a:cubicBezTo>
                      <a:cubicBezTo>
                        <a:pt x="25" y="31"/>
                        <a:pt x="24" y="33"/>
                        <a:pt x="25" y="34"/>
                      </a:cubicBezTo>
                      <a:cubicBezTo>
                        <a:pt x="25" y="35"/>
                        <a:pt x="26" y="35"/>
                        <a:pt x="26" y="36"/>
                      </a:cubicBezTo>
                      <a:cubicBezTo>
                        <a:pt x="26" y="36"/>
                        <a:pt x="26" y="37"/>
                        <a:pt x="26" y="37"/>
                      </a:cubicBezTo>
                      <a:cubicBezTo>
                        <a:pt x="26" y="38"/>
                        <a:pt x="26" y="38"/>
                        <a:pt x="26" y="39"/>
                      </a:cubicBezTo>
                      <a:cubicBezTo>
                        <a:pt x="26" y="39"/>
                        <a:pt x="27" y="39"/>
                        <a:pt x="27" y="39"/>
                      </a:cubicBezTo>
                      <a:cubicBezTo>
                        <a:pt x="28" y="40"/>
                        <a:pt x="27" y="40"/>
                        <a:pt x="28" y="41"/>
                      </a:cubicBezTo>
                      <a:cubicBezTo>
                        <a:pt x="28" y="41"/>
                        <a:pt x="29" y="41"/>
                        <a:pt x="29" y="41"/>
                      </a:cubicBezTo>
                      <a:cubicBezTo>
                        <a:pt x="29" y="42"/>
                        <a:pt x="30" y="42"/>
                        <a:pt x="30" y="42"/>
                      </a:cubicBezTo>
                      <a:cubicBezTo>
                        <a:pt x="31" y="43"/>
                        <a:pt x="30" y="43"/>
                        <a:pt x="30" y="44"/>
                      </a:cubicBezTo>
                      <a:cubicBezTo>
                        <a:pt x="30" y="45"/>
                        <a:pt x="31" y="44"/>
                        <a:pt x="31" y="44"/>
                      </a:cubicBezTo>
                      <a:cubicBezTo>
                        <a:pt x="32" y="44"/>
                        <a:pt x="32" y="44"/>
                        <a:pt x="33" y="45"/>
                      </a:cubicBezTo>
                      <a:cubicBezTo>
                        <a:pt x="34" y="45"/>
                        <a:pt x="34" y="46"/>
                        <a:pt x="35" y="47"/>
                      </a:cubicBezTo>
                      <a:cubicBezTo>
                        <a:pt x="36" y="48"/>
                        <a:pt x="37" y="48"/>
                        <a:pt x="37" y="49"/>
                      </a:cubicBezTo>
                      <a:cubicBezTo>
                        <a:pt x="38" y="50"/>
                        <a:pt x="38" y="50"/>
                        <a:pt x="38" y="51"/>
                      </a:cubicBezTo>
                      <a:cubicBezTo>
                        <a:pt x="38" y="51"/>
                        <a:pt x="39" y="51"/>
                        <a:pt x="40" y="52"/>
                      </a:cubicBezTo>
                      <a:cubicBezTo>
                        <a:pt x="40" y="52"/>
                        <a:pt x="40" y="53"/>
                        <a:pt x="41" y="53"/>
                      </a:cubicBezTo>
                      <a:cubicBezTo>
                        <a:pt x="41" y="53"/>
                        <a:pt x="41" y="53"/>
                        <a:pt x="42" y="53"/>
                      </a:cubicBezTo>
                      <a:cubicBezTo>
                        <a:pt x="42" y="54"/>
                        <a:pt x="43" y="54"/>
                        <a:pt x="43" y="54"/>
                      </a:cubicBezTo>
                      <a:cubicBezTo>
                        <a:pt x="43" y="55"/>
                        <a:pt x="43" y="55"/>
                        <a:pt x="44" y="55"/>
                      </a:cubicBezTo>
                      <a:cubicBezTo>
                        <a:pt x="44" y="54"/>
                        <a:pt x="45" y="54"/>
                        <a:pt x="45" y="55"/>
                      </a:cubicBezTo>
                      <a:cubicBezTo>
                        <a:pt x="46" y="55"/>
                        <a:pt x="46" y="55"/>
                        <a:pt x="46" y="55"/>
                      </a:cubicBezTo>
                      <a:cubicBezTo>
                        <a:pt x="46" y="55"/>
                        <a:pt x="47" y="55"/>
                        <a:pt x="47" y="55"/>
                      </a:cubicBezTo>
                      <a:cubicBezTo>
                        <a:pt x="49" y="55"/>
                        <a:pt x="49" y="57"/>
                        <a:pt x="49" y="58"/>
                      </a:cubicBezTo>
                      <a:cubicBezTo>
                        <a:pt x="50" y="59"/>
                        <a:pt x="51" y="58"/>
                        <a:pt x="52" y="59"/>
                      </a:cubicBezTo>
                      <a:cubicBezTo>
                        <a:pt x="53" y="59"/>
                        <a:pt x="51" y="60"/>
                        <a:pt x="52" y="60"/>
                      </a:cubicBezTo>
                      <a:cubicBezTo>
                        <a:pt x="53" y="60"/>
                        <a:pt x="54" y="60"/>
                        <a:pt x="55" y="60"/>
                      </a:cubicBezTo>
                      <a:cubicBezTo>
                        <a:pt x="56" y="61"/>
                        <a:pt x="56" y="62"/>
                        <a:pt x="56" y="63"/>
                      </a:cubicBezTo>
                      <a:cubicBezTo>
                        <a:pt x="56" y="64"/>
                        <a:pt x="56" y="64"/>
                        <a:pt x="57" y="65"/>
                      </a:cubicBezTo>
                      <a:cubicBezTo>
                        <a:pt x="58" y="65"/>
                        <a:pt x="59" y="66"/>
                        <a:pt x="60" y="65"/>
                      </a:cubicBezTo>
                      <a:cubicBezTo>
                        <a:pt x="61" y="65"/>
                        <a:pt x="62" y="68"/>
                        <a:pt x="62" y="70"/>
                      </a:cubicBezTo>
                      <a:cubicBezTo>
                        <a:pt x="62" y="70"/>
                        <a:pt x="63" y="71"/>
                        <a:pt x="63" y="71"/>
                      </a:cubicBezTo>
                      <a:cubicBezTo>
                        <a:pt x="63" y="72"/>
                        <a:pt x="63" y="73"/>
                        <a:pt x="63" y="74"/>
                      </a:cubicBezTo>
                      <a:cubicBezTo>
                        <a:pt x="64" y="74"/>
                        <a:pt x="65" y="76"/>
                        <a:pt x="64" y="77"/>
                      </a:cubicBezTo>
                      <a:cubicBezTo>
                        <a:pt x="64" y="77"/>
                        <a:pt x="63" y="77"/>
                        <a:pt x="63" y="77"/>
                      </a:cubicBezTo>
                      <a:cubicBezTo>
                        <a:pt x="62" y="77"/>
                        <a:pt x="62" y="77"/>
                        <a:pt x="62" y="78"/>
                      </a:cubicBezTo>
                      <a:cubicBezTo>
                        <a:pt x="62" y="78"/>
                        <a:pt x="62" y="78"/>
                        <a:pt x="62" y="78"/>
                      </a:cubicBezTo>
                      <a:cubicBezTo>
                        <a:pt x="63" y="79"/>
                        <a:pt x="62" y="79"/>
                        <a:pt x="62" y="80"/>
                      </a:cubicBezTo>
                      <a:cubicBezTo>
                        <a:pt x="62" y="81"/>
                        <a:pt x="61" y="81"/>
                        <a:pt x="61" y="81"/>
                      </a:cubicBezTo>
                      <a:cubicBezTo>
                        <a:pt x="61" y="82"/>
                        <a:pt x="61" y="83"/>
                        <a:pt x="61" y="83"/>
                      </a:cubicBezTo>
                      <a:cubicBezTo>
                        <a:pt x="61" y="84"/>
                        <a:pt x="62" y="84"/>
                        <a:pt x="63" y="84"/>
                      </a:cubicBezTo>
                      <a:cubicBezTo>
                        <a:pt x="63" y="84"/>
                        <a:pt x="63" y="84"/>
                        <a:pt x="64" y="83"/>
                      </a:cubicBezTo>
                      <a:cubicBezTo>
                        <a:pt x="64" y="83"/>
                        <a:pt x="64" y="82"/>
                        <a:pt x="64" y="82"/>
                      </a:cubicBezTo>
                      <a:cubicBezTo>
                        <a:pt x="65" y="81"/>
                        <a:pt x="65" y="81"/>
                        <a:pt x="66" y="80"/>
                      </a:cubicBezTo>
                      <a:cubicBezTo>
                        <a:pt x="67" y="80"/>
                        <a:pt x="67" y="79"/>
                        <a:pt x="67" y="78"/>
                      </a:cubicBezTo>
                      <a:cubicBezTo>
                        <a:pt x="67" y="77"/>
                        <a:pt x="67" y="76"/>
                        <a:pt x="68" y="76"/>
                      </a:cubicBezTo>
                      <a:cubicBezTo>
                        <a:pt x="68" y="75"/>
                        <a:pt x="69" y="75"/>
                        <a:pt x="70" y="75"/>
                      </a:cubicBezTo>
                      <a:cubicBezTo>
                        <a:pt x="70" y="75"/>
                        <a:pt x="71" y="76"/>
                        <a:pt x="71" y="75"/>
                      </a:cubicBezTo>
                      <a:cubicBezTo>
                        <a:pt x="71" y="74"/>
                        <a:pt x="71" y="73"/>
                        <a:pt x="71" y="72"/>
                      </a:cubicBezTo>
                      <a:cubicBezTo>
                        <a:pt x="71" y="71"/>
                        <a:pt x="71" y="71"/>
                        <a:pt x="70" y="71"/>
                      </a:cubicBezTo>
                      <a:cubicBezTo>
                        <a:pt x="69" y="70"/>
                        <a:pt x="69" y="69"/>
                        <a:pt x="68" y="69"/>
                      </a:cubicBezTo>
                      <a:cubicBezTo>
                        <a:pt x="67" y="69"/>
                        <a:pt x="66" y="69"/>
                        <a:pt x="66" y="68"/>
                      </a:cubicBezTo>
                      <a:cubicBezTo>
                        <a:pt x="66" y="67"/>
                        <a:pt x="67" y="67"/>
                        <a:pt x="67" y="67"/>
                      </a:cubicBezTo>
                      <a:cubicBezTo>
                        <a:pt x="67" y="66"/>
                        <a:pt x="67" y="66"/>
                        <a:pt x="67" y="66"/>
                      </a:cubicBezTo>
                      <a:cubicBezTo>
                        <a:pt x="67" y="65"/>
                        <a:pt x="67" y="65"/>
                        <a:pt x="68" y="65"/>
                      </a:cubicBezTo>
                      <a:cubicBezTo>
                        <a:pt x="68" y="64"/>
                        <a:pt x="68" y="64"/>
                        <a:pt x="68" y="63"/>
                      </a:cubicBezTo>
                      <a:cubicBezTo>
                        <a:pt x="68" y="63"/>
                        <a:pt x="69" y="63"/>
                        <a:pt x="69" y="62"/>
                      </a:cubicBezTo>
                      <a:cubicBezTo>
                        <a:pt x="69" y="62"/>
                        <a:pt x="69" y="62"/>
                        <a:pt x="70" y="61"/>
                      </a:cubicBezTo>
                      <a:cubicBezTo>
                        <a:pt x="70" y="61"/>
                        <a:pt x="71" y="61"/>
                        <a:pt x="72" y="61"/>
                      </a:cubicBezTo>
                      <a:cubicBezTo>
                        <a:pt x="71" y="62"/>
                        <a:pt x="71" y="62"/>
                        <a:pt x="71" y="62"/>
                      </a:cubicBezTo>
                      <a:cubicBezTo>
                        <a:pt x="71" y="62"/>
                        <a:pt x="72" y="63"/>
                        <a:pt x="72" y="63"/>
                      </a:cubicBezTo>
                      <a:cubicBezTo>
                        <a:pt x="73" y="63"/>
                        <a:pt x="74" y="63"/>
                        <a:pt x="75" y="63"/>
                      </a:cubicBezTo>
                      <a:cubicBezTo>
                        <a:pt x="75" y="63"/>
                        <a:pt x="76" y="63"/>
                        <a:pt x="76" y="63"/>
                      </a:cubicBezTo>
                      <a:cubicBezTo>
                        <a:pt x="76" y="64"/>
                        <a:pt x="76" y="64"/>
                        <a:pt x="76" y="65"/>
                      </a:cubicBezTo>
                      <a:cubicBezTo>
                        <a:pt x="77" y="65"/>
                        <a:pt x="77" y="66"/>
                        <a:pt x="77" y="67"/>
                      </a:cubicBezTo>
                      <a:cubicBezTo>
                        <a:pt x="78" y="67"/>
                        <a:pt x="79" y="68"/>
                        <a:pt x="79" y="67"/>
                      </a:cubicBezTo>
                      <a:cubicBezTo>
                        <a:pt x="79" y="67"/>
                        <a:pt x="79" y="66"/>
                        <a:pt x="80" y="66"/>
                      </a:cubicBezTo>
                      <a:cubicBezTo>
                        <a:pt x="80" y="66"/>
                        <a:pt x="80" y="65"/>
                        <a:pt x="80" y="65"/>
                      </a:cubicBezTo>
                      <a:cubicBezTo>
                        <a:pt x="80" y="63"/>
                        <a:pt x="78" y="62"/>
                        <a:pt x="77" y="61"/>
                      </a:cubicBezTo>
                      <a:cubicBezTo>
                        <a:pt x="77" y="60"/>
                        <a:pt x="76" y="60"/>
                        <a:pt x="75" y="60"/>
                      </a:cubicBezTo>
                      <a:cubicBezTo>
                        <a:pt x="74" y="59"/>
                        <a:pt x="74" y="59"/>
                        <a:pt x="73" y="59"/>
                      </a:cubicBezTo>
                      <a:cubicBezTo>
                        <a:pt x="72" y="58"/>
                        <a:pt x="72" y="57"/>
                        <a:pt x="71" y="57"/>
                      </a:cubicBezTo>
                      <a:cubicBezTo>
                        <a:pt x="70" y="56"/>
                        <a:pt x="69" y="56"/>
                        <a:pt x="68" y="56"/>
                      </a:cubicBezTo>
                      <a:cubicBezTo>
                        <a:pt x="67" y="55"/>
                        <a:pt x="66" y="55"/>
                        <a:pt x="66" y="54"/>
                      </a:cubicBezTo>
                      <a:cubicBezTo>
                        <a:pt x="65" y="54"/>
                        <a:pt x="64" y="54"/>
                        <a:pt x="63" y="53"/>
                      </a:cubicBezTo>
                      <a:cubicBezTo>
                        <a:pt x="63" y="53"/>
                        <a:pt x="62" y="52"/>
                        <a:pt x="63" y="51"/>
                      </a:cubicBezTo>
                      <a:cubicBezTo>
                        <a:pt x="63" y="51"/>
                        <a:pt x="64" y="51"/>
                        <a:pt x="64" y="50"/>
                      </a:cubicBezTo>
                      <a:cubicBezTo>
                        <a:pt x="65" y="50"/>
                        <a:pt x="64" y="49"/>
                        <a:pt x="64" y="49"/>
                      </a:cubicBezTo>
                      <a:cubicBezTo>
                        <a:pt x="63" y="49"/>
                        <a:pt x="63" y="49"/>
                        <a:pt x="62" y="49"/>
                      </a:cubicBezTo>
                      <a:cubicBezTo>
                        <a:pt x="61" y="49"/>
                        <a:pt x="60" y="49"/>
                        <a:pt x="59" y="49"/>
                      </a:cubicBezTo>
                      <a:cubicBezTo>
                        <a:pt x="58" y="49"/>
                        <a:pt x="57" y="48"/>
                        <a:pt x="56" y="48"/>
                      </a:cubicBezTo>
                      <a:cubicBezTo>
                        <a:pt x="55" y="48"/>
                        <a:pt x="55" y="47"/>
                        <a:pt x="55" y="47"/>
                      </a:cubicBezTo>
                      <a:cubicBezTo>
                        <a:pt x="54" y="47"/>
                        <a:pt x="54" y="47"/>
                        <a:pt x="54" y="46"/>
                      </a:cubicBezTo>
                      <a:cubicBezTo>
                        <a:pt x="53" y="46"/>
                        <a:pt x="53" y="45"/>
                        <a:pt x="52" y="45"/>
                      </a:cubicBezTo>
                      <a:cubicBezTo>
                        <a:pt x="50" y="43"/>
                        <a:pt x="49" y="41"/>
                        <a:pt x="49" y="39"/>
                      </a:cubicBezTo>
                      <a:cubicBezTo>
                        <a:pt x="48" y="38"/>
                        <a:pt x="48" y="37"/>
                        <a:pt x="48" y="36"/>
                      </a:cubicBezTo>
                      <a:cubicBezTo>
                        <a:pt x="48" y="35"/>
                        <a:pt x="48" y="34"/>
                        <a:pt x="47" y="34"/>
                      </a:cubicBezTo>
                      <a:cubicBezTo>
                        <a:pt x="46" y="33"/>
                        <a:pt x="45" y="33"/>
                        <a:pt x="44" y="32"/>
                      </a:cubicBezTo>
                      <a:cubicBezTo>
                        <a:pt x="44" y="31"/>
                        <a:pt x="43" y="31"/>
                        <a:pt x="42" y="30"/>
                      </a:cubicBezTo>
                      <a:cubicBezTo>
                        <a:pt x="41" y="30"/>
                        <a:pt x="41" y="30"/>
                        <a:pt x="40" y="29"/>
                      </a:cubicBezTo>
                      <a:cubicBezTo>
                        <a:pt x="39" y="28"/>
                        <a:pt x="39" y="27"/>
                        <a:pt x="38" y="26"/>
                      </a:cubicBezTo>
                      <a:cubicBezTo>
                        <a:pt x="38" y="25"/>
                        <a:pt x="38" y="24"/>
                        <a:pt x="38" y="23"/>
                      </a:cubicBezTo>
                      <a:cubicBezTo>
                        <a:pt x="38" y="23"/>
                        <a:pt x="38" y="22"/>
                        <a:pt x="38" y="22"/>
                      </a:cubicBezTo>
                      <a:cubicBezTo>
                        <a:pt x="38" y="22"/>
                        <a:pt x="39" y="21"/>
                        <a:pt x="39" y="21"/>
                      </a:cubicBezTo>
                      <a:cubicBezTo>
                        <a:pt x="39" y="21"/>
                        <a:pt x="39" y="22"/>
                        <a:pt x="39" y="22"/>
                      </a:cubicBezTo>
                      <a:cubicBezTo>
                        <a:pt x="40" y="21"/>
                        <a:pt x="40" y="20"/>
                        <a:pt x="39" y="20"/>
                      </a:cubicBezTo>
                      <a:cubicBezTo>
                        <a:pt x="39" y="20"/>
                        <a:pt x="38" y="19"/>
                        <a:pt x="38" y="19"/>
                      </a:cubicBezTo>
                      <a:cubicBezTo>
                        <a:pt x="38" y="19"/>
                        <a:pt x="38" y="18"/>
                        <a:pt x="38" y="18"/>
                      </a:cubicBezTo>
                      <a:cubicBezTo>
                        <a:pt x="38" y="18"/>
                        <a:pt x="37" y="19"/>
                        <a:pt x="37" y="18"/>
                      </a:cubicBezTo>
                      <a:cubicBezTo>
                        <a:pt x="37" y="18"/>
                        <a:pt x="37" y="17"/>
                        <a:pt x="37" y="17"/>
                      </a:cubicBezTo>
                      <a:cubicBezTo>
                        <a:pt x="38" y="16"/>
                        <a:pt x="38" y="15"/>
                        <a:pt x="39" y="15"/>
                      </a:cubicBezTo>
                      <a:cubicBezTo>
                        <a:pt x="39" y="15"/>
                        <a:pt x="39" y="15"/>
                        <a:pt x="39" y="16"/>
                      </a:cubicBezTo>
                      <a:cubicBezTo>
                        <a:pt x="40" y="16"/>
                        <a:pt x="41" y="15"/>
                        <a:pt x="41" y="15"/>
                      </a:cubicBezTo>
                      <a:cubicBezTo>
                        <a:pt x="42" y="15"/>
                        <a:pt x="42" y="14"/>
                        <a:pt x="42" y="14"/>
                      </a:cubicBezTo>
                      <a:cubicBezTo>
                        <a:pt x="43" y="14"/>
                        <a:pt x="43" y="14"/>
                        <a:pt x="43" y="14"/>
                      </a:cubicBezTo>
                      <a:cubicBezTo>
                        <a:pt x="44" y="14"/>
                        <a:pt x="43" y="13"/>
                        <a:pt x="44" y="13"/>
                      </a:cubicBezTo>
                      <a:cubicBezTo>
                        <a:pt x="45" y="13"/>
                        <a:pt x="46" y="13"/>
                        <a:pt x="45" y="14"/>
                      </a:cubicBezTo>
                      <a:cubicBezTo>
                        <a:pt x="46" y="14"/>
                        <a:pt x="46" y="13"/>
                        <a:pt x="47" y="13"/>
                      </a:cubicBezTo>
                      <a:cubicBezTo>
                        <a:pt x="47" y="12"/>
                        <a:pt x="47" y="12"/>
                        <a:pt x="47" y="11"/>
                      </a:cubicBezTo>
                      <a:close/>
                      <a:moveTo>
                        <a:pt x="21" y="60"/>
                      </a:moveTo>
                      <a:cubicBezTo>
                        <a:pt x="21" y="59"/>
                        <a:pt x="21" y="59"/>
                        <a:pt x="20" y="58"/>
                      </a:cubicBezTo>
                      <a:cubicBezTo>
                        <a:pt x="20" y="58"/>
                        <a:pt x="20" y="58"/>
                        <a:pt x="20" y="58"/>
                      </a:cubicBezTo>
                      <a:cubicBezTo>
                        <a:pt x="20" y="57"/>
                        <a:pt x="20" y="57"/>
                        <a:pt x="20" y="57"/>
                      </a:cubicBezTo>
                      <a:cubicBezTo>
                        <a:pt x="19" y="57"/>
                        <a:pt x="20" y="56"/>
                        <a:pt x="19" y="56"/>
                      </a:cubicBezTo>
                      <a:cubicBezTo>
                        <a:pt x="19" y="56"/>
                        <a:pt x="20" y="55"/>
                        <a:pt x="19" y="55"/>
                      </a:cubicBezTo>
                      <a:cubicBezTo>
                        <a:pt x="19" y="55"/>
                        <a:pt x="19" y="55"/>
                        <a:pt x="18" y="55"/>
                      </a:cubicBezTo>
                      <a:cubicBezTo>
                        <a:pt x="18" y="55"/>
                        <a:pt x="18" y="55"/>
                        <a:pt x="17" y="55"/>
                      </a:cubicBezTo>
                      <a:cubicBezTo>
                        <a:pt x="17" y="55"/>
                        <a:pt x="17" y="55"/>
                        <a:pt x="16" y="56"/>
                      </a:cubicBezTo>
                      <a:cubicBezTo>
                        <a:pt x="16" y="56"/>
                        <a:pt x="16" y="57"/>
                        <a:pt x="15" y="57"/>
                      </a:cubicBezTo>
                      <a:cubicBezTo>
                        <a:pt x="15" y="57"/>
                        <a:pt x="14" y="58"/>
                        <a:pt x="14" y="57"/>
                      </a:cubicBezTo>
                      <a:cubicBezTo>
                        <a:pt x="13" y="58"/>
                        <a:pt x="12" y="59"/>
                        <a:pt x="11" y="58"/>
                      </a:cubicBezTo>
                      <a:cubicBezTo>
                        <a:pt x="10" y="57"/>
                        <a:pt x="12" y="57"/>
                        <a:pt x="11" y="56"/>
                      </a:cubicBezTo>
                      <a:cubicBezTo>
                        <a:pt x="11" y="56"/>
                        <a:pt x="11" y="57"/>
                        <a:pt x="10" y="58"/>
                      </a:cubicBezTo>
                      <a:cubicBezTo>
                        <a:pt x="10" y="58"/>
                        <a:pt x="10" y="59"/>
                        <a:pt x="10" y="59"/>
                      </a:cubicBezTo>
                      <a:cubicBezTo>
                        <a:pt x="10" y="60"/>
                        <a:pt x="10" y="60"/>
                        <a:pt x="10" y="61"/>
                      </a:cubicBezTo>
                      <a:cubicBezTo>
                        <a:pt x="11" y="60"/>
                        <a:pt x="11" y="61"/>
                        <a:pt x="12" y="61"/>
                      </a:cubicBezTo>
                      <a:cubicBezTo>
                        <a:pt x="12" y="62"/>
                        <a:pt x="12" y="63"/>
                        <a:pt x="12" y="63"/>
                      </a:cubicBezTo>
                      <a:cubicBezTo>
                        <a:pt x="12" y="64"/>
                        <a:pt x="13" y="65"/>
                        <a:pt x="12" y="65"/>
                      </a:cubicBezTo>
                      <a:cubicBezTo>
                        <a:pt x="12" y="65"/>
                        <a:pt x="12" y="65"/>
                        <a:pt x="12" y="66"/>
                      </a:cubicBezTo>
                      <a:cubicBezTo>
                        <a:pt x="12" y="66"/>
                        <a:pt x="12" y="67"/>
                        <a:pt x="12" y="67"/>
                      </a:cubicBezTo>
                      <a:cubicBezTo>
                        <a:pt x="12" y="67"/>
                        <a:pt x="12" y="67"/>
                        <a:pt x="12" y="67"/>
                      </a:cubicBezTo>
                      <a:cubicBezTo>
                        <a:pt x="13" y="67"/>
                        <a:pt x="13" y="67"/>
                        <a:pt x="13" y="67"/>
                      </a:cubicBezTo>
                      <a:cubicBezTo>
                        <a:pt x="13" y="68"/>
                        <a:pt x="13" y="68"/>
                        <a:pt x="12" y="68"/>
                      </a:cubicBezTo>
                      <a:cubicBezTo>
                        <a:pt x="12" y="68"/>
                        <a:pt x="12" y="68"/>
                        <a:pt x="12" y="68"/>
                      </a:cubicBezTo>
                      <a:cubicBezTo>
                        <a:pt x="12" y="69"/>
                        <a:pt x="12" y="69"/>
                        <a:pt x="12" y="69"/>
                      </a:cubicBezTo>
                      <a:cubicBezTo>
                        <a:pt x="12" y="70"/>
                        <a:pt x="12" y="70"/>
                        <a:pt x="12" y="70"/>
                      </a:cubicBezTo>
                      <a:cubicBezTo>
                        <a:pt x="12" y="71"/>
                        <a:pt x="12" y="72"/>
                        <a:pt x="12" y="73"/>
                      </a:cubicBezTo>
                      <a:cubicBezTo>
                        <a:pt x="12" y="74"/>
                        <a:pt x="13" y="74"/>
                        <a:pt x="13" y="74"/>
                      </a:cubicBezTo>
                      <a:cubicBezTo>
                        <a:pt x="13" y="75"/>
                        <a:pt x="13" y="76"/>
                        <a:pt x="14" y="76"/>
                      </a:cubicBezTo>
                      <a:cubicBezTo>
                        <a:pt x="14" y="75"/>
                        <a:pt x="14" y="75"/>
                        <a:pt x="14" y="75"/>
                      </a:cubicBezTo>
                      <a:cubicBezTo>
                        <a:pt x="15" y="76"/>
                        <a:pt x="15" y="76"/>
                        <a:pt x="15" y="75"/>
                      </a:cubicBezTo>
                      <a:cubicBezTo>
                        <a:pt x="16" y="74"/>
                        <a:pt x="16" y="73"/>
                        <a:pt x="16" y="72"/>
                      </a:cubicBezTo>
                      <a:cubicBezTo>
                        <a:pt x="17" y="72"/>
                        <a:pt x="17" y="73"/>
                        <a:pt x="17" y="73"/>
                      </a:cubicBezTo>
                      <a:cubicBezTo>
                        <a:pt x="18" y="73"/>
                        <a:pt x="18" y="73"/>
                        <a:pt x="19" y="74"/>
                      </a:cubicBezTo>
                      <a:cubicBezTo>
                        <a:pt x="20" y="74"/>
                        <a:pt x="20" y="73"/>
                        <a:pt x="20" y="73"/>
                      </a:cubicBezTo>
                      <a:cubicBezTo>
                        <a:pt x="20" y="72"/>
                        <a:pt x="20" y="72"/>
                        <a:pt x="20" y="71"/>
                      </a:cubicBezTo>
                      <a:cubicBezTo>
                        <a:pt x="20" y="71"/>
                        <a:pt x="20" y="70"/>
                        <a:pt x="20" y="69"/>
                      </a:cubicBezTo>
                      <a:cubicBezTo>
                        <a:pt x="20" y="68"/>
                        <a:pt x="21" y="66"/>
                        <a:pt x="20" y="65"/>
                      </a:cubicBezTo>
                      <a:cubicBezTo>
                        <a:pt x="20" y="63"/>
                        <a:pt x="21" y="63"/>
                        <a:pt x="21" y="62"/>
                      </a:cubicBezTo>
                      <a:cubicBezTo>
                        <a:pt x="22" y="61"/>
                        <a:pt x="21" y="60"/>
                        <a:pt x="21" y="6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1" name="Freeform 806">
                  <a:extLst>
                    <a:ext uri="{FF2B5EF4-FFF2-40B4-BE49-F238E27FC236}">
                      <a16:creationId xmlns:a16="http://schemas.microsoft.com/office/drawing/2014/main" id="{C188E858-6F00-ACA6-8637-3D0E9F75042D}"/>
                    </a:ext>
                  </a:extLst>
                </p:cNvPr>
                <p:cNvSpPr>
                  <a:spLocks/>
                </p:cNvSpPr>
                <p:nvPr/>
              </p:nvSpPr>
              <p:spPr bwMode="auto">
                <a:xfrm>
                  <a:off x="5084763" y="3009900"/>
                  <a:ext cx="128587" cy="182563"/>
                </a:xfrm>
                <a:custGeom>
                  <a:avLst/>
                  <a:gdLst>
                    <a:gd name="T0" fmla="*/ 30 w 31"/>
                    <a:gd name="T1" fmla="*/ 22 h 44"/>
                    <a:gd name="T2" fmla="*/ 29 w 31"/>
                    <a:gd name="T3" fmla="*/ 18 h 44"/>
                    <a:gd name="T4" fmla="*/ 29 w 31"/>
                    <a:gd name="T5" fmla="*/ 14 h 44"/>
                    <a:gd name="T6" fmla="*/ 27 w 31"/>
                    <a:gd name="T7" fmla="*/ 15 h 44"/>
                    <a:gd name="T8" fmla="*/ 26 w 31"/>
                    <a:gd name="T9" fmla="*/ 13 h 44"/>
                    <a:gd name="T10" fmla="*/ 23 w 31"/>
                    <a:gd name="T11" fmla="*/ 11 h 44"/>
                    <a:gd name="T12" fmla="*/ 23 w 31"/>
                    <a:gd name="T13" fmla="*/ 13 h 44"/>
                    <a:gd name="T14" fmla="*/ 22 w 31"/>
                    <a:gd name="T15" fmla="*/ 14 h 44"/>
                    <a:gd name="T16" fmla="*/ 20 w 31"/>
                    <a:gd name="T17" fmla="*/ 14 h 44"/>
                    <a:gd name="T18" fmla="*/ 18 w 31"/>
                    <a:gd name="T19" fmla="*/ 12 h 44"/>
                    <a:gd name="T20" fmla="*/ 17 w 31"/>
                    <a:gd name="T21" fmla="*/ 10 h 44"/>
                    <a:gd name="T22" fmla="*/ 18 w 31"/>
                    <a:gd name="T23" fmla="*/ 9 h 44"/>
                    <a:gd name="T24" fmla="*/ 18 w 31"/>
                    <a:gd name="T25" fmla="*/ 7 h 44"/>
                    <a:gd name="T26" fmla="*/ 20 w 31"/>
                    <a:gd name="T27" fmla="*/ 6 h 44"/>
                    <a:gd name="T28" fmla="*/ 21 w 31"/>
                    <a:gd name="T29" fmla="*/ 4 h 44"/>
                    <a:gd name="T30" fmla="*/ 23 w 31"/>
                    <a:gd name="T31" fmla="*/ 3 h 44"/>
                    <a:gd name="T32" fmla="*/ 22 w 31"/>
                    <a:gd name="T33" fmla="*/ 0 h 44"/>
                    <a:gd name="T34" fmla="*/ 20 w 31"/>
                    <a:gd name="T35" fmla="*/ 3 h 44"/>
                    <a:gd name="T36" fmla="*/ 20 w 31"/>
                    <a:gd name="T37" fmla="*/ 2 h 44"/>
                    <a:gd name="T38" fmla="*/ 18 w 31"/>
                    <a:gd name="T39" fmla="*/ 2 h 44"/>
                    <a:gd name="T40" fmla="*/ 15 w 31"/>
                    <a:gd name="T41" fmla="*/ 5 h 44"/>
                    <a:gd name="T42" fmla="*/ 13 w 31"/>
                    <a:gd name="T43" fmla="*/ 6 h 44"/>
                    <a:gd name="T44" fmla="*/ 15 w 31"/>
                    <a:gd name="T45" fmla="*/ 8 h 44"/>
                    <a:gd name="T46" fmla="*/ 14 w 31"/>
                    <a:gd name="T47" fmla="*/ 12 h 44"/>
                    <a:gd name="T48" fmla="*/ 12 w 31"/>
                    <a:gd name="T49" fmla="*/ 12 h 44"/>
                    <a:gd name="T50" fmla="*/ 8 w 31"/>
                    <a:gd name="T51" fmla="*/ 12 h 44"/>
                    <a:gd name="T52" fmla="*/ 4 w 31"/>
                    <a:gd name="T53" fmla="*/ 12 h 44"/>
                    <a:gd name="T54" fmla="*/ 5 w 31"/>
                    <a:gd name="T55" fmla="*/ 15 h 44"/>
                    <a:gd name="T56" fmla="*/ 7 w 31"/>
                    <a:gd name="T57" fmla="*/ 17 h 44"/>
                    <a:gd name="T58" fmla="*/ 5 w 31"/>
                    <a:gd name="T59" fmla="*/ 20 h 44"/>
                    <a:gd name="T60" fmla="*/ 3 w 31"/>
                    <a:gd name="T61" fmla="*/ 20 h 44"/>
                    <a:gd name="T62" fmla="*/ 4 w 31"/>
                    <a:gd name="T63" fmla="*/ 22 h 44"/>
                    <a:gd name="T64" fmla="*/ 5 w 31"/>
                    <a:gd name="T65" fmla="*/ 23 h 44"/>
                    <a:gd name="T66" fmla="*/ 9 w 31"/>
                    <a:gd name="T67" fmla="*/ 24 h 44"/>
                    <a:gd name="T68" fmla="*/ 10 w 31"/>
                    <a:gd name="T69" fmla="*/ 25 h 44"/>
                    <a:gd name="T70" fmla="*/ 8 w 31"/>
                    <a:gd name="T71" fmla="*/ 28 h 44"/>
                    <a:gd name="T72" fmla="*/ 4 w 31"/>
                    <a:gd name="T73" fmla="*/ 32 h 44"/>
                    <a:gd name="T74" fmla="*/ 10 w 31"/>
                    <a:gd name="T75" fmla="*/ 30 h 44"/>
                    <a:gd name="T76" fmla="*/ 9 w 31"/>
                    <a:gd name="T77" fmla="*/ 32 h 44"/>
                    <a:gd name="T78" fmla="*/ 5 w 31"/>
                    <a:gd name="T79" fmla="*/ 34 h 44"/>
                    <a:gd name="T80" fmla="*/ 4 w 31"/>
                    <a:gd name="T81" fmla="*/ 35 h 44"/>
                    <a:gd name="T82" fmla="*/ 3 w 31"/>
                    <a:gd name="T83" fmla="*/ 36 h 44"/>
                    <a:gd name="T84" fmla="*/ 2 w 31"/>
                    <a:gd name="T85" fmla="*/ 38 h 44"/>
                    <a:gd name="T86" fmla="*/ 3 w 31"/>
                    <a:gd name="T87" fmla="*/ 40 h 44"/>
                    <a:gd name="T88" fmla="*/ 3 w 31"/>
                    <a:gd name="T89" fmla="*/ 42 h 44"/>
                    <a:gd name="T90" fmla="*/ 6 w 31"/>
                    <a:gd name="T91" fmla="*/ 42 h 44"/>
                    <a:gd name="T92" fmla="*/ 6 w 31"/>
                    <a:gd name="T93" fmla="*/ 43 h 44"/>
                    <a:gd name="T94" fmla="*/ 10 w 31"/>
                    <a:gd name="T95" fmla="*/ 43 h 44"/>
                    <a:gd name="T96" fmla="*/ 12 w 31"/>
                    <a:gd name="T97" fmla="*/ 42 h 44"/>
                    <a:gd name="T98" fmla="*/ 15 w 31"/>
                    <a:gd name="T99" fmla="*/ 41 h 44"/>
                    <a:gd name="T100" fmla="*/ 18 w 31"/>
                    <a:gd name="T101" fmla="*/ 39 h 44"/>
                    <a:gd name="T102" fmla="*/ 23 w 31"/>
                    <a:gd name="T103" fmla="*/ 36 h 44"/>
                    <a:gd name="T104" fmla="*/ 25 w 31"/>
                    <a:gd name="T105" fmla="*/ 36 h 44"/>
                    <a:gd name="T106" fmla="*/ 29 w 31"/>
                    <a:gd name="T107" fmla="*/ 33 h 44"/>
                    <a:gd name="T108" fmla="*/ 30 w 31"/>
                    <a:gd name="T109"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44">
                      <a:moveTo>
                        <a:pt x="30" y="25"/>
                      </a:moveTo>
                      <a:cubicBezTo>
                        <a:pt x="30" y="25"/>
                        <a:pt x="30" y="24"/>
                        <a:pt x="30" y="24"/>
                      </a:cubicBezTo>
                      <a:cubicBezTo>
                        <a:pt x="30" y="24"/>
                        <a:pt x="30" y="23"/>
                        <a:pt x="30" y="23"/>
                      </a:cubicBezTo>
                      <a:cubicBezTo>
                        <a:pt x="30" y="23"/>
                        <a:pt x="30" y="23"/>
                        <a:pt x="30" y="22"/>
                      </a:cubicBezTo>
                      <a:cubicBezTo>
                        <a:pt x="30" y="22"/>
                        <a:pt x="30" y="22"/>
                        <a:pt x="30" y="21"/>
                      </a:cubicBezTo>
                      <a:cubicBezTo>
                        <a:pt x="30" y="21"/>
                        <a:pt x="30" y="21"/>
                        <a:pt x="30" y="21"/>
                      </a:cubicBezTo>
                      <a:cubicBezTo>
                        <a:pt x="30" y="20"/>
                        <a:pt x="30" y="20"/>
                        <a:pt x="30" y="19"/>
                      </a:cubicBezTo>
                      <a:cubicBezTo>
                        <a:pt x="29" y="19"/>
                        <a:pt x="29" y="18"/>
                        <a:pt x="29" y="18"/>
                      </a:cubicBezTo>
                      <a:cubicBezTo>
                        <a:pt x="29" y="17"/>
                        <a:pt x="29" y="17"/>
                        <a:pt x="29" y="17"/>
                      </a:cubicBezTo>
                      <a:cubicBezTo>
                        <a:pt x="28" y="16"/>
                        <a:pt x="28" y="16"/>
                        <a:pt x="28" y="15"/>
                      </a:cubicBezTo>
                      <a:cubicBezTo>
                        <a:pt x="29" y="15"/>
                        <a:pt x="29" y="16"/>
                        <a:pt x="30" y="16"/>
                      </a:cubicBezTo>
                      <a:cubicBezTo>
                        <a:pt x="30" y="15"/>
                        <a:pt x="29" y="15"/>
                        <a:pt x="29" y="14"/>
                      </a:cubicBezTo>
                      <a:cubicBezTo>
                        <a:pt x="29" y="14"/>
                        <a:pt x="29" y="14"/>
                        <a:pt x="29" y="14"/>
                      </a:cubicBezTo>
                      <a:cubicBezTo>
                        <a:pt x="28" y="15"/>
                        <a:pt x="28" y="15"/>
                        <a:pt x="28" y="15"/>
                      </a:cubicBezTo>
                      <a:cubicBezTo>
                        <a:pt x="28" y="15"/>
                        <a:pt x="28" y="15"/>
                        <a:pt x="28" y="15"/>
                      </a:cubicBezTo>
                      <a:cubicBezTo>
                        <a:pt x="27" y="15"/>
                        <a:pt x="27" y="15"/>
                        <a:pt x="27" y="15"/>
                      </a:cubicBezTo>
                      <a:cubicBezTo>
                        <a:pt x="26" y="15"/>
                        <a:pt x="26" y="15"/>
                        <a:pt x="26" y="15"/>
                      </a:cubicBezTo>
                      <a:cubicBezTo>
                        <a:pt x="27" y="13"/>
                        <a:pt x="27" y="13"/>
                        <a:pt x="27" y="13"/>
                      </a:cubicBezTo>
                      <a:cubicBezTo>
                        <a:pt x="26" y="13"/>
                        <a:pt x="26" y="13"/>
                        <a:pt x="26" y="13"/>
                      </a:cubicBezTo>
                      <a:cubicBezTo>
                        <a:pt x="26" y="13"/>
                        <a:pt x="26" y="13"/>
                        <a:pt x="26" y="13"/>
                      </a:cubicBezTo>
                      <a:cubicBezTo>
                        <a:pt x="25" y="13"/>
                        <a:pt x="25" y="12"/>
                        <a:pt x="25" y="11"/>
                      </a:cubicBezTo>
                      <a:cubicBezTo>
                        <a:pt x="24" y="11"/>
                        <a:pt x="24" y="11"/>
                        <a:pt x="24" y="11"/>
                      </a:cubicBezTo>
                      <a:cubicBezTo>
                        <a:pt x="24" y="11"/>
                        <a:pt x="24" y="11"/>
                        <a:pt x="24" y="11"/>
                      </a:cubicBezTo>
                      <a:cubicBezTo>
                        <a:pt x="23" y="11"/>
                        <a:pt x="23" y="11"/>
                        <a:pt x="23" y="11"/>
                      </a:cubicBezTo>
                      <a:cubicBezTo>
                        <a:pt x="23" y="11"/>
                        <a:pt x="23" y="11"/>
                        <a:pt x="23" y="11"/>
                      </a:cubicBezTo>
                      <a:cubicBezTo>
                        <a:pt x="23" y="12"/>
                        <a:pt x="23" y="12"/>
                        <a:pt x="23" y="12"/>
                      </a:cubicBezTo>
                      <a:cubicBezTo>
                        <a:pt x="23" y="12"/>
                        <a:pt x="23" y="12"/>
                        <a:pt x="23" y="12"/>
                      </a:cubicBezTo>
                      <a:cubicBezTo>
                        <a:pt x="23" y="13"/>
                        <a:pt x="23" y="13"/>
                        <a:pt x="23" y="13"/>
                      </a:cubicBezTo>
                      <a:cubicBezTo>
                        <a:pt x="22" y="13"/>
                        <a:pt x="22" y="13"/>
                        <a:pt x="22" y="13"/>
                      </a:cubicBezTo>
                      <a:cubicBezTo>
                        <a:pt x="22" y="14"/>
                        <a:pt x="22" y="14"/>
                        <a:pt x="22" y="14"/>
                      </a:cubicBezTo>
                      <a:cubicBezTo>
                        <a:pt x="22" y="13"/>
                        <a:pt x="22" y="13"/>
                        <a:pt x="22" y="13"/>
                      </a:cubicBezTo>
                      <a:cubicBezTo>
                        <a:pt x="22" y="14"/>
                        <a:pt x="22" y="14"/>
                        <a:pt x="22" y="14"/>
                      </a:cubicBezTo>
                      <a:cubicBezTo>
                        <a:pt x="22" y="14"/>
                        <a:pt x="22" y="14"/>
                        <a:pt x="22" y="14"/>
                      </a:cubicBezTo>
                      <a:cubicBezTo>
                        <a:pt x="21" y="14"/>
                        <a:pt x="21" y="14"/>
                        <a:pt x="21" y="14"/>
                      </a:cubicBezTo>
                      <a:cubicBezTo>
                        <a:pt x="21" y="13"/>
                        <a:pt x="21" y="13"/>
                        <a:pt x="21" y="13"/>
                      </a:cubicBezTo>
                      <a:cubicBezTo>
                        <a:pt x="20" y="14"/>
                        <a:pt x="20" y="14"/>
                        <a:pt x="20" y="14"/>
                      </a:cubicBezTo>
                      <a:cubicBezTo>
                        <a:pt x="20" y="13"/>
                        <a:pt x="20" y="13"/>
                        <a:pt x="20" y="13"/>
                      </a:cubicBezTo>
                      <a:cubicBezTo>
                        <a:pt x="19" y="13"/>
                        <a:pt x="19" y="13"/>
                        <a:pt x="19" y="13"/>
                      </a:cubicBezTo>
                      <a:cubicBezTo>
                        <a:pt x="18" y="13"/>
                        <a:pt x="18" y="13"/>
                        <a:pt x="18" y="13"/>
                      </a:cubicBezTo>
                      <a:cubicBezTo>
                        <a:pt x="18" y="12"/>
                        <a:pt x="18" y="12"/>
                        <a:pt x="18" y="12"/>
                      </a:cubicBezTo>
                      <a:cubicBezTo>
                        <a:pt x="18" y="12"/>
                        <a:pt x="18" y="12"/>
                        <a:pt x="18" y="12"/>
                      </a:cubicBezTo>
                      <a:cubicBezTo>
                        <a:pt x="17" y="11"/>
                        <a:pt x="17" y="11"/>
                        <a:pt x="17" y="11"/>
                      </a:cubicBezTo>
                      <a:cubicBezTo>
                        <a:pt x="17" y="11"/>
                        <a:pt x="17" y="11"/>
                        <a:pt x="17" y="11"/>
                      </a:cubicBezTo>
                      <a:cubicBezTo>
                        <a:pt x="17" y="10"/>
                        <a:pt x="17" y="10"/>
                        <a:pt x="17" y="10"/>
                      </a:cubicBezTo>
                      <a:cubicBezTo>
                        <a:pt x="16" y="9"/>
                        <a:pt x="16" y="9"/>
                        <a:pt x="16" y="9"/>
                      </a:cubicBezTo>
                      <a:cubicBezTo>
                        <a:pt x="17" y="9"/>
                        <a:pt x="17" y="9"/>
                        <a:pt x="17" y="9"/>
                      </a:cubicBezTo>
                      <a:cubicBezTo>
                        <a:pt x="17" y="9"/>
                        <a:pt x="17" y="9"/>
                        <a:pt x="17" y="9"/>
                      </a:cubicBezTo>
                      <a:cubicBezTo>
                        <a:pt x="18" y="9"/>
                        <a:pt x="18" y="9"/>
                        <a:pt x="18" y="9"/>
                      </a:cubicBezTo>
                      <a:cubicBezTo>
                        <a:pt x="18" y="9"/>
                        <a:pt x="18" y="9"/>
                        <a:pt x="18" y="9"/>
                      </a:cubicBezTo>
                      <a:cubicBezTo>
                        <a:pt x="19" y="8"/>
                        <a:pt x="19" y="8"/>
                        <a:pt x="19" y="8"/>
                      </a:cubicBezTo>
                      <a:cubicBezTo>
                        <a:pt x="19" y="8"/>
                        <a:pt x="19" y="8"/>
                        <a:pt x="19" y="8"/>
                      </a:cubicBezTo>
                      <a:cubicBezTo>
                        <a:pt x="18" y="7"/>
                        <a:pt x="18" y="7"/>
                        <a:pt x="18" y="7"/>
                      </a:cubicBezTo>
                      <a:cubicBezTo>
                        <a:pt x="18" y="7"/>
                        <a:pt x="18" y="7"/>
                        <a:pt x="18" y="7"/>
                      </a:cubicBezTo>
                      <a:cubicBezTo>
                        <a:pt x="18" y="6"/>
                        <a:pt x="18" y="6"/>
                        <a:pt x="18" y="6"/>
                      </a:cubicBezTo>
                      <a:cubicBezTo>
                        <a:pt x="19" y="7"/>
                        <a:pt x="19" y="7"/>
                        <a:pt x="19" y="7"/>
                      </a:cubicBezTo>
                      <a:cubicBezTo>
                        <a:pt x="20" y="6"/>
                        <a:pt x="20" y="6"/>
                        <a:pt x="20" y="6"/>
                      </a:cubicBezTo>
                      <a:cubicBezTo>
                        <a:pt x="21" y="6"/>
                        <a:pt x="21" y="6"/>
                        <a:pt x="21" y="6"/>
                      </a:cubicBezTo>
                      <a:cubicBezTo>
                        <a:pt x="21" y="6"/>
                        <a:pt x="21" y="6"/>
                        <a:pt x="21" y="6"/>
                      </a:cubicBezTo>
                      <a:cubicBezTo>
                        <a:pt x="21" y="5"/>
                        <a:pt x="21" y="5"/>
                        <a:pt x="21" y="5"/>
                      </a:cubicBezTo>
                      <a:cubicBezTo>
                        <a:pt x="21" y="4"/>
                        <a:pt x="21" y="4"/>
                        <a:pt x="21" y="4"/>
                      </a:cubicBezTo>
                      <a:cubicBezTo>
                        <a:pt x="22" y="4"/>
                        <a:pt x="22" y="4"/>
                        <a:pt x="22" y="4"/>
                      </a:cubicBezTo>
                      <a:cubicBezTo>
                        <a:pt x="22" y="4"/>
                        <a:pt x="22" y="4"/>
                        <a:pt x="22" y="4"/>
                      </a:cubicBezTo>
                      <a:cubicBezTo>
                        <a:pt x="22" y="3"/>
                        <a:pt x="22" y="3"/>
                        <a:pt x="22" y="3"/>
                      </a:cubicBezTo>
                      <a:cubicBezTo>
                        <a:pt x="23" y="3"/>
                        <a:pt x="23" y="3"/>
                        <a:pt x="23" y="3"/>
                      </a:cubicBezTo>
                      <a:cubicBezTo>
                        <a:pt x="23" y="2"/>
                        <a:pt x="24" y="2"/>
                        <a:pt x="24" y="2"/>
                      </a:cubicBezTo>
                      <a:cubicBezTo>
                        <a:pt x="24" y="1"/>
                        <a:pt x="24" y="1"/>
                        <a:pt x="23" y="1"/>
                      </a:cubicBezTo>
                      <a:cubicBezTo>
                        <a:pt x="23" y="0"/>
                        <a:pt x="23" y="0"/>
                        <a:pt x="22" y="0"/>
                      </a:cubicBezTo>
                      <a:cubicBezTo>
                        <a:pt x="21" y="0"/>
                        <a:pt x="22" y="0"/>
                        <a:pt x="22" y="0"/>
                      </a:cubicBezTo>
                      <a:cubicBezTo>
                        <a:pt x="22" y="1"/>
                        <a:pt x="21" y="0"/>
                        <a:pt x="21" y="1"/>
                      </a:cubicBezTo>
                      <a:cubicBezTo>
                        <a:pt x="20" y="1"/>
                        <a:pt x="21" y="2"/>
                        <a:pt x="21" y="3"/>
                      </a:cubicBezTo>
                      <a:cubicBezTo>
                        <a:pt x="21" y="3"/>
                        <a:pt x="20" y="5"/>
                        <a:pt x="20" y="4"/>
                      </a:cubicBezTo>
                      <a:cubicBezTo>
                        <a:pt x="19" y="4"/>
                        <a:pt x="20" y="3"/>
                        <a:pt x="20" y="3"/>
                      </a:cubicBezTo>
                      <a:cubicBezTo>
                        <a:pt x="21" y="2"/>
                        <a:pt x="20" y="2"/>
                        <a:pt x="20" y="2"/>
                      </a:cubicBezTo>
                      <a:cubicBezTo>
                        <a:pt x="20" y="2"/>
                        <a:pt x="20" y="1"/>
                        <a:pt x="20" y="1"/>
                      </a:cubicBezTo>
                      <a:cubicBezTo>
                        <a:pt x="20" y="1"/>
                        <a:pt x="19" y="1"/>
                        <a:pt x="19" y="1"/>
                      </a:cubicBezTo>
                      <a:cubicBezTo>
                        <a:pt x="19" y="1"/>
                        <a:pt x="20" y="1"/>
                        <a:pt x="20" y="2"/>
                      </a:cubicBezTo>
                      <a:cubicBezTo>
                        <a:pt x="20"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7" y="2"/>
                        <a:pt x="17" y="2"/>
                        <a:pt x="16" y="2"/>
                      </a:cubicBezTo>
                      <a:cubicBezTo>
                        <a:pt x="16" y="1"/>
                        <a:pt x="14" y="3"/>
                        <a:pt x="14" y="4"/>
                      </a:cubicBezTo>
                      <a:cubicBezTo>
                        <a:pt x="15" y="4"/>
                        <a:pt x="15" y="4"/>
                        <a:pt x="15" y="5"/>
                      </a:cubicBezTo>
                      <a:cubicBezTo>
                        <a:pt x="15" y="5"/>
                        <a:pt x="15" y="5"/>
                        <a:pt x="15" y="5"/>
                      </a:cubicBezTo>
                      <a:cubicBezTo>
                        <a:pt x="15" y="5"/>
                        <a:pt x="15" y="6"/>
                        <a:pt x="15" y="5"/>
                      </a:cubicBezTo>
                      <a:cubicBezTo>
                        <a:pt x="13" y="5"/>
                        <a:pt x="15" y="6"/>
                        <a:pt x="14" y="7"/>
                      </a:cubicBezTo>
                      <a:cubicBezTo>
                        <a:pt x="14" y="7"/>
                        <a:pt x="13" y="6"/>
                        <a:pt x="13" y="6"/>
                      </a:cubicBezTo>
                      <a:cubicBezTo>
                        <a:pt x="13" y="7"/>
                        <a:pt x="12" y="7"/>
                        <a:pt x="12" y="8"/>
                      </a:cubicBezTo>
                      <a:cubicBezTo>
                        <a:pt x="12" y="8"/>
                        <a:pt x="13" y="8"/>
                        <a:pt x="13" y="8"/>
                      </a:cubicBezTo>
                      <a:cubicBezTo>
                        <a:pt x="13" y="8"/>
                        <a:pt x="14" y="8"/>
                        <a:pt x="14" y="8"/>
                      </a:cubicBezTo>
                      <a:cubicBezTo>
                        <a:pt x="15" y="8"/>
                        <a:pt x="14" y="9"/>
                        <a:pt x="15" y="8"/>
                      </a:cubicBezTo>
                      <a:cubicBezTo>
                        <a:pt x="15" y="8"/>
                        <a:pt x="16" y="8"/>
                        <a:pt x="16" y="8"/>
                      </a:cubicBezTo>
                      <a:cubicBezTo>
                        <a:pt x="17" y="9"/>
                        <a:pt x="14" y="10"/>
                        <a:pt x="14" y="11"/>
                      </a:cubicBezTo>
                      <a:cubicBezTo>
                        <a:pt x="14" y="11"/>
                        <a:pt x="14" y="11"/>
                        <a:pt x="14" y="11"/>
                      </a:cubicBezTo>
                      <a:cubicBezTo>
                        <a:pt x="13" y="11"/>
                        <a:pt x="14" y="11"/>
                        <a:pt x="14" y="12"/>
                      </a:cubicBezTo>
                      <a:cubicBezTo>
                        <a:pt x="14" y="12"/>
                        <a:pt x="14" y="12"/>
                        <a:pt x="14" y="12"/>
                      </a:cubicBezTo>
                      <a:cubicBezTo>
                        <a:pt x="14" y="13"/>
                        <a:pt x="14" y="13"/>
                        <a:pt x="14" y="13"/>
                      </a:cubicBezTo>
                      <a:cubicBezTo>
                        <a:pt x="13" y="13"/>
                        <a:pt x="13" y="12"/>
                        <a:pt x="13" y="12"/>
                      </a:cubicBezTo>
                      <a:cubicBezTo>
                        <a:pt x="13" y="12"/>
                        <a:pt x="12" y="12"/>
                        <a:pt x="12" y="12"/>
                      </a:cubicBezTo>
                      <a:cubicBezTo>
                        <a:pt x="11" y="12"/>
                        <a:pt x="11" y="12"/>
                        <a:pt x="11" y="12"/>
                      </a:cubicBezTo>
                      <a:cubicBezTo>
                        <a:pt x="10" y="12"/>
                        <a:pt x="10" y="13"/>
                        <a:pt x="10" y="14"/>
                      </a:cubicBezTo>
                      <a:cubicBezTo>
                        <a:pt x="9" y="13"/>
                        <a:pt x="9" y="13"/>
                        <a:pt x="9" y="12"/>
                      </a:cubicBezTo>
                      <a:cubicBezTo>
                        <a:pt x="9" y="12"/>
                        <a:pt x="8" y="12"/>
                        <a:pt x="8" y="12"/>
                      </a:cubicBezTo>
                      <a:cubicBezTo>
                        <a:pt x="7" y="12"/>
                        <a:pt x="5" y="11"/>
                        <a:pt x="5" y="12"/>
                      </a:cubicBezTo>
                      <a:cubicBezTo>
                        <a:pt x="6" y="12"/>
                        <a:pt x="6" y="12"/>
                        <a:pt x="6" y="12"/>
                      </a:cubicBezTo>
                      <a:cubicBezTo>
                        <a:pt x="5" y="12"/>
                        <a:pt x="5" y="12"/>
                        <a:pt x="5" y="12"/>
                      </a:cubicBezTo>
                      <a:cubicBezTo>
                        <a:pt x="4" y="12"/>
                        <a:pt x="5" y="12"/>
                        <a:pt x="4" y="12"/>
                      </a:cubicBezTo>
                      <a:cubicBezTo>
                        <a:pt x="3" y="12"/>
                        <a:pt x="3" y="13"/>
                        <a:pt x="3" y="13"/>
                      </a:cubicBezTo>
                      <a:cubicBezTo>
                        <a:pt x="4" y="13"/>
                        <a:pt x="4" y="13"/>
                        <a:pt x="4" y="13"/>
                      </a:cubicBezTo>
                      <a:cubicBezTo>
                        <a:pt x="4" y="13"/>
                        <a:pt x="5" y="14"/>
                        <a:pt x="5" y="14"/>
                      </a:cubicBezTo>
                      <a:cubicBezTo>
                        <a:pt x="5" y="14"/>
                        <a:pt x="5" y="15"/>
                        <a:pt x="5" y="15"/>
                      </a:cubicBezTo>
                      <a:cubicBezTo>
                        <a:pt x="5" y="15"/>
                        <a:pt x="5" y="15"/>
                        <a:pt x="5" y="16"/>
                      </a:cubicBezTo>
                      <a:cubicBezTo>
                        <a:pt x="5" y="16"/>
                        <a:pt x="4" y="16"/>
                        <a:pt x="4" y="16"/>
                      </a:cubicBezTo>
                      <a:cubicBezTo>
                        <a:pt x="5" y="17"/>
                        <a:pt x="5" y="17"/>
                        <a:pt x="6" y="17"/>
                      </a:cubicBezTo>
                      <a:cubicBezTo>
                        <a:pt x="6" y="16"/>
                        <a:pt x="7" y="16"/>
                        <a:pt x="7" y="17"/>
                      </a:cubicBezTo>
                      <a:cubicBezTo>
                        <a:pt x="7" y="18"/>
                        <a:pt x="6" y="18"/>
                        <a:pt x="5" y="18"/>
                      </a:cubicBezTo>
                      <a:cubicBezTo>
                        <a:pt x="5" y="18"/>
                        <a:pt x="4" y="19"/>
                        <a:pt x="5" y="19"/>
                      </a:cubicBezTo>
                      <a:cubicBezTo>
                        <a:pt x="5" y="19"/>
                        <a:pt x="5" y="19"/>
                        <a:pt x="5" y="19"/>
                      </a:cubicBezTo>
                      <a:cubicBezTo>
                        <a:pt x="5" y="19"/>
                        <a:pt x="5" y="20"/>
                        <a:pt x="5" y="20"/>
                      </a:cubicBezTo>
                      <a:cubicBezTo>
                        <a:pt x="6" y="20"/>
                        <a:pt x="6" y="20"/>
                        <a:pt x="6" y="20"/>
                      </a:cubicBezTo>
                      <a:cubicBezTo>
                        <a:pt x="5" y="20"/>
                        <a:pt x="5" y="20"/>
                        <a:pt x="4" y="20"/>
                      </a:cubicBezTo>
                      <a:cubicBezTo>
                        <a:pt x="4" y="20"/>
                        <a:pt x="4" y="20"/>
                        <a:pt x="4" y="20"/>
                      </a:cubicBezTo>
                      <a:cubicBezTo>
                        <a:pt x="4" y="20"/>
                        <a:pt x="4" y="20"/>
                        <a:pt x="3" y="20"/>
                      </a:cubicBezTo>
                      <a:cubicBezTo>
                        <a:pt x="3" y="20"/>
                        <a:pt x="3" y="20"/>
                        <a:pt x="3" y="21"/>
                      </a:cubicBezTo>
                      <a:cubicBezTo>
                        <a:pt x="3" y="21"/>
                        <a:pt x="3" y="21"/>
                        <a:pt x="3" y="21"/>
                      </a:cubicBezTo>
                      <a:cubicBezTo>
                        <a:pt x="3" y="22"/>
                        <a:pt x="3" y="22"/>
                        <a:pt x="3" y="22"/>
                      </a:cubicBezTo>
                      <a:cubicBezTo>
                        <a:pt x="3" y="22"/>
                        <a:pt x="4" y="22"/>
                        <a:pt x="4" y="22"/>
                      </a:cubicBezTo>
                      <a:cubicBezTo>
                        <a:pt x="4" y="23"/>
                        <a:pt x="4" y="22"/>
                        <a:pt x="4" y="22"/>
                      </a:cubicBezTo>
                      <a:cubicBezTo>
                        <a:pt x="5" y="22"/>
                        <a:pt x="5" y="22"/>
                        <a:pt x="5" y="22"/>
                      </a:cubicBezTo>
                      <a:cubicBezTo>
                        <a:pt x="5" y="22"/>
                        <a:pt x="5" y="22"/>
                        <a:pt x="5" y="23"/>
                      </a:cubicBezTo>
                      <a:cubicBezTo>
                        <a:pt x="5" y="23"/>
                        <a:pt x="5" y="23"/>
                        <a:pt x="5" y="23"/>
                      </a:cubicBezTo>
                      <a:cubicBezTo>
                        <a:pt x="5" y="23"/>
                        <a:pt x="5" y="23"/>
                        <a:pt x="5" y="23"/>
                      </a:cubicBezTo>
                      <a:cubicBezTo>
                        <a:pt x="6" y="23"/>
                        <a:pt x="6" y="22"/>
                        <a:pt x="6" y="22"/>
                      </a:cubicBezTo>
                      <a:cubicBezTo>
                        <a:pt x="7" y="22"/>
                        <a:pt x="6" y="24"/>
                        <a:pt x="7" y="24"/>
                      </a:cubicBezTo>
                      <a:cubicBezTo>
                        <a:pt x="8" y="24"/>
                        <a:pt x="9" y="24"/>
                        <a:pt x="9" y="24"/>
                      </a:cubicBezTo>
                      <a:cubicBezTo>
                        <a:pt x="10" y="24"/>
                        <a:pt x="10" y="24"/>
                        <a:pt x="11" y="24"/>
                      </a:cubicBezTo>
                      <a:cubicBezTo>
                        <a:pt x="11" y="24"/>
                        <a:pt x="11" y="24"/>
                        <a:pt x="11" y="24"/>
                      </a:cubicBezTo>
                      <a:cubicBezTo>
                        <a:pt x="11" y="24"/>
                        <a:pt x="11" y="24"/>
                        <a:pt x="11" y="25"/>
                      </a:cubicBezTo>
                      <a:cubicBezTo>
                        <a:pt x="11" y="25"/>
                        <a:pt x="10" y="25"/>
                        <a:pt x="10" y="25"/>
                      </a:cubicBezTo>
                      <a:cubicBezTo>
                        <a:pt x="10" y="25"/>
                        <a:pt x="9" y="26"/>
                        <a:pt x="9" y="25"/>
                      </a:cubicBezTo>
                      <a:cubicBezTo>
                        <a:pt x="9" y="25"/>
                        <a:pt x="8" y="27"/>
                        <a:pt x="8" y="27"/>
                      </a:cubicBezTo>
                      <a:cubicBezTo>
                        <a:pt x="8" y="27"/>
                        <a:pt x="8" y="27"/>
                        <a:pt x="7" y="27"/>
                      </a:cubicBezTo>
                      <a:cubicBezTo>
                        <a:pt x="8" y="28"/>
                        <a:pt x="8" y="28"/>
                        <a:pt x="8" y="28"/>
                      </a:cubicBezTo>
                      <a:cubicBezTo>
                        <a:pt x="8" y="28"/>
                        <a:pt x="8" y="29"/>
                        <a:pt x="7" y="29"/>
                      </a:cubicBezTo>
                      <a:cubicBezTo>
                        <a:pt x="7" y="29"/>
                        <a:pt x="7" y="29"/>
                        <a:pt x="7" y="30"/>
                      </a:cubicBezTo>
                      <a:cubicBezTo>
                        <a:pt x="6" y="30"/>
                        <a:pt x="6" y="30"/>
                        <a:pt x="6" y="31"/>
                      </a:cubicBezTo>
                      <a:cubicBezTo>
                        <a:pt x="5" y="31"/>
                        <a:pt x="5" y="31"/>
                        <a:pt x="4" y="32"/>
                      </a:cubicBezTo>
                      <a:cubicBezTo>
                        <a:pt x="6" y="32"/>
                        <a:pt x="6" y="31"/>
                        <a:pt x="7" y="31"/>
                      </a:cubicBezTo>
                      <a:cubicBezTo>
                        <a:pt x="7" y="30"/>
                        <a:pt x="7" y="31"/>
                        <a:pt x="8" y="31"/>
                      </a:cubicBezTo>
                      <a:cubicBezTo>
                        <a:pt x="8" y="31"/>
                        <a:pt x="9" y="31"/>
                        <a:pt x="9" y="31"/>
                      </a:cubicBezTo>
                      <a:cubicBezTo>
                        <a:pt x="9" y="31"/>
                        <a:pt x="10" y="31"/>
                        <a:pt x="10" y="30"/>
                      </a:cubicBezTo>
                      <a:cubicBezTo>
                        <a:pt x="10" y="30"/>
                        <a:pt x="10" y="30"/>
                        <a:pt x="11" y="29"/>
                      </a:cubicBezTo>
                      <a:cubicBezTo>
                        <a:pt x="11" y="29"/>
                        <a:pt x="11" y="30"/>
                        <a:pt x="11" y="30"/>
                      </a:cubicBezTo>
                      <a:cubicBezTo>
                        <a:pt x="11" y="30"/>
                        <a:pt x="11" y="30"/>
                        <a:pt x="12" y="31"/>
                      </a:cubicBezTo>
                      <a:cubicBezTo>
                        <a:pt x="11" y="31"/>
                        <a:pt x="10" y="31"/>
                        <a:pt x="9" y="32"/>
                      </a:cubicBezTo>
                      <a:cubicBezTo>
                        <a:pt x="8" y="32"/>
                        <a:pt x="7" y="31"/>
                        <a:pt x="7" y="32"/>
                      </a:cubicBezTo>
                      <a:cubicBezTo>
                        <a:pt x="6" y="32"/>
                        <a:pt x="7" y="32"/>
                        <a:pt x="6" y="32"/>
                      </a:cubicBezTo>
                      <a:cubicBezTo>
                        <a:pt x="6" y="33"/>
                        <a:pt x="5" y="33"/>
                        <a:pt x="5" y="33"/>
                      </a:cubicBezTo>
                      <a:cubicBezTo>
                        <a:pt x="4" y="34"/>
                        <a:pt x="5" y="33"/>
                        <a:pt x="5" y="34"/>
                      </a:cubicBezTo>
                      <a:cubicBezTo>
                        <a:pt x="5" y="34"/>
                        <a:pt x="5" y="34"/>
                        <a:pt x="5" y="34"/>
                      </a:cubicBezTo>
                      <a:cubicBezTo>
                        <a:pt x="5" y="35"/>
                        <a:pt x="5" y="35"/>
                        <a:pt x="5" y="35"/>
                      </a:cubicBezTo>
                      <a:cubicBezTo>
                        <a:pt x="5" y="35"/>
                        <a:pt x="5" y="35"/>
                        <a:pt x="4" y="35"/>
                      </a:cubicBezTo>
                      <a:cubicBezTo>
                        <a:pt x="4" y="35"/>
                        <a:pt x="4" y="35"/>
                        <a:pt x="4" y="35"/>
                      </a:cubicBezTo>
                      <a:cubicBezTo>
                        <a:pt x="3" y="35"/>
                        <a:pt x="3" y="35"/>
                        <a:pt x="3" y="35"/>
                      </a:cubicBezTo>
                      <a:cubicBezTo>
                        <a:pt x="2" y="35"/>
                        <a:pt x="0" y="36"/>
                        <a:pt x="1" y="37"/>
                      </a:cubicBezTo>
                      <a:cubicBezTo>
                        <a:pt x="1" y="37"/>
                        <a:pt x="2" y="36"/>
                        <a:pt x="2" y="36"/>
                      </a:cubicBezTo>
                      <a:cubicBezTo>
                        <a:pt x="2" y="36"/>
                        <a:pt x="3" y="36"/>
                        <a:pt x="3" y="36"/>
                      </a:cubicBezTo>
                      <a:cubicBezTo>
                        <a:pt x="3" y="36"/>
                        <a:pt x="4" y="36"/>
                        <a:pt x="4" y="36"/>
                      </a:cubicBezTo>
                      <a:cubicBezTo>
                        <a:pt x="4" y="36"/>
                        <a:pt x="5" y="36"/>
                        <a:pt x="5" y="36"/>
                      </a:cubicBezTo>
                      <a:cubicBezTo>
                        <a:pt x="5" y="37"/>
                        <a:pt x="4" y="37"/>
                        <a:pt x="4" y="37"/>
                      </a:cubicBezTo>
                      <a:cubicBezTo>
                        <a:pt x="3" y="37"/>
                        <a:pt x="2" y="37"/>
                        <a:pt x="2" y="38"/>
                      </a:cubicBezTo>
                      <a:cubicBezTo>
                        <a:pt x="2" y="38"/>
                        <a:pt x="2" y="39"/>
                        <a:pt x="2" y="39"/>
                      </a:cubicBezTo>
                      <a:cubicBezTo>
                        <a:pt x="2" y="39"/>
                        <a:pt x="2" y="39"/>
                        <a:pt x="2" y="39"/>
                      </a:cubicBezTo>
                      <a:cubicBezTo>
                        <a:pt x="1" y="39"/>
                        <a:pt x="1" y="39"/>
                        <a:pt x="2" y="40"/>
                      </a:cubicBezTo>
                      <a:cubicBezTo>
                        <a:pt x="2" y="40"/>
                        <a:pt x="2" y="39"/>
                        <a:pt x="3" y="40"/>
                      </a:cubicBezTo>
                      <a:cubicBezTo>
                        <a:pt x="3" y="40"/>
                        <a:pt x="3" y="40"/>
                        <a:pt x="3" y="40"/>
                      </a:cubicBezTo>
                      <a:cubicBezTo>
                        <a:pt x="4" y="41"/>
                        <a:pt x="4" y="40"/>
                        <a:pt x="5" y="40"/>
                      </a:cubicBezTo>
                      <a:cubicBezTo>
                        <a:pt x="5" y="40"/>
                        <a:pt x="6" y="39"/>
                        <a:pt x="6" y="39"/>
                      </a:cubicBezTo>
                      <a:cubicBezTo>
                        <a:pt x="6" y="40"/>
                        <a:pt x="3" y="41"/>
                        <a:pt x="3" y="42"/>
                      </a:cubicBezTo>
                      <a:cubicBezTo>
                        <a:pt x="4" y="42"/>
                        <a:pt x="5" y="42"/>
                        <a:pt x="6" y="41"/>
                      </a:cubicBezTo>
                      <a:cubicBezTo>
                        <a:pt x="6" y="41"/>
                        <a:pt x="7" y="40"/>
                        <a:pt x="7" y="40"/>
                      </a:cubicBezTo>
                      <a:cubicBezTo>
                        <a:pt x="8" y="40"/>
                        <a:pt x="8" y="41"/>
                        <a:pt x="7" y="42"/>
                      </a:cubicBezTo>
                      <a:cubicBezTo>
                        <a:pt x="7" y="42"/>
                        <a:pt x="6" y="42"/>
                        <a:pt x="6" y="42"/>
                      </a:cubicBezTo>
                      <a:cubicBezTo>
                        <a:pt x="6" y="42"/>
                        <a:pt x="6" y="42"/>
                        <a:pt x="7" y="42"/>
                      </a:cubicBezTo>
                      <a:cubicBezTo>
                        <a:pt x="6" y="42"/>
                        <a:pt x="6" y="43"/>
                        <a:pt x="6" y="43"/>
                      </a:cubicBezTo>
                      <a:cubicBezTo>
                        <a:pt x="6" y="43"/>
                        <a:pt x="5" y="43"/>
                        <a:pt x="5" y="44"/>
                      </a:cubicBezTo>
                      <a:cubicBezTo>
                        <a:pt x="5" y="44"/>
                        <a:pt x="6" y="43"/>
                        <a:pt x="6" y="43"/>
                      </a:cubicBezTo>
                      <a:cubicBezTo>
                        <a:pt x="6" y="43"/>
                        <a:pt x="7" y="43"/>
                        <a:pt x="7" y="43"/>
                      </a:cubicBezTo>
                      <a:cubicBezTo>
                        <a:pt x="7" y="43"/>
                        <a:pt x="7" y="43"/>
                        <a:pt x="8" y="43"/>
                      </a:cubicBezTo>
                      <a:cubicBezTo>
                        <a:pt x="8" y="43"/>
                        <a:pt x="8" y="43"/>
                        <a:pt x="9" y="43"/>
                      </a:cubicBezTo>
                      <a:cubicBezTo>
                        <a:pt x="9" y="43"/>
                        <a:pt x="9" y="43"/>
                        <a:pt x="10" y="43"/>
                      </a:cubicBezTo>
                      <a:cubicBezTo>
                        <a:pt x="10" y="43"/>
                        <a:pt x="10" y="43"/>
                        <a:pt x="11" y="43"/>
                      </a:cubicBezTo>
                      <a:cubicBezTo>
                        <a:pt x="11" y="43"/>
                        <a:pt x="11" y="42"/>
                        <a:pt x="11" y="42"/>
                      </a:cubicBezTo>
                      <a:cubicBezTo>
                        <a:pt x="12" y="42"/>
                        <a:pt x="12" y="42"/>
                        <a:pt x="12" y="42"/>
                      </a:cubicBezTo>
                      <a:cubicBezTo>
                        <a:pt x="12" y="42"/>
                        <a:pt x="12" y="42"/>
                        <a:pt x="12" y="42"/>
                      </a:cubicBezTo>
                      <a:cubicBezTo>
                        <a:pt x="13" y="42"/>
                        <a:pt x="12" y="42"/>
                        <a:pt x="13" y="42"/>
                      </a:cubicBezTo>
                      <a:cubicBezTo>
                        <a:pt x="13" y="42"/>
                        <a:pt x="13" y="42"/>
                        <a:pt x="14" y="42"/>
                      </a:cubicBezTo>
                      <a:cubicBezTo>
                        <a:pt x="14" y="42"/>
                        <a:pt x="14" y="41"/>
                        <a:pt x="14" y="41"/>
                      </a:cubicBezTo>
                      <a:cubicBezTo>
                        <a:pt x="15" y="41"/>
                        <a:pt x="15" y="41"/>
                        <a:pt x="15" y="41"/>
                      </a:cubicBezTo>
                      <a:cubicBezTo>
                        <a:pt x="15" y="40"/>
                        <a:pt x="15" y="40"/>
                        <a:pt x="15" y="39"/>
                      </a:cubicBezTo>
                      <a:cubicBezTo>
                        <a:pt x="15" y="39"/>
                        <a:pt x="16" y="39"/>
                        <a:pt x="16" y="39"/>
                      </a:cubicBezTo>
                      <a:cubicBezTo>
                        <a:pt x="16" y="40"/>
                        <a:pt x="16" y="40"/>
                        <a:pt x="17" y="40"/>
                      </a:cubicBezTo>
                      <a:cubicBezTo>
                        <a:pt x="17" y="40"/>
                        <a:pt x="17" y="39"/>
                        <a:pt x="18" y="39"/>
                      </a:cubicBezTo>
                      <a:cubicBezTo>
                        <a:pt x="18" y="39"/>
                        <a:pt x="18" y="39"/>
                        <a:pt x="19" y="38"/>
                      </a:cubicBezTo>
                      <a:cubicBezTo>
                        <a:pt x="19" y="38"/>
                        <a:pt x="20" y="38"/>
                        <a:pt x="20" y="38"/>
                      </a:cubicBezTo>
                      <a:cubicBezTo>
                        <a:pt x="20" y="37"/>
                        <a:pt x="20" y="37"/>
                        <a:pt x="20" y="37"/>
                      </a:cubicBezTo>
                      <a:cubicBezTo>
                        <a:pt x="20" y="36"/>
                        <a:pt x="23" y="36"/>
                        <a:pt x="23" y="36"/>
                      </a:cubicBezTo>
                      <a:cubicBezTo>
                        <a:pt x="23" y="36"/>
                        <a:pt x="24" y="36"/>
                        <a:pt x="24" y="36"/>
                      </a:cubicBezTo>
                      <a:cubicBezTo>
                        <a:pt x="24" y="36"/>
                        <a:pt x="24" y="35"/>
                        <a:pt x="24" y="35"/>
                      </a:cubicBezTo>
                      <a:cubicBezTo>
                        <a:pt x="24" y="35"/>
                        <a:pt x="25" y="36"/>
                        <a:pt x="25" y="36"/>
                      </a:cubicBezTo>
                      <a:cubicBezTo>
                        <a:pt x="25" y="36"/>
                        <a:pt x="25" y="36"/>
                        <a:pt x="25" y="36"/>
                      </a:cubicBezTo>
                      <a:cubicBezTo>
                        <a:pt x="26" y="35"/>
                        <a:pt x="26" y="36"/>
                        <a:pt x="27" y="36"/>
                      </a:cubicBezTo>
                      <a:cubicBezTo>
                        <a:pt x="27" y="36"/>
                        <a:pt x="28" y="36"/>
                        <a:pt x="29" y="35"/>
                      </a:cubicBezTo>
                      <a:cubicBezTo>
                        <a:pt x="29" y="35"/>
                        <a:pt x="27" y="34"/>
                        <a:pt x="28" y="34"/>
                      </a:cubicBezTo>
                      <a:cubicBezTo>
                        <a:pt x="28" y="34"/>
                        <a:pt x="29" y="33"/>
                        <a:pt x="29" y="33"/>
                      </a:cubicBezTo>
                      <a:cubicBezTo>
                        <a:pt x="29" y="32"/>
                        <a:pt x="29" y="32"/>
                        <a:pt x="29" y="31"/>
                      </a:cubicBezTo>
                      <a:cubicBezTo>
                        <a:pt x="29" y="31"/>
                        <a:pt x="29" y="31"/>
                        <a:pt x="29" y="31"/>
                      </a:cubicBezTo>
                      <a:cubicBezTo>
                        <a:pt x="29" y="30"/>
                        <a:pt x="30" y="30"/>
                        <a:pt x="30" y="30"/>
                      </a:cubicBezTo>
                      <a:cubicBezTo>
                        <a:pt x="30" y="29"/>
                        <a:pt x="30" y="29"/>
                        <a:pt x="30" y="29"/>
                      </a:cubicBezTo>
                      <a:cubicBezTo>
                        <a:pt x="30" y="28"/>
                        <a:pt x="31" y="28"/>
                        <a:pt x="31" y="28"/>
                      </a:cubicBezTo>
                      <a:cubicBezTo>
                        <a:pt x="31" y="27"/>
                        <a:pt x="31" y="27"/>
                        <a:pt x="31" y="27"/>
                      </a:cubicBezTo>
                      <a:cubicBezTo>
                        <a:pt x="30" y="26"/>
                        <a:pt x="31" y="26"/>
                        <a:pt x="30" y="25"/>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2" name="Freeform 807">
                  <a:extLst>
                    <a:ext uri="{FF2B5EF4-FFF2-40B4-BE49-F238E27FC236}">
                      <a16:creationId xmlns:a16="http://schemas.microsoft.com/office/drawing/2014/main" id="{73F171BD-BA19-6377-D69F-D195E55A31DC}"/>
                    </a:ext>
                  </a:extLst>
                </p:cNvPr>
                <p:cNvSpPr>
                  <a:spLocks/>
                </p:cNvSpPr>
                <p:nvPr/>
              </p:nvSpPr>
              <p:spPr bwMode="auto">
                <a:xfrm>
                  <a:off x="5834063" y="3317875"/>
                  <a:ext cx="190500" cy="115888"/>
                </a:xfrm>
                <a:custGeom>
                  <a:avLst/>
                  <a:gdLst>
                    <a:gd name="T0" fmla="*/ 7 w 46"/>
                    <a:gd name="T1" fmla="*/ 24 h 28"/>
                    <a:gd name="T2" fmla="*/ 9 w 46"/>
                    <a:gd name="T3" fmla="*/ 26 h 28"/>
                    <a:gd name="T4" fmla="*/ 16 w 46"/>
                    <a:gd name="T5" fmla="*/ 27 h 28"/>
                    <a:gd name="T6" fmla="*/ 19 w 46"/>
                    <a:gd name="T7" fmla="*/ 26 h 28"/>
                    <a:gd name="T8" fmla="*/ 22 w 46"/>
                    <a:gd name="T9" fmla="*/ 25 h 28"/>
                    <a:gd name="T10" fmla="*/ 24 w 46"/>
                    <a:gd name="T11" fmla="*/ 24 h 28"/>
                    <a:gd name="T12" fmla="*/ 28 w 46"/>
                    <a:gd name="T13" fmla="*/ 24 h 28"/>
                    <a:gd name="T14" fmla="*/ 30 w 46"/>
                    <a:gd name="T15" fmla="*/ 24 h 28"/>
                    <a:gd name="T16" fmla="*/ 33 w 46"/>
                    <a:gd name="T17" fmla="*/ 23 h 28"/>
                    <a:gd name="T18" fmla="*/ 34 w 46"/>
                    <a:gd name="T19" fmla="*/ 20 h 28"/>
                    <a:gd name="T20" fmla="*/ 36 w 46"/>
                    <a:gd name="T21" fmla="*/ 19 h 28"/>
                    <a:gd name="T22" fmla="*/ 37 w 46"/>
                    <a:gd name="T23" fmla="*/ 15 h 28"/>
                    <a:gd name="T24" fmla="*/ 39 w 46"/>
                    <a:gd name="T25" fmla="*/ 13 h 28"/>
                    <a:gd name="T26" fmla="*/ 40 w 46"/>
                    <a:gd name="T27" fmla="*/ 10 h 28"/>
                    <a:gd name="T28" fmla="*/ 41 w 46"/>
                    <a:gd name="T29" fmla="*/ 8 h 28"/>
                    <a:gd name="T30" fmla="*/ 42 w 46"/>
                    <a:gd name="T31" fmla="*/ 8 h 28"/>
                    <a:gd name="T32" fmla="*/ 45 w 46"/>
                    <a:gd name="T33" fmla="*/ 6 h 28"/>
                    <a:gd name="T34" fmla="*/ 44 w 46"/>
                    <a:gd name="T35" fmla="*/ 5 h 28"/>
                    <a:gd name="T36" fmla="*/ 42 w 46"/>
                    <a:gd name="T37" fmla="*/ 3 h 28"/>
                    <a:gd name="T38" fmla="*/ 40 w 46"/>
                    <a:gd name="T39" fmla="*/ 2 h 28"/>
                    <a:gd name="T40" fmla="*/ 38 w 46"/>
                    <a:gd name="T41" fmla="*/ 2 h 28"/>
                    <a:gd name="T42" fmla="*/ 35 w 46"/>
                    <a:gd name="T43" fmla="*/ 0 h 28"/>
                    <a:gd name="T44" fmla="*/ 33 w 46"/>
                    <a:gd name="T45" fmla="*/ 1 h 28"/>
                    <a:gd name="T46" fmla="*/ 29 w 46"/>
                    <a:gd name="T47" fmla="*/ 0 h 28"/>
                    <a:gd name="T48" fmla="*/ 27 w 46"/>
                    <a:gd name="T49" fmla="*/ 3 h 28"/>
                    <a:gd name="T50" fmla="*/ 23 w 46"/>
                    <a:gd name="T51" fmla="*/ 4 h 28"/>
                    <a:gd name="T52" fmla="*/ 18 w 46"/>
                    <a:gd name="T53" fmla="*/ 5 h 28"/>
                    <a:gd name="T54" fmla="*/ 16 w 46"/>
                    <a:gd name="T55" fmla="*/ 8 h 28"/>
                    <a:gd name="T56" fmla="*/ 10 w 46"/>
                    <a:gd name="T57" fmla="*/ 7 h 28"/>
                    <a:gd name="T58" fmla="*/ 6 w 46"/>
                    <a:gd name="T59" fmla="*/ 9 h 28"/>
                    <a:gd name="T60" fmla="*/ 3 w 46"/>
                    <a:gd name="T61" fmla="*/ 8 h 28"/>
                    <a:gd name="T62" fmla="*/ 4 w 46"/>
                    <a:gd name="T63" fmla="*/ 11 h 28"/>
                    <a:gd name="T64" fmla="*/ 2 w 46"/>
                    <a:gd name="T65" fmla="*/ 13 h 28"/>
                    <a:gd name="T66" fmla="*/ 2 w 46"/>
                    <a:gd name="T67" fmla="*/ 15 h 28"/>
                    <a:gd name="T68" fmla="*/ 0 w 46"/>
                    <a:gd name="T69" fmla="*/ 17 h 28"/>
                    <a:gd name="T70" fmla="*/ 1 w 46"/>
                    <a:gd name="T71" fmla="*/ 18 h 28"/>
                    <a:gd name="T72" fmla="*/ 2 w 46"/>
                    <a:gd name="T73" fmla="*/ 19 h 28"/>
                    <a:gd name="T74" fmla="*/ 2 w 46"/>
                    <a:gd name="T75"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28">
                      <a:moveTo>
                        <a:pt x="5" y="23"/>
                      </a:moveTo>
                      <a:cubicBezTo>
                        <a:pt x="6" y="24"/>
                        <a:pt x="6" y="24"/>
                        <a:pt x="7" y="24"/>
                      </a:cubicBezTo>
                      <a:cubicBezTo>
                        <a:pt x="8" y="25"/>
                        <a:pt x="8" y="25"/>
                        <a:pt x="8" y="26"/>
                      </a:cubicBezTo>
                      <a:cubicBezTo>
                        <a:pt x="8" y="26"/>
                        <a:pt x="9" y="26"/>
                        <a:pt x="9" y="26"/>
                      </a:cubicBezTo>
                      <a:cubicBezTo>
                        <a:pt x="10" y="27"/>
                        <a:pt x="11" y="27"/>
                        <a:pt x="13" y="27"/>
                      </a:cubicBezTo>
                      <a:cubicBezTo>
                        <a:pt x="14" y="27"/>
                        <a:pt x="15" y="28"/>
                        <a:pt x="16" y="27"/>
                      </a:cubicBezTo>
                      <a:cubicBezTo>
                        <a:pt x="16" y="27"/>
                        <a:pt x="17" y="27"/>
                        <a:pt x="18" y="26"/>
                      </a:cubicBezTo>
                      <a:cubicBezTo>
                        <a:pt x="18" y="26"/>
                        <a:pt x="19" y="26"/>
                        <a:pt x="19" y="26"/>
                      </a:cubicBezTo>
                      <a:cubicBezTo>
                        <a:pt x="20" y="25"/>
                        <a:pt x="20" y="26"/>
                        <a:pt x="21" y="26"/>
                      </a:cubicBezTo>
                      <a:cubicBezTo>
                        <a:pt x="21" y="25"/>
                        <a:pt x="21" y="25"/>
                        <a:pt x="22" y="25"/>
                      </a:cubicBezTo>
                      <a:cubicBezTo>
                        <a:pt x="22" y="25"/>
                        <a:pt x="22" y="24"/>
                        <a:pt x="23" y="24"/>
                      </a:cubicBezTo>
                      <a:cubicBezTo>
                        <a:pt x="23" y="24"/>
                        <a:pt x="24" y="24"/>
                        <a:pt x="24" y="24"/>
                      </a:cubicBezTo>
                      <a:cubicBezTo>
                        <a:pt x="24" y="24"/>
                        <a:pt x="25" y="24"/>
                        <a:pt x="25" y="24"/>
                      </a:cubicBezTo>
                      <a:cubicBezTo>
                        <a:pt x="26" y="24"/>
                        <a:pt x="27" y="24"/>
                        <a:pt x="28" y="24"/>
                      </a:cubicBezTo>
                      <a:cubicBezTo>
                        <a:pt x="28" y="24"/>
                        <a:pt x="29" y="24"/>
                        <a:pt x="29" y="24"/>
                      </a:cubicBezTo>
                      <a:cubicBezTo>
                        <a:pt x="30" y="24"/>
                        <a:pt x="30" y="24"/>
                        <a:pt x="30" y="24"/>
                      </a:cubicBezTo>
                      <a:cubicBezTo>
                        <a:pt x="31" y="24"/>
                        <a:pt x="31" y="23"/>
                        <a:pt x="31" y="23"/>
                      </a:cubicBezTo>
                      <a:cubicBezTo>
                        <a:pt x="32" y="23"/>
                        <a:pt x="32" y="23"/>
                        <a:pt x="33" y="23"/>
                      </a:cubicBezTo>
                      <a:cubicBezTo>
                        <a:pt x="33" y="23"/>
                        <a:pt x="34" y="22"/>
                        <a:pt x="34" y="21"/>
                      </a:cubicBezTo>
                      <a:cubicBezTo>
                        <a:pt x="34" y="21"/>
                        <a:pt x="34" y="21"/>
                        <a:pt x="34" y="20"/>
                      </a:cubicBezTo>
                      <a:cubicBezTo>
                        <a:pt x="34" y="20"/>
                        <a:pt x="35" y="20"/>
                        <a:pt x="35" y="19"/>
                      </a:cubicBezTo>
                      <a:cubicBezTo>
                        <a:pt x="35" y="19"/>
                        <a:pt x="35" y="19"/>
                        <a:pt x="36" y="19"/>
                      </a:cubicBezTo>
                      <a:cubicBezTo>
                        <a:pt x="36" y="18"/>
                        <a:pt x="36" y="18"/>
                        <a:pt x="36" y="18"/>
                      </a:cubicBezTo>
                      <a:cubicBezTo>
                        <a:pt x="36" y="17"/>
                        <a:pt x="37" y="16"/>
                        <a:pt x="37" y="15"/>
                      </a:cubicBezTo>
                      <a:cubicBezTo>
                        <a:pt x="37" y="15"/>
                        <a:pt x="38" y="14"/>
                        <a:pt x="38" y="14"/>
                      </a:cubicBezTo>
                      <a:cubicBezTo>
                        <a:pt x="38" y="14"/>
                        <a:pt x="38" y="13"/>
                        <a:pt x="39" y="13"/>
                      </a:cubicBezTo>
                      <a:cubicBezTo>
                        <a:pt x="39" y="12"/>
                        <a:pt x="39" y="12"/>
                        <a:pt x="39" y="12"/>
                      </a:cubicBezTo>
                      <a:cubicBezTo>
                        <a:pt x="39" y="11"/>
                        <a:pt x="39" y="11"/>
                        <a:pt x="40" y="10"/>
                      </a:cubicBezTo>
                      <a:cubicBezTo>
                        <a:pt x="40" y="10"/>
                        <a:pt x="40" y="10"/>
                        <a:pt x="41" y="10"/>
                      </a:cubicBezTo>
                      <a:cubicBezTo>
                        <a:pt x="41" y="9"/>
                        <a:pt x="41" y="9"/>
                        <a:pt x="41" y="8"/>
                      </a:cubicBezTo>
                      <a:cubicBezTo>
                        <a:pt x="41" y="8"/>
                        <a:pt x="42" y="8"/>
                        <a:pt x="42" y="8"/>
                      </a:cubicBezTo>
                      <a:cubicBezTo>
                        <a:pt x="42" y="8"/>
                        <a:pt x="42" y="8"/>
                        <a:pt x="42" y="8"/>
                      </a:cubicBezTo>
                      <a:cubicBezTo>
                        <a:pt x="43" y="8"/>
                        <a:pt x="43" y="8"/>
                        <a:pt x="44" y="8"/>
                      </a:cubicBezTo>
                      <a:cubicBezTo>
                        <a:pt x="45" y="8"/>
                        <a:pt x="46" y="7"/>
                        <a:pt x="45" y="6"/>
                      </a:cubicBezTo>
                      <a:cubicBezTo>
                        <a:pt x="45" y="5"/>
                        <a:pt x="45" y="5"/>
                        <a:pt x="45" y="5"/>
                      </a:cubicBezTo>
                      <a:cubicBezTo>
                        <a:pt x="44" y="5"/>
                        <a:pt x="44" y="5"/>
                        <a:pt x="44" y="5"/>
                      </a:cubicBezTo>
                      <a:cubicBezTo>
                        <a:pt x="43" y="5"/>
                        <a:pt x="43" y="4"/>
                        <a:pt x="43" y="4"/>
                      </a:cubicBezTo>
                      <a:cubicBezTo>
                        <a:pt x="43" y="3"/>
                        <a:pt x="42" y="3"/>
                        <a:pt x="42" y="3"/>
                      </a:cubicBezTo>
                      <a:cubicBezTo>
                        <a:pt x="41" y="3"/>
                        <a:pt x="41" y="3"/>
                        <a:pt x="41" y="2"/>
                      </a:cubicBezTo>
                      <a:cubicBezTo>
                        <a:pt x="41" y="2"/>
                        <a:pt x="41" y="2"/>
                        <a:pt x="40" y="2"/>
                      </a:cubicBezTo>
                      <a:cubicBezTo>
                        <a:pt x="40" y="2"/>
                        <a:pt x="40" y="2"/>
                        <a:pt x="40" y="2"/>
                      </a:cubicBezTo>
                      <a:cubicBezTo>
                        <a:pt x="39" y="2"/>
                        <a:pt x="38" y="3"/>
                        <a:pt x="38" y="2"/>
                      </a:cubicBezTo>
                      <a:cubicBezTo>
                        <a:pt x="37" y="1"/>
                        <a:pt x="36" y="1"/>
                        <a:pt x="36" y="0"/>
                      </a:cubicBezTo>
                      <a:cubicBezTo>
                        <a:pt x="36" y="0"/>
                        <a:pt x="35" y="0"/>
                        <a:pt x="35" y="0"/>
                      </a:cubicBezTo>
                      <a:cubicBezTo>
                        <a:pt x="35" y="0"/>
                        <a:pt x="35" y="1"/>
                        <a:pt x="34" y="1"/>
                      </a:cubicBezTo>
                      <a:cubicBezTo>
                        <a:pt x="34" y="1"/>
                        <a:pt x="33" y="1"/>
                        <a:pt x="33" y="1"/>
                      </a:cubicBezTo>
                      <a:cubicBezTo>
                        <a:pt x="32" y="1"/>
                        <a:pt x="32" y="0"/>
                        <a:pt x="31" y="0"/>
                      </a:cubicBezTo>
                      <a:cubicBezTo>
                        <a:pt x="31" y="0"/>
                        <a:pt x="30" y="0"/>
                        <a:pt x="29" y="0"/>
                      </a:cubicBezTo>
                      <a:cubicBezTo>
                        <a:pt x="29" y="1"/>
                        <a:pt x="29" y="1"/>
                        <a:pt x="28" y="2"/>
                      </a:cubicBezTo>
                      <a:cubicBezTo>
                        <a:pt x="28" y="3"/>
                        <a:pt x="28" y="3"/>
                        <a:pt x="27" y="3"/>
                      </a:cubicBezTo>
                      <a:cubicBezTo>
                        <a:pt x="26" y="4"/>
                        <a:pt x="25" y="5"/>
                        <a:pt x="24" y="4"/>
                      </a:cubicBezTo>
                      <a:cubicBezTo>
                        <a:pt x="23" y="3"/>
                        <a:pt x="23" y="3"/>
                        <a:pt x="23" y="4"/>
                      </a:cubicBezTo>
                      <a:cubicBezTo>
                        <a:pt x="22" y="4"/>
                        <a:pt x="22" y="5"/>
                        <a:pt x="21" y="5"/>
                      </a:cubicBezTo>
                      <a:cubicBezTo>
                        <a:pt x="20" y="5"/>
                        <a:pt x="19" y="5"/>
                        <a:pt x="18" y="5"/>
                      </a:cubicBezTo>
                      <a:cubicBezTo>
                        <a:pt x="17" y="6"/>
                        <a:pt x="18" y="7"/>
                        <a:pt x="18" y="8"/>
                      </a:cubicBezTo>
                      <a:cubicBezTo>
                        <a:pt x="17" y="8"/>
                        <a:pt x="17" y="8"/>
                        <a:pt x="16" y="8"/>
                      </a:cubicBezTo>
                      <a:cubicBezTo>
                        <a:pt x="15" y="8"/>
                        <a:pt x="15" y="8"/>
                        <a:pt x="14" y="8"/>
                      </a:cubicBezTo>
                      <a:cubicBezTo>
                        <a:pt x="13" y="8"/>
                        <a:pt x="11" y="8"/>
                        <a:pt x="10" y="7"/>
                      </a:cubicBezTo>
                      <a:cubicBezTo>
                        <a:pt x="9" y="7"/>
                        <a:pt x="8" y="6"/>
                        <a:pt x="6" y="5"/>
                      </a:cubicBezTo>
                      <a:cubicBezTo>
                        <a:pt x="6" y="6"/>
                        <a:pt x="6" y="8"/>
                        <a:pt x="6" y="9"/>
                      </a:cubicBezTo>
                      <a:cubicBezTo>
                        <a:pt x="5" y="9"/>
                        <a:pt x="4" y="9"/>
                        <a:pt x="4" y="9"/>
                      </a:cubicBezTo>
                      <a:cubicBezTo>
                        <a:pt x="4" y="8"/>
                        <a:pt x="3" y="8"/>
                        <a:pt x="3" y="8"/>
                      </a:cubicBezTo>
                      <a:cubicBezTo>
                        <a:pt x="3" y="8"/>
                        <a:pt x="2" y="9"/>
                        <a:pt x="2" y="9"/>
                      </a:cubicBezTo>
                      <a:cubicBezTo>
                        <a:pt x="2" y="10"/>
                        <a:pt x="4" y="9"/>
                        <a:pt x="4" y="11"/>
                      </a:cubicBezTo>
                      <a:cubicBezTo>
                        <a:pt x="3" y="11"/>
                        <a:pt x="3" y="12"/>
                        <a:pt x="2" y="12"/>
                      </a:cubicBezTo>
                      <a:cubicBezTo>
                        <a:pt x="2" y="12"/>
                        <a:pt x="2" y="12"/>
                        <a:pt x="2" y="13"/>
                      </a:cubicBezTo>
                      <a:cubicBezTo>
                        <a:pt x="2" y="13"/>
                        <a:pt x="2" y="13"/>
                        <a:pt x="2" y="14"/>
                      </a:cubicBezTo>
                      <a:cubicBezTo>
                        <a:pt x="2" y="14"/>
                        <a:pt x="2" y="14"/>
                        <a:pt x="2" y="15"/>
                      </a:cubicBezTo>
                      <a:cubicBezTo>
                        <a:pt x="2" y="15"/>
                        <a:pt x="2" y="15"/>
                        <a:pt x="2" y="16"/>
                      </a:cubicBezTo>
                      <a:cubicBezTo>
                        <a:pt x="1" y="16"/>
                        <a:pt x="0" y="17"/>
                        <a:pt x="0" y="17"/>
                      </a:cubicBezTo>
                      <a:cubicBezTo>
                        <a:pt x="0" y="17"/>
                        <a:pt x="1" y="17"/>
                        <a:pt x="1" y="17"/>
                      </a:cubicBezTo>
                      <a:cubicBezTo>
                        <a:pt x="1" y="18"/>
                        <a:pt x="1" y="18"/>
                        <a:pt x="1" y="18"/>
                      </a:cubicBezTo>
                      <a:cubicBezTo>
                        <a:pt x="1" y="19"/>
                        <a:pt x="2" y="19"/>
                        <a:pt x="2" y="19"/>
                      </a:cubicBezTo>
                      <a:cubicBezTo>
                        <a:pt x="2" y="19"/>
                        <a:pt x="2" y="19"/>
                        <a:pt x="2" y="19"/>
                      </a:cubicBezTo>
                      <a:cubicBezTo>
                        <a:pt x="2" y="20"/>
                        <a:pt x="2" y="20"/>
                        <a:pt x="2" y="21"/>
                      </a:cubicBezTo>
                      <a:cubicBezTo>
                        <a:pt x="2" y="21"/>
                        <a:pt x="2" y="21"/>
                        <a:pt x="2" y="21"/>
                      </a:cubicBezTo>
                      <a:cubicBezTo>
                        <a:pt x="3" y="21"/>
                        <a:pt x="5" y="22"/>
                        <a:pt x="5" y="23"/>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3" name="Freeform 808">
                  <a:extLst>
                    <a:ext uri="{FF2B5EF4-FFF2-40B4-BE49-F238E27FC236}">
                      <a16:creationId xmlns:a16="http://schemas.microsoft.com/office/drawing/2014/main" id="{A3ED09A4-5474-743E-EAC1-5012BFC8FE94}"/>
                    </a:ext>
                  </a:extLst>
                </p:cNvPr>
                <p:cNvSpPr>
                  <a:spLocks noEditPoints="1"/>
                </p:cNvSpPr>
                <p:nvPr/>
              </p:nvSpPr>
              <p:spPr bwMode="auto">
                <a:xfrm>
                  <a:off x="5151438" y="2725738"/>
                  <a:ext cx="287337" cy="538163"/>
                </a:xfrm>
                <a:custGeom>
                  <a:avLst/>
                  <a:gdLst>
                    <a:gd name="T0" fmla="*/ 57 w 69"/>
                    <a:gd name="T1" fmla="*/ 88 h 129"/>
                    <a:gd name="T2" fmla="*/ 52 w 69"/>
                    <a:gd name="T3" fmla="*/ 79 h 129"/>
                    <a:gd name="T4" fmla="*/ 36 w 69"/>
                    <a:gd name="T5" fmla="*/ 58 h 129"/>
                    <a:gd name="T6" fmla="*/ 35 w 69"/>
                    <a:gd name="T7" fmla="*/ 54 h 129"/>
                    <a:gd name="T8" fmla="*/ 34 w 69"/>
                    <a:gd name="T9" fmla="*/ 39 h 129"/>
                    <a:gd name="T10" fmla="*/ 27 w 69"/>
                    <a:gd name="T11" fmla="*/ 39 h 129"/>
                    <a:gd name="T12" fmla="*/ 33 w 69"/>
                    <a:gd name="T13" fmla="*/ 30 h 129"/>
                    <a:gd name="T14" fmla="*/ 24 w 69"/>
                    <a:gd name="T15" fmla="*/ 29 h 129"/>
                    <a:gd name="T16" fmla="*/ 18 w 69"/>
                    <a:gd name="T17" fmla="*/ 32 h 129"/>
                    <a:gd name="T18" fmla="*/ 17 w 69"/>
                    <a:gd name="T19" fmla="*/ 37 h 129"/>
                    <a:gd name="T20" fmla="*/ 16 w 69"/>
                    <a:gd name="T21" fmla="*/ 43 h 129"/>
                    <a:gd name="T22" fmla="*/ 16 w 69"/>
                    <a:gd name="T23" fmla="*/ 45 h 129"/>
                    <a:gd name="T24" fmla="*/ 16 w 69"/>
                    <a:gd name="T25" fmla="*/ 51 h 129"/>
                    <a:gd name="T26" fmla="*/ 19 w 69"/>
                    <a:gd name="T27" fmla="*/ 53 h 129"/>
                    <a:gd name="T28" fmla="*/ 15 w 69"/>
                    <a:gd name="T29" fmla="*/ 65 h 129"/>
                    <a:gd name="T30" fmla="*/ 20 w 69"/>
                    <a:gd name="T31" fmla="*/ 56 h 129"/>
                    <a:gd name="T32" fmla="*/ 22 w 69"/>
                    <a:gd name="T33" fmla="*/ 59 h 129"/>
                    <a:gd name="T34" fmla="*/ 20 w 69"/>
                    <a:gd name="T35" fmla="*/ 71 h 129"/>
                    <a:gd name="T36" fmla="*/ 24 w 69"/>
                    <a:gd name="T37" fmla="*/ 72 h 129"/>
                    <a:gd name="T38" fmla="*/ 32 w 69"/>
                    <a:gd name="T39" fmla="*/ 72 h 129"/>
                    <a:gd name="T40" fmla="*/ 33 w 69"/>
                    <a:gd name="T41" fmla="*/ 85 h 129"/>
                    <a:gd name="T42" fmla="*/ 25 w 69"/>
                    <a:gd name="T43" fmla="*/ 91 h 129"/>
                    <a:gd name="T44" fmla="*/ 21 w 69"/>
                    <a:gd name="T45" fmla="*/ 96 h 129"/>
                    <a:gd name="T46" fmla="*/ 19 w 69"/>
                    <a:gd name="T47" fmla="*/ 105 h 129"/>
                    <a:gd name="T48" fmla="*/ 20 w 69"/>
                    <a:gd name="T49" fmla="*/ 109 h 129"/>
                    <a:gd name="T50" fmla="*/ 28 w 69"/>
                    <a:gd name="T51" fmla="*/ 110 h 129"/>
                    <a:gd name="T52" fmla="*/ 25 w 69"/>
                    <a:gd name="T53" fmla="*/ 116 h 129"/>
                    <a:gd name="T54" fmla="*/ 14 w 69"/>
                    <a:gd name="T55" fmla="*/ 127 h 129"/>
                    <a:gd name="T56" fmla="*/ 24 w 69"/>
                    <a:gd name="T57" fmla="*/ 123 h 129"/>
                    <a:gd name="T58" fmla="*/ 34 w 69"/>
                    <a:gd name="T59" fmla="*/ 120 h 129"/>
                    <a:gd name="T60" fmla="*/ 48 w 69"/>
                    <a:gd name="T61" fmla="*/ 119 h 129"/>
                    <a:gd name="T62" fmla="*/ 68 w 69"/>
                    <a:gd name="T63" fmla="*/ 113 h 129"/>
                    <a:gd name="T64" fmla="*/ 63 w 69"/>
                    <a:gd name="T65" fmla="*/ 107 h 129"/>
                    <a:gd name="T66" fmla="*/ 45 w 69"/>
                    <a:gd name="T67" fmla="*/ 121 h 129"/>
                    <a:gd name="T68" fmla="*/ 34 w 69"/>
                    <a:gd name="T69" fmla="*/ 22 h 129"/>
                    <a:gd name="T70" fmla="*/ 12 w 69"/>
                    <a:gd name="T71" fmla="*/ 47 h 129"/>
                    <a:gd name="T72" fmla="*/ 19 w 69"/>
                    <a:gd name="T73" fmla="*/ 60 h 129"/>
                    <a:gd name="T74" fmla="*/ 10 w 69"/>
                    <a:gd name="T75" fmla="*/ 51 h 129"/>
                    <a:gd name="T76" fmla="*/ 49 w 69"/>
                    <a:gd name="T77" fmla="*/ 2 h 129"/>
                    <a:gd name="T78" fmla="*/ 6 w 69"/>
                    <a:gd name="T79" fmla="*/ 41 h 129"/>
                    <a:gd name="T80" fmla="*/ 32 w 69"/>
                    <a:gd name="T81" fmla="*/ 24 h 129"/>
                    <a:gd name="T82" fmla="*/ 32 w 69"/>
                    <a:gd name="T83" fmla="*/ 22 h 129"/>
                    <a:gd name="T84" fmla="*/ 16 w 69"/>
                    <a:gd name="T85" fmla="*/ 44 h 129"/>
                    <a:gd name="T86" fmla="*/ 10 w 69"/>
                    <a:gd name="T87" fmla="*/ 41 h 129"/>
                    <a:gd name="T88" fmla="*/ 14 w 69"/>
                    <a:gd name="T89" fmla="*/ 45 h 129"/>
                    <a:gd name="T90" fmla="*/ 10 w 69"/>
                    <a:gd name="T91" fmla="*/ 60 h 129"/>
                    <a:gd name="T92" fmla="*/ 15 w 69"/>
                    <a:gd name="T93" fmla="*/ 57 h 129"/>
                    <a:gd name="T94" fmla="*/ 12 w 69"/>
                    <a:gd name="T95" fmla="*/ 54 h 129"/>
                    <a:gd name="T96" fmla="*/ 45 w 69"/>
                    <a:gd name="T97" fmla="*/ 7 h 129"/>
                    <a:gd name="T98" fmla="*/ 47 w 69"/>
                    <a:gd name="T99" fmla="*/ 5 h 129"/>
                    <a:gd name="T100" fmla="*/ 45 w 69"/>
                    <a:gd name="T101" fmla="*/ 5 h 129"/>
                    <a:gd name="T102" fmla="*/ 47 w 69"/>
                    <a:gd name="T103" fmla="*/ 4 h 129"/>
                    <a:gd name="T104" fmla="*/ 6 w 69"/>
                    <a:gd name="T105" fmla="*/ 40 h 129"/>
                    <a:gd name="T106" fmla="*/ 9 w 69"/>
                    <a:gd name="T107" fmla="*/ 36 h 129"/>
                    <a:gd name="T108" fmla="*/ 12 w 69"/>
                    <a:gd name="T109" fmla="*/ 33 h 129"/>
                    <a:gd name="T110" fmla="*/ 7 w 69"/>
                    <a:gd name="T111" fmla="*/ 33 h 129"/>
                    <a:gd name="T112" fmla="*/ 25 w 69"/>
                    <a:gd name="T113" fmla="*/ 82 h 129"/>
                    <a:gd name="T114" fmla="*/ 2 w 69"/>
                    <a:gd name="T115" fmla="*/ 77 h 129"/>
                    <a:gd name="T116" fmla="*/ 7 w 69"/>
                    <a:gd name="T117" fmla="*/ 79 h 129"/>
                    <a:gd name="T118" fmla="*/ 18 w 69"/>
                    <a:gd name="T119" fmla="*/ 78 h 129"/>
                    <a:gd name="T120" fmla="*/ 17 w 69"/>
                    <a:gd name="T121" fmla="*/ 74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9" h="129">
                      <a:moveTo>
                        <a:pt x="50" y="119"/>
                      </a:moveTo>
                      <a:cubicBezTo>
                        <a:pt x="50" y="119"/>
                        <a:pt x="50" y="119"/>
                        <a:pt x="50" y="119"/>
                      </a:cubicBezTo>
                      <a:cubicBezTo>
                        <a:pt x="49" y="119"/>
                        <a:pt x="49" y="119"/>
                        <a:pt x="49" y="119"/>
                      </a:cubicBezTo>
                      <a:cubicBezTo>
                        <a:pt x="50" y="119"/>
                        <a:pt x="50" y="119"/>
                        <a:pt x="50" y="119"/>
                      </a:cubicBezTo>
                      <a:close/>
                      <a:moveTo>
                        <a:pt x="63" y="111"/>
                      </a:moveTo>
                      <a:cubicBezTo>
                        <a:pt x="62" y="111"/>
                        <a:pt x="62" y="111"/>
                        <a:pt x="62" y="111"/>
                      </a:cubicBezTo>
                      <a:cubicBezTo>
                        <a:pt x="63" y="112"/>
                        <a:pt x="63" y="112"/>
                        <a:pt x="63" y="112"/>
                      </a:cubicBezTo>
                      <a:cubicBezTo>
                        <a:pt x="64" y="112"/>
                        <a:pt x="64" y="112"/>
                        <a:pt x="64" y="112"/>
                      </a:cubicBezTo>
                      <a:cubicBezTo>
                        <a:pt x="64" y="111"/>
                        <a:pt x="64" y="111"/>
                        <a:pt x="64" y="111"/>
                      </a:cubicBezTo>
                      <a:lnTo>
                        <a:pt x="63" y="111"/>
                      </a:lnTo>
                      <a:close/>
                      <a:moveTo>
                        <a:pt x="69" y="101"/>
                      </a:moveTo>
                      <a:cubicBezTo>
                        <a:pt x="69" y="100"/>
                        <a:pt x="69" y="99"/>
                        <a:pt x="69" y="99"/>
                      </a:cubicBezTo>
                      <a:cubicBezTo>
                        <a:pt x="69" y="95"/>
                        <a:pt x="66" y="93"/>
                        <a:pt x="63" y="93"/>
                      </a:cubicBezTo>
                      <a:cubicBezTo>
                        <a:pt x="63" y="94"/>
                        <a:pt x="63" y="94"/>
                        <a:pt x="63" y="94"/>
                      </a:cubicBezTo>
                      <a:cubicBezTo>
                        <a:pt x="62" y="93"/>
                        <a:pt x="61" y="93"/>
                        <a:pt x="60" y="93"/>
                      </a:cubicBezTo>
                      <a:cubicBezTo>
                        <a:pt x="60" y="94"/>
                        <a:pt x="60" y="94"/>
                        <a:pt x="60" y="94"/>
                      </a:cubicBezTo>
                      <a:cubicBezTo>
                        <a:pt x="59" y="94"/>
                        <a:pt x="59" y="95"/>
                        <a:pt x="59" y="96"/>
                      </a:cubicBezTo>
                      <a:cubicBezTo>
                        <a:pt x="58" y="96"/>
                        <a:pt x="58" y="96"/>
                        <a:pt x="58" y="96"/>
                      </a:cubicBezTo>
                      <a:cubicBezTo>
                        <a:pt x="57" y="95"/>
                        <a:pt x="57" y="95"/>
                        <a:pt x="57" y="95"/>
                      </a:cubicBezTo>
                      <a:cubicBezTo>
                        <a:pt x="57" y="94"/>
                        <a:pt x="57" y="94"/>
                        <a:pt x="57" y="94"/>
                      </a:cubicBezTo>
                      <a:cubicBezTo>
                        <a:pt x="56" y="95"/>
                        <a:pt x="56" y="95"/>
                        <a:pt x="56" y="95"/>
                      </a:cubicBezTo>
                      <a:cubicBezTo>
                        <a:pt x="57" y="94"/>
                        <a:pt x="57" y="93"/>
                        <a:pt x="58" y="92"/>
                      </a:cubicBezTo>
                      <a:cubicBezTo>
                        <a:pt x="59" y="91"/>
                        <a:pt x="58" y="89"/>
                        <a:pt x="57" y="88"/>
                      </a:cubicBezTo>
                      <a:cubicBezTo>
                        <a:pt x="56" y="88"/>
                        <a:pt x="56" y="88"/>
                        <a:pt x="56" y="88"/>
                      </a:cubicBezTo>
                      <a:cubicBezTo>
                        <a:pt x="56" y="87"/>
                        <a:pt x="55" y="86"/>
                        <a:pt x="54" y="86"/>
                      </a:cubicBezTo>
                      <a:cubicBezTo>
                        <a:pt x="54" y="85"/>
                        <a:pt x="54" y="85"/>
                        <a:pt x="54" y="85"/>
                      </a:cubicBezTo>
                      <a:cubicBezTo>
                        <a:pt x="53" y="85"/>
                        <a:pt x="53" y="85"/>
                        <a:pt x="53" y="85"/>
                      </a:cubicBezTo>
                      <a:cubicBezTo>
                        <a:pt x="52" y="85"/>
                        <a:pt x="52" y="85"/>
                        <a:pt x="52" y="85"/>
                      </a:cubicBezTo>
                      <a:cubicBezTo>
                        <a:pt x="52" y="86"/>
                        <a:pt x="52" y="86"/>
                        <a:pt x="52" y="86"/>
                      </a:cubicBezTo>
                      <a:cubicBezTo>
                        <a:pt x="51" y="85"/>
                        <a:pt x="51" y="85"/>
                        <a:pt x="51" y="85"/>
                      </a:cubicBezTo>
                      <a:cubicBezTo>
                        <a:pt x="51" y="85"/>
                        <a:pt x="51" y="85"/>
                        <a:pt x="51" y="85"/>
                      </a:cubicBezTo>
                      <a:cubicBezTo>
                        <a:pt x="50" y="85"/>
                        <a:pt x="50" y="85"/>
                        <a:pt x="50" y="85"/>
                      </a:cubicBezTo>
                      <a:cubicBezTo>
                        <a:pt x="51" y="85"/>
                        <a:pt x="51" y="85"/>
                        <a:pt x="51" y="85"/>
                      </a:cubicBezTo>
                      <a:cubicBezTo>
                        <a:pt x="52" y="85"/>
                        <a:pt x="52" y="85"/>
                        <a:pt x="52" y="85"/>
                      </a:cubicBezTo>
                      <a:cubicBezTo>
                        <a:pt x="52" y="85"/>
                        <a:pt x="53" y="85"/>
                        <a:pt x="53" y="85"/>
                      </a:cubicBezTo>
                      <a:cubicBezTo>
                        <a:pt x="54" y="85"/>
                        <a:pt x="54" y="85"/>
                        <a:pt x="54" y="85"/>
                      </a:cubicBezTo>
                      <a:cubicBezTo>
                        <a:pt x="55" y="86"/>
                        <a:pt x="55" y="86"/>
                        <a:pt x="55" y="86"/>
                      </a:cubicBezTo>
                      <a:cubicBezTo>
                        <a:pt x="55" y="86"/>
                        <a:pt x="55" y="86"/>
                        <a:pt x="55" y="86"/>
                      </a:cubicBezTo>
                      <a:cubicBezTo>
                        <a:pt x="56" y="86"/>
                        <a:pt x="56" y="86"/>
                        <a:pt x="56" y="86"/>
                      </a:cubicBezTo>
                      <a:cubicBezTo>
                        <a:pt x="57" y="86"/>
                        <a:pt x="57" y="86"/>
                        <a:pt x="57" y="86"/>
                      </a:cubicBezTo>
                      <a:cubicBezTo>
                        <a:pt x="56" y="85"/>
                        <a:pt x="55" y="83"/>
                        <a:pt x="54" y="81"/>
                      </a:cubicBezTo>
                      <a:cubicBezTo>
                        <a:pt x="54" y="81"/>
                        <a:pt x="54" y="81"/>
                        <a:pt x="54" y="81"/>
                      </a:cubicBezTo>
                      <a:cubicBezTo>
                        <a:pt x="55" y="80"/>
                        <a:pt x="55" y="80"/>
                        <a:pt x="55" y="80"/>
                      </a:cubicBezTo>
                      <a:cubicBezTo>
                        <a:pt x="54" y="80"/>
                        <a:pt x="54" y="80"/>
                        <a:pt x="54" y="80"/>
                      </a:cubicBezTo>
                      <a:cubicBezTo>
                        <a:pt x="53" y="79"/>
                        <a:pt x="53" y="79"/>
                        <a:pt x="53" y="79"/>
                      </a:cubicBezTo>
                      <a:cubicBezTo>
                        <a:pt x="52" y="79"/>
                        <a:pt x="52" y="79"/>
                        <a:pt x="52" y="79"/>
                      </a:cubicBezTo>
                      <a:cubicBezTo>
                        <a:pt x="52" y="77"/>
                        <a:pt x="52" y="77"/>
                        <a:pt x="52" y="77"/>
                      </a:cubicBezTo>
                      <a:cubicBezTo>
                        <a:pt x="52" y="77"/>
                        <a:pt x="52" y="77"/>
                        <a:pt x="52" y="77"/>
                      </a:cubicBezTo>
                      <a:cubicBezTo>
                        <a:pt x="51" y="76"/>
                        <a:pt x="51" y="76"/>
                        <a:pt x="51" y="76"/>
                      </a:cubicBezTo>
                      <a:cubicBezTo>
                        <a:pt x="50" y="75"/>
                        <a:pt x="48" y="75"/>
                        <a:pt x="47" y="75"/>
                      </a:cubicBezTo>
                      <a:cubicBezTo>
                        <a:pt x="47" y="74"/>
                        <a:pt x="47" y="74"/>
                        <a:pt x="47" y="74"/>
                      </a:cubicBezTo>
                      <a:cubicBezTo>
                        <a:pt x="46" y="73"/>
                        <a:pt x="45" y="72"/>
                        <a:pt x="45" y="71"/>
                      </a:cubicBezTo>
                      <a:cubicBezTo>
                        <a:pt x="45" y="70"/>
                        <a:pt x="45" y="70"/>
                        <a:pt x="45" y="70"/>
                      </a:cubicBezTo>
                      <a:cubicBezTo>
                        <a:pt x="44" y="70"/>
                        <a:pt x="44" y="69"/>
                        <a:pt x="44" y="68"/>
                      </a:cubicBezTo>
                      <a:cubicBezTo>
                        <a:pt x="44" y="67"/>
                        <a:pt x="44" y="67"/>
                        <a:pt x="44" y="67"/>
                      </a:cubicBezTo>
                      <a:cubicBezTo>
                        <a:pt x="44" y="67"/>
                        <a:pt x="44" y="67"/>
                        <a:pt x="44" y="67"/>
                      </a:cubicBezTo>
                      <a:cubicBezTo>
                        <a:pt x="44" y="66"/>
                        <a:pt x="44" y="66"/>
                        <a:pt x="44" y="66"/>
                      </a:cubicBezTo>
                      <a:cubicBezTo>
                        <a:pt x="44" y="65"/>
                        <a:pt x="44" y="64"/>
                        <a:pt x="43" y="64"/>
                      </a:cubicBezTo>
                      <a:cubicBezTo>
                        <a:pt x="43" y="63"/>
                        <a:pt x="43" y="63"/>
                        <a:pt x="43" y="63"/>
                      </a:cubicBezTo>
                      <a:cubicBezTo>
                        <a:pt x="42" y="63"/>
                        <a:pt x="42" y="63"/>
                        <a:pt x="42" y="63"/>
                      </a:cubicBezTo>
                      <a:cubicBezTo>
                        <a:pt x="42" y="63"/>
                        <a:pt x="42" y="63"/>
                        <a:pt x="42" y="63"/>
                      </a:cubicBezTo>
                      <a:cubicBezTo>
                        <a:pt x="42" y="63"/>
                        <a:pt x="42" y="63"/>
                        <a:pt x="42" y="63"/>
                      </a:cubicBezTo>
                      <a:cubicBezTo>
                        <a:pt x="42" y="62"/>
                        <a:pt x="41" y="62"/>
                        <a:pt x="41" y="61"/>
                      </a:cubicBezTo>
                      <a:cubicBezTo>
                        <a:pt x="40" y="61"/>
                        <a:pt x="40" y="60"/>
                        <a:pt x="40" y="60"/>
                      </a:cubicBezTo>
                      <a:cubicBezTo>
                        <a:pt x="39" y="60"/>
                        <a:pt x="39" y="60"/>
                        <a:pt x="39" y="60"/>
                      </a:cubicBezTo>
                      <a:cubicBezTo>
                        <a:pt x="37" y="59"/>
                        <a:pt x="37" y="59"/>
                        <a:pt x="37" y="59"/>
                      </a:cubicBezTo>
                      <a:cubicBezTo>
                        <a:pt x="37" y="59"/>
                        <a:pt x="37" y="59"/>
                        <a:pt x="37" y="59"/>
                      </a:cubicBezTo>
                      <a:cubicBezTo>
                        <a:pt x="37" y="59"/>
                        <a:pt x="37" y="59"/>
                        <a:pt x="37" y="59"/>
                      </a:cubicBezTo>
                      <a:cubicBezTo>
                        <a:pt x="36" y="58"/>
                        <a:pt x="36" y="58"/>
                        <a:pt x="36" y="58"/>
                      </a:cubicBezTo>
                      <a:cubicBezTo>
                        <a:pt x="35" y="58"/>
                        <a:pt x="35" y="58"/>
                        <a:pt x="35" y="58"/>
                      </a:cubicBezTo>
                      <a:cubicBezTo>
                        <a:pt x="35" y="58"/>
                        <a:pt x="34" y="59"/>
                        <a:pt x="34" y="59"/>
                      </a:cubicBezTo>
                      <a:cubicBezTo>
                        <a:pt x="33" y="59"/>
                        <a:pt x="33" y="59"/>
                        <a:pt x="33" y="59"/>
                      </a:cubicBezTo>
                      <a:cubicBezTo>
                        <a:pt x="33" y="59"/>
                        <a:pt x="33" y="59"/>
                        <a:pt x="33" y="59"/>
                      </a:cubicBezTo>
                      <a:cubicBezTo>
                        <a:pt x="32" y="59"/>
                        <a:pt x="31" y="59"/>
                        <a:pt x="30" y="59"/>
                      </a:cubicBezTo>
                      <a:cubicBezTo>
                        <a:pt x="29" y="59"/>
                        <a:pt x="29" y="59"/>
                        <a:pt x="29" y="59"/>
                      </a:cubicBezTo>
                      <a:cubicBezTo>
                        <a:pt x="29" y="58"/>
                        <a:pt x="29" y="58"/>
                        <a:pt x="29" y="58"/>
                      </a:cubicBezTo>
                      <a:cubicBezTo>
                        <a:pt x="29" y="58"/>
                        <a:pt x="29" y="58"/>
                        <a:pt x="29" y="58"/>
                      </a:cubicBezTo>
                      <a:cubicBezTo>
                        <a:pt x="29" y="58"/>
                        <a:pt x="29" y="58"/>
                        <a:pt x="29" y="58"/>
                      </a:cubicBezTo>
                      <a:cubicBezTo>
                        <a:pt x="30" y="58"/>
                        <a:pt x="31" y="58"/>
                        <a:pt x="31" y="59"/>
                      </a:cubicBezTo>
                      <a:cubicBezTo>
                        <a:pt x="32" y="58"/>
                        <a:pt x="32" y="58"/>
                        <a:pt x="32" y="58"/>
                      </a:cubicBezTo>
                      <a:cubicBezTo>
                        <a:pt x="33" y="58"/>
                        <a:pt x="33" y="58"/>
                        <a:pt x="33" y="58"/>
                      </a:cubicBezTo>
                      <a:cubicBezTo>
                        <a:pt x="33" y="57"/>
                        <a:pt x="33" y="57"/>
                        <a:pt x="33" y="57"/>
                      </a:cubicBezTo>
                      <a:cubicBezTo>
                        <a:pt x="33" y="57"/>
                        <a:pt x="33" y="57"/>
                        <a:pt x="33" y="57"/>
                      </a:cubicBezTo>
                      <a:cubicBezTo>
                        <a:pt x="34" y="56"/>
                        <a:pt x="34" y="56"/>
                        <a:pt x="34" y="56"/>
                      </a:cubicBezTo>
                      <a:cubicBezTo>
                        <a:pt x="35" y="56"/>
                        <a:pt x="35" y="56"/>
                        <a:pt x="35" y="57"/>
                      </a:cubicBezTo>
                      <a:cubicBezTo>
                        <a:pt x="36" y="56"/>
                        <a:pt x="36" y="56"/>
                        <a:pt x="36" y="56"/>
                      </a:cubicBezTo>
                      <a:cubicBezTo>
                        <a:pt x="37" y="56"/>
                        <a:pt x="37" y="56"/>
                        <a:pt x="37" y="56"/>
                      </a:cubicBezTo>
                      <a:cubicBezTo>
                        <a:pt x="36" y="55"/>
                        <a:pt x="36" y="55"/>
                        <a:pt x="36" y="55"/>
                      </a:cubicBezTo>
                      <a:cubicBezTo>
                        <a:pt x="35" y="55"/>
                        <a:pt x="35" y="55"/>
                        <a:pt x="35" y="55"/>
                      </a:cubicBezTo>
                      <a:cubicBezTo>
                        <a:pt x="35" y="55"/>
                        <a:pt x="35" y="55"/>
                        <a:pt x="35" y="55"/>
                      </a:cubicBezTo>
                      <a:cubicBezTo>
                        <a:pt x="35" y="54"/>
                        <a:pt x="35" y="54"/>
                        <a:pt x="35" y="54"/>
                      </a:cubicBezTo>
                      <a:cubicBezTo>
                        <a:pt x="35" y="54"/>
                        <a:pt x="35" y="54"/>
                        <a:pt x="35" y="54"/>
                      </a:cubicBezTo>
                      <a:cubicBezTo>
                        <a:pt x="34" y="54"/>
                        <a:pt x="33" y="54"/>
                        <a:pt x="32" y="55"/>
                      </a:cubicBezTo>
                      <a:cubicBezTo>
                        <a:pt x="32" y="55"/>
                        <a:pt x="32" y="55"/>
                        <a:pt x="32" y="55"/>
                      </a:cubicBezTo>
                      <a:cubicBezTo>
                        <a:pt x="33" y="54"/>
                        <a:pt x="33" y="54"/>
                        <a:pt x="33" y="54"/>
                      </a:cubicBezTo>
                      <a:cubicBezTo>
                        <a:pt x="35" y="53"/>
                        <a:pt x="35" y="53"/>
                        <a:pt x="35" y="53"/>
                      </a:cubicBezTo>
                      <a:cubicBezTo>
                        <a:pt x="36" y="53"/>
                        <a:pt x="37" y="52"/>
                        <a:pt x="37" y="52"/>
                      </a:cubicBezTo>
                      <a:cubicBezTo>
                        <a:pt x="37" y="51"/>
                        <a:pt x="37" y="51"/>
                        <a:pt x="37" y="51"/>
                      </a:cubicBezTo>
                      <a:cubicBezTo>
                        <a:pt x="38" y="50"/>
                        <a:pt x="38" y="50"/>
                        <a:pt x="38" y="50"/>
                      </a:cubicBezTo>
                      <a:cubicBezTo>
                        <a:pt x="38" y="50"/>
                        <a:pt x="39" y="49"/>
                        <a:pt x="39" y="48"/>
                      </a:cubicBezTo>
                      <a:cubicBezTo>
                        <a:pt x="39" y="48"/>
                        <a:pt x="39" y="48"/>
                        <a:pt x="39" y="48"/>
                      </a:cubicBezTo>
                      <a:cubicBezTo>
                        <a:pt x="39" y="47"/>
                        <a:pt x="40" y="46"/>
                        <a:pt x="40" y="46"/>
                      </a:cubicBezTo>
                      <a:cubicBezTo>
                        <a:pt x="40" y="46"/>
                        <a:pt x="40" y="46"/>
                        <a:pt x="40" y="46"/>
                      </a:cubicBezTo>
                      <a:cubicBezTo>
                        <a:pt x="40" y="45"/>
                        <a:pt x="40" y="44"/>
                        <a:pt x="41" y="43"/>
                      </a:cubicBezTo>
                      <a:cubicBezTo>
                        <a:pt x="41" y="43"/>
                        <a:pt x="42" y="42"/>
                        <a:pt x="42" y="42"/>
                      </a:cubicBezTo>
                      <a:cubicBezTo>
                        <a:pt x="42" y="41"/>
                        <a:pt x="42" y="41"/>
                        <a:pt x="42" y="40"/>
                      </a:cubicBezTo>
                      <a:cubicBezTo>
                        <a:pt x="41" y="40"/>
                        <a:pt x="41" y="39"/>
                        <a:pt x="40" y="39"/>
                      </a:cubicBezTo>
                      <a:cubicBezTo>
                        <a:pt x="40" y="39"/>
                        <a:pt x="40" y="39"/>
                        <a:pt x="40" y="39"/>
                      </a:cubicBezTo>
                      <a:cubicBezTo>
                        <a:pt x="39" y="39"/>
                        <a:pt x="39" y="39"/>
                        <a:pt x="39" y="39"/>
                      </a:cubicBezTo>
                      <a:cubicBezTo>
                        <a:pt x="39" y="39"/>
                        <a:pt x="39" y="39"/>
                        <a:pt x="39" y="39"/>
                      </a:cubicBezTo>
                      <a:cubicBezTo>
                        <a:pt x="38" y="39"/>
                        <a:pt x="38" y="39"/>
                        <a:pt x="38" y="39"/>
                      </a:cubicBezTo>
                      <a:cubicBezTo>
                        <a:pt x="37" y="39"/>
                        <a:pt x="37" y="39"/>
                        <a:pt x="37" y="39"/>
                      </a:cubicBezTo>
                      <a:cubicBezTo>
                        <a:pt x="37" y="39"/>
                        <a:pt x="37" y="39"/>
                        <a:pt x="37" y="39"/>
                      </a:cubicBezTo>
                      <a:cubicBezTo>
                        <a:pt x="36" y="39"/>
                        <a:pt x="35" y="39"/>
                        <a:pt x="34" y="39"/>
                      </a:cubicBezTo>
                      <a:cubicBezTo>
                        <a:pt x="34" y="39"/>
                        <a:pt x="34" y="39"/>
                        <a:pt x="34" y="39"/>
                      </a:cubicBezTo>
                      <a:cubicBezTo>
                        <a:pt x="33" y="39"/>
                        <a:pt x="33" y="39"/>
                        <a:pt x="33" y="39"/>
                      </a:cubicBezTo>
                      <a:cubicBezTo>
                        <a:pt x="33" y="39"/>
                        <a:pt x="32" y="39"/>
                        <a:pt x="32" y="39"/>
                      </a:cubicBezTo>
                      <a:cubicBezTo>
                        <a:pt x="32" y="39"/>
                        <a:pt x="31" y="39"/>
                        <a:pt x="31" y="39"/>
                      </a:cubicBezTo>
                      <a:cubicBezTo>
                        <a:pt x="30" y="40"/>
                        <a:pt x="30" y="40"/>
                        <a:pt x="30" y="40"/>
                      </a:cubicBezTo>
                      <a:cubicBezTo>
                        <a:pt x="30" y="39"/>
                        <a:pt x="30" y="39"/>
                        <a:pt x="30" y="39"/>
                      </a:cubicBezTo>
                      <a:cubicBezTo>
                        <a:pt x="30" y="40"/>
                        <a:pt x="30" y="40"/>
                        <a:pt x="30" y="40"/>
                      </a:cubicBezTo>
                      <a:cubicBezTo>
                        <a:pt x="29" y="40"/>
                        <a:pt x="29" y="40"/>
                        <a:pt x="29" y="40"/>
                      </a:cubicBezTo>
                      <a:cubicBezTo>
                        <a:pt x="28" y="40"/>
                        <a:pt x="28" y="40"/>
                        <a:pt x="28" y="40"/>
                      </a:cubicBezTo>
                      <a:cubicBezTo>
                        <a:pt x="27" y="40"/>
                        <a:pt x="27" y="40"/>
                        <a:pt x="27" y="40"/>
                      </a:cubicBezTo>
                      <a:cubicBezTo>
                        <a:pt x="27" y="41"/>
                        <a:pt x="27" y="41"/>
                        <a:pt x="27" y="41"/>
                      </a:cubicBezTo>
                      <a:cubicBezTo>
                        <a:pt x="26" y="41"/>
                        <a:pt x="26" y="41"/>
                        <a:pt x="26" y="41"/>
                      </a:cubicBezTo>
                      <a:cubicBezTo>
                        <a:pt x="26" y="41"/>
                        <a:pt x="26" y="41"/>
                        <a:pt x="26" y="41"/>
                      </a:cubicBezTo>
                      <a:cubicBezTo>
                        <a:pt x="27" y="39"/>
                        <a:pt x="27" y="39"/>
                        <a:pt x="27" y="39"/>
                      </a:cubicBezTo>
                      <a:cubicBezTo>
                        <a:pt x="27" y="40"/>
                        <a:pt x="27" y="40"/>
                        <a:pt x="27" y="40"/>
                      </a:cubicBezTo>
                      <a:cubicBezTo>
                        <a:pt x="26" y="39"/>
                        <a:pt x="26" y="39"/>
                        <a:pt x="26" y="39"/>
                      </a:cubicBezTo>
                      <a:cubicBezTo>
                        <a:pt x="24" y="40"/>
                        <a:pt x="24" y="40"/>
                        <a:pt x="24" y="40"/>
                      </a:cubicBezTo>
                      <a:cubicBezTo>
                        <a:pt x="25" y="40"/>
                        <a:pt x="25" y="40"/>
                        <a:pt x="25" y="40"/>
                      </a:cubicBezTo>
                      <a:cubicBezTo>
                        <a:pt x="25" y="40"/>
                        <a:pt x="25" y="40"/>
                        <a:pt x="25" y="40"/>
                      </a:cubicBezTo>
                      <a:cubicBezTo>
                        <a:pt x="25" y="39"/>
                        <a:pt x="25" y="39"/>
                        <a:pt x="25" y="39"/>
                      </a:cubicBezTo>
                      <a:cubicBezTo>
                        <a:pt x="26" y="39"/>
                        <a:pt x="26" y="39"/>
                        <a:pt x="26" y="39"/>
                      </a:cubicBezTo>
                      <a:cubicBezTo>
                        <a:pt x="27" y="39"/>
                        <a:pt x="27" y="39"/>
                        <a:pt x="27" y="39"/>
                      </a:cubicBezTo>
                      <a:cubicBezTo>
                        <a:pt x="27" y="39"/>
                        <a:pt x="27" y="39"/>
                        <a:pt x="27" y="39"/>
                      </a:cubicBezTo>
                      <a:cubicBezTo>
                        <a:pt x="27" y="39"/>
                        <a:pt x="27" y="39"/>
                        <a:pt x="27" y="39"/>
                      </a:cubicBezTo>
                      <a:cubicBezTo>
                        <a:pt x="29" y="38"/>
                        <a:pt x="29" y="38"/>
                        <a:pt x="29" y="38"/>
                      </a:cubicBezTo>
                      <a:cubicBezTo>
                        <a:pt x="29" y="37"/>
                        <a:pt x="29" y="37"/>
                        <a:pt x="29" y="37"/>
                      </a:cubicBezTo>
                      <a:cubicBezTo>
                        <a:pt x="28" y="38"/>
                        <a:pt x="28" y="38"/>
                        <a:pt x="28" y="38"/>
                      </a:cubicBezTo>
                      <a:cubicBezTo>
                        <a:pt x="27" y="37"/>
                        <a:pt x="27" y="37"/>
                        <a:pt x="27" y="37"/>
                      </a:cubicBezTo>
                      <a:cubicBezTo>
                        <a:pt x="27" y="38"/>
                        <a:pt x="27" y="38"/>
                        <a:pt x="27" y="38"/>
                      </a:cubicBezTo>
                      <a:cubicBezTo>
                        <a:pt x="26" y="37"/>
                        <a:pt x="26" y="37"/>
                        <a:pt x="26" y="37"/>
                      </a:cubicBezTo>
                      <a:cubicBezTo>
                        <a:pt x="26" y="37"/>
                        <a:pt x="26" y="37"/>
                        <a:pt x="26" y="37"/>
                      </a:cubicBezTo>
                      <a:cubicBezTo>
                        <a:pt x="25" y="37"/>
                        <a:pt x="25" y="37"/>
                        <a:pt x="25" y="37"/>
                      </a:cubicBezTo>
                      <a:cubicBezTo>
                        <a:pt x="25" y="37"/>
                        <a:pt x="25" y="37"/>
                        <a:pt x="25" y="37"/>
                      </a:cubicBezTo>
                      <a:cubicBezTo>
                        <a:pt x="25" y="37"/>
                        <a:pt x="25" y="37"/>
                        <a:pt x="25" y="37"/>
                      </a:cubicBezTo>
                      <a:cubicBezTo>
                        <a:pt x="26" y="37"/>
                        <a:pt x="26" y="37"/>
                        <a:pt x="26" y="37"/>
                      </a:cubicBezTo>
                      <a:cubicBezTo>
                        <a:pt x="27" y="37"/>
                        <a:pt x="27" y="37"/>
                        <a:pt x="27" y="37"/>
                      </a:cubicBezTo>
                      <a:cubicBezTo>
                        <a:pt x="27" y="37"/>
                        <a:pt x="27" y="37"/>
                        <a:pt x="27" y="37"/>
                      </a:cubicBezTo>
                      <a:cubicBezTo>
                        <a:pt x="27" y="37"/>
                        <a:pt x="27" y="37"/>
                        <a:pt x="27" y="37"/>
                      </a:cubicBezTo>
                      <a:cubicBezTo>
                        <a:pt x="27" y="37"/>
                        <a:pt x="27" y="37"/>
                        <a:pt x="27" y="37"/>
                      </a:cubicBezTo>
                      <a:cubicBezTo>
                        <a:pt x="27" y="36"/>
                        <a:pt x="27" y="36"/>
                        <a:pt x="27" y="36"/>
                      </a:cubicBezTo>
                      <a:cubicBezTo>
                        <a:pt x="27" y="36"/>
                        <a:pt x="28" y="36"/>
                        <a:pt x="28" y="36"/>
                      </a:cubicBezTo>
                      <a:cubicBezTo>
                        <a:pt x="28" y="35"/>
                        <a:pt x="28" y="35"/>
                        <a:pt x="28" y="35"/>
                      </a:cubicBezTo>
                      <a:cubicBezTo>
                        <a:pt x="30" y="34"/>
                        <a:pt x="31" y="33"/>
                        <a:pt x="32" y="32"/>
                      </a:cubicBezTo>
                      <a:cubicBezTo>
                        <a:pt x="33" y="31"/>
                        <a:pt x="33" y="31"/>
                        <a:pt x="33" y="31"/>
                      </a:cubicBezTo>
                      <a:cubicBezTo>
                        <a:pt x="33" y="30"/>
                        <a:pt x="33" y="30"/>
                        <a:pt x="33" y="30"/>
                      </a:cubicBezTo>
                      <a:cubicBezTo>
                        <a:pt x="33" y="30"/>
                        <a:pt x="33" y="30"/>
                        <a:pt x="33" y="30"/>
                      </a:cubicBezTo>
                      <a:cubicBezTo>
                        <a:pt x="33" y="30"/>
                        <a:pt x="33" y="30"/>
                        <a:pt x="33" y="30"/>
                      </a:cubicBezTo>
                      <a:cubicBezTo>
                        <a:pt x="33" y="29"/>
                        <a:pt x="34" y="29"/>
                        <a:pt x="34" y="28"/>
                      </a:cubicBezTo>
                      <a:cubicBezTo>
                        <a:pt x="33" y="28"/>
                        <a:pt x="33" y="28"/>
                        <a:pt x="33" y="28"/>
                      </a:cubicBezTo>
                      <a:cubicBezTo>
                        <a:pt x="33" y="28"/>
                        <a:pt x="33" y="28"/>
                        <a:pt x="33" y="28"/>
                      </a:cubicBezTo>
                      <a:cubicBezTo>
                        <a:pt x="32" y="28"/>
                        <a:pt x="32" y="28"/>
                        <a:pt x="32" y="28"/>
                      </a:cubicBezTo>
                      <a:cubicBezTo>
                        <a:pt x="32" y="28"/>
                        <a:pt x="32" y="28"/>
                        <a:pt x="32" y="28"/>
                      </a:cubicBezTo>
                      <a:cubicBezTo>
                        <a:pt x="31" y="28"/>
                        <a:pt x="31" y="28"/>
                        <a:pt x="31" y="28"/>
                      </a:cubicBezTo>
                      <a:cubicBezTo>
                        <a:pt x="32" y="28"/>
                        <a:pt x="32" y="28"/>
                        <a:pt x="32" y="28"/>
                      </a:cubicBezTo>
                      <a:cubicBezTo>
                        <a:pt x="32" y="29"/>
                        <a:pt x="32" y="29"/>
                        <a:pt x="32" y="29"/>
                      </a:cubicBezTo>
                      <a:cubicBezTo>
                        <a:pt x="31" y="28"/>
                        <a:pt x="31" y="28"/>
                        <a:pt x="31" y="28"/>
                      </a:cubicBezTo>
                      <a:cubicBezTo>
                        <a:pt x="30" y="29"/>
                        <a:pt x="30" y="29"/>
                        <a:pt x="30" y="29"/>
                      </a:cubicBezTo>
                      <a:cubicBezTo>
                        <a:pt x="30" y="28"/>
                        <a:pt x="30" y="28"/>
                        <a:pt x="30" y="28"/>
                      </a:cubicBezTo>
                      <a:cubicBezTo>
                        <a:pt x="30" y="28"/>
                        <a:pt x="29" y="29"/>
                        <a:pt x="29" y="29"/>
                      </a:cubicBezTo>
                      <a:cubicBezTo>
                        <a:pt x="27" y="29"/>
                        <a:pt x="27" y="29"/>
                        <a:pt x="27" y="29"/>
                      </a:cubicBezTo>
                      <a:cubicBezTo>
                        <a:pt x="27" y="29"/>
                        <a:pt x="27" y="29"/>
                        <a:pt x="27" y="29"/>
                      </a:cubicBezTo>
                      <a:cubicBezTo>
                        <a:pt x="27" y="29"/>
                        <a:pt x="27" y="29"/>
                        <a:pt x="27" y="29"/>
                      </a:cubicBezTo>
                      <a:cubicBezTo>
                        <a:pt x="26" y="29"/>
                        <a:pt x="26" y="29"/>
                        <a:pt x="26" y="29"/>
                      </a:cubicBezTo>
                      <a:cubicBezTo>
                        <a:pt x="26" y="29"/>
                        <a:pt x="26" y="29"/>
                        <a:pt x="26" y="29"/>
                      </a:cubicBezTo>
                      <a:cubicBezTo>
                        <a:pt x="25" y="29"/>
                        <a:pt x="25" y="29"/>
                        <a:pt x="25" y="29"/>
                      </a:cubicBezTo>
                      <a:cubicBezTo>
                        <a:pt x="25" y="29"/>
                        <a:pt x="25" y="30"/>
                        <a:pt x="24" y="30"/>
                      </a:cubicBezTo>
                      <a:cubicBezTo>
                        <a:pt x="25" y="29"/>
                        <a:pt x="25" y="29"/>
                        <a:pt x="25" y="29"/>
                      </a:cubicBezTo>
                      <a:cubicBezTo>
                        <a:pt x="24" y="29"/>
                        <a:pt x="24" y="29"/>
                        <a:pt x="24" y="29"/>
                      </a:cubicBezTo>
                      <a:cubicBezTo>
                        <a:pt x="24" y="29"/>
                        <a:pt x="24" y="29"/>
                        <a:pt x="24" y="29"/>
                      </a:cubicBezTo>
                      <a:cubicBezTo>
                        <a:pt x="24" y="29"/>
                        <a:pt x="24" y="29"/>
                        <a:pt x="24" y="29"/>
                      </a:cubicBezTo>
                      <a:cubicBezTo>
                        <a:pt x="23" y="30"/>
                        <a:pt x="23" y="30"/>
                        <a:pt x="23" y="30"/>
                      </a:cubicBezTo>
                      <a:cubicBezTo>
                        <a:pt x="23" y="29"/>
                        <a:pt x="23" y="29"/>
                        <a:pt x="23" y="29"/>
                      </a:cubicBezTo>
                      <a:cubicBezTo>
                        <a:pt x="23" y="28"/>
                        <a:pt x="23" y="28"/>
                        <a:pt x="23" y="28"/>
                      </a:cubicBezTo>
                      <a:cubicBezTo>
                        <a:pt x="22" y="29"/>
                        <a:pt x="22" y="29"/>
                        <a:pt x="22" y="29"/>
                      </a:cubicBezTo>
                      <a:cubicBezTo>
                        <a:pt x="22" y="29"/>
                        <a:pt x="22" y="29"/>
                        <a:pt x="22" y="29"/>
                      </a:cubicBezTo>
                      <a:cubicBezTo>
                        <a:pt x="22" y="28"/>
                        <a:pt x="22" y="28"/>
                        <a:pt x="22" y="28"/>
                      </a:cubicBezTo>
                      <a:cubicBezTo>
                        <a:pt x="21" y="28"/>
                        <a:pt x="21" y="28"/>
                        <a:pt x="21" y="28"/>
                      </a:cubicBezTo>
                      <a:cubicBezTo>
                        <a:pt x="21" y="29"/>
                        <a:pt x="21" y="29"/>
                        <a:pt x="21" y="29"/>
                      </a:cubicBezTo>
                      <a:cubicBezTo>
                        <a:pt x="20" y="29"/>
                        <a:pt x="20" y="29"/>
                        <a:pt x="20" y="29"/>
                      </a:cubicBezTo>
                      <a:cubicBezTo>
                        <a:pt x="20" y="30"/>
                        <a:pt x="20" y="30"/>
                        <a:pt x="20" y="30"/>
                      </a:cubicBezTo>
                      <a:cubicBezTo>
                        <a:pt x="21" y="30"/>
                        <a:pt x="21" y="30"/>
                        <a:pt x="21" y="30"/>
                      </a:cubicBezTo>
                      <a:cubicBezTo>
                        <a:pt x="20" y="30"/>
                        <a:pt x="20" y="30"/>
                        <a:pt x="20" y="30"/>
                      </a:cubicBezTo>
                      <a:cubicBezTo>
                        <a:pt x="21" y="31"/>
                        <a:pt x="21" y="31"/>
                        <a:pt x="21" y="31"/>
                      </a:cubicBezTo>
                      <a:cubicBezTo>
                        <a:pt x="20" y="31"/>
                        <a:pt x="20" y="31"/>
                        <a:pt x="20" y="31"/>
                      </a:cubicBezTo>
                      <a:cubicBezTo>
                        <a:pt x="20" y="31"/>
                        <a:pt x="20" y="31"/>
                        <a:pt x="20" y="31"/>
                      </a:cubicBezTo>
                      <a:cubicBezTo>
                        <a:pt x="20" y="32"/>
                        <a:pt x="20" y="32"/>
                        <a:pt x="20" y="32"/>
                      </a:cubicBezTo>
                      <a:cubicBezTo>
                        <a:pt x="21" y="32"/>
                        <a:pt x="21" y="32"/>
                        <a:pt x="21" y="32"/>
                      </a:cubicBezTo>
                      <a:cubicBezTo>
                        <a:pt x="21" y="32"/>
                        <a:pt x="21" y="32"/>
                        <a:pt x="21" y="32"/>
                      </a:cubicBezTo>
                      <a:cubicBezTo>
                        <a:pt x="20" y="32"/>
                        <a:pt x="20" y="32"/>
                        <a:pt x="20" y="32"/>
                      </a:cubicBezTo>
                      <a:cubicBezTo>
                        <a:pt x="20" y="32"/>
                        <a:pt x="20" y="32"/>
                        <a:pt x="20" y="32"/>
                      </a:cubicBezTo>
                      <a:cubicBezTo>
                        <a:pt x="19" y="33"/>
                        <a:pt x="19" y="33"/>
                        <a:pt x="19" y="33"/>
                      </a:cubicBezTo>
                      <a:cubicBezTo>
                        <a:pt x="19" y="32"/>
                        <a:pt x="19" y="32"/>
                        <a:pt x="19" y="32"/>
                      </a:cubicBezTo>
                      <a:cubicBezTo>
                        <a:pt x="18" y="32"/>
                        <a:pt x="18" y="32"/>
                        <a:pt x="18" y="32"/>
                      </a:cubicBezTo>
                      <a:cubicBezTo>
                        <a:pt x="19" y="33"/>
                        <a:pt x="19" y="33"/>
                        <a:pt x="19" y="33"/>
                      </a:cubicBezTo>
                      <a:cubicBezTo>
                        <a:pt x="19" y="34"/>
                        <a:pt x="19" y="34"/>
                        <a:pt x="19" y="34"/>
                      </a:cubicBezTo>
                      <a:cubicBezTo>
                        <a:pt x="19" y="34"/>
                        <a:pt x="19" y="34"/>
                        <a:pt x="19" y="34"/>
                      </a:cubicBezTo>
                      <a:cubicBezTo>
                        <a:pt x="19" y="35"/>
                        <a:pt x="19" y="35"/>
                        <a:pt x="19" y="35"/>
                      </a:cubicBezTo>
                      <a:cubicBezTo>
                        <a:pt x="19" y="35"/>
                        <a:pt x="19" y="35"/>
                        <a:pt x="19" y="35"/>
                      </a:cubicBezTo>
                      <a:cubicBezTo>
                        <a:pt x="18" y="34"/>
                        <a:pt x="18" y="34"/>
                        <a:pt x="18" y="34"/>
                      </a:cubicBezTo>
                      <a:cubicBezTo>
                        <a:pt x="18" y="34"/>
                        <a:pt x="18" y="34"/>
                        <a:pt x="18" y="34"/>
                      </a:cubicBezTo>
                      <a:cubicBezTo>
                        <a:pt x="18" y="35"/>
                        <a:pt x="19" y="35"/>
                        <a:pt x="19" y="36"/>
                      </a:cubicBezTo>
                      <a:cubicBezTo>
                        <a:pt x="20" y="36"/>
                        <a:pt x="20" y="36"/>
                        <a:pt x="20" y="36"/>
                      </a:cubicBezTo>
                      <a:cubicBezTo>
                        <a:pt x="19" y="36"/>
                        <a:pt x="19" y="36"/>
                        <a:pt x="19" y="36"/>
                      </a:cubicBezTo>
                      <a:cubicBezTo>
                        <a:pt x="20" y="37"/>
                        <a:pt x="20" y="37"/>
                        <a:pt x="20" y="37"/>
                      </a:cubicBezTo>
                      <a:cubicBezTo>
                        <a:pt x="20" y="37"/>
                        <a:pt x="20" y="37"/>
                        <a:pt x="20" y="37"/>
                      </a:cubicBezTo>
                      <a:cubicBezTo>
                        <a:pt x="19" y="36"/>
                        <a:pt x="19" y="36"/>
                        <a:pt x="19" y="36"/>
                      </a:cubicBezTo>
                      <a:cubicBezTo>
                        <a:pt x="19" y="36"/>
                        <a:pt x="19" y="36"/>
                        <a:pt x="19" y="36"/>
                      </a:cubicBezTo>
                      <a:cubicBezTo>
                        <a:pt x="18" y="36"/>
                        <a:pt x="18" y="36"/>
                        <a:pt x="18" y="36"/>
                      </a:cubicBezTo>
                      <a:cubicBezTo>
                        <a:pt x="18" y="36"/>
                        <a:pt x="18" y="36"/>
                        <a:pt x="18" y="36"/>
                      </a:cubicBezTo>
                      <a:cubicBezTo>
                        <a:pt x="19" y="37"/>
                        <a:pt x="19" y="37"/>
                        <a:pt x="19" y="37"/>
                      </a:cubicBezTo>
                      <a:cubicBezTo>
                        <a:pt x="18" y="36"/>
                        <a:pt x="18" y="36"/>
                        <a:pt x="18" y="36"/>
                      </a:cubicBezTo>
                      <a:cubicBezTo>
                        <a:pt x="18" y="37"/>
                        <a:pt x="18" y="37"/>
                        <a:pt x="18" y="37"/>
                      </a:cubicBezTo>
                      <a:cubicBezTo>
                        <a:pt x="17" y="37"/>
                        <a:pt x="17" y="37"/>
                        <a:pt x="17" y="37"/>
                      </a:cubicBezTo>
                      <a:cubicBezTo>
                        <a:pt x="17" y="36"/>
                        <a:pt x="17" y="36"/>
                        <a:pt x="17" y="36"/>
                      </a:cubicBezTo>
                      <a:cubicBezTo>
                        <a:pt x="17" y="36"/>
                        <a:pt x="17" y="36"/>
                        <a:pt x="17" y="36"/>
                      </a:cubicBezTo>
                      <a:cubicBezTo>
                        <a:pt x="17" y="37"/>
                        <a:pt x="17" y="37"/>
                        <a:pt x="17" y="37"/>
                      </a:cubicBezTo>
                      <a:cubicBezTo>
                        <a:pt x="17" y="37"/>
                        <a:pt x="17" y="37"/>
                        <a:pt x="17" y="37"/>
                      </a:cubicBezTo>
                      <a:cubicBezTo>
                        <a:pt x="17" y="38"/>
                        <a:pt x="17" y="38"/>
                        <a:pt x="17" y="38"/>
                      </a:cubicBezTo>
                      <a:cubicBezTo>
                        <a:pt x="16" y="38"/>
                        <a:pt x="16" y="38"/>
                        <a:pt x="16" y="38"/>
                      </a:cubicBezTo>
                      <a:cubicBezTo>
                        <a:pt x="16" y="37"/>
                        <a:pt x="16" y="37"/>
                        <a:pt x="16" y="37"/>
                      </a:cubicBezTo>
                      <a:cubicBezTo>
                        <a:pt x="16" y="37"/>
                        <a:pt x="16" y="37"/>
                        <a:pt x="16" y="37"/>
                      </a:cubicBezTo>
                      <a:cubicBezTo>
                        <a:pt x="16" y="37"/>
                        <a:pt x="16" y="37"/>
                        <a:pt x="16" y="37"/>
                      </a:cubicBezTo>
                      <a:cubicBezTo>
                        <a:pt x="16" y="38"/>
                        <a:pt x="16" y="38"/>
                        <a:pt x="16" y="38"/>
                      </a:cubicBezTo>
                      <a:cubicBezTo>
                        <a:pt x="16" y="38"/>
                        <a:pt x="16" y="38"/>
                        <a:pt x="16" y="38"/>
                      </a:cubicBezTo>
                      <a:cubicBezTo>
                        <a:pt x="16" y="39"/>
                        <a:pt x="16" y="39"/>
                        <a:pt x="16" y="39"/>
                      </a:cubicBezTo>
                      <a:cubicBezTo>
                        <a:pt x="16" y="39"/>
                        <a:pt x="16" y="39"/>
                        <a:pt x="16" y="39"/>
                      </a:cubicBezTo>
                      <a:cubicBezTo>
                        <a:pt x="15" y="39"/>
                        <a:pt x="15" y="39"/>
                        <a:pt x="15" y="39"/>
                      </a:cubicBezTo>
                      <a:cubicBezTo>
                        <a:pt x="16" y="39"/>
                        <a:pt x="16" y="39"/>
                        <a:pt x="16" y="39"/>
                      </a:cubicBezTo>
                      <a:cubicBezTo>
                        <a:pt x="16" y="41"/>
                        <a:pt x="16" y="41"/>
                        <a:pt x="16" y="41"/>
                      </a:cubicBezTo>
                      <a:cubicBezTo>
                        <a:pt x="17" y="40"/>
                        <a:pt x="17" y="40"/>
                        <a:pt x="17" y="40"/>
                      </a:cubicBezTo>
                      <a:cubicBezTo>
                        <a:pt x="17" y="41"/>
                        <a:pt x="17" y="41"/>
                        <a:pt x="17" y="41"/>
                      </a:cubicBezTo>
                      <a:cubicBezTo>
                        <a:pt x="16" y="41"/>
                        <a:pt x="16" y="41"/>
                        <a:pt x="16" y="41"/>
                      </a:cubicBezTo>
                      <a:cubicBezTo>
                        <a:pt x="16" y="41"/>
                        <a:pt x="16" y="41"/>
                        <a:pt x="16" y="41"/>
                      </a:cubicBezTo>
                      <a:cubicBezTo>
                        <a:pt x="16" y="40"/>
                        <a:pt x="16" y="40"/>
                        <a:pt x="16" y="40"/>
                      </a:cubicBezTo>
                      <a:cubicBezTo>
                        <a:pt x="15" y="40"/>
                        <a:pt x="15" y="40"/>
                        <a:pt x="15" y="40"/>
                      </a:cubicBezTo>
                      <a:cubicBezTo>
                        <a:pt x="15" y="41"/>
                        <a:pt x="15" y="41"/>
                        <a:pt x="15" y="42"/>
                      </a:cubicBezTo>
                      <a:cubicBezTo>
                        <a:pt x="15" y="42"/>
                        <a:pt x="15" y="42"/>
                        <a:pt x="15" y="42"/>
                      </a:cubicBezTo>
                      <a:cubicBezTo>
                        <a:pt x="15" y="43"/>
                        <a:pt x="15" y="43"/>
                        <a:pt x="15" y="43"/>
                      </a:cubicBezTo>
                      <a:cubicBezTo>
                        <a:pt x="16" y="43"/>
                        <a:pt x="16" y="43"/>
                        <a:pt x="16" y="43"/>
                      </a:cubicBezTo>
                      <a:cubicBezTo>
                        <a:pt x="17" y="42"/>
                        <a:pt x="17" y="42"/>
                        <a:pt x="17" y="42"/>
                      </a:cubicBezTo>
                      <a:cubicBezTo>
                        <a:pt x="16" y="43"/>
                        <a:pt x="16" y="43"/>
                        <a:pt x="16" y="43"/>
                      </a:cubicBezTo>
                      <a:cubicBezTo>
                        <a:pt x="17" y="43"/>
                        <a:pt x="17" y="43"/>
                        <a:pt x="17" y="43"/>
                      </a:cubicBezTo>
                      <a:cubicBezTo>
                        <a:pt x="18" y="42"/>
                        <a:pt x="18" y="42"/>
                        <a:pt x="18" y="42"/>
                      </a:cubicBezTo>
                      <a:cubicBezTo>
                        <a:pt x="18" y="42"/>
                        <a:pt x="18" y="42"/>
                        <a:pt x="18" y="42"/>
                      </a:cubicBezTo>
                      <a:cubicBezTo>
                        <a:pt x="17" y="43"/>
                        <a:pt x="17" y="43"/>
                        <a:pt x="16" y="43"/>
                      </a:cubicBezTo>
                      <a:cubicBezTo>
                        <a:pt x="16" y="44"/>
                        <a:pt x="16" y="44"/>
                        <a:pt x="16" y="44"/>
                      </a:cubicBezTo>
                      <a:cubicBezTo>
                        <a:pt x="17" y="44"/>
                        <a:pt x="17" y="44"/>
                        <a:pt x="17" y="44"/>
                      </a:cubicBezTo>
                      <a:cubicBezTo>
                        <a:pt x="18" y="43"/>
                        <a:pt x="18" y="43"/>
                        <a:pt x="18" y="43"/>
                      </a:cubicBezTo>
                      <a:cubicBezTo>
                        <a:pt x="17" y="44"/>
                        <a:pt x="17" y="44"/>
                        <a:pt x="17" y="44"/>
                      </a:cubicBezTo>
                      <a:cubicBezTo>
                        <a:pt x="18" y="44"/>
                        <a:pt x="18" y="44"/>
                        <a:pt x="18" y="44"/>
                      </a:cubicBezTo>
                      <a:cubicBezTo>
                        <a:pt x="17" y="44"/>
                        <a:pt x="17" y="44"/>
                        <a:pt x="17" y="44"/>
                      </a:cubicBezTo>
                      <a:cubicBezTo>
                        <a:pt x="16" y="44"/>
                        <a:pt x="16" y="44"/>
                        <a:pt x="16" y="44"/>
                      </a:cubicBezTo>
                      <a:cubicBezTo>
                        <a:pt x="16" y="44"/>
                        <a:pt x="16" y="44"/>
                        <a:pt x="16" y="44"/>
                      </a:cubicBezTo>
                      <a:cubicBezTo>
                        <a:pt x="16" y="45"/>
                        <a:pt x="16" y="45"/>
                        <a:pt x="16" y="45"/>
                      </a:cubicBezTo>
                      <a:cubicBezTo>
                        <a:pt x="16" y="45"/>
                        <a:pt x="16" y="45"/>
                        <a:pt x="16" y="45"/>
                      </a:cubicBezTo>
                      <a:cubicBezTo>
                        <a:pt x="17" y="45"/>
                        <a:pt x="17" y="45"/>
                        <a:pt x="17" y="45"/>
                      </a:cubicBezTo>
                      <a:cubicBezTo>
                        <a:pt x="17" y="46"/>
                        <a:pt x="17" y="46"/>
                        <a:pt x="17" y="46"/>
                      </a:cubicBezTo>
                      <a:cubicBezTo>
                        <a:pt x="18" y="46"/>
                        <a:pt x="18" y="46"/>
                        <a:pt x="18" y="46"/>
                      </a:cubicBezTo>
                      <a:cubicBezTo>
                        <a:pt x="18" y="46"/>
                        <a:pt x="18" y="46"/>
                        <a:pt x="18" y="46"/>
                      </a:cubicBezTo>
                      <a:cubicBezTo>
                        <a:pt x="17" y="46"/>
                        <a:pt x="17" y="46"/>
                        <a:pt x="17" y="46"/>
                      </a:cubicBezTo>
                      <a:cubicBezTo>
                        <a:pt x="16" y="45"/>
                        <a:pt x="16" y="45"/>
                        <a:pt x="16" y="45"/>
                      </a:cubicBezTo>
                      <a:cubicBezTo>
                        <a:pt x="16" y="45"/>
                        <a:pt x="16" y="45"/>
                        <a:pt x="16" y="45"/>
                      </a:cubicBezTo>
                      <a:cubicBezTo>
                        <a:pt x="15" y="46"/>
                        <a:pt x="15" y="46"/>
                        <a:pt x="15" y="46"/>
                      </a:cubicBezTo>
                      <a:cubicBezTo>
                        <a:pt x="16" y="46"/>
                        <a:pt x="16" y="46"/>
                        <a:pt x="16" y="46"/>
                      </a:cubicBezTo>
                      <a:cubicBezTo>
                        <a:pt x="16" y="47"/>
                        <a:pt x="16" y="47"/>
                        <a:pt x="16" y="47"/>
                      </a:cubicBezTo>
                      <a:cubicBezTo>
                        <a:pt x="16" y="47"/>
                        <a:pt x="16" y="47"/>
                        <a:pt x="16" y="47"/>
                      </a:cubicBezTo>
                      <a:cubicBezTo>
                        <a:pt x="16" y="47"/>
                        <a:pt x="16" y="47"/>
                        <a:pt x="16" y="47"/>
                      </a:cubicBezTo>
                      <a:cubicBezTo>
                        <a:pt x="16" y="47"/>
                        <a:pt x="16" y="47"/>
                        <a:pt x="16" y="47"/>
                      </a:cubicBezTo>
                      <a:cubicBezTo>
                        <a:pt x="15" y="47"/>
                        <a:pt x="15" y="47"/>
                        <a:pt x="15" y="47"/>
                      </a:cubicBezTo>
                      <a:cubicBezTo>
                        <a:pt x="15" y="48"/>
                        <a:pt x="15" y="48"/>
                        <a:pt x="15" y="48"/>
                      </a:cubicBezTo>
                      <a:cubicBezTo>
                        <a:pt x="16" y="48"/>
                        <a:pt x="16" y="48"/>
                        <a:pt x="16" y="48"/>
                      </a:cubicBezTo>
                      <a:cubicBezTo>
                        <a:pt x="15" y="48"/>
                        <a:pt x="15" y="48"/>
                        <a:pt x="15" y="48"/>
                      </a:cubicBezTo>
                      <a:cubicBezTo>
                        <a:pt x="16" y="49"/>
                        <a:pt x="16" y="49"/>
                        <a:pt x="16" y="49"/>
                      </a:cubicBezTo>
                      <a:cubicBezTo>
                        <a:pt x="15" y="49"/>
                        <a:pt x="15" y="49"/>
                        <a:pt x="15" y="49"/>
                      </a:cubicBezTo>
                      <a:cubicBezTo>
                        <a:pt x="15" y="49"/>
                        <a:pt x="15" y="49"/>
                        <a:pt x="15" y="49"/>
                      </a:cubicBezTo>
                      <a:cubicBezTo>
                        <a:pt x="15" y="50"/>
                        <a:pt x="15" y="50"/>
                        <a:pt x="15" y="50"/>
                      </a:cubicBezTo>
                      <a:cubicBezTo>
                        <a:pt x="14" y="49"/>
                        <a:pt x="14" y="49"/>
                        <a:pt x="14" y="49"/>
                      </a:cubicBezTo>
                      <a:cubicBezTo>
                        <a:pt x="14" y="50"/>
                        <a:pt x="13" y="50"/>
                        <a:pt x="13" y="50"/>
                      </a:cubicBezTo>
                      <a:cubicBezTo>
                        <a:pt x="12" y="50"/>
                        <a:pt x="12" y="50"/>
                        <a:pt x="12" y="50"/>
                      </a:cubicBezTo>
                      <a:cubicBezTo>
                        <a:pt x="12" y="50"/>
                        <a:pt x="12" y="50"/>
                        <a:pt x="12" y="50"/>
                      </a:cubicBezTo>
                      <a:cubicBezTo>
                        <a:pt x="13" y="50"/>
                        <a:pt x="13" y="50"/>
                        <a:pt x="13" y="50"/>
                      </a:cubicBezTo>
                      <a:cubicBezTo>
                        <a:pt x="13" y="50"/>
                        <a:pt x="13" y="50"/>
                        <a:pt x="13" y="50"/>
                      </a:cubicBezTo>
                      <a:cubicBezTo>
                        <a:pt x="13" y="50"/>
                        <a:pt x="14" y="50"/>
                        <a:pt x="14" y="51"/>
                      </a:cubicBezTo>
                      <a:cubicBezTo>
                        <a:pt x="15" y="50"/>
                        <a:pt x="15" y="50"/>
                        <a:pt x="15" y="50"/>
                      </a:cubicBezTo>
                      <a:cubicBezTo>
                        <a:pt x="16" y="51"/>
                        <a:pt x="16" y="51"/>
                        <a:pt x="16" y="51"/>
                      </a:cubicBezTo>
                      <a:cubicBezTo>
                        <a:pt x="15" y="50"/>
                        <a:pt x="15" y="50"/>
                        <a:pt x="15" y="50"/>
                      </a:cubicBezTo>
                      <a:cubicBezTo>
                        <a:pt x="15" y="51"/>
                        <a:pt x="15" y="51"/>
                        <a:pt x="15" y="51"/>
                      </a:cubicBezTo>
                      <a:cubicBezTo>
                        <a:pt x="15" y="51"/>
                        <a:pt x="15" y="51"/>
                        <a:pt x="15" y="51"/>
                      </a:cubicBezTo>
                      <a:cubicBezTo>
                        <a:pt x="14" y="51"/>
                        <a:pt x="14" y="51"/>
                        <a:pt x="14" y="51"/>
                      </a:cubicBezTo>
                      <a:cubicBezTo>
                        <a:pt x="14" y="51"/>
                        <a:pt x="14" y="51"/>
                        <a:pt x="14" y="51"/>
                      </a:cubicBezTo>
                      <a:cubicBezTo>
                        <a:pt x="14" y="51"/>
                        <a:pt x="14" y="51"/>
                        <a:pt x="14" y="51"/>
                      </a:cubicBezTo>
                      <a:cubicBezTo>
                        <a:pt x="15" y="52"/>
                        <a:pt x="15" y="52"/>
                        <a:pt x="15" y="52"/>
                      </a:cubicBezTo>
                      <a:cubicBezTo>
                        <a:pt x="15" y="52"/>
                        <a:pt x="15" y="52"/>
                        <a:pt x="16" y="53"/>
                      </a:cubicBezTo>
                      <a:cubicBezTo>
                        <a:pt x="17" y="52"/>
                        <a:pt x="18" y="51"/>
                        <a:pt x="19" y="50"/>
                      </a:cubicBezTo>
                      <a:cubicBezTo>
                        <a:pt x="19" y="50"/>
                        <a:pt x="19" y="50"/>
                        <a:pt x="19" y="50"/>
                      </a:cubicBezTo>
                      <a:cubicBezTo>
                        <a:pt x="20" y="49"/>
                        <a:pt x="20" y="49"/>
                        <a:pt x="20" y="49"/>
                      </a:cubicBezTo>
                      <a:cubicBezTo>
                        <a:pt x="19" y="50"/>
                        <a:pt x="19" y="50"/>
                        <a:pt x="19" y="50"/>
                      </a:cubicBezTo>
                      <a:cubicBezTo>
                        <a:pt x="19" y="51"/>
                        <a:pt x="19" y="51"/>
                        <a:pt x="19" y="51"/>
                      </a:cubicBezTo>
                      <a:cubicBezTo>
                        <a:pt x="20" y="50"/>
                        <a:pt x="20" y="50"/>
                        <a:pt x="20" y="50"/>
                      </a:cubicBezTo>
                      <a:cubicBezTo>
                        <a:pt x="19" y="51"/>
                        <a:pt x="19" y="51"/>
                        <a:pt x="19" y="51"/>
                      </a:cubicBezTo>
                      <a:cubicBezTo>
                        <a:pt x="19" y="51"/>
                        <a:pt x="19" y="51"/>
                        <a:pt x="19" y="51"/>
                      </a:cubicBezTo>
                      <a:cubicBezTo>
                        <a:pt x="18" y="51"/>
                        <a:pt x="18" y="51"/>
                        <a:pt x="18" y="51"/>
                      </a:cubicBezTo>
                      <a:cubicBezTo>
                        <a:pt x="18" y="52"/>
                        <a:pt x="17" y="52"/>
                        <a:pt x="17" y="53"/>
                      </a:cubicBezTo>
                      <a:cubicBezTo>
                        <a:pt x="18" y="53"/>
                        <a:pt x="18" y="53"/>
                        <a:pt x="18" y="53"/>
                      </a:cubicBezTo>
                      <a:cubicBezTo>
                        <a:pt x="18" y="53"/>
                        <a:pt x="18" y="53"/>
                        <a:pt x="18" y="53"/>
                      </a:cubicBezTo>
                      <a:cubicBezTo>
                        <a:pt x="18" y="53"/>
                        <a:pt x="18" y="53"/>
                        <a:pt x="18" y="53"/>
                      </a:cubicBezTo>
                      <a:cubicBezTo>
                        <a:pt x="19" y="53"/>
                        <a:pt x="19" y="53"/>
                        <a:pt x="19" y="53"/>
                      </a:cubicBezTo>
                      <a:cubicBezTo>
                        <a:pt x="19" y="53"/>
                        <a:pt x="19" y="53"/>
                        <a:pt x="19" y="53"/>
                      </a:cubicBezTo>
                      <a:cubicBezTo>
                        <a:pt x="18" y="53"/>
                        <a:pt x="18" y="53"/>
                        <a:pt x="18" y="53"/>
                      </a:cubicBezTo>
                      <a:cubicBezTo>
                        <a:pt x="17" y="53"/>
                        <a:pt x="17" y="53"/>
                        <a:pt x="17" y="53"/>
                      </a:cubicBezTo>
                      <a:cubicBezTo>
                        <a:pt x="17" y="54"/>
                        <a:pt x="16" y="55"/>
                        <a:pt x="16" y="56"/>
                      </a:cubicBezTo>
                      <a:cubicBezTo>
                        <a:pt x="17" y="55"/>
                        <a:pt x="17" y="55"/>
                        <a:pt x="17" y="55"/>
                      </a:cubicBezTo>
                      <a:cubicBezTo>
                        <a:pt x="16" y="56"/>
                        <a:pt x="16" y="56"/>
                        <a:pt x="16" y="57"/>
                      </a:cubicBezTo>
                      <a:cubicBezTo>
                        <a:pt x="17" y="56"/>
                        <a:pt x="17" y="56"/>
                        <a:pt x="17" y="56"/>
                      </a:cubicBezTo>
                      <a:cubicBezTo>
                        <a:pt x="16" y="57"/>
                        <a:pt x="16" y="58"/>
                        <a:pt x="15" y="59"/>
                      </a:cubicBezTo>
                      <a:cubicBezTo>
                        <a:pt x="15" y="59"/>
                        <a:pt x="15" y="59"/>
                        <a:pt x="15" y="59"/>
                      </a:cubicBezTo>
                      <a:cubicBezTo>
                        <a:pt x="16" y="58"/>
                        <a:pt x="16" y="58"/>
                        <a:pt x="16" y="58"/>
                      </a:cubicBezTo>
                      <a:cubicBezTo>
                        <a:pt x="16" y="58"/>
                        <a:pt x="16" y="58"/>
                        <a:pt x="16" y="58"/>
                      </a:cubicBezTo>
                      <a:cubicBezTo>
                        <a:pt x="15" y="59"/>
                        <a:pt x="15" y="59"/>
                        <a:pt x="15" y="59"/>
                      </a:cubicBezTo>
                      <a:cubicBezTo>
                        <a:pt x="15" y="60"/>
                        <a:pt x="15" y="60"/>
                        <a:pt x="15" y="60"/>
                      </a:cubicBezTo>
                      <a:cubicBezTo>
                        <a:pt x="16" y="60"/>
                        <a:pt x="16" y="60"/>
                        <a:pt x="16" y="60"/>
                      </a:cubicBezTo>
                      <a:cubicBezTo>
                        <a:pt x="15" y="60"/>
                        <a:pt x="15" y="60"/>
                        <a:pt x="15" y="60"/>
                      </a:cubicBezTo>
                      <a:cubicBezTo>
                        <a:pt x="16" y="61"/>
                        <a:pt x="16" y="61"/>
                        <a:pt x="16" y="61"/>
                      </a:cubicBezTo>
                      <a:cubicBezTo>
                        <a:pt x="16" y="61"/>
                        <a:pt x="17" y="61"/>
                        <a:pt x="17" y="60"/>
                      </a:cubicBezTo>
                      <a:cubicBezTo>
                        <a:pt x="17" y="61"/>
                        <a:pt x="17" y="61"/>
                        <a:pt x="17" y="61"/>
                      </a:cubicBezTo>
                      <a:cubicBezTo>
                        <a:pt x="16" y="61"/>
                        <a:pt x="16" y="61"/>
                        <a:pt x="16" y="61"/>
                      </a:cubicBezTo>
                      <a:cubicBezTo>
                        <a:pt x="16" y="62"/>
                        <a:pt x="16" y="62"/>
                        <a:pt x="16" y="62"/>
                      </a:cubicBezTo>
                      <a:cubicBezTo>
                        <a:pt x="15" y="62"/>
                        <a:pt x="15" y="62"/>
                        <a:pt x="15" y="62"/>
                      </a:cubicBezTo>
                      <a:cubicBezTo>
                        <a:pt x="15" y="63"/>
                        <a:pt x="15" y="63"/>
                        <a:pt x="15" y="63"/>
                      </a:cubicBezTo>
                      <a:cubicBezTo>
                        <a:pt x="15" y="64"/>
                        <a:pt x="15" y="64"/>
                        <a:pt x="15" y="64"/>
                      </a:cubicBezTo>
                      <a:cubicBezTo>
                        <a:pt x="15" y="65"/>
                        <a:pt x="15" y="65"/>
                        <a:pt x="15" y="65"/>
                      </a:cubicBezTo>
                      <a:cubicBezTo>
                        <a:pt x="14" y="65"/>
                        <a:pt x="14" y="65"/>
                        <a:pt x="14" y="65"/>
                      </a:cubicBezTo>
                      <a:cubicBezTo>
                        <a:pt x="14" y="66"/>
                        <a:pt x="14" y="66"/>
                        <a:pt x="14" y="66"/>
                      </a:cubicBezTo>
                      <a:cubicBezTo>
                        <a:pt x="15" y="67"/>
                        <a:pt x="15" y="67"/>
                        <a:pt x="15" y="67"/>
                      </a:cubicBezTo>
                      <a:cubicBezTo>
                        <a:pt x="15" y="67"/>
                        <a:pt x="15" y="67"/>
                        <a:pt x="15" y="67"/>
                      </a:cubicBezTo>
                      <a:cubicBezTo>
                        <a:pt x="16" y="66"/>
                        <a:pt x="16" y="66"/>
                        <a:pt x="16" y="66"/>
                      </a:cubicBezTo>
                      <a:cubicBezTo>
                        <a:pt x="16" y="66"/>
                        <a:pt x="16" y="66"/>
                        <a:pt x="16" y="66"/>
                      </a:cubicBezTo>
                      <a:cubicBezTo>
                        <a:pt x="16" y="65"/>
                        <a:pt x="16" y="65"/>
                        <a:pt x="16" y="65"/>
                      </a:cubicBezTo>
                      <a:cubicBezTo>
                        <a:pt x="16" y="65"/>
                        <a:pt x="16" y="65"/>
                        <a:pt x="16" y="65"/>
                      </a:cubicBezTo>
                      <a:cubicBezTo>
                        <a:pt x="17" y="63"/>
                        <a:pt x="17" y="63"/>
                        <a:pt x="17" y="63"/>
                      </a:cubicBezTo>
                      <a:cubicBezTo>
                        <a:pt x="17" y="63"/>
                        <a:pt x="17" y="63"/>
                        <a:pt x="17" y="63"/>
                      </a:cubicBezTo>
                      <a:cubicBezTo>
                        <a:pt x="17" y="62"/>
                        <a:pt x="17" y="62"/>
                        <a:pt x="17" y="62"/>
                      </a:cubicBezTo>
                      <a:cubicBezTo>
                        <a:pt x="18" y="61"/>
                        <a:pt x="18" y="61"/>
                        <a:pt x="18" y="61"/>
                      </a:cubicBezTo>
                      <a:cubicBezTo>
                        <a:pt x="18" y="61"/>
                        <a:pt x="18" y="61"/>
                        <a:pt x="18" y="61"/>
                      </a:cubicBezTo>
                      <a:cubicBezTo>
                        <a:pt x="17" y="60"/>
                        <a:pt x="17" y="60"/>
                        <a:pt x="17" y="60"/>
                      </a:cubicBezTo>
                      <a:cubicBezTo>
                        <a:pt x="17" y="59"/>
                        <a:pt x="17" y="59"/>
                        <a:pt x="17" y="59"/>
                      </a:cubicBezTo>
                      <a:cubicBezTo>
                        <a:pt x="17" y="59"/>
                        <a:pt x="17" y="59"/>
                        <a:pt x="17" y="59"/>
                      </a:cubicBezTo>
                      <a:cubicBezTo>
                        <a:pt x="17" y="58"/>
                        <a:pt x="17" y="58"/>
                        <a:pt x="17" y="58"/>
                      </a:cubicBezTo>
                      <a:cubicBezTo>
                        <a:pt x="18" y="58"/>
                        <a:pt x="18" y="58"/>
                        <a:pt x="18" y="58"/>
                      </a:cubicBezTo>
                      <a:cubicBezTo>
                        <a:pt x="19" y="57"/>
                        <a:pt x="19" y="57"/>
                        <a:pt x="19" y="57"/>
                      </a:cubicBezTo>
                      <a:cubicBezTo>
                        <a:pt x="19" y="57"/>
                        <a:pt x="19" y="57"/>
                        <a:pt x="19" y="57"/>
                      </a:cubicBezTo>
                      <a:cubicBezTo>
                        <a:pt x="20" y="56"/>
                        <a:pt x="20" y="56"/>
                        <a:pt x="20" y="56"/>
                      </a:cubicBezTo>
                      <a:cubicBezTo>
                        <a:pt x="21" y="56"/>
                        <a:pt x="21" y="56"/>
                        <a:pt x="21" y="56"/>
                      </a:cubicBezTo>
                      <a:cubicBezTo>
                        <a:pt x="20" y="56"/>
                        <a:pt x="20" y="56"/>
                        <a:pt x="20" y="56"/>
                      </a:cubicBezTo>
                      <a:cubicBezTo>
                        <a:pt x="20" y="57"/>
                        <a:pt x="20" y="57"/>
                        <a:pt x="20" y="57"/>
                      </a:cubicBezTo>
                      <a:cubicBezTo>
                        <a:pt x="19" y="57"/>
                        <a:pt x="19" y="57"/>
                        <a:pt x="19" y="57"/>
                      </a:cubicBezTo>
                      <a:cubicBezTo>
                        <a:pt x="18" y="59"/>
                        <a:pt x="18" y="59"/>
                        <a:pt x="18" y="59"/>
                      </a:cubicBezTo>
                      <a:cubicBezTo>
                        <a:pt x="18" y="60"/>
                        <a:pt x="18" y="60"/>
                        <a:pt x="18" y="60"/>
                      </a:cubicBezTo>
                      <a:cubicBezTo>
                        <a:pt x="18" y="60"/>
                        <a:pt x="18" y="60"/>
                        <a:pt x="18" y="60"/>
                      </a:cubicBezTo>
                      <a:cubicBezTo>
                        <a:pt x="19" y="61"/>
                        <a:pt x="19" y="61"/>
                        <a:pt x="19" y="61"/>
                      </a:cubicBezTo>
                      <a:cubicBezTo>
                        <a:pt x="18" y="60"/>
                        <a:pt x="18" y="60"/>
                        <a:pt x="18" y="60"/>
                      </a:cubicBezTo>
                      <a:cubicBezTo>
                        <a:pt x="19" y="59"/>
                        <a:pt x="19" y="59"/>
                        <a:pt x="19" y="59"/>
                      </a:cubicBezTo>
                      <a:cubicBezTo>
                        <a:pt x="19" y="59"/>
                        <a:pt x="19" y="59"/>
                        <a:pt x="19" y="59"/>
                      </a:cubicBezTo>
                      <a:cubicBezTo>
                        <a:pt x="20" y="60"/>
                        <a:pt x="20" y="60"/>
                        <a:pt x="20" y="60"/>
                      </a:cubicBezTo>
                      <a:cubicBezTo>
                        <a:pt x="19" y="59"/>
                        <a:pt x="19" y="59"/>
                        <a:pt x="19" y="59"/>
                      </a:cubicBezTo>
                      <a:cubicBezTo>
                        <a:pt x="20" y="59"/>
                        <a:pt x="20" y="59"/>
                        <a:pt x="20" y="59"/>
                      </a:cubicBezTo>
                      <a:cubicBezTo>
                        <a:pt x="20" y="60"/>
                        <a:pt x="20" y="60"/>
                        <a:pt x="20" y="60"/>
                      </a:cubicBezTo>
                      <a:cubicBezTo>
                        <a:pt x="20" y="60"/>
                        <a:pt x="20" y="60"/>
                        <a:pt x="20" y="60"/>
                      </a:cubicBezTo>
                      <a:cubicBezTo>
                        <a:pt x="21" y="59"/>
                        <a:pt x="21" y="58"/>
                        <a:pt x="21" y="57"/>
                      </a:cubicBezTo>
                      <a:cubicBezTo>
                        <a:pt x="21" y="57"/>
                        <a:pt x="21" y="57"/>
                        <a:pt x="21" y="57"/>
                      </a:cubicBezTo>
                      <a:cubicBezTo>
                        <a:pt x="21" y="57"/>
                        <a:pt x="21" y="57"/>
                        <a:pt x="21" y="57"/>
                      </a:cubicBezTo>
                      <a:cubicBezTo>
                        <a:pt x="21" y="57"/>
                        <a:pt x="21" y="57"/>
                        <a:pt x="21" y="57"/>
                      </a:cubicBezTo>
                      <a:cubicBezTo>
                        <a:pt x="22" y="56"/>
                        <a:pt x="22" y="56"/>
                        <a:pt x="22" y="56"/>
                      </a:cubicBezTo>
                      <a:cubicBezTo>
                        <a:pt x="22" y="57"/>
                        <a:pt x="22" y="57"/>
                        <a:pt x="22" y="57"/>
                      </a:cubicBezTo>
                      <a:cubicBezTo>
                        <a:pt x="22" y="57"/>
                        <a:pt x="21" y="57"/>
                        <a:pt x="21" y="58"/>
                      </a:cubicBezTo>
                      <a:cubicBezTo>
                        <a:pt x="21" y="59"/>
                        <a:pt x="21" y="59"/>
                        <a:pt x="21" y="59"/>
                      </a:cubicBezTo>
                      <a:cubicBezTo>
                        <a:pt x="22" y="59"/>
                        <a:pt x="22" y="59"/>
                        <a:pt x="22" y="59"/>
                      </a:cubicBezTo>
                      <a:cubicBezTo>
                        <a:pt x="22" y="59"/>
                        <a:pt x="22" y="59"/>
                        <a:pt x="22" y="59"/>
                      </a:cubicBezTo>
                      <a:cubicBezTo>
                        <a:pt x="22" y="59"/>
                        <a:pt x="22" y="59"/>
                        <a:pt x="22" y="59"/>
                      </a:cubicBezTo>
                      <a:cubicBezTo>
                        <a:pt x="23" y="59"/>
                        <a:pt x="23" y="59"/>
                        <a:pt x="23" y="59"/>
                      </a:cubicBezTo>
                      <a:cubicBezTo>
                        <a:pt x="24" y="60"/>
                        <a:pt x="24" y="60"/>
                        <a:pt x="24" y="60"/>
                      </a:cubicBezTo>
                      <a:cubicBezTo>
                        <a:pt x="24" y="60"/>
                        <a:pt x="24" y="60"/>
                        <a:pt x="24" y="60"/>
                      </a:cubicBezTo>
                      <a:cubicBezTo>
                        <a:pt x="23" y="60"/>
                        <a:pt x="22" y="59"/>
                        <a:pt x="22" y="59"/>
                      </a:cubicBezTo>
                      <a:cubicBezTo>
                        <a:pt x="21" y="59"/>
                        <a:pt x="21" y="59"/>
                        <a:pt x="21" y="59"/>
                      </a:cubicBezTo>
                      <a:cubicBezTo>
                        <a:pt x="21" y="60"/>
                        <a:pt x="21" y="60"/>
                        <a:pt x="21" y="60"/>
                      </a:cubicBezTo>
                      <a:cubicBezTo>
                        <a:pt x="21" y="61"/>
                        <a:pt x="21" y="61"/>
                        <a:pt x="21" y="61"/>
                      </a:cubicBezTo>
                      <a:cubicBezTo>
                        <a:pt x="21" y="62"/>
                        <a:pt x="21" y="62"/>
                        <a:pt x="21" y="62"/>
                      </a:cubicBezTo>
                      <a:cubicBezTo>
                        <a:pt x="21" y="63"/>
                        <a:pt x="21" y="63"/>
                        <a:pt x="21" y="63"/>
                      </a:cubicBezTo>
                      <a:cubicBezTo>
                        <a:pt x="21" y="63"/>
                        <a:pt x="21" y="63"/>
                        <a:pt x="21" y="63"/>
                      </a:cubicBezTo>
                      <a:cubicBezTo>
                        <a:pt x="22" y="63"/>
                        <a:pt x="22" y="63"/>
                        <a:pt x="22" y="63"/>
                      </a:cubicBezTo>
                      <a:cubicBezTo>
                        <a:pt x="22" y="64"/>
                        <a:pt x="22" y="64"/>
                        <a:pt x="22" y="64"/>
                      </a:cubicBezTo>
                      <a:cubicBezTo>
                        <a:pt x="22" y="64"/>
                        <a:pt x="22" y="64"/>
                        <a:pt x="22" y="64"/>
                      </a:cubicBezTo>
                      <a:cubicBezTo>
                        <a:pt x="23" y="65"/>
                        <a:pt x="23" y="65"/>
                        <a:pt x="23" y="65"/>
                      </a:cubicBezTo>
                      <a:cubicBezTo>
                        <a:pt x="22" y="65"/>
                        <a:pt x="22" y="65"/>
                        <a:pt x="22" y="65"/>
                      </a:cubicBezTo>
                      <a:cubicBezTo>
                        <a:pt x="22" y="65"/>
                        <a:pt x="22" y="65"/>
                        <a:pt x="22" y="65"/>
                      </a:cubicBezTo>
                      <a:cubicBezTo>
                        <a:pt x="22" y="66"/>
                        <a:pt x="22" y="66"/>
                        <a:pt x="22" y="66"/>
                      </a:cubicBezTo>
                      <a:cubicBezTo>
                        <a:pt x="21" y="66"/>
                        <a:pt x="21" y="66"/>
                        <a:pt x="21" y="66"/>
                      </a:cubicBezTo>
                      <a:cubicBezTo>
                        <a:pt x="21" y="67"/>
                        <a:pt x="21" y="68"/>
                        <a:pt x="20" y="69"/>
                      </a:cubicBezTo>
                      <a:cubicBezTo>
                        <a:pt x="19" y="69"/>
                        <a:pt x="19" y="70"/>
                        <a:pt x="20" y="71"/>
                      </a:cubicBezTo>
                      <a:cubicBezTo>
                        <a:pt x="20" y="71"/>
                        <a:pt x="20" y="71"/>
                        <a:pt x="20" y="71"/>
                      </a:cubicBezTo>
                      <a:cubicBezTo>
                        <a:pt x="19" y="71"/>
                        <a:pt x="19" y="71"/>
                        <a:pt x="19" y="71"/>
                      </a:cubicBezTo>
                      <a:cubicBezTo>
                        <a:pt x="19" y="71"/>
                        <a:pt x="19" y="71"/>
                        <a:pt x="19" y="71"/>
                      </a:cubicBezTo>
                      <a:cubicBezTo>
                        <a:pt x="19" y="70"/>
                        <a:pt x="19" y="70"/>
                        <a:pt x="19" y="70"/>
                      </a:cubicBezTo>
                      <a:cubicBezTo>
                        <a:pt x="19" y="70"/>
                        <a:pt x="19" y="70"/>
                        <a:pt x="19" y="70"/>
                      </a:cubicBezTo>
                      <a:cubicBezTo>
                        <a:pt x="19" y="71"/>
                        <a:pt x="19" y="71"/>
                        <a:pt x="19" y="71"/>
                      </a:cubicBezTo>
                      <a:cubicBezTo>
                        <a:pt x="19" y="72"/>
                        <a:pt x="19" y="73"/>
                        <a:pt x="20" y="73"/>
                      </a:cubicBezTo>
                      <a:cubicBezTo>
                        <a:pt x="20" y="74"/>
                        <a:pt x="20" y="74"/>
                        <a:pt x="20" y="74"/>
                      </a:cubicBezTo>
                      <a:cubicBezTo>
                        <a:pt x="21" y="75"/>
                        <a:pt x="21" y="75"/>
                        <a:pt x="21" y="75"/>
                      </a:cubicBezTo>
                      <a:cubicBezTo>
                        <a:pt x="21" y="74"/>
                        <a:pt x="21" y="74"/>
                        <a:pt x="21" y="74"/>
                      </a:cubicBezTo>
                      <a:cubicBezTo>
                        <a:pt x="20" y="74"/>
                        <a:pt x="20" y="74"/>
                        <a:pt x="20" y="74"/>
                      </a:cubicBezTo>
                      <a:cubicBezTo>
                        <a:pt x="20" y="72"/>
                        <a:pt x="20" y="72"/>
                        <a:pt x="20" y="72"/>
                      </a:cubicBezTo>
                      <a:cubicBezTo>
                        <a:pt x="21" y="72"/>
                        <a:pt x="21" y="72"/>
                        <a:pt x="21" y="72"/>
                      </a:cubicBezTo>
                      <a:cubicBezTo>
                        <a:pt x="21" y="72"/>
                        <a:pt x="21" y="72"/>
                        <a:pt x="21" y="72"/>
                      </a:cubicBezTo>
                      <a:cubicBezTo>
                        <a:pt x="21" y="72"/>
                        <a:pt x="21" y="72"/>
                        <a:pt x="21" y="72"/>
                      </a:cubicBezTo>
                      <a:cubicBezTo>
                        <a:pt x="23" y="73"/>
                        <a:pt x="23" y="73"/>
                        <a:pt x="23" y="73"/>
                      </a:cubicBezTo>
                      <a:cubicBezTo>
                        <a:pt x="23" y="74"/>
                        <a:pt x="23" y="74"/>
                        <a:pt x="23" y="74"/>
                      </a:cubicBezTo>
                      <a:cubicBezTo>
                        <a:pt x="24" y="74"/>
                        <a:pt x="24" y="74"/>
                        <a:pt x="24" y="74"/>
                      </a:cubicBezTo>
                      <a:cubicBezTo>
                        <a:pt x="24" y="74"/>
                        <a:pt x="24" y="74"/>
                        <a:pt x="24" y="74"/>
                      </a:cubicBezTo>
                      <a:cubicBezTo>
                        <a:pt x="24" y="73"/>
                        <a:pt x="24" y="73"/>
                        <a:pt x="24" y="73"/>
                      </a:cubicBezTo>
                      <a:cubicBezTo>
                        <a:pt x="24" y="72"/>
                        <a:pt x="24" y="72"/>
                        <a:pt x="24" y="72"/>
                      </a:cubicBezTo>
                      <a:cubicBezTo>
                        <a:pt x="24" y="72"/>
                        <a:pt x="24" y="72"/>
                        <a:pt x="24" y="72"/>
                      </a:cubicBezTo>
                      <a:cubicBezTo>
                        <a:pt x="24" y="71"/>
                        <a:pt x="24" y="71"/>
                        <a:pt x="24" y="71"/>
                      </a:cubicBezTo>
                      <a:cubicBezTo>
                        <a:pt x="24" y="72"/>
                        <a:pt x="24" y="72"/>
                        <a:pt x="24" y="72"/>
                      </a:cubicBezTo>
                      <a:cubicBezTo>
                        <a:pt x="25" y="72"/>
                        <a:pt x="25" y="72"/>
                        <a:pt x="25" y="72"/>
                      </a:cubicBezTo>
                      <a:cubicBezTo>
                        <a:pt x="25" y="72"/>
                        <a:pt x="25" y="72"/>
                        <a:pt x="25" y="72"/>
                      </a:cubicBezTo>
                      <a:cubicBezTo>
                        <a:pt x="25" y="72"/>
                        <a:pt x="25" y="72"/>
                        <a:pt x="25" y="72"/>
                      </a:cubicBezTo>
                      <a:cubicBezTo>
                        <a:pt x="26" y="73"/>
                        <a:pt x="26" y="73"/>
                        <a:pt x="26" y="73"/>
                      </a:cubicBezTo>
                      <a:cubicBezTo>
                        <a:pt x="26" y="73"/>
                        <a:pt x="26" y="73"/>
                        <a:pt x="26" y="73"/>
                      </a:cubicBezTo>
                      <a:cubicBezTo>
                        <a:pt x="26" y="72"/>
                        <a:pt x="26" y="72"/>
                        <a:pt x="26" y="72"/>
                      </a:cubicBezTo>
                      <a:cubicBezTo>
                        <a:pt x="26" y="73"/>
                        <a:pt x="26" y="73"/>
                        <a:pt x="26" y="73"/>
                      </a:cubicBezTo>
                      <a:cubicBezTo>
                        <a:pt x="27" y="73"/>
                        <a:pt x="27" y="73"/>
                        <a:pt x="27" y="73"/>
                      </a:cubicBezTo>
                      <a:cubicBezTo>
                        <a:pt x="28" y="72"/>
                        <a:pt x="28" y="72"/>
                        <a:pt x="28" y="72"/>
                      </a:cubicBezTo>
                      <a:cubicBezTo>
                        <a:pt x="28" y="72"/>
                        <a:pt x="28" y="72"/>
                        <a:pt x="28" y="72"/>
                      </a:cubicBezTo>
                      <a:cubicBezTo>
                        <a:pt x="29" y="72"/>
                        <a:pt x="29" y="72"/>
                        <a:pt x="29" y="72"/>
                      </a:cubicBezTo>
                      <a:cubicBezTo>
                        <a:pt x="29" y="72"/>
                        <a:pt x="29" y="72"/>
                        <a:pt x="29" y="72"/>
                      </a:cubicBezTo>
                      <a:cubicBezTo>
                        <a:pt x="30" y="72"/>
                        <a:pt x="30" y="72"/>
                        <a:pt x="30" y="72"/>
                      </a:cubicBezTo>
                      <a:cubicBezTo>
                        <a:pt x="30" y="72"/>
                        <a:pt x="30" y="72"/>
                        <a:pt x="30" y="72"/>
                      </a:cubicBezTo>
                      <a:cubicBezTo>
                        <a:pt x="30" y="70"/>
                        <a:pt x="30" y="70"/>
                        <a:pt x="30" y="70"/>
                      </a:cubicBezTo>
                      <a:cubicBezTo>
                        <a:pt x="30" y="71"/>
                        <a:pt x="30" y="71"/>
                        <a:pt x="30" y="71"/>
                      </a:cubicBezTo>
                      <a:cubicBezTo>
                        <a:pt x="31" y="71"/>
                        <a:pt x="32" y="71"/>
                        <a:pt x="33" y="71"/>
                      </a:cubicBezTo>
                      <a:cubicBezTo>
                        <a:pt x="33" y="71"/>
                        <a:pt x="33" y="71"/>
                        <a:pt x="33" y="71"/>
                      </a:cubicBezTo>
                      <a:cubicBezTo>
                        <a:pt x="34" y="71"/>
                        <a:pt x="34" y="71"/>
                        <a:pt x="34" y="71"/>
                      </a:cubicBezTo>
                      <a:cubicBezTo>
                        <a:pt x="33" y="71"/>
                        <a:pt x="33" y="71"/>
                        <a:pt x="33" y="71"/>
                      </a:cubicBezTo>
                      <a:cubicBezTo>
                        <a:pt x="32" y="71"/>
                        <a:pt x="32" y="71"/>
                        <a:pt x="32" y="71"/>
                      </a:cubicBezTo>
                      <a:cubicBezTo>
                        <a:pt x="32" y="71"/>
                        <a:pt x="32" y="71"/>
                        <a:pt x="32" y="71"/>
                      </a:cubicBezTo>
                      <a:cubicBezTo>
                        <a:pt x="32" y="72"/>
                        <a:pt x="32" y="72"/>
                        <a:pt x="32" y="72"/>
                      </a:cubicBezTo>
                      <a:cubicBezTo>
                        <a:pt x="31" y="72"/>
                        <a:pt x="31" y="72"/>
                        <a:pt x="31" y="72"/>
                      </a:cubicBezTo>
                      <a:cubicBezTo>
                        <a:pt x="31" y="72"/>
                        <a:pt x="31" y="72"/>
                        <a:pt x="31" y="72"/>
                      </a:cubicBezTo>
                      <a:cubicBezTo>
                        <a:pt x="31" y="74"/>
                        <a:pt x="31" y="74"/>
                        <a:pt x="31" y="74"/>
                      </a:cubicBezTo>
                      <a:cubicBezTo>
                        <a:pt x="30" y="74"/>
                        <a:pt x="30" y="74"/>
                        <a:pt x="30" y="74"/>
                      </a:cubicBezTo>
                      <a:cubicBezTo>
                        <a:pt x="30" y="74"/>
                        <a:pt x="30" y="75"/>
                        <a:pt x="29" y="76"/>
                      </a:cubicBezTo>
                      <a:cubicBezTo>
                        <a:pt x="30" y="77"/>
                        <a:pt x="31" y="78"/>
                        <a:pt x="31" y="78"/>
                      </a:cubicBezTo>
                      <a:cubicBezTo>
                        <a:pt x="31" y="79"/>
                        <a:pt x="31" y="79"/>
                        <a:pt x="31" y="79"/>
                      </a:cubicBezTo>
                      <a:cubicBezTo>
                        <a:pt x="32" y="80"/>
                        <a:pt x="32" y="80"/>
                        <a:pt x="32" y="80"/>
                      </a:cubicBezTo>
                      <a:cubicBezTo>
                        <a:pt x="32" y="80"/>
                        <a:pt x="32" y="80"/>
                        <a:pt x="32" y="80"/>
                      </a:cubicBezTo>
                      <a:cubicBezTo>
                        <a:pt x="32" y="80"/>
                        <a:pt x="32" y="80"/>
                        <a:pt x="32" y="80"/>
                      </a:cubicBezTo>
                      <a:cubicBezTo>
                        <a:pt x="32" y="81"/>
                        <a:pt x="32" y="81"/>
                        <a:pt x="32" y="81"/>
                      </a:cubicBezTo>
                      <a:cubicBezTo>
                        <a:pt x="33" y="81"/>
                        <a:pt x="33" y="81"/>
                        <a:pt x="33" y="81"/>
                      </a:cubicBezTo>
                      <a:cubicBezTo>
                        <a:pt x="33" y="81"/>
                        <a:pt x="33" y="81"/>
                        <a:pt x="33" y="81"/>
                      </a:cubicBezTo>
                      <a:cubicBezTo>
                        <a:pt x="33" y="81"/>
                        <a:pt x="34" y="80"/>
                        <a:pt x="34" y="79"/>
                      </a:cubicBezTo>
                      <a:cubicBezTo>
                        <a:pt x="34" y="80"/>
                        <a:pt x="34" y="80"/>
                        <a:pt x="34" y="80"/>
                      </a:cubicBezTo>
                      <a:cubicBezTo>
                        <a:pt x="35" y="80"/>
                        <a:pt x="35" y="80"/>
                        <a:pt x="35" y="80"/>
                      </a:cubicBezTo>
                      <a:cubicBezTo>
                        <a:pt x="35" y="81"/>
                        <a:pt x="35" y="81"/>
                        <a:pt x="35" y="81"/>
                      </a:cubicBezTo>
                      <a:cubicBezTo>
                        <a:pt x="34" y="82"/>
                        <a:pt x="34" y="82"/>
                        <a:pt x="34" y="82"/>
                      </a:cubicBezTo>
                      <a:cubicBezTo>
                        <a:pt x="35" y="82"/>
                        <a:pt x="35" y="82"/>
                        <a:pt x="35" y="82"/>
                      </a:cubicBezTo>
                      <a:cubicBezTo>
                        <a:pt x="35" y="82"/>
                        <a:pt x="35" y="82"/>
                        <a:pt x="35" y="82"/>
                      </a:cubicBezTo>
                      <a:cubicBezTo>
                        <a:pt x="35" y="83"/>
                        <a:pt x="35" y="83"/>
                        <a:pt x="35" y="83"/>
                      </a:cubicBezTo>
                      <a:cubicBezTo>
                        <a:pt x="34" y="83"/>
                        <a:pt x="34" y="83"/>
                        <a:pt x="34" y="83"/>
                      </a:cubicBezTo>
                      <a:cubicBezTo>
                        <a:pt x="34" y="83"/>
                        <a:pt x="33" y="84"/>
                        <a:pt x="33" y="85"/>
                      </a:cubicBezTo>
                      <a:cubicBezTo>
                        <a:pt x="34" y="85"/>
                        <a:pt x="34" y="85"/>
                        <a:pt x="34" y="85"/>
                      </a:cubicBezTo>
                      <a:cubicBezTo>
                        <a:pt x="35" y="85"/>
                        <a:pt x="35" y="85"/>
                        <a:pt x="35" y="85"/>
                      </a:cubicBezTo>
                      <a:cubicBezTo>
                        <a:pt x="34" y="86"/>
                        <a:pt x="33" y="86"/>
                        <a:pt x="33" y="87"/>
                      </a:cubicBezTo>
                      <a:cubicBezTo>
                        <a:pt x="33" y="88"/>
                        <a:pt x="34" y="89"/>
                        <a:pt x="35" y="90"/>
                      </a:cubicBezTo>
                      <a:cubicBezTo>
                        <a:pt x="36" y="90"/>
                        <a:pt x="36" y="90"/>
                        <a:pt x="36" y="90"/>
                      </a:cubicBezTo>
                      <a:cubicBezTo>
                        <a:pt x="35" y="90"/>
                        <a:pt x="35" y="90"/>
                        <a:pt x="35" y="90"/>
                      </a:cubicBezTo>
                      <a:cubicBezTo>
                        <a:pt x="34" y="90"/>
                        <a:pt x="34" y="90"/>
                        <a:pt x="34" y="90"/>
                      </a:cubicBezTo>
                      <a:cubicBezTo>
                        <a:pt x="34" y="89"/>
                        <a:pt x="34" y="89"/>
                        <a:pt x="34" y="89"/>
                      </a:cubicBezTo>
                      <a:cubicBezTo>
                        <a:pt x="33" y="89"/>
                        <a:pt x="33" y="89"/>
                        <a:pt x="33" y="89"/>
                      </a:cubicBezTo>
                      <a:cubicBezTo>
                        <a:pt x="33" y="89"/>
                        <a:pt x="33" y="89"/>
                        <a:pt x="33" y="89"/>
                      </a:cubicBezTo>
                      <a:cubicBezTo>
                        <a:pt x="32" y="89"/>
                        <a:pt x="32" y="89"/>
                        <a:pt x="32" y="89"/>
                      </a:cubicBezTo>
                      <a:cubicBezTo>
                        <a:pt x="33" y="90"/>
                        <a:pt x="33" y="90"/>
                        <a:pt x="33" y="90"/>
                      </a:cubicBezTo>
                      <a:cubicBezTo>
                        <a:pt x="33" y="90"/>
                        <a:pt x="33" y="91"/>
                        <a:pt x="33" y="91"/>
                      </a:cubicBezTo>
                      <a:cubicBezTo>
                        <a:pt x="33" y="91"/>
                        <a:pt x="33" y="91"/>
                        <a:pt x="33" y="91"/>
                      </a:cubicBezTo>
                      <a:cubicBezTo>
                        <a:pt x="31" y="90"/>
                        <a:pt x="31" y="90"/>
                        <a:pt x="31" y="90"/>
                      </a:cubicBezTo>
                      <a:cubicBezTo>
                        <a:pt x="31" y="90"/>
                        <a:pt x="31" y="90"/>
                        <a:pt x="31" y="90"/>
                      </a:cubicBezTo>
                      <a:cubicBezTo>
                        <a:pt x="30" y="90"/>
                        <a:pt x="30" y="90"/>
                        <a:pt x="30" y="90"/>
                      </a:cubicBezTo>
                      <a:cubicBezTo>
                        <a:pt x="29" y="90"/>
                        <a:pt x="29" y="90"/>
                        <a:pt x="29" y="90"/>
                      </a:cubicBezTo>
                      <a:cubicBezTo>
                        <a:pt x="28" y="90"/>
                        <a:pt x="28" y="90"/>
                        <a:pt x="28" y="90"/>
                      </a:cubicBezTo>
                      <a:cubicBezTo>
                        <a:pt x="27" y="90"/>
                        <a:pt x="27" y="90"/>
                        <a:pt x="27" y="90"/>
                      </a:cubicBezTo>
                      <a:cubicBezTo>
                        <a:pt x="28" y="90"/>
                        <a:pt x="28" y="90"/>
                        <a:pt x="28" y="90"/>
                      </a:cubicBezTo>
                      <a:cubicBezTo>
                        <a:pt x="27" y="90"/>
                        <a:pt x="27" y="91"/>
                        <a:pt x="26" y="91"/>
                      </a:cubicBezTo>
                      <a:cubicBezTo>
                        <a:pt x="25" y="91"/>
                        <a:pt x="25" y="91"/>
                        <a:pt x="25" y="91"/>
                      </a:cubicBezTo>
                      <a:cubicBezTo>
                        <a:pt x="25" y="91"/>
                        <a:pt x="25" y="91"/>
                        <a:pt x="25" y="91"/>
                      </a:cubicBezTo>
                      <a:cubicBezTo>
                        <a:pt x="25" y="91"/>
                        <a:pt x="25" y="91"/>
                        <a:pt x="25" y="91"/>
                      </a:cubicBezTo>
                      <a:cubicBezTo>
                        <a:pt x="26" y="91"/>
                        <a:pt x="26" y="91"/>
                        <a:pt x="26" y="91"/>
                      </a:cubicBezTo>
                      <a:cubicBezTo>
                        <a:pt x="26" y="90"/>
                        <a:pt x="26" y="90"/>
                        <a:pt x="26" y="90"/>
                      </a:cubicBezTo>
                      <a:cubicBezTo>
                        <a:pt x="26" y="90"/>
                        <a:pt x="26" y="90"/>
                        <a:pt x="26" y="90"/>
                      </a:cubicBezTo>
                      <a:cubicBezTo>
                        <a:pt x="25" y="90"/>
                        <a:pt x="25" y="90"/>
                        <a:pt x="25" y="90"/>
                      </a:cubicBezTo>
                      <a:cubicBezTo>
                        <a:pt x="25" y="90"/>
                        <a:pt x="25" y="89"/>
                        <a:pt x="25" y="89"/>
                      </a:cubicBezTo>
                      <a:cubicBezTo>
                        <a:pt x="24" y="89"/>
                        <a:pt x="24" y="89"/>
                        <a:pt x="24" y="89"/>
                      </a:cubicBezTo>
                      <a:cubicBezTo>
                        <a:pt x="23" y="89"/>
                        <a:pt x="23" y="89"/>
                        <a:pt x="23" y="89"/>
                      </a:cubicBezTo>
                      <a:cubicBezTo>
                        <a:pt x="22" y="89"/>
                        <a:pt x="22" y="89"/>
                        <a:pt x="22" y="89"/>
                      </a:cubicBezTo>
                      <a:cubicBezTo>
                        <a:pt x="22" y="89"/>
                        <a:pt x="22" y="90"/>
                        <a:pt x="22" y="90"/>
                      </a:cubicBezTo>
                      <a:cubicBezTo>
                        <a:pt x="23" y="91"/>
                        <a:pt x="23" y="91"/>
                        <a:pt x="23" y="91"/>
                      </a:cubicBezTo>
                      <a:cubicBezTo>
                        <a:pt x="23" y="91"/>
                        <a:pt x="23" y="91"/>
                        <a:pt x="23" y="91"/>
                      </a:cubicBezTo>
                      <a:cubicBezTo>
                        <a:pt x="23" y="92"/>
                        <a:pt x="23" y="92"/>
                        <a:pt x="23" y="92"/>
                      </a:cubicBezTo>
                      <a:cubicBezTo>
                        <a:pt x="24" y="91"/>
                        <a:pt x="24" y="91"/>
                        <a:pt x="24" y="91"/>
                      </a:cubicBezTo>
                      <a:cubicBezTo>
                        <a:pt x="23" y="92"/>
                        <a:pt x="23" y="92"/>
                        <a:pt x="23" y="92"/>
                      </a:cubicBezTo>
                      <a:cubicBezTo>
                        <a:pt x="24" y="92"/>
                        <a:pt x="24" y="92"/>
                        <a:pt x="24" y="92"/>
                      </a:cubicBezTo>
                      <a:cubicBezTo>
                        <a:pt x="25" y="91"/>
                        <a:pt x="25" y="91"/>
                        <a:pt x="25" y="91"/>
                      </a:cubicBezTo>
                      <a:cubicBezTo>
                        <a:pt x="25" y="92"/>
                        <a:pt x="24" y="92"/>
                        <a:pt x="24" y="92"/>
                      </a:cubicBezTo>
                      <a:cubicBezTo>
                        <a:pt x="24" y="92"/>
                        <a:pt x="24" y="92"/>
                        <a:pt x="24" y="92"/>
                      </a:cubicBezTo>
                      <a:cubicBezTo>
                        <a:pt x="24" y="93"/>
                        <a:pt x="24" y="93"/>
                        <a:pt x="24" y="93"/>
                      </a:cubicBezTo>
                      <a:cubicBezTo>
                        <a:pt x="23" y="94"/>
                        <a:pt x="23" y="94"/>
                        <a:pt x="22" y="94"/>
                      </a:cubicBezTo>
                      <a:cubicBezTo>
                        <a:pt x="22" y="95"/>
                        <a:pt x="21" y="95"/>
                        <a:pt x="21" y="96"/>
                      </a:cubicBezTo>
                      <a:cubicBezTo>
                        <a:pt x="22" y="96"/>
                        <a:pt x="22" y="96"/>
                        <a:pt x="22" y="96"/>
                      </a:cubicBezTo>
                      <a:cubicBezTo>
                        <a:pt x="23" y="96"/>
                        <a:pt x="23" y="96"/>
                        <a:pt x="23" y="96"/>
                      </a:cubicBezTo>
                      <a:cubicBezTo>
                        <a:pt x="23" y="95"/>
                        <a:pt x="23" y="95"/>
                        <a:pt x="23" y="95"/>
                      </a:cubicBezTo>
                      <a:cubicBezTo>
                        <a:pt x="23" y="95"/>
                        <a:pt x="23" y="95"/>
                        <a:pt x="23" y="95"/>
                      </a:cubicBezTo>
                      <a:cubicBezTo>
                        <a:pt x="24" y="95"/>
                        <a:pt x="24" y="95"/>
                        <a:pt x="24" y="95"/>
                      </a:cubicBezTo>
                      <a:cubicBezTo>
                        <a:pt x="25" y="95"/>
                        <a:pt x="25" y="95"/>
                        <a:pt x="25" y="95"/>
                      </a:cubicBezTo>
                      <a:cubicBezTo>
                        <a:pt x="26" y="95"/>
                        <a:pt x="26" y="95"/>
                        <a:pt x="26" y="95"/>
                      </a:cubicBezTo>
                      <a:cubicBezTo>
                        <a:pt x="25" y="95"/>
                        <a:pt x="25" y="95"/>
                        <a:pt x="25" y="95"/>
                      </a:cubicBezTo>
                      <a:cubicBezTo>
                        <a:pt x="26" y="96"/>
                        <a:pt x="26" y="96"/>
                        <a:pt x="26" y="96"/>
                      </a:cubicBezTo>
                      <a:cubicBezTo>
                        <a:pt x="25" y="96"/>
                        <a:pt x="25" y="96"/>
                        <a:pt x="25" y="96"/>
                      </a:cubicBezTo>
                      <a:cubicBezTo>
                        <a:pt x="26" y="97"/>
                        <a:pt x="26" y="97"/>
                        <a:pt x="26" y="97"/>
                      </a:cubicBezTo>
                      <a:cubicBezTo>
                        <a:pt x="26" y="97"/>
                        <a:pt x="26" y="98"/>
                        <a:pt x="25" y="98"/>
                      </a:cubicBezTo>
                      <a:cubicBezTo>
                        <a:pt x="26" y="99"/>
                        <a:pt x="26" y="99"/>
                        <a:pt x="26" y="99"/>
                      </a:cubicBezTo>
                      <a:cubicBezTo>
                        <a:pt x="27" y="99"/>
                        <a:pt x="27" y="99"/>
                        <a:pt x="27" y="99"/>
                      </a:cubicBezTo>
                      <a:cubicBezTo>
                        <a:pt x="26" y="99"/>
                        <a:pt x="26" y="99"/>
                        <a:pt x="26" y="99"/>
                      </a:cubicBezTo>
                      <a:cubicBezTo>
                        <a:pt x="26" y="101"/>
                        <a:pt x="25" y="102"/>
                        <a:pt x="24" y="103"/>
                      </a:cubicBezTo>
                      <a:cubicBezTo>
                        <a:pt x="24" y="103"/>
                        <a:pt x="24" y="103"/>
                        <a:pt x="24" y="103"/>
                      </a:cubicBezTo>
                      <a:cubicBezTo>
                        <a:pt x="22" y="104"/>
                        <a:pt x="22" y="104"/>
                        <a:pt x="22" y="104"/>
                      </a:cubicBezTo>
                      <a:cubicBezTo>
                        <a:pt x="22" y="104"/>
                        <a:pt x="22" y="104"/>
                        <a:pt x="22" y="104"/>
                      </a:cubicBezTo>
                      <a:cubicBezTo>
                        <a:pt x="21" y="104"/>
                        <a:pt x="21" y="104"/>
                        <a:pt x="20" y="104"/>
                      </a:cubicBezTo>
                      <a:cubicBezTo>
                        <a:pt x="20" y="105"/>
                        <a:pt x="20" y="105"/>
                        <a:pt x="20" y="105"/>
                      </a:cubicBezTo>
                      <a:cubicBezTo>
                        <a:pt x="20" y="105"/>
                        <a:pt x="20" y="105"/>
                        <a:pt x="20" y="105"/>
                      </a:cubicBezTo>
                      <a:cubicBezTo>
                        <a:pt x="19" y="105"/>
                        <a:pt x="19" y="105"/>
                        <a:pt x="19" y="105"/>
                      </a:cubicBezTo>
                      <a:cubicBezTo>
                        <a:pt x="19" y="105"/>
                        <a:pt x="19" y="105"/>
                        <a:pt x="19" y="105"/>
                      </a:cubicBezTo>
                      <a:cubicBezTo>
                        <a:pt x="19" y="105"/>
                        <a:pt x="19" y="105"/>
                        <a:pt x="19" y="105"/>
                      </a:cubicBezTo>
                      <a:cubicBezTo>
                        <a:pt x="18" y="105"/>
                        <a:pt x="18" y="105"/>
                        <a:pt x="18" y="105"/>
                      </a:cubicBezTo>
                      <a:cubicBezTo>
                        <a:pt x="18" y="105"/>
                        <a:pt x="18" y="105"/>
                        <a:pt x="18" y="105"/>
                      </a:cubicBezTo>
                      <a:cubicBezTo>
                        <a:pt x="18" y="106"/>
                        <a:pt x="17" y="106"/>
                        <a:pt x="17" y="106"/>
                      </a:cubicBezTo>
                      <a:cubicBezTo>
                        <a:pt x="17" y="107"/>
                        <a:pt x="17" y="107"/>
                        <a:pt x="17" y="107"/>
                      </a:cubicBezTo>
                      <a:cubicBezTo>
                        <a:pt x="18" y="107"/>
                        <a:pt x="18" y="107"/>
                        <a:pt x="18" y="107"/>
                      </a:cubicBezTo>
                      <a:cubicBezTo>
                        <a:pt x="18" y="108"/>
                        <a:pt x="18" y="108"/>
                        <a:pt x="18" y="108"/>
                      </a:cubicBezTo>
                      <a:cubicBezTo>
                        <a:pt x="17" y="108"/>
                        <a:pt x="17" y="108"/>
                        <a:pt x="17" y="108"/>
                      </a:cubicBezTo>
                      <a:cubicBezTo>
                        <a:pt x="17" y="109"/>
                        <a:pt x="17" y="109"/>
                        <a:pt x="17" y="109"/>
                      </a:cubicBezTo>
                      <a:cubicBezTo>
                        <a:pt x="18" y="108"/>
                        <a:pt x="18" y="108"/>
                        <a:pt x="18" y="108"/>
                      </a:cubicBezTo>
                      <a:cubicBezTo>
                        <a:pt x="18" y="108"/>
                        <a:pt x="19" y="109"/>
                        <a:pt x="19" y="108"/>
                      </a:cubicBezTo>
                      <a:cubicBezTo>
                        <a:pt x="19" y="108"/>
                        <a:pt x="19" y="108"/>
                        <a:pt x="19" y="108"/>
                      </a:cubicBezTo>
                      <a:cubicBezTo>
                        <a:pt x="19" y="108"/>
                        <a:pt x="19" y="108"/>
                        <a:pt x="19" y="108"/>
                      </a:cubicBezTo>
                      <a:cubicBezTo>
                        <a:pt x="20" y="108"/>
                        <a:pt x="20" y="108"/>
                        <a:pt x="20" y="108"/>
                      </a:cubicBezTo>
                      <a:cubicBezTo>
                        <a:pt x="20" y="108"/>
                        <a:pt x="20" y="108"/>
                        <a:pt x="20" y="108"/>
                      </a:cubicBezTo>
                      <a:cubicBezTo>
                        <a:pt x="20" y="108"/>
                        <a:pt x="20" y="108"/>
                        <a:pt x="20" y="108"/>
                      </a:cubicBezTo>
                      <a:cubicBezTo>
                        <a:pt x="18" y="109"/>
                        <a:pt x="18" y="109"/>
                        <a:pt x="18" y="109"/>
                      </a:cubicBezTo>
                      <a:cubicBezTo>
                        <a:pt x="18" y="109"/>
                        <a:pt x="18" y="109"/>
                        <a:pt x="18" y="109"/>
                      </a:cubicBezTo>
                      <a:cubicBezTo>
                        <a:pt x="18" y="109"/>
                        <a:pt x="18" y="109"/>
                        <a:pt x="18" y="109"/>
                      </a:cubicBezTo>
                      <a:cubicBezTo>
                        <a:pt x="18" y="109"/>
                        <a:pt x="18" y="109"/>
                        <a:pt x="18" y="109"/>
                      </a:cubicBezTo>
                      <a:cubicBezTo>
                        <a:pt x="19" y="110"/>
                        <a:pt x="19" y="110"/>
                        <a:pt x="19" y="110"/>
                      </a:cubicBezTo>
                      <a:cubicBezTo>
                        <a:pt x="20" y="109"/>
                        <a:pt x="20" y="109"/>
                        <a:pt x="20" y="109"/>
                      </a:cubicBezTo>
                      <a:cubicBezTo>
                        <a:pt x="21" y="109"/>
                        <a:pt x="21" y="109"/>
                        <a:pt x="21" y="109"/>
                      </a:cubicBezTo>
                      <a:cubicBezTo>
                        <a:pt x="21" y="108"/>
                        <a:pt x="21" y="108"/>
                        <a:pt x="21" y="108"/>
                      </a:cubicBezTo>
                      <a:cubicBezTo>
                        <a:pt x="22" y="108"/>
                        <a:pt x="22" y="108"/>
                        <a:pt x="22" y="108"/>
                      </a:cubicBezTo>
                      <a:cubicBezTo>
                        <a:pt x="23" y="108"/>
                        <a:pt x="23" y="108"/>
                        <a:pt x="23" y="108"/>
                      </a:cubicBezTo>
                      <a:cubicBezTo>
                        <a:pt x="23" y="108"/>
                        <a:pt x="23" y="108"/>
                        <a:pt x="23" y="108"/>
                      </a:cubicBezTo>
                      <a:cubicBezTo>
                        <a:pt x="23" y="108"/>
                        <a:pt x="23" y="108"/>
                        <a:pt x="23" y="108"/>
                      </a:cubicBezTo>
                      <a:cubicBezTo>
                        <a:pt x="24" y="108"/>
                        <a:pt x="24" y="108"/>
                        <a:pt x="24" y="108"/>
                      </a:cubicBezTo>
                      <a:cubicBezTo>
                        <a:pt x="23" y="108"/>
                        <a:pt x="23" y="108"/>
                        <a:pt x="23" y="108"/>
                      </a:cubicBezTo>
                      <a:cubicBezTo>
                        <a:pt x="24" y="109"/>
                        <a:pt x="24" y="109"/>
                        <a:pt x="24" y="109"/>
                      </a:cubicBezTo>
                      <a:cubicBezTo>
                        <a:pt x="25" y="109"/>
                        <a:pt x="25" y="109"/>
                        <a:pt x="25" y="109"/>
                      </a:cubicBezTo>
                      <a:cubicBezTo>
                        <a:pt x="26" y="109"/>
                        <a:pt x="26" y="109"/>
                        <a:pt x="26" y="109"/>
                      </a:cubicBezTo>
                      <a:cubicBezTo>
                        <a:pt x="26" y="109"/>
                        <a:pt x="26" y="109"/>
                        <a:pt x="26" y="109"/>
                      </a:cubicBezTo>
                      <a:cubicBezTo>
                        <a:pt x="25" y="110"/>
                        <a:pt x="25" y="110"/>
                        <a:pt x="25" y="110"/>
                      </a:cubicBezTo>
                      <a:cubicBezTo>
                        <a:pt x="24" y="109"/>
                        <a:pt x="24" y="109"/>
                        <a:pt x="24" y="109"/>
                      </a:cubicBezTo>
                      <a:cubicBezTo>
                        <a:pt x="24" y="110"/>
                        <a:pt x="24" y="110"/>
                        <a:pt x="24" y="110"/>
                      </a:cubicBezTo>
                      <a:cubicBezTo>
                        <a:pt x="24" y="110"/>
                        <a:pt x="24" y="110"/>
                        <a:pt x="24" y="110"/>
                      </a:cubicBezTo>
                      <a:cubicBezTo>
                        <a:pt x="25" y="111"/>
                        <a:pt x="25" y="111"/>
                        <a:pt x="25" y="111"/>
                      </a:cubicBezTo>
                      <a:cubicBezTo>
                        <a:pt x="25" y="110"/>
                        <a:pt x="25" y="110"/>
                        <a:pt x="25" y="110"/>
                      </a:cubicBezTo>
                      <a:cubicBezTo>
                        <a:pt x="26" y="110"/>
                        <a:pt x="26" y="110"/>
                        <a:pt x="26" y="110"/>
                      </a:cubicBezTo>
                      <a:cubicBezTo>
                        <a:pt x="26" y="110"/>
                        <a:pt x="26" y="110"/>
                        <a:pt x="26" y="110"/>
                      </a:cubicBezTo>
                      <a:cubicBezTo>
                        <a:pt x="27" y="110"/>
                        <a:pt x="27" y="110"/>
                        <a:pt x="27" y="110"/>
                      </a:cubicBezTo>
                      <a:cubicBezTo>
                        <a:pt x="27" y="110"/>
                        <a:pt x="27" y="110"/>
                        <a:pt x="27" y="110"/>
                      </a:cubicBezTo>
                      <a:cubicBezTo>
                        <a:pt x="28" y="110"/>
                        <a:pt x="28" y="110"/>
                        <a:pt x="28" y="110"/>
                      </a:cubicBezTo>
                      <a:cubicBezTo>
                        <a:pt x="28" y="111"/>
                        <a:pt x="28" y="111"/>
                        <a:pt x="28" y="111"/>
                      </a:cubicBezTo>
                      <a:cubicBezTo>
                        <a:pt x="29" y="111"/>
                        <a:pt x="29" y="111"/>
                        <a:pt x="29" y="111"/>
                      </a:cubicBezTo>
                      <a:cubicBezTo>
                        <a:pt x="30" y="112"/>
                        <a:pt x="30" y="112"/>
                        <a:pt x="30" y="112"/>
                      </a:cubicBezTo>
                      <a:cubicBezTo>
                        <a:pt x="31" y="112"/>
                        <a:pt x="32" y="112"/>
                        <a:pt x="32" y="112"/>
                      </a:cubicBezTo>
                      <a:cubicBezTo>
                        <a:pt x="33" y="112"/>
                        <a:pt x="33" y="112"/>
                        <a:pt x="33" y="112"/>
                      </a:cubicBezTo>
                      <a:cubicBezTo>
                        <a:pt x="33" y="111"/>
                        <a:pt x="34" y="111"/>
                        <a:pt x="34" y="110"/>
                      </a:cubicBezTo>
                      <a:cubicBezTo>
                        <a:pt x="34" y="111"/>
                        <a:pt x="34" y="111"/>
                        <a:pt x="34" y="111"/>
                      </a:cubicBezTo>
                      <a:cubicBezTo>
                        <a:pt x="35" y="111"/>
                        <a:pt x="35" y="110"/>
                        <a:pt x="36" y="110"/>
                      </a:cubicBezTo>
                      <a:cubicBezTo>
                        <a:pt x="36" y="110"/>
                        <a:pt x="36" y="110"/>
                        <a:pt x="36" y="110"/>
                      </a:cubicBezTo>
                      <a:cubicBezTo>
                        <a:pt x="38" y="108"/>
                        <a:pt x="38" y="108"/>
                        <a:pt x="38" y="108"/>
                      </a:cubicBezTo>
                      <a:cubicBezTo>
                        <a:pt x="38" y="108"/>
                        <a:pt x="38" y="108"/>
                        <a:pt x="38" y="108"/>
                      </a:cubicBezTo>
                      <a:cubicBezTo>
                        <a:pt x="37" y="109"/>
                        <a:pt x="37" y="110"/>
                        <a:pt x="36" y="111"/>
                      </a:cubicBezTo>
                      <a:cubicBezTo>
                        <a:pt x="35" y="111"/>
                        <a:pt x="35" y="111"/>
                        <a:pt x="35" y="111"/>
                      </a:cubicBezTo>
                      <a:cubicBezTo>
                        <a:pt x="35" y="112"/>
                        <a:pt x="34" y="113"/>
                        <a:pt x="34" y="113"/>
                      </a:cubicBezTo>
                      <a:cubicBezTo>
                        <a:pt x="34" y="114"/>
                        <a:pt x="34" y="114"/>
                        <a:pt x="34" y="114"/>
                      </a:cubicBezTo>
                      <a:cubicBezTo>
                        <a:pt x="34" y="115"/>
                        <a:pt x="34" y="115"/>
                        <a:pt x="34" y="115"/>
                      </a:cubicBezTo>
                      <a:cubicBezTo>
                        <a:pt x="33" y="114"/>
                        <a:pt x="33" y="114"/>
                        <a:pt x="33" y="114"/>
                      </a:cubicBezTo>
                      <a:cubicBezTo>
                        <a:pt x="33" y="115"/>
                        <a:pt x="32" y="115"/>
                        <a:pt x="31" y="115"/>
                      </a:cubicBezTo>
                      <a:cubicBezTo>
                        <a:pt x="31" y="114"/>
                        <a:pt x="31" y="114"/>
                        <a:pt x="31" y="114"/>
                      </a:cubicBezTo>
                      <a:cubicBezTo>
                        <a:pt x="30" y="114"/>
                        <a:pt x="29" y="114"/>
                        <a:pt x="28" y="114"/>
                      </a:cubicBezTo>
                      <a:cubicBezTo>
                        <a:pt x="27" y="114"/>
                        <a:pt x="26" y="114"/>
                        <a:pt x="24" y="115"/>
                      </a:cubicBezTo>
                      <a:cubicBezTo>
                        <a:pt x="24" y="115"/>
                        <a:pt x="24" y="115"/>
                        <a:pt x="24" y="115"/>
                      </a:cubicBezTo>
                      <a:cubicBezTo>
                        <a:pt x="25" y="116"/>
                        <a:pt x="25" y="116"/>
                        <a:pt x="25" y="116"/>
                      </a:cubicBezTo>
                      <a:cubicBezTo>
                        <a:pt x="24" y="117"/>
                        <a:pt x="24" y="117"/>
                        <a:pt x="24" y="117"/>
                      </a:cubicBezTo>
                      <a:cubicBezTo>
                        <a:pt x="23" y="117"/>
                        <a:pt x="23" y="117"/>
                        <a:pt x="22" y="117"/>
                      </a:cubicBezTo>
                      <a:cubicBezTo>
                        <a:pt x="22" y="117"/>
                        <a:pt x="22" y="118"/>
                        <a:pt x="22" y="119"/>
                      </a:cubicBezTo>
                      <a:cubicBezTo>
                        <a:pt x="21" y="120"/>
                        <a:pt x="21" y="120"/>
                        <a:pt x="20" y="121"/>
                      </a:cubicBezTo>
                      <a:cubicBezTo>
                        <a:pt x="20" y="121"/>
                        <a:pt x="20" y="121"/>
                        <a:pt x="20" y="121"/>
                      </a:cubicBezTo>
                      <a:cubicBezTo>
                        <a:pt x="19" y="121"/>
                        <a:pt x="19" y="121"/>
                        <a:pt x="19" y="121"/>
                      </a:cubicBezTo>
                      <a:cubicBezTo>
                        <a:pt x="19" y="122"/>
                        <a:pt x="19" y="122"/>
                        <a:pt x="19" y="122"/>
                      </a:cubicBezTo>
                      <a:cubicBezTo>
                        <a:pt x="19" y="122"/>
                        <a:pt x="19" y="122"/>
                        <a:pt x="19" y="122"/>
                      </a:cubicBezTo>
                      <a:cubicBezTo>
                        <a:pt x="19" y="122"/>
                        <a:pt x="19" y="122"/>
                        <a:pt x="19" y="122"/>
                      </a:cubicBezTo>
                      <a:cubicBezTo>
                        <a:pt x="19" y="122"/>
                        <a:pt x="19" y="122"/>
                        <a:pt x="19" y="122"/>
                      </a:cubicBezTo>
                      <a:cubicBezTo>
                        <a:pt x="18" y="122"/>
                        <a:pt x="18" y="122"/>
                        <a:pt x="18" y="122"/>
                      </a:cubicBezTo>
                      <a:cubicBezTo>
                        <a:pt x="18" y="123"/>
                        <a:pt x="18" y="123"/>
                        <a:pt x="18" y="123"/>
                      </a:cubicBezTo>
                      <a:cubicBezTo>
                        <a:pt x="17" y="124"/>
                        <a:pt x="17" y="124"/>
                        <a:pt x="17" y="124"/>
                      </a:cubicBezTo>
                      <a:cubicBezTo>
                        <a:pt x="17" y="124"/>
                        <a:pt x="17" y="124"/>
                        <a:pt x="17" y="124"/>
                      </a:cubicBezTo>
                      <a:cubicBezTo>
                        <a:pt x="16" y="125"/>
                        <a:pt x="16" y="125"/>
                        <a:pt x="16" y="125"/>
                      </a:cubicBezTo>
                      <a:cubicBezTo>
                        <a:pt x="15" y="125"/>
                        <a:pt x="15" y="125"/>
                        <a:pt x="15" y="125"/>
                      </a:cubicBezTo>
                      <a:cubicBezTo>
                        <a:pt x="15" y="126"/>
                        <a:pt x="15" y="126"/>
                        <a:pt x="15" y="126"/>
                      </a:cubicBezTo>
                      <a:cubicBezTo>
                        <a:pt x="14" y="126"/>
                        <a:pt x="14" y="126"/>
                        <a:pt x="14" y="126"/>
                      </a:cubicBezTo>
                      <a:cubicBezTo>
                        <a:pt x="13" y="126"/>
                        <a:pt x="13" y="126"/>
                        <a:pt x="13" y="126"/>
                      </a:cubicBezTo>
                      <a:cubicBezTo>
                        <a:pt x="13" y="127"/>
                        <a:pt x="13" y="127"/>
                        <a:pt x="13" y="127"/>
                      </a:cubicBezTo>
                      <a:cubicBezTo>
                        <a:pt x="13" y="128"/>
                        <a:pt x="13" y="128"/>
                        <a:pt x="13" y="128"/>
                      </a:cubicBezTo>
                      <a:cubicBezTo>
                        <a:pt x="14" y="128"/>
                        <a:pt x="14" y="128"/>
                        <a:pt x="14" y="128"/>
                      </a:cubicBezTo>
                      <a:cubicBezTo>
                        <a:pt x="14" y="127"/>
                        <a:pt x="14" y="127"/>
                        <a:pt x="14" y="127"/>
                      </a:cubicBezTo>
                      <a:cubicBezTo>
                        <a:pt x="14" y="127"/>
                        <a:pt x="14" y="127"/>
                        <a:pt x="14" y="127"/>
                      </a:cubicBezTo>
                      <a:cubicBezTo>
                        <a:pt x="16" y="127"/>
                        <a:pt x="16" y="127"/>
                        <a:pt x="16" y="127"/>
                      </a:cubicBezTo>
                      <a:cubicBezTo>
                        <a:pt x="17" y="129"/>
                        <a:pt x="17" y="129"/>
                        <a:pt x="17" y="129"/>
                      </a:cubicBezTo>
                      <a:cubicBezTo>
                        <a:pt x="17" y="128"/>
                        <a:pt x="17" y="128"/>
                        <a:pt x="17" y="128"/>
                      </a:cubicBezTo>
                      <a:cubicBezTo>
                        <a:pt x="17" y="128"/>
                        <a:pt x="17" y="128"/>
                        <a:pt x="17" y="128"/>
                      </a:cubicBezTo>
                      <a:cubicBezTo>
                        <a:pt x="18" y="128"/>
                        <a:pt x="18" y="128"/>
                        <a:pt x="18" y="128"/>
                      </a:cubicBezTo>
                      <a:cubicBezTo>
                        <a:pt x="17" y="127"/>
                        <a:pt x="17" y="127"/>
                        <a:pt x="17" y="127"/>
                      </a:cubicBezTo>
                      <a:cubicBezTo>
                        <a:pt x="18" y="126"/>
                        <a:pt x="18" y="126"/>
                        <a:pt x="18" y="126"/>
                      </a:cubicBezTo>
                      <a:cubicBezTo>
                        <a:pt x="18" y="127"/>
                        <a:pt x="18" y="127"/>
                        <a:pt x="18" y="127"/>
                      </a:cubicBezTo>
                      <a:cubicBezTo>
                        <a:pt x="19" y="126"/>
                        <a:pt x="19" y="126"/>
                        <a:pt x="19" y="126"/>
                      </a:cubicBezTo>
                      <a:cubicBezTo>
                        <a:pt x="19" y="126"/>
                        <a:pt x="19" y="126"/>
                        <a:pt x="19" y="126"/>
                      </a:cubicBezTo>
                      <a:cubicBezTo>
                        <a:pt x="20" y="126"/>
                        <a:pt x="20" y="126"/>
                        <a:pt x="20" y="126"/>
                      </a:cubicBezTo>
                      <a:cubicBezTo>
                        <a:pt x="20" y="125"/>
                        <a:pt x="20" y="125"/>
                        <a:pt x="20" y="125"/>
                      </a:cubicBezTo>
                      <a:cubicBezTo>
                        <a:pt x="21" y="124"/>
                        <a:pt x="21" y="124"/>
                        <a:pt x="21" y="124"/>
                      </a:cubicBezTo>
                      <a:cubicBezTo>
                        <a:pt x="21" y="125"/>
                        <a:pt x="21" y="125"/>
                        <a:pt x="21" y="125"/>
                      </a:cubicBezTo>
                      <a:cubicBezTo>
                        <a:pt x="22" y="125"/>
                        <a:pt x="22" y="125"/>
                        <a:pt x="22" y="125"/>
                      </a:cubicBezTo>
                      <a:cubicBezTo>
                        <a:pt x="23" y="124"/>
                        <a:pt x="23" y="124"/>
                        <a:pt x="23" y="124"/>
                      </a:cubicBezTo>
                      <a:cubicBezTo>
                        <a:pt x="24" y="124"/>
                        <a:pt x="24" y="124"/>
                        <a:pt x="24" y="124"/>
                      </a:cubicBezTo>
                      <a:cubicBezTo>
                        <a:pt x="24" y="125"/>
                        <a:pt x="24" y="125"/>
                        <a:pt x="24" y="125"/>
                      </a:cubicBezTo>
                      <a:cubicBezTo>
                        <a:pt x="25" y="124"/>
                        <a:pt x="25" y="124"/>
                        <a:pt x="25" y="124"/>
                      </a:cubicBezTo>
                      <a:cubicBezTo>
                        <a:pt x="24" y="124"/>
                        <a:pt x="24" y="124"/>
                        <a:pt x="24" y="124"/>
                      </a:cubicBezTo>
                      <a:cubicBezTo>
                        <a:pt x="24" y="124"/>
                        <a:pt x="24" y="124"/>
                        <a:pt x="24" y="124"/>
                      </a:cubicBezTo>
                      <a:cubicBezTo>
                        <a:pt x="24" y="123"/>
                        <a:pt x="24" y="123"/>
                        <a:pt x="24" y="123"/>
                      </a:cubicBezTo>
                      <a:cubicBezTo>
                        <a:pt x="25" y="123"/>
                        <a:pt x="25" y="123"/>
                        <a:pt x="25" y="123"/>
                      </a:cubicBezTo>
                      <a:cubicBezTo>
                        <a:pt x="25" y="124"/>
                        <a:pt x="25" y="124"/>
                        <a:pt x="25" y="124"/>
                      </a:cubicBezTo>
                      <a:cubicBezTo>
                        <a:pt x="25" y="124"/>
                        <a:pt x="25" y="124"/>
                        <a:pt x="25" y="124"/>
                      </a:cubicBezTo>
                      <a:cubicBezTo>
                        <a:pt x="25" y="124"/>
                        <a:pt x="25" y="124"/>
                        <a:pt x="25" y="124"/>
                      </a:cubicBezTo>
                      <a:cubicBezTo>
                        <a:pt x="25" y="125"/>
                        <a:pt x="25" y="125"/>
                        <a:pt x="25" y="125"/>
                      </a:cubicBezTo>
                      <a:cubicBezTo>
                        <a:pt x="26" y="125"/>
                        <a:pt x="26" y="125"/>
                        <a:pt x="26" y="125"/>
                      </a:cubicBezTo>
                      <a:cubicBezTo>
                        <a:pt x="26" y="125"/>
                        <a:pt x="26" y="125"/>
                        <a:pt x="26" y="125"/>
                      </a:cubicBezTo>
                      <a:cubicBezTo>
                        <a:pt x="28" y="126"/>
                        <a:pt x="28" y="126"/>
                        <a:pt x="28" y="126"/>
                      </a:cubicBezTo>
                      <a:cubicBezTo>
                        <a:pt x="29" y="126"/>
                        <a:pt x="29" y="126"/>
                        <a:pt x="29" y="126"/>
                      </a:cubicBezTo>
                      <a:cubicBezTo>
                        <a:pt x="29" y="125"/>
                        <a:pt x="29" y="125"/>
                        <a:pt x="29" y="125"/>
                      </a:cubicBezTo>
                      <a:cubicBezTo>
                        <a:pt x="30" y="124"/>
                        <a:pt x="30" y="124"/>
                        <a:pt x="30" y="124"/>
                      </a:cubicBezTo>
                      <a:cubicBezTo>
                        <a:pt x="30" y="124"/>
                        <a:pt x="30" y="124"/>
                        <a:pt x="30" y="124"/>
                      </a:cubicBezTo>
                      <a:cubicBezTo>
                        <a:pt x="30" y="123"/>
                        <a:pt x="30" y="123"/>
                        <a:pt x="30" y="123"/>
                      </a:cubicBezTo>
                      <a:cubicBezTo>
                        <a:pt x="30" y="123"/>
                        <a:pt x="30" y="123"/>
                        <a:pt x="30" y="123"/>
                      </a:cubicBezTo>
                      <a:cubicBezTo>
                        <a:pt x="30" y="122"/>
                        <a:pt x="30" y="122"/>
                        <a:pt x="30" y="122"/>
                      </a:cubicBezTo>
                      <a:cubicBezTo>
                        <a:pt x="30" y="121"/>
                        <a:pt x="30" y="121"/>
                        <a:pt x="30" y="121"/>
                      </a:cubicBezTo>
                      <a:cubicBezTo>
                        <a:pt x="30" y="121"/>
                        <a:pt x="30" y="121"/>
                        <a:pt x="30" y="121"/>
                      </a:cubicBezTo>
                      <a:cubicBezTo>
                        <a:pt x="31" y="121"/>
                        <a:pt x="31" y="121"/>
                        <a:pt x="31" y="121"/>
                      </a:cubicBezTo>
                      <a:cubicBezTo>
                        <a:pt x="32" y="121"/>
                        <a:pt x="32" y="121"/>
                        <a:pt x="32" y="121"/>
                      </a:cubicBezTo>
                      <a:cubicBezTo>
                        <a:pt x="32" y="121"/>
                        <a:pt x="32" y="121"/>
                        <a:pt x="32" y="121"/>
                      </a:cubicBezTo>
                      <a:cubicBezTo>
                        <a:pt x="33" y="121"/>
                        <a:pt x="33" y="121"/>
                        <a:pt x="33" y="121"/>
                      </a:cubicBezTo>
                      <a:cubicBezTo>
                        <a:pt x="33" y="120"/>
                        <a:pt x="33" y="120"/>
                        <a:pt x="33" y="120"/>
                      </a:cubicBezTo>
                      <a:cubicBezTo>
                        <a:pt x="34" y="120"/>
                        <a:pt x="34" y="120"/>
                        <a:pt x="34" y="120"/>
                      </a:cubicBezTo>
                      <a:cubicBezTo>
                        <a:pt x="35" y="120"/>
                        <a:pt x="35" y="120"/>
                        <a:pt x="35" y="120"/>
                      </a:cubicBezTo>
                      <a:cubicBezTo>
                        <a:pt x="36" y="120"/>
                        <a:pt x="37" y="121"/>
                        <a:pt x="38" y="122"/>
                      </a:cubicBezTo>
                      <a:cubicBezTo>
                        <a:pt x="38" y="122"/>
                        <a:pt x="38" y="122"/>
                        <a:pt x="38" y="122"/>
                      </a:cubicBezTo>
                      <a:cubicBezTo>
                        <a:pt x="38" y="122"/>
                        <a:pt x="38" y="122"/>
                        <a:pt x="38" y="122"/>
                      </a:cubicBezTo>
                      <a:cubicBezTo>
                        <a:pt x="38" y="122"/>
                        <a:pt x="38" y="122"/>
                        <a:pt x="38" y="122"/>
                      </a:cubicBezTo>
                      <a:cubicBezTo>
                        <a:pt x="38" y="121"/>
                        <a:pt x="38" y="121"/>
                        <a:pt x="38" y="121"/>
                      </a:cubicBezTo>
                      <a:cubicBezTo>
                        <a:pt x="39" y="121"/>
                        <a:pt x="40" y="121"/>
                        <a:pt x="41" y="122"/>
                      </a:cubicBezTo>
                      <a:cubicBezTo>
                        <a:pt x="42" y="122"/>
                        <a:pt x="42" y="122"/>
                        <a:pt x="42" y="122"/>
                      </a:cubicBezTo>
                      <a:cubicBezTo>
                        <a:pt x="42" y="121"/>
                        <a:pt x="42" y="121"/>
                        <a:pt x="42" y="121"/>
                      </a:cubicBezTo>
                      <a:cubicBezTo>
                        <a:pt x="42" y="121"/>
                        <a:pt x="42" y="121"/>
                        <a:pt x="42" y="121"/>
                      </a:cubicBezTo>
                      <a:cubicBezTo>
                        <a:pt x="41" y="120"/>
                        <a:pt x="41" y="120"/>
                        <a:pt x="41" y="120"/>
                      </a:cubicBezTo>
                      <a:cubicBezTo>
                        <a:pt x="42" y="120"/>
                        <a:pt x="42" y="120"/>
                        <a:pt x="42" y="120"/>
                      </a:cubicBezTo>
                      <a:cubicBezTo>
                        <a:pt x="42" y="120"/>
                        <a:pt x="42" y="120"/>
                        <a:pt x="42" y="120"/>
                      </a:cubicBezTo>
                      <a:cubicBezTo>
                        <a:pt x="43" y="120"/>
                        <a:pt x="43" y="120"/>
                        <a:pt x="43" y="120"/>
                      </a:cubicBezTo>
                      <a:cubicBezTo>
                        <a:pt x="43" y="120"/>
                        <a:pt x="43" y="120"/>
                        <a:pt x="43" y="120"/>
                      </a:cubicBezTo>
                      <a:cubicBezTo>
                        <a:pt x="44" y="120"/>
                        <a:pt x="44" y="120"/>
                        <a:pt x="44" y="120"/>
                      </a:cubicBezTo>
                      <a:cubicBezTo>
                        <a:pt x="45" y="120"/>
                        <a:pt x="45" y="120"/>
                        <a:pt x="45" y="120"/>
                      </a:cubicBezTo>
                      <a:cubicBezTo>
                        <a:pt x="45" y="120"/>
                        <a:pt x="45" y="120"/>
                        <a:pt x="45" y="120"/>
                      </a:cubicBezTo>
                      <a:cubicBezTo>
                        <a:pt x="46" y="119"/>
                        <a:pt x="46" y="119"/>
                        <a:pt x="47" y="119"/>
                      </a:cubicBezTo>
                      <a:cubicBezTo>
                        <a:pt x="47" y="119"/>
                        <a:pt x="47" y="119"/>
                        <a:pt x="47" y="119"/>
                      </a:cubicBezTo>
                      <a:cubicBezTo>
                        <a:pt x="46" y="118"/>
                        <a:pt x="46" y="118"/>
                        <a:pt x="46" y="118"/>
                      </a:cubicBezTo>
                      <a:cubicBezTo>
                        <a:pt x="47" y="118"/>
                        <a:pt x="47" y="119"/>
                        <a:pt x="48" y="119"/>
                      </a:cubicBezTo>
                      <a:cubicBezTo>
                        <a:pt x="48" y="119"/>
                        <a:pt x="48" y="119"/>
                        <a:pt x="48" y="119"/>
                      </a:cubicBezTo>
                      <a:cubicBezTo>
                        <a:pt x="48" y="119"/>
                        <a:pt x="48" y="119"/>
                        <a:pt x="48" y="119"/>
                      </a:cubicBezTo>
                      <a:cubicBezTo>
                        <a:pt x="49" y="119"/>
                        <a:pt x="49" y="119"/>
                        <a:pt x="49" y="119"/>
                      </a:cubicBezTo>
                      <a:cubicBezTo>
                        <a:pt x="49" y="119"/>
                        <a:pt x="49" y="119"/>
                        <a:pt x="49" y="119"/>
                      </a:cubicBezTo>
                      <a:cubicBezTo>
                        <a:pt x="49" y="119"/>
                        <a:pt x="49" y="119"/>
                        <a:pt x="49" y="119"/>
                      </a:cubicBezTo>
                      <a:cubicBezTo>
                        <a:pt x="49" y="119"/>
                        <a:pt x="49" y="119"/>
                        <a:pt x="49" y="119"/>
                      </a:cubicBezTo>
                      <a:cubicBezTo>
                        <a:pt x="50" y="119"/>
                        <a:pt x="50" y="119"/>
                        <a:pt x="50" y="119"/>
                      </a:cubicBezTo>
                      <a:cubicBezTo>
                        <a:pt x="50" y="119"/>
                        <a:pt x="50" y="119"/>
                        <a:pt x="50" y="119"/>
                      </a:cubicBezTo>
                      <a:cubicBezTo>
                        <a:pt x="50" y="119"/>
                        <a:pt x="50" y="119"/>
                        <a:pt x="50" y="119"/>
                      </a:cubicBezTo>
                      <a:cubicBezTo>
                        <a:pt x="51" y="120"/>
                        <a:pt x="51" y="120"/>
                        <a:pt x="51" y="120"/>
                      </a:cubicBezTo>
                      <a:cubicBezTo>
                        <a:pt x="52" y="119"/>
                        <a:pt x="53" y="119"/>
                        <a:pt x="55" y="118"/>
                      </a:cubicBezTo>
                      <a:cubicBezTo>
                        <a:pt x="56" y="119"/>
                        <a:pt x="58" y="119"/>
                        <a:pt x="59" y="119"/>
                      </a:cubicBezTo>
                      <a:cubicBezTo>
                        <a:pt x="60" y="118"/>
                        <a:pt x="60" y="118"/>
                        <a:pt x="60" y="118"/>
                      </a:cubicBezTo>
                      <a:cubicBezTo>
                        <a:pt x="62" y="118"/>
                        <a:pt x="62" y="118"/>
                        <a:pt x="62" y="118"/>
                      </a:cubicBezTo>
                      <a:cubicBezTo>
                        <a:pt x="63" y="117"/>
                        <a:pt x="63" y="117"/>
                        <a:pt x="63" y="117"/>
                      </a:cubicBezTo>
                      <a:cubicBezTo>
                        <a:pt x="63" y="117"/>
                        <a:pt x="63" y="117"/>
                        <a:pt x="63" y="117"/>
                      </a:cubicBezTo>
                      <a:cubicBezTo>
                        <a:pt x="64" y="117"/>
                        <a:pt x="64" y="117"/>
                        <a:pt x="64" y="117"/>
                      </a:cubicBezTo>
                      <a:cubicBezTo>
                        <a:pt x="65" y="117"/>
                        <a:pt x="65" y="117"/>
                        <a:pt x="65" y="117"/>
                      </a:cubicBezTo>
                      <a:cubicBezTo>
                        <a:pt x="64" y="116"/>
                        <a:pt x="64" y="116"/>
                        <a:pt x="64" y="116"/>
                      </a:cubicBezTo>
                      <a:cubicBezTo>
                        <a:pt x="65" y="116"/>
                        <a:pt x="65" y="116"/>
                        <a:pt x="65" y="116"/>
                      </a:cubicBezTo>
                      <a:cubicBezTo>
                        <a:pt x="65" y="115"/>
                        <a:pt x="65" y="115"/>
                        <a:pt x="65" y="115"/>
                      </a:cubicBezTo>
                      <a:cubicBezTo>
                        <a:pt x="66" y="115"/>
                        <a:pt x="66" y="115"/>
                        <a:pt x="66" y="115"/>
                      </a:cubicBezTo>
                      <a:cubicBezTo>
                        <a:pt x="67" y="114"/>
                        <a:pt x="67" y="114"/>
                        <a:pt x="67" y="114"/>
                      </a:cubicBezTo>
                      <a:cubicBezTo>
                        <a:pt x="68" y="113"/>
                        <a:pt x="68" y="113"/>
                        <a:pt x="68" y="113"/>
                      </a:cubicBezTo>
                      <a:cubicBezTo>
                        <a:pt x="67" y="112"/>
                        <a:pt x="67" y="112"/>
                        <a:pt x="67" y="112"/>
                      </a:cubicBezTo>
                      <a:cubicBezTo>
                        <a:pt x="68" y="111"/>
                        <a:pt x="68" y="111"/>
                        <a:pt x="68" y="111"/>
                      </a:cubicBezTo>
                      <a:cubicBezTo>
                        <a:pt x="68" y="111"/>
                        <a:pt x="68" y="111"/>
                        <a:pt x="68" y="111"/>
                      </a:cubicBezTo>
                      <a:cubicBezTo>
                        <a:pt x="66" y="111"/>
                        <a:pt x="65" y="112"/>
                        <a:pt x="64" y="112"/>
                      </a:cubicBezTo>
                      <a:cubicBezTo>
                        <a:pt x="63" y="112"/>
                        <a:pt x="63" y="112"/>
                        <a:pt x="63" y="112"/>
                      </a:cubicBezTo>
                      <a:cubicBezTo>
                        <a:pt x="62" y="111"/>
                        <a:pt x="62" y="111"/>
                        <a:pt x="62" y="111"/>
                      </a:cubicBezTo>
                      <a:cubicBezTo>
                        <a:pt x="62" y="112"/>
                        <a:pt x="62" y="112"/>
                        <a:pt x="62" y="112"/>
                      </a:cubicBezTo>
                      <a:cubicBezTo>
                        <a:pt x="61" y="112"/>
                        <a:pt x="61" y="112"/>
                        <a:pt x="61" y="112"/>
                      </a:cubicBezTo>
                      <a:cubicBezTo>
                        <a:pt x="61" y="111"/>
                        <a:pt x="61" y="111"/>
                        <a:pt x="61" y="111"/>
                      </a:cubicBezTo>
                      <a:cubicBezTo>
                        <a:pt x="62" y="111"/>
                        <a:pt x="62" y="111"/>
                        <a:pt x="62" y="111"/>
                      </a:cubicBezTo>
                      <a:cubicBezTo>
                        <a:pt x="62" y="111"/>
                        <a:pt x="62" y="111"/>
                        <a:pt x="62" y="111"/>
                      </a:cubicBezTo>
                      <a:cubicBezTo>
                        <a:pt x="62" y="111"/>
                        <a:pt x="62" y="111"/>
                        <a:pt x="62" y="111"/>
                      </a:cubicBezTo>
                      <a:cubicBezTo>
                        <a:pt x="61" y="111"/>
                        <a:pt x="61" y="111"/>
                        <a:pt x="61" y="111"/>
                      </a:cubicBezTo>
                      <a:cubicBezTo>
                        <a:pt x="60" y="111"/>
                        <a:pt x="60" y="111"/>
                        <a:pt x="60" y="111"/>
                      </a:cubicBezTo>
                      <a:cubicBezTo>
                        <a:pt x="60" y="110"/>
                        <a:pt x="60" y="110"/>
                        <a:pt x="60" y="110"/>
                      </a:cubicBezTo>
                      <a:cubicBezTo>
                        <a:pt x="62" y="110"/>
                        <a:pt x="62" y="110"/>
                        <a:pt x="62" y="110"/>
                      </a:cubicBezTo>
                      <a:cubicBezTo>
                        <a:pt x="63" y="110"/>
                        <a:pt x="63" y="110"/>
                        <a:pt x="63" y="110"/>
                      </a:cubicBezTo>
                      <a:cubicBezTo>
                        <a:pt x="63" y="110"/>
                        <a:pt x="63" y="110"/>
                        <a:pt x="63" y="110"/>
                      </a:cubicBezTo>
                      <a:cubicBezTo>
                        <a:pt x="64" y="109"/>
                        <a:pt x="64" y="109"/>
                        <a:pt x="64" y="109"/>
                      </a:cubicBezTo>
                      <a:cubicBezTo>
                        <a:pt x="64" y="107"/>
                        <a:pt x="64" y="107"/>
                        <a:pt x="64" y="107"/>
                      </a:cubicBezTo>
                      <a:cubicBezTo>
                        <a:pt x="63" y="108"/>
                        <a:pt x="63" y="108"/>
                        <a:pt x="62" y="108"/>
                      </a:cubicBezTo>
                      <a:cubicBezTo>
                        <a:pt x="62" y="108"/>
                        <a:pt x="62" y="108"/>
                        <a:pt x="62" y="108"/>
                      </a:cubicBezTo>
                      <a:cubicBezTo>
                        <a:pt x="63" y="107"/>
                        <a:pt x="63" y="107"/>
                        <a:pt x="63" y="107"/>
                      </a:cubicBezTo>
                      <a:cubicBezTo>
                        <a:pt x="63" y="107"/>
                        <a:pt x="63" y="107"/>
                        <a:pt x="63" y="107"/>
                      </a:cubicBezTo>
                      <a:cubicBezTo>
                        <a:pt x="64" y="107"/>
                        <a:pt x="64" y="107"/>
                        <a:pt x="64" y="107"/>
                      </a:cubicBezTo>
                      <a:cubicBezTo>
                        <a:pt x="64" y="107"/>
                        <a:pt x="64" y="107"/>
                        <a:pt x="64" y="107"/>
                      </a:cubicBezTo>
                      <a:cubicBezTo>
                        <a:pt x="65" y="107"/>
                        <a:pt x="65" y="107"/>
                        <a:pt x="65" y="107"/>
                      </a:cubicBezTo>
                      <a:cubicBezTo>
                        <a:pt x="66" y="106"/>
                        <a:pt x="66" y="106"/>
                        <a:pt x="66" y="106"/>
                      </a:cubicBezTo>
                      <a:cubicBezTo>
                        <a:pt x="66" y="106"/>
                        <a:pt x="66" y="106"/>
                        <a:pt x="66" y="106"/>
                      </a:cubicBezTo>
                      <a:cubicBezTo>
                        <a:pt x="66" y="105"/>
                        <a:pt x="66" y="105"/>
                        <a:pt x="66" y="105"/>
                      </a:cubicBezTo>
                      <a:cubicBezTo>
                        <a:pt x="66" y="105"/>
                        <a:pt x="66" y="105"/>
                        <a:pt x="66" y="105"/>
                      </a:cubicBezTo>
                      <a:cubicBezTo>
                        <a:pt x="65" y="105"/>
                        <a:pt x="65" y="105"/>
                        <a:pt x="65" y="105"/>
                      </a:cubicBezTo>
                      <a:cubicBezTo>
                        <a:pt x="65" y="105"/>
                        <a:pt x="65" y="105"/>
                        <a:pt x="65" y="105"/>
                      </a:cubicBezTo>
                      <a:cubicBezTo>
                        <a:pt x="66" y="105"/>
                        <a:pt x="66" y="105"/>
                        <a:pt x="66" y="105"/>
                      </a:cubicBezTo>
                      <a:cubicBezTo>
                        <a:pt x="65" y="104"/>
                        <a:pt x="65" y="104"/>
                        <a:pt x="65" y="104"/>
                      </a:cubicBezTo>
                      <a:cubicBezTo>
                        <a:pt x="66" y="104"/>
                        <a:pt x="66" y="105"/>
                        <a:pt x="67" y="105"/>
                      </a:cubicBezTo>
                      <a:cubicBezTo>
                        <a:pt x="67" y="105"/>
                        <a:pt x="67" y="104"/>
                        <a:pt x="68" y="104"/>
                      </a:cubicBezTo>
                      <a:cubicBezTo>
                        <a:pt x="68" y="103"/>
                        <a:pt x="68" y="103"/>
                        <a:pt x="68" y="103"/>
                      </a:cubicBezTo>
                      <a:cubicBezTo>
                        <a:pt x="69" y="103"/>
                        <a:pt x="69" y="102"/>
                        <a:pt x="69" y="101"/>
                      </a:cubicBezTo>
                      <a:cubicBezTo>
                        <a:pt x="69" y="100"/>
                        <a:pt x="69" y="102"/>
                        <a:pt x="69" y="101"/>
                      </a:cubicBezTo>
                      <a:close/>
                      <a:moveTo>
                        <a:pt x="47" y="119"/>
                      </a:moveTo>
                      <a:cubicBezTo>
                        <a:pt x="46" y="120"/>
                        <a:pt x="46" y="120"/>
                        <a:pt x="46" y="120"/>
                      </a:cubicBezTo>
                      <a:cubicBezTo>
                        <a:pt x="46" y="120"/>
                        <a:pt x="46" y="120"/>
                        <a:pt x="46" y="120"/>
                      </a:cubicBezTo>
                      <a:cubicBezTo>
                        <a:pt x="45" y="120"/>
                        <a:pt x="45" y="120"/>
                        <a:pt x="45" y="120"/>
                      </a:cubicBezTo>
                      <a:cubicBezTo>
                        <a:pt x="45" y="121"/>
                        <a:pt x="45" y="121"/>
                        <a:pt x="45" y="121"/>
                      </a:cubicBezTo>
                      <a:cubicBezTo>
                        <a:pt x="45" y="121"/>
                        <a:pt x="45" y="121"/>
                        <a:pt x="45" y="121"/>
                      </a:cubicBezTo>
                      <a:cubicBezTo>
                        <a:pt x="47" y="122"/>
                        <a:pt x="47" y="122"/>
                        <a:pt x="47" y="122"/>
                      </a:cubicBezTo>
                      <a:cubicBezTo>
                        <a:pt x="47" y="122"/>
                        <a:pt x="47" y="122"/>
                        <a:pt x="47" y="122"/>
                      </a:cubicBezTo>
                      <a:cubicBezTo>
                        <a:pt x="48" y="121"/>
                        <a:pt x="48" y="121"/>
                        <a:pt x="48" y="121"/>
                      </a:cubicBezTo>
                      <a:cubicBezTo>
                        <a:pt x="48" y="121"/>
                        <a:pt x="48" y="121"/>
                        <a:pt x="48" y="121"/>
                      </a:cubicBezTo>
                      <a:cubicBezTo>
                        <a:pt x="49" y="120"/>
                        <a:pt x="49" y="120"/>
                        <a:pt x="49" y="120"/>
                      </a:cubicBezTo>
                      <a:cubicBezTo>
                        <a:pt x="48" y="120"/>
                        <a:pt x="48" y="120"/>
                        <a:pt x="48" y="120"/>
                      </a:cubicBezTo>
                      <a:lnTo>
                        <a:pt x="47" y="119"/>
                      </a:lnTo>
                      <a:close/>
                      <a:moveTo>
                        <a:pt x="22" y="91"/>
                      </a:moveTo>
                      <a:cubicBezTo>
                        <a:pt x="22" y="91"/>
                        <a:pt x="22" y="91"/>
                        <a:pt x="22" y="91"/>
                      </a:cubicBezTo>
                      <a:cubicBezTo>
                        <a:pt x="22" y="90"/>
                        <a:pt x="22" y="90"/>
                        <a:pt x="22" y="90"/>
                      </a:cubicBezTo>
                      <a:cubicBezTo>
                        <a:pt x="22" y="90"/>
                        <a:pt x="22" y="90"/>
                        <a:pt x="22" y="90"/>
                      </a:cubicBezTo>
                      <a:cubicBezTo>
                        <a:pt x="22" y="90"/>
                        <a:pt x="22" y="90"/>
                        <a:pt x="22" y="90"/>
                      </a:cubicBezTo>
                      <a:cubicBezTo>
                        <a:pt x="22" y="90"/>
                        <a:pt x="22" y="90"/>
                        <a:pt x="22" y="90"/>
                      </a:cubicBezTo>
                      <a:lnTo>
                        <a:pt x="22" y="91"/>
                      </a:lnTo>
                      <a:close/>
                      <a:moveTo>
                        <a:pt x="34" y="26"/>
                      </a:moveTo>
                      <a:cubicBezTo>
                        <a:pt x="34" y="27"/>
                        <a:pt x="34" y="27"/>
                        <a:pt x="34" y="27"/>
                      </a:cubicBezTo>
                      <a:cubicBezTo>
                        <a:pt x="34" y="27"/>
                        <a:pt x="34" y="26"/>
                        <a:pt x="35" y="26"/>
                      </a:cubicBezTo>
                      <a:cubicBezTo>
                        <a:pt x="34" y="26"/>
                        <a:pt x="34" y="26"/>
                        <a:pt x="34" y="26"/>
                      </a:cubicBezTo>
                      <a:close/>
                      <a:moveTo>
                        <a:pt x="36" y="22"/>
                      </a:moveTo>
                      <a:cubicBezTo>
                        <a:pt x="36" y="23"/>
                        <a:pt x="36" y="23"/>
                        <a:pt x="36" y="23"/>
                      </a:cubicBezTo>
                      <a:cubicBezTo>
                        <a:pt x="37" y="23"/>
                        <a:pt x="37" y="23"/>
                        <a:pt x="37" y="23"/>
                      </a:cubicBezTo>
                      <a:cubicBezTo>
                        <a:pt x="36" y="22"/>
                        <a:pt x="36" y="22"/>
                        <a:pt x="36" y="22"/>
                      </a:cubicBezTo>
                      <a:close/>
                      <a:moveTo>
                        <a:pt x="34" y="22"/>
                      </a:moveTo>
                      <a:cubicBezTo>
                        <a:pt x="34" y="22"/>
                        <a:pt x="34" y="22"/>
                        <a:pt x="34" y="22"/>
                      </a:cubicBezTo>
                      <a:cubicBezTo>
                        <a:pt x="34" y="22"/>
                        <a:pt x="34" y="22"/>
                        <a:pt x="34" y="22"/>
                      </a:cubicBezTo>
                      <a:cubicBezTo>
                        <a:pt x="33" y="22"/>
                        <a:pt x="33" y="22"/>
                        <a:pt x="33" y="22"/>
                      </a:cubicBezTo>
                      <a:cubicBezTo>
                        <a:pt x="33" y="22"/>
                        <a:pt x="33" y="22"/>
                        <a:pt x="33" y="22"/>
                      </a:cubicBezTo>
                      <a:cubicBezTo>
                        <a:pt x="33" y="22"/>
                        <a:pt x="33" y="22"/>
                        <a:pt x="33" y="22"/>
                      </a:cubicBezTo>
                      <a:lnTo>
                        <a:pt x="34" y="22"/>
                      </a:lnTo>
                      <a:close/>
                      <a:moveTo>
                        <a:pt x="36" y="22"/>
                      </a:moveTo>
                      <a:cubicBezTo>
                        <a:pt x="35" y="22"/>
                        <a:pt x="35" y="22"/>
                        <a:pt x="35" y="22"/>
                      </a:cubicBezTo>
                      <a:cubicBezTo>
                        <a:pt x="36" y="21"/>
                        <a:pt x="36" y="21"/>
                        <a:pt x="36" y="21"/>
                      </a:cubicBezTo>
                      <a:cubicBezTo>
                        <a:pt x="35" y="21"/>
                        <a:pt x="35" y="21"/>
                        <a:pt x="35" y="21"/>
                      </a:cubicBezTo>
                      <a:cubicBezTo>
                        <a:pt x="35" y="22"/>
                        <a:pt x="35" y="22"/>
                        <a:pt x="35" y="22"/>
                      </a:cubicBezTo>
                      <a:cubicBezTo>
                        <a:pt x="35" y="22"/>
                        <a:pt x="35" y="22"/>
                        <a:pt x="35" y="22"/>
                      </a:cubicBezTo>
                      <a:cubicBezTo>
                        <a:pt x="35" y="22"/>
                        <a:pt x="35" y="22"/>
                        <a:pt x="35" y="22"/>
                      </a:cubicBezTo>
                      <a:lnTo>
                        <a:pt x="36" y="22"/>
                      </a:lnTo>
                      <a:close/>
                      <a:moveTo>
                        <a:pt x="34" y="21"/>
                      </a:moveTo>
                      <a:cubicBezTo>
                        <a:pt x="35" y="21"/>
                        <a:pt x="35" y="21"/>
                        <a:pt x="35" y="21"/>
                      </a:cubicBezTo>
                      <a:cubicBezTo>
                        <a:pt x="34" y="20"/>
                        <a:pt x="34" y="20"/>
                        <a:pt x="34" y="20"/>
                      </a:cubicBezTo>
                      <a:cubicBezTo>
                        <a:pt x="34" y="20"/>
                        <a:pt x="34" y="20"/>
                        <a:pt x="34" y="20"/>
                      </a:cubicBezTo>
                      <a:cubicBezTo>
                        <a:pt x="34" y="20"/>
                        <a:pt x="34" y="20"/>
                        <a:pt x="34" y="20"/>
                      </a:cubicBezTo>
                      <a:cubicBezTo>
                        <a:pt x="33" y="20"/>
                        <a:pt x="33" y="20"/>
                        <a:pt x="33" y="20"/>
                      </a:cubicBezTo>
                      <a:cubicBezTo>
                        <a:pt x="34" y="21"/>
                        <a:pt x="34" y="21"/>
                        <a:pt x="34" y="21"/>
                      </a:cubicBezTo>
                      <a:close/>
                      <a:moveTo>
                        <a:pt x="12" y="47"/>
                      </a:moveTo>
                      <a:cubicBezTo>
                        <a:pt x="12" y="47"/>
                        <a:pt x="12" y="47"/>
                        <a:pt x="12" y="47"/>
                      </a:cubicBezTo>
                      <a:cubicBezTo>
                        <a:pt x="12" y="46"/>
                        <a:pt x="12" y="46"/>
                        <a:pt x="12" y="46"/>
                      </a:cubicBezTo>
                      <a:cubicBezTo>
                        <a:pt x="11" y="46"/>
                        <a:pt x="11" y="46"/>
                        <a:pt x="11" y="46"/>
                      </a:cubicBezTo>
                      <a:cubicBezTo>
                        <a:pt x="11" y="47"/>
                        <a:pt x="11" y="47"/>
                        <a:pt x="11" y="47"/>
                      </a:cubicBezTo>
                      <a:cubicBezTo>
                        <a:pt x="12" y="47"/>
                        <a:pt x="12" y="47"/>
                        <a:pt x="12" y="47"/>
                      </a:cubicBezTo>
                      <a:close/>
                      <a:moveTo>
                        <a:pt x="14" y="43"/>
                      </a:moveTo>
                      <a:cubicBezTo>
                        <a:pt x="15" y="43"/>
                        <a:pt x="15" y="43"/>
                        <a:pt x="15" y="43"/>
                      </a:cubicBezTo>
                      <a:cubicBezTo>
                        <a:pt x="14" y="43"/>
                        <a:pt x="14" y="43"/>
                        <a:pt x="14" y="43"/>
                      </a:cubicBezTo>
                      <a:cubicBezTo>
                        <a:pt x="14" y="43"/>
                        <a:pt x="14" y="43"/>
                        <a:pt x="14" y="43"/>
                      </a:cubicBezTo>
                      <a:close/>
                      <a:moveTo>
                        <a:pt x="14" y="42"/>
                      </a:moveTo>
                      <a:cubicBezTo>
                        <a:pt x="14" y="43"/>
                        <a:pt x="14" y="43"/>
                        <a:pt x="14" y="43"/>
                      </a:cubicBezTo>
                      <a:cubicBezTo>
                        <a:pt x="14" y="43"/>
                        <a:pt x="14" y="43"/>
                        <a:pt x="14" y="43"/>
                      </a:cubicBezTo>
                      <a:cubicBezTo>
                        <a:pt x="14" y="42"/>
                        <a:pt x="14" y="42"/>
                        <a:pt x="14" y="42"/>
                      </a:cubicBezTo>
                      <a:cubicBezTo>
                        <a:pt x="14" y="41"/>
                        <a:pt x="14" y="41"/>
                        <a:pt x="14" y="41"/>
                      </a:cubicBezTo>
                      <a:cubicBezTo>
                        <a:pt x="14" y="41"/>
                        <a:pt x="14" y="41"/>
                        <a:pt x="14" y="41"/>
                      </a:cubicBezTo>
                      <a:cubicBezTo>
                        <a:pt x="14" y="41"/>
                        <a:pt x="14" y="41"/>
                        <a:pt x="14" y="41"/>
                      </a:cubicBezTo>
                      <a:cubicBezTo>
                        <a:pt x="14" y="42"/>
                        <a:pt x="14" y="42"/>
                        <a:pt x="14" y="42"/>
                      </a:cubicBezTo>
                      <a:close/>
                      <a:moveTo>
                        <a:pt x="19" y="61"/>
                      </a:moveTo>
                      <a:cubicBezTo>
                        <a:pt x="20" y="62"/>
                        <a:pt x="20" y="62"/>
                        <a:pt x="20" y="62"/>
                      </a:cubicBezTo>
                      <a:cubicBezTo>
                        <a:pt x="20" y="61"/>
                        <a:pt x="20" y="61"/>
                        <a:pt x="20" y="60"/>
                      </a:cubicBezTo>
                      <a:cubicBezTo>
                        <a:pt x="19" y="60"/>
                        <a:pt x="19" y="60"/>
                        <a:pt x="19" y="60"/>
                      </a:cubicBezTo>
                      <a:cubicBezTo>
                        <a:pt x="19" y="60"/>
                        <a:pt x="19" y="60"/>
                        <a:pt x="19" y="60"/>
                      </a:cubicBezTo>
                      <a:cubicBezTo>
                        <a:pt x="19" y="60"/>
                        <a:pt x="19" y="60"/>
                        <a:pt x="19" y="60"/>
                      </a:cubicBezTo>
                      <a:cubicBezTo>
                        <a:pt x="19" y="60"/>
                        <a:pt x="19" y="60"/>
                        <a:pt x="19" y="60"/>
                      </a:cubicBezTo>
                      <a:lnTo>
                        <a:pt x="19" y="61"/>
                      </a:lnTo>
                      <a:close/>
                      <a:moveTo>
                        <a:pt x="12" y="58"/>
                      </a:moveTo>
                      <a:cubicBezTo>
                        <a:pt x="12" y="58"/>
                        <a:pt x="12" y="58"/>
                        <a:pt x="12" y="58"/>
                      </a:cubicBezTo>
                      <a:cubicBezTo>
                        <a:pt x="12" y="57"/>
                        <a:pt x="12" y="57"/>
                        <a:pt x="12" y="57"/>
                      </a:cubicBezTo>
                      <a:cubicBezTo>
                        <a:pt x="12" y="57"/>
                        <a:pt x="12" y="57"/>
                        <a:pt x="12" y="57"/>
                      </a:cubicBezTo>
                      <a:cubicBezTo>
                        <a:pt x="12" y="57"/>
                        <a:pt x="12" y="57"/>
                        <a:pt x="12" y="57"/>
                      </a:cubicBezTo>
                      <a:lnTo>
                        <a:pt x="12" y="58"/>
                      </a:lnTo>
                      <a:close/>
                      <a:moveTo>
                        <a:pt x="16" y="56"/>
                      </a:moveTo>
                      <a:cubicBezTo>
                        <a:pt x="16" y="56"/>
                        <a:pt x="16" y="56"/>
                        <a:pt x="16" y="56"/>
                      </a:cubicBezTo>
                      <a:cubicBezTo>
                        <a:pt x="16" y="55"/>
                        <a:pt x="16" y="55"/>
                        <a:pt x="16" y="55"/>
                      </a:cubicBezTo>
                      <a:cubicBezTo>
                        <a:pt x="16" y="56"/>
                        <a:pt x="16" y="56"/>
                        <a:pt x="16" y="56"/>
                      </a:cubicBezTo>
                      <a:close/>
                      <a:moveTo>
                        <a:pt x="12" y="53"/>
                      </a:moveTo>
                      <a:cubicBezTo>
                        <a:pt x="12" y="52"/>
                        <a:pt x="12" y="52"/>
                        <a:pt x="12" y="52"/>
                      </a:cubicBezTo>
                      <a:cubicBezTo>
                        <a:pt x="12" y="53"/>
                        <a:pt x="12" y="53"/>
                        <a:pt x="12" y="53"/>
                      </a:cubicBezTo>
                      <a:cubicBezTo>
                        <a:pt x="12" y="53"/>
                        <a:pt x="12" y="53"/>
                        <a:pt x="12" y="53"/>
                      </a:cubicBezTo>
                      <a:close/>
                      <a:moveTo>
                        <a:pt x="7" y="53"/>
                      </a:moveTo>
                      <a:cubicBezTo>
                        <a:pt x="8" y="53"/>
                        <a:pt x="8" y="53"/>
                        <a:pt x="8" y="53"/>
                      </a:cubicBezTo>
                      <a:cubicBezTo>
                        <a:pt x="8" y="53"/>
                        <a:pt x="8" y="53"/>
                        <a:pt x="8" y="53"/>
                      </a:cubicBezTo>
                      <a:cubicBezTo>
                        <a:pt x="9" y="52"/>
                        <a:pt x="9" y="52"/>
                        <a:pt x="9" y="52"/>
                      </a:cubicBezTo>
                      <a:cubicBezTo>
                        <a:pt x="9" y="52"/>
                        <a:pt x="9" y="52"/>
                        <a:pt x="9" y="52"/>
                      </a:cubicBezTo>
                      <a:cubicBezTo>
                        <a:pt x="7" y="52"/>
                        <a:pt x="7" y="52"/>
                        <a:pt x="7" y="52"/>
                      </a:cubicBezTo>
                      <a:lnTo>
                        <a:pt x="7" y="53"/>
                      </a:lnTo>
                      <a:close/>
                      <a:moveTo>
                        <a:pt x="10" y="51"/>
                      </a:moveTo>
                      <a:cubicBezTo>
                        <a:pt x="11" y="50"/>
                        <a:pt x="11" y="50"/>
                        <a:pt x="11" y="50"/>
                      </a:cubicBezTo>
                      <a:cubicBezTo>
                        <a:pt x="10" y="50"/>
                        <a:pt x="10" y="50"/>
                        <a:pt x="10" y="50"/>
                      </a:cubicBezTo>
                      <a:cubicBezTo>
                        <a:pt x="10" y="51"/>
                        <a:pt x="10" y="51"/>
                        <a:pt x="10" y="51"/>
                      </a:cubicBezTo>
                      <a:cubicBezTo>
                        <a:pt x="9" y="51"/>
                        <a:pt x="9" y="51"/>
                        <a:pt x="9" y="51"/>
                      </a:cubicBezTo>
                      <a:cubicBezTo>
                        <a:pt x="9" y="51"/>
                        <a:pt x="9" y="51"/>
                        <a:pt x="9" y="51"/>
                      </a:cubicBezTo>
                      <a:cubicBezTo>
                        <a:pt x="9" y="52"/>
                        <a:pt x="9" y="52"/>
                        <a:pt x="9" y="52"/>
                      </a:cubicBezTo>
                      <a:cubicBezTo>
                        <a:pt x="10" y="51"/>
                        <a:pt x="10" y="51"/>
                        <a:pt x="10" y="51"/>
                      </a:cubicBezTo>
                      <a:close/>
                      <a:moveTo>
                        <a:pt x="46" y="8"/>
                      </a:moveTo>
                      <a:cubicBezTo>
                        <a:pt x="46" y="8"/>
                        <a:pt x="46" y="8"/>
                        <a:pt x="46" y="8"/>
                      </a:cubicBezTo>
                      <a:cubicBezTo>
                        <a:pt x="46" y="9"/>
                        <a:pt x="46" y="9"/>
                        <a:pt x="46" y="9"/>
                      </a:cubicBezTo>
                      <a:cubicBezTo>
                        <a:pt x="46" y="9"/>
                        <a:pt x="46" y="9"/>
                        <a:pt x="46" y="9"/>
                      </a:cubicBezTo>
                      <a:lnTo>
                        <a:pt x="46" y="8"/>
                      </a:lnTo>
                      <a:close/>
                      <a:moveTo>
                        <a:pt x="47" y="7"/>
                      </a:moveTo>
                      <a:cubicBezTo>
                        <a:pt x="47" y="8"/>
                        <a:pt x="47" y="8"/>
                        <a:pt x="47" y="8"/>
                      </a:cubicBezTo>
                      <a:cubicBezTo>
                        <a:pt x="47" y="8"/>
                        <a:pt x="47" y="8"/>
                        <a:pt x="47" y="8"/>
                      </a:cubicBezTo>
                      <a:cubicBezTo>
                        <a:pt x="47" y="7"/>
                        <a:pt x="47" y="7"/>
                        <a:pt x="47" y="7"/>
                      </a:cubicBezTo>
                      <a:cubicBezTo>
                        <a:pt x="47" y="7"/>
                        <a:pt x="47" y="7"/>
                        <a:pt x="47" y="7"/>
                      </a:cubicBezTo>
                      <a:close/>
                      <a:moveTo>
                        <a:pt x="48" y="5"/>
                      </a:moveTo>
                      <a:cubicBezTo>
                        <a:pt x="48" y="5"/>
                        <a:pt x="48" y="5"/>
                        <a:pt x="48" y="5"/>
                      </a:cubicBezTo>
                      <a:cubicBezTo>
                        <a:pt x="48" y="5"/>
                        <a:pt x="48" y="5"/>
                        <a:pt x="48" y="5"/>
                      </a:cubicBezTo>
                      <a:cubicBezTo>
                        <a:pt x="47" y="5"/>
                        <a:pt x="47" y="5"/>
                        <a:pt x="47" y="5"/>
                      </a:cubicBezTo>
                      <a:lnTo>
                        <a:pt x="48" y="5"/>
                      </a:lnTo>
                      <a:close/>
                      <a:moveTo>
                        <a:pt x="49" y="2"/>
                      </a:moveTo>
                      <a:cubicBezTo>
                        <a:pt x="48" y="2"/>
                        <a:pt x="48" y="2"/>
                        <a:pt x="48" y="2"/>
                      </a:cubicBezTo>
                      <a:cubicBezTo>
                        <a:pt x="48" y="3"/>
                        <a:pt x="48" y="3"/>
                        <a:pt x="48" y="3"/>
                      </a:cubicBezTo>
                      <a:cubicBezTo>
                        <a:pt x="48" y="3"/>
                        <a:pt x="48" y="3"/>
                        <a:pt x="48" y="3"/>
                      </a:cubicBezTo>
                      <a:cubicBezTo>
                        <a:pt x="49" y="3"/>
                        <a:pt x="49" y="3"/>
                        <a:pt x="49" y="3"/>
                      </a:cubicBezTo>
                      <a:cubicBezTo>
                        <a:pt x="49" y="2"/>
                        <a:pt x="49" y="2"/>
                        <a:pt x="49" y="2"/>
                      </a:cubicBezTo>
                      <a:cubicBezTo>
                        <a:pt x="49" y="2"/>
                        <a:pt x="49" y="2"/>
                        <a:pt x="49" y="2"/>
                      </a:cubicBezTo>
                      <a:close/>
                      <a:moveTo>
                        <a:pt x="48" y="1"/>
                      </a:moveTo>
                      <a:cubicBezTo>
                        <a:pt x="49" y="1"/>
                        <a:pt x="49" y="1"/>
                        <a:pt x="49" y="1"/>
                      </a:cubicBezTo>
                      <a:cubicBezTo>
                        <a:pt x="49" y="0"/>
                        <a:pt x="49" y="0"/>
                        <a:pt x="49" y="0"/>
                      </a:cubicBezTo>
                      <a:cubicBezTo>
                        <a:pt x="49" y="0"/>
                        <a:pt x="49" y="0"/>
                        <a:pt x="49" y="0"/>
                      </a:cubicBezTo>
                      <a:cubicBezTo>
                        <a:pt x="48" y="0"/>
                        <a:pt x="48" y="0"/>
                        <a:pt x="48" y="0"/>
                      </a:cubicBezTo>
                      <a:cubicBezTo>
                        <a:pt x="48" y="0"/>
                        <a:pt x="48" y="0"/>
                        <a:pt x="48" y="0"/>
                      </a:cubicBezTo>
                      <a:cubicBezTo>
                        <a:pt x="48" y="0"/>
                        <a:pt x="48" y="0"/>
                        <a:pt x="48" y="0"/>
                      </a:cubicBezTo>
                      <a:cubicBezTo>
                        <a:pt x="48" y="0"/>
                        <a:pt x="48" y="1"/>
                        <a:pt x="48" y="1"/>
                      </a:cubicBezTo>
                      <a:cubicBezTo>
                        <a:pt x="49" y="1"/>
                        <a:pt x="49" y="1"/>
                        <a:pt x="49" y="1"/>
                      </a:cubicBezTo>
                      <a:lnTo>
                        <a:pt x="48" y="1"/>
                      </a:lnTo>
                      <a:close/>
                      <a:moveTo>
                        <a:pt x="4" y="46"/>
                      </a:moveTo>
                      <a:cubicBezTo>
                        <a:pt x="4" y="46"/>
                        <a:pt x="4" y="46"/>
                        <a:pt x="4" y="46"/>
                      </a:cubicBezTo>
                      <a:cubicBezTo>
                        <a:pt x="3" y="47"/>
                        <a:pt x="3" y="47"/>
                        <a:pt x="3" y="47"/>
                      </a:cubicBezTo>
                      <a:cubicBezTo>
                        <a:pt x="4" y="47"/>
                        <a:pt x="4" y="47"/>
                        <a:pt x="4" y="47"/>
                      </a:cubicBezTo>
                      <a:cubicBezTo>
                        <a:pt x="5" y="46"/>
                        <a:pt x="5" y="46"/>
                        <a:pt x="5" y="46"/>
                      </a:cubicBezTo>
                      <a:cubicBezTo>
                        <a:pt x="4" y="46"/>
                        <a:pt x="4" y="46"/>
                        <a:pt x="4" y="46"/>
                      </a:cubicBezTo>
                      <a:close/>
                      <a:moveTo>
                        <a:pt x="6" y="41"/>
                      </a:moveTo>
                      <a:cubicBezTo>
                        <a:pt x="5" y="41"/>
                        <a:pt x="5" y="41"/>
                        <a:pt x="5" y="41"/>
                      </a:cubicBezTo>
                      <a:cubicBezTo>
                        <a:pt x="5" y="41"/>
                        <a:pt x="5" y="41"/>
                        <a:pt x="5" y="41"/>
                      </a:cubicBezTo>
                      <a:cubicBezTo>
                        <a:pt x="6" y="42"/>
                        <a:pt x="6" y="42"/>
                        <a:pt x="6" y="42"/>
                      </a:cubicBezTo>
                      <a:cubicBezTo>
                        <a:pt x="6" y="42"/>
                        <a:pt x="6" y="42"/>
                        <a:pt x="6" y="42"/>
                      </a:cubicBezTo>
                      <a:cubicBezTo>
                        <a:pt x="6" y="41"/>
                        <a:pt x="6" y="41"/>
                        <a:pt x="6" y="41"/>
                      </a:cubicBezTo>
                      <a:cubicBezTo>
                        <a:pt x="6" y="41"/>
                        <a:pt x="6" y="41"/>
                        <a:pt x="6" y="41"/>
                      </a:cubicBezTo>
                      <a:close/>
                      <a:moveTo>
                        <a:pt x="9" y="33"/>
                      </a:moveTo>
                      <a:cubicBezTo>
                        <a:pt x="9" y="32"/>
                        <a:pt x="9" y="32"/>
                        <a:pt x="9" y="32"/>
                      </a:cubicBezTo>
                      <a:cubicBezTo>
                        <a:pt x="9" y="32"/>
                        <a:pt x="9" y="32"/>
                        <a:pt x="9" y="32"/>
                      </a:cubicBezTo>
                      <a:cubicBezTo>
                        <a:pt x="9" y="32"/>
                        <a:pt x="9" y="32"/>
                        <a:pt x="9" y="32"/>
                      </a:cubicBezTo>
                      <a:lnTo>
                        <a:pt x="9" y="33"/>
                      </a:lnTo>
                      <a:close/>
                      <a:moveTo>
                        <a:pt x="32" y="27"/>
                      </a:moveTo>
                      <a:cubicBezTo>
                        <a:pt x="33" y="26"/>
                        <a:pt x="33" y="26"/>
                        <a:pt x="33" y="26"/>
                      </a:cubicBezTo>
                      <a:cubicBezTo>
                        <a:pt x="33" y="26"/>
                        <a:pt x="33" y="26"/>
                        <a:pt x="33" y="26"/>
                      </a:cubicBezTo>
                      <a:cubicBezTo>
                        <a:pt x="32" y="26"/>
                        <a:pt x="32" y="26"/>
                        <a:pt x="32" y="26"/>
                      </a:cubicBezTo>
                      <a:cubicBezTo>
                        <a:pt x="33" y="26"/>
                        <a:pt x="33" y="26"/>
                        <a:pt x="33" y="26"/>
                      </a:cubicBezTo>
                      <a:cubicBezTo>
                        <a:pt x="32" y="25"/>
                        <a:pt x="32" y="25"/>
                        <a:pt x="32" y="25"/>
                      </a:cubicBezTo>
                      <a:cubicBezTo>
                        <a:pt x="32" y="25"/>
                        <a:pt x="32" y="25"/>
                        <a:pt x="32" y="25"/>
                      </a:cubicBezTo>
                      <a:cubicBezTo>
                        <a:pt x="31" y="25"/>
                        <a:pt x="31" y="25"/>
                        <a:pt x="31" y="25"/>
                      </a:cubicBezTo>
                      <a:cubicBezTo>
                        <a:pt x="31" y="25"/>
                        <a:pt x="31" y="25"/>
                        <a:pt x="31" y="25"/>
                      </a:cubicBezTo>
                      <a:cubicBezTo>
                        <a:pt x="32" y="26"/>
                        <a:pt x="32" y="26"/>
                        <a:pt x="32" y="26"/>
                      </a:cubicBezTo>
                      <a:lnTo>
                        <a:pt x="32" y="27"/>
                      </a:lnTo>
                      <a:close/>
                      <a:moveTo>
                        <a:pt x="32" y="24"/>
                      </a:moveTo>
                      <a:cubicBezTo>
                        <a:pt x="32" y="24"/>
                        <a:pt x="32" y="24"/>
                        <a:pt x="32" y="24"/>
                      </a:cubicBezTo>
                      <a:cubicBezTo>
                        <a:pt x="32" y="24"/>
                        <a:pt x="32" y="24"/>
                        <a:pt x="32" y="24"/>
                      </a:cubicBezTo>
                      <a:cubicBezTo>
                        <a:pt x="33" y="24"/>
                        <a:pt x="33" y="24"/>
                        <a:pt x="33" y="24"/>
                      </a:cubicBezTo>
                      <a:cubicBezTo>
                        <a:pt x="32" y="24"/>
                        <a:pt x="32" y="24"/>
                        <a:pt x="32" y="24"/>
                      </a:cubicBezTo>
                      <a:cubicBezTo>
                        <a:pt x="33" y="25"/>
                        <a:pt x="33" y="25"/>
                        <a:pt x="33" y="25"/>
                      </a:cubicBezTo>
                      <a:cubicBezTo>
                        <a:pt x="33" y="25"/>
                        <a:pt x="33" y="25"/>
                        <a:pt x="33" y="25"/>
                      </a:cubicBezTo>
                      <a:cubicBezTo>
                        <a:pt x="33" y="25"/>
                        <a:pt x="33" y="25"/>
                        <a:pt x="33" y="25"/>
                      </a:cubicBezTo>
                      <a:cubicBezTo>
                        <a:pt x="34" y="24"/>
                        <a:pt x="34" y="24"/>
                        <a:pt x="34" y="24"/>
                      </a:cubicBezTo>
                      <a:cubicBezTo>
                        <a:pt x="34" y="25"/>
                        <a:pt x="34" y="25"/>
                        <a:pt x="34" y="25"/>
                      </a:cubicBezTo>
                      <a:cubicBezTo>
                        <a:pt x="35" y="25"/>
                        <a:pt x="35" y="25"/>
                        <a:pt x="35" y="25"/>
                      </a:cubicBezTo>
                      <a:cubicBezTo>
                        <a:pt x="36" y="25"/>
                        <a:pt x="36" y="25"/>
                        <a:pt x="36" y="25"/>
                      </a:cubicBezTo>
                      <a:cubicBezTo>
                        <a:pt x="36" y="24"/>
                        <a:pt x="36" y="24"/>
                        <a:pt x="36" y="24"/>
                      </a:cubicBezTo>
                      <a:cubicBezTo>
                        <a:pt x="35" y="25"/>
                        <a:pt x="35" y="25"/>
                        <a:pt x="35" y="25"/>
                      </a:cubicBezTo>
                      <a:cubicBezTo>
                        <a:pt x="35" y="24"/>
                        <a:pt x="35" y="24"/>
                        <a:pt x="35" y="24"/>
                      </a:cubicBezTo>
                      <a:cubicBezTo>
                        <a:pt x="35" y="24"/>
                        <a:pt x="35" y="24"/>
                        <a:pt x="35" y="24"/>
                      </a:cubicBezTo>
                      <a:cubicBezTo>
                        <a:pt x="34" y="24"/>
                        <a:pt x="34" y="24"/>
                        <a:pt x="34" y="24"/>
                      </a:cubicBezTo>
                      <a:cubicBezTo>
                        <a:pt x="34" y="24"/>
                        <a:pt x="34" y="24"/>
                        <a:pt x="34" y="24"/>
                      </a:cubicBezTo>
                      <a:cubicBezTo>
                        <a:pt x="33" y="24"/>
                        <a:pt x="33" y="24"/>
                        <a:pt x="33" y="24"/>
                      </a:cubicBezTo>
                      <a:cubicBezTo>
                        <a:pt x="33" y="24"/>
                        <a:pt x="33" y="24"/>
                        <a:pt x="33" y="24"/>
                      </a:cubicBezTo>
                      <a:cubicBezTo>
                        <a:pt x="34" y="23"/>
                        <a:pt x="34" y="23"/>
                        <a:pt x="34" y="23"/>
                      </a:cubicBezTo>
                      <a:cubicBezTo>
                        <a:pt x="33" y="23"/>
                        <a:pt x="33" y="23"/>
                        <a:pt x="33" y="23"/>
                      </a:cubicBezTo>
                      <a:cubicBezTo>
                        <a:pt x="33" y="22"/>
                        <a:pt x="33" y="22"/>
                        <a:pt x="33" y="22"/>
                      </a:cubicBezTo>
                      <a:cubicBezTo>
                        <a:pt x="33" y="22"/>
                        <a:pt x="33" y="22"/>
                        <a:pt x="32" y="22"/>
                      </a:cubicBezTo>
                      <a:cubicBezTo>
                        <a:pt x="32" y="22"/>
                        <a:pt x="32" y="22"/>
                        <a:pt x="32" y="22"/>
                      </a:cubicBezTo>
                      <a:cubicBezTo>
                        <a:pt x="32" y="23"/>
                        <a:pt x="32" y="23"/>
                        <a:pt x="32" y="24"/>
                      </a:cubicBezTo>
                      <a:cubicBezTo>
                        <a:pt x="32" y="24"/>
                        <a:pt x="32" y="24"/>
                        <a:pt x="32" y="24"/>
                      </a:cubicBezTo>
                      <a:close/>
                      <a:moveTo>
                        <a:pt x="36" y="22"/>
                      </a:moveTo>
                      <a:cubicBezTo>
                        <a:pt x="36" y="21"/>
                        <a:pt x="36" y="21"/>
                        <a:pt x="36" y="21"/>
                      </a:cubicBezTo>
                      <a:cubicBezTo>
                        <a:pt x="37" y="21"/>
                        <a:pt x="37" y="21"/>
                        <a:pt x="37" y="21"/>
                      </a:cubicBezTo>
                      <a:cubicBezTo>
                        <a:pt x="37" y="21"/>
                        <a:pt x="37" y="21"/>
                        <a:pt x="37" y="21"/>
                      </a:cubicBezTo>
                      <a:cubicBezTo>
                        <a:pt x="37" y="21"/>
                        <a:pt x="37" y="21"/>
                        <a:pt x="37" y="21"/>
                      </a:cubicBezTo>
                      <a:cubicBezTo>
                        <a:pt x="38" y="21"/>
                        <a:pt x="38" y="21"/>
                        <a:pt x="38" y="21"/>
                      </a:cubicBezTo>
                      <a:cubicBezTo>
                        <a:pt x="36" y="21"/>
                        <a:pt x="36" y="21"/>
                        <a:pt x="36" y="21"/>
                      </a:cubicBezTo>
                      <a:cubicBezTo>
                        <a:pt x="37" y="20"/>
                        <a:pt x="37" y="20"/>
                        <a:pt x="37" y="20"/>
                      </a:cubicBezTo>
                      <a:cubicBezTo>
                        <a:pt x="36" y="21"/>
                        <a:pt x="36" y="21"/>
                        <a:pt x="36" y="21"/>
                      </a:cubicBezTo>
                      <a:cubicBezTo>
                        <a:pt x="36" y="21"/>
                        <a:pt x="36" y="21"/>
                        <a:pt x="36" y="21"/>
                      </a:cubicBezTo>
                      <a:cubicBezTo>
                        <a:pt x="36" y="21"/>
                        <a:pt x="36" y="21"/>
                        <a:pt x="36" y="21"/>
                      </a:cubicBezTo>
                      <a:lnTo>
                        <a:pt x="36" y="22"/>
                      </a:lnTo>
                      <a:close/>
                      <a:moveTo>
                        <a:pt x="14" y="46"/>
                      </a:moveTo>
                      <a:cubicBezTo>
                        <a:pt x="14" y="46"/>
                        <a:pt x="14" y="46"/>
                        <a:pt x="14" y="46"/>
                      </a:cubicBezTo>
                      <a:cubicBezTo>
                        <a:pt x="14" y="46"/>
                        <a:pt x="14" y="46"/>
                        <a:pt x="14" y="46"/>
                      </a:cubicBezTo>
                      <a:cubicBezTo>
                        <a:pt x="15" y="45"/>
                        <a:pt x="15" y="45"/>
                        <a:pt x="15" y="45"/>
                      </a:cubicBezTo>
                      <a:cubicBezTo>
                        <a:pt x="15" y="45"/>
                        <a:pt x="15" y="45"/>
                        <a:pt x="15" y="45"/>
                      </a:cubicBezTo>
                      <a:cubicBezTo>
                        <a:pt x="16" y="45"/>
                        <a:pt x="16" y="45"/>
                        <a:pt x="16" y="45"/>
                      </a:cubicBezTo>
                      <a:cubicBezTo>
                        <a:pt x="16" y="44"/>
                        <a:pt x="16" y="44"/>
                        <a:pt x="16" y="44"/>
                      </a:cubicBezTo>
                      <a:cubicBezTo>
                        <a:pt x="16" y="44"/>
                        <a:pt x="16" y="44"/>
                        <a:pt x="16" y="44"/>
                      </a:cubicBezTo>
                      <a:cubicBezTo>
                        <a:pt x="15" y="44"/>
                        <a:pt x="15" y="44"/>
                        <a:pt x="15" y="44"/>
                      </a:cubicBezTo>
                      <a:cubicBezTo>
                        <a:pt x="15" y="44"/>
                        <a:pt x="15" y="44"/>
                        <a:pt x="15" y="44"/>
                      </a:cubicBezTo>
                      <a:cubicBezTo>
                        <a:pt x="14" y="43"/>
                        <a:pt x="14" y="43"/>
                        <a:pt x="14" y="43"/>
                      </a:cubicBezTo>
                      <a:cubicBezTo>
                        <a:pt x="13" y="44"/>
                        <a:pt x="13" y="44"/>
                        <a:pt x="13" y="44"/>
                      </a:cubicBezTo>
                      <a:cubicBezTo>
                        <a:pt x="14" y="43"/>
                        <a:pt x="14" y="43"/>
                        <a:pt x="14" y="43"/>
                      </a:cubicBezTo>
                      <a:cubicBezTo>
                        <a:pt x="13" y="43"/>
                        <a:pt x="13" y="43"/>
                        <a:pt x="13" y="43"/>
                      </a:cubicBezTo>
                      <a:cubicBezTo>
                        <a:pt x="13" y="43"/>
                        <a:pt x="13" y="43"/>
                        <a:pt x="13" y="43"/>
                      </a:cubicBezTo>
                      <a:cubicBezTo>
                        <a:pt x="13" y="42"/>
                        <a:pt x="13" y="42"/>
                        <a:pt x="13" y="42"/>
                      </a:cubicBezTo>
                      <a:cubicBezTo>
                        <a:pt x="13" y="41"/>
                        <a:pt x="13" y="41"/>
                        <a:pt x="13" y="40"/>
                      </a:cubicBezTo>
                      <a:cubicBezTo>
                        <a:pt x="12" y="39"/>
                        <a:pt x="12" y="39"/>
                        <a:pt x="12" y="39"/>
                      </a:cubicBezTo>
                      <a:cubicBezTo>
                        <a:pt x="11" y="39"/>
                        <a:pt x="11" y="39"/>
                        <a:pt x="11" y="39"/>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1" y="41"/>
                        <a:pt x="11" y="41"/>
                        <a:pt x="11" y="41"/>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1"/>
                        <a:pt x="10" y="41"/>
                        <a:pt x="10" y="41"/>
                      </a:cubicBezTo>
                      <a:cubicBezTo>
                        <a:pt x="10" y="41"/>
                        <a:pt x="10" y="41"/>
                        <a:pt x="10" y="41"/>
                      </a:cubicBezTo>
                      <a:cubicBezTo>
                        <a:pt x="10" y="41"/>
                        <a:pt x="10" y="41"/>
                        <a:pt x="10" y="41"/>
                      </a:cubicBezTo>
                      <a:cubicBezTo>
                        <a:pt x="9" y="41"/>
                        <a:pt x="9" y="41"/>
                        <a:pt x="9" y="41"/>
                      </a:cubicBezTo>
                      <a:cubicBezTo>
                        <a:pt x="9" y="41"/>
                        <a:pt x="9" y="41"/>
                        <a:pt x="9" y="41"/>
                      </a:cubicBezTo>
                      <a:cubicBezTo>
                        <a:pt x="9" y="41"/>
                        <a:pt x="9" y="41"/>
                        <a:pt x="9" y="41"/>
                      </a:cubicBezTo>
                      <a:cubicBezTo>
                        <a:pt x="9" y="41"/>
                        <a:pt x="9" y="41"/>
                        <a:pt x="9" y="41"/>
                      </a:cubicBezTo>
                      <a:cubicBezTo>
                        <a:pt x="9" y="42"/>
                        <a:pt x="9" y="42"/>
                        <a:pt x="9" y="42"/>
                      </a:cubicBezTo>
                      <a:cubicBezTo>
                        <a:pt x="10" y="43"/>
                        <a:pt x="10" y="43"/>
                        <a:pt x="10" y="43"/>
                      </a:cubicBezTo>
                      <a:cubicBezTo>
                        <a:pt x="11" y="42"/>
                        <a:pt x="11" y="42"/>
                        <a:pt x="11" y="42"/>
                      </a:cubicBezTo>
                      <a:cubicBezTo>
                        <a:pt x="11" y="42"/>
                        <a:pt x="11" y="42"/>
                        <a:pt x="11" y="42"/>
                      </a:cubicBezTo>
                      <a:cubicBezTo>
                        <a:pt x="11" y="42"/>
                        <a:pt x="11" y="42"/>
                        <a:pt x="11" y="42"/>
                      </a:cubicBezTo>
                      <a:cubicBezTo>
                        <a:pt x="11" y="43"/>
                        <a:pt x="11" y="43"/>
                        <a:pt x="11" y="43"/>
                      </a:cubicBezTo>
                      <a:cubicBezTo>
                        <a:pt x="11" y="43"/>
                        <a:pt x="11" y="43"/>
                        <a:pt x="11" y="43"/>
                      </a:cubicBezTo>
                      <a:cubicBezTo>
                        <a:pt x="12" y="43"/>
                        <a:pt x="12" y="43"/>
                        <a:pt x="12" y="43"/>
                      </a:cubicBezTo>
                      <a:cubicBezTo>
                        <a:pt x="11" y="43"/>
                        <a:pt x="11" y="43"/>
                        <a:pt x="11" y="43"/>
                      </a:cubicBezTo>
                      <a:cubicBezTo>
                        <a:pt x="11" y="43"/>
                        <a:pt x="11" y="43"/>
                        <a:pt x="11" y="43"/>
                      </a:cubicBezTo>
                      <a:cubicBezTo>
                        <a:pt x="12" y="45"/>
                        <a:pt x="12" y="45"/>
                        <a:pt x="12" y="45"/>
                      </a:cubicBezTo>
                      <a:cubicBezTo>
                        <a:pt x="12" y="44"/>
                        <a:pt x="12" y="44"/>
                        <a:pt x="12" y="44"/>
                      </a:cubicBezTo>
                      <a:cubicBezTo>
                        <a:pt x="12" y="45"/>
                        <a:pt x="12" y="45"/>
                        <a:pt x="12" y="45"/>
                      </a:cubicBezTo>
                      <a:cubicBezTo>
                        <a:pt x="13" y="45"/>
                        <a:pt x="13" y="45"/>
                        <a:pt x="13" y="45"/>
                      </a:cubicBezTo>
                      <a:cubicBezTo>
                        <a:pt x="13" y="45"/>
                        <a:pt x="13" y="45"/>
                        <a:pt x="13" y="45"/>
                      </a:cubicBezTo>
                      <a:cubicBezTo>
                        <a:pt x="13" y="45"/>
                        <a:pt x="13" y="45"/>
                        <a:pt x="13" y="45"/>
                      </a:cubicBezTo>
                      <a:cubicBezTo>
                        <a:pt x="14" y="45"/>
                        <a:pt x="14" y="45"/>
                        <a:pt x="14" y="45"/>
                      </a:cubicBezTo>
                      <a:cubicBezTo>
                        <a:pt x="14" y="45"/>
                        <a:pt x="14" y="45"/>
                        <a:pt x="14" y="45"/>
                      </a:cubicBezTo>
                      <a:cubicBezTo>
                        <a:pt x="15" y="45"/>
                        <a:pt x="15" y="45"/>
                        <a:pt x="15" y="45"/>
                      </a:cubicBezTo>
                      <a:cubicBezTo>
                        <a:pt x="14" y="45"/>
                        <a:pt x="14" y="45"/>
                        <a:pt x="14" y="45"/>
                      </a:cubicBezTo>
                      <a:cubicBezTo>
                        <a:pt x="14" y="45"/>
                        <a:pt x="14" y="46"/>
                        <a:pt x="14" y="46"/>
                      </a:cubicBezTo>
                      <a:close/>
                      <a:moveTo>
                        <a:pt x="18" y="62"/>
                      </a:moveTo>
                      <a:cubicBezTo>
                        <a:pt x="17" y="63"/>
                        <a:pt x="17" y="63"/>
                        <a:pt x="17" y="63"/>
                      </a:cubicBezTo>
                      <a:cubicBezTo>
                        <a:pt x="17" y="63"/>
                        <a:pt x="17" y="63"/>
                        <a:pt x="17" y="63"/>
                      </a:cubicBezTo>
                      <a:cubicBezTo>
                        <a:pt x="18" y="64"/>
                        <a:pt x="18" y="64"/>
                        <a:pt x="18" y="64"/>
                      </a:cubicBezTo>
                      <a:cubicBezTo>
                        <a:pt x="18" y="65"/>
                        <a:pt x="18" y="65"/>
                        <a:pt x="18" y="65"/>
                      </a:cubicBezTo>
                      <a:cubicBezTo>
                        <a:pt x="18" y="65"/>
                        <a:pt x="18" y="65"/>
                        <a:pt x="18" y="65"/>
                      </a:cubicBezTo>
                      <a:cubicBezTo>
                        <a:pt x="19" y="65"/>
                        <a:pt x="19" y="65"/>
                        <a:pt x="19" y="65"/>
                      </a:cubicBezTo>
                      <a:cubicBezTo>
                        <a:pt x="19" y="65"/>
                        <a:pt x="19" y="65"/>
                        <a:pt x="19" y="65"/>
                      </a:cubicBezTo>
                      <a:cubicBezTo>
                        <a:pt x="19" y="64"/>
                        <a:pt x="19" y="64"/>
                        <a:pt x="19" y="64"/>
                      </a:cubicBezTo>
                      <a:cubicBezTo>
                        <a:pt x="19" y="64"/>
                        <a:pt x="19" y="64"/>
                        <a:pt x="19" y="64"/>
                      </a:cubicBezTo>
                      <a:cubicBezTo>
                        <a:pt x="19" y="62"/>
                        <a:pt x="19" y="62"/>
                        <a:pt x="19" y="62"/>
                      </a:cubicBezTo>
                      <a:cubicBezTo>
                        <a:pt x="18" y="62"/>
                        <a:pt x="18" y="62"/>
                        <a:pt x="18" y="62"/>
                      </a:cubicBezTo>
                      <a:close/>
                      <a:moveTo>
                        <a:pt x="13" y="61"/>
                      </a:moveTo>
                      <a:cubicBezTo>
                        <a:pt x="13" y="61"/>
                        <a:pt x="13" y="61"/>
                        <a:pt x="13" y="61"/>
                      </a:cubicBezTo>
                      <a:cubicBezTo>
                        <a:pt x="13" y="60"/>
                        <a:pt x="12" y="60"/>
                        <a:pt x="12" y="59"/>
                      </a:cubicBezTo>
                      <a:cubicBezTo>
                        <a:pt x="12" y="59"/>
                        <a:pt x="12" y="59"/>
                        <a:pt x="12" y="59"/>
                      </a:cubicBezTo>
                      <a:cubicBezTo>
                        <a:pt x="11" y="60"/>
                        <a:pt x="11" y="60"/>
                        <a:pt x="11" y="60"/>
                      </a:cubicBezTo>
                      <a:cubicBezTo>
                        <a:pt x="11" y="60"/>
                        <a:pt x="11" y="60"/>
                        <a:pt x="11" y="60"/>
                      </a:cubicBezTo>
                      <a:cubicBezTo>
                        <a:pt x="10" y="60"/>
                        <a:pt x="10" y="60"/>
                        <a:pt x="10" y="60"/>
                      </a:cubicBezTo>
                      <a:cubicBezTo>
                        <a:pt x="10" y="61"/>
                        <a:pt x="10" y="61"/>
                        <a:pt x="10" y="61"/>
                      </a:cubicBezTo>
                      <a:cubicBezTo>
                        <a:pt x="10" y="61"/>
                        <a:pt x="10" y="61"/>
                        <a:pt x="10" y="61"/>
                      </a:cubicBezTo>
                      <a:cubicBezTo>
                        <a:pt x="10" y="61"/>
                        <a:pt x="10" y="61"/>
                        <a:pt x="10" y="61"/>
                      </a:cubicBezTo>
                      <a:cubicBezTo>
                        <a:pt x="10" y="62"/>
                        <a:pt x="10" y="62"/>
                        <a:pt x="10" y="62"/>
                      </a:cubicBezTo>
                      <a:cubicBezTo>
                        <a:pt x="10" y="62"/>
                        <a:pt x="10" y="62"/>
                        <a:pt x="10" y="62"/>
                      </a:cubicBezTo>
                      <a:cubicBezTo>
                        <a:pt x="10" y="62"/>
                        <a:pt x="11" y="61"/>
                        <a:pt x="11" y="61"/>
                      </a:cubicBezTo>
                      <a:cubicBezTo>
                        <a:pt x="11" y="61"/>
                        <a:pt x="11" y="61"/>
                        <a:pt x="11" y="61"/>
                      </a:cubicBezTo>
                      <a:cubicBezTo>
                        <a:pt x="11" y="61"/>
                        <a:pt x="11" y="61"/>
                        <a:pt x="11" y="61"/>
                      </a:cubicBezTo>
                      <a:cubicBezTo>
                        <a:pt x="11" y="62"/>
                        <a:pt x="11" y="62"/>
                        <a:pt x="11" y="62"/>
                      </a:cubicBezTo>
                      <a:cubicBezTo>
                        <a:pt x="11" y="63"/>
                        <a:pt x="11" y="63"/>
                        <a:pt x="11" y="63"/>
                      </a:cubicBezTo>
                      <a:cubicBezTo>
                        <a:pt x="11" y="63"/>
                        <a:pt x="11" y="63"/>
                        <a:pt x="11" y="63"/>
                      </a:cubicBezTo>
                      <a:cubicBezTo>
                        <a:pt x="11" y="63"/>
                        <a:pt x="11" y="63"/>
                        <a:pt x="11" y="63"/>
                      </a:cubicBezTo>
                      <a:cubicBezTo>
                        <a:pt x="12" y="63"/>
                        <a:pt x="12" y="63"/>
                        <a:pt x="12" y="63"/>
                      </a:cubicBezTo>
                      <a:cubicBezTo>
                        <a:pt x="12" y="63"/>
                        <a:pt x="12" y="63"/>
                        <a:pt x="12" y="63"/>
                      </a:cubicBezTo>
                      <a:cubicBezTo>
                        <a:pt x="13" y="62"/>
                        <a:pt x="13" y="62"/>
                        <a:pt x="13" y="62"/>
                      </a:cubicBezTo>
                      <a:lnTo>
                        <a:pt x="13" y="61"/>
                      </a:lnTo>
                      <a:close/>
                      <a:moveTo>
                        <a:pt x="13" y="61"/>
                      </a:moveTo>
                      <a:cubicBezTo>
                        <a:pt x="13" y="61"/>
                        <a:pt x="13" y="61"/>
                        <a:pt x="13" y="61"/>
                      </a:cubicBezTo>
                      <a:cubicBezTo>
                        <a:pt x="14" y="60"/>
                        <a:pt x="14" y="60"/>
                        <a:pt x="14" y="60"/>
                      </a:cubicBezTo>
                      <a:cubicBezTo>
                        <a:pt x="14" y="60"/>
                        <a:pt x="14" y="60"/>
                        <a:pt x="14" y="60"/>
                      </a:cubicBezTo>
                      <a:cubicBezTo>
                        <a:pt x="14" y="59"/>
                        <a:pt x="15" y="58"/>
                        <a:pt x="15" y="57"/>
                      </a:cubicBezTo>
                      <a:cubicBezTo>
                        <a:pt x="15" y="57"/>
                        <a:pt x="15" y="57"/>
                        <a:pt x="15" y="57"/>
                      </a:cubicBezTo>
                      <a:cubicBezTo>
                        <a:pt x="15" y="57"/>
                        <a:pt x="15" y="57"/>
                        <a:pt x="15" y="57"/>
                      </a:cubicBezTo>
                      <a:cubicBezTo>
                        <a:pt x="15" y="57"/>
                        <a:pt x="14" y="58"/>
                        <a:pt x="14" y="58"/>
                      </a:cubicBezTo>
                      <a:cubicBezTo>
                        <a:pt x="13" y="58"/>
                        <a:pt x="13" y="58"/>
                        <a:pt x="13" y="58"/>
                      </a:cubicBezTo>
                      <a:cubicBezTo>
                        <a:pt x="13" y="59"/>
                        <a:pt x="13" y="59"/>
                        <a:pt x="13" y="59"/>
                      </a:cubicBezTo>
                      <a:cubicBezTo>
                        <a:pt x="14" y="59"/>
                        <a:pt x="14" y="59"/>
                        <a:pt x="14" y="59"/>
                      </a:cubicBezTo>
                      <a:cubicBezTo>
                        <a:pt x="14" y="59"/>
                        <a:pt x="13" y="59"/>
                        <a:pt x="13" y="59"/>
                      </a:cubicBezTo>
                      <a:cubicBezTo>
                        <a:pt x="13" y="60"/>
                        <a:pt x="13" y="60"/>
                        <a:pt x="13" y="61"/>
                      </a:cubicBezTo>
                      <a:close/>
                      <a:moveTo>
                        <a:pt x="15" y="52"/>
                      </a:moveTo>
                      <a:cubicBezTo>
                        <a:pt x="14" y="52"/>
                        <a:pt x="14" y="52"/>
                        <a:pt x="14" y="52"/>
                      </a:cubicBezTo>
                      <a:cubicBezTo>
                        <a:pt x="13" y="51"/>
                        <a:pt x="13" y="51"/>
                        <a:pt x="13" y="51"/>
                      </a:cubicBezTo>
                      <a:cubicBezTo>
                        <a:pt x="13" y="51"/>
                        <a:pt x="13" y="51"/>
                        <a:pt x="13" y="51"/>
                      </a:cubicBezTo>
                      <a:cubicBezTo>
                        <a:pt x="12" y="51"/>
                        <a:pt x="12" y="51"/>
                        <a:pt x="12" y="51"/>
                      </a:cubicBezTo>
                      <a:cubicBezTo>
                        <a:pt x="12" y="51"/>
                        <a:pt x="12" y="51"/>
                        <a:pt x="12" y="51"/>
                      </a:cubicBezTo>
                      <a:cubicBezTo>
                        <a:pt x="11" y="51"/>
                        <a:pt x="11" y="51"/>
                        <a:pt x="11" y="51"/>
                      </a:cubicBezTo>
                      <a:cubicBezTo>
                        <a:pt x="12" y="52"/>
                        <a:pt x="12" y="52"/>
                        <a:pt x="12" y="52"/>
                      </a:cubicBezTo>
                      <a:cubicBezTo>
                        <a:pt x="11" y="52"/>
                        <a:pt x="11" y="52"/>
                        <a:pt x="11" y="52"/>
                      </a:cubicBezTo>
                      <a:cubicBezTo>
                        <a:pt x="12" y="52"/>
                        <a:pt x="12" y="52"/>
                        <a:pt x="12" y="52"/>
                      </a:cubicBezTo>
                      <a:cubicBezTo>
                        <a:pt x="12" y="52"/>
                        <a:pt x="12" y="52"/>
                        <a:pt x="12" y="52"/>
                      </a:cubicBezTo>
                      <a:cubicBezTo>
                        <a:pt x="13" y="53"/>
                        <a:pt x="13" y="53"/>
                        <a:pt x="13" y="53"/>
                      </a:cubicBezTo>
                      <a:cubicBezTo>
                        <a:pt x="13" y="53"/>
                        <a:pt x="13" y="53"/>
                        <a:pt x="13" y="53"/>
                      </a:cubicBezTo>
                      <a:cubicBezTo>
                        <a:pt x="13" y="53"/>
                        <a:pt x="13" y="53"/>
                        <a:pt x="13" y="53"/>
                      </a:cubicBezTo>
                      <a:cubicBezTo>
                        <a:pt x="13" y="53"/>
                        <a:pt x="13" y="53"/>
                        <a:pt x="13" y="53"/>
                      </a:cubicBezTo>
                      <a:cubicBezTo>
                        <a:pt x="12" y="54"/>
                        <a:pt x="12" y="54"/>
                        <a:pt x="12" y="54"/>
                      </a:cubicBezTo>
                      <a:cubicBezTo>
                        <a:pt x="12" y="54"/>
                        <a:pt x="12" y="54"/>
                        <a:pt x="12" y="54"/>
                      </a:cubicBezTo>
                      <a:cubicBezTo>
                        <a:pt x="13" y="54"/>
                        <a:pt x="13" y="54"/>
                        <a:pt x="13" y="54"/>
                      </a:cubicBezTo>
                      <a:cubicBezTo>
                        <a:pt x="13" y="54"/>
                        <a:pt x="12" y="55"/>
                        <a:pt x="12" y="55"/>
                      </a:cubicBezTo>
                      <a:cubicBezTo>
                        <a:pt x="12" y="54"/>
                        <a:pt x="12" y="54"/>
                        <a:pt x="12" y="54"/>
                      </a:cubicBezTo>
                      <a:cubicBezTo>
                        <a:pt x="11" y="55"/>
                        <a:pt x="11" y="55"/>
                        <a:pt x="11" y="55"/>
                      </a:cubicBezTo>
                      <a:cubicBezTo>
                        <a:pt x="11" y="55"/>
                        <a:pt x="11" y="55"/>
                        <a:pt x="11" y="55"/>
                      </a:cubicBezTo>
                      <a:cubicBezTo>
                        <a:pt x="12" y="55"/>
                        <a:pt x="12" y="55"/>
                        <a:pt x="12" y="55"/>
                      </a:cubicBezTo>
                      <a:cubicBezTo>
                        <a:pt x="12" y="55"/>
                        <a:pt x="12" y="55"/>
                        <a:pt x="12" y="55"/>
                      </a:cubicBezTo>
                      <a:cubicBezTo>
                        <a:pt x="12" y="55"/>
                        <a:pt x="12" y="55"/>
                        <a:pt x="12" y="55"/>
                      </a:cubicBezTo>
                      <a:cubicBezTo>
                        <a:pt x="14" y="55"/>
                        <a:pt x="14" y="55"/>
                        <a:pt x="14" y="55"/>
                      </a:cubicBezTo>
                      <a:cubicBezTo>
                        <a:pt x="15" y="55"/>
                        <a:pt x="15" y="55"/>
                        <a:pt x="15" y="55"/>
                      </a:cubicBezTo>
                      <a:cubicBezTo>
                        <a:pt x="16" y="54"/>
                        <a:pt x="16" y="54"/>
                        <a:pt x="16" y="54"/>
                      </a:cubicBezTo>
                      <a:cubicBezTo>
                        <a:pt x="15" y="54"/>
                        <a:pt x="15" y="54"/>
                        <a:pt x="15" y="54"/>
                      </a:cubicBezTo>
                      <a:cubicBezTo>
                        <a:pt x="15" y="54"/>
                        <a:pt x="15" y="54"/>
                        <a:pt x="15" y="54"/>
                      </a:cubicBezTo>
                      <a:cubicBezTo>
                        <a:pt x="16" y="54"/>
                        <a:pt x="16" y="54"/>
                        <a:pt x="16" y="54"/>
                      </a:cubicBezTo>
                      <a:cubicBezTo>
                        <a:pt x="16" y="54"/>
                        <a:pt x="16" y="54"/>
                        <a:pt x="16" y="54"/>
                      </a:cubicBezTo>
                      <a:cubicBezTo>
                        <a:pt x="15" y="53"/>
                        <a:pt x="15" y="53"/>
                        <a:pt x="15" y="53"/>
                      </a:cubicBezTo>
                      <a:lnTo>
                        <a:pt x="15" y="52"/>
                      </a:lnTo>
                      <a:close/>
                      <a:moveTo>
                        <a:pt x="44" y="7"/>
                      </a:moveTo>
                      <a:cubicBezTo>
                        <a:pt x="45" y="7"/>
                        <a:pt x="45" y="7"/>
                        <a:pt x="45" y="7"/>
                      </a:cubicBezTo>
                      <a:cubicBezTo>
                        <a:pt x="45" y="7"/>
                        <a:pt x="45" y="7"/>
                        <a:pt x="45" y="7"/>
                      </a:cubicBezTo>
                      <a:cubicBezTo>
                        <a:pt x="44" y="7"/>
                        <a:pt x="44" y="7"/>
                        <a:pt x="44" y="7"/>
                      </a:cubicBezTo>
                      <a:cubicBezTo>
                        <a:pt x="45" y="8"/>
                        <a:pt x="45" y="8"/>
                        <a:pt x="45" y="8"/>
                      </a:cubicBezTo>
                      <a:cubicBezTo>
                        <a:pt x="45" y="7"/>
                        <a:pt x="45" y="7"/>
                        <a:pt x="45" y="7"/>
                      </a:cubicBezTo>
                      <a:cubicBezTo>
                        <a:pt x="46" y="7"/>
                        <a:pt x="46" y="7"/>
                        <a:pt x="46" y="7"/>
                      </a:cubicBezTo>
                      <a:cubicBezTo>
                        <a:pt x="46" y="7"/>
                        <a:pt x="46" y="7"/>
                        <a:pt x="46" y="7"/>
                      </a:cubicBezTo>
                      <a:cubicBezTo>
                        <a:pt x="46" y="7"/>
                        <a:pt x="46" y="7"/>
                        <a:pt x="46" y="7"/>
                      </a:cubicBezTo>
                      <a:cubicBezTo>
                        <a:pt x="46" y="8"/>
                        <a:pt x="46" y="8"/>
                        <a:pt x="46" y="8"/>
                      </a:cubicBezTo>
                      <a:cubicBezTo>
                        <a:pt x="46" y="9"/>
                        <a:pt x="46" y="9"/>
                        <a:pt x="46" y="10"/>
                      </a:cubicBezTo>
                      <a:cubicBezTo>
                        <a:pt x="46" y="10"/>
                        <a:pt x="46" y="10"/>
                        <a:pt x="46" y="10"/>
                      </a:cubicBezTo>
                      <a:cubicBezTo>
                        <a:pt x="45" y="11"/>
                        <a:pt x="45" y="11"/>
                        <a:pt x="45" y="11"/>
                      </a:cubicBezTo>
                      <a:cubicBezTo>
                        <a:pt x="46" y="11"/>
                        <a:pt x="46" y="11"/>
                        <a:pt x="46" y="11"/>
                      </a:cubicBezTo>
                      <a:cubicBezTo>
                        <a:pt x="46" y="9"/>
                        <a:pt x="46" y="9"/>
                        <a:pt x="46" y="9"/>
                      </a:cubicBezTo>
                      <a:cubicBezTo>
                        <a:pt x="47" y="9"/>
                        <a:pt x="47" y="9"/>
                        <a:pt x="47" y="9"/>
                      </a:cubicBezTo>
                      <a:cubicBezTo>
                        <a:pt x="46" y="9"/>
                        <a:pt x="46" y="9"/>
                        <a:pt x="46" y="9"/>
                      </a:cubicBezTo>
                      <a:cubicBezTo>
                        <a:pt x="47" y="9"/>
                        <a:pt x="47" y="9"/>
                        <a:pt x="47" y="9"/>
                      </a:cubicBezTo>
                      <a:cubicBezTo>
                        <a:pt x="46" y="8"/>
                        <a:pt x="46" y="8"/>
                        <a:pt x="46" y="8"/>
                      </a:cubicBezTo>
                      <a:cubicBezTo>
                        <a:pt x="47" y="8"/>
                        <a:pt x="47" y="8"/>
                        <a:pt x="47" y="8"/>
                      </a:cubicBezTo>
                      <a:cubicBezTo>
                        <a:pt x="47" y="7"/>
                        <a:pt x="47" y="7"/>
                        <a:pt x="47" y="7"/>
                      </a:cubicBezTo>
                      <a:cubicBezTo>
                        <a:pt x="46" y="7"/>
                        <a:pt x="46" y="7"/>
                        <a:pt x="46" y="7"/>
                      </a:cubicBezTo>
                      <a:cubicBezTo>
                        <a:pt x="47" y="7"/>
                        <a:pt x="47" y="7"/>
                        <a:pt x="47" y="7"/>
                      </a:cubicBezTo>
                      <a:cubicBezTo>
                        <a:pt x="47" y="6"/>
                        <a:pt x="47" y="6"/>
                        <a:pt x="47" y="6"/>
                      </a:cubicBezTo>
                      <a:cubicBezTo>
                        <a:pt x="47" y="6"/>
                        <a:pt x="47" y="6"/>
                        <a:pt x="47" y="6"/>
                      </a:cubicBezTo>
                      <a:cubicBezTo>
                        <a:pt x="47" y="6"/>
                        <a:pt x="47" y="6"/>
                        <a:pt x="47" y="6"/>
                      </a:cubicBezTo>
                      <a:cubicBezTo>
                        <a:pt x="47" y="5"/>
                        <a:pt x="47" y="5"/>
                        <a:pt x="47" y="5"/>
                      </a:cubicBezTo>
                      <a:cubicBezTo>
                        <a:pt x="47" y="5"/>
                        <a:pt x="47" y="5"/>
                        <a:pt x="47" y="5"/>
                      </a:cubicBezTo>
                      <a:cubicBezTo>
                        <a:pt x="47" y="5"/>
                        <a:pt x="47" y="5"/>
                        <a:pt x="47" y="5"/>
                      </a:cubicBezTo>
                      <a:cubicBezTo>
                        <a:pt x="47" y="5"/>
                        <a:pt x="47" y="5"/>
                        <a:pt x="47" y="5"/>
                      </a:cubicBezTo>
                      <a:cubicBezTo>
                        <a:pt x="47" y="4"/>
                        <a:pt x="47" y="4"/>
                        <a:pt x="47" y="4"/>
                      </a:cubicBezTo>
                      <a:cubicBezTo>
                        <a:pt x="47" y="4"/>
                        <a:pt x="47" y="4"/>
                        <a:pt x="47" y="4"/>
                      </a:cubicBezTo>
                      <a:cubicBezTo>
                        <a:pt x="47" y="5"/>
                        <a:pt x="47" y="5"/>
                        <a:pt x="47" y="5"/>
                      </a:cubicBezTo>
                      <a:cubicBezTo>
                        <a:pt x="47" y="4"/>
                        <a:pt x="47" y="4"/>
                        <a:pt x="47" y="4"/>
                      </a:cubicBezTo>
                      <a:cubicBezTo>
                        <a:pt x="46" y="4"/>
                        <a:pt x="46" y="4"/>
                        <a:pt x="46" y="4"/>
                      </a:cubicBezTo>
                      <a:cubicBezTo>
                        <a:pt x="46" y="4"/>
                        <a:pt x="46" y="4"/>
                        <a:pt x="46" y="4"/>
                      </a:cubicBezTo>
                      <a:cubicBezTo>
                        <a:pt x="46" y="4"/>
                        <a:pt x="46" y="4"/>
                        <a:pt x="46" y="4"/>
                      </a:cubicBezTo>
                      <a:cubicBezTo>
                        <a:pt x="46" y="4"/>
                        <a:pt x="46" y="4"/>
                        <a:pt x="46" y="4"/>
                      </a:cubicBezTo>
                      <a:cubicBezTo>
                        <a:pt x="45" y="5"/>
                        <a:pt x="45" y="5"/>
                        <a:pt x="45" y="5"/>
                      </a:cubicBezTo>
                      <a:cubicBezTo>
                        <a:pt x="46" y="4"/>
                        <a:pt x="46" y="4"/>
                        <a:pt x="46" y="4"/>
                      </a:cubicBezTo>
                      <a:cubicBezTo>
                        <a:pt x="46" y="4"/>
                        <a:pt x="46" y="4"/>
                        <a:pt x="46" y="4"/>
                      </a:cubicBezTo>
                      <a:cubicBezTo>
                        <a:pt x="45" y="3"/>
                        <a:pt x="46" y="3"/>
                        <a:pt x="46" y="2"/>
                      </a:cubicBezTo>
                      <a:cubicBezTo>
                        <a:pt x="46" y="2"/>
                        <a:pt x="46" y="2"/>
                        <a:pt x="46" y="2"/>
                      </a:cubicBezTo>
                      <a:cubicBezTo>
                        <a:pt x="46" y="2"/>
                        <a:pt x="46" y="2"/>
                        <a:pt x="46" y="2"/>
                      </a:cubicBezTo>
                      <a:cubicBezTo>
                        <a:pt x="45" y="2"/>
                        <a:pt x="45" y="2"/>
                        <a:pt x="45" y="2"/>
                      </a:cubicBezTo>
                      <a:cubicBezTo>
                        <a:pt x="45" y="3"/>
                        <a:pt x="45" y="3"/>
                        <a:pt x="45" y="3"/>
                      </a:cubicBezTo>
                      <a:cubicBezTo>
                        <a:pt x="45" y="3"/>
                        <a:pt x="45" y="3"/>
                        <a:pt x="45" y="3"/>
                      </a:cubicBezTo>
                      <a:cubicBezTo>
                        <a:pt x="44" y="3"/>
                        <a:pt x="44" y="3"/>
                        <a:pt x="44" y="3"/>
                      </a:cubicBezTo>
                      <a:cubicBezTo>
                        <a:pt x="44" y="4"/>
                        <a:pt x="44" y="4"/>
                        <a:pt x="44" y="4"/>
                      </a:cubicBezTo>
                      <a:cubicBezTo>
                        <a:pt x="45" y="4"/>
                        <a:pt x="45" y="4"/>
                        <a:pt x="45" y="4"/>
                      </a:cubicBezTo>
                      <a:cubicBezTo>
                        <a:pt x="45" y="4"/>
                        <a:pt x="45" y="4"/>
                        <a:pt x="45" y="4"/>
                      </a:cubicBezTo>
                      <a:cubicBezTo>
                        <a:pt x="45" y="5"/>
                        <a:pt x="45" y="5"/>
                        <a:pt x="45" y="5"/>
                      </a:cubicBezTo>
                      <a:cubicBezTo>
                        <a:pt x="45" y="5"/>
                        <a:pt x="45" y="5"/>
                        <a:pt x="45" y="5"/>
                      </a:cubicBezTo>
                      <a:cubicBezTo>
                        <a:pt x="46" y="5"/>
                        <a:pt x="46" y="5"/>
                        <a:pt x="46" y="5"/>
                      </a:cubicBezTo>
                      <a:cubicBezTo>
                        <a:pt x="46" y="5"/>
                        <a:pt x="46" y="5"/>
                        <a:pt x="46" y="5"/>
                      </a:cubicBezTo>
                      <a:cubicBezTo>
                        <a:pt x="45" y="6"/>
                        <a:pt x="45" y="6"/>
                        <a:pt x="45" y="6"/>
                      </a:cubicBezTo>
                      <a:cubicBezTo>
                        <a:pt x="45" y="6"/>
                        <a:pt x="45" y="6"/>
                        <a:pt x="45" y="6"/>
                      </a:cubicBezTo>
                      <a:cubicBezTo>
                        <a:pt x="45" y="6"/>
                        <a:pt x="45" y="6"/>
                        <a:pt x="45" y="6"/>
                      </a:cubicBezTo>
                      <a:cubicBezTo>
                        <a:pt x="45" y="6"/>
                        <a:pt x="45" y="6"/>
                        <a:pt x="45" y="6"/>
                      </a:cubicBezTo>
                      <a:cubicBezTo>
                        <a:pt x="44" y="6"/>
                        <a:pt x="44" y="6"/>
                        <a:pt x="44" y="6"/>
                      </a:cubicBezTo>
                      <a:cubicBezTo>
                        <a:pt x="43" y="6"/>
                        <a:pt x="43" y="6"/>
                        <a:pt x="43" y="6"/>
                      </a:cubicBezTo>
                      <a:cubicBezTo>
                        <a:pt x="44" y="7"/>
                        <a:pt x="44" y="7"/>
                        <a:pt x="44" y="7"/>
                      </a:cubicBezTo>
                      <a:close/>
                      <a:moveTo>
                        <a:pt x="47" y="4"/>
                      </a:moveTo>
                      <a:cubicBezTo>
                        <a:pt x="47" y="3"/>
                        <a:pt x="47" y="3"/>
                        <a:pt x="47" y="3"/>
                      </a:cubicBezTo>
                      <a:cubicBezTo>
                        <a:pt x="47" y="3"/>
                        <a:pt x="47" y="3"/>
                        <a:pt x="47" y="3"/>
                      </a:cubicBezTo>
                      <a:cubicBezTo>
                        <a:pt x="47" y="2"/>
                        <a:pt x="47" y="2"/>
                        <a:pt x="47" y="2"/>
                      </a:cubicBezTo>
                      <a:cubicBezTo>
                        <a:pt x="47" y="2"/>
                        <a:pt x="47" y="2"/>
                        <a:pt x="47" y="2"/>
                      </a:cubicBezTo>
                      <a:cubicBezTo>
                        <a:pt x="47" y="2"/>
                        <a:pt x="47" y="2"/>
                        <a:pt x="47" y="2"/>
                      </a:cubicBezTo>
                      <a:cubicBezTo>
                        <a:pt x="48" y="2"/>
                        <a:pt x="48" y="2"/>
                        <a:pt x="48" y="2"/>
                      </a:cubicBezTo>
                      <a:cubicBezTo>
                        <a:pt x="48" y="1"/>
                        <a:pt x="48" y="1"/>
                        <a:pt x="48" y="1"/>
                      </a:cubicBezTo>
                      <a:cubicBezTo>
                        <a:pt x="47" y="1"/>
                        <a:pt x="47" y="1"/>
                        <a:pt x="47" y="1"/>
                      </a:cubicBezTo>
                      <a:cubicBezTo>
                        <a:pt x="47" y="1"/>
                        <a:pt x="47" y="1"/>
                        <a:pt x="47" y="1"/>
                      </a:cubicBezTo>
                      <a:cubicBezTo>
                        <a:pt x="47" y="2"/>
                        <a:pt x="47" y="2"/>
                        <a:pt x="47" y="2"/>
                      </a:cubicBezTo>
                      <a:cubicBezTo>
                        <a:pt x="46" y="2"/>
                        <a:pt x="46" y="2"/>
                        <a:pt x="46" y="2"/>
                      </a:cubicBezTo>
                      <a:cubicBezTo>
                        <a:pt x="46" y="2"/>
                        <a:pt x="47" y="3"/>
                        <a:pt x="47" y="4"/>
                      </a:cubicBezTo>
                      <a:close/>
                      <a:moveTo>
                        <a:pt x="6" y="43"/>
                      </a:moveTo>
                      <a:cubicBezTo>
                        <a:pt x="6" y="43"/>
                        <a:pt x="6" y="43"/>
                        <a:pt x="6" y="43"/>
                      </a:cubicBezTo>
                      <a:cubicBezTo>
                        <a:pt x="5" y="42"/>
                        <a:pt x="5" y="42"/>
                        <a:pt x="5" y="42"/>
                      </a:cubicBezTo>
                      <a:cubicBezTo>
                        <a:pt x="5" y="42"/>
                        <a:pt x="5" y="42"/>
                        <a:pt x="5" y="42"/>
                      </a:cubicBezTo>
                      <a:cubicBezTo>
                        <a:pt x="6" y="43"/>
                        <a:pt x="6" y="43"/>
                        <a:pt x="6" y="43"/>
                      </a:cubicBezTo>
                      <a:cubicBezTo>
                        <a:pt x="6" y="42"/>
                        <a:pt x="6" y="42"/>
                        <a:pt x="6" y="42"/>
                      </a:cubicBezTo>
                      <a:cubicBezTo>
                        <a:pt x="5" y="42"/>
                        <a:pt x="5" y="42"/>
                        <a:pt x="5" y="42"/>
                      </a:cubicBezTo>
                      <a:cubicBezTo>
                        <a:pt x="5" y="42"/>
                        <a:pt x="5" y="42"/>
                        <a:pt x="5" y="42"/>
                      </a:cubicBezTo>
                      <a:cubicBezTo>
                        <a:pt x="5" y="43"/>
                        <a:pt x="5" y="43"/>
                        <a:pt x="5" y="43"/>
                      </a:cubicBezTo>
                      <a:cubicBezTo>
                        <a:pt x="4" y="44"/>
                        <a:pt x="4" y="44"/>
                        <a:pt x="4" y="44"/>
                      </a:cubicBezTo>
                      <a:cubicBezTo>
                        <a:pt x="5" y="44"/>
                        <a:pt x="5" y="44"/>
                        <a:pt x="5" y="44"/>
                      </a:cubicBezTo>
                      <a:cubicBezTo>
                        <a:pt x="5" y="45"/>
                        <a:pt x="5" y="45"/>
                        <a:pt x="5" y="45"/>
                      </a:cubicBezTo>
                      <a:cubicBezTo>
                        <a:pt x="5" y="45"/>
                        <a:pt x="5" y="45"/>
                        <a:pt x="5" y="45"/>
                      </a:cubicBezTo>
                      <a:cubicBezTo>
                        <a:pt x="6" y="45"/>
                        <a:pt x="6" y="45"/>
                        <a:pt x="6" y="45"/>
                      </a:cubicBezTo>
                      <a:cubicBezTo>
                        <a:pt x="6" y="45"/>
                        <a:pt x="6" y="45"/>
                        <a:pt x="6" y="45"/>
                      </a:cubicBezTo>
                      <a:cubicBezTo>
                        <a:pt x="5" y="45"/>
                        <a:pt x="5" y="45"/>
                        <a:pt x="5" y="45"/>
                      </a:cubicBezTo>
                      <a:cubicBezTo>
                        <a:pt x="6" y="44"/>
                        <a:pt x="6" y="44"/>
                        <a:pt x="6" y="44"/>
                      </a:cubicBezTo>
                      <a:cubicBezTo>
                        <a:pt x="5" y="44"/>
                        <a:pt x="5" y="44"/>
                        <a:pt x="5" y="44"/>
                      </a:cubicBezTo>
                      <a:cubicBezTo>
                        <a:pt x="6" y="44"/>
                        <a:pt x="6" y="44"/>
                        <a:pt x="6" y="44"/>
                      </a:cubicBezTo>
                      <a:lnTo>
                        <a:pt x="6" y="43"/>
                      </a:lnTo>
                      <a:close/>
                      <a:moveTo>
                        <a:pt x="6" y="40"/>
                      </a:moveTo>
                      <a:cubicBezTo>
                        <a:pt x="6" y="40"/>
                        <a:pt x="6" y="40"/>
                        <a:pt x="6" y="40"/>
                      </a:cubicBezTo>
                      <a:cubicBezTo>
                        <a:pt x="6" y="40"/>
                        <a:pt x="6" y="40"/>
                        <a:pt x="6" y="40"/>
                      </a:cubicBezTo>
                      <a:cubicBezTo>
                        <a:pt x="7" y="40"/>
                        <a:pt x="7" y="40"/>
                        <a:pt x="7" y="40"/>
                      </a:cubicBezTo>
                      <a:cubicBezTo>
                        <a:pt x="6" y="39"/>
                        <a:pt x="6" y="39"/>
                        <a:pt x="6" y="39"/>
                      </a:cubicBezTo>
                      <a:cubicBezTo>
                        <a:pt x="7" y="39"/>
                        <a:pt x="7" y="39"/>
                        <a:pt x="7" y="39"/>
                      </a:cubicBezTo>
                      <a:cubicBezTo>
                        <a:pt x="7" y="39"/>
                        <a:pt x="7" y="39"/>
                        <a:pt x="7" y="39"/>
                      </a:cubicBezTo>
                      <a:cubicBezTo>
                        <a:pt x="7" y="39"/>
                        <a:pt x="7" y="39"/>
                        <a:pt x="7" y="39"/>
                      </a:cubicBezTo>
                      <a:cubicBezTo>
                        <a:pt x="7" y="39"/>
                        <a:pt x="7" y="39"/>
                        <a:pt x="7" y="39"/>
                      </a:cubicBezTo>
                      <a:cubicBezTo>
                        <a:pt x="6" y="39"/>
                        <a:pt x="6" y="39"/>
                        <a:pt x="6" y="39"/>
                      </a:cubicBezTo>
                      <a:cubicBezTo>
                        <a:pt x="6" y="38"/>
                        <a:pt x="6" y="38"/>
                        <a:pt x="6" y="38"/>
                      </a:cubicBezTo>
                      <a:cubicBezTo>
                        <a:pt x="6" y="39"/>
                        <a:pt x="6" y="39"/>
                        <a:pt x="6" y="39"/>
                      </a:cubicBezTo>
                      <a:cubicBezTo>
                        <a:pt x="5" y="39"/>
                        <a:pt x="5" y="39"/>
                        <a:pt x="5" y="39"/>
                      </a:cubicBezTo>
                      <a:cubicBezTo>
                        <a:pt x="5" y="39"/>
                        <a:pt x="5" y="39"/>
                        <a:pt x="5" y="39"/>
                      </a:cubicBezTo>
                      <a:cubicBezTo>
                        <a:pt x="5" y="39"/>
                        <a:pt x="5" y="39"/>
                        <a:pt x="5" y="39"/>
                      </a:cubicBezTo>
                      <a:cubicBezTo>
                        <a:pt x="5" y="39"/>
                        <a:pt x="5" y="39"/>
                        <a:pt x="5" y="39"/>
                      </a:cubicBezTo>
                      <a:cubicBezTo>
                        <a:pt x="4" y="39"/>
                        <a:pt x="4" y="39"/>
                        <a:pt x="4" y="39"/>
                      </a:cubicBezTo>
                      <a:cubicBezTo>
                        <a:pt x="5" y="40"/>
                        <a:pt x="5" y="40"/>
                        <a:pt x="5" y="40"/>
                      </a:cubicBezTo>
                      <a:cubicBezTo>
                        <a:pt x="5" y="40"/>
                        <a:pt x="5" y="40"/>
                        <a:pt x="5" y="40"/>
                      </a:cubicBezTo>
                      <a:cubicBezTo>
                        <a:pt x="5" y="40"/>
                        <a:pt x="5" y="40"/>
                        <a:pt x="5" y="40"/>
                      </a:cubicBezTo>
                      <a:cubicBezTo>
                        <a:pt x="6" y="40"/>
                        <a:pt x="6" y="40"/>
                        <a:pt x="6" y="40"/>
                      </a:cubicBezTo>
                      <a:cubicBezTo>
                        <a:pt x="7" y="40"/>
                        <a:pt x="7" y="40"/>
                        <a:pt x="7" y="40"/>
                      </a:cubicBezTo>
                      <a:cubicBezTo>
                        <a:pt x="7" y="40"/>
                        <a:pt x="7" y="40"/>
                        <a:pt x="7" y="40"/>
                      </a:cubicBezTo>
                      <a:cubicBezTo>
                        <a:pt x="6" y="40"/>
                        <a:pt x="6" y="40"/>
                        <a:pt x="6" y="40"/>
                      </a:cubicBezTo>
                      <a:close/>
                      <a:moveTo>
                        <a:pt x="9" y="36"/>
                      </a:moveTo>
                      <a:cubicBezTo>
                        <a:pt x="9" y="36"/>
                        <a:pt x="9" y="36"/>
                        <a:pt x="9" y="36"/>
                      </a:cubicBezTo>
                      <a:cubicBezTo>
                        <a:pt x="10" y="36"/>
                        <a:pt x="10" y="36"/>
                        <a:pt x="10" y="36"/>
                      </a:cubicBezTo>
                      <a:cubicBezTo>
                        <a:pt x="10" y="36"/>
                        <a:pt x="10" y="36"/>
                        <a:pt x="10" y="36"/>
                      </a:cubicBezTo>
                      <a:cubicBezTo>
                        <a:pt x="9" y="35"/>
                        <a:pt x="9" y="35"/>
                        <a:pt x="9" y="35"/>
                      </a:cubicBezTo>
                      <a:cubicBezTo>
                        <a:pt x="10" y="34"/>
                        <a:pt x="10" y="34"/>
                        <a:pt x="10" y="34"/>
                      </a:cubicBezTo>
                      <a:cubicBezTo>
                        <a:pt x="10" y="34"/>
                        <a:pt x="10" y="34"/>
                        <a:pt x="10" y="34"/>
                      </a:cubicBezTo>
                      <a:cubicBezTo>
                        <a:pt x="10" y="35"/>
                        <a:pt x="10" y="35"/>
                        <a:pt x="10" y="35"/>
                      </a:cubicBezTo>
                      <a:cubicBezTo>
                        <a:pt x="10" y="36"/>
                        <a:pt x="10" y="36"/>
                        <a:pt x="10" y="36"/>
                      </a:cubicBezTo>
                      <a:cubicBezTo>
                        <a:pt x="11" y="36"/>
                        <a:pt x="11" y="36"/>
                        <a:pt x="11" y="36"/>
                      </a:cubicBezTo>
                      <a:cubicBezTo>
                        <a:pt x="11" y="35"/>
                        <a:pt x="11" y="35"/>
                        <a:pt x="11" y="35"/>
                      </a:cubicBezTo>
                      <a:cubicBezTo>
                        <a:pt x="11" y="35"/>
                        <a:pt x="11" y="35"/>
                        <a:pt x="11" y="35"/>
                      </a:cubicBezTo>
                      <a:cubicBezTo>
                        <a:pt x="12" y="35"/>
                        <a:pt x="12" y="35"/>
                        <a:pt x="12" y="35"/>
                      </a:cubicBezTo>
                      <a:cubicBezTo>
                        <a:pt x="12" y="35"/>
                        <a:pt x="12" y="35"/>
                        <a:pt x="12" y="35"/>
                      </a:cubicBezTo>
                      <a:cubicBezTo>
                        <a:pt x="12" y="34"/>
                        <a:pt x="12" y="34"/>
                        <a:pt x="12" y="34"/>
                      </a:cubicBezTo>
                      <a:cubicBezTo>
                        <a:pt x="10" y="34"/>
                        <a:pt x="10" y="34"/>
                        <a:pt x="10" y="34"/>
                      </a:cubicBezTo>
                      <a:cubicBezTo>
                        <a:pt x="11" y="34"/>
                        <a:pt x="11" y="34"/>
                        <a:pt x="11" y="34"/>
                      </a:cubicBezTo>
                      <a:cubicBezTo>
                        <a:pt x="11" y="34"/>
                        <a:pt x="11" y="34"/>
                        <a:pt x="11" y="34"/>
                      </a:cubicBezTo>
                      <a:cubicBezTo>
                        <a:pt x="12" y="33"/>
                        <a:pt x="12" y="33"/>
                        <a:pt x="12" y="33"/>
                      </a:cubicBezTo>
                      <a:cubicBezTo>
                        <a:pt x="12" y="33"/>
                        <a:pt x="12" y="33"/>
                        <a:pt x="12" y="33"/>
                      </a:cubicBezTo>
                      <a:cubicBezTo>
                        <a:pt x="13" y="33"/>
                        <a:pt x="13" y="33"/>
                        <a:pt x="13" y="33"/>
                      </a:cubicBezTo>
                      <a:cubicBezTo>
                        <a:pt x="13" y="33"/>
                        <a:pt x="13" y="33"/>
                        <a:pt x="13" y="33"/>
                      </a:cubicBezTo>
                      <a:cubicBezTo>
                        <a:pt x="13" y="32"/>
                        <a:pt x="13" y="32"/>
                        <a:pt x="13" y="32"/>
                      </a:cubicBezTo>
                      <a:cubicBezTo>
                        <a:pt x="13" y="33"/>
                        <a:pt x="13" y="33"/>
                        <a:pt x="13" y="33"/>
                      </a:cubicBezTo>
                      <a:cubicBezTo>
                        <a:pt x="12" y="33"/>
                        <a:pt x="12" y="33"/>
                        <a:pt x="12" y="33"/>
                      </a:cubicBezTo>
                      <a:cubicBezTo>
                        <a:pt x="12" y="32"/>
                        <a:pt x="12" y="32"/>
                        <a:pt x="12" y="32"/>
                      </a:cubicBezTo>
                      <a:cubicBezTo>
                        <a:pt x="13" y="32"/>
                        <a:pt x="13" y="32"/>
                        <a:pt x="13" y="32"/>
                      </a:cubicBezTo>
                      <a:cubicBezTo>
                        <a:pt x="13" y="31"/>
                        <a:pt x="13" y="31"/>
                        <a:pt x="13" y="31"/>
                      </a:cubicBezTo>
                      <a:cubicBezTo>
                        <a:pt x="13" y="31"/>
                        <a:pt x="13" y="31"/>
                        <a:pt x="13" y="31"/>
                      </a:cubicBezTo>
                      <a:cubicBezTo>
                        <a:pt x="13" y="31"/>
                        <a:pt x="13" y="31"/>
                        <a:pt x="13" y="31"/>
                      </a:cubicBezTo>
                      <a:cubicBezTo>
                        <a:pt x="14" y="30"/>
                        <a:pt x="14" y="30"/>
                        <a:pt x="14" y="30"/>
                      </a:cubicBezTo>
                      <a:cubicBezTo>
                        <a:pt x="13" y="30"/>
                        <a:pt x="13" y="30"/>
                        <a:pt x="13" y="30"/>
                      </a:cubicBezTo>
                      <a:cubicBezTo>
                        <a:pt x="13" y="29"/>
                        <a:pt x="13" y="29"/>
                        <a:pt x="13" y="29"/>
                      </a:cubicBezTo>
                      <a:cubicBezTo>
                        <a:pt x="12" y="30"/>
                        <a:pt x="11" y="30"/>
                        <a:pt x="11" y="31"/>
                      </a:cubicBezTo>
                      <a:cubicBezTo>
                        <a:pt x="10" y="31"/>
                        <a:pt x="10" y="31"/>
                        <a:pt x="10" y="31"/>
                      </a:cubicBezTo>
                      <a:cubicBezTo>
                        <a:pt x="9" y="32"/>
                        <a:pt x="9" y="32"/>
                        <a:pt x="9" y="32"/>
                      </a:cubicBezTo>
                      <a:cubicBezTo>
                        <a:pt x="9" y="32"/>
                        <a:pt x="9" y="32"/>
                        <a:pt x="9" y="32"/>
                      </a:cubicBezTo>
                      <a:cubicBezTo>
                        <a:pt x="10" y="33"/>
                        <a:pt x="10" y="33"/>
                        <a:pt x="10" y="33"/>
                      </a:cubicBezTo>
                      <a:cubicBezTo>
                        <a:pt x="10" y="33"/>
                        <a:pt x="10" y="33"/>
                        <a:pt x="10" y="33"/>
                      </a:cubicBezTo>
                      <a:cubicBezTo>
                        <a:pt x="9" y="33"/>
                        <a:pt x="9" y="33"/>
                        <a:pt x="9" y="33"/>
                      </a:cubicBezTo>
                      <a:cubicBezTo>
                        <a:pt x="9" y="33"/>
                        <a:pt x="9" y="33"/>
                        <a:pt x="9" y="33"/>
                      </a:cubicBezTo>
                      <a:cubicBezTo>
                        <a:pt x="8" y="32"/>
                        <a:pt x="8" y="32"/>
                        <a:pt x="8" y="32"/>
                      </a:cubicBezTo>
                      <a:cubicBezTo>
                        <a:pt x="9" y="32"/>
                        <a:pt x="9" y="32"/>
                        <a:pt x="9" y="32"/>
                      </a:cubicBezTo>
                      <a:cubicBezTo>
                        <a:pt x="8" y="32"/>
                        <a:pt x="8" y="32"/>
                        <a:pt x="8" y="32"/>
                      </a:cubicBezTo>
                      <a:cubicBezTo>
                        <a:pt x="8" y="33"/>
                        <a:pt x="8" y="33"/>
                        <a:pt x="8" y="33"/>
                      </a:cubicBezTo>
                      <a:cubicBezTo>
                        <a:pt x="8" y="33"/>
                        <a:pt x="8" y="33"/>
                        <a:pt x="8" y="33"/>
                      </a:cubicBezTo>
                      <a:cubicBezTo>
                        <a:pt x="7" y="33"/>
                        <a:pt x="7" y="33"/>
                        <a:pt x="7" y="33"/>
                      </a:cubicBezTo>
                      <a:cubicBezTo>
                        <a:pt x="7" y="33"/>
                        <a:pt x="7" y="33"/>
                        <a:pt x="7" y="33"/>
                      </a:cubicBezTo>
                      <a:cubicBezTo>
                        <a:pt x="7" y="34"/>
                        <a:pt x="7" y="34"/>
                        <a:pt x="7" y="34"/>
                      </a:cubicBezTo>
                      <a:cubicBezTo>
                        <a:pt x="8" y="34"/>
                        <a:pt x="8" y="34"/>
                        <a:pt x="8" y="34"/>
                      </a:cubicBezTo>
                      <a:cubicBezTo>
                        <a:pt x="8" y="34"/>
                        <a:pt x="8" y="34"/>
                        <a:pt x="8" y="34"/>
                      </a:cubicBezTo>
                      <a:cubicBezTo>
                        <a:pt x="8" y="34"/>
                        <a:pt x="8" y="34"/>
                        <a:pt x="8" y="34"/>
                      </a:cubicBezTo>
                      <a:cubicBezTo>
                        <a:pt x="8" y="35"/>
                        <a:pt x="8" y="35"/>
                        <a:pt x="8" y="35"/>
                      </a:cubicBezTo>
                      <a:cubicBezTo>
                        <a:pt x="7" y="35"/>
                        <a:pt x="7" y="35"/>
                        <a:pt x="7" y="35"/>
                      </a:cubicBezTo>
                      <a:cubicBezTo>
                        <a:pt x="8" y="35"/>
                        <a:pt x="8" y="35"/>
                        <a:pt x="8" y="35"/>
                      </a:cubicBezTo>
                      <a:cubicBezTo>
                        <a:pt x="9" y="36"/>
                        <a:pt x="9" y="36"/>
                        <a:pt x="9" y="36"/>
                      </a:cubicBezTo>
                      <a:cubicBezTo>
                        <a:pt x="9" y="36"/>
                        <a:pt x="9" y="36"/>
                        <a:pt x="9" y="36"/>
                      </a:cubicBezTo>
                      <a:cubicBezTo>
                        <a:pt x="8" y="36"/>
                        <a:pt x="8" y="36"/>
                        <a:pt x="8" y="36"/>
                      </a:cubicBezTo>
                      <a:cubicBezTo>
                        <a:pt x="8" y="36"/>
                        <a:pt x="8" y="36"/>
                        <a:pt x="8" y="36"/>
                      </a:cubicBezTo>
                      <a:cubicBezTo>
                        <a:pt x="7" y="37"/>
                        <a:pt x="7" y="37"/>
                        <a:pt x="7" y="37"/>
                      </a:cubicBezTo>
                      <a:cubicBezTo>
                        <a:pt x="8" y="38"/>
                        <a:pt x="8" y="38"/>
                        <a:pt x="8" y="38"/>
                      </a:cubicBezTo>
                      <a:cubicBezTo>
                        <a:pt x="8" y="38"/>
                        <a:pt x="8" y="38"/>
                        <a:pt x="8" y="38"/>
                      </a:cubicBezTo>
                      <a:cubicBezTo>
                        <a:pt x="9" y="37"/>
                        <a:pt x="9" y="37"/>
                        <a:pt x="9" y="37"/>
                      </a:cubicBezTo>
                      <a:cubicBezTo>
                        <a:pt x="10" y="37"/>
                        <a:pt x="10" y="37"/>
                        <a:pt x="10" y="37"/>
                      </a:cubicBezTo>
                      <a:lnTo>
                        <a:pt x="9" y="36"/>
                      </a:lnTo>
                      <a:close/>
                      <a:moveTo>
                        <a:pt x="24" y="80"/>
                      </a:moveTo>
                      <a:cubicBezTo>
                        <a:pt x="24" y="81"/>
                        <a:pt x="23" y="81"/>
                        <a:pt x="23" y="81"/>
                      </a:cubicBezTo>
                      <a:cubicBezTo>
                        <a:pt x="23" y="81"/>
                        <a:pt x="23" y="82"/>
                        <a:pt x="22" y="83"/>
                      </a:cubicBezTo>
                      <a:cubicBezTo>
                        <a:pt x="23" y="83"/>
                        <a:pt x="23" y="83"/>
                        <a:pt x="23" y="83"/>
                      </a:cubicBezTo>
                      <a:cubicBezTo>
                        <a:pt x="24" y="83"/>
                        <a:pt x="24" y="83"/>
                        <a:pt x="24" y="83"/>
                      </a:cubicBezTo>
                      <a:cubicBezTo>
                        <a:pt x="24" y="82"/>
                        <a:pt x="24" y="82"/>
                        <a:pt x="25" y="82"/>
                      </a:cubicBezTo>
                      <a:cubicBezTo>
                        <a:pt x="25" y="82"/>
                        <a:pt x="26" y="81"/>
                        <a:pt x="26" y="80"/>
                      </a:cubicBezTo>
                      <a:cubicBezTo>
                        <a:pt x="26" y="80"/>
                        <a:pt x="26" y="80"/>
                        <a:pt x="26" y="80"/>
                      </a:cubicBezTo>
                      <a:cubicBezTo>
                        <a:pt x="25" y="79"/>
                        <a:pt x="25" y="79"/>
                        <a:pt x="25" y="79"/>
                      </a:cubicBezTo>
                      <a:cubicBezTo>
                        <a:pt x="26" y="79"/>
                        <a:pt x="26" y="79"/>
                        <a:pt x="26" y="79"/>
                      </a:cubicBezTo>
                      <a:cubicBezTo>
                        <a:pt x="25" y="79"/>
                        <a:pt x="25" y="79"/>
                        <a:pt x="25" y="79"/>
                      </a:cubicBezTo>
                      <a:cubicBezTo>
                        <a:pt x="24" y="79"/>
                        <a:pt x="24" y="79"/>
                        <a:pt x="24" y="79"/>
                      </a:cubicBezTo>
                      <a:lnTo>
                        <a:pt x="24" y="80"/>
                      </a:lnTo>
                      <a:close/>
                      <a:moveTo>
                        <a:pt x="6" y="71"/>
                      </a:moveTo>
                      <a:cubicBezTo>
                        <a:pt x="6" y="72"/>
                        <a:pt x="6" y="72"/>
                        <a:pt x="6" y="72"/>
                      </a:cubicBezTo>
                      <a:cubicBezTo>
                        <a:pt x="6" y="72"/>
                        <a:pt x="6" y="72"/>
                        <a:pt x="6" y="72"/>
                      </a:cubicBezTo>
                      <a:cubicBezTo>
                        <a:pt x="5" y="72"/>
                        <a:pt x="5" y="72"/>
                        <a:pt x="5" y="72"/>
                      </a:cubicBezTo>
                      <a:cubicBezTo>
                        <a:pt x="5" y="73"/>
                        <a:pt x="5" y="73"/>
                        <a:pt x="5" y="73"/>
                      </a:cubicBezTo>
                      <a:cubicBezTo>
                        <a:pt x="5" y="74"/>
                        <a:pt x="5" y="74"/>
                        <a:pt x="5" y="74"/>
                      </a:cubicBezTo>
                      <a:cubicBezTo>
                        <a:pt x="5" y="74"/>
                        <a:pt x="5" y="74"/>
                        <a:pt x="5" y="74"/>
                      </a:cubicBezTo>
                      <a:cubicBezTo>
                        <a:pt x="4" y="74"/>
                        <a:pt x="4" y="74"/>
                        <a:pt x="4" y="74"/>
                      </a:cubicBezTo>
                      <a:cubicBezTo>
                        <a:pt x="3" y="75"/>
                        <a:pt x="3" y="75"/>
                        <a:pt x="3" y="75"/>
                      </a:cubicBezTo>
                      <a:cubicBezTo>
                        <a:pt x="2" y="74"/>
                        <a:pt x="2" y="74"/>
                        <a:pt x="2" y="74"/>
                      </a:cubicBezTo>
                      <a:cubicBezTo>
                        <a:pt x="2" y="75"/>
                        <a:pt x="2" y="75"/>
                        <a:pt x="2" y="75"/>
                      </a:cubicBezTo>
                      <a:cubicBezTo>
                        <a:pt x="2" y="75"/>
                        <a:pt x="2" y="75"/>
                        <a:pt x="2" y="75"/>
                      </a:cubicBezTo>
                      <a:cubicBezTo>
                        <a:pt x="3" y="76"/>
                        <a:pt x="3" y="76"/>
                        <a:pt x="3" y="76"/>
                      </a:cubicBezTo>
                      <a:cubicBezTo>
                        <a:pt x="3" y="76"/>
                        <a:pt x="3" y="76"/>
                        <a:pt x="3" y="76"/>
                      </a:cubicBezTo>
                      <a:cubicBezTo>
                        <a:pt x="2" y="77"/>
                        <a:pt x="2" y="77"/>
                        <a:pt x="2" y="77"/>
                      </a:cubicBezTo>
                      <a:cubicBezTo>
                        <a:pt x="2" y="77"/>
                        <a:pt x="2" y="77"/>
                        <a:pt x="2" y="77"/>
                      </a:cubicBezTo>
                      <a:cubicBezTo>
                        <a:pt x="1" y="77"/>
                        <a:pt x="1" y="77"/>
                        <a:pt x="1" y="77"/>
                      </a:cubicBezTo>
                      <a:cubicBezTo>
                        <a:pt x="1" y="77"/>
                        <a:pt x="1" y="77"/>
                        <a:pt x="1" y="77"/>
                      </a:cubicBezTo>
                      <a:cubicBezTo>
                        <a:pt x="0" y="77"/>
                        <a:pt x="0" y="77"/>
                        <a:pt x="0" y="77"/>
                      </a:cubicBezTo>
                      <a:cubicBezTo>
                        <a:pt x="1" y="78"/>
                        <a:pt x="1" y="78"/>
                        <a:pt x="1" y="78"/>
                      </a:cubicBezTo>
                      <a:cubicBezTo>
                        <a:pt x="1" y="79"/>
                        <a:pt x="1" y="79"/>
                        <a:pt x="1" y="79"/>
                      </a:cubicBezTo>
                      <a:cubicBezTo>
                        <a:pt x="1" y="79"/>
                        <a:pt x="1" y="79"/>
                        <a:pt x="1" y="79"/>
                      </a:cubicBezTo>
                      <a:cubicBezTo>
                        <a:pt x="2" y="80"/>
                        <a:pt x="2" y="80"/>
                        <a:pt x="2" y="80"/>
                      </a:cubicBezTo>
                      <a:cubicBezTo>
                        <a:pt x="2" y="80"/>
                        <a:pt x="2" y="80"/>
                        <a:pt x="2" y="80"/>
                      </a:cubicBezTo>
                      <a:cubicBezTo>
                        <a:pt x="2" y="81"/>
                        <a:pt x="2" y="81"/>
                        <a:pt x="2" y="81"/>
                      </a:cubicBezTo>
                      <a:cubicBezTo>
                        <a:pt x="3" y="81"/>
                        <a:pt x="3" y="81"/>
                        <a:pt x="3" y="81"/>
                      </a:cubicBezTo>
                      <a:cubicBezTo>
                        <a:pt x="4" y="81"/>
                        <a:pt x="4" y="81"/>
                        <a:pt x="4" y="81"/>
                      </a:cubicBezTo>
                      <a:cubicBezTo>
                        <a:pt x="4" y="82"/>
                        <a:pt x="4" y="82"/>
                        <a:pt x="4" y="82"/>
                      </a:cubicBezTo>
                      <a:cubicBezTo>
                        <a:pt x="5" y="81"/>
                        <a:pt x="5" y="81"/>
                        <a:pt x="5" y="81"/>
                      </a:cubicBezTo>
                      <a:cubicBezTo>
                        <a:pt x="5" y="82"/>
                        <a:pt x="5" y="82"/>
                        <a:pt x="5" y="82"/>
                      </a:cubicBezTo>
                      <a:cubicBezTo>
                        <a:pt x="6" y="82"/>
                        <a:pt x="6" y="82"/>
                        <a:pt x="6" y="82"/>
                      </a:cubicBezTo>
                      <a:cubicBezTo>
                        <a:pt x="6" y="82"/>
                        <a:pt x="6" y="82"/>
                        <a:pt x="6" y="82"/>
                      </a:cubicBezTo>
                      <a:cubicBezTo>
                        <a:pt x="6" y="81"/>
                        <a:pt x="6" y="81"/>
                        <a:pt x="6" y="81"/>
                      </a:cubicBezTo>
                      <a:cubicBezTo>
                        <a:pt x="6" y="82"/>
                        <a:pt x="6" y="82"/>
                        <a:pt x="6" y="82"/>
                      </a:cubicBezTo>
                      <a:cubicBezTo>
                        <a:pt x="6" y="81"/>
                        <a:pt x="6" y="81"/>
                        <a:pt x="6" y="81"/>
                      </a:cubicBezTo>
                      <a:cubicBezTo>
                        <a:pt x="7" y="81"/>
                        <a:pt x="7" y="81"/>
                        <a:pt x="7" y="81"/>
                      </a:cubicBezTo>
                      <a:cubicBezTo>
                        <a:pt x="7" y="80"/>
                        <a:pt x="7" y="80"/>
                        <a:pt x="7" y="80"/>
                      </a:cubicBezTo>
                      <a:cubicBezTo>
                        <a:pt x="7" y="80"/>
                        <a:pt x="7" y="80"/>
                        <a:pt x="7" y="80"/>
                      </a:cubicBezTo>
                      <a:cubicBezTo>
                        <a:pt x="7" y="79"/>
                        <a:pt x="7" y="79"/>
                        <a:pt x="7" y="79"/>
                      </a:cubicBezTo>
                      <a:cubicBezTo>
                        <a:pt x="7" y="79"/>
                        <a:pt x="7" y="79"/>
                        <a:pt x="7" y="79"/>
                      </a:cubicBezTo>
                      <a:cubicBezTo>
                        <a:pt x="8" y="79"/>
                        <a:pt x="8" y="79"/>
                        <a:pt x="8" y="79"/>
                      </a:cubicBezTo>
                      <a:cubicBezTo>
                        <a:pt x="8" y="79"/>
                        <a:pt x="8" y="79"/>
                        <a:pt x="8" y="79"/>
                      </a:cubicBezTo>
                      <a:cubicBezTo>
                        <a:pt x="9" y="79"/>
                        <a:pt x="9" y="79"/>
                        <a:pt x="9" y="79"/>
                      </a:cubicBezTo>
                      <a:cubicBezTo>
                        <a:pt x="9" y="80"/>
                        <a:pt x="9" y="81"/>
                        <a:pt x="10" y="81"/>
                      </a:cubicBezTo>
                      <a:cubicBezTo>
                        <a:pt x="10" y="81"/>
                        <a:pt x="10" y="81"/>
                        <a:pt x="10" y="81"/>
                      </a:cubicBezTo>
                      <a:cubicBezTo>
                        <a:pt x="11" y="81"/>
                        <a:pt x="11" y="81"/>
                        <a:pt x="11" y="81"/>
                      </a:cubicBezTo>
                      <a:cubicBezTo>
                        <a:pt x="10" y="83"/>
                        <a:pt x="10" y="83"/>
                        <a:pt x="10" y="83"/>
                      </a:cubicBezTo>
                      <a:cubicBezTo>
                        <a:pt x="11" y="83"/>
                        <a:pt x="11" y="83"/>
                        <a:pt x="11" y="83"/>
                      </a:cubicBezTo>
                      <a:cubicBezTo>
                        <a:pt x="12" y="83"/>
                        <a:pt x="12" y="83"/>
                        <a:pt x="12" y="83"/>
                      </a:cubicBezTo>
                      <a:cubicBezTo>
                        <a:pt x="12" y="83"/>
                        <a:pt x="12" y="83"/>
                        <a:pt x="12" y="83"/>
                      </a:cubicBezTo>
                      <a:cubicBezTo>
                        <a:pt x="13" y="82"/>
                        <a:pt x="13" y="82"/>
                        <a:pt x="14" y="83"/>
                      </a:cubicBezTo>
                      <a:cubicBezTo>
                        <a:pt x="14" y="83"/>
                        <a:pt x="14" y="83"/>
                        <a:pt x="14" y="83"/>
                      </a:cubicBezTo>
                      <a:cubicBezTo>
                        <a:pt x="15" y="83"/>
                        <a:pt x="15" y="83"/>
                        <a:pt x="15" y="83"/>
                      </a:cubicBezTo>
                      <a:cubicBezTo>
                        <a:pt x="15" y="83"/>
                        <a:pt x="16" y="83"/>
                        <a:pt x="16" y="82"/>
                      </a:cubicBezTo>
                      <a:cubicBezTo>
                        <a:pt x="16" y="82"/>
                        <a:pt x="16" y="81"/>
                        <a:pt x="16" y="81"/>
                      </a:cubicBezTo>
                      <a:cubicBezTo>
                        <a:pt x="16" y="81"/>
                        <a:pt x="17" y="81"/>
                        <a:pt x="18" y="81"/>
                      </a:cubicBezTo>
                      <a:cubicBezTo>
                        <a:pt x="18" y="81"/>
                        <a:pt x="18" y="81"/>
                        <a:pt x="18" y="81"/>
                      </a:cubicBezTo>
                      <a:cubicBezTo>
                        <a:pt x="18" y="80"/>
                        <a:pt x="18" y="80"/>
                        <a:pt x="18" y="80"/>
                      </a:cubicBezTo>
                      <a:cubicBezTo>
                        <a:pt x="19" y="80"/>
                        <a:pt x="19" y="80"/>
                        <a:pt x="19" y="80"/>
                      </a:cubicBezTo>
                      <a:cubicBezTo>
                        <a:pt x="18" y="79"/>
                        <a:pt x="18" y="79"/>
                        <a:pt x="18" y="79"/>
                      </a:cubicBezTo>
                      <a:cubicBezTo>
                        <a:pt x="17" y="80"/>
                        <a:pt x="17" y="80"/>
                        <a:pt x="17" y="80"/>
                      </a:cubicBezTo>
                      <a:cubicBezTo>
                        <a:pt x="18" y="79"/>
                        <a:pt x="18" y="78"/>
                        <a:pt x="18" y="78"/>
                      </a:cubicBezTo>
                      <a:cubicBezTo>
                        <a:pt x="17" y="77"/>
                        <a:pt x="17" y="77"/>
                        <a:pt x="17" y="77"/>
                      </a:cubicBezTo>
                      <a:cubicBezTo>
                        <a:pt x="18" y="77"/>
                        <a:pt x="18" y="77"/>
                        <a:pt x="18" y="77"/>
                      </a:cubicBezTo>
                      <a:cubicBezTo>
                        <a:pt x="18" y="77"/>
                        <a:pt x="18" y="77"/>
                        <a:pt x="18" y="77"/>
                      </a:cubicBezTo>
                      <a:cubicBezTo>
                        <a:pt x="18" y="78"/>
                        <a:pt x="18" y="78"/>
                        <a:pt x="18" y="78"/>
                      </a:cubicBezTo>
                      <a:cubicBezTo>
                        <a:pt x="19" y="78"/>
                        <a:pt x="19" y="78"/>
                        <a:pt x="19" y="78"/>
                      </a:cubicBezTo>
                      <a:cubicBezTo>
                        <a:pt x="18" y="79"/>
                        <a:pt x="18" y="79"/>
                        <a:pt x="18" y="79"/>
                      </a:cubicBezTo>
                      <a:cubicBezTo>
                        <a:pt x="19" y="79"/>
                        <a:pt x="19" y="80"/>
                        <a:pt x="19" y="80"/>
                      </a:cubicBezTo>
                      <a:cubicBezTo>
                        <a:pt x="19" y="79"/>
                        <a:pt x="19" y="79"/>
                        <a:pt x="19" y="78"/>
                      </a:cubicBezTo>
                      <a:cubicBezTo>
                        <a:pt x="19" y="78"/>
                        <a:pt x="19" y="78"/>
                        <a:pt x="19" y="77"/>
                      </a:cubicBezTo>
                      <a:cubicBezTo>
                        <a:pt x="19" y="77"/>
                        <a:pt x="19" y="77"/>
                        <a:pt x="19" y="77"/>
                      </a:cubicBezTo>
                      <a:cubicBezTo>
                        <a:pt x="19" y="76"/>
                        <a:pt x="19" y="76"/>
                        <a:pt x="19" y="76"/>
                      </a:cubicBezTo>
                      <a:cubicBezTo>
                        <a:pt x="18" y="76"/>
                        <a:pt x="18" y="76"/>
                        <a:pt x="18" y="76"/>
                      </a:cubicBezTo>
                      <a:cubicBezTo>
                        <a:pt x="18" y="76"/>
                        <a:pt x="18" y="76"/>
                        <a:pt x="18" y="76"/>
                      </a:cubicBezTo>
                      <a:cubicBezTo>
                        <a:pt x="17" y="76"/>
                        <a:pt x="17" y="76"/>
                        <a:pt x="17" y="76"/>
                      </a:cubicBezTo>
                      <a:cubicBezTo>
                        <a:pt x="17" y="76"/>
                        <a:pt x="17" y="76"/>
                        <a:pt x="17" y="76"/>
                      </a:cubicBezTo>
                      <a:cubicBezTo>
                        <a:pt x="16" y="77"/>
                        <a:pt x="16" y="77"/>
                        <a:pt x="16" y="77"/>
                      </a:cubicBezTo>
                      <a:cubicBezTo>
                        <a:pt x="16" y="76"/>
                        <a:pt x="16" y="76"/>
                        <a:pt x="16" y="76"/>
                      </a:cubicBezTo>
                      <a:cubicBezTo>
                        <a:pt x="17" y="76"/>
                        <a:pt x="17" y="76"/>
                        <a:pt x="17" y="76"/>
                      </a:cubicBezTo>
                      <a:cubicBezTo>
                        <a:pt x="17" y="75"/>
                        <a:pt x="17" y="75"/>
                        <a:pt x="17" y="75"/>
                      </a:cubicBezTo>
                      <a:cubicBezTo>
                        <a:pt x="18" y="75"/>
                        <a:pt x="18" y="75"/>
                        <a:pt x="18" y="75"/>
                      </a:cubicBezTo>
                      <a:cubicBezTo>
                        <a:pt x="18" y="74"/>
                        <a:pt x="18" y="74"/>
                        <a:pt x="18" y="74"/>
                      </a:cubicBezTo>
                      <a:cubicBezTo>
                        <a:pt x="17" y="74"/>
                        <a:pt x="17" y="74"/>
                        <a:pt x="17" y="74"/>
                      </a:cubicBezTo>
                      <a:cubicBezTo>
                        <a:pt x="17" y="74"/>
                        <a:pt x="17" y="74"/>
                        <a:pt x="17" y="74"/>
                      </a:cubicBezTo>
                      <a:cubicBezTo>
                        <a:pt x="17" y="74"/>
                        <a:pt x="17" y="74"/>
                        <a:pt x="17" y="74"/>
                      </a:cubicBezTo>
                      <a:cubicBezTo>
                        <a:pt x="17" y="74"/>
                        <a:pt x="17" y="73"/>
                        <a:pt x="16" y="72"/>
                      </a:cubicBezTo>
                      <a:cubicBezTo>
                        <a:pt x="16" y="72"/>
                        <a:pt x="16" y="72"/>
                        <a:pt x="16" y="72"/>
                      </a:cubicBezTo>
                      <a:cubicBezTo>
                        <a:pt x="16" y="71"/>
                        <a:pt x="16" y="71"/>
                        <a:pt x="16" y="71"/>
                      </a:cubicBezTo>
                      <a:cubicBezTo>
                        <a:pt x="15" y="71"/>
                        <a:pt x="15" y="71"/>
                        <a:pt x="15" y="71"/>
                      </a:cubicBezTo>
                      <a:cubicBezTo>
                        <a:pt x="15" y="70"/>
                        <a:pt x="15" y="70"/>
                        <a:pt x="15" y="70"/>
                      </a:cubicBezTo>
                      <a:cubicBezTo>
                        <a:pt x="15" y="70"/>
                        <a:pt x="15" y="70"/>
                        <a:pt x="15" y="70"/>
                      </a:cubicBezTo>
                      <a:cubicBezTo>
                        <a:pt x="15" y="69"/>
                        <a:pt x="15" y="69"/>
                        <a:pt x="15" y="69"/>
                      </a:cubicBezTo>
                      <a:cubicBezTo>
                        <a:pt x="14" y="70"/>
                        <a:pt x="14" y="70"/>
                        <a:pt x="14" y="70"/>
                      </a:cubicBezTo>
                      <a:cubicBezTo>
                        <a:pt x="13" y="69"/>
                        <a:pt x="13" y="69"/>
                        <a:pt x="13" y="69"/>
                      </a:cubicBezTo>
                      <a:cubicBezTo>
                        <a:pt x="13" y="69"/>
                        <a:pt x="13" y="69"/>
                        <a:pt x="13" y="69"/>
                      </a:cubicBezTo>
                      <a:cubicBezTo>
                        <a:pt x="12" y="69"/>
                        <a:pt x="12" y="69"/>
                        <a:pt x="12" y="69"/>
                      </a:cubicBezTo>
                      <a:cubicBezTo>
                        <a:pt x="12" y="69"/>
                        <a:pt x="12" y="69"/>
                        <a:pt x="12" y="69"/>
                      </a:cubicBezTo>
                      <a:cubicBezTo>
                        <a:pt x="11" y="69"/>
                        <a:pt x="11" y="69"/>
                        <a:pt x="11" y="69"/>
                      </a:cubicBezTo>
                      <a:cubicBezTo>
                        <a:pt x="10" y="70"/>
                        <a:pt x="10" y="70"/>
                        <a:pt x="10" y="70"/>
                      </a:cubicBezTo>
                      <a:cubicBezTo>
                        <a:pt x="10" y="70"/>
                        <a:pt x="10" y="70"/>
                        <a:pt x="10" y="70"/>
                      </a:cubicBezTo>
                      <a:cubicBezTo>
                        <a:pt x="9" y="70"/>
                        <a:pt x="9" y="70"/>
                        <a:pt x="9" y="69"/>
                      </a:cubicBezTo>
                      <a:cubicBezTo>
                        <a:pt x="9" y="70"/>
                        <a:pt x="9" y="70"/>
                        <a:pt x="9" y="71"/>
                      </a:cubicBezTo>
                      <a:cubicBezTo>
                        <a:pt x="8" y="71"/>
                        <a:pt x="8" y="71"/>
                        <a:pt x="8" y="71"/>
                      </a:cubicBezTo>
                      <a:cubicBezTo>
                        <a:pt x="7" y="71"/>
                        <a:pt x="7" y="71"/>
                        <a:pt x="7" y="71"/>
                      </a:cubicBezTo>
                      <a:lnTo>
                        <a:pt x="6" y="71"/>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4" name="Freeform 809">
                  <a:extLst>
                    <a:ext uri="{FF2B5EF4-FFF2-40B4-BE49-F238E27FC236}">
                      <a16:creationId xmlns:a16="http://schemas.microsoft.com/office/drawing/2014/main" id="{1516C4C0-E5F2-2EFB-5981-CFE1038F9726}"/>
                    </a:ext>
                  </a:extLst>
                </p:cNvPr>
                <p:cNvSpPr>
                  <a:spLocks noEditPoints="1"/>
                </p:cNvSpPr>
                <p:nvPr/>
              </p:nvSpPr>
              <p:spPr bwMode="auto">
                <a:xfrm>
                  <a:off x="5929313" y="3587750"/>
                  <a:ext cx="241300" cy="250825"/>
                </a:xfrm>
                <a:custGeom>
                  <a:avLst/>
                  <a:gdLst>
                    <a:gd name="T0" fmla="*/ 31 w 58"/>
                    <a:gd name="T1" fmla="*/ 13 h 60"/>
                    <a:gd name="T2" fmla="*/ 20 w 58"/>
                    <a:gd name="T3" fmla="*/ 12 h 60"/>
                    <a:gd name="T4" fmla="*/ 23 w 58"/>
                    <a:gd name="T5" fmla="*/ 27 h 60"/>
                    <a:gd name="T6" fmla="*/ 24 w 58"/>
                    <a:gd name="T7" fmla="*/ 39 h 60"/>
                    <a:gd name="T8" fmla="*/ 17 w 58"/>
                    <a:gd name="T9" fmla="*/ 42 h 60"/>
                    <a:gd name="T10" fmla="*/ 18 w 58"/>
                    <a:gd name="T11" fmla="*/ 31 h 60"/>
                    <a:gd name="T12" fmla="*/ 11 w 58"/>
                    <a:gd name="T13" fmla="*/ 30 h 60"/>
                    <a:gd name="T14" fmla="*/ 5 w 58"/>
                    <a:gd name="T15" fmla="*/ 22 h 60"/>
                    <a:gd name="T16" fmla="*/ 13 w 58"/>
                    <a:gd name="T17" fmla="*/ 8 h 60"/>
                    <a:gd name="T18" fmla="*/ 34 w 58"/>
                    <a:gd name="T19" fmla="*/ 3 h 60"/>
                    <a:gd name="T20" fmla="*/ 50 w 58"/>
                    <a:gd name="T21" fmla="*/ 55 h 60"/>
                    <a:gd name="T22" fmla="*/ 42 w 58"/>
                    <a:gd name="T23" fmla="*/ 47 h 60"/>
                    <a:gd name="T24" fmla="*/ 38 w 58"/>
                    <a:gd name="T25" fmla="*/ 44 h 60"/>
                    <a:gd name="T26" fmla="*/ 35 w 58"/>
                    <a:gd name="T27" fmla="*/ 43 h 60"/>
                    <a:gd name="T28" fmla="*/ 38 w 58"/>
                    <a:gd name="T29" fmla="*/ 42 h 60"/>
                    <a:gd name="T30" fmla="*/ 42 w 58"/>
                    <a:gd name="T31" fmla="*/ 41 h 60"/>
                    <a:gd name="T32" fmla="*/ 33 w 58"/>
                    <a:gd name="T33" fmla="*/ 40 h 60"/>
                    <a:gd name="T34" fmla="*/ 49 w 58"/>
                    <a:gd name="T35" fmla="*/ 39 h 60"/>
                    <a:gd name="T36" fmla="*/ 48 w 58"/>
                    <a:gd name="T37" fmla="*/ 38 h 60"/>
                    <a:gd name="T38" fmla="*/ 47 w 58"/>
                    <a:gd name="T39" fmla="*/ 36 h 60"/>
                    <a:gd name="T40" fmla="*/ 52 w 58"/>
                    <a:gd name="T41" fmla="*/ 52 h 60"/>
                    <a:gd name="T42" fmla="*/ 58 w 58"/>
                    <a:gd name="T43" fmla="*/ 48 h 60"/>
                    <a:gd name="T44" fmla="*/ 57 w 58"/>
                    <a:gd name="T45" fmla="*/ 49 h 60"/>
                    <a:gd name="T46" fmla="*/ 40 w 58"/>
                    <a:gd name="T47" fmla="*/ 46 h 60"/>
                    <a:gd name="T48" fmla="*/ 46 w 58"/>
                    <a:gd name="T49" fmla="*/ 46 h 60"/>
                    <a:gd name="T50" fmla="*/ 56 w 58"/>
                    <a:gd name="T51" fmla="*/ 44 h 60"/>
                    <a:gd name="T52" fmla="*/ 40 w 58"/>
                    <a:gd name="T53" fmla="*/ 45 h 60"/>
                    <a:gd name="T54" fmla="*/ 50 w 58"/>
                    <a:gd name="T55" fmla="*/ 43 h 60"/>
                    <a:gd name="T56" fmla="*/ 50 w 58"/>
                    <a:gd name="T57" fmla="*/ 42 h 60"/>
                    <a:gd name="T58" fmla="*/ 38 w 58"/>
                    <a:gd name="T59" fmla="*/ 41 h 60"/>
                    <a:gd name="T60" fmla="*/ 33 w 58"/>
                    <a:gd name="T61" fmla="*/ 38 h 60"/>
                    <a:gd name="T62" fmla="*/ 40 w 58"/>
                    <a:gd name="T63" fmla="*/ 38 h 60"/>
                    <a:gd name="T64" fmla="*/ 39 w 58"/>
                    <a:gd name="T65" fmla="*/ 37 h 60"/>
                    <a:gd name="T66" fmla="*/ 33 w 58"/>
                    <a:gd name="T67" fmla="*/ 36 h 60"/>
                    <a:gd name="T68" fmla="*/ 36 w 58"/>
                    <a:gd name="T69" fmla="*/ 35 h 60"/>
                    <a:gd name="T70" fmla="*/ 40 w 58"/>
                    <a:gd name="T71" fmla="*/ 28 h 60"/>
                    <a:gd name="T72" fmla="*/ 45 w 58"/>
                    <a:gd name="T73" fmla="*/ 36 h 60"/>
                    <a:gd name="T74" fmla="*/ 50 w 58"/>
                    <a:gd name="T75" fmla="*/ 35 h 60"/>
                    <a:gd name="T76" fmla="*/ 43 w 58"/>
                    <a:gd name="T77" fmla="*/ 29 h 60"/>
                    <a:gd name="T78" fmla="*/ 44 w 58"/>
                    <a:gd name="T79" fmla="*/ 31 h 60"/>
                    <a:gd name="T80" fmla="*/ 42 w 58"/>
                    <a:gd name="T81" fmla="*/ 22 h 60"/>
                    <a:gd name="T82" fmla="*/ 47 w 58"/>
                    <a:gd name="T83" fmla="*/ 24 h 60"/>
                    <a:gd name="T84" fmla="*/ 38 w 58"/>
                    <a:gd name="T85" fmla="*/ 16 h 60"/>
                    <a:gd name="T86" fmla="*/ 38 w 58"/>
                    <a:gd name="T87" fmla="*/ 17 h 60"/>
                    <a:gd name="T88" fmla="*/ 33 w 58"/>
                    <a:gd name="T89" fmla="*/ 34 h 60"/>
                    <a:gd name="T90" fmla="*/ 33 w 58"/>
                    <a:gd name="T91" fmla="*/ 25 h 60"/>
                    <a:gd name="T92" fmla="*/ 24 w 58"/>
                    <a:gd name="T93" fmla="*/ 25 h 60"/>
                    <a:gd name="T94" fmla="*/ 28 w 58"/>
                    <a:gd name="T95" fmla="*/ 29 h 60"/>
                    <a:gd name="T96" fmla="*/ 32 w 58"/>
                    <a:gd name="T97" fmla="*/ 32 h 60"/>
                    <a:gd name="T98" fmla="*/ 31 w 58"/>
                    <a:gd name="T99" fmla="*/ 31 h 60"/>
                    <a:gd name="T100" fmla="*/ 30 w 58"/>
                    <a:gd name="T101" fmla="*/ 59 h 60"/>
                    <a:gd name="T102" fmla="*/ 27 w 58"/>
                    <a:gd name="T103" fmla="*/ 56 h 60"/>
                    <a:gd name="T104" fmla="*/ 37 w 58"/>
                    <a:gd name="T105" fmla="*/ 59 h 60"/>
                    <a:gd name="T106" fmla="*/ 45 w 58"/>
                    <a:gd name="T107" fmla="*/ 56 h 60"/>
                    <a:gd name="T108" fmla="*/ 41 w 58"/>
                    <a:gd name="T109" fmla="*/ 56 h 60"/>
                    <a:gd name="T110" fmla="*/ 31 w 58"/>
                    <a:gd name="T111" fmla="*/ 55 h 60"/>
                    <a:gd name="T112" fmla="*/ 28 w 58"/>
                    <a:gd name="T113" fmla="*/ 53 h 60"/>
                    <a:gd name="T114" fmla="*/ 10 w 58"/>
                    <a:gd name="T115" fmla="*/ 36 h 60"/>
                    <a:gd name="T116" fmla="*/ 6 w 58"/>
                    <a:gd name="T117" fmla="*/ 32 h 60"/>
                    <a:gd name="T118" fmla="*/ 2 w 58"/>
                    <a:gd name="T119" fmla="*/ 17 h 60"/>
                    <a:gd name="T120" fmla="*/ 24 w 58"/>
                    <a:gd name="T121" fmla="*/ 4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 h="60">
                      <a:moveTo>
                        <a:pt x="44" y="9"/>
                      </a:moveTo>
                      <a:cubicBezTo>
                        <a:pt x="44" y="9"/>
                        <a:pt x="44" y="9"/>
                        <a:pt x="44" y="9"/>
                      </a:cubicBezTo>
                      <a:cubicBezTo>
                        <a:pt x="44" y="8"/>
                        <a:pt x="42" y="8"/>
                        <a:pt x="42" y="8"/>
                      </a:cubicBezTo>
                      <a:cubicBezTo>
                        <a:pt x="40" y="8"/>
                        <a:pt x="39" y="8"/>
                        <a:pt x="38" y="7"/>
                      </a:cubicBezTo>
                      <a:cubicBezTo>
                        <a:pt x="38" y="7"/>
                        <a:pt x="38" y="7"/>
                        <a:pt x="38" y="7"/>
                      </a:cubicBezTo>
                      <a:cubicBezTo>
                        <a:pt x="37" y="7"/>
                        <a:pt x="37" y="7"/>
                        <a:pt x="37" y="7"/>
                      </a:cubicBezTo>
                      <a:cubicBezTo>
                        <a:pt x="36" y="7"/>
                        <a:pt x="36" y="7"/>
                        <a:pt x="36" y="8"/>
                      </a:cubicBezTo>
                      <a:cubicBezTo>
                        <a:pt x="36" y="8"/>
                        <a:pt x="35" y="8"/>
                        <a:pt x="35" y="8"/>
                      </a:cubicBezTo>
                      <a:cubicBezTo>
                        <a:pt x="34" y="8"/>
                        <a:pt x="34" y="7"/>
                        <a:pt x="33" y="7"/>
                      </a:cubicBezTo>
                      <a:cubicBezTo>
                        <a:pt x="32" y="7"/>
                        <a:pt x="32" y="8"/>
                        <a:pt x="32" y="9"/>
                      </a:cubicBezTo>
                      <a:cubicBezTo>
                        <a:pt x="31" y="9"/>
                        <a:pt x="30" y="9"/>
                        <a:pt x="30" y="9"/>
                      </a:cubicBezTo>
                      <a:cubicBezTo>
                        <a:pt x="29" y="9"/>
                        <a:pt x="28" y="8"/>
                        <a:pt x="28" y="9"/>
                      </a:cubicBezTo>
                      <a:cubicBezTo>
                        <a:pt x="28" y="10"/>
                        <a:pt x="28" y="10"/>
                        <a:pt x="28" y="10"/>
                      </a:cubicBezTo>
                      <a:cubicBezTo>
                        <a:pt x="28" y="11"/>
                        <a:pt x="29" y="11"/>
                        <a:pt x="29" y="11"/>
                      </a:cubicBezTo>
                      <a:cubicBezTo>
                        <a:pt x="30" y="11"/>
                        <a:pt x="28" y="12"/>
                        <a:pt x="29" y="12"/>
                      </a:cubicBezTo>
                      <a:cubicBezTo>
                        <a:pt x="30" y="13"/>
                        <a:pt x="30" y="12"/>
                        <a:pt x="30" y="12"/>
                      </a:cubicBezTo>
                      <a:cubicBezTo>
                        <a:pt x="30" y="12"/>
                        <a:pt x="31" y="13"/>
                        <a:pt x="31" y="13"/>
                      </a:cubicBezTo>
                      <a:cubicBezTo>
                        <a:pt x="31" y="13"/>
                        <a:pt x="32" y="13"/>
                        <a:pt x="32" y="14"/>
                      </a:cubicBezTo>
                      <a:cubicBezTo>
                        <a:pt x="32" y="14"/>
                        <a:pt x="33" y="15"/>
                        <a:pt x="32" y="15"/>
                      </a:cubicBezTo>
                      <a:cubicBezTo>
                        <a:pt x="32" y="14"/>
                        <a:pt x="31" y="14"/>
                        <a:pt x="31" y="14"/>
                      </a:cubicBezTo>
                      <a:cubicBezTo>
                        <a:pt x="31" y="13"/>
                        <a:pt x="30" y="13"/>
                        <a:pt x="30" y="13"/>
                      </a:cubicBezTo>
                      <a:cubicBezTo>
                        <a:pt x="29" y="13"/>
                        <a:pt x="28" y="12"/>
                        <a:pt x="28" y="13"/>
                      </a:cubicBezTo>
                      <a:cubicBezTo>
                        <a:pt x="28" y="14"/>
                        <a:pt x="29" y="14"/>
                        <a:pt x="29" y="15"/>
                      </a:cubicBezTo>
                      <a:cubicBezTo>
                        <a:pt x="30" y="15"/>
                        <a:pt x="30" y="16"/>
                        <a:pt x="29" y="16"/>
                      </a:cubicBezTo>
                      <a:cubicBezTo>
                        <a:pt x="28" y="15"/>
                        <a:pt x="28" y="14"/>
                        <a:pt x="27" y="14"/>
                      </a:cubicBezTo>
                      <a:cubicBezTo>
                        <a:pt x="26" y="14"/>
                        <a:pt x="25" y="13"/>
                        <a:pt x="26" y="14"/>
                      </a:cubicBezTo>
                      <a:cubicBezTo>
                        <a:pt x="26" y="15"/>
                        <a:pt x="27" y="16"/>
                        <a:pt x="28" y="17"/>
                      </a:cubicBezTo>
                      <a:cubicBezTo>
                        <a:pt x="27" y="17"/>
                        <a:pt x="26" y="16"/>
                        <a:pt x="26" y="16"/>
                      </a:cubicBezTo>
                      <a:cubicBezTo>
                        <a:pt x="25" y="16"/>
                        <a:pt x="25" y="15"/>
                        <a:pt x="25" y="14"/>
                      </a:cubicBezTo>
                      <a:cubicBezTo>
                        <a:pt x="25" y="13"/>
                        <a:pt x="24" y="13"/>
                        <a:pt x="23" y="12"/>
                      </a:cubicBezTo>
                      <a:cubicBezTo>
                        <a:pt x="22" y="12"/>
                        <a:pt x="22" y="12"/>
                        <a:pt x="23" y="11"/>
                      </a:cubicBezTo>
                      <a:cubicBezTo>
                        <a:pt x="23" y="11"/>
                        <a:pt x="23" y="10"/>
                        <a:pt x="22" y="10"/>
                      </a:cubicBezTo>
                      <a:cubicBezTo>
                        <a:pt x="22" y="10"/>
                        <a:pt x="22" y="11"/>
                        <a:pt x="21" y="11"/>
                      </a:cubicBezTo>
                      <a:cubicBezTo>
                        <a:pt x="21" y="12"/>
                        <a:pt x="20" y="11"/>
                        <a:pt x="20" y="12"/>
                      </a:cubicBezTo>
                      <a:cubicBezTo>
                        <a:pt x="21" y="12"/>
                        <a:pt x="21" y="12"/>
                        <a:pt x="21" y="13"/>
                      </a:cubicBezTo>
                      <a:cubicBezTo>
                        <a:pt x="21" y="13"/>
                        <a:pt x="21" y="13"/>
                        <a:pt x="20" y="14"/>
                      </a:cubicBezTo>
                      <a:cubicBezTo>
                        <a:pt x="20" y="15"/>
                        <a:pt x="20" y="15"/>
                        <a:pt x="21" y="16"/>
                      </a:cubicBezTo>
                      <a:cubicBezTo>
                        <a:pt x="21" y="16"/>
                        <a:pt x="21" y="17"/>
                        <a:pt x="22" y="17"/>
                      </a:cubicBezTo>
                      <a:cubicBezTo>
                        <a:pt x="22" y="18"/>
                        <a:pt x="22" y="18"/>
                        <a:pt x="22" y="19"/>
                      </a:cubicBezTo>
                      <a:cubicBezTo>
                        <a:pt x="23" y="20"/>
                        <a:pt x="24" y="20"/>
                        <a:pt x="25" y="21"/>
                      </a:cubicBezTo>
                      <a:cubicBezTo>
                        <a:pt x="25" y="22"/>
                        <a:pt x="26" y="22"/>
                        <a:pt x="25" y="23"/>
                      </a:cubicBezTo>
                      <a:cubicBezTo>
                        <a:pt x="25" y="23"/>
                        <a:pt x="24" y="24"/>
                        <a:pt x="24" y="23"/>
                      </a:cubicBezTo>
                      <a:cubicBezTo>
                        <a:pt x="24" y="23"/>
                        <a:pt x="24" y="23"/>
                        <a:pt x="24" y="23"/>
                      </a:cubicBezTo>
                      <a:cubicBezTo>
                        <a:pt x="24" y="23"/>
                        <a:pt x="24" y="21"/>
                        <a:pt x="23" y="22"/>
                      </a:cubicBezTo>
                      <a:cubicBezTo>
                        <a:pt x="23" y="22"/>
                        <a:pt x="23" y="22"/>
                        <a:pt x="23" y="22"/>
                      </a:cubicBezTo>
                      <a:cubicBezTo>
                        <a:pt x="22" y="22"/>
                        <a:pt x="22" y="22"/>
                        <a:pt x="22" y="23"/>
                      </a:cubicBezTo>
                      <a:cubicBezTo>
                        <a:pt x="22" y="23"/>
                        <a:pt x="23" y="24"/>
                        <a:pt x="23" y="25"/>
                      </a:cubicBezTo>
                      <a:cubicBezTo>
                        <a:pt x="22" y="26"/>
                        <a:pt x="21" y="25"/>
                        <a:pt x="20" y="25"/>
                      </a:cubicBezTo>
                      <a:cubicBezTo>
                        <a:pt x="20" y="26"/>
                        <a:pt x="20" y="26"/>
                        <a:pt x="21" y="26"/>
                      </a:cubicBezTo>
                      <a:cubicBezTo>
                        <a:pt x="21" y="26"/>
                        <a:pt x="21" y="26"/>
                        <a:pt x="22" y="26"/>
                      </a:cubicBezTo>
                      <a:cubicBezTo>
                        <a:pt x="22" y="27"/>
                        <a:pt x="23" y="27"/>
                        <a:pt x="23" y="27"/>
                      </a:cubicBezTo>
                      <a:cubicBezTo>
                        <a:pt x="23" y="27"/>
                        <a:pt x="23" y="27"/>
                        <a:pt x="24" y="27"/>
                      </a:cubicBezTo>
                      <a:cubicBezTo>
                        <a:pt x="24" y="28"/>
                        <a:pt x="24" y="27"/>
                        <a:pt x="25" y="28"/>
                      </a:cubicBezTo>
                      <a:cubicBezTo>
                        <a:pt x="25" y="28"/>
                        <a:pt x="25" y="28"/>
                        <a:pt x="26" y="29"/>
                      </a:cubicBezTo>
                      <a:cubicBezTo>
                        <a:pt x="26" y="29"/>
                        <a:pt x="26" y="29"/>
                        <a:pt x="27" y="29"/>
                      </a:cubicBezTo>
                      <a:cubicBezTo>
                        <a:pt x="27" y="29"/>
                        <a:pt x="27" y="29"/>
                        <a:pt x="27" y="30"/>
                      </a:cubicBezTo>
                      <a:cubicBezTo>
                        <a:pt x="28" y="31"/>
                        <a:pt x="30" y="30"/>
                        <a:pt x="30" y="32"/>
                      </a:cubicBezTo>
                      <a:cubicBezTo>
                        <a:pt x="30" y="33"/>
                        <a:pt x="30" y="33"/>
                        <a:pt x="30" y="34"/>
                      </a:cubicBezTo>
                      <a:cubicBezTo>
                        <a:pt x="30" y="34"/>
                        <a:pt x="31" y="35"/>
                        <a:pt x="30" y="36"/>
                      </a:cubicBezTo>
                      <a:cubicBezTo>
                        <a:pt x="30" y="36"/>
                        <a:pt x="29" y="35"/>
                        <a:pt x="29" y="35"/>
                      </a:cubicBezTo>
                      <a:cubicBezTo>
                        <a:pt x="29" y="34"/>
                        <a:pt x="28" y="34"/>
                        <a:pt x="28" y="34"/>
                      </a:cubicBezTo>
                      <a:cubicBezTo>
                        <a:pt x="27" y="33"/>
                        <a:pt x="27" y="33"/>
                        <a:pt x="27" y="33"/>
                      </a:cubicBezTo>
                      <a:cubicBezTo>
                        <a:pt x="26" y="33"/>
                        <a:pt x="25" y="33"/>
                        <a:pt x="24" y="33"/>
                      </a:cubicBezTo>
                      <a:cubicBezTo>
                        <a:pt x="22" y="34"/>
                        <a:pt x="24" y="34"/>
                        <a:pt x="24" y="35"/>
                      </a:cubicBezTo>
                      <a:cubicBezTo>
                        <a:pt x="24" y="36"/>
                        <a:pt x="24" y="37"/>
                        <a:pt x="25" y="37"/>
                      </a:cubicBezTo>
                      <a:cubicBezTo>
                        <a:pt x="25" y="37"/>
                        <a:pt x="26" y="37"/>
                        <a:pt x="26" y="38"/>
                      </a:cubicBezTo>
                      <a:cubicBezTo>
                        <a:pt x="26" y="38"/>
                        <a:pt x="25" y="38"/>
                        <a:pt x="25" y="38"/>
                      </a:cubicBezTo>
                      <a:cubicBezTo>
                        <a:pt x="25" y="38"/>
                        <a:pt x="24" y="40"/>
                        <a:pt x="24" y="39"/>
                      </a:cubicBezTo>
                      <a:cubicBezTo>
                        <a:pt x="23" y="39"/>
                        <a:pt x="24" y="38"/>
                        <a:pt x="24" y="38"/>
                      </a:cubicBezTo>
                      <a:cubicBezTo>
                        <a:pt x="23" y="37"/>
                        <a:pt x="23" y="37"/>
                        <a:pt x="23" y="37"/>
                      </a:cubicBezTo>
                      <a:cubicBezTo>
                        <a:pt x="22" y="37"/>
                        <a:pt x="22" y="37"/>
                        <a:pt x="22" y="37"/>
                      </a:cubicBezTo>
                      <a:cubicBezTo>
                        <a:pt x="21" y="38"/>
                        <a:pt x="22" y="38"/>
                        <a:pt x="22" y="39"/>
                      </a:cubicBezTo>
                      <a:cubicBezTo>
                        <a:pt x="22" y="40"/>
                        <a:pt x="23" y="41"/>
                        <a:pt x="23" y="41"/>
                      </a:cubicBezTo>
                      <a:cubicBezTo>
                        <a:pt x="23" y="41"/>
                        <a:pt x="24" y="43"/>
                        <a:pt x="24" y="44"/>
                      </a:cubicBezTo>
                      <a:cubicBezTo>
                        <a:pt x="24" y="44"/>
                        <a:pt x="24" y="44"/>
                        <a:pt x="24" y="45"/>
                      </a:cubicBezTo>
                      <a:cubicBezTo>
                        <a:pt x="24" y="46"/>
                        <a:pt x="24" y="46"/>
                        <a:pt x="24" y="47"/>
                      </a:cubicBezTo>
                      <a:cubicBezTo>
                        <a:pt x="24" y="47"/>
                        <a:pt x="23" y="46"/>
                        <a:pt x="23" y="45"/>
                      </a:cubicBezTo>
                      <a:cubicBezTo>
                        <a:pt x="23" y="45"/>
                        <a:pt x="22" y="45"/>
                        <a:pt x="22" y="45"/>
                      </a:cubicBezTo>
                      <a:cubicBezTo>
                        <a:pt x="22" y="44"/>
                        <a:pt x="22" y="44"/>
                        <a:pt x="22" y="44"/>
                      </a:cubicBezTo>
                      <a:cubicBezTo>
                        <a:pt x="22" y="43"/>
                        <a:pt x="22" y="43"/>
                        <a:pt x="21" y="43"/>
                      </a:cubicBezTo>
                      <a:cubicBezTo>
                        <a:pt x="21" y="43"/>
                        <a:pt x="21" y="43"/>
                        <a:pt x="21" y="44"/>
                      </a:cubicBezTo>
                      <a:cubicBezTo>
                        <a:pt x="20" y="44"/>
                        <a:pt x="20" y="44"/>
                        <a:pt x="20" y="45"/>
                      </a:cubicBezTo>
                      <a:cubicBezTo>
                        <a:pt x="20" y="45"/>
                        <a:pt x="20" y="46"/>
                        <a:pt x="20" y="46"/>
                      </a:cubicBezTo>
                      <a:cubicBezTo>
                        <a:pt x="19" y="46"/>
                        <a:pt x="19" y="45"/>
                        <a:pt x="19" y="44"/>
                      </a:cubicBezTo>
                      <a:cubicBezTo>
                        <a:pt x="19" y="43"/>
                        <a:pt x="18" y="43"/>
                        <a:pt x="17" y="42"/>
                      </a:cubicBezTo>
                      <a:cubicBezTo>
                        <a:pt x="17" y="42"/>
                        <a:pt x="17" y="41"/>
                        <a:pt x="16" y="41"/>
                      </a:cubicBezTo>
                      <a:cubicBezTo>
                        <a:pt x="16" y="42"/>
                        <a:pt x="16" y="43"/>
                        <a:pt x="16" y="44"/>
                      </a:cubicBezTo>
                      <a:cubicBezTo>
                        <a:pt x="16" y="44"/>
                        <a:pt x="16" y="44"/>
                        <a:pt x="15" y="44"/>
                      </a:cubicBezTo>
                      <a:cubicBezTo>
                        <a:pt x="15" y="44"/>
                        <a:pt x="15" y="43"/>
                        <a:pt x="15" y="43"/>
                      </a:cubicBezTo>
                      <a:cubicBezTo>
                        <a:pt x="15" y="43"/>
                        <a:pt x="15" y="43"/>
                        <a:pt x="15" y="43"/>
                      </a:cubicBezTo>
                      <a:cubicBezTo>
                        <a:pt x="14" y="43"/>
                        <a:pt x="15" y="42"/>
                        <a:pt x="14" y="42"/>
                      </a:cubicBezTo>
                      <a:cubicBezTo>
                        <a:pt x="14" y="42"/>
                        <a:pt x="14" y="42"/>
                        <a:pt x="14" y="41"/>
                      </a:cubicBezTo>
                      <a:cubicBezTo>
                        <a:pt x="13" y="41"/>
                        <a:pt x="14" y="40"/>
                        <a:pt x="14" y="39"/>
                      </a:cubicBezTo>
                      <a:cubicBezTo>
                        <a:pt x="15" y="38"/>
                        <a:pt x="14" y="38"/>
                        <a:pt x="13" y="37"/>
                      </a:cubicBezTo>
                      <a:cubicBezTo>
                        <a:pt x="13" y="36"/>
                        <a:pt x="12" y="36"/>
                        <a:pt x="12" y="36"/>
                      </a:cubicBezTo>
                      <a:cubicBezTo>
                        <a:pt x="12" y="35"/>
                        <a:pt x="12" y="35"/>
                        <a:pt x="11" y="35"/>
                      </a:cubicBezTo>
                      <a:cubicBezTo>
                        <a:pt x="11" y="35"/>
                        <a:pt x="11" y="35"/>
                        <a:pt x="10" y="34"/>
                      </a:cubicBezTo>
                      <a:cubicBezTo>
                        <a:pt x="10" y="34"/>
                        <a:pt x="11" y="33"/>
                        <a:pt x="12" y="33"/>
                      </a:cubicBezTo>
                      <a:cubicBezTo>
                        <a:pt x="12" y="32"/>
                        <a:pt x="12" y="31"/>
                        <a:pt x="13" y="31"/>
                      </a:cubicBezTo>
                      <a:cubicBezTo>
                        <a:pt x="14" y="31"/>
                        <a:pt x="14" y="32"/>
                        <a:pt x="15" y="31"/>
                      </a:cubicBezTo>
                      <a:cubicBezTo>
                        <a:pt x="15" y="30"/>
                        <a:pt x="16" y="30"/>
                        <a:pt x="17" y="31"/>
                      </a:cubicBezTo>
                      <a:cubicBezTo>
                        <a:pt x="17" y="31"/>
                        <a:pt x="18" y="31"/>
                        <a:pt x="18" y="31"/>
                      </a:cubicBezTo>
                      <a:cubicBezTo>
                        <a:pt x="19" y="32"/>
                        <a:pt x="19" y="32"/>
                        <a:pt x="20" y="32"/>
                      </a:cubicBezTo>
                      <a:cubicBezTo>
                        <a:pt x="20" y="32"/>
                        <a:pt x="21" y="32"/>
                        <a:pt x="21" y="33"/>
                      </a:cubicBezTo>
                      <a:cubicBezTo>
                        <a:pt x="21" y="33"/>
                        <a:pt x="22" y="33"/>
                        <a:pt x="22" y="34"/>
                      </a:cubicBezTo>
                      <a:cubicBezTo>
                        <a:pt x="23" y="34"/>
                        <a:pt x="22" y="32"/>
                        <a:pt x="23" y="32"/>
                      </a:cubicBezTo>
                      <a:cubicBezTo>
                        <a:pt x="23" y="32"/>
                        <a:pt x="25" y="33"/>
                        <a:pt x="24" y="32"/>
                      </a:cubicBezTo>
                      <a:cubicBezTo>
                        <a:pt x="24" y="31"/>
                        <a:pt x="22" y="31"/>
                        <a:pt x="22" y="31"/>
                      </a:cubicBezTo>
                      <a:cubicBezTo>
                        <a:pt x="22" y="31"/>
                        <a:pt x="21" y="30"/>
                        <a:pt x="21" y="30"/>
                      </a:cubicBezTo>
                      <a:cubicBezTo>
                        <a:pt x="20" y="30"/>
                        <a:pt x="21" y="30"/>
                        <a:pt x="20" y="31"/>
                      </a:cubicBezTo>
                      <a:cubicBezTo>
                        <a:pt x="20" y="30"/>
                        <a:pt x="20" y="30"/>
                        <a:pt x="19" y="30"/>
                      </a:cubicBezTo>
                      <a:cubicBezTo>
                        <a:pt x="19" y="29"/>
                        <a:pt x="19" y="30"/>
                        <a:pt x="19" y="30"/>
                      </a:cubicBezTo>
                      <a:cubicBezTo>
                        <a:pt x="18" y="30"/>
                        <a:pt x="18" y="30"/>
                        <a:pt x="18" y="30"/>
                      </a:cubicBezTo>
                      <a:cubicBezTo>
                        <a:pt x="17" y="30"/>
                        <a:pt x="16" y="30"/>
                        <a:pt x="16" y="30"/>
                      </a:cubicBezTo>
                      <a:cubicBezTo>
                        <a:pt x="15" y="30"/>
                        <a:pt x="15" y="30"/>
                        <a:pt x="15" y="30"/>
                      </a:cubicBezTo>
                      <a:cubicBezTo>
                        <a:pt x="15" y="30"/>
                        <a:pt x="15" y="30"/>
                        <a:pt x="15" y="30"/>
                      </a:cubicBezTo>
                      <a:cubicBezTo>
                        <a:pt x="15" y="30"/>
                        <a:pt x="14" y="30"/>
                        <a:pt x="14" y="30"/>
                      </a:cubicBezTo>
                      <a:cubicBezTo>
                        <a:pt x="12" y="30"/>
                        <a:pt x="13" y="29"/>
                        <a:pt x="12" y="29"/>
                      </a:cubicBezTo>
                      <a:cubicBezTo>
                        <a:pt x="11" y="30"/>
                        <a:pt x="12" y="30"/>
                        <a:pt x="11" y="30"/>
                      </a:cubicBezTo>
                      <a:cubicBezTo>
                        <a:pt x="10" y="31"/>
                        <a:pt x="11" y="29"/>
                        <a:pt x="10" y="29"/>
                      </a:cubicBezTo>
                      <a:cubicBezTo>
                        <a:pt x="10" y="29"/>
                        <a:pt x="10" y="28"/>
                        <a:pt x="10" y="28"/>
                      </a:cubicBezTo>
                      <a:cubicBezTo>
                        <a:pt x="10" y="28"/>
                        <a:pt x="10" y="28"/>
                        <a:pt x="9" y="28"/>
                      </a:cubicBezTo>
                      <a:cubicBezTo>
                        <a:pt x="9" y="27"/>
                        <a:pt x="9" y="27"/>
                        <a:pt x="9" y="27"/>
                      </a:cubicBezTo>
                      <a:cubicBezTo>
                        <a:pt x="9" y="27"/>
                        <a:pt x="9" y="27"/>
                        <a:pt x="9" y="27"/>
                      </a:cubicBezTo>
                      <a:cubicBezTo>
                        <a:pt x="9" y="26"/>
                        <a:pt x="9" y="26"/>
                        <a:pt x="9" y="26"/>
                      </a:cubicBezTo>
                      <a:cubicBezTo>
                        <a:pt x="8" y="26"/>
                        <a:pt x="8" y="26"/>
                        <a:pt x="9" y="25"/>
                      </a:cubicBezTo>
                      <a:cubicBezTo>
                        <a:pt x="9" y="25"/>
                        <a:pt x="9" y="25"/>
                        <a:pt x="9" y="25"/>
                      </a:cubicBezTo>
                      <a:cubicBezTo>
                        <a:pt x="10" y="25"/>
                        <a:pt x="10" y="25"/>
                        <a:pt x="10" y="25"/>
                      </a:cubicBezTo>
                      <a:cubicBezTo>
                        <a:pt x="10" y="26"/>
                        <a:pt x="11" y="26"/>
                        <a:pt x="11" y="25"/>
                      </a:cubicBezTo>
                      <a:cubicBezTo>
                        <a:pt x="11" y="24"/>
                        <a:pt x="11" y="24"/>
                        <a:pt x="10" y="24"/>
                      </a:cubicBezTo>
                      <a:cubicBezTo>
                        <a:pt x="10" y="24"/>
                        <a:pt x="9" y="24"/>
                        <a:pt x="9" y="24"/>
                      </a:cubicBezTo>
                      <a:cubicBezTo>
                        <a:pt x="9" y="24"/>
                        <a:pt x="9" y="24"/>
                        <a:pt x="8" y="24"/>
                      </a:cubicBezTo>
                      <a:cubicBezTo>
                        <a:pt x="8" y="24"/>
                        <a:pt x="8" y="24"/>
                        <a:pt x="7" y="24"/>
                      </a:cubicBezTo>
                      <a:cubicBezTo>
                        <a:pt x="7" y="23"/>
                        <a:pt x="7" y="23"/>
                        <a:pt x="7" y="23"/>
                      </a:cubicBezTo>
                      <a:cubicBezTo>
                        <a:pt x="6" y="23"/>
                        <a:pt x="6" y="22"/>
                        <a:pt x="6" y="22"/>
                      </a:cubicBezTo>
                      <a:cubicBezTo>
                        <a:pt x="6" y="22"/>
                        <a:pt x="5" y="22"/>
                        <a:pt x="5" y="22"/>
                      </a:cubicBezTo>
                      <a:cubicBezTo>
                        <a:pt x="5" y="21"/>
                        <a:pt x="5" y="21"/>
                        <a:pt x="5" y="21"/>
                      </a:cubicBezTo>
                      <a:cubicBezTo>
                        <a:pt x="5" y="20"/>
                        <a:pt x="5" y="20"/>
                        <a:pt x="4" y="20"/>
                      </a:cubicBezTo>
                      <a:cubicBezTo>
                        <a:pt x="4" y="19"/>
                        <a:pt x="4" y="19"/>
                        <a:pt x="4" y="19"/>
                      </a:cubicBezTo>
                      <a:cubicBezTo>
                        <a:pt x="5" y="19"/>
                        <a:pt x="5" y="19"/>
                        <a:pt x="5" y="18"/>
                      </a:cubicBezTo>
                      <a:cubicBezTo>
                        <a:pt x="5" y="18"/>
                        <a:pt x="5" y="18"/>
                        <a:pt x="5" y="18"/>
                      </a:cubicBezTo>
                      <a:cubicBezTo>
                        <a:pt x="5" y="17"/>
                        <a:pt x="6" y="18"/>
                        <a:pt x="6" y="17"/>
                      </a:cubicBezTo>
                      <a:cubicBezTo>
                        <a:pt x="6" y="17"/>
                        <a:pt x="6" y="17"/>
                        <a:pt x="5" y="17"/>
                      </a:cubicBezTo>
                      <a:cubicBezTo>
                        <a:pt x="5" y="17"/>
                        <a:pt x="5" y="16"/>
                        <a:pt x="5" y="16"/>
                      </a:cubicBezTo>
                      <a:cubicBezTo>
                        <a:pt x="5" y="15"/>
                        <a:pt x="6" y="15"/>
                        <a:pt x="7" y="15"/>
                      </a:cubicBezTo>
                      <a:cubicBezTo>
                        <a:pt x="8" y="15"/>
                        <a:pt x="8" y="14"/>
                        <a:pt x="8" y="13"/>
                      </a:cubicBezTo>
                      <a:cubicBezTo>
                        <a:pt x="8" y="13"/>
                        <a:pt x="8" y="13"/>
                        <a:pt x="8" y="12"/>
                      </a:cubicBezTo>
                      <a:cubicBezTo>
                        <a:pt x="9" y="12"/>
                        <a:pt x="9" y="12"/>
                        <a:pt x="9" y="12"/>
                      </a:cubicBezTo>
                      <a:cubicBezTo>
                        <a:pt x="10" y="11"/>
                        <a:pt x="10" y="11"/>
                        <a:pt x="10" y="10"/>
                      </a:cubicBezTo>
                      <a:cubicBezTo>
                        <a:pt x="10" y="10"/>
                        <a:pt x="9" y="9"/>
                        <a:pt x="9" y="9"/>
                      </a:cubicBezTo>
                      <a:cubicBezTo>
                        <a:pt x="9" y="9"/>
                        <a:pt x="10" y="9"/>
                        <a:pt x="10" y="8"/>
                      </a:cubicBezTo>
                      <a:cubicBezTo>
                        <a:pt x="10" y="8"/>
                        <a:pt x="11" y="8"/>
                        <a:pt x="11" y="8"/>
                      </a:cubicBezTo>
                      <a:cubicBezTo>
                        <a:pt x="12" y="8"/>
                        <a:pt x="12" y="8"/>
                        <a:pt x="13" y="8"/>
                      </a:cubicBezTo>
                      <a:cubicBezTo>
                        <a:pt x="13" y="8"/>
                        <a:pt x="13" y="8"/>
                        <a:pt x="14" y="8"/>
                      </a:cubicBezTo>
                      <a:cubicBezTo>
                        <a:pt x="14" y="8"/>
                        <a:pt x="14" y="8"/>
                        <a:pt x="14" y="8"/>
                      </a:cubicBezTo>
                      <a:cubicBezTo>
                        <a:pt x="14" y="8"/>
                        <a:pt x="15" y="8"/>
                        <a:pt x="15" y="7"/>
                      </a:cubicBezTo>
                      <a:cubicBezTo>
                        <a:pt x="15" y="7"/>
                        <a:pt x="15" y="7"/>
                        <a:pt x="16" y="6"/>
                      </a:cubicBezTo>
                      <a:cubicBezTo>
                        <a:pt x="16" y="6"/>
                        <a:pt x="17" y="6"/>
                        <a:pt x="17" y="6"/>
                      </a:cubicBezTo>
                      <a:cubicBezTo>
                        <a:pt x="18" y="6"/>
                        <a:pt x="18" y="6"/>
                        <a:pt x="19" y="6"/>
                      </a:cubicBezTo>
                      <a:cubicBezTo>
                        <a:pt x="20" y="6"/>
                        <a:pt x="20" y="6"/>
                        <a:pt x="21" y="5"/>
                      </a:cubicBezTo>
                      <a:cubicBezTo>
                        <a:pt x="21" y="4"/>
                        <a:pt x="23" y="4"/>
                        <a:pt x="24" y="4"/>
                      </a:cubicBezTo>
                      <a:cubicBezTo>
                        <a:pt x="24" y="4"/>
                        <a:pt x="25" y="4"/>
                        <a:pt x="25" y="3"/>
                      </a:cubicBezTo>
                      <a:cubicBezTo>
                        <a:pt x="26" y="3"/>
                        <a:pt x="27" y="4"/>
                        <a:pt x="28" y="3"/>
                      </a:cubicBezTo>
                      <a:cubicBezTo>
                        <a:pt x="28" y="3"/>
                        <a:pt x="29" y="3"/>
                        <a:pt x="29" y="3"/>
                      </a:cubicBezTo>
                      <a:cubicBezTo>
                        <a:pt x="30" y="2"/>
                        <a:pt x="30" y="2"/>
                        <a:pt x="31" y="2"/>
                      </a:cubicBezTo>
                      <a:cubicBezTo>
                        <a:pt x="31" y="2"/>
                        <a:pt x="31" y="2"/>
                        <a:pt x="31" y="2"/>
                      </a:cubicBezTo>
                      <a:cubicBezTo>
                        <a:pt x="31" y="2"/>
                        <a:pt x="31" y="2"/>
                        <a:pt x="32" y="2"/>
                      </a:cubicBezTo>
                      <a:cubicBezTo>
                        <a:pt x="32" y="2"/>
                        <a:pt x="32" y="2"/>
                        <a:pt x="32" y="2"/>
                      </a:cubicBezTo>
                      <a:cubicBezTo>
                        <a:pt x="33" y="2"/>
                        <a:pt x="33" y="2"/>
                        <a:pt x="34" y="2"/>
                      </a:cubicBezTo>
                      <a:cubicBezTo>
                        <a:pt x="34" y="3"/>
                        <a:pt x="34" y="3"/>
                        <a:pt x="34" y="3"/>
                      </a:cubicBezTo>
                      <a:cubicBezTo>
                        <a:pt x="34" y="3"/>
                        <a:pt x="35" y="3"/>
                        <a:pt x="35" y="4"/>
                      </a:cubicBezTo>
                      <a:cubicBezTo>
                        <a:pt x="36" y="3"/>
                        <a:pt x="38" y="4"/>
                        <a:pt x="38" y="5"/>
                      </a:cubicBezTo>
                      <a:cubicBezTo>
                        <a:pt x="39" y="5"/>
                        <a:pt x="41" y="4"/>
                        <a:pt x="42" y="4"/>
                      </a:cubicBezTo>
                      <a:cubicBezTo>
                        <a:pt x="43" y="4"/>
                        <a:pt x="45" y="4"/>
                        <a:pt x="45" y="2"/>
                      </a:cubicBezTo>
                      <a:cubicBezTo>
                        <a:pt x="45" y="2"/>
                        <a:pt x="44" y="2"/>
                        <a:pt x="44" y="1"/>
                      </a:cubicBezTo>
                      <a:cubicBezTo>
                        <a:pt x="44" y="1"/>
                        <a:pt x="44" y="0"/>
                        <a:pt x="45" y="0"/>
                      </a:cubicBezTo>
                      <a:cubicBezTo>
                        <a:pt x="46" y="0"/>
                        <a:pt x="47" y="1"/>
                        <a:pt x="47" y="2"/>
                      </a:cubicBezTo>
                      <a:cubicBezTo>
                        <a:pt x="48" y="2"/>
                        <a:pt x="48" y="3"/>
                        <a:pt x="48" y="3"/>
                      </a:cubicBezTo>
                      <a:cubicBezTo>
                        <a:pt x="48" y="4"/>
                        <a:pt x="47" y="4"/>
                        <a:pt x="47" y="4"/>
                      </a:cubicBezTo>
                      <a:cubicBezTo>
                        <a:pt x="47" y="4"/>
                        <a:pt x="46" y="5"/>
                        <a:pt x="46" y="5"/>
                      </a:cubicBezTo>
                      <a:cubicBezTo>
                        <a:pt x="45" y="5"/>
                        <a:pt x="45" y="6"/>
                        <a:pt x="46" y="6"/>
                      </a:cubicBezTo>
                      <a:cubicBezTo>
                        <a:pt x="46" y="7"/>
                        <a:pt x="46" y="7"/>
                        <a:pt x="45" y="8"/>
                      </a:cubicBezTo>
                      <a:cubicBezTo>
                        <a:pt x="45" y="8"/>
                        <a:pt x="45" y="8"/>
                        <a:pt x="45" y="8"/>
                      </a:cubicBezTo>
                      <a:cubicBezTo>
                        <a:pt x="44" y="9"/>
                        <a:pt x="44" y="9"/>
                        <a:pt x="44" y="9"/>
                      </a:cubicBezTo>
                      <a:close/>
                      <a:moveTo>
                        <a:pt x="51" y="55"/>
                      </a:moveTo>
                      <a:cubicBezTo>
                        <a:pt x="50" y="55"/>
                        <a:pt x="50" y="55"/>
                        <a:pt x="50" y="55"/>
                      </a:cubicBezTo>
                      <a:cubicBezTo>
                        <a:pt x="50" y="55"/>
                        <a:pt x="50" y="55"/>
                        <a:pt x="50" y="55"/>
                      </a:cubicBezTo>
                      <a:cubicBezTo>
                        <a:pt x="49" y="55"/>
                        <a:pt x="49" y="55"/>
                        <a:pt x="49" y="55"/>
                      </a:cubicBezTo>
                      <a:cubicBezTo>
                        <a:pt x="50" y="56"/>
                        <a:pt x="50" y="56"/>
                        <a:pt x="50" y="56"/>
                      </a:cubicBezTo>
                      <a:cubicBezTo>
                        <a:pt x="50" y="55"/>
                        <a:pt x="50" y="55"/>
                        <a:pt x="51" y="55"/>
                      </a:cubicBezTo>
                      <a:cubicBezTo>
                        <a:pt x="50" y="55"/>
                        <a:pt x="50" y="55"/>
                        <a:pt x="50" y="55"/>
                      </a:cubicBezTo>
                      <a:lnTo>
                        <a:pt x="51" y="55"/>
                      </a:lnTo>
                      <a:close/>
                      <a:moveTo>
                        <a:pt x="54" y="48"/>
                      </a:moveTo>
                      <a:cubicBezTo>
                        <a:pt x="54" y="48"/>
                        <a:pt x="54" y="48"/>
                        <a:pt x="54" y="48"/>
                      </a:cubicBezTo>
                      <a:cubicBezTo>
                        <a:pt x="54" y="48"/>
                        <a:pt x="54" y="48"/>
                        <a:pt x="54" y="48"/>
                      </a:cubicBezTo>
                      <a:cubicBezTo>
                        <a:pt x="54" y="48"/>
                        <a:pt x="54" y="48"/>
                        <a:pt x="54" y="48"/>
                      </a:cubicBezTo>
                      <a:close/>
                      <a:moveTo>
                        <a:pt x="55" y="47"/>
                      </a:moveTo>
                      <a:cubicBezTo>
                        <a:pt x="55" y="48"/>
                        <a:pt x="55" y="48"/>
                        <a:pt x="55" y="48"/>
                      </a:cubicBezTo>
                      <a:cubicBezTo>
                        <a:pt x="55" y="48"/>
                        <a:pt x="55" y="48"/>
                        <a:pt x="55" y="48"/>
                      </a:cubicBezTo>
                      <a:lnTo>
                        <a:pt x="55" y="47"/>
                      </a:lnTo>
                      <a:close/>
                      <a:moveTo>
                        <a:pt x="42" y="47"/>
                      </a:moveTo>
                      <a:cubicBezTo>
                        <a:pt x="42" y="47"/>
                        <a:pt x="42" y="47"/>
                        <a:pt x="42" y="47"/>
                      </a:cubicBezTo>
                      <a:cubicBezTo>
                        <a:pt x="42" y="47"/>
                        <a:pt x="42" y="47"/>
                        <a:pt x="42" y="47"/>
                      </a:cubicBezTo>
                      <a:cubicBezTo>
                        <a:pt x="42" y="47"/>
                        <a:pt x="42" y="47"/>
                        <a:pt x="42" y="47"/>
                      </a:cubicBezTo>
                      <a:cubicBezTo>
                        <a:pt x="42" y="47"/>
                        <a:pt x="42" y="47"/>
                        <a:pt x="42" y="47"/>
                      </a:cubicBezTo>
                      <a:cubicBezTo>
                        <a:pt x="43" y="47"/>
                        <a:pt x="43" y="47"/>
                        <a:pt x="43" y="47"/>
                      </a:cubicBezTo>
                      <a:cubicBezTo>
                        <a:pt x="43" y="47"/>
                        <a:pt x="43" y="47"/>
                        <a:pt x="43" y="47"/>
                      </a:cubicBezTo>
                      <a:lnTo>
                        <a:pt x="42" y="47"/>
                      </a:lnTo>
                      <a:close/>
                      <a:moveTo>
                        <a:pt x="52" y="45"/>
                      </a:moveTo>
                      <a:cubicBezTo>
                        <a:pt x="51" y="45"/>
                        <a:pt x="51" y="45"/>
                        <a:pt x="51" y="45"/>
                      </a:cubicBezTo>
                      <a:cubicBezTo>
                        <a:pt x="51" y="45"/>
                        <a:pt x="51" y="45"/>
                        <a:pt x="51" y="45"/>
                      </a:cubicBezTo>
                      <a:cubicBezTo>
                        <a:pt x="51" y="45"/>
                        <a:pt x="51" y="45"/>
                        <a:pt x="51" y="45"/>
                      </a:cubicBezTo>
                      <a:cubicBezTo>
                        <a:pt x="51" y="45"/>
                        <a:pt x="51" y="45"/>
                        <a:pt x="51" y="45"/>
                      </a:cubicBezTo>
                      <a:cubicBezTo>
                        <a:pt x="51" y="45"/>
                        <a:pt x="51" y="45"/>
                        <a:pt x="51" y="45"/>
                      </a:cubicBezTo>
                      <a:lnTo>
                        <a:pt x="52" y="45"/>
                      </a:lnTo>
                      <a:close/>
                      <a:moveTo>
                        <a:pt x="37" y="45"/>
                      </a:moveTo>
                      <a:cubicBezTo>
                        <a:pt x="36" y="45"/>
                        <a:pt x="36" y="45"/>
                        <a:pt x="36" y="45"/>
                      </a:cubicBezTo>
                      <a:cubicBezTo>
                        <a:pt x="36" y="45"/>
                        <a:pt x="36" y="45"/>
                        <a:pt x="36" y="45"/>
                      </a:cubicBezTo>
                      <a:cubicBezTo>
                        <a:pt x="36" y="45"/>
                        <a:pt x="36" y="45"/>
                        <a:pt x="37" y="45"/>
                      </a:cubicBezTo>
                      <a:cubicBezTo>
                        <a:pt x="37" y="45"/>
                        <a:pt x="37" y="45"/>
                        <a:pt x="37" y="45"/>
                      </a:cubicBezTo>
                      <a:close/>
                      <a:moveTo>
                        <a:pt x="38" y="44"/>
                      </a:moveTo>
                      <a:cubicBezTo>
                        <a:pt x="38" y="44"/>
                        <a:pt x="38" y="44"/>
                        <a:pt x="38" y="44"/>
                      </a:cubicBezTo>
                      <a:cubicBezTo>
                        <a:pt x="38" y="44"/>
                        <a:pt x="38" y="44"/>
                        <a:pt x="38" y="44"/>
                      </a:cubicBezTo>
                      <a:cubicBezTo>
                        <a:pt x="38" y="44"/>
                        <a:pt x="38" y="44"/>
                        <a:pt x="38" y="44"/>
                      </a:cubicBezTo>
                      <a:cubicBezTo>
                        <a:pt x="38" y="45"/>
                        <a:pt x="38" y="45"/>
                        <a:pt x="38" y="45"/>
                      </a:cubicBezTo>
                      <a:cubicBezTo>
                        <a:pt x="38" y="45"/>
                        <a:pt x="38" y="45"/>
                        <a:pt x="38" y="45"/>
                      </a:cubicBezTo>
                      <a:cubicBezTo>
                        <a:pt x="38" y="45"/>
                        <a:pt x="38" y="45"/>
                        <a:pt x="38" y="45"/>
                      </a:cubicBezTo>
                      <a:lnTo>
                        <a:pt x="38" y="44"/>
                      </a:lnTo>
                      <a:close/>
                      <a:moveTo>
                        <a:pt x="35" y="44"/>
                      </a:moveTo>
                      <a:cubicBezTo>
                        <a:pt x="35" y="44"/>
                        <a:pt x="35" y="44"/>
                        <a:pt x="35" y="44"/>
                      </a:cubicBezTo>
                      <a:cubicBezTo>
                        <a:pt x="35" y="44"/>
                        <a:pt x="35" y="44"/>
                        <a:pt x="35" y="44"/>
                      </a:cubicBezTo>
                      <a:cubicBezTo>
                        <a:pt x="35" y="44"/>
                        <a:pt x="35" y="44"/>
                        <a:pt x="35" y="44"/>
                      </a:cubicBezTo>
                      <a:cubicBezTo>
                        <a:pt x="35" y="44"/>
                        <a:pt x="35" y="44"/>
                        <a:pt x="35" y="44"/>
                      </a:cubicBezTo>
                      <a:close/>
                      <a:moveTo>
                        <a:pt x="34" y="43"/>
                      </a:moveTo>
                      <a:cubicBezTo>
                        <a:pt x="34" y="43"/>
                        <a:pt x="34" y="43"/>
                        <a:pt x="34" y="43"/>
                      </a:cubicBezTo>
                      <a:cubicBezTo>
                        <a:pt x="34" y="44"/>
                        <a:pt x="34" y="44"/>
                        <a:pt x="34" y="44"/>
                      </a:cubicBezTo>
                      <a:cubicBezTo>
                        <a:pt x="34" y="44"/>
                        <a:pt x="34" y="44"/>
                        <a:pt x="34" y="44"/>
                      </a:cubicBezTo>
                      <a:cubicBezTo>
                        <a:pt x="35" y="43"/>
                        <a:pt x="35" y="43"/>
                        <a:pt x="35" y="43"/>
                      </a:cubicBezTo>
                      <a:cubicBezTo>
                        <a:pt x="34" y="43"/>
                        <a:pt x="34" y="43"/>
                        <a:pt x="34" y="43"/>
                      </a:cubicBezTo>
                      <a:close/>
                      <a:moveTo>
                        <a:pt x="40" y="43"/>
                      </a:moveTo>
                      <a:cubicBezTo>
                        <a:pt x="40" y="43"/>
                        <a:pt x="40" y="43"/>
                        <a:pt x="40" y="43"/>
                      </a:cubicBezTo>
                      <a:cubicBezTo>
                        <a:pt x="40" y="43"/>
                        <a:pt x="40" y="43"/>
                        <a:pt x="40" y="43"/>
                      </a:cubicBezTo>
                      <a:cubicBezTo>
                        <a:pt x="40" y="43"/>
                        <a:pt x="40" y="43"/>
                        <a:pt x="40" y="43"/>
                      </a:cubicBezTo>
                      <a:close/>
                      <a:moveTo>
                        <a:pt x="42" y="43"/>
                      </a:moveTo>
                      <a:cubicBezTo>
                        <a:pt x="41" y="43"/>
                        <a:pt x="41" y="43"/>
                        <a:pt x="41" y="43"/>
                      </a:cubicBezTo>
                      <a:cubicBezTo>
                        <a:pt x="41" y="43"/>
                        <a:pt x="41" y="43"/>
                        <a:pt x="41" y="43"/>
                      </a:cubicBezTo>
                      <a:cubicBezTo>
                        <a:pt x="41" y="43"/>
                        <a:pt x="41" y="43"/>
                        <a:pt x="41" y="43"/>
                      </a:cubicBezTo>
                      <a:lnTo>
                        <a:pt x="42" y="43"/>
                      </a:lnTo>
                      <a:close/>
                      <a:moveTo>
                        <a:pt x="51" y="42"/>
                      </a:moveTo>
                      <a:cubicBezTo>
                        <a:pt x="51" y="42"/>
                        <a:pt x="51" y="42"/>
                        <a:pt x="51" y="42"/>
                      </a:cubicBezTo>
                      <a:cubicBezTo>
                        <a:pt x="51" y="42"/>
                        <a:pt x="51" y="42"/>
                        <a:pt x="51" y="42"/>
                      </a:cubicBezTo>
                      <a:cubicBezTo>
                        <a:pt x="51" y="42"/>
                        <a:pt x="51" y="42"/>
                        <a:pt x="51" y="42"/>
                      </a:cubicBezTo>
                      <a:cubicBezTo>
                        <a:pt x="51" y="42"/>
                        <a:pt x="51" y="42"/>
                        <a:pt x="51" y="42"/>
                      </a:cubicBezTo>
                      <a:close/>
                      <a:moveTo>
                        <a:pt x="37" y="42"/>
                      </a:moveTo>
                      <a:cubicBezTo>
                        <a:pt x="38" y="42"/>
                        <a:pt x="38" y="42"/>
                        <a:pt x="38" y="42"/>
                      </a:cubicBezTo>
                      <a:cubicBezTo>
                        <a:pt x="37" y="42"/>
                        <a:pt x="37" y="42"/>
                        <a:pt x="37" y="42"/>
                      </a:cubicBezTo>
                      <a:cubicBezTo>
                        <a:pt x="37" y="42"/>
                        <a:pt x="37" y="42"/>
                        <a:pt x="37" y="42"/>
                      </a:cubicBezTo>
                      <a:cubicBezTo>
                        <a:pt x="38" y="42"/>
                        <a:pt x="38" y="42"/>
                        <a:pt x="38" y="42"/>
                      </a:cubicBezTo>
                      <a:cubicBezTo>
                        <a:pt x="38" y="42"/>
                        <a:pt x="38" y="42"/>
                        <a:pt x="38" y="42"/>
                      </a:cubicBezTo>
                      <a:lnTo>
                        <a:pt x="37" y="42"/>
                      </a:lnTo>
                      <a:close/>
                      <a:moveTo>
                        <a:pt x="35" y="42"/>
                      </a:moveTo>
                      <a:cubicBezTo>
                        <a:pt x="35" y="42"/>
                        <a:pt x="35" y="42"/>
                        <a:pt x="35" y="42"/>
                      </a:cubicBezTo>
                      <a:cubicBezTo>
                        <a:pt x="35" y="42"/>
                        <a:pt x="35" y="42"/>
                        <a:pt x="35" y="43"/>
                      </a:cubicBezTo>
                      <a:cubicBezTo>
                        <a:pt x="36" y="42"/>
                        <a:pt x="36" y="42"/>
                        <a:pt x="35" y="42"/>
                      </a:cubicBezTo>
                      <a:cubicBezTo>
                        <a:pt x="35" y="42"/>
                        <a:pt x="35" y="42"/>
                        <a:pt x="35" y="42"/>
                      </a:cubicBezTo>
                      <a:cubicBezTo>
                        <a:pt x="35" y="42"/>
                        <a:pt x="35" y="42"/>
                        <a:pt x="35" y="42"/>
                      </a:cubicBezTo>
                      <a:close/>
                      <a:moveTo>
                        <a:pt x="51" y="41"/>
                      </a:moveTo>
                      <a:cubicBezTo>
                        <a:pt x="51" y="41"/>
                        <a:pt x="51" y="41"/>
                        <a:pt x="51" y="41"/>
                      </a:cubicBezTo>
                      <a:cubicBezTo>
                        <a:pt x="51" y="41"/>
                        <a:pt x="51" y="41"/>
                        <a:pt x="51" y="41"/>
                      </a:cubicBezTo>
                      <a:cubicBezTo>
                        <a:pt x="51" y="41"/>
                        <a:pt x="51" y="41"/>
                        <a:pt x="51" y="41"/>
                      </a:cubicBezTo>
                      <a:close/>
                      <a:moveTo>
                        <a:pt x="42" y="41"/>
                      </a:moveTo>
                      <a:cubicBezTo>
                        <a:pt x="42" y="41"/>
                        <a:pt x="42" y="41"/>
                        <a:pt x="42" y="41"/>
                      </a:cubicBezTo>
                      <a:cubicBezTo>
                        <a:pt x="42" y="41"/>
                        <a:pt x="42" y="41"/>
                        <a:pt x="42" y="41"/>
                      </a:cubicBezTo>
                      <a:cubicBezTo>
                        <a:pt x="43" y="41"/>
                        <a:pt x="43" y="41"/>
                        <a:pt x="43" y="41"/>
                      </a:cubicBezTo>
                      <a:cubicBezTo>
                        <a:pt x="42" y="41"/>
                        <a:pt x="42" y="41"/>
                        <a:pt x="42" y="41"/>
                      </a:cubicBezTo>
                      <a:close/>
                      <a:moveTo>
                        <a:pt x="49" y="40"/>
                      </a:moveTo>
                      <a:cubicBezTo>
                        <a:pt x="49" y="40"/>
                        <a:pt x="49" y="40"/>
                        <a:pt x="49" y="40"/>
                      </a:cubicBezTo>
                      <a:cubicBezTo>
                        <a:pt x="49" y="40"/>
                        <a:pt x="49" y="40"/>
                        <a:pt x="49" y="40"/>
                      </a:cubicBezTo>
                      <a:cubicBezTo>
                        <a:pt x="49" y="40"/>
                        <a:pt x="49" y="40"/>
                        <a:pt x="49" y="40"/>
                      </a:cubicBezTo>
                      <a:cubicBezTo>
                        <a:pt x="49" y="41"/>
                        <a:pt x="49" y="41"/>
                        <a:pt x="49" y="41"/>
                      </a:cubicBezTo>
                      <a:cubicBezTo>
                        <a:pt x="49" y="41"/>
                        <a:pt x="49" y="41"/>
                        <a:pt x="49" y="41"/>
                      </a:cubicBezTo>
                      <a:cubicBezTo>
                        <a:pt x="49" y="41"/>
                        <a:pt x="49" y="41"/>
                        <a:pt x="49" y="41"/>
                      </a:cubicBezTo>
                      <a:cubicBezTo>
                        <a:pt x="49" y="41"/>
                        <a:pt x="49" y="41"/>
                        <a:pt x="49" y="41"/>
                      </a:cubicBezTo>
                      <a:cubicBezTo>
                        <a:pt x="49" y="41"/>
                        <a:pt x="49" y="41"/>
                        <a:pt x="49" y="41"/>
                      </a:cubicBezTo>
                      <a:cubicBezTo>
                        <a:pt x="49" y="40"/>
                        <a:pt x="49" y="40"/>
                        <a:pt x="49" y="40"/>
                      </a:cubicBezTo>
                      <a:cubicBezTo>
                        <a:pt x="49" y="40"/>
                        <a:pt x="49" y="40"/>
                        <a:pt x="49" y="40"/>
                      </a:cubicBezTo>
                      <a:cubicBezTo>
                        <a:pt x="49" y="40"/>
                        <a:pt x="49" y="40"/>
                        <a:pt x="49" y="40"/>
                      </a:cubicBezTo>
                      <a:cubicBezTo>
                        <a:pt x="49" y="40"/>
                        <a:pt x="49" y="40"/>
                        <a:pt x="49" y="40"/>
                      </a:cubicBezTo>
                      <a:close/>
                      <a:moveTo>
                        <a:pt x="33" y="40"/>
                      </a:moveTo>
                      <a:cubicBezTo>
                        <a:pt x="33" y="41"/>
                        <a:pt x="33" y="41"/>
                        <a:pt x="33" y="41"/>
                      </a:cubicBezTo>
                      <a:cubicBezTo>
                        <a:pt x="33" y="41"/>
                        <a:pt x="33" y="41"/>
                        <a:pt x="33" y="41"/>
                      </a:cubicBezTo>
                      <a:cubicBezTo>
                        <a:pt x="34" y="41"/>
                        <a:pt x="34" y="41"/>
                        <a:pt x="34" y="41"/>
                      </a:cubicBezTo>
                      <a:cubicBezTo>
                        <a:pt x="34" y="41"/>
                        <a:pt x="34" y="41"/>
                        <a:pt x="34" y="41"/>
                      </a:cubicBezTo>
                      <a:cubicBezTo>
                        <a:pt x="34" y="41"/>
                        <a:pt x="34" y="41"/>
                        <a:pt x="34" y="41"/>
                      </a:cubicBezTo>
                      <a:cubicBezTo>
                        <a:pt x="34" y="41"/>
                        <a:pt x="34" y="41"/>
                        <a:pt x="34" y="41"/>
                      </a:cubicBezTo>
                      <a:cubicBezTo>
                        <a:pt x="34" y="41"/>
                        <a:pt x="34" y="40"/>
                        <a:pt x="34" y="40"/>
                      </a:cubicBezTo>
                      <a:cubicBezTo>
                        <a:pt x="34" y="40"/>
                        <a:pt x="34" y="40"/>
                        <a:pt x="34" y="40"/>
                      </a:cubicBezTo>
                      <a:lnTo>
                        <a:pt x="33" y="40"/>
                      </a:lnTo>
                      <a:close/>
                      <a:moveTo>
                        <a:pt x="51" y="39"/>
                      </a:moveTo>
                      <a:cubicBezTo>
                        <a:pt x="51" y="39"/>
                        <a:pt x="51" y="39"/>
                        <a:pt x="51" y="39"/>
                      </a:cubicBezTo>
                      <a:cubicBezTo>
                        <a:pt x="51" y="39"/>
                        <a:pt x="51" y="39"/>
                        <a:pt x="51" y="39"/>
                      </a:cubicBezTo>
                      <a:cubicBezTo>
                        <a:pt x="51" y="39"/>
                        <a:pt x="51" y="39"/>
                        <a:pt x="51" y="39"/>
                      </a:cubicBezTo>
                      <a:close/>
                      <a:moveTo>
                        <a:pt x="48" y="39"/>
                      </a:moveTo>
                      <a:cubicBezTo>
                        <a:pt x="48" y="39"/>
                        <a:pt x="48" y="39"/>
                        <a:pt x="48" y="39"/>
                      </a:cubicBezTo>
                      <a:cubicBezTo>
                        <a:pt x="48" y="39"/>
                        <a:pt x="48" y="39"/>
                        <a:pt x="48" y="39"/>
                      </a:cubicBezTo>
                      <a:cubicBezTo>
                        <a:pt x="49" y="39"/>
                        <a:pt x="49" y="39"/>
                        <a:pt x="49" y="39"/>
                      </a:cubicBezTo>
                      <a:cubicBezTo>
                        <a:pt x="49" y="39"/>
                        <a:pt x="49" y="39"/>
                        <a:pt x="49" y="39"/>
                      </a:cubicBezTo>
                      <a:cubicBezTo>
                        <a:pt x="48" y="39"/>
                        <a:pt x="48" y="39"/>
                        <a:pt x="48" y="39"/>
                      </a:cubicBezTo>
                      <a:cubicBezTo>
                        <a:pt x="48" y="39"/>
                        <a:pt x="48" y="39"/>
                        <a:pt x="48" y="39"/>
                      </a:cubicBezTo>
                      <a:close/>
                      <a:moveTo>
                        <a:pt x="47" y="39"/>
                      </a:move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lose/>
                      <a:moveTo>
                        <a:pt x="48" y="38"/>
                      </a:moveTo>
                      <a:cubicBezTo>
                        <a:pt x="48" y="39"/>
                        <a:pt x="48" y="39"/>
                        <a:pt x="48" y="39"/>
                      </a:cubicBezTo>
                      <a:cubicBezTo>
                        <a:pt x="48" y="38"/>
                        <a:pt x="48" y="38"/>
                        <a:pt x="48" y="38"/>
                      </a:cubicBezTo>
                      <a:cubicBezTo>
                        <a:pt x="48" y="38"/>
                        <a:pt x="48" y="38"/>
                        <a:pt x="48" y="38"/>
                      </a:cubicBezTo>
                      <a:close/>
                      <a:moveTo>
                        <a:pt x="50" y="38"/>
                      </a:moveTo>
                      <a:cubicBezTo>
                        <a:pt x="50" y="38"/>
                        <a:pt x="50" y="38"/>
                        <a:pt x="50" y="38"/>
                      </a:cubicBezTo>
                      <a:cubicBezTo>
                        <a:pt x="50" y="38"/>
                        <a:pt x="50" y="38"/>
                        <a:pt x="50" y="38"/>
                      </a:cubicBezTo>
                      <a:cubicBezTo>
                        <a:pt x="49" y="38"/>
                        <a:pt x="49" y="38"/>
                        <a:pt x="49" y="38"/>
                      </a:cubicBezTo>
                      <a:lnTo>
                        <a:pt x="50" y="38"/>
                      </a:lnTo>
                      <a:close/>
                      <a:moveTo>
                        <a:pt x="46" y="37"/>
                      </a:moveTo>
                      <a:cubicBezTo>
                        <a:pt x="46" y="37"/>
                        <a:pt x="46" y="37"/>
                        <a:pt x="46" y="37"/>
                      </a:cubicBezTo>
                      <a:cubicBezTo>
                        <a:pt x="46" y="37"/>
                        <a:pt x="46" y="37"/>
                        <a:pt x="46" y="37"/>
                      </a:cubicBezTo>
                      <a:cubicBezTo>
                        <a:pt x="46" y="37"/>
                        <a:pt x="46" y="37"/>
                        <a:pt x="46" y="37"/>
                      </a:cubicBezTo>
                      <a:close/>
                      <a:moveTo>
                        <a:pt x="35" y="37"/>
                      </a:moveTo>
                      <a:cubicBezTo>
                        <a:pt x="35" y="37"/>
                        <a:pt x="35" y="37"/>
                        <a:pt x="35" y="37"/>
                      </a:cubicBezTo>
                      <a:cubicBezTo>
                        <a:pt x="35" y="37"/>
                        <a:pt x="35" y="37"/>
                        <a:pt x="35" y="37"/>
                      </a:cubicBezTo>
                      <a:cubicBezTo>
                        <a:pt x="35" y="37"/>
                        <a:pt x="35" y="37"/>
                        <a:pt x="35" y="37"/>
                      </a:cubicBezTo>
                      <a:cubicBezTo>
                        <a:pt x="35" y="37"/>
                        <a:pt x="35" y="37"/>
                        <a:pt x="35" y="37"/>
                      </a:cubicBezTo>
                      <a:close/>
                      <a:moveTo>
                        <a:pt x="47" y="36"/>
                      </a:moveTo>
                      <a:cubicBezTo>
                        <a:pt x="47" y="36"/>
                        <a:pt x="47" y="36"/>
                        <a:pt x="47" y="36"/>
                      </a:cubicBezTo>
                      <a:cubicBezTo>
                        <a:pt x="47" y="36"/>
                        <a:pt x="47" y="36"/>
                        <a:pt x="47" y="36"/>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lnTo>
                        <a:pt x="47" y="36"/>
                      </a:lnTo>
                      <a:close/>
                      <a:moveTo>
                        <a:pt x="52" y="54"/>
                      </a:moveTo>
                      <a:cubicBezTo>
                        <a:pt x="52" y="54"/>
                        <a:pt x="52" y="54"/>
                        <a:pt x="52" y="54"/>
                      </a:cubicBezTo>
                      <a:cubicBezTo>
                        <a:pt x="52" y="54"/>
                        <a:pt x="52" y="53"/>
                        <a:pt x="51" y="53"/>
                      </a:cubicBezTo>
                      <a:cubicBezTo>
                        <a:pt x="51" y="53"/>
                        <a:pt x="52" y="53"/>
                        <a:pt x="52" y="52"/>
                      </a:cubicBezTo>
                      <a:cubicBezTo>
                        <a:pt x="52" y="52"/>
                        <a:pt x="52" y="52"/>
                        <a:pt x="52" y="52"/>
                      </a:cubicBezTo>
                      <a:cubicBezTo>
                        <a:pt x="52" y="52"/>
                        <a:pt x="52" y="52"/>
                        <a:pt x="52" y="52"/>
                      </a:cubicBezTo>
                      <a:cubicBezTo>
                        <a:pt x="52" y="51"/>
                        <a:pt x="52" y="51"/>
                        <a:pt x="52" y="51"/>
                      </a:cubicBezTo>
                      <a:cubicBezTo>
                        <a:pt x="52" y="52"/>
                        <a:pt x="52" y="52"/>
                        <a:pt x="52" y="52"/>
                      </a:cubicBezTo>
                      <a:cubicBezTo>
                        <a:pt x="52" y="52"/>
                        <a:pt x="51" y="52"/>
                        <a:pt x="51" y="52"/>
                      </a:cubicBezTo>
                      <a:cubicBezTo>
                        <a:pt x="51" y="52"/>
                        <a:pt x="51" y="52"/>
                        <a:pt x="51" y="52"/>
                      </a:cubicBezTo>
                      <a:cubicBezTo>
                        <a:pt x="51" y="53"/>
                        <a:pt x="51" y="53"/>
                        <a:pt x="51" y="53"/>
                      </a:cubicBezTo>
                      <a:cubicBezTo>
                        <a:pt x="51" y="53"/>
                        <a:pt x="51" y="53"/>
                        <a:pt x="51" y="53"/>
                      </a:cubicBezTo>
                      <a:cubicBezTo>
                        <a:pt x="51" y="53"/>
                        <a:pt x="51" y="53"/>
                        <a:pt x="51" y="53"/>
                      </a:cubicBezTo>
                      <a:cubicBezTo>
                        <a:pt x="51" y="54"/>
                        <a:pt x="51" y="54"/>
                        <a:pt x="51" y="54"/>
                      </a:cubicBezTo>
                      <a:cubicBezTo>
                        <a:pt x="51" y="54"/>
                        <a:pt x="51" y="54"/>
                        <a:pt x="51" y="54"/>
                      </a:cubicBezTo>
                      <a:cubicBezTo>
                        <a:pt x="51" y="55"/>
                        <a:pt x="51" y="55"/>
                        <a:pt x="51" y="55"/>
                      </a:cubicBezTo>
                      <a:cubicBezTo>
                        <a:pt x="51" y="55"/>
                        <a:pt x="51" y="55"/>
                        <a:pt x="51" y="55"/>
                      </a:cubicBezTo>
                      <a:cubicBezTo>
                        <a:pt x="52" y="55"/>
                        <a:pt x="52" y="55"/>
                        <a:pt x="52" y="55"/>
                      </a:cubicBezTo>
                      <a:cubicBezTo>
                        <a:pt x="52" y="55"/>
                        <a:pt x="52" y="55"/>
                        <a:pt x="52" y="55"/>
                      </a:cubicBezTo>
                      <a:cubicBezTo>
                        <a:pt x="52" y="54"/>
                        <a:pt x="52" y="54"/>
                        <a:pt x="52" y="54"/>
                      </a:cubicBezTo>
                      <a:cubicBezTo>
                        <a:pt x="52" y="54"/>
                        <a:pt x="52" y="54"/>
                        <a:pt x="52" y="54"/>
                      </a:cubicBezTo>
                      <a:close/>
                      <a:moveTo>
                        <a:pt x="58" y="48"/>
                      </a:moveTo>
                      <a:cubicBezTo>
                        <a:pt x="58" y="48"/>
                        <a:pt x="58" y="48"/>
                        <a:pt x="58" y="48"/>
                      </a:cubicBezTo>
                      <a:cubicBezTo>
                        <a:pt x="58" y="48"/>
                        <a:pt x="58" y="48"/>
                        <a:pt x="58" y="48"/>
                      </a:cubicBezTo>
                      <a:cubicBezTo>
                        <a:pt x="58" y="48"/>
                        <a:pt x="58" y="48"/>
                        <a:pt x="58" y="48"/>
                      </a:cubicBezTo>
                      <a:cubicBezTo>
                        <a:pt x="58" y="47"/>
                        <a:pt x="58" y="47"/>
                        <a:pt x="58" y="47"/>
                      </a:cubicBezTo>
                      <a:cubicBezTo>
                        <a:pt x="58" y="47"/>
                        <a:pt x="58" y="47"/>
                        <a:pt x="58" y="47"/>
                      </a:cubicBezTo>
                      <a:cubicBezTo>
                        <a:pt x="58" y="47"/>
                        <a:pt x="58" y="47"/>
                        <a:pt x="58" y="47"/>
                      </a:cubicBezTo>
                      <a:cubicBezTo>
                        <a:pt x="58" y="47"/>
                        <a:pt x="58" y="47"/>
                        <a:pt x="58" y="47"/>
                      </a:cubicBezTo>
                      <a:cubicBezTo>
                        <a:pt x="58" y="46"/>
                        <a:pt x="58" y="46"/>
                        <a:pt x="58" y="46"/>
                      </a:cubicBezTo>
                      <a:cubicBezTo>
                        <a:pt x="58" y="46"/>
                        <a:pt x="58" y="46"/>
                        <a:pt x="58" y="46"/>
                      </a:cubicBezTo>
                      <a:cubicBezTo>
                        <a:pt x="58" y="46"/>
                        <a:pt x="58" y="46"/>
                        <a:pt x="58" y="46"/>
                      </a:cubicBezTo>
                      <a:cubicBezTo>
                        <a:pt x="58" y="46"/>
                        <a:pt x="58" y="46"/>
                        <a:pt x="58" y="46"/>
                      </a:cubicBezTo>
                      <a:cubicBezTo>
                        <a:pt x="57" y="46"/>
                        <a:pt x="57" y="47"/>
                        <a:pt x="56" y="47"/>
                      </a:cubicBezTo>
                      <a:cubicBezTo>
                        <a:pt x="56" y="47"/>
                        <a:pt x="56" y="47"/>
                        <a:pt x="56" y="47"/>
                      </a:cubicBezTo>
                      <a:cubicBezTo>
                        <a:pt x="55" y="48"/>
                        <a:pt x="55" y="48"/>
                        <a:pt x="55" y="48"/>
                      </a:cubicBezTo>
                      <a:cubicBezTo>
                        <a:pt x="55" y="49"/>
                        <a:pt x="55" y="49"/>
                        <a:pt x="55" y="49"/>
                      </a:cubicBezTo>
                      <a:cubicBezTo>
                        <a:pt x="55" y="49"/>
                        <a:pt x="55" y="49"/>
                        <a:pt x="55" y="49"/>
                      </a:cubicBezTo>
                      <a:cubicBezTo>
                        <a:pt x="55" y="49"/>
                        <a:pt x="55" y="49"/>
                        <a:pt x="55" y="49"/>
                      </a:cubicBezTo>
                      <a:cubicBezTo>
                        <a:pt x="55" y="49"/>
                        <a:pt x="55" y="50"/>
                        <a:pt x="55" y="50"/>
                      </a:cubicBezTo>
                      <a:cubicBezTo>
                        <a:pt x="55" y="51"/>
                        <a:pt x="55" y="51"/>
                        <a:pt x="55" y="51"/>
                      </a:cubicBezTo>
                      <a:cubicBezTo>
                        <a:pt x="56" y="51"/>
                        <a:pt x="57" y="50"/>
                        <a:pt x="57" y="49"/>
                      </a:cubicBezTo>
                      <a:cubicBezTo>
                        <a:pt x="57" y="49"/>
                        <a:pt x="57" y="49"/>
                        <a:pt x="57" y="49"/>
                      </a:cubicBezTo>
                      <a:cubicBezTo>
                        <a:pt x="57" y="49"/>
                        <a:pt x="57" y="49"/>
                        <a:pt x="57" y="49"/>
                      </a:cubicBezTo>
                      <a:cubicBezTo>
                        <a:pt x="57" y="49"/>
                        <a:pt x="57" y="49"/>
                        <a:pt x="57" y="49"/>
                      </a:cubicBezTo>
                      <a:cubicBezTo>
                        <a:pt x="57" y="49"/>
                        <a:pt x="57" y="49"/>
                        <a:pt x="57" y="49"/>
                      </a:cubicBezTo>
                      <a:cubicBezTo>
                        <a:pt x="57" y="49"/>
                        <a:pt x="57" y="49"/>
                        <a:pt x="57" y="49"/>
                      </a:cubicBezTo>
                      <a:lnTo>
                        <a:pt x="58" y="48"/>
                      </a:lnTo>
                      <a:close/>
                      <a:moveTo>
                        <a:pt x="40" y="46"/>
                      </a:moveTo>
                      <a:cubicBezTo>
                        <a:pt x="40" y="46"/>
                        <a:pt x="40" y="46"/>
                        <a:pt x="40" y="46"/>
                      </a:cubicBezTo>
                      <a:cubicBezTo>
                        <a:pt x="40" y="47"/>
                        <a:pt x="40" y="47"/>
                        <a:pt x="40" y="47"/>
                      </a:cubicBezTo>
                      <a:cubicBezTo>
                        <a:pt x="40" y="47"/>
                        <a:pt x="40" y="47"/>
                        <a:pt x="40" y="47"/>
                      </a:cubicBezTo>
                      <a:cubicBezTo>
                        <a:pt x="40" y="47"/>
                        <a:pt x="40" y="47"/>
                        <a:pt x="40" y="47"/>
                      </a:cubicBezTo>
                      <a:cubicBezTo>
                        <a:pt x="39" y="47"/>
                        <a:pt x="39" y="47"/>
                        <a:pt x="39" y="47"/>
                      </a:cubicBezTo>
                      <a:cubicBezTo>
                        <a:pt x="40" y="47"/>
                        <a:pt x="40" y="47"/>
                        <a:pt x="40" y="47"/>
                      </a:cubicBezTo>
                      <a:cubicBezTo>
                        <a:pt x="40" y="47"/>
                        <a:pt x="40" y="47"/>
                        <a:pt x="40" y="47"/>
                      </a:cubicBezTo>
                      <a:cubicBezTo>
                        <a:pt x="40" y="47"/>
                        <a:pt x="40" y="47"/>
                        <a:pt x="40" y="47"/>
                      </a:cubicBezTo>
                      <a:cubicBezTo>
                        <a:pt x="40" y="47"/>
                        <a:pt x="40" y="47"/>
                        <a:pt x="40" y="47"/>
                      </a:cubicBezTo>
                      <a:cubicBezTo>
                        <a:pt x="40" y="46"/>
                        <a:pt x="40" y="46"/>
                        <a:pt x="40" y="46"/>
                      </a:cubicBezTo>
                      <a:close/>
                      <a:moveTo>
                        <a:pt x="52" y="46"/>
                      </a:moveTo>
                      <a:cubicBezTo>
                        <a:pt x="52" y="46"/>
                        <a:pt x="52" y="46"/>
                        <a:pt x="52" y="46"/>
                      </a:cubicBezTo>
                      <a:cubicBezTo>
                        <a:pt x="52" y="47"/>
                        <a:pt x="52" y="47"/>
                        <a:pt x="52" y="47"/>
                      </a:cubicBezTo>
                      <a:cubicBezTo>
                        <a:pt x="52" y="46"/>
                        <a:pt x="52" y="46"/>
                        <a:pt x="52" y="46"/>
                      </a:cubicBezTo>
                      <a:cubicBezTo>
                        <a:pt x="53" y="47"/>
                        <a:pt x="53" y="47"/>
                        <a:pt x="53" y="47"/>
                      </a:cubicBezTo>
                      <a:cubicBezTo>
                        <a:pt x="53" y="47"/>
                        <a:pt x="53" y="47"/>
                        <a:pt x="53" y="47"/>
                      </a:cubicBezTo>
                      <a:cubicBezTo>
                        <a:pt x="53" y="47"/>
                        <a:pt x="53" y="47"/>
                        <a:pt x="53" y="47"/>
                      </a:cubicBezTo>
                      <a:cubicBezTo>
                        <a:pt x="53" y="46"/>
                        <a:pt x="53" y="46"/>
                        <a:pt x="53" y="46"/>
                      </a:cubicBezTo>
                      <a:cubicBezTo>
                        <a:pt x="53" y="46"/>
                        <a:pt x="53" y="46"/>
                        <a:pt x="53" y="46"/>
                      </a:cubicBezTo>
                      <a:cubicBezTo>
                        <a:pt x="53" y="46"/>
                        <a:pt x="53" y="46"/>
                        <a:pt x="53" y="46"/>
                      </a:cubicBezTo>
                      <a:cubicBezTo>
                        <a:pt x="52" y="46"/>
                        <a:pt x="52" y="46"/>
                        <a:pt x="52" y="46"/>
                      </a:cubicBezTo>
                      <a:close/>
                      <a:moveTo>
                        <a:pt x="46" y="45"/>
                      </a:moveTo>
                      <a:cubicBezTo>
                        <a:pt x="45" y="45"/>
                        <a:pt x="45" y="45"/>
                        <a:pt x="45" y="45"/>
                      </a:cubicBezTo>
                      <a:cubicBezTo>
                        <a:pt x="45" y="46"/>
                        <a:pt x="45" y="46"/>
                        <a:pt x="45" y="46"/>
                      </a:cubicBezTo>
                      <a:cubicBezTo>
                        <a:pt x="46" y="46"/>
                        <a:pt x="46" y="46"/>
                        <a:pt x="46" y="46"/>
                      </a:cubicBezTo>
                      <a:cubicBezTo>
                        <a:pt x="46" y="46"/>
                        <a:pt x="46" y="46"/>
                        <a:pt x="46" y="46"/>
                      </a:cubicBezTo>
                      <a:cubicBezTo>
                        <a:pt x="46" y="46"/>
                        <a:pt x="46" y="46"/>
                        <a:pt x="46" y="46"/>
                      </a:cubicBezTo>
                      <a:cubicBezTo>
                        <a:pt x="46" y="45"/>
                        <a:pt x="46" y="45"/>
                        <a:pt x="46" y="45"/>
                      </a:cubicBezTo>
                      <a:cubicBezTo>
                        <a:pt x="46" y="45"/>
                        <a:pt x="46" y="45"/>
                        <a:pt x="46" y="45"/>
                      </a:cubicBezTo>
                      <a:cubicBezTo>
                        <a:pt x="47" y="45"/>
                        <a:pt x="47" y="45"/>
                        <a:pt x="47" y="45"/>
                      </a:cubicBezTo>
                      <a:cubicBezTo>
                        <a:pt x="46" y="45"/>
                        <a:pt x="46" y="45"/>
                        <a:pt x="46" y="45"/>
                      </a:cubicBezTo>
                      <a:cubicBezTo>
                        <a:pt x="46" y="45"/>
                        <a:pt x="46" y="45"/>
                        <a:pt x="46" y="45"/>
                      </a:cubicBezTo>
                      <a:cubicBezTo>
                        <a:pt x="46" y="45"/>
                        <a:pt x="46" y="45"/>
                        <a:pt x="46" y="45"/>
                      </a:cubicBezTo>
                      <a:cubicBezTo>
                        <a:pt x="46" y="45"/>
                        <a:pt x="46" y="45"/>
                        <a:pt x="46" y="45"/>
                      </a:cubicBezTo>
                      <a:cubicBezTo>
                        <a:pt x="46" y="45"/>
                        <a:pt x="46" y="45"/>
                        <a:pt x="46" y="45"/>
                      </a:cubicBezTo>
                      <a:close/>
                      <a:moveTo>
                        <a:pt x="55" y="45"/>
                      </a:moveTo>
                      <a:cubicBezTo>
                        <a:pt x="55" y="45"/>
                        <a:pt x="55" y="45"/>
                        <a:pt x="55" y="45"/>
                      </a:cubicBezTo>
                      <a:cubicBezTo>
                        <a:pt x="56" y="45"/>
                        <a:pt x="56" y="45"/>
                        <a:pt x="56" y="45"/>
                      </a:cubicBezTo>
                      <a:cubicBezTo>
                        <a:pt x="56" y="45"/>
                        <a:pt x="56" y="45"/>
                        <a:pt x="56" y="45"/>
                      </a:cubicBezTo>
                      <a:cubicBezTo>
                        <a:pt x="56" y="45"/>
                        <a:pt x="56" y="45"/>
                        <a:pt x="56" y="45"/>
                      </a:cubicBezTo>
                      <a:cubicBezTo>
                        <a:pt x="56" y="45"/>
                        <a:pt x="56" y="45"/>
                        <a:pt x="56" y="45"/>
                      </a:cubicBezTo>
                      <a:cubicBezTo>
                        <a:pt x="56" y="45"/>
                        <a:pt x="56" y="45"/>
                        <a:pt x="56" y="45"/>
                      </a:cubicBezTo>
                      <a:cubicBezTo>
                        <a:pt x="56" y="45"/>
                        <a:pt x="56" y="45"/>
                        <a:pt x="56" y="45"/>
                      </a:cubicBezTo>
                      <a:cubicBezTo>
                        <a:pt x="56" y="44"/>
                        <a:pt x="56" y="44"/>
                        <a:pt x="56" y="44"/>
                      </a:cubicBezTo>
                      <a:cubicBezTo>
                        <a:pt x="56" y="44"/>
                        <a:pt x="56" y="44"/>
                        <a:pt x="56" y="44"/>
                      </a:cubicBezTo>
                      <a:cubicBezTo>
                        <a:pt x="55" y="45"/>
                        <a:pt x="55" y="45"/>
                        <a:pt x="55" y="45"/>
                      </a:cubicBezTo>
                      <a:cubicBezTo>
                        <a:pt x="55" y="45"/>
                        <a:pt x="55" y="45"/>
                        <a:pt x="55" y="45"/>
                      </a:cubicBezTo>
                      <a:close/>
                      <a:moveTo>
                        <a:pt x="34" y="45"/>
                      </a:moveTo>
                      <a:cubicBezTo>
                        <a:pt x="34" y="45"/>
                        <a:pt x="34" y="44"/>
                        <a:pt x="34" y="44"/>
                      </a:cubicBezTo>
                      <a:cubicBezTo>
                        <a:pt x="34" y="44"/>
                        <a:pt x="34" y="44"/>
                        <a:pt x="33" y="44"/>
                      </a:cubicBezTo>
                      <a:cubicBezTo>
                        <a:pt x="33" y="44"/>
                        <a:pt x="33" y="44"/>
                        <a:pt x="34" y="44"/>
                      </a:cubicBezTo>
                      <a:cubicBezTo>
                        <a:pt x="34" y="44"/>
                        <a:pt x="34" y="44"/>
                        <a:pt x="34" y="44"/>
                      </a:cubicBezTo>
                      <a:cubicBezTo>
                        <a:pt x="33" y="44"/>
                        <a:pt x="33" y="44"/>
                        <a:pt x="33" y="44"/>
                      </a:cubicBezTo>
                      <a:cubicBezTo>
                        <a:pt x="33" y="44"/>
                        <a:pt x="33" y="44"/>
                        <a:pt x="33" y="44"/>
                      </a:cubicBezTo>
                      <a:cubicBezTo>
                        <a:pt x="33" y="44"/>
                        <a:pt x="33" y="44"/>
                        <a:pt x="33" y="44"/>
                      </a:cubicBezTo>
                      <a:cubicBezTo>
                        <a:pt x="33" y="44"/>
                        <a:pt x="33" y="44"/>
                        <a:pt x="33" y="44"/>
                      </a:cubicBezTo>
                      <a:cubicBezTo>
                        <a:pt x="33" y="45"/>
                        <a:pt x="33" y="45"/>
                        <a:pt x="33" y="45"/>
                      </a:cubicBezTo>
                      <a:cubicBezTo>
                        <a:pt x="33" y="45"/>
                        <a:pt x="33" y="45"/>
                        <a:pt x="34" y="45"/>
                      </a:cubicBezTo>
                      <a:close/>
                      <a:moveTo>
                        <a:pt x="39" y="44"/>
                      </a:moveTo>
                      <a:cubicBezTo>
                        <a:pt x="39" y="44"/>
                        <a:pt x="39" y="44"/>
                        <a:pt x="39" y="44"/>
                      </a:cubicBezTo>
                      <a:cubicBezTo>
                        <a:pt x="39" y="44"/>
                        <a:pt x="39" y="45"/>
                        <a:pt x="40" y="45"/>
                      </a:cubicBezTo>
                      <a:cubicBezTo>
                        <a:pt x="40" y="45"/>
                        <a:pt x="40" y="45"/>
                        <a:pt x="40" y="45"/>
                      </a:cubicBezTo>
                      <a:cubicBezTo>
                        <a:pt x="40" y="44"/>
                        <a:pt x="40" y="44"/>
                        <a:pt x="40" y="44"/>
                      </a:cubicBezTo>
                      <a:cubicBezTo>
                        <a:pt x="40" y="44"/>
                        <a:pt x="40" y="44"/>
                        <a:pt x="40" y="44"/>
                      </a:cubicBezTo>
                      <a:cubicBezTo>
                        <a:pt x="40" y="44"/>
                        <a:pt x="40" y="44"/>
                        <a:pt x="40" y="44"/>
                      </a:cubicBezTo>
                      <a:cubicBezTo>
                        <a:pt x="39" y="44"/>
                        <a:pt x="39" y="44"/>
                        <a:pt x="39" y="44"/>
                      </a:cubicBezTo>
                      <a:close/>
                      <a:moveTo>
                        <a:pt x="50" y="44"/>
                      </a:moveTo>
                      <a:cubicBezTo>
                        <a:pt x="50" y="44"/>
                        <a:pt x="50" y="44"/>
                        <a:pt x="50" y="44"/>
                      </a:cubicBezTo>
                      <a:cubicBezTo>
                        <a:pt x="50" y="44"/>
                        <a:pt x="50" y="44"/>
                        <a:pt x="50" y="44"/>
                      </a:cubicBezTo>
                      <a:cubicBezTo>
                        <a:pt x="50" y="44"/>
                        <a:pt x="50" y="44"/>
                        <a:pt x="50" y="44"/>
                      </a:cubicBezTo>
                      <a:cubicBezTo>
                        <a:pt x="50" y="44"/>
                        <a:pt x="50" y="44"/>
                        <a:pt x="50" y="44"/>
                      </a:cubicBezTo>
                      <a:cubicBezTo>
                        <a:pt x="50" y="44"/>
                        <a:pt x="50" y="44"/>
                        <a:pt x="50" y="44"/>
                      </a:cubicBezTo>
                      <a:cubicBezTo>
                        <a:pt x="51" y="44"/>
                        <a:pt x="51" y="44"/>
                        <a:pt x="51" y="44"/>
                      </a:cubicBezTo>
                      <a:cubicBezTo>
                        <a:pt x="51" y="43"/>
                        <a:pt x="52" y="43"/>
                        <a:pt x="52" y="43"/>
                      </a:cubicBezTo>
                      <a:cubicBezTo>
                        <a:pt x="52" y="43"/>
                        <a:pt x="52" y="43"/>
                        <a:pt x="52" y="43"/>
                      </a:cubicBezTo>
                      <a:cubicBezTo>
                        <a:pt x="52" y="42"/>
                        <a:pt x="52" y="42"/>
                        <a:pt x="52" y="42"/>
                      </a:cubicBezTo>
                      <a:cubicBezTo>
                        <a:pt x="51" y="42"/>
                        <a:pt x="50" y="43"/>
                        <a:pt x="50" y="44"/>
                      </a:cubicBezTo>
                      <a:cubicBezTo>
                        <a:pt x="50" y="43"/>
                        <a:pt x="50" y="43"/>
                        <a:pt x="50" y="43"/>
                      </a:cubicBezTo>
                      <a:cubicBezTo>
                        <a:pt x="50" y="44"/>
                        <a:pt x="50" y="44"/>
                        <a:pt x="50" y="44"/>
                      </a:cubicBezTo>
                      <a:cubicBezTo>
                        <a:pt x="50" y="44"/>
                        <a:pt x="50" y="44"/>
                        <a:pt x="50" y="44"/>
                      </a:cubicBezTo>
                      <a:close/>
                      <a:moveTo>
                        <a:pt x="42" y="44"/>
                      </a:moveTo>
                      <a:cubicBezTo>
                        <a:pt x="42" y="44"/>
                        <a:pt x="42" y="44"/>
                        <a:pt x="42" y="44"/>
                      </a:cubicBezTo>
                      <a:cubicBezTo>
                        <a:pt x="43" y="44"/>
                        <a:pt x="43" y="43"/>
                        <a:pt x="44" y="43"/>
                      </a:cubicBezTo>
                      <a:cubicBezTo>
                        <a:pt x="44" y="43"/>
                        <a:pt x="44" y="43"/>
                        <a:pt x="44" y="43"/>
                      </a:cubicBezTo>
                      <a:cubicBezTo>
                        <a:pt x="44" y="43"/>
                        <a:pt x="44" y="42"/>
                        <a:pt x="44" y="42"/>
                      </a:cubicBezTo>
                      <a:cubicBezTo>
                        <a:pt x="43" y="42"/>
                        <a:pt x="43" y="42"/>
                        <a:pt x="43" y="42"/>
                      </a:cubicBezTo>
                      <a:cubicBezTo>
                        <a:pt x="43" y="43"/>
                        <a:pt x="43" y="43"/>
                        <a:pt x="43" y="43"/>
                      </a:cubicBezTo>
                      <a:cubicBezTo>
                        <a:pt x="43" y="43"/>
                        <a:pt x="43" y="43"/>
                        <a:pt x="43" y="43"/>
                      </a:cubicBezTo>
                      <a:cubicBezTo>
                        <a:pt x="43" y="43"/>
                        <a:pt x="43" y="43"/>
                        <a:pt x="43" y="43"/>
                      </a:cubicBezTo>
                      <a:cubicBezTo>
                        <a:pt x="43" y="43"/>
                        <a:pt x="43" y="43"/>
                        <a:pt x="43" y="43"/>
                      </a:cubicBezTo>
                      <a:cubicBezTo>
                        <a:pt x="42" y="43"/>
                        <a:pt x="42" y="43"/>
                        <a:pt x="42" y="43"/>
                      </a:cubicBezTo>
                      <a:cubicBezTo>
                        <a:pt x="42" y="43"/>
                        <a:pt x="42" y="43"/>
                        <a:pt x="42" y="43"/>
                      </a:cubicBezTo>
                      <a:lnTo>
                        <a:pt x="42" y="44"/>
                      </a:lnTo>
                      <a:close/>
                      <a:moveTo>
                        <a:pt x="50" y="41"/>
                      </a:moveTo>
                      <a:cubicBezTo>
                        <a:pt x="50" y="42"/>
                        <a:pt x="50" y="42"/>
                        <a:pt x="50" y="42"/>
                      </a:cubicBezTo>
                      <a:cubicBezTo>
                        <a:pt x="50" y="42"/>
                        <a:pt x="50" y="42"/>
                        <a:pt x="50" y="42"/>
                      </a:cubicBezTo>
                      <a:cubicBezTo>
                        <a:pt x="49" y="42"/>
                        <a:pt x="49" y="42"/>
                        <a:pt x="49" y="42"/>
                      </a:cubicBezTo>
                      <a:cubicBezTo>
                        <a:pt x="50" y="42"/>
                        <a:pt x="50" y="42"/>
                        <a:pt x="50" y="42"/>
                      </a:cubicBezTo>
                      <a:cubicBezTo>
                        <a:pt x="50" y="42"/>
                        <a:pt x="50" y="42"/>
                        <a:pt x="50" y="42"/>
                      </a:cubicBezTo>
                      <a:cubicBezTo>
                        <a:pt x="50" y="42"/>
                        <a:pt x="50" y="42"/>
                        <a:pt x="50" y="42"/>
                      </a:cubicBezTo>
                      <a:cubicBezTo>
                        <a:pt x="50" y="42"/>
                        <a:pt x="50" y="42"/>
                        <a:pt x="50" y="42"/>
                      </a:cubicBezTo>
                      <a:cubicBezTo>
                        <a:pt x="50" y="42"/>
                        <a:pt x="50" y="42"/>
                        <a:pt x="50" y="42"/>
                      </a:cubicBezTo>
                      <a:cubicBezTo>
                        <a:pt x="50" y="42"/>
                        <a:pt x="50" y="42"/>
                        <a:pt x="50" y="42"/>
                      </a:cubicBezTo>
                      <a:cubicBezTo>
                        <a:pt x="50" y="41"/>
                        <a:pt x="50" y="41"/>
                        <a:pt x="50" y="41"/>
                      </a:cubicBezTo>
                      <a:cubicBezTo>
                        <a:pt x="50" y="41"/>
                        <a:pt x="50" y="41"/>
                        <a:pt x="50" y="41"/>
                      </a:cubicBezTo>
                      <a:cubicBezTo>
                        <a:pt x="50" y="41"/>
                        <a:pt x="50" y="41"/>
                        <a:pt x="50" y="41"/>
                      </a:cubicBezTo>
                      <a:cubicBezTo>
                        <a:pt x="49" y="41"/>
                        <a:pt x="49" y="41"/>
                        <a:pt x="49" y="41"/>
                      </a:cubicBezTo>
                      <a:cubicBezTo>
                        <a:pt x="49" y="41"/>
                        <a:pt x="49" y="41"/>
                        <a:pt x="49" y="41"/>
                      </a:cubicBezTo>
                      <a:cubicBezTo>
                        <a:pt x="50" y="41"/>
                        <a:pt x="50" y="41"/>
                        <a:pt x="50" y="41"/>
                      </a:cubicBezTo>
                      <a:cubicBezTo>
                        <a:pt x="50" y="41"/>
                        <a:pt x="50" y="41"/>
                        <a:pt x="50" y="41"/>
                      </a:cubicBezTo>
                      <a:close/>
                      <a:moveTo>
                        <a:pt x="38" y="41"/>
                      </a:moveTo>
                      <a:cubicBezTo>
                        <a:pt x="38" y="41"/>
                        <a:pt x="38" y="41"/>
                        <a:pt x="38" y="41"/>
                      </a:cubicBezTo>
                      <a:cubicBezTo>
                        <a:pt x="38" y="42"/>
                        <a:pt x="38" y="42"/>
                        <a:pt x="38" y="42"/>
                      </a:cubicBezTo>
                      <a:cubicBezTo>
                        <a:pt x="38" y="42"/>
                        <a:pt x="38" y="42"/>
                        <a:pt x="38" y="42"/>
                      </a:cubicBezTo>
                      <a:cubicBezTo>
                        <a:pt x="38" y="42"/>
                        <a:pt x="39" y="42"/>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8" y="41"/>
                        <a:pt x="38" y="41"/>
                        <a:pt x="38" y="41"/>
                      </a:cubicBezTo>
                      <a:close/>
                      <a:moveTo>
                        <a:pt x="40" y="42"/>
                      </a:moveTo>
                      <a:cubicBezTo>
                        <a:pt x="40" y="42"/>
                        <a:pt x="40" y="42"/>
                        <a:pt x="40" y="42"/>
                      </a:cubicBezTo>
                      <a:cubicBezTo>
                        <a:pt x="40" y="42"/>
                        <a:pt x="40" y="42"/>
                        <a:pt x="40" y="43"/>
                      </a:cubicBezTo>
                      <a:cubicBezTo>
                        <a:pt x="41" y="42"/>
                        <a:pt x="41" y="41"/>
                        <a:pt x="41" y="40"/>
                      </a:cubicBezTo>
                      <a:cubicBezTo>
                        <a:pt x="41" y="40"/>
                        <a:pt x="41" y="40"/>
                        <a:pt x="41" y="40"/>
                      </a:cubicBezTo>
                      <a:cubicBezTo>
                        <a:pt x="40" y="40"/>
                        <a:pt x="40" y="41"/>
                        <a:pt x="39" y="41"/>
                      </a:cubicBezTo>
                      <a:cubicBezTo>
                        <a:pt x="40" y="42"/>
                        <a:pt x="40" y="42"/>
                        <a:pt x="40" y="42"/>
                      </a:cubicBezTo>
                      <a:close/>
                      <a:moveTo>
                        <a:pt x="33" y="38"/>
                      </a:moveTo>
                      <a:cubicBezTo>
                        <a:pt x="33" y="39"/>
                        <a:pt x="33" y="39"/>
                        <a:pt x="33" y="39"/>
                      </a:cubicBezTo>
                      <a:cubicBezTo>
                        <a:pt x="33" y="39"/>
                        <a:pt x="33" y="39"/>
                        <a:pt x="33" y="39"/>
                      </a:cubicBezTo>
                      <a:cubicBezTo>
                        <a:pt x="33" y="39"/>
                        <a:pt x="33" y="39"/>
                        <a:pt x="33" y="39"/>
                      </a:cubicBezTo>
                      <a:cubicBezTo>
                        <a:pt x="33" y="39"/>
                        <a:pt x="33" y="39"/>
                        <a:pt x="33" y="39"/>
                      </a:cubicBezTo>
                      <a:cubicBezTo>
                        <a:pt x="33" y="39"/>
                        <a:pt x="33" y="39"/>
                        <a:pt x="33" y="39"/>
                      </a:cubicBezTo>
                      <a:cubicBezTo>
                        <a:pt x="34" y="39"/>
                        <a:pt x="34" y="39"/>
                        <a:pt x="34" y="39"/>
                      </a:cubicBezTo>
                      <a:cubicBezTo>
                        <a:pt x="34" y="39"/>
                        <a:pt x="34" y="39"/>
                        <a:pt x="34" y="39"/>
                      </a:cubicBezTo>
                      <a:cubicBezTo>
                        <a:pt x="34" y="38"/>
                        <a:pt x="34" y="38"/>
                        <a:pt x="34" y="38"/>
                      </a:cubicBezTo>
                      <a:cubicBezTo>
                        <a:pt x="33" y="38"/>
                        <a:pt x="33" y="38"/>
                        <a:pt x="33" y="38"/>
                      </a:cubicBezTo>
                      <a:cubicBezTo>
                        <a:pt x="33" y="38"/>
                        <a:pt x="33" y="38"/>
                        <a:pt x="33" y="38"/>
                      </a:cubicBezTo>
                      <a:cubicBezTo>
                        <a:pt x="33" y="38"/>
                        <a:pt x="33" y="38"/>
                        <a:pt x="33" y="38"/>
                      </a:cubicBezTo>
                      <a:cubicBezTo>
                        <a:pt x="33" y="38"/>
                        <a:pt x="33" y="38"/>
                        <a:pt x="33" y="38"/>
                      </a:cubicBezTo>
                      <a:close/>
                      <a:moveTo>
                        <a:pt x="39" y="38"/>
                      </a:move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39" y="38"/>
                        <a:pt x="39" y="38"/>
                        <a:pt x="39" y="38"/>
                      </a:cubicBezTo>
                      <a:cubicBezTo>
                        <a:pt x="39" y="38"/>
                        <a:pt x="39" y="38"/>
                        <a:pt x="39" y="38"/>
                      </a:cubicBezTo>
                      <a:cubicBezTo>
                        <a:pt x="39" y="38"/>
                        <a:pt x="39" y="38"/>
                        <a:pt x="39" y="38"/>
                      </a:cubicBezTo>
                      <a:cubicBezTo>
                        <a:pt x="39" y="38"/>
                        <a:pt x="39" y="38"/>
                        <a:pt x="39" y="38"/>
                      </a:cubicBezTo>
                      <a:close/>
                      <a:moveTo>
                        <a:pt x="37" y="38"/>
                      </a:moveTo>
                      <a:cubicBezTo>
                        <a:pt x="37" y="38"/>
                        <a:pt x="37" y="38"/>
                        <a:pt x="37" y="38"/>
                      </a:cubicBezTo>
                      <a:cubicBezTo>
                        <a:pt x="36" y="38"/>
                        <a:pt x="36" y="38"/>
                        <a:pt x="36" y="38"/>
                      </a:cubicBezTo>
                      <a:cubicBezTo>
                        <a:pt x="36" y="38"/>
                        <a:pt x="36" y="38"/>
                        <a:pt x="36" y="38"/>
                      </a:cubicBezTo>
                      <a:cubicBezTo>
                        <a:pt x="36" y="39"/>
                        <a:pt x="36" y="39"/>
                        <a:pt x="36" y="39"/>
                      </a:cubicBezTo>
                      <a:cubicBezTo>
                        <a:pt x="36" y="39"/>
                        <a:pt x="36" y="39"/>
                        <a:pt x="36" y="39"/>
                      </a:cubicBezTo>
                      <a:cubicBezTo>
                        <a:pt x="36" y="39"/>
                        <a:pt x="36" y="39"/>
                        <a:pt x="36" y="39"/>
                      </a:cubicBezTo>
                      <a:cubicBezTo>
                        <a:pt x="37" y="39"/>
                        <a:pt x="37" y="39"/>
                        <a:pt x="37" y="39"/>
                      </a:cubicBezTo>
                      <a:cubicBezTo>
                        <a:pt x="37" y="38"/>
                        <a:pt x="37" y="38"/>
                        <a:pt x="37" y="38"/>
                      </a:cubicBezTo>
                      <a:close/>
                      <a:moveTo>
                        <a:pt x="38" y="37"/>
                      </a:moveTo>
                      <a:cubicBezTo>
                        <a:pt x="39" y="37"/>
                        <a:pt x="39" y="37"/>
                        <a:pt x="39" y="37"/>
                      </a:cubicBezTo>
                      <a:cubicBezTo>
                        <a:pt x="39" y="37"/>
                        <a:pt x="39" y="37"/>
                        <a:pt x="39" y="37"/>
                      </a:cubicBezTo>
                      <a:cubicBezTo>
                        <a:pt x="38" y="36"/>
                        <a:pt x="38" y="36"/>
                        <a:pt x="38" y="36"/>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7" y="36"/>
                        <a:pt x="37" y="36"/>
                        <a:pt x="37" y="36"/>
                      </a:cubicBezTo>
                      <a:cubicBezTo>
                        <a:pt x="37" y="37"/>
                        <a:pt x="38" y="37"/>
                        <a:pt x="38" y="37"/>
                      </a:cubicBezTo>
                      <a:cubicBezTo>
                        <a:pt x="38" y="37"/>
                        <a:pt x="38" y="37"/>
                        <a:pt x="38" y="37"/>
                      </a:cubicBezTo>
                      <a:close/>
                      <a:moveTo>
                        <a:pt x="33" y="36"/>
                      </a:moveTo>
                      <a:cubicBezTo>
                        <a:pt x="32" y="37"/>
                        <a:pt x="32" y="37"/>
                        <a:pt x="32" y="37"/>
                      </a:cubicBezTo>
                      <a:cubicBezTo>
                        <a:pt x="32" y="37"/>
                        <a:pt x="32" y="37"/>
                        <a:pt x="32" y="37"/>
                      </a:cubicBezTo>
                      <a:cubicBezTo>
                        <a:pt x="33" y="37"/>
                        <a:pt x="33" y="37"/>
                        <a:pt x="33" y="37"/>
                      </a:cubicBezTo>
                      <a:cubicBezTo>
                        <a:pt x="33" y="37"/>
                        <a:pt x="33" y="37"/>
                        <a:pt x="33" y="37"/>
                      </a:cubicBezTo>
                      <a:cubicBezTo>
                        <a:pt x="33" y="36"/>
                        <a:pt x="33" y="36"/>
                        <a:pt x="33" y="36"/>
                      </a:cubicBezTo>
                      <a:cubicBezTo>
                        <a:pt x="33" y="36"/>
                        <a:pt x="33" y="36"/>
                        <a:pt x="33" y="36"/>
                      </a:cubicBezTo>
                      <a:cubicBezTo>
                        <a:pt x="33" y="36"/>
                        <a:pt x="33" y="36"/>
                        <a:pt x="33" y="36"/>
                      </a:cubicBezTo>
                      <a:cubicBezTo>
                        <a:pt x="33" y="36"/>
                        <a:pt x="33" y="36"/>
                        <a:pt x="33" y="36"/>
                      </a:cubicBezTo>
                      <a:close/>
                      <a:moveTo>
                        <a:pt x="37" y="36"/>
                      </a:moveTo>
                      <a:cubicBezTo>
                        <a:pt x="37" y="36"/>
                        <a:pt x="37" y="36"/>
                        <a:pt x="37" y="36"/>
                      </a:cubicBezTo>
                      <a:cubicBezTo>
                        <a:pt x="37" y="35"/>
                        <a:pt x="37" y="35"/>
                        <a:pt x="37" y="35"/>
                      </a:cubicBezTo>
                      <a:cubicBezTo>
                        <a:pt x="37" y="35"/>
                        <a:pt x="37" y="35"/>
                        <a:pt x="37" y="35"/>
                      </a:cubicBezTo>
                      <a:cubicBezTo>
                        <a:pt x="37" y="35"/>
                        <a:pt x="37" y="35"/>
                        <a:pt x="37" y="35"/>
                      </a:cubicBezTo>
                      <a:cubicBezTo>
                        <a:pt x="37" y="34"/>
                        <a:pt x="37" y="34"/>
                        <a:pt x="37" y="34"/>
                      </a:cubicBezTo>
                      <a:cubicBezTo>
                        <a:pt x="37" y="34"/>
                        <a:pt x="37" y="34"/>
                        <a:pt x="37"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5" y="34"/>
                        <a:pt x="35" y="34"/>
                        <a:pt x="35" y="34"/>
                      </a:cubicBezTo>
                      <a:cubicBezTo>
                        <a:pt x="35" y="34"/>
                        <a:pt x="35" y="34"/>
                        <a:pt x="35" y="34"/>
                      </a:cubicBezTo>
                      <a:cubicBezTo>
                        <a:pt x="35" y="34"/>
                        <a:pt x="35" y="34"/>
                        <a:pt x="35" y="34"/>
                      </a:cubicBezTo>
                      <a:cubicBezTo>
                        <a:pt x="35" y="34"/>
                        <a:pt x="35"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6"/>
                        <a:pt x="36" y="36"/>
                        <a:pt x="36" y="36"/>
                      </a:cubicBezTo>
                      <a:cubicBezTo>
                        <a:pt x="37" y="36"/>
                        <a:pt x="37" y="36"/>
                        <a:pt x="37" y="36"/>
                      </a:cubicBezTo>
                      <a:close/>
                      <a:moveTo>
                        <a:pt x="45" y="29"/>
                      </a:moveTo>
                      <a:cubicBezTo>
                        <a:pt x="45" y="29"/>
                        <a:pt x="45" y="29"/>
                        <a:pt x="45" y="29"/>
                      </a:cubicBezTo>
                      <a:cubicBezTo>
                        <a:pt x="45" y="29"/>
                        <a:pt x="45" y="29"/>
                        <a:pt x="45" y="29"/>
                      </a:cubicBezTo>
                      <a:cubicBezTo>
                        <a:pt x="45" y="29"/>
                        <a:pt x="45" y="29"/>
                        <a:pt x="45" y="29"/>
                      </a:cubicBezTo>
                      <a:close/>
                      <a:moveTo>
                        <a:pt x="44" y="28"/>
                      </a:moveTo>
                      <a:cubicBezTo>
                        <a:pt x="45" y="28"/>
                        <a:pt x="45" y="28"/>
                        <a:pt x="45" y="28"/>
                      </a:cubicBezTo>
                      <a:cubicBezTo>
                        <a:pt x="45" y="29"/>
                        <a:pt x="45" y="29"/>
                        <a:pt x="45" y="29"/>
                      </a:cubicBezTo>
                      <a:cubicBezTo>
                        <a:pt x="45" y="29"/>
                        <a:pt x="45" y="29"/>
                        <a:pt x="45" y="29"/>
                      </a:cubicBezTo>
                      <a:cubicBezTo>
                        <a:pt x="45" y="28"/>
                        <a:pt x="45" y="28"/>
                        <a:pt x="45" y="28"/>
                      </a:cubicBezTo>
                      <a:lnTo>
                        <a:pt x="44" y="28"/>
                      </a:lnTo>
                      <a:close/>
                      <a:moveTo>
                        <a:pt x="40" y="28"/>
                      </a:moveTo>
                      <a:cubicBezTo>
                        <a:pt x="40" y="28"/>
                        <a:pt x="40" y="28"/>
                        <a:pt x="40" y="28"/>
                      </a:cubicBezTo>
                      <a:cubicBezTo>
                        <a:pt x="40" y="28"/>
                        <a:pt x="40" y="28"/>
                        <a:pt x="40" y="28"/>
                      </a:cubicBezTo>
                      <a:cubicBezTo>
                        <a:pt x="40" y="28"/>
                        <a:pt x="40" y="28"/>
                        <a:pt x="40" y="28"/>
                      </a:cubicBezTo>
                      <a:close/>
                      <a:moveTo>
                        <a:pt x="40" y="28"/>
                      </a:move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lnTo>
                        <a:pt x="40" y="28"/>
                      </a:lnTo>
                      <a:close/>
                      <a:moveTo>
                        <a:pt x="37" y="20"/>
                      </a:moveTo>
                      <a:cubicBezTo>
                        <a:pt x="37" y="20"/>
                        <a:pt x="37" y="20"/>
                        <a:pt x="37" y="20"/>
                      </a:cubicBezTo>
                      <a:cubicBezTo>
                        <a:pt x="36" y="20"/>
                        <a:pt x="36" y="20"/>
                        <a:pt x="37" y="20"/>
                      </a:cubicBezTo>
                      <a:cubicBezTo>
                        <a:pt x="37" y="20"/>
                        <a:pt x="37" y="20"/>
                        <a:pt x="37" y="20"/>
                      </a:cubicBezTo>
                      <a:close/>
                      <a:moveTo>
                        <a:pt x="43" y="37"/>
                      </a:moveTo>
                      <a:cubicBezTo>
                        <a:pt x="44" y="37"/>
                        <a:pt x="45" y="36"/>
                        <a:pt x="46" y="36"/>
                      </a:cubicBezTo>
                      <a:cubicBezTo>
                        <a:pt x="45" y="36"/>
                        <a:pt x="45" y="36"/>
                        <a:pt x="45" y="36"/>
                      </a:cubicBezTo>
                      <a:cubicBezTo>
                        <a:pt x="44" y="36"/>
                        <a:pt x="44" y="36"/>
                        <a:pt x="43" y="37"/>
                      </a:cubicBezTo>
                      <a:close/>
                      <a:moveTo>
                        <a:pt x="50" y="35"/>
                      </a:moveTo>
                      <a:cubicBezTo>
                        <a:pt x="50" y="35"/>
                        <a:pt x="50" y="35"/>
                        <a:pt x="50" y="35"/>
                      </a:cubicBezTo>
                      <a:cubicBezTo>
                        <a:pt x="50" y="35"/>
                        <a:pt x="50" y="35"/>
                        <a:pt x="50" y="35"/>
                      </a:cubicBezTo>
                      <a:cubicBezTo>
                        <a:pt x="50" y="35"/>
                        <a:pt x="50" y="35"/>
                        <a:pt x="50" y="35"/>
                      </a:cubicBezTo>
                      <a:cubicBezTo>
                        <a:pt x="50" y="35"/>
                        <a:pt x="50" y="35"/>
                        <a:pt x="50" y="35"/>
                      </a:cubicBezTo>
                      <a:cubicBezTo>
                        <a:pt x="49" y="35"/>
                        <a:pt x="49" y="34"/>
                        <a:pt x="48" y="35"/>
                      </a:cubicBezTo>
                      <a:cubicBezTo>
                        <a:pt x="48" y="35"/>
                        <a:pt x="48" y="35"/>
                        <a:pt x="48" y="35"/>
                      </a:cubicBezTo>
                      <a:cubicBezTo>
                        <a:pt x="47" y="35"/>
                        <a:pt x="47" y="35"/>
                        <a:pt x="47" y="35"/>
                      </a:cubicBezTo>
                      <a:cubicBezTo>
                        <a:pt x="47" y="35"/>
                        <a:pt x="47" y="35"/>
                        <a:pt x="47" y="35"/>
                      </a:cubicBezTo>
                      <a:cubicBezTo>
                        <a:pt x="47" y="36"/>
                        <a:pt x="47" y="36"/>
                        <a:pt x="47" y="36"/>
                      </a:cubicBezTo>
                      <a:cubicBezTo>
                        <a:pt x="47" y="36"/>
                        <a:pt x="47" y="36"/>
                        <a:pt x="47" y="36"/>
                      </a:cubicBezTo>
                      <a:cubicBezTo>
                        <a:pt x="48" y="35"/>
                        <a:pt x="48" y="35"/>
                        <a:pt x="48" y="35"/>
                      </a:cubicBezTo>
                      <a:cubicBezTo>
                        <a:pt x="48" y="35"/>
                        <a:pt x="48" y="35"/>
                        <a:pt x="48" y="35"/>
                      </a:cubicBezTo>
                      <a:cubicBezTo>
                        <a:pt x="48" y="35"/>
                        <a:pt x="48" y="35"/>
                        <a:pt x="48" y="35"/>
                      </a:cubicBezTo>
                      <a:cubicBezTo>
                        <a:pt x="49" y="36"/>
                        <a:pt x="49" y="36"/>
                        <a:pt x="49" y="36"/>
                      </a:cubicBezTo>
                      <a:cubicBezTo>
                        <a:pt x="49" y="36"/>
                        <a:pt x="49" y="35"/>
                        <a:pt x="50" y="35"/>
                      </a:cubicBezTo>
                      <a:close/>
                      <a:moveTo>
                        <a:pt x="44" y="29"/>
                      </a:moveTo>
                      <a:cubicBezTo>
                        <a:pt x="44" y="29"/>
                        <a:pt x="44" y="29"/>
                        <a:pt x="44" y="29"/>
                      </a:cubicBezTo>
                      <a:cubicBezTo>
                        <a:pt x="44" y="29"/>
                        <a:pt x="44" y="29"/>
                        <a:pt x="44" y="29"/>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3" y="28"/>
                        <a:pt x="43" y="28"/>
                        <a:pt x="43" y="28"/>
                      </a:cubicBezTo>
                      <a:cubicBezTo>
                        <a:pt x="42" y="28"/>
                        <a:pt x="42" y="28"/>
                        <a:pt x="42" y="28"/>
                      </a:cubicBezTo>
                      <a:cubicBezTo>
                        <a:pt x="42" y="28"/>
                        <a:pt x="42" y="28"/>
                        <a:pt x="42" y="28"/>
                      </a:cubicBezTo>
                      <a:cubicBezTo>
                        <a:pt x="42" y="29"/>
                        <a:pt x="42" y="29"/>
                        <a:pt x="42" y="29"/>
                      </a:cubicBezTo>
                      <a:cubicBezTo>
                        <a:pt x="43" y="29"/>
                        <a:pt x="43" y="29"/>
                        <a:pt x="43" y="29"/>
                      </a:cubicBezTo>
                      <a:cubicBezTo>
                        <a:pt x="43" y="29"/>
                        <a:pt x="43" y="29"/>
                        <a:pt x="43" y="29"/>
                      </a:cubicBezTo>
                      <a:cubicBezTo>
                        <a:pt x="43" y="29"/>
                        <a:pt x="43" y="29"/>
                        <a:pt x="43"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1"/>
                        <a:pt x="43" y="31"/>
                        <a:pt x="43" y="31"/>
                      </a:cubicBezTo>
                      <a:cubicBezTo>
                        <a:pt x="42" y="31"/>
                        <a:pt x="42" y="31"/>
                        <a:pt x="42" y="31"/>
                      </a:cubicBezTo>
                      <a:cubicBezTo>
                        <a:pt x="43" y="31"/>
                        <a:pt x="43" y="31"/>
                        <a:pt x="43" y="31"/>
                      </a:cubicBezTo>
                      <a:cubicBezTo>
                        <a:pt x="43" y="31"/>
                        <a:pt x="43" y="31"/>
                        <a:pt x="43" y="31"/>
                      </a:cubicBezTo>
                      <a:cubicBezTo>
                        <a:pt x="43" y="31"/>
                        <a:pt x="43" y="31"/>
                        <a:pt x="43" y="32"/>
                      </a:cubicBezTo>
                      <a:cubicBezTo>
                        <a:pt x="43" y="32"/>
                        <a:pt x="43" y="32"/>
                        <a:pt x="43" y="32"/>
                      </a:cubicBezTo>
                      <a:cubicBezTo>
                        <a:pt x="43" y="32"/>
                        <a:pt x="43" y="32"/>
                        <a:pt x="43" y="32"/>
                      </a:cubicBezTo>
                      <a:cubicBezTo>
                        <a:pt x="44" y="31"/>
                        <a:pt x="44" y="31"/>
                        <a:pt x="44" y="31"/>
                      </a:cubicBezTo>
                      <a:cubicBezTo>
                        <a:pt x="44" y="31"/>
                        <a:pt x="44" y="31"/>
                        <a:pt x="44" y="31"/>
                      </a:cubicBezTo>
                      <a:cubicBezTo>
                        <a:pt x="44" y="31"/>
                        <a:pt x="44" y="31"/>
                        <a:pt x="44" y="31"/>
                      </a:cubicBezTo>
                      <a:cubicBezTo>
                        <a:pt x="44" y="31"/>
                        <a:pt x="44" y="31"/>
                        <a:pt x="44" y="31"/>
                      </a:cubicBezTo>
                      <a:cubicBezTo>
                        <a:pt x="44" y="30"/>
                        <a:pt x="44" y="30"/>
                        <a:pt x="44" y="30"/>
                      </a:cubicBezTo>
                      <a:cubicBezTo>
                        <a:pt x="44" y="30"/>
                        <a:pt x="44" y="30"/>
                        <a:pt x="44" y="30"/>
                      </a:cubicBezTo>
                      <a:cubicBezTo>
                        <a:pt x="44" y="30"/>
                        <a:pt x="44" y="29"/>
                        <a:pt x="44" y="29"/>
                      </a:cubicBezTo>
                      <a:close/>
                      <a:moveTo>
                        <a:pt x="47" y="23"/>
                      </a:moveTo>
                      <a:cubicBezTo>
                        <a:pt x="47" y="23"/>
                        <a:pt x="47" y="23"/>
                        <a:pt x="47" y="23"/>
                      </a:cubicBezTo>
                      <a:cubicBezTo>
                        <a:pt x="47" y="23"/>
                        <a:pt x="47" y="23"/>
                        <a:pt x="47" y="23"/>
                      </a:cubicBezTo>
                      <a:cubicBezTo>
                        <a:pt x="47" y="23"/>
                        <a:pt x="46" y="22"/>
                        <a:pt x="46" y="22"/>
                      </a:cubicBezTo>
                      <a:cubicBezTo>
                        <a:pt x="46" y="22"/>
                        <a:pt x="46" y="22"/>
                        <a:pt x="46" y="21"/>
                      </a:cubicBezTo>
                      <a:cubicBezTo>
                        <a:pt x="45" y="21"/>
                        <a:pt x="45" y="21"/>
                        <a:pt x="45" y="21"/>
                      </a:cubicBezTo>
                      <a:cubicBezTo>
                        <a:pt x="45" y="21"/>
                        <a:pt x="45" y="21"/>
                        <a:pt x="45" y="21"/>
                      </a:cubicBezTo>
                      <a:cubicBezTo>
                        <a:pt x="45" y="21"/>
                        <a:pt x="45" y="21"/>
                        <a:pt x="44" y="21"/>
                      </a:cubicBezTo>
                      <a:cubicBezTo>
                        <a:pt x="44" y="21"/>
                        <a:pt x="44" y="21"/>
                        <a:pt x="44" y="21"/>
                      </a:cubicBezTo>
                      <a:cubicBezTo>
                        <a:pt x="44" y="22"/>
                        <a:pt x="44" y="22"/>
                        <a:pt x="43" y="22"/>
                      </a:cubicBezTo>
                      <a:cubicBezTo>
                        <a:pt x="43" y="22"/>
                        <a:pt x="43" y="22"/>
                        <a:pt x="43" y="22"/>
                      </a:cubicBezTo>
                      <a:cubicBezTo>
                        <a:pt x="43" y="22"/>
                        <a:pt x="43" y="22"/>
                        <a:pt x="43" y="22"/>
                      </a:cubicBezTo>
                      <a:cubicBezTo>
                        <a:pt x="43" y="22"/>
                        <a:pt x="43" y="22"/>
                        <a:pt x="43" y="22"/>
                      </a:cubicBezTo>
                      <a:cubicBezTo>
                        <a:pt x="42" y="22"/>
                        <a:pt x="42" y="22"/>
                        <a:pt x="42" y="22"/>
                      </a:cubicBezTo>
                      <a:cubicBezTo>
                        <a:pt x="42" y="23"/>
                        <a:pt x="42" y="23"/>
                        <a:pt x="42" y="23"/>
                      </a:cubicBezTo>
                      <a:cubicBezTo>
                        <a:pt x="42" y="23"/>
                        <a:pt x="43" y="23"/>
                        <a:pt x="43" y="23"/>
                      </a:cubicBezTo>
                      <a:cubicBezTo>
                        <a:pt x="44" y="24"/>
                        <a:pt x="44" y="23"/>
                        <a:pt x="44" y="23"/>
                      </a:cubicBezTo>
                      <a:cubicBezTo>
                        <a:pt x="44" y="23"/>
                        <a:pt x="44" y="23"/>
                        <a:pt x="44"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4"/>
                        <a:pt x="44" y="24"/>
                        <a:pt x="44" y="24"/>
                      </a:cubicBezTo>
                      <a:cubicBezTo>
                        <a:pt x="44" y="24"/>
                        <a:pt x="44" y="24"/>
                        <a:pt x="44" y="24"/>
                      </a:cubicBezTo>
                      <a:cubicBezTo>
                        <a:pt x="44" y="24"/>
                        <a:pt x="44" y="24"/>
                        <a:pt x="45" y="24"/>
                      </a:cubicBezTo>
                      <a:cubicBezTo>
                        <a:pt x="46" y="24"/>
                        <a:pt x="46" y="25"/>
                        <a:pt x="47" y="24"/>
                      </a:cubicBezTo>
                      <a:cubicBezTo>
                        <a:pt x="47" y="24"/>
                        <a:pt x="46" y="24"/>
                        <a:pt x="46" y="23"/>
                      </a:cubicBezTo>
                      <a:cubicBezTo>
                        <a:pt x="46" y="23"/>
                        <a:pt x="46" y="23"/>
                        <a:pt x="46" y="23"/>
                      </a:cubicBezTo>
                      <a:cubicBezTo>
                        <a:pt x="46" y="23"/>
                        <a:pt x="46" y="23"/>
                        <a:pt x="46" y="23"/>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lnTo>
                        <a:pt x="47" y="23"/>
                      </a:lnTo>
                      <a:close/>
                      <a:moveTo>
                        <a:pt x="39" y="18"/>
                      </a:move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39" y="15"/>
                        <a:pt x="39" y="16"/>
                        <a:pt x="39" y="16"/>
                      </a:cubicBezTo>
                      <a:cubicBezTo>
                        <a:pt x="38" y="16"/>
                        <a:pt x="38" y="16"/>
                        <a:pt x="38" y="16"/>
                      </a:cubicBezTo>
                      <a:cubicBezTo>
                        <a:pt x="38" y="16"/>
                        <a:pt x="38" y="16"/>
                        <a:pt x="38" y="16"/>
                      </a:cubicBezTo>
                      <a:cubicBezTo>
                        <a:pt x="38" y="16"/>
                        <a:pt x="38" y="16"/>
                        <a:pt x="38" y="16"/>
                      </a:cubicBezTo>
                      <a:cubicBezTo>
                        <a:pt x="38" y="16"/>
                        <a:pt x="38" y="16"/>
                        <a:pt x="38"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6"/>
                        <a:pt x="38" y="16"/>
                        <a:pt x="38" y="16"/>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lnTo>
                        <a:pt x="39" y="18"/>
                      </a:lnTo>
                      <a:close/>
                      <a:moveTo>
                        <a:pt x="32" y="34"/>
                      </a:moveTo>
                      <a:cubicBezTo>
                        <a:pt x="32" y="34"/>
                        <a:pt x="32" y="34"/>
                        <a:pt x="32" y="34"/>
                      </a:cubicBezTo>
                      <a:cubicBezTo>
                        <a:pt x="32" y="34"/>
                        <a:pt x="32" y="34"/>
                        <a:pt x="32" y="34"/>
                      </a:cubicBezTo>
                      <a:cubicBezTo>
                        <a:pt x="32" y="34"/>
                        <a:pt x="32" y="34"/>
                        <a:pt x="32" y="34"/>
                      </a:cubicBezTo>
                      <a:cubicBezTo>
                        <a:pt x="33" y="34"/>
                        <a:pt x="33" y="34"/>
                        <a:pt x="33" y="34"/>
                      </a:cubicBezTo>
                      <a:lnTo>
                        <a:pt x="32" y="34"/>
                      </a:lnTo>
                      <a:close/>
                      <a:moveTo>
                        <a:pt x="33" y="26"/>
                      </a:moveTo>
                      <a:cubicBezTo>
                        <a:pt x="33" y="26"/>
                        <a:pt x="33" y="26"/>
                        <a:pt x="33" y="26"/>
                      </a:cubicBezTo>
                      <a:cubicBezTo>
                        <a:pt x="33" y="26"/>
                        <a:pt x="33" y="26"/>
                        <a:pt x="33" y="26"/>
                      </a:cubicBezTo>
                      <a:cubicBezTo>
                        <a:pt x="33" y="26"/>
                        <a:pt x="33" y="26"/>
                        <a:pt x="33" y="26"/>
                      </a:cubicBezTo>
                      <a:close/>
                      <a:moveTo>
                        <a:pt x="34" y="26"/>
                      </a:moveTo>
                      <a:cubicBezTo>
                        <a:pt x="34" y="27"/>
                        <a:pt x="34" y="27"/>
                        <a:pt x="34" y="27"/>
                      </a:cubicBezTo>
                      <a:cubicBezTo>
                        <a:pt x="34" y="27"/>
                        <a:pt x="34" y="27"/>
                        <a:pt x="34" y="27"/>
                      </a:cubicBezTo>
                      <a:cubicBezTo>
                        <a:pt x="34" y="26"/>
                        <a:pt x="34" y="26"/>
                        <a:pt x="34" y="26"/>
                      </a:cubicBezTo>
                      <a:cubicBezTo>
                        <a:pt x="34" y="27"/>
                        <a:pt x="34" y="27"/>
                        <a:pt x="34" y="27"/>
                      </a:cubicBezTo>
                      <a:cubicBezTo>
                        <a:pt x="34" y="27"/>
                        <a:pt x="34" y="27"/>
                        <a:pt x="34" y="27"/>
                      </a:cubicBezTo>
                      <a:cubicBezTo>
                        <a:pt x="35" y="26"/>
                        <a:pt x="35" y="26"/>
                        <a:pt x="35" y="26"/>
                      </a:cubicBezTo>
                      <a:cubicBezTo>
                        <a:pt x="35" y="26"/>
                        <a:pt x="34" y="26"/>
                        <a:pt x="34" y="26"/>
                      </a:cubicBezTo>
                      <a:cubicBezTo>
                        <a:pt x="34" y="26"/>
                        <a:pt x="34" y="26"/>
                        <a:pt x="34" y="26"/>
                      </a:cubicBezTo>
                      <a:cubicBezTo>
                        <a:pt x="34" y="25"/>
                        <a:pt x="34" y="25"/>
                        <a:pt x="34" y="25"/>
                      </a:cubicBezTo>
                      <a:cubicBezTo>
                        <a:pt x="33" y="25"/>
                        <a:pt x="33" y="25"/>
                        <a:pt x="33" y="25"/>
                      </a:cubicBezTo>
                      <a:cubicBezTo>
                        <a:pt x="33" y="25"/>
                        <a:pt x="33" y="25"/>
                        <a:pt x="33" y="25"/>
                      </a:cubicBezTo>
                      <a:cubicBezTo>
                        <a:pt x="33" y="25"/>
                        <a:pt x="33" y="25"/>
                        <a:pt x="33" y="25"/>
                      </a:cubicBezTo>
                      <a:cubicBezTo>
                        <a:pt x="33" y="26"/>
                        <a:pt x="33" y="26"/>
                        <a:pt x="33" y="26"/>
                      </a:cubicBezTo>
                      <a:cubicBezTo>
                        <a:pt x="33" y="26"/>
                        <a:pt x="33" y="26"/>
                        <a:pt x="33" y="26"/>
                      </a:cubicBezTo>
                      <a:cubicBezTo>
                        <a:pt x="34" y="26"/>
                        <a:pt x="34" y="26"/>
                        <a:pt x="34" y="26"/>
                      </a:cubicBezTo>
                      <a:cubicBezTo>
                        <a:pt x="34" y="26"/>
                        <a:pt x="34" y="26"/>
                        <a:pt x="34" y="26"/>
                      </a:cubicBezTo>
                      <a:cubicBezTo>
                        <a:pt x="34" y="26"/>
                        <a:pt x="34" y="26"/>
                        <a:pt x="34" y="26"/>
                      </a:cubicBezTo>
                      <a:close/>
                      <a:moveTo>
                        <a:pt x="28" y="27"/>
                      </a:moveTo>
                      <a:cubicBezTo>
                        <a:pt x="28" y="26"/>
                        <a:pt x="28" y="26"/>
                        <a:pt x="28" y="26"/>
                      </a:cubicBezTo>
                      <a:cubicBezTo>
                        <a:pt x="28" y="27"/>
                        <a:pt x="28" y="27"/>
                        <a:pt x="28" y="27"/>
                      </a:cubicBezTo>
                      <a:cubicBezTo>
                        <a:pt x="27" y="26"/>
                        <a:pt x="27" y="26"/>
                        <a:pt x="27" y="26"/>
                      </a:cubicBezTo>
                      <a:cubicBezTo>
                        <a:pt x="27" y="26"/>
                        <a:pt x="27" y="26"/>
                        <a:pt x="27" y="26"/>
                      </a:cubicBezTo>
                      <a:cubicBezTo>
                        <a:pt x="27" y="26"/>
                        <a:pt x="26" y="26"/>
                        <a:pt x="26" y="25"/>
                      </a:cubicBezTo>
                      <a:cubicBezTo>
                        <a:pt x="26" y="25"/>
                        <a:pt x="26" y="25"/>
                        <a:pt x="26" y="25"/>
                      </a:cubicBezTo>
                      <a:cubicBezTo>
                        <a:pt x="26" y="24"/>
                        <a:pt x="25" y="24"/>
                        <a:pt x="25" y="24"/>
                      </a:cubicBezTo>
                      <a:cubicBezTo>
                        <a:pt x="24" y="24"/>
                        <a:pt x="24" y="24"/>
                        <a:pt x="24" y="24"/>
                      </a:cubicBezTo>
                      <a:cubicBezTo>
                        <a:pt x="24" y="25"/>
                        <a:pt x="24" y="25"/>
                        <a:pt x="24" y="25"/>
                      </a:cubicBezTo>
                      <a:cubicBezTo>
                        <a:pt x="24" y="25"/>
                        <a:pt x="24" y="25"/>
                        <a:pt x="24" y="25"/>
                      </a:cubicBezTo>
                      <a:cubicBezTo>
                        <a:pt x="24" y="25"/>
                        <a:pt x="24" y="25"/>
                        <a:pt x="24" y="25"/>
                      </a:cubicBezTo>
                      <a:cubicBezTo>
                        <a:pt x="24" y="25"/>
                        <a:pt x="23" y="26"/>
                        <a:pt x="23" y="26"/>
                      </a:cubicBezTo>
                      <a:cubicBezTo>
                        <a:pt x="22" y="26"/>
                        <a:pt x="22" y="26"/>
                        <a:pt x="22" y="26"/>
                      </a:cubicBezTo>
                      <a:cubicBezTo>
                        <a:pt x="23" y="26"/>
                        <a:pt x="23" y="26"/>
                        <a:pt x="23" y="26"/>
                      </a:cubicBezTo>
                      <a:cubicBezTo>
                        <a:pt x="23" y="26"/>
                        <a:pt x="23" y="26"/>
                        <a:pt x="23" y="25"/>
                      </a:cubicBezTo>
                      <a:cubicBezTo>
                        <a:pt x="24" y="25"/>
                        <a:pt x="24" y="26"/>
                        <a:pt x="24" y="26"/>
                      </a:cubicBezTo>
                      <a:cubicBezTo>
                        <a:pt x="25" y="26"/>
                        <a:pt x="25" y="26"/>
                        <a:pt x="26" y="27"/>
                      </a:cubicBezTo>
                      <a:cubicBezTo>
                        <a:pt x="26" y="27"/>
                        <a:pt x="26" y="27"/>
                        <a:pt x="26" y="27"/>
                      </a:cubicBezTo>
                      <a:cubicBezTo>
                        <a:pt x="26" y="27"/>
                        <a:pt x="26" y="27"/>
                        <a:pt x="26" y="27"/>
                      </a:cubicBezTo>
                      <a:cubicBezTo>
                        <a:pt x="27" y="28"/>
                        <a:pt x="27" y="28"/>
                        <a:pt x="27" y="28"/>
                      </a:cubicBezTo>
                      <a:cubicBezTo>
                        <a:pt x="27" y="28"/>
                        <a:pt x="27" y="28"/>
                        <a:pt x="27" y="28"/>
                      </a:cubicBezTo>
                      <a:cubicBezTo>
                        <a:pt x="27" y="28"/>
                        <a:pt x="27" y="28"/>
                        <a:pt x="27" y="28"/>
                      </a:cubicBezTo>
                      <a:cubicBezTo>
                        <a:pt x="27" y="29"/>
                        <a:pt x="27" y="29"/>
                        <a:pt x="27" y="29"/>
                      </a:cubicBezTo>
                      <a:cubicBezTo>
                        <a:pt x="27" y="29"/>
                        <a:pt x="27" y="29"/>
                        <a:pt x="27" y="29"/>
                      </a:cubicBezTo>
                      <a:cubicBezTo>
                        <a:pt x="27" y="29"/>
                        <a:pt x="27" y="29"/>
                        <a:pt x="27" y="29"/>
                      </a:cubicBezTo>
                      <a:cubicBezTo>
                        <a:pt x="27" y="29"/>
                        <a:pt x="27" y="29"/>
                        <a:pt x="27" y="29"/>
                      </a:cubicBezTo>
                      <a:cubicBezTo>
                        <a:pt x="28" y="29"/>
                        <a:pt x="28" y="29"/>
                        <a:pt x="28" y="29"/>
                      </a:cubicBezTo>
                      <a:cubicBezTo>
                        <a:pt x="28" y="29"/>
                        <a:pt x="29" y="30"/>
                        <a:pt x="30" y="30"/>
                      </a:cubicBezTo>
                      <a:cubicBezTo>
                        <a:pt x="30" y="30"/>
                        <a:pt x="30" y="30"/>
                        <a:pt x="30" y="30"/>
                      </a:cubicBezTo>
                      <a:cubicBezTo>
                        <a:pt x="30" y="30"/>
                        <a:pt x="30" y="30"/>
                        <a:pt x="30" y="30"/>
                      </a:cubicBezTo>
                      <a:cubicBezTo>
                        <a:pt x="30" y="30"/>
                        <a:pt x="30" y="30"/>
                        <a:pt x="30" y="30"/>
                      </a:cubicBezTo>
                      <a:cubicBezTo>
                        <a:pt x="30" y="30"/>
                        <a:pt x="30" y="30"/>
                        <a:pt x="31" y="30"/>
                      </a:cubicBezTo>
                      <a:cubicBezTo>
                        <a:pt x="30" y="31"/>
                        <a:pt x="30" y="31"/>
                        <a:pt x="30" y="31"/>
                      </a:cubicBezTo>
                      <a:cubicBezTo>
                        <a:pt x="30" y="31"/>
                        <a:pt x="30" y="31"/>
                        <a:pt x="30"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2"/>
                        <a:pt x="31" y="32"/>
                        <a:pt x="31" y="32"/>
                      </a:cubicBezTo>
                      <a:cubicBezTo>
                        <a:pt x="31" y="32"/>
                        <a:pt x="31" y="32"/>
                        <a:pt x="31" y="32"/>
                      </a:cubicBezTo>
                      <a:cubicBezTo>
                        <a:pt x="31" y="32"/>
                        <a:pt x="31" y="32"/>
                        <a:pt x="31" y="32"/>
                      </a:cubicBezTo>
                      <a:cubicBezTo>
                        <a:pt x="31" y="32"/>
                        <a:pt x="31" y="32"/>
                        <a:pt x="31" y="32"/>
                      </a:cubicBezTo>
                      <a:cubicBezTo>
                        <a:pt x="32" y="32"/>
                        <a:pt x="32" y="32"/>
                        <a:pt x="32" y="32"/>
                      </a:cubicBezTo>
                      <a:cubicBezTo>
                        <a:pt x="32" y="32"/>
                        <a:pt x="32" y="32"/>
                        <a:pt x="32" y="32"/>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3" y="33"/>
                        <a:pt x="33" y="33"/>
                        <a:pt x="33" y="33"/>
                      </a:cubicBezTo>
                      <a:cubicBezTo>
                        <a:pt x="33" y="33"/>
                        <a:pt x="33" y="33"/>
                        <a:pt x="33" y="33"/>
                      </a:cubicBezTo>
                      <a:cubicBezTo>
                        <a:pt x="33" y="33"/>
                        <a:pt x="33" y="33"/>
                        <a:pt x="33" y="33"/>
                      </a:cubicBezTo>
                      <a:cubicBezTo>
                        <a:pt x="33" y="33"/>
                        <a:pt x="33" y="33"/>
                        <a:pt x="34" y="32"/>
                      </a:cubicBezTo>
                      <a:cubicBezTo>
                        <a:pt x="33" y="32"/>
                        <a:pt x="33" y="32"/>
                        <a:pt x="33" y="32"/>
                      </a:cubicBezTo>
                      <a:cubicBezTo>
                        <a:pt x="33" y="32"/>
                        <a:pt x="33" y="32"/>
                        <a:pt x="33" y="32"/>
                      </a:cubicBezTo>
                      <a:cubicBezTo>
                        <a:pt x="33" y="32"/>
                        <a:pt x="33" y="32"/>
                        <a:pt x="32" y="31"/>
                      </a:cubicBezTo>
                      <a:cubicBezTo>
                        <a:pt x="32" y="32"/>
                        <a:pt x="32" y="32"/>
                        <a:pt x="32" y="32"/>
                      </a:cubicBezTo>
                      <a:cubicBezTo>
                        <a:pt x="32" y="31"/>
                        <a:pt x="32" y="31"/>
                        <a:pt x="32" y="31"/>
                      </a:cubicBezTo>
                      <a:cubicBezTo>
                        <a:pt x="31" y="31"/>
                        <a:pt x="31" y="31"/>
                        <a:pt x="31" y="31"/>
                      </a:cubicBezTo>
                      <a:cubicBezTo>
                        <a:pt x="31" y="31"/>
                        <a:pt x="31" y="31"/>
                        <a:pt x="31" y="31"/>
                      </a:cubicBezTo>
                      <a:cubicBezTo>
                        <a:pt x="31" y="31"/>
                        <a:pt x="31" y="31"/>
                        <a:pt x="31" y="31"/>
                      </a:cubicBezTo>
                      <a:cubicBezTo>
                        <a:pt x="31" y="30"/>
                        <a:pt x="31" y="30"/>
                        <a:pt x="31" y="30"/>
                      </a:cubicBezTo>
                      <a:cubicBezTo>
                        <a:pt x="31" y="30"/>
                        <a:pt x="31" y="30"/>
                        <a:pt x="31" y="30"/>
                      </a:cubicBezTo>
                      <a:cubicBezTo>
                        <a:pt x="31" y="30"/>
                        <a:pt x="31" y="30"/>
                        <a:pt x="31" y="30"/>
                      </a:cubicBezTo>
                      <a:cubicBezTo>
                        <a:pt x="31" y="29"/>
                        <a:pt x="31" y="29"/>
                        <a:pt x="31" y="29"/>
                      </a:cubicBezTo>
                      <a:cubicBezTo>
                        <a:pt x="31" y="29"/>
                        <a:pt x="31" y="29"/>
                        <a:pt x="31" y="29"/>
                      </a:cubicBezTo>
                      <a:cubicBezTo>
                        <a:pt x="31" y="29"/>
                        <a:pt x="31" y="29"/>
                        <a:pt x="31" y="29"/>
                      </a:cubicBezTo>
                      <a:cubicBezTo>
                        <a:pt x="31" y="29"/>
                        <a:pt x="31" y="29"/>
                        <a:pt x="31" y="29"/>
                      </a:cubicBezTo>
                      <a:cubicBezTo>
                        <a:pt x="31" y="28"/>
                        <a:pt x="31" y="28"/>
                        <a:pt x="31" y="28"/>
                      </a:cubicBezTo>
                      <a:cubicBezTo>
                        <a:pt x="31" y="28"/>
                        <a:pt x="31" y="28"/>
                        <a:pt x="31" y="28"/>
                      </a:cubicBezTo>
                      <a:cubicBezTo>
                        <a:pt x="31" y="28"/>
                        <a:pt x="31" y="28"/>
                        <a:pt x="31" y="27"/>
                      </a:cubicBezTo>
                      <a:cubicBezTo>
                        <a:pt x="30" y="27"/>
                        <a:pt x="30" y="27"/>
                        <a:pt x="30" y="27"/>
                      </a:cubicBezTo>
                      <a:cubicBezTo>
                        <a:pt x="30" y="27"/>
                        <a:pt x="30" y="27"/>
                        <a:pt x="30" y="27"/>
                      </a:cubicBezTo>
                      <a:cubicBezTo>
                        <a:pt x="29" y="28"/>
                        <a:pt x="29" y="27"/>
                        <a:pt x="28" y="27"/>
                      </a:cubicBezTo>
                      <a:close/>
                      <a:moveTo>
                        <a:pt x="31" y="60"/>
                      </a:moveTo>
                      <a:cubicBezTo>
                        <a:pt x="31" y="59"/>
                        <a:pt x="31" y="59"/>
                        <a:pt x="31" y="59"/>
                      </a:cubicBezTo>
                      <a:cubicBezTo>
                        <a:pt x="30" y="59"/>
                        <a:pt x="30" y="59"/>
                        <a:pt x="30" y="59"/>
                      </a:cubicBezTo>
                      <a:cubicBezTo>
                        <a:pt x="30" y="60"/>
                        <a:pt x="30" y="60"/>
                        <a:pt x="30" y="60"/>
                      </a:cubicBezTo>
                      <a:cubicBezTo>
                        <a:pt x="31" y="60"/>
                        <a:pt x="31" y="60"/>
                        <a:pt x="31" y="60"/>
                      </a:cubicBezTo>
                      <a:cubicBezTo>
                        <a:pt x="31" y="60"/>
                        <a:pt x="31" y="60"/>
                        <a:pt x="31" y="60"/>
                      </a:cubicBezTo>
                      <a:close/>
                      <a:moveTo>
                        <a:pt x="41" y="59"/>
                      </a:moveTo>
                      <a:cubicBezTo>
                        <a:pt x="41" y="59"/>
                        <a:pt x="41" y="59"/>
                        <a:pt x="41" y="59"/>
                      </a:cubicBezTo>
                      <a:cubicBezTo>
                        <a:pt x="41" y="59"/>
                        <a:pt x="41" y="59"/>
                        <a:pt x="41" y="59"/>
                      </a:cubicBezTo>
                      <a:cubicBezTo>
                        <a:pt x="41" y="59"/>
                        <a:pt x="41" y="59"/>
                        <a:pt x="41" y="59"/>
                      </a:cubicBezTo>
                      <a:close/>
                      <a:moveTo>
                        <a:pt x="44" y="59"/>
                      </a:moveTo>
                      <a:cubicBezTo>
                        <a:pt x="44" y="59"/>
                        <a:pt x="44" y="59"/>
                        <a:pt x="44" y="59"/>
                      </a:cubicBezTo>
                      <a:cubicBezTo>
                        <a:pt x="44" y="59"/>
                        <a:pt x="44" y="59"/>
                        <a:pt x="44" y="59"/>
                      </a:cubicBezTo>
                      <a:cubicBezTo>
                        <a:pt x="44" y="59"/>
                        <a:pt x="44" y="59"/>
                        <a:pt x="44" y="59"/>
                      </a:cubicBezTo>
                      <a:close/>
                      <a:moveTo>
                        <a:pt x="38" y="54"/>
                      </a:moveTo>
                      <a:cubicBezTo>
                        <a:pt x="38" y="55"/>
                        <a:pt x="38" y="55"/>
                        <a:pt x="38" y="55"/>
                      </a:cubicBezTo>
                      <a:cubicBezTo>
                        <a:pt x="38" y="55"/>
                        <a:pt x="38" y="55"/>
                        <a:pt x="38" y="55"/>
                      </a:cubicBezTo>
                      <a:cubicBezTo>
                        <a:pt x="38" y="55"/>
                        <a:pt x="38" y="55"/>
                        <a:pt x="38" y="55"/>
                      </a:cubicBezTo>
                      <a:lnTo>
                        <a:pt x="38" y="54"/>
                      </a:lnTo>
                      <a:close/>
                      <a:moveTo>
                        <a:pt x="27" y="56"/>
                      </a:moveTo>
                      <a:cubicBezTo>
                        <a:pt x="27" y="56"/>
                        <a:pt x="27" y="56"/>
                        <a:pt x="27" y="56"/>
                      </a:cubicBezTo>
                      <a:cubicBezTo>
                        <a:pt x="27" y="56"/>
                        <a:pt x="27" y="56"/>
                        <a:pt x="27" y="56"/>
                      </a:cubicBezTo>
                      <a:cubicBezTo>
                        <a:pt x="28" y="56"/>
                        <a:pt x="28" y="56"/>
                        <a:pt x="28" y="56"/>
                      </a:cubicBezTo>
                      <a:cubicBezTo>
                        <a:pt x="28" y="56"/>
                        <a:pt x="28" y="56"/>
                        <a:pt x="28" y="56"/>
                      </a:cubicBezTo>
                      <a:cubicBezTo>
                        <a:pt x="28" y="56"/>
                        <a:pt x="28" y="56"/>
                        <a:pt x="28" y="56"/>
                      </a:cubicBezTo>
                      <a:cubicBezTo>
                        <a:pt x="29" y="56"/>
                        <a:pt x="29" y="56"/>
                        <a:pt x="29" y="56"/>
                      </a:cubicBezTo>
                      <a:cubicBezTo>
                        <a:pt x="29" y="56"/>
                        <a:pt x="29" y="57"/>
                        <a:pt x="30" y="56"/>
                      </a:cubicBezTo>
                      <a:cubicBezTo>
                        <a:pt x="30" y="57"/>
                        <a:pt x="31" y="57"/>
                        <a:pt x="31" y="57"/>
                      </a:cubicBezTo>
                      <a:cubicBezTo>
                        <a:pt x="32" y="57"/>
                        <a:pt x="32" y="57"/>
                        <a:pt x="33" y="57"/>
                      </a:cubicBezTo>
                      <a:cubicBezTo>
                        <a:pt x="33" y="57"/>
                        <a:pt x="33" y="57"/>
                        <a:pt x="33" y="57"/>
                      </a:cubicBezTo>
                      <a:cubicBezTo>
                        <a:pt x="33" y="57"/>
                        <a:pt x="33" y="57"/>
                        <a:pt x="33" y="57"/>
                      </a:cubicBezTo>
                      <a:cubicBezTo>
                        <a:pt x="33" y="57"/>
                        <a:pt x="33" y="57"/>
                        <a:pt x="34" y="57"/>
                      </a:cubicBezTo>
                      <a:cubicBezTo>
                        <a:pt x="34" y="57"/>
                        <a:pt x="34" y="58"/>
                        <a:pt x="35" y="58"/>
                      </a:cubicBezTo>
                      <a:cubicBezTo>
                        <a:pt x="35" y="58"/>
                        <a:pt x="35" y="58"/>
                        <a:pt x="35" y="58"/>
                      </a:cubicBezTo>
                      <a:cubicBezTo>
                        <a:pt x="35" y="58"/>
                        <a:pt x="35" y="58"/>
                        <a:pt x="35" y="59"/>
                      </a:cubicBezTo>
                      <a:cubicBezTo>
                        <a:pt x="35" y="59"/>
                        <a:pt x="35" y="59"/>
                        <a:pt x="35" y="59"/>
                      </a:cubicBezTo>
                      <a:cubicBezTo>
                        <a:pt x="35" y="59"/>
                        <a:pt x="36" y="59"/>
                        <a:pt x="37" y="59"/>
                      </a:cubicBezTo>
                      <a:cubicBezTo>
                        <a:pt x="37" y="59"/>
                        <a:pt x="37" y="59"/>
                        <a:pt x="37" y="59"/>
                      </a:cubicBezTo>
                      <a:cubicBezTo>
                        <a:pt x="37" y="59"/>
                        <a:pt x="37" y="59"/>
                        <a:pt x="37" y="59"/>
                      </a:cubicBezTo>
                      <a:cubicBezTo>
                        <a:pt x="38" y="59"/>
                        <a:pt x="38" y="59"/>
                        <a:pt x="38" y="59"/>
                      </a:cubicBezTo>
                      <a:cubicBezTo>
                        <a:pt x="38" y="59"/>
                        <a:pt x="38" y="59"/>
                        <a:pt x="38" y="59"/>
                      </a:cubicBezTo>
                      <a:cubicBezTo>
                        <a:pt x="39" y="58"/>
                        <a:pt x="39" y="58"/>
                        <a:pt x="40" y="58"/>
                      </a:cubicBezTo>
                      <a:cubicBezTo>
                        <a:pt x="41" y="58"/>
                        <a:pt x="42" y="58"/>
                        <a:pt x="43" y="58"/>
                      </a:cubicBezTo>
                      <a:cubicBezTo>
                        <a:pt x="43" y="58"/>
                        <a:pt x="43" y="58"/>
                        <a:pt x="43" y="58"/>
                      </a:cubicBezTo>
                      <a:cubicBezTo>
                        <a:pt x="43" y="58"/>
                        <a:pt x="43" y="58"/>
                        <a:pt x="43" y="58"/>
                      </a:cubicBezTo>
                      <a:cubicBezTo>
                        <a:pt x="43" y="58"/>
                        <a:pt x="43" y="58"/>
                        <a:pt x="43" y="58"/>
                      </a:cubicBezTo>
                      <a:cubicBezTo>
                        <a:pt x="44" y="58"/>
                        <a:pt x="44" y="58"/>
                        <a:pt x="44" y="58"/>
                      </a:cubicBezTo>
                      <a:cubicBezTo>
                        <a:pt x="44" y="58"/>
                        <a:pt x="44" y="58"/>
                        <a:pt x="45" y="58"/>
                      </a:cubicBezTo>
                      <a:cubicBezTo>
                        <a:pt x="45" y="57"/>
                        <a:pt x="45" y="57"/>
                        <a:pt x="45" y="57"/>
                      </a:cubicBezTo>
                      <a:cubicBezTo>
                        <a:pt x="45" y="57"/>
                        <a:pt x="45" y="57"/>
                        <a:pt x="45" y="57"/>
                      </a:cubicBezTo>
                      <a:cubicBezTo>
                        <a:pt x="45" y="57"/>
                        <a:pt x="45" y="57"/>
                        <a:pt x="45" y="57"/>
                      </a:cubicBezTo>
                      <a:cubicBezTo>
                        <a:pt x="45" y="57"/>
                        <a:pt x="45" y="57"/>
                        <a:pt x="45" y="57"/>
                      </a:cubicBezTo>
                      <a:cubicBezTo>
                        <a:pt x="45" y="56"/>
                        <a:pt x="45" y="56"/>
                        <a:pt x="45" y="56"/>
                      </a:cubicBezTo>
                      <a:cubicBezTo>
                        <a:pt x="45" y="56"/>
                        <a:pt x="45" y="56"/>
                        <a:pt x="45" y="56"/>
                      </a:cubicBezTo>
                      <a:cubicBezTo>
                        <a:pt x="45" y="56"/>
                        <a:pt x="45" y="56"/>
                        <a:pt x="45" y="56"/>
                      </a:cubicBezTo>
                      <a:cubicBezTo>
                        <a:pt x="45" y="56"/>
                        <a:pt x="45" y="56"/>
                        <a:pt x="45" y="56"/>
                      </a:cubicBezTo>
                      <a:cubicBezTo>
                        <a:pt x="45" y="56"/>
                        <a:pt x="45" y="56"/>
                        <a:pt x="45" y="56"/>
                      </a:cubicBezTo>
                      <a:cubicBezTo>
                        <a:pt x="45" y="56"/>
                        <a:pt x="45" y="56"/>
                        <a:pt x="45" y="56"/>
                      </a:cubicBezTo>
                      <a:cubicBezTo>
                        <a:pt x="44" y="56"/>
                        <a:pt x="44" y="56"/>
                        <a:pt x="44" y="56"/>
                      </a:cubicBezTo>
                      <a:cubicBezTo>
                        <a:pt x="44" y="56"/>
                        <a:pt x="44" y="56"/>
                        <a:pt x="44" y="56"/>
                      </a:cubicBezTo>
                      <a:cubicBezTo>
                        <a:pt x="44" y="57"/>
                        <a:pt x="44" y="57"/>
                        <a:pt x="44" y="57"/>
                      </a:cubicBezTo>
                      <a:cubicBezTo>
                        <a:pt x="44" y="56"/>
                        <a:pt x="44" y="56"/>
                        <a:pt x="44" y="56"/>
                      </a:cubicBezTo>
                      <a:cubicBezTo>
                        <a:pt x="44" y="56"/>
                        <a:pt x="44" y="56"/>
                        <a:pt x="44" y="56"/>
                      </a:cubicBezTo>
                      <a:cubicBezTo>
                        <a:pt x="43" y="56"/>
                        <a:pt x="43" y="56"/>
                        <a:pt x="43" y="57"/>
                      </a:cubicBezTo>
                      <a:cubicBezTo>
                        <a:pt x="42" y="57"/>
                        <a:pt x="42" y="57"/>
                        <a:pt x="42" y="57"/>
                      </a:cubicBezTo>
                      <a:cubicBezTo>
                        <a:pt x="42" y="57"/>
                        <a:pt x="42" y="57"/>
                        <a:pt x="42" y="57"/>
                      </a:cubicBezTo>
                      <a:cubicBezTo>
                        <a:pt x="42" y="57"/>
                        <a:pt x="42" y="57"/>
                        <a:pt x="42" y="57"/>
                      </a:cubicBezTo>
                      <a:cubicBezTo>
                        <a:pt x="42" y="57"/>
                        <a:pt x="42" y="57"/>
                        <a:pt x="41" y="57"/>
                      </a:cubicBezTo>
                      <a:cubicBezTo>
                        <a:pt x="41" y="57"/>
                        <a:pt x="41" y="56"/>
                        <a:pt x="41" y="56"/>
                      </a:cubicBezTo>
                      <a:cubicBezTo>
                        <a:pt x="41" y="56"/>
                        <a:pt x="41" y="56"/>
                        <a:pt x="41" y="56"/>
                      </a:cubicBezTo>
                      <a:cubicBezTo>
                        <a:pt x="41" y="56"/>
                        <a:pt x="41" y="56"/>
                        <a:pt x="41" y="56"/>
                      </a:cubicBezTo>
                      <a:cubicBezTo>
                        <a:pt x="41" y="56"/>
                        <a:pt x="41" y="56"/>
                        <a:pt x="41" y="56"/>
                      </a:cubicBezTo>
                      <a:cubicBezTo>
                        <a:pt x="41" y="56"/>
                        <a:pt x="41" y="56"/>
                        <a:pt x="41" y="55"/>
                      </a:cubicBezTo>
                      <a:cubicBezTo>
                        <a:pt x="41" y="56"/>
                        <a:pt x="41" y="55"/>
                        <a:pt x="40" y="56"/>
                      </a:cubicBezTo>
                      <a:cubicBezTo>
                        <a:pt x="40" y="56"/>
                        <a:pt x="40" y="56"/>
                        <a:pt x="39" y="56"/>
                      </a:cubicBezTo>
                      <a:cubicBezTo>
                        <a:pt x="39" y="55"/>
                        <a:pt x="39" y="55"/>
                        <a:pt x="39" y="55"/>
                      </a:cubicBezTo>
                      <a:cubicBezTo>
                        <a:pt x="39" y="56"/>
                        <a:pt x="38" y="55"/>
                        <a:pt x="38" y="55"/>
                      </a:cubicBezTo>
                      <a:cubicBezTo>
                        <a:pt x="38" y="55"/>
                        <a:pt x="37" y="55"/>
                        <a:pt x="37" y="55"/>
                      </a:cubicBezTo>
                      <a:cubicBezTo>
                        <a:pt x="37" y="55"/>
                        <a:pt x="37" y="55"/>
                        <a:pt x="36" y="55"/>
                      </a:cubicBezTo>
                      <a:cubicBezTo>
                        <a:pt x="36" y="55"/>
                        <a:pt x="36" y="55"/>
                        <a:pt x="36" y="55"/>
                      </a:cubicBezTo>
                      <a:cubicBezTo>
                        <a:pt x="36" y="55"/>
                        <a:pt x="36" y="55"/>
                        <a:pt x="36" y="55"/>
                      </a:cubicBezTo>
                      <a:cubicBezTo>
                        <a:pt x="35" y="55"/>
                        <a:pt x="35" y="55"/>
                        <a:pt x="35" y="55"/>
                      </a:cubicBezTo>
                      <a:cubicBezTo>
                        <a:pt x="34" y="55"/>
                        <a:pt x="34" y="55"/>
                        <a:pt x="33" y="55"/>
                      </a:cubicBezTo>
                      <a:cubicBezTo>
                        <a:pt x="33" y="55"/>
                        <a:pt x="33" y="55"/>
                        <a:pt x="33" y="55"/>
                      </a:cubicBezTo>
                      <a:cubicBezTo>
                        <a:pt x="32" y="55"/>
                        <a:pt x="32" y="55"/>
                        <a:pt x="32" y="55"/>
                      </a:cubicBezTo>
                      <a:cubicBezTo>
                        <a:pt x="32" y="55"/>
                        <a:pt x="32" y="55"/>
                        <a:pt x="32" y="55"/>
                      </a:cubicBezTo>
                      <a:cubicBezTo>
                        <a:pt x="32" y="55"/>
                        <a:pt x="32" y="55"/>
                        <a:pt x="32" y="54"/>
                      </a:cubicBezTo>
                      <a:cubicBezTo>
                        <a:pt x="31" y="55"/>
                        <a:pt x="31" y="55"/>
                        <a:pt x="31" y="55"/>
                      </a:cubicBezTo>
                      <a:cubicBezTo>
                        <a:pt x="30" y="54"/>
                        <a:pt x="30" y="54"/>
                        <a:pt x="30" y="54"/>
                      </a:cubicBezTo>
                      <a:cubicBezTo>
                        <a:pt x="31" y="54"/>
                        <a:pt x="31" y="54"/>
                        <a:pt x="31" y="54"/>
                      </a:cubicBezTo>
                      <a:cubicBezTo>
                        <a:pt x="31" y="54"/>
                        <a:pt x="31" y="54"/>
                        <a:pt x="31" y="54"/>
                      </a:cubicBezTo>
                      <a:cubicBezTo>
                        <a:pt x="31" y="53"/>
                        <a:pt x="31" y="53"/>
                        <a:pt x="31" y="53"/>
                      </a:cubicBezTo>
                      <a:cubicBezTo>
                        <a:pt x="31" y="53"/>
                        <a:pt x="31" y="53"/>
                        <a:pt x="31" y="53"/>
                      </a:cubicBezTo>
                      <a:cubicBezTo>
                        <a:pt x="31" y="53"/>
                        <a:pt x="31" y="53"/>
                        <a:pt x="31" y="53"/>
                      </a:cubicBezTo>
                      <a:cubicBezTo>
                        <a:pt x="30" y="53"/>
                        <a:pt x="30" y="53"/>
                        <a:pt x="30" y="53"/>
                      </a:cubicBezTo>
                      <a:cubicBezTo>
                        <a:pt x="31" y="54"/>
                        <a:pt x="31" y="54"/>
                        <a:pt x="31" y="54"/>
                      </a:cubicBezTo>
                      <a:cubicBezTo>
                        <a:pt x="30" y="54"/>
                        <a:pt x="30" y="54"/>
                        <a:pt x="30" y="54"/>
                      </a:cubicBezTo>
                      <a:cubicBezTo>
                        <a:pt x="30" y="54"/>
                        <a:pt x="29" y="54"/>
                        <a:pt x="29" y="54"/>
                      </a:cubicBezTo>
                      <a:cubicBezTo>
                        <a:pt x="29" y="54"/>
                        <a:pt x="29" y="54"/>
                        <a:pt x="29" y="54"/>
                      </a:cubicBezTo>
                      <a:cubicBezTo>
                        <a:pt x="28" y="53"/>
                        <a:pt x="28" y="53"/>
                        <a:pt x="28" y="53"/>
                      </a:cubicBezTo>
                      <a:cubicBezTo>
                        <a:pt x="29" y="53"/>
                        <a:pt x="29" y="53"/>
                        <a:pt x="29" y="53"/>
                      </a:cubicBezTo>
                      <a:cubicBezTo>
                        <a:pt x="28" y="53"/>
                        <a:pt x="28" y="53"/>
                        <a:pt x="28" y="53"/>
                      </a:cubicBezTo>
                      <a:cubicBezTo>
                        <a:pt x="28" y="53"/>
                        <a:pt x="28" y="53"/>
                        <a:pt x="28" y="53"/>
                      </a:cubicBezTo>
                      <a:cubicBezTo>
                        <a:pt x="28" y="53"/>
                        <a:pt x="28" y="53"/>
                        <a:pt x="28" y="53"/>
                      </a:cubicBezTo>
                      <a:cubicBezTo>
                        <a:pt x="28" y="53"/>
                        <a:pt x="28" y="53"/>
                        <a:pt x="28" y="53"/>
                      </a:cubicBezTo>
                      <a:cubicBezTo>
                        <a:pt x="28" y="54"/>
                        <a:pt x="28" y="54"/>
                        <a:pt x="28" y="54"/>
                      </a:cubicBezTo>
                      <a:cubicBezTo>
                        <a:pt x="28" y="54"/>
                        <a:pt x="28" y="54"/>
                        <a:pt x="28" y="54"/>
                      </a:cubicBezTo>
                      <a:cubicBezTo>
                        <a:pt x="28" y="54"/>
                        <a:pt x="28" y="54"/>
                        <a:pt x="28" y="54"/>
                      </a:cubicBezTo>
                      <a:cubicBezTo>
                        <a:pt x="28" y="54"/>
                        <a:pt x="28" y="54"/>
                        <a:pt x="28" y="54"/>
                      </a:cubicBezTo>
                      <a:cubicBezTo>
                        <a:pt x="27" y="54"/>
                        <a:pt x="27" y="54"/>
                        <a:pt x="27" y="54"/>
                      </a:cubicBezTo>
                      <a:cubicBezTo>
                        <a:pt x="27" y="54"/>
                        <a:pt x="27" y="53"/>
                        <a:pt x="27" y="53"/>
                      </a:cubicBezTo>
                      <a:cubicBezTo>
                        <a:pt x="27" y="53"/>
                        <a:pt x="27" y="54"/>
                        <a:pt x="27" y="54"/>
                      </a:cubicBezTo>
                      <a:cubicBezTo>
                        <a:pt x="27" y="54"/>
                        <a:pt x="27" y="54"/>
                        <a:pt x="27" y="54"/>
                      </a:cubicBezTo>
                      <a:cubicBezTo>
                        <a:pt x="27" y="55"/>
                        <a:pt x="27" y="55"/>
                        <a:pt x="27" y="55"/>
                      </a:cubicBezTo>
                      <a:cubicBezTo>
                        <a:pt x="27" y="55"/>
                        <a:pt x="27" y="55"/>
                        <a:pt x="27" y="55"/>
                      </a:cubicBezTo>
                      <a:cubicBezTo>
                        <a:pt x="27" y="55"/>
                        <a:pt x="27" y="55"/>
                        <a:pt x="27" y="55"/>
                      </a:cubicBezTo>
                      <a:cubicBezTo>
                        <a:pt x="27" y="56"/>
                        <a:pt x="27" y="56"/>
                        <a:pt x="27" y="56"/>
                      </a:cubicBezTo>
                      <a:cubicBezTo>
                        <a:pt x="27" y="56"/>
                        <a:pt x="27" y="56"/>
                        <a:pt x="27" y="56"/>
                      </a:cubicBezTo>
                      <a:close/>
                      <a:moveTo>
                        <a:pt x="7" y="34"/>
                      </a:moveTo>
                      <a:cubicBezTo>
                        <a:pt x="7" y="34"/>
                        <a:pt x="8" y="36"/>
                        <a:pt x="8" y="36"/>
                      </a:cubicBezTo>
                      <a:cubicBezTo>
                        <a:pt x="9" y="36"/>
                        <a:pt x="9" y="36"/>
                        <a:pt x="9" y="35"/>
                      </a:cubicBezTo>
                      <a:cubicBezTo>
                        <a:pt x="9" y="35"/>
                        <a:pt x="9" y="36"/>
                        <a:pt x="10" y="36"/>
                      </a:cubicBezTo>
                      <a:cubicBezTo>
                        <a:pt x="10" y="35"/>
                        <a:pt x="10" y="35"/>
                        <a:pt x="10" y="35"/>
                      </a:cubicBezTo>
                      <a:cubicBezTo>
                        <a:pt x="9" y="35"/>
                        <a:pt x="8" y="35"/>
                        <a:pt x="8" y="34"/>
                      </a:cubicBezTo>
                      <a:cubicBezTo>
                        <a:pt x="8" y="34"/>
                        <a:pt x="7" y="34"/>
                        <a:pt x="7" y="34"/>
                      </a:cubicBezTo>
                      <a:close/>
                      <a:moveTo>
                        <a:pt x="6" y="32"/>
                      </a:moveTo>
                      <a:cubicBezTo>
                        <a:pt x="6" y="33"/>
                        <a:pt x="7" y="32"/>
                        <a:pt x="7" y="32"/>
                      </a:cubicBezTo>
                      <a:cubicBezTo>
                        <a:pt x="8" y="32"/>
                        <a:pt x="8" y="33"/>
                        <a:pt x="8" y="32"/>
                      </a:cubicBezTo>
                      <a:cubicBezTo>
                        <a:pt x="8" y="31"/>
                        <a:pt x="8" y="31"/>
                        <a:pt x="7" y="31"/>
                      </a:cubicBezTo>
                      <a:cubicBezTo>
                        <a:pt x="7" y="31"/>
                        <a:pt x="7" y="30"/>
                        <a:pt x="7" y="30"/>
                      </a:cubicBezTo>
                      <a:cubicBezTo>
                        <a:pt x="8" y="30"/>
                        <a:pt x="8" y="30"/>
                        <a:pt x="8" y="30"/>
                      </a:cubicBezTo>
                      <a:cubicBezTo>
                        <a:pt x="8" y="30"/>
                        <a:pt x="8" y="29"/>
                        <a:pt x="7" y="29"/>
                      </a:cubicBezTo>
                      <a:cubicBezTo>
                        <a:pt x="7" y="29"/>
                        <a:pt x="7" y="30"/>
                        <a:pt x="7" y="30"/>
                      </a:cubicBezTo>
                      <a:cubicBezTo>
                        <a:pt x="6" y="30"/>
                        <a:pt x="6" y="30"/>
                        <a:pt x="6" y="30"/>
                      </a:cubicBezTo>
                      <a:cubicBezTo>
                        <a:pt x="6" y="30"/>
                        <a:pt x="6" y="30"/>
                        <a:pt x="6" y="30"/>
                      </a:cubicBezTo>
                      <a:cubicBezTo>
                        <a:pt x="5" y="30"/>
                        <a:pt x="5" y="31"/>
                        <a:pt x="5" y="31"/>
                      </a:cubicBezTo>
                      <a:cubicBezTo>
                        <a:pt x="5" y="31"/>
                        <a:pt x="5" y="31"/>
                        <a:pt x="5" y="32"/>
                      </a:cubicBezTo>
                      <a:cubicBezTo>
                        <a:pt x="6" y="32"/>
                        <a:pt x="6" y="32"/>
                        <a:pt x="6" y="32"/>
                      </a:cubicBezTo>
                      <a:cubicBezTo>
                        <a:pt x="6" y="32"/>
                        <a:pt x="6" y="32"/>
                        <a:pt x="6" y="32"/>
                      </a:cubicBezTo>
                      <a:close/>
                      <a:moveTo>
                        <a:pt x="7" y="27"/>
                      </a:moveTo>
                      <a:cubicBezTo>
                        <a:pt x="7" y="28"/>
                        <a:pt x="6" y="28"/>
                        <a:pt x="7" y="28"/>
                      </a:cubicBezTo>
                      <a:cubicBezTo>
                        <a:pt x="7" y="28"/>
                        <a:pt x="7" y="28"/>
                        <a:pt x="8" y="28"/>
                      </a:cubicBezTo>
                      <a:cubicBezTo>
                        <a:pt x="8" y="28"/>
                        <a:pt x="8" y="28"/>
                        <a:pt x="8" y="28"/>
                      </a:cubicBezTo>
                      <a:cubicBezTo>
                        <a:pt x="9" y="28"/>
                        <a:pt x="8" y="27"/>
                        <a:pt x="8" y="27"/>
                      </a:cubicBezTo>
                      <a:cubicBezTo>
                        <a:pt x="8" y="27"/>
                        <a:pt x="8" y="26"/>
                        <a:pt x="7" y="26"/>
                      </a:cubicBezTo>
                      <a:cubicBezTo>
                        <a:pt x="7" y="26"/>
                        <a:pt x="7" y="27"/>
                        <a:pt x="7" y="27"/>
                      </a:cubicBezTo>
                      <a:cubicBezTo>
                        <a:pt x="7" y="27"/>
                        <a:pt x="7" y="27"/>
                        <a:pt x="7" y="27"/>
                      </a:cubicBezTo>
                      <a:close/>
                      <a:moveTo>
                        <a:pt x="2" y="17"/>
                      </a:moveTo>
                      <a:cubicBezTo>
                        <a:pt x="1" y="18"/>
                        <a:pt x="0" y="17"/>
                        <a:pt x="1" y="18"/>
                      </a:cubicBezTo>
                      <a:cubicBezTo>
                        <a:pt x="1" y="19"/>
                        <a:pt x="2" y="19"/>
                        <a:pt x="2" y="19"/>
                      </a:cubicBezTo>
                      <a:cubicBezTo>
                        <a:pt x="2" y="20"/>
                        <a:pt x="2" y="20"/>
                        <a:pt x="2" y="21"/>
                      </a:cubicBezTo>
                      <a:cubicBezTo>
                        <a:pt x="3" y="21"/>
                        <a:pt x="4" y="21"/>
                        <a:pt x="4" y="21"/>
                      </a:cubicBezTo>
                      <a:cubicBezTo>
                        <a:pt x="4" y="21"/>
                        <a:pt x="3" y="20"/>
                        <a:pt x="3" y="20"/>
                      </a:cubicBezTo>
                      <a:cubicBezTo>
                        <a:pt x="3" y="20"/>
                        <a:pt x="2" y="19"/>
                        <a:pt x="2" y="19"/>
                      </a:cubicBezTo>
                      <a:cubicBezTo>
                        <a:pt x="2" y="18"/>
                        <a:pt x="2" y="18"/>
                        <a:pt x="2" y="18"/>
                      </a:cubicBezTo>
                      <a:cubicBezTo>
                        <a:pt x="3" y="17"/>
                        <a:pt x="2" y="18"/>
                        <a:pt x="2" y="17"/>
                      </a:cubicBezTo>
                      <a:cubicBezTo>
                        <a:pt x="1" y="18"/>
                        <a:pt x="2" y="17"/>
                        <a:pt x="2" y="17"/>
                      </a:cubicBezTo>
                      <a:close/>
                      <a:moveTo>
                        <a:pt x="34" y="9"/>
                      </a:moveTo>
                      <a:cubicBezTo>
                        <a:pt x="34" y="9"/>
                        <a:pt x="33" y="9"/>
                        <a:pt x="33" y="10"/>
                      </a:cubicBezTo>
                      <a:cubicBezTo>
                        <a:pt x="33" y="10"/>
                        <a:pt x="34" y="10"/>
                        <a:pt x="34" y="10"/>
                      </a:cubicBezTo>
                      <a:cubicBezTo>
                        <a:pt x="34" y="11"/>
                        <a:pt x="35" y="11"/>
                        <a:pt x="35" y="10"/>
                      </a:cubicBezTo>
                      <a:cubicBezTo>
                        <a:pt x="36" y="10"/>
                        <a:pt x="35" y="9"/>
                        <a:pt x="34" y="9"/>
                      </a:cubicBezTo>
                      <a:cubicBezTo>
                        <a:pt x="34" y="9"/>
                        <a:pt x="34" y="9"/>
                        <a:pt x="34" y="9"/>
                      </a:cubicBezTo>
                      <a:cubicBezTo>
                        <a:pt x="34" y="9"/>
                        <a:pt x="34" y="9"/>
                        <a:pt x="34" y="9"/>
                      </a:cubicBezTo>
                      <a:close/>
                      <a:moveTo>
                        <a:pt x="40" y="11"/>
                      </a:moveTo>
                      <a:cubicBezTo>
                        <a:pt x="40" y="11"/>
                        <a:pt x="40" y="11"/>
                        <a:pt x="40" y="11"/>
                      </a:cubicBezTo>
                      <a:cubicBezTo>
                        <a:pt x="39" y="12"/>
                        <a:pt x="41" y="12"/>
                        <a:pt x="41" y="12"/>
                      </a:cubicBezTo>
                      <a:cubicBezTo>
                        <a:pt x="42" y="12"/>
                        <a:pt x="41" y="11"/>
                        <a:pt x="40" y="11"/>
                      </a:cubicBezTo>
                      <a:cubicBezTo>
                        <a:pt x="40" y="11"/>
                        <a:pt x="41" y="11"/>
                        <a:pt x="40" y="11"/>
                      </a:cubicBezTo>
                      <a:close/>
                      <a:moveTo>
                        <a:pt x="22" y="47"/>
                      </a:moveTo>
                      <a:cubicBezTo>
                        <a:pt x="22" y="48"/>
                        <a:pt x="23" y="48"/>
                        <a:pt x="23" y="48"/>
                      </a:cubicBezTo>
                      <a:cubicBezTo>
                        <a:pt x="23" y="49"/>
                        <a:pt x="23" y="49"/>
                        <a:pt x="24" y="49"/>
                      </a:cubicBezTo>
                      <a:cubicBezTo>
                        <a:pt x="24" y="48"/>
                        <a:pt x="24" y="48"/>
                        <a:pt x="24" y="48"/>
                      </a:cubicBezTo>
                      <a:cubicBezTo>
                        <a:pt x="24" y="47"/>
                        <a:pt x="23" y="47"/>
                        <a:pt x="23" y="47"/>
                      </a:cubicBezTo>
                      <a:cubicBezTo>
                        <a:pt x="23" y="47"/>
                        <a:pt x="23" y="47"/>
                        <a:pt x="22" y="47"/>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5" name="Freeform 810">
                  <a:extLst>
                    <a:ext uri="{FF2B5EF4-FFF2-40B4-BE49-F238E27FC236}">
                      <a16:creationId xmlns:a16="http://schemas.microsoft.com/office/drawing/2014/main" id="{017F0E45-DBAF-0086-D096-9D911C4299D0}"/>
                    </a:ext>
                  </a:extLst>
                </p:cNvPr>
                <p:cNvSpPr>
                  <a:spLocks noEditPoints="1"/>
                </p:cNvSpPr>
                <p:nvPr/>
              </p:nvSpPr>
              <p:spPr bwMode="auto">
                <a:xfrm>
                  <a:off x="5541963" y="3030538"/>
                  <a:ext cx="261937" cy="341313"/>
                </a:xfrm>
                <a:custGeom>
                  <a:avLst/>
                  <a:gdLst>
                    <a:gd name="T0" fmla="*/ 51 w 63"/>
                    <a:gd name="T1" fmla="*/ 7 h 82"/>
                    <a:gd name="T2" fmla="*/ 50 w 63"/>
                    <a:gd name="T3" fmla="*/ 5 h 82"/>
                    <a:gd name="T4" fmla="*/ 51 w 63"/>
                    <a:gd name="T5" fmla="*/ 3 h 82"/>
                    <a:gd name="T6" fmla="*/ 53 w 63"/>
                    <a:gd name="T7" fmla="*/ 5 h 82"/>
                    <a:gd name="T8" fmla="*/ 45 w 63"/>
                    <a:gd name="T9" fmla="*/ 6 h 82"/>
                    <a:gd name="T10" fmla="*/ 55 w 63"/>
                    <a:gd name="T11" fmla="*/ 11 h 82"/>
                    <a:gd name="T12" fmla="*/ 57 w 63"/>
                    <a:gd name="T13" fmla="*/ 11 h 82"/>
                    <a:gd name="T14" fmla="*/ 18 w 63"/>
                    <a:gd name="T15" fmla="*/ 78 h 82"/>
                    <a:gd name="T16" fmla="*/ 29 w 63"/>
                    <a:gd name="T17" fmla="*/ 81 h 82"/>
                    <a:gd name="T18" fmla="*/ 33 w 63"/>
                    <a:gd name="T19" fmla="*/ 79 h 82"/>
                    <a:gd name="T20" fmla="*/ 43 w 63"/>
                    <a:gd name="T21" fmla="*/ 79 h 82"/>
                    <a:gd name="T22" fmla="*/ 49 w 63"/>
                    <a:gd name="T23" fmla="*/ 78 h 82"/>
                    <a:gd name="T24" fmla="*/ 53 w 63"/>
                    <a:gd name="T25" fmla="*/ 69 h 82"/>
                    <a:gd name="T26" fmla="*/ 50 w 63"/>
                    <a:gd name="T27" fmla="*/ 64 h 82"/>
                    <a:gd name="T28" fmla="*/ 45 w 63"/>
                    <a:gd name="T29" fmla="*/ 57 h 82"/>
                    <a:gd name="T30" fmla="*/ 44 w 63"/>
                    <a:gd name="T31" fmla="*/ 52 h 82"/>
                    <a:gd name="T32" fmla="*/ 52 w 63"/>
                    <a:gd name="T33" fmla="*/ 47 h 82"/>
                    <a:gd name="T34" fmla="*/ 60 w 63"/>
                    <a:gd name="T35" fmla="*/ 44 h 82"/>
                    <a:gd name="T36" fmla="*/ 60 w 63"/>
                    <a:gd name="T37" fmla="*/ 36 h 82"/>
                    <a:gd name="T38" fmla="*/ 60 w 63"/>
                    <a:gd name="T39" fmla="*/ 30 h 82"/>
                    <a:gd name="T40" fmla="*/ 58 w 63"/>
                    <a:gd name="T41" fmla="*/ 19 h 82"/>
                    <a:gd name="T42" fmla="*/ 54 w 63"/>
                    <a:gd name="T43" fmla="*/ 11 h 82"/>
                    <a:gd name="T44" fmla="*/ 51 w 63"/>
                    <a:gd name="T45" fmla="*/ 8 h 82"/>
                    <a:gd name="T46" fmla="*/ 48 w 63"/>
                    <a:gd name="T47" fmla="*/ 6 h 82"/>
                    <a:gd name="T48" fmla="*/ 44 w 63"/>
                    <a:gd name="T49" fmla="*/ 7 h 82"/>
                    <a:gd name="T50" fmla="*/ 39 w 63"/>
                    <a:gd name="T51" fmla="*/ 10 h 82"/>
                    <a:gd name="T52" fmla="*/ 37 w 63"/>
                    <a:gd name="T53" fmla="*/ 11 h 82"/>
                    <a:gd name="T54" fmla="*/ 34 w 63"/>
                    <a:gd name="T55" fmla="*/ 10 h 82"/>
                    <a:gd name="T56" fmla="*/ 36 w 63"/>
                    <a:gd name="T57" fmla="*/ 4 h 82"/>
                    <a:gd name="T58" fmla="*/ 35 w 63"/>
                    <a:gd name="T59" fmla="*/ 6 h 82"/>
                    <a:gd name="T60" fmla="*/ 30 w 63"/>
                    <a:gd name="T61" fmla="*/ 7 h 82"/>
                    <a:gd name="T62" fmla="*/ 28 w 63"/>
                    <a:gd name="T63" fmla="*/ 2 h 82"/>
                    <a:gd name="T64" fmla="*/ 26 w 63"/>
                    <a:gd name="T65" fmla="*/ 1 h 82"/>
                    <a:gd name="T66" fmla="*/ 20 w 63"/>
                    <a:gd name="T67" fmla="*/ 2 h 82"/>
                    <a:gd name="T68" fmla="*/ 20 w 63"/>
                    <a:gd name="T69" fmla="*/ 6 h 82"/>
                    <a:gd name="T70" fmla="*/ 22 w 63"/>
                    <a:gd name="T71" fmla="*/ 9 h 82"/>
                    <a:gd name="T72" fmla="*/ 23 w 63"/>
                    <a:gd name="T73" fmla="*/ 12 h 82"/>
                    <a:gd name="T74" fmla="*/ 27 w 63"/>
                    <a:gd name="T75" fmla="*/ 16 h 82"/>
                    <a:gd name="T76" fmla="*/ 19 w 63"/>
                    <a:gd name="T77" fmla="*/ 13 h 82"/>
                    <a:gd name="T78" fmla="*/ 17 w 63"/>
                    <a:gd name="T79" fmla="*/ 15 h 82"/>
                    <a:gd name="T80" fmla="*/ 15 w 63"/>
                    <a:gd name="T81" fmla="*/ 14 h 82"/>
                    <a:gd name="T82" fmla="*/ 9 w 63"/>
                    <a:gd name="T83" fmla="*/ 16 h 82"/>
                    <a:gd name="T84" fmla="*/ 10 w 63"/>
                    <a:gd name="T85" fmla="*/ 19 h 82"/>
                    <a:gd name="T86" fmla="*/ 7 w 63"/>
                    <a:gd name="T87" fmla="*/ 26 h 82"/>
                    <a:gd name="T88" fmla="*/ 6 w 63"/>
                    <a:gd name="T89" fmla="*/ 32 h 82"/>
                    <a:gd name="T90" fmla="*/ 2 w 63"/>
                    <a:gd name="T91" fmla="*/ 37 h 82"/>
                    <a:gd name="T92" fmla="*/ 2 w 63"/>
                    <a:gd name="T93" fmla="*/ 43 h 82"/>
                    <a:gd name="T94" fmla="*/ 3 w 63"/>
                    <a:gd name="T95" fmla="*/ 49 h 82"/>
                    <a:gd name="T96" fmla="*/ 3 w 63"/>
                    <a:gd name="T97" fmla="*/ 52 h 82"/>
                    <a:gd name="T98" fmla="*/ 2 w 63"/>
                    <a:gd name="T99" fmla="*/ 60 h 82"/>
                    <a:gd name="T100" fmla="*/ 8 w 63"/>
                    <a:gd name="T101" fmla="*/ 63 h 82"/>
                    <a:gd name="T102" fmla="*/ 15 w 63"/>
                    <a:gd name="T103" fmla="*/ 65 h 82"/>
                    <a:gd name="T104" fmla="*/ 14 w 63"/>
                    <a:gd name="T105" fmla="*/ 69 h 82"/>
                    <a:gd name="T106" fmla="*/ 12 w 63"/>
                    <a:gd name="T107" fmla="*/ 78 h 82"/>
                    <a:gd name="T108" fmla="*/ 8 w 63"/>
                    <a:gd name="T109" fmla="*/ 14 h 82"/>
                    <a:gd name="T110" fmla="*/ 12 w 63"/>
                    <a:gd name="T111" fmla="*/ 13 h 82"/>
                    <a:gd name="T112" fmla="*/ 14 w 63"/>
                    <a:gd name="T113" fmla="*/ 1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 h="82">
                      <a:moveTo>
                        <a:pt x="53" y="5"/>
                      </a:moveTo>
                      <a:cubicBezTo>
                        <a:pt x="53" y="6"/>
                        <a:pt x="54" y="6"/>
                        <a:pt x="54" y="6"/>
                      </a:cubicBezTo>
                      <a:cubicBezTo>
                        <a:pt x="54" y="7"/>
                        <a:pt x="54" y="7"/>
                        <a:pt x="53" y="7"/>
                      </a:cubicBezTo>
                      <a:cubicBezTo>
                        <a:pt x="53" y="7"/>
                        <a:pt x="53" y="7"/>
                        <a:pt x="53" y="6"/>
                      </a:cubicBezTo>
                      <a:cubicBezTo>
                        <a:pt x="52" y="6"/>
                        <a:pt x="52" y="7"/>
                        <a:pt x="51" y="7"/>
                      </a:cubicBezTo>
                      <a:cubicBezTo>
                        <a:pt x="51" y="7"/>
                        <a:pt x="50" y="7"/>
                        <a:pt x="50" y="7"/>
                      </a:cubicBezTo>
                      <a:cubicBezTo>
                        <a:pt x="50" y="6"/>
                        <a:pt x="50" y="6"/>
                        <a:pt x="50" y="6"/>
                      </a:cubicBezTo>
                      <a:cubicBezTo>
                        <a:pt x="50" y="6"/>
                        <a:pt x="50" y="6"/>
                        <a:pt x="50" y="5"/>
                      </a:cubicBezTo>
                      <a:cubicBezTo>
                        <a:pt x="50" y="5"/>
                        <a:pt x="50" y="5"/>
                        <a:pt x="50" y="5"/>
                      </a:cubicBezTo>
                      <a:cubicBezTo>
                        <a:pt x="50" y="5"/>
                        <a:pt x="50" y="5"/>
                        <a:pt x="50" y="5"/>
                      </a:cubicBezTo>
                      <a:cubicBezTo>
                        <a:pt x="50" y="4"/>
                        <a:pt x="50" y="4"/>
                        <a:pt x="50" y="4"/>
                      </a:cubicBezTo>
                      <a:cubicBezTo>
                        <a:pt x="50" y="4"/>
                        <a:pt x="51" y="4"/>
                        <a:pt x="51" y="4"/>
                      </a:cubicBezTo>
                      <a:cubicBezTo>
                        <a:pt x="51" y="4"/>
                        <a:pt x="51" y="4"/>
                        <a:pt x="51" y="3"/>
                      </a:cubicBezTo>
                      <a:cubicBezTo>
                        <a:pt x="51" y="3"/>
                        <a:pt x="51" y="2"/>
                        <a:pt x="51" y="2"/>
                      </a:cubicBezTo>
                      <a:cubicBezTo>
                        <a:pt x="51" y="2"/>
                        <a:pt x="51" y="3"/>
                        <a:pt x="51" y="3"/>
                      </a:cubicBezTo>
                      <a:cubicBezTo>
                        <a:pt x="52" y="3"/>
                        <a:pt x="52" y="4"/>
                        <a:pt x="52" y="4"/>
                      </a:cubicBezTo>
                      <a:cubicBezTo>
                        <a:pt x="52" y="5"/>
                        <a:pt x="51" y="5"/>
                        <a:pt x="52" y="5"/>
                      </a:cubicBezTo>
                      <a:cubicBezTo>
                        <a:pt x="53" y="5"/>
                        <a:pt x="52" y="4"/>
                        <a:pt x="52" y="4"/>
                      </a:cubicBezTo>
                      <a:cubicBezTo>
                        <a:pt x="53" y="3"/>
                        <a:pt x="53" y="4"/>
                        <a:pt x="53" y="4"/>
                      </a:cubicBezTo>
                      <a:cubicBezTo>
                        <a:pt x="54" y="4"/>
                        <a:pt x="53" y="5"/>
                        <a:pt x="53" y="5"/>
                      </a:cubicBezTo>
                      <a:cubicBezTo>
                        <a:pt x="53" y="5"/>
                        <a:pt x="53" y="5"/>
                        <a:pt x="53" y="5"/>
                      </a:cubicBezTo>
                      <a:close/>
                      <a:moveTo>
                        <a:pt x="46" y="6"/>
                      </a:moveTo>
                      <a:cubicBezTo>
                        <a:pt x="47" y="5"/>
                        <a:pt x="47" y="6"/>
                        <a:pt x="47" y="6"/>
                      </a:cubicBezTo>
                      <a:cubicBezTo>
                        <a:pt x="48" y="6"/>
                        <a:pt x="48" y="6"/>
                        <a:pt x="48" y="5"/>
                      </a:cubicBezTo>
                      <a:cubicBezTo>
                        <a:pt x="48" y="5"/>
                        <a:pt x="45" y="5"/>
                        <a:pt x="45" y="6"/>
                      </a:cubicBezTo>
                      <a:cubicBezTo>
                        <a:pt x="45" y="6"/>
                        <a:pt x="46" y="6"/>
                        <a:pt x="46" y="6"/>
                      </a:cubicBezTo>
                      <a:close/>
                      <a:moveTo>
                        <a:pt x="57" y="11"/>
                      </a:moveTo>
                      <a:cubicBezTo>
                        <a:pt x="57" y="11"/>
                        <a:pt x="56" y="10"/>
                        <a:pt x="56" y="10"/>
                      </a:cubicBezTo>
                      <a:cubicBezTo>
                        <a:pt x="56" y="10"/>
                        <a:pt x="55" y="9"/>
                        <a:pt x="55" y="9"/>
                      </a:cubicBezTo>
                      <a:cubicBezTo>
                        <a:pt x="54" y="9"/>
                        <a:pt x="55" y="10"/>
                        <a:pt x="55" y="11"/>
                      </a:cubicBezTo>
                      <a:cubicBezTo>
                        <a:pt x="55" y="11"/>
                        <a:pt x="56" y="11"/>
                        <a:pt x="55" y="11"/>
                      </a:cubicBezTo>
                      <a:cubicBezTo>
                        <a:pt x="55" y="12"/>
                        <a:pt x="54" y="12"/>
                        <a:pt x="55" y="12"/>
                      </a:cubicBezTo>
                      <a:cubicBezTo>
                        <a:pt x="56" y="12"/>
                        <a:pt x="56" y="11"/>
                        <a:pt x="57" y="12"/>
                      </a:cubicBezTo>
                      <a:cubicBezTo>
                        <a:pt x="57" y="11"/>
                        <a:pt x="57" y="11"/>
                        <a:pt x="57" y="11"/>
                      </a:cubicBezTo>
                      <a:cubicBezTo>
                        <a:pt x="57" y="11"/>
                        <a:pt x="57" y="11"/>
                        <a:pt x="57" y="11"/>
                      </a:cubicBezTo>
                      <a:close/>
                      <a:moveTo>
                        <a:pt x="13" y="79"/>
                      </a:moveTo>
                      <a:cubicBezTo>
                        <a:pt x="14" y="79"/>
                        <a:pt x="14" y="79"/>
                        <a:pt x="15" y="79"/>
                      </a:cubicBezTo>
                      <a:cubicBezTo>
                        <a:pt x="15" y="79"/>
                        <a:pt x="16" y="79"/>
                        <a:pt x="16" y="79"/>
                      </a:cubicBezTo>
                      <a:cubicBezTo>
                        <a:pt x="17" y="78"/>
                        <a:pt x="18" y="79"/>
                        <a:pt x="19" y="79"/>
                      </a:cubicBezTo>
                      <a:cubicBezTo>
                        <a:pt x="19" y="78"/>
                        <a:pt x="18" y="78"/>
                        <a:pt x="18" y="78"/>
                      </a:cubicBezTo>
                      <a:cubicBezTo>
                        <a:pt x="18" y="76"/>
                        <a:pt x="20" y="77"/>
                        <a:pt x="20" y="78"/>
                      </a:cubicBezTo>
                      <a:cubicBezTo>
                        <a:pt x="21" y="78"/>
                        <a:pt x="23" y="78"/>
                        <a:pt x="24" y="78"/>
                      </a:cubicBezTo>
                      <a:cubicBezTo>
                        <a:pt x="24" y="79"/>
                        <a:pt x="25" y="79"/>
                        <a:pt x="26" y="79"/>
                      </a:cubicBezTo>
                      <a:cubicBezTo>
                        <a:pt x="26" y="79"/>
                        <a:pt x="27" y="79"/>
                        <a:pt x="28" y="80"/>
                      </a:cubicBezTo>
                      <a:cubicBezTo>
                        <a:pt x="28" y="80"/>
                        <a:pt x="29" y="80"/>
                        <a:pt x="29" y="81"/>
                      </a:cubicBezTo>
                      <a:cubicBezTo>
                        <a:pt x="29" y="81"/>
                        <a:pt x="30" y="81"/>
                        <a:pt x="30" y="81"/>
                      </a:cubicBezTo>
                      <a:cubicBezTo>
                        <a:pt x="30" y="81"/>
                        <a:pt x="30" y="82"/>
                        <a:pt x="30" y="82"/>
                      </a:cubicBezTo>
                      <a:cubicBezTo>
                        <a:pt x="30" y="82"/>
                        <a:pt x="31" y="82"/>
                        <a:pt x="31" y="81"/>
                      </a:cubicBezTo>
                      <a:cubicBezTo>
                        <a:pt x="32" y="81"/>
                        <a:pt x="31" y="80"/>
                        <a:pt x="31" y="80"/>
                      </a:cubicBezTo>
                      <a:cubicBezTo>
                        <a:pt x="31" y="79"/>
                        <a:pt x="32" y="79"/>
                        <a:pt x="33" y="79"/>
                      </a:cubicBezTo>
                      <a:cubicBezTo>
                        <a:pt x="34" y="79"/>
                        <a:pt x="35" y="80"/>
                        <a:pt x="35" y="81"/>
                      </a:cubicBezTo>
                      <a:cubicBezTo>
                        <a:pt x="35" y="81"/>
                        <a:pt x="36" y="81"/>
                        <a:pt x="37" y="81"/>
                      </a:cubicBezTo>
                      <a:cubicBezTo>
                        <a:pt x="37" y="80"/>
                        <a:pt x="38" y="80"/>
                        <a:pt x="38" y="80"/>
                      </a:cubicBezTo>
                      <a:cubicBezTo>
                        <a:pt x="39" y="79"/>
                        <a:pt x="40" y="79"/>
                        <a:pt x="42" y="79"/>
                      </a:cubicBezTo>
                      <a:cubicBezTo>
                        <a:pt x="42" y="79"/>
                        <a:pt x="43" y="79"/>
                        <a:pt x="43" y="79"/>
                      </a:cubicBezTo>
                      <a:cubicBezTo>
                        <a:pt x="44" y="78"/>
                        <a:pt x="43" y="78"/>
                        <a:pt x="44" y="78"/>
                      </a:cubicBezTo>
                      <a:cubicBezTo>
                        <a:pt x="45" y="78"/>
                        <a:pt x="46" y="79"/>
                        <a:pt x="46" y="78"/>
                      </a:cubicBezTo>
                      <a:cubicBezTo>
                        <a:pt x="47" y="78"/>
                        <a:pt x="47" y="78"/>
                        <a:pt x="47" y="79"/>
                      </a:cubicBezTo>
                      <a:cubicBezTo>
                        <a:pt x="48" y="79"/>
                        <a:pt x="48" y="79"/>
                        <a:pt x="48" y="80"/>
                      </a:cubicBezTo>
                      <a:cubicBezTo>
                        <a:pt x="49" y="80"/>
                        <a:pt x="49" y="79"/>
                        <a:pt x="49" y="78"/>
                      </a:cubicBezTo>
                      <a:cubicBezTo>
                        <a:pt x="49" y="77"/>
                        <a:pt x="48" y="78"/>
                        <a:pt x="48" y="77"/>
                      </a:cubicBezTo>
                      <a:cubicBezTo>
                        <a:pt x="48" y="76"/>
                        <a:pt x="48" y="76"/>
                        <a:pt x="48" y="75"/>
                      </a:cubicBezTo>
                      <a:cubicBezTo>
                        <a:pt x="47" y="74"/>
                        <a:pt x="47" y="74"/>
                        <a:pt x="48" y="73"/>
                      </a:cubicBezTo>
                      <a:cubicBezTo>
                        <a:pt x="49" y="72"/>
                        <a:pt x="50" y="72"/>
                        <a:pt x="51" y="71"/>
                      </a:cubicBezTo>
                      <a:cubicBezTo>
                        <a:pt x="52" y="70"/>
                        <a:pt x="51" y="69"/>
                        <a:pt x="53" y="69"/>
                      </a:cubicBezTo>
                      <a:cubicBezTo>
                        <a:pt x="54" y="69"/>
                        <a:pt x="54" y="68"/>
                        <a:pt x="54" y="67"/>
                      </a:cubicBezTo>
                      <a:cubicBezTo>
                        <a:pt x="54" y="67"/>
                        <a:pt x="54" y="66"/>
                        <a:pt x="53" y="66"/>
                      </a:cubicBezTo>
                      <a:cubicBezTo>
                        <a:pt x="53" y="65"/>
                        <a:pt x="52" y="65"/>
                        <a:pt x="52" y="65"/>
                      </a:cubicBezTo>
                      <a:cubicBezTo>
                        <a:pt x="51" y="64"/>
                        <a:pt x="51" y="64"/>
                        <a:pt x="51" y="64"/>
                      </a:cubicBezTo>
                      <a:cubicBezTo>
                        <a:pt x="51" y="64"/>
                        <a:pt x="50" y="64"/>
                        <a:pt x="50" y="64"/>
                      </a:cubicBezTo>
                      <a:cubicBezTo>
                        <a:pt x="50" y="64"/>
                        <a:pt x="50" y="64"/>
                        <a:pt x="50" y="63"/>
                      </a:cubicBezTo>
                      <a:cubicBezTo>
                        <a:pt x="49" y="63"/>
                        <a:pt x="49" y="61"/>
                        <a:pt x="48" y="61"/>
                      </a:cubicBezTo>
                      <a:cubicBezTo>
                        <a:pt x="47" y="61"/>
                        <a:pt x="47" y="61"/>
                        <a:pt x="47" y="61"/>
                      </a:cubicBezTo>
                      <a:cubicBezTo>
                        <a:pt x="46" y="60"/>
                        <a:pt x="46" y="60"/>
                        <a:pt x="46" y="59"/>
                      </a:cubicBezTo>
                      <a:cubicBezTo>
                        <a:pt x="46" y="58"/>
                        <a:pt x="45" y="58"/>
                        <a:pt x="45" y="57"/>
                      </a:cubicBezTo>
                      <a:cubicBezTo>
                        <a:pt x="45" y="57"/>
                        <a:pt x="45" y="57"/>
                        <a:pt x="45" y="56"/>
                      </a:cubicBezTo>
                      <a:cubicBezTo>
                        <a:pt x="46" y="55"/>
                        <a:pt x="44" y="54"/>
                        <a:pt x="44" y="54"/>
                      </a:cubicBezTo>
                      <a:cubicBezTo>
                        <a:pt x="43" y="53"/>
                        <a:pt x="43" y="53"/>
                        <a:pt x="43" y="52"/>
                      </a:cubicBezTo>
                      <a:cubicBezTo>
                        <a:pt x="43" y="52"/>
                        <a:pt x="42" y="51"/>
                        <a:pt x="43" y="51"/>
                      </a:cubicBezTo>
                      <a:cubicBezTo>
                        <a:pt x="44" y="51"/>
                        <a:pt x="43" y="53"/>
                        <a:pt x="44" y="52"/>
                      </a:cubicBezTo>
                      <a:cubicBezTo>
                        <a:pt x="45" y="51"/>
                        <a:pt x="45" y="50"/>
                        <a:pt x="46" y="50"/>
                      </a:cubicBezTo>
                      <a:cubicBezTo>
                        <a:pt x="46" y="50"/>
                        <a:pt x="47" y="50"/>
                        <a:pt x="48" y="50"/>
                      </a:cubicBezTo>
                      <a:cubicBezTo>
                        <a:pt x="48" y="50"/>
                        <a:pt x="49" y="49"/>
                        <a:pt x="49" y="49"/>
                      </a:cubicBezTo>
                      <a:cubicBezTo>
                        <a:pt x="50" y="49"/>
                        <a:pt x="50" y="48"/>
                        <a:pt x="51" y="48"/>
                      </a:cubicBezTo>
                      <a:cubicBezTo>
                        <a:pt x="51" y="48"/>
                        <a:pt x="52" y="48"/>
                        <a:pt x="52" y="47"/>
                      </a:cubicBezTo>
                      <a:cubicBezTo>
                        <a:pt x="53" y="47"/>
                        <a:pt x="53" y="47"/>
                        <a:pt x="54" y="46"/>
                      </a:cubicBezTo>
                      <a:cubicBezTo>
                        <a:pt x="55" y="46"/>
                        <a:pt x="56" y="46"/>
                        <a:pt x="56" y="45"/>
                      </a:cubicBezTo>
                      <a:cubicBezTo>
                        <a:pt x="57" y="45"/>
                        <a:pt x="58" y="45"/>
                        <a:pt x="58" y="45"/>
                      </a:cubicBezTo>
                      <a:cubicBezTo>
                        <a:pt x="58" y="44"/>
                        <a:pt x="57" y="44"/>
                        <a:pt x="57" y="43"/>
                      </a:cubicBezTo>
                      <a:cubicBezTo>
                        <a:pt x="58" y="43"/>
                        <a:pt x="59" y="43"/>
                        <a:pt x="60" y="44"/>
                      </a:cubicBezTo>
                      <a:cubicBezTo>
                        <a:pt x="60" y="45"/>
                        <a:pt x="60" y="46"/>
                        <a:pt x="61" y="45"/>
                      </a:cubicBezTo>
                      <a:cubicBezTo>
                        <a:pt x="62" y="45"/>
                        <a:pt x="62" y="43"/>
                        <a:pt x="62" y="42"/>
                      </a:cubicBezTo>
                      <a:cubicBezTo>
                        <a:pt x="63" y="41"/>
                        <a:pt x="62" y="40"/>
                        <a:pt x="62" y="39"/>
                      </a:cubicBezTo>
                      <a:cubicBezTo>
                        <a:pt x="61" y="38"/>
                        <a:pt x="61" y="38"/>
                        <a:pt x="61" y="38"/>
                      </a:cubicBezTo>
                      <a:cubicBezTo>
                        <a:pt x="60" y="37"/>
                        <a:pt x="60" y="36"/>
                        <a:pt x="60" y="36"/>
                      </a:cubicBezTo>
                      <a:cubicBezTo>
                        <a:pt x="60" y="35"/>
                        <a:pt x="59" y="34"/>
                        <a:pt x="60" y="34"/>
                      </a:cubicBezTo>
                      <a:cubicBezTo>
                        <a:pt x="60" y="34"/>
                        <a:pt x="60" y="34"/>
                        <a:pt x="60" y="33"/>
                      </a:cubicBezTo>
                      <a:cubicBezTo>
                        <a:pt x="60" y="33"/>
                        <a:pt x="61" y="33"/>
                        <a:pt x="61" y="33"/>
                      </a:cubicBezTo>
                      <a:cubicBezTo>
                        <a:pt x="61" y="32"/>
                        <a:pt x="60" y="32"/>
                        <a:pt x="60" y="31"/>
                      </a:cubicBezTo>
                      <a:cubicBezTo>
                        <a:pt x="60" y="31"/>
                        <a:pt x="60" y="31"/>
                        <a:pt x="60" y="30"/>
                      </a:cubicBezTo>
                      <a:cubicBezTo>
                        <a:pt x="60" y="30"/>
                        <a:pt x="59" y="29"/>
                        <a:pt x="59" y="29"/>
                      </a:cubicBezTo>
                      <a:cubicBezTo>
                        <a:pt x="59" y="28"/>
                        <a:pt x="60" y="27"/>
                        <a:pt x="60" y="26"/>
                      </a:cubicBezTo>
                      <a:cubicBezTo>
                        <a:pt x="59" y="25"/>
                        <a:pt x="58" y="24"/>
                        <a:pt x="57" y="24"/>
                      </a:cubicBezTo>
                      <a:cubicBezTo>
                        <a:pt x="56" y="23"/>
                        <a:pt x="57" y="22"/>
                        <a:pt x="58" y="22"/>
                      </a:cubicBezTo>
                      <a:cubicBezTo>
                        <a:pt x="58" y="21"/>
                        <a:pt x="58" y="20"/>
                        <a:pt x="58" y="19"/>
                      </a:cubicBezTo>
                      <a:cubicBezTo>
                        <a:pt x="59" y="18"/>
                        <a:pt x="58" y="17"/>
                        <a:pt x="58" y="16"/>
                      </a:cubicBezTo>
                      <a:cubicBezTo>
                        <a:pt x="58" y="15"/>
                        <a:pt x="57" y="14"/>
                        <a:pt x="57" y="13"/>
                      </a:cubicBezTo>
                      <a:cubicBezTo>
                        <a:pt x="57" y="14"/>
                        <a:pt x="54" y="13"/>
                        <a:pt x="54" y="12"/>
                      </a:cubicBezTo>
                      <a:cubicBezTo>
                        <a:pt x="54" y="12"/>
                        <a:pt x="55" y="11"/>
                        <a:pt x="55" y="11"/>
                      </a:cubicBezTo>
                      <a:cubicBezTo>
                        <a:pt x="55" y="11"/>
                        <a:pt x="55" y="11"/>
                        <a:pt x="54" y="11"/>
                      </a:cubicBezTo>
                      <a:cubicBezTo>
                        <a:pt x="54" y="10"/>
                        <a:pt x="54" y="10"/>
                        <a:pt x="54" y="10"/>
                      </a:cubicBezTo>
                      <a:cubicBezTo>
                        <a:pt x="54" y="10"/>
                        <a:pt x="54" y="9"/>
                        <a:pt x="54" y="9"/>
                      </a:cubicBezTo>
                      <a:cubicBezTo>
                        <a:pt x="54" y="9"/>
                        <a:pt x="53" y="9"/>
                        <a:pt x="53" y="9"/>
                      </a:cubicBezTo>
                      <a:cubicBezTo>
                        <a:pt x="53" y="9"/>
                        <a:pt x="52" y="9"/>
                        <a:pt x="52" y="9"/>
                      </a:cubicBezTo>
                      <a:cubicBezTo>
                        <a:pt x="52" y="9"/>
                        <a:pt x="51" y="9"/>
                        <a:pt x="51" y="8"/>
                      </a:cubicBezTo>
                      <a:cubicBezTo>
                        <a:pt x="51" y="8"/>
                        <a:pt x="51" y="8"/>
                        <a:pt x="50" y="8"/>
                      </a:cubicBezTo>
                      <a:cubicBezTo>
                        <a:pt x="50" y="7"/>
                        <a:pt x="50" y="7"/>
                        <a:pt x="50" y="7"/>
                      </a:cubicBezTo>
                      <a:cubicBezTo>
                        <a:pt x="50" y="7"/>
                        <a:pt x="50" y="7"/>
                        <a:pt x="50" y="7"/>
                      </a:cubicBezTo>
                      <a:cubicBezTo>
                        <a:pt x="49" y="6"/>
                        <a:pt x="49" y="6"/>
                        <a:pt x="49" y="6"/>
                      </a:cubicBezTo>
                      <a:cubicBezTo>
                        <a:pt x="49" y="6"/>
                        <a:pt x="49" y="6"/>
                        <a:pt x="48" y="6"/>
                      </a:cubicBezTo>
                      <a:cubicBezTo>
                        <a:pt x="48" y="6"/>
                        <a:pt x="48" y="6"/>
                        <a:pt x="47" y="6"/>
                      </a:cubicBezTo>
                      <a:cubicBezTo>
                        <a:pt x="47" y="6"/>
                        <a:pt x="46" y="6"/>
                        <a:pt x="46" y="6"/>
                      </a:cubicBezTo>
                      <a:cubicBezTo>
                        <a:pt x="46" y="7"/>
                        <a:pt x="45" y="7"/>
                        <a:pt x="45" y="7"/>
                      </a:cubicBezTo>
                      <a:cubicBezTo>
                        <a:pt x="45" y="7"/>
                        <a:pt x="45" y="7"/>
                        <a:pt x="45" y="7"/>
                      </a:cubicBezTo>
                      <a:cubicBezTo>
                        <a:pt x="45" y="7"/>
                        <a:pt x="44" y="7"/>
                        <a:pt x="44" y="7"/>
                      </a:cubicBezTo>
                      <a:cubicBezTo>
                        <a:pt x="44" y="7"/>
                        <a:pt x="44" y="7"/>
                        <a:pt x="43" y="8"/>
                      </a:cubicBezTo>
                      <a:cubicBezTo>
                        <a:pt x="43" y="8"/>
                        <a:pt x="43" y="9"/>
                        <a:pt x="43" y="9"/>
                      </a:cubicBezTo>
                      <a:cubicBezTo>
                        <a:pt x="43" y="9"/>
                        <a:pt x="43" y="9"/>
                        <a:pt x="42" y="8"/>
                      </a:cubicBezTo>
                      <a:cubicBezTo>
                        <a:pt x="42" y="9"/>
                        <a:pt x="41" y="9"/>
                        <a:pt x="41" y="9"/>
                      </a:cubicBezTo>
                      <a:cubicBezTo>
                        <a:pt x="40" y="9"/>
                        <a:pt x="40" y="9"/>
                        <a:pt x="39" y="10"/>
                      </a:cubicBezTo>
                      <a:cubicBezTo>
                        <a:pt x="39" y="10"/>
                        <a:pt x="39" y="10"/>
                        <a:pt x="39" y="10"/>
                      </a:cubicBezTo>
                      <a:cubicBezTo>
                        <a:pt x="39" y="11"/>
                        <a:pt x="39" y="11"/>
                        <a:pt x="38" y="11"/>
                      </a:cubicBezTo>
                      <a:cubicBezTo>
                        <a:pt x="38" y="12"/>
                        <a:pt x="38" y="11"/>
                        <a:pt x="38" y="11"/>
                      </a:cubicBezTo>
                      <a:cubicBezTo>
                        <a:pt x="38" y="11"/>
                        <a:pt x="38" y="11"/>
                        <a:pt x="37" y="11"/>
                      </a:cubicBezTo>
                      <a:cubicBezTo>
                        <a:pt x="37" y="11"/>
                        <a:pt x="37" y="11"/>
                        <a:pt x="37" y="11"/>
                      </a:cubicBezTo>
                      <a:cubicBezTo>
                        <a:pt x="37" y="11"/>
                        <a:pt x="37" y="11"/>
                        <a:pt x="37" y="11"/>
                      </a:cubicBezTo>
                      <a:cubicBezTo>
                        <a:pt x="37" y="11"/>
                        <a:pt x="37" y="10"/>
                        <a:pt x="37" y="10"/>
                      </a:cubicBezTo>
                      <a:cubicBezTo>
                        <a:pt x="37" y="10"/>
                        <a:pt x="36" y="10"/>
                        <a:pt x="36" y="10"/>
                      </a:cubicBezTo>
                      <a:cubicBezTo>
                        <a:pt x="36" y="10"/>
                        <a:pt x="35" y="11"/>
                        <a:pt x="35" y="11"/>
                      </a:cubicBezTo>
                      <a:cubicBezTo>
                        <a:pt x="35" y="11"/>
                        <a:pt x="34" y="10"/>
                        <a:pt x="34" y="10"/>
                      </a:cubicBezTo>
                      <a:cubicBezTo>
                        <a:pt x="33" y="9"/>
                        <a:pt x="35" y="9"/>
                        <a:pt x="36" y="8"/>
                      </a:cubicBezTo>
                      <a:cubicBezTo>
                        <a:pt x="36" y="7"/>
                        <a:pt x="36" y="7"/>
                        <a:pt x="36" y="6"/>
                      </a:cubicBezTo>
                      <a:cubicBezTo>
                        <a:pt x="36" y="5"/>
                        <a:pt x="37" y="6"/>
                        <a:pt x="37" y="6"/>
                      </a:cubicBezTo>
                      <a:cubicBezTo>
                        <a:pt x="38" y="5"/>
                        <a:pt x="38" y="5"/>
                        <a:pt x="37" y="5"/>
                      </a:cubicBezTo>
                      <a:cubicBezTo>
                        <a:pt x="37" y="4"/>
                        <a:pt x="36" y="4"/>
                        <a:pt x="36" y="4"/>
                      </a:cubicBezTo>
                      <a:cubicBezTo>
                        <a:pt x="36" y="4"/>
                        <a:pt x="35" y="5"/>
                        <a:pt x="35" y="5"/>
                      </a:cubicBezTo>
                      <a:cubicBezTo>
                        <a:pt x="35" y="5"/>
                        <a:pt x="36" y="5"/>
                        <a:pt x="36" y="5"/>
                      </a:cubicBezTo>
                      <a:cubicBezTo>
                        <a:pt x="36" y="5"/>
                        <a:pt x="37" y="6"/>
                        <a:pt x="36" y="6"/>
                      </a:cubicBezTo>
                      <a:cubicBezTo>
                        <a:pt x="36" y="6"/>
                        <a:pt x="36" y="6"/>
                        <a:pt x="36" y="6"/>
                      </a:cubicBezTo>
                      <a:cubicBezTo>
                        <a:pt x="35" y="6"/>
                        <a:pt x="35" y="6"/>
                        <a:pt x="35" y="6"/>
                      </a:cubicBezTo>
                      <a:cubicBezTo>
                        <a:pt x="34" y="6"/>
                        <a:pt x="34" y="6"/>
                        <a:pt x="34" y="6"/>
                      </a:cubicBezTo>
                      <a:cubicBezTo>
                        <a:pt x="34" y="7"/>
                        <a:pt x="34" y="7"/>
                        <a:pt x="34" y="7"/>
                      </a:cubicBezTo>
                      <a:cubicBezTo>
                        <a:pt x="33" y="7"/>
                        <a:pt x="33" y="6"/>
                        <a:pt x="32" y="6"/>
                      </a:cubicBezTo>
                      <a:cubicBezTo>
                        <a:pt x="32" y="6"/>
                        <a:pt x="31" y="5"/>
                        <a:pt x="31" y="5"/>
                      </a:cubicBezTo>
                      <a:cubicBezTo>
                        <a:pt x="30" y="6"/>
                        <a:pt x="30" y="7"/>
                        <a:pt x="30" y="7"/>
                      </a:cubicBezTo>
                      <a:cubicBezTo>
                        <a:pt x="29" y="6"/>
                        <a:pt x="30" y="5"/>
                        <a:pt x="30" y="5"/>
                      </a:cubicBezTo>
                      <a:cubicBezTo>
                        <a:pt x="29" y="5"/>
                        <a:pt x="29" y="5"/>
                        <a:pt x="28" y="5"/>
                      </a:cubicBezTo>
                      <a:cubicBezTo>
                        <a:pt x="28" y="5"/>
                        <a:pt x="27" y="5"/>
                        <a:pt x="28" y="5"/>
                      </a:cubicBezTo>
                      <a:cubicBezTo>
                        <a:pt x="29" y="4"/>
                        <a:pt x="29" y="4"/>
                        <a:pt x="29" y="3"/>
                      </a:cubicBezTo>
                      <a:cubicBezTo>
                        <a:pt x="29" y="3"/>
                        <a:pt x="28" y="3"/>
                        <a:pt x="28" y="2"/>
                      </a:cubicBezTo>
                      <a:cubicBezTo>
                        <a:pt x="28" y="2"/>
                        <a:pt x="29" y="2"/>
                        <a:pt x="29" y="2"/>
                      </a:cubicBezTo>
                      <a:cubicBezTo>
                        <a:pt x="29" y="2"/>
                        <a:pt x="28" y="1"/>
                        <a:pt x="28" y="1"/>
                      </a:cubicBezTo>
                      <a:cubicBezTo>
                        <a:pt x="28" y="1"/>
                        <a:pt x="28" y="1"/>
                        <a:pt x="28" y="1"/>
                      </a:cubicBezTo>
                      <a:cubicBezTo>
                        <a:pt x="28" y="1"/>
                        <a:pt x="28" y="2"/>
                        <a:pt x="27" y="1"/>
                      </a:cubicBezTo>
                      <a:cubicBezTo>
                        <a:pt x="27" y="1"/>
                        <a:pt x="27" y="1"/>
                        <a:pt x="26" y="1"/>
                      </a:cubicBezTo>
                      <a:cubicBezTo>
                        <a:pt x="26" y="1"/>
                        <a:pt x="26" y="1"/>
                        <a:pt x="25" y="1"/>
                      </a:cubicBezTo>
                      <a:cubicBezTo>
                        <a:pt x="25" y="1"/>
                        <a:pt x="24" y="1"/>
                        <a:pt x="24" y="1"/>
                      </a:cubicBezTo>
                      <a:cubicBezTo>
                        <a:pt x="23" y="1"/>
                        <a:pt x="23" y="1"/>
                        <a:pt x="23" y="1"/>
                      </a:cubicBezTo>
                      <a:cubicBezTo>
                        <a:pt x="22" y="0"/>
                        <a:pt x="21" y="0"/>
                        <a:pt x="20" y="0"/>
                      </a:cubicBezTo>
                      <a:cubicBezTo>
                        <a:pt x="19" y="0"/>
                        <a:pt x="20" y="1"/>
                        <a:pt x="20" y="2"/>
                      </a:cubicBezTo>
                      <a:cubicBezTo>
                        <a:pt x="20" y="2"/>
                        <a:pt x="20" y="2"/>
                        <a:pt x="21" y="3"/>
                      </a:cubicBezTo>
                      <a:cubicBezTo>
                        <a:pt x="21" y="3"/>
                        <a:pt x="21" y="3"/>
                        <a:pt x="21" y="3"/>
                      </a:cubicBezTo>
                      <a:cubicBezTo>
                        <a:pt x="21" y="4"/>
                        <a:pt x="21" y="4"/>
                        <a:pt x="21" y="4"/>
                      </a:cubicBezTo>
                      <a:cubicBezTo>
                        <a:pt x="22" y="4"/>
                        <a:pt x="22" y="5"/>
                        <a:pt x="22" y="5"/>
                      </a:cubicBezTo>
                      <a:cubicBezTo>
                        <a:pt x="21" y="6"/>
                        <a:pt x="20" y="5"/>
                        <a:pt x="20" y="6"/>
                      </a:cubicBezTo>
                      <a:cubicBezTo>
                        <a:pt x="20" y="6"/>
                        <a:pt x="20" y="6"/>
                        <a:pt x="20" y="6"/>
                      </a:cubicBezTo>
                      <a:cubicBezTo>
                        <a:pt x="20" y="6"/>
                        <a:pt x="19" y="6"/>
                        <a:pt x="19" y="6"/>
                      </a:cubicBezTo>
                      <a:cubicBezTo>
                        <a:pt x="19" y="8"/>
                        <a:pt x="21" y="7"/>
                        <a:pt x="22" y="7"/>
                      </a:cubicBezTo>
                      <a:cubicBezTo>
                        <a:pt x="22" y="8"/>
                        <a:pt x="20" y="8"/>
                        <a:pt x="21" y="9"/>
                      </a:cubicBezTo>
                      <a:cubicBezTo>
                        <a:pt x="21" y="9"/>
                        <a:pt x="21" y="9"/>
                        <a:pt x="22" y="9"/>
                      </a:cubicBezTo>
                      <a:cubicBezTo>
                        <a:pt x="22" y="9"/>
                        <a:pt x="22" y="10"/>
                        <a:pt x="22" y="10"/>
                      </a:cubicBezTo>
                      <a:cubicBezTo>
                        <a:pt x="22" y="10"/>
                        <a:pt x="22" y="10"/>
                        <a:pt x="22" y="10"/>
                      </a:cubicBezTo>
                      <a:cubicBezTo>
                        <a:pt x="21" y="10"/>
                        <a:pt x="22" y="10"/>
                        <a:pt x="21" y="10"/>
                      </a:cubicBezTo>
                      <a:cubicBezTo>
                        <a:pt x="21" y="10"/>
                        <a:pt x="21" y="10"/>
                        <a:pt x="21" y="11"/>
                      </a:cubicBezTo>
                      <a:cubicBezTo>
                        <a:pt x="22" y="11"/>
                        <a:pt x="22" y="12"/>
                        <a:pt x="23" y="12"/>
                      </a:cubicBezTo>
                      <a:cubicBezTo>
                        <a:pt x="24" y="12"/>
                        <a:pt x="24" y="12"/>
                        <a:pt x="25" y="12"/>
                      </a:cubicBezTo>
                      <a:cubicBezTo>
                        <a:pt x="25" y="13"/>
                        <a:pt x="25" y="13"/>
                        <a:pt x="26" y="14"/>
                      </a:cubicBezTo>
                      <a:cubicBezTo>
                        <a:pt x="26" y="14"/>
                        <a:pt x="26" y="14"/>
                        <a:pt x="26" y="15"/>
                      </a:cubicBezTo>
                      <a:cubicBezTo>
                        <a:pt x="26" y="15"/>
                        <a:pt x="27" y="15"/>
                        <a:pt x="27" y="15"/>
                      </a:cubicBezTo>
                      <a:cubicBezTo>
                        <a:pt x="27" y="15"/>
                        <a:pt x="28" y="16"/>
                        <a:pt x="27" y="16"/>
                      </a:cubicBezTo>
                      <a:cubicBezTo>
                        <a:pt x="27" y="16"/>
                        <a:pt x="26" y="15"/>
                        <a:pt x="26" y="15"/>
                      </a:cubicBezTo>
                      <a:cubicBezTo>
                        <a:pt x="25" y="14"/>
                        <a:pt x="24" y="12"/>
                        <a:pt x="23" y="12"/>
                      </a:cubicBezTo>
                      <a:cubicBezTo>
                        <a:pt x="22" y="12"/>
                        <a:pt x="21" y="13"/>
                        <a:pt x="20" y="12"/>
                      </a:cubicBezTo>
                      <a:cubicBezTo>
                        <a:pt x="20" y="12"/>
                        <a:pt x="20" y="12"/>
                        <a:pt x="19" y="12"/>
                      </a:cubicBezTo>
                      <a:cubicBezTo>
                        <a:pt x="19" y="12"/>
                        <a:pt x="19" y="12"/>
                        <a:pt x="19" y="13"/>
                      </a:cubicBezTo>
                      <a:cubicBezTo>
                        <a:pt x="19" y="13"/>
                        <a:pt x="18" y="14"/>
                        <a:pt x="19" y="15"/>
                      </a:cubicBezTo>
                      <a:cubicBezTo>
                        <a:pt x="19" y="15"/>
                        <a:pt x="19" y="16"/>
                        <a:pt x="19" y="16"/>
                      </a:cubicBezTo>
                      <a:cubicBezTo>
                        <a:pt x="19" y="16"/>
                        <a:pt x="19" y="16"/>
                        <a:pt x="18" y="15"/>
                      </a:cubicBezTo>
                      <a:cubicBezTo>
                        <a:pt x="18" y="15"/>
                        <a:pt x="18" y="15"/>
                        <a:pt x="18" y="15"/>
                      </a:cubicBezTo>
                      <a:cubicBezTo>
                        <a:pt x="17" y="15"/>
                        <a:pt x="17" y="14"/>
                        <a:pt x="17" y="15"/>
                      </a:cubicBezTo>
                      <a:cubicBezTo>
                        <a:pt x="17" y="15"/>
                        <a:pt x="18" y="17"/>
                        <a:pt x="17" y="17"/>
                      </a:cubicBezTo>
                      <a:cubicBezTo>
                        <a:pt x="17" y="17"/>
                        <a:pt x="16" y="16"/>
                        <a:pt x="16" y="16"/>
                      </a:cubicBezTo>
                      <a:cubicBezTo>
                        <a:pt x="16" y="16"/>
                        <a:pt x="16" y="16"/>
                        <a:pt x="16" y="15"/>
                      </a:cubicBezTo>
                      <a:cubicBezTo>
                        <a:pt x="16" y="15"/>
                        <a:pt x="16" y="15"/>
                        <a:pt x="15" y="14"/>
                      </a:cubicBezTo>
                      <a:cubicBezTo>
                        <a:pt x="15" y="14"/>
                        <a:pt x="15" y="14"/>
                        <a:pt x="15" y="14"/>
                      </a:cubicBezTo>
                      <a:cubicBezTo>
                        <a:pt x="15" y="13"/>
                        <a:pt x="14" y="14"/>
                        <a:pt x="14" y="14"/>
                      </a:cubicBezTo>
                      <a:cubicBezTo>
                        <a:pt x="13" y="14"/>
                        <a:pt x="13" y="14"/>
                        <a:pt x="12" y="14"/>
                      </a:cubicBezTo>
                      <a:cubicBezTo>
                        <a:pt x="11" y="14"/>
                        <a:pt x="11" y="14"/>
                        <a:pt x="10" y="14"/>
                      </a:cubicBezTo>
                      <a:cubicBezTo>
                        <a:pt x="10" y="15"/>
                        <a:pt x="9" y="15"/>
                        <a:pt x="9" y="15"/>
                      </a:cubicBezTo>
                      <a:cubicBezTo>
                        <a:pt x="9" y="16"/>
                        <a:pt x="9" y="15"/>
                        <a:pt x="9" y="16"/>
                      </a:cubicBezTo>
                      <a:cubicBezTo>
                        <a:pt x="9" y="16"/>
                        <a:pt x="9" y="16"/>
                        <a:pt x="9" y="16"/>
                      </a:cubicBezTo>
                      <a:cubicBezTo>
                        <a:pt x="9" y="17"/>
                        <a:pt x="9" y="17"/>
                        <a:pt x="9" y="18"/>
                      </a:cubicBezTo>
                      <a:cubicBezTo>
                        <a:pt x="9" y="18"/>
                        <a:pt x="10" y="18"/>
                        <a:pt x="10" y="18"/>
                      </a:cubicBezTo>
                      <a:cubicBezTo>
                        <a:pt x="11" y="18"/>
                        <a:pt x="10" y="18"/>
                        <a:pt x="10" y="18"/>
                      </a:cubicBezTo>
                      <a:cubicBezTo>
                        <a:pt x="10" y="18"/>
                        <a:pt x="10" y="19"/>
                        <a:pt x="10" y="19"/>
                      </a:cubicBezTo>
                      <a:cubicBezTo>
                        <a:pt x="10" y="20"/>
                        <a:pt x="10" y="20"/>
                        <a:pt x="10" y="21"/>
                      </a:cubicBezTo>
                      <a:cubicBezTo>
                        <a:pt x="10" y="22"/>
                        <a:pt x="9" y="23"/>
                        <a:pt x="9" y="23"/>
                      </a:cubicBezTo>
                      <a:cubicBezTo>
                        <a:pt x="9" y="24"/>
                        <a:pt x="9" y="24"/>
                        <a:pt x="9" y="25"/>
                      </a:cubicBezTo>
                      <a:cubicBezTo>
                        <a:pt x="9" y="25"/>
                        <a:pt x="9" y="25"/>
                        <a:pt x="8" y="26"/>
                      </a:cubicBezTo>
                      <a:cubicBezTo>
                        <a:pt x="8" y="26"/>
                        <a:pt x="7" y="25"/>
                        <a:pt x="7" y="26"/>
                      </a:cubicBezTo>
                      <a:cubicBezTo>
                        <a:pt x="6" y="26"/>
                        <a:pt x="6" y="27"/>
                        <a:pt x="6" y="27"/>
                      </a:cubicBezTo>
                      <a:cubicBezTo>
                        <a:pt x="7" y="28"/>
                        <a:pt x="8" y="28"/>
                        <a:pt x="8" y="28"/>
                      </a:cubicBezTo>
                      <a:cubicBezTo>
                        <a:pt x="9" y="28"/>
                        <a:pt x="8" y="29"/>
                        <a:pt x="8" y="29"/>
                      </a:cubicBezTo>
                      <a:cubicBezTo>
                        <a:pt x="8" y="30"/>
                        <a:pt x="8" y="30"/>
                        <a:pt x="8" y="31"/>
                      </a:cubicBezTo>
                      <a:cubicBezTo>
                        <a:pt x="7" y="31"/>
                        <a:pt x="6" y="32"/>
                        <a:pt x="6" y="32"/>
                      </a:cubicBezTo>
                      <a:cubicBezTo>
                        <a:pt x="7" y="33"/>
                        <a:pt x="7" y="33"/>
                        <a:pt x="6" y="34"/>
                      </a:cubicBezTo>
                      <a:cubicBezTo>
                        <a:pt x="6" y="34"/>
                        <a:pt x="5" y="34"/>
                        <a:pt x="4" y="34"/>
                      </a:cubicBezTo>
                      <a:cubicBezTo>
                        <a:pt x="4" y="35"/>
                        <a:pt x="3" y="34"/>
                        <a:pt x="2" y="34"/>
                      </a:cubicBezTo>
                      <a:cubicBezTo>
                        <a:pt x="2" y="34"/>
                        <a:pt x="1" y="35"/>
                        <a:pt x="1" y="35"/>
                      </a:cubicBezTo>
                      <a:cubicBezTo>
                        <a:pt x="1" y="36"/>
                        <a:pt x="2" y="37"/>
                        <a:pt x="2" y="37"/>
                      </a:cubicBezTo>
                      <a:cubicBezTo>
                        <a:pt x="3" y="38"/>
                        <a:pt x="3" y="39"/>
                        <a:pt x="3" y="40"/>
                      </a:cubicBezTo>
                      <a:cubicBezTo>
                        <a:pt x="3" y="40"/>
                        <a:pt x="2" y="41"/>
                        <a:pt x="2" y="41"/>
                      </a:cubicBezTo>
                      <a:cubicBezTo>
                        <a:pt x="2" y="42"/>
                        <a:pt x="3" y="42"/>
                        <a:pt x="2" y="42"/>
                      </a:cubicBezTo>
                      <a:cubicBezTo>
                        <a:pt x="2" y="42"/>
                        <a:pt x="2" y="42"/>
                        <a:pt x="2" y="42"/>
                      </a:cubicBezTo>
                      <a:cubicBezTo>
                        <a:pt x="2" y="43"/>
                        <a:pt x="2" y="43"/>
                        <a:pt x="2" y="43"/>
                      </a:cubicBezTo>
                      <a:cubicBezTo>
                        <a:pt x="1" y="43"/>
                        <a:pt x="1" y="43"/>
                        <a:pt x="1" y="43"/>
                      </a:cubicBezTo>
                      <a:cubicBezTo>
                        <a:pt x="0" y="44"/>
                        <a:pt x="2" y="44"/>
                        <a:pt x="2" y="44"/>
                      </a:cubicBezTo>
                      <a:cubicBezTo>
                        <a:pt x="2" y="45"/>
                        <a:pt x="2" y="46"/>
                        <a:pt x="1" y="46"/>
                      </a:cubicBezTo>
                      <a:cubicBezTo>
                        <a:pt x="2" y="47"/>
                        <a:pt x="3" y="47"/>
                        <a:pt x="3" y="48"/>
                      </a:cubicBezTo>
                      <a:cubicBezTo>
                        <a:pt x="3" y="48"/>
                        <a:pt x="3" y="48"/>
                        <a:pt x="3" y="49"/>
                      </a:cubicBezTo>
                      <a:cubicBezTo>
                        <a:pt x="3" y="49"/>
                        <a:pt x="4" y="49"/>
                        <a:pt x="4" y="50"/>
                      </a:cubicBezTo>
                      <a:cubicBezTo>
                        <a:pt x="4" y="50"/>
                        <a:pt x="4" y="51"/>
                        <a:pt x="4" y="51"/>
                      </a:cubicBezTo>
                      <a:cubicBezTo>
                        <a:pt x="4" y="51"/>
                        <a:pt x="3" y="51"/>
                        <a:pt x="3" y="51"/>
                      </a:cubicBezTo>
                      <a:cubicBezTo>
                        <a:pt x="3" y="51"/>
                        <a:pt x="3" y="52"/>
                        <a:pt x="3" y="52"/>
                      </a:cubicBezTo>
                      <a:cubicBezTo>
                        <a:pt x="3" y="52"/>
                        <a:pt x="3" y="52"/>
                        <a:pt x="3" y="52"/>
                      </a:cubicBezTo>
                      <a:cubicBezTo>
                        <a:pt x="2" y="53"/>
                        <a:pt x="2" y="53"/>
                        <a:pt x="1" y="53"/>
                      </a:cubicBezTo>
                      <a:cubicBezTo>
                        <a:pt x="1" y="54"/>
                        <a:pt x="0" y="54"/>
                        <a:pt x="0" y="55"/>
                      </a:cubicBezTo>
                      <a:cubicBezTo>
                        <a:pt x="0" y="56"/>
                        <a:pt x="0" y="56"/>
                        <a:pt x="0" y="57"/>
                      </a:cubicBezTo>
                      <a:cubicBezTo>
                        <a:pt x="1" y="58"/>
                        <a:pt x="1" y="58"/>
                        <a:pt x="0" y="59"/>
                      </a:cubicBezTo>
                      <a:cubicBezTo>
                        <a:pt x="1" y="60"/>
                        <a:pt x="1" y="60"/>
                        <a:pt x="2" y="60"/>
                      </a:cubicBezTo>
                      <a:cubicBezTo>
                        <a:pt x="2" y="60"/>
                        <a:pt x="3" y="60"/>
                        <a:pt x="3" y="60"/>
                      </a:cubicBezTo>
                      <a:cubicBezTo>
                        <a:pt x="4" y="60"/>
                        <a:pt x="5" y="60"/>
                        <a:pt x="5" y="60"/>
                      </a:cubicBezTo>
                      <a:cubicBezTo>
                        <a:pt x="6" y="61"/>
                        <a:pt x="5" y="61"/>
                        <a:pt x="6" y="61"/>
                      </a:cubicBezTo>
                      <a:cubicBezTo>
                        <a:pt x="6" y="62"/>
                        <a:pt x="6" y="62"/>
                        <a:pt x="6" y="63"/>
                      </a:cubicBezTo>
                      <a:cubicBezTo>
                        <a:pt x="7" y="63"/>
                        <a:pt x="7" y="63"/>
                        <a:pt x="8" y="63"/>
                      </a:cubicBezTo>
                      <a:cubicBezTo>
                        <a:pt x="9" y="63"/>
                        <a:pt x="9" y="63"/>
                        <a:pt x="10" y="63"/>
                      </a:cubicBezTo>
                      <a:cubicBezTo>
                        <a:pt x="10" y="63"/>
                        <a:pt x="11" y="63"/>
                        <a:pt x="11" y="63"/>
                      </a:cubicBezTo>
                      <a:cubicBezTo>
                        <a:pt x="12" y="63"/>
                        <a:pt x="12" y="64"/>
                        <a:pt x="12" y="64"/>
                      </a:cubicBezTo>
                      <a:cubicBezTo>
                        <a:pt x="13" y="64"/>
                        <a:pt x="13" y="64"/>
                        <a:pt x="14" y="64"/>
                      </a:cubicBezTo>
                      <a:cubicBezTo>
                        <a:pt x="15" y="64"/>
                        <a:pt x="15" y="64"/>
                        <a:pt x="15" y="65"/>
                      </a:cubicBezTo>
                      <a:cubicBezTo>
                        <a:pt x="16" y="65"/>
                        <a:pt x="17" y="65"/>
                        <a:pt x="17" y="65"/>
                      </a:cubicBezTo>
                      <a:cubicBezTo>
                        <a:pt x="16" y="65"/>
                        <a:pt x="16" y="66"/>
                        <a:pt x="16" y="66"/>
                      </a:cubicBezTo>
                      <a:cubicBezTo>
                        <a:pt x="16" y="67"/>
                        <a:pt x="15" y="67"/>
                        <a:pt x="15" y="67"/>
                      </a:cubicBezTo>
                      <a:cubicBezTo>
                        <a:pt x="15" y="68"/>
                        <a:pt x="14" y="68"/>
                        <a:pt x="14" y="68"/>
                      </a:cubicBezTo>
                      <a:cubicBezTo>
                        <a:pt x="14" y="69"/>
                        <a:pt x="14" y="69"/>
                        <a:pt x="14" y="69"/>
                      </a:cubicBezTo>
                      <a:cubicBezTo>
                        <a:pt x="14" y="70"/>
                        <a:pt x="14" y="70"/>
                        <a:pt x="14" y="70"/>
                      </a:cubicBezTo>
                      <a:cubicBezTo>
                        <a:pt x="13" y="71"/>
                        <a:pt x="13" y="71"/>
                        <a:pt x="13" y="71"/>
                      </a:cubicBezTo>
                      <a:cubicBezTo>
                        <a:pt x="13" y="72"/>
                        <a:pt x="12" y="73"/>
                        <a:pt x="12" y="74"/>
                      </a:cubicBezTo>
                      <a:cubicBezTo>
                        <a:pt x="13" y="75"/>
                        <a:pt x="12" y="76"/>
                        <a:pt x="12" y="77"/>
                      </a:cubicBezTo>
                      <a:cubicBezTo>
                        <a:pt x="12" y="77"/>
                        <a:pt x="12" y="78"/>
                        <a:pt x="12" y="78"/>
                      </a:cubicBezTo>
                      <a:cubicBezTo>
                        <a:pt x="12" y="78"/>
                        <a:pt x="13" y="79"/>
                        <a:pt x="13" y="79"/>
                      </a:cubicBezTo>
                      <a:cubicBezTo>
                        <a:pt x="13" y="79"/>
                        <a:pt x="13" y="79"/>
                        <a:pt x="13" y="79"/>
                      </a:cubicBezTo>
                      <a:cubicBezTo>
                        <a:pt x="13" y="79"/>
                        <a:pt x="13" y="79"/>
                        <a:pt x="13" y="79"/>
                      </a:cubicBezTo>
                      <a:close/>
                      <a:moveTo>
                        <a:pt x="8" y="14"/>
                      </a:moveTo>
                      <a:cubicBezTo>
                        <a:pt x="8" y="14"/>
                        <a:pt x="8" y="14"/>
                        <a:pt x="8" y="14"/>
                      </a:cubicBezTo>
                      <a:cubicBezTo>
                        <a:pt x="8" y="14"/>
                        <a:pt x="9" y="14"/>
                        <a:pt x="9" y="14"/>
                      </a:cubicBezTo>
                      <a:cubicBezTo>
                        <a:pt x="9" y="14"/>
                        <a:pt x="9" y="14"/>
                        <a:pt x="8" y="14"/>
                      </a:cubicBezTo>
                      <a:cubicBezTo>
                        <a:pt x="8" y="14"/>
                        <a:pt x="9" y="14"/>
                        <a:pt x="8" y="14"/>
                      </a:cubicBezTo>
                      <a:close/>
                      <a:moveTo>
                        <a:pt x="11" y="14"/>
                      </a:moveTo>
                      <a:cubicBezTo>
                        <a:pt x="11" y="14"/>
                        <a:pt x="12" y="14"/>
                        <a:pt x="12" y="13"/>
                      </a:cubicBezTo>
                      <a:cubicBezTo>
                        <a:pt x="11" y="13"/>
                        <a:pt x="10" y="13"/>
                        <a:pt x="10" y="14"/>
                      </a:cubicBezTo>
                      <a:cubicBezTo>
                        <a:pt x="10" y="14"/>
                        <a:pt x="10" y="14"/>
                        <a:pt x="11" y="14"/>
                      </a:cubicBezTo>
                      <a:close/>
                      <a:moveTo>
                        <a:pt x="13" y="13"/>
                      </a:moveTo>
                      <a:cubicBezTo>
                        <a:pt x="13" y="13"/>
                        <a:pt x="12" y="13"/>
                        <a:pt x="12" y="13"/>
                      </a:cubicBezTo>
                      <a:cubicBezTo>
                        <a:pt x="13" y="13"/>
                        <a:pt x="14" y="13"/>
                        <a:pt x="14" y="13"/>
                      </a:cubicBezTo>
                      <a:cubicBezTo>
                        <a:pt x="14" y="13"/>
                        <a:pt x="13" y="13"/>
                        <a:pt x="13" y="13"/>
                      </a:cubicBezTo>
                      <a:cubicBezTo>
                        <a:pt x="13" y="13"/>
                        <a:pt x="13" y="13"/>
                        <a:pt x="13" y="13"/>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6" name="Freeform 811">
                  <a:extLst>
                    <a:ext uri="{FF2B5EF4-FFF2-40B4-BE49-F238E27FC236}">
                      <a16:creationId xmlns:a16="http://schemas.microsoft.com/office/drawing/2014/main" id="{CDBE500D-CC28-F791-3B52-FBFB38528146}"/>
                    </a:ext>
                  </a:extLst>
                </p:cNvPr>
                <p:cNvSpPr>
                  <a:spLocks noEditPoints="1"/>
                </p:cNvSpPr>
                <p:nvPr/>
              </p:nvSpPr>
              <p:spPr bwMode="auto">
                <a:xfrm>
                  <a:off x="5929313" y="2084388"/>
                  <a:ext cx="336550" cy="687388"/>
                </a:xfrm>
                <a:custGeom>
                  <a:avLst/>
                  <a:gdLst>
                    <a:gd name="T0" fmla="*/ 51 w 81"/>
                    <a:gd name="T1" fmla="*/ 156 h 165"/>
                    <a:gd name="T2" fmla="*/ 46 w 81"/>
                    <a:gd name="T3" fmla="*/ 158 h 165"/>
                    <a:gd name="T4" fmla="*/ 43 w 81"/>
                    <a:gd name="T5" fmla="*/ 159 h 165"/>
                    <a:gd name="T6" fmla="*/ 34 w 81"/>
                    <a:gd name="T7" fmla="*/ 161 h 165"/>
                    <a:gd name="T8" fmla="*/ 27 w 81"/>
                    <a:gd name="T9" fmla="*/ 163 h 165"/>
                    <a:gd name="T10" fmla="*/ 24 w 81"/>
                    <a:gd name="T11" fmla="*/ 164 h 165"/>
                    <a:gd name="T12" fmla="*/ 21 w 81"/>
                    <a:gd name="T13" fmla="*/ 159 h 165"/>
                    <a:gd name="T14" fmla="*/ 16 w 81"/>
                    <a:gd name="T15" fmla="*/ 156 h 165"/>
                    <a:gd name="T16" fmla="*/ 13 w 81"/>
                    <a:gd name="T17" fmla="*/ 153 h 165"/>
                    <a:gd name="T18" fmla="*/ 13 w 81"/>
                    <a:gd name="T19" fmla="*/ 146 h 165"/>
                    <a:gd name="T20" fmla="*/ 13 w 81"/>
                    <a:gd name="T21" fmla="*/ 142 h 165"/>
                    <a:gd name="T22" fmla="*/ 13 w 81"/>
                    <a:gd name="T23" fmla="*/ 138 h 165"/>
                    <a:gd name="T24" fmla="*/ 12 w 81"/>
                    <a:gd name="T25" fmla="*/ 130 h 165"/>
                    <a:gd name="T26" fmla="*/ 10 w 81"/>
                    <a:gd name="T27" fmla="*/ 124 h 165"/>
                    <a:gd name="T28" fmla="*/ 13 w 81"/>
                    <a:gd name="T29" fmla="*/ 117 h 165"/>
                    <a:gd name="T30" fmla="*/ 19 w 81"/>
                    <a:gd name="T31" fmla="*/ 114 h 165"/>
                    <a:gd name="T32" fmla="*/ 23 w 81"/>
                    <a:gd name="T33" fmla="*/ 108 h 165"/>
                    <a:gd name="T34" fmla="*/ 29 w 81"/>
                    <a:gd name="T35" fmla="*/ 101 h 165"/>
                    <a:gd name="T36" fmla="*/ 32 w 81"/>
                    <a:gd name="T37" fmla="*/ 97 h 165"/>
                    <a:gd name="T38" fmla="*/ 37 w 81"/>
                    <a:gd name="T39" fmla="*/ 91 h 165"/>
                    <a:gd name="T40" fmla="*/ 38 w 81"/>
                    <a:gd name="T41" fmla="*/ 87 h 165"/>
                    <a:gd name="T42" fmla="*/ 38 w 81"/>
                    <a:gd name="T43" fmla="*/ 81 h 165"/>
                    <a:gd name="T44" fmla="*/ 35 w 81"/>
                    <a:gd name="T45" fmla="*/ 75 h 165"/>
                    <a:gd name="T46" fmla="*/ 30 w 81"/>
                    <a:gd name="T47" fmla="*/ 75 h 165"/>
                    <a:gd name="T48" fmla="*/ 28 w 81"/>
                    <a:gd name="T49" fmla="*/ 65 h 165"/>
                    <a:gd name="T50" fmla="*/ 28 w 81"/>
                    <a:gd name="T51" fmla="*/ 52 h 165"/>
                    <a:gd name="T52" fmla="*/ 27 w 81"/>
                    <a:gd name="T53" fmla="*/ 41 h 165"/>
                    <a:gd name="T54" fmla="*/ 20 w 81"/>
                    <a:gd name="T55" fmla="*/ 31 h 165"/>
                    <a:gd name="T56" fmla="*/ 12 w 81"/>
                    <a:gd name="T57" fmla="*/ 25 h 165"/>
                    <a:gd name="T58" fmla="*/ 11 w 81"/>
                    <a:gd name="T59" fmla="*/ 19 h 165"/>
                    <a:gd name="T60" fmla="*/ 18 w 81"/>
                    <a:gd name="T61" fmla="*/ 21 h 165"/>
                    <a:gd name="T62" fmla="*/ 27 w 81"/>
                    <a:gd name="T63" fmla="*/ 27 h 165"/>
                    <a:gd name="T64" fmla="*/ 36 w 81"/>
                    <a:gd name="T65" fmla="*/ 28 h 165"/>
                    <a:gd name="T66" fmla="*/ 42 w 81"/>
                    <a:gd name="T67" fmla="*/ 20 h 165"/>
                    <a:gd name="T68" fmla="*/ 45 w 81"/>
                    <a:gd name="T69" fmla="*/ 7 h 165"/>
                    <a:gd name="T70" fmla="*/ 57 w 81"/>
                    <a:gd name="T71" fmla="*/ 2 h 165"/>
                    <a:gd name="T72" fmla="*/ 66 w 81"/>
                    <a:gd name="T73" fmla="*/ 12 h 165"/>
                    <a:gd name="T74" fmla="*/ 61 w 81"/>
                    <a:gd name="T75" fmla="*/ 34 h 165"/>
                    <a:gd name="T76" fmla="*/ 70 w 81"/>
                    <a:gd name="T77" fmla="*/ 48 h 165"/>
                    <a:gd name="T78" fmla="*/ 68 w 81"/>
                    <a:gd name="T79" fmla="*/ 68 h 165"/>
                    <a:gd name="T80" fmla="*/ 69 w 81"/>
                    <a:gd name="T81" fmla="*/ 80 h 165"/>
                    <a:gd name="T82" fmla="*/ 68 w 81"/>
                    <a:gd name="T83" fmla="*/ 89 h 165"/>
                    <a:gd name="T84" fmla="*/ 70 w 81"/>
                    <a:gd name="T85" fmla="*/ 98 h 165"/>
                    <a:gd name="T86" fmla="*/ 74 w 81"/>
                    <a:gd name="T87" fmla="*/ 102 h 165"/>
                    <a:gd name="T88" fmla="*/ 74 w 81"/>
                    <a:gd name="T89" fmla="*/ 114 h 165"/>
                    <a:gd name="T90" fmla="*/ 80 w 81"/>
                    <a:gd name="T91" fmla="*/ 123 h 165"/>
                    <a:gd name="T92" fmla="*/ 70 w 81"/>
                    <a:gd name="T93" fmla="*/ 140 h 165"/>
                    <a:gd name="T94" fmla="*/ 61 w 81"/>
                    <a:gd name="T95" fmla="*/ 149 h 165"/>
                    <a:gd name="T96" fmla="*/ 0 w 81"/>
                    <a:gd name="T97" fmla="*/ 160 h 165"/>
                    <a:gd name="T98" fmla="*/ 3 w 81"/>
                    <a:gd name="T99" fmla="*/ 162 h 165"/>
                    <a:gd name="T100" fmla="*/ 5 w 81"/>
                    <a:gd name="T101" fmla="*/ 159 h 165"/>
                    <a:gd name="T102" fmla="*/ 19 w 81"/>
                    <a:gd name="T103" fmla="*/ 162 h 165"/>
                    <a:gd name="T104" fmla="*/ 20 w 81"/>
                    <a:gd name="T105" fmla="*/ 161 h 165"/>
                    <a:gd name="T106" fmla="*/ 36 w 81"/>
                    <a:gd name="T107" fmla="*/ 89 h 165"/>
                    <a:gd name="T108" fmla="*/ 12 w 81"/>
                    <a:gd name="T109" fmla="*/ 118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1" h="165">
                      <a:moveTo>
                        <a:pt x="56" y="156"/>
                      </a:moveTo>
                      <a:cubicBezTo>
                        <a:pt x="55" y="155"/>
                        <a:pt x="55" y="155"/>
                        <a:pt x="55" y="156"/>
                      </a:cubicBezTo>
                      <a:cubicBezTo>
                        <a:pt x="55" y="156"/>
                        <a:pt x="55" y="157"/>
                        <a:pt x="55" y="156"/>
                      </a:cubicBezTo>
                      <a:cubicBezTo>
                        <a:pt x="54" y="156"/>
                        <a:pt x="54" y="156"/>
                        <a:pt x="54" y="156"/>
                      </a:cubicBezTo>
                      <a:cubicBezTo>
                        <a:pt x="53" y="156"/>
                        <a:pt x="53" y="157"/>
                        <a:pt x="53" y="157"/>
                      </a:cubicBezTo>
                      <a:cubicBezTo>
                        <a:pt x="53" y="157"/>
                        <a:pt x="53" y="156"/>
                        <a:pt x="52" y="156"/>
                      </a:cubicBezTo>
                      <a:cubicBezTo>
                        <a:pt x="52" y="156"/>
                        <a:pt x="51" y="156"/>
                        <a:pt x="51" y="156"/>
                      </a:cubicBezTo>
                      <a:cubicBezTo>
                        <a:pt x="50" y="156"/>
                        <a:pt x="50" y="156"/>
                        <a:pt x="50" y="157"/>
                      </a:cubicBezTo>
                      <a:cubicBezTo>
                        <a:pt x="50" y="157"/>
                        <a:pt x="49" y="157"/>
                        <a:pt x="49" y="157"/>
                      </a:cubicBezTo>
                      <a:cubicBezTo>
                        <a:pt x="49" y="156"/>
                        <a:pt x="48" y="157"/>
                        <a:pt x="48" y="157"/>
                      </a:cubicBezTo>
                      <a:cubicBezTo>
                        <a:pt x="48" y="157"/>
                        <a:pt x="47" y="157"/>
                        <a:pt x="47" y="157"/>
                      </a:cubicBezTo>
                      <a:cubicBezTo>
                        <a:pt x="47" y="157"/>
                        <a:pt x="47" y="158"/>
                        <a:pt x="47" y="158"/>
                      </a:cubicBezTo>
                      <a:cubicBezTo>
                        <a:pt x="47" y="158"/>
                        <a:pt x="47" y="157"/>
                        <a:pt x="47" y="157"/>
                      </a:cubicBezTo>
                      <a:cubicBezTo>
                        <a:pt x="46" y="157"/>
                        <a:pt x="46" y="158"/>
                        <a:pt x="46" y="158"/>
                      </a:cubicBezTo>
                      <a:cubicBezTo>
                        <a:pt x="46" y="158"/>
                        <a:pt x="45" y="157"/>
                        <a:pt x="45" y="157"/>
                      </a:cubicBezTo>
                      <a:cubicBezTo>
                        <a:pt x="45" y="157"/>
                        <a:pt x="45" y="158"/>
                        <a:pt x="44" y="157"/>
                      </a:cubicBezTo>
                      <a:cubicBezTo>
                        <a:pt x="44" y="157"/>
                        <a:pt x="43" y="157"/>
                        <a:pt x="43" y="157"/>
                      </a:cubicBezTo>
                      <a:cubicBezTo>
                        <a:pt x="43" y="157"/>
                        <a:pt x="44" y="158"/>
                        <a:pt x="44" y="159"/>
                      </a:cubicBezTo>
                      <a:cubicBezTo>
                        <a:pt x="44" y="159"/>
                        <a:pt x="44" y="158"/>
                        <a:pt x="43" y="158"/>
                      </a:cubicBezTo>
                      <a:cubicBezTo>
                        <a:pt x="43" y="158"/>
                        <a:pt x="43" y="158"/>
                        <a:pt x="42" y="158"/>
                      </a:cubicBezTo>
                      <a:cubicBezTo>
                        <a:pt x="42" y="158"/>
                        <a:pt x="43" y="159"/>
                        <a:pt x="43" y="159"/>
                      </a:cubicBezTo>
                      <a:cubicBezTo>
                        <a:pt x="42" y="159"/>
                        <a:pt x="42" y="159"/>
                        <a:pt x="42" y="159"/>
                      </a:cubicBezTo>
                      <a:cubicBezTo>
                        <a:pt x="41" y="159"/>
                        <a:pt x="41" y="160"/>
                        <a:pt x="41" y="160"/>
                      </a:cubicBezTo>
                      <a:cubicBezTo>
                        <a:pt x="40" y="160"/>
                        <a:pt x="40" y="160"/>
                        <a:pt x="39" y="160"/>
                      </a:cubicBezTo>
                      <a:cubicBezTo>
                        <a:pt x="38" y="160"/>
                        <a:pt x="38" y="161"/>
                        <a:pt x="37" y="160"/>
                      </a:cubicBezTo>
                      <a:cubicBezTo>
                        <a:pt x="37" y="160"/>
                        <a:pt x="37" y="161"/>
                        <a:pt x="37" y="161"/>
                      </a:cubicBezTo>
                      <a:cubicBezTo>
                        <a:pt x="36" y="161"/>
                        <a:pt x="35" y="161"/>
                        <a:pt x="35" y="160"/>
                      </a:cubicBezTo>
                      <a:cubicBezTo>
                        <a:pt x="35" y="161"/>
                        <a:pt x="34" y="162"/>
                        <a:pt x="34" y="161"/>
                      </a:cubicBezTo>
                      <a:cubicBezTo>
                        <a:pt x="34" y="161"/>
                        <a:pt x="33" y="164"/>
                        <a:pt x="33" y="162"/>
                      </a:cubicBezTo>
                      <a:cubicBezTo>
                        <a:pt x="32" y="163"/>
                        <a:pt x="33" y="162"/>
                        <a:pt x="32" y="162"/>
                      </a:cubicBezTo>
                      <a:cubicBezTo>
                        <a:pt x="32" y="162"/>
                        <a:pt x="31" y="163"/>
                        <a:pt x="31" y="162"/>
                      </a:cubicBezTo>
                      <a:cubicBezTo>
                        <a:pt x="30" y="163"/>
                        <a:pt x="30" y="162"/>
                        <a:pt x="30" y="163"/>
                      </a:cubicBezTo>
                      <a:cubicBezTo>
                        <a:pt x="29" y="163"/>
                        <a:pt x="29" y="163"/>
                        <a:pt x="29" y="163"/>
                      </a:cubicBezTo>
                      <a:cubicBezTo>
                        <a:pt x="28" y="163"/>
                        <a:pt x="28" y="163"/>
                        <a:pt x="28" y="163"/>
                      </a:cubicBezTo>
                      <a:cubicBezTo>
                        <a:pt x="28" y="163"/>
                        <a:pt x="27" y="163"/>
                        <a:pt x="27" y="163"/>
                      </a:cubicBezTo>
                      <a:cubicBezTo>
                        <a:pt x="26" y="163"/>
                        <a:pt x="27" y="163"/>
                        <a:pt x="27" y="162"/>
                      </a:cubicBezTo>
                      <a:cubicBezTo>
                        <a:pt x="26" y="162"/>
                        <a:pt x="26" y="163"/>
                        <a:pt x="26" y="163"/>
                      </a:cubicBezTo>
                      <a:cubicBezTo>
                        <a:pt x="25" y="164"/>
                        <a:pt x="25" y="164"/>
                        <a:pt x="25" y="165"/>
                      </a:cubicBezTo>
                      <a:cubicBezTo>
                        <a:pt x="24" y="165"/>
                        <a:pt x="24" y="165"/>
                        <a:pt x="24" y="165"/>
                      </a:cubicBezTo>
                      <a:cubicBezTo>
                        <a:pt x="24" y="165"/>
                        <a:pt x="23" y="165"/>
                        <a:pt x="23" y="165"/>
                      </a:cubicBezTo>
                      <a:cubicBezTo>
                        <a:pt x="22" y="165"/>
                        <a:pt x="24" y="165"/>
                        <a:pt x="24" y="164"/>
                      </a:cubicBezTo>
                      <a:cubicBezTo>
                        <a:pt x="24" y="164"/>
                        <a:pt x="24" y="164"/>
                        <a:pt x="24" y="164"/>
                      </a:cubicBezTo>
                      <a:cubicBezTo>
                        <a:pt x="24" y="163"/>
                        <a:pt x="25" y="163"/>
                        <a:pt x="25" y="163"/>
                      </a:cubicBezTo>
                      <a:cubicBezTo>
                        <a:pt x="25" y="162"/>
                        <a:pt x="24" y="163"/>
                        <a:pt x="24" y="162"/>
                      </a:cubicBezTo>
                      <a:cubicBezTo>
                        <a:pt x="23" y="162"/>
                        <a:pt x="23" y="161"/>
                        <a:pt x="23" y="162"/>
                      </a:cubicBezTo>
                      <a:cubicBezTo>
                        <a:pt x="22" y="161"/>
                        <a:pt x="22" y="160"/>
                        <a:pt x="23" y="160"/>
                      </a:cubicBezTo>
                      <a:cubicBezTo>
                        <a:pt x="23" y="159"/>
                        <a:pt x="24" y="159"/>
                        <a:pt x="23" y="158"/>
                      </a:cubicBezTo>
                      <a:cubicBezTo>
                        <a:pt x="23" y="159"/>
                        <a:pt x="22" y="159"/>
                        <a:pt x="21" y="160"/>
                      </a:cubicBezTo>
                      <a:cubicBezTo>
                        <a:pt x="21" y="160"/>
                        <a:pt x="20" y="160"/>
                        <a:pt x="21" y="159"/>
                      </a:cubicBezTo>
                      <a:cubicBezTo>
                        <a:pt x="21" y="159"/>
                        <a:pt x="20" y="160"/>
                        <a:pt x="20" y="159"/>
                      </a:cubicBezTo>
                      <a:cubicBezTo>
                        <a:pt x="19" y="159"/>
                        <a:pt x="20" y="158"/>
                        <a:pt x="20" y="158"/>
                      </a:cubicBezTo>
                      <a:cubicBezTo>
                        <a:pt x="20" y="158"/>
                        <a:pt x="20" y="158"/>
                        <a:pt x="19" y="158"/>
                      </a:cubicBezTo>
                      <a:cubicBezTo>
                        <a:pt x="19" y="158"/>
                        <a:pt x="18" y="158"/>
                        <a:pt x="18" y="158"/>
                      </a:cubicBezTo>
                      <a:cubicBezTo>
                        <a:pt x="18" y="157"/>
                        <a:pt x="18" y="157"/>
                        <a:pt x="17" y="157"/>
                      </a:cubicBezTo>
                      <a:cubicBezTo>
                        <a:pt x="17" y="157"/>
                        <a:pt x="17" y="157"/>
                        <a:pt x="16" y="157"/>
                      </a:cubicBezTo>
                      <a:cubicBezTo>
                        <a:pt x="16" y="156"/>
                        <a:pt x="16" y="156"/>
                        <a:pt x="16" y="156"/>
                      </a:cubicBezTo>
                      <a:cubicBezTo>
                        <a:pt x="15" y="156"/>
                        <a:pt x="15" y="156"/>
                        <a:pt x="15" y="156"/>
                      </a:cubicBezTo>
                      <a:cubicBezTo>
                        <a:pt x="15" y="155"/>
                        <a:pt x="15" y="154"/>
                        <a:pt x="14" y="155"/>
                      </a:cubicBezTo>
                      <a:cubicBezTo>
                        <a:pt x="14" y="156"/>
                        <a:pt x="14" y="156"/>
                        <a:pt x="13" y="156"/>
                      </a:cubicBezTo>
                      <a:cubicBezTo>
                        <a:pt x="13" y="156"/>
                        <a:pt x="13" y="156"/>
                        <a:pt x="13" y="155"/>
                      </a:cubicBezTo>
                      <a:cubicBezTo>
                        <a:pt x="13" y="155"/>
                        <a:pt x="12" y="155"/>
                        <a:pt x="12" y="154"/>
                      </a:cubicBezTo>
                      <a:cubicBezTo>
                        <a:pt x="12" y="154"/>
                        <a:pt x="12" y="154"/>
                        <a:pt x="12" y="154"/>
                      </a:cubicBezTo>
                      <a:cubicBezTo>
                        <a:pt x="12" y="154"/>
                        <a:pt x="13" y="154"/>
                        <a:pt x="13" y="153"/>
                      </a:cubicBezTo>
                      <a:cubicBezTo>
                        <a:pt x="12" y="153"/>
                        <a:pt x="12" y="153"/>
                        <a:pt x="12" y="152"/>
                      </a:cubicBezTo>
                      <a:cubicBezTo>
                        <a:pt x="12" y="151"/>
                        <a:pt x="12" y="151"/>
                        <a:pt x="12" y="151"/>
                      </a:cubicBezTo>
                      <a:cubicBezTo>
                        <a:pt x="12" y="150"/>
                        <a:pt x="12" y="150"/>
                        <a:pt x="12" y="150"/>
                      </a:cubicBezTo>
                      <a:cubicBezTo>
                        <a:pt x="12" y="150"/>
                        <a:pt x="12" y="149"/>
                        <a:pt x="12" y="149"/>
                      </a:cubicBezTo>
                      <a:cubicBezTo>
                        <a:pt x="12" y="148"/>
                        <a:pt x="13" y="149"/>
                        <a:pt x="13" y="148"/>
                      </a:cubicBezTo>
                      <a:cubicBezTo>
                        <a:pt x="13" y="147"/>
                        <a:pt x="12" y="147"/>
                        <a:pt x="12" y="146"/>
                      </a:cubicBezTo>
                      <a:cubicBezTo>
                        <a:pt x="12" y="147"/>
                        <a:pt x="13" y="147"/>
                        <a:pt x="13" y="146"/>
                      </a:cubicBezTo>
                      <a:cubicBezTo>
                        <a:pt x="13" y="146"/>
                        <a:pt x="13" y="146"/>
                        <a:pt x="13" y="146"/>
                      </a:cubicBezTo>
                      <a:cubicBezTo>
                        <a:pt x="13" y="146"/>
                        <a:pt x="13" y="146"/>
                        <a:pt x="13" y="145"/>
                      </a:cubicBezTo>
                      <a:cubicBezTo>
                        <a:pt x="13" y="145"/>
                        <a:pt x="13" y="145"/>
                        <a:pt x="13" y="145"/>
                      </a:cubicBezTo>
                      <a:cubicBezTo>
                        <a:pt x="13" y="145"/>
                        <a:pt x="13" y="144"/>
                        <a:pt x="13" y="144"/>
                      </a:cubicBezTo>
                      <a:cubicBezTo>
                        <a:pt x="13" y="144"/>
                        <a:pt x="12" y="143"/>
                        <a:pt x="13" y="143"/>
                      </a:cubicBezTo>
                      <a:cubicBezTo>
                        <a:pt x="13" y="143"/>
                        <a:pt x="13" y="143"/>
                        <a:pt x="13" y="143"/>
                      </a:cubicBezTo>
                      <a:cubicBezTo>
                        <a:pt x="13" y="142"/>
                        <a:pt x="13" y="143"/>
                        <a:pt x="13" y="142"/>
                      </a:cubicBezTo>
                      <a:cubicBezTo>
                        <a:pt x="14" y="142"/>
                        <a:pt x="13" y="142"/>
                        <a:pt x="13" y="142"/>
                      </a:cubicBezTo>
                      <a:cubicBezTo>
                        <a:pt x="13" y="142"/>
                        <a:pt x="13" y="141"/>
                        <a:pt x="14" y="141"/>
                      </a:cubicBezTo>
                      <a:cubicBezTo>
                        <a:pt x="14" y="141"/>
                        <a:pt x="14" y="141"/>
                        <a:pt x="14" y="141"/>
                      </a:cubicBezTo>
                      <a:cubicBezTo>
                        <a:pt x="13" y="140"/>
                        <a:pt x="13" y="141"/>
                        <a:pt x="13" y="141"/>
                      </a:cubicBezTo>
                      <a:cubicBezTo>
                        <a:pt x="13" y="141"/>
                        <a:pt x="13" y="141"/>
                        <a:pt x="13" y="140"/>
                      </a:cubicBezTo>
                      <a:cubicBezTo>
                        <a:pt x="13" y="140"/>
                        <a:pt x="14" y="140"/>
                        <a:pt x="13" y="139"/>
                      </a:cubicBezTo>
                      <a:cubicBezTo>
                        <a:pt x="13" y="139"/>
                        <a:pt x="13" y="138"/>
                        <a:pt x="13" y="138"/>
                      </a:cubicBezTo>
                      <a:cubicBezTo>
                        <a:pt x="13" y="137"/>
                        <a:pt x="12" y="137"/>
                        <a:pt x="12" y="136"/>
                      </a:cubicBezTo>
                      <a:cubicBezTo>
                        <a:pt x="12" y="136"/>
                        <a:pt x="11" y="135"/>
                        <a:pt x="12" y="135"/>
                      </a:cubicBezTo>
                      <a:cubicBezTo>
                        <a:pt x="12" y="135"/>
                        <a:pt x="11" y="135"/>
                        <a:pt x="11" y="135"/>
                      </a:cubicBezTo>
                      <a:cubicBezTo>
                        <a:pt x="12" y="134"/>
                        <a:pt x="11" y="134"/>
                        <a:pt x="12" y="133"/>
                      </a:cubicBezTo>
                      <a:cubicBezTo>
                        <a:pt x="12" y="133"/>
                        <a:pt x="12" y="132"/>
                        <a:pt x="12" y="131"/>
                      </a:cubicBezTo>
                      <a:cubicBezTo>
                        <a:pt x="12" y="131"/>
                        <a:pt x="12" y="132"/>
                        <a:pt x="12" y="132"/>
                      </a:cubicBezTo>
                      <a:cubicBezTo>
                        <a:pt x="12" y="131"/>
                        <a:pt x="12" y="131"/>
                        <a:pt x="12" y="130"/>
                      </a:cubicBezTo>
                      <a:cubicBezTo>
                        <a:pt x="12" y="130"/>
                        <a:pt x="11" y="130"/>
                        <a:pt x="11" y="130"/>
                      </a:cubicBezTo>
                      <a:cubicBezTo>
                        <a:pt x="10" y="131"/>
                        <a:pt x="11" y="129"/>
                        <a:pt x="11" y="128"/>
                      </a:cubicBezTo>
                      <a:cubicBezTo>
                        <a:pt x="11" y="128"/>
                        <a:pt x="11" y="127"/>
                        <a:pt x="11" y="127"/>
                      </a:cubicBezTo>
                      <a:cubicBezTo>
                        <a:pt x="11" y="126"/>
                        <a:pt x="10" y="127"/>
                        <a:pt x="10" y="127"/>
                      </a:cubicBezTo>
                      <a:cubicBezTo>
                        <a:pt x="10" y="126"/>
                        <a:pt x="10" y="126"/>
                        <a:pt x="10" y="125"/>
                      </a:cubicBezTo>
                      <a:cubicBezTo>
                        <a:pt x="10" y="125"/>
                        <a:pt x="11" y="125"/>
                        <a:pt x="11" y="125"/>
                      </a:cubicBezTo>
                      <a:cubicBezTo>
                        <a:pt x="11" y="125"/>
                        <a:pt x="10" y="124"/>
                        <a:pt x="10" y="124"/>
                      </a:cubicBezTo>
                      <a:cubicBezTo>
                        <a:pt x="11" y="124"/>
                        <a:pt x="11" y="123"/>
                        <a:pt x="11" y="123"/>
                      </a:cubicBezTo>
                      <a:cubicBezTo>
                        <a:pt x="12" y="123"/>
                        <a:pt x="12" y="122"/>
                        <a:pt x="13" y="122"/>
                      </a:cubicBezTo>
                      <a:cubicBezTo>
                        <a:pt x="13" y="121"/>
                        <a:pt x="13" y="121"/>
                        <a:pt x="13" y="121"/>
                      </a:cubicBezTo>
                      <a:cubicBezTo>
                        <a:pt x="13" y="121"/>
                        <a:pt x="13" y="120"/>
                        <a:pt x="13" y="120"/>
                      </a:cubicBezTo>
                      <a:cubicBezTo>
                        <a:pt x="13" y="120"/>
                        <a:pt x="14" y="120"/>
                        <a:pt x="14" y="120"/>
                      </a:cubicBezTo>
                      <a:cubicBezTo>
                        <a:pt x="14" y="120"/>
                        <a:pt x="14" y="119"/>
                        <a:pt x="13" y="119"/>
                      </a:cubicBezTo>
                      <a:cubicBezTo>
                        <a:pt x="13" y="118"/>
                        <a:pt x="13" y="117"/>
                        <a:pt x="13" y="117"/>
                      </a:cubicBezTo>
                      <a:cubicBezTo>
                        <a:pt x="13" y="117"/>
                        <a:pt x="14" y="117"/>
                        <a:pt x="14" y="117"/>
                      </a:cubicBezTo>
                      <a:cubicBezTo>
                        <a:pt x="15" y="117"/>
                        <a:pt x="15" y="117"/>
                        <a:pt x="16" y="117"/>
                      </a:cubicBezTo>
                      <a:cubicBezTo>
                        <a:pt x="16" y="117"/>
                        <a:pt x="16" y="118"/>
                        <a:pt x="16" y="118"/>
                      </a:cubicBezTo>
                      <a:cubicBezTo>
                        <a:pt x="17" y="119"/>
                        <a:pt x="16" y="118"/>
                        <a:pt x="17" y="118"/>
                      </a:cubicBezTo>
                      <a:cubicBezTo>
                        <a:pt x="17" y="117"/>
                        <a:pt x="19" y="117"/>
                        <a:pt x="19" y="116"/>
                      </a:cubicBezTo>
                      <a:cubicBezTo>
                        <a:pt x="19" y="115"/>
                        <a:pt x="18" y="114"/>
                        <a:pt x="18" y="114"/>
                      </a:cubicBezTo>
                      <a:cubicBezTo>
                        <a:pt x="18" y="113"/>
                        <a:pt x="18" y="113"/>
                        <a:pt x="19" y="114"/>
                      </a:cubicBezTo>
                      <a:cubicBezTo>
                        <a:pt x="19" y="114"/>
                        <a:pt x="19" y="114"/>
                        <a:pt x="19" y="113"/>
                      </a:cubicBezTo>
                      <a:cubicBezTo>
                        <a:pt x="20" y="113"/>
                        <a:pt x="20" y="112"/>
                        <a:pt x="20" y="112"/>
                      </a:cubicBezTo>
                      <a:cubicBezTo>
                        <a:pt x="20" y="111"/>
                        <a:pt x="20" y="111"/>
                        <a:pt x="21" y="110"/>
                      </a:cubicBezTo>
                      <a:cubicBezTo>
                        <a:pt x="21" y="110"/>
                        <a:pt x="21" y="110"/>
                        <a:pt x="21" y="110"/>
                      </a:cubicBezTo>
                      <a:cubicBezTo>
                        <a:pt x="21" y="111"/>
                        <a:pt x="21" y="111"/>
                        <a:pt x="22" y="111"/>
                      </a:cubicBezTo>
                      <a:cubicBezTo>
                        <a:pt x="22" y="110"/>
                        <a:pt x="22" y="110"/>
                        <a:pt x="22" y="109"/>
                      </a:cubicBezTo>
                      <a:cubicBezTo>
                        <a:pt x="23" y="109"/>
                        <a:pt x="23" y="109"/>
                        <a:pt x="23" y="108"/>
                      </a:cubicBezTo>
                      <a:cubicBezTo>
                        <a:pt x="24" y="108"/>
                        <a:pt x="24" y="108"/>
                        <a:pt x="24" y="108"/>
                      </a:cubicBezTo>
                      <a:cubicBezTo>
                        <a:pt x="25" y="107"/>
                        <a:pt x="25" y="107"/>
                        <a:pt x="26" y="107"/>
                      </a:cubicBezTo>
                      <a:cubicBezTo>
                        <a:pt x="26" y="106"/>
                        <a:pt x="25" y="105"/>
                        <a:pt x="26" y="105"/>
                      </a:cubicBezTo>
                      <a:cubicBezTo>
                        <a:pt x="26" y="105"/>
                        <a:pt x="26" y="105"/>
                        <a:pt x="27" y="105"/>
                      </a:cubicBezTo>
                      <a:cubicBezTo>
                        <a:pt x="27" y="105"/>
                        <a:pt x="27" y="104"/>
                        <a:pt x="27" y="104"/>
                      </a:cubicBezTo>
                      <a:cubicBezTo>
                        <a:pt x="28" y="103"/>
                        <a:pt x="28" y="103"/>
                        <a:pt x="28" y="102"/>
                      </a:cubicBezTo>
                      <a:cubicBezTo>
                        <a:pt x="29" y="102"/>
                        <a:pt x="29" y="102"/>
                        <a:pt x="29" y="101"/>
                      </a:cubicBezTo>
                      <a:cubicBezTo>
                        <a:pt x="30" y="101"/>
                        <a:pt x="30" y="101"/>
                        <a:pt x="30" y="100"/>
                      </a:cubicBezTo>
                      <a:cubicBezTo>
                        <a:pt x="30" y="100"/>
                        <a:pt x="30" y="99"/>
                        <a:pt x="31" y="99"/>
                      </a:cubicBezTo>
                      <a:cubicBezTo>
                        <a:pt x="31" y="99"/>
                        <a:pt x="31" y="99"/>
                        <a:pt x="31" y="99"/>
                      </a:cubicBezTo>
                      <a:cubicBezTo>
                        <a:pt x="31" y="99"/>
                        <a:pt x="31" y="99"/>
                        <a:pt x="31" y="99"/>
                      </a:cubicBezTo>
                      <a:cubicBezTo>
                        <a:pt x="31" y="98"/>
                        <a:pt x="31" y="98"/>
                        <a:pt x="32" y="98"/>
                      </a:cubicBezTo>
                      <a:cubicBezTo>
                        <a:pt x="32" y="98"/>
                        <a:pt x="32" y="98"/>
                        <a:pt x="32" y="98"/>
                      </a:cubicBezTo>
                      <a:cubicBezTo>
                        <a:pt x="32" y="97"/>
                        <a:pt x="32" y="97"/>
                        <a:pt x="32" y="97"/>
                      </a:cubicBezTo>
                      <a:cubicBezTo>
                        <a:pt x="32" y="97"/>
                        <a:pt x="32" y="97"/>
                        <a:pt x="32" y="97"/>
                      </a:cubicBezTo>
                      <a:cubicBezTo>
                        <a:pt x="33" y="96"/>
                        <a:pt x="32" y="95"/>
                        <a:pt x="33" y="95"/>
                      </a:cubicBezTo>
                      <a:cubicBezTo>
                        <a:pt x="33" y="95"/>
                        <a:pt x="33" y="95"/>
                        <a:pt x="34" y="94"/>
                      </a:cubicBezTo>
                      <a:cubicBezTo>
                        <a:pt x="34" y="94"/>
                        <a:pt x="34" y="94"/>
                        <a:pt x="34" y="93"/>
                      </a:cubicBezTo>
                      <a:cubicBezTo>
                        <a:pt x="34" y="93"/>
                        <a:pt x="34" y="92"/>
                        <a:pt x="34" y="93"/>
                      </a:cubicBezTo>
                      <a:cubicBezTo>
                        <a:pt x="35" y="93"/>
                        <a:pt x="35" y="92"/>
                        <a:pt x="35" y="92"/>
                      </a:cubicBezTo>
                      <a:cubicBezTo>
                        <a:pt x="35" y="92"/>
                        <a:pt x="36" y="91"/>
                        <a:pt x="37" y="91"/>
                      </a:cubicBezTo>
                      <a:cubicBezTo>
                        <a:pt x="38" y="91"/>
                        <a:pt x="38" y="93"/>
                        <a:pt x="38" y="93"/>
                      </a:cubicBezTo>
                      <a:cubicBezTo>
                        <a:pt x="40" y="92"/>
                        <a:pt x="38" y="91"/>
                        <a:pt x="38" y="91"/>
                      </a:cubicBezTo>
                      <a:cubicBezTo>
                        <a:pt x="38" y="91"/>
                        <a:pt x="38" y="90"/>
                        <a:pt x="38" y="90"/>
                      </a:cubicBezTo>
                      <a:cubicBezTo>
                        <a:pt x="39" y="90"/>
                        <a:pt x="39" y="90"/>
                        <a:pt x="39" y="90"/>
                      </a:cubicBezTo>
                      <a:cubicBezTo>
                        <a:pt x="40" y="90"/>
                        <a:pt x="40" y="90"/>
                        <a:pt x="39" y="90"/>
                      </a:cubicBezTo>
                      <a:cubicBezTo>
                        <a:pt x="39" y="89"/>
                        <a:pt x="39" y="89"/>
                        <a:pt x="39" y="88"/>
                      </a:cubicBezTo>
                      <a:cubicBezTo>
                        <a:pt x="38" y="88"/>
                        <a:pt x="38" y="88"/>
                        <a:pt x="38" y="87"/>
                      </a:cubicBezTo>
                      <a:cubicBezTo>
                        <a:pt x="38" y="87"/>
                        <a:pt x="39" y="87"/>
                        <a:pt x="39" y="86"/>
                      </a:cubicBezTo>
                      <a:cubicBezTo>
                        <a:pt x="39" y="86"/>
                        <a:pt x="39" y="86"/>
                        <a:pt x="39" y="85"/>
                      </a:cubicBezTo>
                      <a:cubicBezTo>
                        <a:pt x="39" y="85"/>
                        <a:pt x="39" y="85"/>
                        <a:pt x="39" y="84"/>
                      </a:cubicBezTo>
                      <a:cubicBezTo>
                        <a:pt x="39" y="84"/>
                        <a:pt x="38" y="84"/>
                        <a:pt x="38" y="84"/>
                      </a:cubicBezTo>
                      <a:cubicBezTo>
                        <a:pt x="39" y="83"/>
                        <a:pt x="39" y="83"/>
                        <a:pt x="39" y="82"/>
                      </a:cubicBezTo>
                      <a:cubicBezTo>
                        <a:pt x="39" y="82"/>
                        <a:pt x="38" y="81"/>
                        <a:pt x="38" y="81"/>
                      </a:cubicBezTo>
                      <a:cubicBezTo>
                        <a:pt x="38" y="81"/>
                        <a:pt x="38" y="81"/>
                        <a:pt x="38" y="81"/>
                      </a:cubicBezTo>
                      <a:cubicBezTo>
                        <a:pt x="37" y="81"/>
                        <a:pt x="37" y="81"/>
                        <a:pt x="37" y="80"/>
                      </a:cubicBezTo>
                      <a:cubicBezTo>
                        <a:pt x="37" y="80"/>
                        <a:pt x="37" y="80"/>
                        <a:pt x="36" y="80"/>
                      </a:cubicBezTo>
                      <a:cubicBezTo>
                        <a:pt x="36" y="79"/>
                        <a:pt x="36" y="79"/>
                        <a:pt x="36" y="79"/>
                      </a:cubicBezTo>
                      <a:cubicBezTo>
                        <a:pt x="35" y="79"/>
                        <a:pt x="35" y="79"/>
                        <a:pt x="35" y="80"/>
                      </a:cubicBezTo>
                      <a:cubicBezTo>
                        <a:pt x="35" y="79"/>
                        <a:pt x="34" y="78"/>
                        <a:pt x="34" y="78"/>
                      </a:cubicBezTo>
                      <a:cubicBezTo>
                        <a:pt x="34" y="77"/>
                        <a:pt x="34" y="77"/>
                        <a:pt x="34" y="76"/>
                      </a:cubicBezTo>
                      <a:cubicBezTo>
                        <a:pt x="34" y="76"/>
                        <a:pt x="35" y="75"/>
                        <a:pt x="35" y="75"/>
                      </a:cubicBezTo>
                      <a:cubicBezTo>
                        <a:pt x="34" y="75"/>
                        <a:pt x="34" y="77"/>
                        <a:pt x="33" y="77"/>
                      </a:cubicBezTo>
                      <a:cubicBezTo>
                        <a:pt x="33" y="77"/>
                        <a:pt x="33" y="77"/>
                        <a:pt x="33" y="77"/>
                      </a:cubicBezTo>
                      <a:cubicBezTo>
                        <a:pt x="33" y="77"/>
                        <a:pt x="33" y="77"/>
                        <a:pt x="33" y="78"/>
                      </a:cubicBezTo>
                      <a:cubicBezTo>
                        <a:pt x="33" y="77"/>
                        <a:pt x="32" y="77"/>
                        <a:pt x="32" y="77"/>
                      </a:cubicBezTo>
                      <a:cubicBezTo>
                        <a:pt x="32" y="77"/>
                        <a:pt x="32" y="77"/>
                        <a:pt x="32" y="77"/>
                      </a:cubicBezTo>
                      <a:cubicBezTo>
                        <a:pt x="31" y="77"/>
                        <a:pt x="31" y="77"/>
                        <a:pt x="31" y="77"/>
                      </a:cubicBezTo>
                      <a:cubicBezTo>
                        <a:pt x="31" y="76"/>
                        <a:pt x="31" y="76"/>
                        <a:pt x="30" y="75"/>
                      </a:cubicBezTo>
                      <a:cubicBezTo>
                        <a:pt x="30" y="74"/>
                        <a:pt x="30" y="74"/>
                        <a:pt x="30" y="73"/>
                      </a:cubicBezTo>
                      <a:cubicBezTo>
                        <a:pt x="30" y="73"/>
                        <a:pt x="30" y="72"/>
                        <a:pt x="30" y="72"/>
                      </a:cubicBezTo>
                      <a:cubicBezTo>
                        <a:pt x="29" y="72"/>
                        <a:pt x="29" y="71"/>
                        <a:pt x="29" y="71"/>
                      </a:cubicBezTo>
                      <a:cubicBezTo>
                        <a:pt x="29" y="71"/>
                        <a:pt x="28" y="71"/>
                        <a:pt x="28" y="71"/>
                      </a:cubicBezTo>
                      <a:cubicBezTo>
                        <a:pt x="28" y="70"/>
                        <a:pt x="28" y="70"/>
                        <a:pt x="28" y="69"/>
                      </a:cubicBezTo>
                      <a:cubicBezTo>
                        <a:pt x="28" y="69"/>
                        <a:pt x="28" y="67"/>
                        <a:pt x="27" y="67"/>
                      </a:cubicBezTo>
                      <a:cubicBezTo>
                        <a:pt x="27" y="66"/>
                        <a:pt x="28" y="66"/>
                        <a:pt x="28" y="65"/>
                      </a:cubicBezTo>
                      <a:cubicBezTo>
                        <a:pt x="29" y="65"/>
                        <a:pt x="29" y="65"/>
                        <a:pt x="29" y="64"/>
                      </a:cubicBezTo>
                      <a:cubicBezTo>
                        <a:pt x="29" y="63"/>
                        <a:pt x="28" y="61"/>
                        <a:pt x="30" y="60"/>
                      </a:cubicBezTo>
                      <a:cubicBezTo>
                        <a:pt x="30" y="59"/>
                        <a:pt x="29" y="58"/>
                        <a:pt x="29" y="57"/>
                      </a:cubicBezTo>
                      <a:cubicBezTo>
                        <a:pt x="28" y="57"/>
                        <a:pt x="28" y="56"/>
                        <a:pt x="28" y="55"/>
                      </a:cubicBezTo>
                      <a:cubicBezTo>
                        <a:pt x="28" y="55"/>
                        <a:pt x="27" y="54"/>
                        <a:pt x="27" y="54"/>
                      </a:cubicBezTo>
                      <a:cubicBezTo>
                        <a:pt x="27" y="54"/>
                        <a:pt x="27" y="53"/>
                        <a:pt x="27" y="53"/>
                      </a:cubicBezTo>
                      <a:cubicBezTo>
                        <a:pt x="27" y="53"/>
                        <a:pt x="27" y="53"/>
                        <a:pt x="28" y="52"/>
                      </a:cubicBezTo>
                      <a:cubicBezTo>
                        <a:pt x="28" y="52"/>
                        <a:pt x="28" y="52"/>
                        <a:pt x="28" y="51"/>
                      </a:cubicBezTo>
                      <a:cubicBezTo>
                        <a:pt x="28" y="51"/>
                        <a:pt x="28" y="50"/>
                        <a:pt x="28" y="50"/>
                      </a:cubicBezTo>
                      <a:cubicBezTo>
                        <a:pt x="28" y="49"/>
                        <a:pt x="27" y="49"/>
                        <a:pt x="27" y="49"/>
                      </a:cubicBezTo>
                      <a:cubicBezTo>
                        <a:pt x="26" y="48"/>
                        <a:pt x="27" y="47"/>
                        <a:pt x="27" y="46"/>
                      </a:cubicBezTo>
                      <a:cubicBezTo>
                        <a:pt x="27" y="46"/>
                        <a:pt x="27" y="45"/>
                        <a:pt x="27" y="45"/>
                      </a:cubicBezTo>
                      <a:cubicBezTo>
                        <a:pt x="26" y="44"/>
                        <a:pt x="26" y="43"/>
                        <a:pt x="26" y="43"/>
                      </a:cubicBezTo>
                      <a:cubicBezTo>
                        <a:pt x="26" y="42"/>
                        <a:pt x="27" y="42"/>
                        <a:pt x="27" y="41"/>
                      </a:cubicBezTo>
                      <a:cubicBezTo>
                        <a:pt x="28" y="40"/>
                        <a:pt x="28" y="40"/>
                        <a:pt x="27" y="40"/>
                      </a:cubicBezTo>
                      <a:cubicBezTo>
                        <a:pt x="27" y="39"/>
                        <a:pt x="26" y="39"/>
                        <a:pt x="26" y="38"/>
                      </a:cubicBezTo>
                      <a:cubicBezTo>
                        <a:pt x="26" y="38"/>
                        <a:pt x="26" y="37"/>
                        <a:pt x="25" y="37"/>
                      </a:cubicBezTo>
                      <a:cubicBezTo>
                        <a:pt x="25" y="37"/>
                        <a:pt x="25" y="37"/>
                        <a:pt x="25" y="37"/>
                      </a:cubicBezTo>
                      <a:cubicBezTo>
                        <a:pt x="24" y="36"/>
                        <a:pt x="24" y="36"/>
                        <a:pt x="24" y="35"/>
                      </a:cubicBezTo>
                      <a:cubicBezTo>
                        <a:pt x="24" y="34"/>
                        <a:pt x="24" y="34"/>
                        <a:pt x="23" y="33"/>
                      </a:cubicBezTo>
                      <a:cubicBezTo>
                        <a:pt x="22" y="33"/>
                        <a:pt x="21" y="32"/>
                        <a:pt x="20" y="31"/>
                      </a:cubicBezTo>
                      <a:cubicBezTo>
                        <a:pt x="19" y="31"/>
                        <a:pt x="19" y="31"/>
                        <a:pt x="18" y="31"/>
                      </a:cubicBezTo>
                      <a:cubicBezTo>
                        <a:pt x="18" y="30"/>
                        <a:pt x="17" y="31"/>
                        <a:pt x="17" y="30"/>
                      </a:cubicBezTo>
                      <a:cubicBezTo>
                        <a:pt x="16" y="30"/>
                        <a:pt x="16" y="29"/>
                        <a:pt x="16" y="29"/>
                      </a:cubicBezTo>
                      <a:cubicBezTo>
                        <a:pt x="15" y="28"/>
                        <a:pt x="15" y="29"/>
                        <a:pt x="14" y="28"/>
                      </a:cubicBezTo>
                      <a:cubicBezTo>
                        <a:pt x="14" y="27"/>
                        <a:pt x="14" y="27"/>
                        <a:pt x="13" y="27"/>
                      </a:cubicBezTo>
                      <a:cubicBezTo>
                        <a:pt x="13" y="26"/>
                        <a:pt x="13" y="26"/>
                        <a:pt x="13" y="26"/>
                      </a:cubicBezTo>
                      <a:cubicBezTo>
                        <a:pt x="12" y="25"/>
                        <a:pt x="12" y="25"/>
                        <a:pt x="12" y="25"/>
                      </a:cubicBezTo>
                      <a:cubicBezTo>
                        <a:pt x="12" y="25"/>
                        <a:pt x="11" y="25"/>
                        <a:pt x="11" y="25"/>
                      </a:cubicBezTo>
                      <a:cubicBezTo>
                        <a:pt x="11" y="24"/>
                        <a:pt x="11" y="24"/>
                        <a:pt x="10" y="23"/>
                      </a:cubicBezTo>
                      <a:cubicBezTo>
                        <a:pt x="10" y="23"/>
                        <a:pt x="9" y="23"/>
                        <a:pt x="9" y="22"/>
                      </a:cubicBezTo>
                      <a:cubicBezTo>
                        <a:pt x="9" y="22"/>
                        <a:pt x="10" y="22"/>
                        <a:pt x="9" y="21"/>
                      </a:cubicBezTo>
                      <a:cubicBezTo>
                        <a:pt x="9" y="21"/>
                        <a:pt x="8" y="20"/>
                        <a:pt x="7" y="20"/>
                      </a:cubicBezTo>
                      <a:cubicBezTo>
                        <a:pt x="7" y="19"/>
                        <a:pt x="8" y="19"/>
                        <a:pt x="9" y="19"/>
                      </a:cubicBezTo>
                      <a:cubicBezTo>
                        <a:pt x="10" y="20"/>
                        <a:pt x="10" y="20"/>
                        <a:pt x="11" y="19"/>
                      </a:cubicBezTo>
                      <a:cubicBezTo>
                        <a:pt x="11" y="18"/>
                        <a:pt x="10" y="17"/>
                        <a:pt x="10" y="17"/>
                      </a:cubicBezTo>
                      <a:cubicBezTo>
                        <a:pt x="11" y="16"/>
                        <a:pt x="11" y="16"/>
                        <a:pt x="12" y="15"/>
                      </a:cubicBezTo>
                      <a:cubicBezTo>
                        <a:pt x="12" y="15"/>
                        <a:pt x="13" y="15"/>
                        <a:pt x="13" y="16"/>
                      </a:cubicBezTo>
                      <a:cubicBezTo>
                        <a:pt x="13" y="16"/>
                        <a:pt x="14" y="16"/>
                        <a:pt x="14" y="16"/>
                      </a:cubicBezTo>
                      <a:cubicBezTo>
                        <a:pt x="14" y="16"/>
                        <a:pt x="14" y="17"/>
                        <a:pt x="15" y="17"/>
                      </a:cubicBezTo>
                      <a:cubicBezTo>
                        <a:pt x="15" y="18"/>
                        <a:pt x="16" y="19"/>
                        <a:pt x="16" y="20"/>
                      </a:cubicBezTo>
                      <a:cubicBezTo>
                        <a:pt x="17" y="21"/>
                        <a:pt x="17" y="21"/>
                        <a:pt x="18" y="21"/>
                      </a:cubicBezTo>
                      <a:cubicBezTo>
                        <a:pt x="18" y="22"/>
                        <a:pt x="18" y="22"/>
                        <a:pt x="18" y="23"/>
                      </a:cubicBezTo>
                      <a:cubicBezTo>
                        <a:pt x="19" y="24"/>
                        <a:pt x="19" y="25"/>
                        <a:pt x="19" y="26"/>
                      </a:cubicBezTo>
                      <a:cubicBezTo>
                        <a:pt x="20" y="26"/>
                        <a:pt x="20" y="26"/>
                        <a:pt x="21" y="26"/>
                      </a:cubicBezTo>
                      <a:cubicBezTo>
                        <a:pt x="22" y="27"/>
                        <a:pt x="22" y="27"/>
                        <a:pt x="23" y="27"/>
                      </a:cubicBezTo>
                      <a:cubicBezTo>
                        <a:pt x="23" y="27"/>
                        <a:pt x="23" y="27"/>
                        <a:pt x="24" y="27"/>
                      </a:cubicBezTo>
                      <a:cubicBezTo>
                        <a:pt x="24" y="28"/>
                        <a:pt x="25" y="28"/>
                        <a:pt x="25" y="27"/>
                      </a:cubicBezTo>
                      <a:cubicBezTo>
                        <a:pt x="26" y="27"/>
                        <a:pt x="26" y="27"/>
                        <a:pt x="27" y="27"/>
                      </a:cubicBezTo>
                      <a:cubicBezTo>
                        <a:pt x="28" y="26"/>
                        <a:pt x="28" y="26"/>
                        <a:pt x="28" y="25"/>
                      </a:cubicBezTo>
                      <a:cubicBezTo>
                        <a:pt x="29" y="25"/>
                        <a:pt x="29" y="24"/>
                        <a:pt x="29" y="25"/>
                      </a:cubicBezTo>
                      <a:cubicBezTo>
                        <a:pt x="30" y="25"/>
                        <a:pt x="31" y="25"/>
                        <a:pt x="31" y="25"/>
                      </a:cubicBezTo>
                      <a:cubicBezTo>
                        <a:pt x="32" y="26"/>
                        <a:pt x="32" y="26"/>
                        <a:pt x="33" y="26"/>
                      </a:cubicBezTo>
                      <a:cubicBezTo>
                        <a:pt x="33" y="27"/>
                        <a:pt x="34" y="27"/>
                        <a:pt x="34" y="27"/>
                      </a:cubicBezTo>
                      <a:cubicBezTo>
                        <a:pt x="35" y="28"/>
                        <a:pt x="35" y="28"/>
                        <a:pt x="36" y="28"/>
                      </a:cubicBezTo>
                      <a:cubicBezTo>
                        <a:pt x="36" y="29"/>
                        <a:pt x="36" y="29"/>
                        <a:pt x="36" y="28"/>
                      </a:cubicBezTo>
                      <a:cubicBezTo>
                        <a:pt x="37" y="28"/>
                        <a:pt x="37" y="28"/>
                        <a:pt x="37" y="27"/>
                      </a:cubicBezTo>
                      <a:cubicBezTo>
                        <a:pt x="38" y="27"/>
                        <a:pt x="38" y="27"/>
                        <a:pt x="38" y="26"/>
                      </a:cubicBezTo>
                      <a:cubicBezTo>
                        <a:pt x="38" y="24"/>
                        <a:pt x="39" y="23"/>
                        <a:pt x="40" y="23"/>
                      </a:cubicBezTo>
                      <a:cubicBezTo>
                        <a:pt x="40" y="23"/>
                        <a:pt x="41" y="23"/>
                        <a:pt x="41" y="22"/>
                      </a:cubicBezTo>
                      <a:cubicBezTo>
                        <a:pt x="42" y="22"/>
                        <a:pt x="42" y="22"/>
                        <a:pt x="42" y="22"/>
                      </a:cubicBezTo>
                      <a:cubicBezTo>
                        <a:pt x="42" y="21"/>
                        <a:pt x="42" y="21"/>
                        <a:pt x="42" y="21"/>
                      </a:cubicBezTo>
                      <a:cubicBezTo>
                        <a:pt x="42" y="20"/>
                        <a:pt x="42" y="20"/>
                        <a:pt x="42" y="20"/>
                      </a:cubicBezTo>
                      <a:cubicBezTo>
                        <a:pt x="42" y="19"/>
                        <a:pt x="42" y="19"/>
                        <a:pt x="42" y="19"/>
                      </a:cubicBezTo>
                      <a:cubicBezTo>
                        <a:pt x="42" y="18"/>
                        <a:pt x="42" y="17"/>
                        <a:pt x="42" y="16"/>
                      </a:cubicBezTo>
                      <a:cubicBezTo>
                        <a:pt x="42" y="15"/>
                        <a:pt x="42" y="15"/>
                        <a:pt x="43" y="14"/>
                      </a:cubicBezTo>
                      <a:cubicBezTo>
                        <a:pt x="43" y="13"/>
                        <a:pt x="42" y="13"/>
                        <a:pt x="43" y="12"/>
                      </a:cubicBezTo>
                      <a:cubicBezTo>
                        <a:pt x="43" y="11"/>
                        <a:pt x="43" y="10"/>
                        <a:pt x="43" y="10"/>
                      </a:cubicBezTo>
                      <a:cubicBezTo>
                        <a:pt x="43" y="9"/>
                        <a:pt x="43" y="8"/>
                        <a:pt x="44" y="7"/>
                      </a:cubicBezTo>
                      <a:cubicBezTo>
                        <a:pt x="44" y="7"/>
                        <a:pt x="45" y="7"/>
                        <a:pt x="45" y="7"/>
                      </a:cubicBezTo>
                      <a:cubicBezTo>
                        <a:pt x="46" y="6"/>
                        <a:pt x="46" y="5"/>
                        <a:pt x="46" y="5"/>
                      </a:cubicBezTo>
                      <a:cubicBezTo>
                        <a:pt x="47" y="3"/>
                        <a:pt x="48" y="3"/>
                        <a:pt x="49" y="3"/>
                      </a:cubicBezTo>
                      <a:cubicBezTo>
                        <a:pt x="50" y="3"/>
                        <a:pt x="50" y="3"/>
                        <a:pt x="51" y="3"/>
                      </a:cubicBezTo>
                      <a:cubicBezTo>
                        <a:pt x="52" y="3"/>
                        <a:pt x="52" y="3"/>
                        <a:pt x="53" y="2"/>
                      </a:cubicBezTo>
                      <a:cubicBezTo>
                        <a:pt x="53" y="2"/>
                        <a:pt x="54" y="1"/>
                        <a:pt x="54" y="0"/>
                      </a:cubicBezTo>
                      <a:cubicBezTo>
                        <a:pt x="55" y="0"/>
                        <a:pt x="55" y="0"/>
                        <a:pt x="56" y="0"/>
                      </a:cubicBezTo>
                      <a:cubicBezTo>
                        <a:pt x="56" y="0"/>
                        <a:pt x="56" y="1"/>
                        <a:pt x="57" y="2"/>
                      </a:cubicBezTo>
                      <a:cubicBezTo>
                        <a:pt x="57" y="2"/>
                        <a:pt x="57" y="2"/>
                        <a:pt x="58" y="3"/>
                      </a:cubicBezTo>
                      <a:cubicBezTo>
                        <a:pt x="58" y="3"/>
                        <a:pt x="58" y="3"/>
                        <a:pt x="59" y="4"/>
                      </a:cubicBezTo>
                      <a:cubicBezTo>
                        <a:pt x="59" y="4"/>
                        <a:pt x="59" y="4"/>
                        <a:pt x="59" y="4"/>
                      </a:cubicBezTo>
                      <a:cubicBezTo>
                        <a:pt x="59" y="4"/>
                        <a:pt x="59" y="5"/>
                        <a:pt x="59" y="5"/>
                      </a:cubicBezTo>
                      <a:cubicBezTo>
                        <a:pt x="60" y="6"/>
                        <a:pt x="61" y="6"/>
                        <a:pt x="62" y="7"/>
                      </a:cubicBezTo>
                      <a:cubicBezTo>
                        <a:pt x="63" y="7"/>
                        <a:pt x="64" y="8"/>
                        <a:pt x="65" y="9"/>
                      </a:cubicBezTo>
                      <a:cubicBezTo>
                        <a:pt x="65" y="10"/>
                        <a:pt x="66" y="11"/>
                        <a:pt x="66" y="12"/>
                      </a:cubicBezTo>
                      <a:cubicBezTo>
                        <a:pt x="66" y="13"/>
                        <a:pt x="65" y="14"/>
                        <a:pt x="64" y="15"/>
                      </a:cubicBezTo>
                      <a:cubicBezTo>
                        <a:pt x="64" y="16"/>
                        <a:pt x="61" y="19"/>
                        <a:pt x="63" y="20"/>
                      </a:cubicBezTo>
                      <a:cubicBezTo>
                        <a:pt x="62" y="21"/>
                        <a:pt x="61" y="22"/>
                        <a:pt x="60" y="22"/>
                      </a:cubicBezTo>
                      <a:cubicBezTo>
                        <a:pt x="59" y="23"/>
                        <a:pt x="61" y="23"/>
                        <a:pt x="62" y="23"/>
                      </a:cubicBezTo>
                      <a:cubicBezTo>
                        <a:pt x="63" y="24"/>
                        <a:pt x="62" y="25"/>
                        <a:pt x="61" y="26"/>
                      </a:cubicBezTo>
                      <a:cubicBezTo>
                        <a:pt x="61" y="27"/>
                        <a:pt x="60" y="29"/>
                        <a:pt x="60" y="30"/>
                      </a:cubicBezTo>
                      <a:cubicBezTo>
                        <a:pt x="60" y="31"/>
                        <a:pt x="61" y="33"/>
                        <a:pt x="61" y="34"/>
                      </a:cubicBezTo>
                      <a:cubicBezTo>
                        <a:pt x="61" y="36"/>
                        <a:pt x="62" y="36"/>
                        <a:pt x="64" y="37"/>
                      </a:cubicBezTo>
                      <a:cubicBezTo>
                        <a:pt x="65" y="37"/>
                        <a:pt x="66" y="38"/>
                        <a:pt x="66" y="39"/>
                      </a:cubicBezTo>
                      <a:cubicBezTo>
                        <a:pt x="67" y="39"/>
                        <a:pt x="67" y="40"/>
                        <a:pt x="67" y="41"/>
                      </a:cubicBezTo>
                      <a:cubicBezTo>
                        <a:pt x="68" y="42"/>
                        <a:pt x="68" y="42"/>
                        <a:pt x="69" y="43"/>
                      </a:cubicBezTo>
                      <a:cubicBezTo>
                        <a:pt x="69" y="43"/>
                        <a:pt x="70" y="44"/>
                        <a:pt x="70" y="44"/>
                      </a:cubicBezTo>
                      <a:cubicBezTo>
                        <a:pt x="70" y="45"/>
                        <a:pt x="70" y="45"/>
                        <a:pt x="70" y="46"/>
                      </a:cubicBezTo>
                      <a:cubicBezTo>
                        <a:pt x="70" y="47"/>
                        <a:pt x="70" y="47"/>
                        <a:pt x="70" y="48"/>
                      </a:cubicBezTo>
                      <a:cubicBezTo>
                        <a:pt x="70" y="49"/>
                        <a:pt x="69" y="49"/>
                        <a:pt x="69" y="50"/>
                      </a:cubicBezTo>
                      <a:cubicBezTo>
                        <a:pt x="68" y="50"/>
                        <a:pt x="67" y="52"/>
                        <a:pt x="66" y="53"/>
                      </a:cubicBezTo>
                      <a:cubicBezTo>
                        <a:pt x="66" y="54"/>
                        <a:pt x="65" y="56"/>
                        <a:pt x="64" y="57"/>
                      </a:cubicBezTo>
                      <a:cubicBezTo>
                        <a:pt x="64" y="59"/>
                        <a:pt x="64" y="60"/>
                        <a:pt x="65" y="61"/>
                      </a:cubicBezTo>
                      <a:cubicBezTo>
                        <a:pt x="66" y="62"/>
                        <a:pt x="66" y="62"/>
                        <a:pt x="66" y="63"/>
                      </a:cubicBezTo>
                      <a:cubicBezTo>
                        <a:pt x="66" y="64"/>
                        <a:pt x="67" y="64"/>
                        <a:pt x="67" y="65"/>
                      </a:cubicBezTo>
                      <a:cubicBezTo>
                        <a:pt x="67" y="66"/>
                        <a:pt x="67" y="67"/>
                        <a:pt x="68" y="68"/>
                      </a:cubicBezTo>
                      <a:cubicBezTo>
                        <a:pt x="68" y="70"/>
                        <a:pt x="69" y="70"/>
                        <a:pt x="70" y="72"/>
                      </a:cubicBezTo>
                      <a:cubicBezTo>
                        <a:pt x="70" y="72"/>
                        <a:pt x="70" y="73"/>
                        <a:pt x="70" y="74"/>
                      </a:cubicBezTo>
                      <a:cubicBezTo>
                        <a:pt x="70" y="75"/>
                        <a:pt x="71" y="75"/>
                        <a:pt x="71" y="76"/>
                      </a:cubicBezTo>
                      <a:cubicBezTo>
                        <a:pt x="71" y="77"/>
                        <a:pt x="71" y="78"/>
                        <a:pt x="71" y="78"/>
                      </a:cubicBezTo>
                      <a:cubicBezTo>
                        <a:pt x="71" y="79"/>
                        <a:pt x="71" y="79"/>
                        <a:pt x="70" y="79"/>
                      </a:cubicBezTo>
                      <a:cubicBezTo>
                        <a:pt x="70" y="79"/>
                        <a:pt x="69" y="79"/>
                        <a:pt x="69" y="79"/>
                      </a:cubicBezTo>
                      <a:cubicBezTo>
                        <a:pt x="68" y="80"/>
                        <a:pt x="69" y="80"/>
                        <a:pt x="69" y="80"/>
                      </a:cubicBezTo>
                      <a:cubicBezTo>
                        <a:pt x="69" y="81"/>
                        <a:pt x="69" y="81"/>
                        <a:pt x="69" y="81"/>
                      </a:cubicBezTo>
                      <a:cubicBezTo>
                        <a:pt x="69" y="82"/>
                        <a:pt x="69" y="82"/>
                        <a:pt x="69" y="82"/>
                      </a:cubicBezTo>
                      <a:cubicBezTo>
                        <a:pt x="69" y="83"/>
                        <a:pt x="69" y="84"/>
                        <a:pt x="68" y="85"/>
                      </a:cubicBezTo>
                      <a:cubicBezTo>
                        <a:pt x="68" y="85"/>
                        <a:pt x="67" y="86"/>
                        <a:pt x="68" y="86"/>
                      </a:cubicBezTo>
                      <a:cubicBezTo>
                        <a:pt x="69" y="87"/>
                        <a:pt x="69" y="86"/>
                        <a:pt x="69" y="88"/>
                      </a:cubicBezTo>
                      <a:cubicBezTo>
                        <a:pt x="69" y="88"/>
                        <a:pt x="69" y="88"/>
                        <a:pt x="69" y="88"/>
                      </a:cubicBezTo>
                      <a:cubicBezTo>
                        <a:pt x="69" y="88"/>
                        <a:pt x="68" y="88"/>
                        <a:pt x="68" y="89"/>
                      </a:cubicBezTo>
                      <a:cubicBezTo>
                        <a:pt x="68" y="89"/>
                        <a:pt x="67" y="90"/>
                        <a:pt x="68" y="90"/>
                      </a:cubicBezTo>
                      <a:cubicBezTo>
                        <a:pt x="68" y="91"/>
                        <a:pt x="68" y="92"/>
                        <a:pt x="69" y="92"/>
                      </a:cubicBezTo>
                      <a:cubicBezTo>
                        <a:pt x="69" y="93"/>
                        <a:pt x="70" y="93"/>
                        <a:pt x="71" y="93"/>
                      </a:cubicBezTo>
                      <a:cubicBezTo>
                        <a:pt x="71" y="93"/>
                        <a:pt x="71" y="94"/>
                        <a:pt x="71" y="95"/>
                      </a:cubicBezTo>
                      <a:cubicBezTo>
                        <a:pt x="71" y="95"/>
                        <a:pt x="72" y="95"/>
                        <a:pt x="72" y="95"/>
                      </a:cubicBezTo>
                      <a:cubicBezTo>
                        <a:pt x="72" y="96"/>
                        <a:pt x="71" y="96"/>
                        <a:pt x="71" y="96"/>
                      </a:cubicBezTo>
                      <a:cubicBezTo>
                        <a:pt x="70" y="97"/>
                        <a:pt x="70" y="97"/>
                        <a:pt x="70" y="98"/>
                      </a:cubicBezTo>
                      <a:cubicBezTo>
                        <a:pt x="71" y="98"/>
                        <a:pt x="71" y="98"/>
                        <a:pt x="71" y="98"/>
                      </a:cubicBezTo>
                      <a:cubicBezTo>
                        <a:pt x="71" y="99"/>
                        <a:pt x="71" y="99"/>
                        <a:pt x="71" y="100"/>
                      </a:cubicBezTo>
                      <a:cubicBezTo>
                        <a:pt x="71" y="100"/>
                        <a:pt x="72" y="100"/>
                        <a:pt x="72" y="101"/>
                      </a:cubicBezTo>
                      <a:cubicBezTo>
                        <a:pt x="73" y="101"/>
                        <a:pt x="73" y="101"/>
                        <a:pt x="73" y="101"/>
                      </a:cubicBezTo>
                      <a:cubicBezTo>
                        <a:pt x="73" y="101"/>
                        <a:pt x="73" y="102"/>
                        <a:pt x="73" y="102"/>
                      </a:cubicBezTo>
                      <a:cubicBezTo>
                        <a:pt x="73" y="102"/>
                        <a:pt x="74" y="102"/>
                        <a:pt x="74" y="102"/>
                      </a:cubicBezTo>
                      <a:cubicBezTo>
                        <a:pt x="74" y="102"/>
                        <a:pt x="74" y="102"/>
                        <a:pt x="74" y="102"/>
                      </a:cubicBezTo>
                      <a:cubicBezTo>
                        <a:pt x="74" y="103"/>
                        <a:pt x="74" y="103"/>
                        <a:pt x="74" y="104"/>
                      </a:cubicBezTo>
                      <a:cubicBezTo>
                        <a:pt x="74" y="105"/>
                        <a:pt x="74" y="105"/>
                        <a:pt x="74" y="106"/>
                      </a:cubicBezTo>
                      <a:cubicBezTo>
                        <a:pt x="73" y="106"/>
                        <a:pt x="73" y="107"/>
                        <a:pt x="72" y="108"/>
                      </a:cubicBezTo>
                      <a:cubicBezTo>
                        <a:pt x="72" y="108"/>
                        <a:pt x="72" y="108"/>
                        <a:pt x="72" y="108"/>
                      </a:cubicBezTo>
                      <a:cubicBezTo>
                        <a:pt x="72" y="109"/>
                        <a:pt x="71" y="109"/>
                        <a:pt x="71" y="109"/>
                      </a:cubicBezTo>
                      <a:cubicBezTo>
                        <a:pt x="69" y="110"/>
                        <a:pt x="72" y="111"/>
                        <a:pt x="72" y="112"/>
                      </a:cubicBezTo>
                      <a:cubicBezTo>
                        <a:pt x="73" y="113"/>
                        <a:pt x="73" y="113"/>
                        <a:pt x="74" y="114"/>
                      </a:cubicBezTo>
                      <a:cubicBezTo>
                        <a:pt x="75" y="114"/>
                        <a:pt x="76" y="114"/>
                        <a:pt x="76" y="115"/>
                      </a:cubicBezTo>
                      <a:cubicBezTo>
                        <a:pt x="77" y="115"/>
                        <a:pt x="77" y="116"/>
                        <a:pt x="77" y="116"/>
                      </a:cubicBezTo>
                      <a:cubicBezTo>
                        <a:pt x="78" y="117"/>
                        <a:pt x="78" y="117"/>
                        <a:pt x="79" y="118"/>
                      </a:cubicBezTo>
                      <a:cubicBezTo>
                        <a:pt x="79" y="118"/>
                        <a:pt x="79" y="119"/>
                        <a:pt x="79" y="119"/>
                      </a:cubicBezTo>
                      <a:cubicBezTo>
                        <a:pt x="79" y="119"/>
                        <a:pt x="79" y="120"/>
                        <a:pt x="80" y="120"/>
                      </a:cubicBezTo>
                      <a:cubicBezTo>
                        <a:pt x="80" y="120"/>
                        <a:pt x="81" y="122"/>
                        <a:pt x="81" y="122"/>
                      </a:cubicBezTo>
                      <a:cubicBezTo>
                        <a:pt x="81" y="123"/>
                        <a:pt x="80" y="123"/>
                        <a:pt x="80" y="123"/>
                      </a:cubicBezTo>
                      <a:cubicBezTo>
                        <a:pt x="80" y="124"/>
                        <a:pt x="80" y="124"/>
                        <a:pt x="80" y="125"/>
                      </a:cubicBezTo>
                      <a:cubicBezTo>
                        <a:pt x="80" y="126"/>
                        <a:pt x="79" y="126"/>
                        <a:pt x="79" y="127"/>
                      </a:cubicBezTo>
                      <a:cubicBezTo>
                        <a:pt x="79" y="128"/>
                        <a:pt x="78" y="129"/>
                        <a:pt x="77" y="129"/>
                      </a:cubicBezTo>
                      <a:cubicBezTo>
                        <a:pt x="77" y="130"/>
                        <a:pt x="77" y="131"/>
                        <a:pt x="76" y="131"/>
                      </a:cubicBezTo>
                      <a:cubicBezTo>
                        <a:pt x="76" y="132"/>
                        <a:pt x="75" y="132"/>
                        <a:pt x="75" y="133"/>
                      </a:cubicBezTo>
                      <a:cubicBezTo>
                        <a:pt x="74" y="134"/>
                        <a:pt x="74" y="134"/>
                        <a:pt x="73" y="135"/>
                      </a:cubicBezTo>
                      <a:cubicBezTo>
                        <a:pt x="72" y="137"/>
                        <a:pt x="71" y="138"/>
                        <a:pt x="70" y="140"/>
                      </a:cubicBezTo>
                      <a:cubicBezTo>
                        <a:pt x="69" y="140"/>
                        <a:pt x="69" y="141"/>
                        <a:pt x="68" y="142"/>
                      </a:cubicBezTo>
                      <a:cubicBezTo>
                        <a:pt x="68" y="142"/>
                        <a:pt x="68" y="142"/>
                        <a:pt x="67" y="143"/>
                      </a:cubicBezTo>
                      <a:cubicBezTo>
                        <a:pt x="67" y="143"/>
                        <a:pt x="67" y="143"/>
                        <a:pt x="67" y="144"/>
                      </a:cubicBezTo>
                      <a:cubicBezTo>
                        <a:pt x="67" y="144"/>
                        <a:pt x="66" y="144"/>
                        <a:pt x="66" y="144"/>
                      </a:cubicBezTo>
                      <a:cubicBezTo>
                        <a:pt x="66" y="145"/>
                        <a:pt x="65" y="145"/>
                        <a:pt x="65" y="146"/>
                      </a:cubicBezTo>
                      <a:cubicBezTo>
                        <a:pt x="65" y="146"/>
                        <a:pt x="64" y="147"/>
                        <a:pt x="63" y="148"/>
                      </a:cubicBezTo>
                      <a:cubicBezTo>
                        <a:pt x="62" y="148"/>
                        <a:pt x="62" y="149"/>
                        <a:pt x="61" y="149"/>
                      </a:cubicBezTo>
                      <a:cubicBezTo>
                        <a:pt x="61" y="150"/>
                        <a:pt x="60" y="150"/>
                        <a:pt x="60" y="151"/>
                      </a:cubicBezTo>
                      <a:cubicBezTo>
                        <a:pt x="59" y="152"/>
                        <a:pt x="58" y="152"/>
                        <a:pt x="58" y="153"/>
                      </a:cubicBezTo>
                      <a:cubicBezTo>
                        <a:pt x="57" y="154"/>
                        <a:pt x="56" y="155"/>
                        <a:pt x="56" y="156"/>
                      </a:cubicBezTo>
                      <a:cubicBezTo>
                        <a:pt x="56" y="155"/>
                        <a:pt x="56" y="155"/>
                        <a:pt x="56" y="156"/>
                      </a:cubicBezTo>
                      <a:close/>
                      <a:moveTo>
                        <a:pt x="2" y="160"/>
                      </a:moveTo>
                      <a:cubicBezTo>
                        <a:pt x="1" y="160"/>
                        <a:pt x="1" y="160"/>
                        <a:pt x="1" y="159"/>
                      </a:cubicBezTo>
                      <a:cubicBezTo>
                        <a:pt x="1" y="160"/>
                        <a:pt x="1" y="160"/>
                        <a:pt x="0" y="160"/>
                      </a:cubicBezTo>
                      <a:cubicBezTo>
                        <a:pt x="0" y="160"/>
                        <a:pt x="0" y="160"/>
                        <a:pt x="0" y="160"/>
                      </a:cubicBezTo>
                      <a:cubicBezTo>
                        <a:pt x="0" y="161"/>
                        <a:pt x="0" y="161"/>
                        <a:pt x="0" y="161"/>
                      </a:cubicBezTo>
                      <a:cubicBezTo>
                        <a:pt x="1" y="161"/>
                        <a:pt x="1" y="161"/>
                        <a:pt x="1" y="162"/>
                      </a:cubicBezTo>
                      <a:cubicBezTo>
                        <a:pt x="1" y="162"/>
                        <a:pt x="2" y="162"/>
                        <a:pt x="2" y="162"/>
                      </a:cubicBezTo>
                      <a:cubicBezTo>
                        <a:pt x="2" y="162"/>
                        <a:pt x="2" y="162"/>
                        <a:pt x="2" y="162"/>
                      </a:cubicBezTo>
                      <a:cubicBezTo>
                        <a:pt x="3" y="162"/>
                        <a:pt x="3" y="162"/>
                        <a:pt x="3" y="162"/>
                      </a:cubicBezTo>
                      <a:cubicBezTo>
                        <a:pt x="3" y="162"/>
                        <a:pt x="3" y="162"/>
                        <a:pt x="3" y="162"/>
                      </a:cubicBezTo>
                      <a:cubicBezTo>
                        <a:pt x="3" y="161"/>
                        <a:pt x="3" y="161"/>
                        <a:pt x="3" y="161"/>
                      </a:cubicBezTo>
                      <a:cubicBezTo>
                        <a:pt x="3" y="160"/>
                        <a:pt x="3" y="160"/>
                        <a:pt x="2" y="160"/>
                      </a:cubicBezTo>
                      <a:cubicBezTo>
                        <a:pt x="2" y="160"/>
                        <a:pt x="2" y="160"/>
                        <a:pt x="2" y="160"/>
                      </a:cubicBezTo>
                      <a:close/>
                      <a:moveTo>
                        <a:pt x="3" y="159"/>
                      </a:moveTo>
                      <a:cubicBezTo>
                        <a:pt x="3" y="160"/>
                        <a:pt x="3" y="160"/>
                        <a:pt x="3" y="160"/>
                      </a:cubicBezTo>
                      <a:cubicBezTo>
                        <a:pt x="4" y="160"/>
                        <a:pt x="4" y="161"/>
                        <a:pt x="4" y="161"/>
                      </a:cubicBezTo>
                      <a:cubicBezTo>
                        <a:pt x="5" y="160"/>
                        <a:pt x="5" y="159"/>
                        <a:pt x="5" y="159"/>
                      </a:cubicBezTo>
                      <a:cubicBezTo>
                        <a:pt x="4" y="159"/>
                        <a:pt x="4" y="158"/>
                        <a:pt x="4" y="158"/>
                      </a:cubicBezTo>
                      <a:cubicBezTo>
                        <a:pt x="3" y="158"/>
                        <a:pt x="3" y="158"/>
                        <a:pt x="3" y="158"/>
                      </a:cubicBezTo>
                      <a:cubicBezTo>
                        <a:pt x="2" y="158"/>
                        <a:pt x="3" y="158"/>
                        <a:pt x="3" y="158"/>
                      </a:cubicBezTo>
                      <a:cubicBezTo>
                        <a:pt x="2" y="157"/>
                        <a:pt x="2" y="158"/>
                        <a:pt x="2" y="158"/>
                      </a:cubicBezTo>
                      <a:cubicBezTo>
                        <a:pt x="2" y="158"/>
                        <a:pt x="2" y="158"/>
                        <a:pt x="2" y="159"/>
                      </a:cubicBezTo>
                      <a:cubicBezTo>
                        <a:pt x="3" y="159"/>
                        <a:pt x="3" y="159"/>
                        <a:pt x="3" y="159"/>
                      </a:cubicBezTo>
                      <a:close/>
                      <a:moveTo>
                        <a:pt x="19" y="162"/>
                      </a:moveTo>
                      <a:cubicBezTo>
                        <a:pt x="19" y="162"/>
                        <a:pt x="19" y="163"/>
                        <a:pt x="19" y="163"/>
                      </a:cubicBezTo>
                      <a:cubicBezTo>
                        <a:pt x="20" y="163"/>
                        <a:pt x="20" y="163"/>
                        <a:pt x="20" y="163"/>
                      </a:cubicBezTo>
                      <a:cubicBezTo>
                        <a:pt x="20" y="163"/>
                        <a:pt x="21" y="162"/>
                        <a:pt x="21" y="163"/>
                      </a:cubicBezTo>
                      <a:cubicBezTo>
                        <a:pt x="21" y="163"/>
                        <a:pt x="21" y="163"/>
                        <a:pt x="21" y="163"/>
                      </a:cubicBezTo>
                      <a:cubicBezTo>
                        <a:pt x="22" y="163"/>
                        <a:pt x="22" y="161"/>
                        <a:pt x="22" y="161"/>
                      </a:cubicBezTo>
                      <a:cubicBezTo>
                        <a:pt x="21" y="160"/>
                        <a:pt x="20" y="161"/>
                        <a:pt x="20" y="161"/>
                      </a:cubicBezTo>
                      <a:cubicBezTo>
                        <a:pt x="20" y="161"/>
                        <a:pt x="20" y="161"/>
                        <a:pt x="20" y="161"/>
                      </a:cubicBezTo>
                      <a:cubicBezTo>
                        <a:pt x="20" y="162"/>
                        <a:pt x="20" y="162"/>
                        <a:pt x="19" y="162"/>
                      </a:cubicBezTo>
                      <a:close/>
                      <a:moveTo>
                        <a:pt x="34" y="90"/>
                      </a:moveTo>
                      <a:cubicBezTo>
                        <a:pt x="34" y="90"/>
                        <a:pt x="34" y="90"/>
                        <a:pt x="35" y="90"/>
                      </a:cubicBezTo>
                      <a:cubicBezTo>
                        <a:pt x="35" y="90"/>
                        <a:pt x="35" y="91"/>
                        <a:pt x="35" y="91"/>
                      </a:cubicBezTo>
                      <a:cubicBezTo>
                        <a:pt x="35" y="91"/>
                        <a:pt x="35" y="90"/>
                        <a:pt x="35" y="90"/>
                      </a:cubicBezTo>
                      <a:cubicBezTo>
                        <a:pt x="36" y="90"/>
                        <a:pt x="35" y="90"/>
                        <a:pt x="35" y="89"/>
                      </a:cubicBezTo>
                      <a:cubicBezTo>
                        <a:pt x="35" y="89"/>
                        <a:pt x="35" y="89"/>
                        <a:pt x="36" y="89"/>
                      </a:cubicBezTo>
                      <a:cubicBezTo>
                        <a:pt x="36" y="89"/>
                        <a:pt x="37" y="90"/>
                        <a:pt x="37" y="89"/>
                      </a:cubicBezTo>
                      <a:cubicBezTo>
                        <a:pt x="36" y="89"/>
                        <a:pt x="36" y="89"/>
                        <a:pt x="36" y="89"/>
                      </a:cubicBezTo>
                      <a:cubicBezTo>
                        <a:pt x="36" y="89"/>
                        <a:pt x="36" y="89"/>
                        <a:pt x="35" y="89"/>
                      </a:cubicBezTo>
                      <a:cubicBezTo>
                        <a:pt x="34" y="89"/>
                        <a:pt x="34" y="89"/>
                        <a:pt x="34" y="90"/>
                      </a:cubicBezTo>
                      <a:cubicBezTo>
                        <a:pt x="34" y="90"/>
                        <a:pt x="34" y="90"/>
                        <a:pt x="34" y="90"/>
                      </a:cubicBezTo>
                      <a:close/>
                      <a:moveTo>
                        <a:pt x="11" y="117"/>
                      </a:moveTo>
                      <a:cubicBezTo>
                        <a:pt x="10" y="117"/>
                        <a:pt x="11" y="118"/>
                        <a:pt x="12" y="118"/>
                      </a:cubicBezTo>
                      <a:cubicBezTo>
                        <a:pt x="12" y="118"/>
                        <a:pt x="13" y="117"/>
                        <a:pt x="12" y="117"/>
                      </a:cubicBezTo>
                      <a:cubicBezTo>
                        <a:pt x="12" y="116"/>
                        <a:pt x="11" y="118"/>
                        <a:pt x="11" y="117"/>
                      </a:cubicBezTo>
                      <a:cubicBezTo>
                        <a:pt x="11" y="116"/>
                        <a:pt x="11" y="116"/>
                        <a:pt x="11" y="117"/>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7" name="Freeform 812">
                  <a:extLst>
                    <a:ext uri="{FF2B5EF4-FFF2-40B4-BE49-F238E27FC236}">
                      <a16:creationId xmlns:a16="http://schemas.microsoft.com/office/drawing/2014/main" id="{445B8075-0CDA-4110-17E0-070AFDA3CDF8}"/>
                    </a:ext>
                  </a:extLst>
                </p:cNvPr>
                <p:cNvSpPr>
                  <a:spLocks noEditPoints="1"/>
                </p:cNvSpPr>
                <p:nvPr/>
              </p:nvSpPr>
              <p:spPr bwMode="auto">
                <a:xfrm>
                  <a:off x="5246688" y="3208338"/>
                  <a:ext cx="403225" cy="396875"/>
                </a:xfrm>
                <a:custGeom>
                  <a:avLst/>
                  <a:gdLst>
                    <a:gd name="T0" fmla="*/ 85 w 97"/>
                    <a:gd name="T1" fmla="*/ 27 h 95"/>
                    <a:gd name="T2" fmla="*/ 83 w 97"/>
                    <a:gd name="T3" fmla="*/ 36 h 95"/>
                    <a:gd name="T4" fmla="*/ 79 w 97"/>
                    <a:gd name="T5" fmla="*/ 37 h 95"/>
                    <a:gd name="T6" fmla="*/ 78 w 97"/>
                    <a:gd name="T7" fmla="*/ 41 h 95"/>
                    <a:gd name="T8" fmla="*/ 73 w 97"/>
                    <a:gd name="T9" fmla="*/ 46 h 95"/>
                    <a:gd name="T10" fmla="*/ 74 w 97"/>
                    <a:gd name="T11" fmla="*/ 48 h 95"/>
                    <a:gd name="T12" fmla="*/ 78 w 97"/>
                    <a:gd name="T13" fmla="*/ 51 h 95"/>
                    <a:gd name="T14" fmla="*/ 80 w 97"/>
                    <a:gd name="T15" fmla="*/ 58 h 95"/>
                    <a:gd name="T16" fmla="*/ 77 w 97"/>
                    <a:gd name="T17" fmla="*/ 61 h 95"/>
                    <a:gd name="T18" fmla="*/ 79 w 97"/>
                    <a:gd name="T19" fmla="*/ 64 h 95"/>
                    <a:gd name="T20" fmla="*/ 79 w 97"/>
                    <a:gd name="T21" fmla="*/ 68 h 95"/>
                    <a:gd name="T22" fmla="*/ 84 w 97"/>
                    <a:gd name="T23" fmla="*/ 70 h 95"/>
                    <a:gd name="T24" fmla="*/ 79 w 97"/>
                    <a:gd name="T25" fmla="*/ 75 h 95"/>
                    <a:gd name="T26" fmla="*/ 76 w 97"/>
                    <a:gd name="T27" fmla="*/ 78 h 95"/>
                    <a:gd name="T28" fmla="*/ 71 w 97"/>
                    <a:gd name="T29" fmla="*/ 79 h 95"/>
                    <a:gd name="T30" fmla="*/ 66 w 97"/>
                    <a:gd name="T31" fmla="*/ 76 h 95"/>
                    <a:gd name="T32" fmla="*/ 63 w 97"/>
                    <a:gd name="T33" fmla="*/ 76 h 95"/>
                    <a:gd name="T34" fmla="*/ 55 w 97"/>
                    <a:gd name="T35" fmla="*/ 77 h 95"/>
                    <a:gd name="T36" fmla="*/ 53 w 97"/>
                    <a:gd name="T37" fmla="*/ 83 h 95"/>
                    <a:gd name="T38" fmla="*/ 50 w 97"/>
                    <a:gd name="T39" fmla="*/ 86 h 95"/>
                    <a:gd name="T40" fmla="*/ 42 w 97"/>
                    <a:gd name="T41" fmla="*/ 85 h 95"/>
                    <a:gd name="T42" fmla="*/ 35 w 97"/>
                    <a:gd name="T43" fmla="*/ 83 h 95"/>
                    <a:gd name="T44" fmla="*/ 27 w 97"/>
                    <a:gd name="T45" fmla="*/ 81 h 95"/>
                    <a:gd name="T46" fmla="*/ 21 w 97"/>
                    <a:gd name="T47" fmla="*/ 77 h 95"/>
                    <a:gd name="T48" fmla="*/ 21 w 97"/>
                    <a:gd name="T49" fmla="*/ 76 h 95"/>
                    <a:gd name="T50" fmla="*/ 24 w 97"/>
                    <a:gd name="T51" fmla="*/ 64 h 95"/>
                    <a:gd name="T52" fmla="*/ 28 w 97"/>
                    <a:gd name="T53" fmla="*/ 61 h 95"/>
                    <a:gd name="T54" fmla="*/ 24 w 97"/>
                    <a:gd name="T55" fmla="*/ 55 h 95"/>
                    <a:gd name="T56" fmla="*/ 25 w 97"/>
                    <a:gd name="T57" fmla="*/ 52 h 95"/>
                    <a:gd name="T58" fmla="*/ 24 w 97"/>
                    <a:gd name="T59" fmla="*/ 48 h 95"/>
                    <a:gd name="T60" fmla="*/ 20 w 97"/>
                    <a:gd name="T61" fmla="*/ 46 h 95"/>
                    <a:gd name="T62" fmla="*/ 17 w 97"/>
                    <a:gd name="T63" fmla="*/ 40 h 95"/>
                    <a:gd name="T64" fmla="*/ 16 w 97"/>
                    <a:gd name="T65" fmla="*/ 39 h 95"/>
                    <a:gd name="T66" fmla="*/ 14 w 97"/>
                    <a:gd name="T67" fmla="*/ 37 h 95"/>
                    <a:gd name="T68" fmla="*/ 9 w 97"/>
                    <a:gd name="T69" fmla="*/ 34 h 95"/>
                    <a:gd name="T70" fmla="*/ 4 w 97"/>
                    <a:gd name="T71" fmla="*/ 33 h 95"/>
                    <a:gd name="T72" fmla="*/ 3 w 97"/>
                    <a:gd name="T73" fmla="*/ 30 h 95"/>
                    <a:gd name="T74" fmla="*/ 3 w 97"/>
                    <a:gd name="T75" fmla="*/ 29 h 95"/>
                    <a:gd name="T76" fmla="*/ 0 w 97"/>
                    <a:gd name="T77" fmla="*/ 26 h 95"/>
                    <a:gd name="T78" fmla="*/ 5 w 97"/>
                    <a:gd name="T79" fmla="*/ 25 h 95"/>
                    <a:gd name="T80" fmla="*/ 11 w 97"/>
                    <a:gd name="T81" fmla="*/ 23 h 95"/>
                    <a:gd name="T82" fmla="*/ 16 w 97"/>
                    <a:gd name="T83" fmla="*/ 25 h 95"/>
                    <a:gd name="T84" fmla="*/ 20 w 97"/>
                    <a:gd name="T85" fmla="*/ 25 h 95"/>
                    <a:gd name="T86" fmla="*/ 22 w 97"/>
                    <a:gd name="T87" fmla="*/ 22 h 95"/>
                    <a:gd name="T88" fmla="*/ 20 w 97"/>
                    <a:gd name="T89" fmla="*/ 17 h 95"/>
                    <a:gd name="T90" fmla="*/ 22 w 97"/>
                    <a:gd name="T91" fmla="*/ 14 h 95"/>
                    <a:gd name="T92" fmla="*/ 25 w 97"/>
                    <a:gd name="T93" fmla="*/ 17 h 95"/>
                    <a:gd name="T94" fmla="*/ 34 w 97"/>
                    <a:gd name="T95" fmla="*/ 17 h 95"/>
                    <a:gd name="T96" fmla="*/ 33 w 97"/>
                    <a:gd name="T97" fmla="*/ 15 h 95"/>
                    <a:gd name="T98" fmla="*/ 44 w 97"/>
                    <a:gd name="T99" fmla="*/ 9 h 95"/>
                    <a:gd name="T100" fmla="*/ 43 w 97"/>
                    <a:gd name="T101" fmla="*/ 4 h 95"/>
                    <a:gd name="T102" fmla="*/ 50 w 97"/>
                    <a:gd name="T103" fmla="*/ 2 h 95"/>
                    <a:gd name="T104" fmla="*/ 56 w 97"/>
                    <a:gd name="T105" fmla="*/ 6 h 95"/>
                    <a:gd name="T106" fmla="*/ 60 w 97"/>
                    <a:gd name="T107" fmla="*/ 11 h 95"/>
                    <a:gd name="T108" fmla="*/ 65 w 97"/>
                    <a:gd name="T109" fmla="*/ 12 h 95"/>
                    <a:gd name="T110" fmla="*/ 68 w 97"/>
                    <a:gd name="T111" fmla="*/ 15 h 95"/>
                    <a:gd name="T112" fmla="*/ 74 w 97"/>
                    <a:gd name="T113" fmla="*/ 17 h 95"/>
                    <a:gd name="T114" fmla="*/ 83 w 97"/>
                    <a:gd name="T115" fmla="*/ 21 h 95"/>
                    <a:gd name="T116" fmla="*/ 97 w 97"/>
                    <a:gd name="T117" fmla="*/ 86 h 95"/>
                    <a:gd name="T118" fmla="*/ 95 w 97"/>
                    <a:gd name="T119" fmla="*/ 83 h 95"/>
                    <a:gd name="T120" fmla="*/ 90 w 97"/>
                    <a:gd name="T121" fmla="*/ 86 h 95"/>
                    <a:gd name="T122" fmla="*/ 91 w 97"/>
                    <a:gd name="T123" fmla="*/ 91 h 95"/>
                    <a:gd name="T124" fmla="*/ 94 w 97"/>
                    <a:gd name="T125" fmla="*/ 9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95">
                      <a:moveTo>
                        <a:pt x="88" y="22"/>
                      </a:moveTo>
                      <a:cubicBezTo>
                        <a:pt x="87" y="22"/>
                        <a:pt x="87" y="23"/>
                        <a:pt x="87" y="23"/>
                      </a:cubicBezTo>
                      <a:cubicBezTo>
                        <a:pt x="87" y="24"/>
                        <a:pt x="86" y="24"/>
                        <a:pt x="86" y="24"/>
                      </a:cubicBezTo>
                      <a:cubicBezTo>
                        <a:pt x="86" y="25"/>
                        <a:pt x="85" y="25"/>
                        <a:pt x="85" y="25"/>
                      </a:cubicBezTo>
                      <a:cubicBezTo>
                        <a:pt x="85" y="26"/>
                        <a:pt x="85" y="26"/>
                        <a:pt x="85" y="26"/>
                      </a:cubicBezTo>
                      <a:cubicBezTo>
                        <a:pt x="85" y="27"/>
                        <a:pt x="85" y="27"/>
                        <a:pt x="85" y="27"/>
                      </a:cubicBezTo>
                      <a:cubicBezTo>
                        <a:pt x="84" y="28"/>
                        <a:pt x="84" y="28"/>
                        <a:pt x="84" y="28"/>
                      </a:cubicBezTo>
                      <a:cubicBezTo>
                        <a:pt x="84" y="29"/>
                        <a:pt x="83" y="30"/>
                        <a:pt x="83" y="31"/>
                      </a:cubicBezTo>
                      <a:cubicBezTo>
                        <a:pt x="84" y="32"/>
                        <a:pt x="83" y="33"/>
                        <a:pt x="83" y="34"/>
                      </a:cubicBezTo>
                      <a:cubicBezTo>
                        <a:pt x="83" y="34"/>
                        <a:pt x="83" y="35"/>
                        <a:pt x="83" y="35"/>
                      </a:cubicBezTo>
                      <a:cubicBezTo>
                        <a:pt x="83" y="35"/>
                        <a:pt x="84" y="36"/>
                        <a:pt x="84" y="36"/>
                      </a:cubicBezTo>
                      <a:cubicBezTo>
                        <a:pt x="83" y="36"/>
                        <a:pt x="83" y="36"/>
                        <a:pt x="83" y="36"/>
                      </a:cubicBezTo>
                      <a:cubicBezTo>
                        <a:pt x="83" y="36"/>
                        <a:pt x="83" y="37"/>
                        <a:pt x="83" y="37"/>
                      </a:cubicBezTo>
                      <a:cubicBezTo>
                        <a:pt x="82" y="37"/>
                        <a:pt x="82" y="37"/>
                        <a:pt x="82" y="37"/>
                      </a:cubicBezTo>
                      <a:cubicBezTo>
                        <a:pt x="82" y="37"/>
                        <a:pt x="82" y="37"/>
                        <a:pt x="82" y="37"/>
                      </a:cubicBezTo>
                      <a:cubicBezTo>
                        <a:pt x="81" y="37"/>
                        <a:pt x="81" y="37"/>
                        <a:pt x="81" y="37"/>
                      </a:cubicBezTo>
                      <a:cubicBezTo>
                        <a:pt x="80" y="37"/>
                        <a:pt x="80" y="37"/>
                        <a:pt x="80" y="37"/>
                      </a:cubicBezTo>
                      <a:cubicBezTo>
                        <a:pt x="79" y="37"/>
                        <a:pt x="79" y="37"/>
                        <a:pt x="79" y="37"/>
                      </a:cubicBezTo>
                      <a:cubicBezTo>
                        <a:pt x="79" y="38"/>
                        <a:pt x="78" y="38"/>
                        <a:pt x="79" y="38"/>
                      </a:cubicBezTo>
                      <a:cubicBezTo>
                        <a:pt x="79" y="38"/>
                        <a:pt x="79" y="38"/>
                        <a:pt x="79" y="38"/>
                      </a:cubicBezTo>
                      <a:cubicBezTo>
                        <a:pt x="80" y="39"/>
                        <a:pt x="79" y="39"/>
                        <a:pt x="79" y="39"/>
                      </a:cubicBezTo>
                      <a:cubicBezTo>
                        <a:pt x="79" y="39"/>
                        <a:pt x="79" y="39"/>
                        <a:pt x="79" y="39"/>
                      </a:cubicBezTo>
                      <a:cubicBezTo>
                        <a:pt x="79" y="40"/>
                        <a:pt x="78" y="40"/>
                        <a:pt x="78" y="40"/>
                      </a:cubicBezTo>
                      <a:cubicBezTo>
                        <a:pt x="78" y="40"/>
                        <a:pt x="78" y="41"/>
                        <a:pt x="78" y="41"/>
                      </a:cubicBezTo>
                      <a:cubicBezTo>
                        <a:pt x="77" y="41"/>
                        <a:pt x="77" y="41"/>
                        <a:pt x="77" y="42"/>
                      </a:cubicBezTo>
                      <a:cubicBezTo>
                        <a:pt x="77" y="42"/>
                        <a:pt x="76" y="42"/>
                        <a:pt x="75" y="42"/>
                      </a:cubicBezTo>
                      <a:cubicBezTo>
                        <a:pt x="75" y="42"/>
                        <a:pt x="76" y="43"/>
                        <a:pt x="76" y="43"/>
                      </a:cubicBezTo>
                      <a:cubicBezTo>
                        <a:pt x="76" y="43"/>
                        <a:pt x="76" y="44"/>
                        <a:pt x="76" y="44"/>
                      </a:cubicBezTo>
                      <a:cubicBezTo>
                        <a:pt x="75" y="45"/>
                        <a:pt x="74" y="45"/>
                        <a:pt x="74" y="45"/>
                      </a:cubicBezTo>
                      <a:cubicBezTo>
                        <a:pt x="74" y="46"/>
                        <a:pt x="74" y="46"/>
                        <a:pt x="73" y="46"/>
                      </a:cubicBezTo>
                      <a:cubicBezTo>
                        <a:pt x="73" y="46"/>
                        <a:pt x="73" y="47"/>
                        <a:pt x="73" y="47"/>
                      </a:cubicBezTo>
                      <a:cubicBezTo>
                        <a:pt x="73" y="48"/>
                        <a:pt x="73" y="48"/>
                        <a:pt x="74" y="48"/>
                      </a:cubicBezTo>
                      <a:cubicBezTo>
                        <a:pt x="74" y="48"/>
                        <a:pt x="74" y="48"/>
                        <a:pt x="73" y="49"/>
                      </a:cubicBezTo>
                      <a:cubicBezTo>
                        <a:pt x="73" y="49"/>
                        <a:pt x="73" y="49"/>
                        <a:pt x="72" y="50"/>
                      </a:cubicBezTo>
                      <a:cubicBezTo>
                        <a:pt x="72" y="51"/>
                        <a:pt x="75" y="50"/>
                        <a:pt x="75" y="49"/>
                      </a:cubicBezTo>
                      <a:cubicBezTo>
                        <a:pt x="75" y="49"/>
                        <a:pt x="74" y="49"/>
                        <a:pt x="74" y="48"/>
                      </a:cubicBezTo>
                      <a:cubicBezTo>
                        <a:pt x="74" y="48"/>
                        <a:pt x="74" y="48"/>
                        <a:pt x="75" y="48"/>
                      </a:cubicBezTo>
                      <a:cubicBezTo>
                        <a:pt x="75" y="48"/>
                        <a:pt x="76" y="47"/>
                        <a:pt x="76" y="47"/>
                      </a:cubicBezTo>
                      <a:cubicBezTo>
                        <a:pt x="76" y="47"/>
                        <a:pt x="77" y="47"/>
                        <a:pt x="78" y="47"/>
                      </a:cubicBezTo>
                      <a:cubicBezTo>
                        <a:pt x="78" y="48"/>
                        <a:pt x="78" y="48"/>
                        <a:pt x="78" y="49"/>
                      </a:cubicBezTo>
                      <a:cubicBezTo>
                        <a:pt x="79" y="49"/>
                        <a:pt x="78" y="50"/>
                        <a:pt x="78" y="50"/>
                      </a:cubicBezTo>
                      <a:cubicBezTo>
                        <a:pt x="78" y="51"/>
                        <a:pt x="79" y="50"/>
                        <a:pt x="78" y="51"/>
                      </a:cubicBezTo>
                      <a:cubicBezTo>
                        <a:pt x="79" y="51"/>
                        <a:pt x="80" y="51"/>
                        <a:pt x="79" y="52"/>
                      </a:cubicBezTo>
                      <a:cubicBezTo>
                        <a:pt x="79" y="53"/>
                        <a:pt x="78" y="53"/>
                        <a:pt x="78" y="54"/>
                      </a:cubicBezTo>
                      <a:cubicBezTo>
                        <a:pt x="78" y="55"/>
                        <a:pt x="79" y="54"/>
                        <a:pt x="79" y="55"/>
                      </a:cubicBezTo>
                      <a:cubicBezTo>
                        <a:pt x="79" y="55"/>
                        <a:pt x="79" y="56"/>
                        <a:pt x="79" y="56"/>
                      </a:cubicBezTo>
                      <a:cubicBezTo>
                        <a:pt x="80" y="56"/>
                        <a:pt x="80" y="57"/>
                        <a:pt x="80" y="57"/>
                      </a:cubicBezTo>
                      <a:cubicBezTo>
                        <a:pt x="80" y="57"/>
                        <a:pt x="80" y="57"/>
                        <a:pt x="80" y="58"/>
                      </a:cubicBezTo>
                      <a:cubicBezTo>
                        <a:pt x="80" y="58"/>
                        <a:pt x="80" y="58"/>
                        <a:pt x="80" y="59"/>
                      </a:cubicBezTo>
                      <a:cubicBezTo>
                        <a:pt x="80" y="59"/>
                        <a:pt x="80" y="59"/>
                        <a:pt x="80" y="59"/>
                      </a:cubicBezTo>
                      <a:cubicBezTo>
                        <a:pt x="79" y="59"/>
                        <a:pt x="79" y="59"/>
                        <a:pt x="79" y="60"/>
                      </a:cubicBezTo>
                      <a:cubicBezTo>
                        <a:pt x="78" y="60"/>
                        <a:pt x="79" y="60"/>
                        <a:pt x="78" y="60"/>
                      </a:cubicBezTo>
                      <a:cubicBezTo>
                        <a:pt x="78" y="60"/>
                        <a:pt x="78" y="60"/>
                        <a:pt x="78" y="60"/>
                      </a:cubicBezTo>
                      <a:cubicBezTo>
                        <a:pt x="77" y="60"/>
                        <a:pt x="77" y="60"/>
                        <a:pt x="77" y="61"/>
                      </a:cubicBezTo>
                      <a:cubicBezTo>
                        <a:pt x="77" y="61"/>
                        <a:pt x="77" y="61"/>
                        <a:pt x="78" y="61"/>
                      </a:cubicBezTo>
                      <a:cubicBezTo>
                        <a:pt x="78" y="61"/>
                        <a:pt x="78" y="61"/>
                        <a:pt x="78" y="62"/>
                      </a:cubicBezTo>
                      <a:cubicBezTo>
                        <a:pt x="78" y="62"/>
                        <a:pt x="78" y="62"/>
                        <a:pt x="78" y="62"/>
                      </a:cubicBezTo>
                      <a:cubicBezTo>
                        <a:pt x="79" y="62"/>
                        <a:pt x="79" y="62"/>
                        <a:pt x="79" y="63"/>
                      </a:cubicBezTo>
                      <a:cubicBezTo>
                        <a:pt x="79" y="63"/>
                        <a:pt x="80" y="64"/>
                        <a:pt x="80" y="64"/>
                      </a:cubicBezTo>
                      <a:cubicBezTo>
                        <a:pt x="80" y="64"/>
                        <a:pt x="80" y="64"/>
                        <a:pt x="79" y="64"/>
                      </a:cubicBezTo>
                      <a:cubicBezTo>
                        <a:pt x="79" y="64"/>
                        <a:pt x="79" y="65"/>
                        <a:pt x="79" y="65"/>
                      </a:cubicBezTo>
                      <a:cubicBezTo>
                        <a:pt x="79" y="65"/>
                        <a:pt x="78" y="66"/>
                        <a:pt x="78" y="66"/>
                      </a:cubicBezTo>
                      <a:cubicBezTo>
                        <a:pt x="78" y="66"/>
                        <a:pt x="79" y="66"/>
                        <a:pt x="79" y="66"/>
                      </a:cubicBezTo>
                      <a:cubicBezTo>
                        <a:pt x="79" y="66"/>
                        <a:pt x="79" y="66"/>
                        <a:pt x="79" y="67"/>
                      </a:cubicBezTo>
                      <a:cubicBezTo>
                        <a:pt x="79" y="67"/>
                        <a:pt x="79" y="67"/>
                        <a:pt x="79" y="67"/>
                      </a:cubicBezTo>
                      <a:cubicBezTo>
                        <a:pt x="79" y="68"/>
                        <a:pt x="79" y="68"/>
                        <a:pt x="79" y="68"/>
                      </a:cubicBezTo>
                      <a:cubicBezTo>
                        <a:pt x="80" y="68"/>
                        <a:pt x="80" y="68"/>
                        <a:pt x="80" y="68"/>
                      </a:cubicBezTo>
                      <a:cubicBezTo>
                        <a:pt x="81" y="68"/>
                        <a:pt x="81" y="69"/>
                        <a:pt x="82" y="69"/>
                      </a:cubicBezTo>
                      <a:cubicBezTo>
                        <a:pt x="82" y="70"/>
                        <a:pt x="83" y="69"/>
                        <a:pt x="83" y="69"/>
                      </a:cubicBezTo>
                      <a:cubicBezTo>
                        <a:pt x="83" y="69"/>
                        <a:pt x="84" y="69"/>
                        <a:pt x="84" y="69"/>
                      </a:cubicBezTo>
                      <a:cubicBezTo>
                        <a:pt x="84" y="69"/>
                        <a:pt x="84" y="69"/>
                        <a:pt x="84" y="69"/>
                      </a:cubicBezTo>
                      <a:cubicBezTo>
                        <a:pt x="84" y="70"/>
                        <a:pt x="84" y="70"/>
                        <a:pt x="84" y="70"/>
                      </a:cubicBezTo>
                      <a:cubicBezTo>
                        <a:pt x="84" y="71"/>
                        <a:pt x="83" y="71"/>
                        <a:pt x="83" y="71"/>
                      </a:cubicBezTo>
                      <a:cubicBezTo>
                        <a:pt x="83" y="72"/>
                        <a:pt x="83" y="72"/>
                        <a:pt x="83" y="72"/>
                      </a:cubicBezTo>
                      <a:cubicBezTo>
                        <a:pt x="82" y="73"/>
                        <a:pt x="82" y="73"/>
                        <a:pt x="81" y="73"/>
                      </a:cubicBezTo>
                      <a:cubicBezTo>
                        <a:pt x="81" y="73"/>
                        <a:pt x="80" y="74"/>
                        <a:pt x="80" y="74"/>
                      </a:cubicBezTo>
                      <a:cubicBezTo>
                        <a:pt x="80" y="74"/>
                        <a:pt x="80" y="75"/>
                        <a:pt x="80" y="75"/>
                      </a:cubicBezTo>
                      <a:cubicBezTo>
                        <a:pt x="80" y="75"/>
                        <a:pt x="79" y="75"/>
                        <a:pt x="79" y="75"/>
                      </a:cubicBezTo>
                      <a:cubicBezTo>
                        <a:pt x="79" y="75"/>
                        <a:pt x="79" y="76"/>
                        <a:pt x="79" y="76"/>
                      </a:cubicBezTo>
                      <a:cubicBezTo>
                        <a:pt x="78" y="76"/>
                        <a:pt x="78" y="76"/>
                        <a:pt x="78" y="76"/>
                      </a:cubicBezTo>
                      <a:cubicBezTo>
                        <a:pt x="77" y="76"/>
                        <a:pt x="77" y="76"/>
                        <a:pt x="77" y="77"/>
                      </a:cubicBezTo>
                      <a:cubicBezTo>
                        <a:pt x="77" y="77"/>
                        <a:pt x="77" y="77"/>
                        <a:pt x="77" y="77"/>
                      </a:cubicBezTo>
                      <a:cubicBezTo>
                        <a:pt x="77" y="77"/>
                        <a:pt x="77" y="77"/>
                        <a:pt x="77" y="78"/>
                      </a:cubicBezTo>
                      <a:cubicBezTo>
                        <a:pt x="77" y="78"/>
                        <a:pt x="76" y="78"/>
                        <a:pt x="76" y="78"/>
                      </a:cubicBezTo>
                      <a:cubicBezTo>
                        <a:pt x="76" y="78"/>
                        <a:pt x="75" y="78"/>
                        <a:pt x="75" y="79"/>
                      </a:cubicBezTo>
                      <a:cubicBezTo>
                        <a:pt x="75" y="79"/>
                        <a:pt x="75" y="79"/>
                        <a:pt x="74" y="79"/>
                      </a:cubicBezTo>
                      <a:cubicBezTo>
                        <a:pt x="74" y="79"/>
                        <a:pt x="74" y="78"/>
                        <a:pt x="74" y="79"/>
                      </a:cubicBezTo>
                      <a:cubicBezTo>
                        <a:pt x="74" y="79"/>
                        <a:pt x="75" y="80"/>
                        <a:pt x="74" y="80"/>
                      </a:cubicBezTo>
                      <a:cubicBezTo>
                        <a:pt x="74" y="80"/>
                        <a:pt x="73" y="79"/>
                        <a:pt x="73" y="79"/>
                      </a:cubicBezTo>
                      <a:cubicBezTo>
                        <a:pt x="72" y="79"/>
                        <a:pt x="72" y="80"/>
                        <a:pt x="71" y="79"/>
                      </a:cubicBezTo>
                      <a:cubicBezTo>
                        <a:pt x="71" y="79"/>
                        <a:pt x="71" y="79"/>
                        <a:pt x="71" y="79"/>
                      </a:cubicBezTo>
                      <a:cubicBezTo>
                        <a:pt x="71" y="78"/>
                        <a:pt x="71" y="78"/>
                        <a:pt x="70" y="78"/>
                      </a:cubicBezTo>
                      <a:cubicBezTo>
                        <a:pt x="70" y="78"/>
                        <a:pt x="69" y="78"/>
                        <a:pt x="68" y="78"/>
                      </a:cubicBezTo>
                      <a:cubicBezTo>
                        <a:pt x="68" y="77"/>
                        <a:pt x="68" y="76"/>
                        <a:pt x="68" y="76"/>
                      </a:cubicBezTo>
                      <a:cubicBezTo>
                        <a:pt x="68" y="76"/>
                        <a:pt x="67" y="77"/>
                        <a:pt x="67" y="77"/>
                      </a:cubicBezTo>
                      <a:cubicBezTo>
                        <a:pt x="67" y="77"/>
                        <a:pt x="66" y="76"/>
                        <a:pt x="66" y="76"/>
                      </a:cubicBezTo>
                      <a:cubicBezTo>
                        <a:pt x="67" y="76"/>
                        <a:pt x="67" y="76"/>
                        <a:pt x="67" y="75"/>
                      </a:cubicBezTo>
                      <a:cubicBezTo>
                        <a:pt x="67" y="75"/>
                        <a:pt x="66" y="74"/>
                        <a:pt x="66" y="75"/>
                      </a:cubicBezTo>
                      <a:cubicBezTo>
                        <a:pt x="66" y="75"/>
                        <a:pt x="66" y="75"/>
                        <a:pt x="66" y="76"/>
                      </a:cubicBezTo>
                      <a:cubicBezTo>
                        <a:pt x="66" y="76"/>
                        <a:pt x="66" y="76"/>
                        <a:pt x="65" y="76"/>
                      </a:cubicBezTo>
                      <a:cubicBezTo>
                        <a:pt x="65" y="76"/>
                        <a:pt x="65" y="77"/>
                        <a:pt x="64" y="76"/>
                      </a:cubicBezTo>
                      <a:cubicBezTo>
                        <a:pt x="63" y="77"/>
                        <a:pt x="63" y="76"/>
                        <a:pt x="63" y="76"/>
                      </a:cubicBezTo>
                      <a:cubicBezTo>
                        <a:pt x="63" y="75"/>
                        <a:pt x="63" y="75"/>
                        <a:pt x="62" y="75"/>
                      </a:cubicBezTo>
                      <a:cubicBezTo>
                        <a:pt x="62" y="75"/>
                        <a:pt x="61" y="75"/>
                        <a:pt x="60" y="75"/>
                      </a:cubicBezTo>
                      <a:cubicBezTo>
                        <a:pt x="60" y="75"/>
                        <a:pt x="60" y="75"/>
                        <a:pt x="60" y="75"/>
                      </a:cubicBezTo>
                      <a:cubicBezTo>
                        <a:pt x="59" y="74"/>
                        <a:pt x="58" y="75"/>
                        <a:pt x="57" y="76"/>
                      </a:cubicBezTo>
                      <a:cubicBezTo>
                        <a:pt x="57" y="76"/>
                        <a:pt x="57" y="76"/>
                        <a:pt x="56" y="77"/>
                      </a:cubicBezTo>
                      <a:cubicBezTo>
                        <a:pt x="56" y="77"/>
                        <a:pt x="56" y="77"/>
                        <a:pt x="55" y="77"/>
                      </a:cubicBezTo>
                      <a:cubicBezTo>
                        <a:pt x="54" y="77"/>
                        <a:pt x="54" y="78"/>
                        <a:pt x="54" y="79"/>
                      </a:cubicBezTo>
                      <a:cubicBezTo>
                        <a:pt x="53" y="79"/>
                        <a:pt x="53" y="80"/>
                        <a:pt x="53" y="80"/>
                      </a:cubicBezTo>
                      <a:cubicBezTo>
                        <a:pt x="53" y="80"/>
                        <a:pt x="53" y="81"/>
                        <a:pt x="53" y="81"/>
                      </a:cubicBezTo>
                      <a:cubicBezTo>
                        <a:pt x="53" y="81"/>
                        <a:pt x="53" y="81"/>
                        <a:pt x="53" y="81"/>
                      </a:cubicBezTo>
                      <a:cubicBezTo>
                        <a:pt x="53" y="82"/>
                        <a:pt x="53" y="81"/>
                        <a:pt x="53" y="82"/>
                      </a:cubicBezTo>
                      <a:cubicBezTo>
                        <a:pt x="53" y="82"/>
                        <a:pt x="53" y="82"/>
                        <a:pt x="53" y="83"/>
                      </a:cubicBezTo>
                      <a:cubicBezTo>
                        <a:pt x="53" y="83"/>
                        <a:pt x="53" y="83"/>
                        <a:pt x="53" y="84"/>
                      </a:cubicBezTo>
                      <a:cubicBezTo>
                        <a:pt x="53" y="84"/>
                        <a:pt x="54" y="84"/>
                        <a:pt x="54" y="85"/>
                      </a:cubicBezTo>
                      <a:cubicBezTo>
                        <a:pt x="53" y="85"/>
                        <a:pt x="53" y="85"/>
                        <a:pt x="52" y="85"/>
                      </a:cubicBezTo>
                      <a:cubicBezTo>
                        <a:pt x="52" y="85"/>
                        <a:pt x="52" y="85"/>
                        <a:pt x="51" y="85"/>
                      </a:cubicBezTo>
                      <a:cubicBezTo>
                        <a:pt x="51" y="85"/>
                        <a:pt x="51" y="85"/>
                        <a:pt x="50" y="86"/>
                      </a:cubicBezTo>
                      <a:cubicBezTo>
                        <a:pt x="50" y="86"/>
                        <a:pt x="50" y="86"/>
                        <a:pt x="50" y="86"/>
                      </a:cubicBezTo>
                      <a:cubicBezTo>
                        <a:pt x="50" y="86"/>
                        <a:pt x="49" y="86"/>
                        <a:pt x="49" y="86"/>
                      </a:cubicBezTo>
                      <a:cubicBezTo>
                        <a:pt x="48" y="85"/>
                        <a:pt x="48" y="85"/>
                        <a:pt x="47" y="85"/>
                      </a:cubicBezTo>
                      <a:cubicBezTo>
                        <a:pt x="47" y="85"/>
                        <a:pt x="46" y="86"/>
                        <a:pt x="46" y="86"/>
                      </a:cubicBezTo>
                      <a:cubicBezTo>
                        <a:pt x="45" y="86"/>
                        <a:pt x="46" y="85"/>
                        <a:pt x="45" y="85"/>
                      </a:cubicBezTo>
                      <a:cubicBezTo>
                        <a:pt x="45" y="85"/>
                        <a:pt x="44" y="85"/>
                        <a:pt x="44" y="84"/>
                      </a:cubicBezTo>
                      <a:cubicBezTo>
                        <a:pt x="44" y="85"/>
                        <a:pt x="43" y="85"/>
                        <a:pt x="42" y="85"/>
                      </a:cubicBezTo>
                      <a:cubicBezTo>
                        <a:pt x="41" y="85"/>
                        <a:pt x="42" y="84"/>
                        <a:pt x="42" y="83"/>
                      </a:cubicBezTo>
                      <a:cubicBezTo>
                        <a:pt x="42" y="83"/>
                        <a:pt x="42" y="83"/>
                        <a:pt x="42" y="83"/>
                      </a:cubicBezTo>
                      <a:cubicBezTo>
                        <a:pt x="41" y="83"/>
                        <a:pt x="40" y="82"/>
                        <a:pt x="40" y="82"/>
                      </a:cubicBezTo>
                      <a:cubicBezTo>
                        <a:pt x="39" y="82"/>
                        <a:pt x="39" y="82"/>
                        <a:pt x="38" y="82"/>
                      </a:cubicBezTo>
                      <a:cubicBezTo>
                        <a:pt x="38" y="81"/>
                        <a:pt x="37" y="81"/>
                        <a:pt x="37" y="82"/>
                      </a:cubicBezTo>
                      <a:cubicBezTo>
                        <a:pt x="36" y="83"/>
                        <a:pt x="36" y="83"/>
                        <a:pt x="35" y="83"/>
                      </a:cubicBezTo>
                      <a:cubicBezTo>
                        <a:pt x="35" y="82"/>
                        <a:pt x="34" y="83"/>
                        <a:pt x="34" y="83"/>
                      </a:cubicBezTo>
                      <a:cubicBezTo>
                        <a:pt x="34" y="83"/>
                        <a:pt x="33" y="82"/>
                        <a:pt x="33" y="82"/>
                      </a:cubicBezTo>
                      <a:cubicBezTo>
                        <a:pt x="32" y="83"/>
                        <a:pt x="32" y="83"/>
                        <a:pt x="31" y="82"/>
                      </a:cubicBezTo>
                      <a:cubicBezTo>
                        <a:pt x="31" y="82"/>
                        <a:pt x="31" y="81"/>
                        <a:pt x="30" y="81"/>
                      </a:cubicBezTo>
                      <a:cubicBezTo>
                        <a:pt x="30" y="81"/>
                        <a:pt x="30" y="82"/>
                        <a:pt x="29" y="82"/>
                      </a:cubicBezTo>
                      <a:cubicBezTo>
                        <a:pt x="28" y="82"/>
                        <a:pt x="28" y="81"/>
                        <a:pt x="27" y="81"/>
                      </a:cubicBezTo>
                      <a:cubicBezTo>
                        <a:pt x="27" y="80"/>
                        <a:pt x="26" y="80"/>
                        <a:pt x="25" y="80"/>
                      </a:cubicBezTo>
                      <a:cubicBezTo>
                        <a:pt x="24" y="80"/>
                        <a:pt x="24" y="79"/>
                        <a:pt x="23" y="79"/>
                      </a:cubicBezTo>
                      <a:cubicBezTo>
                        <a:pt x="23" y="79"/>
                        <a:pt x="23" y="80"/>
                        <a:pt x="22" y="79"/>
                      </a:cubicBezTo>
                      <a:cubicBezTo>
                        <a:pt x="22" y="79"/>
                        <a:pt x="23" y="79"/>
                        <a:pt x="23" y="78"/>
                      </a:cubicBezTo>
                      <a:cubicBezTo>
                        <a:pt x="23" y="78"/>
                        <a:pt x="23" y="77"/>
                        <a:pt x="22" y="77"/>
                      </a:cubicBezTo>
                      <a:cubicBezTo>
                        <a:pt x="22" y="77"/>
                        <a:pt x="22" y="78"/>
                        <a:pt x="21" y="77"/>
                      </a:cubicBezTo>
                      <a:cubicBezTo>
                        <a:pt x="21" y="77"/>
                        <a:pt x="20" y="77"/>
                        <a:pt x="20" y="77"/>
                      </a:cubicBezTo>
                      <a:cubicBezTo>
                        <a:pt x="20" y="76"/>
                        <a:pt x="20" y="76"/>
                        <a:pt x="20" y="76"/>
                      </a:cubicBezTo>
                      <a:cubicBezTo>
                        <a:pt x="20" y="76"/>
                        <a:pt x="20" y="76"/>
                        <a:pt x="20" y="76"/>
                      </a:cubicBezTo>
                      <a:cubicBezTo>
                        <a:pt x="20" y="76"/>
                        <a:pt x="20" y="76"/>
                        <a:pt x="20" y="76"/>
                      </a:cubicBezTo>
                      <a:cubicBezTo>
                        <a:pt x="20" y="76"/>
                        <a:pt x="21" y="76"/>
                        <a:pt x="21" y="76"/>
                      </a:cubicBezTo>
                      <a:cubicBezTo>
                        <a:pt x="21" y="76"/>
                        <a:pt x="21" y="76"/>
                        <a:pt x="21" y="76"/>
                      </a:cubicBezTo>
                      <a:cubicBezTo>
                        <a:pt x="22" y="75"/>
                        <a:pt x="22" y="75"/>
                        <a:pt x="22" y="74"/>
                      </a:cubicBezTo>
                      <a:cubicBezTo>
                        <a:pt x="23" y="72"/>
                        <a:pt x="23" y="71"/>
                        <a:pt x="23" y="69"/>
                      </a:cubicBezTo>
                      <a:cubicBezTo>
                        <a:pt x="24" y="68"/>
                        <a:pt x="24" y="68"/>
                        <a:pt x="24" y="67"/>
                      </a:cubicBezTo>
                      <a:cubicBezTo>
                        <a:pt x="24" y="66"/>
                        <a:pt x="24" y="65"/>
                        <a:pt x="24" y="65"/>
                      </a:cubicBezTo>
                      <a:cubicBezTo>
                        <a:pt x="25" y="64"/>
                        <a:pt x="25" y="65"/>
                        <a:pt x="25" y="64"/>
                      </a:cubicBezTo>
                      <a:cubicBezTo>
                        <a:pt x="25" y="63"/>
                        <a:pt x="24" y="63"/>
                        <a:pt x="24" y="64"/>
                      </a:cubicBezTo>
                      <a:cubicBezTo>
                        <a:pt x="24" y="64"/>
                        <a:pt x="24" y="62"/>
                        <a:pt x="24" y="62"/>
                      </a:cubicBezTo>
                      <a:cubicBezTo>
                        <a:pt x="24" y="61"/>
                        <a:pt x="24" y="60"/>
                        <a:pt x="24" y="60"/>
                      </a:cubicBezTo>
                      <a:cubicBezTo>
                        <a:pt x="24" y="59"/>
                        <a:pt x="24" y="58"/>
                        <a:pt x="24" y="57"/>
                      </a:cubicBezTo>
                      <a:cubicBezTo>
                        <a:pt x="24" y="57"/>
                        <a:pt x="24" y="56"/>
                        <a:pt x="25" y="56"/>
                      </a:cubicBezTo>
                      <a:cubicBezTo>
                        <a:pt x="26" y="56"/>
                        <a:pt x="27" y="58"/>
                        <a:pt x="27" y="59"/>
                      </a:cubicBezTo>
                      <a:cubicBezTo>
                        <a:pt x="27" y="59"/>
                        <a:pt x="28" y="60"/>
                        <a:pt x="28" y="61"/>
                      </a:cubicBezTo>
                      <a:cubicBezTo>
                        <a:pt x="28" y="61"/>
                        <a:pt x="28" y="61"/>
                        <a:pt x="29" y="61"/>
                      </a:cubicBezTo>
                      <a:cubicBezTo>
                        <a:pt x="29" y="62"/>
                        <a:pt x="29" y="62"/>
                        <a:pt x="29" y="62"/>
                      </a:cubicBezTo>
                      <a:cubicBezTo>
                        <a:pt x="29" y="62"/>
                        <a:pt x="29" y="61"/>
                        <a:pt x="28" y="60"/>
                      </a:cubicBezTo>
                      <a:cubicBezTo>
                        <a:pt x="28" y="60"/>
                        <a:pt x="28" y="59"/>
                        <a:pt x="28" y="58"/>
                      </a:cubicBezTo>
                      <a:cubicBezTo>
                        <a:pt x="27" y="57"/>
                        <a:pt x="27" y="57"/>
                        <a:pt x="26" y="56"/>
                      </a:cubicBezTo>
                      <a:cubicBezTo>
                        <a:pt x="26" y="55"/>
                        <a:pt x="25" y="55"/>
                        <a:pt x="24" y="55"/>
                      </a:cubicBezTo>
                      <a:cubicBezTo>
                        <a:pt x="24" y="54"/>
                        <a:pt x="24" y="53"/>
                        <a:pt x="24" y="52"/>
                      </a:cubicBezTo>
                      <a:cubicBezTo>
                        <a:pt x="24" y="52"/>
                        <a:pt x="22" y="51"/>
                        <a:pt x="23" y="51"/>
                      </a:cubicBezTo>
                      <a:cubicBezTo>
                        <a:pt x="23" y="51"/>
                        <a:pt x="24" y="52"/>
                        <a:pt x="24" y="52"/>
                      </a:cubicBezTo>
                      <a:cubicBezTo>
                        <a:pt x="24" y="53"/>
                        <a:pt x="25" y="54"/>
                        <a:pt x="26" y="54"/>
                      </a:cubicBezTo>
                      <a:cubicBezTo>
                        <a:pt x="26" y="54"/>
                        <a:pt x="25" y="54"/>
                        <a:pt x="25" y="53"/>
                      </a:cubicBezTo>
                      <a:cubicBezTo>
                        <a:pt x="25" y="53"/>
                        <a:pt x="25" y="53"/>
                        <a:pt x="25" y="52"/>
                      </a:cubicBezTo>
                      <a:cubicBezTo>
                        <a:pt x="25" y="52"/>
                        <a:pt x="25" y="52"/>
                        <a:pt x="25" y="52"/>
                      </a:cubicBezTo>
                      <a:cubicBezTo>
                        <a:pt x="25" y="52"/>
                        <a:pt x="25" y="51"/>
                        <a:pt x="25" y="51"/>
                      </a:cubicBezTo>
                      <a:cubicBezTo>
                        <a:pt x="25" y="51"/>
                        <a:pt x="25" y="51"/>
                        <a:pt x="25" y="51"/>
                      </a:cubicBezTo>
                      <a:cubicBezTo>
                        <a:pt x="25" y="51"/>
                        <a:pt x="24" y="50"/>
                        <a:pt x="24" y="49"/>
                      </a:cubicBezTo>
                      <a:cubicBezTo>
                        <a:pt x="24" y="49"/>
                        <a:pt x="25" y="49"/>
                        <a:pt x="25" y="49"/>
                      </a:cubicBezTo>
                      <a:cubicBezTo>
                        <a:pt x="25" y="48"/>
                        <a:pt x="24" y="48"/>
                        <a:pt x="24" y="48"/>
                      </a:cubicBezTo>
                      <a:cubicBezTo>
                        <a:pt x="24" y="48"/>
                        <a:pt x="24" y="49"/>
                        <a:pt x="24" y="49"/>
                      </a:cubicBezTo>
                      <a:cubicBezTo>
                        <a:pt x="24" y="49"/>
                        <a:pt x="24" y="48"/>
                        <a:pt x="23" y="48"/>
                      </a:cubicBezTo>
                      <a:cubicBezTo>
                        <a:pt x="23" y="48"/>
                        <a:pt x="23" y="48"/>
                        <a:pt x="22" y="48"/>
                      </a:cubicBezTo>
                      <a:cubicBezTo>
                        <a:pt x="22" y="48"/>
                        <a:pt x="22" y="48"/>
                        <a:pt x="22" y="47"/>
                      </a:cubicBezTo>
                      <a:cubicBezTo>
                        <a:pt x="22" y="47"/>
                        <a:pt x="21" y="47"/>
                        <a:pt x="21" y="47"/>
                      </a:cubicBezTo>
                      <a:cubicBezTo>
                        <a:pt x="21" y="47"/>
                        <a:pt x="20" y="47"/>
                        <a:pt x="20" y="46"/>
                      </a:cubicBezTo>
                      <a:cubicBezTo>
                        <a:pt x="20" y="46"/>
                        <a:pt x="20" y="45"/>
                        <a:pt x="20" y="45"/>
                      </a:cubicBezTo>
                      <a:cubicBezTo>
                        <a:pt x="19" y="44"/>
                        <a:pt x="18" y="44"/>
                        <a:pt x="18" y="42"/>
                      </a:cubicBezTo>
                      <a:cubicBezTo>
                        <a:pt x="18" y="42"/>
                        <a:pt x="19" y="42"/>
                        <a:pt x="19" y="41"/>
                      </a:cubicBezTo>
                      <a:cubicBezTo>
                        <a:pt x="19" y="41"/>
                        <a:pt x="19" y="41"/>
                        <a:pt x="18" y="41"/>
                      </a:cubicBezTo>
                      <a:cubicBezTo>
                        <a:pt x="18" y="40"/>
                        <a:pt x="17" y="41"/>
                        <a:pt x="17" y="40"/>
                      </a:cubicBezTo>
                      <a:cubicBezTo>
                        <a:pt x="17" y="40"/>
                        <a:pt x="17" y="40"/>
                        <a:pt x="17" y="40"/>
                      </a:cubicBezTo>
                      <a:cubicBezTo>
                        <a:pt x="18" y="39"/>
                        <a:pt x="17" y="39"/>
                        <a:pt x="18" y="39"/>
                      </a:cubicBezTo>
                      <a:cubicBezTo>
                        <a:pt x="18" y="39"/>
                        <a:pt x="20" y="39"/>
                        <a:pt x="19" y="39"/>
                      </a:cubicBezTo>
                      <a:cubicBezTo>
                        <a:pt x="19" y="38"/>
                        <a:pt x="18" y="38"/>
                        <a:pt x="17" y="39"/>
                      </a:cubicBezTo>
                      <a:cubicBezTo>
                        <a:pt x="17" y="39"/>
                        <a:pt x="17" y="39"/>
                        <a:pt x="17" y="39"/>
                      </a:cubicBezTo>
                      <a:cubicBezTo>
                        <a:pt x="17" y="39"/>
                        <a:pt x="17" y="39"/>
                        <a:pt x="16" y="39"/>
                      </a:cubicBezTo>
                      <a:cubicBezTo>
                        <a:pt x="16" y="39"/>
                        <a:pt x="16" y="39"/>
                        <a:pt x="16" y="39"/>
                      </a:cubicBezTo>
                      <a:cubicBezTo>
                        <a:pt x="15" y="39"/>
                        <a:pt x="15" y="39"/>
                        <a:pt x="15" y="39"/>
                      </a:cubicBezTo>
                      <a:cubicBezTo>
                        <a:pt x="15" y="38"/>
                        <a:pt x="15" y="39"/>
                        <a:pt x="15" y="38"/>
                      </a:cubicBezTo>
                      <a:cubicBezTo>
                        <a:pt x="15" y="38"/>
                        <a:pt x="15" y="38"/>
                        <a:pt x="15" y="38"/>
                      </a:cubicBezTo>
                      <a:cubicBezTo>
                        <a:pt x="15" y="38"/>
                        <a:pt x="16" y="38"/>
                        <a:pt x="16" y="37"/>
                      </a:cubicBezTo>
                      <a:cubicBezTo>
                        <a:pt x="15" y="37"/>
                        <a:pt x="15" y="36"/>
                        <a:pt x="15" y="37"/>
                      </a:cubicBezTo>
                      <a:cubicBezTo>
                        <a:pt x="15" y="37"/>
                        <a:pt x="15" y="37"/>
                        <a:pt x="14" y="37"/>
                      </a:cubicBezTo>
                      <a:cubicBezTo>
                        <a:pt x="14" y="37"/>
                        <a:pt x="13" y="37"/>
                        <a:pt x="13" y="37"/>
                      </a:cubicBezTo>
                      <a:cubicBezTo>
                        <a:pt x="13" y="36"/>
                        <a:pt x="12" y="36"/>
                        <a:pt x="11" y="36"/>
                      </a:cubicBezTo>
                      <a:cubicBezTo>
                        <a:pt x="11" y="37"/>
                        <a:pt x="12" y="37"/>
                        <a:pt x="11" y="37"/>
                      </a:cubicBezTo>
                      <a:cubicBezTo>
                        <a:pt x="11" y="37"/>
                        <a:pt x="11" y="36"/>
                        <a:pt x="11" y="35"/>
                      </a:cubicBezTo>
                      <a:cubicBezTo>
                        <a:pt x="10" y="35"/>
                        <a:pt x="10" y="35"/>
                        <a:pt x="9" y="35"/>
                      </a:cubicBezTo>
                      <a:cubicBezTo>
                        <a:pt x="9" y="35"/>
                        <a:pt x="9" y="34"/>
                        <a:pt x="9" y="34"/>
                      </a:cubicBezTo>
                      <a:cubicBezTo>
                        <a:pt x="9" y="34"/>
                        <a:pt x="9" y="34"/>
                        <a:pt x="8" y="34"/>
                      </a:cubicBezTo>
                      <a:cubicBezTo>
                        <a:pt x="8" y="34"/>
                        <a:pt x="7" y="34"/>
                        <a:pt x="7" y="34"/>
                      </a:cubicBezTo>
                      <a:cubicBezTo>
                        <a:pt x="6" y="34"/>
                        <a:pt x="6" y="34"/>
                        <a:pt x="6" y="33"/>
                      </a:cubicBezTo>
                      <a:cubicBezTo>
                        <a:pt x="6" y="33"/>
                        <a:pt x="6" y="33"/>
                        <a:pt x="6" y="33"/>
                      </a:cubicBezTo>
                      <a:cubicBezTo>
                        <a:pt x="5" y="33"/>
                        <a:pt x="5" y="33"/>
                        <a:pt x="5" y="33"/>
                      </a:cubicBezTo>
                      <a:cubicBezTo>
                        <a:pt x="5" y="33"/>
                        <a:pt x="5" y="33"/>
                        <a:pt x="4" y="33"/>
                      </a:cubicBezTo>
                      <a:cubicBezTo>
                        <a:pt x="4" y="33"/>
                        <a:pt x="4" y="34"/>
                        <a:pt x="4" y="34"/>
                      </a:cubicBezTo>
                      <a:cubicBezTo>
                        <a:pt x="4" y="34"/>
                        <a:pt x="4" y="34"/>
                        <a:pt x="4" y="34"/>
                      </a:cubicBezTo>
                      <a:cubicBezTo>
                        <a:pt x="3" y="34"/>
                        <a:pt x="3" y="34"/>
                        <a:pt x="3" y="33"/>
                      </a:cubicBezTo>
                      <a:cubicBezTo>
                        <a:pt x="3" y="33"/>
                        <a:pt x="2" y="32"/>
                        <a:pt x="2" y="32"/>
                      </a:cubicBezTo>
                      <a:cubicBezTo>
                        <a:pt x="1" y="31"/>
                        <a:pt x="0" y="31"/>
                        <a:pt x="1" y="31"/>
                      </a:cubicBezTo>
                      <a:cubicBezTo>
                        <a:pt x="1" y="31"/>
                        <a:pt x="5" y="31"/>
                        <a:pt x="3" y="30"/>
                      </a:cubicBezTo>
                      <a:cubicBezTo>
                        <a:pt x="3" y="30"/>
                        <a:pt x="2" y="29"/>
                        <a:pt x="2" y="29"/>
                      </a:cubicBezTo>
                      <a:cubicBezTo>
                        <a:pt x="2" y="29"/>
                        <a:pt x="2" y="30"/>
                        <a:pt x="2" y="30"/>
                      </a:cubicBezTo>
                      <a:cubicBezTo>
                        <a:pt x="1" y="30"/>
                        <a:pt x="2" y="30"/>
                        <a:pt x="1" y="29"/>
                      </a:cubicBezTo>
                      <a:cubicBezTo>
                        <a:pt x="1" y="29"/>
                        <a:pt x="1" y="29"/>
                        <a:pt x="1" y="29"/>
                      </a:cubicBezTo>
                      <a:cubicBezTo>
                        <a:pt x="1" y="28"/>
                        <a:pt x="2" y="29"/>
                        <a:pt x="2" y="29"/>
                      </a:cubicBezTo>
                      <a:cubicBezTo>
                        <a:pt x="2" y="29"/>
                        <a:pt x="3" y="29"/>
                        <a:pt x="3" y="29"/>
                      </a:cubicBezTo>
                      <a:cubicBezTo>
                        <a:pt x="3" y="28"/>
                        <a:pt x="3" y="29"/>
                        <a:pt x="2" y="28"/>
                      </a:cubicBezTo>
                      <a:cubicBezTo>
                        <a:pt x="2" y="28"/>
                        <a:pt x="3" y="27"/>
                        <a:pt x="3" y="27"/>
                      </a:cubicBezTo>
                      <a:cubicBezTo>
                        <a:pt x="3" y="27"/>
                        <a:pt x="2" y="28"/>
                        <a:pt x="2" y="28"/>
                      </a:cubicBezTo>
                      <a:cubicBezTo>
                        <a:pt x="2" y="28"/>
                        <a:pt x="1" y="28"/>
                        <a:pt x="1" y="28"/>
                      </a:cubicBezTo>
                      <a:cubicBezTo>
                        <a:pt x="0" y="28"/>
                        <a:pt x="0" y="28"/>
                        <a:pt x="0" y="27"/>
                      </a:cubicBezTo>
                      <a:cubicBezTo>
                        <a:pt x="0" y="27"/>
                        <a:pt x="0" y="26"/>
                        <a:pt x="0" y="26"/>
                      </a:cubicBezTo>
                      <a:cubicBezTo>
                        <a:pt x="1" y="26"/>
                        <a:pt x="1" y="26"/>
                        <a:pt x="1" y="26"/>
                      </a:cubicBezTo>
                      <a:cubicBezTo>
                        <a:pt x="1" y="26"/>
                        <a:pt x="2" y="26"/>
                        <a:pt x="2" y="25"/>
                      </a:cubicBezTo>
                      <a:cubicBezTo>
                        <a:pt x="3" y="25"/>
                        <a:pt x="3" y="25"/>
                        <a:pt x="3" y="25"/>
                      </a:cubicBezTo>
                      <a:cubicBezTo>
                        <a:pt x="3" y="25"/>
                        <a:pt x="3" y="25"/>
                        <a:pt x="3" y="25"/>
                      </a:cubicBezTo>
                      <a:cubicBezTo>
                        <a:pt x="4" y="25"/>
                        <a:pt x="4" y="25"/>
                        <a:pt x="4" y="25"/>
                      </a:cubicBezTo>
                      <a:cubicBezTo>
                        <a:pt x="5" y="25"/>
                        <a:pt x="5" y="25"/>
                        <a:pt x="5" y="25"/>
                      </a:cubicBezTo>
                      <a:cubicBezTo>
                        <a:pt x="5" y="25"/>
                        <a:pt x="5" y="24"/>
                        <a:pt x="5" y="24"/>
                      </a:cubicBezTo>
                      <a:cubicBezTo>
                        <a:pt x="6" y="25"/>
                        <a:pt x="6" y="24"/>
                        <a:pt x="7" y="24"/>
                      </a:cubicBezTo>
                      <a:cubicBezTo>
                        <a:pt x="7" y="24"/>
                        <a:pt x="8" y="25"/>
                        <a:pt x="8" y="25"/>
                      </a:cubicBezTo>
                      <a:cubicBezTo>
                        <a:pt x="8" y="24"/>
                        <a:pt x="8" y="23"/>
                        <a:pt x="9" y="23"/>
                      </a:cubicBezTo>
                      <a:cubicBezTo>
                        <a:pt x="9" y="23"/>
                        <a:pt x="9" y="23"/>
                        <a:pt x="9" y="23"/>
                      </a:cubicBezTo>
                      <a:cubicBezTo>
                        <a:pt x="10" y="24"/>
                        <a:pt x="10" y="23"/>
                        <a:pt x="11" y="23"/>
                      </a:cubicBezTo>
                      <a:cubicBezTo>
                        <a:pt x="11" y="23"/>
                        <a:pt x="11" y="23"/>
                        <a:pt x="11" y="23"/>
                      </a:cubicBezTo>
                      <a:cubicBezTo>
                        <a:pt x="11" y="23"/>
                        <a:pt x="11" y="23"/>
                        <a:pt x="12" y="23"/>
                      </a:cubicBezTo>
                      <a:cubicBezTo>
                        <a:pt x="12" y="23"/>
                        <a:pt x="12" y="24"/>
                        <a:pt x="13" y="24"/>
                      </a:cubicBezTo>
                      <a:cubicBezTo>
                        <a:pt x="13" y="25"/>
                        <a:pt x="13" y="26"/>
                        <a:pt x="14" y="26"/>
                      </a:cubicBezTo>
                      <a:cubicBezTo>
                        <a:pt x="14" y="27"/>
                        <a:pt x="14" y="27"/>
                        <a:pt x="15" y="26"/>
                      </a:cubicBezTo>
                      <a:cubicBezTo>
                        <a:pt x="15" y="26"/>
                        <a:pt x="16" y="25"/>
                        <a:pt x="16" y="25"/>
                      </a:cubicBezTo>
                      <a:cubicBezTo>
                        <a:pt x="17" y="25"/>
                        <a:pt x="16" y="25"/>
                        <a:pt x="17" y="25"/>
                      </a:cubicBezTo>
                      <a:cubicBezTo>
                        <a:pt x="17" y="25"/>
                        <a:pt x="17" y="26"/>
                        <a:pt x="17" y="26"/>
                      </a:cubicBezTo>
                      <a:cubicBezTo>
                        <a:pt x="18" y="26"/>
                        <a:pt x="18" y="25"/>
                        <a:pt x="18" y="25"/>
                      </a:cubicBezTo>
                      <a:cubicBezTo>
                        <a:pt x="18" y="25"/>
                        <a:pt x="18" y="25"/>
                        <a:pt x="19" y="25"/>
                      </a:cubicBezTo>
                      <a:cubicBezTo>
                        <a:pt x="19" y="25"/>
                        <a:pt x="19" y="24"/>
                        <a:pt x="19" y="24"/>
                      </a:cubicBezTo>
                      <a:cubicBezTo>
                        <a:pt x="20" y="24"/>
                        <a:pt x="20" y="25"/>
                        <a:pt x="20" y="25"/>
                      </a:cubicBezTo>
                      <a:cubicBezTo>
                        <a:pt x="21" y="26"/>
                        <a:pt x="21" y="25"/>
                        <a:pt x="22" y="25"/>
                      </a:cubicBezTo>
                      <a:cubicBezTo>
                        <a:pt x="22" y="25"/>
                        <a:pt x="22" y="25"/>
                        <a:pt x="23" y="25"/>
                      </a:cubicBezTo>
                      <a:cubicBezTo>
                        <a:pt x="23" y="25"/>
                        <a:pt x="23" y="25"/>
                        <a:pt x="22" y="25"/>
                      </a:cubicBezTo>
                      <a:cubicBezTo>
                        <a:pt x="22" y="25"/>
                        <a:pt x="22" y="25"/>
                        <a:pt x="22" y="24"/>
                      </a:cubicBezTo>
                      <a:cubicBezTo>
                        <a:pt x="22" y="24"/>
                        <a:pt x="22" y="24"/>
                        <a:pt x="22" y="23"/>
                      </a:cubicBezTo>
                      <a:cubicBezTo>
                        <a:pt x="22" y="23"/>
                        <a:pt x="22" y="22"/>
                        <a:pt x="22" y="22"/>
                      </a:cubicBezTo>
                      <a:cubicBezTo>
                        <a:pt x="22" y="21"/>
                        <a:pt x="21" y="21"/>
                        <a:pt x="22" y="20"/>
                      </a:cubicBezTo>
                      <a:cubicBezTo>
                        <a:pt x="22" y="20"/>
                        <a:pt x="21" y="20"/>
                        <a:pt x="22" y="19"/>
                      </a:cubicBezTo>
                      <a:cubicBezTo>
                        <a:pt x="22" y="19"/>
                        <a:pt x="22" y="19"/>
                        <a:pt x="22" y="19"/>
                      </a:cubicBezTo>
                      <a:cubicBezTo>
                        <a:pt x="21" y="19"/>
                        <a:pt x="21" y="18"/>
                        <a:pt x="21" y="18"/>
                      </a:cubicBezTo>
                      <a:cubicBezTo>
                        <a:pt x="21" y="18"/>
                        <a:pt x="20" y="18"/>
                        <a:pt x="20" y="17"/>
                      </a:cubicBezTo>
                      <a:cubicBezTo>
                        <a:pt x="20" y="17"/>
                        <a:pt x="20" y="17"/>
                        <a:pt x="20" y="17"/>
                      </a:cubicBezTo>
                      <a:cubicBezTo>
                        <a:pt x="20" y="17"/>
                        <a:pt x="20" y="17"/>
                        <a:pt x="20" y="16"/>
                      </a:cubicBezTo>
                      <a:cubicBezTo>
                        <a:pt x="20" y="16"/>
                        <a:pt x="20" y="16"/>
                        <a:pt x="20" y="15"/>
                      </a:cubicBezTo>
                      <a:cubicBezTo>
                        <a:pt x="20" y="15"/>
                        <a:pt x="19" y="15"/>
                        <a:pt x="19" y="14"/>
                      </a:cubicBezTo>
                      <a:cubicBezTo>
                        <a:pt x="19" y="14"/>
                        <a:pt x="20" y="14"/>
                        <a:pt x="21" y="14"/>
                      </a:cubicBezTo>
                      <a:cubicBezTo>
                        <a:pt x="21" y="14"/>
                        <a:pt x="21" y="15"/>
                        <a:pt x="21" y="15"/>
                      </a:cubicBezTo>
                      <a:cubicBezTo>
                        <a:pt x="22" y="15"/>
                        <a:pt x="22" y="15"/>
                        <a:pt x="22" y="14"/>
                      </a:cubicBezTo>
                      <a:cubicBezTo>
                        <a:pt x="23" y="14"/>
                        <a:pt x="23" y="14"/>
                        <a:pt x="24" y="14"/>
                      </a:cubicBezTo>
                      <a:cubicBezTo>
                        <a:pt x="24" y="15"/>
                        <a:pt x="24" y="15"/>
                        <a:pt x="24" y="15"/>
                      </a:cubicBezTo>
                      <a:cubicBezTo>
                        <a:pt x="24" y="15"/>
                        <a:pt x="24" y="16"/>
                        <a:pt x="24" y="16"/>
                      </a:cubicBezTo>
                      <a:cubicBezTo>
                        <a:pt x="24" y="16"/>
                        <a:pt x="25" y="18"/>
                        <a:pt x="25" y="18"/>
                      </a:cubicBezTo>
                      <a:cubicBezTo>
                        <a:pt x="25" y="18"/>
                        <a:pt x="25" y="18"/>
                        <a:pt x="25" y="18"/>
                      </a:cubicBezTo>
                      <a:cubicBezTo>
                        <a:pt x="25" y="18"/>
                        <a:pt x="25" y="17"/>
                        <a:pt x="25" y="17"/>
                      </a:cubicBezTo>
                      <a:cubicBezTo>
                        <a:pt x="26" y="17"/>
                        <a:pt x="26" y="18"/>
                        <a:pt x="27" y="18"/>
                      </a:cubicBezTo>
                      <a:cubicBezTo>
                        <a:pt x="27" y="18"/>
                        <a:pt x="28" y="18"/>
                        <a:pt x="28" y="18"/>
                      </a:cubicBezTo>
                      <a:cubicBezTo>
                        <a:pt x="29" y="18"/>
                        <a:pt x="29" y="18"/>
                        <a:pt x="30" y="18"/>
                      </a:cubicBezTo>
                      <a:cubicBezTo>
                        <a:pt x="30" y="18"/>
                        <a:pt x="30" y="19"/>
                        <a:pt x="31" y="19"/>
                      </a:cubicBezTo>
                      <a:cubicBezTo>
                        <a:pt x="31" y="19"/>
                        <a:pt x="32" y="18"/>
                        <a:pt x="33" y="18"/>
                      </a:cubicBezTo>
                      <a:cubicBezTo>
                        <a:pt x="33" y="18"/>
                        <a:pt x="34" y="17"/>
                        <a:pt x="34" y="17"/>
                      </a:cubicBezTo>
                      <a:cubicBezTo>
                        <a:pt x="35" y="17"/>
                        <a:pt x="36" y="17"/>
                        <a:pt x="36" y="16"/>
                      </a:cubicBezTo>
                      <a:cubicBezTo>
                        <a:pt x="36" y="16"/>
                        <a:pt x="35" y="17"/>
                        <a:pt x="35" y="17"/>
                      </a:cubicBezTo>
                      <a:cubicBezTo>
                        <a:pt x="35" y="17"/>
                        <a:pt x="34" y="17"/>
                        <a:pt x="34" y="17"/>
                      </a:cubicBezTo>
                      <a:cubicBezTo>
                        <a:pt x="34" y="17"/>
                        <a:pt x="33" y="17"/>
                        <a:pt x="33" y="16"/>
                      </a:cubicBezTo>
                      <a:cubicBezTo>
                        <a:pt x="33" y="16"/>
                        <a:pt x="33" y="16"/>
                        <a:pt x="33" y="16"/>
                      </a:cubicBezTo>
                      <a:cubicBezTo>
                        <a:pt x="33" y="16"/>
                        <a:pt x="33" y="15"/>
                        <a:pt x="33" y="15"/>
                      </a:cubicBezTo>
                      <a:cubicBezTo>
                        <a:pt x="33" y="15"/>
                        <a:pt x="33" y="15"/>
                        <a:pt x="34" y="14"/>
                      </a:cubicBezTo>
                      <a:cubicBezTo>
                        <a:pt x="35" y="13"/>
                        <a:pt x="37" y="13"/>
                        <a:pt x="38" y="12"/>
                      </a:cubicBezTo>
                      <a:cubicBezTo>
                        <a:pt x="39" y="12"/>
                        <a:pt x="40" y="12"/>
                        <a:pt x="41" y="11"/>
                      </a:cubicBezTo>
                      <a:cubicBezTo>
                        <a:pt x="42" y="10"/>
                        <a:pt x="42" y="10"/>
                        <a:pt x="42" y="9"/>
                      </a:cubicBezTo>
                      <a:cubicBezTo>
                        <a:pt x="43" y="8"/>
                        <a:pt x="43" y="9"/>
                        <a:pt x="44" y="9"/>
                      </a:cubicBezTo>
                      <a:cubicBezTo>
                        <a:pt x="44" y="9"/>
                        <a:pt x="44" y="9"/>
                        <a:pt x="44" y="9"/>
                      </a:cubicBezTo>
                      <a:cubicBezTo>
                        <a:pt x="43" y="9"/>
                        <a:pt x="43" y="8"/>
                        <a:pt x="43" y="8"/>
                      </a:cubicBezTo>
                      <a:cubicBezTo>
                        <a:pt x="43" y="8"/>
                        <a:pt x="43" y="8"/>
                        <a:pt x="43" y="7"/>
                      </a:cubicBezTo>
                      <a:cubicBezTo>
                        <a:pt x="43" y="7"/>
                        <a:pt x="43" y="8"/>
                        <a:pt x="43" y="7"/>
                      </a:cubicBezTo>
                      <a:cubicBezTo>
                        <a:pt x="43" y="7"/>
                        <a:pt x="43" y="7"/>
                        <a:pt x="43" y="7"/>
                      </a:cubicBezTo>
                      <a:cubicBezTo>
                        <a:pt x="43" y="6"/>
                        <a:pt x="43" y="6"/>
                        <a:pt x="43" y="6"/>
                      </a:cubicBezTo>
                      <a:cubicBezTo>
                        <a:pt x="43" y="6"/>
                        <a:pt x="43" y="5"/>
                        <a:pt x="43" y="4"/>
                      </a:cubicBezTo>
                      <a:cubicBezTo>
                        <a:pt x="43" y="4"/>
                        <a:pt x="43" y="3"/>
                        <a:pt x="43" y="3"/>
                      </a:cubicBezTo>
                      <a:cubicBezTo>
                        <a:pt x="43" y="2"/>
                        <a:pt x="43" y="2"/>
                        <a:pt x="44" y="2"/>
                      </a:cubicBezTo>
                      <a:cubicBezTo>
                        <a:pt x="44" y="1"/>
                        <a:pt x="45" y="1"/>
                        <a:pt x="45" y="1"/>
                      </a:cubicBezTo>
                      <a:cubicBezTo>
                        <a:pt x="47" y="0"/>
                        <a:pt x="48" y="0"/>
                        <a:pt x="49" y="0"/>
                      </a:cubicBezTo>
                      <a:cubicBezTo>
                        <a:pt x="49" y="0"/>
                        <a:pt x="49" y="0"/>
                        <a:pt x="50" y="1"/>
                      </a:cubicBezTo>
                      <a:cubicBezTo>
                        <a:pt x="50" y="1"/>
                        <a:pt x="50" y="1"/>
                        <a:pt x="50" y="2"/>
                      </a:cubicBezTo>
                      <a:cubicBezTo>
                        <a:pt x="50" y="3"/>
                        <a:pt x="50" y="2"/>
                        <a:pt x="51" y="3"/>
                      </a:cubicBezTo>
                      <a:cubicBezTo>
                        <a:pt x="51" y="3"/>
                        <a:pt x="51" y="4"/>
                        <a:pt x="51" y="4"/>
                      </a:cubicBezTo>
                      <a:cubicBezTo>
                        <a:pt x="52" y="4"/>
                        <a:pt x="52" y="4"/>
                        <a:pt x="52" y="3"/>
                      </a:cubicBezTo>
                      <a:cubicBezTo>
                        <a:pt x="53" y="3"/>
                        <a:pt x="53" y="3"/>
                        <a:pt x="54" y="4"/>
                      </a:cubicBezTo>
                      <a:cubicBezTo>
                        <a:pt x="54" y="4"/>
                        <a:pt x="54" y="5"/>
                        <a:pt x="54" y="6"/>
                      </a:cubicBezTo>
                      <a:cubicBezTo>
                        <a:pt x="55" y="6"/>
                        <a:pt x="56" y="6"/>
                        <a:pt x="56" y="6"/>
                      </a:cubicBezTo>
                      <a:cubicBezTo>
                        <a:pt x="57" y="6"/>
                        <a:pt x="57" y="8"/>
                        <a:pt x="57" y="8"/>
                      </a:cubicBezTo>
                      <a:cubicBezTo>
                        <a:pt x="58" y="8"/>
                        <a:pt x="59" y="8"/>
                        <a:pt x="59" y="8"/>
                      </a:cubicBezTo>
                      <a:cubicBezTo>
                        <a:pt x="60" y="8"/>
                        <a:pt x="60" y="8"/>
                        <a:pt x="60" y="9"/>
                      </a:cubicBezTo>
                      <a:cubicBezTo>
                        <a:pt x="61" y="9"/>
                        <a:pt x="61" y="9"/>
                        <a:pt x="61" y="9"/>
                      </a:cubicBezTo>
                      <a:cubicBezTo>
                        <a:pt x="60" y="9"/>
                        <a:pt x="60" y="9"/>
                        <a:pt x="60" y="10"/>
                      </a:cubicBezTo>
                      <a:cubicBezTo>
                        <a:pt x="60" y="10"/>
                        <a:pt x="61" y="10"/>
                        <a:pt x="60" y="11"/>
                      </a:cubicBezTo>
                      <a:cubicBezTo>
                        <a:pt x="60" y="11"/>
                        <a:pt x="60" y="11"/>
                        <a:pt x="60" y="11"/>
                      </a:cubicBezTo>
                      <a:cubicBezTo>
                        <a:pt x="60" y="12"/>
                        <a:pt x="61" y="12"/>
                        <a:pt x="61" y="12"/>
                      </a:cubicBezTo>
                      <a:cubicBezTo>
                        <a:pt x="62" y="12"/>
                        <a:pt x="63" y="12"/>
                        <a:pt x="63" y="11"/>
                      </a:cubicBezTo>
                      <a:cubicBezTo>
                        <a:pt x="64" y="12"/>
                        <a:pt x="64" y="9"/>
                        <a:pt x="65" y="10"/>
                      </a:cubicBezTo>
                      <a:cubicBezTo>
                        <a:pt x="65" y="10"/>
                        <a:pt x="64" y="11"/>
                        <a:pt x="64" y="11"/>
                      </a:cubicBezTo>
                      <a:cubicBezTo>
                        <a:pt x="64" y="12"/>
                        <a:pt x="65" y="12"/>
                        <a:pt x="65" y="12"/>
                      </a:cubicBezTo>
                      <a:cubicBezTo>
                        <a:pt x="65" y="12"/>
                        <a:pt x="65" y="13"/>
                        <a:pt x="65" y="13"/>
                      </a:cubicBezTo>
                      <a:cubicBezTo>
                        <a:pt x="65" y="13"/>
                        <a:pt x="65" y="13"/>
                        <a:pt x="65" y="13"/>
                      </a:cubicBezTo>
                      <a:cubicBezTo>
                        <a:pt x="66" y="13"/>
                        <a:pt x="66" y="13"/>
                        <a:pt x="66" y="14"/>
                      </a:cubicBezTo>
                      <a:cubicBezTo>
                        <a:pt x="66" y="14"/>
                        <a:pt x="67" y="14"/>
                        <a:pt x="67" y="14"/>
                      </a:cubicBezTo>
                      <a:cubicBezTo>
                        <a:pt x="67" y="14"/>
                        <a:pt x="67" y="14"/>
                        <a:pt x="68" y="14"/>
                      </a:cubicBezTo>
                      <a:cubicBezTo>
                        <a:pt x="68" y="15"/>
                        <a:pt x="68" y="15"/>
                        <a:pt x="68" y="15"/>
                      </a:cubicBezTo>
                      <a:cubicBezTo>
                        <a:pt x="68" y="15"/>
                        <a:pt x="69" y="15"/>
                        <a:pt x="69" y="15"/>
                      </a:cubicBezTo>
                      <a:cubicBezTo>
                        <a:pt x="69" y="16"/>
                        <a:pt x="69" y="16"/>
                        <a:pt x="69" y="16"/>
                      </a:cubicBezTo>
                      <a:cubicBezTo>
                        <a:pt x="69" y="16"/>
                        <a:pt x="70" y="16"/>
                        <a:pt x="71" y="16"/>
                      </a:cubicBezTo>
                      <a:cubicBezTo>
                        <a:pt x="72" y="16"/>
                        <a:pt x="72" y="17"/>
                        <a:pt x="72" y="17"/>
                      </a:cubicBezTo>
                      <a:cubicBezTo>
                        <a:pt x="73" y="17"/>
                        <a:pt x="73" y="17"/>
                        <a:pt x="74" y="17"/>
                      </a:cubicBezTo>
                      <a:cubicBezTo>
                        <a:pt x="74" y="17"/>
                        <a:pt x="74" y="17"/>
                        <a:pt x="74" y="17"/>
                      </a:cubicBezTo>
                      <a:cubicBezTo>
                        <a:pt x="75" y="17"/>
                        <a:pt x="76" y="17"/>
                        <a:pt x="76" y="18"/>
                      </a:cubicBezTo>
                      <a:cubicBezTo>
                        <a:pt x="77" y="18"/>
                        <a:pt x="77" y="18"/>
                        <a:pt x="77" y="19"/>
                      </a:cubicBezTo>
                      <a:cubicBezTo>
                        <a:pt x="77" y="19"/>
                        <a:pt x="78" y="20"/>
                        <a:pt x="78" y="20"/>
                      </a:cubicBezTo>
                      <a:cubicBezTo>
                        <a:pt x="79" y="20"/>
                        <a:pt x="80" y="20"/>
                        <a:pt x="80" y="20"/>
                      </a:cubicBezTo>
                      <a:cubicBezTo>
                        <a:pt x="80" y="20"/>
                        <a:pt x="82" y="20"/>
                        <a:pt x="82" y="20"/>
                      </a:cubicBezTo>
                      <a:cubicBezTo>
                        <a:pt x="83" y="20"/>
                        <a:pt x="83" y="21"/>
                        <a:pt x="83" y="21"/>
                      </a:cubicBezTo>
                      <a:cubicBezTo>
                        <a:pt x="84" y="21"/>
                        <a:pt x="84" y="21"/>
                        <a:pt x="85" y="21"/>
                      </a:cubicBezTo>
                      <a:cubicBezTo>
                        <a:pt x="86" y="21"/>
                        <a:pt x="86" y="21"/>
                        <a:pt x="86" y="22"/>
                      </a:cubicBezTo>
                      <a:cubicBezTo>
                        <a:pt x="87" y="22"/>
                        <a:pt x="88" y="22"/>
                        <a:pt x="88" y="22"/>
                      </a:cubicBezTo>
                      <a:cubicBezTo>
                        <a:pt x="88" y="22"/>
                        <a:pt x="88" y="22"/>
                        <a:pt x="88" y="22"/>
                      </a:cubicBezTo>
                      <a:close/>
                      <a:moveTo>
                        <a:pt x="96" y="89"/>
                      </a:moveTo>
                      <a:cubicBezTo>
                        <a:pt x="97" y="88"/>
                        <a:pt x="97" y="87"/>
                        <a:pt x="97" y="86"/>
                      </a:cubicBezTo>
                      <a:cubicBezTo>
                        <a:pt x="97" y="86"/>
                        <a:pt x="97" y="85"/>
                        <a:pt x="96" y="84"/>
                      </a:cubicBezTo>
                      <a:cubicBezTo>
                        <a:pt x="96" y="84"/>
                        <a:pt x="96" y="83"/>
                        <a:pt x="96" y="83"/>
                      </a:cubicBezTo>
                      <a:cubicBezTo>
                        <a:pt x="96" y="82"/>
                        <a:pt x="96" y="82"/>
                        <a:pt x="96" y="82"/>
                      </a:cubicBezTo>
                      <a:cubicBezTo>
                        <a:pt x="96" y="81"/>
                        <a:pt x="96" y="80"/>
                        <a:pt x="96" y="80"/>
                      </a:cubicBezTo>
                      <a:cubicBezTo>
                        <a:pt x="95" y="80"/>
                        <a:pt x="95" y="81"/>
                        <a:pt x="95" y="82"/>
                      </a:cubicBezTo>
                      <a:cubicBezTo>
                        <a:pt x="95" y="82"/>
                        <a:pt x="96" y="82"/>
                        <a:pt x="95" y="83"/>
                      </a:cubicBezTo>
                      <a:cubicBezTo>
                        <a:pt x="95" y="83"/>
                        <a:pt x="94" y="82"/>
                        <a:pt x="94" y="82"/>
                      </a:cubicBezTo>
                      <a:cubicBezTo>
                        <a:pt x="94" y="82"/>
                        <a:pt x="93" y="83"/>
                        <a:pt x="92" y="83"/>
                      </a:cubicBezTo>
                      <a:cubicBezTo>
                        <a:pt x="92" y="83"/>
                        <a:pt x="91" y="84"/>
                        <a:pt x="91" y="84"/>
                      </a:cubicBezTo>
                      <a:cubicBezTo>
                        <a:pt x="91" y="84"/>
                        <a:pt x="91" y="84"/>
                        <a:pt x="91" y="85"/>
                      </a:cubicBezTo>
                      <a:cubicBezTo>
                        <a:pt x="91" y="85"/>
                        <a:pt x="90" y="85"/>
                        <a:pt x="90" y="85"/>
                      </a:cubicBezTo>
                      <a:cubicBezTo>
                        <a:pt x="90" y="85"/>
                        <a:pt x="90" y="85"/>
                        <a:pt x="90" y="86"/>
                      </a:cubicBezTo>
                      <a:cubicBezTo>
                        <a:pt x="90" y="86"/>
                        <a:pt x="91" y="86"/>
                        <a:pt x="91" y="86"/>
                      </a:cubicBezTo>
                      <a:cubicBezTo>
                        <a:pt x="90" y="87"/>
                        <a:pt x="90" y="87"/>
                        <a:pt x="90" y="87"/>
                      </a:cubicBezTo>
                      <a:cubicBezTo>
                        <a:pt x="90" y="88"/>
                        <a:pt x="91" y="88"/>
                        <a:pt x="91" y="88"/>
                      </a:cubicBezTo>
                      <a:cubicBezTo>
                        <a:pt x="91" y="89"/>
                        <a:pt x="91" y="89"/>
                        <a:pt x="90" y="89"/>
                      </a:cubicBezTo>
                      <a:cubicBezTo>
                        <a:pt x="90" y="90"/>
                        <a:pt x="91" y="90"/>
                        <a:pt x="91" y="90"/>
                      </a:cubicBezTo>
                      <a:cubicBezTo>
                        <a:pt x="92" y="90"/>
                        <a:pt x="91" y="90"/>
                        <a:pt x="91" y="91"/>
                      </a:cubicBezTo>
                      <a:cubicBezTo>
                        <a:pt x="91" y="91"/>
                        <a:pt x="92" y="91"/>
                        <a:pt x="92" y="92"/>
                      </a:cubicBezTo>
                      <a:cubicBezTo>
                        <a:pt x="92" y="92"/>
                        <a:pt x="91" y="92"/>
                        <a:pt x="91" y="93"/>
                      </a:cubicBezTo>
                      <a:cubicBezTo>
                        <a:pt x="92" y="93"/>
                        <a:pt x="92" y="93"/>
                        <a:pt x="92" y="94"/>
                      </a:cubicBezTo>
                      <a:cubicBezTo>
                        <a:pt x="93" y="94"/>
                        <a:pt x="93" y="94"/>
                        <a:pt x="93" y="94"/>
                      </a:cubicBezTo>
                      <a:cubicBezTo>
                        <a:pt x="93" y="94"/>
                        <a:pt x="93" y="94"/>
                        <a:pt x="94" y="94"/>
                      </a:cubicBezTo>
                      <a:cubicBezTo>
                        <a:pt x="94" y="95"/>
                        <a:pt x="94" y="95"/>
                        <a:pt x="94" y="94"/>
                      </a:cubicBezTo>
                      <a:cubicBezTo>
                        <a:pt x="95" y="94"/>
                        <a:pt x="95" y="93"/>
                        <a:pt x="95" y="93"/>
                      </a:cubicBezTo>
                      <a:cubicBezTo>
                        <a:pt x="95" y="93"/>
                        <a:pt x="95" y="93"/>
                        <a:pt x="95" y="92"/>
                      </a:cubicBezTo>
                      <a:cubicBezTo>
                        <a:pt x="95" y="92"/>
                        <a:pt x="95" y="92"/>
                        <a:pt x="95" y="92"/>
                      </a:cubicBezTo>
                      <a:cubicBezTo>
                        <a:pt x="95" y="91"/>
                        <a:pt x="96" y="90"/>
                        <a:pt x="96" y="89"/>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8" name="Freeform 813">
                  <a:extLst>
                    <a:ext uri="{FF2B5EF4-FFF2-40B4-BE49-F238E27FC236}">
                      <a16:creationId xmlns:a16="http://schemas.microsoft.com/office/drawing/2014/main" id="{FFD5DDDF-06F5-73B7-0797-034B0388A8BD}"/>
                    </a:ext>
                  </a:extLst>
                </p:cNvPr>
                <p:cNvSpPr>
                  <a:spLocks noEditPoints="1"/>
                </p:cNvSpPr>
                <p:nvPr/>
              </p:nvSpPr>
              <p:spPr bwMode="auto">
                <a:xfrm>
                  <a:off x="5172076" y="2620963"/>
                  <a:ext cx="33337" cy="63500"/>
                </a:xfrm>
                <a:custGeom>
                  <a:avLst/>
                  <a:gdLst>
                    <a:gd name="T0" fmla="*/ 3 w 8"/>
                    <a:gd name="T1" fmla="*/ 6 h 15"/>
                    <a:gd name="T2" fmla="*/ 0 w 8"/>
                    <a:gd name="T3" fmla="*/ 4 h 15"/>
                    <a:gd name="T4" fmla="*/ 2 w 8"/>
                    <a:gd name="T5" fmla="*/ 4 h 15"/>
                    <a:gd name="T6" fmla="*/ 3 w 8"/>
                    <a:gd name="T7" fmla="*/ 6 h 15"/>
                    <a:gd name="T8" fmla="*/ 3 w 8"/>
                    <a:gd name="T9" fmla="*/ 6 h 15"/>
                    <a:gd name="T10" fmla="*/ 4 w 8"/>
                    <a:gd name="T11" fmla="*/ 6 h 15"/>
                    <a:gd name="T12" fmla="*/ 5 w 8"/>
                    <a:gd name="T13" fmla="*/ 7 h 15"/>
                    <a:gd name="T14" fmla="*/ 2 w 8"/>
                    <a:gd name="T15" fmla="*/ 2 h 15"/>
                    <a:gd name="T16" fmla="*/ 3 w 8"/>
                    <a:gd name="T17" fmla="*/ 4 h 15"/>
                    <a:gd name="T18" fmla="*/ 4 w 8"/>
                    <a:gd name="T19" fmla="*/ 6 h 15"/>
                    <a:gd name="T20" fmla="*/ 4 w 8"/>
                    <a:gd name="T21" fmla="*/ 6 h 15"/>
                    <a:gd name="T22" fmla="*/ 3 w 8"/>
                    <a:gd name="T23" fmla="*/ 1 h 15"/>
                    <a:gd name="T24" fmla="*/ 4 w 8"/>
                    <a:gd name="T25" fmla="*/ 3 h 15"/>
                    <a:gd name="T26" fmla="*/ 6 w 8"/>
                    <a:gd name="T27" fmla="*/ 5 h 15"/>
                    <a:gd name="T28" fmla="*/ 4 w 8"/>
                    <a:gd name="T29" fmla="*/ 2 h 15"/>
                    <a:gd name="T30" fmla="*/ 3 w 8"/>
                    <a:gd name="T31" fmla="*/ 1 h 15"/>
                    <a:gd name="T32" fmla="*/ 3 w 8"/>
                    <a:gd name="T33" fmla="*/ 1 h 15"/>
                    <a:gd name="T34" fmla="*/ 5 w 8"/>
                    <a:gd name="T35" fmla="*/ 2 h 15"/>
                    <a:gd name="T36" fmla="*/ 6 w 8"/>
                    <a:gd name="T37" fmla="*/ 3 h 15"/>
                    <a:gd name="T38" fmla="*/ 7 w 8"/>
                    <a:gd name="T39" fmla="*/ 3 h 15"/>
                    <a:gd name="T40" fmla="*/ 8 w 8"/>
                    <a:gd name="T41" fmla="*/ 2 h 15"/>
                    <a:gd name="T42" fmla="*/ 7 w 8"/>
                    <a:gd name="T43" fmla="*/ 2 h 15"/>
                    <a:gd name="T44" fmla="*/ 7 w 8"/>
                    <a:gd name="T45" fmla="*/ 1 h 15"/>
                    <a:gd name="T46" fmla="*/ 6 w 8"/>
                    <a:gd name="T47" fmla="*/ 1 h 15"/>
                    <a:gd name="T48" fmla="*/ 6 w 8"/>
                    <a:gd name="T49" fmla="*/ 2 h 15"/>
                    <a:gd name="T50" fmla="*/ 6 w 8"/>
                    <a:gd name="T51" fmla="*/ 2 h 15"/>
                    <a:gd name="T52" fmla="*/ 5 w 8"/>
                    <a:gd name="T53" fmla="*/ 1 h 15"/>
                    <a:gd name="T54" fmla="*/ 5 w 8"/>
                    <a:gd name="T55" fmla="*/ 2 h 15"/>
                    <a:gd name="T56" fmla="*/ 5 w 8"/>
                    <a:gd name="T57" fmla="*/ 2 h 15"/>
                    <a:gd name="T58" fmla="*/ 4 w 8"/>
                    <a:gd name="T59" fmla="*/ 12 h 15"/>
                    <a:gd name="T60" fmla="*/ 5 w 8"/>
                    <a:gd name="T61" fmla="*/ 15 h 15"/>
                    <a:gd name="T62" fmla="*/ 5 w 8"/>
                    <a:gd name="T63" fmla="*/ 13 h 15"/>
                    <a:gd name="T64" fmla="*/ 4 w 8"/>
                    <a:gd name="T65" fmla="*/ 11 h 15"/>
                    <a:gd name="T66" fmla="*/ 4 w 8"/>
                    <a:gd name="T67" fmla="*/ 12 h 15"/>
                    <a:gd name="T68" fmla="*/ 4 w 8"/>
                    <a:gd name="T69" fmla="*/ 12 h 15"/>
                    <a:gd name="T70" fmla="*/ 4 w 8"/>
                    <a:gd name="T71" fmla="*/ 8 h 15"/>
                    <a:gd name="T72" fmla="*/ 5 w 8"/>
                    <a:gd name="T73" fmla="*/ 9 h 15"/>
                    <a:gd name="T74" fmla="*/ 6 w 8"/>
                    <a:gd name="T75" fmla="*/ 10 h 15"/>
                    <a:gd name="T76" fmla="*/ 5 w 8"/>
                    <a:gd name="T77" fmla="*/ 8 h 15"/>
                    <a:gd name="T78" fmla="*/ 4 w 8"/>
                    <a:gd name="T79" fmla="*/ 8 h 15"/>
                    <a:gd name="T80" fmla="*/ 4 w 8"/>
                    <a:gd name="T8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15">
                      <a:moveTo>
                        <a:pt x="3" y="6"/>
                      </a:moveTo>
                      <a:cubicBezTo>
                        <a:pt x="2" y="6"/>
                        <a:pt x="0" y="6"/>
                        <a:pt x="0" y="4"/>
                      </a:cubicBezTo>
                      <a:cubicBezTo>
                        <a:pt x="1" y="4"/>
                        <a:pt x="1" y="4"/>
                        <a:pt x="2" y="4"/>
                      </a:cubicBezTo>
                      <a:cubicBezTo>
                        <a:pt x="2" y="5"/>
                        <a:pt x="2" y="5"/>
                        <a:pt x="3" y="6"/>
                      </a:cubicBezTo>
                      <a:cubicBezTo>
                        <a:pt x="2" y="6"/>
                        <a:pt x="2" y="5"/>
                        <a:pt x="3" y="6"/>
                      </a:cubicBezTo>
                      <a:close/>
                      <a:moveTo>
                        <a:pt x="4" y="6"/>
                      </a:moveTo>
                      <a:cubicBezTo>
                        <a:pt x="4" y="6"/>
                        <a:pt x="5" y="7"/>
                        <a:pt x="5" y="7"/>
                      </a:cubicBezTo>
                      <a:cubicBezTo>
                        <a:pt x="5" y="6"/>
                        <a:pt x="3" y="2"/>
                        <a:pt x="2" y="2"/>
                      </a:cubicBezTo>
                      <a:cubicBezTo>
                        <a:pt x="1" y="3"/>
                        <a:pt x="2" y="3"/>
                        <a:pt x="3" y="4"/>
                      </a:cubicBezTo>
                      <a:cubicBezTo>
                        <a:pt x="3" y="5"/>
                        <a:pt x="4" y="6"/>
                        <a:pt x="4" y="6"/>
                      </a:cubicBezTo>
                      <a:cubicBezTo>
                        <a:pt x="4" y="6"/>
                        <a:pt x="3" y="5"/>
                        <a:pt x="4" y="6"/>
                      </a:cubicBezTo>
                      <a:close/>
                      <a:moveTo>
                        <a:pt x="3" y="1"/>
                      </a:moveTo>
                      <a:cubicBezTo>
                        <a:pt x="2" y="1"/>
                        <a:pt x="4" y="3"/>
                        <a:pt x="4" y="3"/>
                      </a:cubicBezTo>
                      <a:cubicBezTo>
                        <a:pt x="4" y="4"/>
                        <a:pt x="5" y="5"/>
                        <a:pt x="6" y="5"/>
                      </a:cubicBezTo>
                      <a:cubicBezTo>
                        <a:pt x="6" y="4"/>
                        <a:pt x="5" y="2"/>
                        <a:pt x="4" y="2"/>
                      </a:cubicBezTo>
                      <a:cubicBezTo>
                        <a:pt x="4" y="2"/>
                        <a:pt x="4" y="1"/>
                        <a:pt x="3" y="1"/>
                      </a:cubicBezTo>
                      <a:cubicBezTo>
                        <a:pt x="3" y="1"/>
                        <a:pt x="4" y="1"/>
                        <a:pt x="3" y="1"/>
                      </a:cubicBezTo>
                      <a:close/>
                      <a:moveTo>
                        <a:pt x="5" y="2"/>
                      </a:moveTo>
                      <a:cubicBezTo>
                        <a:pt x="6" y="2"/>
                        <a:pt x="6" y="3"/>
                        <a:pt x="6" y="3"/>
                      </a:cubicBezTo>
                      <a:cubicBezTo>
                        <a:pt x="7" y="4"/>
                        <a:pt x="7" y="3"/>
                        <a:pt x="7" y="3"/>
                      </a:cubicBezTo>
                      <a:cubicBezTo>
                        <a:pt x="7" y="2"/>
                        <a:pt x="8" y="2"/>
                        <a:pt x="8" y="2"/>
                      </a:cubicBezTo>
                      <a:cubicBezTo>
                        <a:pt x="8" y="2"/>
                        <a:pt x="7" y="2"/>
                        <a:pt x="7" y="2"/>
                      </a:cubicBezTo>
                      <a:cubicBezTo>
                        <a:pt x="7" y="2"/>
                        <a:pt x="7" y="1"/>
                        <a:pt x="7" y="1"/>
                      </a:cubicBezTo>
                      <a:cubicBezTo>
                        <a:pt x="7" y="1"/>
                        <a:pt x="7" y="0"/>
                        <a:pt x="6" y="1"/>
                      </a:cubicBezTo>
                      <a:cubicBezTo>
                        <a:pt x="6" y="1"/>
                        <a:pt x="6" y="1"/>
                        <a:pt x="6" y="2"/>
                      </a:cubicBezTo>
                      <a:cubicBezTo>
                        <a:pt x="6" y="2"/>
                        <a:pt x="7" y="2"/>
                        <a:pt x="6" y="2"/>
                      </a:cubicBezTo>
                      <a:cubicBezTo>
                        <a:pt x="6" y="2"/>
                        <a:pt x="6" y="1"/>
                        <a:pt x="5" y="1"/>
                      </a:cubicBezTo>
                      <a:cubicBezTo>
                        <a:pt x="5" y="1"/>
                        <a:pt x="5" y="2"/>
                        <a:pt x="5" y="2"/>
                      </a:cubicBezTo>
                      <a:cubicBezTo>
                        <a:pt x="6" y="2"/>
                        <a:pt x="5" y="2"/>
                        <a:pt x="5" y="2"/>
                      </a:cubicBezTo>
                      <a:close/>
                      <a:moveTo>
                        <a:pt x="4" y="12"/>
                      </a:moveTo>
                      <a:cubicBezTo>
                        <a:pt x="4" y="13"/>
                        <a:pt x="4" y="14"/>
                        <a:pt x="5" y="15"/>
                      </a:cubicBezTo>
                      <a:cubicBezTo>
                        <a:pt x="6" y="15"/>
                        <a:pt x="5" y="14"/>
                        <a:pt x="5" y="13"/>
                      </a:cubicBezTo>
                      <a:cubicBezTo>
                        <a:pt x="5" y="13"/>
                        <a:pt x="4" y="12"/>
                        <a:pt x="4" y="11"/>
                      </a:cubicBezTo>
                      <a:cubicBezTo>
                        <a:pt x="3" y="11"/>
                        <a:pt x="3" y="12"/>
                        <a:pt x="4" y="12"/>
                      </a:cubicBezTo>
                      <a:cubicBezTo>
                        <a:pt x="4" y="13"/>
                        <a:pt x="4" y="12"/>
                        <a:pt x="4" y="12"/>
                      </a:cubicBezTo>
                      <a:close/>
                      <a:moveTo>
                        <a:pt x="4" y="8"/>
                      </a:moveTo>
                      <a:cubicBezTo>
                        <a:pt x="4" y="9"/>
                        <a:pt x="4" y="9"/>
                        <a:pt x="5" y="9"/>
                      </a:cubicBezTo>
                      <a:cubicBezTo>
                        <a:pt x="5" y="9"/>
                        <a:pt x="5" y="9"/>
                        <a:pt x="6" y="10"/>
                      </a:cubicBezTo>
                      <a:cubicBezTo>
                        <a:pt x="6" y="9"/>
                        <a:pt x="5" y="8"/>
                        <a:pt x="5" y="8"/>
                      </a:cubicBezTo>
                      <a:cubicBezTo>
                        <a:pt x="4" y="7"/>
                        <a:pt x="4" y="7"/>
                        <a:pt x="4" y="8"/>
                      </a:cubicBezTo>
                      <a:cubicBezTo>
                        <a:pt x="4" y="8"/>
                        <a:pt x="4" y="8"/>
                        <a:pt x="4" y="8"/>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9" name="Freeform 814">
                  <a:extLst>
                    <a:ext uri="{FF2B5EF4-FFF2-40B4-BE49-F238E27FC236}">
                      <a16:creationId xmlns:a16="http://schemas.microsoft.com/office/drawing/2014/main" id="{A14EF9BA-360B-A11F-086B-4B3706436184}"/>
                    </a:ext>
                  </a:extLst>
                </p:cNvPr>
                <p:cNvSpPr>
                  <a:spLocks noEditPoints="1"/>
                </p:cNvSpPr>
                <p:nvPr/>
              </p:nvSpPr>
              <p:spPr bwMode="auto">
                <a:xfrm>
                  <a:off x="5991225" y="2779713"/>
                  <a:ext cx="179387" cy="117475"/>
                </a:xfrm>
                <a:custGeom>
                  <a:avLst/>
                  <a:gdLst>
                    <a:gd name="T0" fmla="*/ 2 w 43"/>
                    <a:gd name="T1" fmla="*/ 19 h 28"/>
                    <a:gd name="T2" fmla="*/ 1 w 43"/>
                    <a:gd name="T3" fmla="*/ 16 h 28"/>
                    <a:gd name="T4" fmla="*/ 3 w 43"/>
                    <a:gd name="T5" fmla="*/ 15 h 28"/>
                    <a:gd name="T6" fmla="*/ 4 w 43"/>
                    <a:gd name="T7" fmla="*/ 15 h 28"/>
                    <a:gd name="T8" fmla="*/ 7 w 43"/>
                    <a:gd name="T9" fmla="*/ 14 h 28"/>
                    <a:gd name="T10" fmla="*/ 10 w 43"/>
                    <a:gd name="T11" fmla="*/ 16 h 28"/>
                    <a:gd name="T12" fmla="*/ 8 w 43"/>
                    <a:gd name="T13" fmla="*/ 18 h 28"/>
                    <a:gd name="T14" fmla="*/ 3 w 43"/>
                    <a:gd name="T15" fmla="*/ 22 h 28"/>
                    <a:gd name="T16" fmla="*/ 3 w 43"/>
                    <a:gd name="T17" fmla="*/ 21 h 28"/>
                    <a:gd name="T18" fmla="*/ 7 w 43"/>
                    <a:gd name="T19" fmla="*/ 12 h 28"/>
                    <a:gd name="T20" fmla="*/ 8 w 43"/>
                    <a:gd name="T21" fmla="*/ 10 h 28"/>
                    <a:gd name="T22" fmla="*/ 6 w 43"/>
                    <a:gd name="T23" fmla="*/ 8 h 28"/>
                    <a:gd name="T24" fmla="*/ 4 w 43"/>
                    <a:gd name="T25" fmla="*/ 11 h 28"/>
                    <a:gd name="T26" fmla="*/ 9 w 43"/>
                    <a:gd name="T27" fmla="*/ 9 h 28"/>
                    <a:gd name="T28" fmla="*/ 9 w 43"/>
                    <a:gd name="T29" fmla="*/ 9 h 28"/>
                    <a:gd name="T30" fmla="*/ 9 w 43"/>
                    <a:gd name="T31" fmla="*/ 14 h 28"/>
                    <a:gd name="T32" fmla="*/ 37 w 43"/>
                    <a:gd name="T33" fmla="*/ 27 h 28"/>
                    <a:gd name="T34" fmla="*/ 40 w 43"/>
                    <a:gd name="T35" fmla="*/ 23 h 28"/>
                    <a:gd name="T36" fmla="*/ 39 w 43"/>
                    <a:gd name="T37" fmla="*/ 20 h 28"/>
                    <a:gd name="T38" fmla="*/ 38 w 43"/>
                    <a:gd name="T39" fmla="*/ 11 h 28"/>
                    <a:gd name="T40" fmla="*/ 42 w 43"/>
                    <a:gd name="T41" fmla="*/ 5 h 28"/>
                    <a:gd name="T42" fmla="*/ 42 w 43"/>
                    <a:gd name="T43" fmla="*/ 3 h 28"/>
                    <a:gd name="T44" fmla="*/ 34 w 43"/>
                    <a:gd name="T45" fmla="*/ 2 h 28"/>
                    <a:gd name="T46" fmla="*/ 29 w 43"/>
                    <a:gd name="T47" fmla="*/ 1 h 28"/>
                    <a:gd name="T48" fmla="*/ 27 w 43"/>
                    <a:gd name="T49" fmla="*/ 2 h 28"/>
                    <a:gd name="T50" fmla="*/ 26 w 43"/>
                    <a:gd name="T51" fmla="*/ 2 h 28"/>
                    <a:gd name="T52" fmla="*/ 24 w 43"/>
                    <a:gd name="T53" fmla="*/ 3 h 28"/>
                    <a:gd name="T54" fmla="*/ 23 w 43"/>
                    <a:gd name="T55" fmla="*/ 2 h 28"/>
                    <a:gd name="T56" fmla="*/ 20 w 43"/>
                    <a:gd name="T57" fmla="*/ 2 h 28"/>
                    <a:gd name="T58" fmla="*/ 18 w 43"/>
                    <a:gd name="T59" fmla="*/ 1 h 28"/>
                    <a:gd name="T60" fmla="*/ 17 w 43"/>
                    <a:gd name="T61" fmla="*/ 4 h 28"/>
                    <a:gd name="T62" fmla="*/ 15 w 43"/>
                    <a:gd name="T63" fmla="*/ 4 h 28"/>
                    <a:gd name="T64" fmla="*/ 13 w 43"/>
                    <a:gd name="T65" fmla="*/ 5 h 28"/>
                    <a:gd name="T66" fmla="*/ 12 w 43"/>
                    <a:gd name="T67" fmla="*/ 6 h 28"/>
                    <a:gd name="T68" fmla="*/ 12 w 43"/>
                    <a:gd name="T69" fmla="*/ 10 h 28"/>
                    <a:gd name="T70" fmla="*/ 12 w 43"/>
                    <a:gd name="T71" fmla="*/ 12 h 28"/>
                    <a:gd name="T72" fmla="*/ 13 w 43"/>
                    <a:gd name="T73" fmla="*/ 13 h 28"/>
                    <a:gd name="T74" fmla="*/ 13 w 43"/>
                    <a:gd name="T75" fmla="*/ 15 h 28"/>
                    <a:gd name="T76" fmla="*/ 16 w 43"/>
                    <a:gd name="T77" fmla="*/ 19 h 28"/>
                    <a:gd name="T78" fmla="*/ 18 w 43"/>
                    <a:gd name="T79" fmla="*/ 18 h 28"/>
                    <a:gd name="T80" fmla="*/ 17 w 43"/>
                    <a:gd name="T81" fmla="*/ 24 h 28"/>
                    <a:gd name="T82" fmla="*/ 20 w 43"/>
                    <a:gd name="T83" fmla="*/ 23 h 28"/>
                    <a:gd name="T84" fmla="*/ 23 w 43"/>
                    <a:gd name="T85" fmla="*/ 22 h 28"/>
                    <a:gd name="T86" fmla="*/ 24 w 43"/>
                    <a:gd name="T87" fmla="*/ 22 h 28"/>
                    <a:gd name="T88" fmla="*/ 27 w 43"/>
                    <a:gd name="T89" fmla="*/ 24 h 28"/>
                    <a:gd name="T90" fmla="*/ 30 w 43"/>
                    <a:gd name="T91" fmla="*/ 26 h 28"/>
                    <a:gd name="T92" fmla="*/ 34 w 43"/>
                    <a:gd name="T93" fmla="*/ 27 h 28"/>
                    <a:gd name="T94" fmla="*/ 37 w 43"/>
                    <a:gd name="T95"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28">
                      <a:moveTo>
                        <a:pt x="3" y="21"/>
                      </a:moveTo>
                      <a:cubicBezTo>
                        <a:pt x="3" y="20"/>
                        <a:pt x="2" y="20"/>
                        <a:pt x="2" y="20"/>
                      </a:cubicBezTo>
                      <a:cubicBezTo>
                        <a:pt x="2" y="20"/>
                        <a:pt x="2" y="19"/>
                        <a:pt x="2" y="19"/>
                      </a:cubicBezTo>
                      <a:cubicBezTo>
                        <a:pt x="1" y="19"/>
                        <a:pt x="0" y="19"/>
                        <a:pt x="1" y="18"/>
                      </a:cubicBezTo>
                      <a:cubicBezTo>
                        <a:pt x="1" y="18"/>
                        <a:pt x="2" y="18"/>
                        <a:pt x="1" y="17"/>
                      </a:cubicBezTo>
                      <a:cubicBezTo>
                        <a:pt x="1" y="16"/>
                        <a:pt x="0" y="16"/>
                        <a:pt x="1" y="16"/>
                      </a:cubicBezTo>
                      <a:cubicBezTo>
                        <a:pt x="2" y="15"/>
                        <a:pt x="2" y="16"/>
                        <a:pt x="2" y="17"/>
                      </a:cubicBezTo>
                      <a:cubicBezTo>
                        <a:pt x="2" y="17"/>
                        <a:pt x="2" y="16"/>
                        <a:pt x="3" y="15"/>
                      </a:cubicBezTo>
                      <a:cubicBezTo>
                        <a:pt x="3" y="15"/>
                        <a:pt x="3" y="15"/>
                        <a:pt x="3" y="15"/>
                      </a:cubicBezTo>
                      <a:cubicBezTo>
                        <a:pt x="3" y="15"/>
                        <a:pt x="3" y="16"/>
                        <a:pt x="3" y="16"/>
                      </a:cubicBezTo>
                      <a:cubicBezTo>
                        <a:pt x="4" y="15"/>
                        <a:pt x="3" y="15"/>
                        <a:pt x="4" y="15"/>
                      </a:cubicBezTo>
                      <a:cubicBezTo>
                        <a:pt x="4" y="15"/>
                        <a:pt x="4" y="15"/>
                        <a:pt x="4" y="15"/>
                      </a:cubicBezTo>
                      <a:cubicBezTo>
                        <a:pt x="5" y="15"/>
                        <a:pt x="5" y="14"/>
                        <a:pt x="5" y="14"/>
                      </a:cubicBezTo>
                      <a:cubicBezTo>
                        <a:pt x="6" y="14"/>
                        <a:pt x="6" y="15"/>
                        <a:pt x="6" y="15"/>
                      </a:cubicBezTo>
                      <a:cubicBezTo>
                        <a:pt x="7" y="14"/>
                        <a:pt x="7" y="14"/>
                        <a:pt x="7" y="14"/>
                      </a:cubicBezTo>
                      <a:cubicBezTo>
                        <a:pt x="8" y="14"/>
                        <a:pt x="8" y="14"/>
                        <a:pt x="9" y="15"/>
                      </a:cubicBezTo>
                      <a:cubicBezTo>
                        <a:pt x="9" y="15"/>
                        <a:pt x="9" y="15"/>
                        <a:pt x="9" y="15"/>
                      </a:cubicBezTo>
                      <a:cubicBezTo>
                        <a:pt x="10" y="16"/>
                        <a:pt x="10" y="16"/>
                        <a:pt x="10" y="16"/>
                      </a:cubicBezTo>
                      <a:cubicBezTo>
                        <a:pt x="11" y="17"/>
                        <a:pt x="10" y="17"/>
                        <a:pt x="9" y="16"/>
                      </a:cubicBezTo>
                      <a:cubicBezTo>
                        <a:pt x="9" y="16"/>
                        <a:pt x="9" y="17"/>
                        <a:pt x="9" y="17"/>
                      </a:cubicBezTo>
                      <a:cubicBezTo>
                        <a:pt x="8" y="18"/>
                        <a:pt x="8" y="18"/>
                        <a:pt x="8" y="18"/>
                      </a:cubicBezTo>
                      <a:cubicBezTo>
                        <a:pt x="8" y="18"/>
                        <a:pt x="6" y="20"/>
                        <a:pt x="6" y="19"/>
                      </a:cubicBezTo>
                      <a:cubicBezTo>
                        <a:pt x="5" y="19"/>
                        <a:pt x="4" y="19"/>
                        <a:pt x="3" y="20"/>
                      </a:cubicBezTo>
                      <a:cubicBezTo>
                        <a:pt x="3" y="21"/>
                        <a:pt x="3" y="22"/>
                        <a:pt x="3" y="22"/>
                      </a:cubicBezTo>
                      <a:cubicBezTo>
                        <a:pt x="2" y="23"/>
                        <a:pt x="1" y="23"/>
                        <a:pt x="1" y="22"/>
                      </a:cubicBezTo>
                      <a:cubicBezTo>
                        <a:pt x="1" y="21"/>
                        <a:pt x="2" y="21"/>
                        <a:pt x="3" y="21"/>
                      </a:cubicBezTo>
                      <a:cubicBezTo>
                        <a:pt x="3" y="20"/>
                        <a:pt x="2" y="21"/>
                        <a:pt x="3" y="21"/>
                      </a:cubicBezTo>
                      <a:close/>
                      <a:moveTo>
                        <a:pt x="5" y="13"/>
                      </a:moveTo>
                      <a:cubicBezTo>
                        <a:pt x="5" y="14"/>
                        <a:pt x="6" y="13"/>
                        <a:pt x="6" y="13"/>
                      </a:cubicBezTo>
                      <a:cubicBezTo>
                        <a:pt x="6" y="13"/>
                        <a:pt x="6" y="12"/>
                        <a:pt x="7" y="12"/>
                      </a:cubicBezTo>
                      <a:cubicBezTo>
                        <a:pt x="7" y="12"/>
                        <a:pt x="7" y="12"/>
                        <a:pt x="7" y="12"/>
                      </a:cubicBezTo>
                      <a:cubicBezTo>
                        <a:pt x="8" y="12"/>
                        <a:pt x="8" y="12"/>
                        <a:pt x="8" y="12"/>
                      </a:cubicBezTo>
                      <a:cubicBezTo>
                        <a:pt x="9" y="11"/>
                        <a:pt x="8" y="11"/>
                        <a:pt x="8" y="10"/>
                      </a:cubicBezTo>
                      <a:cubicBezTo>
                        <a:pt x="8" y="10"/>
                        <a:pt x="8" y="10"/>
                        <a:pt x="7" y="9"/>
                      </a:cubicBezTo>
                      <a:cubicBezTo>
                        <a:pt x="7" y="9"/>
                        <a:pt x="7" y="9"/>
                        <a:pt x="6" y="9"/>
                      </a:cubicBezTo>
                      <a:cubicBezTo>
                        <a:pt x="6" y="9"/>
                        <a:pt x="7" y="8"/>
                        <a:pt x="6" y="8"/>
                      </a:cubicBezTo>
                      <a:cubicBezTo>
                        <a:pt x="6" y="8"/>
                        <a:pt x="5" y="8"/>
                        <a:pt x="5" y="9"/>
                      </a:cubicBezTo>
                      <a:cubicBezTo>
                        <a:pt x="4" y="10"/>
                        <a:pt x="3" y="9"/>
                        <a:pt x="2" y="10"/>
                      </a:cubicBezTo>
                      <a:cubicBezTo>
                        <a:pt x="1" y="11"/>
                        <a:pt x="4" y="11"/>
                        <a:pt x="4" y="11"/>
                      </a:cubicBezTo>
                      <a:cubicBezTo>
                        <a:pt x="4" y="12"/>
                        <a:pt x="5" y="12"/>
                        <a:pt x="5" y="13"/>
                      </a:cubicBezTo>
                      <a:cubicBezTo>
                        <a:pt x="5" y="13"/>
                        <a:pt x="5" y="13"/>
                        <a:pt x="5" y="13"/>
                      </a:cubicBezTo>
                      <a:close/>
                      <a:moveTo>
                        <a:pt x="9" y="9"/>
                      </a:moveTo>
                      <a:cubicBezTo>
                        <a:pt x="8" y="9"/>
                        <a:pt x="10" y="10"/>
                        <a:pt x="10" y="10"/>
                      </a:cubicBezTo>
                      <a:cubicBezTo>
                        <a:pt x="11" y="9"/>
                        <a:pt x="9" y="8"/>
                        <a:pt x="9" y="9"/>
                      </a:cubicBezTo>
                      <a:cubicBezTo>
                        <a:pt x="9" y="9"/>
                        <a:pt x="9" y="8"/>
                        <a:pt x="9" y="9"/>
                      </a:cubicBezTo>
                      <a:close/>
                      <a:moveTo>
                        <a:pt x="9" y="14"/>
                      </a:moveTo>
                      <a:cubicBezTo>
                        <a:pt x="9" y="15"/>
                        <a:pt x="11" y="16"/>
                        <a:pt x="11" y="15"/>
                      </a:cubicBezTo>
                      <a:cubicBezTo>
                        <a:pt x="11" y="14"/>
                        <a:pt x="9" y="13"/>
                        <a:pt x="9" y="14"/>
                      </a:cubicBezTo>
                      <a:cubicBezTo>
                        <a:pt x="9" y="14"/>
                        <a:pt x="9" y="14"/>
                        <a:pt x="9" y="14"/>
                      </a:cubicBezTo>
                      <a:cubicBezTo>
                        <a:pt x="9" y="14"/>
                        <a:pt x="9" y="14"/>
                        <a:pt x="9" y="14"/>
                      </a:cubicBezTo>
                      <a:close/>
                      <a:moveTo>
                        <a:pt x="37" y="27"/>
                      </a:moveTo>
                      <a:cubicBezTo>
                        <a:pt x="38" y="27"/>
                        <a:pt x="38" y="26"/>
                        <a:pt x="38" y="26"/>
                      </a:cubicBezTo>
                      <a:cubicBezTo>
                        <a:pt x="39" y="26"/>
                        <a:pt x="39" y="25"/>
                        <a:pt x="39" y="25"/>
                      </a:cubicBezTo>
                      <a:cubicBezTo>
                        <a:pt x="39" y="24"/>
                        <a:pt x="41" y="24"/>
                        <a:pt x="40" y="23"/>
                      </a:cubicBezTo>
                      <a:cubicBezTo>
                        <a:pt x="40" y="23"/>
                        <a:pt x="40" y="23"/>
                        <a:pt x="40" y="23"/>
                      </a:cubicBezTo>
                      <a:cubicBezTo>
                        <a:pt x="40" y="23"/>
                        <a:pt x="40" y="22"/>
                        <a:pt x="40" y="22"/>
                      </a:cubicBezTo>
                      <a:cubicBezTo>
                        <a:pt x="39" y="21"/>
                        <a:pt x="39" y="20"/>
                        <a:pt x="39" y="20"/>
                      </a:cubicBezTo>
                      <a:cubicBezTo>
                        <a:pt x="38" y="19"/>
                        <a:pt x="39" y="18"/>
                        <a:pt x="39" y="18"/>
                      </a:cubicBezTo>
                      <a:cubicBezTo>
                        <a:pt x="39" y="17"/>
                        <a:pt x="39" y="16"/>
                        <a:pt x="38" y="15"/>
                      </a:cubicBezTo>
                      <a:cubicBezTo>
                        <a:pt x="38" y="14"/>
                        <a:pt x="37" y="12"/>
                        <a:pt x="38" y="11"/>
                      </a:cubicBezTo>
                      <a:cubicBezTo>
                        <a:pt x="39" y="10"/>
                        <a:pt x="40" y="9"/>
                        <a:pt x="40" y="7"/>
                      </a:cubicBezTo>
                      <a:cubicBezTo>
                        <a:pt x="41" y="7"/>
                        <a:pt x="41" y="6"/>
                        <a:pt x="41" y="6"/>
                      </a:cubicBezTo>
                      <a:cubicBezTo>
                        <a:pt x="41" y="5"/>
                        <a:pt x="41" y="6"/>
                        <a:pt x="42" y="5"/>
                      </a:cubicBezTo>
                      <a:cubicBezTo>
                        <a:pt x="42" y="5"/>
                        <a:pt x="42" y="5"/>
                        <a:pt x="42" y="5"/>
                      </a:cubicBezTo>
                      <a:cubicBezTo>
                        <a:pt x="42" y="5"/>
                        <a:pt x="43" y="5"/>
                        <a:pt x="43" y="5"/>
                      </a:cubicBezTo>
                      <a:cubicBezTo>
                        <a:pt x="43" y="4"/>
                        <a:pt x="42" y="3"/>
                        <a:pt x="42" y="3"/>
                      </a:cubicBezTo>
                      <a:cubicBezTo>
                        <a:pt x="41" y="4"/>
                        <a:pt x="39" y="4"/>
                        <a:pt x="38" y="4"/>
                      </a:cubicBezTo>
                      <a:cubicBezTo>
                        <a:pt x="37" y="3"/>
                        <a:pt x="36" y="3"/>
                        <a:pt x="35" y="3"/>
                      </a:cubicBezTo>
                      <a:cubicBezTo>
                        <a:pt x="35" y="3"/>
                        <a:pt x="34" y="3"/>
                        <a:pt x="34" y="2"/>
                      </a:cubicBezTo>
                      <a:cubicBezTo>
                        <a:pt x="33" y="2"/>
                        <a:pt x="33" y="2"/>
                        <a:pt x="32" y="2"/>
                      </a:cubicBezTo>
                      <a:cubicBezTo>
                        <a:pt x="31" y="2"/>
                        <a:pt x="31" y="2"/>
                        <a:pt x="30" y="1"/>
                      </a:cubicBezTo>
                      <a:cubicBezTo>
                        <a:pt x="30" y="1"/>
                        <a:pt x="29" y="2"/>
                        <a:pt x="29" y="1"/>
                      </a:cubicBezTo>
                      <a:cubicBezTo>
                        <a:pt x="29" y="1"/>
                        <a:pt x="29" y="1"/>
                        <a:pt x="29" y="1"/>
                      </a:cubicBezTo>
                      <a:cubicBezTo>
                        <a:pt x="28" y="1"/>
                        <a:pt x="28" y="1"/>
                        <a:pt x="28" y="1"/>
                      </a:cubicBezTo>
                      <a:cubicBezTo>
                        <a:pt x="28" y="1"/>
                        <a:pt x="28" y="2"/>
                        <a:pt x="27" y="2"/>
                      </a:cubicBezTo>
                      <a:cubicBezTo>
                        <a:pt x="27" y="2"/>
                        <a:pt x="27" y="1"/>
                        <a:pt x="27" y="1"/>
                      </a:cubicBezTo>
                      <a:cubicBezTo>
                        <a:pt x="27" y="1"/>
                        <a:pt x="27" y="0"/>
                        <a:pt x="26" y="1"/>
                      </a:cubicBezTo>
                      <a:cubicBezTo>
                        <a:pt x="26" y="1"/>
                        <a:pt x="27" y="2"/>
                        <a:pt x="26" y="2"/>
                      </a:cubicBezTo>
                      <a:cubicBezTo>
                        <a:pt x="25" y="2"/>
                        <a:pt x="26" y="1"/>
                        <a:pt x="25" y="1"/>
                      </a:cubicBezTo>
                      <a:cubicBezTo>
                        <a:pt x="25" y="1"/>
                        <a:pt x="25" y="2"/>
                        <a:pt x="25" y="2"/>
                      </a:cubicBezTo>
                      <a:cubicBezTo>
                        <a:pt x="25" y="2"/>
                        <a:pt x="24" y="2"/>
                        <a:pt x="24" y="3"/>
                      </a:cubicBezTo>
                      <a:cubicBezTo>
                        <a:pt x="24" y="3"/>
                        <a:pt x="23" y="2"/>
                        <a:pt x="23" y="2"/>
                      </a:cubicBezTo>
                      <a:cubicBezTo>
                        <a:pt x="23" y="2"/>
                        <a:pt x="23" y="2"/>
                        <a:pt x="23" y="2"/>
                      </a:cubicBezTo>
                      <a:cubicBezTo>
                        <a:pt x="23" y="2"/>
                        <a:pt x="23" y="2"/>
                        <a:pt x="23" y="2"/>
                      </a:cubicBezTo>
                      <a:cubicBezTo>
                        <a:pt x="23" y="2"/>
                        <a:pt x="22" y="2"/>
                        <a:pt x="22" y="2"/>
                      </a:cubicBezTo>
                      <a:cubicBezTo>
                        <a:pt x="22" y="2"/>
                        <a:pt x="22" y="2"/>
                        <a:pt x="22" y="2"/>
                      </a:cubicBezTo>
                      <a:cubicBezTo>
                        <a:pt x="21" y="3"/>
                        <a:pt x="21" y="2"/>
                        <a:pt x="20" y="2"/>
                      </a:cubicBezTo>
                      <a:cubicBezTo>
                        <a:pt x="20" y="2"/>
                        <a:pt x="20" y="3"/>
                        <a:pt x="20" y="3"/>
                      </a:cubicBezTo>
                      <a:cubicBezTo>
                        <a:pt x="20" y="3"/>
                        <a:pt x="20" y="3"/>
                        <a:pt x="20" y="3"/>
                      </a:cubicBezTo>
                      <a:cubicBezTo>
                        <a:pt x="19" y="4"/>
                        <a:pt x="19" y="2"/>
                        <a:pt x="18" y="1"/>
                      </a:cubicBezTo>
                      <a:cubicBezTo>
                        <a:pt x="18" y="2"/>
                        <a:pt x="19" y="2"/>
                        <a:pt x="19" y="3"/>
                      </a:cubicBezTo>
                      <a:cubicBezTo>
                        <a:pt x="19" y="3"/>
                        <a:pt x="18" y="4"/>
                        <a:pt x="18" y="3"/>
                      </a:cubicBezTo>
                      <a:cubicBezTo>
                        <a:pt x="17" y="3"/>
                        <a:pt x="17" y="3"/>
                        <a:pt x="17" y="4"/>
                      </a:cubicBezTo>
                      <a:cubicBezTo>
                        <a:pt x="17" y="4"/>
                        <a:pt x="17" y="4"/>
                        <a:pt x="16" y="4"/>
                      </a:cubicBezTo>
                      <a:cubicBezTo>
                        <a:pt x="16" y="4"/>
                        <a:pt x="16" y="5"/>
                        <a:pt x="16" y="4"/>
                      </a:cubicBezTo>
                      <a:cubicBezTo>
                        <a:pt x="15" y="4"/>
                        <a:pt x="15" y="4"/>
                        <a:pt x="15" y="4"/>
                      </a:cubicBezTo>
                      <a:cubicBezTo>
                        <a:pt x="15" y="5"/>
                        <a:pt x="16" y="5"/>
                        <a:pt x="16" y="6"/>
                      </a:cubicBezTo>
                      <a:cubicBezTo>
                        <a:pt x="15" y="6"/>
                        <a:pt x="15" y="5"/>
                        <a:pt x="15" y="5"/>
                      </a:cubicBezTo>
                      <a:cubicBezTo>
                        <a:pt x="14" y="6"/>
                        <a:pt x="14" y="5"/>
                        <a:pt x="13" y="5"/>
                      </a:cubicBezTo>
                      <a:cubicBezTo>
                        <a:pt x="13" y="6"/>
                        <a:pt x="13" y="6"/>
                        <a:pt x="13" y="6"/>
                      </a:cubicBezTo>
                      <a:cubicBezTo>
                        <a:pt x="13" y="6"/>
                        <a:pt x="13" y="6"/>
                        <a:pt x="12" y="6"/>
                      </a:cubicBezTo>
                      <a:cubicBezTo>
                        <a:pt x="12" y="6"/>
                        <a:pt x="12" y="6"/>
                        <a:pt x="12" y="6"/>
                      </a:cubicBezTo>
                      <a:cubicBezTo>
                        <a:pt x="11" y="7"/>
                        <a:pt x="12" y="8"/>
                        <a:pt x="12" y="8"/>
                      </a:cubicBezTo>
                      <a:cubicBezTo>
                        <a:pt x="12" y="8"/>
                        <a:pt x="12" y="8"/>
                        <a:pt x="12" y="8"/>
                      </a:cubicBezTo>
                      <a:cubicBezTo>
                        <a:pt x="12" y="9"/>
                        <a:pt x="13" y="9"/>
                        <a:pt x="12" y="10"/>
                      </a:cubicBezTo>
                      <a:cubicBezTo>
                        <a:pt x="12" y="10"/>
                        <a:pt x="11" y="10"/>
                        <a:pt x="11" y="11"/>
                      </a:cubicBezTo>
                      <a:cubicBezTo>
                        <a:pt x="11" y="11"/>
                        <a:pt x="12" y="11"/>
                        <a:pt x="12" y="12"/>
                      </a:cubicBezTo>
                      <a:cubicBezTo>
                        <a:pt x="12" y="12"/>
                        <a:pt x="11" y="12"/>
                        <a:pt x="12" y="12"/>
                      </a:cubicBezTo>
                      <a:cubicBezTo>
                        <a:pt x="12" y="12"/>
                        <a:pt x="13" y="11"/>
                        <a:pt x="14" y="12"/>
                      </a:cubicBezTo>
                      <a:cubicBezTo>
                        <a:pt x="14" y="12"/>
                        <a:pt x="14" y="13"/>
                        <a:pt x="13" y="13"/>
                      </a:cubicBezTo>
                      <a:cubicBezTo>
                        <a:pt x="13" y="13"/>
                        <a:pt x="13" y="13"/>
                        <a:pt x="13" y="13"/>
                      </a:cubicBezTo>
                      <a:cubicBezTo>
                        <a:pt x="12" y="13"/>
                        <a:pt x="12" y="13"/>
                        <a:pt x="12" y="13"/>
                      </a:cubicBezTo>
                      <a:cubicBezTo>
                        <a:pt x="11" y="13"/>
                        <a:pt x="11" y="14"/>
                        <a:pt x="12" y="14"/>
                      </a:cubicBezTo>
                      <a:cubicBezTo>
                        <a:pt x="12" y="15"/>
                        <a:pt x="12" y="15"/>
                        <a:pt x="13" y="15"/>
                      </a:cubicBezTo>
                      <a:cubicBezTo>
                        <a:pt x="13" y="16"/>
                        <a:pt x="13" y="16"/>
                        <a:pt x="13" y="17"/>
                      </a:cubicBezTo>
                      <a:cubicBezTo>
                        <a:pt x="13" y="18"/>
                        <a:pt x="14" y="18"/>
                        <a:pt x="15" y="18"/>
                      </a:cubicBezTo>
                      <a:cubicBezTo>
                        <a:pt x="15" y="19"/>
                        <a:pt x="15" y="19"/>
                        <a:pt x="16" y="19"/>
                      </a:cubicBezTo>
                      <a:cubicBezTo>
                        <a:pt x="16" y="19"/>
                        <a:pt x="17" y="19"/>
                        <a:pt x="17" y="18"/>
                      </a:cubicBezTo>
                      <a:cubicBezTo>
                        <a:pt x="17" y="18"/>
                        <a:pt x="17" y="18"/>
                        <a:pt x="17" y="17"/>
                      </a:cubicBezTo>
                      <a:cubicBezTo>
                        <a:pt x="18" y="17"/>
                        <a:pt x="18" y="17"/>
                        <a:pt x="18" y="18"/>
                      </a:cubicBezTo>
                      <a:cubicBezTo>
                        <a:pt x="19" y="18"/>
                        <a:pt x="18" y="18"/>
                        <a:pt x="18" y="19"/>
                      </a:cubicBezTo>
                      <a:cubicBezTo>
                        <a:pt x="18" y="19"/>
                        <a:pt x="18" y="20"/>
                        <a:pt x="18" y="20"/>
                      </a:cubicBezTo>
                      <a:cubicBezTo>
                        <a:pt x="18" y="21"/>
                        <a:pt x="17" y="23"/>
                        <a:pt x="17" y="24"/>
                      </a:cubicBezTo>
                      <a:cubicBezTo>
                        <a:pt x="18" y="24"/>
                        <a:pt x="18" y="23"/>
                        <a:pt x="19" y="23"/>
                      </a:cubicBezTo>
                      <a:cubicBezTo>
                        <a:pt x="19" y="23"/>
                        <a:pt x="19" y="23"/>
                        <a:pt x="19" y="23"/>
                      </a:cubicBezTo>
                      <a:cubicBezTo>
                        <a:pt x="20" y="23"/>
                        <a:pt x="20" y="23"/>
                        <a:pt x="20" y="23"/>
                      </a:cubicBezTo>
                      <a:cubicBezTo>
                        <a:pt x="20" y="22"/>
                        <a:pt x="21" y="22"/>
                        <a:pt x="21" y="22"/>
                      </a:cubicBezTo>
                      <a:cubicBezTo>
                        <a:pt x="22" y="22"/>
                        <a:pt x="22" y="21"/>
                        <a:pt x="23" y="21"/>
                      </a:cubicBezTo>
                      <a:cubicBezTo>
                        <a:pt x="23" y="22"/>
                        <a:pt x="23" y="23"/>
                        <a:pt x="23" y="22"/>
                      </a:cubicBezTo>
                      <a:cubicBezTo>
                        <a:pt x="24" y="22"/>
                        <a:pt x="23" y="22"/>
                        <a:pt x="24" y="21"/>
                      </a:cubicBezTo>
                      <a:cubicBezTo>
                        <a:pt x="24" y="21"/>
                        <a:pt x="24" y="22"/>
                        <a:pt x="24" y="22"/>
                      </a:cubicBezTo>
                      <a:cubicBezTo>
                        <a:pt x="24" y="22"/>
                        <a:pt x="24" y="22"/>
                        <a:pt x="24" y="22"/>
                      </a:cubicBezTo>
                      <a:cubicBezTo>
                        <a:pt x="25" y="22"/>
                        <a:pt x="25" y="22"/>
                        <a:pt x="25" y="23"/>
                      </a:cubicBezTo>
                      <a:cubicBezTo>
                        <a:pt x="25" y="23"/>
                        <a:pt x="26" y="24"/>
                        <a:pt x="26" y="23"/>
                      </a:cubicBezTo>
                      <a:cubicBezTo>
                        <a:pt x="27" y="23"/>
                        <a:pt x="27" y="24"/>
                        <a:pt x="27" y="24"/>
                      </a:cubicBezTo>
                      <a:cubicBezTo>
                        <a:pt x="27" y="24"/>
                        <a:pt x="27" y="24"/>
                        <a:pt x="28" y="24"/>
                      </a:cubicBezTo>
                      <a:cubicBezTo>
                        <a:pt x="29" y="24"/>
                        <a:pt x="28" y="24"/>
                        <a:pt x="29" y="25"/>
                      </a:cubicBezTo>
                      <a:cubicBezTo>
                        <a:pt x="29" y="25"/>
                        <a:pt x="29" y="26"/>
                        <a:pt x="30" y="26"/>
                      </a:cubicBezTo>
                      <a:cubicBezTo>
                        <a:pt x="30" y="27"/>
                        <a:pt x="30" y="27"/>
                        <a:pt x="31" y="27"/>
                      </a:cubicBezTo>
                      <a:cubicBezTo>
                        <a:pt x="32" y="28"/>
                        <a:pt x="32" y="28"/>
                        <a:pt x="32" y="28"/>
                      </a:cubicBezTo>
                      <a:cubicBezTo>
                        <a:pt x="33" y="28"/>
                        <a:pt x="33" y="28"/>
                        <a:pt x="34" y="27"/>
                      </a:cubicBezTo>
                      <a:cubicBezTo>
                        <a:pt x="35" y="27"/>
                        <a:pt x="35" y="27"/>
                        <a:pt x="36" y="28"/>
                      </a:cubicBezTo>
                      <a:cubicBezTo>
                        <a:pt x="36" y="28"/>
                        <a:pt x="36" y="28"/>
                        <a:pt x="37" y="28"/>
                      </a:cubicBezTo>
                      <a:cubicBezTo>
                        <a:pt x="37" y="28"/>
                        <a:pt x="37" y="28"/>
                        <a:pt x="37" y="27"/>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0" name="Freeform 815">
                  <a:extLst>
                    <a:ext uri="{FF2B5EF4-FFF2-40B4-BE49-F238E27FC236}">
                      <a16:creationId xmlns:a16="http://schemas.microsoft.com/office/drawing/2014/main" id="{62D11A06-B53F-E312-C6F8-EC6734C888DF}"/>
                    </a:ext>
                  </a:extLst>
                </p:cNvPr>
                <p:cNvSpPr>
                  <a:spLocks noEditPoints="1"/>
                </p:cNvSpPr>
                <p:nvPr/>
              </p:nvSpPr>
              <p:spPr bwMode="auto">
                <a:xfrm>
                  <a:off x="5608638" y="2884488"/>
                  <a:ext cx="195262" cy="161925"/>
                </a:xfrm>
                <a:custGeom>
                  <a:avLst/>
                  <a:gdLst>
                    <a:gd name="T0" fmla="*/ 3 w 47"/>
                    <a:gd name="T1" fmla="*/ 8 h 39"/>
                    <a:gd name="T2" fmla="*/ 15 w 47"/>
                    <a:gd name="T3" fmla="*/ 2 h 39"/>
                    <a:gd name="T4" fmla="*/ 16 w 47"/>
                    <a:gd name="T5" fmla="*/ 8 h 39"/>
                    <a:gd name="T6" fmla="*/ 11 w 47"/>
                    <a:gd name="T7" fmla="*/ 9 h 39"/>
                    <a:gd name="T8" fmla="*/ 5 w 47"/>
                    <a:gd name="T9" fmla="*/ 10 h 39"/>
                    <a:gd name="T10" fmla="*/ 2 w 47"/>
                    <a:gd name="T11" fmla="*/ 14 h 39"/>
                    <a:gd name="T12" fmla="*/ 5 w 47"/>
                    <a:gd name="T13" fmla="*/ 12 h 39"/>
                    <a:gd name="T14" fmla="*/ 19 w 47"/>
                    <a:gd name="T15" fmla="*/ 7 h 39"/>
                    <a:gd name="T16" fmla="*/ 19 w 47"/>
                    <a:gd name="T17" fmla="*/ 7 h 39"/>
                    <a:gd name="T18" fmla="*/ 17 w 47"/>
                    <a:gd name="T19" fmla="*/ 33 h 39"/>
                    <a:gd name="T20" fmla="*/ 16 w 47"/>
                    <a:gd name="T21" fmla="*/ 28 h 39"/>
                    <a:gd name="T22" fmla="*/ 11 w 47"/>
                    <a:gd name="T23" fmla="*/ 29 h 39"/>
                    <a:gd name="T24" fmla="*/ 13 w 47"/>
                    <a:gd name="T25" fmla="*/ 32 h 39"/>
                    <a:gd name="T26" fmla="*/ 24 w 47"/>
                    <a:gd name="T27" fmla="*/ 33 h 39"/>
                    <a:gd name="T28" fmla="*/ 28 w 47"/>
                    <a:gd name="T29" fmla="*/ 31 h 39"/>
                    <a:gd name="T30" fmla="*/ 30 w 47"/>
                    <a:gd name="T31" fmla="*/ 25 h 39"/>
                    <a:gd name="T32" fmla="*/ 25 w 47"/>
                    <a:gd name="T33" fmla="*/ 23 h 39"/>
                    <a:gd name="T34" fmla="*/ 24 w 47"/>
                    <a:gd name="T35" fmla="*/ 25 h 39"/>
                    <a:gd name="T36" fmla="*/ 25 w 47"/>
                    <a:gd name="T37" fmla="*/ 22 h 39"/>
                    <a:gd name="T38" fmla="*/ 22 w 47"/>
                    <a:gd name="T39" fmla="*/ 25 h 39"/>
                    <a:gd name="T40" fmla="*/ 19 w 47"/>
                    <a:gd name="T41" fmla="*/ 26 h 39"/>
                    <a:gd name="T42" fmla="*/ 21 w 47"/>
                    <a:gd name="T43" fmla="*/ 29 h 39"/>
                    <a:gd name="T44" fmla="*/ 19 w 47"/>
                    <a:gd name="T45" fmla="*/ 33 h 39"/>
                    <a:gd name="T46" fmla="*/ 19 w 47"/>
                    <a:gd name="T47" fmla="*/ 33 h 39"/>
                    <a:gd name="T48" fmla="*/ 10 w 47"/>
                    <a:gd name="T49" fmla="*/ 33 h 39"/>
                    <a:gd name="T50" fmla="*/ 16 w 47"/>
                    <a:gd name="T51" fmla="*/ 36 h 39"/>
                    <a:gd name="T52" fmla="*/ 17 w 47"/>
                    <a:gd name="T53" fmla="*/ 23 h 39"/>
                    <a:gd name="T54" fmla="*/ 17 w 47"/>
                    <a:gd name="T55" fmla="*/ 28 h 39"/>
                    <a:gd name="T56" fmla="*/ 30 w 47"/>
                    <a:gd name="T57" fmla="*/ 34 h 39"/>
                    <a:gd name="T58" fmla="*/ 24 w 47"/>
                    <a:gd name="T59" fmla="*/ 35 h 39"/>
                    <a:gd name="T60" fmla="*/ 27 w 47"/>
                    <a:gd name="T61" fmla="*/ 36 h 39"/>
                    <a:gd name="T62" fmla="*/ 20 w 47"/>
                    <a:gd name="T63" fmla="*/ 35 h 39"/>
                    <a:gd name="T64" fmla="*/ 22 w 47"/>
                    <a:gd name="T65" fmla="*/ 38 h 39"/>
                    <a:gd name="T66" fmla="*/ 23 w 47"/>
                    <a:gd name="T67" fmla="*/ 36 h 39"/>
                    <a:gd name="T68" fmla="*/ 46 w 47"/>
                    <a:gd name="T69" fmla="*/ 33 h 39"/>
                    <a:gd name="T70" fmla="*/ 45 w 47"/>
                    <a:gd name="T71" fmla="*/ 30 h 39"/>
                    <a:gd name="T72" fmla="*/ 6 w 47"/>
                    <a:gd name="T73" fmla="*/ 35 h 39"/>
                    <a:gd name="T74" fmla="*/ 10 w 47"/>
                    <a:gd name="T75" fmla="*/ 35 h 39"/>
                    <a:gd name="T76" fmla="*/ 11 w 47"/>
                    <a:gd name="T77" fmla="*/ 31 h 39"/>
                    <a:gd name="T78" fmla="*/ 9 w 47"/>
                    <a:gd name="T79" fmla="*/ 28 h 39"/>
                    <a:gd name="T80" fmla="*/ 12 w 47"/>
                    <a:gd name="T81" fmla="*/ 25 h 39"/>
                    <a:gd name="T82" fmla="*/ 14 w 47"/>
                    <a:gd name="T83" fmla="*/ 22 h 39"/>
                    <a:gd name="T84" fmla="*/ 17 w 47"/>
                    <a:gd name="T85" fmla="*/ 19 h 39"/>
                    <a:gd name="T86" fmla="*/ 16 w 47"/>
                    <a:gd name="T87" fmla="*/ 16 h 39"/>
                    <a:gd name="T88" fmla="*/ 13 w 47"/>
                    <a:gd name="T89" fmla="*/ 14 h 39"/>
                    <a:gd name="T90" fmla="*/ 13 w 47"/>
                    <a:gd name="T91" fmla="*/ 9 h 39"/>
                    <a:gd name="T92" fmla="*/ 8 w 47"/>
                    <a:gd name="T93" fmla="*/ 14 h 39"/>
                    <a:gd name="T94" fmla="*/ 6 w 47"/>
                    <a:gd name="T95" fmla="*/ 12 h 39"/>
                    <a:gd name="T96" fmla="*/ 3 w 47"/>
                    <a:gd name="T97" fmla="*/ 14 h 39"/>
                    <a:gd name="T98" fmla="*/ 0 w 47"/>
                    <a:gd name="T99" fmla="*/ 15 h 39"/>
                    <a:gd name="T100" fmla="*/ 2 w 47"/>
                    <a:gd name="T101" fmla="*/ 23 h 39"/>
                    <a:gd name="T102" fmla="*/ 0 w 47"/>
                    <a:gd name="T103" fmla="*/ 22 h 39"/>
                    <a:gd name="T104" fmla="*/ 1 w 47"/>
                    <a:gd name="T105" fmla="*/ 27 h 39"/>
                    <a:gd name="T106" fmla="*/ 4 w 47"/>
                    <a:gd name="T107"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7" h="39">
                      <a:moveTo>
                        <a:pt x="2" y="14"/>
                      </a:moveTo>
                      <a:cubicBezTo>
                        <a:pt x="1" y="13"/>
                        <a:pt x="2" y="13"/>
                        <a:pt x="1" y="13"/>
                      </a:cubicBezTo>
                      <a:cubicBezTo>
                        <a:pt x="1" y="13"/>
                        <a:pt x="1" y="13"/>
                        <a:pt x="1" y="12"/>
                      </a:cubicBezTo>
                      <a:cubicBezTo>
                        <a:pt x="1" y="12"/>
                        <a:pt x="2" y="11"/>
                        <a:pt x="2" y="10"/>
                      </a:cubicBezTo>
                      <a:cubicBezTo>
                        <a:pt x="2" y="10"/>
                        <a:pt x="3" y="9"/>
                        <a:pt x="3" y="8"/>
                      </a:cubicBezTo>
                      <a:cubicBezTo>
                        <a:pt x="4" y="8"/>
                        <a:pt x="4" y="9"/>
                        <a:pt x="5" y="8"/>
                      </a:cubicBezTo>
                      <a:cubicBezTo>
                        <a:pt x="6" y="8"/>
                        <a:pt x="6" y="8"/>
                        <a:pt x="7" y="8"/>
                      </a:cubicBezTo>
                      <a:cubicBezTo>
                        <a:pt x="8" y="8"/>
                        <a:pt x="9" y="8"/>
                        <a:pt x="10" y="7"/>
                      </a:cubicBezTo>
                      <a:cubicBezTo>
                        <a:pt x="11" y="6"/>
                        <a:pt x="11" y="4"/>
                        <a:pt x="12" y="3"/>
                      </a:cubicBezTo>
                      <a:cubicBezTo>
                        <a:pt x="13" y="2"/>
                        <a:pt x="14" y="2"/>
                        <a:pt x="15" y="2"/>
                      </a:cubicBezTo>
                      <a:cubicBezTo>
                        <a:pt x="15" y="1"/>
                        <a:pt x="16" y="0"/>
                        <a:pt x="17" y="0"/>
                      </a:cubicBezTo>
                      <a:cubicBezTo>
                        <a:pt x="17" y="0"/>
                        <a:pt x="16" y="1"/>
                        <a:pt x="16" y="2"/>
                      </a:cubicBezTo>
                      <a:cubicBezTo>
                        <a:pt x="15" y="2"/>
                        <a:pt x="16" y="3"/>
                        <a:pt x="16" y="4"/>
                      </a:cubicBezTo>
                      <a:cubicBezTo>
                        <a:pt x="16" y="4"/>
                        <a:pt x="16" y="5"/>
                        <a:pt x="16" y="6"/>
                      </a:cubicBezTo>
                      <a:cubicBezTo>
                        <a:pt x="16" y="7"/>
                        <a:pt x="16" y="7"/>
                        <a:pt x="16" y="8"/>
                      </a:cubicBezTo>
                      <a:cubicBezTo>
                        <a:pt x="15" y="8"/>
                        <a:pt x="15" y="10"/>
                        <a:pt x="14" y="10"/>
                      </a:cubicBezTo>
                      <a:cubicBezTo>
                        <a:pt x="14" y="10"/>
                        <a:pt x="14" y="9"/>
                        <a:pt x="14" y="9"/>
                      </a:cubicBezTo>
                      <a:cubicBezTo>
                        <a:pt x="13" y="9"/>
                        <a:pt x="13" y="9"/>
                        <a:pt x="13" y="9"/>
                      </a:cubicBezTo>
                      <a:cubicBezTo>
                        <a:pt x="12" y="9"/>
                        <a:pt x="12" y="8"/>
                        <a:pt x="11" y="8"/>
                      </a:cubicBezTo>
                      <a:cubicBezTo>
                        <a:pt x="11" y="8"/>
                        <a:pt x="11" y="9"/>
                        <a:pt x="11" y="9"/>
                      </a:cubicBezTo>
                      <a:cubicBezTo>
                        <a:pt x="10" y="9"/>
                        <a:pt x="10" y="9"/>
                        <a:pt x="9" y="9"/>
                      </a:cubicBezTo>
                      <a:cubicBezTo>
                        <a:pt x="9" y="9"/>
                        <a:pt x="8" y="10"/>
                        <a:pt x="8" y="10"/>
                      </a:cubicBezTo>
                      <a:cubicBezTo>
                        <a:pt x="7" y="10"/>
                        <a:pt x="7" y="9"/>
                        <a:pt x="7" y="9"/>
                      </a:cubicBezTo>
                      <a:cubicBezTo>
                        <a:pt x="7" y="9"/>
                        <a:pt x="6" y="9"/>
                        <a:pt x="6" y="9"/>
                      </a:cubicBezTo>
                      <a:cubicBezTo>
                        <a:pt x="6" y="10"/>
                        <a:pt x="5" y="10"/>
                        <a:pt x="5" y="10"/>
                      </a:cubicBezTo>
                      <a:cubicBezTo>
                        <a:pt x="4" y="10"/>
                        <a:pt x="4" y="10"/>
                        <a:pt x="3" y="11"/>
                      </a:cubicBezTo>
                      <a:cubicBezTo>
                        <a:pt x="3" y="11"/>
                        <a:pt x="3" y="11"/>
                        <a:pt x="3" y="11"/>
                      </a:cubicBezTo>
                      <a:cubicBezTo>
                        <a:pt x="3" y="12"/>
                        <a:pt x="3" y="12"/>
                        <a:pt x="3" y="12"/>
                      </a:cubicBezTo>
                      <a:cubicBezTo>
                        <a:pt x="3" y="12"/>
                        <a:pt x="2" y="13"/>
                        <a:pt x="2" y="14"/>
                      </a:cubicBezTo>
                      <a:cubicBezTo>
                        <a:pt x="2" y="13"/>
                        <a:pt x="2" y="13"/>
                        <a:pt x="2" y="14"/>
                      </a:cubicBezTo>
                      <a:close/>
                      <a:moveTo>
                        <a:pt x="5" y="11"/>
                      </a:moveTo>
                      <a:cubicBezTo>
                        <a:pt x="5" y="11"/>
                        <a:pt x="4" y="11"/>
                        <a:pt x="4" y="11"/>
                      </a:cubicBezTo>
                      <a:cubicBezTo>
                        <a:pt x="4" y="11"/>
                        <a:pt x="4" y="12"/>
                        <a:pt x="4" y="12"/>
                      </a:cubicBezTo>
                      <a:cubicBezTo>
                        <a:pt x="3" y="12"/>
                        <a:pt x="2" y="13"/>
                        <a:pt x="3" y="13"/>
                      </a:cubicBezTo>
                      <a:cubicBezTo>
                        <a:pt x="4" y="14"/>
                        <a:pt x="5" y="13"/>
                        <a:pt x="5" y="12"/>
                      </a:cubicBezTo>
                      <a:cubicBezTo>
                        <a:pt x="5" y="11"/>
                        <a:pt x="5" y="11"/>
                        <a:pt x="5" y="11"/>
                      </a:cubicBezTo>
                      <a:cubicBezTo>
                        <a:pt x="5" y="11"/>
                        <a:pt x="5" y="11"/>
                        <a:pt x="5" y="10"/>
                      </a:cubicBezTo>
                      <a:cubicBezTo>
                        <a:pt x="5" y="10"/>
                        <a:pt x="5" y="10"/>
                        <a:pt x="5" y="11"/>
                      </a:cubicBezTo>
                      <a:close/>
                      <a:moveTo>
                        <a:pt x="19" y="7"/>
                      </a:moveTo>
                      <a:cubicBezTo>
                        <a:pt x="19" y="7"/>
                        <a:pt x="19" y="7"/>
                        <a:pt x="19" y="7"/>
                      </a:cubicBezTo>
                      <a:cubicBezTo>
                        <a:pt x="20" y="7"/>
                        <a:pt x="20" y="7"/>
                        <a:pt x="20" y="6"/>
                      </a:cubicBezTo>
                      <a:cubicBezTo>
                        <a:pt x="20" y="6"/>
                        <a:pt x="21" y="6"/>
                        <a:pt x="20" y="6"/>
                      </a:cubicBezTo>
                      <a:cubicBezTo>
                        <a:pt x="20" y="6"/>
                        <a:pt x="20" y="6"/>
                        <a:pt x="20" y="5"/>
                      </a:cubicBezTo>
                      <a:cubicBezTo>
                        <a:pt x="19" y="6"/>
                        <a:pt x="18" y="6"/>
                        <a:pt x="19" y="7"/>
                      </a:cubicBezTo>
                      <a:cubicBezTo>
                        <a:pt x="19" y="7"/>
                        <a:pt x="19" y="6"/>
                        <a:pt x="19" y="7"/>
                      </a:cubicBezTo>
                      <a:close/>
                      <a:moveTo>
                        <a:pt x="13" y="32"/>
                      </a:moveTo>
                      <a:cubicBezTo>
                        <a:pt x="14" y="32"/>
                        <a:pt x="14" y="32"/>
                        <a:pt x="14" y="32"/>
                      </a:cubicBezTo>
                      <a:cubicBezTo>
                        <a:pt x="14" y="33"/>
                        <a:pt x="15" y="33"/>
                        <a:pt x="15" y="33"/>
                      </a:cubicBezTo>
                      <a:cubicBezTo>
                        <a:pt x="15" y="33"/>
                        <a:pt x="15" y="33"/>
                        <a:pt x="16" y="33"/>
                      </a:cubicBezTo>
                      <a:cubicBezTo>
                        <a:pt x="16" y="33"/>
                        <a:pt x="17" y="33"/>
                        <a:pt x="17" y="33"/>
                      </a:cubicBezTo>
                      <a:cubicBezTo>
                        <a:pt x="18" y="33"/>
                        <a:pt x="18" y="32"/>
                        <a:pt x="18" y="32"/>
                      </a:cubicBezTo>
                      <a:cubicBezTo>
                        <a:pt x="18" y="31"/>
                        <a:pt x="18" y="30"/>
                        <a:pt x="18" y="29"/>
                      </a:cubicBezTo>
                      <a:cubicBezTo>
                        <a:pt x="17" y="29"/>
                        <a:pt x="17" y="29"/>
                        <a:pt x="17" y="29"/>
                      </a:cubicBezTo>
                      <a:cubicBezTo>
                        <a:pt x="16" y="29"/>
                        <a:pt x="16" y="29"/>
                        <a:pt x="16" y="29"/>
                      </a:cubicBezTo>
                      <a:cubicBezTo>
                        <a:pt x="15" y="28"/>
                        <a:pt x="16" y="28"/>
                        <a:pt x="16" y="28"/>
                      </a:cubicBezTo>
                      <a:cubicBezTo>
                        <a:pt x="16" y="27"/>
                        <a:pt x="16" y="27"/>
                        <a:pt x="15" y="27"/>
                      </a:cubicBezTo>
                      <a:cubicBezTo>
                        <a:pt x="15" y="26"/>
                        <a:pt x="14" y="27"/>
                        <a:pt x="14" y="27"/>
                      </a:cubicBezTo>
                      <a:cubicBezTo>
                        <a:pt x="13" y="27"/>
                        <a:pt x="12" y="28"/>
                        <a:pt x="12" y="28"/>
                      </a:cubicBezTo>
                      <a:cubicBezTo>
                        <a:pt x="12" y="28"/>
                        <a:pt x="12" y="27"/>
                        <a:pt x="11" y="27"/>
                      </a:cubicBezTo>
                      <a:cubicBezTo>
                        <a:pt x="11" y="27"/>
                        <a:pt x="11" y="28"/>
                        <a:pt x="11" y="29"/>
                      </a:cubicBezTo>
                      <a:cubicBezTo>
                        <a:pt x="11" y="29"/>
                        <a:pt x="11" y="29"/>
                        <a:pt x="12" y="30"/>
                      </a:cubicBezTo>
                      <a:cubicBezTo>
                        <a:pt x="12" y="30"/>
                        <a:pt x="12" y="30"/>
                        <a:pt x="12" y="30"/>
                      </a:cubicBezTo>
                      <a:cubicBezTo>
                        <a:pt x="12" y="31"/>
                        <a:pt x="12" y="31"/>
                        <a:pt x="12" y="31"/>
                      </a:cubicBezTo>
                      <a:cubicBezTo>
                        <a:pt x="12" y="31"/>
                        <a:pt x="13" y="31"/>
                        <a:pt x="13" y="32"/>
                      </a:cubicBezTo>
                      <a:cubicBezTo>
                        <a:pt x="13" y="32"/>
                        <a:pt x="13" y="32"/>
                        <a:pt x="13" y="32"/>
                      </a:cubicBezTo>
                      <a:close/>
                      <a:moveTo>
                        <a:pt x="22" y="31"/>
                      </a:moveTo>
                      <a:cubicBezTo>
                        <a:pt x="23" y="31"/>
                        <a:pt x="23" y="32"/>
                        <a:pt x="24" y="32"/>
                      </a:cubicBezTo>
                      <a:cubicBezTo>
                        <a:pt x="24" y="31"/>
                        <a:pt x="24" y="31"/>
                        <a:pt x="24" y="32"/>
                      </a:cubicBezTo>
                      <a:cubicBezTo>
                        <a:pt x="24" y="32"/>
                        <a:pt x="25" y="32"/>
                        <a:pt x="25" y="32"/>
                      </a:cubicBezTo>
                      <a:cubicBezTo>
                        <a:pt x="24" y="32"/>
                        <a:pt x="24" y="33"/>
                        <a:pt x="24" y="33"/>
                      </a:cubicBezTo>
                      <a:cubicBezTo>
                        <a:pt x="24" y="33"/>
                        <a:pt x="25" y="34"/>
                        <a:pt x="25" y="34"/>
                      </a:cubicBezTo>
                      <a:cubicBezTo>
                        <a:pt x="26" y="34"/>
                        <a:pt x="27" y="34"/>
                        <a:pt x="27" y="34"/>
                      </a:cubicBezTo>
                      <a:cubicBezTo>
                        <a:pt x="27" y="34"/>
                        <a:pt x="27" y="33"/>
                        <a:pt x="27" y="32"/>
                      </a:cubicBezTo>
                      <a:cubicBezTo>
                        <a:pt x="27" y="32"/>
                        <a:pt x="26" y="32"/>
                        <a:pt x="27" y="32"/>
                      </a:cubicBezTo>
                      <a:cubicBezTo>
                        <a:pt x="27" y="31"/>
                        <a:pt x="27" y="31"/>
                        <a:pt x="28" y="31"/>
                      </a:cubicBezTo>
                      <a:cubicBezTo>
                        <a:pt x="28" y="31"/>
                        <a:pt x="30" y="31"/>
                        <a:pt x="29" y="29"/>
                      </a:cubicBezTo>
                      <a:cubicBezTo>
                        <a:pt x="29" y="29"/>
                        <a:pt x="28" y="29"/>
                        <a:pt x="28" y="29"/>
                      </a:cubicBezTo>
                      <a:cubicBezTo>
                        <a:pt x="27" y="28"/>
                        <a:pt x="28" y="28"/>
                        <a:pt x="28" y="27"/>
                      </a:cubicBezTo>
                      <a:cubicBezTo>
                        <a:pt x="29" y="27"/>
                        <a:pt x="29" y="26"/>
                        <a:pt x="29" y="26"/>
                      </a:cubicBezTo>
                      <a:cubicBezTo>
                        <a:pt x="30" y="26"/>
                        <a:pt x="30" y="25"/>
                        <a:pt x="30" y="25"/>
                      </a:cubicBezTo>
                      <a:cubicBezTo>
                        <a:pt x="30" y="24"/>
                        <a:pt x="30" y="23"/>
                        <a:pt x="30" y="23"/>
                      </a:cubicBezTo>
                      <a:cubicBezTo>
                        <a:pt x="30" y="22"/>
                        <a:pt x="31" y="22"/>
                        <a:pt x="30" y="21"/>
                      </a:cubicBezTo>
                      <a:cubicBezTo>
                        <a:pt x="30" y="21"/>
                        <a:pt x="29" y="21"/>
                        <a:pt x="29" y="20"/>
                      </a:cubicBezTo>
                      <a:cubicBezTo>
                        <a:pt x="28" y="20"/>
                        <a:pt x="27" y="21"/>
                        <a:pt x="27" y="21"/>
                      </a:cubicBezTo>
                      <a:cubicBezTo>
                        <a:pt x="26" y="22"/>
                        <a:pt x="25" y="22"/>
                        <a:pt x="25" y="23"/>
                      </a:cubicBezTo>
                      <a:cubicBezTo>
                        <a:pt x="25" y="23"/>
                        <a:pt x="26" y="23"/>
                        <a:pt x="26" y="24"/>
                      </a:cubicBezTo>
                      <a:cubicBezTo>
                        <a:pt x="26" y="24"/>
                        <a:pt x="26" y="24"/>
                        <a:pt x="25" y="24"/>
                      </a:cubicBezTo>
                      <a:cubicBezTo>
                        <a:pt x="25" y="25"/>
                        <a:pt x="25" y="25"/>
                        <a:pt x="25" y="25"/>
                      </a:cubicBezTo>
                      <a:cubicBezTo>
                        <a:pt x="25" y="26"/>
                        <a:pt x="25" y="26"/>
                        <a:pt x="25" y="26"/>
                      </a:cubicBezTo>
                      <a:cubicBezTo>
                        <a:pt x="24" y="25"/>
                        <a:pt x="24" y="25"/>
                        <a:pt x="24" y="25"/>
                      </a:cubicBezTo>
                      <a:cubicBezTo>
                        <a:pt x="24" y="25"/>
                        <a:pt x="25" y="25"/>
                        <a:pt x="25" y="24"/>
                      </a:cubicBezTo>
                      <a:cubicBezTo>
                        <a:pt x="24" y="24"/>
                        <a:pt x="24" y="25"/>
                        <a:pt x="24" y="24"/>
                      </a:cubicBezTo>
                      <a:cubicBezTo>
                        <a:pt x="24" y="24"/>
                        <a:pt x="24" y="24"/>
                        <a:pt x="24" y="24"/>
                      </a:cubicBezTo>
                      <a:cubicBezTo>
                        <a:pt x="24" y="24"/>
                        <a:pt x="24" y="23"/>
                        <a:pt x="24" y="23"/>
                      </a:cubicBezTo>
                      <a:cubicBezTo>
                        <a:pt x="24" y="23"/>
                        <a:pt x="25" y="23"/>
                        <a:pt x="25" y="22"/>
                      </a:cubicBezTo>
                      <a:cubicBezTo>
                        <a:pt x="24" y="22"/>
                        <a:pt x="23" y="22"/>
                        <a:pt x="23" y="22"/>
                      </a:cubicBezTo>
                      <a:cubicBezTo>
                        <a:pt x="22" y="22"/>
                        <a:pt x="21" y="22"/>
                        <a:pt x="21" y="22"/>
                      </a:cubicBezTo>
                      <a:cubicBezTo>
                        <a:pt x="21" y="23"/>
                        <a:pt x="24" y="22"/>
                        <a:pt x="22" y="24"/>
                      </a:cubicBezTo>
                      <a:cubicBezTo>
                        <a:pt x="22" y="24"/>
                        <a:pt x="22" y="24"/>
                        <a:pt x="22" y="24"/>
                      </a:cubicBezTo>
                      <a:cubicBezTo>
                        <a:pt x="22" y="24"/>
                        <a:pt x="22" y="25"/>
                        <a:pt x="22" y="25"/>
                      </a:cubicBezTo>
                      <a:cubicBezTo>
                        <a:pt x="22" y="25"/>
                        <a:pt x="22" y="25"/>
                        <a:pt x="21" y="25"/>
                      </a:cubicBezTo>
                      <a:cubicBezTo>
                        <a:pt x="21" y="25"/>
                        <a:pt x="21" y="25"/>
                        <a:pt x="21" y="25"/>
                      </a:cubicBezTo>
                      <a:cubicBezTo>
                        <a:pt x="20" y="26"/>
                        <a:pt x="20" y="25"/>
                        <a:pt x="20" y="25"/>
                      </a:cubicBezTo>
                      <a:cubicBezTo>
                        <a:pt x="20" y="25"/>
                        <a:pt x="19" y="25"/>
                        <a:pt x="19" y="25"/>
                      </a:cubicBezTo>
                      <a:cubicBezTo>
                        <a:pt x="19" y="26"/>
                        <a:pt x="19" y="26"/>
                        <a:pt x="19" y="26"/>
                      </a:cubicBezTo>
                      <a:cubicBezTo>
                        <a:pt x="19" y="26"/>
                        <a:pt x="19" y="26"/>
                        <a:pt x="20" y="26"/>
                      </a:cubicBezTo>
                      <a:cubicBezTo>
                        <a:pt x="20" y="26"/>
                        <a:pt x="20" y="27"/>
                        <a:pt x="20" y="27"/>
                      </a:cubicBezTo>
                      <a:cubicBezTo>
                        <a:pt x="20" y="27"/>
                        <a:pt x="20" y="27"/>
                        <a:pt x="20" y="27"/>
                      </a:cubicBezTo>
                      <a:cubicBezTo>
                        <a:pt x="20" y="28"/>
                        <a:pt x="20" y="27"/>
                        <a:pt x="20" y="28"/>
                      </a:cubicBezTo>
                      <a:cubicBezTo>
                        <a:pt x="20" y="28"/>
                        <a:pt x="21" y="28"/>
                        <a:pt x="21" y="29"/>
                      </a:cubicBezTo>
                      <a:cubicBezTo>
                        <a:pt x="21" y="29"/>
                        <a:pt x="20" y="29"/>
                        <a:pt x="20" y="30"/>
                      </a:cubicBezTo>
                      <a:cubicBezTo>
                        <a:pt x="21" y="30"/>
                        <a:pt x="21" y="31"/>
                        <a:pt x="21" y="31"/>
                      </a:cubicBezTo>
                      <a:cubicBezTo>
                        <a:pt x="22" y="31"/>
                        <a:pt x="22" y="31"/>
                        <a:pt x="22" y="31"/>
                      </a:cubicBezTo>
                      <a:close/>
                      <a:moveTo>
                        <a:pt x="19" y="33"/>
                      </a:moveTo>
                      <a:cubicBezTo>
                        <a:pt x="19" y="33"/>
                        <a:pt x="19" y="33"/>
                        <a:pt x="19" y="33"/>
                      </a:cubicBezTo>
                      <a:cubicBezTo>
                        <a:pt x="19" y="33"/>
                        <a:pt x="18" y="34"/>
                        <a:pt x="18" y="34"/>
                      </a:cubicBezTo>
                      <a:cubicBezTo>
                        <a:pt x="17" y="35"/>
                        <a:pt x="17" y="35"/>
                        <a:pt x="17" y="36"/>
                      </a:cubicBezTo>
                      <a:cubicBezTo>
                        <a:pt x="17" y="37"/>
                        <a:pt x="17" y="37"/>
                        <a:pt x="18" y="36"/>
                      </a:cubicBezTo>
                      <a:cubicBezTo>
                        <a:pt x="18" y="35"/>
                        <a:pt x="19" y="34"/>
                        <a:pt x="19" y="34"/>
                      </a:cubicBezTo>
                      <a:cubicBezTo>
                        <a:pt x="19" y="34"/>
                        <a:pt x="19" y="34"/>
                        <a:pt x="19" y="33"/>
                      </a:cubicBezTo>
                      <a:close/>
                      <a:moveTo>
                        <a:pt x="12" y="34"/>
                      </a:moveTo>
                      <a:cubicBezTo>
                        <a:pt x="12" y="35"/>
                        <a:pt x="11" y="35"/>
                        <a:pt x="12" y="35"/>
                      </a:cubicBezTo>
                      <a:cubicBezTo>
                        <a:pt x="12" y="35"/>
                        <a:pt x="13" y="35"/>
                        <a:pt x="13" y="35"/>
                      </a:cubicBezTo>
                      <a:cubicBezTo>
                        <a:pt x="13" y="34"/>
                        <a:pt x="12" y="33"/>
                        <a:pt x="11" y="33"/>
                      </a:cubicBezTo>
                      <a:cubicBezTo>
                        <a:pt x="11" y="33"/>
                        <a:pt x="11" y="32"/>
                        <a:pt x="10" y="33"/>
                      </a:cubicBezTo>
                      <a:cubicBezTo>
                        <a:pt x="10" y="33"/>
                        <a:pt x="11" y="34"/>
                        <a:pt x="12" y="34"/>
                      </a:cubicBezTo>
                      <a:cubicBezTo>
                        <a:pt x="12" y="35"/>
                        <a:pt x="11" y="34"/>
                        <a:pt x="12" y="34"/>
                      </a:cubicBezTo>
                      <a:close/>
                      <a:moveTo>
                        <a:pt x="14" y="35"/>
                      </a:moveTo>
                      <a:cubicBezTo>
                        <a:pt x="14" y="35"/>
                        <a:pt x="15" y="35"/>
                        <a:pt x="15" y="35"/>
                      </a:cubicBezTo>
                      <a:cubicBezTo>
                        <a:pt x="15" y="36"/>
                        <a:pt x="16" y="36"/>
                        <a:pt x="16" y="36"/>
                      </a:cubicBezTo>
                      <a:cubicBezTo>
                        <a:pt x="16" y="35"/>
                        <a:pt x="14" y="34"/>
                        <a:pt x="14" y="35"/>
                      </a:cubicBezTo>
                      <a:cubicBezTo>
                        <a:pt x="14" y="35"/>
                        <a:pt x="14" y="34"/>
                        <a:pt x="14" y="35"/>
                      </a:cubicBezTo>
                      <a:close/>
                      <a:moveTo>
                        <a:pt x="16" y="24"/>
                      </a:moveTo>
                      <a:cubicBezTo>
                        <a:pt x="16" y="25"/>
                        <a:pt x="17" y="25"/>
                        <a:pt x="17" y="24"/>
                      </a:cubicBezTo>
                      <a:cubicBezTo>
                        <a:pt x="17" y="24"/>
                        <a:pt x="17" y="24"/>
                        <a:pt x="17" y="23"/>
                      </a:cubicBezTo>
                      <a:cubicBezTo>
                        <a:pt x="17" y="23"/>
                        <a:pt x="16" y="22"/>
                        <a:pt x="16" y="22"/>
                      </a:cubicBezTo>
                      <a:cubicBezTo>
                        <a:pt x="16" y="22"/>
                        <a:pt x="16" y="23"/>
                        <a:pt x="16" y="24"/>
                      </a:cubicBezTo>
                      <a:cubicBezTo>
                        <a:pt x="16" y="24"/>
                        <a:pt x="16" y="23"/>
                        <a:pt x="16" y="24"/>
                      </a:cubicBezTo>
                      <a:close/>
                      <a:moveTo>
                        <a:pt x="17" y="27"/>
                      </a:moveTo>
                      <a:cubicBezTo>
                        <a:pt x="17" y="27"/>
                        <a:pt x="16" y="29"/>
                        <a:pt x="17" y="28"/>
                      </a:cubicBezTo>
                      <a:cubicBezTo>
                        <a:pt x="18" y="28"/>
                        <a:pt x="18" y="27"/>
                        <a:pt x="17" y="27"/>
                      </a:cubicBezTo>
                      <a:cubicBezTo>
                        <a:pt x="17" y="27"/>
                        <a:pt x="17" y="27"/>
                        <a:pt x="17" y="27"/>
                      </a:cubicBezTo>
                      <a:close/>
                      <a:moveTo>
                        <a:pt x="27" y="35"/>
                      </a:moveTo>
                      <a:cubicBezTo>
                        <a:pt x="28" y="36"/>
                        <a:pt x="28" y="34"/>
                        <a:pt x="29" y="34"/>
                      </a:cubicBezTo>
                      <a:cubicBezTo>
                        <a:pt x="29" y="34"/>
                        <a:pt x="30" y="35"/>
                        <a:pt x="30" y="34"/>
                      </a:cubicBezTo>
                      <a:cubicBezTo>
                        <a:pt x="29" y="33"/>
                        <a:pt x="28" y="33"/>
                        <a:pt x="28" y="33"/>
                      </a:cubicBezTo>
                      <a:cubicBezTo>
                        <a:pt x="28" y="33"/>
                        <a:pt x="28" y="34"/>
                        <a:pt x="28" y="34"/>
                      </a:cubicBezTo>
                      <a:cubicBezTo>
                        <a:pt x="27" y="34"/>
                        <a:pt x="27" y="34"/>
                        <a:pt x="27" y="35"/>
                      </a:cubicBezTo>
                      <a:cubicBezTo>
                        <a:pt x="27" y="35"/>
                        <a:pt x="27" y="34"/>
                        <a:pt x="27" y="35"/>
                      </a:cubicBezTo>
                      <a:close/>
                      <a:moveTo>
                        <a:pt x="24" y="35"/>
                      </a:moveTo>
                      <a:cubicBezTo>
                        <a:pt x="24" y="35"/>
                        <a:pt x="25" y="36"/>
                        <a:pt x="25" y="37"/>
                      </a:cubicBezTo>
                      <a:cubicBezTo>
                        <a:pt x="25" y="37"/>
                        <a:pt x="25" y="38"/>
                        <a:pt x="25" y="38"/>
                      </a:cubicBezTo>
                      <a:cubicBezTo>
                        <a:pt x="25" y="38"/>
                        <a:pt x="25" y="39"/>
                        <a:pt x="26" y="39"/>
                      </a:cubicBezTo>
                      <a:cubicBezTo>
                        <a:pt x="26" y="39"/>
                        <a:pt x="26" y="37"/>
                        <a:pt x="26" y="37"/>
                      </a:cubicBezTo>
                      <a:cubicBezTo>
                        <a:pt x="26" y="37"/>
                        <a:pt x="27" y="36"/>
                        <a:pt x="27" y="36"/>
                      </a:cubicBezTo>
                      <a:cubicBezTo>
                        <a:pt x="27" y="35"/>
                        <a:pt x="26" y="35"/>
                        <a:pt x="26" y="35"/>
                      </a:cubicBezTo>
                      <a:cubicBezTo>
                        <a:pt x="25" y="35"/>
                        <a:pt x="25" y="34"/>
                        <a:pt x="25" y="34"/>
                      </a:cubicBezTo>
                      <a:cubicBezTo>
                        <a:pt x="24" y="34"/>
                        <a:pt x="24" y="34"/>
                        <a:pt x="24" y="35"/>
                      </a:cubicBezTo>
                      <a:close/>
                      <a:moveTo>
                        <a:pt x="21" y="34"/>
                      </a:moveTo>
                      <a:cubicBezTo>
                        <a:pt x="20" y="34"/>
                        <a:pt x="20" y="34"/>
                        <a:pt x="20" y="35"/>
                      </a:cubicBezTo>
                      <a:cubicBezTo>
                        <a:pt x="19" y="35"/>
                        <a:pt x="20" y="35"/>
                        <a:pt x="20" y="35"/>
                      </a:cubicBezTo>
                      <a:cubicBezTo>
                        <a:pt x="20" y="36"/>
                        <a:pt x="20" y="36"/>
                        <a:pt x="20" y="36"/>
                      </a:cubicBezTo>
                      <a:cubicBezTo>
                        <a:pt x="20" y="36"/>
                        <a:pt x="19" y="36"/>
                        <a:pt x="20" y="37"/>
                      </a:cubicBezTo>
                      <a:cubicBezTo>
                        <a:pt x="20" y="37"/>
                        <a:pt x="20" y="37"/>
                        <a:pt x="21" y="37"/>
                      </a:cubicBezTo>
                      <a:cubicBezTo>
                        <a:pt x="21" y="37"/>
                        <a:pt x="21" y="37"/>
                        <a:pt x="22" y="38"/>
                      </a:cubicBezTo>
                      <a:cubicBezTo>
                        <a:pt x="22" y="38"/>
                        <a:pt x="22" y="38"/>
                        <a:pt x="22" y="38"/>
                      </a:cubicBezTo>
                      <a:cubicBezTo>
                        <a:pt x="23" y="38"/>
                        <a:pt x="23" y="38"/>
                        <a:pt x="23" y="38"/>
                      </a:cubicBezTo>
                      <a:cubicBezTo>
                        <a:pt x="24" y="38"/>
                        <a:pt x="25" y="38"/>
                        <a:pt x="25" y="37"/>
                      </a:cubicBezTo>
                      <a:cubicBezTo>
                        <a:pt x="25" y="37"/>
                        <a:pt x="24" y="35"/>
                        <a:pt x="24" y="35"/>
                      </a:cubicBezTo>
                      <a:cubicBezTo>
                        <a:pt x="23" y="35"/>
                        <a:pt x="23" y="36"/>
                        <a:pt x="23" y="36"/>
                      </a:cubicBezTo>
                      <a:cubicBezTo>
                        <a:pt x="22" y="36"/>
                        <a:pt x="22" y="35"/>
                        <a:pt x="22" y="35"/>
                      </a:cubicBezTo>
                      <a:cubicBezTo>
                        <a:pt x="22" y="35"/>
                        <a:pt x="21" y="35"/>
                        <a:pt x="21" y="34"/>
                      </a:cubicBezTo>
                      <a:cubicBezTo>
                        <a:pt x="21" y="34"/>
                        <a:pt x="21" y="34"/>
                        <a:pt x="21" y="34"/>
                      </a:cubicBezTo>
                      <a:close/>
                      <a:moveTo>
                        <a:pt x="44" y="33"/>
                      </a:moveTo>
                      <a:cubicBezTo>
                        <a:pt x="45" y="33"/>
                        <a:pt x="45" y="33"/>
                        <a:pt x="46" y="33"/>
                      </a:cubicBezTo>
                      <a:cubicBezTo>
                        <a:pt x="46" y="33"/>
                        <a:pt x="46" y="34"/>
                        <a:pt x="47" y="34"/>
                      </a:cubicBezTo>
                      <a:cubicBezTo>
                        <a:pt x="47" y="34"/>
                        <a:pt x="47" y="33"/>
                        <a:pt x="47" y="33"/>
                      </a:cubicBezTo>
                      <a:cubicBezTo>
                        <a:pt x="47" y="33"/>
                        <a:pt x="47" y="32"/>
                        <a:pt x="47" y="32"/>
                      </a:cubicBezTo>
                      <a:cubicBezTo>
                        <a:pt x="47" y="32"/>
                        <a:pt x="46" y="31"/>
                        <a:pt x="46" y="31"/>
                      </a:cubicBezTo>
                      <a:cubicBezTo>
                        <a:pt x="46" y="31"/>
                        <a:pt x="45" y="30"/>
                        <a:pt x="45" y="30"/>
                      </a:cubicBezTo>
                      <a:cubicBezTo>
                        <a:pt x="45" y="30"/>
                        <a:pt x="44" y="31"/>
                        <a:pt x="44" y="31"/>
                      </a:cubicBezTo>
                      <a:cubicBezTo>
                        <a:pt x="44" y="31"/>
                        <a:pt x="44" y="31"/>
                        <a:pt x="44" y="32"/>
                      </a:cubicBezTo>
                      <a:cubicBezTo>
                        <a:pt x="44" y="32"/>
                        <a:pt x="44" y="32"/>
                        <a:pt x="44" y="32"/>
                      </a:cubicBezTo>
                      <a:cubicBezTo>
                        <a:pt x="44" y="32"/>
                        <a:pt x="44" y="33"/>
                        <a:pt x="44" y="33"/>
                      </a:cubicBezTo>
                      <a:close/>
                      <a:moveTo>
                        <a:pt x="6" y="35"/>
                      </a:moveTo>
                      <a:cubicBezTo>
                        <a:pt x="6" y="35"/>
                        <a:pt x="7" y="35"/>
                        <a:pt x="7" y="36"/>
                      </a:cubicBezTo>
                      <a:cubicBezTo>
                        <a:pt x="7" y="36"/>
                        <a:pt x="7" y="36"/>
                        <a:pt x="7" y="36"/>
                      </a:cubicBezTo>
                      <a:cubicBezTo>
                        <a:pt x="8" y="36"/>
                        <a:pt x="9" y="36"/>
                        <a:pt x="9" y="36"/>
                      </a:cubicBezTo>
                      <a:cubicBezTo>
                        <a:pt x="9" y="36"/>
                        <a:pt x="10" y="35"/>
                        <a:pt x="10" y="35"/>
                      </a:cubicBezTo>
                      <a:cubicBezTo>
                        <a:pt x="10" y="35"/>
                        <a:pt x="10" y="35"/>
                        <a:pt x="10" y="35"/>
                      </a:cubicBezTo>
                      <a:cubicBezTo>
                        <a:pt x="11" y="35"/>
                        <a:pt x="10" y="35"/>
                        <a:pt x="11" y="35"/>
                      </a:cubicBezTo>
                      <a:cubicBezTo>
                        <a:pt x="11" y="35"/>
                        <a:pt x="11" y="34"/>
                        <a:pt x="11" y="34"/>
                      </a:cubicBezTo>
                      <a:cubicBezTo>
                        <a:pt x="11" y="33"/>
                        <a:pt x="10" y="33"/>
                        <a:pt x="9" y="33"/>
                      </a:cubicBezTo>
                      <a:cubicBezTo>
                        <a:pt x="9" y="33"/>
                        <a:pt x="10" y="32"/>
                        <a:pt x="9" y="32"/>
                      </a:cubicBezTo>
                      <a:cubicBezTo>
                        <a:pt x="9" y="31"/>
                        <a:pt x="10" y="32"/>
                        <a:pt x="11" y="31"/>
                      </a:cubicBezTo>
                      <a:cubicBezTo>
                        <a:pt x="11" y="31"/>
                        <a:pt x="10" y="30"/>
                        <a:pt x="10" y="30"/>
                      </a:cubicBezTo>
                      <a:cubicBezTo>
                        <a:pt x="10" y="30"/>
                        <a:pt x="10" y="29"/>
                        <a:pt x="10" y="29"/>
                      </a:cubicBezTo>
                      <a:cubicBezTo>
                        <a:pt x="10" y="29"/>
                        <a:pt x="10" y="29"/>
                        <a:pt x="10" y="29"/>
                      </a:cubicBezTo>
                      <a:cubicBezTo>
                        <a:pt x="10" y="28"/>
                        <a:pt x="10" y="28"/>
                        <a:pt x="10" y="28"/>
                      </a:cubicBezTo>
                      <a:cubicBezTo>
                        <a:pt x="9" y="28"/>
                        <a:pt x="9" y="28"/>
                        <a:pt x="9" y="28"/>
                      </a:cubicBezTo>
                      <a:cubicBezTo>
                        <a:pt x="10" y="28"/>
                        <a:pt x="10" y="28"/>
                        <a:pt x="11" y="27"/>
                      </a:cubicBezTo>
                      <a:cubicBezTo>
                        <a:pt x="11" y="27"/>
                        <a:pt x="11" y="27"/>
                        <a:pt x="12" y="27"/>
                      </a:cubicBezTo>
                      <a:cubicBezTo>
                        <a:pt x="12" y="26"/>
                        <a:pt x="10" y="26"/>
                        <a:pt x="10" y="26"/>
                      </a:cubicBezTo>
                      <a:cubicBezTo>
                        <a:pt x="10" y="25"/>
                        <a:pt x="11" y="26"/>
                        <a:pt x="11" y="26"/>
                      </a:cubicBezTo>
                      <a:cubicBezTo>
                        <a:pt x="11" y="26"/>
                        <a:pt x="12" y="26"/>
                        <a:pt x="12" y="25"/>
                      </a:cubicBezTo>
                      <a:cubicBezTo>
                        <a:pt x="12" y="25"/>
                        <a:pt x="13" y="25"/>
                        <a:pt x="13" y="25"/>
                      </a:cubicBezTo>
                      <a:cubicBezTo>
                        <a:pt x="13" y="25"/>
                        <a:pt x="13" y="24"/>
                        <a:pt x="13" y="24"/>
                      </a:cubicBezTo>
                      <a:cubicBezTo>
                        <a:pt x="13" y="24"/>
                        <a:pt x="12" y="24"/>
                        <a:pt x="12" y="24"/>
                      </a:cubicBezTo>
                      <a:cubicBezTo>
                        <a:pt x="13" y="24"/>
                        <a:pt x="13" y="23"/>
                        <a:pt x="14" y="24"/>
                      </a:cubicBezTo>
                      <a:cubicBezTo>
                        <a:pt x="14" y="24"/>
                        <a:pt x="14" y="22"/>
                        <a:pt x="14" y="22"/>
                      </a:cubicBezTo>
                      <a:cubicBezTo>
                        <a:pt x="14" y="21"/>
                        <a:pt x="14" y="20"/>
                        <a:pt x="15" y="19"/>
                      </a:cubicBezTo>
                      <a:cubicBezTo>
                        <a:pt x="15" y="19"/>
                        <a:pt x="15" y="18"/>
                        <a:pt x="16" y="19"/>
                      </a:cubicBezTo>
                      <a:cubicBezTo>
                        <a:pt x="16" y="19"/>
                        <a:pt x="15" y="19"/>
                        <a:pt x="15" y="20"/>
                      </a:cubicBezTo>
                      <a:cubicBezTo>
                        <a:pt x="16" y="20"/>
                        <a:pt x="16" y="20"/>
                        <a:pt x="16" y="20"/>
                      </a:cubicBezTo>
                      <a:cubicBezTo>
                        <a:pt x="16" y="22"/>
                        <a:pt x="16" y="19"/>
                        <a:pt x="17" y="19"/>
                      </a:cubicBezTo>
                      <a:cubicBezTo>
                        <a:pt x="17" y="19"/>
                        <a:pt x="17" y="19"/>
                        <a:pt x="17" y="20"/>
                      </a:cubicBezTo>
                      <a:cubicBezTo>
                        <a:pt x="18" y="20"/>
                        <a:pt x="18" y="20"/>
                        <a:pt x="18" y="20"/>
                      </a:cubicBezTo>
                      <a:cubicBezTo>
                        <a:pt x="18" y="19"/>
                        <a:pt x="19" y="18"/>
                        <a:pt x="19" y="17"/>
                      </a:cubicBezTo>
                      <a:cubicBezTo>
                        <a:pt x="19" y="16"/>
                        <a:pt x="18" y="16"/>
                        <a:pt x="17" y="16"/>
                      </a:cubicBezTo>
                      <a:cubicBezTo>
                        <a:pt x="17" y="16"/>
                        <a:pt x="16" y="16"/>
                        <a:pt x="16" y="16"/>
                      </a:cubicBezTo>
                      <a:cubicBezTo>
                        <a:pt x="16" y="16"/>
                        <a:pt x="16" y="16"/>
                        <a:pt x="15" y="15"/>
                      </a:cubicBezTo>
                      <a:cubicBezTo>
                        <a:pt x="15" y="15"/>
                        <a:pt x="15" y="15"/>
                        <a:pt x="15" y="15"/>
                      </a:cubicBezTo>
                      <a:cubicBezTo>
                        <a:pt x="14" y="15"/>
                        <a:pt x="14" y="16"/>
                        <a:pt x="14" y="16"/>
                      </a:cubicBezTo>
                      <a:cubicBezTo>
                        <a:pt x="14" y="15"/>
                        <a:pt x="16" y="14"/>
                        <a:pt x="15" y="13"/>
                      </a:cubicBezTo>
                      <a:cubicBezTo>
                        <a:pt x="14" y="13"/>
                        <a:pt x="14" y="13"/>
                        <a:pt x="13" y="14"/>
                      </a:cubicBezTo>
                      <a:cubicBezTo>
                        <a:pt x="13" y="14"/>
                        <a:pt x="12" y="14"/>
                        <a:pt x="12" y="14"/>
                      </a:cubicBezTo>
                      <a:cubicBezTo>
                        <a:pt x="12" y="14"/>
                        <a:pt x="13" y="14"/>
                        <a:pt x="13" y="13"/>
                      </a:cubicBezTo>
                      <a:cubicBezTo>
                        <a:pt x="14" y="13"/>
                        <a:pt x="14" y="13"/>
                        <a:pt x="15" y="13"/>
                      </a:cubicBezTo>
                      <a:cubicBezTo>
                        <a:pt x="15" y="12"/>
                        <a:pt x="15" y="11"/>
                        <a:pt x="15" y="10"/>
                      </a:cubicBezTo>
                      <a:cubicBezTo>
                        <a:pt x="14" y="10"/>
                        <a:pt x="14" y="9"/>
                        <a:pt x="13" y="9"/>
                      </a:cubicBezTo>
                      <a:cubicBezTo>
                        <a:pt x="12" y="9"/>
                        <a:pt x="12" y="9"/>
                        <a:pt x="11" y="9"/>
                      </a:cubicBezTo>
                      <a:cubicBezTo>
                        <a:pt x="11" y="9"/>
                        <a:pt x="11" y="10"/>
                        <a:pt x="10" y="10"/>
                      </a:cubicBezTo>
                      <a:cubicBezTo>
                        <a:pt x="10" y="10"/>
                        <a:pt x="10" y="10"/>
                        <a:pt x="10" y="10"/>
                      </a:cubicBezTo>
                      <a:cubicBezTo>
                        <a:pt x="8" y="9"/>
                        <a:pt x="7" y="10"/>
                        <a:pt x="7" y="12"/>
                      </a:cubicBezTo>
                      <a:cubicBezTo>
                        <a:pt x="7" y="13"/>
                        <a:pt x="8" y="13"/>
                        <a:pt x="8" y="14"/>
                      </a:cubicBezTo>
                      <a:cubicBezTo>
                        <a:pt x="8" y="14"/>
                        <a:pt x="8" y="16"/>
                        <a:pt x="8" y="15"/>
                      </a:cubicBezTo>
                      <a:cubicBezTo>
                        <a:pt x="7" y="15"/>
                        <a:pt x="8" y="14"/>
                        <a:pt x="7" y="14"/>
                      </a:cubicBezTo>
                      <a:cubicBezTo>
                        <a:pt x="7" y="14"/>
                        <a:pt x="6" y="16"/>
                        <a:pt x="6" y="15"/>
                      </a:cubicBezTo>
                      <a:cubicBezTo>
                        <a:pt x="6" y="14"/>
                        <a:pt x="7" y="13"/>
                        <a:pt x="7" y="13"/>
                      </a:cubicBezTo>
                      <a:cubicBezTo>
                        <a:pt x="7" y="12"/>
                        <a:pt x="6" y="12"/>
                        <a:pt x="6" y="12"/>
                      </a:cubicBezTo>
                      <a:cubicBezTo>
                        <a:pt x="5" y="13"/>
                        <a:pt x="5" y="13"/>
                        <a:pt x="5" y="14"/>
                      </a:cubicBezTo>
                      <a:cubicBezTo>
                        <a:pt x="4" y="14"/>
                        <a:pt x="4" y="14"/>
                        <a:pt x="4" y="15"/>
                      </a:cubicBezTo>
                      <a:cubicBezTo>
                        <a:pt x="4" y="15"/>
                        <a:pt x="4" y="15"/>
                        <a:pt x="5" y="16"/>
                      </a:cubicBezTo>
                      <a:cubicBezTo>
                        <a:pt x="5" y="16"/>
                        <a:pt x="4" y="16"/>
                        <a:pt x="3" y="16"/>
                      </a:cubicBezTo>
                      <a:cubicBezTo>
                        <a:pt x="3" y="15"/>
                        <a:pt x="3" y="15"/>
                        <a:pt x="3" y="14"/>
                      </a:cubicBezTo>
                      <a:cubicBezTo>
                        <a:pt x="2" y="14"/>
                        <a:pt x="3" y="14"/>
                        <a:pt x="3" y="15"/>
                      </a:cubicBezTo>
                      <a:cubicBezTo>
                        <a:pt x="3" y="15"/>
                        <a:pt x="2" y="15"/>
                        <a:pt x="2" y="15"/>
                      </a:cubicBezTo>
                      <a:cubicBezTo>
                        <a:pt x="2" y="15"/>
                        <a:pt x="1" y="15"/>
                        <a:pt x="1" y="15"/>
                      </a:cubicBezTo>
                      <a:cubicBezTo>
                        <a:pt x="1" y="15"/>
                        <a:pt x="1" y="14"/>
                        <a:pt x="1" y="14"/>
                      </a:cubicBezTo>
                      <a:cubicBezTo>
                        <a:pt x="0" y="14"/>
                        <a:pt x="0" y="15"/>
                        <a:pt x="0" y="15"/>
                      </a:cubicBezTo>
                      <a:cubicBezTo>
                        <a:pt x="0" y="16"/>
                        <a:pt x="0" y="17"/>
                        <a:pt x="0" y="18"/>
                      </a:cubicBezTo>
                      <a:cubicBezTo>
                        <a:pt x="0" y="19"/>
                        <a:pt x="0" y="20"/>
                        <a:pt x="0" y="21"/>
                      </a:cubicBezTo>
                      <a:cubicBezTo>
                        <a:pt x="1" y="21"/>
                        <a:pt x="1" y="21"/>
                        <a:pt x="1" y="21"/>
                      </a:cubicBezTo>
                      <a:cubicBezTo>
                        <a:pt x="1" y="22"/>
                        <a:pt x="1" y="22"/>
                        <a:pt x="1" y="22"/>
                      </a:cubicBezTo>
                      <a:cubicBezTo>
                        <a:pt x="2" y="23"/>
                        <a:pt x="2" y="23"/>
                        <a:pt x="2" y="23"/>
                      </a:cubicBezTo>
                      <a:cubicBezTo>
                        <a:pt x="1" y="24"/>
                        <a:pt x="1" y="24"/>
                        <a:pt x="1" y="24"/>
                      </a:cubicBezTo>
                      <a:cubicBezTo>
                        <a:pt x="1" y="24"/>
                        <a:pt x="1" y="24"/>
                        <a:pt x="1" y="24"/>
                      </a:cubicBezTo>
                      <a:cubicBezTo>
                        <a:pt x="0" y="23"/>
                        <a:pt x="1" y="23"/>
                        <a:pt x="0" y="23"/>
                      </a:cubicBezTo>
                      <a:cubicBezTo>
                        <a:pt x="0" y="22"/>
                        <a:pt x="0" y="21"/>
                        <a:pt x="0" y="21"/>
                      </a:cubicBezTo>
                      <a:cubicBezTo>
                        <a:pt x="0" y="21"/>
                        <a:pt x="0" y="22"/>
                        <a:pt x="0" y="22"/>
                      </a:cubicBezTo>
                      <a:cubicBezTo>
                        <a:pt x="0" y="23"/>
                        <a:pt x="0" y="23"/>
                        <a:pt x="0" y="24"/>
                      </a:cubicBezTo>
                      <a:cubicBezTo>
                        <a:pt x="0" y="24"/>
                        <a:pt x="0" y="25"/>
                        <a:pt x="0" y="26"/>
                      </a:cubicBezTo>
                      <a:cubicBezTo>
                        <a:pt x="0" y="26"/>
                        <a:pt x="0" y="27"/>
                        <a:pt x="0" y="28"/>
                      </a:cubicBezTo>
                      <a:cubicBezTo>
                        <a:pt x="0" y="28"/>
                        <a:pt x="1" y="28"/>
                        <a:pt x="1" y="28"/>
                      </a:cubicBezTo>
                      <a:cubicBezTo>
                        <a:pt x="1" y="28"/>
                        <a:pt x="1" y="27"/>
                        <a:pt x="1" y="27"/>
                      </a:cubicBezTo>
                      <a:cubicBezTo>
                        <a:pt x="1" y="27"/>
                        <a:pt x="1" y="27"/>
                        <a:pt x="2" y="27"/>
                      </a:cubicBezTo>
                      <a:cubicBezTo>
                        <a:pt x="2" y="28"/>
                        <a:pt x="2" y="28"/>
                        <a:pt x="2" y="29"/>
                      </a:cubicBezTo>
                      <a:cubicBezTo>
                        <a:pt x="2" y="29"/>
                        <a:pt x="2" y="29"/>
                        <a:pt x="2" y="30"/>
                      </a:cubicBezTo>
                      <a:cubicBezTo>
                        <a:pt x="2" y="29"/>
                        <a:pt x="2" y="28"/>
                        <a:pt x="3" y="29"/>
                      </a:cubicBezTo>
                      <a:cubicBezTo>
                        <a:pt x="4" y="29"/>
                        <a:pt x="4" y="30"/>
                        <a:pt x="4" y="30"/>
                      </a:cubicBezTo>
                      <a:cubicBezTo>
                        <a:pt x="4" y="31"/>
                        <a:pt x="4" y="32"/>
                        <a:pt x="4" y="33"/>
                      </a:cubicBezTo>
                      <a:cubicBezTo>
                        <a:pt x="4" y="33"/>
                        <a:pt x="4" y="35"/>
                        <a:pt x="4" y="35"/>
                      </a:cubicBezTo>
                      <a:cubicBezTo>
                        <a:pt x="4" y="35"/>
                        <a:pt x="5" y="35"/>
                        <a:pt x="6" y="35"/>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1" name="Freeform 816">
                  <a:extLst>
                    <a:ext uri="{FF2B5EF4-FFF2-40B4-BE49-F238E27FC236}">
                      <a16:creationId xmlns:a16="http://schemas.microsoft.com/office/drawing/2014/main" id="{350201F2-70AD-C382-3684-B065DEF62F3C}"/>
                    </a:ext>
                  </a:extLst>
                </p:cNvPr>
                <p:cNvSpPr>
                  <a:spLocks/>
                </p:cNvSpPr>
                <p:nvPr/>
              </p:nvSpPr>
              <p:spPr bwMode="auto">
                <a:xfrm>
                  <a:off x="5716588" y="3208338"/>
                  <a:ext cx="192087" cy="112713"/>
                </a:xfrm>
                <a:custGeom>
                  <a:avLst/>
                  <a:gdLst>
                    <a:gd name="T0" fmla="*/ 17 w 46"/>
                    <a:gd name="T1" fmla="*/ 25 h 27"/>
                    <a:gd name="T2" fmla="*/ 19 w 46"/>
                    <a:gd name="T3" fmla="*/ 25 h 27"/>
                    <a:gd name="T4" fmla="*/ 20 w 46"/>
                    <a:gd name="T5" fmla="*/ 22 h 27"/>
                    <a:gd name="T6" fmla="*/ 25 w 46"/>
                    <a:gd name="T7" fmla="*/ 23 h 27"/>
                    <a:gd name="T8" fmla="*/ 28 w 46"/>
                    <a:gd name="T9" fmla="*/ 24 h 27"/>
                    <a:gd name="T10" fmla="*/ 32 w 46"/>
                    <a:gd name="T11" fmla="*/ 24 h 27"/>
                    <a:gd name="T12" fmla="*/ 34 w 46"/>
                    <a:gd name="T13" fmla="*/ 23 h 27"/>
                    <a:gd name="T14" fmla="*/ 40 w 46"/>
                    <a:gd name="T15" fmla="*/ 22 h 27"/>
                    <a:gd name="T16" fmla="*/ 43 w 46"/>
                    <a:gd name="T17" fmla="*/ 18 h 27"/>
                    <a:gd name="T18" fmla="*/ 45 w 46"/>
                    <a:gd name="T19" fmla="*/ 17 h 27"/>
                    <a:gd name="T20" fmla="*/ 45 w 46"/>
                    <a:gd name="T21" fmla="*/ 15 h 27"/>
                    <a:gd name="T22" fmla="*/ 44 w 46"/>
                    <a:gd name="T23" fmla="*/ 12 h 27"/>
                    <a:gd name="T24" fmla="*/ 41 w 46"/>
                    <a:gd name="T25" fmla="*/ 11 h 27"/>
                    <a:gd name="T26" fmla="*/ 39 w 46"/>
                    <a:gd name="T27" fmla="*/ 10 h 27"/>
                    <a:gd name="T28" fmla="*/ 39 w 46"/>
                    <a:gd name="T29" fmla="*/ 8 h 27"/>
                    <a:gd name="T30" fmla="*/ 35 w 46"/>
                    <a:gd name="T31" fmla="*/ 7 h 27"/>
                    <a:gd name="T32" fmla="*/ 33 w 46"/>
                    <a:gd name="T33" fmla="*/ 8 h 27"/>
                    <a:gd name="T34" fmla="*/ 31 w 46"/>
                    <a:gd name="T35" fmla="*/ 10 h 27"/>
                    <a:gd name="T36" fmla="*/ 30 w 46"/>
                    <a:gd name="T37" fmla="*/ 8 h 27"/>
                    <a:gd name="T38" fmla="*/ 30 w 46"/>
                    <a:gd name="T39" fmla="*/ 5 h 27"/>
                    <a:gd name="T40" fmla="*/ 26 w 46"/>
                    <a:gd name="T41" fmla="*/ 4 h 27"/>
                    <a:gd name="T42" fmla="*/ 22 w 46"/>
                    <a:gd name="T43" fmla="*/ 2 h 27"/>
                    <a:gd name="T44" fmla="*/ 19 w 46"/>
                    <a:gd name="T45" fmla="*/ 2 h 27"/>
                    <a:gd name="T46" fmla="*/ 15 w 46"/>
                    <a:gd name="T47" fmla="*/ 0 h 27"/>
                    <a:gd name="T48" fmla="*/ 13 w 46"/>
                    <a:gd name="T49" fmla="*/ 3 h 27"/>
                    <a:gd name="T50" fmla="*/ 9 w 46"/>
                    <a:gd name="T51" fmla="*/ 5 h 27"/>
                    <a:gd name="T52" fmla="*/ 8 w 46"/>
                    <a:gd name="T53" fmla="*/ 6 h 27"/>
                    <a:gd name="T54" fmla="*/ 4 w 46"/>
                    <a:gd name="T55" fmla="*/ 7 h 27"/>
                    <a:gd name="T56" fmla="*/ 2 w 46"/>
                    <a:gd name="T57" fmla="*/ 9 h 27"/>
                    <a:gd name="T58" fmla="*/ 1 w 46"/>
                    <a:gd name="T59" fmla="*/ 10 h 27"/>
                    <a:gd name="T60" fmla="*/ 3 w 46"/>
                    <a:gd name="T61" fmla="*/ 15 h 27"/>
                    <a:gd name="T62" fmla="*/ 5 w 46"/>
                    <a:gd name="T63" fmla="*/ 18 h 27"/>
                    <a:gd name="T64" fmla="*/ 7 w 46"/>
                    <a:gd name="T65" fmla="*/ 20 h 27"/>
                    <a:gd name="T66" fmla="*/ 9 w 46"/>
                    <a:gd name="T67" fmla="*/ 21 h 27"/>
                    <a:gd name="T68" fmla="*/ 12 w 46"/>
                    <a:gd name="T69" fmla="*/ 24 h 27"/>
                    <a:gd name="T70" fmla="*/ 14 w 46"/>
                    <a:gd name="T71"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6" h="27">
                      <a:moveTo>
                        <a:pt x="14" y="26"/>
                      </a:moveTo>
                      <a:cubicBezTo>
                        <a:pt x="15" y="27"/>
                        <a:pt x="16" y="25"/>
                        <a:pt x="17" y="25"/>
                      </a:cubicBezTo>
                      <a:cubicBezTo>
                        <a:pt x="17" y="25"/>
                        <a:pt x="17" y="26"/>
                        <a:pt x="18" y="26"/>
                      </a:cubicBezTo>
                      <a:cubicBezTo>
                        <a:pt x="18" y="26"/>
                        <a:pt x="18" y="25"/>
                        <a:pt x="19" y="25"/>
                      </a:cubicBezTo>
                      <a:cubicBezTo>
                        <a:pt x="19" y="24"/>
                        <a:pt x="20" y="24"/>
                        <a:pt x="20" y="23"/>
                      </a:cubicBezTo>
                      <a:cubicBezTo>
                        <a:pt x="20" y="22"/>
                        <a:pt x="20" y="22"/>
                        <a:pt x="20" y="22"/>
                      </a:cubicBezTo>
                      <a:cubicBezTo>
                        <a:pt x="21" y="22"/>
                        <a:pt x="21" y="22"/>
                        <a:pt x="21" y="22"/>
                      </a:cubicBezTo>
                      <a:cubicBezTo>
                        <a:pt x="23" y="22"/>
                        <a:pt x="24" y="23"/>
                        <a:pt x="25" y="23"/>
                      </a:cubicBezTo>
                      <a:cubicBezTo>
                        <a:pt x="25" y="23"/>
                        <a:pt x="26" y="23"/>
                        <a:pt x="26" y="23"/>
                      </a:cubicBezTo>
                      <a:cubicBezTo>
                        <a:pt x="27" y="24"/>
                        <a:pt x="27" y="24"/>
                        <a:pt x="28" y="24"/>
                      </a:cubicBezTo>
                      <a:cubicBezTo>
                        <a:pt x="29" y="24"/>
                        <a:pt x="30" y="23"/>
                        <a:pt x="31" y="24"/>
                      </a:cubicBezTo>
                      <a:cubicBezTo>
                        <a:pt x="31" y="24"/>
                        <a:pt x="32" y="24"/>
                        <a:pt x="32" y="24"/>
                      </a:cubicBezTo>
                      <a:cubicBezTo>
                        <a:pt x="33" y="25"/>
                        <a:pt x="33" y="25"/>
                        <a:pt x="33" y="25"/>
                      </a:cubicBezTo>
                      <a:cubicBezTo>
                        <a:pt x="34" y="25"/>
                        <a:pt x="34" y="24"/>
                        <a:pt x="34" y="23"/>
                      </a:cubicBezTo>
                      <a:cubicBezTo>
                        <a:pt x="35" y="23"/>
                        <a:pt x="36" y="23"/>
                        <a:pt x="37" y="23"/>
                      </a:cubicBezTo>
                      <a:cubicBezTo>
                        <a:pt x="38" y="23"/>
                        <a:pt x="39" y="22"/>
                        <a:pt x="40" y="22"/>
                      </a:cubicBezTo>
                      <a:cubicBezTo>
                        <a:pt x="41" y="21"/>
                        <a:pt x="41" y="20"/>
                        <a:pt x="41" y="20"/>
                      </a:cubicBezTo>
                      <a:cubicBezTo>
                        <a:pt x="41" y="19"/>
                        <a:pt x="42" y="19"/>
                        <a:pt x="43" y="18"/>
                      </a:cubicBezTo>
                      <a:cubicBezTo>
                        <a:pt x="43" y="18"/>
                        <a:pt x="43" y="17"/>
                        <a:pt x="44" y="17"/>
                      </a:cubicBezTo>
                      <a:cubicBezTo>
                        <a:pt x="44" y="17"/>
                        <a:pt x="45" y="17"/>
                        <a:pt x="45" y="17"/>
                      </a:cubicBezTo>
                      <a:cubicBezTo>
                        <a:pt x="45" y="16"/>
                        <a:pt x="46" y="16"/>
                        <a:pt x="46" y="16"/>
                      </a:cubicBezTo>
                      <a:cubicBezTo>
                        <a:pt x="46" y="16"/>
                        <a:pt x="46" y="15"/>
                        <a:pt x="45" y="15"/>
                      </a:cubicBezTo>
                      <a:cubicBezTo>
                        <a:pt x="45" y="15"/>
                        <a:pt x="45" y="14"/>
                        <a:pt x="45" y="14"/>
                      </a:cubicBezTo>
                      <a:cubicBezTo>
                        <a:pt x="44" y="13"/>
                        <a:pt x="45" y="12"/>
                        <a:pt x="44" y="12"/>
                      </a:cubicBezTo>
                      <a:cubicBezTo>
                        <a:pt x="43" y="12"/>
                        <a:pt x="43" y="12"/>
                        <a:pt x="43" y="12"/>
                      </a:cubicBezTo>
                      <a:cubicBezTo>
                        <a:pt x="42" y="11"/>
                        <a:pt x="42" y="11"/>
                        <a:pt x="41" y="11"/>
                      </a:cubicBezTo>
                      <a:cubicBezTo>
                        <a:pt x="40" y="10"/>
                        <a:pt x="41" y="11"/>
                        <a:pt x="40" y="11"/>
                      </a:cubicBezTo>
                      <a:cubicBezTo>
                        <a:pt x="39" y="11"/>
                        <a:pt x="39" y="11"/>
                        <a:pt x="39" y="10"/>
                      </a:cubicBezTo>
                      <a:cubicBezTo>
                        <a:pt x="38" y="10"/>
                        <a:pt x="38" y="10"/>
                        <a:pt x="38" y="10"/>
                      </a:cubicBezTo>
                      <a:cubicBezTo>
                        <a:pt x="37" y="9"/>
                        <a:pt x="39" y="9"/>
                        <a:pt x="39" y="8"/>
                      </a:cubicBezTo>
                      <a:cubicBezTo>
                        <a:pt x="38" y="8"/>
                        <a:pt x="37" y="9"/>
                        <a:pt x="36" y="8"/>
                      </a:cubicBezTo>
                      <a:cubicBezTo>
                        <a:pt x="36" y="8"/>
                        <a:pt x="35" y="8"/>
                        <a:pt x="35" y="7"/>
                      </a:cubicBezTo>
                      <a:cubicBezTo>
                        <a:pt x="34" y="7"/>
                        <a:pt x="33" y="6"/>
                        <a:pt x="33" y="7"/>
                      </a:cubicBezTo>
                      <a:cubicBezTo>
                        <a:pt x="32" y="7"/>
                        <a:pt x="33" y="8"/>
                        <a:pt x="33" y="8"/>
                      </a:cubicBezTo>
                      <a:cubicBezTo>
                        <a:pt x="34" y="9"/>
                        <a:pt x="33" y="9"/>
                        <a:pt x="32" y="9"/>
                      </a:cubicBezTo>
                      <a:cubicBezTo>
                        <a:pt x="32" y="10"/>
                        <a:pt x="31" y="10"/>
                        <a:pt x="31" y="10"/>
                      </a:cubicBezTo>
                      <a:cubicBezTo>
                        <a:pt x="30" y="9"/>
                        <a:pt x="30" y="9"/>
                        <a:pt x="30" y="8"/>
                      </a:cubicBezTo>
                      <a:cubicBezTo>
                        <a:pt x="30" y="8"/>
                        <a:pt x="30" y="8"/>
                        <a:pt x="30" y="8"/>
                      </a:cubicBezTo>
                      <a:cubicBezTo>
                        <a:pt x="29" y="7"/>
                        <a:pt x="29" y="7"/>
                        <a:pt x="29" y="7"/>
                      </a:cubicBezTo>
                      <a:cubicBezTo>
                        <a:pt x="27" y="6"/>
                        <a:pt x="30" y="6"/>
                        <a:pt x="30" y="5"/>
                      </a:cubicBezTo>
                      <a:cubicBezTo>
                        <a:pt x="29" y="4"/>
                        <a:pt x="28" y="4"/>
                        <a:pt x="28" y="4"/>
                      </a:cubicBezTo>
                      <a:cubicBezTo>
                        <a:pt x="27" y="5"/>
                        <a:pt x="27" y="4"/>
                        <a:pt x="26" y="4"/>
                      </a:cubicBezTo>
                      <a:cubicBezTo>
                        <a:pt x="25" y="3"/>
                        <a:pt x="24" y="3"/>
                        <a:pt x="24" y="3"/>
                      </a:cubicBezTo>
                      <a:cubicBezTo>
                        <a:pt x="23" y="3"/>
                        <a:pt x="23" y="2"/>
                        <a:pt x="22" y="2"/>
                      </a:cubicBezTo>
                      <a:cubicBezTo>
                        <a:pt x="22" y="1"/>
                        <a:pt x="21" y="0"/>
                        <a:pt x="20" y="1"/>
                      </a:cubicBezTo>
                      <a:cubicBezTo>
                        <a:pt x="20" y="1"/>
                        <a:pt x="20" y="2"/>
                        <a:pt x="19" y="2"/>
                      </a:cubicBezTo>
                      <a:cubicBezTo>
                        <a:pt x="19" y="3"/>
                        <a:pt x="18" y="2"/>
                        <a:pt x="18" y="1"/>
                      </a:cubicBezTo>
                      <a:cubicBezTo>
                        <a:pt x="17" y="0"/>
                        <a:pt x="16" y="0"/>
                        <a:pt x="15" y="0"/>
                      </a:cubicBezTo>
                      <a:cubicBezTo>
                        <a:pt x="15" y="1"/>
                        <a:pt x="16" y="1"/>
                        <a:pt x="16" y="2"/>
                      </a:cubicBezTo>
                      <a:cubicBezTo>
                        <a:pt x="16" y="2"/>
                        <a:pt x="14" y="3"/>
                        <a:pt x="13" y="3"/>
                      </a:cubicBezTo>
                      <a:cubicBezTo>
                        <a:pt x="13" y="3"/>
                        <a:pt x="12" y="3"/>
                        <a:pt x="11" y="4"/>
                      </a:cubicBezTo>
                      <a:cubicBezTo>
                        <a:pt x="10" y="4"/>
                        <a:pt x="10" y="4"/>
                        <a:pt x="9" y="5"/>
                      </a:cubicBezTo>
                      <a:cubicBezTo>
                        <a:pt x="9" y="5"/>
                        <a:pt x="9" y="5"/>
                        <a:pt x="9" y="5"/>
                      </a:cubicBezTo>
                      <a:cubicBezTo>
                        <a:pt x="8" y="5"/>
                        <a:pt x="8" y="6"/>
                        <a:pt x="8" y="6"/>
                      </a:cubicBezTo>
                      <a:cubicBezTo>
                        <a:pt x="7" y="6"/>
                        <a:pt x="6" y="7"/>
                        <a:pt x="6" y="7"/>
                      </a:cubicBezTo>
                      <a:cubicBezTo>
                        <a:pt x="5" y="7"/>
                        <a:pt x="4" y="7"/>
                        <a:pt x="4" y="7"/>
                      </a:cubicBezTo>
                      <a:cubicBezTo>
                        <a:pt x="3" y="7"/>
                        <a:pt x="3" y="7"/>
                        <a:pt x="3" y="8"/>
                      </a:cubicBezTo>
                      <a:cubicBezTo>
                        <a:pt x="3" y="8"/>
                        <a:pt x="2" y="9"/>
                        <a:pt x="2" y="9"/>
                      </a:cubicBezTo>
                      <a:cubicBezTo>
                        <a:pt x="1" y="9"/>
                        <a:pt x="1" y="8"/>
                        <a:pt x="1" y="8"/>
                      </a:cubicBezTo>
                      <a:cubicBezTo>
                        <a:pt x="0" y="8"/>
                        <a:pt x="1" y="9"/>
                        <a:pt x="1" y="10"/>
                      </a:cubicBezTo>
                      <a:cubicBezTo>
                        <a:pt x="2" y="10"/>
                        <a:pt x="2" y="11"/>
                        <a:pt x="3" y="11"/>
                      </a:cubicBezTo>
                      <a:cubicBezTo>
                        <a:pt x="4" y="13"/>
                        <a:pt x="3" y="14"/>
                        <a:pt x="3" y="15"/>
                      </a:cubicBezTo>
                      <a:cubicBezTo>
                        <a:pt x="4" y="16"/>
                        <a:pt x="4" y="16"/>
                        <a:pt x="4" y="17"/>
                      </a:cubicBezTo>
                      <a:cubicBezTo>
                        <a:pt x="4" y="17"/>
                        <a:pt x="5" y="18"/>
                        <a:pt x="5" y="18"/>
                      </a:cubicBezTo>
                      <a:cubicBezTo>
                        <a:pt x="6" y="18"/>
                        <a:pt x="6" y="18"/>
                        <a:pt x="6" y="18"/>
                      </a:cubicBezTo>
                      <a:cubicBezTo>
                        <a:pt x="7" y="18"/>
                        <a:pt x="7" y="19"/>
                        <a:pt x="7" y="20"/>
                      </a:cubicBezTo>
                      <a:cubicBezTo>
                        <a:pt x="7" y="20"/>
                        <a:pt x="8" y="20"/>
                        <a:pt x="8" y="20"/>
                      </a:cubicBezTo>
                      <a:cubicBezTo>
                        <a:pt x="8" y="21"/>
                        <a:pt x="8" y="20"/>
                        <a:pt x="9" y="21"/>
                      </a:cubicBezTo>
                      <a:cubicBezTo>
                        <a:pt x="9" y="21"/>
                        <a:pt x="10" y="22"/>
                        <a:pt x="10" y="22"/>
                      </a:cubicBezTo>
                      <a:cubicBezTo>
                        <a:pt x="11" y="23"/>
                        <a:pt x="12" y="23"/>
                        <a:pt x="12" y="24"/>
                      </a:cubicBezTo>
                      <a:cubicBezTo>
                        <a:pt x="13" y="24"/>
                        <a:pt x="13" y="25"/>
                        <a:pt x="14" y="26"/>
                      </a:cubicBezTo>
                      <a:cubicBezTo>
                        <a:pt x="15" y="26"/>
                        <a:pt x="13" y="25"/>
                        <a:pt x="14" y="26"/>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2" name="Freeform 817">
                  <a:extLst>
                    <a:ext uri="{FF2B5EF4-FFF2-40B4-BE49-F238E27FC236}">
                      <a16:creationId xmlns:a16="http://schemas.microsoft.com/office/drawing/2014/main" id="{7122EEB2-1120-311D-F52F-96D9CF05708D}"/>
                    </a:ext>
                  </a:extLst>
                </p:cNvPr>
                <p:cNvSpPr>
                  <a:spLocks noEditPoints="1"/>
                </p:cNvSpPr>
                <p:nvPr/>
              </p:nvSpPr>
              <p:spPr bwMode="auto">
                <a:xfrm>
                  <a:off x="5759450" y="3400425"/>
                  <a:ext cx="165100" cy="163513"/>
                </a:xfrm>
                <a:custGeom>
                  <a:avLst/>
                  <a:gdLst>
                    <a:gd name="T0" fmla="*/ 32 w 40"/>
                    <a:gd name="T1" fmla="*/ 37 h 39"/>
                    <a:gd name="T2" fmla="*/ 24 w 40"/>
                    <a:gd name="T3" fmla="*/ 31 h 39"/>
                    <a:gd name="T4" fmla="*/ 16 w 40"/>
                    <a:gd name="T5" fmla="*/ 27 h 39"/>
                    <a:gd name="T6" fmla="*/ 12 w 40"/>
                    <a:gd name="T7" fmla="*/ 22 h 39"/>
                    <a:gd name="T8" fmla="*/ 12 w 40"/>
                    <a:gd name="T9" fmla="*/ 21 h 39"/>
                    <a:gd name="T10" fmla="*/ 8 w 40"/>
                    <a:gd name="T11" fmla="*/ 17 h 39"/>
                    <a:gd name="T12" fmla="*/ 6 w 40"/>
                    <a:gd name="T13" fmla="*/ 12 h 39"/>
                    <a:gd name="T14" fmla="*/ 4 w 40"/>
                    <a:gd name="T15" fmla="*/ 15 h 39"/>
                    <a:gd name="T16" fmla="*/ 2 w 40"/>
                    <a:gd name="T17" fmla="*/ 15 h 39"/>
                    <a:gd name="T18" fmla="*/ 1 w 40"/>
                    <a:gd name="T19" fmla="*/ 13 h 39"/>
                    <a:gd name="T20" fmla="*/ 3 w 40"/>
                    <a:gd name="T21" fmla="*/ 10 h 39"/>
                    <a:gd name="T22" fmla="*/ 10 w 40"/>
                    <a:gd name="T23" fmla="*/ 10 h 39"/>
                    <a:gd name="T24" fmla="*/ 13 w 40"/>
                    <a:gd name="T25" fmla="*/ 9 h 39"/>
                    <a:gd name="T26" fmla="*/ 15 w 40"/>
                    <a:gd name="T27" fmla="*/ 5 h 39"/>
                    <a:gd name="T28" fmla="*/ 17 w 40"/>
                    <a:gd name="T29" fmla="*/ 3 h 39"/>
                    <a:gd name="T30" fmla="*/ 19 w 40"/>
                    <a:gd name="T31" fmla="*/ 2 h 39"/>
                    <a:gd name="T32" fmla="*/ 23 w 40"/>
                    <a:gd name="T33" fmla="*/ 2 h 39"/>
                    <a:gd name="T34" fmla="*/ 26 w 40"/>
                    <a:gd name="T35" fmla="*/ 6 h 39"/>
                    <a:gd name="T36" fmla="*/ 34 w 40"/>
                    <a:gd name="T37" fmla="*/ 7 h 39"/>
                    <a:gd name="T38" fmla="*/ 36 w 40"/>
                    <a:gd name="T39" fmla="*/ 8 h 39"/>
                    <a:gd name="T40" fmla="*/ 38 w 40"/>
                    <a:gd name="T41" fmla="*/ 10 h 39"/>
                    <a:gd name="T42" fmla="*/ 39 w 40"/>
                    <a:gd name="T43" fmla="*/ 13 h 39"/>
                    <a:gd name="T44" fmla="*/ 37 w 40"/>
                    <a:gd name="T45" fmla="*/ 16 h 39"/>
                    <a:gd name="T46" fmla="*/ 32 w 40"/>
                    <a:gd name="T47" fmla="*/ 13 h 39"/>
                    <a:gd name="T48" fmla="*/ 28 w 40"/>
                    <a:gd name="T49" fmla="*/ 14 h 39"/>
                    <a:gd name="T50" fmla="*/ 25 w 40"/>
                    <a:gd name="T51" fmla="*/ 13 h 39"/>
                    <a:gd name="T52" fmla="*/ 21 w 40"/>
                    <a:gd name="T53" fmla="*/ 13 h 39"/>
                    <a:gd name="T54" fmla="*/ 18 w 40"/>
                    <a:gd name="T55" fmla="*/ 14 h 39"/>
                    <a:gd name="T56" fmla="*/ 16 w 40"/>
                    <a:gd name="T57" fmla="*/ 18 h 39"/>
                    <a:gd name="T58" fmla="*/ 17 w 40"/>
                    <a:gd name="T59" fmla="*/ 20 h 39"/>
                    <a:gd name="T60" fmla="*/ 19 w 40"/>
                    <a:gd name="T61" fmla="*/ 23 h 39"/>
                    <a:gd name="T62" fmla="*/ 25 w 40"/>
                    <a:gd name="T63" fmla="*/ 30 h 39"/>
                    <a:gd name="T64" fmla="*/ 29 w 40"/>
                    <a:gd name="T65" fmla="*/ 35 h 39"/>
                    <a:gd name="T66" fmla="*/ 33 w 40"/>
                    <a:gd name="T67" fmla="*/ 38 h 39"/>
                    <a:gd name="T68" fmla="*/ 7 w 40"/>
                    <a:gd name="T69" fmla="*/ 15 h 39"/>
                    <a:gd name="T70" fmla="*/ 8 w 40"/>
                    <a:gd name="T71" fmla="*/ 14 h 39"/>
                    <a:gd name="T72" fmla="*/ 6 w 40"/>
                    <a:gd name="T73" fmla="*/ 14 h 39"/>
                    <a:gd name="T74" fmla="*/ 6 w 40"/>
                    <a:gd name="T75" fmla="*/ 17 h 39"/>
                    <a:gd name="T76" fmla="*/ 7 w 40"/>
                    <a:gd name="T77" fmla="*/ 18 h 39"/>
                    <a:gd name="T78" fmla="*/ 7 w 40"/>
                    <a:gd name="T79" fmla="*/ 16 h 39"/>
                    <a:gd name="T80" fmla="*/ 9 w 40"/>
                    <a:gd name="T81" fmla="*/ 19 h 39"/>
                    <a:gd name="T82" fmla="*/ 11 w 40"/>
                    <a:gd name="T83" fmla="*/ 20 h 39"/>
                    <a:gd name="T84" fmla="*/ 9 w 40"/>
                    <a:gd name="T85" fmla="*/ 23 h 39"/>
                    <a:gd name="T86" fmla="*/ 10 w 40"/>
                    <a:gd name="T87" fmla="*/ 24 h 39"/>
                    <a:gd name="T88" fmla="*/ 19 w 40"/>
                    <a:gd name="T89" fmla="*/ 30 h 39"/>
                    <a:gd name="T90" fmla="*/ 23 w 40"/>
                    <a:gd name="T91" fmla="*/ 31 h 39"/>
                    <a:gd name="T92" fmla="*/ 21 w 40"/>
                    <a:gd name="T93" fmla="*/ 34 h 39"/>
                    <a:gd name="T94" fmla="*/ 23 w 40"/>
                    <a:gd name="T95" fmla="*/ 34 h 39"/>
                    <a:gd name="T96" fmla="*/ 25 w 40"/>
                    <a:gd name="T97" fmla="*/ 34 h 39"/>
                    <a:gd name="T98" fmla="*/ 25 w 40"/>
                    <a:gd name="T99" fmla="*/ 34 h 39"/>
                    <a:gd name="T100" fmla="*/ 18 w 40"/>
                    <a:gd name="T101" fmla="*/ 33 h 39"/>
                    <a:gd name="T102" fmla="*/ 18 w 40"/>
                    <a:gd name="T103" fmla="*/ 3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 h="39">
                      <a:moveTo>
                        <a:pt x="33" y="38"/>
                      </a:moveTo>
                      <a:cubicBezTo>
                        <a:pt x="33" y="38"/>
                        <a:pt x="33" y="39"/>
                        <a:pt x="33" y="39"/>
                      </a:cubicBezTo>
                      <a:cubicBezTo>
                        <a:pt x="33" y="38"/>
                        <a:pt x="33" y="38"/>
                        <a:pt x="32" y="37"/>
                      </a:cubicBezTo>
                      <a:cubicBezTo>
                        <a:pt x="32" y="37"/>
                        <a:pt x="31" y="37"/>
                        <a:pt x="30" y="37"/>
                      </a:cubicBezTo>
                      <a:cubicBezTo>
                        <a:pt x="29" y="36"/>
                        <a:pt x="29" y="35"/>
                        <a:pt x="28" y="34"/>
                      </a:cubicBezTo>
                      <a:cubicBezTo>
                        <a:pt x="26" y="33"/>
                        <a:pt x="25" y="32"/>
                        <a:pt x="24" y="31"/>
                      </a:cubicBezTo>
                      <a:cubicBezTo>
                        <a:pt x="23" y="30"/>
                        <a:pt x="22" y="30"/>
                        <a:pt x="21" y="29"/>
                      </a:cubicBezTo>
                      <a:cubicBezTo>
                        <a:pt x="20" y="29"/>
                        <a:pt x="18" y="29"/>
                        <a:pt x="17" y="29"/>
                      </a:cubicBezTo>
                      <a:cubicBezTo>
                        <a:pt x="16" y="28"/>
                        <a:pt x="16" y="28"/>
                        <a:pt x="16" y="27"/>
                      </a:cubicBezTo>
                      <a:cubicBezTo>
                        <a:pt x="15" y="27"/>
                        <a:pt x="15" y="27"/>
                        <a:pt x="14" y="26"/>
                      </a:cubicBezTo>
                      <a:cubicBezTo>
                        <a:pt x="13" y="25"/>
                        <a:pt x="12" y="24"/>
                        <a:pt x="12" y="23"/>
                      </a:cubicBezTo>
                      <a:cubicBezTo>
                        <a:pt x="11" y="22"/>
                        <a:pt x="11" y="22"/>
                        <a:pt x="12" y="22"/>
                      </a:cubicBezTo>
                      <a:cubicBezTo>
                        <a:pt x="12" y="22"/>
                        <a:pt x="12" y="22"/>
                        <a:pt x="12" y="22"/>
                      </a:cubicBezTo>
                      <a:cubicBezTo>
                        <a:pt x="12" y="22"/>
                        <a:pt x="13" y="22"/>
                        <a:pt x="13" y="22"/>
                      </a:cubicBezTo>
                      <a:cubicBezTo>
                        <a:pt x="13" y="21"/>
                        <a:pt x="12" y="21"/>
                        <a:pt x="12" y="21"/>
                      </a:cubicBezTo>
                      <a:cubicBezTo>
                        <a:pt x="11" y="20"/>
                        <a:pt x="11" y="20"/>
                        <a:pt x="10" y="19"/>
                      </a:cubicBezTo>
                      <a:cubicBezTo>
                        <a:pt x="10" y="18"/>
                        <a:pt x="10" y="18"/>
                        <a:pt x="9" y="18"/>
                      </a:cubicBezTo>
                      <a:cubicBezTo>
                        <a:pt x="9" y="18"/>
                        <a:pt x="8" y="17"/>
                        <a:pt x="8" y="17"/>
                      </a:cubicBezTo>
                      <a:cubicBezTo>
                        <a:pt x="9" y="18"/>
                        <a:pt x="10" y="17"/>
                        <a:pt x="10" y="16"/>
                      </a:cubicBezTo>
                      <a:cubicBezTo>
                        <a:pt x="10" y="15"/>
                        <a:pt x="9" y="14"/>
                        <a:pt x="8" y="14"/>
                      </a:cubicBezTo>
                      <a:cubicBezTo>
                        <a:pt x="8" y="13"/>
                        <a:pt x="7" y="12"/>
                        <a:pt x="6" y="12"/>
                      </a:cubicBezTo>
                      <a:cubicBezTo>
                        <a:pt x="6" y="12"/>
                        <a:pt x="5" y="12"/>
                        <a:pt x="5" y="12"/>
                      </a:cubicBezTo>
                      <a:cubicBezTo>
                        <a:pt x="5" y="13"/>
                        <a:pt x="5" y="13"/>
                        <a:pt x="5" y="14"/>
                      </a:cubicBezTo>
                      <a:cubicBezTo>
                        <a:pt x="5" y="14"/>
                        <a:pt x="5" y="14"/>
                        <a:pt x="4" y="15"/>
                      </a:cubicBezTo>
                      <a:cubicBezTo>
                        <a:pt x="4" y="15"/>
                        <a:pt x="4" y="15"/>
                        <a:pt x="4" y="15"/>
                      </a:cubicBezTo>
                      <a:cubicBezTo>
                        <a:pt x="3" y="15"/>
                        <a:pt x="4" y="16"/>
                        <a:pt x="3" y="17"/>
                      </a:cubicBezTo>
                      <a:cubicBezTo>
                        <a:pt x="2" y="18"/>
                        <a:pt x="2" y="16"/>
                        <a:pt x="2" y="15"/>
                      </a:cubicBezTo>
                      <a:cubicBezTo>
                        <a:pt x="1" y="15"/>
                        <a:pt x="1" y="15"/>
                        <a:pt x="1" y="14"/>
                      </a:cubicBezTo>
                      <a:cubicBezTo>
                        <a:pt x="1" y="14"/>
                        <a:pt x="2" y="14"/>
                        <a:pt x="2" y="14"/>
                      </a:cubicBezTo>
                      <a:cubicBezTo>
                        <a:pt x="1" y="14"/>
                        <a:pt x="1" y="14"/>
                        <a:pt x="1" y="13"/>
                      </a:cubicBezTo>
                      <a:cubicBezTo>
                        <a:pt x="1" y="13"/>
                        <a:pt x="1" y="13"/>
                        <a:pt x="1" y="12"/>
                      </a:cubicBezTo>
                      <a:cubicBezTo>
                        <a:pt x="1" y="12"/>
                        <a:pt x="0" y="11"/>
                        <a:pt x="0" y="10"/>
                      </a:cubicBezTo>
                      <a:cubicBezTo>
                        <a:pt x="1" y="11"/>
                        <a:pt x="4" y="12"/>
                        <a:pt x="3" y="10"/>
                      </a:cubicBezTo>
                      <a:cubicBezTo>
                        <a:pt x="4" y="10"/>
                        <a:pt x="5" y="11"/>
                        <a:pt x="6" y="10"/>
                      </a:cubicBezTo>
                      <a:cubicBezTo>
                        <a:pt x="7" y="10"/>
                        <a:pt x="7" y="9"/>
                        <a:pt x="7" y="9"/>
                      </a:cubicBezTo>
                      <a:cubicBezTo>
                        <a:pt x="7" y="9"/>
                        <a:pt x="9" y="11"/>
                        <a:pt x="10" y="10"/>
                      </a:cubicBezTo>
                      <a:cubicBezTo>
                        <a:pt x="10" y="10"/>
                        <a:pt x="12" y="12"/>
                        <a:pt x="13" y="11"/>
                      </a:cubicBezTo>
                      <a:cubicBezTo>
                        <a:pt x="13" y="10"/>
                        <a:pt x="12" y="10"/>
                        <a:pt x="12" y="9"/>
                      </a:cubicBezTo>
                      <a:cubicBezTo>
                        <a:pt x="12" y="9"/>
                        <a:pt x="13" y="9"/>
                        <a:pt x="13" y="9"/>
                      </a:cubicBezTo>
                      <a:cubicBezTo>
                        <a:pt x="12" y="8"/>
                        <a:pt x="13" y="8"/>
                        <a:pt x="13" y="8"/>
                      </a:cubicBezTo>
                      <a:cubicBezTo>
                        <a:pt x="14" y="7"/>
                        <a:pt x="14" y="8"/>
                        <a:pt x="15" y="7"/>
                      </a:cubicBezTo>
                      <a:cubicBezTo>
                        <a:pt x="15" y="6"/>
                        <a:pt x="15" y="6"/>
                        <a:pt x="15" y="5"/>
                      </a:cubicBezTo>
                      <a:cubicBezTo>
                        <a:pt x="15" y="5"/>
                        <a:pt x="14" y="4"/>
                        <a:pt x="15" y="4"/>
                      </a:cubicBezTo>
                      <a:cubicBezTo>
                        <a:pt x="15" y="4"/>
                        <a:pt x="15" y="4"/>
                        <a:pt x="15" y="4"/>
                      </a:cubicBezTo>
                      <a:cubicBezTo>
                        <a:pt x="16" y="3"/>
                        <a:pt x="16" y="3"/>
                        <a:pt x="17" y="3"/>
                      </a:cubicBezTo>
                      <a:cubicBezTo>
                        <a:pt x="17" y="3"/>
                        <a:pt x="17" y="3"/>
                        <a:pt x="17" y="2"/>
                      </a:cubicBezTo>
                      <a:cubicBezTo>
                        <a:pt x="18" y="2"/>
                        <a:pt x="18" y="2"/>
                        <a:pt x="18" y="2"/>
                      </a:cubicBezTo>
                      <a:cubicBezTo>
                        <a:pt x="19" y="2"/>
                        <a:pt x="19" y="2"/>
                        <a:pt x="19" y="2"/>
                      </a:cubicBezTo>
                      <a:cubicBezTo>
                        <a:pt x="19" y="1"/>
                        <a:pt x="19" y="1"/>
                        <a:pt x="19" y="1"/>
                      </a:cubicBezTo>
                      <a:cubicBezTo>
                        <a:pt x="19" y="0"/>
                        <a:pt x="20" y="1"/>
                        <a:pt x="20" y="1"/>
                      </a:cubicBezTo>
                      <a:cubicBezTo>
                        <a:pt x="21" y="1"/>
                        <a:pt x="22" y="1"/>
                        <a:pt x="23" y="2"/>
                      </a:cubicBezTo>
                      <a:cubicBezTo>
                        <a:pt x="23" y="3"/>
                        <a:pt x="24" y="4"/>
                        <a:pt x="24" y="4"/>
                      </a:cubicBezTo>
                      <a:cubicBezTo>
                        <a:pt x="25" y="4"/>
                        <a:pt x="25" y="4"/>
                        <a:pt x="25" y="4"/>
                      </a:cubicBezTo>
                      <a:cubicBezTo>
                        <a:pt x="26" y="5"/>
                        <a:pt x="26" y="5"/>
                        <a:pt x="26" y="6"/>
                      </a:cubicBezTo>
                      <a:cubicBezTo>
                        <a:pt x="27" y="6"/>
                        <a:pt x="28" y="7"/>
                        <a:pt x="28" y="7"/>
                      </a:cubicBezTo>
                      <a:cubicBezTo>
                        <a:pt x="29" y="7"/>
                        <a:pt x="30" y="7"/>
                        <a:pt x="31" y="7"/>
                      </a:cubicBezTo>
                      <a:cubicBezTo>
                        <a:pt x="32" y="8"/>
                        <a:pt x="33" y="8"/>
                        <a:pt x="34" y="7"/>
                      </a:cubicBezTo>
                      <a:cubicBezTo>
                        <a:pt x="34" y="7"/>
                        <a:pt x="35" y="7"/>
                        <a:pt x="36" y="6"/>
                      </a:cubicBezTo>
                      <a:cubicBezTo>
                        <a:pt x="36" y="6"/>
                        <a:pt x="37" y="5"/>
                        <a:pt x="38" y="5"/>
                      </a:cubicBezTo>
                      <a:cubicBezTo>
                        <a:pt x="37" y="6"/>
                        <a:pt x="36" y="7"/>
                        <a:pt x="36" y="8"/>
                      </a:cubicBezTo>
                      <a:cubicBezTo>
                        <a:pt x="36" y="8"/>
                        <a:pt x="37" y="8"/>
                        <a:pt x="37" y="9"/>
                      </a:cubicBezTo>
                      <a:cubicBezTo>
                        <a:pt x="37" y="9"/>
                        <a:pt x="36" y="10"/>
                        <a:pt x="37" y="10"/>
                      </a:cubicBezTo>
                      <a:cubicBezTo>
                        <a:pt x="37" y="10"/>
                        <a:pt x="38" y="10"/>
                        <a:pt x="38" y="10"/>
                      </a:cubicBezTo>
                      <a:cubicBezTo>
                        <a:pt x="38" y="11"/>
                        <a:pt x="37" y="11"/>
                        <a:pt x="37" y="11"/>
                      </a:cubicBezTo>
                      <a:cubicBezTo>
                        <a:pt x="37" y="11"/>
                        <a:pt x="37" y="12"/>
                        <a:pt x="37" y="12"/>
                      </a:cubicBezTo>
                      <a:cubicBezTo>
                        <a:pt x="38" y="12"/>
                        <a:pt x="39" y="12"/>
                        <a:pt x="39" y="13"/>
                      </a:cubicBezTo>
                      <a:cubicBezTo>
                        <a:pt x="40" y="13"/>
                        <a:pt x="40" y="13"/>
                        <a:pt x="39" y="14"/>
                      </a:cubicBezTo>
                      <a:cubicBezTo>
                        <a:pt x="38" y="14"/>
                        <a:pt x="38" y="14"/>
                        <a:pt x="38" y="15"/>
                      </a:cubicBezTo>
                      <a:cubicBezTo>
                        <a:pt x="38" y="15"/>
                        <a:pt x="38" y="16"/>
                        <a:pt x="37" y="16"/>
                      </a:cubicBezTo>
                      <a:cubicBezTo>
                        <a:pt x="36" y="17"/>
                        <a:pt x="36" y="15"/>
                        <a:pt x="35" y="15"/>
                      </a:cubicBezTo>
                      <a:cubicBezTo>
                        <a:pt x="35" y="14"/>
                        <a:pt x="35" y="14"/>
                        <a:pt x="34" y="14"/>
                      </a:cubicBezTo>
                      <a:cubicBezTo>
                        <a:pt x="33" y="14"/>
                        <a:pt x="33" y="14"/>
                        <a:pt x="32" y="13"/>
                      </a:cubicBezTo>
                      <a:cubicBezTo>
                        <a:pt x="32" y="14"/>
                        <a:pt x="31" y="14"/>
                        <a:pt x="31" y="14"/>
                      </a:cubicBezTo>
                      <a:cubicBezTo>
                        <a:pt x="31" y="13"/>
                        <a:pt x="30" y="14"/>
                        <a:pt x="30" y="14"/>
                      </a:cubicBezTo>
                      <a:cubicBezTo>
                        <a:pt x="29" y="14"/>
                        <a:pt x="29" y="14"/>
                        <a:pt x="28" y="14"/>
                      </a:cubicBezTo>
                      <a:cubicBezTo>
                        <a:pt x="28" y="13"/>
                        <a:pt x="28" y="13"/>
                        <a:pt x="27" y="14"/>
                      </a:cubicBezTo>
                      <a:cubicBezTo>
                        <a:pt x="27" y="14"/>
                        <a:pt x="27" y="14"/>
                        <a:pt x="26" y="14"/>
                      </a:cubicBezTo>
                      <a:cubicBezTo>
                        <a:pt x="26" y="14"/>
                        <a:pt x="26" y="13"/>
                        <a:pt x="25" y="13"/>
                      </a:cubicBezTo>
                      <a:cubicBezTo>
                        <a:pt x="25" y="13"/>
                        <a:pt x="25" y="14"/>
                        <a:pt x="24" y="13"/>
                      </a:cubicBezTo>
                      <a:cubicBezTo>
                        <a:pt x="24" y="13"/>
                        <a:pt x="24" y="12"/>
                        <a:pt x="23" y="13"/>
                      </a:cubicBezTo>
                      <a:cubicBezTo>
                        <a:pt x="22" y="13"/>
                        <a:pt x="22" y="13"/>
                        <a:pt x="21" y="13"/>
                      </a:cubicBezTo>
                      <a:cubicBezTo>
                        <a:pt x="21" y="13"/>
                        <a:pt x="20" y="13"/>
                        <a:pt x="20" y="14"/>
                      </a:cubicBezTo>
                      <a:cubicBezTo>
                        <a:pt x="19" y="14"/>
                        <a:pt x="19" y="15"/>
                        <a:pt x="19" y="15"/>
                      </a:cubicBezTo>
                      <a:cubicBezTo>
                        <a:pt x="18" y="15"/>
                        <a:pt x="18" y="14"/>
                        <a:pt x="18" y="14"/>
                      </a:cubicBezTo>
                      <a:cubicBezTo>
                        <a:pt x="18" y="14"/>
                        <a:pt x="17" y="14"/>
                        <a:pt x="17" y="13"/>
                      </a:cubicBezTo>
                      <a:cubicBezTo>
                        <a:pt x="15" y="12"/>
                        <a:pt x="16" y="15"/>
                        <a:pt x="15" y="17"/>
                      </a:cubicBezTo>
                      <a:cubicBezTo>
                        <a:pt x="15" y="17"/>
                        <a:pt x="15" y="18"/>
                        <a:pt x="16" y="18"/>
                      </a:cubicBezTo>
                      <a:cubicBezTo>
                        <a:pt x="16" y="18"/>
                        <a:pt x="16" y="18"/>
                        <a:pt x="17" y="18"/>
                      </a:cubicBezTo>
                      <a:cubicBezTo>
                        <a:pt x="17" y="19"/>
                        <a:pt x="17" y="19"/>
                        <a:pt x="17" y="19"/>
                      </a:cubicBezTo>
                      <a:cubicBezTo>
                        <a:pt x="17" y="19"/>
                        <a:pt x="17" y="19"/>
                        <a:pt x="17" y="20"/>
                      </a:cubicBezTo>
                      <a:cubicBezTo>
                        <a:pt x="17" y="20"/>
                        <a:pt x="17" y="20"/>
                        <a:pt x="17" y="20"/>
                      </a:cubicBezTo>
                      <a:cubicBezTo>
                        <a:pt x="17" y="20"/>
                        <a:pt x="18" y="20"/>
                        <a:pt x="18" y="20"/>
                      </a:cubicBezTo>
                      <a:cubicBezTo>
                        <a:pt x="18" y="21"/>
                        <a:pt x="18" y="22"/>
                        <a:pt x="19" y="23"/>
                      </a:cubicBezTo>
                      <a:cubicBezTo>
                        <a:pt x="19" y="24"/>
                        <a:pt x="21" y="26"/>
                        <a:pt x="22" y="27"/>
                      </a:cubicBezTo>
                      <a:cubicBezTo>
                        <a:pt x="23" y="28"/>
                        <a:pt x="23" y="29"/>
                        <a:pt x="24" y="29"/>
                      </a:cubicBezTo>
                      <a:cubicBezTo>
                        <a:pt x="25" y="29"/>
                        <a:pt x="25" y="29"/>
                        <a:pt x="25" y="30"/>
                      </a:cubicBezTo>
                      <a:cubicBezTo>
                        <a:pt x="26" y="30"/>
                        <a:pt x="26" y="30"/>
                        <a:pt x="26" y="31"/>
                      </a:cubicBezTo>
                      <a:cubicBezTo>
                        <a:pt x="26" y="32"/>
                        <a:pt x="27" y="32"/>
                        <a:pt x="28" y="33"/>
                      </a:cubicBezTo>
                      <a:cubicBezTo>
                        <a:pt x="28" y="34"/>
                        <a:pt x="29" y="34"/>
                        <a:pt x="29" y="35"/>
                      </a:cubicBezTo>
                      <a:cubicBezTo>
                        <a:pt x="30" y="35"/>
                        <a:pt x="30" y="35"/>
                        <a:pt x="30" y="36"/>
                      </a:cubicBezTo>
                      <a:cubicBezTo>
                        <a:pt x="31" y="36"/>
                        <a:pt x="31" y="36"/>
                        <a:pt x="31" y="36"/>
                      </a:cubicBezTo>
                      <a:cubicBezTo>
                        <a:pt x="32" y="37"/>
                        <a:pt x="34" y="37"/>
                        <a:pt x="33" y="38"/>
                      </a:cubicBezTo>
                      <a:close/>
                      <a:moveTo>
                        <a:pt x="8" y="14"/>
                      </a:moveTo>
                      <a:cubicBezTo>
                        <a:pt x="8" y="13"/>
                        <a:pt x="7" y="14"/>
                        <a:pt x="7" y="14"/>
                      </a:cubicBezTo>
                      <a:cubicBezTo>
                        <a:pt x="6" y="15"/>
                        <a:pt x="7" y="14"/>
                        <a:pt x="7" y="15"/>
                      </a:cubicBezTo>
                      <a:cubicBezTo>
                        <a:pt x="8" y="15"/>
                        <a:pt x="8" y="16"/>
                        <a:pt x="9" y="15"/>
                      </a:cubicBezTo>
                      <a:cubicBezTo>
                        <a:pt x="9" y="15"/>
                        <a:pt x="8" y="14"/>
                        <a:pt x="8" y="14"/>
                      </a:cubicBezTo>
                      <a:cubicBezTo>
                        <a:pt x="8" y="14"/>
                        <a:pt x="8" y="14"/>
                        <a:pt x="8" y="14"/>
                      </a:cubicBezTo>
                      <a:close/>
                      <a:moveTo>
                        <a:pt x="7" y="16"/>
                      </a:moveTo>
                      <a:cubicBezTo>
                        <a:pt x="7" y="16"/>
                        <a:pt x="6" y="15"/>
                        <a:pt x="6" y="15"/>
                      </a:cubicBezTo>
                      <a:cubicBezTo>
                        <a:pt x="6" y="14"/>
                        <a:pt x="5" y="14"/>
                        <a:pt x="6" y="14"/>
                      </a:cubicBezTo>
                      <a:cubicBezTo>
                        <a:pt x="6" y="15"/>
                        <a:pt x="6" y="15"/>
                        <a:pt x="6" y="15"/>
                      </a:cubicBezTo>
                      <a:cubicBezTo>
                        <a:pt x="6" y="16"/>
                        <a:pt x="6" y="16"/>
                        <a:pt x="6" y="16"/>
                      </a:cubicBezTo>
                      <a:cubicBezTo>
                        <a:pt x="6" y="17"/>
                        <a:pt x="6" y="17"/>
                        <a:pt x="6" y="17"/>
                      </a:cubicBezTo>
                      <a:cubicBezTo>
                        <a:pt x="6" y="18"/>
                        <a:pt x="6" y="19"/>
                        <a:pt x="6" y="20"/>
                      </a:cubicBezTo>
                      <a:cubicBezTo>
                        <a:pt x="7" y="20"/>
                        <a:pt x="7" y="19"/>
                        <a:pt x="7" y="19"/>
                      </a:cubicBezTo>
                      <a:cubicBezTo>
                        <a:pt x="7" y="19"/>
                        <a:pt x="7" y="19"/>
                        <a:pt x="7" y="18"/>
                      </a:cubicBezTo>
                      <a:cubicBezTo>
                        <a:pt x="7" y="18"/>
                        <a:pt x="7" y="18"/>
                        <a:pt x="7" y="17"/>
                      </a:cubicBezTo>
                      <a:cubicBezTo>
                        <a:pt x="7" y="17"/>
                        <a:pt x="7" y="17"/>
                        <a:pt x="7" y="16"/>
                      </a:cubicBezTo>
                      <a:cubicBezTo>
                        <a:pt x="7" y="16"/>
                        <a:pt x="7" y="16"/>
                        <a:pt x="7" y="16"/>
                      </a:cubicBezTo>
                      <a:close/>
                      <a:moveTo>
                        <a:pt x="9" y="19"/>
                      </a:moveTo>
                      <a:cubicBezTo>
                        <a:pt x="9" y="19"/>
                        <a:pt x="9" y="18"/>
                        <a:pt x="9" y="18"/>
                      </a:cubicBezTo>
                      <a:cubicBezTo>
                        <a:pt x="8" y="18"/>
                        <a:pt x="9" y="19"/>
                        <a:pt x="9" y="19"/>
                      </a:cubicBezTo>
                      <a:cubicBezTo>
                        <a:pt x="9" y="20"/>
                        <a:pt x="10" y="20"/>
                        <a:pt x="10" y="20"/>
                      </a:cubicBezTo>
                      <a:cubicBezTo>
                        <a:pt x="10" y="21"/>
                        <a:pt x="10" y="21"/>
                        <a:pt x="11" y="21"/>
                      </a:cubicBezTo>
                      <a:cubicBezTo>
                        <a:pt x="11" y="22"/>
                        <a:pt x="11" y="21"/>
                        <a:pt x="11" y="20"/>
                      </a:cubicBezTo>
                      <a:cubicBezTo>
                        <a:pt x="10" y="20"/>
                        <a:pt x="10" y="19"/>
                        <a:pt x="9" y="19"/>
                      </a:cubicBezTo>
                      <a:cubicBezTo>
                        <a:pt x="9" y="19"/>
                        <a:pt x="9" y="19"/>
                        <a:pt x="9" y="19"/>
                      </a:cubicBezTo>
                      <a:close/>
                      <a:moveTo>
                        <a:pt x="9" y="23"/>
                      </a:moveTo>
                      <a:cubicBezTo>
                        <a:pt x="9" y="23"/>
                        <a:pt x="12" y="27"/>
                        <a:pt x="12" y="27"/>
                      </a:cubicBezTo>
                      <a:cubicBezTo>
                        <a:pt x="13" y="26"/>
                        <a:pt x="12" y="25"/>
                        <a:pt x="11" y="25"/>
                      </a:cubicBezTo>
                      <a:cubicBezTo>
                        <a:pt x="11" y="25"/>
                        <a:pt x="11" y="24"/>
                        <a:pt x="10" y="24"/>
                      </a:cubicBezTo>
                      <a:cubicBezTo>
                        <a:pt x="10" y="24"/>
                        <a:pt x="10" y="23"/>
                        <a:pt x="9" y="23"/>
                      </a:cubicBezTo>
                      <a:cubicBezTo>
                        <a:pt x="9" y="23"/>
                        <a:pt x="10" y="23"/>
                        <a:pt x="9" y="23"/>
                      </a:cubicBezTo>
                      <a:close/>
                      <a:moveTo>
                        <a:pt x="19" y="30"/>
                      </a:moveTo>
                      <a:cubicBezTo>
                        <a:pt x="18" y="30"/>
                        <a:pt x="19" y="30"/>
                        <a:pt x="19" y="31"/>
                      </a:cubicBezTo>
                      <a:cubicBezTo>
                        <a:pt x="19" y="31"/>
                        <a:pt x="20" y="31"/>
                        <a:pt x="20" y="31"/>
                      </a:cubicBezTo>
                      <a:cubicBezTo>
                        <a:pt x="21" y="31"/>
                        <a:pt x="22" y="31"/>
                        <a:pt x="23" y="31"/>
                      </a:cubicBezTo>
                      <a:cubicBezTo>
                        <a:pt x="23" y="30"/>
                        <a:pt x="20" y="30"/>
                        <a:pt x="20" y="30"/>
                      </a:cubicBezTo>
                      <a:cubicBezTo>
                        <a:pt x="20" y="30"/>
                        <a:pt x="19" y="30"/>
                        <a:pt x="19" y="30"/>
                      </a:cubicBezTo>
                      <a:close/>
                      <a:moveTo>
                        <a:pt x="21" y="34"/>
                      </a:moveTo>
                      <a:cubicBezTo>
                        <a:pt x="22" y="35"/>
                        <a:pt x="23" y="35"/>
                        <a:pt x="24" y="34"/>
                      </a:cubicBezTo>
                      <a:cubicBezTo>
                        <a:pt x="24" y="34"/>
                        <a:pt x="25" y="35"/>
                        <a:pt x="25" y="34"/>
                      </a:cubicBezTo>
                      <a:cubicBezTo>
                        <a:pt x="24" y="34"/>
                        <a:pt x="24" y="34"/>
                        <a:pt x="23" y="34"/>
                      </a:cubicBezTo>
                      <a:cubicBezTo>
                        <a:pt x="23" y="34"/>
                        <a:pt x="21" y="34"/>
                        <a:pt x="21" y="34"/>
                      </a:cubicBezTo>
                      <a:cubicBezTo>
                        <a:pt x="22" y="34"/>
                        <a:pt x="21" y="34"/>
                        <a:pt x="21" y="34"/>
                      </a:cubicBezTo>
                      <a:close/>
                      <a:moveTo>
                        <a:pt x="25" y="34"/>
                      </a:moveTo>
                      <a:cubicBezTo>
                        <a:pt x="26" y="34"/>
                        <a:pt x="27" y="36"/>
                        <a:pt x="28" y="36"/>
                      </a:cubicBezTo>
                      <a:cubicBezTo>
                        <a:pt x="28" y="35"/>
                        <a:pt x="27" y="34"/>
                        <a:pt x="26" y="34"/>
                      </a:cubicBezTo>
                      <a:cubicBezTo>
                        <a:pt x="26" y="34"/>
                        <a:pt x="26" y="33"/>
                        <a:pt x="25" y="34"/>
                      </a:cubicBezTo>
                      <a:cubicBezTo>
                        <a:pt x="25" y="34"/>
                        <a:pt x="25" y="34"/>
                        <a:pt x="25" y="34"/>
                      </a:cubicBezTo>
                      <a:cubicBezTo>
                        <a:pt x="26" y="34"/>
                        <a:pt x="25" y="34"/>
                        <a:pt x="25" y="34"/>
                      </a:cubicBezTo>
                      <a:close/>
                      <a:moveTo>
                        <a:pt x="18" y="33"/>
                      </a:moveTo>
                      <a:cubicBezTo>
                        <a:pt x="18" y="33"/>
                        <a:pt x="17" y="33"/>
                        <a:pt x="17" y="34"/>
                      </a:cubicBezTo>
                      <a:cubicBezTo>
                        <a:pt x="18" y="34"/>
                        <a:pt x="19" y="33"/>
                        <a:pt x="18" y="33"/>
                      </a:cubicBezTo>
                      <a:cubicBezTo>
                        <a:pt x="18" y="33"/>
                        <a:pt x="18" y="33"/>
                        <a:pt x="18" y="33"/>
                      </a:cubicBezTo>
                      <a:cubicBezTo>
                        <a:pt x="18" y="33"/>
                        <a:pt x="18" y="33"/>
                        <a:pt x="18" y="33"/>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3" name="Freeform 818">
                  <a:extLst>
                    <a:ext uri="{FF2B5EF4-FFF2-40B4-BE49-F238E27FC236}">
                      <a16:creationId xmlns:a16="http://schemas.microsoft.com/office/drawing/2014/main" id="{4EB0D4CD-CF31-B613-E63D-CECF098F25BC}"/>
                    </a:ext>
                  </a:extLst>
                </p:cNvPr>
                <p:cNvSpPr>
                  <a:spLocks/>
                </p:cNvSpPr>
                <p:nvPr/>
              </p:nvSpPr>
              <p:spPr bwMode="auto">
                <a:xfrm>
                  <a:off x="6003925" y="3492500"/>
                  <a:ext cx="184150" cy="115888"/>
                </a:xfrm>
                <a:custGeom>
                  <a:avLst/>
                  <a:gdLst>
                    <a:gd name="T0" fmla="*/ 39 w 44"/>
                    <a:gd name="T1" fmla="*/ 4 h 28"/>
                    <a:gd name="T2" fmla="*/ 37 w 44"/>
                    <a:gd name="T3" fmla="*/ 3 h 28"/>
                    <a:gd name="T4" fmla="*/ 35 w 44"/>
                    <a:gd name="T5" fmla="*/ 2 h 28"/>
                    <a:gd name="T6" fmla="*/ 29 w 44"/>
                    <a:gd name="T7" fmla="*/ 2 h 28"/>
                    <a:gd name="T8" fmla="*/ 25 w 44"/>
                    <a:gd name="T9" fmla="*/ 4 h 28"/>
                    <a:gd name="T10" fmla="*/ 20 w 44"/>
                    <a:gd name="T11" fmla="*/ 5 h 28"/>
                    <a:gd name="T12" fmla="*/ 16 w 44"/>
                    <a:gd name="T13" fmla="*/ 5 h 28"/>
                    <a:gd name="T14" fmla="*/ 11 w 44"/>
                    <a:gd name="T15" fmla="*/ 4 h 28"/>
                    <a:gd name="T16" fmla="*/ 4 w 44"/>
                    <a:gd name="T17" fmla="*/ 3 h 28"/>
                    <a:gd name="T18" fmla="*/ 4 w 44"/>
                    <a:gd name="T19" fmla="*/ 1 h 28"/>
                    <a:gd name="T20" fmla="*/ 2 w 44"/>
                    <a:gd name="T21" fmla="*/ 2 h 28"/>
                    <a:gd name="T22" fmla="*/ 2 w 44"/>
                    <a:gd name="T23" fmla="*/ 6 h 28"/>
                    <a:gd name="T24" fmla="*/ 3 w 44"/>
                    <a:gd name="T25" fmla="*/ 8 h 28"/>
                    <a:gd name="T26" fmla="*/ 5 w 44"/>
                    <a:gd name="T27" fmla="*/ 10 h 28"/>
                    <a:gd name="T28" fmla="*/ 4 w 44"/>
                    <a:gd name="T29" fmla="*/ 12 h 28"/>
                    <a:gd name="T30" fmla="*/ 1 w 44"/>
                    <a:gd name="T31" fmla="*/ 13 h 28"/>
                    <a:gd name="T32" fmla="*/ 1 w 44"/>
                    <a:gd name="T33" fmla="*/ 16 h 28"/>
                    <a:gd name="T34" fmla="*/ 1 w 44"/>
                    <a:gd name="T35" fmla="*/ 18 h 28"/>
                    <a:gd name="T36" fmla="*/ 4 w 44"/>
                    <a:gd name="T37" fmla="*/ 22 h 28"/>
                    <a:gd name="T38" fmla="*/ 4 w 44"/>
                    <a:gd name="T39" fmla="*/ 27 h 28"/>
                    <a:gd name="T40" fmla="*/ 8 w 44"/>
                    <a:gd name="T41" fmla="*/ 26 h 28"/>
                    <a:gd name="T42" fmla="*/ 12 w 44"/>
                    <a:gd name="T43" fmla="*/ 25 h 28"/>
                    <a:gd name="T44" fmla="*/ 14 w 44"/>
                    <a:gd name="T45" fmla="*/ 25 h 28"/>
                    <a:gd name="T46" fmla="*/ 15 w 44"/>
                    <a:gd name="T47" fmla="*/ 25 h 28"/>
                    <a:gd name="T48" fmla="*/ 16 w 44"/>
                    <a:gd name="T49" fmla="*/ 26 h 28"/>
                    <a:gd name="T50" fmla="*/ 20 w 44"/>
                    <a:gd name="T51" fmla="*/ 28 h 28"/>
                    <a:gd name="T52" fmla="*/ 24 w 44"/>
                    <a:gd name="T53" fmla="*/ 27 h 28"/>
                    <a:gd name="T54" fmla="*/ 26 w 44"/>
                    <a:gd name="T55" fmla="*/ 24 h 28"/>
                    <a:gd name="T56" fmla="*/ 29 w 44"/>
                    <a:gd name="T57" fmla="*/ 23 h 28"/>
                    <a:gd name="T58" fmla="*/ 33 w 44"/>
                    <a:gd name="T59" fmla="*/ 20 h 28"/>
                    <a:gd name="T60" fmla="*/ 34 w 44"/>
                    <a:gd name="T61" fmla="*/ 20 h 28"/>
                    <a:gd name="T62" fmla="*/ 36 w 44"/>
                    <a:gd name="T63" fmla="*/ 22 h 28"/>
                    <a:gd name="T64" fmla="*/ 37 w 44"/>
                    <a:gd name="T65" fmla="*/ 21 h 28"/>
                    <a:gd name="T66" fmla="*/ 38 w 44"/>
                    <a:gd name="T67" fmla="*/ 19 h 28"/>
                    <a:gd name="T68" fmla="*/ 35 w 44"/>
                    <a:gd name="T69" fmla="*/ 17 h 28"/>
                    <a:gd name="T70" fmla="*/ 37 w 44"/>
                    <a:gd name="T71" fmla="*/ 15 h 28"/>
                    <a:gd name="T72" fmla="*/ 38 w 44"/>
                    <a:gd name="T73" fmla="*/ 11 h 28"/>
                    <a:gd name="T74" fmla="*/ 42 w 44"/>
                    <a:gd name="T75" fmla="*/ 8 h 28"/>
                    <a:gd name="T76" fmla="*/ 41 w 44"/>
                    <a:gd name="T77" fmla="*/ 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4" h="28">
                      <a:moveTo>
                        <a:pt x="41" y="5"/>
                      </a:moveTo>
                      <a:cubicBezTo>
                        <a:pt x="40" y="5"/>
                        <a:pt x="39" y="5"/>
                        <a:pt x="39" y="4"/>
                      </a:cubicBezTo>
                      <a:cubicBezTo>
                        <a:pt x="38" y="3"/>
                        <a:pt x="39" y="3"/>
                        <a:pt x="38" y="3"/>
                      </a:cubicBezTo>
                      <a:cubicBezTo>
                        <a:pt x="37" y="3"/>
                        <a:pt x="37" y="3"/>
                        <a:pt x="37" y="3"/>
                      </a:cubicBezTo>
                      <a:cubicBezTo>
                        <a:pt x="37" y="3"/>
                        <a:pt x="36" y="2"/>
                        <a:pt x="36" y="2"/>
                      </a:cubicBezTo>
                      <a:cubicBezTo>
                        <a:pt x="36" y="2"/>
                        <a:pt x="35" y="2"/>
                        <a:pt x="35" y="2"/>
                      </a:cubicBezTo>
                      <a:cubicBezTo>
                        <a:pt x="35" y="2"/>
                        <a:pt x="34" y="2"/>
                        <a:pt x="34" y="2"/>
                      </a:cubicBezTo>
                      <a:cubicBezTo>
                        <a:pt x="32" y="1"/>
                        <a:pt x="31" y="1"/>
                        <a:pt x="29" y="2"/>
                      </a:cubicBezTo>
                      <a:cubicBezTo>
                        <a:pt x="28" y="2"/>
                        <a:pt x="28" y="2"/>
                        <a:pt x="27" y="3"/>
                      </a:cubicBezTo>
                      <a:cubicBezTo>
                        <a:pt x="26" y="3"/>
                        <a:pt x="25" y="4"/>
                        <a:pt x="25" y="4"/>
                      </a:cubicBezTo>
                      <a:cubicBezTo>
                        <a:pt x="24" y="5"/>
                        <a:pt x="24" y="5"/>
                        <a:pt x="23" y="5"/>
                      </a:cubicBezTo>
                      <a:cubicBezTo>
                        <a:pt x="22" y="6"/>
                        <a:pt x="21" y="6"/>
                        <a:pt x="20" y="5"/>
                      </a:cubicBezTo>
                      <a:cubicBezTo>
                        <a:pt x="20" y="5"/>
                        <a:pt x="19" y="5"/>
                        <a:pt x="18" y="5"/>
                      </a:cubicBezTo>
                      <a:cubicBezTo>
                        <a:pt x="17" y="5"/>
                        <a:pt x="17" y="5"/>
                        <a:pt x="16" y="5"/>
                      </a:cubicBezTo>
                      <a:cubicBezTo>
                        <a:pt x="15" y="4"/>
                        <a:pt x="14" y="5"/>
                        <a:pt x="14" y="5"/>
                      </a:cubicBezTo>
                      <a:cubicBezTo>
                        <a:pt x="13" y="5"/>
                        <a:pt x="12" y="4"/>
                        <a:pt x="11" y="4"/>
                      </a:cubicBezTo>
                      <a:cubicBezTo>
                        <a:pt x="9" y="4"/>
                        <a:pt x="8" y="3"/>
                        <a:pt x="6" y="4"/>
                      </a:cubicBezTo>
                      <a:cubicBezTo>
                        <a:pt x="6" y="4"/>
                        <a:pt x="3" y="4"/>
                        <a:pt x="4" y="3"/>
                      </a:cubicBezTo>
                      <a:cubicBezTo>
                        <a:pt x="4" y="2"/>
                        <a:pt x="6" y="2"/>
                        <a:pt x="5" y="2"/>
                      </a:cubicBezTo>
                      <a:cubicBezTo>
                        <a:pt x="5" y="1"/>
                        <a:pt x="5" y="1"/>
                        <a:pt x="4" y="1"/>
                      </a:cubicBezTo>
                      <a:cubicBezTo>
                        <a:pt x="4" y="1"/>
                        <a:pt x="4" y="1"/>
                        <a:pt x="3" y="0"/>
                      </a:cubicBezTo>
                      <a:cubicBezTo>
                        <a:pt x="3" y="1"/>
                        <a:pt x="3" y="1"/>
                        <a:pt x="2" y="2"/>
                      </a:cubicBezTo>
                      <a:cubicBezTo>
                        <a:pt x="2" y="2"/>
                        <a:pt x="2" y="2"/>
                        <a:pt x="1" y="3"/>
                      </a:cubicBezTo>
                      <a:cubicBezTo>
                        <a:pt x="0" y="4"/>
                        <a:pt x="1" y="5"/>
                        <a:pt x="2" y="6"/>
                      </a:cubicBezTo>
                      <a:cubicBezTo>
                        <a:pt x="2" y="7"/>
                        <a:pt x="2" y="7"/>
                        <a:pt x="2" y="7"/>
                      </a:cubicBezTo>
                      <a:cubicBezTo>
                        <a:pt x="2" y="8"/>
                        <a:pt x="3" y="8"/>
                        <a:pt x="3" y="8"/>
                      </a:cubicBezTo>
                      <a:cubicBezTo>
                        <a:pt x="4" y="9"/>
                        <a:pt x="4" y="9"/>
                        <a:pt x="4" y="9"/>
                      </a:cubicBezTo>
                      <a:cubicBezTo>
                        <a:pt x="4" y="10"/>
                        <a:pt x="5" y="10"/>
                        <a:pt x="5" y="10"/>
                      </a:cubicBezTo>
                      <a:cubicBezTo>
                        <a:pt x="5" y="11"/>
                        <a:pt x="5" y="11"/>
                        <a:pt x="5" y="11"/>
                      </a:cubicBezTo>
                      <a:cubicBezTo>
                        <a:pt x="4" y="12"/>
                        <a:pt x="4" y="12"/>
                        <a:pt x="4" y="12"/>
                      </a:cubicBezTo>
                      <a:cubicBezTo>
                        <a:pt x="3" y="13"/>
                        <a:pt x="3" y="13"/>
                        <a:pt x="3" y="13"/>
                      </a:cubicBezTo>
                      <a:cubicBezTo>
                        <a:pt x="2" y="13"/>
                        <a:pt x="2" y="13"/>
                        <a:pt x="1" y="13"/>
                      </a:cubicBezTo>
                      <a:cubicBezTo>
                        <a:pt x="1" y="14"/>
                        <a:pt x="2" y="14"/>
                        <a:pt x="1" y="15"/>
                      </a:cubicBezTo>
                      <a:cubicBezTo>
                        <a:pt x="1" y="15"/>
                        <a:pt x="1" y="15"/>
                        <a:pt x="1" y="16"/>
                      </a:cubicBezTo>
                      <a:cubicBezTo>
                        <a:pt x="2" y="16"/>
                        <a:pt x="2" y="16"/>
                        <a:pt x="2" y="17"/>
                      </a:cubicBezTo>
                      <a:cubicBezTo>
                        <a:pt x="2" y="18"/>
                        <a:pt x="1" y="18"/>
                        <a:pt x="1" y="18"/>
                      </a:cubicBezTo>
                      <a:cubicBezTo>
                        <a:pt x="1" y="19"/>
                        <a:pt x="2" y="20"/>
                        <a:pt x="3" y="20"/>
                      </a:cubicBezTo>
                      <a:cubicBezTo>
                        <a:pt x="4" y="20"/>
                        <a:pt x="4" y="21"/>
                        <a:pt x="4" y="22"/>
                      </a:cubicBezTo>
                      <a:cubicBezTo>
                        <a:pt x="4" y="23"/>
                        <a:pt x="5" y="23"/>
                        <a:pt x="5" y="24"/>
                      </a:cubicBezTo>
                      <a:cubicBezTo>
                        <a:pt x="5" y="25"/>
                        <a:pt x="5" y="26"/>
                        <a:pt x="4" y="27"/>
                      </a:cubicBezTo>
                      <a:cubicBezTo>
                        <a:pt x="5" y="27"/>
                        <a:pt x="6" y="27"/>
                        <a:pt x="6" y="27"/>
                      </a:cubicBezTo>
                      <a:cubicBezTo>
                        <a:pt x="7" y="27"/>
                        <a:pt x="7" y="26"/>
                        <a:pt x="8" y="26"/>
                      </a:cubicBezTo>
                      <a:cubicBezTo>
                        <a:pt x="9" y="26"/>
                        <a:pt x="9" y="27"/>
                        <a:pt x="10" y="26"/>
                      </a:cubicBezTo>
                      <a:cubicBezTo>
                        <a:pt x="11" y="26"/>
                        <a:pt x="11" y="25"/>
                        <a:pt x="12" y="25"/>
                      </a:cubicBezTo>
                      <a:cubicBezTo>
                        <a:pt x="13" y="25"/>
                        <a:pt x="13" y="25"/>
                        <a:pt x="13" y="25"/>
                      </a:cubicBezTo>
                      <a:cubicBezTo>
                        <a:pt x="14" y="25"/>
                        <a:pt x="13" y="25"/>
                        <a:pt x="14" y="25"/>
                      </a:cubicBezTo>
                      <a:cubicBezTo>
                        <a:pt x="14" y="25"/>
                        <a:pt x="14" y="25"/>
                        <a:pt x="14" y="25"/>
                      </a:cubicBezTo>
                      <a:cubicBezTo>
                        <a:pt x="14" y="25"/>
                        <a:pt x="15" y="25"/>
                        <a:pt x="15" y="25"/>
                      </a:cubicBezTo>
                      <a:cubicBezTo>
                        <a:pt x="15" y="25"/>
                        <a:pt x="15" y="25"/>
                        <a:pt x="15" y="25"/>
                      </a:cubicBezTo>
                      <a:cubicBezTo>
                        <a:pt x="16" y="25"/>
                        <a:pt x="16" y="25"/>
                        <a:pt x="16" y="26"/>
                      </a:cubicBezTo>
                      <a:cubicBezTo>
                        <a:pt x="16" y="26"/>
                        <a:pt x="17" y="26"/>
                        <a:pt x="17" y="27"/>
                      </a:cubicBezTo>
                      <a:cubicBezTo>
                        <a:pt x="18" y="26"/>
                        <a:pt x="20" y="27"/>
                        <a:pt x="20" y="28"/>
                      </a:cubicBezTo>
                      <a:cubicBezTo>
                        <a:pt x="21" y="28"/>
                        <a:pt x="22" y="27"/>
                        <a:pt x="22" y="27"/>
                      </a:cubicBezTo>
                      <a:cubicBezTo>
                        <a:pt x="23" y="27"/>
                        <a:pt x="24" y="27"/>
                        <a:pt x="24" y="27"/>
                      </a:cubicBezTo>
                      <a:cubicBezTo>
                        <a:pt x="26" y="27"/>
                        <a:pt x="27" y="26"/>
                        <a:pt x="27" y="25"/>
                      </a:cubicBezTo>
                      <a:cubicBezTo>
                        <a:pt x="26" y="25"/>
                        <a:pt x="26" y="24"/>
                        <a:pt x="26" y="24"/>
                      </a:cubicBezTo>
                      <a:cubicBezTo>
                        <a:pt x="26" y="23"/>
                        <a:pt x="27" y="23"/>
                        <a:pt x="27" y="23"/>
                      </a:cubicBezTo>
                      <a:cubicBezTo>
                        <a:pt x="27" y="23"/>
                        <a:pt x="28" y="23"/>
                        <a:pt x="29" y="23"/>
                      </a:cubicBezTo>
                      <a:cubicBezTo>
                        <a:pt x="29" y="22"/>
                        <a:pt x="29" y="22"/>
                        <a:pt x="29" y="22"/>
                      </a:cubicBezTo>
                      <a:cubicBezTo>
                        <a:pt x="30" y="21"/>
                        <a:pt x="32" y="22"/>
                        <a:pt x="33" y="20"/>
                      </a:cubicBezTo>
                      <a:cubicBezTo>
                        <a:pt x="33" y="20"/>
                        <a:pt x="33" y="21"/>
                        <a:pt x="33" y="21"/>
                      </a:cubicBezTo>
                      <a:cubicBezTo>
                        <a:pt x="34" y="21"/>
                        <a:pt x="34" y="20"/>
                        <a:pt x="34" y="20"/>
                      </a:cubicBezTo>
                      <a:cubicBezTo>
                        <a:pt x="35" y="20"/>
                        <a:pt x="35" y="21"/>
                        <a:pt x="35" y="21"/>
                      </a:cubicBezTo>
                      <a:cubicBezTo>
                        <a:pt x="36" y="22"/>
                        <a:pt x="36" y="22"/>
                        <a:pt x="36" y="22"/>
                      </a:cubicBezTo>
                      <a:cubicBezTo>
                        <a:pt x="36" y="22"/>
                        <a:pt x="36" y="21"/>
                        <a:pt x="37" y="21"/>
                      </a:cubicBezTo>
                      <a:cubicBezTo>
                        <a:pt x="37" y="21"/>
                        <a:pt x="37" y="21"/>
                        <a:pt x="37" y="21"/>
                      </a:cubicBezTo>
                      <a:cubicBezTo>
                        <a:pt x="38" y="21"/>
                        <a:pt x="38" y="21"/>
                        <a:pt x="39" y="21"/>
                      </a:cubicBezTo>
                      <a:cubicBezTo>
                        <a:pt x="39" y="20"/>
                        <a:pt x="38" y="20"/>
                        <a:pt x="38" y="19"/>
                      </a:cubicBezTo>
                      <a:cubicBezTo>
                        <a:pt x="37" y="19"/>
                        <a:pt x="37" y="18"/>
                        <a:pt x="37" y="18"/>
                      </a:cubicBezTo>
                      <a:cubicBezTo>
                        <a:pt x="36" y="17"/>
                        <a:pt x="36" y="17"/>
                        <a:pt x="35" y="17"/>
                      </a:cubicBezTo>
                      <a:cubicBezTo>
                        <a:pt x="35" y="17"/>
                        <a:pt x="35" y="16"/>
                        <a:pt x="36" y="16"/>
                      </a:cubicBezTo>
                      <a:cubicBezTo>
                        <a:pt x="36" y="16"/>
                        <a:pt x="37" y="15"/>
                        <a:pt x="37" y="15"/>
                      </a:cubicBezTo>
                      <a:cubicBezTo>
                        <a:pt x="37" y="15"/>
                        <a:pt x="38" y="14"/>
                        <a:pt x="38" y="14"/>
                      </a:cubicBezTo>
                      <a:cubicBezTo>
                        <a:pt x="38" y="13"/>
                        <a:pt x="38" y="12"/>
                        <a:pt x="38" y="11"/>
                      </a:cubicBezTo>
                      <a:cubicBezTo>
                        <a:pt x="38" y="11"/>
                        <a:pt x="38" y="10"/>
                        <a:pt x="39" y="10"/>
                      </a:cubicBezTo>
                      <a:cubicBezTo>
                        <a:pt x="40" y="8"/>
                        <a:pt x="40" y="8"/>
                        <a:pt x="42" y="8"/>
                      </a:cubicBezTo>
                      <a:cubicBezTo>
                        <a:pt x="44" y="8"/>
                        <a:pt x="43" y="6"/>
                        <a:pt x="43" y="5"/>
                      </a:cubicBezTo>
                      <a:cubicBezTo>
                        <a:pt x="42" y="5"/>
                        <a:pt x="41" y="5"/>
                        <a:pt x="41" y="5"/>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4" name="Freeform 819">
                  <a:extLst>
                    <a:ext uri="{FF2B5EF4-FFF2-40B4-BE49-F238E27FC236}">
                      <a16:creationId xmlns:a16="http://schemas.microsoft.com/office/drawing/2014/main" id="{7D45B749-D2BC-DAB8-8552-715DEFE5E015}"/>
                    </a:ext>
                  </a:extLst>
                </p:cNvPr>
                <p:cNvSpPr>
                  <a:spLocks/>
                </p:cNvSpPr>
                <p:nvPr/>
              </p:nvSpPr>
              <p:spPr bwMode="auto">
                <a:xfrm>
                  <a:off x="5451476" y="3187700"/>
                  <a:ext cx="107950" cy="87313"/>
                </a:xfrm>
                <a:custGeom>
                  <a:avLst/>
                  <a:gdLst>
                    <a:gd name="T0" fmla="*/ 6 w 26"/>
                    <a:gd name="T1" fmla="*/ 3 h 21"/>
                    <a:gd name="T2" fmla="*/ 8 w 26"/>
                    <a:gd name="T3" fmla="*/ 3 h 21"/>
                    <a:gd name="T4" fmla="*/ 11 w 26"/>
                    <a:gd name="T5" fmla="*/ 3 h 21"/>
                    <a:gd name="T6" fmla="*/ 12 w 26"/>
                    <a:gd name="T7" fmla="*/ 2 h 21"/>
                    <a:gd name="T8" fmla="*/ 13 w 26"/>
                    <a:gd name="T9" fmla="*/ 1 h 21"/>
                    <a:gd name="T10" fmla="*/ 14 w 26"/>
                    <a:gd name="T11" fmla="*/ 1 h 21"/>
                    <a:gd name="T12" fmla="*/ 16 w 26"/>
                    <a:gd name="T13" fmla="*/ 1 h 21"/>
                    <a:gd name="T14" fmla="*/ 17 w 26"/>
                    <a:gd name="T15" fmla="*/ 2 h 21"/>
                    <a:gd name="T16" fmla="*/ 19 w 26"/>
                    <a:gd name="T17" fmla="*/ 3 h 21"/>
                    <a:gd name="T18" fmla="*/ 21 w 26"/>
                    <a:gd name="T19" fmla="*/ 3 h 21"/>
                    <a:gd name="T20" fmla="*/ 22 w 26"/>
                    <a:gd name="T21" fmla="*/ 6 h 21"/>
                    <a:gd name="T22" fmla="*/ 21 w 26"/>
                    <a:gd name="T23" fmla="*/ 7 h 21"/>
                    <a:gd name="T24" fmla="*/ 24 w 26"/>
                    <a:gd name="T25" fmla="*/ 9 h 21"/>
                    <a:gd name="T26" fmla="*/ 26 w 26"/>
                    <a:gd name="T27" fmla="*/ 12 h 21"/>
                    <a:gd name="T28" fmla="*/ 24 w 26"/>
                    <a:gd name="T29" fmla="*/ 15 h 21"/>
                    <a:gd name="T30" fmla="*/ 22 w 26"/>
                    <a:gd name="T31" fmla="*/ 17 h 21"/>
                    <a:gd name="T32" fmla="*/ 22 w 26"/>
                    <a:gd name="T33" fmla="*/ 21 h 21"/>
                    <a:gd name="T34" fmla="*/ 20 w 26"/>
                    <a:gd name="T35" fmla="*/ 21 h 21"/>
                    <a:gd name="T36" fmla="*/ 19 w 26"/>
                    <a:gd name="T37" fmla="*/ 20 h 21"/>
                    <a:gd name="T38" fmla="*/ 17 w 26"/>
                    <a:gd name="T39" fmla="*/ 19 h 21"/>
                    <a:gd name="T40" fmla="*/ 16 w 26"/>
                    <a:gd name="T41" fmla="*/ 18 h 21"/>
                    <a:gd name="T42" fmla="*/ 15 w 26"/>
                    <a:gd name="T43" fmla="*/ 16 h 21"/>
                    <a:gd name="T44" fmla="*/ 14 w 26"/>
                    <a:gd name="T45" fmla="*/ 16 h 21"/>
                    <a:gd name="T46" fmla="*/ 11 w 26"/>
                    <a:gd name="T47" fmla="*/ 17 h 21"/>
                    <a:gd name="T48" fmla="*/ 11 w 26"/>
                    <a:gd name="T49" fmla="*/ 15 h 21"/>
                    <a:gd name="T50" fmla="*/ 11 w 26"/>
                    <a:gd name="T51" fmla="*/ 14 h 21"/>
                    <a:gd name="T52" fmla="*/ 8 w 26"/>
                    <a:gd name="T53" fmla="*/ 13 h 21"/>
                    <a:gd name="T54" fmla="*/ 5 w 26"/>
                    <a:gd name="T55" fmla="*/ 11 h 21"/>
                    <a:gd name="T56" fmla="*/ 3 w 26"/>
                    <a:gd name="T57" fmla="*/ 8 h 21"/>
                    <a:gd name="T58" fmla="*/ 2 w 26"/>
                    <a:gd name="T59" fmla="*/ 8 h 21"/>
                    <a:gd name="T60" fmla="*/ 1 w 26"/>
                    <a:gd name="T61" fmla="*/ 6 h 21"/>
                    <a:gd name="T62" fmla="*/ 2 w 26"/>
                    <a:gd name="T63" fmla="*/ 4 h 21"/>
                    <a:gd name="T64" fmla="*/ 6 w 26"/>
                    <a:gd name="T65"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6" h="21">
                      <a:moveTo>
                        <a:pt x="6" y="2"/>
                      </a:moveTo>
                      <a:cubicBezTo>
                        <a:pt x="6" y="2"/>
                        <a:pt x="6" y="3"/>
                        <a:pt x="6" y="3"/>
                      </a:cubicBezTo>
                      <a:cubicBezTo>
                        <a:pt x="7" y="3"/>
                        <a:pt x="7" y="3"/>
                        <a:pt x="7" y="3"/>
                      </a:cubicBezTo>
                      <a:cubicBezTo>
                        <a:pt x="7" y="3"/>
                        <a:pt x="7" y="2"/>
                        <a:pt x="8" y="3"/>
                      </a:cubicBezTo>
                      <a:cubicBezTo>
                        <a:pt x="8" y="3"/>
                        <a:pt x="9" y="3"/>
                        <a:pt x="9" y="3"/>
                      </a:cubicBezTo>
                      <a:cubicBezTo>
                        <a:pt x="10" y="4"/>
                        <a:pt x="10" y="3"/>
                        <a:pt x="11" y="3"/>
                      </a:cubicBezTo>
                      <a:cubicBezTo>
                        <a:pt x="11" y="3"/>
                        <a:pt x="12" y="2"/>
                        <a:pt x="12" y="2"/>
                      </a:cubicBezTo>
                      <a:cubicBezTo>
                        <a:pt x="12" y="2"/>
                        <a:pt x="12" y="2"/>
                        <a:pt x="12" y="2"/>
                      </a:cubicBezTo>
                      <a:cubicBezTo>
                        <a:pt x="12" y="2"/>
                        <a:pt x="13" y="2"/>
                        <a:pt x="13" y="2"/>
                      </a:cubicBezTo>
                      <a:cubicBezTo>
                        <a:pt x="13" y="2"/>
                        <a:pt x="13" y="2"/>
                        <a:pt x="13" y="1"/>
                      </a:cubicBezTo>
                      <a:cubicBezTo>
                        <a:pt x="13" y="1"/>
                        <a:pt x="13" y="0"/>
                        <a:pt x="14" y="0"/>
                      </a:cubicBezTo>
                      <a:cubicBezTo>
                        <a:pt x="14" y="1"/>
                        <a:pt x="14" y="1"/>
                        <a:pt x="14" y="1"/>
                      </a:cubicBezTo>
                      <a:cubicBezTo>
                        <a:pt x="15" y="1"/>
                        <a:pt x="15" y="0"/>
                        <a:pt x="16" y="0"/>
                      </a:cubicBezTo>
                      <a:cubicBezTo>
                        <a:pt x="16" y="0"/>
                        <a:pt x="15" y="1"/>
                        <a:pt x="16" y="1"/>
                      </a:cubicBezTo>
                      <a:cubicBezTo>
                        <a:pt x="17" y="1"/>
                        <a:pt x="17" y="1"/>
                        <a:pt x="17" y="0"/>
                      </a:cubicBezTo>
                      <a:cubicBezTo>
                        <a:pt x="17" y="1"/>
                        <a:pt x="17" y="1"/>
                        <a:pt x="17" y="2"/>
                      </a:cubicBezTo>
                      <a:cubicBezTo>
                        <a:pt x="18" y="2"/>
                        <a:pt x="18" y="2"/>
                        <a:pt x="18" y="2"/>
                      </a:cubicBezTo>
                      <a:cubicBezTo>
                        <a:pt x="19" y="3"/>
                        <a:pt x="19" y="3"/>
                        <a:pt x="19" y="3"/>
                      </a:cubicBezTo>
                      <a:cubicBezTo>
                        <a:pt x="20" y="3"/>
                        <a:pt x="20" y="3"/>
                        <a:pt x="20" y="3"/>
                      </a:cubicBezTo>
                      <a:cubicBezTo>
                        <a:pt x="20" y="3"/>
                        <a:pt x="20" y="3"/>
                        <a:pt x="21" y="3"/>
                      </a:cubicBezTo>
                      <a:cubicBezTo>
                        <a:pt x="21" y="3"/>
                        <a:pt x="22" y="3"/>
                        <a:pt x="22" y="4"/>
                      </a:cubicBezTo>
                      <a:cubicBezTo>
                        <a:pt x="23" y="4"/>
                        <a:pt x="22" y="5"/>
                        <a:pt x="22" y="6"/>
                      </a:cubicBezTo>
                      <a:cubicBezTo>
                        <a:pt x="22" y="6"/>
                        <a:pt x="22" y="6"/>
                        <a:pt x="22" y="7"/>
                      </a:cubicBezTo>
                      <a:cubicBezTo>
                        <a:pt x="22" y="7"/>
                        <a:pt x="21" y="7"/>
                        <a:pt x="21" y="7"/>
                      </a:cubicBezTo>
                      <a:cubicBezTo>
                        <a:pt x="21" y="8"/>
                        <a:pt x="22" y="8"/>
                        <a:pt x="23" y="8"/>
                      </a:cubicBezTo>
                      <a:cubicBezTo>
                        <a:pt x="23" y="8"/>
                        <a:pt x="24" y="8"/>
                        <a:pt x="24" y="9"/>
                      </a:cubicBezTo>
                      <a:cubicBezTo>
                        <a:pt x="25" y="9"/>
                        <a:pt x="25" y="10"/>
                        <a:pt x="25" y="11"/>
                      </a:cubicBezTo>
                      <a:cubicBezTo>
                        <a:pt x="25" y="11"/>
                        <a:pt x="26" y="11"/>
                        <a:pt x="26" y="12"/>
                      </a:cubicBezTo>
                      <a:cubicBezTo>
                        <a:pt x="26" y="13"/>
                        <a:pt x="26" y="13"/>
                        <a:pt x="25" y="13"/>
                      </a:cubicBezTo>
                      <a:cubicBezTo>
                        <a:pt x="25" y="14"/>
                        <a:pt x="25" y="14"/>
                        <a:pt x="24" y="15"/>
                      </a:cubicBezTo>
                      <a:cubicBezTo>
                        <a:pt x="24" y="15"/>
                        <a:pt x="23" y="15"/>
                        <a:pt x="23" y="15"/>
                      </a:cubicBezTo>
                      <a:cubicBezTo>
                        <a:pt x="22" y="16"/>
                        <a:pt x="22" y="17"/>
                        <a:pt x="22" y="17"/>
                      </a:cubicBezTo>
                      <a:cubicBezTo>
                        <a:pt x="22" y="18"/>
                        <a:pt x="22" y="19"/>
                        <a:pt x="22" y="19"/>
                      </a:cubicBezTo>
                      <a:cubicBezTo>
                        <a:pt x="23" y="20"/>
                        <a:pt x="23" y="20"/>
                        <a:pt x="22" y="21"/>
                      </a:cubicBezTo>
                      <a:cubicBezTo>
                        <a:pt x="22" y="21"/>
                        <a:pt x="20" y="21"/>
                        <a:pt x="20" y="21"/>
                      </a:cubicBezTo>
                      <a:cubicBezTo>
                        <a:pt x="20" y="21"/>
                        <a:pt x="20" y="21"/>
                        <a:pt x="20" y="21"/>
                      </a:cubicBezTo>
                      <a:cubicBezTo>
                        <a:pt x="20" y="20"/>
                        <a:pt x="19" y="20"/>
                        <a:pt x="19" y="20"/>
                      </a:cubicBezTo>
                      <a:cubicBezTo>
                        <a:pt x="19" y="20"/>
                        <a:pt x="19" y="20"/>
                        <a:pt x="19" y="20"/>
                      </a:cubicBezTo>
                      <a:cubicBezTo>
                        <a:pt x="19" y="19"/>
                        <a:pt x="18" y="20"/>
                        <a:pt x="18" y="19"/>
                      </a:cubicBezTo>
                      <a:cubicBezTo>
                        <a:pt x="18" y="19"/>
                        <a:pt x="17" y="19"/>
                        <a:pt x="17" y="19"/>
                      </a:cubicBezTo>
                      <a:cubicBezTo>
                        <a:pt x="17" y="18"/>
                        <a:pt x="17" y="18"/>
                        <a:pt x="17" y="18"/>
                      </a:cubicBezTo>
                      <a:cubicBezTo>
                        <a:pt x="16" y="18"/>
                        <a:pt x="16" y="18"/>
                        <a:pt x="16" y="18"/>
                      </a:cubicBezTo>
                      <a:cubicBezTo>
                        <a:pt x="15" y="18"/>
                        <a:pt x="16" y="18"/>
                        <a:pt x="16" y="17"/>
                      </a:cubicBezTo>
                      <a:cubicBezTo>
                        <a:pt x="16" y="17"/>
                        <a:pt x="16" y="17"/>
                        <a:pt x="15" y="16"/>
                      </a:cubicBezTo>
                      <a:cubicBezTo>
                        <a:pt x="15" y="16"/>
                        <a:pt x="16" y="15"/>
                        <a:pt x="16" y="15"/>
                      </a:cubicBezTo>
                      <a:cubicBezTo>
                        <a:pt x="15" y="14"/>
                        <a:pt x="15" y="17"/>
                        <a:pt x="14" y="16"/>
                      </a:cubicBezTo>
                      <a:cubicBezTo>
                        <a:pt x="14" y="17"/>
                        <a:pt x="13" y="17"/>
                        <a:pt x="12" y="17"/>
                      </a:cubicBezTo>
                      <a:cubicBezTo>
                        <a:pt x="12" y="17"/>
                        <a:pt x="11" y="17"/>
                        <a:pt x="11" y="17"/>
                      </a:cubicBezTo>
                      <a:cubicBezTo>
                        <a:pt x="11" y="16"/>
                        <a:pt x="11" y="16"/>
                        <a:pt x="11" y="16"/>
                      </a:cubicBezTo>
                      <a:cubicBezTo>
                        <a:pt x="12" y="15"/>
                        <a:pt x="11" y="15"/>
                        <a:pt x="11" y="15"/>
                      </a:cubicBezTo>
                      <a:cubicBezTo>
                        <a:pt x="11" y="15"/>
                        <a:pt x="11" y="15"/>
                        <a:pt x="11" y="14"/>
                      </a:cubicBezTo>
                      <a:cubicBezTo>
                        <a:pt x="12" y="14"/>
                        <a:pt x="12" y="14"/>
                        <a:pt x="11" y="14"/>
                      </a:cubicBezTo>
                      <a:cubicBezTo>
                        <a:pt x="11" y="13"/>
                        <a:pt x="11" y="13"/>
                        <a:pt x="10" y="13"/>
                      </a:cubicBezTo>
                      <a:cubicBezTo>
                        <a:pt x="10" y="13"/>
                        <a:pt x="9" y="13"/>
                        <a:pt x="8" y="13"/>
                      </a:cubicBezTo>
                      <a:cubicBezTo>
                        <a:pt x="8" y="13"/>
                        <a:pt x="8" y="12"/>
                        <a:pt x="7" y="11"/>
                      </a:cubicBezTo>
                      <a:cubicBezTo>
                        <a:pt x="7" y="11"/>
                        <a:pt x="6" y="11"/>
                        <a:pt x="5" y="11"/>
                      </a:cubicBezTo>
                      <a:cubicBezTo>
                        <a:pt x="5" y="10"/>
                        <a:pt x="5" y="9"/>
                        <a:pt x="5" y="9"/>
                      </a:cubicBezTo>
                      <a:cubicBezTo>
                        <a:pt x="4" y="8"/>
                        <a:pt x="4" y="8"/>
                        <a:pt x="3" y="8"/>
                      </a:cubicBezTo>
                      <a:cubicBezTo>
                        <a:pt x="3" y="9"/>
                        <a:pt x="3" y="9"/>
                        <a:pt x="2" y="9"/>
                      </a:cubicBezTo>
                      <a:cubicBezTo>
                        <a:pt x="2" y="9"/>
                        <a:pt x="2" y="8"/>
                        <a:pt x="2" y="8"/>
                      </a:cubicBezTo>
                      <a:cubicBezTo>
                        <a:pt x="1" y="7"/>
                        <a:pt x="1" y="8"/>
                        <a:pt x="1" y="7"/>
                      </a:cubicBezTo>
                      <a:cubicBezTo>
                        <a:pt x="1" y="6"/>
                        <a:pt x="1" y="6"/>
                        <a:pt x="1" y="6"/>
                      </a:cubicBezTo>
                      <a:cubicBezTo>
                        <a:pt x="1" y="5"/>
                        <a:pt x="0" y="5"/>
                        <a:pt x="0" y="5"/>
                      </a:cubicBezTo>
                      <a:cubicBezTo>
                        <a:pt x="1" y="4"/>
                        <a:pt x="1" y="4"/>
                        <a:pt x="2" y="4"/>
                      </a:cubicBezTo>
                      <a:cubicBezTo>
                        <a:pt x="2" y="3"/>
                        <a:pt x="3" y="3"/>
                        <a:pt x="3" y="3"/>
                      </a:cubicBezTo>
                      <a:cubicBezTo>
                        <a:pt x="4" y="3"/>
                        <a:pt x="5" y="1"/>
                        <a:pt x="6" y="2"/>
                      </a:cubicBezTo>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5" name="Freeform 820">
                  <a:extLst>
                    <a:ext uri="{FF2B5EF4-FFF2-40B4-BE49-F238E27FC236}">
                      <a16:creationId xmlns:a16="http://schemas.microsoft.com/office/drawing/2014/main" id="{68F17C30-37D7-5E0E-7C0D-30598288320C}"/>
                    </a:ext>
                  </a:extLst>
                </p:cNvPr>
                <p:cNvSpPr>
                  <a:spLocks/>
                </p:cNvSpPr>
                <p:nvPr/>
              </p:nvSpPr>
              <p:spPr bwMode="auto">
                <a:xfrm>
                  <a:off x="5451476" y="3187700"/>
                  <a:ext cx="107950" cy="87313"/>
                </a:xfrm>
                <a:custGeom>
                  <a:avLst/>
                  <a:gdLst>
                    <a:gd name="T0" fmla="*/ 6 w 26"/>
                    <a:gd name="T1" fmla="*/ 3 h 21"/>
                    <a:gd name="T2" fmla="*/ 8 w 26"/>
                    <a:gd name="T3" fmla="*/ 3 h 21"/>
                    <a:gd name="T4" fmla="*/ 11 w 26"/>
                    <a:gd name="T5" fmla="*/ 3 h 21"/>
                    <a:gd name="T6" fmla="*/ 12 w 26"/>
                    <a:gd name="T7" fmla="*/ 2 h 21"/>
                    <a:gd name="T8" fmla="*/ 13 w 26"/>
                    <a:gd name="T9" fmla="*/ 1 h 21"/>
                    <a:gd name="T10" fmla="*/ 14 w 26"/>
                    <a:gd name="T11" fmla="*/ 1 h 21"/>
                    <a:gd name="T12" fmla="*/ 16 w 26"/>
                    <a:gd name="T13" fmla="*/ 1 h 21"/>
                    <a:gd name="T14" fmla="*/ 17 w 26"/>
                    <a:gd name="T15" fmla="*/ 2 h 21"/>
                    <a:gd name="T16" fmla="*/ 19 w 26"/>
                    <a:gd name="T17" fmla="*/ 3 h 21"/>
                    <a:gd name="T18" fmla="*/ 21 w 26"/>
                    <a:gd name="T19" fmla="*/ 3 h 21"/>
                    <a:gd name="T20" fmla="*/ 22 w 26"/>
                    <a:gd name="T21" fmla="*/ 6 h 21"/>
                    <a:gd name="T22" fmla="*/ 21 w 26"/>
                    <a:gd name="T23" fmla="*/ 7 h 21"/>
                    <a:gd name="T24" fmla="*/ 24 w 26"/>
                    <a:gd name="T25" fmla="*/ 9 h 21"/>
                    <a:gd name="T26" fmla="*/ 26 w 26"/>
                    <a:gd name="T27" fmla="*/ 12 h 21"/>
                    <a:gd name="T28" fmla="*/ 24 w 26"/>
                    <a:gd name="T29" fmla="*/ 15 h 21"/>
                    <a:gd name="T30" fmla="*/ 22 w 26"/>
                    <a:gd name="T31" fmla="*/ 17 h 21"/>
                    <a:gd name="T32" fmla="*/ 22 w 26"/>
                    <a:gd name="T33" fmla="*/ 21 h 21"/>
                    <a:gd name="T34" fmla="*/ 20 w 26"/>
                    <a:gd name="T35" fmla="*/ 21 h 21"/>
                    <a:gd name="T36" fmla="*/ 19 w 26"/>
                    <a:gd name="T37" fmla="*/ 20 h 21"/>
                    <a:gd name="T38" fmla="*/ 17 w 26"/>
                    <a:gd name="T39" fmla="*/ 19 h 21"/>
                    <a:gd name="T40" fmla="*/ 16 w 26"/>
                    <a:gd name="T41" fmla="*/ 18 h 21"/>
                    <a:gd name="T42" fmla="*/ 15 w 26"/>
                    <a:gd name="T43" fmla="*/ 16 h 21"/>
                    <a:gd name="T44" fmla="*/ 14 w 26"/>
                    <a:gd name="T45" fmla="*/ 16 h 21"/>
                    <a:gd name="T46" fmla="*/ 11 w 26"/>
                    <a:gd name="T47" fmla="*/ 17 h 21"/>
                    <a:gd name="T48" fmla="*/ 11 w 26"/>
                    <a:gd name="T49" fmla="*/ 15 h 21"/>
                    <a:gd name="T50" fmla="*/ 11 w 26"/>
                    <a:gd name="T51" fmla="*/ 14 h 21"/>
                    <a:gd name="T52" fmla="*/ 8 w 26"/>
                    <a:gd name="T53" fmla="*/ 13 h 21"/>
                    <a:gd name="T54" fmla="*/ 5 w 26"/>
                    <a:gd name="T55" fmla="*/ 11 h 21"/>
                    <a:gd name="T56" fmla="*/ 3 w 26"/>
                    <a:gd name="T57" fmla="*/ 8 h 21"/>
                    <a:gd name="T58" fmla="*/ 2 w 26"/>
                    <a:gd name="T59" fmla="*/ 8 h 21"/>
                    <a:gd name="T60" fmla="*/ 1 w 26"/>
                    <a:gd name="T61" fmla="*/ 6 h 21"/>
                    <a:gd name="T62" fmla="*/ 2 w 26"/>
                    <a:gd name="T63" fmla="*/ 4 h 21"/>
                    <a:gd name="T64" fmla="*/ 6 w 26"/>
                    <a:gd name="T65"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6" h="21">
                      <a:moveTo>
                        <a:pt x="6" y="2"/>
                      </a:moveTo>
                      <a:cubicBezTo>
                        <a:pt x="6" y="2"/>
                        <a:pt x="6" y="3"/>
                        <a:pt x="6" y="3"/>
                      </a:cubicBezTo>
                      <a:cubicBezTo>
                        <a:pt x="7" y="3"/>
                        <a:pt x="7" y="3"/>
                        <a:pt x="7" y="3"/>
                      </a:cubicBezTo>
                      <a:cubicBezTo>
                        <a:pt x="7" y="3"/>
                        <a:pt x="7" y="2"/>
                        <a:pt x="8" y="3"/>
                      </a:cubicBezTo>
                      <a:cubicBezTo>
                        <a:pt x="8" y="3"/>
                        <a:pt x="9" y="3"/>
                        <a:pt x="9" y="3"/>
                      </a:cubicBezTo>
                      <a:cubicBezTo>
                        <a:pt x="10" y="4"/>
                        <a:pt x="10" y="3"/>
                        <a:pt x="11" y="3"/>
                      </a:cubicBezTo>
                      <a:cubicBezTo>
                        <a:pt x="11" y="3"/>
                        <a:pt x="12" y="2"/>
                        <a:pt x="12" y="2"/>
                      </a:cubicBezTo>
                      <a:cubicBezTo>
                        <a:pt x="12" y="2"/>
                        <a:pt x="12" y="2"/>
                        <a:pt x="12" y="2"/>
                      </a:cubicBezTo>
                      <a:cubicBezTo>
                        <a:pt x="12" y="2"/>
                        <a:pt x="13" y="2"/>
                        <a:pt x="13" y="2"/>
                      </a:cubicBezTo>
                      <a:cubicBezTo>
                        <a:pt x="13" y="2"/>
                        <a:pt x="13" y="2"/>
                        <a:pt x="13" y="1"/>
                      </a:cubicBezTo>
                      <a:cubicBezTo>
                        <a:pt x="13" y="1"/>
                        <a:pt x="13" y="0"/>
                        <a:pt x="14" y="0"/>
                      </a:cubicBezTo>
                      <a:cubicBezTo>
                        <a:pt x="14" y="1"/>
                        <a:pt x="14" y="1"/>
                        <a:pt x="14" y="1"/>
                      </a:cubicBezTo>
                      <a:cubicBezTo>
                        <a:pt x="15" y="1"/>
                        <a:pt x="15" y="0"/>
                        <a:pt x="16" y="0"/>
                      </a:cubicBezTo>
                      <a:cubicBezTo>
                        <a:pt x="16" y="0"/>
                        <a:pt x="15" y="1"/>
                        <a:pt x="16" y="1"/>
                      </a:cubicBezTo>
                      <a:cubicBezTo>
                        <a:pt x="17" y="1"/>
                        <a:pt x="17" y="1"/>
                        <a:pt x="17" y="0"/>
                      </a:cubicBezTo>
                      <a:cubicBezTo>
                        <a:pt x="17" y="1"/>
                        <a:pt x="17" y="1"/>
                        <a:pt x="17" y="2"/>
                      </a:cubicBezTo>
                      <a:cubicBezTo>
                        <a:pt x="18" y="2"/>
                        <a:pt x="18" y="2"/>
                        <a:pt x="18" y="2"/>
                      </a:cubicBezTo>
                      <a:cubicBezTo>
                        <a:pt x="19" y="3"/>
                        <a:pt x="19" y="3"/>
                        <a:pt x="19" y="3"/>
                      </a:cubicBezTo>
                      <a:cubicBezTo>
                        <a:pt x="20" y="3"/>
                        <a:pt x="20" y="3"/>
                        <a:pt x="20" y="3"/>
                      </a:cubicBezTo>
                      <a:cubicBezTo>
                        <a:pt x="20" y="3"/>
                        <a:pt x="20" y="3"/>
                        <a:pt x="21" y="3"/>
                      </a:cubicBezTo>
                      <a:cubicBezTo>
                        <a:pt x="21" y="3"/>
                        <a:pt x="22" y="3"/>
                        <a:pt x="22" y="4"/>
                      </a:cubicBezTo>
                      <a:cubicBezTo>
                        <a:pt x="23" y="4"/>
                        <a:pt x="22" y="5"/>
                        <a:pt x="22" y="6"/>
                      </a:cubicBezTo>
                      <a:cubicBezTo>
                        <a:pt x="22" y="6"/>
                        <a:pt x="22" y="6"/>
                        <a:pt x="22" y="7"/>
                      </a:cubicBezTo>
                      <a:cubicBezTo>
                        <a:pt x="22" y="7"/>
                        <a:pt x="21" y="7"/>
                        <a:pt x="21" y="7"/>
                      </a:cubicBezTo>
                      <a:cubicBezTo>
                        <a:pt x="21" y="8"/>
                        <a:pt x="22" y="8"/>
                        <a:pt x="23" y="8"/>
                      </a:cubicBezTo>
                      <a:cubicBezTo>
                        <a:pt x="23" y="8"/>
                        <a:pt x="24" y="8"/>
                        <a:pt x="24" y="9"/>
                      </a:cubicBezTo>
                      <a:cubicBezTo>
                        <a:pt x="25" y="9"/>
                        <a:pt x="25" y="10"/>
                        <a:pt x="25" y="11"/>
                      </a:cubicBezTo>
                      <a:cubicBezTo>
                        <a:pt x="25" y="11"/>
                        <a:pt x="26" y="11"/>
                        <a:pt x="26" y="12"/>
                      </a:cubicBezTo>
                      <a:cubicBezTo>
                        <a:pt x="26" y="13"/>
                        <a:pt x="26" y="13"/>
                        <a:pt x="25" y="13"/>
                      </a:cubicBezTo>
                      <a:cubicBezTo>
                        <a:pt x="25" y="14"/>
                        <a:pt x="25" y="14"/>
                        <a:pt x="24" y="15"/>
                      </a:cubicBezTo>
                      <a:cubicBezTo>
                        <a:pt x="24" y="15"/>
                        <a:pt x="23" y="15"/>
                        <a:pt x="23" y="15"/>
                      </a:cubicBezTo>
                      <a:cubicBezTo>
                        <a:pt x="22" y="16"/>
                        <a:pt x="22" y="17"/>
                        <a:pt x="22" y="17"/>
                      </a:cubicBezTo>
                      <a:cubicBezTo>
                        <a:pt x="22" y="18"/>
                        <a:pt x="22" y="19"/>
                        <a:pt x="22" y="19"/>
                      </a:cubicBezTo>
                      <a:cubicBezTo>
                        <a:pt x="23" y="20"/>
                        <a:pt x="23" y="20"/>
                        <a:pt x="22" y="21"/>
                      </a:cubicBezTo>
                      <a:cubicBezTo>
                        <a:pt x="22" y="21"/>
                        <a:pt x="20" y="21"/>
                        <a:pt x="20" y="21"/>
                      </a:cubicBezTo>
                      <a:cubicBezTo>
                        <a:pt x="20" y="21"/>
                        <a:pt x="20" y="21"/>
                        <a:pt x="20" y="21"/>
                      </a:cubicBezTo>
                      <a:cubicBezTo>
                        <a:pt x="20" y="20"/>
                        <a:pt x="19" y="20"/>
                        <a:pt x="19" y="20"/>
                      </a:cubicBezTo>
                      <a:cubicBezTo>
                        <a:pt x="19" y="20"/>
                        <a:pt x="19" y="20"/>
                        <a:pt x="19" y="20"/>
                      </a:cubicBezTo>
                      <a:cubicBezTo>
                        <a:pt x="19" y="19"/>
                        <a:pt x="18" y="20"/>
                        <a:pt x="18" y="19"/>
                      </a:cubicBezTo>
                      <a:cubicBezTo>
                        <a:pt x="18" y="19"/>
                        <a:pt x="17" y="19"/>
                        <a:pt x="17" y="19"/>
                      </a:cubicBezTo>
                      <a:cubicBezTo>
                        <a:pt x="17" y="18"/>
                        <a:pt x="17" y="18"/>
                        <a:pt x="17" y="18"/>
                      </a:cubicBezTo>
                      <a:cubicBezTo>
                        <a:pt x="16" y="18"/>
                        <a:pt x="16" y="18"/>
                        <a:pt x="16" y="18"/>
                      </a:cubicBezTo>
                      <a:cubicBezTo>
                        <a:pt x="15" y="18"/>
                        <a:pt x="16" y="18"/>
                        <a:pt x="16" y="17"/>
                      </a:cubicBezTo>
                      <a:cubicBezTo>
                        <a:pt x="16" y="17"/>
                        <a:pt x="16" y="17"/>
                        <a:pt x="15" y="16"/>
                      </a:cubicBezTo>
                      <a:cubicBezTo>
                        <a:pt x="15" y="16"/>
                        <a:pt x="16" y="15"/>
                        <a:pt x="16" y="15"/>
                      </a:cubicBezTo>
                      <a:cubicBezTo>
                        <a:pt x="15" y="14"/>
                        <a:pt x="15" y="17"/>
                        <a:pt x="14" y="16"/>
                      </a:cubicBezTo>
                      <a:cubicBezTo>
                        <a:pt x="14" y="17"/>
                        <a:pt x="13" y="17"/>
                        <a:pt x="12" y="17"/>
                      </a:cubicBezTo>
                      <a:cubicBezTo>
                        <a:pt x="12" y="17"/>
                        <a:pt x="11" y="17"/>
                        <a:pt x="11" y="17"/>
                      </a:cubicBezTo>
                      <a:cubicBezTo>
                        <a:pt x="11" y="16"/>
                        <a:pt x="11" y="16"/>
                        <a:pt x="11" y="16"/>
                      </a:cubicBezTo>
                      <a:cubicBezTo>
                        <a:pt x="12" y="15"/>
                        <a:pt x="11" y="15"/>
                        <a:pt x="11" y="15"/>
                      </a:cubicBezTo>
                      <a:cubicBezTo>
                        <a:pt x="11" y="15"/>
                        <a:pt x="11" y="15"/>
                        <a:pt x="11" y="14"/>
                      </a:cubicBezTo>
                      <a:cubicBezTo>
                        <a:pt x="12" y="14"/>
                        <a:pt x="12" y="14"/>
                        <a:pt x="11" y="14"/>
                      </a:cubicBezTo>
                      <a:cubicBezTo>
                        <a:pt x="11" y="13"/>
                        <a:pt x="11" y="13"/>
                        <a:pt x="10" y="13"/>
                      </a:cubicBezTo>
                      <a:cubicBezTo>
                        <a:pt x="10" y="13"/>
                        <a:pt x="9" y="13"/>
                        <a:pt x="8" y="13"/>
                      </a:cubicBezTo>
                      <a:cubicBezTo>
                        <a:pt x="8" y="13"/>
                        <a:pt x="8" y="12"/>
                        <a:pt x="7" y="11"/>
                      </a:cubicBezTo>
                      <a:cubicBezTo>
                        <a:pt x="7" y="11"/>
                        <a:pt x="6" y="11"/>
                        <a:pt x="5" y="11"/>
                      </a:cubicBezTo>
                      <a:cubicBezTo>
                        <a:pt x="5" y="10"/>
                        <a:pt x="5" y="9"/>
                        <a:pt x="5" y="9"/>
                      </a:cubicBezTo>
                      <a:cubicBezTo>
                        <a:pt x="4" y="8"/>
                        <a:pt x="4" y="8"/>
                        <a:pt x="3" y="8"/>
                      </a:cubicBezTo>
                      <a:cubicBezTo>
                        <a:pt x="3" y="9"/>
                        <a:pt x="3" y="9"/>
                        <a:pt x="2" y="9"/>
                      </a:cubicBezTo>
                      <a:cubicBezTo>
                        <a:pt x="2" y="9"/>
                        <a:pt x="2" y="8"/>
                        <a:pt x="2" y="8"/>
                      </a:cubicBezTo>
                      <a:cubicBezTo>
                        <a:pt x="1" y="7"/>
                        <a:pt x="1" y="8"/>
                        <a:pt x="1" y="7"/>
                      </a:cubicBezTo>
                      <a:cubicBezTo>
                        <a:pt x="1" y="6"/>
                        <a:pt x="1" y="6"/>
                        <a:pt x="1" y="6"/>
                      </a:cubicBezTo>
                      <a:cubicBezTo>
                        <a:pt x="1" y="5"/>
                        <a:pt x="0" y="5"/>
                        <a:pt x="0" y="5"/>
                      </a:cubicBezTo>
                      <a:cubicBezTo>
                        <a:pt x="1" y="4"/>
                        <a:pt x="1" y="4"/>
                        <a:pt x="2" y="4"/>
                      </a:cubicBezTo>
                      <a:cubicBezTo>
                        <a:pt x="2" y="3"/>
                        <a:pt x="3" y="3"/>
                        <a:pt x="3" y="3"/>
                      </a:cubicBezTo>
                      <a:cubicBezTo>
                        <a:pt x="4" y="3"/>
                        <a:pt x="5" y="1"/>
                        <a:pt x="6" y="2"/>
                      </a:cubicBezTo>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6" name="Freeform 821">
                  <a:extLst>
                    <a:ext uri="{FF2B5EF4-FFF2-40B4-BE49-F238E27FC236}">
                      <a16:creationId xmlns:a16="http://schemas.microsoft.com/office/drawing/2014/main" id="{ADF76BA4-2488-D331-9E8E-94AA91572E56}"/>
                    </a:ext>
                  </a:extLst>
                </p:cNvPr>
                <p:cNvSpPr>
                  <a:spLocks/>
                </p:cNvSpPr>
                <p:nvPr/>
              </p:nvSpPr>
              <p:spPr bwMode="auto">
                <a:xfrm>
                  <a:off x="6024563" y="2967038"/>
                  <a:ext cx="274637" cy="233363"/>
                </a:xfrm>
                <a:custGeom>
                  <a:avLst/>
                  <a:gdLst>
                    <a:gd name="T0" fmla="*/ 8 w 66"/>
                    <a:gd name="T1" fmla="*/ 51 h 56"/>
                    <a:gd name="T2" fmla="*/ 15 w 66"/>
                    <a:gd name="T3" fmla="*/ 48 h 56"/>
                    <a:gd name="T4" fmla="*/ 23 w 66"/>
                    <a:gd name="T5" fmla="*/ 50 h 56"/>
                    <a:gd name="T6" fmla="*/ 27 w 66"/>
                    <a:gd name="T7" fmla="*/ 50 h 56"/>
                    <a:gd name="T8" fmla="*/ 30 w 66"/>
                    <a:gd name="T9" fmla="*/ 52 h 56"/>
                    <a:gd name="T10" fmla="*/ 33 w 66"/>
                    <a:gd name="T11" fmla="*/ 52 h 56"/>
                    <a:gd name="T12" fmla="*/ 36 w 66"/>
                    <a:gd name="T13" fmla="*/ 53 h 56"/>
                    <a:gd name="T14" fmla="*/ 40 w 66"/>
                    <a:gd name="T15" fmla="*/ 52 h 56"/>
                    <a:gd name="T16" fmla="*/ 43 w 66"/>
                    <a:gd name="T17" fmla="*/ 54 h 56"/>
                    <a:gd name="T18" fmla="*/ 47 w 66"/>
                    <a:gd name="T19" fmla="*/ 54 h 56"/>
                    <a:gd name="T20" fmla="*/ 51 w 66"/>
                    <a:gd name="T21" fmla="*/ 52 h 56"/>
                    <a:gd name="T22" fmla="*/ 54 w 66"/>
                    <a:gd name="T23" fmla="*/ 47 h 56"/>
                    <a:gd name="T24" fmla="*/ 59 w 66"/>
                    <a:gd name="T25" fmla="*/ 47 h 56"/>
                    <a:gd name="T26" fmla="*/ 58 w 66"/>
                    <a:gd name="T27" fmla="*/ 42 h 56"/>
                    <a:gd name="T28" fmla="*/ 58 w 66"/>
                    <a:gd name="T29" fmla="*/ 40 h 56"/>
                    <a:gd name="T30" fmla="*/ 56 w 66"/>
                    <a:gd name="T31" fmla="*/ 35 h 56"/>
                    <a:gd name="T32" fmla="*/ 60 w 66"/>
                    <a:gd name="T33" fmla="*/ 36 h 56"/>
                    <a:gd name="T34" fmla="*/ 65 w 66"/>
                    <a:gd name="T35" fmla="*/ 33 h 56"/>
                    <a:gd name="T36" fmla="*/ 64 w 66"/>
                    <a:gd name="T37" fmla="*/ 29 h 56"/>
                    <a:gd name="T38" fmla="*/ 60 w 66"/>
                    <a:gd name="T39" fmla="*/ 28 h 56"/>
                    <a:gd name="T40" fmla="*/ 57 w 66"/>
                    <a:gd name="T41" fmla="*/ 23 h 56"/>
                    <a:gd name="T42" fmla="*/ 55 w 66"/>
                    <a:gd name="T43" fmla="*/ 19 h 56"/>
                    <a:gd name="T44" fmla="*/ 53 w 66"/>
                    <a:gd name="T45" fmla="*/ 16 h 56"/>
                    <a:gd name="T46" fmla="*/ 54 w 66"/>
                    <a:gd name="T47" fmla="*/ 13 h 56"/>
                    <a:gd name="T48" fmla="*/ 53 w 66"/>
                    <a:gd name="T49" fmla="*/ 10 h 56"/>
                    <a:gd name="T50" fmla="*/ 54 w 66"/>
                    <a:gd name="T51" fmla="*/ 8 h 56"/>
                    <a:gd name="T52" fmla="*/ 51 w 66"/>
                    <a:gd name="T53" fmla="*/ 6 h 56"/>
                    <a:gd name="T54" fmla="*/ 46 w 66"/>
                    <a:gd name="T55" fmla="*/ 5 h 56"/>
                    <a:gd name="T56" fmla="*/ 44 w 66"/>
                    <a:gd name="T57" fmla="*/ 2 h 56"/>
                    <a:gd name="T58" fmla="*/ 38 w 66"/>
                    <a:gd name="T59" fmla="*/ 1 h 56"/>
                    <a:gd name="T60" fmla="*/ 33 w 66"/>
                    <a:gd name="T61" fmla="*/ 1 h 56"/>
                    <a:gd name="T62" fmla="*/ 29 w 66"/>
                    <a:gd name="T63" fmla="*/ 4 h 56"/>
                    <a:gd name="T64" fmla="*/ 24 w 66"/>
                    <a:gd name="T65" fmla="*/ 6 h 56"/>
                    <a:gd name="T66" fmla="*/ 25 w 66"/>
                    <a:gd name="T67" fmla="*/ 11 h 56"/>
                    <a:gd name="T68" fmla="*/ 22 w 66"/>
                    <a:gd name="T69" fmla="*/ 13 h 56"/>
                    <a:gd name="T70" fmla="*/ 19 w 66"/>
                    <a:gd name="T71" fmla="*/ 17 h 56"/>
                    <a:gd name="T72" fmla="*/ 18 w 66"/>
                    <a:gd name="T73" fmla="*/ 23 h 56"/>
                    <a:gd name="T74" fmla="*/ 16 w 66"/>
                    <a:gd name="T75" fmla="*/ 23 h 56"/>
                    <a:gd name="T76" fmla="*/ 12 w 66"/>
                    <a:gd name="T77" fmla="*/ 26 h 56"/>
                    <a:gd name="T78" fmla="*/ 7 w 66"/>
                    <a:gd name="T79" fmla="*/ 26 h 56"/>
                    <a:gd name="T80" fmla="*/ 4 w 66"/>
                    <a:gd name="T81" fmla="*/ 30 h 56"/>
                    <a:gd name="T82" fmla="*/ 6 w 66"/>
                    <a:gd name="T83" fmla="*/ 41 h 56"/>
                    <a:gd name="T84" fmla="*/ 4 w 66"/>
                    <a:gd name="T85" fmla="*/ 5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56">
                      <a:moveTo>
                        <a:pt x="6" y="52"/>
                      </a:moveTo>
                      <a:cubicBezTo>
                        <a:pt x="6" y="52"/>
                        <a:pt x="7" y="52"/>
                        <a:pt x="7" y="52"/>
                      </a:cubicBezTo>
                      <a:cubicBezTo>
                        <a:pt x="8" y="52"/>
                        <a:pt x="8" y="51"/>
                        <a:pt x="8" y="51"/>
                      </a:cubicBezTo>
                      <a:cubicBezTo>
                        <a:pt x="9" y="49"/>
                        <a:pt x="9" y="49"/>
                        <a:pt x="11" y="49"/>
                      </a:cubicBezTo>
                      <a:cubicBezTo>
                        <a:pt x="11" y="49"/>
                        <a:pt x="12" y="49"/>
                        <a:pt x="13" y="49"/>
                      </a:cubicBezTo>
                      <a:cubicBezTo>
                        <a:pt x="13" y="49"/>
                        <a:pt x="14" y="48"/>
                        <a:pt x="15" y="48"/>
                      </a:cubicBezTo>
                      <a:cubicBezTo>
                        <a:pt x="15" y="48"/>
                        <a:pt x="16" y="48"/>
                        <a:pt x="17" y="48"/>
                      </a:cubicBezTo>
                      <a:cubicBezTo>
                        <a:pt x="18" y="48"/>
                        <a:pt x="19" y="49"/>
                        <a:pt x="20" y="49"/>
                      </a:cubicBezTo>
                      <a:cubicBezTo>
                        <a:pt x="21" y="49"/>
                        <a:pt x="22" y="49"/>
                        <a:pt x="23" y="50"/>
                      </a:cubicBezTo>
                      <a:cubicBezTo>
                        <a:pt x="24" y="50"/>
                        <a:pt x="24" y="50"/>
                        <a:pt x="24" y="50"/>
                      </a:cubicBezTo>
                      <a:cubicBezTo>
                        <a:pt x="25" y="50"/>
                        <a:pt x="25" y="50"/>
                        <a:pt x="26" y="50"/>
                      </a:cubicBezTo>
                      <a:cubicBezTo>
                        <a:pt x="26" y="50"/>
                        <a:pt x="27" y="50"/>
                        <a:pt x="27" y="50"/>
                      </a:cubicBezTo>
                      <a:cubicBezTo>
                        <a:pt x="27" y="50"/>
                        <a:pt x="27" y="50"/>
                        <a:pt x="27" y="50"/>
                      </a:cubicBezTo>
                      <a:cubicBezTo>
                        <a:pt x="28" y="50"/>
                        <a:pt x="28" y="50"/>
                        <a:pt x="28" y="51"/>
                      </a:cubicBezTo>
                      <a:cubicBezTo>
                        <a:pt x="29" y="52"/>
                        <a:pt x="30" y="53"/>
                        <a:pt x="30" y="52"/>
                      </a:cubicBezTo>
                      <a:cubicBezTo>
                        <a:pt x="31" y="52"/>
                        <a:pt x="31" y="52"/>
                        <a:pt x="31" y="52"/>
                      </a:cubicBezTo>
                      <a:cubicBezTo>
                        <a:pt x="32" y="53"/>
                        <a:pt x="31" y="54"/>
                        <a:pt x="32" y="53"/>
                      </a:cubicBezTo>
                      <a:cubicBezTo>
                        <a:pt x="33" y="53"/>
                        <a:pt x="32" y="52"/>
                        <a:pt x="33" y="52"/>
                      </a:cubicBezTo>
                      <a:cubicBezTo>
                        <a:pt x="33" y="52"/>
                        <a:pt x="34" y="53"/>
                        <a:pt x="34" y="52"/>
                      </a:cubicBezTo>
                      <a:cubicBezTo>
                        <a:pt x="35" y="52"/>
                        <a:pt x="35" y="52"/>
                        <a:pt x="35" y="52"/>
                      </a:cubicBezTo>
                      <a:cubicBezTo>
                        <a:pt x="36" y="52"/>
                        <a:pt x="36" y="53"/>
                        <a:pt x="36" y="53"/>
                      </a:cubicBezTo>
                      <a:cubicBezTo>
                        <a:pt x="37" y="53"/>
                        <a:pt x="37" y="52"/>
                        <a:pt x="38" y="53"/>
                      </a:cubicBezTo>
                      <a:cubicBezTo>
                        <a:pt x="38" y="53"/>
                        <a:pt x="38" y="54"/>
                        <a:pt x="39" y="54"/>
                      </a:cubicBezTo>
                      <a:cubicBezTo>
                        <a:pt x="39" y="53"/>
                        <a:pt x="39" y="53"/>
                        <a:pt x="40" y="52"/>
                      </a:cubicBezTo>
                      <a:cubicBezTo>
                        <a:pt x="40" y="52"/>
                        <a:pt x="40" y="52"/>
                        <a:pt x="40" y="52"/>
                      </a:cubicBezTo>
                      <a:cubicBezTo>
                        <a:pt x="41" y="52"/>
                        <a:pt x="41" y="52"/>
                        <a:pt x="41" y="52"/>
                      </a:cubicBezTo>
                      <a:cubicBezTo>
                        <a:pt x="43" y="52"/>
                        <a:pt x="42" y="55"/>
                        <a:pt x="43" y="54"/>
                      </a:cubicBezTo>
                      <a:cubicBezTo>
                        <a:pt x="44" y="54"/>
                        <a:pt x="44" y="53"/>
                        <a:pt x="45" y="53"/>
                      </a:cubicBezTo>
                      <a:cubicBezTo>
                        <a:pt x="45" y="53"/>
                        <a:pt x="46" y="54"/>
                        <a:pt x="46" y="54"/>
                      </a:cubicBezTo>
                      <a:cubicBezTo>
                        <a:pt x="46" y="54"/>
                        <a:pt x="47" y="54"/>
                        <a:pt x="47" y="54"/>
                      </a:cubicBezTo>
                      <a:cubicBezTo>
                        <a:pt x="48" y="53"/>
                        <a:pt x="49" y="53"/>
                        <a:pt x="49" y="54"/>
                      </a:cubicBezTo>
                      <a:cubicBezTo>
                        <a:pt x="50" y="55"/>
                        <a:pt x="50" y="56"/>
                        <a:pt x="50" y="56"/>
                      </a:cubicBezTo>
                      <a:cubicBezTo>
                        <a:pt x="52" y="56"/>
                        <a:pt x="51" y="53"/>
                        <a:pt x="51" y="52"/>
                      </a:cubicBezTo>
                      <a:cubicBezTo>
                        <a:pt x="51" y="51"/>
                        <a:pt x="51" y="51"/>
                        <a:pt x="52" y="50"/>
                      </a:cubicBezTo>
                      <a:cubicBezTo>
                        <a:pt x="52" y="49"/>
                        <a:pt x="53" y="49"/>
                        <a:pt x="53" y="48"/>
                      </a:cubicBezTo>
                      <a:cubicBezTo>
                        <a:pt x="54" y="47"/>
                        <a:pt x="54" y="47"/>
                        <a:pt x="54" y="47"/>
                      </a:cubicBezTo>
                      <a:cubicBezTo>
                        <a:pt x="55" y="47"/>
                        <a:pt x="55" y="47"/>
                        <a:pt x="56" y="47"/>
                      </a:cubicBezTo>
                      <a:cubicBezTo>
                        <a:pt x="56" y="47"/>
                        <a:pt x="56" y="47"/>
                        <a:pt x="57" y="47"/>
                      </a:cubicBezTo>
                      <a:cubicBezTo>
                        <a:pt x="57" y="46"/>
                        <a:pt x="58" y="47"/>
                        <a:pt x="59" y="47"/>
                      </a:cubicBezTo>
                      <a:cubicBezTo>
                        <a:pt x="59" y="47"/>
                        <a:pt x="59" y="46"/>
                        <a:pt x="59" y="45"/>
                      </a:cubicBezTo>
                      <a:cubicBezTo>
                        <a:pt x="58" y="45"/>
                        <a:pt x="58" y="45"/>
                        <a:pt x="58" y="44"/>
                      </a:cubicBezTo>
                      <a:cubicBezTo>
                        <a:pt x="58" y="43"/>
                        <a:pt x="58" y="43"/>
                        <a:pt x="58" y="42"/>
                      </a:cubicBezTo>
                      <a:cubicBezTo>
                        <a:pt x="58" y="42"/>
                        <a:pt x="58" y="42"/>
                        <a:pt x="58" y="41"/>
                      </a:cubicBezTo>
                      <a:cubicBezTo>
                        <a:pt x="58" y="41"/>
                        <a:pt x="58" y="41"/>
                        <a:pt x="57" y="41"/>
                      </a:cubicBezTo>
                      <a:cubicBezTo>
                        <a:pt x="57" y="40"/>
                        <a:pt x="58" y="40"/>
                        <a:pt x="58" y="40"/>
                      </a:cubicBezTo>
                      <a:cubicBezTo>
                        <a:pt x="58" y="39"/>
                        <a:pt x="57" y="39"/>
                        <a:pt x="57" y="38"/>
                      </a:cubicBezTo>
                      <a:cubicBezTo>
                        <a:pt x="56" y="38"/>
                        <a:pt x="56" y="37"/>
                        <a:pt x="56" y="36"/>
                      </a:cubicBezTo>
                      <a:cubicBezTo>
                        <a:pt x="56" y="36"/>
                        <a:pt x="56" y="36"/>
                        <a:pt x="56" y="35"/>
                      </a:cubicBezTo>
                      <a:cubicBezTo>
                        <a:pt x="57" y="35"/>
                        <a:pt x="57" y="35"/>
                        <a:pt x="57" y="34"/>
                      </a:cubicBezTo>
                      <a:cubicBezTo>
                        <a:pt x="57" y="34"/>
                        <a:pt x="58" y="34"/>
                        <a:pt x="59" y="34"/>
                      </a:cubicBezTo>
                      <a:cubicBezTo>
                        <a:pt x="59" y="35"/>
                        <a:pt x="59" y="35"/>
                        <a:pt x="60" y="36"/>
                      </a:cubicBezTo>
                      <a:cubicBezTo>
                        <a:pt x="62" y="36"/>
                        <a:pt x="63" y="35"/>
                        <a:pt x="64" y="34"/>
                      </a:cubicBezTo>
                      <a:cubicBezTo>
                        <a:pt x="64" y="34"/>
                        <a:pt x="64" y="34"/>
                        <a:pt x="64" y="33"/>
                      </a:cubicBezTo>
                      <a:cubicBezTo>
                        <a:pt x="65" y="33"/>
                        <a:pt x="65" y="33"/>
                        <a:pt x="65" y="33"/>
                      </a:cubicBezTo>
                      <a:cubicBezTo>
                        <a:pt x="66" y="33"/>
                        <a:pt x="65" y="32"/>
                        <a:pt x="65" y="31"/>
                      </a:cubicBezTo>
                      <a:cubicBezTo>
                        <a:pt x="64" y="31"/>
                        <a:pt x="63" y="30"/>
                        <a:pt x="63" y="30"/>
                      </a:cubicBezTo>
                      <a:cubicBezTo>
                        <a:pt x="64" y="29"/>
                        <a:pt x="64" y="30"/>
                        <a:pt x="64" y="29"/>
                      </a:cubicBezTo>
                      <a:cubicBezTo>
                        <a:pt x="64" y="29"/>
                        <a:pt x="64" y="29"/>
                        <a:pt x="63" y="29"/>
                      </a:cubicBezTo>
                      <a:cubicBezTo>
                        <a:pt x="63" y="28"/>
                        <a:pt x="63" y="28"/>
                        <a:pt x="62" y="28"/>
                      </a:cubicBezTo>
                      <a:cubicBezTo>
                        <a:pt x="61" y="27"/>
                        <a:pt x="61" y="28"/>
                        <a:pt x="60" y="28"/>
                      </a:cubicBezTo>
                      <a:cubicBezTo>
                        <a:pt x="59" y="28"/>
                        <a:pt x="60" y="26"/>
                        <a:pt x="60" y="26"/>
                      </a:cubicBezTo>
                      <a:cubicBezTo>
                        <a:pt x="60" y="25"/>
                        <a:pt x="59" y="24"/>
                        <a:pt x="59" y="24"/>
                      </a:cubicBezTo>
                      <a:cubicBezTo>
                        <a:pt x="58" y="24"/>
                        <a:pt x="57" y="23"/>
                        <a:pt x="57" y="23"/>
                      </a:cubicBezTo>
                      <a:cubicBezTo>
                        <a:pt x="56" y="22"/>
                        <a:pt x="56" y="21"/>
                        <a:pt x="55" y="20"/>
                      </a:cubicBezTo>
                      <a:cubicBezTo>
                        <a:pt x="55" y="20"/>
                        <a:pt x="55" y="20"/>
                        <a:pt x="55" y="20"/>
                      </a:cubicBezTo>
                      <a:cubicBezTo>
                        <a:pt x="55" y="19"/>
                        <a:pt x="55" y="19"/>
                        <a:pt x="55" y="19"/>
                      </a:cubicBezTo>
                      <a:cubicBezTo>
                        <a:pt x="55" y="18"/>
                        <a:pt x="55" y="18"/>
                        <a:pt x="54" y="18"/>
                      </a:cubicBezTo>
                      <a:cubicBezTo>
                        <a:pt x="54" y="18"/>
                        <a:pt x="54" y="17"/>
                        <a:pt x="54" y="17"/>
                      </a:cubicBezTo>
                      <a:cubicBezTo>
                        <a:pt x="54" y="17"/>
                        <a:pt x="53" y="17"/>
                        <a:pt x="53" y="16"/>
                      </a:cubicBezTo>
                      <a:cubicBezTo>
                        <a:pt x="52" y="16"/>
                        <a:pt x="53" y="14"/>
                        <a:pt x="53" y="15"/>
                      </a:cubicBezTo>
                      <a:cubicBezTo>
                        <a:pt x="53" y="14"/>
                        <a:pt x="53" y="14"/>
                        <a:pt x="54" y="14"/>
                      </a:cubicBezTo>
                      <a:cubicBezTo>
                        <a:pt x="54" y="14"/>
                        <a:pt x="54" y="14"/>
                        <a:pt x="54" y="13"/>
                      </a:cubicBezTo>
                      <a:cubicBezTo>
                        <a:pt x="54" y="13"/>
                        <a:pt x="54" y="13"/>
                        <a:pt x="54" y="12"/>
                      </a:cubicBezTo>
                      <a:cubicBezTo>
                        <a:pt x="54" y="12"/>
                        <a:pt x="54" y="11"/>
                        <a:pt x="53" y="11"/>
                      </a:cubicBezTo>
                      <a:cubicBezTo>
                        <a:pt x="53" y="11"/>
                        <a:pt x="53" y="11"/>
                        <a:pt x="53" y="10"/>
                      </a:cubicBezTo>
                      <a:cubicBezTo>
                        <a:pt x="53" y="10"/>
                        <a:pt x="53" y="10"/>
                        <a:pt x="54" y="9"/>
                      </a:cubicBezTo>
                      <a:cubicBezTo>
                        <a:pt x="54" y="9"/>
                        <a:pt x="53" y="9"/>
                        <a:pt x="53" y="8"/>
                      </a:cubicBezTo>
                      <a:cubicBezTo>
                        <a:pt x="53" y="8"/>
                        <a:pt x="53" y="8"/>
                        <a:pt x="54" y="8"/>
                      </a:cubicBezTo>
                      <a:cubicBezTo>
                        <a:pt x="54" y="7"/>
                        <a:pt x="53" y="7"/>
                        <a:pt x="53" y="7"/>
                      </a:cubicBezTo>
                      <a:cubicBezTo>
                        <a:pt x="52" y="7"/>
                        <a:pt x="52" y="6"/>
                        <a:pt x="52" y="6"/>
                      </a:cubicBezTo>
                      <a:cubicBezTo>
                        <a:pt x="52" y="6"/>
                        <a:pt x="52" y="6"/>
                        <a:pt x="51" y="6"/>
                      </a:cubicBezTo>
                      <a:cubicBezTo>
                        <a:pt x="51" y="6"/>
                        <a:pt x="51" y="6"/>
                        <a:pt x="51" y="6"/>
                      </a:cubicBezTo>
                      <a:cubicBezTo>
                        <a:pt x="51" y="5"/>
                        <a:pt x="51" y="4"/>
                        <a:pt x="50" y="4"/>
                      </a:cubicBezTo>
                      <a:cubicBezTo>
                        <a:pt x="49" y="4"/>
                        <a:pt x="46" y="3"/>
                        <a:pt x="46" y="5"/>
                      </a:cubicBezTo>
                      <a:cubicBezTo>
                        <a:pt x="44" y="4"/>
                        <a:pt x="44" y="5"/>
                        <a:pt x="43" y="6"/>
                      </a:cubicBezTo>
                      <a:cubicBezTo>
                        <a:pt x="43" y="5"/>
                        <a:pt x="43" y="4"/>
                        <a:pt x="43" y="4"/>
                      </a:cubicBezTo>
                      <a:cubicBezTo>
                        <a:pt x="43" y="3"/>
                        <a:pt x="44" y="3"/>
                        <a:pt x="44" y="2"/>
                      </a:cubicBezTo>
                      <a:cubicBezTo>
                        <a:pt x="43" y="2"/>
                        <a:pt x="42" y="2"/>
                        <a:pt x="42" y="2"/>
                      </a:cubicBezTo>
                      <a:cubicBezTo>
                        <a:pt x="40" y="1"/>
                        <a:pt x="40" y="2"/>
                        <a:pt x="39" y="3"/>
                      </a:cubicBezTo>
                      <a:cubicBezTo>
                        <a:pt x="38" y="3"/>
                        <a:pt x="38" y="2"/>
                        <a:pt x="38" y="1"/>
                      </a:cubicBezTo>
                      <a:cubicBezTo>
                        <a:pt x="37" y="0"/>
                        <a:pt x="37" y="1"/>
                        <a:pt x="36" y="1"/>
                      </a:cubicBezTo>
                      <a:cubicBezTo>
                        <a:pt x="35" y="2"/>
                        <a:pt x="35" y="1"/>
                        <a:pt x="35" y="0"/>
                      </a:cubicBezTo>
                      <a:cubicBezTo>
                        <a:pt x="34" y="1"/>
                        <a:pt x="33" y="1"/>
                        <a:pt x="33" y="1"/>
                      </a:cubicBezTo>
                      <a:cubicBezTo>
                        <a:pt x="32" y="2"/>
                        <a:pt x="32" y="2"/>
                        <a:pt x="31" y="3"/>
                      </a:cubicBezTo>
                      <a:cubicBezTo>
                        <a:pt x="31" y="3"/>
                        <a:pt x="31" y="4"/>
                        <a:pt x="31" y="4"/>
                      </a:cubicBezTo>
                      <a:cubicBezTo>
                        <a:pt x="30" y="5"/>
                        <a:pt x="30" y="4"/>
                        <a:pt x="29" y="4"/>
                      </a:cubicBezTo>
                      <a:cubicBezTo>
                        <a:pt x="29" y="5"/>
                        <a:pt x="28" y="4"/>
                        <a:pt x="27" y="4"/>
                      </a:cubicBezTo>
                      <a:cubicBezTo>
                        <a:pt x="27" y="4"/>
                        <a:pt x="26" y="5"/>
                        <a:pt x="26" y="5"/>
                      </a:cubicBezTo>
                      <a:cubicBezTo>
                        <a:pt x="26" y="5"/>
                        <a:pt x="25" y="6"/>
                        <a:pt x="24" y="6"/>
                      </a:cubicBezTo>
                      <a:cubicBezTo>
                        <a:pt x="25" y="7"/>
                        <a:pt x="24" y="8"/>
                        <a:pt x="24" y="9"/>
                      </a:cubicBezTo>
                      <a:cubicBezTo>
                        <a:pt x="23" y="11"/>
                        <a:pt x="25" y="10"/>
                        <a:pt x="26" y="10"/>
                      </a:cubicBezTo>
                      <a:cubicBezTo>
                        <a:pt x="26" y="11"/>
                        <a:pt x="25" y="11"/>
                        <a:pt x="25" y="11"/>
                      </a:cubicBezTo>
                      <a:cubicBezTo>
                        <a:pt x="25" y="12"/>
                        <a:pt x="25" y="12"/>
                        <a:pt x="25" y="12"/>
                      </a:cubicBezTo>
                      <a:cubicBezTo>
                        <a:pt x="24" y="13"/>
                        <a:pt x="23" y="12"/>
                        <a:pt x="23" y="12"/>
                      </a:cubicBezTo>
                      <a:cubicBezTo>
                        <a:pt x="22" y="12"/>
                        <a:pt x="22" y="13"/>
                        <a:pt x="22" y="13"/>
                      </a:cubicBezTo>
                      <a:cubicBezTo>
                        <a:pt x="22" y="14"/>
                        <a:pt x="21" y="14"/>
                        <a:pt x="21" y="14"/>
                      </a:cubicBezTo>
                      <a:cubicBezTo>
                        <a:pt x="20" y="15"/>
                        <a:pt x="19" y="15"/>
                        <a:pt x="19" y="16"/>
                      </a:cubicBezTo>
                      <a:cubicBezTo>
                        <a:pt x="19" y="16"/>
                        <a:pt x="19" y="17"/>
                        <a:pt x="19" y="17"/>
                      </a:cubicBezTo>
                      <a:cubicBezTo>
                        <a:pt x="19" y="18"/>
                        <a:pt x="19" y="19"/>
                        <a:pt x="18" y="19"/>
                      </a:cubicBezTo>
                      <a:cubicBezTo>
                        <a:pt x="18" y="20"/>
                        <a:pt x="17" y="21"/>
                        <a:pt x="18" y="22"/>
                      </a:cubicBezTo>
                      <a:cubicBezTo>
                        <a:pt x="18" y="22"/>
                        <a:pt x="18" y="22"/>
                        <a:pt x="18" y="23"/>
                      </a:cubicBezTo>
                      <a:cubicBezTo>
                        <a:pt x="19" y="23"/>
                        <a:pt x="18" y="24"/>
                        <a:pt x="18" y="24"/>
                      </a:cubicBezTo>
                      <a:cubicBezTo>
                        <a:pt x="17" y="24"/>
                        <a:pt x="17" y="23"/>
                        <a:pt x="17" y="22"/>
                      </a:cubicBezTo>
                      <a:cubicBezTo>
                        <a:pt x="17" y="22"/>
                        <a:pt x="16" y="23"/>
                        <a:pt x="16" y="23"/>
                      </a:cubicBezTo>
                      <a:cubicBezTo>
                        <a:pt x="16" y="23"/>
                        <a:pt x="15" y="22"/>
                        <a:pt x="15" y="23"/>
                      </a:cubicBezTo>
                      <a:cubicBezTo>
                        <a:pt x="15" y="24"/>
                        <a:pt x="14" y="24"/>
                        <a:pt x="13" y="24"/>
                      </a:cubicBezTo>
                      <a:cubicBezTo>
                        <a:pt x="12" y="24"/>
                        <a:pt x="13" y="26"/>
                        <a:pt x="12" y="26"/>
                      </a:cubicBezTo>
                      <a:cubicBezTo>
                        <a:pt x="11" y="26"/>
                        <a:pt x="10" y="26"/>
                        <a:pt x="10" y="26"/>
                      </a:cubicBezTo>
                      <a:cubicBezTo>
                        <a:pt x="9" y="27"/>
                        <a:pt x="9" y="26"/>
                        <a:pt x="8" y="26"/>
                      </a:cubicBezTo>
                      <a:cubicBezTo>
                        <a:pt x="8" y="26"/>
                        <a:pt x="7" y="26"/>
                        <a:pt x="7" y="26"/>
                      </a:cubicBezTo>
                      <a:cubicBezTo>
                        <a:pt x="6" y="26"/>
                        <a:pt x="6" y="26"/>
                        <a:pt x="5" y="26"/>
                      </a:cubicBezTo>
                      <a:cubicBezTo>
                        <a:pt x="5" y="26"/>
                        <a:pt x="4" y="26"/>
                        <a:pt x="3" y="26"/>
                      </a:cubicBezTo>
                      <a:cubicBezTo>
                        <a:pt x="3" y="28"/>
                        <a:pt x="4" y="29"/>
                        <a:pt x="4" y="30"/>
                      </a:cubicBezTo>
                      <a:cubicBezTo>
                        <a:pt x="5" y="32"/>
                        <a:pt x="6" y="33"/>
                        <a:pt x="6" y="34"/>
                      </a:cubicBezTo>
                      <a:cubicBezTo>
                        <a:pt x="6" y="36"/>
                        <a:pt x="6" y="37"/>
                        <a:pt x="7" y="38"/>
                      </a:cubicBezTo>
                      <a:cubicBezTo>
                        <a:pt x="7" y="39"/>
                        <a:pt x="7" y="40"/>
                        <a:pt x="6" y="41"/>
                      </a:cubicBezTo>
                      <a:cubicBezTo>
                        <a:pt x="5" y="42"/>
                        <a:pt x="0" y="43"/>
                        <a:pt x="2" y="45"/>
                      </a:cubicBezTo>
                      <a:cubicBezTo>
                        <a:pt x="3" y="46"/>
                        <a:pt x="4" y="46"/>
                        <a:pt x="4" y="47"/>
                      </a:cubicBezTo>
                      <a:cubicBezTo>
                        <a:pt x="5" y="49"/>
                        <a:pt x="4" y="50"/>
                        <a:pt x="4" y="52"/>
                      </a:cubicBezTo>
                      <a:cubicBezTo>
                        <a:pt x="4" y="52"/>
                        <a:pt x="5" y="51"/>
                        <a:pt x="6" y="5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7" name="Freeform 822">
                  <a:extLst>
                    <a:ext uri="{FF2B5EF4-FFF2-40B4-BE49-F238E27FC236}">
                      <a16:creationId xmlns:a16="http://schemas.microsoft.com/office/drawing/2014/main" id="{6A8983EB-4635-219B-D2FF-402FDF87C407}"/>
                    </a:ext>
                  </a:extLst>
                </p:cNvPr>
                <p:cNvSpPr>
                  <a:spLocks/>
                </p:cNvSpPr>
                <p:nvPr/>
              </p:nvSpPr>
              <p:spPr bwMode="auto">
                <a:xfrm>
                  <a:off x="5646738" y="3300413"/>
                  <a:ext cx="211137" cy="107950"/>
                </a:xfrm>
                <a:custGeom>
                  <a:avLst/>
                  <a:gdLst>
                    <a:gd name="T0" fmla="*/ 34 w 51"/>
                    <a:gd name="T1" fmla="*/ 25 h 26"/>
                    <a:gd name="T2" fmla="*/ 40 w 51"/>
                    <a:gd name="T3" fmla="*/ 23 h 26"/>
                    <a:gd name="T4" fmla="*/ 44 w 51"/>
                    <a:gd name="T5" fmla="*/ 22 h 26"/>
                    <a:gd name="T6" fmla="*/ 44 w 51"/>
                    <a:gd name="T7" fmla="*/ 21 h 26"/>
                    <a:gd name="T8" fmla="*/ 47 w 51"/>
                    <a:gd name="T9" fmla="*/ 19 h 26"/>
                    <a:gd name="T10" fmla="*/ 47 w 51"/>
                    <a:gd name="T11" fmla="*/ 17 h 26"/>
                    <a:gd name="T12" fmla="*/ 48 w 51"/>
                    <a:gd name="T13" fmla="*/ 16 h 26"/>
                    <a:gd name="T14" fmla="*/ 47 w 51"/>
                    <a:gd name="T15" fmla="*/ 13 h 26"/>
                    <a:gd name="T16" fmla="*/ 50 w 51"/>
                    <a:gd name="T17" fmla="*/ 13 h 26"/>
                    <a:gd name="T18" fmla="*/ 50 w 51"/>
                    <a:gd name="T19" fmla="*/ 7 h 26"/>
                    <a:gd name="T20" fmla="*/ 50 w 51"/>
                    <a:gd name="T21" fmla="*/ 3 h 26"/>
                    <a:gd name="T22" fmla="*/ 49 w 51"/>
                    <a:gd name="T23" fmla="*/ 2 h 26"/>
                    <a:gd name="T24" fmla="*/ 45 w 51"/>
                    <a:gd name="T25" fmla="*/ 2 h 26"/>
                    <a:gd name="T26" fmla="*/ 42 w 51"/>
                    <a:gd name="T27" fmla="*/ 1 h 26"/>
                    <a:gd name="T28" fmla="*/ 37 w 51"/>
                    <a:gd name="T29" fmla="*/ 0 h 26"/>
                    <a:gd name="T30" fmla="*/ 36 w 51"/>
                    <a:gd name="T31" fmla="*/ 2 h 26"/>
                    <a:gd name="T32" fmla="*/ 34 w 51"/>
                    <a:gd name="T33" fmla="*/ 3 h 26"/>
                    <a:gd name="T34" fmla="*/ 29 w 51"/>
                    <a:gd name="T35" fmla="*/ 2 h 26"/>
                    <a:gd name="T36" fmla="*/ 27 w 51"/>
                    <a:gd name="T37" fmla="*/ 4 h 26"/>
                    <a:gd name="T38" fmla="*/ 24 w 51"/>
                    <a:gd name="T39" fmla="*/ 7 h 26"/>
                    <a:gd name="T40" fmla="*/ 23 w 51"/>
                    <a:gd name="T41" fmla="*/ 10 h 26"/>
                    <a:gd name="T42" fmla="*/ 24 w 51"/>
                    <a:gd name="T43" fmla="*/ 13 h 26"/>
                    <a:gd name="T44" fmla="*/ 23 w 51"/>
                    <a:gd name="T45" fmla="*/ 14 h 26"/>
                    <a:gd name="T46" fmla="*/ 19 w 51"/>
                    <a:gd name="T47" fmla="*/ 13 h 26"/>
                    <a:gd name="T48" fmla="*/ 17 w 51"/>
                    <a:gd name="T49" fmla="*/ 14 h 26"/>
                    <a:gd name="T50" fmla="*/ 12 w 51"/>
                    <a:gd name="T51" fmla="*/ 16 h 26"/>
                    <a:gd name="T52" fmla="*/ 8 w 51"/>
                    <a:gd name="T53" fmla="*/ 14 h 26"/>
                    <a:gd name="T54" fmla="*/ 6 w 51"/>
                    <a:gd name="T55" fmla="*/ 16 h 26"/>
                    <a:gd name="T56" fmla="*/ 5 w 51"/>
                    <a:gd name="T57" fmla="*/ 16 h 26"/>
                    <a:gd name="T58" fmla="*/ 1 w 51"/>
                    <a:gd name="T59" fmla="*/ 14 h 26"/>
                    <a:gd name="T60" fmla="*/ 0 w 51"/>
                    <a:gd name="T61" fmla="*/ 17 h 26"/>
                    <a:gd name="T62" fmla="*/ 2 w 51"/>
                    <a:gd name="T63" fmla="*/ 19 h 26"/>
                    <a:gd name="T64" fmla="*/ 3 w 51"/>
                    <a:gd name="T65" fmla="*/ 21 h 26"/>
                    <a:gd name="T66" fmla="*/ 7 w 51"/>
                    <a:gd name="T67" fmla="*/ 21 h 26"/>
                    <a:gd name="T68" fmla="*/ 11 w 51"/>
                    <a:gd name="T69" fmla="*/ 22 h 26"/>
                    <a:gd name="T70" fmla="*/ 14 w 51"/>
                    <a:gd name="T71" fmla="*/ 20 h 26"/>
                    <a:gd name="T72" fmla="*/ 18 w 51"/>
                    <a:gd name="T73" fmla="*/ 19 h 26"/>
                    <a:gd name="T74" fmla="*/ 19 w 51"/>
                    <a:gd name="T75" fmla="*/ 21 h 26"/>
                    <a:gd name="T76" fmla="*/ 21 w 51"/>
                    <a:gd name="T77" fmla="*/ 23 h 26"/>
                    <a:gd name="T78" fmla="*/ 24 w 51"/>
                    <a:gd name="T79" fmla="*/ 24 h 26"/>
                    <a:gd name="T80" fmla="*/ 28 w 51"/>
                    <a:gd name="T81"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 h="26">
                      <a:moveTo>
                        <a:pt x="31" y="25"/>
                      </a:moveTo>
                      <a:cubicBezTo>
                        <a:pt x="32" y="25"/>
                        <a:pt x="33" y="26"/>
                        <a:pt x="34" y="25"/>
                      </a:cubicBezTo>
                      <a:cubicBezTo>
                        <a:pt x="36" y="25"/>
                        <a:pt x="36" y="23"/>
                        <a:pt x="38" y="23"/>
                      </a:cubicBezTo>
                      <a:cubicBezTo>
                        <a:pt x="38" y="23"/>
                        <a:pt x="39" y="23"/>
                        <a:pt x="40" y="23"/>
                      </a:cubicBezTo>
                      <a:cubicBezTo>
                        <a:pt x="41" y="23"/>
                        <a:pt x="41" y="23"/>
                        <a:pt x="42" y="23"/>
                      </a:cubicBezTo>
                      <a:cubicBezTo>
                        <a:pt x="42" y="23"/>
                        <a:pt x="43" y="23"/>
                        <a:pt x="44" y="22"/>
                      </a:cubicBezTo>
                      <a:cubicBezTo>
                        <a:pt x="44" y="22"/>
                        <a:pt x="44" y="22"/>
                        <a:pt x="44" y="22"/>
                      </a:cubicBezTo>
                      <a:cubicBezTo>
                        <a:pt x="44" y="21"/>
                        <a:pt x="44" y="21"/>
                        <a:pt x="44" y="21"/>
                      </a:cubicBezTo>
                      <a:cubicBezTo>
                        <a:pt x="45" y="21"/>
                        <a:pt x="45" y="20"/>
                        <a:pt x="46" y="20"/>
                      </a:cubicBezTo>
                      <a:cubicBezTo>
                        <a:pt x="46" y="20"/>
                        <a:pt x="47" y="20"/>
                        <a:pt x="47" y="19"/>
                      </a:cubicBezTo>
                      <a:cubicBezTo>
                        <a:pt x="48" y="18"/>
                        <a:pt x="47" y="18"/>
                        <a:pt x="47" y="18"/>
                      </a:cubicBezTo>
                      <a:cubicBezTo>
                        <a:pt x="47" y="17"/>
                        <a:pt x="47" y="17"/>
                        <a:pt x="47" y="17"/>
                      </a:cubicBezTo>
                      <a:cubicBezTo>
                        <a:pt x="47" y="16"/>
                        <a:pt x="47" y="16"/>
                        <a:pt x="47" y="16"/>
                      </a:cubicBezTo>
                      <a:cubicBezTo>
                        <a:pt x="47" y="16"/>
                        <a:pt x="48" y="16"/>
                        <a:pt x="48" y="16"/>
                      </a:cubicBezTo>
                      <a:cubicBezTo>
                        <a:pt x="48" y="16"/>
                        <a:pt x="48" y="15"/>
                        <a:pt x="49" y="15"/>
                      </a:cubicBezTo>
                      <a:cubicBezTo>
                        <a:pt x="49" y="13"/>
                        <a:pt x="47" y="14"/>
                        <a:pt x="47" y="13"/>
                      </a:cubicBezTo>
                      <a:cubicBezTo>
                        <a:pt x="48" y="13"/>
                        <a:pt x="48" y="12"/>
                        <a:pt x="48" y="12"/>
                      </a:cubicBezTo>
                      <a:cubicBezTo>
                        <a:pt x="49" y="12"/>
                        <a:pt x="50" y="13"/>
                        <a:pt x="50" y="13"/>
                      </a:cubicBezTo>
                      <a:cubicBezTo>
                        <a:pt x="51" y="13"/>
                        <a:pt x="51" y="12"/>
                        <a:pt x="51" y="11"/>
                      </a:cubicBezTo>
                      <a:cubicBezTo>
                        <a:pt x="51" y="10"/>
                        <a:pt x="51" y="8"/>
                        <a:pt x="50" y="7"/>
                      </a:cubicBezTo>
                      <a:cubicBezTo>
                        <a:pt x="50" y="7"/>
                        <a:pt x="50" y="6"/>
                        <a:pt x="50" y="6"/>
                      </a:cubicBezTo>
                      <a:cubicBezTo>
                        <a:pt x="50" y="5"/>
                        <a:pt x="50" y="4"/>
                        <a:pt x="50" y="3"/>
                      </a:cubicBezTo>
                      <a:cubicBezTo>
                        <a:pt x="50" y="3"/>
                        <a:pt x="50" y="3"/>
                        <a:pt x="50" y="3"/>
                      </a:cubicBezTo>
                      <a:cubicBezTo>
                        <a:pt x="50" y="3"/>
                        <a:pt x="50" y="3"/>
                        <a:pt x="49" y="2"/>
                      </a:cubicBezTo>
                      <a:cubicBezTo>
                        <a:pt x="49" y="2"/>
                        <a:pt x="48" y="2"/>
                        <a:pt x="48" y="2"/>
                      </a:cubicBezTo>
                      <a:cubicBezTo>
                        <a:pt x="47" y="1"/>
                        <a:pt x="46" y="2"/>
                        <a:pt x="45" y="2"/>
                      </a:cubicBezTo>
                      <a:cubicBezTo>
                        <a:pt x="44" y="2"/>
                        <a:pt x="44" y="2"/>
                        <a:pt x="44" y="2"/>
                      </a:cubicBezTo>
                      <a:cubicBezTo>
                        <a:pt x="43" y="1"/>
                        <a:pt x="42" y="1"/>
                        <a:pt x="42" y="1"/>
                      </a:cubicBezTo>
                      <a:cubicBezTo>
                        <a:pt x="41" y="1"/>
                        <a:pt x="40" y="0"/>
                        <a:pt x="38" y="0"/>
                      </a:cubicBezTo>
                      <a:cubicBezTo>
                        <a:pt x="38" y="0"/>
                        <a:pt x="37" y="0"/>
                        <a:pt x="37" y="0"/>
                      </a:cubicBezTo>
                      <a:cubicBezTo>
                        <a:pt x="37" y="0"/>
                        <a:pt x="37" y="1"/>
                        <a:pt x="37" y="1"/>
                      </a:cubicBezTo>
                      <a:cubicBezTo>
                        <a:pt x="37" y="2"/>
                        <a:pt x="36" y="2"/>
                        <a:pt x="36" y="2"/>
                      </a:cubicBezTo>
                      <a:cubicBezTo>
                        <a:pt x="36" y="2"/>
                        <a:pt x="36" y="3"/>
                        <a:pt x="35" y="4"/>
                      </a:cubicBezTo>
                      <a:cubicBezTo>
                        <a:pt x="35" y="4"/>
                        <a:pt x="34" y="3"/>
                        <a:pt x="34" y="3"/>
                      </a:cubicBezTo>
                      <a:cubicBezTo>
                        <a:pt x="33" y="3"/>
                        <a:pt x="33" y="4"/>
                        <a:pt x="32" y="4"/>
                      </a:cubicBezTo>
                      <a:cubicBezTo>
                        <a:pt x="31" y="4"/>
                        <a:pt x="30" y="3"/>
                        <a:pt x="29" y="2"/>
                      </a:cubicBezTo>
                      <a:cubicBezTo>
                        <a:pt x="29" y="3"/>
                        <a:pt x="29" y="4"/>
                        <a:pt x="29" y="4"/>
                      </a:cubicBezTo>
                      <a:cubicBezTo>
                        <a:pt x="28" y="4"/>
                        <a:pt x="28" y="4"/>
                        <a:pt x="27" y="4"/>
                      </a:cubicBezTo>
                      <a:cubicBezTo>
                        <a:pt x="27" y="4"/>
                        <a:pt x="27" y="5"/>
                        <a:pt x="26" y="5"/>
                      </a:cubicBezTo>
                      <a:cubicBezTo>
                        <a:pt x="26" y="7"/>
                        <a:pt x="25" y="7"/>
                        <a:pt x="24" y="7"/>
                      </a:cubicBezTo>
                      <a:cubicBezTo>
                        <a:pt x="23" y="8"/>
                        <a:pt x="22" y="8"/>
                        <a:pt x="22" y="9"/>
                      </a:cubicBezTo>
                      <a:cubicBezTo>
                        <a:pt x="22" y="9"/>
                        <a:pt x="23" y="10"/>
                        <a:pt x="23" y="10"/>
                      </a:cubicBezTo>
                      <a:cubicBezTo>
                        <a:pt x="23" y="10"/>
                        <a:pt x="23" y="11"/>
                        <a:pt x="23" y="11"/>
                      </a:cubicBezTo>
                      <a:cubicBezTo>
                        <a:pt x="23" y="12"/>
                        <a:pt x="23" y="12"/>
                        <a:pt x="24" y="13"/>
                      </a:cubicBezTo>
                      <a:cubicBezTo>
                        <a:pt x="24" y="13"/>
                        <a:pt x="24" y="13"/>
                        <a:pt x="24" y="14"/>
                      </a:cubicBezTo>
                      <a:cubicBezTo>
                        <a:pt x="24" y="15"/>
                        <a:pt x="24" y="15"/>
                        <a:pt x="23" y="14"/>
                      </a:cubicBezTo>
                      <a:cubicBezTo>
                        <a:pt x="22" y="14"/>
                        <a:pt x="22" y="13"/>
                        <a:pt x="21" y="13"/>
                      </a:cubicBezTo>
                      <a:cubicBezTo>
                        <a:pt x="21" y="14"/>
                        <a:pt x="20" y="13"/>
                        <a:pt x="19" y="13"/>
                      </a:cubicBezTo>
                      <a:cubicBezTo>
                        <a:pt x="19" y="13"/>
                        <a:pt x="19" y="13"/>
                        <a:pt x="18" y="13"/>
                      </a:cubicBezTo>
                      <a:cubicBezTo>
                        <a:pt x="18" y="14"/>
                        <a:pt x="17" y="14"/>
                        <a:pt x="17" y="14"/>
                      </a:cubicBezTo>
                      <a:cubicBezTo>
                        <a:pt x="15" y="14"/>
                        <a:pt x="14" y="14"/>
                        <a:pt x="13" y="15"/>
                      </a:cubicBezTo>
                      <a:cubicBezTo>
                        <a:pt x="13" y="15"/>
                        <a:pt x="12" y="15"/>
                        <a:pt x="12" y="16"/>
                      </a:cubicBezTo>
                      <a:cubicBezTo>
                        <a:pt x="11" y="16"/>
                        <a:pt x="11" y="16"/>
                        <a:pt x="10" y="16"/>
                      </a:cubicBezTo>
                      <a:cubicBezTo>
                        <a:pt x="9" y="15"/>
                        <a:pt x="9" y="14"/>
                        <a:pt x="8" y="14"/>
                      </a:cubicBezTo>
                      <a:cubicBezTo>
                        <a:pt x="8" y="14"/>
                        <a:pt x="7" y="14"/>
                        <a:pt x="6" y="14"/>
                      </a:cubicBezTo>
                      <a:cubicBezTo>
                        <a:pt x="6" y="15"/>
                        <a:pt x="6" y="15"/>
                        <a:pt x="6" y="16"/>
                      </a:cubicBezTo>
                      <a:cubicBezTo>
                        <a:pt x="6" y="16"/>
                        <a:pt x="6" y="17"/>
                        <a:pt x="5" y="17"/>
                      </a:cubicBezTo>
                      <a:cubicBezTo>
                        <a:pt x="5" y="17"/>
                        <a:pt x="5" y="16"/>
                        <a:pt x="5" y="16"/>
                      </a:cubicBezTo>
                      <a:cubicBezTo>
                        <a:pt x="4" y="16"/>
                        <a:pt x="4" y="15"/>
                        <a:pt x="3" y="15"/>
                      </a:cubicBezTo>
                      <a:cubicBezTo>
                        <a:pt x="2" y="14"/>
                        <a:pt x="1" y="14"/>
                        <a:pt x="1" y="14"/>
                      </a:cubicBezTo>
                      <a:cubicBezTo>
                        <a:pt x="1" y="15"/>
                        <a:pt x="1" y="15"/>
                        <a:pt x="1" y="16"/>
                      </a:cubicBezTo>
                      <a:cubicBezTo>
                        <a:pt x="1" y="16"/>
                        <a:pt x="1" y="17"/>
                        <a:pt x="0" y="17"/>
                      </a:cubicBezTo>
                      <a:cubicBezTo>
                        <a:pt x="1" y="17"/>
                        <a:pt x="1" y="18"/>
                        <a:pt x="1" y="18"/>
                      </a:cubicBezTo>
                      <a:cubicBezTo>
                        <a:pt x="1" y="19"/>
                        <a:pt x="1" y="19"/>
                        <a:pt x="2" y="19"/>
                      </a:cubicBezTo>
                      <a:cubicBezTo>
                        <a:pt x="2" y="19"/>
                        <a:pt x="2" y="19"/>
                        <a:pt x="3" y="20"/>
                      </a:cubicBezTo>
                      <a:cubicBezTo>
                        <a:pt x="3" y="20"/>
                        <a:pt x="3" y="21"/>
                        <a:pt x="3" y="21"/>
                      </a:cubicBezTo>
                      <a:cubicBezTo>
                        <a:pt x="4" y="21"/>
                        <a:pt x="5" y="21"/>
                        <a:pt x="6" y="20"/>
                      </a:cubicBezTo>
                      <a:cubicBezTo>
                        <a:pt x="6" y="19"/>
                        <a:pt x="7" y="20"/>
                        <a:pt x="7" y="21"/>
                      </a:cubicBezTo>
                      <a:cubicBezTo>
                        <a:pt x="8" y="21"/>
                        <a:pt x="8" y="21"/>
                        <a:pt x="9" y="21"/>
                      </a:cubicBezTo>
                      <a:cubicBezTo>
                        <a:pt x="9" y="22"/>
                        <a:pt x="10" y="22"/>
                        <a:pt x="11" y="22"/>
                      </a:cubicBezTo>
                      <a:cubicBezTo>
                        <a:pt x="11" y="21"/>
                        <a:pt x="11" y="20"/>
                        <a:pt x="12" y="20"/>
                      </a:cubicBezTo>
                      <a:cubicBezTo>
                        <a:pt x="12" y="20"/>
                        <a:pt x="13" y="20"/>
                        <a:pt x="14" y="20"/>
                      </a:cubicBezTo>
                      <a:cubicBezTo>
                        <a:pt x="14" y="20"/>
                        <a:pt x="15" y="20"/>
                        <a:pt x="16" y="20"/>
                      </a:cubicBezTo>
                      <a:cubicBezTo>
                        <a:pt x="17" y="20"/>
                        <a:pt x="17" y="19"/>
                        <a:pt x="18" y="19"/>
                      </a:cubicBezTo>
                      <a:cubicBezTo>
                        <a:pt x="18" y="19"/>
                        <a:pt x="18" y="20"/>
                        <a:pt x="18" y="20"/>
                      </a:cubicBezTo>
                      <a:cubicBezTo>
                        <a:pt x="18" y="21"/>
                        <a:pt x="18" y="21"/>
                        <a:pt x="19" y="21"/>
                      </a:cubicBezTo>
                      <a:cubicBezTo>
                        <a:pt x="19" y="22"/>
                        <a:pt x="19" y="22"/>
                        <a:pt x="20" y="22"/>
                      </a:cubicBezTo>
                      <a:cubicBezTo>
                        <a:pt x="20" y="23"/>
                        <a:pt x="21" y="23"/>
                        <a:pt x="21" y="23"/>
                      </a:cubicBezTo>
                      <a:cubicBezTo>
                        <a:pt x="22" y="23"/>
                        <a:pt x="22" y="23"/>
                        <a:pt x="23" y="23"/>
                      </a:cubicBezTo>
                      <a:cubicBezTo>
                        <a:pt x="23" y="23"/>
                        <a:pt x="23" y="24"/>
                        <a:pt x="24" y="24"/>
                      </a:cubicBezTo>
                      <a:cubicBezTo>
                        <a:pt x="24" y="24"/>
                        <a:pt x="24" y="24"/>
                        <a:pt x="24" y="24"/>
                      </a:cubicBezTo>
                      <a:cubicBezTo>
                        <a:pt x="26" y="24"/>
                        <a:pt x="27" y="24"/>
                        <a:pt x="28" y="24"/>
                      </a:cubicBezTo>
                      <a:cubicBezTo>
                        <a:pt x="29" y="24"/>
                        <a:pt x="30" y="25"/>
                        <a:pt x="31" y="25"/>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8" name="Freeform 823">
                  <a:extLst>
                    <a:ext uri="{FF2B5EF4-FFF2-40B4-BE49-F238E27FC236}">
                      <a16:creationId xmlns:a16="http://schemas.microsoft.com/office/drawing/2014/main" id="{00DBFD68-50E8-948C-8D05-520BFAA6E965}"/>
                    </a:ext>
                  </a:extLst>
                </p:cNvPr>
                <p:cNvSpPr>
                  <a:spLocks/>
                </p:cNvSpPr>
                <p:nvPr/>
              </p:nvSpPr>
              <p:spPr bwMode="auto">
                <a:xfrm>
                  <a:off x="5646738" y="3371850"/>
                  <a:ext cx="3175" cy="7938"/>
                </a:xfrm>
                <a:custGeom>
                  <a:avLst/>
                  <a:gdLst>
                    <a:gd name="T0" fmla="*/ 1 w 1"/>
                    <a:gd name="T1" fmla="*/ 1 h 2"/>
                    <a:gd name="T2" fmla="*/ 0 w 1"/>
                    <a:gd name="T3" fmla="*/ 0 h 2"/>
                    <a:gd name="T4" fmla="*/ 0 w 1"/>
                    <a:gd name="T5" fmla="*/ 2 h 2"/>
                    <a:gd name="T6" fmla="*/ 1 w 1"/>
                    <a:gd name="T7" fmla="*/ 2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0"/>
                        <a:pt x="0" y="0"/>
                      </a:cubicBezTo>
                      <a:cubicBezTo>
                        <a:pt x="0" y="1"/>
                        <a:pt x="0" y="1"/>
                        <a:pt x="0" y="2"/>
                      </a:cubicBezTo>
                      <a:cubicBezTo>
                        <a:pt x="0" y="2"/>
                        <a:pt x="1" y="2"/>
                        <a:pt x="1" y="2"/>
                      </a:cubicBezTo>
                      <a:cubicBezTo>
                        <a:pt x="1" y="2"/>
                        <a:pt x="1" y="2"/>
                        <a:pt x="1" y="1"/>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9" name="Freeform 841">
                  <a:extLst>
                    <a:ext uri="{FF2B5EF4-FFF2-40B4-BE49-F238E27FC236}">
                      <a16:creationId xmlns:a16="http://schemas.microsoft.com/office/drawing/2014/main" id="{295611FC-B989-DC87-860A-196FC6B801D7}"/>
                    </a:ext>
                  </a:extLst>
                </p:cNvPr>
                <p:cNvSpPr>
                  <a:spLocks/>
                </p:cNvSpPr>
                <p:nvPr/>
              </p:nvSpPr>
              <p:spPr bwMode="auto">
                <a:xfrm>
                  <a:off x="6378575" y="3892550"/>
                  <a:ext cx="7937" cy="20638"/>
                </a:xfrm>
                <a:custGeom>
                  <a:avLst/>
                  <a:gdLst>
                    <a:gd name="T0" fmla="*/ 2 w 2"/>
                    <a:gd name="T1" fmla="*/ 0 h 5"/>
                    <a:gd name="T2" fmla="*/ 1 w 2"/>
                    <a:gd name="T3" fmla="*/ 0 h 5"/>
                    <a:gd name="T4" fmla="*/ 0 w 2"/>
                    <a:gd name="T5" fmla="*/ 1 h 5"/>
                    <a:gd name="T6" fmla="*/ 1 w 2"/>
                    <a:gd name="T7" fmla="*/ 5 h 5"/>
                    <a:gd name="T8" fmla="*/ 2 w 2"/>
                    <a:gd name="T9" fmla="*/ 4 h 5"/>
                    <a:gd name="T10" fmla="*/ 2 w 2"/>
                    <a:gd name="T11" fmla="*/ 1 h 5"/>
                    <a:gd name="T12" fmla="*/ 2 w 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0"/>
                      </a:moveTo>
                      <a:cubicBezTo>
                        <a:pt x="1" y="0"/>
                        <a:pt x="1" y="0"/>
                        <a:pt x="1" y="0"/>
                      </a:cubicBezTo>
                      <a:cubicBezTo>
                        <a:pt x="0" y="1"/>
                        <a:pt x="0" y="1"/>
                        <a:pt x="0" y="1"/>
                      </a:cubicBezTo>
                      <a:cubicBezTo>
                        <a:pt x="1" y="5"/>
                        <a:pt x="1" y="5"/>
                        <a:pt x="1" y="5"/>
                      </a:cubicBezTo>
                      <a:cubicBezTo>
                        <a:pt x="2" y="4"/>
                        <a:pt x="2" y="4"/>
                        <a:pt x="2" y="4"/>
                      </a:cubicBezTo>
                      <a:cubicBezTo>
                        <a:pt x="2" y="1"/>
                        <a:pt x="2" y="1"/>
                        <a:pt x="2" y="1"/>
                      </a:cubicBezTo>
                      <a:lnTo>
                        <a:pt x="2" y="0"/>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6" name="Africa">
                <a:extLst>
                  <a:ext uri="{FF2B5EF4-FFF2-40B4-BE49-F238E27FC236}">
                    <a16:creationId xmlns:a16="http://schemas.microsoft.com/office/drawing/2014/main" id="{6BC04F3D-0C8F-5DEF-293F-6DFDD464C561}"/>
                  </a:ext>
                </a:extLst>
              </p:cNvPr>
              <p:cNvGrpSpPr/>
              <p:nvPr/>
            </p:nvGrpSpPr>
            <p:grpSpPr>
              <a:xfrm>
                <a:off x="4659313" y="3754438"/>
                <a:ext cx="2347912" cy="2190750"/>
                <a:chOff x="4659313" y="3754438"/>
                <a:chExt cx="2347912" cy="2190750"/>
              </a:xfrm>
              <a:grpFill/>
            </p:grpSpPr>
            <p:sp>
              <p:nvSpPr>
                <p:cNvPr id="737" name="Freeform 875">
                  <a:extLst>
                    <a:ext uri="{FF2B5EF4-FFF2-40B4-BE49-F238E27FC236}">
                      <a16:creationId xmlns:a16="http://schemas.microsoft.com/office/drawing/2014/main" id="{E4287E35-79C4-22B3-D908-2FE410F7C497}"/>
                    </a:ext>
                  </a:extLst>
                </p:cNvPr>
                <p:cNvSpPr>
                  <a:spLocks/>
                </p:cNvSpPr>
                <p:nvPr/>
              </p:nvSpPr>
              <p:spPr bwMode="auto">
                <a:xfrm>
                  <a:off x="6157913" y="4600575"/>
                  <a:ext cx="33337" cy="25400"/>
                </a:xfrm>
                <a:custGeom>
                  <a:avLst/>
                  <a:gdLst>
                    <a:gd name="T0" fmla="*/ 0 w 21"/>
                    <a:gd name="T1" fmla="*/ 3 h 16"/>
                    <a:gd name="T2" fmla="*/ 3 w 21"/>
                    <a:gd name="T3" fmla="*/ 10 h 16"/>
                    <a:gd name="T4" fmla="*/ 6 w 21"/>
                    <a:gd name="T5" fmla="*/ 16 h 16"/>
                    <a:gd name="T6" fmla="*/ 16 w 21"/>
                    <a:gd name="T7" fmla="*/ 16 h 16"/>
                    <a:gd name="T8" fmla="*/ 21 w 21"/>
                    <a:gd name="T9" fmla="*/ 10 h 16"/>
                    <a:gd name="T10" fmla="*/ 21 w 21"/>
                    <a:gd name="T11" fmla="*/ 0 h 16"/>
                    <a:gd name="T12" fmla="*/ 0 w 21"/>
                    <a:gd name="T13" fmla="*/ 3 h 16"/>
                  </a:gdLst>
                  <a:ahLst/>
                  <a:cxnLst>
                    <a:cxn ang="0">
                      <a:pos x="T0" y="T1"/>
                    </a:cxn>
                    <a:cxn ang="0">
                      <a:pos x="T2" y="T3"/>
                    </a:cxn>
                    <a:cxn ang="0">
                      <a:pos x="T4" y="T5"/>
                    </a:cxn>
                    <a:cxn ang="0">
                      <a:pos x="T6" y="T7"/>
                    </a:cxn>
                    <a:cxn ang="0">
                      <a:pos x="T8" y="T9"/>
                    </a:cxn>
                    <a:cxn ang="0">
                      <a:pos x="T10" y="T11"/>
                    </a:cxn>
                    <a:cxn ang="0">
                      <a:pos x="T12" y="T13"/>
                    </a:cxn>
                  </a:cxnLst>
                  <a:rect l="0" t="0" r="r" b="b"/>
                  <a:pathLst>
                    <a:path w="21" h="16">
                      <a:moveTo>
                        <a:pt x="0" y="3"/>
                      </a:moveTo>
                      <a:lnTo>
                        <a:pt x="3" y="10"/>
                      </a:lnTo>
                      <a:lnTo>
                        <a:pt x="6" y="16"/>
                      </a:lnTo>
                      <a:lnTo>
                        <a:pt x="16" y="16"/>
                      </a:lnTo>
                      <a:lnTo>
                        <a:pt x="21" y="10"/>
                      </a:lnTo>
                      <a:lnTo>
                        <a:pt x="21" y="0"/>
                      </a:lnTo>
                      <a:lnTo>
                        <a:pt x="0" y="3"/>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8" name="Freeform 876">
                  <a:extLst>
                    <a:ext uri="{FF2B5EF4-FFF2-40B4-BE49-F238E27FC236}">
                      <a16:creationId xmlns:a16="http://schemas.microsoft.com/office/drawing/2014/main" id="{2DD6D150-82C4-6DD3-6609-50743CCE0594}"/>
                    </a:ext>
                  </a:extLst>
                </p:cNvPr>
                <p:cNvSpPr>
                  <a:spLocks/>
                </p:cNvSpPr>
                <p:nvPr/>
              </p:nvSpPr>
              <p:spPr bwMode="auto">
                <a:xfrm>
                  <a:off x="4892676" y="4075113"/>
                  <a:ext cx="238125" cy="200025"/>
                </a:xfrm>
                <a:custGeom>
                  <a:avLst/>
                  <a:gdLst>
                    <a:gd name="T0" fmla="*/ 26 w 57"/>
                    <a:gd name="T1" fmla="*/ 0 h 48"/>
                    <a:gd name="T2" fmla="*/ 25 w 57"/>
                    <a:gd name="T3" fmla="*/ 4 h 48"/>
                    <a:gd name="T4" fmla="*/ 21 w 57"/>
                    <a:gd name="T5" fmla="*/ 10 h 48"/>
                    <a:gd name="T6" fmla="*/ 18 w 57"/>
                    <a:gd name="T7" fmla="*/ 13 h 48"/>
                    <a:gd name="T8" fmla="*/ 16 w 57"/>
                    <a:gd name="T9" fmla="*/ 21 h 48"/>
                    <a:gd name="T10" fmla="*/ 14 w 57"/>
                    <a:gd name="T11" fmla="*/ 24 h 48"/>
                    <a:gd name="T12" fmla="*/ 8 w 57"/>
                    <a:gd name="T13" fmla="*/ 31 h 48"/>
                    <a:gd name="T14" fmla="*/ 5 w 57"/>
                    <a:gd name="T15" fmla="*/ 38 h 48"/>
                    <a:gd name="T16" fmla="*/ 2 w 57"/>
                    <a:gd name="T17" fmla="*/ 42 h 48"/>
                    <a:gd name="T18" fmla="*/ 2 w 57"/>
                    <a:gd name="T19" fmla="*/ 42 h 48"/>
                    <a:gd name="T20" fmla="*/ 1 w 57"/>
                    <a:gd name="T21" fmla="*/ 48 h 48"/>
                    <a:gd name="T22" fmla="*/ 27 w 57"/>
                    <a:gd name="T23" fmla="*/ 47 h 48"/>
                    <a:gd name="T24" fmla="*/ 26 w 57"/>
                    <a:gd name="T25" fmla="*/ 36 h 48"/>
                    <a:gd name="T26" fmla="*/ 30 w 57"/>
                    <a:gd name="T27" fmla="*/ 33 h 48"/>
                    <a:gd name="T28" fmla="*/ 34 w 57"/>
                    <a:gd name="T29" fmla="*/ 32 h 48"/>
                    <a:gd name="T30" fmla="*/ 34 w 57"/>
                    <a:gd name="T31" fmla="*/ 13 h 48"/>
                    <a:gd name="T32" fmla="*/ 57 w 57"/>
                    <a:gd name="T33" fmla="*/ 13 h 48"/>
                    <a:gd name="T34" fmla="*/ 57 w 57"/>
                    <a:gd name="T35" fmla="*/ 3 h 48"/>
                    <a:gd name="T36" fmla="*/ 57 w 57"/>
                    <a:gd name="T37" fmla="*/ 0 h 48"/>
                    <a:gd name="T38" fmla="*/ 27 w 57"/>
                    <a:gd name="T39" fmla="*/ 0 h 48"/>
                    <a:gd name="T40" fmla="*/ 26 w 57"/>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48">
                      <a:moveTo>
                        <a:pt x="26" y="0"/>
                      </a:moveTo>
                      <a:cubicBezTo>
                        <a:pt x="26" y="0"/>
                        <a:pt x="26" y="3"/>
                        <a:pt x="25" y="4"/>
                      </a:cubicBezTo>
                      <a:cubicBezTo>
                        <a:pt x="25" y="7"/>
                        <a:pt x="23" y="9"/>
                        <a:pt x="21" y="10"/>
                      </a:cubicBezTo>
                      <a:cubicBezTo>
                        <a:pt x="20" y="11"/>
                        <a:pt x="18" y="11"/>
                        <a:pt x="18" y="13"/>
                      </a:cubicBezTo>
                      <a:cubicBezTo>
                        <a:pt x="17" y="16"/>
                        <a:pt x="15" y="18"/>
                        <a:pt x="16" y="21"/>
                      </a:cubicBezTo>
                      <a:cubicBezTo>
                        <a:pt x="16" y="23"/>
                        <a:pt x="15" y="24"/>
                        <a:pt x="14" y="24"/>
                      </a:cubicBezTo>
                      <a:cubicBezTo>
                        <a:pt x="12" y="27"/>
                        <a:pt x="10" y="28"/>
                        <a:pt x="8" y="31"/>
                      </a:cubicBezTo>
                      <a:cubicBezTo>
                        <a:pt x="7" y="33"/>
                        <a:pt x="6" y="35"/>
                        <a:pt x="5" y="38"/>
                      </a:cubicBezTo>
                      <a:cubicBezTo>
                        <a:pt x="5" y="39"/>
                        <a:pt x="5" y="41"/>
                        <a:pt x="2" y="42"/>
                      </a:cubicBezTo>
                      <a:cubicBezTo>
                        <a:pt x="2" y="42"/>
                        <a:pt x="2" y="42"/>
                        <a:pt x="2" y="42"/>
                      </a:cubicBezTo>
                      <a:cubicBezTo>
                        <a:pt x="2" y="44"/>
                        <a:pt x="0" y="46"/>
                        <a:pt x="1" y="48"/>
                      </a:cubicBezTo>
                      <a:cubicBezTo>
                        <a:pt x="27" y="47"/>
                        <a:pt x="27" y="47"/>
                        <a:pt x="27" y="47"/>
                      </a:cubicBezTo>
                      <a:cubicBezTo>
                        <a:pt x="26" y="36"/>
                        <a:pt x="26" y="36"/>
                        <a:pt x="26" y="36"/>
                      </a:cubicBezTo>
                      <a:cubicBezTo>
                        <a:pt x="30" y="33"/>
                        <a:pt x="30" y="33"/>
                        <a:pt x="30" y="33"/>
                      </a:cubicBezTo>
                      <a:cubicBezTo>
                        <a:pt x="34" y="32"/>
                        <a:pt x="34" y="32"/>
                        <a:pt x="34" y="32"/>
                      </a:cubicBezTo>
                      <a:cubicBezTo>
                        <a:pt x="34" y="13"/>
                        <a:pt x="34" y="13"/>
                        <a:pt x="34" y="13"/>
                      </a:cubicBezTo>
                      <a:cubicBezTo>
                        <a:pt x="57" y="13"/>
                        <a:pt x="57" y="13"/>
                        <a:pt x="57" y="13"/>
                      </a:cubicBezTo>
                      <a:cubicBezTo>
                        <a:pt x="57" y="3"/>
                        <a:pt x="57" y="3"/>
                        <a:pt x="57" y="3"/>
                      </a:cubicBezTo>
                      <a:cubicBezTo>
                        <a:pt x="57" y="0"/>
                        <a:pt x="57" y="0"/>
                        <a:pt x="57" y="0"/>
                      </a:cubicBezTo>
                      <a:cubicBezTo>
                        <a:pt x="27" y="0"/>
                        <a:pt x="27" y="0"/>
                        <a:pt x="27" y="0"/>
                      </a:cubicBezTo>
                      <a:cubicBezTo>
                        <a:pt x="26" y="0"/>
                        <a:pt x="26" y="0"/>
                        <a:pt x="26" y="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9" name="Freeform 878">
                  <a:extLst>
                    <a:ext uri="{FF2B5EF4-FFF2-40B4-BE49-F238E27FC236}">
                      <a16:creationId xmlns:a16="http://schemas.microsoft.com/office/drawing/2014/main" id="{FC25C360-36D2-D775-4597-37B0E2BE85DE}"/>
                    </a:ext>
                  </a:extLst>
                </p:cNvPr>
                <p:cNvSpPr>
                  <a:spLocks/>
                </p:cNvSpPr>
                <p:nvPr/>
              </p:nvSpPr>
              <p:spPr bwMode="auto">
                <a:xfrm>
                  <a:off x="6088063" y="5337175"/>
                  <a:ext cx="220662" cy="204788"/>
                </a:xfrm>
                <a:custGeom>
                  <a:avLst/>
                  <a:gdLst>
                    <a:gd name="T0" fmla="*/ 48 w 53"/>
                    <a:gd name="T1" fmla="*/ 40 h 49"/>
                    <a:gd name="T2" fmla="*/ 49 w 53"/>
                    <a:gd name="T3" fmla="*/ 38 h 49"/>
                    <a:gd name="T4" fmla="*/ 49 w 53"/>
                    <a:gd name="T5" fmla="*/ 36 h 49"/>
                    <a:gd name="T6" fmla="*/ 53 w 53"/>
                    <a:gd name="T7" fmla="*/ 31 h 49"/>
                    <a:gd name="T8" fmla="*/ 53 w 53"/>
                    <a:gd name="T9" fmla="*/ 30 h 49"/>
                    <a:gd name="T10" fmla="*/ 53 w 53"/>
                    <a:gd name="T11" fmla="*/ 30 h 49"/>
                    <a:gd name="T12" fmla="*/ 51 w 53"/>
                    <a:gd name="T13" fmla="*/ 29 h 49"/>
                    <a:gd name="T14" fmla="*/ 51 w 53"/>
                    <a:gd name="T15" fmla="*/ 27 h 49"/>
                    <a:gd name="T16" fmla="*/ 52 w 53"/>
                    <a:gd name="T17" fmla="*/ 25 h 49"/>
                    <a:gd name="T18" fmla="*/ 50 w 53"/>
                    <a:gd name="T19" fmla="*/ 24 h 49"/>
                    <a:gd name="T20" fmla="*/ 50 w 53"/>
                    <a:gd name="T21" fmla="*/ 23 h 49"/>
                    <a:gd name="T22" fmla="*/ 52 w 53"/>
                    <a:gd name="T23" fmla="*/ 22 h 49"/>
                    <a:gd name="T24" fmla="*/ 52 w 53"/>
                    <a:gd name="T25" fmla="*/ 21 h 49"/>
                    <a:gd name="T26" fmla="*/ 52 w 53"/>
                    <a:gd name="T27" fmla="*/ 21 h 49"/>
                    <a:gd name="T28" fmla="*/ 52 w 53"/>
                    <a:gd name="T29" fmla="*/ 21 h 49"/>
                    <a:gd name="T30" fmla="*/ 53 w 53"/>
                    <a:gd name="T31" fmla="*/ 20 h 49"/>
                    <a:gd name="T32" fmla="*/ 52 w 53"/>
                    <a:gd name="T33" fmla="*/ 18 h 49"/>
                    <a:gd name="T34" fmla="*/ 52 w 53"/>
                    <a:gd name="T35" fmla="*/ 17 h 49"/>
                    <a:gd name="T36" fmla="*/ 52 w 53"/>
                    <a:gd name="T37" fmla="*/ 16 h 49"/>
                    <a:gd name="T38" fmla="*/ 52 w 53"/>
                    <a:gd name="T39" fmla="*/ 16 h 49"/>
                    <a:gd name="T40" fmla="*/ 52 w 53"/>
                    <a:gd name="T41" fmla="*/ 14 h 49"/>
                    <a:gd name="T42" fmla="*/ 52 w 53"/>
                    <a:gd name="T43" fmla="*/ 14 h 49"/>
                    <a:gd name="T44" fmla="*/ 52 w 53"/>
                    <a:gd name="T45" fmla="*/ 12 h 49"/>
                    <a:gd name="T46" fmla="*/ 51 w 53"/>
                    <a:gd name="T47" fmla="*/ 9 h 49"/>
                    <a:gd name="T48" fmla="*/ 52 w 53"/>
                    <a:gd name="T49" fmla="*/ 7 h 49"/>
                    <a:gd name="T50" fmla="*/ 51 w 53"/>
                    <a:gd name="T51" fmla="*/ 7 h 49"/>
                    <a:gd name="T52" fmla="*/ 48 w 53"/>
                    <a:gd name="T53" fmla="*/ 6 h 49"/>
                    <a:gd name="T54" fmla="*/ 45 w 53"/>
                    <a:gd name="T55" fmla="*/ 6 h 49"/>
                    <a:gd name="T56" fmla="*/ 40 w 53"/>
                    <a:gd name="T57" fmla="*/ 3 h 49"/>
                    <a:gd name="T58" fmla="*/ 35 w 53"/>
                    <a:gd name="T59" fmla="*/ 3 h 49"/>
                    <a:gd name="T60" fmla="*/ 35 w 53"/>
                    <a:gd name="T61" fmla="*/ 0 h 49"/>
                    <a:gd name="T62" fmla="*/ 29 w 53"/>
                    <a:gd name="T63" fmla="*/ 0 h 49"/>
                    <a:gd name="T64" fmla="*/ 25 w 53"/>
                    <a:gd name="T65" fmla="*/ 2 h 49"/>
                    <a:gd name="T66" fmla="*/ 24 w 53"/>
                    <a:gd name="T67" fmla="*/ 6 h 49"/>
                    <a:gd name="T68" fmla="*/ 17 w 53"/>
                    <a:gd name="T69" fmla="*/ 9 h 49"/>
                    <a:gd name="T70" fmla="*/ 12 w 53"/>
                    <a:gd name="T71" fmla="*/ 17 h 49"/>
                    <a:gd name="T72" fmla="*/ 10 w 53"/>
                    <a:gd name="T73" fmla="*/ 17 h 49"/>
                    <a:gd name="T74" fmla="*/ 9 w 53"/>
                    <a:gd name="T75" fmla="*/ 17 h 49"/>
                    <a:gd name="T76" fmla="*/ 6 w 53"/>
                    <a:gd name="T77" fmla="*/ 16 h 49"/>
                    <a:gd name="T78" fmla="*/ 4 w 53"/>
                    <a:gd name="T79" fmla="*/ 17 h 49"/>
                    <a:gd name="T80" fmla="*/ 3 w 53"/>
                    <a:gd name="T81" fmla="*/ 15 h 49"/>
                    <a:gd name="T82" fmla="*/ 0 w 53"/>
                    <a:gd name="T83" fmla="*/ 15 h 49"/>
                    <a:gd name="T84" fmla="*/ 0 w 53"/>
                    <a:gd name="T85" fmla="*/ 17 h 49"/>
                    <a:gd name="T86" fmla="*/ 5 w 53"/>
                    <a:gd name="T87" fmla="*/ 24 h 49"/>
                    <a:gd name="T88" fmla="*/ 6 w 53"/>
                    <a:gd name="T89" fmla="*/ 28 h 49"/>
                    <a:gd name="T90" fmla="*/ 9 w 53"/>
                    <a:gd name="T91" fmla="*/ 30 h 49"/>
                    <a:gd name="T92" fmla="*/ 13 w 53"/>
                    <a:gd name="T93" fmla="*/ 32 h 49"/>
                    <a:gd name="T94" fmla="*/ 14 w 53"/>
                    <a:gd name="T95" fmla="*/ 35 h 49"/>
                    <a:gd name="T96" fmla="*/ 16 w 53"/>
                    <a:gd name="T97" fmla="*/ 35 h 49"/>
                    <a:gd name="T98" fmla="*/ 16 w 53"/>
                    <a:gd name="T99" fmla="*/ 39 h 49"/>
                    <a:gd name="T100" fmla="*/ 19 w 53"/>
                    <a:gd name="T101" fmla="*/ 43 h 49"/>
                    <a:gd name="T102" fmla="*/ 25 w 53"/>
                    <a:gd name="T103" fmla="*/ 44 h 49"/>
                    <a:gd name="T104" fmla="*/ 25 w 53"/>
                    <a:gd name="T105" fmla="*/ 46 h 49"/>
                    <a:gd name="T106" fmla="*/ 28 w 53"/>
                    <a:gd name="T107" fmla="*/ 47 h 49"/>
                    <a:gd name="T108" fmla="*/ 30 w 53"/>
                    <a:gd name="T109" fmla="*/ 47 h 49"/>
                    <a:gd name="T110" fmla="*/ 34 w 53"/>
                    <a:gd name="T111" fmla="*/ 48 h 49"/>
                    <a:gd name="T112" fmla="*/ 39 w 53"/>
                    <a:gd name="T113" fmla="*/ 48 h 49"/>
                    <a:gd name="T114" fmla="*/ 41 w 53"/>
                    <a:gd name="T115" fmla="*/ 49 h 49"/>
                    <a:gd name="T116" fmla="*/ 49 w 53"/>
                    <a:gd name="T117" fmla="*/ 41 h 49"/>
                    <a:gd name="T118" fmla="*/ 48 w 53"/>
                    <a:gd name="T11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 h="49">
                      <a:moveTo>
                        <a:pt x="48" y="40"/>
                      </a:moveTo>
                      <a:cubicBezTo>
                        <a:pt x="49" y="38"/>
                        <a:pt x="49" y="38"/>
                        <a:pt x="49" y="38"/>
                      </a:cubicBezTo>
                      <a:cubicBezTo>
                        <a:pt x="49" y="36"/>
                        <a:pt x="49" y="36"/>
                        <a:pt x="49" y="36"/>
                      </a:cubicBezTo>
                      <a:cubicBezTo>
                        <a:pt x="53" y="31"/>
                        <a:pt x="53" y="31"/>
                        <a:pt x="53" y="31"/>
                      </a:cubicBezTo>
                      <a:cubicBezTo>
                        <a:pt x="53" y="30"/>
                        <a:pt x="53" y="30"/>
                        <a:pt x="53" y="30"/>
                      </a:cubicBezTo>
                      <a:cubicBezTo>
                        <a:pt x="53" y="30"/>
                        <a:pt x="53" y="30"/>
                        <a:pt x="53" y="30"/>
                      </a:cubicBezTo>
                      <a:cubicBezTo>
                        <a:pt x="51" y="29"/>
                        <a:pt x="51" y="29"/>
                        <a:pt x="51" y="29"/>
                      </a:cubicBezTo>
                      <a:cubicBezTo>
                        <a:pt x="51" y="27"/>
                        <a:pt x="51" y="27"/>
                        <a:pt x="51" y="27"/>
                      </a:cubicBezTo>
                      <a:cubicBezTo>
                        <a:pt x="52" y="25"/>
                        <a:pt x="52" y="25"/>
                        <a:pt x="52" y="25"/>
                      </a:cubicBezTo>
                      <a:cubicBezTo>
                        <a:pt x="50" y="24"/>
                        <a:pt x="50" y="24"/>
                        <a:pt x="50" y="24"/>
                      </a:cubicBezTo>
                      <a:cubicBezTo>
                        <a:pt x="50" y="23"/>
                        <a:pt x="50" y="23"/>
                        <a:pt x="50" y="23"/>
                      </a:cubicBezTo>
                      <a:cubicBezTo>
                        <a:pt x="52" y="22"/>
                        <a:pt x="52" y="22"/>
                        <a:pt x="52" y="22"/>
                      </a:cubicBezTo>
                      <a:cubicBezTo>
                        <a:pt x="52" y="21"/>
                        <a:pt x="52" y="21"/>
                        <a:pt x="52" y="21"/>
                      </a:cubicBezTo>
                      <a:cubicBezTo>
                        <a:pt x="52" y="21"/>
                        <a:pt x="52" y="21"/>
                        <a:pt x="52" y="21"/>
                      </a:cubicBezTo>
                      <a:cubicBezTo>
                        <a:pt x="52" y="21"/>
                        <a:pt x="52" y="21"/>
                        <a:pt x="52" y="21"/>
                      </a:cubicBezTo>
                      <a:cubicBezTo>
                        <a:pt x="53" y="20"/>
                        <a:pt x="53" y="20"/>
                        <a:pt x="53" y="20"/>
                      </a:cubicBezTo>
                      <a:cubicBezTo>
                        <a:pt x="53" y="20"/>
                        <a:pt x="52" y="18"/>
                        <a:pt x="52" y="18"/>
                      </a:cubicBezTo>
                      <a:cubicBezTo>
                        <a:pt x="52" y="18"/>
                        <a:pt x="52" y="17"/>
                        <a:pt x="52" y="17"/>
                      </a:cubicBezTo>
                      <a:cubicBezTo>
                        <a:pt x="52" y="17"/>
                        <a:pt x="52" y="16"/>
                        <a:pt x="52" y="16"/>
                      </a:cubicBezTo>
                      <a:cubicBezTo>
                        <a:pt x="52" y="16"/>
                        <a:pt x="52" y="16"/>
                        <a:pt x="52" y="16"/>
                      </a:cubicBezTo>
                      <a:cubicBezTo>
                        <a:pt x="52" y="16"/>
                        <a:pt x="52" y="14"/>
                        <a:pt x="52" y="14"/>
                      </a:cubicBezTo>
                      <a:cubicBezTo>
                        <a:pt x="52" y="14"/>
                        <a:pt x="52" y="14"/>
                        <a:pt x="52" y="14"/>
                      </a:cubicBezTo>
                      <a:cubicBezTo>
                        <a:pt x="52" y="12"/>
                        <a:pt x="52" y="12"/>
                        <a:pt x="52" y="12"/>
                      </a:cubicBezTo>
                      <a:cubicBezTo>
                        <a:pt x="51" y="9"/>
                        <a:pt x="51" y="9"/>
                        <a:pt x="51" y="9"/>
                      </a:cubicBezTo>
                      <a:cubicBezTo>
                        <a:pt x="52" y="7"/>
                        <a:pt x="52" y="7"/>
                        <a:pt x="52" y="7"/>
                      </a:cubicBezTo>
                      <a:cubicBezTo>
                        <a:pt x="51" y="7"/>
                        <a:pt x="51" y="7"/>
                        <a:pt x="51" y="7"/>
                      </a:cubicBezTo>
                      <a:cubicBezTo>
                        <a:pt x="48" y="6"/>
                        <a:pt x="48" y="6"/>
                        <a:pt x="48" y="6"/>
                      </a:cubicBezTo>
                      <a:cubicBezTo>
                        <a:pt x="45" y="6"/>
                        <a:pt x="45" y="6"/>
                        <a:pt x="45" y="6"/>
                      </a:cubicBezTo>
                      <a:cubicBezTo>
                        <a:pt x="40" y="3"/>
                        <a:pt x="40" y="3"/>
                        <a:pt x="40" y="3"/>
                      </a:cubicBezTo>
                      <a:cubicBezTo>
                        <a:pt x="35" y="3"/>
                        <a:pt x="35" y="3"/>
                        <a:pt x="35" y="3"/>
                      </a:cubicBezTo>
                      <a:cubicBezTo>
                        <a:pt x="35" y="0"/>
                        <a:pt x="35" y="0"/>
                        <a:pt x="35" y="0"/>
                      </a:cubicBezTo>
                      <a:cubicBezTo>
                        <a:pt x="29" y="0"/>
                        <a:pt x="29" y="0"/>
                        <a:pt x="29" y="0"/>
                      </a:cubicBezTo>
                      <a:cubicBezTo>
                        <a:pt x="25" y="2"/>
                        <a:pt x="25" y="2"/>
                        <a:pt x="25" y="2"/>
                      </a:cubicBezTo>
                      <a:cubicBezTo>
                        <a:pt x="24" y="6"/>
                        <a:pt x="24" y="6"/>
                        <a:pt x="24" y="6"/>
                      </a:cubicBezTo>
                      <a:cubicBezTo>
                        <a:pt x="17" y="9"/>
                        <a:pt x="17" y="9"/>
                        <a:pt x="17" y="9"/>
                      </a:cubicBezTo>
                      <a:cubicBezTo>
                        <a:pt x="12" y="17"/>
                        <a:pt x="12" y="17"/>
                        <a:pt x="12" y="17"/>
                      </a:cubicBezTo>
                      <a:cubicBezTo>
                        <a:pt x="10" y="17"/>
                        <a:pt x="10" y="17"/>
                        <a:pt x="10" y="17"/>
                      </a:cubicBezTo>
                      <a:cubicBezTo>
                        <a:pt x="9" y="17"/>
                        <a:pt x="9" y="17"/>
                        <a:pt x="9" y="17"/>
                      </a:cubicBezTo>
                      <a:cubicBezTo>
                        <a:pt x="6" y="16"/>
                        <a:pt x="6" y="16"/>
                        <a:pt x="6" y="16"/>
                      </a:cubicBezTo>
                      <a:cubicBezTo>
                        <a:pt x="4" y="17"/>
                        <a:pt x="4" y="17"/>
                        <a:pt x="4" y="17"/>
                      </a:cubicBezTo>
                      <a:cubicBezTo>
                        <a:pt x="3" y="15"/>
                        <a:pt x="3" y="15"/>
                        <a:pt x="3" y="15"/>
                      </a:cubicBezTo>
                      <a:cubicBezTo>
                        <a:pt x="0" y="15"/>
                        <a:pt x="0" y="15"/>
                        <a:pt x="0" y="15"/>
                      </a:cubicBezTo>
                      <a:cubicBezTo>
                        <a:pt x="0" y="17"/>
                        <a:pt x="0" y="17"/>
                        <a:pt x="0" y="17"/>
                      </a:cubicBezTo>
                      <a:cubicBezTo>
                        <a:pt x="5" y="24"/>
                        <a:pt x="5" y="24"/>
                        <a:pt x="5" y="24"/>
                      </a:cubicBezTo>
                      <a:cubicBezTo>
                        <a:pt x="6" y="28"/>
                        <a:pt x="6" y="28"/>
                        <a:pt x="6" y="28"/>
                      </a:cubicBezTo>
                      <a:cubicBezTo>
                        <a:pt x="9" y="30"/>
                        <a:pt x="9" y="30"/>
                        <a:pt x="9" y="30"/>
                      </a:cubicBezTo>
                      <a:cubicBezTo>
                        <a:pt x="13" y="32"/>
                        <a:pt x="13" y="32"/>
                        <a:pt x="13" y="32"/>
                      </a:cubicBezTo>
                      <a:cubicBezTo>
                        <a:pt x="14" y="35"/>
                        <a:pt x="14" y="35"/>
                        <a:pt x="14" y="35"/>
                      </a:cubicBezTo>
                      <a:cubicBezTo>
                        <a:pt x="16" y="35"/>
                        <a:pt x="16" y="35"/>
                        <a:pt x="16" y="35"/>
                      </a:cubicBezTo>
                      <a:cubicBezTo>
                        <a:pt x="16" y="39"/>
                        <a:pt x="16" y="39"/>
                        <a:pt x="16" y="39"/>
                      </a:cubicBezTo>
                      <a:cubicBezTo>
                        <a:pt x="19" y="43"/>
                        <a:pt x="19" y="43"/>
                        <a:pt x="19" y="43"/>
                      </a:cubicBezTo>
                      <a:cubicBezTo>
                        <a:pt x="25" y="44"/>
                        <a:pt x="25" y="44"/>
                        <a:pt x="25" y="44"/>
                      </a:cubicBezTo>
                      <a:cubicBezTo>
                        <a:pt x="25" y="46"/>
                        <a:pt x="25" y="46"/>
                        <a:pt x="25" y="46"/>
                      </a:cubicBezTo>
                      <a:cubicBezTo>
                        <a:pt x="28" y="47"/>
                        <a:pt x="28" y="47"/>
                        <a:pt x="28" y="47"/>
                      </a:cubicBezTo>
                      <a:cubicBezTo>
                        <a:pt x="30" y="47"/>
                        <a:pt x="30" y="47"/>
                        <a:pt x="30" y="47"/>
                      </a:cubicBezTo>
                      <a:cubicBezTo>
                        <a:pt x="34" y="48"/>
                        <a:pt x="34" y="48"/>
                        <a:pt x="34" y="48"/>
                      </a:cubicBezTo>
                      <a:cubicBezTo>
                        <a:pt x="39" y="48"/>
                        <a:pt x="39" y="48"/>
                        <a:pt x="39" y="48"/>
                      </a:cubicBezTo>
                      <a:cubicBezTo>
                        <a:pt x="41" y="49"/>
                        <a:pt x="41" y="49"/>
                        <a:pt x="41" y="49"/>
                      </a:cubicBezTo>
                      <a:cubicBezTo>
                        <a:pt x="49" y="41"/>
                        <a:pt x="49" y="41"/>
                        <a:pt x="49" y="41"/>
                      </a:cubicBezTo>
                      <a:lnTo>
                        <a:pt x="48" y="40"/>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0" name="Freeform 879">
                  <a:extLst>
                    <a:ext uri="{FF2B5EF4-FFF2-40B4-BE49-F238E27FC236}">
                      <a16:creationId xmlns:a16="http://schemas.microsoft.com/office/drawing/2014/main" id="{D9886D10-82E6-56CE-BB1A-EA19DEDD8161}"/>
                    </a:ext>
                  </a:extLst>
                </p:cNvPr>
                <p:cNvSpPr>
                  <a:spLocks/>
                </p:cNvSpPr>
                <p:nvPr/>
              </p:nvSpPr>
              <p:spPr bwMode="auto">
                <a:xfrm>
                  <a:off x="5995988" y="5126038"/>
                  <a:ext cx="328612" cy="282575"/>
                </a:xfrm>
                <a:custGeom>
                  <a:avLst/>
                  <a:gdLst>
                    <a:gd name="T0" fmla="*/ 67 w 79"/>
                    <a:gd name="T1" fmla="*/ 5 h 68"/>
                    <a:gd name="T2" fmla="*/ 64 w 79"/>
                    <a:gd name="T3" fmla="*/ 2 h 68"/>
                    <a:gd name="T4" fmla="*/ 59 w 79"/>
                    <a:gd name="T5" fmla="*/ 0 h 68"/>
                    <a:gd name="T6" fmla="*/ 47 w 79"/>
                    <a:gd name="T7" fmla="*/ 2 h 68"/>
                    <a:gd name="T8" fmla="*/ 47 w 79"/>
                    <a:gd name="T9" fmla="*/ 3 h 68"/>
                    <a:gd name="T10" fmla="*/ 45 w 79"/>
                    <a:gd name="T11" fmla="*/ 10 h 68"/>
                    <a:gd name="T12" fmla="*/ 45 w 79"/>
                    <a:gd name="T13" fmla="*/ 11 h 68"/>
                    <a:gd name="T14" fmla="*/ 44 w 79"/>
                    <a:gd name="T15" fmla="*/ 14 h 68"/>
                    <a:gd name="T16" fmla="*/ 45 w 79"/>
                    <a:gd name="T17" fmla="*/ 16 h 68"/>
                    <a:gd name="T18" fmla="*/ 43 w 79"/>
                    <a:gd name="T19" fmla="*/ 25 h 68"/>
                    <a:gd name="T20" fmla="*/ 47 w 79"/>
                    <a:gd name="T21" fmla="*/ 28 h 68"/>
                    <a:gd name="T22" fmla="*/ 50 w 79"/>
                    <a:gd name="T23" fmla="*/ 27 h 68"/>
                    <a:gd name="T24" fmla="*/ 53 w 79"/>
                    <a:gd name="T25" fmla="*/ 36 h 68"/>
                    <a:gd name="T26" fmla="*/ 52 w 79"/>
                    <a:gd name="T27" fmla="*/ 35 h 68"/>
                    <a:gd name="T28" fmla="*/ 52 w 79"/>
                    <a:gd name="T29" fmla="*/ 34 h 68"/>
                    <a:gd name="T30" fmla="*/ 49 w 79"/>
                    <a:gd name="T31" fmla="*/ 36 h 68"/>
                    <a:gd name="T32" fmla="*/ 46 w 79"/>
                    <a:gd name="T33" fmla="*/ 34 h 68"/>
                    <a:gd name="T34" fmla="*/ 44 w 79"/>
                    <a:gd name="T35" fmla="*/ 31 h 68"/>
                    <a:gd name="T36" fmla="*/ 42 w 79"/>
                    <a:gd name="T37" fmla="*/ 29 h 68"/>
                    <a:gd name="T38" fmla="*/ 38 w 79"/>
                    <a:gd name="T39" fmla="*/ 27 h 68"/>
                    <a:gd name="T40" fmla="*/ 35 w 79"/>
                    <a:gd name="T41" fmla="*/ 23 h 68"/>
                    <a:gd name="T42" fmla="*/ 34 w 79"/>
                    <a:gd name="T43" fmla="*/ 25 h 68"/>
                    <a:gd name="T44" fmla="*/ 27 w 79"/>
                    <a:gd name="T45" fmla="*/ 25 h 68"/>
                    <a:gd name="T46" fmla="*/ 24 w 79"/>
                    <a:gd name="T47" fmla="*/ 24 h 68"/>
                    <a:gd name="T48" fmla="*/ 23 w 79"/>
                    <a:gd name="T49" fmla="*/ 20 h 68"/>
                    <a:gd name="T50" fmla="*/ 16 w 79"/>
                    <a:gd name="T51" fmla="*/ 22 h 68"/>
                    <a:gd name="T52" fmla="*/ 15 w 79"/>
                    <a:gd name="T53" fmla="*/ 21 h 68"/>
                    <a:gd name="T54" fmla="*/ 14 w 79"/>
                    <a:gd name="T55" fmla="*/ 18 h 68"/>
                    <a:gd name="T56" fmla="*/ 14 w 79"/>
                    <a:gd name="T57" fmla="*/ 21 h 68"/>
                    <a:gd name="T58" fmla="*/ 14 w 79"/>
                    <a:gd name="T59" fmla="*/ 23 h 68"/>
                    <a:gd name="T60" fmla="*/ 13 w 79"/>
                    <a:gd name="T61" fmla="*/ 27 h 68"/>
                    <a:gd name="T62" fmla="*/ 13 w 79"/>
                    <a:gd name="T63" fmla="*/ 31 h 68"/>
                    <a:gd name="T64" fmla="*/ 0 w 79"/>
                    <a:gd name="T65" fmla="*/ 32 h 68"/>
                    <a:gd name="T66" fmla="*/ 4 w 79"/>
                    <a:gd name="T67" fmla="*/ 60 h 68"/>
                    <a:gd name="T68" fmla="*/ 15 w 79"/>
                    <a:gd name="T69" fmla="*/ 64 h 68"/>
                    <a:gd name="T70" fmla="*/ 22 w 79"/>
                    <a:gd name="T71" fmla="*/ 66 h 68"/>
                    <a:gd name="T72" fmla="*/ 26 w 79"/>
                    <a:gd name="T73" fmla="*/ 68 h 68"/>
                    <a:gd name="T74" fmla="*/ 31 w 79"/>
                    <a:gd name="T75" fmla="*/ 68 h 68"/>
                    <a:gd name="T76" fmla="*/ 34 w 79"/>
                    <a:gd name="T77" fmla="*/ 68 h 68"/>
                    <a:gd name="T78" fmla="*/ 46 w 79"/>
                    <a:gd name="T79" fmla="*/ 57 h 68"/>
                    <a:gd name="T80" fmla="*/ 51 w 79"/>
                    <a:gd name="T81" fmla="*/ 51 h 68"/>
                    <a:gd name="T82" fmla="*/ 56 w 79"/>
                    <a:gd name="T83" fmla="*/ 47 h 68"/>
                    <a:gd name="T84" fmla="*/ 72 w 79"/>
                    <a:gd name="T85" fmla="*/ 36 h 68"/>
                    <a:gd name="T86" fmla="*/ 74 w 79"/>
                    <a:gd name="T87" fmla="*/ 31 h 68"/>
                    <a:gd name="T88" fmla="*/ 77 w 79"/>
                    <a:gd name="T89" fmla="*/ 28 h 68"/>
                    <a:gd name="T90" fmla="*/ 77 w 79"/>
                    <a:gd name="T91" fmla="*/ 24 h 68"/>
                    <a:gd name="T92" fmla="*/ 76 w 79"/>
                    <a:gd name="T93" fmla="*/ 21 h 68"/>
                    <a:gd name="T94" fmla="*/ 76 w 79"/>
                    <a:gd name="T95" fmla="*/ 18 h 68"/>
                    <a:gd name="T96" fmla="*/ 79 w 79"/>
                    <a:gd name="T97" fmla="*/ 14 h 68"/>
                    <a:gd name="T98" fmla="*/ 77 w 79"/>
                    <a:gd name="T99" fmla="*/ 12 h 68"/>
                    <a:gd name="T100" fmla="*/ 76 w 79"/>
                    <a:gd name="T101" fmla="*/ 9 h 68"/>
                    <a:gd name="T102" fmla="*/ 74 w 79"/>
                    <a:gd name="T103" fmla="*/ 8 h 68"/>
                    <a:gd name="T104" fmla="*/ 68 w 79"/>
                    <a:gd name="T105" fmla="*/ 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9" h="68">
                      <a:moveTo>
                        <a:pt x="68" y="6"/>
                      </a:moveTo>
                      <a:cubicBezTo>
                        <a:pt x="67" y="5"/>
                        <a:pt x="67" y="5"/>
                        <a:pt x="67" y="5"/>
                      </a:cubicBezTo>
                      <a:cubicBezTo>
                        <a:pt x="65" y="5"/>
                        <a:pt x="65" y="5"/>
                        <a:pt x="65" y="5"/>
                      </a:cubicBezTo>
                      <a:cubicBezTo>
                        <a:pt x="64" y="2"/>
                        <a:pt x="64" y="2"/>
                        <a:pt x="64" y="2"/>
                      </a:cubicBezTo>
                      <a:cubicBezTo>
                        <a:pt x="61" y="2"/>
                        <a:pt x="61" y="2"/>
                        <a:pt x="61" y="2"/>
                      </a:cubicBezTo>
                      <a:cubicBezTo>
                        <a:pt x="59" y="0"/>
                        <a:pt x="59" y="0"/>
                        <a:pt x="59" y="0"/>
                      </a:cubicBezTo>
                      <a:cubicBezTo>
                        <a:pt x="47" y="1"/>
                        <a:pt x="47" y="1"/>
                        <a:pt x="47" y="1"/>
                      </a:cubicBezTo>
                      <a:cubicBezTo>
                        <a:pt x="47" y="2"/>
                        <a:pt x="47" y="2"/>
                        <a:pt x="47" y="2"/>
                      </a:cubicBezTo>
                      <a:cubicBezTo>
                        <a:pt x="47" y="2"/>
                        <a:pt x="47" y="2"/>
                        <a:pt x="47" y="2"/>
                      </a:cubicBezTo>
                      <a:cubicBezTo>
                        <a:pt x="47" y="3"/>
                        <a:pt x="47" y="3"/>
                        <a:pt x="47" y="3"/>
                      </a:cubicBezTo>
                      <a:cubicBezTo>
                        <a:pt x="43" y="7"/>
                        <a:pt x="43" y="7"/>
                        <a:pt x="43" y="7"/>
                      </a:cubicBezTo>
                      <a:cubicBezTo>
                        <a:pt x="45" y="10"/>
                        <a:pt x="45" y="10"/>
                        <a:pt x="45" y="10"/>
                      </a:cubicBezTo>
                      <a:cubicBezTo>
                        <a:pt x="45" y="11"/>
                        <a:pt x="45" y="11"/>
                        <a:pt x="45" y="11"/>
                      </a:cubicBezTo>
                      <a:cubicBezTo>
                        <a:pt x="45" y="11"/>
                        <a:pt x="45" y="11"/>
                        <a:pt x="45" y="11"/>
                      </a:cubicBezTo>
                      <a:cubicBezTo>
                        <a:pt x="45" y="13"/>
                        <a:pt x="45" y="13"/>
                        <a:pt x="45" y="13"/>
                      </a:cubicBezTo>
                      <a:cubicBezTo>
                        <a:pt x="44" y="14"/>
                        <a:pt x="44" y="14"/>
                        <a:pt x="44" y="14"/>
                      </a:cubicBezTo>
                      <a:cubicBezTo>
                        <a:pt x="45" y="15"/>
                        <a:pt x="45" y="15"/>
                        <a:pt x="45" y="15"/>
                      </a:cubicBezTo>
                      <a:cubicBezTo>
                        <a:pt x="45" y="16"/>
                        <a:pt x="45" y="16"/>
                        <a:pt x="45" y="16"/>
                      </a:cubicBezTo>
                      <a:cubicBezTo>
                        <a:pt x="43" y="22"/>
                        <a:pt x="43" y="22"/>
                        <a:pt x="43" y="22"/>
                      </a:cubicBezTo>
                      <a:cubicBezTo>
                        <a:pt x="43" y="25"/>
                        <a:pt x="43" y="25"/>
                        <a:pt x="43" y="25"/>
                      </a:cubicBezTo>
                      <a:cubicBezTo>
                        <a:pt x="46" y="26"/>
                        <a:pt x="46" y="26"/>
                        <a:pt x="46" y="26"/>
                      </a:cubicBezTo>
                      <a:cubicBezTo>
                        <a:pt x="47" y="28"/>
                        <a:pt x="47" y="28"/>
                        <a:pt x="47" y="28"/>
                      </a:cubicBezTo>
                      <a:cubicBezTo>
                        <a:pt x="50" y="29"/>
                        <a:pt x="50" y="29"/>
                        <a:pt x="50" y="29"/>
                      </a:cubicBezTo>
                      <a:cubicBezTo>
                        <a:pt x="50" y="27"/>
                        <a:pt x="50" y="27"/>
                        <a:pt x="50" y="27"/>
                      </a:cubicBezTo>
                      <a:cubicBezTo>
                        <a:pt x="53" y="27"/>
                        <a:pt x="53" y="27"/>
                        <a:pt x="53" y="27"/>
                      </a:cubicBezTo>
                      <a:cubicBezTo>
                        <a:pt x="53" y="36"/>
                        <a:pt x="53" y="36"/>
                        <a:pt x="53" y="36"/>
                      </a:cubicBezTo>
                      <a:cubicBezTo>
                        <a:pt x="52" y="36"/>
                        <a:pt x="52" y="36"/>
                        <a:pt x="52" y="36"/>
                      </a:cubicBezTo>
                      <a:cubicBezTo>
                        <a:pt x="52" y="35"/>
                        <a:pt x="52" y="35"/>
                        <a:pt x="52" y="35"/>
                      </a:cubicBezTo>
                      <a:cubicBezTo>
                        <a:pt x="52" y="35"/>
                        <a:pt x="52" y="35"/>
                        <a:pt x="52" y="35"/>
                      </a:cubicBezTo>
                      <a:cubicBezTo>
                        <a:pt x="52" y="34"/>
                        <a:pt x="52" y="34"/>
                        <a:pt x="52" y="34"/>
                      </a:cubicBezTo>
                      <a:cubicBezTo>
                        <a:pt x="51" y="34"/>
                        <a:pt x="51" y="34"/>
                        <a:pt x="51" y="34"/>
                      </a:cubicBezTo>
                      <a:cubicBezTo>
                        <a:pt x="49" y="36"/>
                        <a:pt x="49" y="36"/>
                        <a:pt x="49" y="36"/>
                      </a:cubicBezTo>
                      <a:cubicBezTo>
                        <a:pt x="48" y="36"/>
                        <a:pt x="48" y="36"/>
                        <a:pt x="48" y="36"/>
                      </a:cubicBezTo>
                      <a:cubicBezTo>
                        <a:pt x="46" y="34"/>
                        <a:pt x="46" y="34"/>
                        <a:pt x="46" y="34"/>
                      </a:cubicBezTo>
                      <a:cubicBezTo>
                        <a:pt x="46" y="32"/>
                        <a:pt x="46" y="32"/>
                        <a:pt x="46" y="32"/>
                      </a:cubicBezTo>
                      <a:cubicBezTo>
                        <a:pt x="44" y="31"/>
                        <a:pt x="44" y="31"/>
                        <a:pt x="44" y="31"/>
                      </a:cubicBezTo>
                      <a:cubicBezTo>
                        <a:pt x="44" y="29"/>
                        <a:pt x="44" y="29"/>
                        <a:pt x="44" y="29"/>
                      </a:cubicBezTo>
                      <a:cubicBezTo>
                        <a:pt x="42" y="29"/>
                        <a:pt x="42" y="29"/>
                        <a:pt x="42" y="29"/>
                      </a:cubicBezTo>
                      <a:cubicBezTo>
                        <a:pt x="40" y="27"/>
                        <a:pt x="40" y="27"/>
                        <a:pt x="40" y="27"/>
                      </a:cubicBezTo>
                      <a:cubicBezTo>
                        <a:pt x="38" y="27"/>
                        <a:pt x="38" y="27"/>
                        <a:pt x="38" y="27"/>
                      </a:cubicBezTo>
                      <a:cubicBezTo>
                        <a:pt x="35" y="25"/>
                        <a:pt x="35" y="25"/>
                        <a:pt x="35" y="25"/>
                      </a:cubicBezTo>
                      <a:cubicBezTo>
                        <a:pt x="35" y="23"/>
                        <a:pt x="35" y="23"/>
                        <a:pt x="35" y="23"/>
                      </a:cubicBezTo>
                      <a:cubicBezTo>
                        <a:pt x="34" y="23"/>
                        <a:pt x="34" y="23"/>
                        <a:pt x="34" y="23"/>
                      </a:cubicBezTo>
                      <a:cubicBezTo>
                        <a:pt x="34" y="25"/>
                        <a:pt x="34" y="25"/>
                        <a:pt x="34" y="25"/>
                      </a:cubicBezTo>
                      <a:cubicBezTo>
                        <a:pt x="33" y="25"/>
                        <a:pt x="33" y="25"/>
                        <a:pt x="33" y="25"/>
                      </a:cubicBezTo>
                      <a:cubicBezTo>
                        <a:pt x="27" y="25"/>
                        <a:pt x="27" y="25"/>
                        <a:pt x="27" y="25"/>
                      </a:cubicBezTo>
                      <a:cubicBezTo>
                        <a:pt x="26" y="24"/>
                        <a:pt x="26" y="24"/>
                        <a:pt x="26" y="24"/>
                      </a:cubicBezTo>
                      <a:cubicBezTo>
                        <a:pt x="24" y="24"/>
                        <a:pt x="24" y="24"/>
                        <a:pt x="24" y="24"/>
                      </a:cubicBezTo>
                      <a:cubicBezTo>
                        <a:pt x="23" y="23"/>
                        <a:pt x="23" y="23"/>
                        <a:pt x="23" y="23"/>
                      </a:cubicBezTo>
                      <a:cubicBezTo>
                        <a:pt x="23" y="20"/>
                        <a:pt x="23" y="20"/>
                        <a:pt x="23" y="20"/>
                      </a:cubicBezTo>
                      <a:cubicBezTo>
                        <a:pt x="17" y="22"/>
                        <a:pt x="17" y="22"/>
                        <a:pt x="17" y="22"/>
                      </a:cubicBezTo>
                      <a:cubicBezTo>
                        <a:pt x="16" y="22"/>
                        <a:pt x="16" y="22"/>
                        <a:pt x="16" y="22"/>
                      </a:cubicBezTo>
                      <a:cubicBezTo>
                        <a:pt x="15" y="22"/>
                        <a:pt x="15" y="22"/>
                        <a:pt x="15" y="22"/>
                      </a:cubicBezTo>
                      <a:cubicBezTo>
                        <a:pt x="15" y="21"/>
                        <a:pt x="15" y="21"/>
                        <a:pt x="15" y="21"/>
                      </a:cubicBezTo>
                      <a:cubicBezTo>
                        <a:pt x="16" y="19"/>
                        <a:pt x="16" y="19"/>
                        <a:pt x="16" y="19"/>
                      </a:cubicBezTo>
                      <a:cubicBezTo>
                        <a:pt x="14" y="18"/>
                        <a:pt x="14" y="18"/>
                        <a:pt x="14" y="18"/>
                      </a:cubicBezTo>
                      <a:cubicBezTo>
                        <a:pt x="14" y="21"/>
                        <a:pt x="14" y="21"/>
                        <a:pt x="14" y="21"/>
                      </a:cubicBezTo>
                      <a:cubicBezTo>
                        <a:pt x="14" y="21"/>
                        <a:pt x="14" y="21"/>
                        <a:pt x="14" y="21"/>
                      </a:cubicBezTo>
                      <a:cubicBezTo>
                        <a:pt x="14" y="21"/>
                        <a:pt x="14" y="22"/>
                        <a:pt x="14" y="22"/>
                      </a:cubicBezTo>
                      <a:cubicBezTo>
                        <a:pt x="14" y="22"/>
                        <a:pt x="14" y="23"/>
                        <a:pt x="14" y="23"/>
                      </a:cubicBezTo>
                      <a:cubicBezTo>
                        <a:pt x="13" y="24"/>
                        <a:pt x="13" y="24"/>
                        <a:pt x="13" y="24"/>
                      </a:cubicBezTo>
                      <a:cubicBezTo>
                        <a:pt x="13" y="27"/>
                        <a:pt x="13" y="27"/>
                        <a:pt x="13" y="27"/>
                      </a:cubicBezTo>
                      <a:cubicBezTo>
                        <a:pt x="14" y="28"/>
                        <a:pt x="14" y="28"/>
                        <a:pt x="14" y="28"/>
                      </a:cubicBezTo>
                      <a:cubicBezTo>
                        <a:pt x="13" y="31"/>
                        <a:pt x="13" y="31"/>
                        <a:pt x="13" y="31"/>
                      </a:cubicBezTo>
                      <a:cubicBezTo>
                        <a:pt x="14" y="32"/>
                        <a:pt x="14" y="32"/>
                        <a:pt x="14" y="32"/>
                      </a:cubicBezTo>
                      <a:cubicBezTo>
                        <a:pt x="0" y="32"/>
                        <a:pt x="0" y="32"/>
                        <a:pt x="0" y="32"/>
                      </a:cubicBezTo>
                      <a:cubicBezTo>
                        <a:pt x="0" y="55"/>
                        <a:pt x="0" y="55"/>
                        <a:pt x="0" y="55"/>
                      </a:cubicBezTo>
                      <a:cubicBezTo>
                        <a:pt x="4" y="60"/>
                        <a:pt x="4" y="60"/>
                        <a:pt x="4" y="60"/>
                      </a:cubicBezTo>
                      <a:cubicBezTo>
                        <a:pt x="9" y="65"/>
                        <a:pt x="9" y="65"/>
                        <a:pt x="9" y="65"/>
                      </a:cubicBezTo>
                      <a:cubicBezTo>
                        <a:pt x="15" y="64"/>
                        <a:pt x="15" y="64"/>
                        <a:pt x="15" y="64"/>
                      </a:cubicBezTo>
                      <a:cubicBezTo>
                        <a:pt x="20" y="65"/>
                        <a:pt x="20" y="65"/>
                        <a:pt x="20" y="65"/>
                      </a:cubicBezTo>
                      <a:cubicBezTo>
                        <a:pt x="22" y="66"/>
                        <a:pt x="22" y="66"/>
                        <a:pt x="22" y="66"/>
                      </a:cubicBezTo>
                      <a:cubicBezTo>
                        <a:pt x="25" y="66"/>
                        <a:pt x="25" y="66"/>
                        <a:pt x="25" y="66"/>
                      </a:cubicBezTo>
                      <a:cubicBezTo>
                        <a:pt x="26" y="68"/>
                        <a:pt x="26" y="68"/>
                        <a:pt x="26" y="68"/>
                      </a:cubicBezTo>
                      <a:cubicBezTo>
                        <a:pt x="28" y="67"/>
                        <a:pt x="28" y="67"/>
                        <a:pt x="28" y="67"/>
                      </a:cubicBezTo>
                      <a:cubicBezTo>
                        <a:pt x="31" y="68"/>
                        <a:pt x="31" y="68"/>
                        <a:pt x="31" y="68"/>
                      </a:cubicBezTo>
                      <a:cubicBezTo>
                        <a:pt x="32" y="68"/>
                        <a:pt x="32" y="68"/>
                        <a:pt x="32" y="68"/>
                      </a:cubicBezTo>
                      <a:cubicBezTo>
                        <a:pt x="34" y="68"/>
                        <a:pt x="34" y="68"/>
                        <a:pt x="34" y="68"/>
                      </a:cubicBezTo>
                      <a:cubicBezTo>
                        <a:pt x="39" y="60"/>
                        <a:pt x="39" y="60"/>
                        <a:pt x="39" y="60"/>
                      </a:cubicBezTo>
                      <a:cubicBezTo>
                        <a:pt x="46" y="57"/>
                        <a:pt x="46" y="57"/>
                        <a:pt x="46" y="57"/>
                      </a:cubicBezTo>
                      <a:cubicBezTo>
                        <a:pt x="47" y="53"/>
                        <a:pt x="47" y="53"/>
                        <a:pt x="47" y="53"/>
                      </a:cubicBezTo>
                      <a:cubicBezTo>
                        <a:pt x="51" y="51"/>
                        <a:pt x="51" y="51"/>
                        <a:pt x="51" y="51"/>
                      </a:cubicBezTo>
                      <a:cubicBezTo>
                        <a:pt x="57" y="51"/>
                        <a:pt x="57" y="51"/>
                        <a:pt x="57" y="51"/>
                      </a:cubicBezTo>
                      <a:cubicBezTo>
                        <a:pt x="56" y="47"/>
                        <a:pt x="56" y="47"/>
                        <a:pt x="56" y="47"/>
                      </a:cubicBezTo>
                      <a:cubicBezTo>
                        <a:pt x="75" y="40"/>
                        <a:pt x="75" y="40"/>
                        <a:pt x="75" y="40"/>
                      </a:cubicBezTo>
                      <a:cubicBezTo>
                        <a:pt x="72" y="36"/>
                        <a:pt x="72" y="36"/>
                        <a:pt x="72" y="36"/>
                      </a:cubicBezTo>
                      <a:cubicBezTo>
                        <a:pt x="75" y="34"/>
                        <a:pt x="75" y="34"/>
                        <a:pt x="75" y="34"/>
                      </a:cubicBezTo>
                      <a:cubicBezTo>
                        <a:pt x="74" y="31"/>
                        <a:pt x="74" y="31"/>
                        <a:pt x="74" y="31"/>
                      </a:cubicBezTo>
                      <a:cubicBezTo>
                        <a:pt x="78" y="28"/>
                        <a:pt x="78" y="28"/>
                        <a:pt x="78" y="28"/>
                      </a:cubicBezTo>
                      <a:cubicBezTo>
                        <a:pt x="77" y="28"/>
                        <a:pt x="77" y="28"/>
                        <a:pt x="77" y="28"/>
                      </a:cubicBezTo>
                      <a:cubicBezTo>
                        <a:pt x="76" y="26"/>
                        <a:pt x="76" y="26"/>
                        <a:pt x="76" y="26"/>
                      </a:cubicBezTo>
                      <a:cubicBezTo>
                        <a:pt x="77" y="24"/>
                        <a:pt x="77" y="24"/>
                        <a:pt x="77" y="24"/>
                      </a:cubicBezTo>
                      <a:cubicBezTo>
                        <a:pt x="76" y="22"/>
                        <a:pt x="76" y="22"/>
                        <a:pt x="76" y="22"/>
                      </a:cubicBezTo>
                      <a:cubicBezTo>
                        <a:pt x="76" y="21"/>
                        <a:pt x="76" y="21"/>
                        <a:pt x="76" y="21"/>
                      </a:cubicBezTo>
                      <a:cubicBezTo>
                        <a:pt x="77" y="20"/>
                        <a:pt x="77" y="20"/>
                        <a:pt x="77" y="20"/>
                      </a:cubicBezTo>
                      <a:cubicBezTo>
                        <a:pt x="76" y="18"/>
                        <a:pt x="76" y="18"/>
                        <a:pt x="76" y="18"/>
                      </a:cubicBezTo>
                      <a:cubicBezTo>
                        <a:pt x="79" y="16"/>
                        <a:pt x="79" y="16"/>
                        <a:pt x="79" y="16"/>
                      </a:cubicBezTo>
                      <a:cubicBezTo>
                        <a:pt x="79" y="14"/>
                        <a:pt x="79" y="14"/>
                        <a:pt x="79" y="14"/>
                      </a:cubicBezTo>
                      <a:cubicBezTo>
                        <a:pt x="76" y="12"/>
                        <a:pt x="76" y="12"/>
                        <a:pt x="76" y="12"/>
                      </a:cubicBezTo>
                      <a:cubicBezTo>
                        <a:pt x="77" y="12"/>
                        <a:pt x="77" y="12"/>
                        <a:pt x="77" y="12"/>
                      </a:cubicBezTo>
                      <a:cubicBezTo>
                        <a:pt x="77" y="10"/>
                        <a:pt x="77" y="10"/>
                        <a:pt x="77" y="10"/>
                      </a:cubicBezTo>
                      <a:cubicBezTo>
                        <a:pt x="76" y="9"/>
                        <a:pt x="76" y="9"/>
                        <a:pt x="76" y="9"/>
                      </a:cubicBezTo>
                      <a:cubicBezTo>
                        <a:pt x="75" y="9"/>
                        <a:pt x="75" y="9"/>
                        <a:pt x="75" y="9"/>
                      </a:cubicBezTo>
                      <a:cubicBezTo>
                        <a:pt x="74" y="8"/>
                        <a:pt x="74" y="8"/>
                        <a:pt x="74" y="8"/>
                      </a:cubicBezTo>
                      <a:cubicBezTo>
                        <a:pt x="71" y="6"/>
                        <a:pt x="71" y="6"/>
                        <a:pt x="71" y="6"/>
                      </a:cubicBezTo>
                      <a:lnTo>
                        <a:pt x="68" y="6"/>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1" name="Freeform 880">
                  <a:extLst>
                    <a:ext uri="{FF2B5EF4-FFF2-40B4-BE49-F238E27FC236}">
                      <a16:creationId xmlns:a16="http://schemas.microsoft.com/office/drawing/2014/main" id="{3BB292A4-180F-F1E9-3A8B-AF6C3F5B0EAC}"/>
                    </a:ext>
                  </a:extLst>
                </p:cNvPr>
                <p:cNvSpPr>
                  <a:spLocks/>
                </p:cNvSpPr>
                <p:nvPr/>
              </p:nvSpPr>
              <p:spPr bwMode="auto">
                <a:xfrm>
                  <a:off x="6211888" y="4770438"/>
                  <a:ext cx="150812" cy="158750"/>
                </a:xfrm>
                <a:custGeom>
                  <a:avLst/>
                  <a:gdLst>
                    <a:gd name="T0" fmla="*/ 79 w 95"/>
                    <a:gd name="T1" fmla="*/ 66 h 100"/>
                    <a:gd name="T2" fmla="*/ 84 w 95"/>
                    <a:gd name="T3" fmla="*/ 58 h 100"/>
                    <a:gd name="T4" fmla="*/ 87 w 95"/>
                    <a:gd name="T5" fmla="*/ 56 h 100"/>
                    <a:gd name="T6" fmla="*/ 92 w 95"/>
                    <a:gd name="T7" fmla="*/ 53 h 100"/>
                    <a:gd name="T8" fmla="*/ 95 w 95"/>
                    <a:gd name="T9" fmla="*/ 48 h 100"/>
                    <a:gd name="T10" fmla="*/ 95 w 95"/>
                    <a:gd name="T11" fmla="*/ 42 h 100"/>
                    <a:gd name="T12" fmla="*/ 95 w 95"/>
                    <a:gd name="T13" fmla="*/ 37 h 100"/>
                    <a:gd name="T14" fmla="*/ 95 w 95"/>
                    <a:gd name="T15" fmla="*/ 32 h 100"/>
                    <a:gd name="T16" fmla="*/ 84 w 95"/>
                    <a:gd name="T17" fmla="*/ 19 h 100"/>
                    <a:gd name="T18" fmla="*/ 84 w 95"/>
                    <a:gd name="T19" fmla="*/ 11 h 100"/>
                    <a:gd name="T20" fmla="*/ 82 w 95"/>
                    <a:gd name="T21" fmla="*/ 8 h 100"/>
                    <a:gd name="T22" fmla="*/ 82 w 95"/>
                    <a:gd name="T23" fmla="*/ 6 h 100"/>
                    <a:gd name="T24" fmla="*/ 79 w 95"/>
                    <a:gd name="T25" fmla="*/ 6 h 100"/>
                    <a:gd name="T26" fmla="*/ 76 w 95"/>
                    <a:gd name="T27" fmla="*/ 3 h 100"/>
                    <a:gd name="T28" fmla="*/ 76 w 95"/>
                    <a:gd name="T29" fmla="*/ 0 h 100"/>
                    <a:gd name="T30" fmla="*/ 69 w 95"/>
                    <a:gd name="T31" fmla="*/ 8 h 100"/>
                    <a:gd name="T32" fmla="*/ 58 w 95"/>
                    <a:gd name="T33" fmla="*/ 6 h 100"/>
                    <a:gd name="T34" fmla="*/ 48 w 95"/>
                    <a:gd name="T35" fmla="*/ 8 h 100"/>
                    <a:gd name="T36" fmla="*/ 45 w 95"/>
                    <a:gd name="T37" fmla="*/ 14 h 100"/>
                    <a:gd name="T38" fmla="*/ 40 w 95"/>
                    <a:gd name="T39" fmla="*/ 11 h 100"/>
                    <a:gd name="T40" fmla="*/ 37 w 95"/>
                    <a:gd name="T41" fmla="*/ 8 h 100"/>
                    <a:gd name="T42" fmla="*/ 34 w 95"/>
                    <a:gd name="T43" fmla="*/ 11 h 100"/>
                    <a:gd name="T44" fmla="*/ 27 w 95"/>
                    <a:gd name="T45" fmla="*/ 8 h 100"/>
                    <a:gd name="T46" fmla="*/ 21 w 95"/>
                    <a:gd name="T47" fmla="*/ 14 h 100"/>
                    <a:gd name="T48" fmla="*/ 21 w 95"/>
                    <a:gd name="T49" fmla="*/ 16 h 100"/>
                    <a:gd name="T50" fmla="*/ 19 w 95"/>
                    <a:gd name="T51" fmla="*/ 21 h 100"/>
                    <a:gd name="T52" fmla="*/ 21 w 95"/>
                    <a:gd name="T53" fmla="*/ 24 h 100"/>
                    <a:gd name="T54" fmla="*/ 21 w 95"/>
                    <a:gd name="T55" fmla="*/ 27 h 100"/>
                    <a:gd name="T56" fmla="*/ 19 w 95"/>
                    <a:gd name="T57" fmla="*/ 32 h 100"/>
                    <a:gd name="T58" fmla="*/ 24 w 95"/>
                    <a:gd name="T59" fmla="*/ 32 h 100"/>
                    <a:gd name="T60" fmla="*/ 29 w 95"/>
                    <a:gd name="T61" fmla="*/ 37 h 100"/>
                    <a:gd name="T62" fmla="*/ 6 w 95"/>
                    <a:gd name="T63" fmla="*/ 61 h 100"/>
                    <a:gd name="T64" fmla="*/ 0 w 95"/>
                    <a:gd name="T65" fmla="*/ 77 h 100"/>
                    <a:gd name="T66" fmla="*/ 0 w 95"/>
                    <a:gd name="T67" fmla="*/ 100 h 100"/>
                    <a:gd name="T68" fmla="*/ 8 w 95"/>
                    <a:gd name="T69" fmla="*/ 100 h 100"/>
                    <a:gd name="T70" fmla="*/ 13 w 95"/>
                    <a:gd name="T71" fmla="*/ 95 h 100"/>
                    <a:gd name="T72" fmla="*/ 76 w 95"/>
                    <a:gd name="T73" fmla="*/ 95 h 100"/>
                    <a:gd name="T74" fmla="*/ 76 w 95"/>
                    <a:gd name="T75" fmla="*/ 74 h 100"/>
                    <a:gd name="T76" fmla="*/ 79 w 95"/>
                    <a:gd name="T77" fmla="*/ 6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5" h="100">
                      <a:moveTo>
                        <a:pt x="79" y="66"/>
                      </a:moveTo>
                      <a:lnTo>
                        <a:pt x="84" y="58"/>
                      </a:lnTo>
                      <a:lnTo>
                        <a:pt x="87" y="56"/>
                      </a:lnTo>
                      <a:lnTo>
                        <a:pt x="92" y="53"/>
                      </a:lnTo>
                      <a:lnTo>
                        <a:pt x="95" y="48"/>
                      </a:lnTo>
                      <a:lnTo>
                        <a:pt x="95" y="42"/>
                      </a:lnTo>
                      <a:lnTo>
                        <a:pt x="95" y="37"/>
                      </a:lnTo>
                      <a:lnTo>
                        <a:pt x="95" y="32"/>
                      </a:lnTo>
                      <a:lnTo>
                        <a:pt x="84" y="19"/>
                      </a:lnTo>
                      <a:lnTo>
                        <a:pt x="84" y="11"/>
                      </a:lnTo>
                      <a:lnTo>
                        <a:pt x="82" y="8"/>
                      </a:lnTo>
                      <a:lnTo>
                        <a:pt x="82" y="6"/>
                      </a:lnTo>
                      <a:lnTo>
                        <a:pt x="79" y="6"/>
                      </a:lnTo>
                      <a:lnTo>
                        <a:pt x="76" y="3"/>
                      </a:lnTo>
                      <a:lnTo>
                        <a:pt x="76" y="0"/>
                      </a:lnTo>
                      <a:lnTo>
                        <a:pt x="69" y="8"/>
                      </a:lnTo>
                      <a:lnTo>
                        <a:pt x="58" y="6"/>
                      </a:lnTo>
                      <a:lnTo>
                        <a:pt x="48" y="8"/>
                      </a:lnTo>
                      <a:lnTo>
                        <a:pt x="45" y="14"/>
                      </a:lnTo>
                      <a:lnTo>
                        <a:pt x="40" y="11"/>
                      </a:lnTo>
                      <a:lnTo>
                        <a:pt x="37" y="8"/>
                      </a:lnTo>
                      <a:lnTo>
                        <a:pt x="34" y="11"/>
                      </a:lnTo>
                      <a:lnTo>
                        <a:pt x="27" y="8"/>
                      </a:lnTo>
                      <a:lnTo>
                        <a:pt x="21" y="14"/>
                      </a:lnTo>
                      <a:lnTo>
                        <a:pt x="21" y="16"/>
                      </a:lnTo>
                      <a:lnTo>
                        <a:pt x="19" y="21"/>
                      </a:lnTo>
                      <a:lnTo>
                        <a:pt x="21" y="24"/>
                      </a:lnTo>
                      <a:lnTo>
                        <a:pt x="21" y="27"/>
                      </a:lnTo>
                      <a:lnTo>
                        <a:pt x="19" y="32"/>
                      </a:lnTo>
                      <a:lnTo>
                        <a:pt x="24" y="32"/>
                      </a:lnTo>
                      <a:lnTo>
                        <a:pt x="29" y="37"/>
                      </a:lnTo>
                      <a:lnTo>
                        <a:pt x="6" y="61"/>
                      </a:lnTo>
                      <a:lnTo>
                        <a:pt x="0" y="77"/>
                      </a:lnTo>
                      <a:lnTo>
                        <a:pt x="0" y="100"/>
                      </a:lnTo>
                      <a:lnTo>
                        <a:pt x="8" y="100"/>
                      </a:lnTo>
                      <a:lnTo>
                        <a:pt x="13" y="95"/>
                      </a:lnTo>
                      <a:lnTo>
                        <a:pt x="76" y="95"/>
                      </a:lnTo>
                      <a:lnTo>
                        <a:pt x="76" y="74"/>
                      </a:lnTo>
                      <a:lnTo>
                        <a:pt x="79" y="66"/>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2" name="Freeform 881">
                  <a:extLst>
                    <a:ext uri="{FF2B5EF4-FFF2-40B4-BE49-F238E27FC236}">
                      <a16:creationId xmlns:a16="http://schemas.microsoft.com/office/drawing/2014/main" id="{7C100602-9E07-6FD0-797B-CA71A9D74E3F}"/>
                    </a:ext>
                  </a:extLst>
                </p:cNvPr>
                <p:cNvSpPr>
                  <a:spLocks/>
                </p:cNvSpPr>
                <p:nvPr/>
              </p:nvSpPr>
              <p:spPr bwMode="auto">
                <a:xfrm>
                  <a:off x="5583238" y="3754438"/>
                  <a:ext cx="117475" cy="238125"/>
                </a:xfrm>
                <a:custGeom>
                  <a:avLst/>
                  <a:gdLst>
                    <a:gd name="T0" fmla="*/ 19 w 28"/>
                    <a:gd name="T1" fmla="*/ 51 h 57"/>
                    <a:gd name="T2" fmla="*/ 18 w 28"/>
                    <a:gd name="T3" fmla="*/ 48 h 57"/>
                    <a:gd name="T4" fmla="*/ 23 w 28"/>
                    <a:gd name="T5" fmla="*/ 42 h 57"/>
                    <a:gd name="T6" fmla="*/ 28 w 28"/>
                    <a:gd name="T7" fmla="*/ 40 h 57"/>
                    <a:gd name="T8" fmla="*/ 28 w 28"/>
                    <a:gd name="T9" fmla="*/ 34 h 57"/>
                    <a:gd name="T10" fmla="*/ 24 w 28"/>
                    <a:gd name="T11" fmla="*/ 31 h 57"/>
                    <a:gd name="T12" fmla="*/ 23 w 28"/>
                    <a:gd name="T13" fmla="*/ 30 h 57"/>
                    <a:gd name="T14" fmla="*/ 25 w 28"/>
                    <a:gd name="T15" fmla="*/ 29 h 57"/>
                    <a:gd name="T16" fmla="*/ 23 w 28"/>
                    <a:gd name="T17" fmla="*/ 29 h 57"/>
                    <a:gd name="T18" fmla="*/ 19 w 28"/>
                    <a:gd name="T19" fmla="*/ 28 h 57"/>
                    <a:gd name="T20" fmla="*/ 25 w 28"/>
                    <a:gd name="T21" fmla="*/ 19 h 57"/>
                    <a:gd name="T22" fmla="*/ 22 w 28"/>
                    <a:gd name="T23" fmla="*/ 12 h 57"/>
                    <a:gd name="T24" fmla="*/ 25 w 28"/>
                    <a:gd name="T25" fmla="*/ 4 h 57"/>
                    <a:gd name="T26" fmla="*/ 24 w 28"/>
                    <a:gd name="T27" fmla="*/ 2 h 57"/>
                    <a:gd name="T28" fmla="*/ 19 w 28"/>
                    <a:gd name="T29" fmla="*/ 2 h 57"/>
                    <a:gd name="T30" fmla="*/ 12 w 28"/>
                    <a:gd name="T31" fmla="*/ 1 h 57"/>
                    <a:gd name="T32" fmla="*/ 8 w 28"/>
                    <a:gd name="T33" fmla="*/ 3 h 57"/>
                    <a:gd name="T34" fmla="*/ 7 w 28"/>
                    <a:gd name="T35" fmla="*/ 4 h 57"/>
                    <a:gd name="T36" fmla="*/ 5 w 28"/>
                    <a:gd name="T37" fmla="*/ 6 h 57"/>
                    <a:gd name="T38" fmla="*/ 6 w 28"/>
                    <a:gd name="T39" fmla="*/ 8 h 57"/>
                    <a:gd name="T40" fmla="*/ 6 w 28"/>
                    <a:gd name="T41" fmla="*/ 9 h 57"/>
                    <a:gd name="T42" fmla="*/ 6 w 28"/>
                    <a:gd name="T43" fmla="*/ 11 h 57"/>
                    <a:gd name="T44" fmla="*/ 6 w 28"/>
                    <a:gd name="T45" fmla="*/ 12 h 57"/>
                    <a:gd name="T46" fmla="*/ 6 w 28"/>
                    <a:gd name="T47" fmla="*/ 14 h 57"/>
                    <a:gd name="T48" fmla="*/ 6 w 28"/>
                    <a:gd name="T49" fmla="*/ 16 h 57"/>
                    <a:gd name="T50" fmla="*/ 6 w 28"/>
                    <a:gd name="T51" fmla="*/ 19 h 57"/>
                    <a:gd name="T52" fmla="*/ 0 w 28"/>
                    <a:gd name="T53" fmla="*/ 26 h 57"/>
                    <a:gd name="T54" fmla="*/ 2 w 28"/>
                    <a:gd name="T55" fmla="*/ 31 h 57"/>
                    <a:gd name="T56" fmla="*/ 4 w 28"/>
                    <a:gd name="T57" fmla="*/ 34 h 57"/>
                    <a:gd name="T58" fmla="*/ 6 w 28"/>
                    <a:gd name="T59" fmla="*/ 39 h 57"/>
                    <a:gd name="T60" fmla="*/ 14 w 28"/>
                    <a:gd name="T61" fmla="*/ 57 h 57"/>
                    <a:gd name="T62" fmla="*/ 19 w 28"/>
                    <a:gd name="T63" fmla="*/ 5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 h="57">
                      <a:moveTo>
                        <a:pt x="19" y="54"/>
                      </a:moveTo>
                      <a:cubicBezTo>
                        <a:pt x="19" y="51"/>
                        <a:pt x="19" y="51"/>
                        <a:pt x="19" y="51"/>
                      </a:cubicBezTo>
                      <a:cubicBezTo>
                        <a:pt x="19" y="51"/>
                        <a:pt x="19" y="51"/>
                        <a:pt x="19" y="50"/>
                      </a:cubicBezTo>
                      <a:cubicBezTo>
                        <a:pt x="19" y="50"/>
                        <a:pt x="18" y="48"/>
                        <a:pt x="18" y="48"/>
                      </a:cubicBezTo>
                      <a:cubicBezTo>
                        <a:pt x="18" y="48"/>
                        <a:pt x="18" y="47"/>
                        <a:pt x="18" y="47"/>
                      </a:cubicBezTo>
                      <a:cubicBezTo>
                        <a:pt x="23" y="42"/>
                        <a:pt x="23" y="42"/>
                        <a:pt x="23" y="42"/>
                      </a:cubicBezTo>
                      <a:cubicBezTo>
                        <a:pt x="27" y="40"/>
                        <a:pt x="27" y="40"/>
                        <a:pt x="27" y="40"/>
                      </a:cubicBezTo>
                      <a:cubicBezTo>
                        <a:pt x="28" y="40"/>
                        <a:pt x="28" y="40"/>
                        <a:pt x="28" y="40"/>
                      </a:cubicBezTo>
                      <a:cubicBezTo>
                        <a:pt x="27" y="38"/>
                        <a:pt x="27" y="38"/>
                        <a:pt x="27" y="38"/>
                      </a:cubicBezTo>
                      <a:cubicBezTo>
                        <a:pt x="28" y="34"/>
                        <a:pt x="28" y="34"/>
                        <a:pt x="28" y="34"/>
                      </a:cubicBezTo>
                      <a:cubicBezTo>
                        <a:pt x="26" y="34"/>
                        <a:pt x="26" y="34"/>
                        <a:pt x="26" y="32"/>
                      </a:cubicBezTo>
                      <a:cubicBezTo>
                        <a:pt x="25" y="31"/>
                        <a:pt x="25" y="31"/>
                        <a:pt x="24" y="31"/>
                      </a:cubicBezTo>
                      <a:cubicBezTo>
                        <a:pt x="24" y="32"/>
                        <a:pt x="23" y="32"/>
                        <a:pt x="23" y="32"/>
                      </a:cubicBezTo>
                      <a:cubicBezTo>
                        <a:pt x="22" y="31"/>
                        <a:pt x="23" y="31"/>
                        <a:pt x="23" y="30"/>
                      </a:cubicBezTo>
                      <a:cubicBezTo>
                        <a:pt x="24" y="30"/>
                        <a:pt x="24" y="30"/>
                        <a:pt x="24" y="30"/>
                      </a:cubicBezTo>
                      <a:cubicBezTo>
                        <a:pt x="24" y="30"/>
                        <a:pt x="25" y="30"/>
                        <a:pt x="25" y="29"/>
                      </a:cubicBezTo>
                      <a:cubicBezTo>
                        <a:pt x="25" y="29"/>
                        <a:pt x="24" y="29"/>
                        <a:pt x="24" y="29"/>
                      </a:cubicBezTo>
                      <a:cubicBezTo>
                        <a:pt x="24" y="28"/>
                        <a:pt x="23" y="29"/>
                        <a:pt x="23" y="29"/>
                      </a:cubicBezTo>
                      <a:cubicBezTo>
                        <a:pt x="23" y="29"/>
                        <a:pt x="23" y="30"/>
                        <a:pt x="23" y="30"/>
                      </a:cubicBezTo>
                      <a:cubicBezTo>
                        <a:pt x="22" y="31"/>
                        <a:pt x="19" y="30"/>
                        <a:pt x="19" y="28"/>
                      </a:cubicBezTo>
                      <a:cubicBezTo>
                        <a:pt x="18" y="27"/>
                        <a:pt x="18" y="25"/>
                        <a:pt x="20" y="25"/>
                      </a:cubicBezTo>
                      <a:cubicBezTo>
                        <a:pt x="22" y="23"/>
                        <a:pt x="24" y="21"/>
                        <a:pt x="25" y="19"/>
                      </a:cubicBezTo>
                      <a:cubicBezTo>
                        <a:pt x="25" y="17"/>
                        <a:pt x="24" y="16"/>
                        <a:pt x="25" y="15"/>
                      </a:cubicBezTo>
                      <a:cubicBezTo>
                        <a:pt x="24" y="14"/>
                        <a:pt x="23" y="13"/>
                        <a:pt x="22" y="12"/>
                      </a:cubicBezTo>
                      <a:cubicBezTo>
                        <a:pt x="21" y="11"/>
                        <a:pt x="21" y="9"/>
                        <a:pt x="22" y="8"/>
                      </a:cubicBezTo>
                      <a:cubicBezTo>
                        <a:pt x="24" y="7"/>
                        <a:pt x="24" y="5"/>
                        <a:pt x="25" y="4"/>
                      </a:cubicBezTo>
                      <a:cubicBezTo>
                        <a:pt x="26" y="3"/>
                        <a:pt x="26" y="3"/>
                        <a:pt x="25" y="2"/>
                      </a:cubicBezTo>
                      <a:cubicBezTo>
                        <a:pt x="25" y="2"/>
                        <a:pt x="24" y="2"/>
                        <a:pt x="24" y="2"/>
                      </a:cubicBezTo>
                      <a:cubicBezTo>
                        <a:pt x="23" y="4"/>
                        <a:pt x="22" y="4"/>
                        <a:pt x="20" y="5"/>
                      </a:cubicBezTo>
                      <a:cubicBezTo>
                        <a:pt x="20" y="4"/>
                        <a:pt x="20" y="3"/>
                        <a:pt x="19" y="2"/>
                      </a:cubicBezTo>
                      <a:cubicBezTo>
                        <a:pt x="19" y="2"/>
                        <a:pt x="20" y="1"/>
                        <a:pt x="19" y="1"/>
                      </a:cubicBezTo>
                      <a:cubicBezTo>
                        <a:pt x="17" y="0"/>
                        <a:pt x="14" y="0"/>
                        <a:pt x="12" y="1"/>
                      </a:cubicBezTo>
                      <a:cubicBezTo>
                        <a:pt x="11" y="2"/>
                        <a:pt x="10" y="3"/>
                        <a:pt x="9" y="3"/>
                      </a:cubicBezTo>
                      <a:cubicBezTo>
                        <a:pt x="9" y="3"/>
                        <a:pt x="9" y="3"/>
                        <a:pt x="8" y="3"/>
                      </a:cubicBezTo>
                      <a:cubicBezTo>
                        <a:pt x="8" y="3"/>
                        <a:pt x="8" y="3"/>
                        <a:pt x="8" y="4"/>
                      </a:cubicBezTo>
                      <a:cubicBezTo>
                        <a:pt x="8" y="4"/>
                        <a:pt x="7" y="4"/>
                        <a:pt x="7" y="4"/>
                      </a:cubicBezTo>
                      <a:cubicBezTo>
                        <a:pt x="7" y="5"/>
                        <a:pt x="7" y="5"/>
                        <a:pt x="7" y="5"/>
                      </a:cubicBezTo>
                      <a:cubicBezTo>
                        <a:pt x="5" y="6"/>
                        <a:pt x="5" y="6"/>
                        <a:pt x="5" y="6"/>
                      </a:cubicBezTo>
                      <a:cubicBezTo>
                        <a:pt x="5" y="6"/>
                        <a:pt x="6" y="7"/>
                        <a:pt x="6" y="7"/>
                      </a:cubicBezTo>
                      <a:cubicBezTo>
                        <a:pt x="7" y="7"/>
                        <a:pt x="6" y="8"/>
                        <a:pt x="6" y="8"/>
                      </a:cubicBezTo>
                      <a:cubicBezTo>
                        <a:pt x="6" y="8"/>
                        <a:pt x="6" y="9"/>
                        <a:pt x="6" y="9"/>
                      </a:cubicBezTo>
                      <a:cubicBezTo>
                        <a:pt x="6" y="9"/>
                        <a:pt x="6" y="9"/>
                        <a:pt x="6" y="9"/>
                      </a:cubicBezTo>
                      <a:cubicBezTo>
                        <a:pt x="6" y="9"/>
                        <a:pt x="6" y="10"/>
                        <a:pt x="6" y="10"/>
                      </a:cubicBezTo>
                      <a:cubicBezTo>
                        <a:pt x="6" y="10"/>
                        <a:pt x="6" y="10"/>
                        <a:pt x="6" y="11"/>
                      </a:cubicBezTo>
                      <a:cubicBezTo>
                        <a:pt x="6" y="11"/>
                        <a:pt x="5" y="11"/>
                        <a:pt x="5" y="12"/>
                      </a:cubicBezTo>
                      <a:cubicBezTo>
                        <a:pt x="6" y="12"/>
                        <a:pt x="6" y="12"/>
                        <a:pt x="6" y="12"/>
                      </a:cubicBezTo>
                      <a:cubicBezTo>
                        <a:pt x="6" y="12"/>
                        <a:pt x="6" y="13"/>
                        <a:pt x="6" y="13"/>
                      </a:cubicBezTo>
                      <a:cubicBezTo>
                        <a:pt x="6" y="13"/>
                        <a:pt x="6" y="14"/>
                        <a:pt x="6" y="14"/>
                      </a:cubicBezTo>
                      <a:cubicBezTo>
                        <a:pt x="6" y="15"/>
                        <a:pt x="6" y="15"/>
                        <a:pt x="6" y="15"/>
                      </a:cubicBezTo>
                      <a:cubicBezTo>
                        <a:pt x="6" y="16"/>
                        <a:pt x="6" y="16"/>
                        <a:pt x="6" y="16"/>
                      </a:cubicBezTo>
                      <a:cubicBezTo>
                        <a:pt x="7" y="17"/>
                        <a:pt x="7" y="17"/>
                        <a:pt x="7" y="17"/>
                      </a:cubicBezTo>
                      <a:cubicBezTo>
                        <a:pt x="6" y="19"/>
                        <a:pt x="6" y="19"/>
                        <a:pt x="6" y="19"/>
                      </a:cubicBezTo>
                      <a:cubicBezTo>
                        <a:pt x="6" y="22"/>
                        <a:pt x="6" y="22"/>
                        <a:pt x="6" y="22"/>
                      </a:cubicBezTo>
                      <a:cubicBezTo>
                        <a:pt x="0" y="26"/>
                        <a:pt x="0" y="26"/>
                        <a:pt x="0" y="26"/>
                      </a:cubicBezTo>
                      <a:cubicBezTo>
                        <a:pt x="0" y="29"/>
                        <a:pt x="0" y="29"/>
                        <a:pt x="0" y="29"/>
                      </a:cubicBezTo>
                      <a:cubicBezTo>
                        <a:pt x="0" y="29"/>
                        <a:pt x="2" y="31"/>
                        <a:pt x="2" y="31"/>
                      </a:cubicBezTo>
                      <a:cubicBezTo>
                        <a:pt x="2" y="31"/>
                        <a:pt x="2" y="33"/>
                        <a:pt x="2" y="33"/>
                      </a:cubicBezTo>
                      <a:cubicBezTo>
                        <a:pt x="4" y="34"/>
                        <a:pt x="4" y="34"/>
                        <a:pt x="4" y="34"/>
                      </a:cubicBezTo>
                      <a:cubicBezTo>
                        <a:pt x="6" y="36"/>
                        <a:pt x="6" y="36"/>
                        <a:pt x="6" y="36"/>
                      </a:cubicBezTo>
                      <a:cubicBezTo>
                        <a:pt x="6" y="39"/>
                        <a:pt x="6" y="39"/>
                        <a:pt x="6" y="39"/>
                      </a:cubicBezTo>
                      <a:cubicBezTo>
                        <a:pt x="11" y="43"/>
                        <a:pt x="11" y="43"/>
                        <a:pt x="11" y="43"/>
                      </a:cubicBezTo>
                      <a:cubicBezTo>
                        <a:pt x="14" y="57"/>
                        <a:pt x="14" y="57"/>
                        <a:pt x="14" y="57"/>
                      </a:cubicBezTo>
                      <a:cubicBezTo>
                        <a:pt x="17" y="56"/>
                        <a:pt x="17" y="56"/>
                        <a:pt x="17" y="56"/>
                      </a:cubicBezTo>
                      <a:lnTo>
                        <a:pt x="19" y="54"/>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3" name="Freeform 882">
                  <a:extLst>
                    <a:ext uri="{FF2B5EF4-FFF2-40B4-BE49-F238E27FC236}">
                      <a16:creationId xmlns:a16="http://schemas.microsoft.com/office/drawing/2014/main" id="{C7C06B72-33A5-704C-71CA-A77162D1E9DE}"/>
                    </a:ext>
                  </a:extLst>
                </p:cNvPr>
                <p:cNvSpPr>
                  <a:spLocks/>
                </p:cNvSpPr>
                <p:nvPr/>
              </p:nvSpPr>
              <p:spPr bwMode="auto">
                <a:xfrm>
                  <a:off x="5372100" y="4575175"/>
                  <a:ext cx="53975" cy="146050"/>
                </a:xfrm>
                <a:custGeom>
                  <a:avLst/>
                  <a:gdLst>
                    <a:gd name="T0" fmla="*/ 0 w 13"/>
                    <a:gd name="T1" fmla="*/ 0 h 35"/>
                    <a:gd name="T2" fmla="*/ 0 w 13"/>
                    <a:gd name="T3" fmla="*/ 1 h 35"/>
                    <a:gd name="T4" fmla="*/ 0 w 13"/>
                    <a:gd name="T5" fmla="*/ 3 h 35"/>
                    <a:gd name="T6" fmla="*/ 3 w 13"/>
                    <a:gd name="T7" fmla="*/ 5 h 35"/>
                    <a:gd name="T8" fmla="*/ 3 w 13"/>
                    <a:gd name="T9" fmla="*/ 9 h 35"/>
                    <a:gd name="T10" fmla="*/ 2 w 13"/>
                    <a:gd name="T11" fmla="*/ 11 h 35"/>
                    <a:gd name="T12" fmla="*/ 4 w 13"/>
                    <a:gd name="T13" fmla="*/ 11 h 35"/>
                    <a:gd name="T14" fmla="*/ 4 w 13"/>
                    <a:gd name="T15" fmla="*/ 15 h 35"/>
                    <a:gd name="T16" fmla="*/ 3 w 13"/>
                    <a:gd name="T17" fmla="*/ 16 h 35"/>
                    <a:gd name="T18" fmla="*/ 5 w 13"/>
                    <a:gd name="T19" fmla="*/ 19 h 35"/>
                    <a:gd name="T20" fmla="*/ 4 w 13"/>
                    <a:gd name="T21" fmla="*/ 20 h 35"/>
                    <a:gd name="T22" fmla="*/ 5 w 13"/>
                    <a:gd name="T23" fmla="*/ 23 h 35"/>
                    <a:gd name="T24" fmla="*/ 4 w 13"/>
                    <a:gd name="T25" fmla="*/ 24 h 35"/>
                    <a:gd name="T26" fmla="*/ 5 w 13"/>
                    <a:gd name="T27" fmla="*/ 26 h 35"/>
                    <a:gd name="T28" fmla="*/ 4 w 13"/>
                    <a:gd name="T29" fmla="*/ 28 h 35"/>
                    <a:gd name="T30" fmla="*/ 4 w 13"/>
                    <a:gd name="T31" fmla="*/ 29 h 35"/>
                    <a:gd name="T32" fmla="*/ 4 w 13"/>
                    <a:gd name="T33" fmla="*/ 30 h 35"/>
                    <a:gd name="T34" fmla="*/ 9 w 13"/>
                    <a:gd name="T35" fmla="*/ 35 h 35"/>
                    <a:gd name="T36" fmla="*/ 11 w 13"/>
                    <a:gd name="T37" fmla="*/ 34 h 35"/>
                    <a:gd name="T38" fmla="*/ 11 w 13"/>
                    <a:gd name="T39" fmla="*/ 33 h 35"/>
                    <a:gd name="T40" fmla="*/ 13 w 13"/>
                    <a:gd name="T41" fmla="*/ 32 h 35"/>
                    <a:gd name="T42" fmla="*/ 11 w 13"/>
                    <a:gd name="T43" fmla="*/ 30 h 35"/>
                    <a:gd name="T44" fmla="*/ 12 w 13"/>
                    <a:gd name="T45" fmla="*/ 14 h 35"/>
                    <a:gd name="T46" fmla="*/ 10 w 13"/>
                    <a:gd name="T47" fmla="*/ 12 h 35"/>
                    <a:gd name="T48" fmla="*/ 10 w 13"/>
                    <a:gd name="T49" fmla="*/ 8 h 35"/>
                    <a:gd name="T50" fmla="*/ 6 w 13"/>
                    <a:gd name="T51" fmla="*/ 5 h 35"/>
                    <a:gd name="T52" fmla="*/ 6 w 13"/>
                    <a:gd name="T53" fmla="*/ 4 h 35"/>
                    <a:gd name="T54" fmla="*/ 7 w 13"/>
                    <a:gd name="T55" fmla="*/ 1 h 35"/>
                    <a:gd name="T56" fmla="*/ 4 w 13"/>
                    <a:gd name="T57" fmla="*/ 1 h 35"/>
                    <a:gd name="T58" fmla="*/ 0 w 13"/>
                    <a:gd name="T5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 h="35">
                      <a:moveTo>
                        <a:pt x="0" y="0"/>
                      </a:moveTo>
                      <a:cubicBezTo>
                        <a:pt x="0" y="1"/>
                        <a:pt x="0" y="1"/>
                        <a:pt x="0" y="1"/>
                      </a:cubicBezTo>
                      <a:cubicBezTo>
                        <a:pt x="0" y="1"/>
                        <a:pt x="0" y="3"/>
                        <a:pt x="0" y="3"/>
                      </a:cubicBezTo>
                      <a:cubicBezTo>
                        <a:pt x="0" y="3"/>
                        <a:pt x="3" y="5"/>
                        <a:pt x="3" y="5"/>
                      </a:cubicBezTo>
                      <a:cubicBezTo>
                        <a:pt x="3" y="9"/>
                        <a:pt x="3" y="9"/>
                        <a:pt x="3" y="9"/>
                      </a:cubicBezTo>
                      <a:cubicBezTo>
                        <a:pt x="3" y="9"/>
                        <a:pt x="2" y="11"/>
                        <a:pt x="2" y="11"/>
                      </a:cubicBezTo>
                      <a:cubicBezTo>
                        <a:pt x="2" y="11"/>
                        <a:pt x="4" y="11"/>
                        <a:pt x="4" y="11"/>
                      </a:cubicBezTo>
                      <a:cubicBezTo>
                        <a:pt x="4" y="15"/>
                        <a:pt x="4" y="15"/>
                        <a:pt x="4" y="15"/>
                      </a:cubicBezTo>
                      <a:cubicBezTo>
                        <a:pt x="3" y="16"/>
                        <a:pt x="3" y="16"/>
                        <a:pt x="3" y="16"/>
                      </a:cubicBezTo>
                      <a:cubicBezTo>
                        <a:pt x="5" y="19"/>
                        <a:pt x="5" y="19"/>
                        <a:pt x="5" y="19"/>
                      </a:cubicBezTo>
                      <a:cubicBezTo>
                        <a:pt x="4" y="20"/>
                        <a:pt x="4" y="20"/>
                        <a:pt x="4" y="20"/>
                      </a:cubicBezTo>
                      <a:cubicBezTo>
                        <a:pt x="5" y="23"/>
                        <a:pt x="5" y="23"/>
                        <a:pt x="5" y="23"/>
                      </a:cubicBezTo>
                      <a:cubicBezTo>
                        <a:pt x="5" y="23"/>
                        <a:pt x="4" y="24"/>
                        <a:pt x="4" y="24"/>
                      </a:cubicBezTo>
                      <a:cubicBezTo>
                        <a:pt x="4" y="24"/>
                        <a:pt x="5" y="26"/>
                        <a:pt x="5" y="26"/>
                      </a:cubicBezTo>
                      <a:cubicBezTo>
                        <a:pt x="5" y="26"/>
                        <a:pt x="4" y="27"/>
                        <a:pt x="4" y="28"/>
                      </a:cubicBezTo>
                      <a:cubicBezTo>
                        <a:pt x="4" y="28"/>
                        <a:pt x="4" y="29"/>
                        <a:pt x="4" y="29"/>
                      </a:cubicBezTo>
                      <a:cubicBezTo>
                        <a:pt x="4" y="30"/>
                        <a:pt x="4" y="30"/>
                        <a:pt x="4" y="30"/>
                      </a:cubicBezTo>
                      <a:cubicBezTo>
                        <a:pt x="9" y="35"/>
                        <a:pt x="9" y="35"/>
                        <a:pt x="9" y="35"/>
                      </a:cubicBezTo>
                      <a:cubicBezTo>
                        <a:pt x="10" y="34"/>
                        <a:pt x="11" y="34"/>
                        <a:pt x="11" y="34"/>
                      </a:cubicBezTo>
                      <a:cubicBezTo>
                        <a:pt x="11" y="33"/>
                        <a:pt x="11" y="33"/>
                        <a:pt x="11" y="33"/>
                      </a:cubicBezTo>
                      <a:cubicBezTo>
                        <a:pt x="13" y="32"/>
                        <a:pt x="13" y="32"/>
                        <a:pt x="13" y="32"/>
                      </a:cubicBezTo>
                      <a:cubicBezTo>
                        <a:pt x="11" y="30"/>
                        <a:pt x="11" y="30"/>
                        <a:pt x="11" y="30"/>
                      </a:cubicBezTo>
                      <a:cubicBezTo>
                        <a:pt x="12" y="14"/>
                        <a:pt x="12" y="14"/>
                        <a:pt x="12" y="14"/>
                      </a:cubicBezTo>
                      <a:cubicBezTo>
                        <a:pt x="10" y="12"/>
                        <a:pt x="10" y="12"/>
                        <a:pt x="10" y="12"/>
                      </a:cubicBezTo>
                      <a:cubicBezTo>
                        <a:pt x="10" y="8"/>
                        <a:pt x="10" y="8"/>
                        <a:pt x="10" y="8"/>
                      </a:cubicBezTo>
                      <a:cubicBezTo>
                        <a:pt x="6" y="5"/>
                        <a:pt x="6" y="5"/>
                        <a:pt x="6" y="5"/>
                      </a:cubicBezTo>
                      <a:cubicBezTo>
                        <a:pt x="6" y="4"/>
                        <a:pt x="6" y="4"/>
                        <a:pt x="6" y="4"/>
                      </a:cubicBezTo>
                      <a:cubicBezTo>
                        <a:pt x="7" y="1"/>
                        <a:pt x="7" y="1"/>
                        <a:pt x="7" y="1"/>
                      </a:cubicBezTo>
                      <a:cubicBezTo>
                        <a:pt x="4" y="1"/>
                        <a:pt x="4" y="1"/>
                        <a:pt x="4" y="1"/>
                      </a:cubicBezTo>
                      <a:lnTo>
                        <a:pt x="0" y="0"/>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4" name="Freeform 883">
                  <a:extLst>
                    <a:ext uri="{FF2B5EF4-FFF2-40B4-BE49-F238E27FC236}">
                      <a16:creationId xmlns:a16="http://schemas.microsoft.com/office/drawing/2014/main" id="{3B37EB91-72CE-30AF-B88D-59AD85009304}"/>
                    </a:ext>
                  </a:extLst>
                </p:cNvPr>
                <p:cNvSpPr>
                  <a:spLocks noEditPoints="1"/>
                </p:cNvSpPr>
                <p:nvPr/>
              </p:nvSpPr>
              <p:spPr bwMode="auto">
                <a:xfrm>
                  <a:off x="6203950" y="4921250"/>
                  <a:ext cx="312737" cy="303213"/>
                </a:xfrm>
                <a:custGeom>
                  <a:avLst/>
                  <a:gdLst>
                    <a:gd name="T0" fmla="*/ 70 w 75"/>
                    <a:gd name="T1" fmla="*/ 37 h 73"/>
                    <a:gd name="T2" fmla="*/ 67 w 75"/>
                    <a:gd name="T3" fmla="*/ 33 h 73"/>
                    <a:gd name="T4" fmla="*/ 69 w 75"/>
                    <a:gd name="T5" fmla="*/ 34 h 73"/>
                    <a:gd name="T6" fmla="*/ 71 w 75"/>
                    <a:gd name="T7" fmla="*/ 28 h 73"/>
                    <a:gd name="T8" fmla="*/ 72 w 75"/>
                    <a:gd name="T9" fmla="*/ 28 h 73"/>
                    <a:gd name="T10" fmla="*/ 70 w 75"/>
                    <a:gd name="T11" fmla="*/ 48 h 73"/>
                    <a:gd name="T12" fmla="*/ 72 w 75"/>
                    <a:gd name="T13" fmla="*/ 46 h 73"/>
                    <a:gd name="T14" fmla="*/ 56 w 75"/>
                    <a:gd name="T15" fmla="*/ 13 h 73"/>
                    <a:gd name="T16" fmla="*/ 7 w 75"/>
                    <a:gd name="T17" fmla="*/ 0 h 73"/>
                    <a:gd name="T18" fmla="*/ 10 w 75"/>
                    <a:gd name="T19" fmla="*/ 5 h 73"/>
                    <a:gd name="T20" fmla="*/ 9 w 75"/>
                    <a:gd name="T21" fmla="*/ 9 h 73"/>
                    <a:gd name="T22" fmla="*/ 7 w 75"/>
                    <a:gd name="T23" fmla="*/ 11 h 73"/>
                    <a:gd name="T24" fmla="*/ 10 w 75"/>
                    <a:gd name="T25" fmla="*/ 13 h 73"/>
                    <a:gd name="T26" fmla="*/ 6 w 75"/>
                    <a:gd name="T27" fmla="*/ 18 h 73"/>
                    <a:gd name="T28" fmla="*/ 3 w 75"/>
                    <a:gd name="T29" fmla="*/ 23 h 73"/>
                    <a:gd name="T30" fmla="*/ 0 w 75"/>
                    <a:gd name="T31" fmla="*/ 27 h 73"/>
                    <a:gd name="T32" fmla="*/ 1 w 75"/>
                    <a:gd name="T33" fmla="*/ 33 h 73"/>
                    <a:gd name="T34" fmla="*/ 6 w 75"/>
                    <a:gd name="T35" fmla="*/ 41 h 73"/>
                    <a:gd name="T36" fmla="*/ 11 w 75"/>
                    <a:gd name="T37" fmla="*/ 51 h 73"/>
                    <a:gd name="T38" fmla="*/ 15 w 75"/>
                    <a:gd name="T39" fmla="*/ 54 h 73"/>
                    <a:gd name="T40" fmla="*/ 18 w 75"/>
                    <a:gd name="T41" fmla="*/ 55 h 73"/>
                    <a:gd name="T42" fmla="*/ 24 w 75"/>
                    <a:gd name="T43" fmla="*/ 57 h 73"/>
                    <a:gd name="T44" fmla="*/ 31 w 75"/>
                    <a:gd name="T45" fmla="*/ 58 h 73"/>
                    <a:gd name="T46" fmla="*/ 35 w 75"/>
                    <a:gd name="T47" fmla="*/ 62 h 73"/>
                    <a:gd name="T48" fmla="*/ 35 w 75"/>
                    <a:gd name="T49" fmla="*/ 64 h 73"/>
                    <a:gd name="T50" fmla="*/ 35 w 75"/>
                    <a:gd name="T51" fmla="*/ 67 h 73"/>
                    <a:gd name="T52" fmla="*/ 37 w 75"/>
                    <a:gd name="T53" fmla="*/ 70 h 73"/>
                    <a:gd name="T54" fmla="*/ 38 w 75"/>
                    <a:gd name="T55" fmla="*/ 72 h 73"/>
                    <a:gd name="T56" fmla="*/ 44 w 75"/>
                    <a:gd name="T57" fmla="*/ 71 h 73"/>
                    <a:gd name="T58" fmla="*/ 46 w 75"/>
                    <a:gd name="T59" fmla="*/ 73 h 73"/>
                    <a:gd name="T60" fmla="*/ 50 w 75"/>
                    <a:gd name="T61" fmla="*/ 72 h 73"/>
                    <a:gd name="T62" fmla="*/ 59 w 75"/>
                    <a:gd name="T63" fmla="*/ 69 h 73"/>
                    <a:gd name="T64" fmla="*/ 72 w 75"/>
                    <a:gd name="T65" fmla="*/ 66 h 73"/>
                    <a:gd name="T66" fmla="*/ 75 w 75"/>
                    <a:gd name="T67" fmla="*/ 64 h 73"/>
                    <a:gd name="T68" fmla="*/ 71 w 75"/>
                    <a:gd name="T69" fmla="*/ 60 h 73"/>
                    <a:gd name="T70" fmla="*/ 68 w 75"/>
                    <a:gd name="T71" fmla="*/ 49 h 73"/>
                    <a:gd name="T72" fmla="*/ 68 w 75"/>
                    <a:gd name="T73" fmla="*/ 45 h 73"/>
                    <a:gd name="T74" fmla="*/ 68 w 75"/>
                    <a:gd name="T75" fmla="*/ 40 h 73"/>
                    <a:gd name="T76" fmla="*/ 65 w 75"/>
                    <a:gd name="T77" fmla="*/ 36 h 73"/>
                    <a:gd name="T78" fmla="*/ 66 w 75"/>
                    <a:gd name="T79" fmla="*/ 28 h 73"/>
                    <a:gd name="T80" fmla="*/ 56 w 75"/>
                    <a:gd name="T81"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5" h="73">
                      <a:moveTo>
                        <a:pt x="69" y="34"/>
                      </a:moveTo>
                      <a:cubicBezTo>
                        <a:pt x="69" y="35"/>
                        <a:pt x="69" y="36"/>
                        <a:pt x="70" y="37"/>
                      </a:cubicBezTo>
                      <a:cubicBezTo>
                        <a:pt x="68" y="37"/>
                        <a:pt x="68" y="36"/>
                        <a:pt x="67" y="35"/>
                      </a:cubicBezTo>
                      <a:cubicBezTo>
                        <a:pt x="67" y="35"/>
                        <a:pt x="67" y="34"/>
                        <a:pt x="67" y="33"/>
                      </a:cubicBezTo>
                      <a:cubicBezTo>
                        <a:pt x="68" y="33"/>
                        <a:pt x="68" y="33"/>
                        <a:pt x="68" y="33"/>
                      </a:cubicBezTo>
                      <a:cubicBezTo>
                        <a:pt x="69" y="33"/>
                        <a:pt x="69" y="34"/>
                        <a:pt x="69" y="34"/>
                      </a:cubicBezTo>
                      <a:close/>
                      <a:moveTo>
                        <a:pt x="71" y="27"/>
                      </a:moveTo>
                      <a:cubicBezTo>
                        <a:pt x="71" y="27"/>
                        <a:pt x="71" y="27"/>
                        <a:pt x="71" y="28"/>
                      </a:cubicBezTo>
                      <a:cubicBezTo>
                        <a:pt x="71" y="28"/>
                        <a:pt x="71" y="29"/>
                        <a:pt x="71" y="30"/>
                      </a:cubicBezTo>
                      <a:cubicBezTo>
                        <a:pt x="71" y="29"/>
                        <a:pt x="71" y="28"/>
                        <a:pt x="72" y="28"/>
                      </a:cubicBezTo>
                      <a:cubicBezTo>
                        <a:pt x="72" y="28"/>
                        <a:pt x="72" y="27"/>
                        <a:pt x="71" y="27"/>
                      </a:cubicBezTo>
                      <a:close/>
                      <a:moveTo>
                        <a:pt x="70" y="48"/>
                      </a:moveTo>
                      <a:cubicBezTo>
                        <a:pt x="70" y="48"/>
                        <a:pt x="70" y="48"/>
                        <a:pt x="70" y="48"/>
                      </a:cubicBezTo>
                      <a:cubicBezTo>
                        <a:pt x="71" y="48"/>
                        <a:pt x="71" y="47"/>
                        <a:pt x="72" y="46"/>
                      </a:cubicBezTo>
                      <a:cubicBezTo>
                        <a:pt x="71" y="47"/>
                        <a:pt x="70" y="47"/>
                        <a:pt x="70" y="48"/>
                      </a:cubicBezTo>
                      <a:close/>
                      <a:moveTo>
                        <a:pt x="56" y="13"/>
                      </a:moveTo>
                      <a:cubicBezTo>
                        <a:pt x="31" y="0"/>
                        <a:pt x="31" y="0"/>
                        <a:pt x="31" y="0"/>
                      </a:cubicBezTo>
                      <a:cubicBezTo>
                        <a:pt x="7" y="0"/>
                        <a:pt x="7" y="0"/>
                        <a:pt x="7" y="0"/>
                      </a:cubicBezTo>
                      <a:cubicBezTo>
                        <a:pt x="10" y="4"/>
                        <a:pt x="10" y="4"/>
                        <a:pt x="10" y="4"/>
                      </a:cubicBezTo>
                      <a:cubicBezTo>
                        <a:pt x="10" y="5"/>
                        <a:pt x="10" y="5"/>
                        <a:pt x="10" y="5"/>
                      </a:cubicBezTo>
                      <a:cubicBezTo>
                        <a:pt x="10" y="7"/>
                        <a:pt x="10" y="7"/>
                        <a:pt x="10" y="7"/>
                      </a:cubicBezTo>
                      <a:cubicBezTo>
                        <a:pt x="9" y="9"/>
                        <a:pt x="9" y="9"/>
                        <a:pt x="9" y="9"/>
                      </a:cubicBezTo>
                      <a:cubicBezTo>
                        <a:pt x="8" y="9"/>
                        <a:pt x="8" y="9"/>
                        <a:pt x="8" y="9"/>
                      </a:cubicBezTo>
                      <a:cubicBezTo>
                        <a:pt x="8" y="9"/>
                        <a:pt x="7" y="11"/>
                        <a:pt x="7" y="11"/>
                      </a:cubicBezTo>
                      <a:cubicBezTo>
                        <a:pt x="7" y="11"/>
                        <a:pt x="7" y="12"/>
                        <a:pt x="7" y="12"/>
                      </a:cubicBezTo>
                      <a:cubicBezTo>
                        <a:pt x="10" y="13"/>
                        <a:pt x="10" y="13"/>
                        <a:pt x="10" y="13"/>
                      </a:cubicBezTo>
                      <a:cubicBezTo>
                        <a:pt x="10" y="15"/>
                        <a:pt x="10" y="15"/>
                        <a:pt x="10" y="15"/>
                      </a:cubicBezTo>
                      <a:cubicBezTo>
                        <a:pt x="6" y="18"/>
                        <a:pt x="6" y="18"/>
                        <a:pt x="6" y="18"/>
                      </a:cubicBezTo>
                      <a:cubicBezTo>
                        <a:pt x="6" y="19"/>
                        <a:pt x="6" y="19"/>
                        <a:pt x="6" y="19"/>
                      </a:cubicBezTo>
                      <a:cubicBezTo>
                        <a:pt x="3" y="23"/>
                        <a:pt x="3" y="23"/>
                        <a:pt x="3" y="23"/>
                      </a:cubicBezTo>
                      <a:cubicBezTo>
                        <a:pt x="0" y="23"/>
                        <a:pt x="0" y="23"/>
                        <a:pt x="0" y="23"/>
                      </a:cubicBezTo>
                      <a:cubicBezTo>
                        <a:pt x="0" y="27"/>
                        <a:pt x="0" y="27"/>
                        <a:pt x="0" y="27"/>
                      </a:cubicBezTo>
                      <a:cubicBezTo>
                        <a:pt x="2" y="31"/>
                        <a:pt x="2" y="31"/>
                        <a:pt x="2" y="31"/>
                      </a:cubicBezTo>
                      <a:cubicBezTo>
                        <a:pt x="1" y="33"/>
                        <a:pt x="1" y="33"/>
                        <a:pt x="1" y="33"/>
                      </a:cubicBezTo>
                      <a:cubicBezTo>
                        <a:pt x="1" y="35"/>
                        <a:pt x="1" y="35"/>
                        <a:pt x="1" y="35"/>
                      </a:cubicBezTo>
                      <a:cubicBezTo>
                        <a:pt x="6" y="41"/>
                        <a:pt x="6" y="41"/>
                        <a:pt x="6" y="41"/>
                      </a:cubicBezTo>
                      <a:cubicBezTo>
                        <a:pt x="9" y="49"/>
                        <a:pt x="9" y="49"/>
                        <a:pt x="9" y="49"/>
                      </a:cubicBezTo>
                      <a:cubicBezTo>
                        <a:pt x="11" y="51"/>
                        <a:pt x="11" y="51"/>
                        <a:pt x="11" y="51"/>
                      </a:cubicBezTo>
                      <a:cubicBezTo>
                        <a:pt x="14" y="51"/>
                        <a:pt x="14" y="51"/>
                        <a:pt x="14" y="51"/>
                      </a:cubicBezTo>
                      <a:cubicBezTo>
                        <a:pt x="15" y="54"/>
                        <a:pt x="15" y="54"/>
                        <a:pt x="15" y="54"/>
                      </a:cubicBezTo>
                      <a:cubicBezTo>
                        <a:pt x="17" y="54"/>
                        <a:pt x="17" y="54"/>
                        <a:pt x="17" y="54"/>
                      </a:cubicBezTo>
                      <a:cubicBezTo>
                        <a:pt x="18" y="55"/>
                        <a:pt x="18" y="55"/>
                        <a:pt x="18" y="55"/>
                      </a:cubicBezTo>
                      <a:cubicBezTo>
                        <a:pt x="21" y="55"/>
                        <a:pt x="21" y="55"/>
                        <a:pt x="21" y="55"/>
                      </a:cubicBezTo>
                      <a:cubicBezTo>
                        <a:pt x="24" y="57"/>
                        <a:pt x="24" y="57"/>
                        <a:pt x="24" y="57"/>
                      </a:cubicBezTo>
                      <a:cubicBezTo>
                        <a:pt x="31" y="59"/>
                        <a:pt x="31" y="59"/>
                        <a:pt x="31" y="59"/>
                      </a:cubicBezTo>
                      <a:cubicBezTo>
                        <a:pt x="31" y="58"/>
                        <a:pt x="31" y="58"/>
                        <a:pt x="31" y="58"/>
                      </a:cubicBezTo>
                      <a:cubicBezTo>
                        <a:pt x="34" y="60"/>
                        <a:pt x="34" y="60"/>
                        <a:pt x="34" y="60"/>
                      </a:cubicBezTo>
                      <a:cubicBezTo>
                        <a:pt x="35" y="62"/>
                        <a:pt x="35" y="62"/>
                        <a:pt x="35" y="62"/>
                      </a:cubicBezTo>
                      <a:cubicBezTo>
                        <a:pt x="35" y="63"/>
                        <a:pt x="35" y="63"/>
                        <a:pt x="35" y="63"/>
                      </a:cubicBezTo>
                      <a:cubicBezTo>
                        <a:pt x="35" y="64"/>
                        <a:pt x="35" y="64"/>
                        <a:pt x="35" y="64"/>
                      </a:cubicBezTo>
                      <a:cubicBezTo>
                        <a:pt x="35" y="66"/>
                        <a:pt x="35" y="66"/>
                        <a:pt x="35" y="66"/>
                      </a:cubicBezTo>
                      <a:cubicBezTo>
                        <a:pt x="35" y="67"/>
                        <a:pt x="35" y="67"/>
                        <a:pt x="35" y="67"/>
                      </a:cubicBezTo>
                      <a:cubicBezTo>
                        <a:pt x="35" y="67"/>
                        <a:pt x="36" y="68"/>
                        <a:pt x="36" y="69"/>
                      </a:cubicBezTo>
                      <a:cubicBezTo>
                        <a:pt x="36" y="69"/>
                        <a:pt x="37" y="70"/>
                        <a:pt x="37" y="70"/>
                      </a:cubicBezTo>
                      <a:cubicBezTo>
                        <a:pt x="38" y="71"/>
                        <a:pt x="38" y="71"/>
                        <a:pt x="38" y="71"/>
                      </a:cubicBezTo>
                      <a:cubicBezTo>
                        <a:pt x="38" y="72"/>
                        <a:pt x="38" y="72"/>
                        <a:pt x="38" y="72"/>
                      </a:cubicBezTo>
                      <a:cubicBezTo>
                        <a:pt x="42" y="72"/>
                        <a:pt x="42" y="72"/>
                        <a:pt x="42" y="72"/>
                      </a:cubicBezTo>
                      <a:cubicBezTo>
                        <a:pt x="44" y="71"/>
                        <a:pt x="44" y="71"/>
                        <a:pt x="44" y="71"/>
                      </a:cubicBezTo>
                      <a:cubicBezTo>
                        <a:pt x="46" y="71"/>
                        <a:pt x="46" y="71"/>
                        <a:pt x="46" y="71"/>
                      </a:cubicBezTo>
                      <a:cubicBezTo>
                        <a:pt x="46" y="73"/>
                        <a:pt x="46" y="73"/>
                        <a:pt x="46" y="73"/>
                      </a:cubicBezTo>
                      <a:cubicBezTo>
                        <a:pt x="49" y="73"/>
                        <a:pt x="49" y="73"/>
                        <a:pt x="49" y="73"/>
                      </a:cubicBezTo>
                      <a:cubicBezTo>
                        <a:pt x="50" y="72"/>
                        <a:pt x="50" y="72"/>
                        <a:pt x="50" y="72"/>
                      </a:cubicBezTo>
                      <a:cubicBezTo>
                        <a:pt x="54" y="73"/>
                        <a:pt x="54" y="73"/>
                        <a:pt x="54" y="73"/>
                      </a:cubicBezTo>
                      <a:cubicBezTo>
                        <a:pt x="59" y="69"/>
                        <a:pt x="59" y="69"/>
                        <a:pt x="59" y="69"/>
                      </a:cubicBezTo>
                      <a:cubicBezTo>
                        <a:pt x="62" y="71"/>
                        <a:pt x="62" y="71"/>
                        <a:pt x="62" y="71"/>
                      </a:cubicBezTo>
                      <a:cubicBezTo>
                        <a:pt x="72" y="66"/>
                        <a:pt x="72" y="66"/>
                        <a:pt x="72" y="66"/>
                      </a:cubicBezTo>
                      <a:cubicBezTo>
                        <a:pt x="75" y="64"/>
                        <a:pt x="75" y="64"/>
                        <a:pt x="75" y="64"/>
                      </a:cubicBezTo>
                      <a:cubicBezTo>
                        <a:pt x="75" y="64"/>
                        <a:pt x="75" y="64"/>
                        <a:pt x="75" y="64"/>
                      </a:cubicBezTo>
                      <a:cubicBezTo>
                        <a:pt x="74" y="63"/>
                        <a:pt x="73" y="62"/>
                        <a:pt x="72" y="62"/>
                      </a:cubicBezTo>
                      <a:cubicBezTo>
                        <a:pt x="71" y="62"/>
                        <a:pt x="71" y="61"/>
                        <a:pt x="71" y="60"/>
                      </a:cubicBezTo>
                      <a:cubicBezTo>
                        <a:pt x="70" y="58"/>
                        <a:pt x="70" y="55"/>
                        <a:pt x="69" y="53"/>
                      </a:cubicBezTo>
                      <a:cubicBezTo>
                        <a:pt x="68" y="52"/>
                        <a:pt x="67" y="51"/>
                        <a:pt x="68" y="49"/>
                      </a:cubicBezTo>
                      <a:cubicBezTo>
                        <a:pt x="69" y="48"/>
                        <a:pt x="69" y="47"/>
                        <a:pt x="68" y="46"/>
                      </a:cubicBezTo>
                      <a:cubicBezTo>
                        <a:pt x="67" y="46"/>
                        <a:pt x="67" y="45"/>
                        <a:pt x="68" y="45"/>
                      </a:cubicBezTo>
                      <a:cubicBezTo>
                        <a:pt x="68" y="44"/>
                        <a:pt x="68" y="43"/>
                        <a:pt x="69" y="42"/>
                      </a:cubicBezTo>
                      <a:cubicBezTo>
                        <a:pt x="69" y="41"/>
                        <a:pt x="69" y="40"/>
                        <a:pt x="68" y="40"/>
                      </a:cubicBezTo>
                      <a:cubicBezTo>
                        <a:pt x="67" y="39"/>
                        <a:pt x="66" y="38"/>
                        <a:pt x="65" y="37"/>
                      </a:cubicBezTo>
                      <a:cubicBezTo>
                        <a:pt x="65" y="37"/>
                        <a:pt x="65" y="36"/>
                        <a:pt x="65" y="36"/>
                      </a:cubicBezTo>
                      <a:cubicBezTo>
                        <a:pt x="64" y="35"/>
                        <a:pt x="65" y="34"/>
                        <a:pt x="65" y="32"/>
                      </a:cubicBezTo>
                      <a:cubicBezTo>
                        <a:pt x="65" y="31"/>
                        <a:pt x="67" y="30"/>
                        <a:pt x="66" y="28"/>
                      </a:cubicBezTo>
                      <a:cubicBezTo>
                        <a:pt x="68" y="27"/>
                        <a:pt x="67" y="26"/>
                        <a:pt x="67" y="25"/>
                      </a:cubicBezTo>
                      <a:cubicBezTo>
                        <a:pt x="56" y="17"/>
                        <a:pt x="56" y="17"/>
                        <a:pt x="56" y="17"/>
                      </a:cubicBezTo>
                      <a:lnTo>
                        <a:pt x="56" y="13"/>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5" name="Freeform 884">
                  <a:extLst>
                    <a:ext uri="{FF2B5EF4-FFF2-40B4-BE49-F238E27FC236}">
                      <a16:creationId xmlns:a16="http://schemas.microsoft.com/office/drawing/2014/main" id="{223281A0-35FC-369F-AFCC-4B914E2FFBB6}"/>
                    </a:ext>
                  </a:extLst>
                </p:cNvPr>
                <p:cNvSpPr>
                  <a:spLocks/>
                </p:cNvSpPr>
                <p:nvPr/>
              </p:nvSpPr>
              <p:spPr bwMode="auto">
                <a:xfrm>
                  <a:off x="6242050" y="5641975"/>
                  <a:ext cx="36512" cy="53975"/>
                </a:xfrm>
                <a:custGeom>
                  <a:avLst/>
                  <a:gdLst>
                    <a:gd name="T0" fmla="*/ 1 w 9"/>
                    <a:gd name="T1" fmla="*/ 5 h 13"/>
                    <a:gd name="T2" fmla="*/ 1 w 9"/>
                    <a:gd name="T3" fmla="*/ 7 h 13"/>
                    <a:gd name="T4" fmla="*/ 1 w 9"/>
                    <a:gd name="T5" fmla="*/ 8 h 13"/>
                    <a:gd name="T6" fmla="*/ 0 w 9"/>
                    <a:gd name="T7" fmla="*/ 9 h 13"/>
                    <a:gd name="T8" fmla="*/ 1 w 9"/>
                    <a:gd name="T9" fmla="*/ 9 h 13"/>
                    <a:gd name="T10" fmla="*/ 3 w 9"/>
                    <a:gd name="T11" fmla="*/ 12 h 13"/>
                    <a:gd name="T12" fmla="*/ 5 w 9"/>
                    <a:gd name="T13" fmla="*/ 12 h 13"/>
                    <a:gd name="T14" fmla="*/ 8 w 9"/>
                    <a:gd name="T15" fmla="*/ 12 h 13"/>
                    <a:gd name="T16" fmla="*/ 9 w 9"/>
                    <a:gd name="T17" fmla="*/ 13 h 13"/>
                    <a:gd name="T18" fmla="*/ 9 w 9"/>
                    <a:gd name="T19" fmla="*/ 9 h 13"/>
                    <a:gd name="T20" fmla="*/ 9 w 9"/>
                    <a:gd name="T21" fmla="*/ 9 h 13"/>
                    <a:gd name="T22" fmla="*/ 9 w 9"/>
                    <a:gd name="T23" fmla="*/ 3 h 13"/>
                    <a:gd name="T24" fmla="*/ 8 w 9"/>
                    <a:gd name="T25" fmla="*/ 2 h 13"/>
                    <a:gd name="T26" fmla="*/ 4 w 9"/>
                    <a:gd name="T27" fmla="*/ 0 h 13"/>
                    <a:gd name="T28" fmla="*/ 1 w 9"/>
                    <a:gd name="T2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3">
                      <a:moveTo>
                        <a:pt x="1" y="5"/>
                      </a:moveTo>
                      <a:cubicBezTo>
                        <a:pt x="1" y="7"/>
                        <a:pt x="1" y="7"/>
                        <a:pt x="1" y="7"/>
                      </a:cubicBezTo>
                      <a:cubicBezTo>
                        <a:pt x="1" y="8"/>
                        <a:pt x="1" y="8"/>
                        <a:pt x="1" y="8"/>
                      </a:cubicBezTo>
                      <a:cubicBezTo>
                        <a:pt x="0" y="9"/>
                        <a:pt x="0" y="9"/>
                        <a:pt x="0" y="9"/>
                      </a:cubicBezTo>
                      <a:cubicBezTo>
                        <a:pt x="1" y="9"/>
                        <a:pt x="1" y="9"/>
                        <a:pt x="1" y="9"/>
                      </a:cubicBezTo>
                      <a:cubicBezTo>
                        <a:pt x="3" y="12"/>
                        <a:pt x="3" y="12"/>
                        <a:pt x="3" y="12"/>
                      </a:cubicBezTo>
                      <a:cubicBezTo>
                        <a:pt x="5" y="12"/>
                        <a:pt x="5" y="12"/>
                        <a:pt x="5" y="12"/>
                      </a:cubicBezTo>
                      <a:cubicBezTo>
                        <a:pt x="5" y="12"/>
                        <a:pt x="7" y="12"/>
                        <a:pt x="8" y="12"/>
                      </a:cubicBezTo>
                      <a:cubicBezTo>
                        <a:pt x="8" y="12"/>
                        <a:pt x="9" y="13"/>
                        <a:pt x="9" y="13"/>
                      </a:cubicBezTo>
                      <a:cubicBezTo>
                        <a:pt x="9" y="9"/>
                        <a:pt x="9" y="9"/>
                        <a:pt x="9" y="9"/>
                      </a:cubicBezTo>
                      <a:cubicBezTo>
                        <a:pt x="9" y="9"/>
                        <a:pt x="9" y="9"/>
                        <a:pt x="9" y="9"/>
                      </a:cubicBezTo>
                      <a:cubicBezTo>
                        <a:pt x="9" y="3"/>
                        <a:pt x="9" y="3"/>
                        <a:pt x="9" y="3"/>
                      </a:cubicBezTo>
                      <a:cubicBezTo>
                        <a:pt x="8" y="2"/>
                        <a:pt x="8" y="2"/>
                        <a:pt x="8" y="2"/>
                      </a:cubicBezTo>
                      <a:cubicBezTo>
                        <a:pt x="4" y="0"/>
                        <a:pt x="4" y="0"/>
                        <a:pt x="4" y="0"/>
                      </a:cubicBezTo>
                      <a:lnTo>
                        <a:pt x="1" y="5"/>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6" name="Freeform 885">
                  <a:extLst>
                    <a:ext uri="{FF2B5EF4-FFF2-40B4-BE49-F238E27FC236}">
                      <a16:creationId xmlns:a16="http://schemas.microsoft.com/office/drawing/2014/main" id="{814E5A02-BB35-3E78-21E8-C2FF1E32DF8B}"/>
                    </a:ext>
                  </a:extLst>
                </p:cNvPr>
                <p:cNvSpPr>
                  <a:spLocks/>
                </p:cNvSpPr>
                <p:nvPr/>
              </p:nvSpPr>
              <p:spPr bwMode="auto">
                <a:xfrm>
                  <a:off x="5988050" y="4246563"/>
                  <a:ext cx="474662" cy="374650"/>
                </a:xfrm>
                <a:custGeom>
                  <a:avLst/>
                  <a:gdLst>
                    <a:gd name="T0" fmla="*/ 109 w 114"/>
                    <a:gd name="T1" fmla="*/ 26 h 90"/>
                    <a:gd name="T2" fmla="*/ 106 w 114"/>
                    <a:gd name="T3" fmla="*/ 15 h 90"/>
                    <a:gd name="T4" fmla="*/ 105 w 114"/>
                    <a:gd name="T5" fmla="*/ 7 h 90"/>
                    <a:gd name="T6" fmla="*/ 103 w 114"/>
                    <a:gd name="T7" fmla="*/ 1 h 90"/>
                    <a:gd name="T8" fmla="*/ 82 w 114"/>
                    <a:gd name="T9" fmla="*/ 4 h 90"/>
                    <a:gd name="T10" fmla="*/ 77 w 114"/>
                    <a:gd name="T11" fmla="*/ 1 h 90"/>
                    <a:gd name="T12" fmla="*/ 66 w 114"/>
                    <a:gd name="T13" fmla="*/ 0 h 90"/>
                    <a:gd name="T14" fmla="*/ 22 w 114"/>
                    <a:gd name="T15" fmla="*/ 1 h 90"/>
                    <a:gd name="T16" fmla="*/ 15 w 114"/>
                    <a:gd name="T17" fmla="*/ 16 h 90"/>
                    <a:gd name="T18" fmla="*/ 15 w 114"/>
                    <a:gd name="T19" fmla="*/ 47 h 90"/>
                    <a:gd name="T20" fmla="*/ 8 w 114"/>
                    <a:gd name="T21" fmla="*/ 48 h 90"/>
                    <a:gd name="T22" fmla="*/ 9 w 114"/>
                    <a:gd name="T23" fmla="*/ 49 h 90"/>
                    <a:gd name="T24" fmla="*/ 7 w 114"/>
                    <a:gd name="T25" fmla="*/ 52 h 90"/>
                    <a:gd name="T26" fmla="*/ 5 w 114"/>
                    <a:gd name="T27" fmla="*/ 54 h 90"/>
                    <a:gd name="T28" fmla="*/ 5 w 114"/>
                    <a:gd name="T29" fmla="*/ 57 h 90"/>
                    <a:gd name="T30" fmla="*/ 2 w 114"/>
                    <a:gd name="T31" fmla="*/ 60 h 90"/>
                    <a:gd name="T32" fmla="*/ 0 w 114"/>
                    <a:gd name="T33" fmla="*/ 67 h 90"/>
                    <a:gd name="T34" fmla="*/ 3 w 114"/>
                    <a:gd name="T35" fmla="*/ 67 h 90"/>
                    <a:gd name="T36" fmla="*/ 4 w 114"/>
                    <a:gd name="T37" fmla="*/ 70 h 90"/>
                    <a:gd name="T38" fmla="*/ 6 w 114"/>
                    <a:gd name="T39" fmla="*/ 72 h 90"/>
                    <a:gd name="T40" fmla="*/ 8 w 114"/>
                    <a:gd name="T41" fmla="*/ 77 h 90"/>
                    <a:gd name="T42" fmla="*/ 12 w 114"/>
                    <a:gd name="T43" fmla="*/ 86 h 90"/>
                    <a:gd name="T44" fmla="*/ 15 w 114"/>
                    <a:gd name="T45" fmla="*/ 89 h 90"/>
                    <a:gd name="T46" fmla="*/ 22 w 114"/>
                    <a:gd name="T47" fmla="*/ 87 h 90"/>
                    <a:gd name="T48" fmla="*/ 28 w 114"/>
                    <a:gd name="T49" fmla="*/ 84 h 90"/>
                    <a:gd name="T50" fmla="*/ 32 w 114"/>
                    <a:gd name="T51" fmla="*/ 90 h 90"/>
                    <a:gd name="T52" fmla="*/ 42 w 114"/>
                    <a:gd name="T53" fmla="*/ 89 h 90"/>
                    <a:gd name="T54" fmla="*/ 49 w 114"/>
                    <a:gd name="T55" fmla="*/ 85 h 90"/>
                    <a:gd name="T56" fmla="*/ 53 w 114"/>
                    <a:gd name="T57" fmla="*/ 88 h 90"/>
                    <a:gd name="T58" fmla="*/ 56 w 114"/>
                    <a:gd name="T59" fmla="*/ 84 h 90"/>
                    <a:gd name="T60" fmla="*/ 65 w 114"/>
                    <a:gd name="T61" fmla="*/ 88 h 90"/>
                    <a:gd name="T62" fmla="*/ 73 w 114"/>
                    <a:gd name="T63" fmla="*/ 79 h 90"/>
                    <a:gd name="T64" fmla="*/ 70 w 114"/>
                    <a:gd name="T65" fmla="*/ 73 h 90"/>
                    <a:gd name="T66" fmla="*/ 75 w 114"/>
                    <a:gd name="T67" fmla="*/ 71 h 90"/>
                    <a:gd name="T68" fmla="*/ 77 w 114"/>
                    <a:gd name="T69" fmla="*/ 75 h 90"/>
                    <a:gd name="T70" fmla="*/ 83 w 114"/>
                    <a:gd name="T71" fmla="*/ 85 h 90"/>
                    <a:gd name="T72" fmla="*/ 82 w 114"/>
                    <a:gd name="T73" fmla="*/ 90 h 90"/>
                    <a:gd name="T74" fmla="*/ 85 w 114"/>
                    <a:gd name="T75" fmla="*/ 86 h 90"/>
                    <a:gd name="T76" fmla="*/ 85 w 114"/>
                    <a:gd name="T77" fmla="*/ 84 h 90"/>
                    <a:gd name="T78" fmla="*/ 87 w 114"/>
                    <a:gd name="T79" fmla="*/ 80 h 90"/>
                    <a:gd name="T80" fmla="*/ 90 w 114"/>
                    <a:gd name="T81" fmla="*/ 80 h 90"/>
                    <a:gd name="T82" fmla="*/ 95 w 114"/>
                    <a:gd name="T83" fmla="*/ 68 h 90"/>
                    <a:gd name="T84" fmla="*/ 100 w 114"/>
                    <a:gd name="T85" fmla="*/ 57 h 90"/>
                    <a:gd name="T86" fmla="*/ 103 w 114"/>
                    <a:gd name="T87" fmla="*/ 43 h 90"/>
                    <a:gd name="T88" fmla="*/ 104 w 114"/>
                    <a:gd name="T89" fmla="*/ 37 h 90"/>
                    <a:gd name="T90" fmla="*/ 107 w 114"/>
                    <a:gd name="T91" fmla="*/ 35 h 90"/>
                    <a:gd name="T92" fmla="*/ 114 w 114"/>
                    <a:gd name="T9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4" h="90">
                      <a:moveTo>
                        <a:pt x="110" y="27"/>
                      </a:moveTo>
                      <a:cubicBezTo>
                        <a:pt x="110" y="26"/>
                        <a:pt x="109" y="26"/>
                        <a:pt x="109" y="26"/>
                      </a:cubicBezTo>
                      <a:cubicBezTo>
                        <a:pt x="108" y="26"/>
                        <a:pt x="107" y="26"/>
                        <a:pt x="107" y="25"/>
                      </a:cubicBezTo>
                      <a:cubicBezTo>
                        <a:pt x="106" y="22"/>
                        <a:pt x="105" y="19"/>
                        <a:pt x="106" y="15"/>
                      </a:cubicBezTo>
                      <a:cubicBezTo>
                        <a:pt x="106" y="13"/>
                        <a:pt x="105" y="10"/>
                        <a:pt x="105" y="8"/>
                      </a:cubicBezTo>
                      <a:cubicBezTo>
                        <a:pt x="105" y="8"/>
                        <a:pt x="105" y="7"/>
                        <a:pt x="105" y="7"/>
                      </a:cubicBezTo>
                      <a:cubicBezTo>
                        <a:pt x="104" y="6"/>
                        <a:pt x="103" y="5"/>
                        <a:pt x="103" y="3"/>
                      </a:cubicBezTo>
                      <a:cubicBezTo>
                        <a:pt x="103" y="2"/>
                        <a:pt x="104" y="2"/>
                        <a:pt x="103" y="1"/>
                      </a:cubicBezTo>
                      <a:cubicBezTo>
                        <a:pt x="84" y="1"/>
                        <a:pt x="84" y="1"/>
                        <a:pt x="84" y="1"/>
                      </a:cubicBezTo>
                      <a:cubicBezTo>
                        <a:pt x="82" y="4"/>
                        <a:pt x="82" y="4"/>
                        <a:pt x="82" y="4"/>
                      </a:cubicBezTo>
                      <a:cubicBezTo>
                        <a:pt x="80" y="4"/>
                        <a:pt x="80" y="4"/>
                        <a:pt x="80" y="4"/>
                      </a:cubicBezTo>
                      <a:cubicBezTo>
                        <a:pt x="77" y="1"/>
                        <a:pt x="77" y="1"/>
                        <a:pt x="77" y="1"/>
                      </a:cubicBezTo>
                      <a:cubicBezTo>
                        <a:pt x="66" y="1"/>
                        <a:pt x="66" y="1"/>
                        <a:pt x="66" y="1"/>
                      </a:cubicBezTo>
                      <a:cubicBezTo>
                        <a:pt x="66" y="0"/>
                        <a:pt x="66" y="0"/>
                        <a:pt x="66" y="0"/>
                      </a:cubicBezTo>
                      <a:cubicBezTo>
                        <a:pt x="65" y="1"/>
                        <a:pt x="65" y="1"/>
                        <a:pt x="65" y="1"/>
                      </a:cubicBezTo>
                      <a:cubicBezTo>
                        <a:pt x="22" y="1"/>
                        <a:pt x="22" y="1"/>
                        <a:pt x="22" y="1"/>
                      </a:cubicBezTo>
                      <a:cubicBezTo>
                        <a:pt x="22" y="16"/>
                        <a:pt x="22" y="16"/>
                        <a:pt x="22" y="16"/>
                      </a:cubicBezTo>
                      <a:cubicBezTo>
                        <a:pt x="15" y="16"/>
                        <a:pt x="15" y="16"/>
                        <a:pt x="15" y="16"/>
                      </a:cubicBezTo>
                      <a:cubicBezTo>
                        <a:pt x="15" y="20"/>
                        <a:pt x="15" y="20"/>
                        <a:pt x="15" y="20"/>
                      </a:cubicBezTo>
                      <a:cubicBezTo>
                        <a:pt x="15" y="47"/>
                        <a:pt x="15" y="47"/>
                        <a:pt x="15" y="47"/>
                      </a:cubicBezTo>
                      <a:cubicBezTo>
                        <a:pt x="10" y="47"/>
                        <a:pt x="10" y="47"/>
                        <a:pt x="10" y="47"/>
                      </a:cubicBezTo>
                      <a:cubicBezTo>
                        <a:pt x="10" y="47"/>
                        <a:pt x="8" y="48"/>
                        <a:pt x="8" y="48"/>
                      </a:cubicBezTo>
                      <a:cubicBezTo>
                        <a:pt x="8" y="48"/>
                        <a:pt x="8" y="49"/>
                        <a:pt x="8" y="49"/>
                      </a:cubicBezTo>
                      <a:cubicBezTo>
                        <a:pt x="8" y="49"/>
                        <a:pt x="9" y="49"/>
                        <a:pt x="9" y="49"/>
                      </a:cubicBezTo>
                      <a:cubicBezTo>
                        <a:pt x="9" y="50"/>
                        <a:pt x="9" y="50"/>
                        <a:pt x="9" y="50"/>
                      </a:cubicBezTo>
                      <a:cubicBezTo>
                        <a:pt x="7" y="52"/>
                        <a:pt x="7" y="52"/>
                        <a:pt x="7" y="52"/>
                      </a:cubicBezTo>
                      <a:cubicBezTo>
                        <a:pt x="7" y="54"/>
                        <a:pt x="7" y="54"/>
                        <a:pt x="7" y="54"/>
                      </a:cubicBezTo>
                      <a:cubicBezTo>
                        <a:pt x="5" y="54"/>
                        <a:pt x="5" y="54"/>
                        <a:pt x="5" y="54"/>
                      </a:cubicBezTo>
                      <a:cubicBezTo>
                        <a:pt x="4" y="55"/>
                        <a:pt x="4" y="55"/>
                        <a:pt x="4" y="55"/>
                      </a:cubicBezTo>
                      <a:cubicBezTo>
                        <a:pt x="4" y="55"/>
                        <a:pt x="5" y="56"/>
                        <a:pt x="5" y="57"/>
                      </a:cubicBezTo>
                      <a:cubicBezTo>
                        <a:pt x="5" y="57"/>
                        <a:pt x="5" y="58"/>
                        <a:pt x="5" y="58"/>
                      </a:cubicBezTo>
                      <a:cubicBezTo>
                        <a:pt x="2" y="60"/>
                        <a:pt x="2" y="60"/>
                        <a:pt x="2" y="60"/>
                      </a:cubicBezTo>
                      <a:cubicBezTo>
                        <a:pt x="4" y="63"/>
                        <a:pt x="4" y="63"/>
                        <a:pt x="4" y="63"/>
                      </a:cubicBezTo>
                      <a:cubicBezTo>
                        <a:pt x="0" y="67"/>
                        <a:pt x="0" y="67"/>
                        <a:pt x="0" y="67"/>
                      </a:cubicBezTo>
                      <a:cubicBezTo>
                        <a:pt x="1" y="68"/>
                        <a:pt x="1" y="68"/>
                        <a:pt x="1" y="68"/>
                      </a:cubicBezTo>
                      <a:cubicBezTo>
                        <a:pt x="3" y="67"/>
                        <a:pt x="3" y="67"/>
                        <a:pt x="3" y="67"/>
                      </a:cubicBezTo>
                      <a:cubicBezTo>
                        <a:pt x="5" y="68"/>
                        <a:pt x="5" y="68"/>
                        <a:pt x="5" y="68"/>
                      </a:cubicBezTo>
                      <a:cubicBezTo>
                        <a:pt x="4" y="70"/>
                        <a:pt x="4" y="70"/>
                        <a:pt x="4" y="70"/>
                      </a:cubicBezTo>
                      <a:cubicBezTo>
                        <a:pt x="5" y="72"/>
                        <a:pt x="5" y="72"/>
                        <a:pt x="5" y="72"/>
                      </a:cubicBezTo>
                      <a:cubicBezTo>
                        <a:pt x="6" y="72"/>
                        <a:pt x="6" y="72"/>
                        <a:pt x="6" y="72"/>
                      </a:cubicBezTo>
                      <a:cubicBezTo>
                        <a:pt x="6" y="75"/>
                        <a:pt x="6" y="75"/>
                        <a:pt x="6" y="75"/>
                      </a:cubicBezTo>
                      <a:cubicBezTo>
                        <a:pt x="8" y="77"/>
                        <a:pt x="8" y="77"/>
                        <a:pt x="8" y="77"/>
                      </a:cubicBezTo>
                      <a:cubicBezTo>
                        <a:pt x="8" y="80"/>
                        <a:pt x="8" y="80"/>
                        <a:pt x="8" y="80"/>
                      </a:cubicBezTo>
                      <a:cubicBezTo>
                        <a:pt x="12" y="86"/>
                        <a:pt x="12" y="86"/>
                        <a:pt x="12" y="86"/>
                      </a:cubicBezTo>
                      <a:cubicBezTo>
                        <a:pt x="13" y="88"/>
                        <a:pt x="13" y="88"/>
                        <a:pt x="13" y="88"/>
                      </a:cubicBezTo>
                      <a:cubicBezTo>
                        <a:pt x="15" y="89"/>
                        <a:pt x="15" y="89"/>
                        <a:pt x="15" y="89"/>
                      </a:cubicBezTo>
                      <a:cubicBezTo>
                        <a:pt x="21" y="88"/>
                        <a:pt x="21" y="88"/>
                        <a:pt x="21" y="88"/>
                      </a:cubicBezTo>
                      <a:cubicBezTo>
                        <a:pt x="22" y="87"/>
                        <a:pt x="22" y="87"/>
                        <a:pt x="22" y="87"/>
                      </a:cubicBezTo>
                      <a:cubicBezTo>
                        <a:pt x="23" y="84"/>
                        <a:pt x="23" y="84"/>
                        <a:pt x="23" y="84"/>
                      </a:cubicBezTo>
                      <a:cubicBezTo>
                        <a:pt x="28" y="84"/>
                        <a:pt x="28" y="84"/>
                        <a:pt x="28" y="84"/>
                      </a:cubicBezTo>
                      <a:cubicBezTo>
                        <a:pt x="28" y="85"/>
                        <a:pt x="28" y="85"/>
                        <a:pt x="28" y="85"/>
                      </a:cubicBezTo>
                      <a:cubicBezTo>
                        <a:pt x="32" y="90"/>
                        <a:pt x="32" y="90"/>
                        <a:pt x="32" y="90"/>
                      </a:cubicBezTo>
                      <a:cubicBezTo>
                        <a:pt x="35" y="90"/>
                        <a:pt x="35" y="90"/>
                        <a:pt x="35" y="90"/>
                      </a:cubicBezTo>
                      <a:cubicBezTo>
                        <a:pt x="42" y="89"/>
                        <a:pt x="42" y="89"/>
                        <a:pt x="42" y="89"/>
                      </a:cubicBezTo>
                      <a:cubicBezTo>
                        <a:pt x="41" y="86"/>
                        <a:pt x="41" y="86"/>
                        <a:pt x="41" y="86"/>
                      </a:cubicBezTo>
                      <a:cubicBezTo>
                        <a:pt x="49" y="85"/>
                        <a:pt x="49" y="85"/>
                        <a:pt x="49" y="85"/>
                      </a:cubicBezTo>
                      <a:cubicBezTo>
                        <a:pt x="49" y="89"/>
                        <a:pt x="49" y="89"/>
                        <a:pt x="49" y="89"/>
                      </a:cubicBezTo>
                      <a:cubicBezTo>
                        <a:pt x="53" y="88"/>
                        <a:pt x="53" y="88"/>
                        <a:pt x="53" y="88"/>
                      </a:cubicBezTo>
                      <a:cubicBezTo>
                        <a:pt x="53" y="86"/>
                        <a:pt x="53" y="86"/>
                        <a:pt x="53" y="86"/>
                      </a:cubicBezTo>
                      <a:cubicBezTo>
                        <a:pt x="56" y="84"/>
                        <a:pt x="56" y="84"/>
                        <a:pt x="56" y="84"/>
                      </a:cubicBezTo>
                      <a:cubicBezTo>
                        <a:pt x="62" y="89"/>
                        <a:pt x="62" y="89"/>
                        <a:pt x="62" y="89"/>
                      </a:cubicBezTo>
                      <a:cubicBezTo>
                        <a:pt x="65" y="88"/>
                        <a:pt x="65" y="88"/>
                        <a:pt x="65" y="88"/>
                      </a:cubicBezTo>
                      <a:cubicBezTo>
                        <a:pt x="70" y="82"/>
                        <a:pt x="70" y="82"/>
                        <a:pt x="70" y="82"/>
                      </a:cubicBezTo>
                      <a:cubicBezTo>
                        <a:pt x="73" y="79"/>
                        <a:pt x="73" y="79"/>
                        <a:pt x="73" y="79"/>
                      </a:cubicBezTo>
                      <a:cubicBezTo>
                        <a:pt x="72" y="75"/>
                        <a:pt x="72" y="75"/>
                        <a:pt x="72" y="75"/>
                      </a:cubicBezTo>
                      <a:cubicBezTo>
                        <a:pt x="70" y="73"/>
                        <a:pt x="70" y="73"/>
                        <a:pt x="70" y="73"/>
                      </a:cubicBezTo>
                      <a:cubicBezTo>
                        <a:pt x="75" y="73"/>
                        <a:pt x="75" y="73"/>
                        <a:pt x="75" y="73"/>
                      </a:cubicBezTo>
                      <a:cubicBezTo>
                        <a:pt x="75" y="71"/>
                        <a:pt x="75" y="71"/>
                        <a:pt x="75" y="71"/>
                      </a:cubicBezTo>
                      <a:cubicBezTo>
                        <a:pt x="78" y="71"/>
                        <a:pt x="78" y="71"/>
                        <a:pt x="78" y="71"/>
                      </a:cubicBezTo>
                      <a:cubicBezTo>
                        <a:pt x="77" y="75"/>
                        <a:pt x="77" y="75"/>
                        <a:pt x="77" y="75"/>
                      </a:cubicBezTo>
                      <a:cubicBezTo>
                        <a:pt x="78" y="81"/>
                        <a:pt x="78" y="81"/>
                        <a:pt x="78" y="81"/>
                      </a:cubicBezTo>
                      <a:cubicBezTo>
                        <a:pt x="83" y="85"/>
                        <a:pt x="83" y="85"/>
                        <a:pt x="83" y="85"/>
                      </a:cubicBezTo>
                      <a:cubicBezTo>
                        <a:pt x="83" y="87"/>
                        <a:pt x="83" y="87"/>
                        <a:pt x="83" y="87"/>
                      </a:cubicBezTo>
                      <a:cubicBezTo>
                        <a:pt x="82" y="90"/>
                        <a:pt x="82" y="90"/>
                        <a:pt x="82" y="90"/>
                      </a:cubicBezTo>
                      <a:cubicBezTo>
                        <a:pt x="84" y="90"/>
                        <a:pt x="84" y="90"/>
                        <a:pt x="84" y="90"/>
                      </a:cubicBezTo>
                      <a:cubicBezTo>
                        <a:pt x="85" y="86"/>
                        <a:pt x="85" y="86"/>
                        <a:pt x="85" y="86"/>
                      </a:cubicBezTo>
                      <a:cubicBezTo>
                        <a:pt x="85" y="85"/>
                        <a:pt x="85" y="85"/>
                        <a:pt x="85" y="85"/>
                      </a:cubicBezTo>
                      <a:cubicBezTo>
                        <a:pt x="85" y="84"/>
                        <a:pt x="85" y="84"/>
                        <a:pt x="85" y="84"/>
                      </a:cubicBezTo>
                      <a:cubicBezTo>
                        <a:pt x="85" y="83"/>
                        <a:pt x="85" y="83"/>
                        <a:pt x="85" y="83"/>
                      </a:cubicBezTo>
                      <a:cubicBezTo>
                        <a:pt x="87" y="80"/>
                        <a:pt x="87" y="80"/>
                        <a:pt x="87" y="80"/>
                      </a:cubicBezTo>
                      <a:cubicBezTo>
                        <a:pt x="89" y="82"/>
                        <a:pt x="89" y="82"/>
                        <a:pt x="89" y="82"/>
                      </a:cubicBezTo>
                      <a:cubicBezTo>
                        <a:pt x="90" y="80"/>
                        <a:pt x="90" y="80"/>
                        <a:pt x="90" y="80"/>
                      </a:cubicBezTo>
                      <a:cubicBezTo>
                        <a:pt x="90" y="74"/>
                        <a:pt x="90" y="74"/>
                        <a:pt x="90" y="74"/>
                      </a:cubicBezTo>
                      <a:cubicBezTo>
                        <a:pt x="95" y="68"/>
                        <a:pt x="95" y="68"/>
                        <a:pt x="95" y="68"/>
                      </a:cubicBezTo>
                      <a:cubicBezTo>
                        <a:pt x="98" y="68"/>
                        <a:pt x="98" y="68"/>
                        <a:pt x="98" y="68"/>
                      </a:cubicBezTo>
                      <a:cubicBezTo>
                        <a:pt x="100" y="57"/>
                        <a:pt x="100" y="57"/>
                        <a:pt x="100" y="57"/>
                      </a:cubicBezTo>
                      <a:cubicBezTo>
                        <a:pt x="100" y="51"/>
                        <a:pt x="100" y="51"/>
                        <a:pt x="100" y="51"/>
                      </a:cubicBezTo>
                      <a:cubicBezTo>
                        <a:pt x="103" y="43"/>
                        <a:pt x="103" y="43"/>
                        <a:pt x="103" y="43"/>
                      </a:cubicBezTo>
                      <a:cubicBezTo>
                        <a:pt x="103" y="41"/>
                        <a:pt x="103" y="41"/>
                        <a:pt x="103" y="41"/>
                      </a:cubicBezTo>
                      <a:cubicBezTo>
                        <a:pt x="104" y="37"/>
                        <a:pt x="104" y="37"/>
                        <a:pt x="104" y="37"/>
                      </a:cubicBezTo>
                      <a:cubicBezTo>
                        <a:pt x="106" y="37"/>
                        <a:pt x="106" y="37"/>
                        <a:pt x="106" y="37"/>
                      </a:cubicBezTo>
                      <a:cubicBezTo>
                        <a:pt x="107" y="35"/>
                        <a:pt x="107" y="35"/>
                        <a:pt x="107" y="35"/>
                      </a:cubicBezTo>
                      <a:cubicBezTo>
                        <a:pt x="112" y="34"/>
                        <a:pt x="112" y="34"/>
                        <a:pt x="112" y="34"/>
                      </a:cubicBezTo>
                      <a:cubicBezTo>
                        <a:pt x="114" y="30"/>
                        <a:pt x="114" y="30"/>
                        <a:pt x="114" y="30"/>
                      </a:cubicBezTo>
                      <a:cubicBezTo>
                        <a:pt x="113" y="30"/>
                        <a:pt x="111" y="28"/>
                        <a:pt x="110" y="27"/>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7" name="Freeform 886">
                  <a:extLst>
                    <a:ext uri="{FF2B5EF4-FFF2-40B4-BE49-F238E27FC236}">
                      <a16:creationId xmlns:a16="http://schemas.microsoft.com/office/drawing/2014/main" id="{E2924AD7-BA3D-A303-7BB1-0C56B3B378D8}"/>
                    </a:ext>
                  </a:extLst>
                </p:cNvPr>
                <p:cNvSpPr>
                  <a:spLocks/>
                </p:cNvSpPr>
                <p:nvPr/>
              </p:nvSpPr>
              <p:spPr bwMode="auto">
                <a:xfrm>
                  <a:off x="6034088" y="4541838"/>
                  <a:ext cx="352425" cy="250825"/>
                </a:xfrm>
                <a:custGeom>
                  <a:avLst/>
                  <a:gdLst>
                    <a:gd name="T0" fmla="*/ 188 w 222"/>
                    <a:gd name="T1" fmla="*/ 37 h 158"/>
                    <a:gd name="T2" fmla="*/ 173 w 222"/>
                    <a:gd name="T3" fmla="*/ 11 h 158"/>
                    <a:gd name="T4" fmla="*/ 167 w 222"/>
                    <a:gd name="T5" fmla="*/ 0 h 158"/>
                    <a:gd name="T6" fmla="*/ 154 w 222"/>
                    <a:gd name="T7" fmla="*/ 5 h 158"/>
                    <a:gd name="T8" fmla="*/ 162 w 222"/>
                    <a:gd name="T9" fmla="*/ 21 h 158"/>
                    <a:gd name="T10" fmla="*/ 141 w 222"/>
                    <a:gd name="T11" fmla="*/ 45 h 158"/>
                    <a:gd name="T12" fmla="*/ 118 w 222"/>
                    <a:gd name="T13" fmla="*/ 34 h 158"/>
                    <a:gd name="T14" fmla="*/ 110 w 222"/>
                    <a:gd name="T15" fmla="*/ 45 h 158"/>
                    <a:gd name="T16" fmla="*/ 94 w 222"/>
                    <a:gd name="T17" fmla="*/ 53 h 158"/>
                    <a:gd name="T18" fmla="*/ 81 w 222"/>
                    <a:gd name="T19" fmla="*/ 47 h 158"/>
                    <a:gd name="T20" fmla="*/ 55 w 222"/>
                    <a:gd name="T21" fmla="*/ 50 h 158"/>
                    <a:gd name="T22" fmla="*/ 44 w 222"/>
                    <a:gd name="T23" fmla="*/ 34 h 158"/>
                    <a:gd name="T24" fmla="*/ 28 w 222"/>
                    <a:gd name="T25" fmla="*/ 42 h 158"/>
                    <a:gd name="T26" fmla="*/ 10 w 222"/>
                    <a:gd name="T27" fmla="*/ 47 h 158"/>
                    <a:gd name="T28" fmla="*/ 5 w 222"/>
                    <a:gd name="T29" fmla="*/ 53 h 158"/>
                    <a:gd name="T30" fmla="*/ 5 w 222"/>
                    <a:gd name="T31" fmla="*/ 58 h 158"/>
                    <a:gd name="T32" fmla="*/ 15 w 222"/>
                    <a:gd name="T33" fmla="*/ 63 h 158"/>
                    <a:gd name="T34" fmla="*/ 13 w 222"/>
                    <a:gd name="T35" fmla="*/ 71 h 158"/>
                    <a:gd name="T36" fmla="*/ 26 w 222"/>
                    <a:gd name="T37" fmla="*/ 74 h 158"/>
                    <a:gd name="T38" fmla="*/ 34 w 222"/>
                    <a:gd name="T39" fmla="*/ 87 h 158"/>
                    <a:gd name="T40" fmla="*/ 49 w 222"/>
                    <a:gd name="T41" fmla="*/ 100 h 158"/>
                    <a:gd name="T42" fmla="*/ 52 w 222"/>
                    <a:gd name="T43" fmla="*/ 105 h 158"/>
                    <a:gd name="T44" fmla="*/ 55 w 222"/>
                    <a:gd name="T45" fmla="*/ 110 h 158"/>
                    <a:gd name="T46" fmla="*/ 73 w 222"/>
                    <a:gd name="T47" fmla="*/ 131 h 158"/>
                    <a:gd name="T48" fmla="*/ 78 w 222"/>
                    <a:gd name="T49" fmla="*/ 139 h 158"/>
                    <a:gd name="T50" fmla="*/ 97 w 222"/>
                    <a:gd name="T51" fmla="*/ 139 h 158"/>
                    <a:gd name="T52" fmla="*/ 107 w 222"/>
                    <a:gd name="T53" fmla="*/ 142 h 158"/>
                    <a:gd name="T54" fmla="*/ 115 w 222"/>
                    <a:gd name="T55" fmla="*/ 139 h 158"/>
                    <a:gd name="T56" fmla="*/ 120 w 222"/>
                    <a:gd name="T57" fmla="*/ 147 h 158"/>
                    <a:gd name="T58" fmla="*/ 128 w 222"/>
                    <a:gd name="T59" fmla="*/ 150 h 158"/>
                    <a:gd name="T60" fmla="*/ 131 w 222"/>
                    <a:gd name="T61" fmla="*/ 155 h 158"/>
                    <a:gd name="T62" fmla="*/ 139 w 222"/>
                    <a:gd name="T63" fmla="*/ 152 h 158"/>
                    <a:gd name="T64" fmla="*/ 149 w 222"/>
                    <a:gd name="T65" fmla="*/ 152 h 158"/>
                    <a:gd name="T66" fmla="*/ 157 w 222"/>
                    <a:gd name="T67" fmla="*/ 158 h 158"/>
                    <a:gd name="T68" fmla="*/ 170 w 222"/>
                    <a:gd name="T69" fmla="*/ 150 h 158"/>
                    <a:gd name="T70" fmla="*/ 188 w 222"/>
                    <a:gd name="T71" fmla="*/ 144 h 158"/>
                    <a:gd name="T72" fmla="*/ 204 w 222"/>
                    <a:gd name="T73" fmla="*/ 134 h 158"/>
                    <a:gd name="T74" fmla="*/ 215 w 222"/>
                    <a:gd name="T75" fmla="*/ 131 h 158"/>
                    <a:gd name="T76" fmla="*/ 217 w 222"/>
                    <a:gd name="T77" fmla="*/ 137 h 158"/>
                    <a:gd name="T78" fmla="*/ 220 w 222"/>
                    <a:gd name="T79" fmla="*/ 134 h 158"/>
                    <a:gd name="T80" fmla="*/ 222 w 222"/>
                    <a:gd name="T81" fmla="*/ 123 h 158"/>
                    <a:gd name="T82" fmla="*/ 207 w 222"/>
                    <a:gd name="T83" fmla="*/ 113 h 158"/>
                    <a:gd name="T84" fmla="*/ 196 w 222"/>
                    <a:gd name="T85" fmla="*/ 97 h 158"/>
                    <a:gd name="T86" fmla="*/ 186 w 222"/>
                    <a:gd name="T87" fmla="*/ 84 h 158"/>
                    <a:gd name="T88" fmla="*/ 175 w 222"/>
                    <a:gd name="T89" fmla="*/ 74 h 158"/>
                    <a:gd name="T90" fmla="*/ 183 w 222"/>
                    <a:gd name="T91" fmla="*/ 68 h 158"/>
                    <a:gd name="T92" fmla="*/ 191 w 222"/>
                    <a:gd name="T93" fmla="*/ 66 h 158"/>
                    <a:gd name="T94" fmla="*/ 186 w 222"/>
                    <a:gd name="T95" fmla="*/ 5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2" h="158">
                      <a:moveTo>
                        <a:pt x="188" y="42"/>
                      </a:moveTo>
                      <a:lnTo>
                        <a:pt x="188" y="37"/>
                      </a:lnTo>
                      <a:lnTo>
                        <a:pt x="175" y="26"/>
                      </a:lnTo>
                      <a:lnTo>
                        <a:pt x="173" y="11"/>
                      </a:lnTo>
                      <a:lnTo>
                        <a:pt x="175" y="0"/>
                      </a:lnTo>
                      <a:lnTo>
                        <a:pt x="167" y="0"/>
                      </a:lnTo>
                      <a:lnTo>
                        <a:pt x="167" y="5"/>
                      </a:lnTo>
                      <a:lnTo>
                        <a:pt x="154" y="5"/>
                      </a:lnTo>
                      <a:lnTo>
                        <a:pt x="160" y="11"/>
                      </a:lnTo>
                      <a:lnTo>
                        <a:pt x="162" y="21"/>
                      </a:lnTo>
                      <a:lnTo>
                        <a:pt x="154" y="29"/>
                      </a:lnTo>
                      <a:lnTo>
                        <a:pt x="141" y="45"/>
                      </a:lnTo>
                      <a:lnTo>
                        <a:pt x="133" y="47"/>
                      </a:lnTo>
                      <a:lnTo>
                        <a:pt x="118" y="34"/>
                      </a:lnTo>
                      <a:lnTo>
                        <a:pt x="110" y="40"/>
                      </a:lnTo>
                      <a:lnTo>
                        <a:pt x="110" y="45"/>
                      </a:lnTo>
                      <a:lnTo>
                        <a:pt x="99" y="47"/>
                      </a:lnTo>
                      <a:lnTo>
                        <a:pt x="94" y="53"/>
                      </a:lnTo>
                      <a:lnTo>
                        <a:pt x="84" y="53"/>
                      </a:lnTo>
                      <a:lnTo>
                        <a:pt x="81" y="47"/>
                      </a:lnTo>
                      <a:lnTo>
                        <a:pt x="63" y="50"/>
                      </a:lnTo>
                      <a:lnTo>
                        <a:pt x="55" y="50"/>
                      </a:lnTo>
                      <a:lnTo>
                        <a:pt x="44" y="37"/>
                      </a:lnTo>
                      <a:lnTo>
                        <a:pt x="44" y="34"/>
                      </a:lnTo>
                      <a:lnTo>
                        <a:pt x="31" y="34"/>
                      </a:lnTo>
                      <a:lnTo>
                        <a:pt x="28" y="42"/>
                      </a:lnTo>
                      <a:lnTo>
                        <a:pt x="26" y="45"/>
                      </a:lnTo>
                      <a:lnTo>
                        <a:pt x="10" y="47"/>
                      </a:lnTo>
                      <a:lnTo>
                        <a:pt x="5" y="45"/>
                      </a:lnTo>
                      <a:lnTo>
                        <a:pt x="5" y="53"/>
                      </a:lnTo>
                      <a:lnTo>
                        <a:pt x="0" y="58"/>
                      </a:lnTo>
                      <a:lnTo>
                        <a:pt x="5" y="58"/>
                      </a:lnTo>
                      <a:lnTo>
                        <a:pt x="2" y="63"/>
                      </a:lnTo>
                      <a:lnTo>
                        <a:pt x="15" y="63"/>
                      </a:lnTo>
                      <a:lnTo>
                        <a:pt x="15" y="66"/>
                      </a:lnTo>
                      <a:lnTo>
                        <a:pt x="13" y="71"/>
                      </a:lnTo>
                      <a:lnTo>
                        <a:pt x="15" y="74"/>
                      </a:lnTo>
                      <a:lnTo>
                        <a:pt x="26" y="74"/>
                      </a:lnTo>
                      <a:lnTo>
                        <a:pt x="34" y="79"/>
                      </a:lnTo>
                      <a:lnTo>
                        <a:pt x="34" y="87"/>
                      </a:lnTo>
                      <a:lnTo>
                        <a:pt x="47" y="95"/>
                      </a:lnTo>
                      <a:lnTo>
                        <a:pt x="49" y="100"/>
                      </a:lnTo>
                      <a:lnTo>
                        <a:pt x="55" y="100"/>
                      </a:lnTo>
                      <a:lnTo>
                        <a:pt x="52" y="105"/>
                      </a:lnTo>
                      <a:lnTo>
                        <a:pt x="57" y="108"/>
                      </a:lnTo>
                      <a:lnTo>
                        <a:pt x="55" y="110"/>
                      </a:lnTo>
                      <a:lnTo>
                        <a:pt x="68" y="118"/>
                      </a:lnTo>
                      <a:lnTo>
                        <a:pt x="73" y="131"/>
                      </a:lnTo>
                      <a:lnTo>
                        <a:pt x="78" y="134"/>
                      </a:lnTo>
                      <a:lnTo>
                        <a:pt x="78" y="139"/>
                      </a:lnTo>
                      <a:lnTo>
                        <a:pt x="89" y="144"/>
                      </a:lnTo>
                      <a:lnTo>
                        <a:pt x="97" y="139"/>
                      </a:lnTo>
                      <a:lnTo>
                        <a:pt x="104" y="142"/>
                      </a:lnTo>
                      <a:lnTo>
                        <a:pt x="107" y="142"/>
                      </a:lnTo>
                      <a:lnTo>
                        <a:pt x="110" y="137"/>
                      </a:lnTo>
                      <a:lnTo>
                        <a:pt x="115" y="139"/>
                      </a:lnTo>
                      <a:lnTo>
                        <a:pt x="115" y="142"/>
                      </a:lnTo>
                      <a:lnTo>
                        <a:pt x="120" y="147"/>
                      </a:lnTo>
                      <a:lnTo>
                        <a:pt x="120" y="150"/>
                      </a:lnTo>
                      <a:lnTo>
                        <a:pt x="128" y="150"/>
                      </a:lnTo>
                      <a:lnTo>
                        <a:pt x="128" y="155"/>
                      </a:lnTo>
                      <a:lnTo>
                        <a:pt x="131" y="155"/>
                      </a:lnTo>
                      <a:lnTo>
                        <a:pt x="133" y="158"/>
                      </a:lnTo>
                      <a:lnTo>
                        <a:pt x="139" y="152"/>
                      </a:lnTo>
                      <a:lnTo>
                        <a:pt x="146" y="155"/>
                      </a:lnTo>
                      <a:lnTo>
                        <a:pt x="149" y="152"/>
                      </a:lnTo>
                      <a:lnTo>
                        <a:pt x="152" y="155"/>
                      </a:lnTo>
                      <a:lnTo>
                        <a:pt x="157" y="158"/>
                      </a:lnTo>
                      <a:lnTo>
                        <a:pt x="160" y="152"/>
                      </a:lnTo>
                      <a:lnTo>
                        <a:pt x="170" y="150"/>
                      </a:lnTo>
                      <a:lnTo>
                        <a:pt x="181" y="152"/>
                      </a:lnTo>
                      <a:lnTo>
                        <a:pt x="188" y="144"/>
                      </a:lnTo>
                      <a:lnTo>
                        <a:pt x="199" y="137"/>
                      </a:lnTo>
                      <a:lnTo>
                        <a:pt x="204" y="134"/>
                      </a:lnTo>
                      <a:lnTo>
                        <a:pt x="215" y="129"/>
                      </a:lnTo>
                      <a:lnTo>
                        <a:pt x="215" y="131"/>
                      </a:lnTo>
                      <a:lnTo>
                        <a:pt x="215" y="131"/>
                      </a:lnTo>
                      <a:lnTo>
                        <a:pt x="217" y="137"/>
                      </a:lnTo>
                      <a:lnTo>
                        <a:pt x="222" y="137"/>
                      </a:lnTo>
                      <a:lnTo>
                        <a:pt x="220" y="134"/>
                      </a:lnTo>
                      <a:lnTo>
                        <a:pt x="222" y="131"/>
                      </a:lnTo>
                      <a:lnTo>
                        <a:pt x="222" y="123"/>
                      </a:lnTo>
                      <a:lnTo>
                        <a:pt x="212" y="123"/>
                      </a:lnTo>
                      <a:lnTo>
                        <a:pt x="207" y="113"/>
                      </a:lnTo>
                      <a:lnTo>
                        <a:pt x="207" y="105"/>
                      </a:lnTo>
                      <a:lnTo>
                        <a:pt x="196" y="97"/>
                      </a:lnTo>
                      <a:lnTo>
                        <a:pt x="194" y="95"/>
                      </a:lnTo>
                      <a:lnTo>
                        <a:pt x="186" y="84"/>
                      </a:lnTo>
                      <a:lnTo>
                        <a:pt x="170" y="79"/>
                      </a:lnTo>
                      <a:lnTo>
                        <a:pt x="175" y="74"/>
                      </a:lnTo>
                      <a:lnTo>
                        <a:pt x="175" y="68"/>
                      </a:lnTo>
                      <a:lnTo>
                        <a:pt x="183" y="68"/>
                      </a:lnTo>
                      <a:lnTo>
                        <a:pt x="186" y="71"/>
                      </a:lnTo>
                      <a:lnTo>
                        <a:pt x="191" y="66"/>
                      </a:lnTo>
                      <a:lnTo>
                        <a:pt x="191" y="50"/>
                      </a:lnTo>
                      <a:lnTo>
                        <a:pt x="186" y="50"/>
                      </a:lnTo>
                      <a:lnTo>
                        <a:pt x="188" y="42"/>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8" name="Freeform 887">
                  <a:extLst>
                    <a:ext uri="{FF2B5EF4-FFF2-40B4-BE49-F238E27FC236}">
                      <a16:creationId xmlns:a16="http://schemas.microsoft.com/office/drawing/2014/main" id="{213AAA1B-B43A-0454-9026-88C0C4662ADB}"/>
                    </a:ext>
                  </a:extLst>
                </p:cNvPr>
                <p:cNvSpPr>
                  <a:spLocks noEditPoints="1"/>
                </p:cNvSpPr>
                <p:nvPr/>
              </p:nvSpPr>
              <p:spPr bwMode="auto">
                <a:xfrm>
                  <a:off x="5837238" y="5534025"/>
                  <a:ext cx="466725" cy="411163"/>
                </a:xfrm>
                <a:custGeom>
                  <a:avLst/>
                  <a:gdLst>
                    <a:gd name="T0" fmla="*/ 106 w 112"/>
                    <a:gd name="T1" fmla="*/ 35 h 99"/>
                    <a:gd name="T2" fmla="*/ 105 w 112"/>
                    <a:gd name="T3" fmla="*/ 38 h 99"/>
                    <a:gd name="T4" fmla="*/ 98 w 112"/>
                    <a:gd name="T5" fmla="*/ 35 h 99"/>
                    <a:gd name="T6" fmla="*/ 98 w 112"/>
                    <a:gd name="T7" fmla="*/ 33 h 99"/>
                    <a:gd name="T8" fmla="*/ 105 w 112"/>
                    <a:gd name="T9" fmla="*/ 28 h 99"/>
                    <a:gd name="T10" fmla="*/ 101 w 112"/>
                    <a:gd name="T11" fmla="*/ 2 h 99"/>
                    <a:gd name="T12" fmla="*/ 90 w 112"/>
                    <a:gd name="T13" fmla="*/ 0 h 99"/>
                    <a:gd name="T14" fmla="*/ 85 w 112"/>
                    <a:gd name="T15" fmla="*/ 2 h 99"/>
                    <a:gd name="T16" fmla="*/ 73 w 112"/>
                    <a:gd name="T17" fmla="*/ 10 h 99"/>
                    <a:gd name="T18" fmla="*/ 68 w 112"/>
                    <a:gd name="T19" fmla="*/ 18 h 99"/>
                    <a:gd name="T20" fmla="*/ 62 w 112"/>
                    <a:gd name="T21" fmla="*/ 26 h 99"/>
                    <a:gd name="T22" fmla="*/ 52 w 112"/>
                    <a:gd name="T23" fmla="*/ 26 h 99"/>
                    <a:gd name="T24" fmla="*/ 45 w 112"/>
                    <a:gd name="T25" fmla="*/ 23 h 99"/>
                    <a:gd name="T26" fmla="*/ 38 w 112"/>
                    <a:gd name="T27" fmla="*/ 34 h 99"/>
                    <a:gd name="T28" fmla="*/ 34 w 112"/>
                    <a:gd name="T29" fmla="*/ 35 h 99"/>
                    <a:gd name="T30" fmla="*/ 29 w 112"/>
                    <a:gd name="T31" fmla="*/ 35 h 99"/>
                    <a:gd name="T32" fmla="*/ 30 w 112"/>
                    <a:gd name="T33" fmla="*/ 29 h 99"/>
                    <a:gd name="T34" fmla="*/ 28 w 112"/>
                    <a:gd name="T35" fmla="*/ 23 h 99"/>
                    <a:gd name="T36" fmla="*/ 24 w 112"/>
                    <a:gd name="T37" fmla="*/ 47 h 99"/>
                    <a:gd name="T38" fmla="*/ 17 w 112"/>
                    <a:gd name="T39" fmla="*/ 50 h 99"/>
                    <a:gd name="T40" fmla="*/ 12 w 112"/>
                    <a:gd name="T41" fmla="*/ 51 h 99"/>
                    <a:gd name="T42" fmla="*/ 7 w 112"/>
                    <a:gd name="T43" fmla="*/ 46 h 99"/>
                    <a:gd name="T44" fmla="*/ 3 w 112"/>
                    <a:gd name="T45" fmla="*/ 46 h 99"/>
                    <a:gd name="T46" fmla="*/ 0 w 112"/>
                    <a:gd name="T47" fmla="*/ 49 h 99"/>
                    <a:gd name="T48" fmla="*/ 6 w 112"/>
                    <a:gd name="T49" fmla="*/ 62 h 99"/>
                    <a:gd name="T50" fmla="*/ 13 w 112"/>
                    <a:gd name="T51" fmla="*/ 81 h 99"/>
                    <a:gd name="T52" fmla="*/ 10 w 112"/>
                    <a:gd name="T53" fmla="*/ 84 h 99"/>
                    <a:gd name="T54" fmla="*/ 14 w 112"/>
                    <a:gd name="T55" fmla="*/ 90 h 99"/>
                    <a:gd name="T56" fmla="*/ 16 w 112"/>
                    <a:gd name="T57" fmla="*/ 92 h 99"/>
                    <a:gd name="T58" fmla="*/ 19 w 112"/>
                    <a:gd name="T59" fmla="*/ 95 h 99"/>
                    <a:gd name="T60" fmla="*/ 24 w 112"/>
                    <a:gd name="T61" fmla="*/ 98 h 99"/>
                    <a:gd name="T62" fmla="*/ 28 w 112"/>
                    <a:gd name="T63" fmla="*/ 96 h 99"/>
                    <a:gd name="T64" fmla="*/ 31 w 112"/>
                    <a:gd name="T65" fmla="*/ 95 h 99"/>
                    <a:gd name="T66" fmla="*/ 37 w 112"/>
                    <a:gd name="T67" fmla="*/ 95 h 99"/>
                    <a:gd name="T68" fmla="*/ 39 w 112"/>
                    <a:gd name="T69" fmla="*/ 93 h 99"/>
                    <a:gd name="T70" fmla="*/ 46 w 112"/>
                    <a:gd name="T71" fmla="*/ 92 h 99"/>
                    <a:gd name="T72" fmla="*/ 50 w 112"/>
                    <a:gd name="T73" fmla="*/ 92 h 99"/>
                    <a:gd name="T74" fmla="*/ 59 w 112"/>
                    <a:gd name="T75" fmla="*/ 92 h 99"/>
                    <a:gd name="T76" fmla="*/ 63 w 112"/>
                    <a:gd name="T77" fmla="*/ 91 h 99"/>
                    <a:gd name="T78" fmla="*/ 66 w 112"/>
                    <a:gd name="T79" fmla="*/ 90 h 99"/>
                    <a:gd name="T80" fmla="*/ 73 w 112"/>
                    <a:gd name="T81" fmla="*/ 87 h 99"/>
                    <a:gd name="T82" fmla="*/ 78 w 112"/>
                    <a:gd name="T83" fmla="*/ 84 h 99"/>
                    <a:gd name="T84" fmla="*/ 92 w 112"/>
                    <a:gd name="T85" fmla="*/ 69 h 99"/>
                    <a:gd name="T86" fmla="*/ 106 w 112"/>
                    <a:gd name="T87" fmla="*/ 51 h 99"/>
                    <a:gd name="T88" fmla="*/ 110 w 112"/>
                    <a:gd name="T89" fmla="*/ 44 h 99"/>
                    <a:gd name="T90" fmla="*/ 112 w 112"/>
                    <a:gd name="T91" fmla="*/ 35 h 99"/>
                    <a:gd name="T92" fmla="*/ 86 w 112"/>
                    <a:gd name="T93" fmla="*/ 59 h 99"/>
                    <a:gd name="T94" fmla="*/ 77 w 112"/>
                    <a:gd name="T95" fmla="*/ 64 h 99"/>
                    <a:gd name="T96" fmla="*/ 72 w 112"/>
                    <a:gd name="T97" fmla="*/ 56 h 99"/>
                    <a:gd name="T98" fmla="*/ 77 w 112"/>
                    <a:gd name="T99" fmla="*/ 51 h 99"/>
                    <a:gd name="T100" fmla="*/ 83 w 112"/>
                    <a:gd name="T101" fmla="*/ 48 h 99"/>
                    <a:gd name="T102" fmla="*/ 88 w 112"/>
                    <a:gd name="T103" fmla="*/ 5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99">
                      <a:moveTo>
                        <a:pt x="112" y="35"/>
                      </a:moveTo>
                      <a:cubicBezTo>
                        <a:pt x="106" y="35"/>
                        <a:pt x="106" y="35"/>
                        <a:pt x="106" y="35"/>
                      </a:cubicBezTo>
                      <a:cubicBezTo>
                        <a:pt x="106" y="35"/>
                        <a:pt x="106" y="35"/>
                        <a:pt x="106" y="35"/>
                      </a:cubicBezTo>
                      <a:cubicBezTo>
                        <a:pt x="106" y="35"/>
                        <a:pt x="106" y="35"/>
                        <a:pt x="106" y="35"/>
                      </a:cubicBezTo>
                      <a:cubicBezTo>
                        <a:pt x="106" y="39"/>
                        <a:pt x="106" y="39"/>
                        <a:pt x="106" y="39"/>
                      </a:cubicBezTo>
                      <a:cubicBezTo>
                        <a:pt x="106" y="39"/>
                        <a:pt x="105" y="38"/>
                        <a:pt x="105" y="38"/>
                      </a:cubicBezTo>
                      <a:cubicBezTo>
                        <a:pt x="104" y="38"/>
                        <a:pt x="102" y="38"/>
                        <a:pt x="102" y="38"/>
                      </a:cubicBezTo>
                      <a:cubicBezTo>
                        <a:pt x="100" y="38"/>
                        <a:pt x="100" y="38"/>
                        <a:pt x="100" y="38"/>
                      </a:cubicBezTo>
                      <a:cubicBezTo>
                        <a:pt x="98" y="35"/>
                        <a:pt x="98" y="35"/>
                        <a:pt x="98" y="35"/>
                      </a:cubicBezTo>
                      <a:cubicBezTo>
                        <a:pt x="97" y="35"/>
                        <a:pt x="97" y="35"/>
                        <a:pt x="97" y="35"/>
                      </a:cubicBezTo>
                      <a:cubicBezTo>
                        <a:pt x="98" y="34"/>
                        <a:pt x="98" y="34"/>
                        <a:pt x="98" y="34"/>
                      </a:cubicBezTo>
                      <a:cubicBezTo>
                        <a:pt x="98" y="33"/>
                        <a:pt x="98" y="33"/>
                        <a:pt x="98" y="33"/>
                      </a:cubicBezTo>
                      <a:cubicBezTo>
                        <a:pt x="98" y="31"/>
                        <a:pt x="98" y="31"/>
                        <a:pt x="98" y="31"/>
                      </a:cubicBezTo>
                      <a:cubicBezTo>
                        <a:pt x="101" y="26"/>
                        <a:pt x="101" y="26"/>
                        <a:pt x="101" y="26"/>
                      </a:cubicBezTo>
                      <a:cubicBezTo>
                        <a:pt x="105" y="28"/>
                        <a:pt x="105" y="28"/>
                        <a:pt x="105" y="28"/>
                      </a:cubicBezTo>
                      <a:cubicBezTo>
                        <a:pt x="105" y="16"/>
                        <a:pt x="105" y="16"/>
                        <a:pt x="105" y="16"/>
                      </a:cubicBezTo>
                      <a:cubicBezTo>
                        <a:pt x="103" y="10"/>
                        <a:pt x="103" y="10"/>
                        <a:pt x="103" y="10"/>
                      </a:cubicBezTo>
                      <a:cubicBezTo>
                        <a:pt x="101" y="2"/>
                        <a:pt x="101" y="2"/>
                        <a:pt x="101" y="2"/>
                      </a:cubicBezTo>
                      <a:cubicBezTo>
                        <a:pt x="99" y="1"/>
                        <a:pt x="99" y="1"/>
                        <a:pt x="99" y="1"/>
                      </a:cubicBezTo>
                      <a:cubicBezTo>
                        <a:pt x="94" y="1"/>
                        <a:pt x="94" y="1"/>
                        <a:pt x="94" y="1"/>
                      </a:cubicBezTo>
                      <a:cubicBezTo>
                        <a:pt x="90" y="0"/>
                        <a:pt x="90" y="0"/>
                        <a:pt x="90" y="0"/>
                      </a:cubicBezTo>
                      <a:cubicBezTo>
                        <a:pt x="88" y="0"/>
                        <a:pt x="88" y="0"/>
                        <a:pt x="88" y="0"/>
                      </a:cubicBezTo>
                      <a:cubicBezTo>
                        <a:pt x="86" y="0"/>
                        <a:pt x="86" y="0"/>
                        <a:pt x="86" y="0"/>
                      </a:cubicBezTo>
                      <a:cubicBezTo>
                        <a:pt x="85" y="2"/>
                        <a:pt x="85" y="2"/>
                        <a:pt x="85" y="2"/>
                      </a:cubicBezTo>
                      <a:cubicBezTo>
                        <a:pt x="81" y="3"/>
                        <a:pt x="81" y="3"/>
                        <a:pt x="81" y="3"/>
                      </a:cubicBezTo>
                      <a:cubicBezTo>
                        <a:pt x="77" y="8"/>
                        <a:pt x="77" y="8"/>
                        <a:pt x="77" y="8"/>
                      </a:cubicBezTo>
                      <a:cubicBezTo>
                        <a:pt x="73" y="10"/>
                        <a:pt x="73" y="10"/>
                        <a:pt x="73" y="10"/>
                      </a:cubicBezTo>
                      <a:cubicBezTo>
                        <a:pt x="72" y="11"/>
                        <a:pt x="72" y="11"/>
                        <a:pt x="72" y="11"/>
                      </a:cubicBezTo>
                      <a:cubicBezTo>
                        <a:pt x="71" y="15"/>
                        <a:pt x="71" y="15"/>
                        <a:pt x="71" y="15"/>
                      </a:cubicBezTo>
                      <a:cubicBezTo>
                        <a:pt x="68" y="18"/>
                        <a:pt x="68" y="18"/>
                        <a:pt x="68" y="18"/>
                      </a:cubicBezTo>
                      <a:cubicBezTo>
                        <a:pt x="64" y="19"/>
                        <a:pt x="64" y="19"/>
                        <a:pt x="64" y="19"/>
                      </a:cubicBezTo>
                      <a:cubicBezTo>
                        <a:pt x="64" y="21"/>
                        <a:pt x="64" y="21"/>
                        <a:pt x="64" y="21"/>
                      </a:cubicBezTo>
                      <a:cubicBezTo>
                        <a:pt x="62" y="26"/>
                        <a:pt x="62" y="26"/>
                        <a:pt x="62" y="26"/>
                      </a:cubicBezTo>
                      <a:cubicBezTo>
                        <a:pt x="56" y="27"/>
                        <a:pt x="56" y="27"/>
                        <a:pt x="56" y="27"/>
                      </a:cubicBezTo>
                      <a:cubicBezTo>
                        <a:pt x="52" y="25"/>
                        <a:pt x="52" y="25"/>
                        <a:pt x="52" y="25"/>
                      </a:cubicBezTo>
                      <a:cubicBezTo>
                        <a:pt x="52" y="26"/>
                        <a:pt x="52" y="26"/>
                        <a:pt x="52" y="26"/>
                      </a:cubicBezTo>
                      <a:cubicBezTo>
                        <a:pt x="51" y="26"/>
                        <a:pt x="51" y="26"/>
                        <a:pt x="51" y="26"/>
                      </a:cubicBezTo>
                      <a:cubicBezTo>
                        <a:pt x="48" y="23"/>
                        <a:pt x="48" y="23"/>
                        <a:pt x="48" y="23"/>
                      </a:cubicBezTo>
                      <a:cubicBezTo>
                        <a:pt x="45" y="23"/>
                        <a:pt x="45" y="23"/>
                        <a:pt x="45" y="23"/>
                      </a:cubicBezTo>
                      <a:cubicBezTo>
                        <a:pt x="43" y="25"/>
                        <a:pt x="43" y="25"/>
                        <a:pt x="43" y="25"/>
                      </a:cubicBezTo>
                      <a:cubicBezTo>
                        <a:pt x="42" y="29"/>
                        <a:pt x="42" y="29"/>
                        <a:pt x="42" y="29"/>
                      </a:cubicBezTo>
                      <a:cubicBezTo>
                        <a:pt x="38" y="34"/>
                        <a:pt x="38" y="34"/>
                        <a:pt x="38" y="34"/>
                      </a:cubicBezTo>
                      <a:cubicBezTo>
                        <a:pt x="36" y="34"/>
                        <a:pt x="36" y="34"/>
                        <a:pt x="36" y="34"/>
                      </a:cubicBezTo>
                      <a:cubicBezTo>
                        <a:pt x="36" y="35"/>
                        <a:pt x="36" y="35"/>
                        <a:pt x="36" y="35"/>
                      </a:cubicBezTo>
                      <a:cubicBezTo>
                        <a:pt x="34" y="35"/>
                        <a:pt x="34" y="35"/>
                        <a:pt x="34" y="35"/>
                      </a:cubicBezTo>
                      <a:cubicBezTo>
                        <a:pt x="33" y="35"/>
                        <a:pt x="33" y="35"/>
                        <a:pt x="33" y="35"/>
                      </a:cubicBezTo>
                      <a:cubicBezTo>
                        <a:pt x="30" y="35"/>
                        <a:pt x="30" y="35"/>
                        <a:pt x="30" y="35"/>
                      </a:cubicBezTo>
                      <a:cubicBezTo>
                        <a:pt x="29" y="35"/>
                        <a:pt x="29" y="35"/>
                        <a:pt x="29" y="35"/>
                      </a:cubicBezTo>
                      <a:cubicBezTo>
                        <a:pt x="29" y="35"/>
                        <a:pt x="29" y="35"/>
                        <a:pt x="29" y="35"/>
                      </a:cubicBezTo>
                      <a:cubicBezTo>
                        <a:pt x="28" y="33"/>
                        <a:pt x="28" y="33"/>
                        <a:pt x="28" y="33"/>
                      </a:cubicBezTo>
                      <a:cubicBezTo>
                        <a:pt x="30" y="29"/>
                        <a:pt x="30" y="29"/>
                        <a:pt x="30" y="29"/>
                      </a:cubicBezTo>
                      <a:cubicBezTo>
                        <a:pt x="30" y="28"/>
                        <a:pt x="30" y="28"/>
                        <a:pt x="30" y="28"/>
                      </a:cubicBezTo>
                      <a:cubicBezTo>
                        <a:pt x="29" y="25"/>
                        <a:pt x="29" y="25"/>
                        <a:pt x="29" y="25"/>
                      </a:cubicBezTo>
                      <a:cubicBezTo>
                        <a:pt x="28" y="23"/>
                        <a:pt x="28" y="23"/>
                        <a:pt x="28" y="23"/>
                      </a:cubicBezTo>
                      <a:cubicBezTo>
                        <a:pt x="27" y="21"/>
                        <a:pt x="27" y="21"/>
                        <a:pt x="27" y="21"/>
                      </a:cubicBezTo>
                      <a:cubicBezTo>
                        <a:pt x="24" y="19"/>
                        <a:pt x="24" y="19"/>
                        <a:pt x="24" y="19"/>
                      </a:cubicBezTo>
                      <a:cubicBezTo>
                        <a:pt x="24" y="47"/>
                        <a:pt x="24" y="47"/>
                        <a:pt x="24" y="47"/>
                      </a:cubicBezTo>
                      <a:cubicBezTo>
                        <a:pt x="21" y="48"/>
                        <a:pt x="21" y="48"/>
                        <a:pt x="21" y="48"/>
                      </a:cubicBezTo>
                      <a:cubicBezTo>
                        <a:pt x="19" y="51"/>
                        <a:pt x="19" y="51"/>
                        <a:pt x="19" y="51"/>
                      </a:cubicBezTo>
                      <a:cubicBezTo>
                        <a:pt x="19" y="51"/>
                        <a:pt x="17" y="50"/>
                        <a:pt x="17" y="50"/>
                      </a:cubicBezTo>
                      <a:cubicBezTo>
                        <a:pt x="16" y="50"/>
                        <a:pt x="15" y="51"/>
                        <a:pt x="15" y="51"/>
                      </a:cubicBezTo>
                      <a:cubicBezTo>
                        <a:pt x="15" y="51"/>
                        <a:pt x="13" y="51"/>
                        <a:pt x="13" y="51"/>
                      </a:cubicBezTo>
                      <a:cubicBezTo>
                        <a:pt x="13" y="51"/>
                        <a:pt x="12" y="51"/>
                        <a:pt x="12" y="51"/>
                      </a:cubicBezTo>
                      <a:cubicBezTo>
                        <a:pt x="10" y="50"/>
                        <a:pt x="10" y="50"/>
                        <a:pt x="10" y="50"/>
                      </a:cubicBezTo>
                      <a:cubicBezTo>
                        <a:pt x="7" y="50"/>
                        <a:pt x="7" y="50"/>
                        <a:pt x="7" y="50"/>
                      </a:cubicBezTo>
                      <a:cubicBezTo>
                        <a:pt x="7" y="46"/>
                        <a:pt x="7" y="46"/>
                        <a:pt x="7" y="46"/>
                      </a:cubicBezTo>
                      <a:cubicBezTo>
                        <a:pt x="4" y="44"/>
                        <a:pt x="4" y="44"/>
                        <a:pt x="4" y="44"/>
                      </a:cubicBezTo>
                      <a:cubicBezTo>
                        <a:pt x="3" y="44"/>
                        <a:pt x="3" y="44"/>
                        <a:pt x="3" y="44"/>
                      </a:cubicBezTo>
                      <a:cubicBezTo>
                        <a:pt x="3" y="44"/>
                        <a:pt x="3" y="46"/>
                        <a:pt x="3" y="46"/>
                      </a:cubicBezTo>
                      <a:cubicBezTo>
                        <a:pt x="3" y="46"/>
                        <a:pt x="2" y="47"/>
                        <a:pt x="2" y="47"/>
                      </a:cubicBezTo>
                      <a:cubicBezTo>
                        <a:pt x="0" y="49"/>
                        <a:pt x="0" y="49"/>
                        <a:pt x="0" y="49"/>
                      </a:cubicBezTo>
                      <a:cubicBezTo>
                        <a:pt x="0" y="49"/>
                        <a:pt x="0" y="49"/>
                        <a:pt x="0" y="49"/>
                      </a:cubicBezTo>
                      <a:cubicBezTo>
                        <a:pt x="1" y="50"/>
                        <a:pt x="1" y="51"/>
                        <a:pt x="2" y="52"/>
                      </a:cubicBezTo>
                      <a:cubicBezTo>
                        <a:pt x="4" y="54"/>
                        <a:pt x="5" y="56"/>
                        <a:pt x="5" y="58"/>
                      </a:cubicBezTo>
                      <a:cubicBezTo>
                        <a:pt x="5" y="60"/>
                        <a:pt x="6" y="61"/>
                        <a:pt x="6" y="62"/>
                      </a:cubicBezTo>
                      <a:cubicBezTo>
                        <a:pt x="7" y="64"/>
                        <a:pt x="9" y="65"/>
                        <a:pt x="9" y="67"/>
                      </a:cubicBezTo>
                      <a:cubicBezTo>
                        <a:pt x="9" y="69"/>
                        <a:pt x="10" y="70"/>
                        <a:pt x="11" y="71"/>
                      </a:cubicBezTo>
                      <a:cubicBezTo>
                        <a:pt x="14" y="74"/>
                        <a:pt x="14" y="78"/>
                        <a:pt x="13" y="81"/>
                      </a:cubicBezTo>
                      <a:cubicBezTo>
                        <a:pt x="13" y="81"/>
                        <a:pt x="12" y="82"/>
                        <a:pt x="12" y="82"/>
                      </a:cubicBezTo>
                      <a:cubicBezTo>
                        <a:pt x="11" y="82"/>
                        <a:pt x="10" y="82"/>
                        <a:pt x="10" y="82"/>
                      </a:cubicBezTo>
                      <a:cubicBezTo>
                        <a:pt x="10" y="82"/>
                        <a:pt x="10" y="84"/>
                        <a:pt x="10" y="84"/>
                      </a:cubicBezTo>
                      <a:cubicBezTo>
                        <a:pt x="10" y="85"/>
                        <a:pt x="12" y="86"/>
                        <a:pt x="12" y="87"/>
                      </a:cubicBezTo>
                      <a:cubicBezTo>
                        <a:pt x="13" y="87"/>
                        <a:pt x="13" y="87"/>
                        <a:pt x="13" y="88"/>
                      </a:cubicBezTo>
                      <a:cubicBezTo>
                        <a:pt x="13" y="89"/>
                        <a:pt x="14" y="90"/>
                        <a:pt x="14" y="90"/>
                      </a:cubicBezTo>
                      <a:cubicBezTo>
                        <a:pt x="14" y="91"/>
                        <a:pt x="14" y="90"/>
                        <a:pt x="14" y="91"/>
                      </a:cubicBezTo>
                      <a:cubicBezTo>
                        <a:pt x="13" y="92"/>
                        <a:pt x="14" y="93"/>
                        <a:pt x="14" y="93"/>
                      </a:cubicBezTo>
                      <a:cubicBezTo>
                        <a:pt x="15" y="93"/>
                        <a:pt x="16" y="92"/>
                        <a:pt x="16" y="92"/>
                      </a:cubicBezTo>
                      <a:cubicBezTo>
                        <a:pt x="16" y="92"/>
                        <a:pt x="17" y="93"/>
                        <a:pt x="17" y="94"/>
                      </a:cubicBezTo>
                      <a:cubicBezTo>
                        <a:pt x="17" y="94"/>
                        <a:pt x="17" y="95"/>
                        <a:pt x="18" y="95"/>
                      </a:cubicBezTo>
                      <a:cubicBezTo>
                        <a:pt x="18" y="95"/>
                        <a:pt x="19" y="94"/>
                        <a:pt x="19" y="95"/>
                      </a:cubicBezTo>
                      <a:cubicBezTo>
                        <a:pt x="20" y="96"/>
                        <a:pt x="20" y="97"/>
                        <a:pt x="21" y="97"/>
                      </a:cubicBezTo>
                      <a:cubicBezTo>
                        <a:pt x="21" y="98"/>
                        <a:pt x="21" y="98"/>
                        <a:pt x="22" y="98"/>
                      </a:cubicBezTo>
                      <a:cubicBezTo>
                        <a:pt x="23" y="98"/>
                        <a:pt x="23" y="98"/>
                        <a:pt x="24" y="98"/>
                      </a:cubicBezTo>
                      <a:cubicBezTo>
                        <a:pt x="24" y="99"/>
                        <a:pt x="24" y="99"/>
                        <a:pt x="25" y="98"/>
                      </a:cubicBezTo>
                      <a:cubicBezTo>
                        <a:pt x="26" y="98"/>
                        <a:pt x="26" y="98"/>
                        <a:pt x="27" y="97"/>
                      </a:cubicBezTo>
                      <a:cubicBezTo>
                        <a:pt x="27" y="97"/>
                        <a:pt x="27" y="96"/>
                        <a:pt x="28" y="96"/>
                      </a:cubicBezTo>
                      <a:cubicBezTo>
                        <a:pt x="29" y="96"/>
                        <a:pt x="30" y="96"/>
                        <a:pt x="30" y="96"/>
                      </a:cubicBezTo>
                      <a:cubicBezTo>
                        <a:pt x="30" y="96"/>
                        <a:pt x="30" y="95"/>
                        <a:pt x="31" y="95"/>
                      </a:cubicBezTo>
                      <a:cubicBezTo>
                        <a:pt x="31" y="95"/>
                        <a:pt x="31" y="95"/>
                        <a:pt x="31" y="95"/>
                      </a:cubicBezTo>
                      <a:cubicBezTo>
                        <a:pt x="32" y="95"/>
                        <a:pt x="33" y="95"/>
                        <a:pt x="34" y="95"/>
                      </a:cubicBezTo>
                      <a:cubicBezTo>
                        <a:pt x="34" y="95"/>
                        <a:pt x="33" y="95"/>
                        <a:pt x="34" y="95"/>
                      </a:cubicBezTo>
                      <a:cubicBezTo>
                        <a:pt x="36" y="95"/>
                        <a:pt x="35" y="96"/>
                        <a:pt x="37" y="95"/>
                      </a:cubicBezTo>
                      <a:cubicBezTo>
                        <a:pt x="37" y="94"/>
                        <a:pt x="37" y="94"/>
                        <a:pt x="38" y="94"/>
                      </a:cubicBezTo>
                      <a:cubicBezTo>
                        <a:pt x="38" y="94"/>
                        <a:pt x="38" y="94"/>
                        <a:pt x="38" y="94"/>
                      </a:cubicBezTo>
                      <a:cubicBezTo>
                        <a:pt x="38" y="93"/>
                        <a:pt x="39" y="94"/>
                        <a:pt x="39" y="93"/>
                      </a:cubicBezTo>
                      <a:cubicBezTo>
                        <a:pt x="39" y="93"/>
                        <a:pt x="39" y="93"/>
                        <a:pt x="40" y="92"/>
                      </a:cubicBezTo>
                      <a:cubicBezTo>
                        <a:pt x="40" y="92"/>
                        <a:pt x="40" y="92"/>
                        <a:pt x="41" y="92"/>
                      </a:cubicBezTo>
                      <a:cubicBezTo>
                        <a:pt x="42" y="92"/>
                        <a:pt x="44" y="92"/>
                        <a:pt x="46" y="92"/>
                      </a:cubicBezTo>
                      <a:cubicBezTo>
                        <a:pt x="46" y="92"/>
                        <a:pt x="47" y="92"/>
                        <a:pt x="47" y="93"/>
                      </a:cubicBezTo>
                      <a:cubicBezTo>
                        <a:pt x="47" y="93"/>
                        <a:pt x="48" y="92"/>
                        <a:pt x="48" y="92"/>
                      </a:cubicBezTo>
                      <a:cubicBezTo>
                        <a:pt x="49" y="92"/>
                        <a:pt x="49" y="92"/>
                        <a:pt x="50" y="92"/>
                      </a:cubicBezTo>
                      <a:cubicBezTo>
                        <a:pt x="51" y="92"/>
                        <a:pt x="53" y="92"/>
                        <a:pt x="54" y="93"/>
                      </a:cubicBezTo>
                      <a:cubicBezTo>
                        <a:pt x="55" y="93"/>
                        <a:pt x="56" y="94"/>
                        <a:pt x="57" y="94"/>
                      </a:cubicBezTo>
                      <a:cubicBezTo>
                        <a:pt x="57" y="93"/>
                        <a:pt x="58" y="92"/>
                        <a:pt x="59" y="92"/>
                      </a:cubicBezTo>
                      <a:cubicBezTo>
                        <a:pt x="59" y="92"/>
                        <a:pt x="60" y="92"/>
                        <a:pt x="61" y="92"/>
                      </a:cubicBezTo>
                      <a:cubicBezTo>
                        <a:pt x="61" y="92"/>
                        <a:pt x="62" y="92"/>
                        <a:pt x="62" y="92"/>
                      </a:cubicBezTo>
                      <a:cubicBezTo>
                        <a:pt x="63" y="92"/>
                        <a:pt x="63" y="91"/>
                        <a:pt x="63" y="91"/>
                      </a:cubicBezTo>
                      <a:cubicBezTo>
                        <a:pt x="63" y="90"/>
                        <a:pt x="64" y="89"/>
                        <a:pt x="65" y="89"/>
                      </a:cubicBezTo>
                      <a:cubicBezTo>
                        <a:pt x="66" y="89"/>
                        <a:pt x="66" y="89"/>
                        <a:pt x="66" y="89"/>
                      </a:cubicBezTo>
                      <a:cubicBezTo>
                        <a:pt x="66" y="90"/>
                        <a:pt x="66" y="90"/>
                        <a:pt x="66" y="90"/>
                      </a:cubicBezTo>
                      <a:cubicBezTo>
                        <a:pt x="67" y="90"/>
                        <a:pt x="68" y="90"/>
                        <a:pt x="69" y="90"/>
                      </a:cubicBezTo>
                      <a:cubicBezTo>
                        <a:pt x="69" y="90"/>
                        <a:pt x="70" y="90"/>
                        <a:pt x="71" y="89"/>
                      </a:cubicBezTo>
                      <a:cubicBezTo>
                        <a:pt x="72" y="88"/>
                        <a:pt x="73" y="88"/>
                        <a:pt x="73" y="87"/>
                      </a:cubicBezTo>
                      <a:cubicBezTo>
                        <a:pt x="74" y="87"/>
                        <a:pt x="74" y="87"/>
                        <a:pt x="74" y="87"/>
                      </a:cubicBezTo>
                      <a:cubicBezTo>
                        <a:pt x="75" y="87"/>
                        <a:pt x="76" y="86"/>
                        <a:pt x="76" y="86"/>
                      </a:cubicBezTo>
                      <a:cubicBezTo>
                        <a:pt x="77" y="85"/>
                        <a:pt x="78" y="84"/>
                        <a:pt x="78" y="84"/>
                      </a:cubicBezTo>
                      <a:cubicBezTo>
                        <a:pt x="82" y="81"/>
                        <a:pt x="82" y="81"/>
                        <a:pt x="82" y="81"/>
                      </a:cubicBezTo>
                      <a:cubicBezTo>
                        <a:pt x="85" y="78"/>
                        <a:pt x="90" y="71"/>
                        <a:pt x="90" y="71"/>
                      </a:cubicBezTo>
                      <a:cubicBezTo>
                        <a:pt x="90" y="71"/>
                        <a:pt x="92" y="70"/>
                        <a:pt x="92" y="69"/>
                      </a:cubicBezTo>
                      <a:cubicBezTo>
                        <a:pt x="95" y="67"/>
                        <a:pt x="96" y="64"/>
                        <a:pt x="98" y="61"/>
                      </a:cubicBezTo>
                      <a:cubicBezTo>
                        <a:pt x="99" y="59"/>
                        <a:pt x="102" y="54"/>
                        <a:pt x="103" y="53"/>
                      </a:cubicBezTo>
                      <a:cubicBezTo>
                        <a:pt x="103" y="52"/>
                        <a:pt x="104" y="52"/>
                        <a:pt x="106" y="51"/>
                      </a:cubicBezTo>
                      <a:cubicBezTo>
                        <a:pt x="107" y="51"/>
                        <a:pt x="108" y="49"/>
                        <a:pt x="109" y="48"/>
                      </a:cubicBezTo>
                      <a:cubicBezTo>
                        <a:pt x="109" y="47"/>
                        <a:pt x="110" y="47"/>
                        <a:pt x="110" y="46"/>
                      </a:cubicBezTo>
                      <a:cubicBezTo>
                        <a:pt x="110" y="46"/>
                        <a:pt x="111" y="45"/>
                        <a:pt x="110" y="44"/>
                      </a:cubicBezTo>
                      <a:cubicBezTo>
                        <a:pt x="110" y="44"/>
                        <a:pt x="111" y="43"/>
                        <a:pt x="111" y="42"/>
                      </a:cubicBezTo>
                      <a:cubicBezTo>
                        <a:pt x="111" y="41"/>
                        <a:pt x="111" y="40"/>
                        <a:pt x="111" y="39"/>
                      </a:cubicBezTo>
                      <a:cubicBezTo>
                        <a:pt x="112" y="38"/>
                        <a:pt x="112" y="37"/>
                        <a:pt x="112" y="35"/>
                      </a:cubicBezTo>
                      <a:close/>
                      <a:moveTo>
                        <a:pt x="88" y="55"/>
                      </a:moveTo>
                      <a:cubicBezTo>
                        <a:pt x="86" y="57"/>
                        <a:pt x="86" y="57"/>
                        <a:pt x="86" y="57"/>
                      </a:cubicBezTo>
                      <a:cubicBezTo>
                        <a:pt x="86" y="59"/>
                        <a:pt x="86" y="59"/>
                        <a:pt x="86" y="59"/>
                      </a:cubicBezTo>
                      <a:cubicBezTo>
                        <a:pt x="81" y="61"/>
                        <a:pt x="81" y="61"/>
                        <a:pt x="81" y="61"/>
                      </a:cubicBezTo>
                      <a:cubicBezTo>
                        <a:pt x="79" y="65"/>
                        <a:pt x="79" y="65"/>
                        <a:pt x="79" y="65"/>
                      </a:cubicBezTo>
                      <a:cubicBezTo>
                        <a:pt x="77" y="64"/>
                        <a:pt x="77" y="64"/>
                        <a:pt x="77" y="64"/>
                      </a:cubicBezTo>
                      <a:cubicBezTo>
                        <a:pt x="74" y="62"/>
                        <a:pt x="74" y="62"/>
                        <a:pt x="74" y="62"/>
                      </a:cubicBezTo>
                      <a:cubicBezTo>
                        <a:pt x="74" y="60"/>
                        <a:pt x="74" y="60"/>
                        <a:pt x="74" y="60"/>
                      </a:cubicBezTo>
                      <a:cubicBezTo>
                        <a:pt x="72" y="56"/>
                        <a:pt x="72" y="56"/>
                        <a:pt x="72" y="56"/>
                      </a:cubicBezTo>
                      <a:cubicBezTo>
                        <a:pt x="74" y="55"/>
                        <a:pt x="74" y="55"/>
                        <a:pt x="74" y="55"/>
                      </a:cubicBezTo>
                      <a:cubicBezTo>
                        <a:pt x="76" y="52"/>
                        <a:pt x="76" y="52"/>
                        <a:pt x="76" y="52"/>
                      </a:cubicBezTo>
                      <a:cubicBezTo>
                        <a:pt x="77" y="51"/>
                        <a:pt x="77" y="51"/>
                        <a:pt x="77" y="51"/>
                      </a:cubicBezTo>
                      <a:cubicBezTo>
                        <a:pt x="79" y="51"/>
                        <a:pt x="79" y="51"/>
                        <a:pt x="79" y="51"/>
                      </a:cubicBezTo>
                      <a:cubicBezTo>
                        <a:pt x="80" y="49"/>
                        <a:pt x="80" y="49"/>
                        <a:pt x="80" y="49"/>
                      </a:cubicBezTo>
                      <a:cubicBezTo>
                        <a:pt x="83" y="48"/>
                        <a:pt x="83" y="48"/>
                        <a:pt x="83" y="48"/>
                      </a:cubicBezTo>
                      <a:cubicBezTo>
                        <a:pt x="84" y="50"/>
                        <a:pt x="84" y="50"/>
                        <a:pt x="84" y="50"/>
                      </a:cubicBezTo>
                      <a:cubicBezTo>
                        <a:pt x="88" y="53"/>
                        <a:pt x="88" y="53"/>
                        <a:pt x="88" y="53"/>
                      </a:cubicBezTo>
                      <a:lnTo>
                        <a:pt x="88" y="55"/>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9" name="Freeform 888">
                  <a:extLst>
                    <a:ext uri="{FF2B5EF4-FFF2-40B4-BE49-F238E27FC236}">
                      <a16:creationId xmlns:a16="http://schemas.microsoft.com/office/drawing/2014/main" id="{B5C38BC9-5CEB-29A1-8792-9349EAA16725}"/>
                    </a:ext>
                  </a:extLst>
                </p:cNvPr>
                <p:cNvSpPr>
                  <a:spLocks/>
                </p:cNvSpPr>
                <p:nvPr/>
              </p:nvSpPr>
              <p:spPr bwMode="auto">
                <a:xfrm>
                  <a:off x="6532563" y="4549775"/>
                  <a:ext cx="292100" cy="387350"/>
                </a:xfrm>
                <a:custGeom>
                  <a:avLst/>
                  <a:gdLst>
                    <a:gd name="T0" fmla="*/ 68 w 70"/>
                    <a:gd name="T1" fmla="*/ 1 h 93"/>
                    <a:gd name="T2" fmla="*/ 67 w 70"/>
                    <a:gd name="T3" fmla="*/ 1 h 93"/>
                    <a:gd name="T4" fmla="*/ 65 w 70"/>
                    <a:gd name="T5" fmla="*/ 2 h 93"/>
                    <a:gd name="T6" fmla="*/ 61 w 70"/>
                    <a:gd name="T7" fmla="*/ 4 h 93"/>
                    <a:gd name="T8" fmla="*/ 59 w 70"/>
                    <a:gd name="T9" fmla="*/ 4 h 93"/>
                    <a:gd name="T10" fmla="*/ 53 w 70"/>
                    <a:gd name="T11" fmla="*/ 5 h 93"/>
                    <a:gd name="T12" fmla="*/ 51 w 70"/>
                    <a:gd name="T13" fmla="*/ 5 h 93"/>
                    <a:gd name="T14" fmla="*/ 45 w 70"/>
                    <a:gd name="T15" fmla="*/ 6 h 93"/>
                    <a:gd name="T16" fmla="*/ 41 w 70"/>
                    <a:gd name="T17" fmla="*/ 8 h 93"/>
                    <a:gd name="T18" fmla="*/ 36 w 70"/>
                    <a:gd name="T19" fmla="*/ 9 h 93"/>
                    <a:gd name="T20" fmla="*/ 31 w 70"/>
                    <a:gd name="T21" fmla="*/ 9 h 93"/>
                    <a:gd name="T22" fmla="*/ 26 w 70"/>
                    <a:gd name="T23" fmla="*/ 12 h 93"/>
                    <a:gd name="T24" fmla="*/ 18 w 70"/>
                    <a:gd name="T25" fmla="*/ 7 h 93"/>
                    <a:gd name="T26" fmla="*/ 15 w 70"/>
                    <a:gd name="T27" fmla="*/ 4 h 93"/>
                    <a:gd name="T28" fmla="*/ 15 w 70"/>
                    <a:gd name="T29" fmla="*/ 4 h 93"/>
                    <a:gd name="T30" fmla="*/ 11 w 70"/>
                    <a:gd name="T31" fmla="*/ 9 h 93"/>
                    <a:gd name="T32" fmla="*/ 17 w 70"/>
                    <a:gd name="T33" fmla="*/ 18 h 93"/>
                    <a:gd name="T34" fmla="*/ 20 w 70"/>
                    <a:gd name="T35" fmla="*/ 20 h 93"/>
                    <a:gd name="T36" fmla="*/ 40 w 70"/>
                    <a:gd name="T37" fmla="*/ 27 h 93"/>
                    <a:gd name="T38" fmla="*/ 47 w 70"/>
                    <a:gd name="T39" fmla="*/ 27 h 93"/>
                    <a:gd name="T40" fmla="*/ 27 w 70"/>
                    <a:gd name="T41" fmla="*/ 48 h 93"/>
                    <a:gd name="T42" fmla="*/ 20 w 70"/>
                    <a:gd name="T43" fmla="*/ 48 h 93"/>
                    <a:gd name="T44" fmla="*/ 14 w 70"/>
                    <a:gd name="T45" fmla="*/ 50 h 93"/>
                    <a:gd name="T46" fmla="*/ 12 w 70"/>
                    <a:gd name="T47" fmla="*/ 53 h 93"/>
                    <a:gd name="T48" fmla="*/ 7 w 70"/>
                    <a:gd name="T49" fmla="*/ 53 h 93"/>
                    <a:gd name="T50" fmla="*/ 6 w 70"/>
                    <a:gd name="T51" fmla="*/ 55 h 93"/>
                    <a:gd name="T52" fmla="*/ 0 w 70"/>
                    <a:gd name="T53" fmla="*/ 63 h 93"/>
                    <a:gd name="T54" fmla="*/ 0 w 70"/>
                    <a:gd name="T55" fmla="*/ 87 h 93"/>
                    <a:gd name="T56" fmla="*/ 4 w 70"/>
                    <a:gd name="T57" fmla="*/ 93 h 93"/>
                    <a:gd name="T58" fmla="*/ 8 w 70"/>
                    <a:gd name="T59" fmla="*/ 88 h 93"/>
                    <a:gd name="T60" fmla="*/ 12 w 70"/>
                    <a:gd name="T61" fmla="*/ 84 h 93"/>
                    <a:gd name="T62" fmla="*/ 24 w 70"/>
                    <a:gd name="T63" fmla="*/ 72 h 93"/>
                    <a:gd name="T64" fmla="*/ 24 w 70"/>
                    <a:gd name="T65" fmla="*/ 72 h 93"/>
                    <a:gd name="T66" fmla="*/ 33 w 70"/>
                    <a:gd name="T67" fmla="*/ 67 h 93"/>
                    <a:gd name="T68" fmla="*/ 33 w 70"/>
                    <a:gd name="T69" fmla="*/ 66 h 93"/>
                    <a:gd name="T70" fmla="*/ 33 w 70"/>
                    <a:gd name="T71" fmla="*/ 67 h 93"/>
                    <a:gd name="T72" fmla="*/ 36 w 70"/>
                    <a:gd name="T73" fmla="*/ 64 h 93"/>
                    <a:gd name="T74" fmla="*/ 44 w 70"/>
                    <a:gd name="T75" fmla="*/ 56 h 93"/>
                    <a:gd name="T76" fmla="*/ 51 w 70"/>
                    <a:gd name="T77" fmla="*/ 47 h 93"/>
                    <a:gd name="T78" fmla="*/ 56 w 70"/>
                    <a:gd name="T79" fmla="*/ 38 h 93"/>
                    <a:gd name="T80" fmla="*/ 57 w 70"/>
                    <a:gd name="T81" fmla="*/ 36 h 93"/>
                    <a:gd name="T82" fmla="*/ 60 w 70"/>
                    <a:gd name="T83" fmla="*/ 31 h 93"/>
                    <a:gd name="T84" fmla="*/ 60 w 70"/>
                    <a:gd name="T85" fmla="*/ 28 h 93"/>
                    <a:gd name="T86" fmla="*/ 64 w 70"/>
                    <a:gd name="T87" fmla="*/ 22 h 93"/>
                    <a:gd name="T88" fmla="*/ 67 w 70"/>
                    <a:gd name="T89" fmla="*/ 13 h 93"/>
                    <a:gd name="T90" fmla="*/ 68 w 70"/>
                    <a:gd name="T91" fmla="*/ 12 h 93"/>
                    <a:gd name="T92" fmla="*/ 69 w 70"/>
                    <a:gd name="T93" fmla="*/ 9 h 93"/>
                    <a:gd name="T94" fmla="*/ 69 w 70"/>
                    <a:gd name="T95" fmla="*/ 4 h 93"/>
                    <a:gd name="T96" fmla="*/ 68 w 70"/>
                    <a:gd name="T97" fmla="*/ 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 h="93">
                      <a:moveTo>
                        <a:pt x="68" y="1"/>
                      </a:moveTo>
                      <a:cubicBezTo>
                        <a:pt x="68" y="1"/>
                        <a:pt x="68" y="1"/>
                        <a:pt x="67" y="1"/>
                      </a:cubicBezTo>
                      <a:cubicBezTo>
                        <a:pt x="66" y="0"/>
                        <a:pt x="66" y="1"/>
                        <a:pt x="65" y="2"/>
                      </a:cubicBezTo>
                      <a:cubicBezTo>
                        <a:pt x="64" y="3"/>
                        <a:pt x="63" y="4"/>
                        <a:pt x="61" y="4"/>
                      </a:cubicBezTo>
                      <a:cubicBezTo>
                        <a:pt x="60" y="4"/>
                        <a:pt x="60" y="4"/>
                        <a:pt x="59" y="4"/>
                      </a:cubicBezTo>
                      <a:cubicBezTo>
                        <a:pt x="57" y="4"/>
                        <a:pt x="55" y="6"/>
                        <a:pt x="53" y="5"/>
                      </a:cubicBezTo>
                      <a:cubicBezTo>
                        <a:pt x="52" y="5"/>
                        <a:pt x="51" y="5"/>
                        <a:pt x="51" y="5"/>
                      </a:cubicBezTo>
                      <a:cubicBezTo>
                        <a:pt x="49" y="7"/>
                        <a:pt x="47" y="6"/>
                        <a:pt x="45" y="6"/>
                      </a:cubicBezTo>
                      <a:cubicBezTo>
                        <a:pt x="43" y="6"/>
                        <a:pt x="42" y="7"/>
                        <a:pt x="41" y="8"/>
                      </a:cubicBezTo>
                      <a:cubicBezTo>
                        <a:pt x="39" y="9"/>
                        <a:pt x="38" y="10"/>
                        <a:pt x="36" y="9"/>
                      </a:cubicBezTo>
                      <a:cubicBezTo>
                        <a:pt x="34" y="8"/>
                        <a:pt x="33" y="8"/>
                        <a:pt x="31" y="9"/>
                      </a:cubicBezTo>
                      <a:cubicBezTo>
                        <a:pt x="30" y="11"/>
                        <a:pt x="28" y="11"/>
                        <a:pt x="26" y="12"/>
                      </a:cubicBezTo>
                      <a:cubicBezTo>
                        <a:pt x="22" y="12"/>
                        <a:pt x="20" y="9"/>
                        <a:pt x="18" y="7"/>
                      </a:cubicBezTo>
                      <a:cubicBezTo>
                        <a:pt x="17" y="6"/>
                        <a:pt x="17" y="4"/>
                        <a:pt x="15" y="4"/>
                      </a:cubicBezTo>
                      <a:cubicBezTo>
                        <a:pt x="15" y="4"/>
                        <a:pt x="15" y="4"/>
                        <a:pt x="15" y="4"/>
                      </a:cubicBezTo>
                      <a:cubicBezTo>
                        <a:pt x="11" y="9"/>
                        <a:pt x="11" y="9"/>
                        <a:pt x="11" y="9"/>
                      </a:cubicBezTo>
                      <a:cubicBezTo>
                        <a:pt x="17" y="18"/>
                        <a:pt x="17" y="18"/>
                        <a:pt x="17" y="18"/>
                      </a:cubicBezTo>
                      <a:cubicBezTo>
                        <a:pt x="20" y="20"/>
                        <a:pt x="20" y="20"/>
                        <a:pt x="20" y="20"/>
                      </a:cubicBezTo>
                      <a:cubicBezTo>
                        <a:pt x="40" y="27"/>
                        <a:pt x="40" y="27"/>
                        <a:pt x="40" y="27"/>
                      </a:cubicBezTo>
                      <a:cubicBezTo>
                        <a:pt x="47" y="27"/>
                        <a:pt x="47" y="27"/>
                        <a:pt x="47" y="27"/>
                      </a:cubicBezTo>
                      <a:cubicBezTo>
                        <a:pt x="27" y="48"/>
                        <a:pt x="27" y="48"/>
                        <a:pt x="27" y="48"/>
                      </a:cubicBezTo>
                      <a:cubicBezTo>
                        <a:pt x="20" y="48"/>
                        <a:pt x="20" y="48"/>
                        <a:pt x="20" y="48"/>
                      </a:cubicBezTo>
                      <a:cubicBezTo>
                        <a:pt x="14" y="50"/>
                        <a:pt x="14" y="50"/>
                        <a:pt x="14" y="50"/>
                      </a:cubicBezTo>
                      <a:cubicBezTo>
                        <a:pt x="12" y="53"/>
                        <a:pt x="12" y="53"/>
                        <a:pt x="12" y="53"/>
                      </a:cubicBezTo>
                      <a:cubicBezTo>
                        <a:pt x="7" y="53"/>
                        <a:pt x="7" y="53"/>
                        <a:pt x="7" y="53"/>
                      </a:cubicBezTo>
                      <a:cubicBezTo>
                        <a:pt x="6" y="55"/>
                        <a:pt x="6" y="55"/>
                        <a:pt x="6" y="55"/>
                      </a:cubicBezTo>
                      <a:cubicBezTo>
                        <a:pt x="0" y="63"/>
                        <a:pt x="0" y="63"/>
                        <a:pt x="0" y="63"/>
                      </a:cubicBezTo>
                      <a:cubicBezTo>
                        <a:pt x="0" y="87"/>
                        <a:pt x="0" y="87"/>
                        <a:pt x="0" y="87"/>
                      </a:cubicBezTo>
                      <a:cubicBezTo>
                        <a:pt x="4" y="93"/>
                        <a:pt x="4" y="93"/>
                        <a:pt x="4" y="93"/>
                      </a:cubicBezTo>
                      <a:cubicBezTo>
                        <a:pt x="5" y="92"/>
                        <a:pt x="7" y="90"/>
                        <a:pt x="8" y="88"/>
                      </a:cubicBezTo>
                      <a:cubicBezTo>
                        <a:pt x="9" y="87"/>
                        <a:pt x="10" y="85"/>
                        <a:pt x="12" y="84"/>
                      </a:cubicBezTo>
                      <a:cubicBezTo>
                        <a:pt x="15" y="79"/>
                        <a:pt x="19" y="76"/>
                        <a:pt x="24" y="72"/>
                      </a:cubicBezTo>
                      <a:cubicBezTo>
                        <a:pt x="24" y="72"/>
                        <a:pt x="24" y="72"/>
                        <a:pt x="24" y="72"/>
                      </a:cubicBezTo>
                      <a:cubicBezTo>
                        <a:pt x="27" y="70"/>
                        <a:pt x="30" y="69"/>
                        <a:pt x="33" y="67"/>
                      </a:cubicBezTo>
                      <a:cubicBezTo>
                        <a:pt x="33" y="66"/>
                        <a:pt x="33" y="66"/>
                        <a:pt x="33" y="66"/>
                      </a:cubicBezTo>
                      <a:cubicBezTo>
                        <a:pt x="33" y="66"/>
                        <a:pt x="33" y="66"/>
                        <a:pt x="33" y="67"/>
                      </a:cubicBezTo>
                      <a:cubicBezTo>
                        <a:pt x="34" y="66"/>
                        <a:pt x="35" y="65"/>
                        <a:pt x="36" y="64"/>
                      </a:cubicBezTo>
                      <a:cubicBezTo>
                        <a:pt x="40" y="62"/>
                        <a:pt x="42" y="59"/>
                        <a:pt x="44" y="56"/>
                      </a:cubicBezTo>
                      <a:cubicBezTo>
                        <a:pt x="47" y="53"/>
                        <a:pt x="49" y="50"/>
                        <a:pt x="51" y="47"/>
                      </a:cubicBezTo>
                      <a:cubicBezTo>
                        <a:pt x="53" y="44"/>
                        <a:pt x="55" y="41"/>
                        <a:pt x="56" y="38"/>
                      </a:cubicBezTo>
                      <a:cubicBezTo>
                        <a:pt x="56" y="37"/>
                        <a:pt x="56" y="36"/>
                        <a:pt x="57" y="36"/>
                      </a:cubicBezTo>
                      <a:cubicBezTo>
                        <a:pt x="58" y="34"/>
                        <a:pt x="59" y="32"/>
                        <a:pt x="60" y="31"/>
                      </a:cubicBezTo>
                      <a:cubicBezTo>
                        <a:pt x="60" y="30"/>
                        <a:pt x="60" y="29"/>
                        <a:pt x="60" y="28"/>
                      </a:cubicBezTo>
                      <a:cubicBezTo>
                        <a:pt x="62" y="27"/>
                        <a:pt x="63" y="24"/>
                        <a:pt x="64" y="22"/>
                      </a:cubicBezTo>
                      <a:cubicBezTo>
                        <a:pt x="67" y="19"/>
                        <a:pt x="67" y="17"/>
                        <a:pt x="67" y="13"/>
                      </a:cubicBezTo>
                      <a:cubicBezTo>
                        <a:pt x="67" y="13"/>
                        <a:pt x="67" y="12"/>
                        <a:pt x="68" y="12"/>
                      </a:cubicBezTo>
                      <a:cubicBezTo>
                        <a:pt x="69" y="11"/>
                        <a:pt x="69" y="10"/>
                        <a:pt x="69" y="9"/>
                      </a:cubicBezTo>
                      <a:cubicBezTo>
                        <a:pt x="69" y="7"/>
                        <a:pt x="68" y="6"/>
                        <a:pt x="69" y="4"/>
                      </a:cubicBezTo>
                      <a:cubicBezTo>
                        <a:pt x="70" y="2"/>
                        <a:pt x="70" y="2"/>
                        <a:pt x="68" y="1"/>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0" name="Freeform 889">
                  <a:extLst>
                    <a:ext uri="{FF2B5EF4-FFF2-40B4-BE49-F238E27FC236}">
                      <a16:creationId xmlns:a16="http://schemas.microsoft.com/office/drawing/2014/main" id="{1FAC4DE2-3D8E-ED72-BC9E-8616E2C23661}"/>
                    </a:ext>
                  </a:extLst>
                </p:cNvPr>
                <p:cNvSpPr>
                  <a:spLocks noEditPoints="1"/>
                </p:cNvSpPr>
                <p:nvPr/>
              </p:nvSpPr>
              <p:spPr bwMode="auto">
                <a:xfrm>
                  <a:off x="4997450" y="4605338"/>
                  <a:ext cx="87312" cy="90488"/>
                </a:xfrm>
                <a:custGeom>
                  <a:avLst/>
                  <a:gdLst>
                    <a:gd name="T0" fmla="*/ 5 w 21"/>
                    <a:gd name="T1" fmla="*/ 17 h 22"/>
                    <a:gd name="T2" fmla="*/ 4 w 21"/>
                    <a:gd name="T3" fmla="*/ 18 h 22"/>
                    <a:gd name="T4" fmla="*/ 5 w 21"/>
                    <a:gd name="T5" fmla="*/ 17 h 22"/>
                    <a:gd name="T6" fmla="*/ 19 w 21"/>
                    <a:gd name="T7" fmla="*/ 10 h 22"/>
                    <a:gd name="T8" fmla="*/ 19 w 21"/>
                    <a:gd name="T9" fmla="*/ 9 h 22"/>
                    <a:gd name="T10" fmla="*/ 19 w 21"/>
                    <a:gd name="T11" fmla="*/ 7 h 22"/>
                    <a:gd name="T12" fmla="*/ 14 w 21"/>
                    <a:gd name="T13" fmla="*/ 0 h 22"/>
                    <a:gd name="T14" fmla="*/ 5 w 21"/>
                    <a:gd name="T15" fmla="*/ 2 h 22"/>
                    <a:gd name="T16" fmla="*/ 4 w 21"/>
                    <a:gd name="T17" fmla="*/ 5 h 22"/>
                    <a:gd name="T18" fmla="*/ 3 w 21"/>
                    <a:gd name="T19" fmla="*/ 5 h 22"/>
                    <a:gd name="T20" fmla="*/ 2 w 21"/>
                    <a:gd name="T21" fmla="*/ 7 h 22"/>
                    <a:gd name="T22" fmla="*/ 1 w 21"/>
                    <a:gd name="T23" fmla="*/ 7 h 22"/>
                    <a:gd name="T24" fmla="*/ 0 w 21"/>
                    <a:gd name="T25" fmla="*/ 8 h 22"/>
                    <a:gd name="T26" fmla="*/ 1 w 21"/>
                    <a:gd name="T27" fmla="*/ 8 h 22"/>
                    <a:gd name="T28" fmla="*/ 1 w 21"/>
                    <a:gd name="T29" fmla="*/ 12 h 22"/>
                    <a:gd name="T30" fmla="*/ 2 w 21"/>
                    <a:gd name="T31" fmla="*/ 13 h 22"/>
                    <a:gd name="T32" fmla="*/ 4 w 21"/>
                    <a:gd name="T33" fmla="*/ 15 h 22"/>
                    <a:gd name="T34" fmla="*/ 5 w 21"/>
                    <a:gd name="T35" fmla="*/ 17 h 22"/>
                    <a:gd name="T36" fmla="*/ 6 w 21"/>
                    <a:gd name="T37" fmla="*/ 18 h 22"/>
                    <a:gd name="T38" fmla="*/ 7 w 21"/>
                    <a:gd name="T39" fmla="*/ 18 h 22"/>
                    <a:gd name="T40" fmla="*/ 7 w 21"/>
                    <a:gd name="T41" fmla="*/ 19 h 22"/>
                    <a:gd name="T42" fmla="*/ 13 w 21"/>
                    <a:gd name="T43" fmla="*/ 22 h 22"/>
                    <a:gd name="T44" fmla="*/ 15 w 21"/>
                    <a:gd name="T45" fmla="*/ 18 h 22"/>
                    <a:gd name="T46" fmla="*/ 18 w 21"/>
                    <a:gd name="T47" fmla="*/ 16 h 22"/>
                    <a:gd name="T48" fmla="*/ 19 w 21"/>
                    <a:gd name="T49" fmla="*/ 13 h 22"/>
                    <a:gd name="T50" fmla="*/ 21 w 21"/>
                    <a:gd name="T51" fmla="*/ 13 h 22"/>
                    <a:gd name="T52" fmla="*/ 21 w 21"/>
                    <a:gd name="T53" fmla="*/ 11 h 22"/>
                    <a:gd name="T54" fmla="*/ 18 w 21"/>
                    <a:gd name="T55" fmla="*/ 12 h 22"/>
                    <a:gd name="T56" fmla="*/ 19 w 21"/>
                    <a:gd name="T5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 h="22">
                      <a:moveTo>
                        <a:pt x="5" y="17"/>
                      </a:moveTo>
                      <a:cubicBezTo>
                        <a:pt x="5" y="19"/>
                        <a:pt x="5" y="19"/>
                        <a:pt x="4" y="18"/>
                      </a:cubicBezTo>
                      <a:cubicBezTo>
                        <a:pt x="4" y="17"/>
                        <a:pt x="5" y="18"/>
                        <a:pt x="5" y="17"/>
                      </a:cubicBezTo>
                      <a:close/>
                      <a:moveTo>
                        <a:pt x="19" y="10"/>
                      </a:moveTo>
                      <a:cubicBezTo>
                        <a:pt x="19" y="9"/>
                        <a:pt x="19" y="9"/>
                        <a:pt x="19" y="9"/>
                      </a:cubicBezTo>
                      <a:cubicBezTo>
                        <a:pt x="19" y="7"/>
                        <a:pt x="19" y="7"/>
                        <a:pt x="19" y="7"/>
                      </a:cubicBezTo>
                      <a:cubicBezTo>
                        <a:pt x="14" y="0"/>
                        <a:pt x="14" y="0"/>
                        <a:pt x="14" y="0"/>
                      </a:cubicBezTo>
                      <a:cubicBezTo>
                        <a:pt x="5" y="2"/>
                        <a:pt x="5" y="2"/>
                        <a:pt x="5" y="2"/>
                      </a:cubicBezTo>
                      <a:cubicBezTo>
                        <a:pt x="4" y="5"/>
                        <a:pt x="4" y="5"/>
                        <a:pt x="4" y="5"/>
                      </a:cubicBezTo>
                      <a:cubicBezTo>
                        <a:pt x="3" y="5"/>
                        <a:pt x="3" y="5"/>
                        <a:pt x="3" y="5"/>
                      </a:cubicBezTo>
                      <a:cubicBezTo>
                        <a:pt x="2" y="7"/>
                        <a:pt x="2" y="7"/>
                        <a:pt x="2" y="7"/>
                      </a:cubicBezTo>
                      <a:cubicBezTo>
                        <a:pt x="1" y="7"/>
                        <a:pt x="1" y="7"/>
                        <a:pt x="1" y="7"/>
                      </a:cubicBezTo>
                      <a:cubicBezTo>
                        <a:pt x="1" y="7"/>
                        <a:pt x="0" y="7"/>
                        <a:pt x="0" y="8"/>
                      </a:cubicBezTo>
                      <a:cubicBezTo>
                        <a:pt x="1" y="8"/>
                        <a:pt x="1" y="8"/>
                        <a:pt x="1" y="8"/>
                      </a:cubicBezTo>
                      <a:cubicBezTo>
                        <a:pt x="1" y="9"/>
                        <a:pt x="2" y="10"/>
                        <a:pt x="1" y="12"/>
                      </a:cubicBezTo>
                      <a:cubicBezTo>
                        <a:pt x="1" y="12"/>
                        <a:pt x="1" y="13"/>
                        <a:pt x="2" y="13"/>
                      </a:cubicBezTo>
                      <a:cubicBezTo>
                        <a:pt x="3" y="13"/>
                        <a:pt x="4" y="14"/>
                        <a:pt x="4" y="15"/>
                      </a:cubicBezTo>
                      <a:cubicBezTo>
                        <a:pt x="4" y="16"/>
                        <a:pt x="4" y="17"/>
                        <a:pt x="5" y="17"/>
                      </a:cubicBezTo>
                      <a:cubicBezTo>
                        <a:pt x="6" y="17"/>
                        <a:pt x="6" y="17"/>
                        <a:pt x="6" y="18"/>
                      </a:cubicBezTo>
                      <a:cubicBezTo>
                        <a:pt x="7" y="18"/>
                        <a:pt x="8" y="18"/>
                        <a:pt x="7" y="18"/>
                      </a:cubicBezTo>
                      <a:cubicBezTo>
                        <a:pt x="7" y="19"/>
                        <a:pt x="7" y="19"/>
                        <a:pt x="7" y="19"/>
                      </a:cubicBezTo>
                      <a:cubicBezTo>
                        <a:pt x="9" y="20"/>
                        <a:pt x="11" y="21"/>
                        <a:pt x="13" y="22"/>
                      </a:cubicBezTo>
                      <a:cubicBezTo>
                        <a:pt x="15" y="18"/>
                        <a:pt x="15" y="18"/>
                        <a:pt x="15" y="18"/>
                      </a:cubicBezTo>
                      <a:cubicBezTo>
                        <a:pt x="18" y="16"/>
                        <a:pt x="18" y="16"/>
                        <a:pt x="18" y="16"/>
                      </a:cubicBezTo>
                      <a:cubicBezTo>
                        <a:pt x="19" y="13"/>
                        <a:pt x="19" y="13"/>
                        <a:pt x="19" y="13"/>
                      </a:cubicBezTo>
                      <a:cubicBezTo>
                        <a:pt x="21" y="13"/>
                        <a:pt x="21" y="13"/>
                        <a:pt x="21" y="13"/>
                      </a:cubicBezTo>
                      <a:cubicBezTo>
                        <a:pt x="21" y="11"/>
                        <a:pt x="21" y="11"/>
                        <a:pt x="21" y="11"/>
                      </a:cubicBezTo>
                      <a:cubicBezTo>
                        <a:pt x="18" y="12"/>
                        <a:pt x="18" y="12"/>
                        <a:pt x="18" y="12"/>
                      </a:cubicBezTo>
                      <a:lnTo>
                        <a:pt x="19" y="10"/>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1" name="Freeform 890">
                  <a:extLst>
                    <a:ext uri="{FF2B5EF4-FFF2-40B4-BE49-F238E27FC236}">
                      <a16:creationId xmlns:a16="http://schemas.microsoft.com/office/drawing/2014/main" id="{1B5F303F-CAEF-B517-9970-25A5611B3B5D}"/>
                    </a:ext>
                  </a:extLst>
                </p:cNvPr>
                <p:cNvSpPr>
                  <a:spLocks/>
                </p:cNvSpPr>
                <p:nvPr/>
              </p:nvSpPr>
              <p:spPr bwMode="auto">
                <a:xfrm>
                  <a:off x="4884738" y="4413250"/>
                  <a:ext cx="169862" cy="128588"/>
                </a:xfrm>
                <a:custGeom>
                  <a:avLst/>
                  <a:gdLst>
                    <a:gd name="T0" fmla="*/ 40 w 41"/>
                    <a:gd name="T1" fmla="*/ 27 h 31"/>
                    <a:gd name="T2" fmla="*/ 41 w 41"/>
                    <a:gd name="T3" fmla="*/ 26 h 31"/>
                    <a:gd name="T4" fmla="*/ 39 w 41"/>
                    <a:gd name="T5" fmla="*/ 23 h 31"/>
                    <a:gd name="T6" fmla="*/ 37 w 41"/>
                    <a:gd name="T7" fmla="*/ 24 h 31"/>
                    <a:gd name="T8" fmla="*/ 36 w 41"/>
                    <a:gd name="T9" fmla="*/ 21 h 31"/>
                    <a:gd name="T10" fmla="*/ 37 w 41"/>
                    <a:gd name="T11" fmla="*/ 19 h 31"/>
                    <a:gd name="T12" fmla="*/ 36 w 41"/>
                    <a:gd name="T13" fmla="*/ 17 h 31"/>
                    <a:gd name="T14" fmla="*/ 34 w 41"/>
                    <a:gd name="T15" fmla="*/ 16 h 31"/>
                    <a:gd name="T16" fmla="*/ 34 w 41"/>
                    <a:gd name="T17" fmla="*/ 13 h 31"/>
                    <a:gd name="T18" fmla="*/ 31 w 41"/>
                    <a:gd name="T19" fmla="*/ 11 h 31"/>
                    <a:gd name="T20" fmla="*/ 30 w 41"/>
                    <a:gd name="T21" fmla="*/ 8 h 31"/>
                    <a:gd name="T22" fmla="*/ 27 w 41"/>
                    <a:gd name="T23" fmla="*/ 7 h 31"/>
                    <a:gd name="T24" fmla="*/ 27 w 41"/>
                    <a:gd name="T25" fmla="*/ 4 h 31"/>
                    <a:gd name="T26" fmla="*/ 26 w 41"/>
                    <a:gd name="T27" fmla="*/ 4 h 31"/>
                    <a:gd name="T28" fmla="*/ 23 w 41"/>
                    <a:gd name="T29" fmla="*/ 3 h 31"/>
                    <a:gd name="T30" fmla="*/ 20 w 41"/>
                    <a:gd name="T31" fmla="*/ 0 h 31"/>
                    <a:gd name="T32" fmla="*/ 16 w 41"/>
                    <a:gd name="T33" fmla="*/ 0 h 31"/>
                    <a:gd name="T34" fmla="*/ 11 w 41"/>
                    <a:gd name="T35" fmla="*/ 2 h 31"/>
                    <a:gd name="T36" fmla="*/ 7 w 41"/>
                    <a:gd name="T37" fmla="*/ 1 h 31"/>
                    <a:gd name="T38" fmla="*/ 6 w 41"/>
                    <a:gd name="T39" fmla="*/ 3 h 31"/>
                    <a:gd name="T40" fmla="*/ 6 w 41"/>
                    <a:gd name="T41" fmla="*/ 4 h 31"/>
                    <a:gd name="T42" fmla="*/ 6 w 41"/>
                    <a:gd name="T43" fmla="*/ 5 h 31"/>
                    <a:gd name="T44" fmla="*/ 3 w 41"/>
                    <a:gd name="T45" fmla="*/ 12 h 31"/>
                    <a:gd name="T46" fmla="*/ 0 w 41"/>
                    <a:gd name="T47" fmla="*/ 14 h 31"/>
                    <a:gd name="T48" fmla="*/ 4 w 41"/>
                    <a:gd name="T49" fmla="*/ 19 h 31"/>
                    <a:gd name="T50" fmla="*/ 6 w 41"/>
                    <a:gd name="T51" fmla="*/ 22 h 31"/>
                    <a:gd name="T52" fmla="*/ 12 w 41"/>
                    <a:gd name="T53" fmla="*/ 22 h 31"/>
                    <a:gd name="T54" fmla="*/ 13 w 41"/>
                    <a:gd name="T55" fmla="*/ 20 h 31"/>
                    <a:gd name="T56" fmla="*/ 15 w 41"/>
                    <a:gd name="T57" fmla="*/ 20 h 31"/>
                    <a:gd name="T58" fmla="*/ 20 w 41"/>
                    <a:gd name="T59" fmla="*/ 23 h 31"/>
                    <a:gd name="T60" fmla="*/ 23 w 41"/>
                    <a:gd name="T61" fmla="*/ 21 h 31"/>
                    <a:gd name="T62" fmla="*/ 24 w 41"/>
                    <a:gd name="T63" fmla="*/ 23 h 31"/>
                    <a:gd name="T64" fmla="*/ 20 w 41"/>
                    <a:gd name="T65" fmla="*/ 24 h 31"/>
                    <a:gd name="T66" fmla="*/ 15 w 41"/>
                    <a:gd name="T67" fmla="*/ 21 h 31"/>
                    <a:gd name="T68" fmla="*/ 14 w 41"/>
                    <a:gd name="T69" fmla="*/ 23 h 31"/>
                    <a:gd name="T70" fmla="*/ 10 w 41"/>
                    <a:gd name="T71" fmla="*/ 23 h 31"/>
                    <a:gd name="T72" fmla="*/ 10 w 41"/>
                    <a:gd name="T73" fmla="*/ 25 h 31"/>
                    <a:gd name="T74" fmla="*/ 5 w 41"/>
                    <a:gd name="T75" fmla="*/ 25 h 31"/>
                    <a:gd name="T76" fmla="*/ 4 w 41"/>
                    <a:gd name="T77" fmla="*/ 26 h 31"/>
                    <a:gd name="T78" fmla="*/ 5 w 41"/>
                    <a:gd name="T79" fmla="*/ 30 h 31"/>
                    <a:gd name="T80" fmla="*/ 11 w 41"/>
                    <a:gd name="T81" fmla="*/ 30 h 31"/>
                    <a:gd name="T82" fmla="*/ 14 w 41"/>
                    <a:gd name="T83" fmla="*/ 28 h 31"/>
                    <a:gd name="T84" fmla="*/ 25 w 41"/>
                    <a:gd name="T85" fmla="*/ 28 h 31"/>
                    <a:gd name="T86" fmla="*/ 28 w 41"/>
                    <a:gd name="T87" fmla="*/ 28 h 31"/>
                    <a:gd name="T88" fmla="*/ 29 w 41"/>
                    <a:gd name="T89" fmla="*/ 29 h 31"/>
                    <a:gd name="T90" fmla="*/ 30 w 41"/>
                    <a:gd name="T91" fmla="*/ 29 h 31"/>
                    <a:gd name="T92" fmla="*/ 34 w 41"/>
                    <a:gd name="T93" fmla="*/ 31 h 31"/>
                    <a:gd name="T94" fmla="*/ 35 w 41"/>
                    <a:gd name="T95" fmla="*/ 30 h 31"/>
                    <a:gd name="T96" fmla="*/ 40 w 41"/>
                    <a:gd name="T97" fmla="*/ 30 h 31"/>
                    <a:gd name="T98" fmla="*/ 40 w 41"/>
                    <a:gd name="T99" fmla="*/ 28 h 31"/>
                    <a:gd name="T100" fmla="*/ 40 w 41"/>
                    <a:gd name="T10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1" h="31">
                      <a:moveTo>
                        <a:pt x="40" y="27"/>
                      </a:moveTo>
                      <a:cubicBezTo>
                        <a:pt x="41" y="26"/>
                        <a:pt x="41" y="26"/>
                        <a:pt x="41" y="26"/>
                      </a:cubicBezTo>
                      <a:cubicBezTo>
                        <a:pt x="39" y="23"/>
                        <a:pt x="39" y="23"/>
                        <a:pt x="39" y="23"/>
                      </a:cubicBezTo>
                      <a:cubicBezTo>
                        <a:pt x="37" y="24"/>
                        <a:pt x="37" y="24"/>
                        <a:pt x="37" y="24"/>
                      </a:cubicBezTo>
                      <a:cubicBezTo>
                        <a:pt x="36" y="21"/>
                        <a:pt x="36" y="21"/>
                        <a:pt x="36" y="21"/>
                      </a:cubicBezTo>
                      <a:cubicBezTo>
                        <a:pt x="37" y="19"/>
                        <a:pt x="37" y="19"/>
                        <a:pt x="37" y="19"/>
                      </a:cubicBezTo>
                      <a:cubicBezTo>
                        <a:pt x="36" y="17"/>
                        <a:pt x="36" y="17"/>
                        <a:pt x="36" y="17"/>
                      </a:cubicBezTo>
                      <a:cubicBezTo>
                        <a:pt x="34" y="16"/>
                        <a:pt x="34" y="16"/>
                        <a:pt x="34" y="16"/>
                      </a:cubicBezTo>
                      <a:cubicBezTo>
                        <a:pt x="34" y="13"/>
                        <a:pt x="34" y="13"/>
                        <a:pt x="34" y="13"/>
                      </a:cubicBezTo>
                      <a:cubicBezTo>
                        <a:pt x="31" y="11"/>
                        <a:pt x="31" y="11"/>
                        <a:pt x="31" y="11"/>
                      </a:cubicBezTo>
                      <a:cubicBezTo>
                        <a:pt x="30" y="8"/>
                        <a:pt x="30" y="8"/>
                        <a:pt x="30" y="8"/>
                      </a:cubicBezTo>
                      <a:cubicBezTo>
                        <a:pt x="27" y="7"/>
                        <a:pt x="27" y="7"/>
                        <a:pt x="27" y="7"/>
                      </a:cubicBezTo>
                      <a:cubicBezTo>
                        <a:pt x="27" y="4"/>
                        <a:pt x="27" y="4"/>
                        <a:pt x="27" y="4"/>
                      </a:cubicBezTo>
                      <a:cubicBezTo>
                        <a:pt x="26" y="4"/>
                        <a:pt x="26" y="4"/>
                        <a:pt x="26" y="4"/>
                      </a:cubicBezTo>
                      <a:cubicBezTo>
                        <a:pt x="23" y="3"/>
                        <a:pt x="23" y="3"/>
                        <a:pt x="23" y="3"/>
                      </a:cubicBezTo>
                      <a:cubicBezTo>
                        <a:pt x="20" y="0"/>
                        <a:pt x="20" y="0"/>
                        <a:pt x="20" y="0"/>
                      </a:cubicBezTo>
                      <a:cubicBezTo>
                        <a:pt x="16" y="0"/>
                        <a:pt x="16" y="0"/>
                        <a:pt x="16" y="0"/>
                      </a:cubicBezTo>
                      <a:cubicBezTo>
                        <a:pt x="11" y="2"/>
                        <a:pt x="11" y="2"/>
                        <a:pt x="11" y="2"/>
                      </a:cubicBezTo>
                      <a:cubicBezTo>
                        <a:pt x="7" y="1"/>
                        <a:pt x="7" y="1"/>
                        <a:pt x="7" y="1"/>
                      </a:cubicBezTo>
                      <a:cubicBezTo>
                        <a:pt x="6" y="3"/>
                        <a:pt x="6" y="3"/>
                        <a:pt x="6" y="3"/>
                      </a:cubicBezTo>
                      <a:cubicBezTo>
                        <a:pt x="6" y="3"/>
                        <a:pt x="6" y="3"/>
                        <a:pt x="6" y="4"/>
                      </a:cubicBezTo>
                      <a:cubicBezTo>
                        <a:pt x="6" y="4"/>
                        <a:pt x="6" y="5"/>
                        <a:pt x="6" y="5"/>
                      </a:cubicBezTo>
                      <a:cubicBezTo>
                        <a:pt x="6" y="8"/>
                        <a:pt x="4" y="9"/>
                        <a:pt x="3" y="12"/>
                      </a:cubicBezTo>
                      <a:cubicBezTo>
                        <a:pt x="2" y="12"/>
                        <a:pt x="1" y="13"/>
                        <a:pt x="0" y="14"/>
                      </a:cubicBezTo>
                      <a:cubicBezTo>
                        <a:pt x="2" y="15"/>
                        <a:pt x="3" y="17"/>
                        <a:pt x="4" y="19"/>
                      </a:cubicBezTo>
                      <a:cubicBezTo>
                        <a:pt x="5" y="20"/>
                        <a:pt x="5" y="21"/>
                        <a:pt x="6" y="22"/>
                      </a:cubicBezTo>
                      <a:cubicBezTo>
                        <a:pt x="12" y="22"/>
                        <a:pt x="12" y="22"/>
                        <a:pt x="12" y="22"/>
                      </a:cubicBezTo>
                      <a:cubicBezTo>
                        <a:pt x="13" y="20"/>
                        <a:pt x="13" y="20"/>
                        <a:pt x="13" y="20"/>
                      </a:cubicBezTo>
                      <a:cubicBezTo>
                        <a:pt x="15" y="20"/>
                        <a:pt x="15" y="20"/>
                        <a:pt x="15" y="20"/>
                      </a:cubicBezTo>
                      <a:cubicBezTo>
                        <a:pt x="20" y="23"/>
                        <a:pt x="20" y="23"/>
                        <a:pt x="20" y="23"/>
                      </a:cubicBezTo>
                      <a:cubicBezTo>
                        <a:pt x="23" y="21"/>
                        <a:pt x="23" y="21"/>
                        <a:pt x="23" y="21"/>
                      </a:cubicBezTo>
                      <a:cubicBezTo>
                        <a:pt x="24" y="23"/>
                        <a:pt x="24" y="23"/>
                        <a:pt x="24" y="23"/>
                      </a:cubicBezTo>
                      <a:cubicBezTo>
                        <a:pt x="20" y="24"/>
                        <a:pt x="20" y="24"/>
                        <a:pt x="20" y="24"/>
                      </a:cubicBezTo>
                      <a:cubicBezTo>
                        <a:pt x="15" y="21"/>
                        <a:pt x="15" y="21"/>
                        <a:pt x="15" y="21"/>
                      </a:cubicBezTo>
                      <a:cubicBezTo>
                        <a:pt x="14" y="23"/>
                        <a:pt x="14" y="23"/>
                        <a:pt x="14" y="23"/>
                      </a:cubicBezTo>
                      <a:cubicBezTo>
                        <a:pt x="10" y="23"/>
                        <a:pt x="10" y="23"/>
                        <a:pt x="10" y="23"/>
                      </a:cubicBezTo>
                      <a:cubicBezTo>
                        <a:pt x="10" y="25"/>
                        <a:pt x="10" y="25"/>
                        <a:pt x="10" y="25"/>
                      </a:cubicBezTo>
                      <a:cubicBezTo>
                        <a:pt x="5" y="25"/>
                        <a:pt x="5" y="25"/>
                        <a:pt x="5" y="25"/>
                      </a:cubicBezTo>
                      <a:cubicBezTo>
                        <a:pt x="4" y="25"/>
                        <a:pt x="3" y="25"/>
                        <a:pt x="4" y="26"/>
                      </a:cubicBezTo>
                      <a:cubicBezTo>
                        <a:pt x="5" y="27"/>
                        <a:pt x="5" y="29"/>
                        <a:pt x="5" y="30"/>
                      </a:cubicBezTo>
                      <a:cubicBezTo>
                        <a:pt x="11" y="30"/>
                        <a:pt x="11" y="30"/>
                        <a:pt x="11" y="30"/>
                      </a:cubicBezTo>
                      <a:cubicBezTo>
                        <a:pt x="14" y="28"/>
                        <a:pt x="14" y="28"/>
                        <a:pt x="14" y="28"/>
                      </a:cubicBezTo>
                      <a:cubicBezTo>
                        <a:pt x="25" y="28"/>
                        <a:pt x="25" y="28"/>
                        <a:pt x="25" y="28"/>
                      </a:cubicBezTo>
                      <a:cubicBezTo>
                        <a:pt x="28" y="28"/>
                        <a:pt x="28" y="28"/>
                        <a:pt x="28" y="28"/>
                      </a:cubicBezTo>
                      <a:cubicBezTo>
                        <a:pt x="29" y="29"/>
                        <a:pt x="29" y="29"/>
                        <a:pt x="29" y="29"/>
                      </a:cubicBezTo>
                      <a:cubicBezTo>
                        <a:pt x="30" y="29"/>
                        <a:pt x="30" y="29"/>
                        <a:pt x="30" y="29"/>
                      </a:cubicBezTo>
                      <a:cubicBezTo>
                        <a:pt x="34" y="31"/>
                        <a:pt x="34" y="31"/>
                        <a:pt x="34" y="31"/>
                      </a:cubicBezTo>
                      <a:cubicBezTo>
                        <a:pt x="35" y="30"/>
                        <a:pt x="35" y="30"/>
                        <a:pt x="35" y="30"/>
                      </a:cubicBezTo>
                      <a:cubicBezTo>
                        <a:pt x="40" y="30"/>
                        <a:pt x="40" y="30"/>
                        <a:pt x="40" y="30"/>
                      </a:cubicBezTo>
                      <a:cubicBezTo>
                        <a:pt x="40" y="28"/>
                        <a:pt x="40" y="28"/>
                        <a:pt x="40" y="28"/>
                      </a:cubicBezTo>
                      <a:lnTo>
                        <a:pt x="40" y="27"/>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2" name="Freeform 891">
                  <a:extLst>
                    <a:ext uri="{FF2B5EF4-FFF2-40B4-BE49-F238E27FC236}">
                      <a16:creationId xmlns:a16="http://schemas.microsoft.com/office/drawing/2014/main" id="{3EDDCFD1-5E0B-B307-1636-274DCCBF86C2}"/>
                    </a:ext>
                  </a:extLst>
                </p:cNvPr>
                <p:cNvSpPr>
                  <a:spLocks/>
                </p:cNvSpPr>
                <p:nvPr/>
              </p:nvSpPr>
              <p:spPr bwMode="auto">
                <a:xfrm>
                  <a:off x="5559425" y="4883150"/>
                  <a:ext cx="7937" cy="4763"/>
                </a:xfrm>
                <a:custGeom>
                  <a:avLst/>
                  <a:gdLst>
                    <a:gd name="T0" fmla="*/ 1 w 2"/>
                    <a:gd name="T1" fmla="*/ 0 h 1"/>
                    <a:gd name="T2" fmla="*/ 0 w 2"/>
                    <a:gd name="T3" fmla="*/ 1 h 1"/>
                    <a:gd name="T4" fmla="*/ 0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0" y="1"/>
                      </a:cubicBezTo>
                      <a:cubicBezTo>
                        <a:pt x="0" y="1"/>
                        <a:pt x="0" y="1"/>
                        <a:pt x="0" y="1"/>
                      </a:cubicBezTo>
                      <a:cubicBezTo>
                        <a:pt x="1" y="1"/>
                        <a:pt x="1" y="1"/>
                        <a:pt x="2" y="0"/>
                      </a:cubicBezTo>
                      <a:cubicBezTo>
                        <a:pt x="2" y="0"/>
                        <a:pt x="2" y="0"/>
                        <a:pt x="1" y="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3" name="Freeform 892">
                  <a:extLst>
                    <a:ext uri="{FF2B5EF4-FFF2-40B4-BE49-F238E27FC236}">
                      <a16:creationId xmlns:a16="http://schemas.microsoft.com/office/drawing/2014/main" id="{2B94572A-EFBF-C041-9AE3-A69A36D097D5}"/>
                    </a:ext>
                  </a:extLst>
                </p:cNvPr>
                <p:cNvSpPr>
                  <a:spLocks/>
                </p:cNvSpPr>
                <p:nvPr/>
              </p:nvSpPr>
              <p:spPr bwMode="auto">
                <a:xfrm>
                  <a:off x="6188075" y="4921250"/>
                  <a:ext cx="57150" cy="49213"/>
                </a:xfrm>
                <a:custGeom>
                  <a:avLst/>
                  <a:gdLst>
                    <a:gd name="T0" fmla="*/ 15 w 36"/>
                    <a:gd name="T1" fmla="*/ 5 h 31"/>
                    <a:gd name="T2" fmla="*/ 10 w 36"/>
                    <a:gd name="T3" fmla="*/ 8 h 31"/>
                    <a:gd name="T4" fmla="*/ 5 w 36"/>
                    <a:gd name="T5" fmla="*/ 13 h 31"/>
                    <a:gd name="T6" fmla="*/ 5 w 36"/>
                    <a:gd name="T7" fmla="*/ 18 h 31"/>
                    <a:gd name="T8" fmla="*/ 0 w 36"/>
                    <a:gd name="T9" fmla="*/ 24 h 31"/>
                    <a:gd name="T10" fmla="*/ 2 w 36"/>
                    <a:gd name="T11" fmla="*/ 29 h 31"/>
                    <a:gd name="T12" fmla="*/ 2 w 36"/>
                    <a:gd name="T13" fmla="*/ 29 h 31"/>
                    <a:gd name="T14" fmla="*/ 5 w 36"/>
                    <a:gd name="T15" fmla="*/ 26 h 31"/>
                    <a:gd name="T16" fmla="*/ 10 w 36"/>
                    <a:gd name="T17" fmla="*/ 29 h 31"/>
                    <a:gd name="T18" fmla="*/ 10 w 36"/>
                    <a:gd name="T19" fmla="*/ 31 h 31"/>
                    <a:gd name="T20" fmla="*/ 15 w 36"/>
                    <a:gd name="T21" fmla="*/ 31 h 31"/>
                    <a:gd name="T22" fmla="*/ 21 w 36"/>
                    <a:gd name="T23" fmla="*/ 29 h 31"/>
                    <a:gd name="T24" fmla="*/ 21 w 36"/>
                    <a:gd name="T25" fmla="*/ 24 h 31"/>
                    <a:gd name="T26" fmla="*/ 23 w 36"/>
                    <a:gd name="T27" fmla="*/ 24 h 31"/>
                    <a:gd name="T28" fmla="*/ 28 w 36"/>
                    <a:gd name="T29" fmla="*/ 21 h 31"/>
                    <a:gd name="T30" fmla="*/ 31 w 36"/>
                    <a:gd name="T31" fmla="*/ 24 h 31"/>
                    <a:gd name="T32" fmla="*/ 34 w 36"/>
                    <a:gd name="T33" fmla="*/ 24 h 31"/>
                    <a:gd name="T34" fmla="*/ 36 w 36"/>
                    <a:gd name="T35" fmla="*/ 18 h 31"/>
                    <a:gd name="T36" fmla="*/ 36 w 36"/>
                    <a:gd name="T37" fmla="*/ 13 h 31"/>
                    <a:gd name="T38" fmla="*/ 36 w 36"/>
                    <a:gd name="T39" fmla="*/ 10 h 31"/>
                    <a:gd name="T40" fmla="*/ 28 w 36"/>
                    <a:gd name="T41" fmla="*/ 0 h 31"/>
                    <a:gd name="T42" fmla="*/ 23 w 36"/>
                    <a:gd name="T43" fmla="*/ 5 h 31"/>
                    <a:gd name="T44" fmla="*/ 15 w 36"/>
                    <a:gd name="T45"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31">
                      <a:moveTo>
                        <a:pt x="15" y="5"/>
                      </a:moveTo>
                      <a:lnTo>
                        <a:pt x="10" y="8"/>
                      </a:lnTo>
                      <a:lnTo>
                        <a:pt x="5" y="13"/>
                      </a:lnTo>
                      <a:lnTo>
                        <a:pt x="5" y="18"/>
                      </a:lnTo>
                      <a:lnTo>
                        <a:pt x="0" y="24"/>
                      </a:lnTo>
                      <a:lnTo>
                        <a:pt x="2" y="29"/>
                      </a:lnTo>
                      <a:lnTo>
                        <a:pt x="2" y="29"/>
                      </a:lnTo>
                      <a:lnTo>
                        <a:pt x="5" y="26"/>
                      </a:lnTo>
                      <a:lnTo>
                        <a:pt x="10" y="29"/>
                      </a:lnTo>
                      <a:lnTo>
                        <a:pt x="10" y="31"/>
                      </a:lnTo>
                      <a:lnTo>
                        <a:pt x="15" y="31"/>
                      </a:lnTo>
                      <a:lnTo>
                        <a:pt x="21" y="29"/>
                      </a:lnTo>
                      <a:lnTo>
                        <a:pt x="21" y="24"/>
                      </a:lnTo>
                      <a:lnTo>
                        <a:pt x="23" y="24"/>
                      </a:lnTo>
                      <a:lnTo>
                        <a:pt x="28" y="21"/>
                      </a:lnTo>
                      <a:lnTo>
                        <a:pt x="31" y="24"/>
                      </a:lnTo>
                      <a:lnTo>
                        <a:pt x="34" y="24"/>
                      </a:lnTo>
                      <a:lnTo>
                        <a:pt x="36" y="18"/>
                      </a:lnTo>
                      <a:lnTo>
                        <a:pt x="36" y="13"/>
                      </a:lnTo>
                      <a:lnTo>
                        <a:pt x="36" y="10"/>
                      </a:lnTo>
                      <a:lnTo>
                        <a:pt x="28" y="0"/>
                      </a:lnTo>
                      <a:lnTo>
                        <a:pt x="23" y="5"/>
                      </a:lnTo>
                      <a:lnTo>
                        <a:pt x="15" y="5"/>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4" name="Freeform 893">
                  <a:extLst>
                    <a:ext uri="{FF2B5EF4-FFF2-40B4-BE49-F238E27FC236}">
                      <a16:creationId xmlns:a16="http://schemas.microsoft.com/office/drawing/2014/main" id="{56B9010C-255A-11A2-4EE4-1B41C14A0D49}"/>
                    </a:ext>
                  </a:extLst>
                </p:cNvPr>
                <p:cNvSpPr>
                  <a:spLocks/>
                </p:cNvSpPr>
                <p:nvPr/>
              </p:nvSpPr>
              <p:spPr bwMode="auto">
                <a:xfrm>
                  <a:off x="5451475" y="4492625"/>
                  <a:ext cx="336550" cy="277813"/>
                </a:xfrm>
                <a:custGeom>
                  <a:avLst/>
                  <a:gdLst>
                    <a:gd name="T0" fmla="*/ 66 w 81"/>
                    <a:gd name="T1" fmla="*/ 6 h 67"/>
                    <a:gd name="T2" fmla="*/ 54 w 81"/>
                    <a:gd name="T3" fmla="*/ 4 h 67"/>
                    <a:gd name="T4" fmla="*/ 47 w 81"/>
                    <a:gd name="T5" fmla="*/ 8 h 67"/>
                    <a:gd name="T6" fmla="*/ 35 w 81"/>
                    <a:gd name="T7" fmla="*/ 4 h 67"/>
                    <a:gd name="T8" fmla="*/ 24 w 81"/>
                    <a:gd name="T9" fmla="*/ 2 h 67"/>
                    <a:gd name="T10" fmla="*/ 17 w 81"/>
                    <a:gd name="T11" fmla="*/ 2 h 67"/>
                    <a:gd name="T12" fmla="*/ 14 w 81"/>
                    <a:gd name="T13" fmla="*/ 1 h 67"/>
                    <a:gd name="T14" fmla="*/ 9 w 81"/>
                    <a:gd name="T15" fmla="*/ 7 h 67"/>
                    <a:gd name="T16" fmla="*/ 6 w 81"/>
                    <a:gd name="T17" fmla="*/ 15 h 67"/>
                    <a:gd name="T18" fmla="*/ 5 w 81"/>
                    <a:gd name="T19" fmla="*/ 18 h 67"/>
                    <a:gd name="T20" fmla="*/ 7 w 81"/>
                    <a:gd name="T21" fmla="*/ 20 h 67"/>
                    <a:gd name="T22" fmla="*/ 7 w 81"/>
                    <a:gd name="T23" fmla="*/ 25 h 67"/>
                    <a:gd name="T24" fmla="*/ 6 w 81"/>
                    <a:gd name="T25" fmla="*/ 26 h 67"/>
                    <a:gd name="T26" fmla="*/ 4 w 81"/>
                    <a:gd name="T27" fmla="*/ 29 h 67"/>
                    <a:gd name="T28" fmla="*/ 0 w 81"/>
                    <a:gd name="T29" fmla="*/ 34 h 67"/>
                    <a:gd name="T30" fmla="*/ 0 w 81"/>
                    <a:gd name="T31" fmla="*/ 44 h 67"/>
                    <a:gd name="T32" fmla="*/ 4 w 81"/>
                    <a:gd name="T33" fmla="*/ 52 h 67"/>
                    <a:gd name="T34" fmla="*/ 7 w 81"/>
                    <a:gd name="T35" fmla="*/ 53 h 67"/>
                    <a:gd name="T36" fmla="*/ 17 w 81"/>
                    <a:gd name="T37" fmla="*/ 58 h 67"/>
                    <a:gd name="T38" fmla="*/ 22 w 81"/>
                    <a:gd name="T39" fmla="*/ 60 h 67"/>
                    <a:gd name="T40" fmla="*/ 18 w 81"/>
                    <a:gd name="T41" fmla="*/ 60 h 67"/>
                    <a:gd name="T42" fmla="*/ 22 w 81"/>
                    <a:gd name="T43" fmla="*/ 66 h 67"/>
                    <a:gd name="T44" fmla="*/ 24 w 81"/>
                    <a:gd name="T45" fmla="*/ 67 h 67"/>
                    <a:gd name="T46" fmla="*/ 25 w 81"/>
                    <a:gd name="T47" fmla="*/ 67 h 67"/>
                    <a:gd name="T48" fmla="*/ 31 w 81"/>
                    <a:gd name="T49" fmla="*/ 66 h 67"/>
                    <a:gd name="T50" fmla="*/ 36 w 81"/>
                    <a:gd name="T51" fmla="*/ 66 h 67"/>
                    <a:gd name="T52" fmla="*/ 39 w 81"/>
                    <a:gd name="T53" fmla="*/ 64 h 67"/>
                    <a:gd name="T54" fmla="*/ 41 w 81"/>
                    <a:gd name="T55" fmla="*/ 56 h 67"/>
                    <a:gd name="T56" fmla="*/ 47 w 81"/>
                    <a:gd name="T57" fmla="*/ 51 h 67"/>
                    <a:gd name="T58" fmla="*/ 50 w 81"/>
                    <a:gd name="T59" fmla="*/ 48 h 67"/>
                    <a:gd name="T60" fmla="*/ 53 w 81"/>
                    <a:gd name="T61" fmla="*/ 49 h 67"/>
                    <a:gd name="T62" fmla="*/ 56 w 81"/>
                    <a:gd name="T63" fmla="*/ 50 h 67"/>
                    <a:gd name="T64" fmla="*/ 57 w 81"/>
                    <a:gd name="T65" fmla="*/ 51 h 67"/>
                    <a:gd name="T66" fmla="*/ 60 w 81"/>
                    <a:gd name="T67" fmla="*/ 48 h 67"/>
                    <a:gd name="T68" fmla="*/ 62 w 81"/>
                    <a:gd name="T69" fmla="*/ 44 h 67"/>
                    <a:gd name="T70" fmla="*/ 65 w 81"/>
                    <a:gd name="T71" fmla="*/ 38 h 67"/>
                    <a:gd name="T72" fmla="*/ 69 w 81"/>
                    <a:gd name="T73" fmla="*/ 32 h 67"/>
                    <a:gd name="T74" fmla="*/ 71 w 81"/>
                    <a:gd name="T75" fmla="*/ 27 h 67"/>
                    <a:gd name="T76" fmla="*/ 75 w 81"/>
                    <a:gd name="T77" fmla="*/ 20 h 67"/>
                    <a:gd name="T78" fmla="*/ 78 w 81"/>
                    <a:gd name="T79" fmla="*/ 19 h 67"/>
                    <a:gd name="T80" fmla="*/ 80 w 81"/>
                    <a:gd name="T81" fmla="*/ 15 h 67"/>
                    <a:gd name="T82" fmla="*/ 81 w 81"/>
                    <a:gd name="T83" fmla="*/ 12 h 67"/>
                    <a:gd name="T84" fmla="*/ 78 w 81"/>
                    <a:gd name="T85" fmla="*/ 11 h 67"/>
                    <a:gd name="T86" fmla="*/ 74 w 81"/>
                    <a:gd name="T87"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1" h="67">
                      <a:moveTo>
                        <a:pt x="69" y="3"/>
                      </a:moveTo>
                      <a:cubicBezTo>
                        <a:pt x="66" y="6"/>
                        <a:pt x="66" y="6"/>
                        <a:pt x="66" y="6"/>
                      </a:cubicBezTo>
                      <a:cubicBezTo>
                        <a:pt x="60" y="4"/>
                        <a:pt x="60" y="4"/>
                        <a:pt x="60" y="4"/>
                      </a:cubicBezTo>
                      <a:cubicBezTo>
                        <a:pt x="54" y="4"/>
                        <a:pt x="54" y="4"/>
                        <a:pt x="54" y="4"/>
                      </a:cubicBezTo>
                      <a:cubicBezTo>
                        <a:pt x="50" y="5"/>
                        <a:pt x="50" y="5"/>
                        <a:pt x="50" y="5"/>
                      </a:cubicBezTo>
                      <a:cubicBezTo>
                        <a:pt x="47" y="8"/>
                        <a:pt x="47" y="8"/>
                        <a:pt x="47" y="8"/>
                      </a:cubicBezTo>
                      <a:cubicBezTo>
                        <a:pt x="42" y="8"/>
                        <a:pt x="42" y="8"/>
                        <a:pt x="42" y="8"/>
                      </a:cubicBezTo>
                      <a:cubicBezTo>
                        <a:pt x="35" y="4"/>
                        <a:pt x="35" y="4"/>
                        <a:pt x="35" y="4"/>
                      </a:cubicBezTo>
                      <a:cubicBezTo>
                        <a:pt x="29" y="7"/>
                        <a:pt x="29" y="7"/>
                        <a:pt x="29" y="7"/>
                      </a:cubicBezTo>
                      <a:cubicBezTo>
                        <a:pt x="24" y="2"/>
                        <a:pt x="24" y="2"/>
                        <a:pt x="24" y="2"/>
                      </a:cubicBezTo>
                      <a:cubicBezTo>
                        <a:pt x="19" y="0"/>
                        <a:pt x="19" y="0"/>
                        <a:pt x="19" y="0"/>
                      </a:cubicBezTo>
                      <a:cubicBezTo>
                        <a:pt x="17" y="2"/>
                        <a:pt x="17" y="2"/>
                        <a:pt x="17" y="2"/>
                      </a:cubicBezTo>
                      <a:cubicBezTo>
                        <a:pt x="16" y="2"/>
                        <a:pt x="16" y="2"/>
                        <a:pt x="16" y="2"/>
                      </a:cubicBezTo>
                      <a:cubicBezTo>
                        <a:pt x="14" y="1"/>
                        <a:pt x="14" y="1"/>
                        <a:pt x="14" y="1"/>
                      </a:cubicBezTo>
                      <a:cubicBezTo>
                        <a:pt x="9" y="3"/>
                        <a:pt x="9" y="3"/>
                        <a:pt x="9" y="3"/>
                      </a:cubicBezTo>
                      <a:cubicBezTo>
                        <a:pt x="9" y="7"/>
                        <a:pt x="9" y="7"/>
                        <a:pt x="9" y="7"/>
                      </a:cubicBezTo>
                      <a:cubicBezTo>
                        <a:pt x="6" y="10"/>
                        <a:pt x="6" y="10"/>
                        <a:pt x="6" y="10"/>
                      </a:cubicBezTo>
                      <a:cubicBezTo>
                        <a:pt x="6" y="15"/>
                        <a:pt x="6" y="15"/>
                        <a:pt x="6" y="15"/>
                      </a:cubicBezTo>
                      <a:cubicBezTo>
                        <a:pt x="6" y="15"/>
                        <a:pt x="6" y="17"/>
                        <a:pt x="6" y="17"/>
                      </a:cubicBezTo>
                      <a:cubicBezTo>
                        <a:pt x="6" y="17"/>
                        <a:pt x="5" y="18"/>
                        <a:pt x="5" y="18"/>
                      </a:cubicBezTo>
                      <a:cubicBezTo>
                        <a:pt x="5" y="19"/>
                        <a:pt x="5" y="19"/>
                        <a:pt x="5" y="19"/>
                      </a:cubicBezTo>
                      <a:cubicBezTo>
                        <a:pt x="7" y="20"/>
                        <a:pt x="7" y="20"/>
                        <a:pt x="7" y="20"/>
                      </a:cubicBezTo>
                      <a:cubicBezTo>
                        <a:pt x="7" y="22"/>
                        <a:pt x="7" y="22"/>
                        <a:pt x="7" y="22"/>
                      </a:cubicBezTo>
                      <a:cubicBezTo>
                        <a:pt x="7" y="25"/>
                        <a:pt x="7" y="25"/>
                        <a:pt x="7" y="25"/>
                      </a:cubicBezTo>
                      <a:cubicBezTo>
                        <a:pt x="6" y="25"/>
                        <a:pt x="6" y="25"/>
                        <a:pt x="6" y="25"/>
                      </a:cubicBezTo>
                      <a:cubicBezTo>
                        <a:pt x="6" y="26"/>
                        <a:pt x="6" y="26"/>
                        <a:pt x="6" y="26"/>
                      </a:cubicBezTo>
                      <a:cubicBezTo>
                        <a:pt x="6" y="28"/>
                        <a:pt x="6" y="28"/>
                        <a:pt x="6" y="28"/>
                      </a:cubicBezTo>
                      <a:cubicBezTo>
                        <a:pt x="4" y="29"/>
                        <a:pt x="4" y="29"/>
                        <a:pt x="4" y="29"/>
                      </a:cubicBezTo>
                      <a:cubicBezTo>
                        <a:pt x="3" y="34"/>
                        <a:pt x="3" y="34"/>
                        <a:pt x="3" y="34"/>
                      </a:cubicBezTo>
                      <a:cubicBezTo>
                        <a:pt x="0" y="34"/>
                        <a:pt x="0" y="34"/>
                        <a:pt x="0" y="34"/>
                      </a:cubicBezTo>
                      <a:cubicBezTo>
                        <a:pt x="0" y="42"/>
                        <a:pt x="0" y="42"/>
                        <a:pt x="0" y="42"/>
                      </a:cubicBezTo>
                      <a:cubicBezTo>
                        <a:pt x="0" y="44"/>
                        <a:pt x="0" y="44"/>
                        <a:pt x="0" y="44"/>
                      </a:cubicBezTo>
                      <a:cubicBezTo>
                        <a:pt x="0" y="53"/>
                        <a:pt x="0" y="53"/>
                        <a:pt x="0" y="53"/>
                      </a:cubicBezTo>
                      <a:cubicBezTo>
                        <a:pt x="1" y="53"/>
                        <a:pt x="3" y="52"/>
                        <a:pt x="4" y="52"/>
                      </a:cubicBezTo>
                      <a:cubicBezTo>
                        <a:pt x="5" y="53"/>
                        <a:pt x="5" y="52"/>
                        <a:pt x="5" y="51"/>
                      </a:cubicBezTo>
                      <a:cubicBezTo>
                        <a:pt x="6" y="51"/>
                        <a:pt x="6" y="53"/>
                        <a:pt x="7" y="53"/>
                      </a:cubicBezTo>
                      <a:cubicBezTo>
                        <a:pt x="10" y="52"/>
                        <a:pt x="12" y="53"/>
                        <a:pt x="15" y="55"/>
                      </a:cubicBezTo>
                      <a:cubicBezTo>
                        <a:pt x="16" y="56"/>
                        <a:pt x="17" y="57"/>
                        <a:pt x="17" y="58"/>
                      </a:cubicBezTo>
                      <a:cubicBezTo>
                        <a:pt x="18" y="59"/>
                        <a:pt x="18" y="60"/>
                        <a:pt x="19" y="60"/>
                      </a:cubicBezTo>
                      <a:cubicBezTo>
                        <a:pt x="20" y="60"/>
                        <a:pt x="21" y="59"/>
                        <a:pt x="22" y="60"/>
                      </a:cubicBezTo>
                      <a:cubicBezTo>
                        <a:pt x="21" y="60"/>
                        <a:pt x="20" y="60"/>
                        <a:pt x="19" y="60"/>
                      </a:cubicBezTo>
                      <a:cubicBezTo>
                        <a:pt x="19" y="60"/>
                        <a:pt x="18" y="60"/>
                        <a:pt x="18" y="60"/>
                      </a:cubicBezTo>
                      <a:cubicBezTo>
                        <a:pt x="19" y="63"/>
                        <a:pt x="19" y="65"/>
                        <a:pt x="21" y="66"/>
                      </a:cubicBezTo>
                      <a:cubicBezTo>
                        <a:pt x="22" y="66"/>
                        <a:pt x="22" y="66"/>
                        <a:pt x="22" y="66"/>
                      </a:cubicBezTo>
                      <a:cubicBezTo>
                        <a:pt x="23" y="65"/>
                        <a:pt x="23" y="64"/>
                        <a:pt x="24" y="64"/>
                      </a:cubicBezTo>
                      <a:cubicBezTo>
                        <a:pt x="24" y="65"/>
                        <a:pt x="23" y="66"/>
                        <a:pt x="24" y="67"/>
                      </a:cubicBezTo>
                      <a:cubicBezTo>
                        <a:pt x="24" y="67"/>
                        <a:pt x="24" y="66"/>
                        <a:pt x="24" y="66"/>
                      </a:cubicBezTo>
                      <a:cubicBezTo>
                        <a:pt x="25" y="66"/>
                        <a:pt x="24" y="66"/>
                        <a:pt x="25" y="67"/>
                      </a:cubicBezTo>
                      <a:cubicBezTo>
                        <a:pt x="25" y="67"/>
                        <a:pt x="26" y="67"/>
                        <a:pt x="26" y="67"/>
                      </a:cubicBezTo>
                      <a:cubicBezTo>
                        <a:pt x="28" y="67"/>
                        <a:pt x="29" y="67"/>
                        <a:pt x="31" y="66"/>
                      </a:cubicBezTo>
                      <a:cubicBezTo>
                        <a:pt x="32" y="65"/>
                        <a:pt x="32" y="67"/>
                        <a:pt x="33" y="66"/>
                      </a:cubicBezTo>
                      <a:cubicBezTo>
                        <a:pt x="34" y="65"/>
                        <a:pt x="35" y="66"/>
                        <a:pt x="36" y="66"/>
                      </a:cubicBezTo>
                      <a:cubicBezTo>
                        <a:pt x="37" y="65"/>
                        <a:pt x="38" y="65"/>
                        <a:pt x="38" y="64"/>
                      </a:cubicBezTo>
                      <a:cubicBezTo>
                        <a:pt x="39" y="64"/>
                        <a:pt x="39" y="64"/>
                        <a:pt x="39" y="64"/>
                      </a:cubicBezTo>
                      <a:cubicBezTo>
                        <a:pt x="41" y="61"/>
                        <a:pt x="41" y="61"/>
                        <a:pt x="41" y="61"/>
                      </a:cubicBezTo>
                      <a:cubicBezTo>
                        <a:pt x="41" y="56"/>
                        <a:pt x="41" y="56"/>
                        <a:pt x="41" y="56"/>
                      </a:cubicBezTo>
                      <a:cubicBezTo>
                        <a:pt x="46" y="51"/>
                        <a:pt x="46" y="51"/>
                        <a:pt x="46" y="51"/>
                      </a:cubicBezTo>
                      <a:cubicBezTo>
                        <a:pt x="47" y="51"/>
                        <a:pt x="47" y="51"/>
                        <a:pt x="47" y="51"/>
                      </a:cubicBezTo>
                      <a:cubicBezTo>
                        <a:pt x="48" y="49"/>
                        <a:pt x="48" y="49"/>
                        <a:pt x="48" y="49"/>
                      </a:cubicBezTo>
                      <a:cubicBezTo>
                        <a:pt x="50" y="48"/>
                        <a:pt x="50" y="48"/>
                        <a:pt x="50" y="48"/>
                      </a:cubicBezTo>
                      <a:cubicBezTo>
                        <a:pt x="51" y="49"/>
                        <a:pt x="51" y="49"/>
                        <a:pt x="51" y="49"/>
                      </a:cubicBezTo>
                      <a:cubicBezTo>
                        <a:pt x="53" y="49"/>
                        <a:pt x="53" y="49"/>
                        <a:pt x="53" y="49"/>
                      </a:cubicBezTo>
                      <a:cubicBezTo>
                        <a:pt x="53" y="47"/>
                        <a:pt x="53" y="47"/>
                        <a:pt x="53" y="47"/>
                      </a:cubicBezTo>
                      <a:cubicBezTo>
                        <a:pt x="56" y="50"/>
                        <a:pt x="56" y="50"/>
                        <a:pt x="56" y="50"/>
                      </a:cubicBezTo>
                      <a:cubicBezTo>
                        <a:pt x="57" y="50"/>
                        <a:pt x="57" y="50"/>
                        <a:pt x="57" y="50"/>
                      </a:cubicBezTo>
                      <a:cubicBezTo>
                        <a:pt x="57" y="51"/>
                        <a:pt x="57" y="51"/>
                        <a:pt x="57" y="51"/>
                      </a:cubicBezTo>
                      <a:cubicBezTo>
                        <a:pt x="59" y="51"/>
                        <a:pt x="59" y="51"/>
                        <a:pt x="59" y="51"/>
                      </a:cubicBezTo>
                      <a:cubicBezTo>
                        <a:pt x="60" y="48"/>
                        <a:pt x="60" y="48"/>
                        <a:pt x="60" y="48"/>
                      </a:cubicBezTo>
                      <a:cubicBezTo>
                        <a:pt x="62" y="47"/>
                        <a:pt x="62" y="47"/>
                        <a:pt x="62" y="47"/>
                      </a:cubicBezTo>
                      <a:cubicBezTo>
                        <a:pt x="62" y="44"/>
                        <a:pt x="62" y="44"/>
                        <a:pt x="62" y="44"/>
                      </a:cubicBezTo>
                      <a:cubicBezTo>
                        <a:pt x="65" y="41"/>
                        <a:pt x="65" y="41"/>
                        <a:pt x="65" y="41"/>
                      </a:cubicBezTo>
                      <a:cubicBezTo>
                        <a:pt x="65" y="38"/>
                        <a:pt x="65" y="38"/>
                        <a:pt x="65" y="38"/>
                      </a:cubicBezTo>
                      <a:cubicBezTo>
                        <a:pt x="68" y="36"/>
                        <a:pt x="68" y="36"/>
                        <a:pt x="68" y="36"/>
                      </a:cubicBezTo>
                      <a:cubicBezTo>
                        <a:pt x="69" y="32"/>
                        <a:pt x="69" y="32"/>
                        <a:pt x="69" y="32"/>
                      </a:cubicBezTo>
                      <a:cubicBezTo>
                        <a:pt x="71" y="30"/>
                        <a:pt x="71" y="30"/>
                        <a:pt x="71" y="30"/>
                      </a:cubicBezTo>
                      <a:cubicBezTo>
                        <a:pt x="71" y="27"/>
                        <a:pt x="71" y="27"/>
                        <a:pt x="71" y="27"/>
                      </a:cubicBezTo>
                      <a:cubicBezTo>
                        <a:pt x="73" y="26"/>
                        <a:pt x="73" y="26"/>
                        <a:pt x="73" y="26"/>
                      </a:cubicBezTo>
                      <a:cubicBezTo>
                        <a:pt x="75" y="20"/>
                        <a:pt x="75" y="20"/>
                        <a:pt x="75" y="20"/>
                      </a:cubicBezTo>
                      <a:cubicBezTo>
                        <a:pt x="76" y="18"/>
                        <a:pt x="76" y="18"/>
                        <a:pt x="76" y="18"/>
                      </a:cubicBezTo>
                      <a:cubicBezTo>
                        <a:pt x="78" y="19"/>
                        <a:pt x="78" y="19"/>
                        <a:pt x="78" y="19"/>
                      </a:cubicBezTo>
                      <a:cubicBezTo>
                        <a:pt x="81" y="17"/>
                        <a:pt x="81" y="17"/>
                        <a:pt x="81" y="17"/>
                      </a:cubicBezTo>
                      <a:cubicBezTo>
                        <a:pt x="80" y="15"/>
                        <a:pt x="80" y="15"/>
                        <a:pt x="80" y="15"/>
                      </a:cubicBezTo>
                      <a:cubicBezTo>
                        <a:pt x="81" y="13"/>
                        <a:pt x="81" y="13"/>
                        <a:pt x="81" y="13"/>
                      </a:cubicBezTo>
                      <a:cubicBezTo>
                        <a:pt x="81" y="12"/>
                        <a:pt x="81" y="12"/>
                        <a:pt x="81" y="12"/>
                      </a:cubicBezTo>
                      <a:cubicBezTo>
                        <a:pt x="79" y="11"/>
                        <a:pt x="79" y="11"/>
                        <a:pt x="79" y="11"/>
                      </a:cubicBezTo>
                      <a:cubicBezTo>
                        <a:pt x="78" y="11"/>
                        <a:pt x="78" y="11"/>
                        <a:pt x="78" y="11"/>
                      </a:cubicBezTo>
                      <a:cubicBezTo>
                        <a:pt x="77" y="6"/>
                        <a:pt x="77" y="6"/>
                        <a:pt x="77" y="6"/>
                      </a:cubicBezTo>
                      <a:cubicBezTo>
                        <a:pt x="74" y="2"/>
                        <a:pt x="74" y="2"/>
                        <a:pt x="74" y="2"/>
                      </a:cubicBezTo>
                      <a:lnTo>
                        <a:pt x="69" y="3"/>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5" name="Freeform 894">
                  <a:extLst>
                    <a:ext uri="{FF2B5EF4-FFF2-40B4-BE49-F238E27FC236}">
                      <a16:creationId xmlns:a16="http://schemas.microsoft.com/office/drawing/2014/main" id="{026B227C-02FC-0B0F-2D8B-DD8B28AC7AD3}"/>
                    </a:ext>
                  </a:extLst>
                </p:cNvPr>
                <p:cNvSpPr>
                  <a:spLocks/>
                </p:cNvSpPr>
                <p:nvPr/>
              </p:nvSpPr>
              <p:spPr bwMode="auto">
                <a:xfrm>
                  <a:off x="5375275" y="4205288"/>
                  <a:ext cx="450850" cy="349250"/>
                </a:xfrm>
                <a:custGeom>
                  <a:avLst/>
                  <a:gdLst>
                    <a:gd name="T0" fmla="*/ 92 w 108"/>
                    <a:gd name="T1" fmla="*/ 65 h 84"/>
                    <a:gd name="T2" fmla="*/ 97 w 108"/>
                    <a:gd name="T3" fmla="*/ 57 h 84"/>
                    <a:gd name="T4" fmla="*/ 105 w 108"/>
                    <a:gd name="T5" fmla="*/ 49 h 84"/>
                    <a:gd name="T6" fmla="*/ 105 w 108"/>
                    <a:gd name="T7" fmla="*/ 34 h 84"/>
                    <a:gd name="T8" fmla="*/ 106 w 108"/>
                    <a:gd name="T9" fmla="*/ 26 h 84"/>
                    <a:gd name="T10" fmla="*/ 108 w 108"/>
                    <a:gd name="T11" fmla="*/ 23 h 84"/>
                    <a:gd name="T12" fmla="*/ 105 w 108"/>
                    <a:gd name="T13" fmla="*/ 22 h 84"/>
                    <a:gd name="T14" fmla="*/ 104 w 108"/>
                    <a:gd name="T15" fmla="*/ 20 h 84"/>
                    <a:gd name="T16" fmla="*/ 105 w 108"/>
                    <a:gd name="T17" fmla="*/ 19 h 84"/>
                    <a:gd name="T18" fmla="*/ 103 w 108"/>
                    <a:gd name="T19" fmla="*/ 15 h 84"/>
                    <a:gd name="T20" fmla="*/ 103 w 108"/>
                    <a:gd name="T21" fmla="*/ 11 h 84"/>
                    <a:gd name="T22" fmla="*/ 101 w 108"/>
                    <a:gd name="T23" fmla="*/ 4 h 84"/>
                    <a:gd name="T24" fmla="*/ 96 w 108"/>
                    <a:gd name="T25" fmla="*/ 7 h 84"/>
                    <a:gd name="T26" fmla="*/ 92 w 108"/>
                    <a:gd name="T27" fmla="*/ 3 h 84"/>
                    <a:gd name="T28" fmla="*/ 81 w 108"/>
                    <a:gd name="T29" fmla="*/ 0 h 84"/>
                    <a:gd name="T30" fmla="*/ 50 w 108"/>
                    <a:gd name="T31" fmla="*/ 20 h 84"/>
                    <a:gd name="T32" fmla="*/ 39 w 108"/>
                    <a:gd name="T33" fmla="*/ 30 h 84"/>
                    <a:gd name="T34" fmla="*/ 28 w 108"/>
                    <a:gd name="T35" fmla="*/ 32 h 84"/>
                    <a:gd name="T36" fmla="*/ 28 w 108"/>
                    <a:gd name="T37" fmla="*/ 52 h 84"/>
                    <a:gd name="T38" fmla="*/ 26 w 108"/>
                    <a:gd name="T39" fmla="*/ 56 h 84"/>
                    <a:gd name="T40" fmla="*/ 23 w 108"/>
                    <a:gd name="T41" fmla="*/ 59 h 84"/>
                    <a:gd name="T42" fmla="*/ 9 w 108"/>
                    <a:gd name="T43" fmla="*/ 60 h 84"/>
                    <a:gd name="T44" fmla="*/ 6 w 108"/>
                    <a:gd name="T45" fmla="*/ 62 h 84"/>
                    <a:gd name="T46" fmla="*/ 1 w 108"/>
                    <a:gd name="T47" fmla="*/ 62 h 84"/>
                    <a:gd name="T48" fmla="*/ 1 w 108"/>
                    <a:gd name="T49" fmla="*/ 64 h 84"/>
                    <a:gd name="T50" fmla="*/ 0 w 108"/>
                    <a:gd name="T51" fmla="*/ 65 h 84"/>
                    <a:gd name="T52" fmla="*/ 3 w 108"/>
                    <a:gd name="T53" fmla="*/ 70 h 84"/>
                    <a:gd name="T54" fmla="*/ 8 w 108"/>
                    <a:gd name="T55" fmla="*/ 73 h 84"/>
                    <a:gd name="T56" fmla="*/ 6 w 108"/>
                    <a:gd name="T57" fmla="*/ 73 h 84"/>
                    <a:gd name="T58" fmla="*/ 6 w 108"/>
                    <a:gd name="T59" fmla="*/ 75 h 84"/>
                    <a:gd name="T60" fmla="*/ 12 w 108"/>
                    <a:gd name="T61" fmla="*/ 78 h 84"/>
                    <a:gd name="T62" fmla="*/ 13 w 108"/>
                    <a:gd name="T63" fmla="*/ 78 h 84"/>
                    <a:gd name="T64" fmla="*/ 14 w 108"/>
                    <a:gd name="T65" fmla="*/ 78 h 84"/>
                    <a:gd name="T66" fmla="*/ 15 w 108"/>
                    <a:gd name="T67" fmla="*/ 80 h 84"/>
                    <a:gd name="T68" fmla="*/ 13 w 108"/>
                    <a:gd name="T69" fmla="*/ 80 h 84"/>
                    <a:gd name="T70" fmla="*/ 16 w 108"/>
                    <a:gd name="T71" fmla="*/ 83 h 84"/>
                    <a:gd name="T72" fmla="*/ 15 w 108"/>
                    <a:gd name="T73" fmla="*/ 81 h 84"/>
                    <a:gd name="T74" fmla="*/ 18 w 108"/>
                    <a:gd name="T75" fmla="*/ 80 h 84"/>
                    <a:gd name="T76" fmla="*/ 24 w 108"/>
                    <a:gd name="T77" fmla="*/ 84 h 84"/>
                    <a:gd name="T78" fmla="*/ 24 w 108"/>
                    <a:gd name="T79" fmla="*/ 79 h 84"/>
                    <a:gd name="T80" fmla="*/ 27 w 108"/>
                    <a:gd name="T81" fmla="*/ 76 h 84"/>
                    <a:gd name="T82" fmla="*/ 27 w 108"/>
                    <a:gd name="T83" fmla="*/ 72 h 84"/>
                    <a:gd name="T84" fmla="*/ 32 w 108"/>
                    <a:gd name="T85" fmla="*/ 70 h 84"/>
                    <a:gd name="T86" fmla="*/ 34 w 108"/>
                    <a:gd name="T87" fmla="*/ 71 h 84"/>
                    <a:gd name="T88" fmla="*/ 35 w 108"/>
                    <a:gd name="T89" fmla="*/ 71 h 84"/>
                    <a:gd name="T90" fmla="*/ 37 w 108"/>
                    <a:gd name="T91" fmla="*/ 69 h 84"/>
                    <a:gd name="T92" fmla="*/ 42 w 108"/>
                    <a:gd name="T93" fmla="*/ 71 h 84"/>
                    <a:gd name="T94" fmla="*/ 47 w 108"/>
                    <a:gd name="T95" fmla="*/ 76 h 84"/>
                    <a:gd name="T96" fmla="*/ 53 w 108"/>
                    <a:gd name="T97" fmla="*/ 73 h 84"/>
                    <a:gd name="T98" fmla="*/ 60 w 108"/>
                    <a:gd name="T99" fmla="*/ 77 h 84"/>
                    <a:gd name="T100" fmla="*/ 65 w 108"/>
                    <a:gd name="T101" fmla="*/ 77 h 84"/>
                    <a:gd name="T102" fmla="*/ 68 w 108"/>
                    <a:gd name="T103" fmla="*/ 74 h 84"/>
                    <a:gd name="T104" fmla="*/ 72 w 108"/>
                    <a:gd name="T105" fmla="*/ 73 h 84"/>
                    <a:gd name="T106" fmla="*/ 78 w 108"/>
                    <a:gd name="T107" fmla="*/ 73 h 84"/>
                    <a:gd name="T108" fmla="*/ 84 w 108"/>
                    <a:gd name="T109" fmla="*/ 75 h 84"/>
                    <a:gd name="T110" fmla="*/ 87 w 108"/>
                    <a:gd name="T111" fmla="*/ 72 h 84"/>
                    <a:gd name="T112" fmla="*/ 92 w 108"/>
                    <a:gd name="T113" fmla="*/ 71 h 84"/>
                    <a:gd name="T114" fmla="*/ 91 w 108"/>
                    <a:gd name="T115" fmla="*/ 65 h 84"/>
                    <a:gd name="T116" fmla="*/ 92 w 108"/>
                    <a:gd name="T117"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8" h="84">
                      <a:moveTo>
                        <a:pt x="92" y="65"/>
                      </a:moveTo>
                      <a:cubicBezTo>
                        <a:pt x="97" y="57"/>
                        <a:pt x="97" y="57"/>
                        <a:pt x="97" y="57"/>
                      </a:cubicBezTo>
                      <a:cubicBezTo>
                        <a:pt x="105" y="49"/>
                        <a:pt x="105" y="49"/>
                        <a:pt x="105" y="49"/>
                      </a:cubicBezTo>
                      <a:cubicBezTo>
                        <a:pt x="105" y="34"/>
                        <a:pt x="105" y="34"/>
                        <a:pt x="105" y="34"/>
                      </a:cubicBezTo>
                      <a:cubicBezTo>
                        <a:pt x="106" y="26"/>
                        <a:pt x="106" y="26"/>
                        <a:pt x="106" y="26"/>
                      </a:cubicBezTo>
                      <a:cubicBezTo>
                        <a:pt x="108" y="23"/>
                        <a:pt x="108" y="23"/>
                        <a:pt x="108" y="23"/>
                      </a:cubicBezTo>
                      <a:cubicBezTo>
                        <a:pt x="108" y="23"/>
                        <a:pt x="105" y="22"/>
                        <a:pt x="105" y="22"/>
                      </a:cubicBezTo>
                      <a:cubicBezTo>
                        <a:pt x="105" y="22"/>
                        <a:pt x="104" y="20"/>
                        <a:pt x="104" y="20"/>
                      </a:cubicBezTo>
                      <a:cubicBezTo>
                        <a:pt x="105" y="19"/>
                        <a:pt x="105" y="19"/>
                        <a:pt x="105" y="19"/>
                      </a:cubicBezTo>
                      <a:cubicBezTo>
                        <a:pt x="103" y="15"/>
                        <a:pt x="103" y="15"/>
                        <a:pt x="103" y="15"/>
                      </a:cubicBezTo>
                      <a:cubicBezTo>
                        <a:pt x="103" y="11"/>
                        <a:pt x="103" y="11"/>
                        <a:pt x="103" y="11"/>
                      </a:cubicBezTo>
                      <a:cubicBezTo>
                        <a:pt x="101" y="4"/>
                        <a:pt x="101" y="4"/>
                        <a:pt x="101" y="4"/>
                      </a:cubicBezTo>
                      <a:cubicBezTo>
                        <a:pt x="96" y="7"/>
                        <a:pt x="96" y="7"/>
                        <a:pt x="96" y="7"/>
                      </a:cubicBezTo>
                      <a:cubicBezTo>
                        <a:pt x="92" y="3"/>
                        <a:pt x="92" y="3"/>
                        <a:pt x="92" y="3"/>
                      </a:cubicBezTo>
                      <a:cubicBezTo>
                        <a:pt x="81" y="0"/>
                        <a:pt x="81" y="0"/>
                        <a:pt x="81" y="0"/>
                      </a:cubicBezTo>
                      <a:cubicBezTo>
                        <a:pt x="50" y="20"/>
                        <a:pt x="50" y="20"/>
                        <a:pt x="50" y="20"/>
                      </a:cubicBezTo>
                      <a:cubicBezTo>
                        <a:pt x="39" y="30"/>
                        <a:pt x="39" y="30"/>
                        <a:pt x="39" y="30"/>
                      </a:cubicBezTo>
                      <a:cubicBezTo>
                        <a:pt x="28" y="32"/>
                        <a:pt x="28" y="32"/>
                        <a:pt x="28" y="32"/>
                      </a:cubicBezTo>
                      <a:cubicBezTo>
                        <a:pt x="28" y="52"/>
                        <a:pt x="28" y="52"/>
                        <a:pt x="28" y="52"/>
                      </a:cubicBezTo>
                      <a:cubicBezTo>
                        <a:pt x="26" y="56"/>
                        <a:pt x="26" y="56"/>
                        <a:pt x="26" y="56"/>
                      </a:cubicBezTo>
                      <a:cubicBezTo>
                        <a:pt x="23" y="59"/>
                        <a:pt x="23" y="59"/>
                        <a:pt x="23" y="59"/>
                      </a:cubicBezTo>
                      <a:cubicBezTo>
                        <a:pt x="9" y="60"/>
                        <a:pt x="9" y="60"/>
                        <a:pt x="9" y="60"/>
                      </a:cubicBezTo>
                      <a:cubicBezTo>
                        <a:pt x="6" y="62"/>
                        <a:pt x="6" y="62"/>
                        <a:pt x="6" y="62"/>
                      </a:cubicBezTo>
                      <a:cubicBezTo>
                        <a:pt x="1" y="62"/>
                        <a:pt x="1" y="62"/>
                        <a:pt x="1" y="62"/>
                      </a:cubicBezTo>
                      <a:cubicBezTo>
                        <a:pt x="1" y="64"/>
                        <a:pt x="1" y="64"/>
                        <a:pt x="1" y="64"/>
                      </a:cubicBezTo>
                      <a:cubicBezTo>
                        <a:pt x="0" y="65"/>
                        <a:pt x="0" y="65"/>
                        <a:pt x="0" y="65"/>
                      </a:cubicBezTo>
                      <a:cubicBezTo>
                        <a:pt x="3" y="70"/>
                        <a:pt x="3" y="70"/>
                        <a:pt x="3" y="70"/>
                      </a:cubicBezTo>
                      <a:cubicBezTo>
                        <a:pt x="8" y="73"/>
                        <a:pt x="8" y="73"/>
                        <a:pt x="8" y="73"/>
                      </a:cubicBezTo>
                      <a:cubicBezTo>
                        <a:pt x="6" y="73"/>
                        <a:pt x="6" y="73"/>
                        <a:pt x="6" y="73"/>
                      </a:cubicBezTo>
                      <a:cubicBezTo>
                        <a:pt x="6" y="75"/>
                        <a:pt x="6" y="75"/>
                        <a:pt x="6" y="75"/>
                      </a:cubicBezTo>
                      <a:cubicBezTo>
                        <a:pt x="12" y="78"/>
                        <a:pt x="12" y="78"/>
                        <a:pt x="12" y="78"/>
                      </a:cubicBezTo>
                      <a:cubicBezTo>
                        <a:pt x="13" y="78"/>
                        <a:pt x="13" y="78"/>
                        <a:pt x="13" y="78"/>
                      </a:cubicBezTo>
                      <a:cubicBezTo>
                        <a:pt x="14" y="78"/>
                        <a:pt x="14" y="78"/>
                        <a:pt x="14" y="78"/>
                      </a:cubicBezTo>
                      <a:cubicBezTo>
                        <a:pt x="15" y="80"/>
                        <a:pt x="15" y="80"/>
                        <a:pt x="15" y="80"/>
                      </a:cubicBezTo>
                      <a:cubicBezTo>
                        <a:pt x="13" y="80"/>
                        <a:pt x="13" y="80"/>
                        <a:pt x="13" y="80"/>
                      </a:cubicBezTo>
                      <a:cubicBezTo>
                        <a:pt x="16" y="83"/>
                        <a:pt x="16" y="83"/>
                        <a:pt x="16" y="83"/>
                      </a:cubicBezTo>
                      <a:cubicBezTo>
                        <a:pt x="15" y="81"/>
                        <a:pt x="15" y="81"/>
                        <a:pt x="15" y="81"/>
                      </a:cubicBezTo>
                      <a:cubicBezTo>
                        <a:pt x="18" y="80"/>
                        <a:pt x="18" y="80"/>
                        <a:pt x="18" y="80"/>
                      </a:cubicBezTo>
                      <a:cubicBezTo>
                        <a:pt x="24" y="84"/>
                        <a:pt x="24" y="84"/>
                        <a:pt x="24" y="84"/>
                      </a:cubicBezTo>
                      <a:cubicBezTo>
                        <a:pt x="24" y="79"/>
                        <a:pt x="24" y="79"/>
                        <a:pt x="24" y="79"/>
                      </a:cubicBezTo>
                      <a:cubicBezTo>
                        <a:pt x="27" y="76"/>
                        <a:pt x="27" y="76"/>
                        <a:pt x="27" y="76"/>
                      </a:cubicBezTo>
                      <a:cubicBezTo>
                        <a:pt x="27" y="72"/>
                        <a:pt x="27" y="72"/>
                        <a:pt x="27" y="72"/>
                      </a:cubicBezTo>
                      <a:cubicBezTo>
                        <a:pt x="32" y="70"/>
                        <a:pt x="32" y="70"/>
                        <a:pt x="32" y="70"/>
                      </a:cubicBezTo>
                      <a:cubicBezTo>
                        <a:pt x="34" y="71"/>
                        <a:pt x="34" y="71"/>
                        <a:pt x="34" y="71"/>
                      </a:cubicBezTo>
                      <a:cubicBezTo>
                        <a:pt x="35" y="71"/>
                        <a:pt x="35" y="71"/>
                        <a:pt x="35" y="71"/>
                      </a:cubicBezTo>
                      <a:cubicBezTo>
                        <a:pt x="37" y="69"/>
                        <a:pt x="37" y="69"/>
                        <a:pt x="37" y="69"/>
                      </a:cubicBezTo>
                      <a:cubicBezTo>
                        <a:pt x="42" y="71"/>
                        <a:pt x="42" y="71"/>
                        <a:pt x="42" y="71"/>
                      </a:cubicBezTo>
                      <a:cubicBezTo>
                        <a:pt x="47" y="76"/>
                        <a:pt x="47" y="76"/>
                        <a:pt x="47" y="76"/>
                      </a:cubicBezTo>
                      <a:cubicBezTo>
                        <a:pt x="53" y="73"/>
                        <a:pt x="53" y="73"/>
                        <a:pt x="53" y="73"/>
                      </a:cubicBezTo>
                      <a:cubicBezTo>
                        <a:pt x="60" y="77"/>
                        <a:pt x="60" y="77"/>
                        <a:pt x="60" y="77"/>
                      </a:cubicBezTo>
                      <a:cubicBezTo>
                        <a:pt x="65" y="77"/>
                        <a:pt x="65" y="77"/>
                        <a:pt x="65" y="77"/>
                      </a:cubicBezTo>
                      <a:cubicBezTo>
                        <a:pt x="68" y="74"/>
                        <a:pt x="68" y="74"/>
                        <a:pt x="68" y="74"/>
                      </a:cubicBezTo>
                      <a:cubicBezTo>
                        <a:pt x="72" y="73"/>
                        <a:pt x="72" y="73"/>
                        <a:pt x="72" y="73"/>
                      </a:cubicBezTo>
                      <a:cubicBezTo>
                        <a:pt x="78" y="73"/>
                        <a:pt x="78" y="73"/>
                        <a:pt x="78" y="73"/>
                      </a:cubicBezTo>
                      <a:cubicBezTo>
                        <a:pt x="84" y="75"/>
                        <a:pt x="84" y="75"/>
                        <a:pt x="84" y="75"/>
                      </a:cubicBezTo>
                      <a:cubicBezTo>
                        <a:pt x="87" y="72"/>
                        <a:pt x="87" y="72"/>
                        <a:pt x="87" y="72"/>
                      </a:cubicBezTo>
                      <a:cubicBezTo>
                        <a:pt x="92" y="71"/>
                        <a:pt x="92" y="71"/>
                        <a:pt x="92" y="71"/>
                      </a:cubicBezTo>
                      <a:cubicBezTo>
                        <a:pt x="91" y="65"/>
                        <a:pt x="91" y="65"/>
                        <a:pt x="91" y="65"/>
                      </a:cubicBezTo>
                      <a:lnTo>
                        <a:pt x="92" y="65"/>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6" name="Freeform 895">
                  <a:extLst>
                    <a:ext uri="{FF2B5EF4-FFF2-40B4-BE49-F238E27FC236}">
                      <a16:creationId xmlns:a16="http://schemas.microsoft.com/office/drawing/2014/main" id="{62D884A9-96A6-5F17-DDF9-5D4DAF4F9045}"/>
                    </a:ext>
                  </a:extLst>
                </p:cNvPr>
                <p:cNvSpPr>
                  <a:spLocks/>
                </p:cNvSpPr>
                <p:nvPr/>
              </p:nvSpPr>
              <p:spPr bwMode="auto">
                <a:xfrm>
                  <a:off x="5703888" y="5380038"/>
                  <a:ext cx="384175" cy="365125"/>
                </a:xfrm>
                <a:custGeom>
                  <a:avLst/>
                  <a:gdLst>
                    <a:gd name="T0" fmla="*/ 35 w 92"/>
                    <a:gd name="T1" fmla="*/ 83 h 88"/>
                    <a:gd name="T2" fmla="*/ 35 w 92"/>
                    <a:gd name="T3" fmla="*/ 81 h 88"/>
                    <a:gd name="T4" fmla="*/ 36 w 92"/>
                    <a:gd name="T5" fmla="*/ 81 h 88"/>
                    <a:gd name="T6" fmla="*/ 39 w 92"/>
                    <a:gd name="T7" fmla="*/ 83 h 88"/>
                    <a:gd name="T8" fmla="*/ 39 w 92"/>
                    <a:gd name="T9" fmla="*/ 87 h 88"/>
                    <a:gd name="T10" fmla="*/ 42 w 92"/>
                    <a:gd name="T11" fmla="*/ 87 h 88"/>
                    <a:gd name="T12" fmla="*/ 44 w 92"/>
                    <a:gd name="T13" fmla="*/ 88 h 88"/>
                    <a:gd name="T14" fmla="*/ 45 w 92"/>
                    <a:gd name="T15" fmla="*/ 88 h 88"/>
                    <a:gd name="T16" fmla="*/ 47 w 92"/>
                    <a:gd name="T17" fmla="*/ 88 h 88"/>
                    <a:gd name="T18" fmla="*/ 49 w 92"/>
                    <a:gd name="T19" fmla="*/ 87 h 88"/>
                    <a:gd name="T20" fmla="*/ 51 w 92"/>
                    <a:gd name="T21" fmla="*/ 88 h 88"/>
                    <a:gd name="T22" fmla="*/ 53 w 92"/>
                    <a:gd name="T23" fmla="*/ 85 h 88"/>
                    <a:gd name="T24" fmla="*/ 56 w 92"/>
                    <a:gd name="T25" fmla="*/ 84 h 88"/>
                    <a:gd name="T26" fmla="*/ 56 w 92"/>
                    <a:gd name="T27" fmla="*/ 36 h 88"/>
                    <a:gd name="T28" fmla="*/ 63 w 92"/>
                    <a:gd name="T29" fmla="*/ 35 h 88"/>
                    <a:gd name="T30" fmla="*/ 63 w 92"/>
                    <a:gd name="T31" fmla="*/ 9 h 88"/>
                    <a:gd name="T32" fmla="*/ 79 w 92"/>
                    <a:gd name="T33" fmla="*/ 7 h 88"/>
                    <a:gd name="T34" fmla="*/ 81 w 92"/>
                    <a:gd name="T35" fmla="*/ 10 h 88"/>
                    <a:gd name="T36" fmla="*/ 85 w 92"/>
                    <a:gd name="T37" fmla="*/ 7 h 88"/>
                    <a:gd name="T38" fmla="*/ 87 w 92"/>
                    <a:gd name="T39" fmla="*/ 7 h 88"/>
                    <a:gd name="T40" fmla="*/ 87 w 92"/>
                    <a:gd name="T41" fmla="*/ 7 h 88"/>
                    <a:gd name="T42" fmla="*/ 90 w 92"/>
                    <a:gd name="T43" fmla="*/ 5 h 88"/>
                    <a:gd name="T44" fmla="*/ 92 w 92"/>
                    <a:gd name="T45" fmla="*/ 5 h 88"/>
                    <a:gd name="T46" fmla="*/ 90 w 92"/>
                    <a:gd name="T47" fmla="*/ 4 h 88"/>
                    <a:gd name="T48" fmla="*/ 85 w 92"/>
                    <a:gd name="T49" fmla="*/ 3 h 88"/>
                    <a:gd name="T50" fmla="*/ 79 w 92"/>
                    <a:gd name="T51" fmla="*/ 4 h 88"/>
                    <a:gd name="T52" fmla="*/ 64 w 92"/>
                    <a:gd name="T53" fmla="*/ 7 h 88"/>
                    <a:gd name="T54" fmla="*/ 61 w 92"/>
                    <a:gd name="T55" fmla="*/ 7 h 88"/>
                    <a:gd name="T56" fmla="*/ 58 w 92"/>
                    <a:gd name="T57" fmla="*/ 6 h 88"/>
                    <a:gd name="T58" fmla="*/ 48 w 92"/>
                    <a:gd name="T59" fmla="*/ 6 h 88"/>
                    <a:gd name="T60" fmla="*/ 45 w 92"/>
                    <a:gd name="T61" fmla="*/ 3 h 88"/>
                    <a:gd name="T62" fmla="*/ 15 w 92"/>
                    <a:gd name="T63" fmla="*/ 3 h 88"/>
                    <a:gd name="T64" fmla="*/ 11 w 92"/>
                    <a:gd name="T65" fmla="*/ 0 h 88"/>
                    <a:gd name="T66" fmla="*/ 9 w 92"/>
                    <a:gd name="T67" fmla="*/ 0 h 88"/>
                    <a:gd name="T68" fmla="*/ 5 w 92"/>
                    <a:gd name="T69" fmla="*/ 2 h 88"/>
                    <a:gd name="T70" fmla="*/ 4 w 92"/>
                    <a:gd name="T71" fmla="*/ 1 h 88"/>
                    <a:gd name="T72" fmla="*/ 2 w 92"/>
                    <a:gd name="T73" fmla="*/ 1 h 88"/>
                    <a:gd name="T74" fmla="*/ 1 w 92"/>
                    <a:gd name="T75" fmla="*/ 1 h 88"/>
                    <a:gd name="T76" fmla="*/ 1 w 92"/>
                    <a:gd name="T77" fmla="*/ 2 h 88"/>
                    <a:gd name="T78" fmla="*/ 1 w 92"/>
                    <a:gd name="T79" fmla="*/ 2 h 88"/>
                    <a:gd name="T80" fmla="*/ 1 w 92"/>
                    <a:gd name="T81" fmla="*/ 6 h 88"/>
                    <a:gd name="T82" fmla="*/ 1 w 92"/>
                    <a:gd name="T83" fmla="*/ 7 h 88"/>
                    <a:gd name="T84" fmla="*/ 1 w 92"/>
                    <a:gd name="T85" fmla="*/ 9 h 88"/>
                    <a:gd name="T86" fmla="*/ 5 w 92"/>
                    <a:gd name="T87" fmla="*/ 13 h 88"/>
                    <a:gd name="T88" fmla="*/ 8 w 92"/>
                    <a:gd name="T89" fmla="*/ 19 h 88"/>
                    <a:gd name="T90" fmla="*/ 11 w 92"/>
                    <a:gd name="T91" fmla="*/ 23 h 88"/>
                    <a:gd name="T92" fmla="*/ 11 w 92"/>
                    <a:gd name="T93" fmla="*/ 25 h 88"/>
                    <a:gd name="T94" fmla="*/ 16 w 92"/>
                    <a:gd name="T95" fmla="*/ 34 h 88"/>
                    <a:gd name="T96" fmla="*/ 18 w 92"/>
                    <a:gd name="T97" fmla="*/ 37 h 88"/>
                    <a:gd name="T98" fmla="*/ 20 w 92"/>
                    <a:gd name="T99" fmla="*/ 43 h 88"/>
                    <a:gd name="T100" fmla="*/ 20 w 92"/>
                    <a:gd name="T101" fmla="*/ 47 h 88"/>
                    <a:gd name="T102" fmla="*/ 20 w 92"/>
                    <a:gd name="T103" fmla="*/ 51 h 88"/>
                    <a:gd name="T104" fmla="*/ 19 w 92"/>
                    <a:gd name="T105" fmla="*/ 52 h 88"/>
                    <a:gd name="T106" fmla="*/ 22 w 92"/>
                    <a:gd name="T107" fmla="*/ 58 h 88"/>
                    <a:gd name="T108" fmla="*/ 22 w 92"/>
                    <a:gd name="T109" fmla="*/ 60 h 88"/>
                    <a:gd name="T110" fmla="*/ 22 w 92"/>
                    <a:gd name="T111" fmla="*/ 66 h 88"/>
                    <a:gd name="T112" fmla="*/ 24 w 92"/>
                    <a:gd name="T113" fmla="*/ 70 h 88"/>
                    <a:gd name="T114" fmla="*/ 25 w 92"/>
                    <a:gd name="T115" fmla="*/ 76 h 88"/>
                    <a:gd name="T116" fmla="*/ 32 w 92"/>
                    <a:gd name="T117" fmla="*/ 86 h 88"/>
                    <a:gd name="T118" fmla="*/ 34 w 92"/>
                    <a:gd name="T119" fmla="*/ 84 h 88"/>
                    <a:gd name="T120" fmla="*/ 35 w 92"/>
                    <a:gd name="T121" fmla="*/ 8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2" h="88">
                      <a:moveTo>
                        <a:pt x="35" y="83"/>
                      </a:moveTo>
                      <a:cubicBezTo>
                        <a:pt x="35" y="83"/>
                        <a:pt x="35" y="81"/>
                        <a:pt x="35" y="81"/>
                      </a:cubicBezTo>
                      <a:cubicBezTo>
                        <a:pt x="36" y="81"/>
                        <a:pt x="36" y="81"/>
                        <a:pt x="36" y="81"/>
                      </a:cubicBezTo>
                      <a:cubicBezTo>
                        <a:pt x="39" y="83"/>
                        <a:pt x="39" y="83"/>
                        <a:pt x="39" y="83"/>
                      </a:cubicBezTo>
                      <a:cubicBezTo>
                        <a:pt x="39" y="87"/>
                        <a:pt x="39" y="87"/>
                        <a:pt x="39" y="87"/>
                      </a:cubicBezTo>
                      <a:cubicBezTo>
                        <a:pt x="42" y="87"/>
                        <a:pt x="42" y="87"/>
                        <a:pt x="42" y="87"/>
                      </a:cubicBezTo>
                      <a:cubicBezTo>
                        <a:pt x="44" y="88"/>
                        <a:pt x="44" y="88"/>
                        <a:pt x="44" y="88"/>
                      </a:cubicBezTo>
                      <a:cubicBezTo>
                        <a:pt x="44" y="88"/>
                        <a:pt x="45" y="88"/>
                        <a:pt x="45" y="88"/>
                      </a:cubicBezTo>
                      <a:cubicBezTo>
                        <a:pt x="45" y="88"/>
                        <a:pt x="47" y="88"/>
                        <a:pt x="47" y="88"/>
                      </a:cubicBezTo>
                      <a:cubicBezTo>
                        <a:pt x="47" y="88"/>
                        <a:pt x="48" y="87"/>
                        <a:pt x="49" y="87"/>
                      </a:cubicBezTo>
                      <a:cubicBezTo>
                        <a:pt x="49" y="87"/>
                        <a:pt x="51" y="88"/>
                        <a:pt x="51" y="88"/>
                      </a:cubicBezTo>
                      <a:cubicBezTo>
                        <a:pt x="53" y="85"/>
                        <a:pt x="53" y="85"/>
                        <a:pt x="53" y="85"/>
                      </a:cubicBezTo>
                      <a:cubicBezTo>
                        <a:pt x="56" y="84"/>
                        <a:pt x="56" y="84"/>
                        <a:pt x="56" y="84"/>
                      </a:cubicBezTo>
                      <a:cubicBezTo>
                        <a:pt x="56" y="36"/>
                        <a:pt x="56" y="36"/>
                        <a:pt x="56" y="36"/>
                      </a:cubicBezTo>
                      <a:cubicBezTo>
                        <a:pt x="63" y="35"/>
                        <a:pt x="63" y="35"/>
                        <a:pt x="63" y="35"/>
                      </a:cubicBezTo>
                      <a:cubicBezTo>
                        <a:pt x="63" y="9"/>
                        <a:pt x="63" y="9"/>
                        <a:pt x="63" y="9"/>
                      </a:cubicBezTo>
                      <a:cubicBezTo>
                        <a:pt x="79" y="7"/>
                        <a:pt x="79" y="7"/>
                        <a:pt x="79" y="7"/>
                      </a:cubicBezTo>
                      <a:cubicBezTo>
                        <a:pt x="81" y="10"/>
                        <a:pt x="81" y="10"/>
                        <a:pt x="81" y="10"/>
                      </a:cubicBezTo>
                      <a:cubicBezTo>
                        <a:pt x="85" y="7"/>
                        <a:pt x="85" y="7"/>
                        <a:pt x="85" y="7"/>
                      </a:cubicBezTo>
                      <a:cubicBezTo>
                        <a:pt x="87" y="7"/>
                        <a:pt x="87" y="7"/>
                        <a:pt x="87" y="7"/>
                      </a:cubicBezTo>
                      <a:cubicBezTo>
                        <a:pt x="87" y="7"/>
                        <a:pt x="87" y="7"/>
                        <a:pt x="87" y="7"/>
                      </a:cubicBezTo>
                      <a:cubicBezTo>
                        <a:pt x="90" y="5"/>
                        <a:pt x="90" y="5"/>
                        <a:pt x="90" y="5"/>
                      </a:cubicBezTo>
                      <a:cubicBezTo>
                        <a:pt x="92" y="5"/>
                        <a:pt x="92" y="5"/>
                        <a:pt x="92" y="5"/>
                      </a:cubicBezTo>
                      <a:cubicBezTo>
                        <a:pt x="90" y="4"/>
                        <a:pt x="90" y="4"/>
                        <a:pt x="90" y="4"/>
                      </a:cubicBezTo>
                      <a:cubicBezTo>
                        <a:pt x="85" y="3"/>
                        <a:pt x="85" y="3"/>
                        <a:pt x="85" y="3"/>
                      </a:cubicBezTo>
                      <a:cubicBezTo>
                        <a:pt x="79" y="4"/>
                        <a:pt x="79" y="4"/>
                        <a:pt x="79" y="4"/>
                      </a:cubicBezTo>
                      <a:cubicBezTo>
                        <a:pt x="64" y="7"/>
                        <a:pt x="64" y="7"/>
                        <a:pt x="64" y="7"/>
                      </a:cubicBezTo>
                      <a:cubicBezTo>
                        <a:pt x="61" y="7"/>
                        <a:pt x="61" y="7"/>
                        <a:pt x="61" y="7"/>
                      </a:cubicBezTo>
                      <a:cubicBezTo>
                        <a:pt x="58" y="6"/>
                        <a:pt x="58" y="6"/>
                        <a:pt x="58" y="6"/>
                      </a:cubicBezTo>
                      <a:cubicBezTo>
                        <a:pt x="48" y="6"/>
                        <a:pt x="48" y="6"/>
                        <a:pt x="48" y="6"/>
                      </a:cubicBezTo>
                      <a:cubicBezTo>
                        <a:pt x="45" y="3"/>
                        <a:pt x="45" y="3"/>
                        <a:pt x="45" y="3"/>
                      </a:cubicBezTo>
                      <a:cubicBezTo>
                        <a:pt x="15" y="3"/>
                        <a:pt x="15" y="3"/>
                        <a:pt x="15" y="3"/>
                      </a:cubicBezTo>
                      <a:cubicBezTo>
                        <a:pt x="11" y="0"/>
                        <a:pt x="11" y="0"/>
                        <a:pt x="11" y="0"/>
                      </a:cubicBezTo>
                      <a:cubicBezTo>
                        <a:pt x="9" y="0"/>
                        <a:pt x="9" y="0"/>
                        <a:pt x="9" y="0"/>
                      </a:cubicBezTo>
                      <a:cubicBezTo>
                        <a:pt x="5" y="2"/>
                        <a:pt x="5" y="2"/>
                        <a:pt x="5" y="2"/>
                      </a:cubicBezTo>
                      <a:cubicBezTo>
                        <a:pt x="4" y="1"/>
                        <a:pt x="4" y="1"/>
                        <a:pt x="4" y="1"/>
                      </a:cubicBezTo>
                      <a:cubicBezTo>
                        <a:pt x="2" y="1"/>
                        <a:pt x="2" y="1"/>
                        <a:pt x="2" y="1"/>
                      </a:cubicBezTo>
                      <a:cubicBezTo>
                        <a:pt x="1" y="1"/>
                        <a:pt x="1" y="1"/>
                        <a:pt x="1" y="1"/>
                      </a:cubicBezTo>
                      <a:cubicBezTo>
                        <a:pt x="1" y="1"/>
                        <a:pt x="1" y="2"/>
                        <a:pt x="1" y="2"/>
                      </a:cubicBezTo>
                      <a:cubicBezTo>
                        <a:pt x="1" y="2"/>
                        <a:pt x="1" y="2"/>
                        <a:pt x="1" y="2"/>
                      </a:cubicBezTo>
                      <a:cubicBezTo>
                        <a:pt x="0" y="3"/>
                        <a:pt x="0" y="5"/>
                        <a:pt x="1" y="6"/>
                      </a:cubicBezTo>
                      <a:cubicBezTo>
                        <a:pt x="1" y="6"/>
                        <a:pt x="1" y="7"/>
                        <a:pt x="1" y="7"/>
                      </a:cubicBezTo>
                      <a:cubicBezTo>
                        <a:pt x="1" y="7"/>
                        <a:pt x="1" y="8"/>
                        <a:pt x="1" y="9"/>
                      </a:cubicBezTo>
                      <a:cubicBezTo>
                        <a:pt x="2" y="10"/>
                        <a:pt x="4" y="11"/>
                        <a:pt x="5" y="13"/>
                      </a:cubicBezTo>
                      <a:cubicBezTo>
                        <a:pt x="6" y="14"/>
                        <a:pt x="7" y="17"/>
                        <a:pt x="8" y="19"/>
                      </a:cubicBezTo>
                      <a:cubicBezTo>
                        <a:pt x="9" y="20"/>
                        <a:pt x="9" y="22"/>
                        <a:pt x="11" y="23"/>
                      </a:cubicBezTo>
                      <a:cubicBezTo>
                        <a:pt x="11" y="24"/>
                        <a:pt x="11" y="25"/>
                        <a:pt x="11" y="25"/>
                      </a:cubicBezTo>
                      <a:cubicBezTo>
                        <a:pt x="12" y="28"/>
                        <a:pt x="14" y="31"/>
                        <a:pt x="16" y="34"/>
                      </a:cubicBezTo>
                      <a:cubicBezTo>
                        <a:pt x="16" y="35"/>
                        <a:pt x="17" y="36"/>
                        <a:pt x="18" y="37"/>
                      </a:cubicBezTo>
                      <a:cubicBezTo>
                        <a:pt x="19" y="39"/>
                        <a:pt x="21" y="40"/>
                        <a:pt x="20" y="43"/>
                      </a:cubicBezTo>
                      <a:cubicBezTo>
                        <a:pt x="19" y="44"/>
                        <a:pt x="19" y="45"/>
                        <a:pt x="20" y="47"/>
                      </a:cubicBezTo>
                      <a:cubicBezTo>
                        <a:pt x="20" y="48"/>
                        <a:pt x="20" y="49"/>
                        <a:pt x="20" y="51"/>
                      </a:cubicBezTo>
                      <a:cubicBezTo>
                        <a:pt x="19" y="51"/>
                        <a:pt x="19" y="52"/>
                        <a:pt x="19" y="52"/>
                      </a:cubicBezTo>
                      <a:cubicBezTo>
                        <a:pt x="20" y="54"/>
                        <a:pt x="21" y="56"/>
                        <a:pt x="22" y="58"/>
                      </a:cubicBezTo>
                      <a:cubicBezTo>
                        <a:pt x="22" y="59"/>
                        <a:pt x="22" y="59"/>
                        <a:pt x="22" y="60"/>
                      </a:cubicBezTo>
                      <a:cubicBezTo>
                        <a:pt x="22" y="62"/>
                        <a:pt x="22" y="64"/>
                        <a:pt x="22" y="66"/>
                      </a:cubicBezTo>
                      <a:cubicBezTo>
                        <a:pt x="23" y="67"/>
                        <a:pt x="24" y="69"/>
                        <a:pt x="24" y="70"/>
                      </a:cubicBezTo>
                      <a:cubicBezTo>
                        <a:pt x="24" y="72"/>
                        <a:pt x="24" y="74"/>
                        <a:pt x="25" y="76"/>
                      </a:cubicBezTo>
                      <a:cubicBezTo>
                        <a:pt x="26" y="80"/>
                        <a:pt x="29" y="83"/>
                        <a:pt x="32" y="86"/>
                      </a:cubicBezTo>
                      <a:cubicBezTo>
                        <a:pt x="34" y="84"/>
                        <a:pt x="34" y="84"/>
                        <a:pt x="34" y="84"/>
                      </a:cubicBezTo>
                      <a:cubicBezTo>
                        <a:pt x="34" y="84"/>
                        <a:pt x="35" y="83"/>
                        <a:pt x="35" y="83"/>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7" name="Freeform 896">
                  <a:extLst>
                    <a:ext uri="{FF2B5EF4-FFF2-40B4-BE49-F238E27FC236}">
                      <a16:creationId xmlns:a16="http://schemas.microsoft.com/office/drawing/2014/main" id="{CDA84891-6392-CFFB-7789-B632746C32B7}"/>
                    </a:ext>
                  </a:extLst>
                </p:cNvPr>
                <p:cNvSpPr>
                  <a:spLocks/>
                </p:cNvSpPr>
                <p:nvPr/>
              </p:nvSpPr>
              <p:spPr bwMode="auto">
                <a:xfrm>
                  <a:off x="6229350" y="5187950"/>
                  <a:ext cx="303212" cy="490538"/>
                </a:xfrm>
                <a:custGeom>
                  <a:avLst/>
                  <a:gdLst>
                    <a:gd name="T0" fmla="*/ 53 w 73"/>
                    <a:gd name="T1" fmla="*/ 5 h 118"/>
                    <a:gd name="T2" fmla="*/ 44 w 73"/>
                    <a:gd name="T3" fmla="*/ 8 h 118"/>
                    <a:gd name="T4" fmla="*/ 40 w 73"/>
                    <a:gd name="T5" fmla="*/ 9 h 118"/>
                    <a:gd name="T6" fmla="*/ 38 w 73"/>
                    <a:gd name="T7" fmla="*/ 7 h 118"/>
                    <a:gd name="T8" fmla="*/ 30 w 73"/>
                    <a:gd name="T9" fmla="*/ 8 h 118"/>
                    <a:gd name="T10" fmla="*/ 29 w 73"/>
                    <a:gd name="T11" fmla="*/ 20 h 118"/>
                    <a:gd name="T12" fmla="*/ 38 w 73"/>
                    <a:gd name="T13" fmla="*/ 29 h 118"/>
                    <a:gd name="T14" fmla="*/ 37 w 73"/>
                    <a:gd name="T15" fmla="*/ 33 h 118"/>
                    <a:gd name="T16" fmla="*/ 35 w 73"/>
                    <a:gd name="T17" fmla="*/ 39 h 118"/>
                    <a:gd name="T18" fmla="*/ 34 w 73"/>
                    <a:gd name="T19" fmla="*/ 44 h 118"/>
                    <a:gd name="T20" fmla="*/ 33 w 73"/>
                    <a:gd name="T21" fmla="*/ 47 h 118"/>
                    <a:gd name="T22" fmla="*/ 30 w 73"/>
                    <a:gd name="T23" fmla="*/ 42 h 118"/>
                    <a:gd name="T24" fmla="*/ 29 w 73"/>
                    <a:gd name="T25" fmla="*/ 33 h 118"/>
                    <a:gd name="T26" fmla="*/ 28 w 73"/>
                    <a:gd name="T27" fmla="*/ 28 h 118"/>
                    <a:gd name="T28" fmla="*/ 23 w 73"/>
                    <a:gd name="T29" fmla="*/ 29 h 118"/>
                    <a:gd name="T30" fmla="*/ 19 w 73"/>
                    <a:gd name="T31" fmla="*/ 25 h 118"/>
                    <a:gd name="T32" fmla="*/ 1 w 73"/>
                    <a:gd name="T33" fmla="*/ 36 h 118"/>
                    <a:gd name="T34" fmla="*/ 6 w 73"/>
                    <a:gd name="T35" fmla="*/ 39 h 118"/>
                    <a:gd name="T36" fmla="*/ 14 w 73"/>
                    <a:gd name="T37" fmla="*/ 42 h 118"/>
                    <a:gd name="T38" fmla="*/ 18 w 73"/>
                    <a:gd name="T39" fmla="*/ 43 h 118"/>
                    <a:gd name="T40" fmla="*/ 18 w 73"/>
                    <a:gd name="T41" fmla="*/ 48 h 118"/>
                    <a:gd name="T42" fmla="*/ 18 w 73"/>
                    <a:gd name="T43" fmla="*/ 50 h 118"/>
                    <a:gd name="T44" fmla="*/ 18 w 73"/>
                    <a:gd name="T45" fmla="*/ 52 h 118"/>
                    <a:gd name="T46" fmla="*/ 18 w 73"/>
                    <a:gd name="T47" fmla="*/ 54 h 118"/>
                    <a:gd name="T48" fmla="*/ 18 w 73"/>
                    <a:gd name="T49" fmla="*/ 57 h 118"/>
                    <a:gd name="T50" fmla="*/ 18 w 73"/>
                    <a:gd name="T51" fmla="*/ 57 h 118"/>
                    <a:gd name="T52" fmla="*/ 16 w 73"/>
                    <a:gd name="T53" fmla="*/ 59 h 118"/>
                    <a:gd name="T54" fmla="*/ 18 w 73"/>
                    <a:gd name="T55" fmla="*/ 61 h 118"/>
                    <a:gd name="T56" fmla="*/ 17 w 73"/>
                    <a:gd name="T57" fmla="*/ 65 h 118"/>
                    <a:gd name="T58" fmla="*/ 19 w 73"/>
                    <a:gd name="T59" fmla="*/ 66 h 118"/>
                    <a:gd name="T60" fmla="*/ 15 w 73"/>
                    <a:gd name="T61" fmla="*/ 72 h 118"/>
                    <a:gd name="T62" fmla="*/ 14 w 73"/>
                    <a:gd name="T63" fmla="*/ 76 h 118"/>
                    <a:gd name="T64" fmla="*/ 7 w 73"/>
                    <a:gd name="T65" fmla="*/ 85 h 118"/>
                    <a:gd name="T66" fmla="*/ 11 w 73"/>
                    <a:gd name="T67" fmla="*/ 99 h 118"/>
                    <a:gd name="T68" fmla="*/ 12 w 73"/>
                    <a:gd name="T69" fmla="*/ 112 h 118"/>
                    <a:gd name="T70" fmla="*/ 18 w 73"/>
                    <a:gd name="T71" fmla="*/ 118 h 118"/>
                    <a:gd name="T72" fmla="*/ 18 w 73"/>
                    <a:gd name="T73" fmla="*/ 114 h 118"/>
                    <a:gd name="T74" fmla="*/ 17 w 73"/>
                    <a:gd name="T75" fmla="*/ 111 h 118"/>
                    <a:gd name="T76" fmla="*/ 22 w 73"/>
                    <a:gd name="T77" fmla="*/ 106 h 118"/>
                    <a:gd name="T78" fmla="*/ 36 w 73"/>
                    <a:gd name="T79" fmla="*/ 96 h 118"/>
                    <a:gd name="T80" fmla="*/ 36 w 73"/>
                    <a:gd name="T81" fmla="*/ 93 h 118"/>
                    <a:gd name="T82" fmla="*/ 37 w 73"/>
                    <a:gd name="T83" fmla="*/ 86 h 118"/>
                    <a:gd name="T84" fmla="*/ 35 w 73"/>
                    <a:gd name="T85" fmla="*/ 83 h 118"/>
                    <a:gd name="T86" fmla="*/ 33 w 73"/>
                    <a:gd name="T87" fmla="*/ 75 h 118"/>
                    <a:gd name="T88" fmla="*/ 31 w 73"/>
                    <a:gd name="T89" fmla="*/ 70 h 118"/>
                    <a:gd name="T90" fmla="*/ 33 w 73"/>
                    <a:gd name="T91" fmla="*/ 66 h 118"/>
                    <a:gd name="T92" fmla="*/ 34 w 73"/>
                    <a:gd name="T93" fmla="*/ 65 h 118"/>
                    <a:gd name="T94" fmla="*/ 42 w 73"/>
                    <a:gd name="T95" fmla="*/ 59 h 118"/>
                    <a:gd name="T96" fmla="*/ 48 w 73"/>
                    <a:gd name="T97" fmla="*/ 52 h 118"/>
                    <a:gd name="T98" fmla="*/ 59 w 73"/>
                    <a:gd name="T99" fmla="*/ 47 h 118"/>
                    <a:gd name="T100" fmla="*/ 64 w 73"/>
                    <a:gd name="T101" fmla="*/ 44 h 118"/>
                    <a:gd name="T102" fmla="*/ 67 w 73"/>
                    <a:gd name="T103" fmla="*/ 39 h 118"/>
                    <a:gd name="T104" fmla="*/ 72 w 73"/>
                    <a:gd name="T105" fmla="*/ 31 h 118"/>
                    <a:gd name="T106" fmla="*/ 70 w 73"/>
                    <a:gd name="T107" fmla="*/ 26 h 118"/>
                    <a:gd name="T108" fmla="*/ 69 w 73"/>
                    <a:gd name="T109" fmla="*/ 7 h 118"/>
                    <a:gd name="T110" fmla="*/ 69 w 73"/>
                    <a:gd name="T111" fmla="*/ 0 h 118"/>
                    <a:gd name="T112" fmla="*/ 56 w 73"/>
                    <a:gd name="T113" fmla="*/ 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3" h="118">
                      <a:moveTo>
                        <a:pt x="56" y="7"/>
                      </a:moveTo>
                      <a:cubicBezTo>
                        <a:pt x="53" y="5"/>
                        <a:pt x="53" y="5"/>
                        <a:pt x="53" y="5"/>
                      </a:cubicBezTo>
                      <a:cubicBezTo>
                        <a:pt x="48" y="9"/>
                        <a:pt x="48" y="9"/>
                        <a:pt x="48" y="9"/>
                      </a:cubicBezTo>
                      <a:cubicBezTo>
                        <a:pt x="44" y="8"/>
                        <a:pt x="44" y="8"/>
                        <a:pt x="44" y="8"/>
                      </a:cubicBezTo>
                      <a:cubicBezTo>
                        <a:pt x="43" y="9"/>
                        <a:pt x="43" y="9"/>
                        <a:pt x="43" y="9"/>
                      </a:cubicBezTo>
                      <a:cubicBezTo>
                        <a:pt x="40" y="9"/>
                        <a:pt x="40" y="9"/>
                        <a:pt x="40" y="9"/>
                      </a:cubicBezTo>
                      <a:cubicBezTo>
                        <a:pt x="40" y="7"/>
                        <a:pt x="40" y="7"/>
                        <a:pt x="40" y="7"/>
                      </a:cubicBezTo>
                      <a:cubicBezTo>
                        <a:pt x="38" y="7"/>
                        <a:pt x="38" y="7"/>
                        <a:pt x="38" y="7"/>
                      </a:cubicBezTo>
                      <a:cubicBezTo>
                        <a:pt x="36" y="8"/>
                        <a:pt x="36" y="8"/>
                        <a:pt x="36" y="8"/>
                      </a:cubicBezTo>
                      <a:cubicBezTo>
                        <a:pt x="30" y="8"/>
                        <a:pt x="30" y="8"/>
                        <a:pt x="30" y="8"/>
                      </a:cubicBezTo>
                      <a:cubicBezTo>
                        <a:pt x="28" y="12"/>
                        <a:pt x="28" y="12"/>
                        <a:pt x="28" y="12"/>
                      </a:cubicBezTo>
                      <a:cubicBezTo>
                        <a:pt x="29" y="20"/>
                        <a:pt x="29" y="20"/>
                        <a:pt x="29" y="20"/>
                      </a:cubicBezTo>
                      <a:cubicBezTo>
                        <a:pt x="33" y="22"/>
                        <a:pt x="33" y="22"/>
                        <a:pt x="33" y="22"/>
                      </a:cubicBezTo>
                      <a:cubicBezTo>
                        <a:pt x="38" y="29"/>
                        <a:pt x="38" y="29"/>
                        <a:pt x="38" y="29"/>
                      </a:cubicBezTo>
                      <a:cubicBezTo>
                        <a:pt x="38" y="32"/>
                        <a:pt x="38" y="32"/>
                        <a:pt x="38" y="32"/>
                      </a:cubicBezTo>
                      <a:cubicBezTo>
                        <a:pt x="37" y="33"/>
                        <a:pt x="37" y="33"/>
                        <a:pt x="37" y="33"/>
                      </a:cubicBezTo>
                      <a:cubicBezTo>
                        <a:pt x="37" y="39"/>
                        <a:pt x="37" y="39"/>
                        <a:pt x="37" y="39"/>
                      </a:cubicBezTo>
                      <a:cubicBezTo>
                        <a:pt x="35" y="39"/>
                        <a:pt x="35" y="39"/>
                        <a:pt x="35" y="39"/>
                      </a:cubicBezTo>
                      <a:cubicBezTo>
                        <a:pt x="33" y="42"/>
                        <a:pt x="33" y="42"/>
                        <a:pt x="33" y="42"/>
                      </a:cubicBezTo>
                      <a:cubicBezTo>
                        <a:pt x="34" y="44"/>
                        <a:pt x="34" y="44"/>
                        <a:pt x="34" y="44"/>
                      </a:cubicBezTo>
                      <a:cubicBezTo>
                        <a:pt x="34" y="47"/>
                        <a:pt x="34" y="47"/>
                        <a:pt x="34" y="47"/>
                      </a:cubicBezTo>
                      <a:cubicBezTo>
                        <a:pt x="33" y="47"/>
                        <a:pt x="33" y="47"/>
                        <a:pt x="33" y="47"/>
                      </a:cubicBezTo>
                      <a:cubicBezTo>
                        <a:pt x="33" y="45"/>
                        <a:pt x="33" y="45"/>
                        <a:pt x="33" y="45"/>
                      </a:cubicBezTo>
                      <a:cubicBezTo>
                        <a:pt x="30" y="42"/>
                        <a:pt x="30" y="42"/>
                        <a:pt x="30" y="42"/>
                      </a:cubicBezTo>
                      <a:cubicBezTo>
                        <a:pt x="27" y="38"/>
                        <a:pt x="27" y="38"/>
                        <a:pt x="27" y="38"/>
                      </a:cubicBezTo>
                      <a:cubicBezTo>
                        <a:pt x="29" y="33"/>
                        <a:pt x="29" y="33"/>
                        <a:pt x="29" y="33"/>
                      </a:cubicBezTo>
                      <a:cubicBezTo>
                        <a:pt x="29" y="29"/>
                        <a:pt x="29" y="29"/>
                        <a:pt x="29" y="29"/>
                      </a:cubicBezTo>
                      <a:cubicBezTo>
                        <a:pt x="28" y="28"/>
                        <a:pt x="28" y="28"/>
                        <a:pt x="28" y="28"/>
                      </a:cubicBezTo>
                      <a:cubicBezTo>
                        <a:pt x="24" y="28"/>
                        <a:pt x="24" y="28"/>
                        <a:pt x="24" y="28"/>
                      </a:cubicBezTo>
                      <a:cubicBezTo>
                        <a:pt x="23" y="29"/>
                        <a:pt x="23" y="29"/>
                        <a:pt x="23" y="29"/>
                      </a:cubicBezTo>
                      <a:cubicBezTo>
                        <a:pt x="20" y="25"/>
                        <a:pt x="20" y="25"/>
                        <a:pt x="20" y="25"/>
                      </a:cubicBezTo>
                      <a:cubicBezTo>
                        <a:pt x="19" y="25"/>
                        <a:pt x="19" y="25"/>
                        <a:pt x="19" y="25"/>
                      </a:cubicBezTo>
                      <a:cubicBezTo>
                        <a:pt x="0" y="32"/>
                        <a:pt x="0" y="32"/>
                        <a:pt x="0" y="32"/>
                      </a:cubicBezTo>
                      <a:cubicBezTo>
                        <a:pt x="1" y="36"/>
                        <a:pt x="1" y="36"/>
                        <a:pt x="1" y="36"/>
                      </a:cubicBezTo>
                      <a:cubicBezTo>
                        <a:pt x="1" y="39"/>
                        <a:pt x="1" y="39"/>
                        <a:pt x="1" y="39"/>
                      </a:cubicBezTo>
                      <a:cubicBezTo>
                        <a:pt x="6" y="39"/>
                        <a:pt x="6" y="39"/>
                        <a:pt x="6" y="39"/>
                      </a:cubicBezTo>
                      <a:cubicBezTo>
                        <a:pt x="11" y="42"/>
                        <a:pt x="11" y="42"/>
                        <a:pt x="11" y="42"/>
                      </a:cubicBezTo>
                      <a:cubicBezTo>
                        <a:pt x="14" y="42"/>
                        <a:pt x="14" y="42"/>
                        <a:pt x="14" y="42"/>
                      </a:cubicBezTo>
                      <a:cubicBezTo>
                        <a:pt x="17" y="43"/>
                        <a:pt x="17" y="43"/>
                        <a:pt x="17" y="43"/>
                      </a:cubicBezTo>
                      <a:cubicBezTo>
                        <a:pt x="18" y="43"/>
                        <a:pt x="18" y="43"/>
                        <a:pt x="18" y="43"/>
                      </a:cubicBezTo>
                      <a:cubicBezTo>
                        <a:pt x="17" y="45"/>
                        <a:pt x="17" y="45"/>
                        <a:pt x="17" y="45"/>
                      </a:cubicBezTo>
                      <a:cubicBezTo>
                        <a:pt x="18" y="48"/>
                        <a:pt x="18" y="48"/>
                        <a:pt x="18" y="48"/>
                      </a:cubicBezTo>
                      <a:cubicBezTo>
                        <a:pt x="18" y="50"/>
                        <a:pt x="18" y="50"/>
                        <a:pt x="18" y="50"/>
                      </a:cubicBezTo>
                      <a:cubicBezTo>
                        <a:pt x="18" y="50"/>
                        <a:pt x="18" y="50"/>
                        <a:pt x="18" y="50"/>
                      </a:cubicBezTo>
                      <a:cubicBezTo>
                        <a:pt x="18" y="50"/>
                        <a:pt x="18" y="52"/>
                        <a:pt x="18" y="52"/>
                      </a:cubicBezTo>
                      <a:cubicBezTo>
                        <a:pt x="18" y="52"/>
                        <a:pt x="18" y="52"/>
                        <a:pt x="18" y="52"/>
                      </a:cubicBezTo>
                      <a:cubicBezTo>
                        <a:pt x="18" y="52"/>
                        <a:pt x="18" y="53"/>
                        <a:pt x="18" y="53"/>
                      </a:cubicBezTo>
                      <a:cubicBezTo>
                        <a:pt x="18" y="53"/>
                        <a:pt x="18" y="54"/>
                        <a:pt x="18" y="54"/>
                      </a:cubicBezTo>
                      <a:cubicBezTo>
                        <a:pt x="18" y="54"/>
                        <a:pt x="19" y="56"/>
                        <a:pt x="19" y="56"/>
                      </a:cubicBezTo>
                      <a:cubicBezTo>
                        <a:pt x="18" y="57"/>
                        <a:pt x="18" y="57"/>
                        <a:pt x="18" y="57"/>
                      </a:cubicBezTo>
                      <a:cubicBezTo>
                        <a:pt x="18" y="57"/>
                        <a:pt x="18" y="57"/>
                        <a:pt x="18" y="57"/>
                      </a:cubicBezTo>
                      <a:cubicBezTo>
                        <a:pt x="18" y="57"/>
                        <a:pt x="18" y="57"/>
                        <a:pt x="18" y="57"/>
                      </a:cubicBezTo>
                      <a:cubicBezTo>
                        <a:pt x="18" y="58"/>
                        <a:pt x="18" y="58"/>
                        <a:pt x="18" y="58"/>
                      </a:cubicBezTo>
                      <a:cubicBezTo>
                        <a:pt x="16" y="59"/>
                        <a:pt x="16" y="59"/>
                        <a:pt x="16" y="59"/>
                      </a:cubicBezTo>
                      <a:cubicBezTo>
                        <a:pt x="16" y="60"/>
                        <a:pt x="16" y="60"/>
                        <a:pt x="16" y="60"/>
                      </a:cubicBezTo>
                      <a:cubicBezTo>
                        <a:pt x="18" y="61"/>
                        <a:pt x="18" y="61"/>
                        <a:pt x="18" y="61"/>
                      </a:cubicBezTo>
                      <a:cubicBezTo>
                        <a:pt x="17" y="63"/>
                        <a:pt x="17" y="63"/>
                        <a:pt x="17" y="63"/>
                      </a:cubicBezTo>
                      <a:cubicBezTo>
                        <a:pt x="17" y="65"/>
                        <a:pt x="17" y="65"/>
                        <a:pt x="17" y="65"/>
                      </a:cubicBezTo>
                      <a:cubicBezTo>
                        <a:pt x="19" y="66"/>
                        <a:pt x="19" y="66"/>
                        <a:pt x="19" y="66"/>
                      </a:cubicBezTo>
                      <a:cubicBezTo>
                        <a:pt x="19" y="66"/>
                        <a:pt x="19" y="66"/>
                        <a:pt x="19" y="66"/>
                      </a:cubicBezTo>
                      <a:cubicBezTo>
                        <a:pt x="19" y="67"/>
                        <a:pt x="19" y="67"/>
                        <a:pt x="19" y="67"/>
                      </a:cubicBezTo>
                      <a:cubicBezTo>
                        <a:pt x="15" y="72"/>
                        <a:pt x="15" y="72"/>
                        <a:pt x="15" y="72"/>
                      </a:cubicBezTo>
                      <a:cubicBezTo>
                        <a:pt x="15" y="74"/>
                        <a:pt x="15" y="74"/>
                        <a:pt x="15" y="74"/>
                      </a:cubicBezTo>
                      <a:cubicBezTo>
                        <a:pt x="14" y="76"/>
                        <a:pt x="14" y="76"/>
                        <a:pt x="14" y="76"/>
                      </a:cubicBezTo>
                      <a:cubicBezTo>
                        <a:pt x="15" y="77"/>
                        <a:pt x="15" y="77"/>
                        <a:pt x="15" y="77"/>
                      </a:cubicBezTo>
                      <a:cubicBezTo>
                        <a:pt x="7" y="85"/>
                        <a:pt x="7" y="85"/>
                        <a:pt x="7" y="85"/>
                      </a:cubicBezTo>
                      <a:cubicBezTo>
                        <a:pt x="9" y="93"/>
                        <a:pt x="9" y="93"/>
                        <a:pt x="9" y="93"/>
                      </a:cubicBezTo>
                      <a:cubicBezTo>
                        <a:pt x="11" y="99"/>
                        <a:pt x="11" y="99"/>
                        <a:pt x="11" y="99"/>
                      </a:cubicBezTo>
                      <a:cubicBezTo>
                        <a:pt x="11" y="111"/>
                        <a:pt x="11" y="111"/>
                        <a:pt x="11" y="111"/>
                      </a:cubicBezTo>
                      <a:cubicBezTo>
                        <a:pt x="12" y="112"/>
                        <a:pt x="12" y="112"/>
                        <a:pt x="12" y="112"/>
                      </a:cubicBezTo>
                      <a:cubicBezTo>
                        <a:pt x="12" y="118"/>
                        <a:pt x="12" y="118"/>
                        <a:pt x="12" y="118"/>
                      </a:cubicBezTo>
                      <a:cubicBezTo>
                        <a:pt x="18" y="118"/>
                        <a:pt x="18" y="118"/>
                        <a:pt x="18" y="118"/>
                      </a:cubicBezTo>
                      <a:cubicBezTo>
                        <a:pt x="19" y="117"/>
                        <a:pt x="19" y="116"/>
                        <a:pt x="18" y="115"/>
                      </a:cubicBezTo>
                      <a:cubicBezTo>
                        <a:pt x="18" y="114"/>
                        <a:pt x="18" y="114"/>
                        <a:pt x="18" y="114"/>
                      </a:cubicBezTo>
                      <a:cubicBezTo>
                        <a:pt x="17" y="114"/>
                        <a:pt x="17" y="113"/>
                        <a:pt x="17" y="113"/>
                      </a:cubicBezTo>
                      <a:cubicBezTo>
                        <a:pt x="17" y="112"/>
                        <a:pt x="17" y="111"/>
                        <a:pt x="17" y="111"/>
                      </a:cubicBezTo>
                      <a:cubicBezTo>
                        <a:pt x="18" y="109"/>
                        <a:pt x="20" y="108"/>
                        <a:pt x="20" y="107"/>
                      </a:cubicBezTo>
                      <a:cubicBezTo>
                        <a:pt x="21" y="107"/>
                        <a:pt x="21" y="107"/>
                        <a:pt x="22" y="106"/>
                      </a:cubicBezTo>
                      <a:cubicBezTo>
                        <a:pt x="24" y="106"/>
                        <a:pt x="25" y="105"/>
                        <a:pt x="27" y="104"/>
                      </a:cubicBezTo>
                      <a:cubicBezTo>
                        <a:pt x="31" y="103"/>
                        <a:pt x="35" y="102"/>
                        <a:pt x="36" y="96"/>
                      </a:cubicBezTo>
                      <a:cubicBezTo>
                        <a:pt x="34" y="97"/>
                        <a:pt x="35" y="95"/>
                        <a:pt x="35" y="94"/>
                      </a:cubicBezTo>
                      <a:cubicBezTo>
                        <a:pt x="36" y="94"/>
                        <a:pt x="36" y="94"/>
                        <a:pt x="36" y="93"/>
                      </a:cubicBezTo>
                      <a:cubicBezTo>
                        <a:pt x="36" y="92"/>
                        <a:pt x="36" y="91"/>
                        <a:pt x="36" y="90"/>
                      </a:cubicBezTo>
                      <a:cubicBezTo>
                        <a:pt x="37" y="89"/>
                        <a:pt x="37" y="88"/>
                        <a:pt x="37" y="86"/>
                      </a:cubicBezTo>
                      <a:cubicBezTo>
                        <a:pt x="37" y="85"/>
                        <a:pt x="37" y="84"/>
                        <a:pt x="35" y="84"/>
                      </a:cubicBezTo>
                      <a:cubicBezTo>
                        <a:pt x="35" y="84"/>
                        <a:pt x="35" y="83"/>
                        <a:pt x="35" y="83"/>
                      </a:cubicBezTo>
                      <a:cubicBezTo>
                        <a:pt x="35" y="82"/>
                        <a:pt x="35" y="80"/>
                        <a:pt x="34" y="80"/>
                      </a:cubicBezTo>
                      <a:cubicBezTo>
                        <a:pt x="33" y="78"/>
                        <a:pt x="33" y="77"/>
                        <a:pt x="33" y="75"/>
                      </a:cubicBezTo>
                      <a:cubicBezTo>
                        <a:pt x="33" y="74"/>
                        <a:pt x="33" y="73"/>
                        <a:pt x="32" y="73"/>
                      </a:cubicBezTo>
                      <a:cubicBezTo>
                        <a:pt x="31" y="73"/>
                        <a:pt x="31" y="71"/>
                        <a:pt x="31" y="70"/>
                      </a:cubicBezTo>
                      <a:cubicBezTo>
                        <a:pt x="31" y="70"/>
                        <a:pt x="31" y="70"/>
                        <a:pt x="31" y="69"/>
                      </a:cubicBezTo>
                      <a:cubicBezTo>
                        <a:pt x="31" y="68"/>
                        <a:pt x="32" y="67"/>
                        <a:pt x="33" y="66"/>
                      </a:cubicBezTo>
                      <a:cubicBezTo>
                        <a:pt x="33" y="66"/>
                        <a:pt x="33" y="66"/>
                        <a:pt x="33" y="66"/>
                      </a:cubicBezTo>
                      <a:cubicBezTo>
                        <a:pt x="34" y="66"/>
                        <a:pt x="34" y="65"/>
                        <a:pt x="34" y="65"/>
                      </a:cubicBezTo>
                      <a:cubicBezTo>
                        <a:pt x="36" y="64"/>
                        <a:pt x="37" y="61"/>
                        <a:pt x="40" y="60"/>
                      </a:cubicBezTo>
                      <a:cubicBezTo>
                        <a:pt x="41" y="60"/>
                        <a:pt x="41" y="60"/>
                        <a:pt x="42" y="59"/>
                      </a:cubicBezTo>
                      <a:cubicBezTo>
                        <a:pt x="42" y="58"/>
                        <a:pt x="44" y="57"/>
                        <a:pt x="45" y="55"/>
                      </a:cubicBezTo>
                      <a:cubicBezTo>
                        <a:pt x="45" y="54"/>
                        <a:pt x="47" y="53"/>
                        <a:pt x="48" y="52"/>
                      </a:cubicBezTo>
                      <a:cubicBezTo>
                        <a:pt x="49" y="51"/>
                        <a:pt x="51" y="50"/>
                        <a:pt x="53" y="49"/>
                      </a:cubicBezTo>
                      <a:cubicBezTo>
                        <a:pt x="55" y="48"/>
                        <a:pt x="57" y="47"/>
                        <a:pt x="59" y="47"/>
                      </a:cubicBezTo>
                      <a:cubicBezTo>
                        <a:pt x="59" y="46"/>
                        <a:pt x="61" y="47"/>
                        <a:pt x="61" y="46"/>
                      </a:cubicBezTo>
                      <a:cubicBezTo>
                        <a:pt x="62" y="45"/>
                        <a:pt x="63" y="44"/>
                        <a:pt x="64" y="44"/>
                      </a:cubicBezTo>
                      <a:cubicBezTo>
                        <a:pt x="65" y="43"/>
                        <a:pt x="66" y="43"/>
                        <a:pt x="66" y="41"/>
                      </a:cubicBezTo>
                      <a:cubicBezTo>
                        <a:pt x="67" y="41"/>
                        <a:pt x="67" y="40"/>
                        <a:pt x="67" y="39"/>
                      </a:cubicBezTo>
                      <a:cubicBezTo>
                        <a:pt x="69" y="38"/>
                        <a:pt x="71" y="36"/>
                        <a:pt x="71" y="34"/>
                      </a:cubicBezTo>
                      <a:cubicBezTo>
                        <a:pt x="71" y="33"/>
                        <a:pt x="71" y="32"/>
                        <a:pt x="72" y="31"/>
                      </a:cubicBezTo>
                      <a:cubicBezTo>
                        <a:pt x="72" y="30"/>
                        <a:pt x="73" y="29"/>
                        <a:pt x="72" y="29"/>
                      </a:cubicBezTo>
                      <a:cubicBezTo>
                        <a:pt x="71" y="28"/>
                        <a:pt x="71" y="27"/>
                        <a:pt x="70" y="26"/>
                      </a:cubicBezTo>
                      <a:cubicBezTo>
                        <a:pt x="70" y="21"/>
                        <a:pt x="70" y="16"/>
                        <a:pt x="70" y="11"/>
                      </a:cubicBezTo>
                      <a:cubicBezTo>
                        <a:pt x="70" y="10"/>
                        <a:pt x="70" y="9"/>
                        <a:pt x="69" y="7"/>
                      </a:cubicBezTo>
                      <a:cubicBezTo>
                        <a:pt x="69" y="7"/>
                        <a:pt x="69" y="6"/>
                        <a:pt x="70" y="6"/>
                      </a:cubicBezTo>
                      <a:cubicBezTo>
                        <a:pt x="71" y="4"/>
                        <a:pt x="70" y="1"/>
                        <a:pt x="69" y="0"/>
                      </a:cubicBezTo>
                      <a:cubicBezTo>
                        <a:pt x="66" y="2"/>
                        <a:pt x="66" y="2"/>
                        <a:pt x="66" y="2"/>
                      </a:cubicBezTo>
                      <a:lnTo>
                        <a:pt x="56" y="7"/>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8" name="Freeform 897">
                  <a:extLst>
                    <a:ext uri="{FF2B5EF4-FFF2-40B4-BE49-F238E27FC236}">
                      <a16:creationId xmlns:a16="http://schemas.microsoft.com/office/drawing/2014/main" id="{0F1C8567-98F9-979E-6D1B-0ED4EF7AE8CF}"/>
                    </a:ext>
                  </a:extLst>
                </p:cNvPr>
                <p:cNvSpPr>
                  <a:spLocks/>
                </p:cNvSpPr>
                <p:nvPr/>
              </p:nvSpPr>
              <p:spPr bwMode="auto">
                <a:xfrm>
                  <a:off x="5005388" y="3805238"/>
                  <a:ext cx="341312" cy="269875"/>
                </a:xfrm>
                <a:custGeom>
                  <a:avLst/>
                  <a:gdLst>
                    <a:gd name="T0" fmla="*/ 82 w 82"/>
                    <a:gd name="T1" fmla="*/ 27 h 65"/>
                    <a:gd name="T2" fmla="*/ 79 w 82"/>
                    <a:gd name="T3" fmla="*/ 25 h 65"/>
                    <a:gd name="T4" fmla="*/ 77 w 82"/>
                    <a:gd name="T5" fmla="*/ 21 h 65"/>
                    <a:gd name="T6" fmla="*/ 77 w 82"/>
                    <a:gd name="T7" fmla="*/ 20 h 65"/>
                    <a:gd name="T8" fmla="*/ 77 w 82"/>
                    <a:gd name="T9" fmla="*/ 20 h 65"/>
                    <a:gd name="T10" fmla="*/ 78 w 82"/>
                    <a:gd name="T11" fmla="*/ 19 h 65"/>
                    <a:gd name="T12" fmla="*/ 77 w 82"/>
                    <a:gd name="T13" fmla="*/ 18 h 65"/>
                    <a:gd name="T14" fmla="*/ 77 w 82"/>
                    <a:gd name="T15" fmla="*/ 11 h 65"/>
                    <a:gd name="T16" fmla="*/ 76 w 82"/>
                    <a:gd name="T17" fmla="*/ 10 h 65"/>
                    <a:gd name="T18" fmla="*/ 77 w 82"/>
                    <a:gd name="T19" fmla="*/ 9 h 65"/>
                    <a:gd name="T20" fmla="*/ 74 w 82"/>
                    <a:gd name="T21" fmla="*/ 7 h 65"/>
                    <a:gd name="T22" fmla="*/ 74 w 82"/>
                    <a:gd name="T23" fmla="*/ 7 h 65"/>
                    <a:gd name="T24" fmla="*/ 73 w 82"/>
                    <a:gd name="T25" fmla="*/ 6 h 65"/>
                    <a:gd name="T26" fmla="*/ 69 w 82"/>
                    <a:gd name="T27" fmla="*/ 4 h 65"/>
                    <a:gd name="T28" fmla="*/ 67 w 82"/>
                    <a:gd name="T29" fmla="*/ 6 h 65"/>
                    <a:gd name="T30" fmla="*/ 66 w 82"/>
                    <a:gd name="T31" fmla="*/ 6 h 65"/>
                    <a:gd name="T32" fmla="*/ 60 w 82"/>
                    <a:gd name="T33" fmla="*/ 6 h 65"/>
                    <a:gd name="T34" fmla="*/ 59 w 82"/>
                    <a:gd name="T35" fmla="*/ 6 h 65"/>
                    <a:gd name="T36" fmla="*/ 57 w 82"/>
                    <a:gd name="T37" fmla="*/ 6 h 65"/>
                    <a:gd name="T38" fmla="*/ 53 w 82"/>
                    <a:gd name="T39" fmla="*/ 0 h 65"/>
                    <a:gd name="T40" fmla="*/ 53 w 82"/>
                    <a:gd name="T41" fmla="*/ 0 h 65"/>
                    <a:gd name="T42" fmla="*/ 48 w 82"/>
                    <a:gd name="T43" fmla="*/ 3 h 65"/>
                    <a:gd name="T44" fmla="*/ 45 w 82"/>
                    <a:gd name="T45" fmla="*/ 11 h 65"/>
                    <a:gd name="T46" fmla="*/ 42 w 82"/>
                    <a:gd name="T47" fmla="*/ 16 h 65"/>
                    <a:gd name="T48" fmla="*/ 37 w 82"/>
                    <a:gd name="T49" fmla="*/ 19 h 65"/>
                    <a:gd name="T50" fmla="*/ 33 w 82"/>
                    <a:gd name="T51" fmla="*/ 21 h 65"/>
                    <a:gd name="T52" fmla="*/ 31 w 82"/>
                    <a:gd name="T53" fmla="*/ 22 h 65"/>
                    <a:gd name="T54" fmla="*/ 27 w 82"/>
                    <a:gd name="T55" fmla="*/ 26 h 65"/>
                    <a:gd name="T56" fmla="*/ 26 w 82"/>
                    <a:gd name="T57" fmla="*/ 29 h 65"/>
                    <a:gd name="T58" fmla="*/ 26 w 82"/>
                    <a:gd name="T59" fmla="*/ 32 h 65"/>
                    <a:gd name="T60" fmla="*/ 23 w 82"/>
                    <a:gd name="T61" fmla="*/ 35 h 65"/>
                    <a:gd name="T62" fmla="*/ 23 w 82"/>
                    <a:gd name="T63" fmla="*/ 43 h 65"/>
                    <a:gd name="T64" fmla="*/ 24 w 82"/>
                    <a:gd name="T65" fmla="*/ 47 h 65"/>
                    <a:gd name="T66" fmla="*/ 23 w 82"/>
                    <a:gd name="T67" fmla="*/ 48 h 65"/>
                    <a:gd name="T68" fmla="*/ 19 w 82"/>
                    <a:gd name="T69" fmla="*/ 54 h 65"/>
                    <a:gd name="T70" fmla="*/ 12 w 82"/>
                    <a:gd name="T71" fmla="*/ 60 h 65"/>
                    <a:gd name="T72" fmla="*/ 5 w 82"/>
                    <a:gd name="T73" fmla="*/ 63 h 65"/>
                    <a:gd name="T74" fmla="*/ 0 w 82"/>
                    <a:gd name="T75" fmla="*/ 65 h 65"/>
                    <a:gd name="T76" fmla="*/ 30 w 82"/>
                    <a:gd name="T77" fmla="*/ 65 h 65"/>
                    <a:gd name="T78" fmla="*/ 30 w 82"/>
                    <a:gd name="T79" fmla="*/ 57 h 65"/>
                    <a:gd name="T80" fmla="*/ 36 w 82"/>
                    <a:gd name="T81" fmla="*/ 52 h 65"/>
                    <a:gd name="T82" fmla="*/ 40 w 82"/>
                    <a:gd name="T83" fmla="*/ 51 h 65"/>
                    <a:gd name="T84" fmla="*/ 43 w 82"/>
                    <a:gd name="T85" fmla="*/ 51 h 65"/>
                    <a:gd name="T86" fmla="*/ 49 w 82"/>
                    <a:gd name="T87" fmla="*/ 50 h 65"/>
                    <a:gd name="T88" fmla="*/ 51 w 82"/>
                    <a:gd name="T89" fmla="*/ 51 h 65"/>
                    <a:gd name="T90" fmla="*/ 55 w 82"/>
                    <a:gd name="T91" fmla="*/ 46 h 65"/>
                    <a:gd name="T92" fmla="*/ 59 w 82"/>
                    <a:gd name="T93" fmla="*/ 43 h 65"/>
                    <a:gd name="T94" fmla="*/ 64 w 82"/>
                    <a:gd name="T95" fmla="*/ 42 h 65"/>
                    <a:gd name="T96" fmla="*/ 64 w 82"/>
                    <a:gd name="T97" fmla="*/ 40 h 65"/>
                    <a:gd name="T98" fmla="*/ 64 w 82"/>
                    <a:gd name="T99" fmla="*/ 39 h 65"/>
                    <a:gd name="T100" fmla="*/ 63 w 82"/>
                    <a:gd name="T101" fmla="*/ 37 h 65"/>
                    <a:gd name="T102" fmla="*/ 64 w 82"/>
                    <a:gd name="T103" fmla="*/ 34 h 65"/>
                    <a:gd name="T104" fmla="*/ 69 w 82"/>
                    <a:gd name="T105" fmla="*/ 33 h 65"/>
                    <a:gd name="T106" fmla="*/ 69 w 82"/>
                    <a:gd name="T107" fmla="*/ 30 h 65"/>
                    <a:gd name="T108" fmla="*/ 77 w 82"/>
                    <a:gd name="T109" fmla="*/ 30 h 65"/>
                    <a:gd name="T110" fmla="*/ 81 w 82"/>
                    <a:gd name="T111" fmla="*/ 31 h 65"/>
                    <a:gd name="T112" fmla="*/ 81 w 82"/>
                    <a:gd name="T113" fmla="*/ 30 h 65"/>
                    <a:gd name="T114" fmla="*/ 80 w 82"/>
                    <a:gd name="T115" fmla="*/ 29 h 65"/>
                    <a:gd name="T116" fmla="*/ 82 w 82"/>
                    <a:gd name="T117"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2" h="65">
                      <a:moveTo>
                        <a:pt x="82" y="27"/>
                      </a:moveTo>
                      <a:cubicBezTo>
                        <a:pt x="79" y="25"/>
                        <a:pt x="79" y="25"/>
                        <a:pt x="79" y="25"/>
                      </a:cubicBezTo>
                      <a:cubicBezTo>
                        <a:pt x="77" y="21"/>
                        <a:pt x="77" y="21"/>
                        <a:pt x="77" y="21"/>
                      </a:cubicBezTo>
                      <a:cubicBezTo>
                        <a:pt x="77" y="20"/>
                        <a:pt x="77" y="20"/>
                        <a:pt x="77" y="20"/>
                      </a:cubicBezTo>
                      <a:cubicBezTo>
                        <a:pt x="77" y="20"/>
                        <a:pt x="77" y="20"/>
                        <a:pt x="77" y="20"/>
                      </a:cubicBezTo>
                      <a:cubicBezTo>
                        <a:pt x="78" y="19"/>
                        <a:pt x="78" y="19"/>
                        <a:pt x="78" y="19"/>
                      </a:cubicBezTo>
                      <a:cubicBezTo>
                        <a:pt x="77" y="18"/>
                        <a:pt x="77" y="18"/>
                        <a:pt x="77" y="18"/>
                      </a:cubicBezTo>
                      <a:cubicBezTo>
                        <a:pt x="77" y="11"/>
                        <a:pt x="77" y="11"/>
                        <a:pt x="77" y="11"/>
                      </a:cubicBezTo>
                      <a:cubicBezTo>
                        <a:pt x="76" y="10"/>
                        <a:pt x="76" y="10"/>
                        <a:pt x="76" y="10"/>
                      </a:cubicBezTo>
                      <a:cubicBezTo>
                        <a:pt x="77" y="9"/>
                        <a:pt x="77" y="9"/>
                        <a:pt x="77" y="9"/>
                      </a:cubicBezTo>
                      <a:cubicBezTo>
                        <a:pt x="74" y="7"/>
                        <a:pt x="74" y="7"/>
                        <a:pt x="74" y="7"/>
                      </a:cubicBezTo>
                      <a:cubicBezTo>
                        <a:pt x="74" y="7"/>
                        <a:pt x="74" y="7"/>
                        <a:pt x="74" y="7"/>
                      </a:cubicBezTo>
                      <a:cubicBezTo>
                        <a:pt x="73" y="6"/>
                        <a:pt x="73" y="6"/>
                        <a:pt x="73" y="6"/>
                      </a:cubicBezTo>
                      <a:cubicBezTo>
                        <a:pt x="70" y="7"/>
                        <a:pt x="70" y="7"/>
                        <a:pt x="69" y="4"/>
                      </a:cubicBezTo>
                      <a:cubicBezTo>
                        <a:pt x="68" y="5"/>
                        <a:pt x="68" y="6"/>
                        <a:pt x="67" y="6"/>
                      </a:cubicBezTo>
                      <a:cubicBezTo>
                        <a:pt x="67" y="6"/>
                        <a:pt x="66" y="6"/>
                        <a:pt x="66" y="6"/>
                      </a:cubicBezTo>
                      <a:cubicBezTo>
                        <a:pt x="64" y="6"/>
                        <a:pt x="62" y="5"/>
                        <a:pt x="60" y="6"/>
                      </a:cubicBezTo>
                      <a:cubicBezTo>
                        <a:pt x="60" y="7"/>
                        <a:pt x="59" y="7"/>
                        <a:pt x="59" y="6"/>
                      </a:cubicBezTo>
                      <a:cubicBezTo>
                        <a:pt x="58" y="6"/>
                        <a:pt x="57" y="6"/>
                        <a:pt x="57" y="6"/>
                      </a:cubicBezTo>
                      <a:cubicBezTo>
                        <a:pt x="56" y="4"/>
                        <a:pt x="53" y="3"/>
                        <a:pt x="53" y="0"/>
                      </a:cubicBezTo>
                      <a:cubicBezTo>
                        <a:pt x="53" y="0"/>
                        <a:pt x="53" y="0"/>
                        <a:pt x="53" y="0"/>
                      </a:cubicBezTo>
                      <a:cubicBezTo>
                        <a:pt x="52" y="0"/>
                        <a:pt x="48" y="2"/>
                        <a:pt x="48" y="3"/>
                      </a:cubicBezTo>
                      <a:cubicBezTo>
                        <a:pt x="48" y="5"/>
                        <a:pt x="47" y="8"/>
                        <a:pt x="45" y="11"/>
                      </a:cubicBezTo>
                      <a:cubicBezTo>
                        <a:pt x="44" y="13"/>
                        <a:pt x="44" y="15"/>
                        <a:pt x="42" y="16"/>
                      </a:cubicBezTo>
                      <a:cubicBezTo>
                        <a:pt x="41" y="17"/>
                        <a:pt x="39" y="18"/>
                        <a:pt x="37" y="19"/>
                      </a:cubicBezTo>
                      <a:cubicBezTo>
                        <a:pt x="36" y="20"/>
                        <a:pt x="34" y="20"/>
                        <a:pt x="33" y="21"/>
                      </a:cubicBezTo>
                      <a:cubicBezTo>
                        <a:pt x="32" y="21"/>
                        <a:pt x="31" y="21"/>
                        <a:pt x="31" y="22"/>
                      </a:cubicBezTo>
                      <a:cubicBezTo>
                        <a:pt x="30" y="24"/>
                        <a:pt x="29" y="25"/>
                        <a:pt x="27" y="26"/>
                      </a:cubicBezTo>
                      <a:cubicBezTo>
                        <a:pt x="27" y="27"/>
                        <a:pt x="26" y="28"/>
                        <a:pt x="26" y="29"/>
                      </a:cubicBezTo>
                      <a:cubicBezTo>
                        <a:pt x="26" y="30"/>
                        <a:pt x="26" y="31"/>
                        <a:pt x="26" y="32"/>
                      </a:cubicBezTo>
                      <a:cubicBezTo>
                        <a:pt x="24" y="33"/>
                        <a:pt x="24" y="34"/>
                        <a:pt x="23" y="35"/>
                      </a:cubicBezTo>
                      <a:cubicBezTo>
                        <a:pt x="22" y="38"/>
                        <a:pt x="22" y="41"/>
                        <a:pt x="23" y="43"/>
                      </a:cubicBezTo>
                      <a:cubicBezTo>
                        <a:pt x="23" y="44"/>
                        <a:pt x="24" y="45"/>
                        <a:pt x="24" y="47"/>
                      </a:cubicBezTo>
                      <a:cubicBezTo>
                        <a:pt x="23" y="47"/>
                        <a:pt x="23" y="48"/>
                        <a:pt x="23" y="48"/>
                      </a:cubicBezTo>
                      <a:cubicBezTo>
                        <a:pt x="21" y="50"/>
                        <a:pt x="21" y="52"/>
                        <a:pt x="19" y="54"/>
                      </a:cubicBezTo>
                      <a:cubicBezTo>
                        <a:pt x="17" y="56"/>
                        <a:pt x="13" y="57"/>
                        <a:pt x="12" y="60"/>
                      </a:cubicBezTo>
                      <a:cubicBezTo>
                        <a:pt x="9" y="61"/>
                        <a:pt x="7" y="63"/>
                        <a:pt x="5" y="63"/>
                      </a:cubicBezTo>
                      <a:cubicBezTo>
                        <a:pt x="3" y="63"/>
                        <a:pt x="1" y="63"/>
                        <a:pt x="0" y="65"/>
                      </a:cubicBezTo>
                      <a:cubicBezTo>
                        <a:pt x="30" y="65"/>
                        <a:pt x="30" y="65"/>
                        <a:pt x="30" y="65"/>
                      </a:cubicBezTo>
                      <a:cubicBezTo>
                        <a:pt x="30" y="57"/>
                        <a:pt x="30" y="57"/>
                        <a:pt x="30" y="57"/>
                      </a:cubicBezTo>
                      <a:cubicBezTo>
                        <a:pt x="36" y="52"/>
                        <a:pt x="36" y="52"/>
                        <a:pt x="36" y="52"/>
                      </a:cubicBezTo>
                      <a:cubicBezTo>
                        <a:pt x="40" y="51"/>
                        <a:pt x="40" y="51"/>
                        <a:pt x="40" y="51"/>
                      </a:cubicBezTo>
                      <a:cubicBezTo>
                        <a:pt x="43" y="51"/>
                        <a:pt x="43" y="51"/>
                        <a:pt x="43" y="51"/>
                      </a:cubicBezTo>
                      <a:cubicBezTo>
                        <a:pt x="49" y="50"/>
                        <a:pt x="49" y="50"/>
                        <a:pt x="49" y="50"/>
                      </a:cubicBezTo>
                      <a:cubicBezTo>
                        <a:pt x="51" y="51"/>
                        <a:pt x="51" y="51"/>
                        <a:pt x="51" y="51"/>
                      </a:cubicBezTo>
                      <a:cubicBezTo>
                        <a:pt x="55" y="46"/>
                        <a:pt x="55" y="46"/>
                        <a:pt x="55" y="46"/>
                      </a:cubicBezTo>
                      <a:cubicBezTo>
                        <a:pt x="55" y="46"/>
                        <a:pt x="59" y="43"/>
                        <a:pt x="59" y="43"/>
                      </a:cubicBezTo>
                      <a:cubicBezTo>
                        <a:pt x="60" y="43"/>
                        <a:pt x="64" y="42"/>
                        <a:pt x="64" y="42"/>
                      </a:cubicBezTo>
                      <a:cubicBezTo>
                        <a:pt x="64" y="40"/>
                        <a:pt x="64" y="40"/>
                        <a:pt x="64" y="40"/>
                      </a:cubicBezTo>
                      <a:cubicBezTo>
                        <a:pt x="64" y="39"/>
                        <a:pt x="64" y="39"/>
                        <a:pt x="64" y="39"/>
                      </a:cubicBezTo>
                      <a:cubicBezTo>
                        <a:pt x="63" y="37"/>
                        <a:pt x="63" y="37"/>
                        <a:pt x="63" y="37"/>
                      </a:cubicBezTo>
                      <a:cubicBezTo>
                        <a:pt x="64" y="34"/>
                        <a:pt x="64" y="34"/>
                        <a:pt x="64" y="34"/>
                      </a:cubicBezTo>
                      <a:cubicBezTo>
                        <a:pt x="69" y="33"/>
                        <a:pt x="69" y="33"/>
                        <a:pt x="69" y="33"/>
                      </a:cubicBezTo>
                      <a:cubicBezTo>
                        <a:pt x="69" y="30"/>
                        <a:pt x="69" y="30"/>
                        <a:pt x="69" y="30"/>
                      </a:cubicBezTo>
                      <a:cubicBezTo>
                        <a:pt x="77" y="30"/>
                        <a:pt x="77" y="30"/>
                        <a:pt x="77" y="30"/>
                      </a:cubicBezTo>
                      <a:cubicBezTo>
                        <a:pt x="81" y="31"/>
                        <a:pt x="81" y="31"/>
                        <a:pt x="81" y="31"/>
                      </a:cubicBezTo>
                      <a:cubicBezTo>
                        <a:pt x="81" y="30"/>
                        <a:pt x="81" y="30"/>
                        <a:pt x="81" y="30"/>
                      </a:cubicBezTo>
                      <a:cubicBezTo>
                        <a:pt x="80" y="29"/>
                        <a:pt x="80" y="29"/>
                        <a:pt x="80" y="29"/>
                      </a:cubicBezTo>
                      <a:lnTo>
                        <a:pt x="82" y="27"/>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9" name="Freeform 898">
                  <a:extLst>
                    <a:ext uri="{FF2B5EF4-FFF2-40B4-BE49-F238E27FC236}">
                      <a16:creationId xmlns:a16="http://schemas.microsoft.com/office/drawing/2014/main" id="{9AC132BD-7EC1-383F-A1C5-3DA228FDDFF5}"/>
                    </a:ext>
                  </a:extLst>
                </p:cNvPr>
                <p:cNvSpPr>
                  <a:spLocks/>
                </p:cNvSpPr>
                <p:nvPr/>
              </p:nvSpPr>
              <p:spPr bwMode="auto">
                <a:xfrm>
                  <a:off x="6994525" y="5470525"/>
                  <a:ext cx="12700" cy="17463"/>
                </a:xfrm>
                <a:custGeom>
                  <a:avLst/>
                  <a:gdLst>
                    <a:gd name="T0" fmla="*/ 3 w 3"/>
                    <a:gd name="T1" fmla="*/ 2 h 4"/>
                    <a:gd name="T2" fmla="*/ 2 w 3"/>
                    <a:gd name="T3" fmla="*/ 0 h 4"/>
                    <a:gd name="T4" fmla="*/ 0 w 3"/>
                    <a:gd name="T5" fmla="*/ 3 h 4"/>
                    <a:gd name="T6" fmla="*/ 1 w 3"/>
                    <a:gd name="T7" fmla="*/ 4 h 4"/>
                    <a:gd name="T8" fmla="*/ 3 w 3"/>
                    <a:gd name="T9" fmla="*/ 2 h 4"/>
                  </a:gdLst>
                  <a:ahLst/>
                  <a:cxnLst>
                    <a:cxn ang="0">
                      <a:pos x="T0" y="T1"/>
                    </a:cxn>
                    <a:cxn ang="0">
                      <a:pos x="T2" y="T3"/>
                    </a:cxn>
                    <a:cxn ang="0">
                      <a:pos x="T4" y="T5"/>
                    </a:cxn>
                    <a:cxn ang="0">
                      <a:pos x="T6" y="T7"/>
                    </a:cxn>
                    <a:cxn ang="0">
                      <a:pos x="T8" y="T9"/>
                    </a:cxn>
                  </a:cxnLst>
                  <a:rect l="0" t="0" r="r" b="b"/>
                  <a:pathLst>
                    <a:path w="3" h="4">
                      <a:moveTo>
                        <a:pt x="3" y="2"/>
                      </a:moveTo>
                      <a:cubicBezTo>
                        <a:pt x="3" y="1"/>
                        <a:pt x="3" y="0"/>
                        <a:pt x="2" y="0"/>
                      </a:cubicBezTo>
                      <a:cubicBezTo>
                        <a:pt x="2" y="0"/>
                        <a:pt x="0" y="2"/>
                        <a:pt x="0" y="3"/>
                      </a:cubicBezTo>
                      <a:cubicBezTo>
                        <a:pt x="0" y="3"/>
                        <a:pt x="1" y="4"/>
                        <a:pt x="1" y="4"/>
                      </a:cubicBezTo>
                      <a:cubicBezTo>
                        <a:pt x="2" y="4"/>
                        <a:pt x="3" y="2"/>
                        <a:pt x="3" y="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0" name="Freeform 899">
                  <a:extLst>
                    <a:ext uri="{FF2B5EF4-FFF2-40B4-BE49-F238E27FC236}">
                      <a16:creationId xmlns:a16="http://schemas.microsoft.com/office/drawing/2014/main" id="{EAEFFC7E-41AB-F929-58F8-EBC87B876DB1}"/>
                    </a:ext>
                  </a:extLst>
                </p:cNvPr>
                <p:cNvSpPr>
                  <a:spLocks/>
                </p:cNvSpPr>
                <p:nvPr/>
              </p:nvSpPr>
              <p:spPr bwMode="auto">
                <a:xfrm>
                  <a:off x="4892675" y="4087813"/>
                  <a:ext cx="346075" cy="379413"/>
                </a:xfrm>
                <a:custGeom>
                  <a:avLst/>
                  <a:gdLst>
                    <a:gd name="T0" fmla="*/ 35 w 83"/>
                    <a:gd name="T1" fmla="*/ 91 h 91"/>
                    <a:gd name="T2" fmla="*/ 35 w 83"/>
                    <a:gd name="T3" fmla="*/ 89 h 91"/>
                    <a:gd name="T4" fmla="*/ 35 w 83"/>
                    <a:gd name="T5" fmla="*/ 87 h 91"/>
                    <a:gd name="T6" fmla="*/ 36 w 83"/>
                    <a:gd name="T7" fmla="*/ 86 h 91"/>
                    <a:gd name="T8" fmla="*/ 38 w 83"/>
                    <a:gd name="T9" fmla="*/ 85 h 91"/>
                    <a:gd name="T10" fmla="*/ 41 w 83"/>
                    <a:gd name="T11" fmla="*/ 89 h 91"/>
                    <a:gd name="T12" fmla="*/ 43 w 83"/>
                    <a:gd name="T13" fmla="*/ 87 h 91"/>
                    <a:gd name="T14" fmla="*/ 52 w 83"/>
                    <a:gd name="T15" fmla="*/ 87 h 91"/>
                    <a:gd name="T16" fmla="*/ 52 w 83"/>
                    <a:gd name="T17" fmla="*/ 85 h 91"/>
                    <a:gd name="T18" fmla="*/ 52 w 83"/>
                    <a:gd name="T19" fmla="*/ 86 h 91"/>
                    <a:gd name="T20" fmla="*/ 78 w 83"/>
                    <a:gd name="T21" fmla="*/ 86 h 91"/>
                    <a:gd name="T22" fmla="*/ 79 w 83"/>
                    <a:gd name="T23" fmla="*/ 81 h 91"/>
                    <a:gd name="T24" fmla="*/ 79 w 83"/>
                    <a:gd name="T25" fmla="*/ 80 h 91"/>
                    <a:gd name="T26" fmla="*/ 77 w 83"/>
                    <a:gd name="T27" fmla="*/ 79 h 91"/>
                    <a:gd name="T28" fmla="*/ 71 w 83"/>
                    <a:gd name="T29" fmla="*/ 17 h 91"/>
                    <a:gd name="T30" fmla="*/ 83 w 83"/>
                    <a:gd name="T31" fmla="*/ 17 h 91"/>
                    <a:gd name="T32" fmla="*/ 57 w 83"/>
                    <a:gd name="T33" fmla="*/ 0 h 91"/>
                    <a:gd name="T34" fmla="*/ 57 w 83"/>
                    <a:gd name="T35" fmla="*/ 10 h 91"/>
                    <a:gd name="T36" fmla="*/ 34 w 83"/>
                    <a:gd name="T37" fmla="*/ 10 h 91"/>
                    <a:gd name="T38" fmla="*/ 34 w 83"/>
                    <a:gd name="T39" fmla="*/ 29 h 91"/>
                    <a:gd name="T40" fmla="*/ 30 w 83"/>
                    <a:gd name="T41" fmla="*/ 30 h 91"/>
                    <a:gd name="T42" fmla="*/ 26 w 83"/>
                    <a:gd name="T43" fmla="*/ 33 h 91"/>
                    <a:gd name="T44" fmla="*/ 27 w 83"/>
                    <a:gd name="T45" fmla="*/ 44 h 91"/>
                    <a:gd name="T46" fmla="*/ 1 w 83"/>
                    <a:gd name="T47" fmla="*/ 45 h 91"/>
                    <a:gd name="T48" fmla="*/ 0 w 83"/>
                    <a:gd name="T49" fmla="*/ 49 h 91"/>
                    <a:gd name="T50" fmla="*/ 1 w 83"/>
                    <a:gd name="T51" fmla="*/ 47 h 91"/>
                    <a:gd name="T52" fmla="*/ 1 w 83"/>
                    <a:gd name="T53" fmla="*/ 47 h 91"/>
                    <a:gd name="T54" fmla="*/ 5 w 83"/>
                    <a:gd name="T55" fmla="*/ 52 h 91"/>
                    <a:gd name="T56" fmla="*/ 5 w 83"/>
                    <a:gd name="T57" fmla="*/ 58 h 91"/>
                    <a:gd name="T58" fmla="*/ 5 w 83"/>
                    <a:gd name="T59" fmla="*/ 59 h 91"/>
                    <a:gd name="T60" fmla="*/ 5 w 83"/>
                    <a:gd name="T61" fmla="*/ 61 h 91"/>
                    <a:gd name="T62" fmla="*/ 6 w 83"/>
                    <a:gd name="T63" fmla="*/ 62 h 91"/>
                    <a:gd name="T64" fmla="*/ 7 w 83"/>
                    <a:gd name="T65" fmla="*/ 65 h 91"/>
                    <a:gd name="T66" fmla="*/ 7 w 83"/>
                    <a:gd name="T67" fmla="*/ 73 h 91"/>
                    <a:gd name="T68" fmla="*/ 6 w 83"/>
                    <a:gd name="T69" fmla="*/ 74 h 91"/>
                    <a:gd name="T70" fmla="*/ 5 w 83"/>
                    <a:gd name="T71" fmla="*/ 78 h 91"/>
                    <a:gd name="T72" fmla="*/ 4 w 83"/>
                    <a:gd name="T73" fmla="*/ 81 h 91"/>
                    <a:gd name="T74" fmla="*/ 5 w 83"/>
                    <a:gd name="T75" fmla="*/ 79 h 91"/>
                    <a:gd name="T76" fmla="*/ 9 w 83"/>
                    <a:gd name="T77" fmla="*/ 80 h 91"/>
                    <a:gd name="T78" fmla="*/ 14 w 83"/>
                    <a:gd name="T79" fmla="*/ 78 h 91"/>
                    <a:gd name="T80" fmla="*/ 18 w 83"/>
                    <a:gd name="T81" fmla="*/ 78 h 91"/>
                    <a:gd name="T82" fmla="*/ 21 w 83"/>
                    <a:gd name="T83" fmla="*/ 81 h 91"/>
                    <a:gd name="T84" fmla="*/ 24 w 83"/>
                    <a:gd name="T85" fmla="*/ 82 h 91"/>
                    <a:gd name="T86" fmla="*/ 25 w 83"/>
                    <a:gd name="T87" fmla="*/ 82 h 91"/>
                    <a:gd name="T88" fmla="*/ 25 w 83"/>
                    <a:gd name="T89" fmla="*/ 85 h 91"/>
                    <a:gd name="T90" fmla="*/ 28 w 83"/>
                    <a:gd name="T91" fmla="*/ 86 h 91"/>
                    <a:gd name="T92" fmla="*/ 29 w 83"/>
                    <a:gd name="T93" fmla="*/ 89 h 91"/>
                    <a:gd name="T94" fmla="*/ 32 w 83"/>
                    <a:gd name="T95" fmla="*/ 91 h 91"/>
                    <a:gd name="T96" fmla="*/ 34 w 83"/>
                    <a:gd name="T97" fmla="*/ 91 h 91"/>
                    <a:gd name="T98" fmla="*/ 35 w 83"/>
                    <a:gd name="T9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3" h="91">
                      <a:moveTo>
                        <a:pt x="35" y="91"/>
                      </a:moveTo>
                      <a:cubicBezTo>
                        <a:pt x="35" y="91"/>
                        <a:pt x="35" y="89"/>
                        <a:pt x="35" y="89"/>
                      </a:cubicBezTo>
                      <a:cubicBezTo>
                        <a:pt x="35" y="89"/>
                        <a:pt x="35" y="88"/>
                        <a:pt x="35" y="87"/>
                      </a:cubicBezTo>
                      <a:cubicBezTo>
                        <a:pt x="36" y="87"/>
                        <a:pt x="36" y="86"/>
                        <a:pt x="36" y="86"/>
                      </a:cubicBezTo>
                      <a:cubicBezTo>
                        <a:pt x="38" y="85"/>
                        <a:pt x="38" y="85"/>
                        <a:pt x="38" y="85"/>
                      </a:cubicBezTo>
                      <a:cubicBezTo>
                        <a:pt x="41" y="89"/>
                        <a:pt x="41" y="89"/>
                        <a:pt x="41" y="89"/>
                      </a:cubicBezTo>
                      <a:cubicBezTo>
                        <a:pt x="43" y="87"/>
                        <a:pt x="43" y="87"/>
                        <a:pt x="43" y="87"/>
                      </a:cubicBezTo>
                      <a:cubicBezTo>
                        <a:pt x="52" y="87"/>
                        <a:pt x="52" y="87"/>
                        <a:pt x="52" y="87"/>
                      </a:cubicBezTo>
                      <a:cubicBezTo>
                        <a:pt x="52" y="85"/>
                        <a:pt x="52" y="85"/>
                        <a:pt x="52" y="85"/>
                      </a:cubicBezTo>
                      <a:cubicBezTo>
                        <a:pt x="52" y="86"/>
                        <a:pt x="52" y="86"/>
                        <a:pt x="52" y="86"/>
                      </a:cubicBezTo>
                      <a:cubicBezTo>
                        <a:pt x="78" y="86"/>
                        <a:pt x="78" y="86"/>
                        <a:pt x="78" y="86"/>
                      </a:cubicBezTo>
                      <a:cubicBezTo>
                        <a:pt x="79" y="81"/>
                        <a:pt x="79" y="81"/>
                        <a:pt x="79" y="81"/>
                      </a:cubicBezTo>
                      <a:cubicBezTo>
                        <a:pt x="79" y="81"/>
                        <a:pt x="79" y="80"/>
                        <a:pt x="79" y="80"/>
                      </a:cubicBezTo>
                      <a:cubicBezTo>
                        <a:pt x="79" y="80"/>
                        <a:pt x="77" y="79"/>
                        <a:pt x="77" y="79"/>
                      </a:cubicBezTo>
                      <a:cubicBezTo>
                        <a:pt x="71" y="17"/>
                        <a:pt x="71" y="17"/>
                        <a:pt x="71" y="17"/>
                      </a:cubicBezTo>
                      <a:cubicBezTo>
                        <a:pt x="83" y="17"/>
                        <a:pt x="83" y="17"/>
                        <a:pt x="83" y="17"/>
                      </a:cubicBezTo>
                      <a:cubicBezTo>
                        <a:pt x="57" y="0"/>
                        <a:pt x="57" y="0"/>
                        <a:pt x="57" y="0"/>
                      </a:cubicBezTo>
                      <a:cubicBezTo>
                        <a:pt x="57" y="10"/>
                        <a:pt x="57" y="10"/>
                        <a:pt x="57" y="10"/>
                      </a:cubicBezTo>
                      <a:cubicBezTo>
                        <a:pt x="34" y="10"/>
                        <a:pt x="34" y="10"/>
                        <a:pt x="34" y="10"/>
                      </a:cubicBezTo>
                      <a:cubicBezTo>
                        <a:pt x="34" y="29"/>
                        <a:pt x="34" y="29"/>
                        <a:pt x="34" y="29"/>
                      </a:cubicBezTo>
                      <a:cubicBezTo>
                        <a:pt x="30" y="30"/>
                        <a:pt x="30" y="30"/>
                        <a:pt x="30" y="30"/>
                      </a:cubicBezTo>
                      <a:cubicBezTo>
                        <a:pt x="26" y="33"/>
                        <a:pt x="26" y="33"/>
                        <a:pt x="26" y="33"/>
                      </a:cubicBezTo>
                      <a:cubicBezTo>
                        <a:pt x="27" y="44"/>
                        <a:pt x="27" y="44"/>
                        <a:pt x="27" y="44"/>
                      </a:cubicBezTo>
                      <a:cubicBezTo>
                        <a:pt x="1" y="45"/>
                        <a:pt x="1" y="45"/>
                        <a:pt x="1" y="45"/>
                      </a:cubicBezTo>
                      <a:cubicBezTo>
                        <a:pt x="0" y="46"/>
                        <a:pt x="0" y="47"/>
                        <a:pt x="0" y="49"/>
                      </a:cubicBezTo>
                      <a:cubicBezTo>
                        <a:pt x="1" y="48"/>
                        <a:pt x="0" y="47"/>
                        <a:pt x="1" y="47"/>
                      </a:cubicBezTo>
                      <a:cubicBezTo>
                        <a:pt x="1" y="47"/>
                        <a:pt x="1" y="47"/>
                        <a:pt x="1" y="47"/>
                      </a:cubicBezTo>
                      <a:cubicBezTo>
                        <a:pt x="2" y="49"/>
                        <a:pt x="4" y="50"/>
                        <a:pt x="5" y="52"/>
                      </a:cubicBezTo>
                      <a:cubicBezTo>
                        <a:pt x="6" y="54"/>
                        <a:pt x="6" y="56"/>
                        <a:pt x="5" y="58"/>
                      </a:cubicBezTo>
                      <a:cubicBezTo>
                        <a:pt x="4" y="58"/>
                        <a:pt x="4" y="58"/>
                        <a:pt x="5" y="59"/>
                      </a:cubicBezTo>
                      <a:cubicBezTo>
                        <a:pt x="4" y="60"/>
                        <a:pt x="4" y="61"/>
                        <a:pt x="5" y="61"/>
                      </a:cubicBezTo>
                      <a:cubicBezTo>
                        <a:pt x="6" y="61"/>
                        <a:pt x="6" y="62"/>
                        <a:pt x="6" y="62"/>
                      </a:cubicBezTo>
                      <a:cubicBezTo>
                        <a:pt x="6" y="63"/>
                        <a:pt x="7" y="64"/>
                        <a:pt x="7" y="65"/>
                      </a:cubicBezTo>
                      <a:cubicBezTo>
                        <a:pt x="7" y="68"/>
                        <a:pt x="7" y="70"/>
                        <a:pt x="7" y="73"/>
                      </a:cubicBezTo>
                      <a:cubicBezTo>
                        <a:pt x="6" y="73"/>
                        <a:pt x="6" y="74"/>
                        <a:pt x="6" y="74"/>
                      </a:cubicBezTo>
                      <a:cubicBezTo>
                        <a:pt x="6" y="75"/>
                        <a:pt x="5" y="77"/>
                        <a:pt x="5" y="78"/>
                      </a:cubicBezTo>
                      <a:cubicBezTo>
                        <a:pt x="5" y="79"/>
                        <a:pt x="4" y="80"/>
                        <a:pt x="4" y="81"/>
                      </a:cubicBezTo>
                      <a:cubicBezTo>
                        <a:pt x="5" y="79"/>
                        <a:pt x="5" y="79"/>
                        <a:pt x="5" y="79"/>
                      </a:cubicBezTo>
                      <a:cubicBezTo>
                        <a:pt x="9" y="80"/>
                        <a:pt x="9" y="80"/>
                        <a:pt x="9" y="80"/>
                      </a:cubicBezTo>
                      <a:cubicBezTo>
                        <a:pt x="14" y="78"/>
                        <a:pt x="14" y="78"/>
                        <a:pt x="14" y="78"/>
                      </a:cubicBezTo>
                      <a:cubicBezTo>
                        <a:pt x="18" y="78"/>
                        <a:pt x="18" y="78"/>
                        <a:pt x="18" y="78"/>
                      </a:cubicBezTo>
                      <a:cubicBezTo>
                        <a:pt x="21" y="81"/>
                        <a:pt x="21" y="81"/>
                        <a:pt x="21" y="81"/>
                      </a:cubicBezTo>
                      <a:cubicBezTo>
                        <a:pt x="24" y="82"/>
                        <a:pt x="24" y="82"/>
                        <a:pt x="24" y="82"/>
                      </a:cubicBezTo>
                      <a:cubicBezTo>
                        <a:pt x="25" y="82"/>
                        <a:pt x="25" y="82"/>
                        <a:pt x="25" y="82"/>
                      </a:cubicBezTo>
                      <a:cubicBezTo>
                        <a:pt x="25" y="85"/>
                        <a:pt x="25" y="85"/>
                        <a:pt x="25" y="85"/>
                      </a:cubicBezTo>
                      <a:cubicBezTo>
                        <a:pt x="28" y="86"/>
                        <a:pt x="28" y="86"/>
                        <a:pt x="28" y="86"/>
                      </a:cubicBezTo>
                      <a:cubicBezTo>
                        <a:pt x="29" y="89"/>
                        <a:pt x="29" y="89"/>
                        <a:pt x="29" y="89"/>
                      </a:cubicBezTo>
                      <a:cubicBezTo>
                        <a:pt x="32" y="91"/>
                        <a:pt x="32" y="91"/>
                        <a:pt x="32" y="91"/>
                      </a:cubicBezTo>
                      <a:cubicBezTo>
                        <a:pt x="34" y="91"/>
                        <a:pt x="34" y="91"/>
                        <a:pt x="34" y="91"/>
                      </a:cubicBezTo>
                      <a:lnTo>
                        <a:pt x="35" y="91"/>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1" name="Freeform 900">
                  <a:extLst>
                    <a:ext uri="{FF2B5EF4-FFF2-40B4-BE49-F238E27FC236}">
                      <a16:creationId xmlns:a16="http://schemas.microsoft.com/office/drawing/2014/main" id="{0E758C90-4C77-020B-8D39-527CB8323A14}"/>
                    </a:ext>
                  </a:extLst>
                </p:cNvPr>
                <p:cNvSpPr>
                  <a:spLocks/>
                </p:cNvSpPr>
                <p:nvPr/>
              </p:nvSpPr>
              <p:spPr bwMode="auto">
                <a:xfrm>
                  <a:off x="5026025" y="4159250"/>
                  <a:ext cx="466725" cy="446088"/>
                </a:xfrm>
                <a:custGeom>
                  <a:avLst/>
                  <a:gdLst>
                    <a:gd name="T0" fmla="*/ 107 w 112"/>
                    <a:gd name="T1" fmla="*/ 70 h 107"/>
                    <a:gd name="T2" fmla="*/ 112 w 112"/>
                    <a:gd name="T3" fmla="*/ 63 h 107"/>
                    <a:gd name="T4" fmla="*/ 106 w 112"/>
                    <a:gd name="T5" fmla="*/ 44 h 107"/>
                    <a:gd name="T6" fmla="*/ 105 w 112"/>
                    <a:gd name="T7" fmla="*/ 38 h 107"/>
                    <a:gd name="T8" fmla="*/ 100 w 112"/>
                    <a:gd name="T9" fmla="*/ 37 h 107"/>
                    <a:gd name="T10" fmla="*/ 99 w 112"/>
                    <a:gd name="T11" fmla="*/ 35 h 107"/>
                    <a:gd name="T12" fmla="*/ 94 w 112"/>
                    <a:gd name="T13" fmla="*/ 33 h 107"/>
                    <a:gd name="T14" fmla="*/ 91 w 112"/>
                    <a:gd name="T15" fmla="*/ 29 h 107"/>
                    <a:gd name="T16" fmla="*/ 39 w 112"/>
                    <a:gd name="T17" fmla="*/ 0 h 107"/>
                    <a:gd name="T18" fmla="*/ 47 w 112"/>
                    <a:gd name="T19" fmla="*/ 63 h 107"/>
                    <a:gd name="T20" fmla="*/ 46 w 112"/>
                    <a:gd name="T21" fmla="*/ 69 h 107"/>
                    <a:gd name="T22" fmla="*/ 20 w 112"/>
                    <a:gd name="T23" fmla="*/ 68 h 107"/>
                    <a:gd name="T24" fmla="*/ 11 w 112"/>
                    <a:gd name="T25" fmla="*/ 70 h 107"/>
                    <a:gd name="T26" fmla="*/ 6 w 112"/>
                    <a:gd name="T27" fmla="*/ 68 h 107"/>
                    <a:gd name="T28" fmla="*/ 3 w 112"/>
                    <a:gd name="T29" fmla="*/ 70 h 107"/>
                    <a:gd name="T30" fmla="*/ 3 w 112"/>
                    <a:gd name="T31" fmla="*/ 74 h 107"/>
                    <a:gd name="T32" fmla="*/ 0 w 112"/>
                    <a:gd name="T33" fmla="*/ 74 h 107"/>
                    <a:gd name="T34" fmla="*/ 2 w 112"/>
                    <a:gd name="T35" fmla="*/ 78 h 107"/>
                    <a:gd name="T36" fmla="*/ 2 w 112"/>
                    <a:gd name="T37" fmla="*/ 82 h 107"/>
                    <a:gd name="T38" fmla="*/ 5 w 112"/>
                    <a:gd name="T39" fmla="*/ 84 h 107"/>
                    <a:gd name="T40" fmla="*/ 6 w 112"/>
                    <a:gd name="T41" fmla="*/ 88 h 107"/>
                    <a:gd name="T42" fmla="*/ 6 w 112"/>
                    <a:gd name="T43" fmla="*/ 91 h 107"/>
                    <a:gd name="T44" fmla="*/ 7 w 112"/>
                    <a:gd name="T45" fmla="*/ 94 h 107"/>
                    <a:gd name="T46" fmla="*/ 11 w 112"/>
                    <a:gd name="T47" fmla="*/ 94 h 107"/>
                    <a:gd name="T48" fmla="*/ 13 w 112"/>
                    <a:gd name="T49" fmla="*/ 92 h 107"/>
                    <a:gd name="T50" fmla="*/ 18 w 112"/>
                    <a:gd name="T51" fmla="*/ 93 h 107"/>
                    <a:gd name="T52" fmla="*/ 20 w 112"/>
                    <a:gd name="T53" fmla="*/ 92 h 107"/>
                    <a:gd name="T54" fmla="*/ 20 w 112"/>
                    <a:gd name="T55" fmla="*/ 90 h 107"/>
                    <a:gd name="T56" fmla="*/ 24 w 112"/>
                    <a:gd name="T57" fmla="*/ 94 h 107"/>
                    <a:gd name="T58" fmla="*/ 23 w 112"/>
                    <a:gd name="T59" fmla="*/ 96 h 107"/>
                    <a:gd name="T60" fmla="*/ 24 w 112"/>
                    <a:gd name="T61" fmla="*/ 101 h 107"/>
                    <a:gd name="T62" fmla="*/ 27 w 112"/>
                    <a:gd name="T63" fmla="*/ 103 h 107"/>
                    <a:gd name="T64" fmla="*/ 29 w 112"/>
                    <a:gd name="T65" fmla="*/ 107 h 107"/>
                    <a:gd name="T66" fmla="*/ 35 w 112"/>
                    <a:gd name="T67" fmla="*/ 107 h 107"/>
                    <a:gd name="T68" fmla="*/ 38 w 112"/>
                    <a:gd name="T69" fmla="*/ 105 h 107"/>
                    <a:gd name="T70" fmla="*/ 40 w 112"/>
                    <a:gd name="T71" fmla="*/ 104 h 107"/>
                    <a:gd name="T72" fmla="*/ 41 w 112"/>
                    <a:gd name="T73" fmla="*/ 102 h 107"/>
                    <a:gd name="T74" fmla="*/ 43 w 112"/>
                    <a:gd name="T75" fmla="*/ 106 h 107"/>
                    <a:gd name="T76" fmla="*/ 46 w 112"/>
                    <a:gd name="T77" fmla="*/ 104 h 107"/>
                    <a:gd name="T78" fmla="*/ 47 w 112"/>
                    <a:gd name="T79" fmla="*/ 101 h 107"/>
                    <a:gd name="T80" fmla="*/ 48 w 112"/>
                    <a:gd name="T81" fmla="*/ 98 h 107"/>
                    <a:gd name="T82" fmla="*/ 47 w 112"/>
                    <a:gd name="T83" fmla="*/ 95 h 107"/>
                    <a:gd name="T84" fmla="*/ 54 w 112"/>
                    <a:gd name="T85" fmla="*/ 91 h 107"/>
                    <a:gd name="T86" fmla="*/ 55 w 112"/>
                    <a:gd name="T87" fmla="*/ 89 h 107"/>
                    <a:gd name="T88" fmla="*/ 54 w 112"/>
                    <a:gd name="T89" fmla="*/ 86 h 107"/>
                    <a:gd name="T90" fmla="*/ 57 w 112"/>
                    <a:gd name="T91" fmla="*/ 84 h 107"/>
                    <a:gd name="T92" fmla="*/ 60 w 112"/>
                    <a:gd name="T93" fmla="*/ 85 h 107"/>
                    <a:gd name="T94" fmla="*/ 61 w 112"/>
                    <a:gd name="T95" fmla="*/ 82 h 107"/>
                    <a:gd name="T96" fmla="*/ 64 w 112"/>
                    <a:gd name="T97" fmla="*/ 80 h 107"/>
                    <a:gd name="T98" fmla="*/ 66 w 112"/>
                    <a:gd name="T99" fmla="*/ 78 h 107"/>
                    <a:gd name="T100" fmla="*/ 70 w 112"/>
                    <a:gd name="T101" fmla="*/ 78 h 107"/>
                    <a:gd name="T102" fmla="*/ 76 w 112"/>
                    <a:gd name="T103" fmla="*/ 74 h 107"/>
                    <a:gd name="T104" fmla="*/ 85 w 112"/>
                    <a:gd name="T105" fmla="*/ 73 h 107"/>
                    <a:gd name="T106" fmla="*/ 93 w 112"/>
                    <a:gd name="T107" fmla="*/ 7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2" h="107">
                      <a:moveTo>
                        <a:pt x="93" y="71"/>
                      </a:moveTo>
                      <a:cubicBezTo>
                        <a:pt x="107" y="70"/>
                        <a:pt x="107" y="70"/>
                        <a:pt x="107" y="70"/>
                      </a:cubicBezTo>
                      <a:cubicBezTo>
                        <a:pt x="110" y="67"/>
                        <a:pt x="110" y="67"/>
                        <a:pt x="110" y="67"/>
                      </a:cubicBezTo>
                      <a:cubicBezTo>
                        <a:pt x="112" y="63"/>
                        <a:pt x="112" y="63"/>
                        <a:pt x="112" y="63"/>
                      </a:cubicBezTo>
                      <a:cubicBezTo>
                        <a:pt x="112" y="43"/>
                        <a:pt x="112" y="43"/>
                        <a:pt x="112" y="43"/>
                      </a:cubicBezTo>
                      <a:cubicBezTo>
                        <a:pt x="106" y="44"/>
                        <a:pt x="106" y="44"/>
                        <a:pt x="106" y="44"/>
                      </a:cubicBezTo>
                      <a:cubicBezTo>
                        <a:pt x="105" y="44"/>
                        <a:pt x="105" y="44"/>
                        <a:pt x="105" y="44"/>
                      </a:cubicBezTo>
                      <a:cubicBezTo>
                        <a:pt x="105" y="38"/>
                        <a:pt x="105" y="38"/>
                        <a:pt x="105" y="38"/>
                      </a:cubicBezTo>
                      <a:cubicBezTo>
                        <a:pt x="102" y="36"/>
                        <a:pt x="102" y="36"/>
                        <a:pt x="102" y="36"/>
                      </a:cubicBezTo>
                      <a:cubicBezTo>
                        <a:pt x="100" y="37"/>
                        <a:pt x="100" y="37"/>
                        <a:pt x="100" y="37"/>
                      </a:cubicBezTo>
                      <a:cubicBezTo>
                        <a:pt x="99" y="37"/>
                        <a:pt x="99" y="37"/>
                        <a:pt x="99" y="37"/>
                      </a:cubicBezTo>
                      <a:cubicBezTo>
                        <a:pt x="99" y="35"/>
                        <a:pt x="99" y="35"/>
                        <a:pt x="99" y="35"/>
                      </a:cubicBezTo>
                      <a:cubicBezTo>
                        <a:pt x="96" y="35"/>
                        <a:pt x="96" y="35"/>
                        <a:pt x="96" y="35"/>
                      </a:cubicBezTo>
                      <a:cubicBezTo>
                        <a:pt x="94" y="33"/>
                        <a:pt x="94" y="33"/>
                        <a:pt x="94" y="33"/>
                      </a:cubicBezTo>
                      <a:cubicBezTo>
                        <a:pt x="91" y="32"/>
                        <a:pt x="91" y="32"/>
                        <a:pt x="91" y="32"/>
                      </a:cubicBezTo>
                      <a:cubicBezTo>
                        <a:pt x="91" y="29"/>
                        <a:pt x="91" y="29"/>
                        <a:pt x="91" y="29"/>
                      </a:cubicBezTo>
                      <a:cubicBezTo>
                        <a:pt x="51" y="0"/>
                        <a:pt x="51" y="0"/>
                        <a:pt x="51" y="0"/>
                      </a:cubicBezTo>
                      <a:cubicBezTo>
                        <a:pt x="39" y="0"/>
                        <a:pt x="39" y="0"/>
                        <a:pt x="39" y="0"/>
                      </a:cubicBezTo>
                      <a:cubicBezTo>
                        <a:pt x="45" y="62"/>
                        <a:pt x="45" y="62"/>
                        <a:pt x="45" y="62"/>
                      </a:cubicBezTo>
                      <a:cubicBezTo>
                        <a:pt x="45" y="62"/>
                        <a:pt x="47" y="63"/>
                        <a:pt x="47" y="63"/>
                      </a:cubicBezTo>
                      <a:cubicBezTo>
                        <a:pt x="47" y="63"/>
                        <a:pt x="47" y="64"/>
                        <a:pt x="47" y="64"/>
                      </a:cubicBezTo>
                      <a:cubicBezTo>
                        <a:pt x="46" y="69"/>
                        <a:pt x="46" y="69"/>
                        <a:pt x="46" y="69"/>
                      </a:cubicBezTo>
                      <a:cubicBezTo>
                        <a:pt x="20" y="69"/>
                        <a:pt x="20" y="69"/>
                        <a:pt x="20" y="69"/>
                      </a:cubicBezTo>
                      <a:cubicBezTo>
                        <a:pt x="20" y="68"/>
                        <a:pt x="20" y="68"/>
                        <a:pt x="20" y="68"/>
                      </a:cubicBezTo>
                      <a:cubicBezTo>
                        <a:pt x="20" y="70"/>
                        <a:pt x="20" y="70"/>
                        <a:pt x="20" y="70"/>
                      </a:cubicBezTo>
                      <a:cubicBezTo>
                        <a:pt x="11" y="70"/>
                        <a:pt x="11" y="70"/>
                        <a:pt x="11" y="70"/>
                      </a:cubicBezTo>
                      <a:cubicBezTo>
                        <a:pt x="9" y="72"/>
                        <a:pt x="9" y="72"/>
                        <a:pt x="9" y="72"/>
                      </a:cubicBezTo>
                      <a:cubicBezTo>
                        <a:pt x="6" y="68"/>
                        <a:pt x="6" y="68"/>
                        <a:pt x="6" y="68"/>
                      </a:cubicBezTo>
                      <a:cubicBezTo>
                        <a:pt x="4" y="69"/>
                        <a:pt x="4" y="69"/>
                        <a:pt x="4" y="69"/>
                      </a:cubicBezTo>
                      <a:cubicBezTo>
                        <a:pt x="4" y="69"/>
                        <a:pt x="4" y="70"/>
                        <a:pt x="3" y="70"/>
                      </a:cubicBezTo>
                      <a:cubicBezTo>
                        <a:pt x="3" y="71"/>
                        <a:pt x="3" y="72"/>
                        <a:pt x="3" y="72"/>
                      </a:cubicBezTo>
                      <a:cubicBezTo>
                        <a:pt x="3" y="72"/>
                        <a:pt x="3" y="74"/>
                        <a:pt x="3" y="74"/>
                      </a:cubicBezTo>
                      <a:cubicBezTo>
                        <a:pt x="2" y="74"/>
                        <a:pt x="2" y="74"/>
                        <a:pt x="2" y="74"/>
                      </a:cubicBezTo>
                      <a:cubicBezTo>
                        <a:pt x="0" y="74"/>
                        <a:pt x="0" y="74"/>
                        <a:pt x="0" y="74"/>
                      </a:cubicBezTo>
                      <a:cubicBezTo>
                        <a:pt x="0" y="77"/>
                        <a:pt x="0" y="77"/>
                        <a:pt x="0" y="77"/>
                      </a:cubicBezTo>
                      <a:cubicBezTo>
                        <a:pt x="2" y="78"/>
                        <a:pt x="2" y="78"/>
                        <a:pt x="2" y="78"/>
                      </a:cubicBezTo>
                      <a:cubicBezTo>
                        <a:pt x="3" y="80"/>
                        <a:pt x="3" y="80"/>
                        <a:pt x="3" y="80"/>
                      </a:cubicBezTo>
                      <a:cubicBezTo>
                        <a:pt x="2" y="82"/>
                        <a:pt x="2" y="82"/>
                        <a:pt x="2" y="82"/>
                      </a:cubicBezTo>
                      <a:cubicBezTo>
                        <a:pt x="3" y="85"/>
                        <a:pt x="3" y="85"/>
                        <a:pt x="3" y="85"/>
                      </a:cubicBezTo>
                      <a:cubicBezTo>
                        <a:pt x="5" y="84"/>
                        <a:pt x="5" y="84"/>
                        <a:pt x="5" y="84"/>
                      </a:cubicBezTo>
                      <a:cubicBezTo>
                        <a:pt x="7" y="87"/>
                        <a:pt x="7" y="87"/>
                        <a:pt x="7" y="87"/>
                      </a:cubicBezTo>
                      <a:cubicBezTo>
                        <a:pt x="6" y="88"/>
                        <a:pt x="6" y="88"/>
                        <a:pt x="6" y="88"/>
                      </a:cubicBezTo>
                      <a:cubicBezTo>
                        <a:pt x="6" y="89"/>
                        <a:pt x="6" y="89"/>
                        <a:pt x="6" y="89"/>
                      </a:cubicBezTo>
                      <a:cubicBezTo>
                        <a:pt x="6" y="91"/>
                        <a:pt x="6" y="91"/>
                        <a:pt x="6" y="91"/>
                      </a:cubicBezTo>
                      <a:cubicBezTo>
                        <a:pt x="5" y="92"/>
                        <a:pt x="5" y="92"/>
                        <a:pt x="5" y="92"/>
                      </a:cubicBezTo>
                      <a:cubicBezTo>
                        <a:pt x="7" y="94"/>
                        <a:pt x="7" y="94"/>
                        <a:pt x="7" y="94"/>
                      </a:cubicBezTo>
                      <a:cubicBezTo>
                        <a:pt x="9" y="92"/>
                        <a:pt x="9" y="92"/>
                        <a:pt x="9" y="92"/>
                      </a:cubicBezTo>
                      <a:cubicBezTo>
                        <a:pt x="11" y="94"/>
                        <a:pt x="11" y="94"/>
                        <a:pt x="11" y="94"/>
                      </a:cubicBezTo>
                      <a:cubicBezTo>
                        <a:pt x="12" y="94"/>
                        <a:pt x="12" y="94"/>
                        <a:pt x="12" y="94"/>
                      </a:cubicBezTo>
                      <a:cubicBezTo>
                        <a:pt x="13" y="92"/>
                        <a:pt x="13" y="92"/>
                        <a:pt x="13" y="92"/>
                      </a:cubicBezTo>
                      <a:cubicBezTo>
                        <a:pt x="17" y="93"/>
                        <a:pt x="17" y="93"/>
                        <a:pt x="17" y="93"/>
                      </a:cubicBezTo>
                      <a:cubicBezTo>
                        <a:pt x="18" y="93"/>
                        <a:pt x="18" y="93"/>
                        <a:pt x="18" y="93"/>
                      </a:cubicBezTo>
                      <a:cubicBezTo>
                        <a:pt x="18" y="92"/>
                        <a:pt x="18" y="92"/>
                        <a:pt x="18" y="92"/>
                      </a:cubicBezTo>
                      <a:cubicBezTo>
                        <a:pt x="20" y="92"/>
                        <a:pt x="20" y="92"/>
                        <a:pt x="20" y="92"/>
                      </a:cubicBezTo>
                      <a:cubicBezTo>
                        <a:pt x="20" y="91"/>
                        <a:pt x="20" y="91"/>
                        <a:pt x="20" y="91"/>
                      </a:cubicBezTo>
                      <a:cubicBezTo>
                        <a:pt x="20" y="90"/>
                        <a:pt x="20" y="90"/>
                        <a:pt x="20" y="90"/>
                      </a:cubicBezTo>
                      <a:cubicBezTo>
                        <a:pt x="22" y="90"/>
                        <a:pt x="22" y="90"/>
                        <a:pt x="22" y="90"/>
                      </a:cubicBezTo>
                      <a:cubicBezTo>
                        <a:pt x="24" y="94"/>
                        <a:pt x="24" y="94"/>
                        <a:pt x="24" y="94"/>
                      </a:cubicBezTo>
                      <a:cubicBezTo>
                        <a:pt x="23" y="95"/>
                        <a:pt x="23" y="95"/>
                        <a:pt x="23" y="95"/>
                      </a:cubicBezTo>
                      <a:cubicBezTo>
                        <a:pt x="23" y="96"/>
                        <a:pt x="23" y="96"/>
                        <a:pt x="23" y="96"/>
                      </a:cubicBezTo>
                      <a:cubicBezTo>
                        <a:pt x="27" y="98"/>
                        <a:pt x="27" y="98"/>
                        <a:pt x="27" y="98"/>
                      </a:cubicBezTo>
                      <a:cubicBezTo>
                        <a:pt x="24" y="101"/>
                        <a:pt x="24" y="101"/>
                        <a:pt x="24" y="101"/>
                      </a:cubicBezTo>
                      <a:cubicBezTo>
                        <a:pt x="27" y="101"/>
                        <a:pt x="27" y="101"/>
                        <a:pt x="27" y="101"/>
                      </a:cubicBezTo>
                      <a:cubicBezTo>
                        <a:pt x="27" y="103"/>
                        <a:pt x="27" y="103"/>
                        <a:pt x="27" y="103"/>
                      </a:cubicBezTo>
                      <a:cubicBezTo>
                        <a:pt x="29" y="105"/>
                        <a:pt x="29" y="105"/>
                        <a:pt x="29" y="105"/>
                      </a:cubicBezTo>
                      <a:cubicBezTo>
                        <a:pt x="29" y="107"/>
                        <a:pt x="29" y="107"/>
                        <a:pt x="29" y="107"/>
                      </a:cubicBezTo>
                      <a:cubicBezTo>
                        <a:pt x="32" y="104"/>
                        <a:pt x="32" y="104"/>
                        <a:pt x="32" y="104"/>
                      </a:cubicBezTo>
                      <a:cubicBezTo>
                        <a:pt x="35" y="107"/>
                        <a:pt x="35" y="107"/>
                        <a:pt x="35" y="107"/>
                      </a:cubicBezTo>
                      <a:cubicBezTo>
                        <a:pt x="36" y="105"/>
                        <a:pt x="36" y="105"/>
                        <a:pt x="36" y="105"/>
                      </a:cubicBezTo>
                      <a:cubicBezTo>
                        <a:pt x="38" y="105"/>
                        <a:pt x="38" y="105"/>
                        <a:pt x="38" y="105"/>
                      </a:cubicBezTo>
                      <a:cubicBezTo>
                        <a:pt x="38" y="103"/>
                        <a:pt x="38" y="103"/>
                        <a:pt x="38" y="103"/>
                      </a:cubicBezTo>
                      <a:cubicBezTo>
                        <a:pt x="40" y="104"/>
                        <a:pt x="40" y="104"/>
                        <a:pt x="40" y="104"/>
                      </a:cubicBezTo>
                      <a:cubicBezTo>
                        <a:pt x="40" y="103"/>
                        <a:pt x="40" y="103"/>
                        <a:pt x="40" y="103"/>
                      </a:cubicBezTo>
                      <a:cubicBezTo>
                        <a:pt x="41" y="102"/>
                        <a:pt x="41" y="102"/>
                        <a:pt x="41" y="102"/>
                      </a:cubicBezTo>
                      <a:cubicBezTo>
                        <a:pt x="42" y="106"/>
                        <a:pt x="42" y="106"/>
                        <a:pt x="42" y="106"/>
                      </a:cubicBezTo>
                      <a:cubicBezTo>
                        <a:pt x="43" y="106"/>
                        <a:pt x="43" y="106"/>
                        <a:pt x="43" y="106"/>
                      </a:cubicBezTo>
                      <a:cubicBezTo>
                        <a:pt x="44" y="104"/>
                        <a:pt x="44" y="104"/>
                        <a:pt x="44" y="104"/>
                      </a:cubicBezTo>
                      <a:cubicBezTo>
                        <a:pt x="46" y="104"/>
                        <a:pt x="46" y="104"/>
                        <a:pt x="46" y="104"/>
                      </a:cubicBezTo>
                      <a:cubicBezTo>
                        <a:pt x="46" y="103"/>
                        <a:pt x="46" y="103"/>
                        <a:pt x="46" y="103"/>
                      </a:cubicBezTo>
                      <a:cubicBezTo>
                        <a:pt x="46" y="103"/>
                        <a:pt x="47" y="102"/>
                        <a:pt x="47" y="101"/>
                      </a:cubicBezTo>
                      <a:cubicBezTo>
                        <a:pt x="47" y="101"/>
                        <a:pt x="46" y="100"/>
                        <a:pt x="46" y="100"/>
                      </a:cubicBezTo>
                      <a:cubicBezTo>
                        <a:pt x="48" y="98"/>
                        <a:pt x="48" y="98"/>
                        <a:pt x="48" y="98"/>
                      </a:cubicBezTo>
                      <a:cubicBezTo>
                        <a:pt x="48" y="96"/>
                        <a:pt x="48" y="96"/>
                        <a:pt x="48" y="96"/>
                      </a:cubicBezTo>
                      <a:cubicBezTo>
                        <a:pt x="47" y="95"/>
                        <a:pt x="47" y="95"/>
                        <a:pt x="47" y="95"/>
                      </a:cubicBezTo>
                      <a:cubicBezTo>
                        <a:pt x="52" y="93"/>
                        <a:pt x="52" y="93"/>
                        <a:pt x="52" y="93"/>
                      </a:cubicBezTo>
                      <a:cubicBezTo>
                        <a:pt x="54" y="91"/>
                        <a:pt x="54" y="91"/>
                        <a:pt x="54" y="91"/>
                      </a:cubicBezTo>
                      <a:cubicBezTo>
                        <a:pt x="53" y="89"/>
                        <a:pt x="53" y="89"/>
                        <a:pt x="53" y="89"/>
                      </a:cubicBezTo>
                      <a:cubicBezTo>
                        <a:pt x="55" y="89"/>
                        <a:pt x="55" y="89"/>
                        <a:pt x="55" y="89"/>
                      </a:cubicBezTo>
                      <a:cubicBezTo>
                        <a:pt x="54" y="87"/>
                        <a:pt x="54" y="87"/>
                        <a:pt x="54" y="87"/>
                      </a:cubicBezTo>
                      <a:cubicBezTo>
                        <a:pt x="54" y="86"/>
                        <a:pt x="54" y="86"/>
                        <a:pt x="54" y="86"/>
                      </a:cubicBezTo>
                      <a:cubicBezTo>
                        <a:pt x="57" y="83"/>
                        <a:pt x="57" y="83"/>
                        <a:pt x="57" y="83"/>
                      </a:cubicBezTo>
                      <a:cubicBezTo>
                        <a:pt x="57" y="84"/>
                        <a:pt x="57" y="84"/>
                        <a:pt x="57" y="84"/>
                      </a:cubicBezTo>
                      <a:cubicBezTo>
                        <a:pt x="60" y="86"/>
                        <a:pt x="60" y="86"/>
                        <a:pt x="60" y="86"/>
                      </a:cubicBezTo>
                      <a:cubicBezTo>
                        <a:pt x="60" y="85"/>
                        <a:pt x="60" y="85"/>
                        <a:pt x="60" y="85"/>
                      </a:cubicBezTo>
                      <a:cubicBezTo>
                        <a:pt x="61" y="85"/>
                        <a:pt x="61" y="85"/>
                        <a:pt x="61" y="85"/>
                      </a:cubicBezTo>
                      <a:cubicBezTo>
                        <a:pt x="61" y="82"/>
                        <a:pt x="61" y="82"/>
                        <a:pt x="61" y="82"/>
                      </a:cubicBezTo>
                      <a:cubicBezTo>
                        <a:pt x="64" y="82"/>
                        <a:pt x="64" y="82"/>
                        <a:pt x="64" y="82"/>
                      </a:cubicBezTo>
                      <a:cubicBezTo>
                        <a:pt x="64" y="82"/>
                        <a:pt x="64" y="81"/>
                        <a:pt x="64" y="80"/>
                      </a:cubicBezTo>
                      <a:cubicBezTo>
                        <a:pt x="64" y="80"/>
                        <a:pt x="64" y="79"/>
                        <a:pt x="64" y="79"/>
                      </a:cubicBezTo>
                      <a:cubicBezTo>
                        <a:pt x="64" y="79"/>
                        <a:pt x="66" y="78"/>
                        <a:pt x="66" y="78"/>
                      </a:cubicBezTo>
                      <a:cubicBezTo>
                        <a:pt x="69" y="79"/>
                        <a:pt x="69" y="79"/>
                        <a:pt x="69" y="79"/>
                      </a:cubicBezTo>
                      <a:cubicBezTo>
                        <a:pt x="70" y="78"/>
                        <a:pt x="70" y="78"/>
                        <a:pt x="70" y="78"/>
                      </a:cubicBezTo>
                      <a:cubicBezTo>
                        <a:pt x="70" y="76"/>
                        <a:pt x="70" y="76"/>
                        <a:pt x="70" y="76"/>
                      </a:cubicBezTo>
                      <a:cubicBezTo>
                        <a:pt x="76" y="74"/>
                        <a:pt x="76" y="74"/>
                        <a:pt x="76" y="74"/>
                      </a:cubicBezTo>
                      <a:cubicBezTo>
                        <a:pt x="79" y="72"/>
                        <a:pt x="79" y="72"/>
                        <a:pt x="79" y="72"/>
                      </a:cubicBezTo>
                      <a:cubicBezTo>
                        <a:pt x="85" y="73"/>
                        <a:pt x="85" y="73"/>
                        <a:pt x="85" y="73"/>
                      </a:cubicBezTo>
                      <a:cubicBezTo>
                        <a:pt x="90" y="73"/>
                        <a:pt x="90" y="73"/>
                        <a:pt x="90" y="73"/>
                      </a:cubicBezTo>
                      <a:lnTo>
                        <a:pt x="93" y="71"/>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2" name="Freeform 901">
                  <a:extLst>
                    <a:ext uri="{FF2B5EF4-FFF2-40B4-BE49-F238E27FC236}">
                      <a16:creationId xmlns:a16="http://schemas.microsoft.com/office/drawing/2014/main" id="{A527046F-91E4-7EAE-61E0-88D122B42287}"/>
                    </a:ext>
                  </a:extLst>
                </p:cNvPr>
                <p:cNvSpPr>
                  <a:spLocks/>
                </p:cNvSpPr>
                <p:nvPr/>
              </p:nvSpPr>
              <p:spPr bwMode="auto">
                <a:xfrm>
                  <a:off x="6296025" y="5157788"/>
                  <a:ext cx="90487" cy="225425"/>
                </a:xfrm>
                <a:custGeom>
                  <a:avLst/>
                  <a:gdLst>
                    <a:gd name="T0" fmla="*/ 15 w 22"/>
                    <a:gd name="T1" fmla="*/ 13 h 54"/>
                    <a:gd name="T2" fmla="*/ 14 w 22"/>
                    <a:gd name="T3" fmla="*/ 12 h 54"/>
                    <a:gd name="T4" fmla="*/ 13 w 22"/>
                    <a:gd name="T5" fmla="*/ 10 h 54"/>
                    <a:gd name="T6" fmla="*/ 13 w 22"/>
                    <a:gd name="T7" fmla="*/ 9 h 54"/>
                    <a:gd name="T8" fmla="*/ 13 w 22"/>
                    <a:gd name="T9" fmla="*/ 7 h 54"/>
                    <a:gd name="T10" fmla="*/ 13 w 22"/>
                    <a:gd name="T11" fmla="*/ 6 h 54"/>
                    <a:gd name="T12" fmla="*/ 13 w 22"/>
                    <a:gd name="T13" fmla="*/ 5 h 54"/>
                    <a:gd name="T14" fmla="*/ 12 w 22"/>
                    <a:gd name="T15" fmla="*/ 3 h 54"/>
                    <a:gd name="T16" fmla="*/ 9 w 22"/>
                    <a:gd name="T17" fmla="*/ 1 h 54"/>
                    <a:gd name="T18" fmla="*/ 9 w 22"/>
                    <a:gd name="T19" fmla="*/ 2 h 54"/>
                    <a:gd name="T20" fmla="*/ 2 w 22"/>
                    <a:gd name="T21" fmla="*/ 0 h 54"/>
                    <a:gd name="T22" fmla="*/ 3 w 22"/>
                    <a:gd name="T23" fmla="*/ 1 h 54"/>
                    <a:gd name="T24" fmla="*/ 4 w 22"/>
                    <a:gd name="T25" fmla="*/ 1 h 54"/>
                    <a:gd name="T26" fmla="*/ 5 w 22"/>
                    <a:gd name="T27" fmla="*/ 2 h 54"/>
                    <a:gd name="T28" fmla="*/ 5 w 22"/>
                    <a:gd name="T29" fmla="*/ 4 h 54"/>
                    <a:gd name="T30" fmla="*/ 4 w 22"/>
                    <a:gd name="T31" fmla="*/ 4 h 54"/>
                    <a:gd name="T32" fmla="*/ 7 w 22"/>
                    <a:gd name="T33" fmla="*/ 6 h 54"/>
                    <a:gd name="T34" fmla="*/ 7 w 22"/>
                    <a:gd name="T35" fmla="*/ 8 h 54"/>
                    <a:gd name="T36" fmla="*/ 4 w 22"/>
                    <a:gd name="T37" fmla="*/ 10 h 54"/>
                    <a:gd name="T38" fmla="*/ 5 w 22"/>
                    <a:gd name="T39" fmla="*/ 12 h 54"/>
                    <a:gd name="T40" fmla="*/ 4 w 22"/>
                    <a:gd name="T41" fmla="*/ 13 h 54"/>
                    <a:gd name="T42" fmla="*/ 4 w 22"/>
                    <a:gd name="T43" fmla="*/ 14 h 54"/>
                    <a:gd name="T44" fmla="*/ 5 w 22"/>
                    <a:gd name="T45" fmla="*/ 16 h 54"/>
                    <a:gd name="T46" fmla="*/ 4 w 22"/>
                    <a:gd name="T47" fmla="*/ 18 h 54"/>
                    <a:gd name="T48" fmla="*/ 5 w 22"/>
                    <a:gd name="T49" fmla="*/ 20 h 54"/>
                    <a:gd name="T50" fmla="*/ 6 w 22"/>
                    <a:gd name="T51" fmla="*/ 20 h 54"/>
                    <a:gd name="T52" fmla="*/ 2 w 22"/>
                    <a:gd name="T53" fmla="*/ 23 h 54"/>
                    <a:gd name="T54" fmla="*/ 3 w 22"/>
                    <a:gd name="T55" fmla="*/ 26 h 54"/>
                    <a:gd name="T56" fmla="*/ 0 w 22"/>
                    <a:gd name="T57" fmla="*/ 28 h 54"/>
                    <a:gd name="T58" fmla="*/ 3 w 22"/>
                    <a:gd name="T59" fmla="*/ 32 h 54"/>
                    <a:gd name="T60" fmla="*/ 4 w 22"/>
                    <a:gd name="T61" fmla="*/ 32 h 54"/>
                    <a:gd name="T62" fmla="*/ 7 w 22"/>
                    <a:gd name="T63" fmla="*/ 36 h 54"/>
                    <a:gd name="T64" fmla="*/ 8 w 22"/>
                    <a:gd name="T65" fmla="*/ 35 h 54"/>
                    <a:gd name="T66" fmla="*/ 12 w 22"/>
                    <a:gd name="T67" fmla="*/ 35 h 54"/>
                    <a:gd name="T68" fmla="*/ 13 w 22"/>
                    <a:gd name="T69" fmla="*/ 36 h 54"/>
                    <a:gd name="T70" fmla="*/ 13 w 22"/>
                    <a:gd name="T71" fmla="*/ 40 h 54"/>
                    <a:gd name="T72" fmla="*/ 11 w 22"/>
                    <a:gd name="T73" fmla="*/ 45 h 54"/>
                    <a:gd name="T74" fmla="*/ 14 w 22"/>
                    <a:gd name="T75" fmla="*/ 49 h 54"/>
                    <a:gd name="T76" fmla="*/ 17 w 22"/>
                    <a:gd name="T77" fmla="*/ 52 h 54"/>
                    <a:gd name="T78" fmla="*/ 17 w 22"/>
                    <a:gd name="T79" fmla="*/ 54 h 54"/>
                    <a:gd name="T80" fmla="*/ 18 w 22"/>
                    <a:gd name="T81" fmla="*/ 54 h 54"/>
                    <a:gd name="T82" fmla="*/ 18 w 22"/>
                    <a:gd name="T83" fmla="*/ 51 h 54"/>
                    <a:gd name="T84" fmla="*/ 17 w 22"/>
                    <a:gd name="T85" fmla="*/ 49 h 54"/>
                    <a:gd name="T86" fmla="*/ 19 w 22"/>
                    <a:gd name="T87" fmla="*/ 46 h 54"/>
                    <a:gd name="T88" fmla="*/ 21 w 22"/>
                    <a:gd name="T89" fmla="*/ 46 h 54"/>
                    <a:gd name="T90" fmla="*/ 21 w 22"/>
                    <a:gd name="T91" fmla="*/ 40 h 54"/>
                    <a:gd name="T92" fmla="*/ 22 w 22"/>
                    <a:gd name="T93" fmla="*/ 39 h 54"/>
                    <a:gd name="T94" fmla="*/ 22 w 22"/>
                    <a:gd name="T95" fmla="*/ 36 h 54"/>
                    <a:gd name="T96" fmla="*/ 17 w 22"/>
                    <a:gd name="T97" fmla="*/ 29 h 54"/>
                    <a:gd name="T98" fmla="*/ 13 w 22"/>
                    <a:gd name="T99" fmla="*/ 27 h 54"/>
                    <a:gd name="T100" fmla="*/ 12 w 22"/>
                    <a:gd name="T101" fmla="*/ 19 h 54"/>
                    <a:gd name="T102" fmla="*/ 14 w 22"/>
                    <a:gd name="T103" fmla="*/ 15 h 54"/>
                    <a:gd name="T104" fmla="*/ 16 w 22"/>
                    <a:gd name="T105" fmla="*/ 15 h 54"/>
                    <a:gd name="T106" fmla="*/ 16 w 22"/>
                    <a:gd name="T107" fmla="*/ 14 h 54"/>
                    <a:gd name="T108" fmla="*/ 15 w 22"/>
                    <a:gd name="T109" fmla="*/ 1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54">
                      <a:moveTo>
                        <a:pt x="15" y="13"/>
                      </a:moveTo>
                      <a:cubicBezTo>
                        <a:pt x="15" y="13"/>
                        <a:pt x="14" y="12"/>
                        <a:pt x="14" y="12"/>
                      </a:cubicBezTo>
                      <a:cubicBezTo>
                        <a:pt x="14" y="11"/>
                        <a:pt x="13" y="10"/>
                        <a:pt x="13" y="10"/>
                      </a:cubicBezTo>
                      <a:cubicBezTo>
                        <a:pt x="13" y="9"/>
                        <a:pt x="13" y="9"/>
                        <a:pt x="13" y="9"/>
                      </a:cubicBezTo>
                      <a:cubicBezTo>
                        <a:pt x="13" y="7"/>
                        <a:pt x="13" y="7"/>
                        <a:pt x="13" y="7"/>
                      </a:cubicBezTo>
                      <a:cubicBezTo>
                        <a:pt x="13" y="6"/>
                        <a:pt x="13" y="6"/>
                        <a:pt x="13" y="6"/>
                      </a:cubicBezTo>
                      <a:cubicBezTo>
                        <a:pt x="13" y="5"/>
                        <a:pt x="13" y="5"/>
                        <a:pt x="13" y="5"/>
                      </a:cubicBezTo>
                      <a:cubicBezTo>
                        <a:pt x="12" y="3"/>
                        <a:pt x="12" y="3"/>
                        <a:pt x="12" y="3"/>
                      </a:cubicBezTo>
                      <a:cubicBezTo>
                        <a:pt x="9" y="1"/>
                        <a:pt x="9" y="1"/>
                        <a:pt x="9" y="1"/>
                      </a:cubicBezTo>
                      <a:cubicBezTo>
                        <a:pt x="9" y="2"/>
                        <a:pt x="9" y="2"/>
                        <a:pt x="9" y="2"/>
                      </a:cubicBezTo>
                      <a:cubicBezTo>
                        <a:pt x="2" y="0"/>
                        <a:pt x="2" y="0"/>
                        <a:pt x="2" y="0"/>
                      </a:cubicBezTo>
                      <a:cubicBezTo>
                        <a:pt x="3" y="1"/>
                        <a:pt x="3" y="1"/>
                        <a:pt x="3" y="1"/>
                      </a:cubicBezTo>
                      <a:cubicBezTo>
                        <a:pt x="4" y="1"/>
                        <a:pt x="4" y="1"/>
                        <a:pt x="4" y="1"/>
                      </a:cubicBezTo>
                      <a:cubicBezTo>
                        <a:pt x="5" y="2"/>
                        <a:pt x="5" y="2"/>
                        <a:pt x="5" y="2"/>
                      </a:cubicBezTo>
                      <a:cubicBezTo>
                        <a:pt x="5" y="4"/>
                        <a:pt x="5" y="4"/>
                        <a:pt x="5" y="4"/>
                      </a:cubicBezTo>
                      <a:cubicBezTo>
                        <a:pt x="4" y="4"/>
                        <a:pt x="4" y="4"/>
                        <a:pt x="4" y="4"/>
                      </a:cubicBezTo>
                      <a:cubicBezTo>
                        <a:pt x="7" y="6"/>
                        <a:pt x="7" y="6"/>
                        <a:pt x="7" y="6"/>
                      </a:cubicBezTo>
                      <a:cubicBezTo>
                        <a:pt x="7" y="8"/>
                        <a:pt x="7" y="8"/>
                        <a:pt x="7" y="8"/>
                      </a:cubicBezTo>
                      <a:cubicBezTo>
                        <a:pt x="4" y="10"/>
                        <a:pt x="4" y="10"/>
                        <a:pt x="4" y="10"/>
                      </a:cubicBezTo>
                      <a:cubicBezTo>
                        <a:pt x="5" y="12"/>
                        <a:pt x="5" y="12"/>
                        <a:pt x="5" y="12"/>
                      </a:cubicBezTo>
                      <a:cubicBezTo>
                        <a:pt x="4" y="13"/>
                        <a:pt x="4" y="13"/>
                        <a:pt x="4" y="13"/>
                      </a:cubicBezTo>
                      <a:cubicBezTo>
                        <a:pt x="4" y="14"/>
                        <a:pt x="4" y="14"/>
                        <a:pt x="4" y="14"/>
                      </a:cubicBezTo>
                      <a:cubicBezTo>
                        <a:pt x="5" y="16"/>
                        <a:pt x="5" y="16"/>
                        <a:pt x="5" y="16"/>
                      </a:cubicBezTo>
                      <a:cubicBezTo>
                        <a:pt x="4" y="18"/>
                        <a:pt x="4" y="18"/>
                        <a:pt x="4" y="18"/>
                      </a:cubicBezTo>
                      <a:cubicBezTo>
                        <a:pt x="5" y="20"/>
                        <a:pt x="5" y="20"/>
                        <a:pt x="5" y="20"/>
                      </a:cubicBezTo>
                      <a:cubicBezTo>
                        <a:pt x="6" y="20"/>
                        <a:pt x="6" y="20"/>
                        <a:pt x="6" y="20"/>
                      </a:cubicBezTo>
                      <a:cubicBezTo>
                        <a:pt x="2" y="23"/>
                        <a:pt x="2" y="23"/>
                        <a:pt x="2" y="23"/>
                      </a:cubicBezTo>
                      <a:cubicBezTo>
                        <a:pt x="3" y="26"/>
                        <a:pt x="3" y="26"/>
                        <a:pt x="3" y="26"/>
                      </a:cubicBezTo>
                      <a:cubicBezTo>
                        <a:pt x="0" y="28"/>
                        <a:pt x="0" y="28"/>
                        <a:pt x="0" y="28"/>
                      </a:cubicBezTo>
                      <a:cubicBezTo>
                        <a:pt x="3" y="32"/>
                        <a:pt x="3" y="32"/>
                        <a:pt x="3" y="32"/>
                      </a:cubicBezTo>
                      <a:cubicBezTo>
                        <a:pt x="4" y="32"/>
                        <a:pt x="4" y="32"/>
                        <a:pt x="4" y="32"/>
                      </a:cubicBezTo>
                      <a:cubicBezTo>
                        <a:pt x="7" y="36"/>
                        <a:pt x="7" y="36"/>
                        <a:pt x="7" y="36"/>
                      </a:cubicBezTo>
                      <a:cubicBezTo>
                        <a:pt x="8" y="35"/>
                        <a:pt x="8" y="35"/>
                        <a:pt x="8" y="35"/>
                      </a:cubicBezTo>
                      <a:cubicBezTo>
                        <a:pt x="12" y="35"/>
                        <a:pt x="12" y="35"/>
                        <a:pt x="12" y="35"/>
                      </a:cubicBezTo>
                      <a:cubicBezTo>
                        <a:pt x="13" y="36"/>
                        <a:pt x="13" y="36"/>
                        <a:pt x="13" y="36"/>
                      </a:cubicBezTo>
                      <a:cubicBezTo>
                        <a:pt x="13" y="40"/>
                        <a:pt x="13" y="40"/>
                        <a:pt x="13" y="40"/>
                      </a:cubicBezTo>
                      <a:cubicBezTo>
                        <a:pt x="11" y="45"/>
                        <a:pt x="11" y="45"/>
                        <a:pt x="11" y="45"/>
                      </a:cubicBezTo>
                      <a:cubicBezTo>
                        <a:pt x="14" y="49"/>
                        <a:pt x="14" y="49"/>
                        <a:pt x="14" y="49"/>
                      </a:cubicBezTo>
                      <a:cubicBezTo>
                        <a:pt x="17" y="52"/>
                        <a:pt x="17" y="52"/>
                        <a:pt x="17" y="52"/>
                      </a:cubicBezTo>
                      <a:cubicBezTo>
                        <a:pt x="17" y="54"/>
                        <a:pt x="17" y="54"/>
                        <a:pt x="17" y="54"/>
                      </a:cubicBezTo>
                      <a:cubicBezTo>
                        <a:pt x="18" y="54"/>
                        <a:pt x="18" y="54"/>
                        <a:pt x="18" y="54"/>
                      </a:cubicBezTo>
                      <a:cubicBezTo>
                        <a:pt x="18" y="51"/>
                        <a:pt x="18" y="51"/>
                        <a:pt x="18" y="51"/>
                      </a:cubicBezTo>
                      <a:cubicBezTo>
                        <a:pt x="17" y="49"/>
                        <a:pt x="17" y="49"/>
                        <a:pt x="17" y="49"/>
                      </a:cubicBezTo>
                      <a:cubicBezTo>
                        <a:pt x="19" y="46"/>
                        <a:pt x="19" y="46"/>
                        <a:pt x="19" y="46"/>
                      </a:cubicBezTo>
                      <a:cubicBezTo>
                        <a:pt x="21" y="46"/>
                        <a:pt x="21" y="46"/>
                        <a:pt x="21" y="46"/>
                      </a:cubicBezTo>
                      <a:cubicBezTo>
                        <a:pt x="21" y="40"/>
                        <a:pt x="21" y="40"/>
                        <a:pt x="21" y="40"/>
                      </a:cubicBezTo>
                      <a:cubicBezTo>
                        <a:pt x="22" y="39"/>
                        <a:pt x="22" y="39"/>
                        <a:pt x="22" y="39"/>
                      </a:cubicBezTo>
                      <a:cubicBezTo>
                        <a:pt x="22" y="36"/>
                        <a:pt x="22" y="36"/>
                        <a:pt x="22" y="36"/>
                      </a:cubicBezTo>
                      <a:cubicBezTo>
                        <a:pt x="17" y="29"/>
                        <a:pt x="17" y="29"/>
                        <a:pt x="17" y="29"/>
                      </a:cubicBezTo>
                      <a:cubicBezTo>
                        <a:pt x="13" y="27"/>
                        <a:pt x="13" y="27"/>
                        <a:pt x="13" y="27"/>
                      </a:cubicBezTo>
                      <a:cubicBezTo>
                        <a:pt x="12" y="19"/>
                        <a:pt x="12" y="19"/>
                        <a:pt x="12" y="19"/>
                      </a:cubicBezTo>
                      <a:cubicBezTo>
                        <a:pt x="14" y="15"/>
                        <a:pt x="14" y="15"/>
                        <a:pt x="14" y="15"/>
                      </a:cubicBezTo>
                      <a:cubicBezTo>
                        <a:pt x="16" y="15"/>
                        <a:pt x="16" y="15"/>
                        <a:pt x="16" y="15"/>
                      </a:cubicBezTo>
                      <a:cubicBezTo>
                        <a:pt x="16" y="14"/>
                        <a:pt x="16" y="14"/>
                        <a:pt x="16" y="14"/>
                      </a:cubicBezTo>
                      <a:lnTo>
                        <a:pt x="15" y="13"/>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3" name="Freeform 902">
                  <a:extLst>
                    <a:ext uri="{FF2B5EF4-FFF2-40B4-BE49-F238E27FC236}">
                      <a16:creationId xmlns:a16="http://schemas.microsoft.com/office/drawing/2014/main" id="{F9EB8E5D-D142-0A68-DE4E-DF62AC9F30C0}"/>
                    </a:ext>
                  </a:extLst>
                </p:cNvPr>
                <p:cNvSpPr>
                  <a:spLocks/>
                </p:cNvSpPr>
                <p:nvPr/>
              </p:nvSpPr>
              <p:spPr bwMode="auto">
                <a:xfrm>
                  <a:off x="6599238" y="5233988"/>
                  <a:ext cx="204787" cy="412750"/>
                </a:xfrm>
                <a:custGeom>
                  <a:avLst/>
                  <a:gdLst>
                    <a:gd name="T0" fmla="*/ 45 w 49"/>
                    <a:gd name="T1" fmla="*/ 8 h 99"/>
                    <a:gd name="T2" fmla="*/ 42 w 49"/>
                    <a:gd name="T3" fmla="*/ 5 h 99"/>
                    <a:gd name="T4" fmla="*/ 40 w 49"/>
                    <a:gd name="T5" fmla="*/ 0 h 99"/>
                    <a:gd name="T6" fmla="*/ 38 w 49"/>
                    <a:gd name="T7" fmla="*/ 3 h 99"/>
                    <a:gd name="T8" fmla="*/ 38 w 49"/>
                    <a:gd name="T9" fmla="*/ 10 h 99"/>
                    <a:gd name="T10" fmla="*/ 34 w 49"/>
                    <a:gd name="T11" fmla="*/ 12 h 99"/>
                    <a:gd name="T12" fmla="*/ 33 w 49"/>
                    <a:gd name="T13" fmla="*/ 12 h 99"/>
                    <a:gd name="T14" fmla="*/ 31 w 49"/>
                    <a:gd name="T15" fmla="*/ 12 h 99"/>
                    <a:gd name="T16" fmla="*/ 32 w 49"/>
                    <a:gd name="T17" fmla="*/ 16 h 99"/>
                    <a:gd name="T18" fmla="*/ 28 w 49"/>
                    <a:gd name="T19" fmla="*/ 22 h 99"/>
                    <a:gd name="T20" fmla="*/ 26 w 49"/>
                    <a:gd name="T21" fmla="*/ 23 h 99"/>
                    <a:gd name="T22" fmla="*/ 21 w 49"/>
                    <a:gd name="T23" fmla="*/ 27 h 99"/>
                    <a:gd name="T24" fmla="*/ 18 w 49"/>
                    <a:gd name="T25" fmla="*/ 27 h 99"/>
                    <a:gd name="T26" fmla="*/ 14 w 49"/>
                    <a:gd name="T27" fmla="*/ 28 h 99"/>
                    <a:gd name="T28" fmla="*/ 9 w 49"/>
                    <a:gd name="T29" fmla="*/ 30 h 99"/>
                    <a:gd name="T30" fmla="*/ 6 w 49"/>
                    <a:gd name="T31" fmla="*/ 36 h 99"/>
                    <a:gd name="T32" fmla="*/ 5 w 49"/>
                    <a:gd name="T33" fmla="*/ 45 h 99"/>
                    <a:gd name="T34" fmla="*/ 6 w 49"/>
                    <a:gd name="T35" fmla="*/ 49 h 99"/>
                    <a:gd name="T36" fmla="*/ 8 w 49"/>
                    <a:gd name="T37" fmla="*/ 54 h 99"/>
                    <a:gd name="T38" fmla="*/ 4 w 49"/>
                    <a:gd name="T39" fmla="*/ 65 h 99"/>
                    <a:gd name="T40" fmla="*/ 0 w 49"/>
                    <a:gd name="T41" fmla="*/ 72 h 99"/>
                    <a:gd name="T42" fmla="*/ 3 w 49"/>
                    <a:gd name="T43" fmla="*/ 83 h 99"/>
                    <a:gd name="T44" fmla="*/ 4 w 49"/>
                    <a:gd name="T45" fmla="*/ 91 h 99"/>
                    <a:gd name="T46" fmla="*/ 8 w 49"/>
                    <a:gd name="T47" fmla="*/ 96 h 99"/>
                    <a:gd name="T48" fmla="*/ 16 w 49"/>
                    <a:gd name="T49" fmla="*/ 97 h 99"/>
                    <a:gd name="T50" fmla="*/ 27 w 49"/>
                    <a:gd name="T51" fmla="*/ 91 h 99"/>
                    <a:gd name="T52" fmla="*/ 29 w 49"/>
                    <a:gd name="T53" fmla="*/ 82 h 99"/>
                    <a:gd name="T54" fmla="*/ 33 w 49"/>
                    <a:gd name="T55" fmla="*/ 69 h 99"/>
                    <a:gd name="T56" fmla="*/ 36 w 49"/>
                    <a:gd name="T57" fmla="*/ 60 h 99"/>
                    <a:gd name="T58" fmla="*/ 38 w 49"/>
                    <a:gd name="T59" fmla="*/ 56 h 99"/>
                    <a:gd name="T60" fmla="*/ 42 w 49"/>
                    <a:gd name="T61" fmla="*/ 40 h 99"/>
                    <a:gd name="T62" fmla="*/ 44 w 49"/>
                    <a:gd name="T63" fmla="*/ 34 h 99"/>
                    <a:gd name="T64" fmla="*/ 43 w 49"/>
                    <a:gd name="T65" fmla="*/ 26 h 99"/>
                    <a:gd name="T66" fmla="*/ 45 w 49"/>
                    <a:gd name="T67" fmla="*/ 25 h 99"/>
                    <a:gd name="T68" fmla="*/ 47 w 49"/>
                    <a:gd name="T69" fmla="*/ 28 h 99"/>
                    <a:gd name="T70" fmla="*/ 47 w 49"/>
                    <a:gd name="T71" fmla="*/ 1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99">
                      <a:moveTo>
                        <a:pt x="47" y="17"/>
                      </a:moveTo>
                      <a:cubicBezTo>
                        <a:pt x="47" y="14"/>
                        <a:pt x="46" y="11"/>
                        <a:pt x="45" y="8"/>
                      </a:cubicBezTo>
                      <a:cubicBezTo>
                        <a:pt x="45" y="7"/>
                        <a:pt x="44" y="7"/>
                        <a:pt x="44" y="6"/>
                      </a:cubicBezTo>
                      <a:cubicBezTo>
                        <a:pt x="43" y="7"/>
                        <a:pt x="43" y="5"/>
                        <a:pt x="42" y="5"/>
                      </a:cubicBezTo>
                      <a:cubicBezTo>
                        <a:pt x="42" y="4"/>
                        <a:pt x="41" y="3"/>
                        <a:pt x="41" y="1"/>
                      </a:cubicBezTo>
                      <a:cubicBezTo>
                        <a:pt x="41" y="1"/>
                        <a:pt x="41" y="0"/>
                        <a:pt x="40" y="0"/>
                      </a:cubicBezTo>
                      <a:cubicBezTo>
                        <a:pt x="40" y="0"/>
                        <a:pt x="40" y="1"/>
                        <a:pt x="40" y="1"/>
                      </a:cubicBezTo>
                      <a:cubicBezTo>
                        <a:pt x="40" y="2"/>
                        <a:pt x="39" y="3"/>
                        <a:pt x="38" y="3"/>
                      </a:cubicBezTo>
                      <a:cubicBezTo>
                        <a:pt x="38" y="3"/>
                        <a:pt x="38" y="3"/>
                        <a:pt x="38" y="4"/>
                      </a:cubicBezTo>
                      <a:cubicBezTo>
                        <a:pt x="38" y="6"/>
                        <a:pt x="38" y="8"/>
                        <a:pt x="38" y="10"/>
                      </a:cubicBezTo>
                      <a:cubicBezTo>
                        <a:pt x="37" y="10"/>
                        <a:pt x="36" y="10"/>
                        <a:pt x="36" y="10"/>
                      </a:cubicBezTo>
                      <a:cubicBezTo>
                        <a:pt x="35" y="11"/>
                        <a:pt x="34" y="11"/>
                        <a:pt x="34" y="12"/>
                      </a:cubicBezTo>
                      <a:cubicBezTo>
                        <a:pt x="34" y="12"/>
                        <a:pt x="34" y="13"/>
                        <a:pt x="33" y="13"/>
                      </a:cubicBezTo>
                      <a:cubicBezTo>
                        <a:pt x="33" y="13"/>
                        <a:pt x="33" y="12"/>
                        <a:pt x="33" y="12"/>
                      </a:cubicBezTo>
                      <a:cubicBezTo>
                        <a:pt x="33" y="11"/>
                        <a:pt x="32" y="11"/>
                        <a:pt x="32" y="11"/>
                      </a:cubicBezTo>
                      <a:cubicBezTo>
                        <a:pt x="31" y="11"/>
                        <a:pt x="31" y="11"/>
                        <a:pt x="31" y="12"/>
                      </a:cubicBezTo>
                      <a:cubicBezTo>
                        <a:pt x="31" y="13"/>
                        <a:pt x="31" y="13"/>
                        <a:pt x="31" y="14"/>
                      </a:cubicBezTo>
                      <a:cubicBezTo>
                        <a:pt x="32" y="15"/>
                        <a:pt x="32" y="15"/>
                        <a:pt x="32" y="16"/>
                      </a:cubicBezTo>
                      <a:cubicBezTo>
                        <a:pt x="30" y="16"/>
                        <a:pt x="30" y="17"/>
                        <a:pt x="30" y="19"/>
                      </a:cubicBezTo>
                      <a:cubicBezTo>
                        <a:pt x="30" y="20"/>
                        <a:pt x="29" y="21"/>
                        <a:pt x="28" y="22"/>
                      </a:cubicBezTo>
                      <a:cubicBezTo>
                        <a:pt x="28" y="21"/>
                        <a:pt x="29" y="20"/>
                        <a:pt x="28" y="19"/>
                      </a:cubicBezTo>
                      <a:cubicBezTo>
                        <a:pt x="28" y="21"/>
                        <a:pt x="26" y="21"/>
                        <a:pt x="26" y="23"/>
                      </a:cubicBezTo>
                      <a:cubicBezTo>
                        <a:pt x="24" y="23"/>
                        <a:pt x="23" y="24"/>
                        <a:pt x="21" y="25"/>
                      </a:cubicBezTo>
                      <a:cubicBezTo>
                        <a:pt x="21" y="25"/>
                        <a:pt x="21" y="26"/>
                        <a:pt x="21" y="27"/>
                      </a:cubicBezTo>
                      <a:cubicBezTo>
                        <a:pt x="21" y="27"/>
                        <a:pt x="21" y="27"/>
                        <a:pt x="20" y="27"/>
                      </a:cubicBezTo>
                      <a:cubicBezTo>
                        <a:pt x="20" y="26"/>
                        <a:pt x="19" y="27"/>
                        <a:pt x="18" y="27"/>
                      </a:cubicBezTo>
                      <a:cubicBezTo>
                        <a:pt x="17" y="27"/>
                        <a:pt x="16" y="28"/>
                        <a:pt x="15" y="28"/>
                      </a:cubicBezTo>
                      <a:cubicBezTo>
                        <a:pt x="14" y="29"/>
                        <a:pt x="14" y="29"/>
                        <a:pt x="14" y="28"/>
                      </a:cubicBezTo>
                      <a:cubicBezTo>
                        <a:pt x="13" y="27"/>
                        <a:pt x="13" y="28"/>
                        <a:pt x="12" y="29"/>
                      </a:cubicBezTo>
                      <a:cubicBezTo>
                        <a:pt x="12" y="30"/>
                        <a:pt x="11" y="31"/>
                        <a:pt x="9" y="30"/>
                      </a:cubicBezTo>
                      <a:cubicBezTo>
                        <a:pt x="7" y="29"/>
                        <a:pt x="7" y="30"/>
                        <a:pt x="8" y="31"/>
                      </a:cubicBezTo>
                      <a:cubicBezTo>
                        <a:pt x="8" y="33"/>
                        <a:pt x="7" y="35"/>
                        <a:pt x="6" y="36"/>
                      </a:cubicBezTo>
                      <a:cubicBezTo>
                        <a:pt x="5" y="38"/>
                        <a:pt x="4" y="39"/>
                        <a:pt x="5" y="41"/>
                      </a:cubicBezTo>
                      <a:cubicBezTo>
                        <a:pt x="5" y="42"/>
                        <a:pt x="5" y="44"/>
                        <a:pt x="5" y="45"/>
                      </a:cubicBezTo>
                      <a:cubicBezTo>
                        <a:pt x="5" y="46"/>
                        <a:pt x="6" y="46"/>
                        <a:pt x="6" y="47"/>
                      </a:cubicBezTo>
                      <a:cubicBezTo>
                        <a:pt x="6" y="48"/>
                        <a:pt x="7" y="48"/>
                        <a:pt x="6" y="49"/>
                      </a:cubicBezTo>
                      <a:cubicBezTo>
                        <a:pt x="6" y="50"/>
                        <a:pt x="7" y="51"/>
                        <a:pt x="8" y="52"/>
                      </a:cubicBezTo>
                      <a:cubicBezTo>
                        <a:pt x="7" y="53"/>
                        <a:pt x="8" y="54"/>
                        <a:pt x="8" y="54"/>
                      </a:cubicBezTo>
                      <a:cubicBezTo>
                        <a:pt x="9" y="56"/>
                        <a:pt x="7" y="57"/>
                        <a:pt x="7" y="59"/>
                      </a:cubicBezTo>
                      <a:cubicBezTo>
                        <a:pt x="6" y="61"/>
                        <a:pt x="4" y="63"/>
                        <a:pt x="4" y="65"/>
                      </a:cubicBezTo>
                      <a:cubicBezTo>
                        <a:pt x="1" y="66"/>
                        <a:pt x="1" y="68"/>
                        <a:pt x="0" y="70"/>
                      </a:cubicBezTo>
                      <a:cubicBezTo>
                        <a:pt x="0" y="70"/>
                        <a:pt x="0" y="71"/>
                        <a:pt x="0" y="72"/>
                      </a:cubicBezTo>
                      <a:cubicBezTo>
                        <a:pt x="0" y="75"/>
                        <a:pt x="0" y="77"/>
                        <a:pt x="2" y="80"/>
                      </a:cubicBezTo>
                      <a:cubicBezTo>
                        <a:pt x="3" y="81"/>
                        <a:pt x="3" y="82"/>
                        <a:pt x="3" y="83"/>
                      </a:cubicBezTo>
                      <a:cubicBezTo>
                        <a:pt x="2" y="86"/>
                        <a:pt x="1" y="88"/>
                        <a:pt x="4" y="90"/>
                      </a:cubicBezTo>
                      <a:cubicBezTo>
                        <a:pt x="4" y="90"/>
                        <a:pt x="4" y="91"/>
                        <a:pt x="4" y="91"/>
                      </a:cubicBezTo>
                      <a:cubicBezTo>
                        <a:pt x="5" y="93"/>
                        <a:pt x="5" y="94"/>
                        <a:pt x="7" y="95"/>
                      </a:cubicBezTo>
                      <a:cubicBezTo>
                        <a:pt x="7" y="96"/>
                        <a:pt x="8" y="96"/>
                        <a:pt x="8" y="96"/>
                      </a:cubicBezTo>
                      <a:cubicBezTo>
                        <a:pt x="10" y="96"/>
                        <a:pt x="10" y="96"/>
                        <a:pt x="11" y="97"/>
                      </a:cubicBezTo>
                      <a:cubicBezTo>
                        <a:pt x="13" y="99"/>
                        <a:pt x="14" y="99"/>
                        <a:pt x="16" y="97"/>
                      </a:cubicBezTo>
                      <a:cubicBezTo>
                        <a:pt x="18" y="96"/>
                        <a:pt x="20" y="95"/>
                        <a:pt x="22" y="95"/>
                      </a:cubicBezTo>
                      <a:cubicBezTo>
                        <a:pt x="24" y="95"/>
                        <a:pt x="26" y="93"/>
                        <a:pt x="27" y="91"/>
                      </a:cubicBezTo>
                      <a:cubicBezTo>
                        <a:pt x="27" y="90"/>
                        <a:pt x="27" y="89"/>
                        <a:pt x="28" y="88"/>
                      </a:cubicBezTo>
                      <a:cubicBezTo>
                        <a:pt x="29" y="86"/>
                        <a:pt x="29" y="84"/>
                        <a:pt x="29" y="82"/>
                      </a:cubicBezTo>
                      <a:cubicBezTo>
                        <a:pt x="31" y="81"/>
                        <a:pt x="30" y="79"/>
                        <a:pt x="31" y="77"/>
                      </a:cubicBezTo>
                      <a:cubicBezTo>
                        <a:pt x="31" y="74"/>
                        <a:pt x="32" y="72"/>
                        <a:pt x="33" y="69"/>
                      </a:cubicBezTo>
                      <a:cubicBezTo>
                        <a:pt x="34" y="67"/>
                        <a:pt x="35" y="65"/>
                        <a:pt x="35" y="64"/>
                      </a:cubicBezTo>
                      <a:cubicBezTo>
                        <a:pt x="35" y="62"/>
                        <a:pt x="35" y="61"/>
                        <a:pt x="36" y="60"/>
                      </a:cubicBezTo>
                      <a:cubicBezTo>
                        <a:pt x="37" y="60"/>
                        <a:pt x="36" y="59"/>
                        <a:pt x="37" y="58"/>
                      </a:cubicBezTo>
                      <a:cubicBezTo>
                        <a:pt x="37" y="57"/>
                        <a:pt x="38" y="57"/>
                        <a:pt x="38" y="56"/>
                      </a:cubicBezTo>
                      <a:cubicBezTo>
                        <a:pt x="38" y="53"/>
                        <a:pt x="39" y="50"/>
                        <a:pt x="40" y="48"/>
                      </a:cubicBezTo>
                      <a:cubicBezTo>
                        <a:pt x="41" y="45"/>
                        <a:pt x="41" y="43"/>
                        <a:pt x="42" y="40"/>
                      </a:cubicBezTo>
                      <a:cubicBezTo>
                        <a:pt x="42" y="40"/>
                        <a:pt x="42" y="40"/>
                        <a:pt x="42" y="39"/>
                      </a:cubicBezTo>
                      <a:cubicBezTo>
                        <a:pt x="41" y="37"/>
                        <a:pt x="42" y="36"/>
                        <a:pt x="44" y="34"/>
                      </a:cubicBezTo>
                      <a:cubicBezTo>
                        <a:pt x="44" y="34"/>
                        <a:pt x="44" y="34"/>
                        <a:pt x="44" y="34"/>
                      </a:cubicBezTo>
                      <a:cubicBezTo>
                        <a:pt x="45" y="31"/>
                        <a:pt x="43" y="28"/>
                        <a:pt x="43" y="26"/>
                      </a:cubicBezTo>
                      <a:cubicBezTo>
                        <a:pt x="43" y="25"/>
                        <a:pt x="43" y="25"/>
                        <a:pt x="44" y="24"/>
                      </a:cubicBezTo>
                      <a:cubicBezTo>
                        <a:pt x="45" y="24"/>
                        <a:pt x="45" y="25"/>
                        <a:pt x="45" y="25"/>
                      </a:cubicBezTo>
                      <a:cubicBezTo>
                        <a:pt x="45" y="26"/>
                        <a:pt x="45" y="26"/>
                        <a:pt x="45" y="27"/>
                      </a:cubicBezTo>
                      <a:cubicBezTo>
                        <a:pt x="45" y="28"/>
                        <a:pt x="46" y="28"/>
                        <a:pt x="47" y="28"/>
                      </a:cubicBezTo>
                      <a:cubicBezTo>
                        <a:pt x="48" y="27"/>
                        <a:pt x="49" y="23"/>
                        <a:pt x="48" y="22"/>
                      </a:cubicBezTo>
                      <a:cubicBezTo>
                        <a:pt x="47" y="21"/>
                        <a:pt x="46" y="19"/>
                        <a:pt x="47" y="17"/>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4" name="Freeform 903">
                  <a:extLst>
                    <a:ext uri="{FF2B5EF4-FFF2-40B4-BE49-F238E27FC236}">
                      <a16:creationId xmlns:a16="http://schemas.microsoft.com/office/drawing/2014/main" id="{E2250200-9232-7BE5-7340-B8CAAC91E979}"/>
                    </a:ext>
                  </a:extLst>
                </p:cNvPr>
                <p:cNvSpPr>
                  <a:spLocks/>
                </p:cNvSpPr>
                <p:nvPr/>
              </p:nvSpPr>
              <p:spPr bwMode="auto">
                <a:xfrm>
                  <a:off x="5638800" y="3895725"/>
                  <a:ext cx="444500" cy="433388"/>
                </a:xfrm>
                <a:custGeom>
                  <a:avLst/>
                  <a:gdLst>
                    <a:gd name="T0" fmla="*/ 45 w 107"/>
                    <a:gd name="T1" fmla="*/ 75 h 104"/>
                    <a:gd name="T2" fmla="*/ 99 w 107"/>
                    <a:gd name="T3" fmla="*/ 104 h 104"/>
                    <a:gd name="T4" fmla="*/ 106 w 107"/>
                    <a:gd name="T5" fmla="*/ 100 h 104"/>
                    <a:gd name="T6" fmla="*/ 104 w 107"/>
                    <a:gd name="T7" fmla="*/ 24 h 104"/>
                    <a:gd name="T8" fmla="*/ 105 w 107"/>
                    <a:gd name="T9" fmla="*/ 14 h 104"/>
                    <a:gd name="T10" fmla="*/ 104 w 107"/>
                    <a:gd name="T11" fmla="*/ 10 h 104"/>
                    <a:gd name="T12" fmla="*/ 95 w 107"/>
                    <a:gd name="T13" fmla="*/ 8 h 104"/>
                    <a:gd name="T14" fmla="*/ 92 w 107"/>
                    <a:gd name="T15" fmla="*/ 4 h 104"/>
                    <a:gd name="T16" fmla="*/ 89 w 107"/>
                    <a:gd name="T17" fmla="*/ 3 h 104"/>
                    <a:gd name="T18" fmla="*/ 82 w 107"/>
                    <a:gd name="T19" fmla="*/ 4 h 104"/>
                    <a:gd name="T20" fmla="*/ 74 w 107"/>
                    <a:gd name="T21" fmla="*/ 8 h 104"/>
                    <a:gd name="T22" fmla="*/ 74 w 107"/>
                    <a:gd name="T23" fmla="*/ 16 h 104"/>
                    <a:gd name="T24" fmla="*/ 69 w 107"/>
                    <a:gd name="T25" fmla="*/ 23 h 104"/>
                    <a:gd name="T26" fmla="*/ 57 w 107"/>
                    <a:gd name="T27" fmla="*/ 18 h 104"/>
                    <a:gd name="T28" fmla="*/ 44 w 107"/>
                    <a:gd name="T29" fmla="*/ 15 h 104"/>
                    <a:gd name="T30" fmla="*/ 39 w 107"/>
                    <a:gd name="T31" fmla="*/ 6 h 104"/>
                    <a:gd name="T32" fmla="*/ 25 w 107"/>
                    <a:gd name="T33" fmla="*/ 3 h 104"/>
                    <a:gd name="T34" fmla="*/ 15 w 107"/>
                    <a:gd name="T35" fmla="*/ 0 h 104"/>
                    <a:gd name="T36" fmla="*/ 14 w 107"/>
                    <a:gd name="T37" fmla="*/ 4 h 104"/>
                    <a:gd name="T38" fmla="*/ 14 w 107"/>
                    <a:gd name="T39" fmla="*/ 6 h 104"/>
                    <a:gd name="T40" fmla="*/ 5 w 107"/>
                    <a:gd name="T41" fmla="*/ 13 h 104"/>
                    <a:gd name="T42" fmla="*/ 6 w 107"/>
                    <a:gd name="T43" fmla="*/ 16 h 104"/>
                    <a:gd name="T44" fmla="*/ 6 w 107"/>
                    <a:gd name="T45" fmla="*/ 20 h 104"/>
                    <a:gd name="T46" fmla="*/ 1 w 107"/>
                    <a:gd name="T47" fmla="*/ 23 h 104"/>
                    <a:gd name="T48" fmla="*/ 0 w 107"/>
                    <a:gd name="T49" fmla="*/ 25 h 104"/>
                    <a:gd name="T50" fmla="*/ 4 w 107"/>
                    <a:gd name="T51" fmla="*/ 42 h 104"/>
                    <a:gd name="T52" fmla="*/ 4 w 107"/>
                    <a:gd name="T53" fmla="*/ 49 h 104"/>
                    <a:gd name="T54" fmla="*/ 3 w 107"/>
                    <a:gd name="T55" fmla="*/ 52 h 104"/>
                    <a:gd name="T56" fmla="*/ 0 w 107"/>
                    <a:gd name="T57" fmla="*/ 54 h 104"/>
                    <a:gd name="T58" fmla="*/ 5 w 107"/>
                    <a:gd name="T59" fmla="*/ 65 h 104"/>
                    <a:gd name="T60" fmla="*/ 11 w 107"/>
                    <a:gd name="T61" fmla="*/ 67 h 104"/>
                    <a:gd name="T62" fmla="*/ 15 w 107"/>
                    <a:gd name="T63" fmla="*/ 69 h 104"/>
                    <a:gd name="T64" fmla="*/ 29 w 107"/>
                    <a:gd name="T65" fmla="*/ 7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104">
                      <a:moveTo>
                        <a:pt x="33" y="81"/>
                      </a:moveTo>
                      <a:cubicBezTo>
                        <a:pt x="45" y="75"/>
                        <a:pt x="45" y="75"/>
                        <a:pt x="45" y="75"/>
                      </a:cubicBezTo>
                      <a:cubicBezTo>
                        <a:pt x="73" y="89"/>
                        <a:pt x="73" y="89"/>
                        <a:pt x="73" y="89"/>
                      </a:cubicBezTo>
                      <a:cubicBezTo>
                        <a:pt x="99" y="104"/>
                        <a:pt x="99" y="104"/>
                        <a:pt x="99" y="104"/>
                      </a:cubicBezTo>
                      <a:cubicBezTo>
                        <a:pt x="99" y="100"/>
                        <a:pt x="99" y="100"/>
                        <a:pt x="99" y="100"/>
                      </a:cubicBezTo>
                      <a:cubicBezTo>
                        <a:pt x="106" y="100"/>
                        <a:pt x="106" y="100"/>
                        <a:pt x="106" y="100"/>
                      </a:cubicBezTo>
                      <a:cubicBezTo>
                        <a:pt x="106" y="30"/>
                        <a:pt x="106" y="30"/>
                        <a:pt x="106" y="30"/>
                      </a:cubicBezTo>
                      <a:cubicBezTo>
                        <a:pt x="104" y="24"/>
                        <a:pt x="104" y="24"/>
                        <a:pt x="104" y="24"/>
                      </a:cubicBezTo>
                      <a:cubicBezTo>
                        <a:pt x="106" y="19"/>
                        <a:pt x="106" y="19"/>
                        <a:pt x="106" y="19"/>
                      </a:cubicBezTo>
                      <a:cubicBezTo>
                        <a:pt x="105" y="14"/>
                        <a:pt x="105" y="14"/>
                        <a:pt x="105" y="14"/>
                      </a:cubicBezTo>
                      <a:cubicBezTo>
                        <a:pt x="107" y="12"/>
                        <a:pt x="107" y="12"/>
                        <a:pt x="107" y="12"/>
                      </a:cubicBezTo>
                      <a:cubicBezTo>
                        <a:pt x="107" y="10"/>
                        <a:pt x="106" y="10"/>
                        <a:pt x="104" y="10"/>
                      </a:cubicBezTo>
                      <a:cubicBezTo>
                        <a:pt x="103" y="10"/>
                        <a:pt x="101" y="10"/>
                        <a:pt x="100" y="9"/>
                      </a:cubicBezTo>
                      <a:cubicBezTo>
                        <a:pt x="99" y="8"/>
                        <a:pt x="97" y="8"/>
                        <a:pt x="95" y="8"/>
                      </a:cubicBezTo>
                      <a:cubicBezTo>
                        <a:pt x="95" y="8"/>
                        <a:pt x="94" y="8"/>
                        <a:pt x="94" y="7"/>
                      </a:cubicBezTo>
                      <a:cubicBezTo>
                        <a:pt x="95" y="5"/>
                        <a:pt x="93" y="5"/>
                        <a:pt x="92" y="4"/>
                      </a:cubicBezTo>
                      <a:cubicBezTo>
                        <a:pt x="91" y="4"/>
                        <a:pt x="91" y="4"/>
                        <a:pt x="91" y="4"/>
                      </a:cubicBezTo>
                      <a:cubicBezTo>
                        <a:pt x="90" y="3"/>
                        <a:pt x="90" y="3"/>
                        <a:pt x="89" y="3"/>
                      </a:cubicBezTo>
                      <a:cubicBezTo>
                        <a:pt x="87" y="3"/>
                        <a:pt x="85" y="2"/>
                        <a:pt x="82" y="4"/>
                      </a:cubicBezTo>
                      <a:cubicBezTo>
                        <a:pt x="82" y="4"/>
                        <a:pt x="82" y="4"/>
                        <a:pt x="82" y="4"/>
                      </a:cubicBezTo>
                      <a:cubicBezTo>
                        <a:pt x="80" y="4"/>
                        <a:pt x="78" y="5"/>
                        <a:pt x="76" y="6"/>
                      </a:cubicBezTo>
                      <a:cubicBezTo>
                        <a:pt x="76" y="7"/>
                        <a:pt x="75" y="7"/>
                        <a:pt x="74" y="8"/>
                      </a:cubicBezTo>
                      <a:cubicBezTo>
                        <a:pt x="74" y="8"/>
                        <a:pt x="72" y="11"/>
                        <a:pt x="72" y="12"/>
                      </a:cubicBezTo>
                      <a:cubicBezTo>
                        <a:pt x="73" y="13"/>
                        <a:pt x="73" y="15"/>
                        <a:pt x="74" y="16"/>
                      </a:cubicBezTo>
                      <a:cubicBezTo>
                        <a:pt x="74" y="17"/>
                        <a:pt x="74" y="17"/>
                        <a:pt x="74" y="18"/>
                      </a:cubicBezTo>
                      <a:cubicBezTo>
                        <a:pt x="73" y="20"/>
                        <a:pt x="71" y="22"/>
                        <a:pt x="69" y="23"/>
                      </a:cubicBezTo>
                      <a:cubicBezTo>
                        <a:pt x="68" y="24"/>
                        <a:pt x="67" y="24"/>
                        <a:pt x="66" y="23"/>
                      </a:cubicBezTo>
                      <a:cubicBezTo>
                        <a:pt x="62" y="22"/>
                        <a:pt x="60" y="19"/>
                        <a:pt x="57" y="18"/>
                      </a:cubicBezTo>
                      <a:cubicBezTo>
                        <a:pt x="54" y="17"/>
                        <a:pt x="51" y="16"/>
                        <a:pt x="48" y="16"/>
                      </a:cubicBezTo>
                      <a:cubicBezTo>
                        <a:pt x="47" y="16"/>
                        <a:pt x="45" y="16"/>
                        <a:pt x="44" y="15"/>
                      </a:cubicBezTo>
                      <a:cubicBezTo>
                        <a:pt x="42" y="14"/>
                        <a:pt x="41" y="12"/>
                        <a:pt x="41" y="9"/>
                      </a:cubicBezTo>
                      <a:cubicBezTo>
                        <a:pt x="41" y="8"/>
                        <a:pt x="40" y="6"/>
                        <a:pt x="39" y="6"/>
                      </a:cubicBezTo>
                      <a:cubicBezTo>
                        <a:pt x="37" y="7"/>
                        <a:pt x="36" y="6"/>
                        <a:pt x="34" y="5"/>
                      </a:cubicBezTo>
                      <a:cubicBezTo>
                        <a:pt x="31" y="3"/>
                        <a:pt x="28" y="3"/>
                        <a:pt x="25" y="3"/>
                      </a:cubicBezTo>
                      <a:cubicBezTo>
                        <a:pt x="23" y="3"/>
                        <a:pt x="21" y="4"/>
                        <a:pt x="19" y="2"/>
                      </a:cubicBezTo>
                      <a:cubicBezTo>
                        <a:pt x="18" y="1"/>
                        <a:pt x="17" y="1"/>
                        <a:pt x="15" y="0"/>
                      </a:cubicBezTo>
                      <a:cubicBezTo>
                        <a:pt x="15" y="0"/>
                        <a:pt x="15" y="0"/>
                        <a:pt x="15" y="0"/>
                      </a:cubicBezTo>
                      <a:cubicBezTo>
                        <a:pt x="14" y="4"/>
                        <a:pt x="14" y="4"/>
                        <a:pt x="14" y="4"/>
                      </a:cubicBezTo>
                      <a:cubicBezTo>
                        <a:pt x="15" y="6"/>
                        <a:pt x="15" y="6"/>
                        <a:pt x="15" y="6"/>
                      </a:cubicBezTo>
                      <a:cubicBezTo>
                        <a:pt x="14" y="6"/>
                        <a:pt x="14" y="6"/>
                        <a:pt x="14" y="6"/>
                      </a:cubicBezTo>
                      <a:cubicBezTo>
                        <a:pt x="10" y="8"/>
                        <a:pt x="10" y="8"/>
                        <a:pt x="10" y="8"/>
                      </a:cubicBezTo>
                      <a:cubicBezTo>
                        <a:pt x="5" y="13"/>
                        <a:pt x="5" y="13"/>
                        <a:pt x="5" y="13"/>
                      </a:cubicBezTo>
                      <a:cubicBezTo>
                        <a:pt x="5" y="13"/>
                        <a:pt x="5" y="14"/>
                        <a:pt x="5" y="14"/>
                      </a:cubicBezTo>
                      <a:cubicBezTo>
                        <a:pt x="5" y="14"/>
                        <a:pt x="6" y="16"/>
                        <a:pt x="6" y="16"/>
                      </a:cubicBezTo>
                      <a:cubicBezTo>
                        <a:pt x="6" y="17"/>
                        <a:pt x="6" y="17"/>
                        <a:pt x="6" y="17"/>
                      </a:cubicBezTo>
                      <a:cubicBezTo>
                        <a:pt x="6" y="20"/>
                        <a:pt x="6" y="20"/>
                        <a:pt x="6" y="20"/>
                      </a:cubicBezTo>
                      <a:cubicBezTo>
                        <a:pt x="4" y="22"/>
                        <a:pt x="4" y="22"/>
                        <a:pt x="4" y="22"/>
                      </a:cubicBezTo>
                      <a:cubicBezTo>
                        <a:pt x="1" y="23"/>
                        <a:pt x="1" y="23"/>
                        <a:pt x="1" y="23"/>
                      </a:cubicBezTo>
                      <a:cubicBezTo>
                        <a:pt x="0" y="24"/>
                        <a:pt x="0" y="24"/>
                        <a:pt x="0" y="24"/>
                      </a:cubicBezTo>
                      <a:cubicBezTo>
                        <a:pt x="0" y="25"/>
                        <a:pt x="0" y="25"/>
                        <a:pt x="0" y="25"/>
                      </a:cubicBezTo>
                      <a:cubicBezTo>
                        <a:pt x="3" y="32"/>
                        <a:pt x="3" y="32"/>
                        <a:pt x="3" y="32"/>
                      </a:cubicBezTo>
                      <a:cubicBezTo>
                        <a:pt x="4" y="42"/>
                        <a:pt x="4" y="42"/>
                        <a:pt x="4" y="42"/>
                      </a:cubicBezTo>
                      <a:cubicBezTo>
                        <a:pt x="3" y="46"/>
                        <a:pt x="3" y="46"/>
                        <a:pt x="3" y="46"/>
                      </a:cubicBezTo>
                      <a:cubicBezTo>
                        <a:pt x="4" y="49"/>
                        <a:pt x="4" y="49"/>
                        <a:pt x="4" y="49"/>
                      </a:cubicBezTo>
                      <a:cubicBezTo>
                        <a:pt x="3" y="51"/>
                        <a:pt x="3" y="51"/>
                        <a:pt x="3" y="51"/>
                      </a:cubicBezTo>
                      <a:cubicBezTo>
                        <a:pt x="3" y="52"/>
                        <a:pt x="3" y="52"/>
                        <a:pt x="3" y="52"/>
                      </a:cubicBezTo>
                      <a:cubicBezTo>
                        <a:pt x="3" y="52"/>
                        <a:pt x="1" y="53"/>
                        <a:pt x="1" y="53"/>
                      </a:cubicBezTo>
                      <a:cubicBezTo>
                        <a:pt x="1" y="53"/>
                        <a:pt x="0" y="54"/>
                        <a:pt x="0" y="54"/>
                      </a:cubicBezTo>
                      <a:cubicBezTo>
                        <a:pt x="4" y="60"/>
                        <a:pt x="4" y="60"/>
                        <a:pt x="4" y="60"/>
                      </a:cubicBezTo>
                      <a:cubicBezTo>
                        <a:pt x="5" y="65"/>
                        <a:pt x="5" y="65"/>
                        <a:pt x="5" y="65"/>
                      </a:cubicBezTo>
                      <a:cubicBezTo>
                        <a:pt x="7" y="67"/>
                        <a:pt x="7" y="67"/>
                        <a:pt x="7" y="67"/>
                      </a:cubicBezTo>
                      <a:cubicBezTo>
                        <a:pt x="11" y="67"/>
                        <a:pt x="11" y="67"/>
                        <a:pt x="11" y="67"/>
                      </a:cubicBezTo>
                      <a:cubicBezTo>
                        <a:pt x="14" y="69"/>
                        <a:pt x="14" y="69"/>
                        <a:pt x="14" y="69"/>
                      </a:cubicBezTo>
                      <a:cubicBezTo>
                        <a:pt x="15" y="69"/>
                        <a:pt x="15" y="69"/>
                        <a:pt x="15" y="69"/>
                      </a:cubicBezTo>
                      <a:cubicBezTo>
                        <a:pt x="18" y="74"/>
                        <a:pt x="18" y="74"/>
                        <a:pt x="18" y="74"/>
                      </a:cubicBezTo>
                      <a:cubicBezTo>
                        <a:pt x="29" y="77"/>
                        <a:pt x="29" y="77"/>
                        <a:pt x="29" y="77"/>
                      </a:cubicBezTo>
                      <a:lnTo>
                        <a:pt x="33" y="81"/>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5" name="Freeform 904">
                  <a:extLst>
                    <a:ext uri="{FF2B5EF4-FFF2-40B4-BE49-F238E27FC236}">
                      <a16:creationId xmlns:a16="http://schemas.microsoft.com/office/drawing/2014/main" id="{03ADCCF8-6ADD-6D9C-E9BC-AE2ACF4672D3}"/>
                    </a:ext>
                  </a:extLst>
                </p:cNvPr>
                <p:cNvSpPr>
                  <a:spLocks/>
                </p:cNvSpPr>
                <p:nvPr/>
              </p:nvSpPr>
              <p:spPr bwMode="auto">
                <a:xfrm>
                  <a:off x="5051425" y="4646613"/>
                  <a:ext cx="112712" cy="120650"/>
                </a:xfrm>
                <a:custGeom>
                  <a:avLst/>
                  <a:gdLst>
                    <a:gd name="T0" fmla="*/ 27 w 27"/>
                    <a:gd name="T1" fmla="*/ 23 h 29"/>
                    <a:gd name="T2" fmla="*/ 27 w 27"/>
                    <a:gd name="T3" fmla="*/ 19 h 29"/>
                    <a:gd name="T4" fmla="*/ 25 w 27"/>
                    <a:gd name="T5" fmla="*/ 18 h 29"/>
                    <a:gd name="T6" fmla="*/ 24 w 27"/>
                    <a:gd name="T7" fmla="*/ 16 h 29"/>
                    <a:gd name="T8" fmla="*/ 22 w 27"/>
                    <a:gd name="T9" fmla="*/ 16 h 29"/>
                    <a:gd name="T10" fmla="*/ 19 w 27"/>
                    <a:gd name="T11" fmla="*/ 14 h 29"/>
                    <a:gd name="T12" fmla="*/ 21 w 27"/>
                    <a:gd name="T13" fmla="*/ 11 h 29"/>
                    <a:gd name="T14" fmla="*/ 20 w 27"/>
                    <a:gd name="T15" fmla="*/ 6 h 29"/>
                    <a:gd name="T16" fmla="*/ 19 w 27"/>
                    <a:gd name="T17" fmla="*/ 6 h 29"/>
                    <a:gd name="T18" fmla="*/ 18 w 27"/>
                    <a:gd name="T19" fmla="*/ 9 h 29"/>
                    <a:gd name="T20" fmla="*/ 16 w 27"/>
                    <a:gd name="T21" fmla="*/ 10 h 29"/>
                    <a:gd name="T22" fmla="*/ 15 w 27"/>
                    <a:gd name="T23" fmla="*/ 8 h 29"/>
                    <a:gd name="T24" fmla="*/ 13 w 27"/>
                    <a:gd name="T25" fmla="*/ 8 h 29"/>
                    <a:gd name="T26" fmla="*/ 14 w 27"/>
                    <a:gd name="T27" fmla="*/ 7 h 29"/>
                    <a:gd name="T28" fmla="*/ 13 w 27"/>
                    <a:gd name="T29" fmla="*/ 2 h 29"/>
                    <a:gd name="T30" fmla="*/ 11 w 27"/>
                    <a:gd name="T31" fmla="*/ 0 h 29"/>
                    <a:gd name="T32" fmla="*/ 9 w 27"/>
                    <a:gd name="T33" fmla="*/ 1 h 29"/>
                    <a:gd name="T34" fmla="*/ 8 w 27"/>
                    <a:gd name="T35" fmla="*/ 1 h 29"/>
                    <a:gd name="T36" fmla="*/ 8 w 27"/>
                    <a:gd name="T37" fmla="*/ 3 h 29"/>
                    <a:gd name="T38" fmla="*/ 6 w 27"/>
                    <a:gd name="T39" fmla="*/ 3 h 29"/>
                    <a:gd name="T40" fmla="*/ 5 w 27"/>
                    <a:gd name="T41" fmla="*/ 6 h 29"/>
                    <a:gd name="T42" fmla="*/ 2 w 27"/>
                    <a:gd name="T43" fmla="*/ 8 h 29"/>
                    <a:gd name="T44" fmla="*/ 0 w 27"/>
                    <a:gd name="T45" fmla="*/ 12 h 29"/>
                    <a:gd name="T46" fmla="*/ 0 w 27"/>
                    <a:gd name="T47" fmla="*/ 12 h 29"/>
                    <a:gd name="T48" fmla="*/ 4 w 27"/>
                    <a:gd name="T49" fmla="*/ 15 h 29"/>
                    <a:gd name="T50" fmla="*/ 7 w 27"/>
                    <a:gd name="T51" fmla="*/ 17 h 29"/>
                    <a:gd name="T52" fmla="*/ 18 w 27"/>
                    <a:gd name="T53" fmla="*/ 26 h 29"/>
                    <a:gd name="T54" fmla="*/ 27 w 27"/>
                    <a:gd name="T55" fmla="*/ 29 h 29"/>
                    <a:gd name="T56" fmla="*/ 26 w 27"/>
                    <a:gd name="T57" fmla="*/ 26 h 29"/>
                    <a:gd name="T58" fmla="*/ 27 w 27"/>
                    <a:gd name="T59"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 h="29">
                      <a:moveTo>
                        <a:pt x="27" y="23"/>
                      </a:moveTo>
                      <a:cubicBezTo>
                        <a:pt x="27" y="19"/>
                        <a:pt x="27" y="19"/>
                        <a:pt x="27" y="19"/>
                      </a:cubicBezTo>
                      <a:cubicBezTo>
                        <a:pt x="25" y="18"/>
                        <a:pt x="25" y="18"/>
                        <a:pt x="25" y="18"/>
                      </a:cubicBezTo>
                      <a:cubicBezTo>
                        <a:pt x="24" y="16"/>
                        <a:pt x="24" y="16"/>
                        <a:pt x="24" y="16"/>
                      </a:cubicBezTo>
                      <a:cubicBezTo>
                        <a:pt x="22" y="16"/>
                        <a:pt x="22" y="16"/>
                        <a:pt x="22" y="16"/>
                      </a:cubicBezTo>
                      <a:cubicBezTo>
                        <a:pt x="19" y="14"/>
                        <a:pt x="19" y="14"/>
                        <a:pt x="19" y="14"/>
                      </a:cubicBezTo>
                      <a:cubicBezTo>
                        <a:pt x="21" y="11"/>
                        <a:pt x="21" y="11"/>
                        <a:pt x="21" y="11"/>
                      </a:cubicBezTo>
                      <a:cubicBezTo>
                        <a:pt x="20" y="6"/>
                        <a:pt x="20" y="6"/>
                        <a:pt x="20" y="6"/>
                      </a:cubicBezTo>
                      <a:cubicBezTo>
                        <a:pt x="19" y="6"/>
                        <a:pt x="19" y="6"/>
                        <a:pt x="19" y="6"/>
                      </a:cubicBezTo>
                      <a:cubicBezTo>
                        <a:pt x="18" y="9"/>
                        <a:pt x="18" y="9"/>
                        <a:pt x="18" y="9"/>
                      </a:cubicBezTo>
                      <a:cubicBezTo>
                        <a:pt x="16" y="10"/>
                        <a:pt x="16" y="10"/>
                        <a:pt x="16" y="10"/>
                      </a:cubicBezTo>
                      <a:cubicBezTo>
                        <a:pt x="15" y="8"/>
                        <a:pt x="15" y="8"/>
                        <a:pt x="15" y="8"/>
                      </a:cubicBezTo>
                      <a:cubicBezTo>
                        <a:pt x="13" y="8"/>
                        <a:pt x="13" y="8"/>
                        <a:pt x="13" y="8"/>
                      </a:cubicBezTo>
                      <a:cubicBezTo>
                        <a:pt x="14" y="7"/>
                        <a:pt x="14" y="7"/>
                        <a:pt x="14" y="7"/>
                      </a:cubicBezTo>
                      <a:cubicBezTo>
                        <a:pt x="13" y="2"/>
                        <a:pt x="13" y="2"/>
                        <a:pt x="13" y="2"/>
                      </a:cubicBezTo>
                      <a:cubicBezTo>
                        <a:pt x="11" y="0"/>
                        <a:pt x="11" y="0"/>
                        <a:pt x="11" y="0"/>
                      </a:cubicBezTo>
                      <a:cubicBezTo>
                        <a:pt x="9" y="1"/>
                        <a:pt x="9" y="1"/>
                        <a:pt x="9" y="1"/>
                      </a:cubicBezTo>
                      <a:cubicBezTo>
                        <a:pt x="8" y="1"/>
                        <a:pt x="8" y="1"/>
                        <a:pt x="8" y="1"/>
                      </a:cubicBezTo>
                      <a:cubicBezTo>
                        <a:pt x="8" y="3"/>
                        <a:pt x="8" y="3"/>
                        <a:pt x="8" y="3"/>
                      </a:cubicBezTo>
                      <a:cubicBezTo>
                        <a:pt x="6" y="3"/>
                        <a:pt x="6" y="3"/>
                        <a:pt x="6" y="3"/>
                      </a:cubicBezTo>
                      <a:cubicBezTo>
                        <a:pt x="5" y="6"/>
                        <a:pt x="5" y="6"/>
                        <a:pt x="5" y="6"/>
                      </a:cubicBezTo>
                      <a:cubicBezTo>
                        <a:pt x="2" y="8"/>
                        <a:pt x="2" y="8"/>
                        <a:pt x="2" y="8"/>
                      </a:cubicBezTo>
                      <a:cubicBezTo>
                        <a:pt x="0" y="12"/>
                        <a:pt x="0" y="12"/>
                        <a:pt x="0" y="12"/>
                      </a:cubicBezTo>
                      <a:cubicBezTo>
                        <a:pt x="0" y="12"/>
                        <a:pt x="0" y="12"/>
                        <a:pt x="0" y="12"/>
                      </a:cubicBezTo>
                      <a:cubicBezTo>
                        <a:pt x="1" y="13"/>
                        <a:pt x="2" y="14"/>
                        <a:pt x="4" y="15"/>
                      </a:cubicBezTo>
                      <a:cubicBezTo>
                        <a:pt x="5" y="16"/>
                        <a:pt x="5" y="18"/>
                        <a:pt x="7" y="17"/>
                      </a:cubicBezTo>
                      <a:cubicBezTo>
                        <a:pt x="11" y="20"/>
                        <a:pt x="14" y="24"/>
                        <a:pt x="18" y="26"/>
                      </a:cubicBezTo>
                      <a:cubicBezTo>
                        <a:pt x="21" y="28"/>
                        <a:pt x="24" y="29"/>
                        <a:pt x="27" y="29"/>
                      </a:cubicBezTo>
                      <a:cubicBezTo>
                        <a:pt x="26" y="26"/>
                        <a:pt x="26" y="26"/>
                        <a:pt x="26" y="26"/>
                      </a:cubicBezTo>
                      <a:lnTo>
                        <a:pt x="27" y="23"/>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6" name="Freeform 905">
                  <a:extLst>
                    <a:ext uri="{FF2B5EF4-FFF2-40B4-BE49-F238E27FC236}">
                      <a16:creationId xmlns:a16="http://schemas.microsoft.com/office/drawing/2014/main" id="{453B5500-BC5F-7AF0-C41E-2577272AF224}"/>
                    </a:ext>
                  </a:extLst>
                </p:cNvPr>
                <p:cNvSpPr>
                  <a:spLocks/>
                </p:cNvSpPr>
                <p:nvPr/>
              </p:nvSpPr>
              <p:spPr bwMode="auto">
                <a:xfrm>
                  <a:off x="6137275" y="5734050"/>
                  <a:ext cx="66675" cy="69850"/>
                </a:xfrm>
                <a:custGeom>
                  <a:avLst/>
                  <a:gdLst>
                    <a:gd name="T0" fmla="*/ 24 w 42"/>
                    <a:gd name="T1" fmla="*/ 34 h 44"/>
                    <a:gd name="T2" fmla="*/ 19 w 42"/>
                    <a:gd name="T3" fmla="*/ 44 h 44"/>
                    <a:gd name="T4" fmla="*/ 13 w 42"/>
                    <a:gd name="T5" fmla="*/ 42 h 44"/>
                    <a:gd name="T6" fmla="*/ 5 w 42"/>
                    <a:gd name="T7" fmla="*/ 36 h 44"/>
                    <a:gd name="T8" fmla="*/ 5 w 42"/>
                    <a:gd name="T9" fmla="*/ 31 h 44"/>
                    <a:gd name="T10" fmla="*/ 0 w 42"/>
                    <a:gd name="T11" fmla="*/ 21 h 44"/>
                    <a:gd name="T12" fmla="*/ 5 w 42"/>
                    <a:gd name="T13" fmla="*/ 18 h 44"/>
                    <a:gd name="T14" fmla="*/ 11 w 42"/>
                    <a:gd name="T15" fmla="*/ 10 h 44"/>
                    <a:gd name="T16" fmla="*/ 13 w 42"/>
                    <a:gd name="T17" fmla="*/ 7 h 44"/>
                    <a:gd name="T18" fmla="*/ 19 w 42"/>
                    <a:gd name="T19" fmla="*/ 7 h 44"/>
                    <a:gd name="T20" fmla="*/ 21 w 42"/>
                    <a:gd name="T21" fmla="*/ 2 h 44"/>
                    <a:gd name="T22" fmla="*/ 29 w 42"/>
                    <a:gd name="T23" fmla="*/ 0 h 44"/>
                    <a:gd name="T24" fmla="*/ 32 w 42"/>
                    <a:gd name="T25" fmla="*/ 5 h 44"/>
                    <a:gd name="T26" fmla="*/ 42 w 42"/>
                    <a:gd name="T27" fmla="*/ 13 h 44"/>
                    <a:gd name="T28" fmla="*/ 42 w 42"/>
                    <a:gd name="T29" fmla="*/ 18 h 44"/>
                    <a:gd name="T30" fmla="*/ 37 w 42"/>
                    <a:gd name="T31" fmla="*/ 23 h 44"/>
                    <a:gd name="T32" fmla="*/ 37 w 42"/>
                    <a:gd name="T33" fmla="*/ 28 h 44"/>
                    <a:gd name="T34" fmla="*/ 24 w 42"/>
                    <a:gd name="T35" fmla="*/ 3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44">
                      <a:moveTo>
                        <a:pt x="24" y="34"/>
                      </a:moveTo>
                      <a:lnTo>
                        <a:pt x="19" y="44"/>
                      </a:lnTo>
                      <a:lnTo>
                        <a:pt x="13" y="42"/>
                      </a:lnTo>
                      <a:lnTo>
                        <a:pt x="5" y="36"/>
                      </a:lnTo>
                      <a:lnTo>
                        <a:pt x="5" y="31"/>
                      </a:lnTo>
                      <a:lnTo>
                        <a:pt x="0" y="21"/>
                      </a:lnTo>
                      <a:lnTo>
                        <a:pt x="5" y="18"/>
                      </a:lnTo>
                      <a:lnTo>
                        <a:pt x="11" y="10"/>
                      </a:lnTo>
                      <a:lnTo>
                        <a:pt x="13" y="7"/>
                      </a:lnTo>
                      <a:lnTo>
                        <a:pt x="19" y="7"/>
                      </a:lnTo>
                      <a:lnTo>
                        <a:pt x="21" y="2"/>
                      </a:lnTo>
                      <a:lnTo>
                        <a:pt x="29" y="0"/>
                      </a:lnTo>
                      <a:lnTo>
                        <a:pt x="32" y="5"/>
                      </a:lnTo>
                      <a:lnTo>
                        <a:pt x="42" y="13"/>
                      </a:lnTo>
                      <a:lnTo>
                        <a:pt x="42" y="18"/>
                      </a:lnTo>
                      <a:lnTo>
                        <a:pt x="37" y="23"/>
                      </a:lnTo>
                      <a:lnTo>
                        <a:pt x="37" y="28"/>
                      </a:lnTo>
                      <a:lnTo>
                        <a:pt x="24" y="34"/>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7" name="Freeform 906">
                  <a:extLst>
                    <a:ext uri="{FF2B5EF4-FFF2-40B4-BE49-F238E27FC236}">
                      <a16:creationId xmlns:a16="http://schemas.microsoft.com/office/drawing/2014/main" id="{55838122-271A-D749-8046-788F1A04357B}"/>
                    </a:ext>
                  </a:extLst>
                </p:cNvPr>
                <p:cNvSpPr>
                  <a:spLocks/>
                </p:cNvSpPr>
                <p:nvPr/>
              </p:nvSpPr>
              <p:spPr bwMode="auto">
                <a:xfrm>
                  <a:off x="6332538" y="4746625"/>
                  <a:ext cx="225425" cy="279400"/>
                </a:xfrm>
                <a:custGeom>
                  <a:avLst/>
                  <a:gdLst>
                    <a:gd name="T0" fmla="*/ 48 w 54"/>
                    <a:gd name="T1" fmla="*/ 16 h 67"/>
                    <a:gd name="T2" fmla="*/ 54 w 54"/>
                    <a:gd name="T3" fmla="*/ 8 h 67"/>
                    <a:gd name="T4" fmla="*/ 49 w 54"/>
                    <a:gd name="T5" fmla="*/ 8 h 67"/>
                    <a:gd name="T6" fmla="*/ 46 w 54"/>
                    <a:gd name="T7" fmla="*/ 5 h 67"/>
                    <a:gd name="T8" fmla="*/ 40 w 54"/>
                    <a:gd name="T9" fmla="*/ 8 h 67"/>
                    <a:gd name="T10" fmla="*/ 38 w 54"/>
                    <a:gd name="T11" fmla="*/ 11 h 67"/>
                    <a:gd name="T12" fmla="*/ 32 w 54"/>
                    <a:gd name="T13" fmla="*/ 10 h 67"/>
                    <a:gd name="T14" fmla="*/ 28 w 54"/>
                    <a:gd name="T15" fmla="*/ 10 h 67"/>
                    <a:gd name="T16" fmla="*/ 20 w 54"/>
                    <a:gd name="T17" fmla="*/ 5 h 67"/>
                    <a:gd name="T18" fmla="*/ 14 w 54"/>
                    <a:gd name="T19" fmla="*/ 4 h 67"/>
                    <a:gd name="T20" fmla="*/ 13 w 54"/>
                    <a:gd name="T21" fmla="*/ 3 h 67"/>
                    <a:gd name="T22" fmla="*/ 11 w 54"/>
                    <a:gd name="T23" fmla="*/ 3 h 67"/>
                    <a:gd name="T24" fmla="*/ 10 w 54"/>
                    <a:gd name="T25" fmla="*/ 1 h 67"/>
                    <a:gd name="T26" fmla="*/ 10 w 54"/>
                    <a:gd name="T27" fmla="*/ 1 h 67"/>
                    <a:gd name="T28" fmla="*/ 10 w 54"/>
                    <a:gd name="T29" fmla="*/ 0 h 67"/>
                    <a:gd name="T30" fmla="*/ 6 w 54"/>
                    <a:gd name="T31" fmla="*/ 2 h 67"/>
                    <a:gd name="T32" fmla="*/ 4 w 54"/>
                    <a:gd name="T33" fmla="*/ 3 h 67"/>
                    <a:gd name="T34" fmla="*/ 0 w 54"/>
                    <a:gd name="T35" fmla="*/ 6 h 67"/>
                    <a:gd name="T36" fmla="*/ 0 w 54"/>
                    <a:gd name="T37" fmla="*/ 7 h 67"/>
                    <a:gd name="T38" fmla="*/ 1 w 54"/>
                    <a:gd name="T39" fmla="*/ 8 h 67"/>
                    <a:gd name="T40" fmla="*/ 2 w 54"/>
                    <a:gd name="T41" fmla="*/ 8 h 67"/>
                    <a:gd name="T42" fmla="*/ 2 w 54"/>
                    <a:gd name="T43" fmla="*/ 9 h 67"/>
                    <a:gd name="T44" fmla="*/ 3 w 54"/>
                    <a:gd name="T45" fmla="*/ 10 h 67"/>
                    <a:gd name="T46" fmla="*/ 3 w 54"/>
                    <a:gd name="T47" fmla="*/ 13 h 67"/>
                    <a:gd name="T48" fmla="*/ 7 w 54"/>
                    <a:gd name="T49" fmla="*/ 18 h 67"/>
                    <a:gd name="T50" fmla="*/ 7 w 54"/>
                    <a:gd name="T51" fmla="*/ 20 h 67"/>
                    <a:gd name="T52" fmla="*/ 7 w 54"/>
                    <a:gd name="T53" fmla="*/ 22 h 67"/>
                    <a:gd name="T54" fmla="*/ 7 w 54"/>
                    <a:gd name="T55" fmla="*/ 24 h 67"/>
                    <a:gd name="T56" fmla="*/ 6 w 54"/>
                    <a:gd name="T57" fmla="*/ 26 h 67"/>
                    <a:gd name="T58" fmla="*/ 4 w 54"/>
                    <a:gd name="T59" fmla="*/ 27 h 67"/>
                    <a:gd name="T60" fmla="*/ 3 w 54"/>
                    <a:gd name="T61" fmla="*/ 28 h 67"/>
                    <a:gd name="T62" fmla="*/ 1 w 54"/>
                    <a:gd name="T63" fmla="*/ 31 h 67"/>
                    <a:gd name="T64" fmla="*/ 0 w 54"/>
                    <a:gd name="T65" fmla="*/ 34 h 67"/>
                    <a:gd name="T66" fmla="*/ 0 w 54"/>
                    <a:gd name="T67" fmla="*/ 42 h 67"/>
                    <a:gd name="T68" fmla="*/ 25 w 54"/>
                    <a:gd name="T69" fmla="*/ 55 h 67"/>
                    <a:gd name="T70" fmla="*/ 25 w 54"/>
                    <a:gd name="T71" fmla="*/ 59 h 67"/>
                    <a:gd name="T72" fmla="*/ 36 w 54"/>
                    <a:gd name="T73" fmla="*/ 67 h 67"/>
                    <a:gd name="T74" fmla="*/ 38 w 54"/>
                    <a:gd name="T75" fmla="*/ 65 h 67"/>
                    <a:gd name="T76" fmla="*/ 41 w 54"/>
                    <a:gd name="T77" fmla="*/ 59 h 67"/>
                    <a:gd name="T78" fmla="*/ 43 w 54"/>
                    <a:gd name="T79" fmla="*/ 54 h 67"/>
                    <a:gd name="T80" fmla="*/ 45 w 54"/>
                    <a:gd name="T81" fmla="*/ 52 h 67"/>
                    <a:gd name="T82" fmla="*/ 48 w 54"/>
                    <a:gd name="T83" fmla="*/ 50 h 67"/>
                    <a:gd name="T84" fmla="*/ 49 w 54"/>
                    <a:gd name="T85" fmla="*/ 49 h 67"/>
                    <a:gd name="T86" fmla="*/ 52 w 54"/>
                    <a:gd name="T87" fmla="*/ 46 h 67"/>
                    <a:gd name="T88" fmla="*/ 48 w 54"/>
                    <a:gd name="T89" fmla="*/ 40 h 67"/>
                    <a:gd name="T90" fmla="*/ 48 w 54"/>
                    <a:gd name="T91" fmla="*/ 1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67">
                      <a:moveTo>
                        <a:pt x="48" y="16"/>
                      </a:moveTo>
                      <a:cubicBezTo>
                        <a:pt x="54" y="8"/>
                        <a:pt x="54" y="8"/>
                        <a:pt x="54" y="8"/>
                      </a:cubicBezTo>
                      <a:cubicBezTo>
                        <a:pt x="49" y="8"/>
                        <a:pt x="49" y="8"/>
                        <a:pt x="49" y="8"/>
                      </a:cubicBezTo>
                      <a:cubicBezTo>
                        <a:pt x="46" y="5"/>
                        <a:pt x="46" y="5"/>
                        <a:pt x="46" y="5"/>
                      </a:cubicBezTo>
                      <a:cubicBezTo>
                        <a:pt x="40" y="8"/>
                        <a:pt x="40" y="8"/>
                        <a:pt x="40" y="8"/>
                      </a:cubicBezTo>
                      <a:cubicBezTo>
                        <a:pt x="38" y="11"/>
                        <a:pt x="38" y="11"/>
                        <a:pt x="38" y="11"/>
                      </a:cubicBezTo>
                      <a:cubicBezTo>
                        <a:pt x="32" y="10"/>
                        <a:pt x="32" y="10"/>
                        <a:pt x="32" y="10"/>
                      </a:cubicBezTo>
                      <a:cubicBezTo>
                        <a:pt x="28" y="10"/>
                        <a:pt x="28" y="10"/>
                        <a:pt x="28" y="10"/>
                      </a:cubicBezTo>
                      <a:cubicBezTo>
                        <a:pt x="20" y="5"/>
                        <a:pt x="20" y="5"/>
                        <a:pt x="20" y="5"/>
                      </a:cubicBezTo>
                      <a:cubicBezTo>
                        <a:pt x="14" y="4"/>
                        <a:pt x="14" y="4"/>
                        <a:pt x="14" y="4"/>
                      </a:cubicBezTo>
                      <a:cubicBezTo>
                        <a:pt x="13" y="3"/>
                        <a:pt x="13" y="3"/>
                        <a:pt x="13" y="3"/>
                      </a:cubicBezTo>
                      <a:cubicBezTo>
                        <a:pt x="11" y="3"/>
                        <a:pt x="11" y="3"/>
                        <a:pt x="11" y="3"/>
                      </a:cubicBezTo>
                      <a:cubicBezTo>
                        <a:pt x="10" y="1"/>
                        <a:pt x="10" y="1"/>
                        <a:pt x="10" y="1"/>
                      </a:cubicBezTo>
                      <a:cubicBezTo>
                        <a:pt x="10" y="1"/>
                        <a:pt x="10" y="1"/>
                        <a:pt x="10" y="1"/>
                      </a:cubicBezTo>
                      <a:cubicBezTo>
                        <a:pt x="10" y="0"/>
                        <a:pt x="10" y="0"/>
                        <a:pt x="10" y="0"/>
                      </a:cubicBezTo>
                      <a:cubicBezTo>
                        <a:pt x="6" y="2"/>
                        <a:pt x="6" y="2"/>
                        <a:pt x="6" y="2"/>
                      </a:cubicBezTo>
                      <a:cubicBezTo>
                        <a:pt x="4" y="3"/>
                        <a:pt x="4" y="3"/>
                        <a:pt x="4" y="3"/>
                      </a:cubicBezTo>
                      <a:cubicBezTo>
                        <a:pt x="0" y="6"/>
                        <a:pt x="0" y="6"/>
                        <a:pt x="0" y="6"/>
                      </a:cubicBezTo>
                      <a:cubicBezTo>
                        <a:pt x="0" y="7"/>
                        <a:pt x="0" y="7"/>
                        <a:pt x="0" y="7"/>
                      </a:cubicBezTo>
                      <a:cubicBezTo>
                        <a:pt x="1" y="8"/>
                        <a:pt x="1" y="8"/>
                        <a:pt x="1" y="8"/>
                      </a:cubicBezTo>
                      <a:cubicBezTo>
                        <a:pt x="2" y="8"/>
                        <a:pt x="2" y="8"/>
                        <a:pt x="2" y="8"/>
                      </a:cubicBezTo>
                      <a:cubicBezTo>
                        <a:pt x="2" y="9"/>
                        <a:pt x="2" y="9"/>
                        <a:pt x="2" y="9"/>
                      </a:cubicBezTo>
                      <a:cubicBezTo>
                        <a:pt x="3" y="10"/>
                        <a:pt x="3" y="10"/>
                        <a:pt x="3" y="10"/>
                      </a:cubicBezTo>
                      <a:cubicBezTo>
                        <a:pt x="3" y="13"/>
                        <a:pt x="3" y="13"/>
                        <a:pt x="3" y="13"/>
                      </a:cubicBezTo>
                      <a:cubicBezTo>
                        <a:pt x="7" y="18"/>
                        <a:pt x="7" y="18"/>
                        <a:pt x="7" y="18"/>
                      </a:cubicBezTo>
                      <a:cubicBezTo>
                        <a:pt x="7" y="20"/>
                        <a:pt x="7" y="20"/>
                        <a:pt x="7" y="20"/>
                      </a:cubicBezTo>
                      <a:cubicBezTo>
                        <a:pt x="7" y="22"/>
                        <a:pt x="7" y="22"/>
                        <a:pt x="7" y="22"/>
                      </a:cubicBezTo>
                      <a:cubicBezTo>
                        <a:pt x="7" y="24"/>
                        <a:pt x="7" y="24"/>
                        <a:pt x="7" y="24"/>
                      </a:cubicBezTo>
                      <a:cubicBezTo>
                        <a:pt x="6" y="26"/>
                        <a:pt x="6" y="26"/>
                        <a:pt x="6" y="26"/>
                      </a:cubicBezTo>
                      <a:cubicBezTo>
                        <a:pt x="4" y="27"/>
                        <a:pt x="4" y="27"/>
                        <a:pt x="4" y="27"/>
                      </a:cubicBezTo>
                      <a:cubicBezTo>
                        <a:pt x="3" y="28"/>
                        <a:pt x="3" y="28"/>
                        <a:pt x="3" y="28"/>
                      </a:cubicBezTo>
                      <a:cubicBezTo>
                        <a:pt x="1" y="31"/>
                        <a:pt x="1" y="31"/>
                        <a:pt x="1" y="31"/>
                      </a:cubicBezTo>
                      <a:cubicBezTo>
                        <a:pt x="0" y="34"/>
                        <a:pt x="0" y="34"/>
                        <a:pt x="0" y="34"/>
                      </a:cubicBezTo>
                      <a:cubicBezTo>
                        <a:pt x="0" y="42"/>
                        <a:pt x="0" y="42"/>
                        <a:pt x="0" y="42"/>
                      </a:cubicBezTo>
                      <a:cubicBezTo>
                        <a:pt x="25" y="55"/>
                        <a:pt x="25" y="55"/>
                        <a:pt x="25" y="55"/>
                      </a:cubicBezTo>
                      <a:cubicBezTo>
                        <a:pt x="25" y="59"/>
                        <a:pt x="25" y="59"/>
                        <a:pt x="25" y="59"/>
                      </a:cubicBezTo>
                      <a:cubicBezTo>
                        <a:pt x="36" y="67"/>
                        <a:pt x="36" y="67"/>
                        <a:pt x="36" y="67"/>
                      </a:cubicBezTo>
                      <a:cubicBezTo>
                        <a:pt x="37" y="67"/>
                        <a:pt x="38" y="66"/>
                        <a:pt x="38" y="65"/>
                      </a:cubicBezTo>
                      <a:cubicBezTo>
                        <a:pt x="40" y="63"/>
                        <a:pt x="40" y="61"/>
                        <a:pt x="41" y="59"/>
                      </a:cubicBezTo>
                      <a:cubicBezTo>
                        <a:pt x="42" y="57"/>
                        <a:pt x="43" y="55"/>
                        <a:pt x="43" y="54"/>
                      </a:cubicBezTo>
                      <a:cubicBezTo>
                        <a:pt x="44" y="53"/>
                        <a:pt x="44" y="52"/>
                        <a:pt x="45" y="52"/>
                      </a:cubicBezTo>
                      <a:cubicBezTo>
                        <a:pt x="47" y="53"/>
                        <a:pt x="47" y="52"/>
                        <a:pt x="48" y="50"/>
                      </a:cubicBezTo>
                      <a:cubicBezTo>
                        <a:pt x="48" y="50"/>
                        <a:pt x="48" y="49"/>
                        <a:pt x="49" y="49"/>
                      </a:cubicBezTo>
                      <a:cubicBezTo>
                        <a:pt x="51" y="49"/>
                        <a:pt x="51" y="48"/>
                        <a:pt x="52" y="46"/>
                      </a:cubicBezTo>
                      <a:cubicBezTo>
                        <a:pt x="48" y="40"/>
                        <a:pt x="48" y="40"/>
                        <a:pt x="48" y="40"/>
                      </a:cubicBezTo>
                      <a:lnTo>
                        <a:pt x="48" y="16"/>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8" name="Freeform 907">
                  <a:extLst>
                    <a:ext uri="{FF2B5EF4-FFF2-40B4-BE49-F238E27FC236}">
                      <a16:creationId xmlns:a16="http://schemas.microsoft.com/office/drawing/2014/main" id="{73267A7D-6345-DB07-1960-F1C41EABCB34}"/>
                    </a:ext>
                  </a:extLst>
                </p:cNvPr>
                <p:cNvSpPr>
                  <a:spLocks/>
                </p:cNvSpPr>
                <p:nvPr/>
              </p:nvSpPr>
              <p:spPr bwMode="auto">
                <a:xfrm>
                  <a:off x="5130800" y="4583113"/>
                  <a:ext cx="169862" cy="187325"/>
                </a:xfrm>
                <a:custGeom>
                  <a:avLst/>
                  <a:gdLst>
                    <a:gd name="T0" fmla="*/ 32 w 41"/>
                    <a:gd name="T1" fmla="*/ 6 h 45"/>
                    <a:gd name="T2" fmla="*/ 29 w 41"/>
                    <a:gd name="T3" fmla="*/ 8 h 45"/>
                    <a:gd name="T4" fmla="*/ 28 w 41"/>
                    <a:gd name="T5" fmla="*/ 7 h 45"/>
                    <a:gd name="T6" fmla="*/ 25 w 41"/>
                    <a:gd name="T7" fmla="*/ 6 h 45"/>
                    <a:gd name="T8" fmla="*/ 22 w 41"/>
                    <a:gd name="T9" fmla="*/ 3 h 45"/>
                    <a:gd name="T10" fmla="*/ 19 w 41"/>
                    <a:gd name="T11" fmla="*/ 2 h 45"/>
                    <a:gd name="T12" fmla="*/ 17 w 41"/>
                    <a:gd name="T13" fmla="*/ 4 h 45"/>
                    <a:gd name="T14" fmla="*/ 15 w 41"/>
                    <a:gd name="T15" fmla="*/ 1 h 45"/>
                    <a:gd name="T16" fmla="*/ 13 w 41"/>
                    <a:gd name="T17" fmla="*/ 1 h 45"/>
                    <a:gd name="T18" fmla="*/ 11 w 41"/>
                    <a:gd name="T19" fmla="*/ 3 h 45"/>
                    <a:gd name="T20" fmla="*/ 7 w 41"/>
                    <a:gd name="T21" fmla="*/ 2 h 45"/>
                    <a:gd name="T22" fmla="*/ 3 w 41"/>
                    <a:gd name="T23" fmla="*/ 9 h 45"/>
                    <a:gd name="T24" fmla="*/ 5 w 41"/>
                    <a:gd name="T25" fmla="*/ 9 h 45"/>
                    <a:gd name="T26" fmla="*/ 6 w 41"/>
                    <a:gd name="T27" fmla="*/ 12 h 45"/>
                    <a:gd name="T28" fmla="*/ 6 w 41"/>
                    <a:gd name="T29" fmla="*/ 15 h 45"/>
                    <a:gd name="T30" fmla="*/ 5 w 41"/>
                    <a:gd name="T31" fmla="*/ 16 h 45"/>
                    <a:gd name="T32" fmla="*/ 2 w 41"/>
                    <a:gd name="T33" fmla="*/ 18 h 45"/>
                    <a:gd name="T34" fmla="*/ 5 w 41"/>
                    <a:gd name="T35" fmla="*/ 19 h 45"/>
                    <a:gd name="T36" fmla="*/ 3 w 41"/>
                    <a:gd name="T37" fmla="*/ 22 h 45"/>
                    <a:gd name="T38" fmla="*/ 2 w 41"/>
                    <a:gd name="T39" fmla="*/ 26 h 45"/>
                    <a:gd name="T40" fmla="*/ 3 w 41"/>
                    <a:gd name="T41" fmla="*/ 31 h 45"/>
                    <a:gd name="T42" fmla="*/ 6 w 41"/>
                    <a:gd name="T43" fmla="*/ 33 h 45"/>
                    <a:gd name="T44" fmla="*/ 8 w 41"/>
                    <a:gd name="T45" fmla="*/ 38 h 45"/>
                    <a:gd name="T46" fmla="*/ 8 w 41"/>
                    <a:gd name="T47" fmla="*/ 44 h 45"/>
                    <a:gd name="T48" fmla="*/ 9 w 41"/>
                    <a:gd name="T49" fmla="*/ 44 h 45"/>
                    <a:gd name="T50" fmla="*/ 28 w 41"/>
                    <a:gd name="T51" fmla="*/ 39 h 45"/>
                    <a:gd name="T52" fmla="*/ 30 w 41"/>
                    <a:gd name="T53" fmla="*/ 38 h 45"/>
                    <a:gd name="T54" fmla="*/ 40 w 41"/>
                    <a:gd name="T55" fmla="*/ 39 h 45"/>
                    <a:gd name="T56" fmla="*/ 40 w 41"/>
                    <a:gd name="T57" fmla="*/ 35 h 45"/>
                    <a:gd name="T58" fmla="*/ 36 w 41"/>
                    <a:gd name="T59" fmla="*/ 30 h 45"/>
                    <a:gd name="T60" fmla="*/ 38 w 41"/>
                    <a:gd name="T61" fmla="*/ 24 h 45"/>
                    <a:gd name="T62" fmla="*/ 41 w 41"/>
                    <a:gd name="T63" fmla="*/ 18 h 45"/>
                    <a:gd name="T64" fmla="*/ 39 w 41"/>
                    <a:gd name="T65" fmla="*/ 12 h 45"/>
                    <a:gd name="T66" fmla="*/ 40 w 41"/>
                    <a:gd name="T67" fmla="*/ 9 h 45"/>
                    <a:gd name="T68" fmla="*/ 39 w 41"/>
                    <a:gd name="T69"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 h="45">
                      <a:moveTo>
                        <a:pt x="37" y="6"/>
                      </a:moveTo>
                      <a:cubicBezTo>
                        <a:pt x="32" y="6"/>
                        <a:pt x="32" y="6"/>
                        <a:pt x="32" y="6"/>
                      </a:cubicBezTo>
                      <a:cubicBezTo>
                        <a:pt x="29" y="7"/>
                        <a:pt x="29" y="7"/>
                        <a:pt x="29" y="7"/>
                      </a:cubicBezTo>
                      <a:cubicBezTo>
                        <a:pt x="29" y="8"/>
                        <a:pt x="29" y="8"/>
                        <a:pt x="29" y="8"/>
                      </a:cubicBezTo>
                      <a:cubicBezTo>
                        <a:pt x="29" y="8"/>
                        <a:pt x="28" y="8"/>
                        <a:pt x="28" y="8"/>
                      </a:cubicBezTo>
                      <a:cubicBezTo>
                        <a:pt x="28" y="8"/>
                        <a:pt x="28" y="7"/>
                        <a:pt x="28" y="7"/>
                      </a:cubicBezTo>
                      <a:cubicBezTo>
                        <a:pt x="26" y="8"/>
                        <a:pt x="26" y="8"/>
                        <a:pt x="26" y="8"/>
                      </a:cubicBezTo>
                      <a:cubicBezTo>
                        <a:pt x="25" y="6"/>
                        <a:pt x="25" y="6"/>
                        <a:pt x="25" y="6"/>
                      </a:cubicBezTo>
                      <a:cubicBezTo>
                        <a:pt x="24" y="3"/>
                        <a:pt x="24" y="3"/>
                        <a:pt x="24" y="3"/>
                      </a:cubicBezTo>
                      <a:cubicBezTo>
                        <a:pt x="22" y="3"/>
                        <a:pt x="22" y="3"/>
                        <a:pt x="22" y="3"/>
                      </a:cubicBezTo>
                      <a:cubicBezTo>
                        <a:pt x="21" y="2"/>
                        <a:pt x="21" y="2"/>
                        <a:pt x="21" y="2"/>
                      </a:cubicBezTo>
                      <a:cubicBezTo>
                        <a:pt x="19" y="2"/>
                        <a:pt x="19" y="2"/>
                        <a:pt x="19" y="2"/>
                      </a:cubicBezTo>
                      <a:cubicBezTo>
                        <a:pt x="18" y="4"/>
                        <a:pt x="18" y="4"/>
                        <a:pt x="18" y="4"/>
                      </a:cubicBezTo>
                      <a:cubicBezTo>
                        <a:pt x="17" y="4"/>
                        <a:pt x="17" y="4"/>
                        <a:pt x="17" y="4"/>
                      </a:cubicBezTo>
                      <a:cubicBezTo>
                        <a:pt x="16" y="0"/>
                        <a:pt x="16" y="0"/>
                        <a:pt x="16" y="0"/>
                      </a:cubicBezTo>
                      <a:cubicBezTo>
                        <a:pt x="15" y="1"/>
                        <a:pt x="15" y="1"/>
                        <a:pt x="15" y="1"/>
                      </a:cubicBezTo>
                      <a:cubicBezTo>
                        <a:pt x="15" y="2"/>
                        <a:pt x="15" y="2"/>
                        <a:pt x="15" y="2"/>
                      </a:cubicBezTo>
                      <a:cubicBezTo>
                        <a:pt x="13" y="1"/>
                        <a:pt x="13" y="1"/>
                        <a:pt x="13" y="1"/>
                      </a:cubicBezTo>
                      <a:cubicBezTo>
                        <a:pt x="13" y="3"/>
                        <a:pt x="13" y="3"/>
                        <a:pt x="13" y="3"/>
                      </a:cubicBezTo>
                      <a:cubicBezTo>
                        <a:pt x="11" y="3"/>
                        <a:pt x="11" y="3"/>
                        <a:pt x="11" y="3"/>
                      </a:cubicBezTo>
                      <a:cubicBezTo>
                        <a:pt x="10" y="5"/>
                        <a:pt x="10" y="5"/>
                        <a:pt x="10" y="5"/>
                      </a:cubicBezTo>
                      <a:cubicBezTo>
                        <a:pt x="7" y="2"/>
                        <a:pt x="7" y="2"/>
                        <a:pt x="7" y="2"/>
                      </a:cubicBezTo>
                      <a:cubicBezTo>
                        <a:pt x="3" y="6"/>
                        <a:pt x="3" y="6"/>
                        <a:pt x="3" y="6"/>
                      </a:cubicBezTo>
                      <a:cubicBezTo>
                        <a:pt x="3" y="9"/>
                        <a:pt x="3" y="9"/>
                        <a:pt x="3" y="9"/>
                      </a:cubicBezTo>
                      <a:cubicBezTo>
                        <a:pt x="4" y="9"/>
                        <a:pt x="4" y="9"/>
                        <a:pt x="4" y="9"/>
                      </a:cubicBezTo>
                      <a:cubicBezTo>
                        <a:pt x="5" y="9"/>
                        <a:pt x="5" y="9"/>
                        <a:pt x="5" y="9"/>
                      </a:cubicBezTo>
                      <a:cubicBezTo>
                        <a:pt x="5" y="11"/>
                        <a:pt x="5" y="11"/>
                        <a:pt x="5" y="11"/>
                      </a:cubicBezTo>
                      <a:cubicBezTo>
                        <a:pt x="6" y="12"/>
                        <a:pt x="6" y="12"/>
                        <a:pt x="6" y="12"/>
                      </a:cubicBezTo>
                      <a:cubicBezTo>
                        <a:pt x="4" y="13"/>
                        <a:pt x="4" y="13"/>
                        <a:pt x="4" y="13"/>
                      </a:cubicBezTo>
                      <a:cubicBezTo>
                        <a:pt x="6" y="15"/>
                        <a:pt x="6" y="15"/>
                        <a:pt x="6" y="15"/>
                      </a:cubicBezTo>
                      <a:cubicBezTo>
                        <a:pt x="6" y="16"/>
                        <a:pt x="6" y="16"/>
                        <a:pt x="6" y="16"/>
                      </a:cubicBezTo>
                      <a:cubicBezTo>
                        <a:pt x="5" y="16"/>
                        <a:pt x="5" y="16"/>
                        <a:pt x="5" y="16"/>
                      </a:cubicBezTo>
                      <a:cubicBezTo>
                        <a:pt x="2" y="16"/>
                        <a:pt x="2" y="16"/>
                        <a:pt x="2" y="16"/>
                      </a:cubicBezTo>
                      <a:cubicBezTo>
                        <a:pt x="2" y="18"/>
                        <a:pt x="2" y="18"/>
                        <a:pt x="2" y="18"/>
                      </a:cubicBezTo>
                      <a:cubicBezTo>
                        <a:pt x="5" y="18"/>
                        <a:pt x="5" y="18"/>
                        <a:pt x="5" y="18"/>
                      </a:cubicBezTo>
                      <a:cubicBezTo>
                        <a:pt x="5" y="19"/>
                        <a:pt x="5" y="19"/>
                        <a:pt x="5" y="19"/>
                      </a:cubicBezTo>
                      <a:cubicBezTo>
                        <a:pt x="4" y="19"/>
                        <a:pt x="4" y="19"/>
                        <a:pt x="4" y="19"/>
                      </a:cubicBezTo>
                      <a:cubicBezTo>
                        <a:pt x="3" y="22"/>
                        <a:pt x="3" y="22"/>
                        <a:pt x="3" y="22"/>
                      </a:cubicBezTo>
                      <a:cubicBezTo>
                        <a:pt x="1" y="22"/>
                        <a:pt x="1" y="22"/>
                        <a:pt x="1" y="22"/>
                      </a:cubicBezTo>
                      <a:cubicBezTo>
                        <a:pt x="2" y="26"/>
                        <a:pt x="2" y="26"/>
                        <a:pt x="2" y="26"/>
                      </a:cubicBezTo>
                      <a:cubicBezTo>
                        <a:pt x="0" y="29"/>
                        <a:pt x="0" y="29"/>
                        <a:pt x="0" y="29"/>
                      </a:cubicBezTo>
                      <a:cubicBezTo>
                        <a:pt x="3" y="31"/>
                        <a:pt x="3" y="31"/>
                        <a:pt x="3" y="31"/>
                      </a:cubicBezTo>
                      <a:cubicBezTo>
                        <a:pt x="5" y="31"/>
                        <a:pt x="5" y="31"/>
                        <a:pt x="5" y="31"/>
                      </a:cubicBezTo>
                      <a:cubicBezTo>
                        <a:pt x="6" y="33"/>
                        <a:pt x="6" y="33"/>
                        <a:pt x="6" y="33"/>
                      </a:cubicBezTo>
                      <a:cubicBezTo>
                        <a:pt x="8" y="34"/>
                        <a:pt x="8" y="34"/>
                        <a:pt x="8" y="34"/>
                      </a:cubicBezTo>
                      <a:cubicBezTo>
                        <a:pt x="8" y="38"/>
                        <a:pt x="8" y="38"/>
                        <a:pt x="8" y="38"/>
                      </a:cubicBezTo>
                      <a:cubicBezTo>
                        <a:pt x="7" y="41"/>
                        <a:pt x="7" y="41"/>
                        <a:pt x="7" y="41"/>
                      </a:cubicBezTo>
                      <a:cubicBezTo>
                        <a:pt x="8" y="44"/>
                        <a:pt x="8" y="44"/>
                        <a:pt x="8" y="44"/>
                      </a:cubicBezTo>
                      <a:cubicBezTo>
                        <a:pt x="8" y="44"/>
                        <a:pt x="8" y="45"/>
                        <a:pt x="8" y="45"/>
                      </a:cubicBezTo>
                      <a:cubicBezTo>
                        <a:pt x="8" y="44"/>
                        <a:pt x="8" y="44"/>
                        <a:pt x="9" y="44"/>
                      </a:cubicBezTo>
                      <a:cubicBezTo>
                        <a:pt x="11" y="44"/>
                        <a:pt x="12" y="43"/>
                        <a:pt x="14" y="42"/>
                      </a:cubicBezTo>
                      <a:cubicBezTo>
                        <a:pt x="18" y="40"/>
                        <a:pt x="23" y="39"/>
                        <a:pt x="28" y="39"/>
                      </a:cubicBezTo>
                      <a:cubicBezTo>
                        <a:pt x="28" y="39"/>
                        <a:pt x="28" y="39"/>
                        <a:pt x="28" y="39"/>
                      </a:cubicBezTo>
                      <a:cubicBezTo>
                        <a:pt x="29" y="38"/>
                        <a:pt x="29" y="38"/>
                        <a:pt x="30" y="38"/>
                      </a:cubicBezTo>
                      <a:cubicBezTo>
                        <a:pt x="32" y="38"/>
                        <a:pt x="35" y="40"/>
                        <a:pt x="37" y="39"/>
                      </a:cubicBezTo>
                      <a:cubicBezTo>
                        <a:pt x="40" y="39"/>
                        <a:pt x="40" y="39"/>
                        <a:pt x="40" y="39"/>
                      </a:cubicBezTo>
                      <a:cubicBezTo>
                        <a:pt x="40" y="37"/>
                        <a:pt x="40" y="37"/>
                        <a:pt x="40" y="37"/>
                      </a:cubicBezTo>
                      <a:cubicBezTo>
                        <a:pt x="40" y="35"/>
                        <a:pt x="40" y="35"/>
                        <a:pt x="40" y="35"/>
                      </a:cubicBezTo>
                      <a:cubicBezTo>
                        <a:pt x="38" y="35"/>
                        <a:pt x="38" y="35"/>
                        <a:pt x="38" y="35"/>
                      </a:cubicBezTo>
                      <a:cubicBezTo>
                        <a:pt x="36" y="30"/>
                        <a:pt x="36" y="30"/>
                        <a:pt x="36" y="30"/>
                      </a:cubicBezTo>
                      <a:cubicBezTo>
                        <a:pt x="36" y="27"/>
                        <a:pt x="36" y="27"/>
                        <a:pt x="36" y="27"/>
                      </a:cubicBezTo>
                      <a:cubicBezTo>
                        <a:pt x="38" y="24"/>
                        <a:pt x="38" y="24"/>
                        <a:pt x="38" y="24"/>
                      </a:cubicBezTo>
                      <a:cubicBezTo>
                        <a:pt x="39" y="20"/>
                        <a:pt x="39" y="20"/>
                        <a:pt x="39" y="20"/>
                      </a:cubicBezTo>
                      <a:cubicBezTo>
                        <a:pt x="41" y="18"/>
                        <a:pt x="41" y="18"/>
                        <a:pt x="41" y="18"/>
                      </a:cubicBezTo>
                      <a:cubicBezTo>
                        <a:pt x="41" y="14"/>
                        <a:pt x="41" y="14"/>
                        <a:pt x="41" y="14"/>
                      </a:cubicBezTo>
                      <a:cubicBezTo>
                        <a:pt x="39" y="12"/>
                        <a:pt x="39" y="12"/>
                        <a:pt x="39" y="12"/>
                      </a:cubicBezTo>
                      <a:cubicBezTo>
                        <a:pt x="40" y="11"/>
                        <a:pt x="40" y="11"/>
                        <a:pt x="40" y="11"/>
                      </a:cubicBezTo>
                      <a:cubicBezTo>
                        <a:pt x="40" y="9"/>
                        <a:pt x="40" y="9"/>
                        <a:pt x="40" y="9"/>
                      </a:cubicBezTo>
                      <a:cubicBezTo>
                        <a:pt x="40" y="9"/>
                        <a:pt x="40" y="9"/>
                        <a:pt x="40" y="9"/>
                      </a:cubicBezTo>
                      <a:cubicBezTo>
                        <a:pt x="39" y="9"/>
                        <a:pt x="39" y="9"/>
                        <a:pt x="39" y="9"/>
                      </a:cubicBezTo>
                      <a:lnTo>
                        <a:pt x="37" y="6"/>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9" name="Freeform 908">
                  <a:extLst>
                    <a:ext uri="{FF2B5EF4-FFF2-40B4-BE49-F238E27FC236}">
                      <a16:creationId xmlns:a16="http://schemas.microsoft.com/office/drawing/2014/main" id="{D6A7022B-4DF6-AE27-97F4-9FF08A7E1F78}"/>
                    </a:ext>
                  </a:extLst>
                </p:cNvPr>
                <p:cNvSpPr>
                  <a:spLocks noEditPoints="1"/>
                </p:cNvSpPr>
                <p:nvPr/>
              </p:nvSpPr>
              <p:spPr bwMode="auto">
                <a:xfrm>
                  <a:off x="4900613" y="4529138"/>
                  <a:ext cx="88900" cy="50800"/>
                </a:xfrm>
                <a:custGeom>
                  <a:avLst/>
                  <a:gdLst>
                    <a:gd name="T0" fmla="*/ 6 w 21"/>
                    <a:gd name="T1" fmla="*/ 12 h 12"/>
                    <a:gd name="T2" fmla="*/ 5 w 21"/>
                    <a:gd name="T3" fmla="*/ 12 h 12"/>
                    <a:gd name="T4" fmla="*/ 5 w 21"/>
                    <a:gd name="T5" fmla="*/ 11 h 12"/>
                    <a:gd name="T6" fmla="*/ 5 w 21"/>
                    <a:gd name="T7" fmla="*/ 11 h 12"/>
                    <a:gd name="T8" fmla="*/ 6 w 21"/>
                    <a:gd name="T9" fmla="*/ 12 h 12"/>
                    <a:gd name="T10" fmla="*/ 7 w 21"/>
                    <a:gd name="T11" fmla="*/ 2 h 12"/>
                    <a:gd name="T12" fmla="*/ 1 w 21"/>
                    <a:gd name="T13" fmla="*/ 2 h 12"/>
                    <a:gd name="T14" fmla="*/ 0 w 21"/>
                    <a:gd name="T15" fmla="*/ 3 h 12"/>
                    <a:gd name="T16" fmla="*/ 1 w 21"/>
                    <a:gd name="T17" fmla="*/ 3 h 12"/>
                    <a:gd name="T18" fmla="*/ 3 w 21"/>
                    <a:gd name="T19" fmla="*/ 4 h 12"/>
                    <a:gd name="T20" fmla="*/ 4 w 21"/>
                    <a:gd name="T21" fmla="*/ 4 h 12"/>
                    <a:gd name="T22" fmla="*/ 6 w 21"/>
                    <a:gd name="T23" fmla="*/ 6 h 12"/>
                    <a:gd name="T24" fmla="*/ 8 w 21"/>
                    <a:gd name="T25" fmla="*/ 6 h 12"/>
                    <a:gd name="T26" fmla="*/ 9 w 21"/>
                    <a:gd name="T27" fmla="*/ 6 h 12"/>
                    <a:gd name="T28" fmla="*/ 10 w 21"/>
                    <a:gd name="T29" fmla="*/ 8 h 12"/>
                    <a:gd name="T30" fmla="*/ 10 w 21"/>
                    <a:gd name="T31" fmla="*/ 9 h 12"/>
                    <a:gd name="T32" fmla="*/ 9 w 21"/>
                    <a:gd name="T33" fmla="*/ 10 h 12"/>
                    <a:gd name="T34" fmla="*/ 11 w 21"/>
                    <a:gd name="T35" fmla="*/ 12 h 12"/>
                    <a:gd name="T36" fmla="*/ 14 w 21"/>
                    <a:gd name="T37" fmla="*/ 8 h 12"/>
                    <a:gd name="T38" fmla="*/ 14 w 21"/>
                    <a:gd name="T39" fmla="*/ 8 h 12"/>
                    <a:gd name="T40" fmla="*/ 17 w 21"/>
                    <a:gd name="T41" fmla="*/ 7 h 12"/>
                    <a:gd name="T42" fmla="*/ 21 w 21"/>
                    <a:gd name="T43" fmla="*/ 7 h 12"/>
                    <a:gd name="T44" fmla="*/ 21 w 21"/>
                    <a:gd name="T45" fmla="*/ 4 h 12"/>
                    <a:gd name="T46" fmla="*/ 19 w 21"/>
                    <a:gd name="T47" fmla="*/ 4 h 12"/>
                    <a:gd name="T48" fmla="*/ 21 w 21"/>
                    <a:gd name="T49" fmla="*/ 2 h 12"/>
                    <a:gd name="T50" fmla="*/ 21 w 21"/>
                    <a:gd name="T51" fmla="*/ 1 h 12"/>
                    <a:gd name="T52" fmla="*/ 21 w 21"/>
                    <a:gd name="T53" fmla="*/ 0 h 12"/>
                    <a:gd name="T54" fmla="*/ 10 w 21"/>
                    <a:gd name="T55" fmla="*/ 0 h 12"/>
                    <a:gd name="T56" fmla="*/ 7 w 21"/>
                    <a:gd name="T5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 h="12">
                      <a:moveTo>
                        <a:pt x="6" y="12"/>
                      </a:moveTo>
                      <a:cubicBezTo>
                        <a:pt x="6" y="12"/>
                        <a:pt x="6" y="12"/>
                        <a:pt x="5" y="12"/>
                      </a:cubicBezTo>
                      <a:cubicBezTo>
                        <a:pt x="5" y="12"/>
                        <a:pt x="5" y="12"/>
                        <a:pt x="5" y="11"/>
                      </a:cubicBezTo>
                      <a:cubicBezTo>
                        <a:pt x="5" y="11"/>
                        <a:pt x="5" y="11"/>
                        <a:pt x="5" y="11"/>
                      </a:cubicBezTo>
                      <a:cubicBezTo>
                        <a:pt x="6" y="11"/>
                        <a:pt x="6" y="11"/>
                        <a:pt x="6" y="12"/>
                      </a:cubicBezTo>
                      <a:close/>
                      <a:moveTo>
                        <a:pt x="7" y="2"/>
                      </a:moveTo>
                      <a:cubicBezTo>
                        <a:pt x="1" y="2"/>
                        <a:pt x="1" y="2"/>
                        <a:pt x="1" y="2"/>
                      </a:cubicBezTo>
                      <a:cubicBezTo>
                        <a:pt x="0" y="2"/>
                        <a:pt x="0" y="3"/>
                        <a:pt x="0" y="3"/>
                      </a:cubicBezTo>
                      <a:cubicBezTo>
                        <a:pt x="1" y="3"/>
                        <a:pt x="1" y="3"/>
                        <a:pt x="1" y="3"/>
                      </a:cubicBezTo>
                      <a:cubicBezTo>
                        <a:pt x="2" y="3"/>
                        <a:pt x="2" y="4"/>
                        <a:pt x="3" y="4"/>
                      </a:cubicBezTo>
                      <a:cubicBezTo>
                        <a:pt x="3" y="3"/>
                        <a:pt x="4" y="4"/>
                        <a:pt x="4" y="4"/>
                      </a:cubicBezTo>
                      <a:cubicBezTo>
                        <a:pt x="4" y="6"/>
                        <a:pt x="4" y="5"/>
                        <a:pt x="6" y="6"/>
                      </a:cubicBezTo>
                      <a:cubicBezTo>
                        <a:pt x="7" y="7"/>
                        <a:pt x="7" y="7"/>
                        <a:pt x="8" y="6"/>
                      </a:cubicBezTo>
                      <a:cubicBezTo>
                        <a:pt x="9" y="6"/>
                        <a:pt x="9" y="6"/>
                        <a:pt x="9" y="6"/>
                      </a:cubicBezTo>
                      <a:cubicBezTo>
                        <a:pt x="9" y="7"/>
                        <a:pt x="9" y="7"/>
                        <a:pt x="10" y="8"/>
                      </a:cubicBezTo>
                      <a:cubicBezTo>
                        <a:pt x="10" y="8"/>
                        <a:pt x="10" y="8"/>
                        <a:pt x="10" y="9"/>
                      </a:cubicBezTo>
                      <a:cubicBezTo>
                        <a:pt x="9" y="9"/>
                        <a:pt x="9" y="9"/>
                        <a:pt x="9" y="10"/>
                      </a:cubicBezTo>
                      <a:cubicBezTo>
                        <a:pt x="9" y="11"/>
                        <a:pt x="11" y="11"/>
                        <a:pt x="11" y="12"/>
                      </a:cubicBezTo>
                      <a:cubicBezTo>
                        <a:pt x="14" y="8"/>
                        <a:pt x="14" y="8"/>
                        <a:pt x="14" y="8"/>
                      </a:cubicBezTo>
                      <a:cubicBezTo>
                        <a:pt x="14" y="8"/>
                        <a:pt x="14" y="8"/>
                        <a:pt x="14" y="8"/>
                      </a:cubicBezTo>
                      <a:cubicBezTo>
                        <a:pt x="17" y="7"/>
                        <a:pt x="17" y="7"/>
                        <a:pt x="17" y="7"/>
                      </a:cubicBezTo>
                      <a:cubicBezTo>
                        <a:pt x="21" y="7"/>
                        <a:pt x="21" y="7"/>
                        <a:pt x="21" y="7"/>
                      </a:cubicBezTo>
                      <a:cubicBezTo>
                        <a:pt x="21" y="4"/>
                        <a:pt x="21" y="4"/>
                        <a:pt x="21" y="4"/>
                      </a:cubicBezTo>
                      <a:cubicBezTo>
                        <a:pt x="19" y="4"/>
                        <a:pt x="19" y="4"/>
                        <a:pt x="19" y="4"/>
                      </a:cubicBezTo>
                      <a:cubicBezTo>
                        <a:pt x="21" y="2"/>
                        <a:pt x="21" y="2"/>
                        <a:pt x="21" y="2"/>
                      </a:cubicBezTo>
                      <a:cubicBezTo>
                        <a:pt x="21" y="1"/>
                        <a:pt x="21" y="1"/>
                        <a:pt x="21" y="1"/>
                      </a:cubicBezTo>
                      <a:cubicBezTo>
                        <a:pt x="21" y="0"/>
                        <a:pt x="21" y="0"/>
                        <a:pt x="21" y="0"/>
                      </a:cubicBezTo>
                      <a:cubicBezTo>
                        <a:pt x="10" y="0"/>
                        <a:pt x="10" y="0"/>
                        <a:pt x="10" y="0"/>
                      </a:cubicBezTo>
                      <a:lnTo>
                        <a:pt x="7" y="2"/>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0" name="Freeform 909">
                  <a:extLst>
                    <a:ext uri="{FF2B5EF4-FFF2-40B4-BE49-F238E27FC236}">
                      <a16:creationId xmlns:a16="http://schemas.microsoft.com/office/drawing/2014/main" id="{87C1A036-1778-177F-3885-9F760F7EFED6}"/>
                    </a:ext>
                  </a:extLst>
                </p:cNvPr>
                <p:cNvSpPr>
                  <a:spLocks/>
                </p:cNvSpPr>
                <p:nvPr/>
              </p:nvSpPr>
              <p:spPr bwMode="auto">
                <a:xfrm>
                  <a:off x="4946650" y="4529138"/>
                  <a:ext cx="207962" cy="158750"/>
                </a:xfrm>
                <a:custGeom>
                  <a:avLst/>
                  <a:gdLst>
                    <a:gd name="T0" fmla="*/ 46 w 50"/>
                    <a:gd name="T1" fmla="*/ 12 h 38"/>
                    <a:gd name="T2" fmla="*/ 46 w 50"/>
                    <a:gd name="T3" fmla="*/ 9 h 38"/>
                    <a:gd name="T4" fmla="*/ 42 w 50"/>
                    <a:gd name="T5" fmla="*/ 6 h 38"/>
                    <a:gd name="T6" fmla="*/ 41 w 50"/>
                    <a:gd name="T7" fmla="*/ 1 h 38"/>
                    <a:gd name="T8" fmla="*/ 39 w 50"/>
                    <a:gd name="T9" fmla="*/ 2 h 38"/>
                    <a:gd name="T10" fmla="*/ 37 w 50"/>
                    <a:gd name="T11" fmla="*/ 3 h 38"/>
                    <a:gd name="T12" fmla="*/ 36 w 50"/>
                    <a:gd name="T13" fmla="*/ 4 h 38"/>
                    <a:gd name="T14" fmla="*/ 31 w 50"/>
                    <a:gd name="T15" fmla="*/ 5 h 38"/>
                    <a:gd name="T16" fmla="*/ 28 w 50"/>
                    <a:gd name="T17" fmla="*/ 3 h 38"/>
                    <a:gd name="T18" fmla="*/ 24 w 50"/>
                    <a:gd name="T19" fmla="*/ 3 h 38"/>
                    <a:gd name="T20" fmla="*/ 20 w 50"/>
                    <a:gd name="T21" fmla="*/ 2 h 38"/>
                    <a:gd name="T22" fmla="*/ 15 w 50"/>
                    <a:gd name="T23" fmla="*/ 1 h 38"/>
                    <a:gd name="T24" fmla="*/ 13 w 50"/>
                    <a:gd name="T25" fmla="*/ 0 h 38"/>
                    <a:gd name="T26" fmla="*/ 10 w 50"/>
                    <a:gd name="T27" fmla="*/ 1 h 38"/>
                    <a:gd name="T28" fmla="*/ 8 w 50"/>
                    <a:gd name="T29" fmla="*/ 4 h 38"/>
                    <a:gd name="T30" fmla="*/ 10 w 50"/>
                    <a:gd name="T31" fmla="*/ 7 h 38"/>
                    <a:gd name="T32" fmla="*/ 3 w 50"/>
                    <a:gd name="T33" fmla="*/ 8 h 38"/>
                    <a:gd name="T34" fmla="*/ 0 w 50"/>
                    <a:gd name="T35" fmla="*/ 12 h 38"/>
                    <a:gd name="T36" fmla="*/ 2 w 50"/>
                    <a:gd name="T37" fmla="*/ 13 h 38"/>
                    <a:gd name="T38" fmla="*/ 7 w 50"/>
                    <a:gd name="T39" fmla="*/ 18 h 38"/>
                    <a:gd name="T40" fmla="*/ 13 w 50"/>
                    <a:gd name="T41" fmla="*/ 25 h 38"/>
                    <a:gd name="T42" fmla="*/ 15 w 50"/>
                    <a:gd name="T43" fmla="*/ 23 h 38"/>
                    <a:gd name="T44" fmla="*/ 17 w 50"/>
                    <a:gd name="T45" fmla="*/ 20 h 38"/>
                    <a:gd name="T46" fmla="*/ 31 w 50"/>
                    <a:gd name="T47" fmla="*/ 25 h 38"/>
                    <a:gd name="T48" fmla="*/ 31 w 50"/>
                    <a:gd name="T49" fmla="*/ 28 h 38"/>
                    <a:gd name="T50" fmla="*/ 33 w 50"/>
                    <a:gd name="T51" fmla="*/ 29 h 38"/>
                    <a:gd name="T52" fmla="*/ 36 w 50"/>
                    <a:gd name="T53" fmla="*/ 28 h 38"/>
                    <a:gd name="T54" fmla="*/ 39 w 50"/>
                    <a:gd name="T55" fmla="*/ 35 h 38"/>
                    <a:gd name="T56" fmla="*/ 40 w 50"/>
                    <a:gd name="T57" fmla="*/ 36 h 38"/>
                    <a:gd name="T58" fmla="*/ 43 w 50"/>
                    <a:gd name="T59" fmla="*/ 37 h 38"/>
                    <a:gd name="T60" fmla="*/ 45 w 50"/>
                    <a:gd name="T61" fmla="*/ 34 h 38"/>
                    <a:gd name="T62" fmla="*/ 47 w 50"/>
                    <a:gd name="T63" fmla="*/ 35 h 38"/>
                    <a:gd name="T64" fmla="*/ 49 w 50"/>
                    <a:gd name="T65" fmla="*/ 32 h 38"/>
                    <a:gd name="T66" fmla="*/ 46 w 50"/>
                    <a:gd name="T67" fmla="*/ 31 h 38"/>
                    <a:gd name="T68" fmla="*/ 49 w 50"/>
                    <a:gd name="T69" fmla="*/ 29 h 38"/>
                    <a:gd name="T70" fmla="*/ 50 w 50"/>
                    <a:gd name="T71" fmla="*/ 28 h 38"/>
                    <a:gd name="T72" fmla="*/ 50 w 50"/>
                    <a:gd name="T73" fmla="*/ 25 h 38"/>
                    <a:gd name="T74" fmla="*/ 49 w 50"/>
                    <a:gd name="T75" fmla="*/ 22 h 38"/>
                    <a:gd name="T76" fmla="*/ 47 w 50"/>
                    <a:gd name="T77" fmla="*/ 22 h 38"/>
                    <a:gd name="T78" fmla="*/ 48 w 50"/>
                    <a:gd name="T79" fmla="*/ 18 h 38"/>
                    <a:gd name="T80" fmla="*/ 46 w 50"/>
                    <a:gd name="T81"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0" h="38">
                      <a:moveTo>
                        <a:pt x="46" y="14"/>
                      </a:moveTo>
                      <a:cubicBezTo>
                        <a:pt x="46" y="12"/>
                        <a:pt x="46" y="12"/>
                        <a:pt x="46" y="12"/>
                      </a:cubicBezTo>
                      <a:cubicBezTo>
                        <a:pt x="43" y="12"/>
                        <a:pt x="43" y="12"/>
                        <a:pt x="43" y="12"/>
                      </a:cubicBezTo>
                      <a:cubicBezTo>
                        <a:pt x="46" y="9"/>
                        <a:pt x="46" y="9"/>
                        <a:pt x="46" y="9"/>
                      </a:cubicBezTo>
                      <a:cubicBezTo>
                        <a:pt x="42" y="7"/>
                        <a:pt x="42" y="7"/>
                        <a:pt x="42" y="7"/>
                      </a:cubicBezTo>
                      <a:cubicBezTo>
                        <a:pt x="42" y="6"/>
                        <a:pt x="42" y="6"/>
                        <a:pt x="42" y="6"/>
                      </a:cubicBezTo>
                      <a:cubicBezTo>
                        <a:pt x="43" y="5"/>
                        <a:pt x="43" y="5"/>
                        <a:pt x="43" y="5"/>
                      </a:cubicBezTo>
                      <a:cubicBezTo>
                        <a:pt x="41" y="1"/>
                        <a:pt x="41" y="1"/>
                        <a:pt x="41" y="1"/>
                      </a:cubicBezTo>
                      <a:cubicBezTo>
                        <a:pt x="39" y="1"/>
                        <a:pt x="39" y="1"/>
                        <a:pt x="39" y="1"/>
                      </a:cubicBezTo>
                      <a:cubicBezTo>
                        <a:pt x="39" y="2"/>
                        <a:pt x="39" y="2"/>
                        <a:pt x="39" y="2"/>
                      </a:cubicBezTo>
                      <a:cubicBezTo>
                        <a:pt x="39" y="3"/>
                        <a:pt x="39" y="3"/>
                        <a:pt x="39" y="3"/>
                      </a:cubicBezTo>
                      <a:cubicBezTo>
                        <a:pt x="37" y="3"/>
                        <a:pt x="37" y="3"/>
                        <a:pt x="37" y="3"/>
                      </a:cubicBezTo>
                      <a:cubicBezTo>
                        <a:pt x="37" y="4"/>
                        <a:pt x="37" y="4"/>
                        <a:pt x="37" y="4"/>
                      </a:cubicBezTo>
                      <a:cubicBezTo>
                        <a:pt x="36" y="4"/>
                        <a:pt x="36" y="4"/>
                        <a:pt x="36" y="4"/>
                      </a:cubicBezTo>
                      <a:cubicBezTo>
                        <a:pt x="32" y="3"/>
                        <a:pt x="32" y="3"/>
                        <a:pt x="32" y="3"/>
                      </a:cubicBezTo>
                      <a:cubicBezTo>
                        <a:pt x="31" y="5"/>
                        <a:pt x="31" y="5"/>
                        <a:pt x="31" y="5"/>
                      </a:cubicBezTo>
                      <a:cubicBezTo>
                        <a:pt x="30" y="5"/>
                        <a:pt x="30" y="5"/>
                        <a:pt x="30" y="5"/>
                      </a:cubicBezTo>
                      <a:cubicBezTo>
                        <a:pt x="28" y="3"/>
                        <a:pt x="28" y="3"/>
                        <a:pt x="28" y="3"/>
                      </a:cubicBezTo>
                      <a:cubicBezTo>
                        <a:pt x="26" y="5"/>
                        <a:pt x="26" y="5"/>
                        <a:pt x="26" y="5"/>
                      </a:cubicBezTo>
                      <a:cubicBezTo>
                        <a:pt x="24" y="3"/>
                        <a:pt x="24" y="3"/>
                        <a:pt x="24" y="3"/>
                      </a:cubicBezTo>
                      <a:cubicBezTo>
                        <a:pt x="25" y="2"/>
                        <a:pt x="25" y="2"/>
                        <a:pt x="25" y="2"/>
                      </a:cubicBezTo>
                      <a:cubicBezTo>
                        <a:pt x="20" y="2"/>
                        <a:pt x="20" y="2"/>
                        <a:pt x="20" y="2"/>
                      </a:cubicBezTo>
                      <a:cubicBezTo>
                        <a:pt x="19" y="3"/>
                        <a:pt x="19" y="3"/>
                        <a:pt x="19" y="3"/>
                      </a:cubicBezTo>
                      <a:cubicBezTo>
                        <a:pt x="15" y="1"/>
                        <a:pt x="15" y="1"/>
                        <a:pt x="15" y="1"/>
                      </a:cubicBezTo>
                      <a:cubicBezTo>
                        <a:pt x="14" y="1"/>
                        <a:pt x="14" y="1"/>
                        <a:pt x="14" y="1"/>
                      </a:cubicBezTo>
                      <a:cubicBezTo>
                        <a:pt x="13" y="0"/>
                        <a:pt x="13" y="0"/>
                        <a:pt x="13" y="0"/>
                      </a:cubicBezTo>
                      <a:cubicBezTo>
                        <a:pt x="10" y="0"/>
                        <a:pt x="10" y="0"/>
                        <a:pt x="10" y="0"/>
                      </a:cubicBezTo>
                      <a:cubicBezTo>
                        <a:pt x="10" y="1"/>
                        <a:pt x="10" y="1"/>
                        <a:pt x="10" y="1"/>
                      </a:cubicBezTo>
                      <a:cubicBezTo>
                        <a:pt x="10" y="2"/>
                        <a:pt x="10" y="2"/>
                        <a:pt x="10" y="2"/>
                      </a:cubicBezTo>
                      <a:cubicBezTo>
                        <a:pt x="8" y="4"/>
                        <a:pt x="8" y="4"/>
                        <a:pt x="8" y="4"/>
                      </a:cubicBezTo>
                      <a:cubicBezTo>
                        <a:pt x="10" y="4"/>
                        <a:pt x="10" y="4"/>
                        <a:pt x="10" y="4"/>
                      </a:cubicBezTo>
                      <a:cubicBezTo>
                        <a:pt x="10" y="7"/>
                        <a:pt x="10" y="7"/>
                        <a:pt x="10" y="7"/>
                      </a:cubicBezTo>
                      <a:cubicBezTo>
                        <a:pt x="6" y="7"/>
                        <a:pt x="6" y="7"/>
                        <a:pt x="6" y="7"/>
                      </a:cubicBezTo>
                      <a:cubicBezTo>
                        <a:pt x="3" y="8"/>
                        <a:pt x="3" y="8"/>
                        <a:pt x="3" y="8"/>
                      </a:cubicBezTo>
                      <a:cubicBezTo>
                        <a:pt x="3" y="8"/>
                        <a:pt x="3" y="8"/>
                        <a:pt x="3" y="8"/>
                      </a:cubicBezTo>
                      <a:cubicBezTo>
                        <a:pt x="0" y="12"/>
                        <a:pt x="0" y="12"/>
                        <a:pt x="0" y="12"/>
                      </a:cubicBezTo>
                      <a:cubicBezTo>
                        <a:pt x="0" y="12"/>
                        <a:pt x="0" y="13"/>
                        <a:pt x="1" y="13"/>
                      </a:cubicBezTo>
                      <a:cubicBezTo>
                        <a:pt x="1" y="14"/>
                        <a:pt x="2" y="13"/>
                        <a:pt x="2" y="13"/>
                      </a:cubicBezTo>
                      <a:cubicBezTo>
                        <a:pt x="3" y="13"/>
                        <a:pt x="3" y="13"/>
                        <a:pt x="3" y="14"/>
                      </a:cubicBezTo>
                      <a:cubicBezTo>
                        <a:pt x="3" y="16"/>
                        <a:pt x="5" y="17"/>
                        <a:pt x="7" y="18"/>
                      </a:cubicBezTo>
                      <a:cubicBezTo>
                        <a:pt x="8" y="19"/>
                        <a:pt x="10" y="21"/>
                        <a:pt x="11" y="22"/>
                      </a:cubicBezTo>
                      <a:cubicBezTo>
                        <a:pt x="12" y="23"/>
                        <a:pt x="13" y="24"/>
                        <a:pt x="13" y="25"/>
                      </a:cubicBezTo>
                      <a:cubicBezTo>
                        <a:pt x="14" y="25"/>
                        <a:pt x="14" y="25"/>
                        <a:pt x="14" y="25"/>
                      </a:cubicBezTo>
                      <a:cubicBezTo>
                        <a:pt x="15" y="23"/>
                        <a:pt x="15" y="23"/>
                        <a:pt x="15" y="23"/>
                      </a:cubicBezTo>
                      <a:cubicBezTo>
                        <a:pt x="16" y="23"/>
                        <a:pt x="16" y="23"/>
                        <a:pt x="16" y="23"/>
                      </a:cubicBezTo>
                      <a:cubicBezTo>
                        <a:pt x="17" y="20"/>
                        <a:pt x="17" y="20"/>
                        <a:pt x="17" y="20"/>
                      </a:cubicBezTo>
                      <a:cubicBezTo>
                        <a:pt x="26" y="18"/>
                        <a:pt x="26" y="18"/>
                        <a:pt x="26" y="18"/>
                      </a:cubicBezTo>
                      <a:cubicBezTo>
                        <a:pt x="31" y="25"/>
                        <a:pt x="31" y="25"/>
                        <a:pt x="31" y="25"/>
                      </a:cubicBezTo>
                      <a:cubicBezTo>
                        <a:pt x="31" y="27"/>
                        <a:pt x="31" y="27"/>
                        <a:pt x="31" y="27"/>
                      </a:cubicBezTo>
                      <a:cubicBezTo>
                        <a:pt x="31" y="28"/>
                        <a:pt x="31" y="28"/>
                        <a:pt x="31" y="28"/>
                      </a:cubicBezTo>
                      <a:cubicBezTo>
                        <a:pt x="30" y="30"/>
                        <a:pt x="30" y="30"/>
                        <a:pt x="30" y="30"/>
                      </a:cubicBezTo>
                      <a:cubicBezTo>
                        <a:pt x="33" y="29"/>
                        <a:pt x="33" y="29"/>
                        <a:pt x="33" y="29"/>
                      </a:cubicBezTo>
                      <a:cubicBezTo>
                        <a:pt x="34" y="29"/>
                        <a:pt x="34" y="29"/>
                        <a:pt x="34" y="29"/>
                      </a:cubicBezTo>
                      <a:cubicBezTo>
                        <a:pt x="36" y="28"/>
                        <a:pt x="36" y="28"/>
                        <a:pt x="36" y="28"/>
                      </a:cubicBezTo>
                      <a:cubicBezTo>
                        <a:pt x="38" y="30"/>
                        <a:pt x="38" y="30"/>
                        <a:pt x="38" y="30"/>
                      </a:cubicBezTo>
                      <a:cubicBezTo>
                        <a:pt x="39" y="35"/>
                        <a:pt x="39" y="35"/>
                        <a:pt x="39" y="35"/>
                      </a:cubicBezTo>
                      <a:cubicBezTo>
                        <a:pt x="38" y="36"/>
                        <a:pt x="38" y="36"/>
                        <a:pt x="38" y="36"/>
                      </a:cubicBezTo>
                      <a:cubicBezTo>
                        <a:pt x="40" y="36"/>
                        <a:pt x="40" y="36"/>
                        <a:pt x="40" y="36"/>
                      </a:cubicBezTo>
                      <a:cubicBezTo>
                        <a:pt x="41" y="38"/>
                        <a:pt x="41" y="38"/>
                        <a:pt x="41" y="38"/>
                      </a:cubicBezTo>
                      <a:cubicBezTo>
                        <a:pt x="43" y="37"/>
                        <a:pt x="43" y="37"/>
                        <a:pt x="43" y="37"/>
                      </a:cubicBezTo>
                      <a:cubicBezTo>
                        <a:pt x="44" y="34"/>
                        <a:pt x="44" y="34"/>
                        <a:pt x="44" y="34"/>
                      </a:cubicBezTo>
                      <a:cubicBezTo>
                        <a:pt x="45" y="34"/>
                        <a:pt x="45" y="34"/>
                        <a:pt x="45" y="34"/>
                      </a:cubicBezTo>
                      <a:cubicBezTo>
                        <a:pt x="45" y="35"/>
                        <a:pt x="45" y="35"/>
                        <a:pt x="45" y="35"/>
                      </a:cubicBezTo>
                      <a:cubicBezTo>
                        <a:pt x="47" y="35"/>
                        <a:pt x="47" y="35"/>
                        <a:pt x="47" y="35"/>
                      </a:cubicBezTo>
                      <a:cubicBezTo>
                        <a:pt x="48" y="32"/>
                        <a:pt x="48" y="32"/>
                        <a:pt x="48" y="32"/>
                      </a:cubicBezTo>
                      <a:cubicBezTo>
                        <a:pt x="49" y="32"/>
                        <a:pt x="49" y="32"/>
                        <a:pt x="49" y="32"/>
                      </a:cubicBezTo>
                      <a:cubicBezTo>
                        <a:pt x="49" y="31"/>
                        <a:pt x="49" y="31"/>
                        <a:pt x="49" y="31"/>
                      </a:cubicBezTo>
                      <a:cubicBezTo>
                        <a:pt x="46" y="31"/>
                        <a:pt x="46" y="31"/>
                        <a:pt x="46" y="31"/>
                      </a:cubicBezTo>
                      <a:cubicBezTo>
                        <a:pt x="46" y="29"/>
                        <a:pt x="46" y="29"/>
                        <a:pt x="46" y="29"/>
                      </a:cubicBezTo>
                      <a:cubicBezTo>
                        <a:pt x="49" y="29"/>
                        <a:pt x="49" y="29"/>
                        <a:pt x="49" y="29"/>
                      </a:cubicBezTo>
                      <a:cubicBezTo>
                        <a:pt x="50" y="29"/>
                        <a:pt x="50" y="29"/>
                        <a:pt x="50" y="29"/>
                      </a:cubicBezTo>
                      <a:cubicBezTo>
                        <a:pt x="50" y="28"/>
                        <a:pt x="50" y="28"/>
                        <a:pt x="50" y="28"/>
                      </a:cubicBezTo>
                      <a:cubicBezTo>
                        <a:pt x="48" y="26"/>
                        <a:pt x="48" y="26"/>
                        <a:pt x="48" y="26"/>
                      </a:cubicBezTo>
                      <a:cubicBezTo>
                        <a:pt x="50" y="25"/>
                        <a:pt x="50" y="25"/>
                        <a:pt x="50" y="25"/>
                      </a:cubicBezTo>
                      <a:cubicBezTo>
                        <a:pt x="49" y="24"/>
                        <a:pt x="49" y="24"/>
                        <a:pt x="49" y="24"/>
                      </a:cubicBezTo>
                      <a:cubicBezTo>
                        <a:pt x="49" y="22"/>
                        <a:pt x="49" y="22"/>
                        <a:pt x="49" y="22"/>
                      </a:cubicBezTo>
                      <a:cubicBezTo>
                        <a:pt x="48" y="22"/>
                        <a:pt x="48" y="22"/>
                        <a:pt x="48" y="22"/>
                      </a:cubicBezTo>
                      <a:cubicBezTo>
                        <a:pt x="47" y="22"/>
                        <a:pt x="47" y="22"/>
                        <a:pt x="47" y="22"/>
                      </a:cubicBezTo>
                      <a:cubicBezTo>
                        <a:pt x="47" y="19"/>
                        <a:pt x="47" y="19"/>
                        <a:pt x="47" y="19"/>
                      </a:cubicBezTo>
                      <a:cubicBezTo>
                        <a:pt x="48" y="18"/>
                        <a:pt x="48" y="18"/>
                        <a:pt x="48" y="18"/>
                      </a:cubicBezTo>
                      <a:cubicBezTo>
                        <a:pt x="48" y="16"/>
                        <a:pt x="48" y="16"/>
                        <a:pt x="48" y="16"/>
                      </a:cubicBezTo>
                      <a:lnTo>
                        <a:pt x="46" y="14"/>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1" name="Freeform 910">
                  <a:extLst>
                    <a:ext uri="{FF2B5EF4-FFF2-40B4-BE49-F238E27FC236}">
                      <a16:creationId xmlns:a16="http://schemas.microsoft.com/office/drawing/2014/main" id="{B8FED71C-7CB1-51F6-B71F-F3AE7CF2822A}"/>
                    </a:ext>
                  </a:extLst>
                </p:cNvPr>
                <p:cNvSpPr>
                  <a:spLocks/>
                </p:cNvSpPr>
                <p:nvPr/>
              </p:nvSpPr>
              <p:spPr bwMode="auto">
                <a:xfrm>
                  <a:off x="5280025" y="4575175"/>
                  <a:ext cx="128587" cy="187325"/>
                </a:xfrm>
                <a:custGeom>
                  <a:avLst/>
                  <a:gdLst>
                    <a:gd name="T0" fmla="*/ 17 w 31"/>
                    <a:gd name="T1" fmla="*/ 0 h 45"/>
                    <a:gd name="T2" fmla="*/ 3 w 31"/>
                    <a:gd name="T3" fmla="*/ 0 h 45"/>
                    <a:gd name="T4" fmla="*/ 3 w 31"/>
                    <a:gd name="T5" fmla="*/ 3 h 45"/>
                    <a:gd name="T6" fmla="*/ 4 w 31"/>
                    <a:gd name="T7" fmla="*/ 4 h 45"/>
                    <a:gd name="T8" fmla="*/ 3 w 31"/>
                    <a:gd name="T9" fmla="*/ 6 h 45"/>
                    <a:gd name="T10" fmla="*/ 4 w 31"/>
                    <a:gd name="T11" fmla="*/ 9 h 45"/>
                    <a:gd name="T12" fmla="*/ 4 w 31"/>
                    <a:gd name="T13" fmla="*/ 11 h 45"/>
                    <a:gd name="T14" fmla="*/ 4 w 31"/>
                    <a:gd name="T15" fmla="*/ 13 h 45"/>
                    <a:gd name="T16" fmla="*/ 3 w 31"/>
                    <a:gd name="T17" fmla="*/ 14 h 45"/>
                    <a:gd name="T18" fmla="*/ 5 w 31"/>
                    <a:gd name="T19" fmla="*/ 16 h 45"/>
                    <a:gd name="T20" fmla="*/ 5 w 31"/>
                    <a:gd name="T21" fmla="*/ 20 h 45"/>
                    <a:gd name="T22" fmla="*/ 3 w 31"/>
                    <a:gd name="T23" fmla="*/ 22 h 45"/>
                    <a:gd name="T24" fmla="*/ 2 w 31"/>
                    <a:gd name="T25" fmla="*/ 26 h 45"/>
                    <a:gd name="T26" fmla="*/ 0 w 31"/>
                    <a:gd name="T27" fmla="*/ 29 h 45"/>
                    <a:gd name="T28" fmla="*/ 0 w 31"/>
                    <a:gd name="T29" fmla="*/ 32 h 45"/>
                    <a:gd name="T30" fmla="*/ 2 w 31"/>
                    <a:gd name="T31" fmla="*/ 37 h 45"/>
                    <a:gd name="T32" fmla="*/ 4 w 31"/>
                    <a:gd name="T33" fmla="*/ 37 h 45"/>
                    <a:gd name="T34" fmla="*/ 4 w 31"/>
                    <a:gd name="T35" fmla="*/ 39 h 45"/>
                    <a:gd name="T36" fmla="*/ 4 w 31"/>
                    <a:gd name="T37" fmla="*/ 41 h 45"/>
                    <a:gd name="T38" fmla="*/ 1 w 31"/>
                    <a:gd name="T39" fmla="*/ 41 h 45"/>
                    <a:gd name="T40" fmla="*/ 3 w 31"/>
                    <a:gd name="T41" fmla="*/ 42 h 45"/>
                    <a:gd name="T42" fmla="*/ 6 w 31"/>
                    <a:gd name="T43" fmla="*/ 42 h 45"/>
                    <a:gd name="T44" fmla="*/ 6 w 31"/>
                    <a:gd name="T45" fmla="*/ 42 h 45"/>
                    <a:gd name="T46" fmla="*/ 11 w 31"/>
                    <a:gd name="T47" fmla="*/ 43 h 45"/>
                    <a:gd name="T48" fmla="*/ 15 w 31"/>
                    <a:gd name="T49" fmla="*/ 41 h 45"/>
                    <a:gd name="T50" fmla="*/ 19 w 31"/>
                    <a:gd name="T51" fmla="*/ 40 h 45"/>
                    <a:gd name="T52" fmla="*/ 21 w 31"/>
                    <a:gd name="T53" fmla="*/ 39 h 45"/>
                    <a:gd name="T54" fmla="*/ 28 w 31"/>
                    <a:gd name="T55" fmla="*/ 37 h 45"/>
                    <a:gd name="T56" fmla="*/ 29 w 31"/>
                    <a:gd name="T57" fmla="*/ 37 h 45"/>
                    <a:gd name="T58" fmla="*/ 31 w 31"/>
                    <a:gd name="T59" fmla="*/ 35 h 45"/>
                    <a:gd name="T60" fmla="*/ 31 w 31"/>
                    <a:gd name="T61" fmla="*/ 35 h 45"/>
                    <a:gd name="T62" fmla="*/ 26 w 31"/>
                    <a:gd name="T63" fmla="*/ 30 h 45"/>
                    <a:gd name="T64" fmla="*/ 26 w 31"/>
                    <a:gd name="T65" fmla="*/ 29 h 45"/>
                    <a:gd name="T66" fmla="*/ 26 w 31"/>
                    <a:gd name="T67" fmla="*/ 28 h 45"/>
                    <a:gd name="T68" fmla="*/ 27 w 31"/>
                    <a:gd name="T69" fmla="*/ 26 h 45"/>
                    <a:gd name="T70" fmla="*/ 26 w 31"/>
                    <a:gd name="T71" fmla="*/ 24 h 45"/>
                    <a:gd name="T72" fmla="*/ 27 w 31"/>
                    <a:gd name="T73" fmla="*/ 23 h 45"/>
                    <a:gd name="T74" fmla="*/ 26 w 31"/>
                    <a:gd name="T75" fmla="*/ 20 h 45"/>
                    <a:gd name="T76" fmla="*/ 27 w 31"/>
                    <a:gd name="T77" fmla="*/ 19 h 45"/>
                    <a:gd name="T78" fmla="*/ 25 w 31"/>
                    <a:gd name="T79" fmla="*/ 16 h 45"/>
                    <a:gd name="T80" fmla="*/ 26 w 31"/>
                    <a:gd name="T81" fmla="*/ 15 h 45"/>
                    <a:gd name="T82" fmla="*/ 26 w 31"/>
                    <a:gd name="T83" fmla="*/ 11 h 45"/>
                    <a:gd name="T84" fmla="*/ 24 w 31"/>
                    <a:gd name="T85" fmla="*/ 11 h 45"/>
                    <a:gd name="T86" fmla="*/ 25 w 31"/>
                    <a:gd name="T87" fmla="*/ 9 h 45"/>
                    <a:gd name="T88" fmla="*/ 25 w 31"/>
                    <a:gd name="T89" fmla="*/ 5 h 45"/>
                    <a:gd name="T90" fmla="*/ 22 w 31"/>
                    <a:gd name="T91" fmla="*/ 3 h 45"/>
                    <a:gd name="T92" fmla="*/ 22 w 31"/>
                    <a:gd name="T93" fmla="*/ 1 h 45"/>
                    <a:gd name="T94" fmla="*/ 22 w 31"/>
                    <a:gd name="T95" fmla="*/ 0 h 45"/>
                    <a:gd name="T96" fmla="*/ 18 w 31"/>
                    <a:gd name="T97" fmla="*/ 0 h 45"/>
                    <a:gd name="T98" fmla="*/ 17 w 31"/>
                    <a:gd name="T9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45">
                      <a:moveTo>
                        <a:pt x="17" y="0"/>
                      </a:moveTo>
                      <a:cubicBezTo>
                        <a:pt x="3" y="0"/>
                        <a:pt x="3" y="0"/>
                        <a:pt x="3" y="0"/>
                      </a:cubicBezTo>
                      <a:cubicBezTo>
                        <a:pt x="3" y="3"/>
                        <a:pt x="3" y="3"/>
                        <a:pt x="3" y="3"/>
                      </a:cubicBezTo>
                      <a:cubicBezTo>
                        <a:pt x="4" y="4"/>
                        <a:pt x="4" y="4"/>
                        <a:pt x="4" y="4"/>
                      </a:cubicBezTo>
                      <a:cubicBezTo>
                        <a:pt x="3" y="6"/>
                        <a:pt x="3" y="6"/>
                        <a:pt x="3" y="6"/>
                      </a:cubicBezTo>
                      <a:cubicBezTo>
                        <a:pt x="4" y="9"/>
                        <a:pt x="4" y="9"/>
                        <a:pt x="4" y="9"/>
                      </a:cubicBezTo>
                      <a:cubicBezTo>
                        <a:pt x="4" y="11"/>
                        <a:pt x="4" y="11"/>
                        <a:pt x="4" y="11"/>
                      </a:cubicBezTo>
                      <a:cubicBezTo>
                        <a:pt x="4" y="13"/>
                        <a:pt x="4" y="13"/>
                        <a:pt x="4" y="13"/>
                      </a:cubicBezTo>
                      <a:cubicBezTo>
                        <a:pt x="3" y="14"/>
                        <a:pt x="3" y="14"/>
                        <a:pt x="3" y="14"/>
                      </a:cubicBezTo>
                      <a:cubicBezTo>
                        <a:pt x="5" y="16"/>
                        <a:pt x="5" y="16"/>
                        <a:pt x="5" y="16"/>
                      </a:cubicBezTo>
                      <a:cubicBezTo>
                        <a:pt x="5" y="20"/>
                        <a:pt x="5" y="20"/>
                        <a:pt x="5" y="20"/>
                      </a:cubicBezTo>
                      <a:cubicBezTo>
                        <a:pt x="3" y="22"/>
                        <a:pt x="3" y="22"/>
                        <a:pt x="3" y="22"/>
                      </a:cubicBezTo>
                      <a:cubicBezTo>
                        <a:pt x="2" y="26"/>
                        <a:pt x="2" y="26"/>
                        <a:pt x="2" y="26"/>
                      </a:cubicBezTo>
                      <a:cubicBezTo>
                        <a:pt x="0" y="29"/>
                        <a:pt x="0" y="29"/>
                        <a:pt x="0" y="29"/>
                      </a:cubicBezTo>
                      <a:cubicBezTo>
                        <a:pt x="0" y="32"/>
                        <a:pt x="0" y="32"/>
                        <a:pt x="0" y="32"/>
                      </a:cubicBezTo>
                      <a:cubicBezTo>
                        <a:pt x="2" y="37"/>
                        <a:pt x="2" y="37"/>
                        <a:pt x="2" y="37"/>
                      </a:cubicBezTo>
                      <a:cubicBezTo>
                        <a:pt x="4" y="37"/>
                        <a:pt x="4" y="37"/>
                        <a:pt x="4" y="37"/>
                      </a:cubicBezTo>
                      <a:cubicBezTo>
                        <a:pt x="4" y="39"/>
                        <a:pt x="4" y="39"/>
                        <a:pt x="4" y="39"/>
                      </a:cubicBezTo>
                      <a:cubicBezTo>
                        <a:pt x="4" y="41"/>
                        <a:pt x="4" y="41"/>
                        <a:pt x="4" y="41"/>
                      </a:cubicBezTo>
                      <a:cubicBezTo>
                        <a:pt x="1" y="41"/>
                        <a:pt x="1" y="41"/>
                        <a:pt x="1" y="41"/>
                      </a:cubicBezTo>
                      <a:cubicBezTo>
                        <a:pt x="2" y="42"/>
                        <a:pt x="2" y="42"/>
                        <a:pt x="3" y="42"/>
                      </a:cubicBezTo>
                      <a:cubicBezTo>
                        <a:pt x="4" y="42"/>
                        <a:pt x="5" y="42"/>
                        <a:pt x="6" y="42"/>
                      </a:cubicBezTo>
                      <a:cubicBezTo>
                        <a:pt x="6" y="42"/>
                        <a:pt x="6" y="42"/>
                        <a:pt x="6" y="42"/>
                      </a:cubicBezTo>
                      <a:cubicBezTo>
                        <a:pt x="8" y="43"/>
                        <a:pt x="9" y="45"/>
                        <a:pt x="11" y="43"/>
                      </a:cubicBezTo>
                      <a:cubicBezTo>
                        <a:pt x="12" y="42"/>
                        <a:pt x="14" y="43"/>
                        <a:pt x="15" y="41"/>
                      </a:cubicBezTo>
                      <a:cubicBezTo>
                        <a:pt x="16" y="41"/>
                        <a:pt x="18" y="41"/>
                        <a:pt x="19" y="40"/>
                      </a:cubicBezTo>
                      <a:cubicBezTo>
                        <a:pt x="20" y="40"/>
                        <a:pt x="20" y="39"/>
                        <a:pt x="21" y="39"/>
                      </a:cubicBezTo>
                      <a:cubicBezTo>
                        <a:pt x="23" y="38"/>
                        <a:pt x="25" y="36"/>
                        <a:pt x="28" y="37"/>
                      </a:cubicBezTo>
                      <a:cubicBezTo>
                        <a:pt x="28" y="37"/>
                        <a:pt x="29" y="37"/>
                        <a:pt x="29" y="37"/>
                      </a:cubicBezTo>
                      <a:cubicBezTo>
                        <a:pt x="29" y="35"/>
                        <a:pt x="30" y="35"/>
                        <a:pt x="31" y="35"/>
                      </a:cubicBezTo>
                      <a:cubicBezTo>
                        <a:pt x="31" y="35"/>
                        <a:pt x="31" y="35"/>
                        <a:pt x="31" y="35"/>
                      </a:cubicBezTo>
                      <a:cubicBezTo>
                        <a:pt x="26" y="30"/>
                        <a:pt x="26" y="30"/>
                        <a:pt x="26" y="30"/>
                      </a:cubicBezTo>
                      <a:cubicBezTo>
                        <a:pt x="26" y="29"/>
                        <a:pt x="26" y="29"/>
                        <a:pt x="26" y="29"/>
                      </a:cubicBezTo>
                      <a:cubicBezTo>
                        <a:pt x="26" y="29"/>
                        <a:pt x="26" y="28"/>
                        <a:pt x="26" y="28"/>
                      </a:cubicBezTo>
                      <a:cubicBezTo>
                        <a:pt x="26" y="27"/>
                        <a:pt x="27" y="26"/>
                        <a:pt x="27" y="26"/>
                      </a:cubicBezTo>
                      <a:cubicBezTo>
                        <a:pt x="27" y="26"/>
                        <a:pt x="26" y="24"/>
                        <a:pt x="26" y="24"/>
                      </a:cubicBezTo>
                      <a:cubicBezTo>
                        <a:pt x="26" y="24"/>
                        <a:pt x="27" y="23"/>
                        <a:pt x="27" y="23"/>
                      </a:cubicBezTo>
                      <a:cubicBezTo>
                        <a:pt x="26" y="20"/>
                        <a:pt x="26" y="20"/>
                        <a:pt x="26" y="20"/>
                      </a:cubicBezTo>
                      <a:cubicBezTo>
                        <a:pt x="27" y="19"/>
                        <a:pt x="27" y="19"/>
                        <a:pt x="27" y="19"/>
                      </a:cubicBezTo>
                      <a:cubicBezTo>
                        <a:pt x="25" y="16"/>
                        <a:pt x="25" y="16"/>
                        <a:pt x="25" y="16"/>
                      </a:cubicBezTo>
                      <a:cubicBezTo>
                        <a:pt x="26" y="15"/>
                        <a:pt x="26" y="15"/>
                        <a:pt x="26" y="15"/>
                      </a:cubicBezTo>
                      <a:cubicBezTo>
                        <a:pt x="26" y="11"/>
                        <a:pt x="26" y="11"/>
                        <a:pt x="26" y="11"/>
                      </a:cubicBezTo>
                      <a:cubicBezTo>
                        <a:pt x="26" y="11"/>
                        <a:pt x="24" y="11"/>
                        <a:pt x="24" y="11"/>
                      </a:cubicBezTo>
                      <a:cubicBezTo>
                        <a:pt x="24" y="11"/>
                        <a:pt x="25" y="9"/>
                        <a:pt x="25" y="9"/>
                      </a:cubicBezTo>
                      <a:cubicBezTo>
                        <a:pt x="25" y="5"/>
                        <a:pt x="25" y="5"/>
                        <a:pt x="25" y="5"/>
                      </a:cubicBezTo>
                      <a:cubicBezTo>
                        <a:pt x="25" y="5"/>
                        <a:pt x="22" y="3"/>
                        <a:pt x="22" y="3"/>
                      </a:cubicBezTo>
                      <a:cubicBezTo>
                        <a:pt x="22" y="3"/>
                        <a:pt x="22" y="1"/>
                        <a:pt x="22" y="1"/>
                      </a:cubicBezTo>
                      <a:cubicBezTo>
                        <a:pt x="22" y="0"/>
                        <a:pt x="22" y="0"/>
                        <a:pt x="22" y="0"/>
                      </a:cubicBezTo>
                      <a:cubicBezTo>
                        <a:pt x="18" y="0"/>
                        <a:pt x="18" y="0"/>
                        <a:pt x="18" y="0"/>
                      </a:cubicBezTo>
                      <a:lnTo>
                        <a:pt x="17" y="0"/>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2" name="Freeform 911">
                  <a:extLst>
                    <a:ext uri="{FF2B5EF4-FFF2-40B4-BE49-F238E27FC236}">
                      <a16:creationId xmlns:a16="http://schemas.microsoft.com/office/drawing/2014/main" id="{72235821-5CFD-79C4-E528-6689BFDDD487}"/>
                    </a:ext>
                  </a:extLst>
                </p:cNvPr>
                <p:cNvSpPr>
                  <a:spLocks/>
                </p:cNvSpPr>
                <p:nvPr/>
              </p:nvSpPr>
              <p:spPr bwMode="auto">
                <a:xfrm>
                  <a:off x="4900613" y="4495800"/>
                  <a:ext cx="84137" cy="20638"/>
                </a:xfrm>
                <a:custGeom>
                  <a:avLst/>
                  <a:gdLst>
                    <a:gd name="T0" fmla="*/ 6 w 20"/>
                    <a:gd name="T1" fmla="*/ 3 h 5"/>
                    <a:gd name="T2" fmla="*/ 10 w 20"/>
                    <a:gd name="T3" fmla="*/ 3 h 5"/>
                    <a:gd name="T4" fmla="*/ 11 w 20"/>
                    <a:gd name="T5" fmla="*/ 1 h 5"/>
                    <a:gd name="T6" fmla="*/ 16 w 20"/>
                    <a:gd name="T7" fmla="*/ 4 h 5"/>
                    <a:gd name="T8" fmla="*/ 20 w 20"/>
                    <a:gd name="T9" fmla="*/ 3 h 5"/>
                    <a:gd name="T10" fmla="*/ 19 w 20"/>
                    <a:gd name="T11" fmla="*/ 1 h 5"/>
                    <a:gd name="T12" fmla="*/ 16 w 20"/>
                    <a:gd name="T13" fmla="*/ 3 h 5"/>
                    <a:gd name="T14" fmla="*/ 11 w 20"/>
                    <a:gd name="T15" fmla="*/ 0 h 5"/>
                    <a:gd name="T16" fmla="*/ 9 w 20"/>
                    <a:gd name="T17" fmla="*/ 0 h 5"/>
                    <a:gd name="T18" fmla="*/ 8 w 20"/>
                    <a:gd name="T19" fmla="*/ 2 h 5"/>
                    <a:gd name="T20" fmla="*/ 2 w 20"/>
                    <a:gd name="T21" fmla="*/ 2 h 5"/>
                    <a:gd name="T22" fmla="*/ 1 w 20"/>
                    <a:gd name="T23" fmla="*/ 2 h 5"/>
                    <a:gd name="T24" fmla="*/ 1 w 20"/>
                    <a:gd name="T25" fmla="*/ 5 h 5"/>
                    <a:gd name="T26" fmla="*/ 6 w 20"/>
                    <a:gd name="T27" fmla="*/ 5 h 5"/>
                    <a:gd name="T28" fmla="*/ 6 w 20"/>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5">
                      <a:moveTo>
                        <a:pt x="6" y="3"/>
                      </a:moveTo>
                      <a:cubicBezTo>
                        <a:pt x="10" y="3"/>
                        <a:pt x="10" y="3"/>
                        <a:pt x="10" y="3"/>
                      </a:cubicBezTo>
                      <a:cubicBezTo>
                        <a:pt x="11" y="1"/>
                        <a:pt x="11" y="1"/>
                        <a:pt x="11" y="1"/>
                      </a:cubicBezTo>
                      <a:cubicBezTo>
                        <a:pt x="16" y="4"/>
                        <a:pt x="16" y="4"/>
                        <a:pt x="16" y="4"/>
                      </a:cubicBezTo>
                      <a:cubicBezTo>
                        <a:pt x="20" y="3"/>
                        <a:pt x="20" y="3"/>
                        <a:pt x="20" y="3"/>
                      </a:cubicBezTo>
                      <a:cubicBezTo>
                        <a:pt x="19" y="1"/>
                        <a:pt x="19" y="1"/>
                        <a:pt x="19" y="1"/>
                      </a:cubicBezTo>
                      <a:cubicBezTo>
                        <a:pt x="16" y="3"/>
                        <a:pt x="16" y="3"/>
                        <a:pt x="16" y="3"/>
                      </a:cubicBezTo>
                      <a:cubicBezTo>
                        <a:pt x="11" y="0"/>
                        <a:pt x="11" y="0"/>
                        <a:pt x="11" y="0"/>
                      </a:cubicBezTo>
                      <a:cubicBezTo>
                        <a:pt x="9" y="0"/>
                        <a:pt x="9" y="0"/>
                        <a:pt x="9" y="0"/>
                      </a:cubicBezTo>
                      <a:cubicBezTo>
                        <a:pt x="8" y="2"/>
                        <a:pt x="8" y="2"/>
                        <a:pt x="8" y="2"/>
                      </a:cubicBezTo>
                      <a:cubicBezTo>
                        <a:pt x="2" y="2"/>
                        <a:pt x="2" y="2"/>
                        <a:pt x="2" y="2"/>
                      </a:cubicBezTo>
                      <a:cubicBezTo>
                        <a:pt x="1" y="2"/>
                        <a:pt x="1" y="2"/>
                        <a:pt x="1" y="2"/>
                      </a:cubicBezTo>
                      <a:cubicBezTo>
                        <a:pt x="1" y="3"/>
                        <a:pt x="0" y="4"/>
                        <a:pt x="1" y="5"/>
                      </a:cubicBezTo>
                      <a:cubicBezTo>
                        <a:pt x="6" y="5"/>
                        <a:pt x="6" y="5"/>
                        <a:pt x="6" y="5"/>
                      </a:cubicBezTo>
                      <a:lnTo>
                        <a:pt x="6" y="3"/>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3" name="Freeform 912">
                  <a:extLst>
                    <a:ext uri="{FF2B5EF4-FFF2-40B4-BE49-F238E27FC236}">
                      <a16:creationId xmlns:a16="http://schemas.microsoft.com/office/drawing/2014/main" id="{FA64E597-F56F-AA13-BB8B-7D8C6583E850}"/>
                    </a:ext>
                  </a:extLst>
                </p:cNvPr>
                <p:cNvSpPr>
                  <a:spLocks/>
                </p:cNvSpPr>
                <p:nvPr/>
              </p:nvSpPr>
              <p:spPr bwMode="auto">
                <a:xfrm>
                  <a:off x="5629275" y="4826000"/>
                  <a:ext cx="153987" cy="174625"/>
                </a:xfrm>
                <a:custGeom>
                  <a:avLst/>
                  <a:gdLst>
                    <a:gd name="T0" fmla="*/ 18 w 37"/>
                    <a:gd name="T1" fmla="*/ 41 h 42"/>
                    <a:gd name="T2" fmla="*/ 19 w 37"/>
                    <a:gd name="T3" fmla="*/ 38 h 42"/>
                    <a:gd name="T4" fmla="*/ 19 w 37"/>
                    <a:gd name="T5" fmla="*/ 36 h 42"/>
                    <a:gd name="T6" fmla="*/ 17 w 37"/>
                    <a:gd name="T7" fmla="*/ 32 h 42"/>
                    <a:gd name="T8" fmla="*/ 20 w 37"/>
                    <a:gd name="T9" fmla="*/ 32 h 42"/>
                    <a:gd name="T10" fmla="*/ 23 w 37"/>
                    <a:gd name="T11" fmla="*/ 32 h 42"/>
                    <a:gd name="T12" fmla="*/ 23 w 37"/>
                    <a:gd name="T13" fmla="*/ 28 h 42"/>
                    <a:gd name="T14" fmla="*/ 27 w 37"/>
                    <a:gd name="T15" fmla="*/ 32 h 42"/>
                    <a:gd name="T16" fmla="*/ 32 w 37"/>
                    <a:gd name="T17" fmla="*/ 30 h 42"/>
                    <a:gd name="T18" fmla="*/ 34 w 37"/>
                    <a:gd name="T19" fmla="*/ 32 h 42"/>
                    <a:gd name="T20" fmla="*/ 35 w 37"/>
                    <a:gd name="T21" fmla="*/ 31 h 42"/>
                    <a:gd name="T22" fmla="*/ 37 w 37"/>
                    <a:gd name="T23" fmla="*/ 27 h 42"/>
                    <a:gd name="T24" fmla="*/ 36 w 37"/>
                    <a:gd name="T25" fmla="*/ 24 h 42"/>
                    <a:gd name="T26" fmla="*/ 37 w 37"/>
                    <a:gd name="T27" fmla="*/ 20 h 42"/>
                    <a:gd name="T28" fmla="*/ 35 w 37"/>
                    <a:gd name="T29" fmla="*/ 19 h 42"/>
                    <a:gd name="T30" fmla="*/ 33 w 37"/>
                    <a:gd name="T31" fmla="*/ 17 h 42"/>
                    <a:gd name="T32" fmla="*/ 33 w 37"/>
                    <a:gd name="T33" fmla="*/ 13 h 42"/>
                    <a:gd name="T34" fmla="*/ 35 w 37"/>
                    <a:gd name="T35" fmla="*/ 6 h 42"/>
                    <a:gd name="T36" fmla="*/ 28 w 37"/>
                    <a:gd name="T37" fmla="*/ 7 h 42"/>
                    <a:gd name="T38" fmla="*/ 28 w 37"/>
                    <a:gd name="T39" fmla="*/ 5 h 42"/>
                    <a:gd name="T40" fmla="*/ 29 w 37"/>
                    <a:gd name="T41" fmla="*/ 1 h 42"/>
                    <a:gd name="T42" fmla="*/ 16 w 37"/>
                    <a:gd name="T43" fmla="*/ 0 h 42"/>
                    <a:gd name="T44" fmla="*/ 15 w 37"/>
                    <a:gd name="T45" fmla="*/ 9 h 42"/>
                    <a:gd name="T46" fmla="*/ 4 w 37"/>
                    <a:gd name="T47" fmla="*/ 9 h 42"/>
                    <a:gd name="T48" fmla="*/ 4 w 37"/>
                    <a:gd name="T49" fmla="*/ 11 h 42"/>
                    <a:gd name="T50" fmla="*/ 3 w 37"/>
                    <a:gd name="T51" fmla="*/ 14 h 42"/>
                    <a:gd name="T52" fmla="*/ 4 w 37"/>
                    <a:gd name="T53" fmla="*/ 15 h 42"/>
                    <a:gd name="T54" fmla="*/ 1 w 37"/>
                    <a:gd name="T55" fmla="*/ 22 h 42"/>
                    <a:gd name="T56" fmla="*/ 2 w 37"/>
                    <a:gd name="T57" fmla="*/ 24 h 42"/>
                    <a:gd name="T58" fmla="*/ 3 w 37"/>
                    <a:gd name="T59" fmla="*/ 30 h 42"/>
                    <a:gd name="T60" fmla="*/ 9 w 37"/>
                    <a:gd name="T61" fmla="*/ 37 h 42"/>
                    <a:gd name="T62" fmla="*/ 14 w 37"/>
                    <a:gd name="T63" fmla="*/ 42 h 42"/>
                    <a:gd name="T64" fmla="*/ 18 w 37"/>
                    <a:gd name="T65"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 h="42">
                      <a:moveTo>
                        <a:pt x="18" y="41"/>
                      </a:moveTo>
                      <a:cubicBezTo>
                        <a:pt x="18" y="41"/>
                        <a:pt x="18" y="41"/>
                        <a:pt x="18" y="41"/>
                      </a:cubicBezTo>
                      <a:cubicBezTo>
                        <a:pt x="19" y="40"/>
                        <a:pt x="19" y="40"/>
                        <a:pt x="19" y="40"/>
                      </a:cubicBezTo>
                      <a:cubicBezTo>
                        <a:pt x="19" y="38"/>
                        <a:pt x="19" y="38"/>
                        <a:pt x="19" y="38"/>
                      </a:cubicBezTo>
                      <a:cubicBezTo>
                        <a:pt x="18" y="37"/>
                        <a:pt x="18" y="37"/>
                        <a:pt x="18" y="37"/>
                      </a:cubicBezTo>
                      <a:cubicBezTo>
                        <a:pt x="19" y="36"/>
                        <a:pt x="19" y="36"/>
                        <a:pt x="19" y="36"/>
                      </a:cubicBezTo>
                      <a:cubicBezTo>
                        <a:pt x="17" y="35"/>
                        <a:pt x="17" y="35"/>
                        <a:pt x="17" y="35"/>
                      </a:cubicBezTo>
                      <a:cubicBezTo>
                        <a:pt x="17" y="32"/>
                        <a:pt x="17" y="32"/>
                        <a:pt x="17" y="32"/>
                      </a:cubicBezTo>
                      <a:cubicBezTo>
                        <a:pt x="18" y="33"/>
                        <a:pt x="18" y="33"/>
                        <a:pt x="18" y="33"/>
                      </a:cubicBezTo>
                      <a:cubicBezTo>
                        <a:pt x="20" y="32"/>
                        <a:pt x="20" y="32"/>
                        <a:pt x="20" y="32"/>
                      </a:cubicBezTo>
                      <a:cubicBezTo>
                        <a:pt x="21" y="32"/>
                        <a:pt x="21" y="32"/>
                        <a:pt x="21" y="32"/>
                      </a:cubicBezTo>
                      <a:cubicBezTo>
                        <a:pt x="23" y="32"/>
                        <a:pt x="23" y="32"/>
                        <a:pt x="23" y="32"/>
                      </a:cubicBezTo>
                      <a:cubicBezTo>
                        <a:pt x="23" y="30"/>
                        <a:pt x="23" y="30"/>
                        <a:pt x="23" y="30"/>
                      </a:cubicBezTo>
                      <a:cubicBezTo>
                        <a:pt x="23" y="28"/>
                        <a:pt x="23" y="28"/>
                        <a:pt x="23" y="28"/>
                      </a:cubicBezTo>
                      <a:cubicBezTo>
                        <a:pt x="25" y="28"/>
                        <a:pt x="25" y="28"/>
                        <a:pt x="25" y="28"/>
                      </a:cubicBezTo>
                      <a:cubicBezTo>
                        <a:pt x="27" y="32"/>
                        <a:pt x="27" y="32"/>
                        <a:pt x="27" y="32"/>
                      </a:cubicBezTo>
                      <a:cubicBezTo>
                        <a:pt x="30" y="32"/>
                        <a:pt x="30" y="32"/>
                        <a:pt x="30" y="32"/>
                      </a:cubicBezTo>
                      <a:cubicBezTo>
                        <a:pt x="32" y="30"/>
                        <a:pt x="32" y="30"/>
                        <a:pt x="32" y="30"/>
                      </a:cubicBezTo>
                      <a:cubicBezTo>
                        <a:pt x="33" y="33"/>
                        <a:pt x="33" y="33"/>
                        <a:pt x="33" y="33"/>
                      </a:cubicBezTo>
                      <a:cubicBezTo>
                        <a:pt x="34" y="32"/>
                        <a:pt x="34" y="32"/>
                        <a:pt x="34" y="32"/>
                      </a:cubicBezTo>
                      <a:cubicBezTo>
                        <a:pt x="35" y="32"/>
                        <a:pt x="35" y="32"/>
                        <a:pt x="35" y="32"/>
                      </a:cubicBezTo>
                      <a:cubicBezTo>
                        <a:pt x="35" y="32"/>
                        <a:pt x="35" y="31"/>
                        <a:pt x="35" y="31"/>
                      </a:cubicBezTo>
                      <a:cubicBezTo>
                        <a:pt x="35" y="31"/>
                        <a:pt x="35" y="30"/>
                        <a:pt x="35" y="30"/>
                      </a:cubicBezTo>
                      <a:cubicBezTo>
                        <a:pt x="37" y="27"/>
                        <a:pt x="37" y="27"/>
                        <a:pt x="37" y="27"/>
                      </a:cubicBezTo>
                      <a:cubicBezTo>
                        <a:pt x="37" y="25"/>
                        <a:pt x="37" y="25"/>
                        <a:pt x="37" y="25"/>
                      </a:cubicBezTo>
                      <a:cubicBezTo>
                        <a:pt x="37" y="25"/>
                        <a:pt x="36" y="24"/>
                        <a:pt x="36" y="24"/>
                      </a:cubicBezTo>
                      <a:cubicBezTo>
                        <a:pt x="36" y="24"/>
                        <a:pt x="37" y="22"/>
                        <a:pt x="37" y="22"/>
                      </a:cubicBezTo>
                      <a:cubicBezTo>
                        <a:pt x="37" y="22"/>
                        <a:pt x="37" y="20"/>
                        <a:pt x="37" y="20"/>
                      </a:cubicBezTo>
                      <a:cubicBezTo>
                        <a:pt x="36" y="19"/>
                        <a:pt x="36" y="19"/>
                        <a:pt x="36" y="19"/>
                      </a:cubicBezTo>
                      <a:cubicBezTo>
                        <a:pt x="35" y="19"/>
                        <a:pt x="35" y="19"/>
                        <a:pt x="35" y="19"/>
                      </a:cubicBezTo>
                      <a:cubicBezTo>
                        <a:pt x="34" y="17"/>
                        <a:pt x="34" y="17"/>
                        <a:pt x="34" y="17"/>
                      </a:cubicBezTo>
                      <a:cubicBezTo>
                        <a:pt x="33" y="17"/>
                        <a:pt x="33" y="17"/>
                        <a:pt x="33" y="17"/>
                      </a:cubicBezTo>
                      <a:cubicBezTo>
                        <a:pt x="33" y="15"/>
                        <a:pt x="33" y="15"/>
                        <a:pt x="33" y="15"/>
                      </a:cubicBezTo>
                      <a:cubicBezTo>
                        <a:pt x="33" y="13"/>
                        <a:pt x="33" y="13"/>
                        <a:pt x="33" y="13"/>
                      </a:cubicBezTo>
                      <a:cubicBezTo>
                        <a:pt x="37" y="10"/>
                        <a:pt x="37" y="10"/>
                        <a:pt x="37" y="10"/>
                      </a:cubicBezTo>
                      <a:cubicBezTo>
                        <a:pt x="35" y="6"/>
                        <a:pt x="35" y="6"/>
                        <a:pt x="35" y="6"/>
                      </a:cubicBezTo>
                      <a:cubicBezTo>
                        <a:pt x="28" y="8"/>
                        <a:pt x="28" y="8"/>
                        <a:pt x="28" y="8"/>
                      </a:cubicBezTo>
                      <a:cubicBezTo>
                        <a:pt x="28" y="7"/>
                        <a:pt x="28" y="7"/>
                        <a:pt x="28" y="7"/>
                      </a:cubicBezTo>
                      <a:cubicBezTo>
                        <a:pt x="29" y="6"/>
                        <a:pt x="29" y="6"/>
                        <a:pt x="29" y="6"/>
                      </a:cubicBezTo>
                      <a:cubicBezTo>
                        <a:pt x="28" y="5"/>
                        <a:pt x="28" y="5"/>
                        <a:pt x="28" y="5"/>
                      </a:cubicBezTo>
                      <a:cubicBezTo>
                        <a:pt x="28" y="3"/>
                        <a:pt x="28" y="3"/>
                        <a:pt x="28" y="3"/>
                      </a:cubicBezTo>
                      <a:cubicBezTo>
                        <a:pt x="29" y="1"/>
                        <a:pt x="29" y="1"/>
                        <a:pt x="29" y="1"/>
                      </a:cubicBezTo>
                      <a:cubicBezTo>
                        <a:pt x="28" y="0"/>
                        <a:pt x="28" y="0"/>
                        <a:pt x="28" y="0"/>
                      </a:cubicBezTo>
                      <a:cubicBezTo>
                        <a:pt x="16" y="0"/>
                        <a:pt x="16" y="0"/>
                        <a:pt x="16" y="0"/>
                      </a:cubicBezTo>
                      <a:cubicBezTo>
                        <a:pt x="15" y="1"/>
                        <a:pt x="15" y="1"/>
                        <a:pt x="15" y="1"/>
                      </a:cubicBezTo>
                      <a:cubicBezTo>
                        <a:pt x="15" y="9"/>
                        <a:pt x="15" y="9"/>
                        <a:pt x="15" y="9"/>
                      </a:cubicBezTo>
                      <a:cubicBezTo>
                        <a:pt x="3" y="9"/>
                        <a:pt x="3" y="9"/>
                        <a:pt x="3" y="9"/>
                      </a:cubicBezTo>
                      <a:cubicBezTo>
                        <a:pt x="3" y="9"/>
                        <a:pt x="3" y="9"/>
                        <a:pt x="4" y="9"/>
                      </a:cubicBezTo>
                      <a:cubicBezTo>
                        <a:pt x="4" y="9"/>
                        <a:pt x="4" y="9"/>
                        <a:pt x="4" y="9"/>
                      </a:cubicBezTo>
                      <a:cubicBezTo>
                        <a:pt x="4" y="10"/>
                        <a:pt x="4" y="11"/>
                        <a:pt x="4" y="11"/>
                      </a:cubicBezTo>
                      <a:cubicBezTo>
                        <a:pt x="4" y="11"/>
                        <a:pt x="4" y="12"/>
                        <a:pt x="4" y="12"/>
                      </a:cubicBezTo>
                      <a:cubicBezTo>
                        <a:pt x="2" y="12"/>
                        <a:pt x="3" y="13"/>
                        <a:pt x="3" y="14"/>
                      </a:cubicBezTo>
                      <a:cubicBezTo>
                        <a:pt x="3" y="14"/>
                        <a:pt x="4" y="15"/>
                        <a:pt x="5" y="15"/>
                      </a:cubicBezTo>
                      <a:cubicBezTo>
                        <a:pt x="4" y="16"/>
                        <a:pt x="4" y="15"/>
                        <a:pt x="4" y="15"/>
                      </a:cubicBezTo>
                      <a:cubicBezTo>
                        <a:pt x="3" y="15"/>
                        <a:pt x="3" y="15"/>
                        <a:pt x="3" y="15"/>
                      </a:cubicBezTo>
                      <a:cubicBezTo>
                        <a:pt x="2" y="18"/>
                        <a:pt x="2" y="20"/>
                        <a:pt x="1" y="22"/>
                      </a:cubicBezTo>
                      <a:cubicBezTo>
                        <a:pt x="0" y="23"/>
                        <a:pt x="1" y="23"/>
                        <a:pt x="1" y="23"/>
                      </a:cubicBezTo>
                      <a:cubicBezTo>
                        <a:pt x="2" y="23"/>
                        <a:pt x="2" y="23"/>
                        <a:pt x="2" y="24"/>
                      </a:cubicBezTo>
                      <a:cubicBezTo>
                        <a:pt x="2" y="24"/>
                        <a:pt x="1" y="24"/>
                        <a:pt x="0" y="24"/>
                      </a:cubicBezTo>
                      <a:cubicBezTo>
                        <a:pt x="1" y="26"/>
                        <a:pt x="2" y="28"/>
                        <a:pt x="3" y="30"/>
                      </a:cubicBezTo>
                      <a:cubicBezTo>
                        <a:pt x="3" y="31"/>
                        <a:pt x="4" y="32"/>
                        <a:pt x="5" y="33"/>
                      </a:cubicBezTo>
                      <a:cubicBezTo>
                        <a:pt x="7" y="35"/>
                        <a:pt x="8" y="36"/>
                        <a:pt x="9" y="37"/>
                      </a:cubicBezTo>
                      <a:cubicBezTo>
                        <a:pt x="10" y="37"/>
                        <a:pt x="11" y="39"/>
                        <a:pt x="11" y="40"/>
                      </a:cubicBezTo>
                      <a:cubicBezTo>
                        <a:pt x="12" y="40"/>
                        <a:pt x="13" y="41"/>
                        <a:pt x="14" y="42"/>
                      </a:cubicBezTo>
                      <a:cubicBezTo>
                        <a:pt x="16" y="39"/>
                        <a:pt x="16" y="39"/>
                        <a:pt x="16" y="39"/>
                      </a:cubicBezTo>
                      <a:lnTo>
                        <a:pt x="18" y="41"/>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4" name="Freeform 913">
                  <a:extLst>
                    <a:ext uri="{FF2B5EF4-FFF2-40B4-BE49-F238E27FC236}">
                      <a16:creationId xmlns:a16="http://schemas.microsoft.com/office/drawing/2014/main" id="{25E87E90-7B24-0433-ED01-238509414D7C}"/>
                    </a:ext>
                  </a:extLst>
                </p:cNvPr>
                <p:cNvSpPr>
                  <a:spLocks/>
                </p:cNvSpPr>
                <p:nvPr/>
              </p:nvSpPr>
              <p:spPr bwMode="auto">
                <a:xfrm>
                  <a:off x="6303963" y="4462463"/>
                  <a:ext cx="423862" cy="330200"/>
                </a:xfrm>
                <a:custGeom>
                  <a:avLst/>
                  <a:gdLst>
                    <a:gd name="T0" fmla="*/ 197 w 267"/>
                    <a:gd name="T1" fmla="*/ 108 h 208"/>
                    <a:gd name="T2" fmla="*/ 173 w 267"/>
                    <a:gd name="T3" fmla="*/ 79 h 208"/>
                    <a:gd name="T4" fmla="*/ 173 w 267"/>
                    <a:gd name="T5" fmla="*/ 71 h 208"/>
                    <a:gd name="T6" fmla="*/ 157 w 267"/>
                    <a:gd name="T7" fmla="*/ 74 h 208"/>
                    <a:gd name="T8" fmla="*/ 168 w 267"/>
                    <a:gd name="T9" fmla="*/ 45 h 208"/>
                    <a:gd name="T10" fmla="*/ 147 w 267"/>
                    <a:gd name="T11" fmla="*/ 24 h 208"/>
                    <a:gd name="T12" fmla="*/ 129 w 267"/>
                    <a:gd name="T13" fmla="*/ 11 h 208"/>
                    <a:gd name="T14" fmla="*/ 126 w 267"/>
                    <a:gd name="T15" fmla="*/ 11 h 208"/>
                    <a:gd name="T16" fmla="*/ 118 w 267"/>
                    <a:gd name="T17" fmla="*/ 8 h 208"/>
                    <a:gd name="T18" fmla="*/ 113 w 267"/>
                    <a:gd name="T19" fmla="*/ 11 h 208"/>
                    <a:gd name="T20" fmla="*/ 108 w 267"/>
                    <a:gd name="T21" fmla="*/ 6 h 208"/>
                    <a:gd name="T22" fmla="*/ 100 w 267"/>
                    <a:gd name="T23" fmla="*/ 11 h 208"/>
                    <a:gd name="T24" fmla="*/ 92 w 267"/>
                    <a:gd name="T25" fmla="*/ 6 h 208"/>
                    <a:gd name="T26" fmla="*/ 81 w 267"/>
                    <a:gd name="T27" fmla="*/ 13 h 208"/>
                    <a:gd name="T28" fmla="*/ 73 w 267"/>
                    <a:gd name="T29" fmla="*/ 13 h 208"/>
                    <a:gd name="T30" fmla="*/ 58 w 267"/>
                    <a:gd name="T31" fmla="*/ 42 h 208"/>
                    <a:gd name="T32" fmla="*/ 37 w 267"/>
                    <a:gd name="T33" fmla="*/ 58 h 208"/>
                    <a:gd name="T34" fmla="*/ 34 w 267"/>
                    <a:gd name="T35" fmla="*/ 79 h 208"/>
                    <a:gd name="T36" fmla="*/ 24 w 267"/>
                    <a:gd name="T37" fmla="*/ 82 h 208"/>
                    <a:gd name="T38" fmla="*/ 24 w 267"/>
                    <a:gd name="T39" fmla="*/ 87 h 208"/>
                    <a:gd name="T40" fmla="*/ 21 w 267"/>
                    <a:gd name="T41" fmla="*/ 100 h 208"/>
                    <a:gd name="T42" fmla="*/ 16 w 267"/>
                    <a:gd name="T43" fmla="*/ 121 h 208"/>
                    <a:gd name="T44" fmla="*/ 5 w 267"/>
                    <a:gd name="T45" fmla="*/ 118 h 208"/>
                    <a:gd name="T46" fmla="*/ 0 w 267"/>
                    <a:gd name="T47" fmla="*/ 129 h 208"/>
                    <a:gd name="T48" fmla="*/ 24 w 267"/>
                    <a:gd name="T49" fmla="*/ 145 h 208"/>
                    <a:gd name="T50" fmla="*/ 37 w 267"/>
                    <a:gd name="T51" fmla="*/ 155 h 208"/>
                    <a:gd name="T52" fmla="*/ 42 w 267"/>
                    <a:gd name="T53" fmla="*/ 173 h 208"/>
                    <a:gd name="T54" fmla="*/ 52 w 267"/>
                    <a:gd name="T55" fmla="*/ 181 h 208"/>
                    <a:gd name="T56" fmla="*/ 52 w 267"/>
                    <a:gd name="T57" fmla="*/ 187 h 208"/>
                    <a:gd name="T58" fmla="*/ 71 w 267"/>
                    <a:gd name="T59" fmla="*/ 192 h 208"/>
                    <a:gd name="T60" fmla="*/ 102 w 267"/>
                    <a:gd name="T61" fmla="*/ 205 h 208"/>
                    <a:gd name="T62" fmla="*/ 123 w 267"/>
                    <a:gd name="T63" fmla="*/ 200 h 208"/>
                    <a:gd name="T64" fmla="*/ 147 w 267"/>
                    <a:gd name="T65" fmla="*/ 200 h 208"/>
                    <a:gd name="T66" fmla="*/ 163 w 267"/>
                    <a:gd name="T67" fmla="*/ 194 h 208"/>
                    <a:gd name="T68" fmla="*/ 181 w 267"/>
                    <a:gd name="T69" fmla="*/ 187 h 208"/>
                    <a:gd name="T70" fmla="*/ 215 w 267"/>
                    <a:gd name="T71" fmla="*/ 181 h 208"/>
                    <a:gd name="T72" fmla="*/ 249 w 267"/>
                    <a:gd name="T73" fmla="*/ 12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7" h="208">
                      <a:moveTo>
                        <a:pt x="249" y="126"/>
                      </a:moveTo>
                      <a:lnTo>
                        <a:pt x="197" y="108"/>
                      </a:lnTo>
                      <a:lnTo>
                        <a:pt x="189" y="103"/>
                      </a:lnTo>
                      <a:lnTo>
                        <a:pt x="173" y="79"/>
                      </a:lnTo>
                      <a:lnTo>
                        <a:pt x="178" y="74"/>
                      </a:lnTo>
                      <a:lnTo>
                        <a:pt x="173" y="71"/>
                      </a:lnTo>
                      <a:lnTo>
                        <a:pt x="165" y="74"/>
                      </a:lnTo>
                      <a:lnTo>
                        <a:pt x="157" y="74"/>
                      </a:lnTo>
                      <a:lnTo>
                        <a:pt x="157" y="58"/>
                      </a:lnTo>
                      <a:lnTo>
                        <a:pt x="168" y="45"/>
                      </a:lnTo>
                      <a:lnTo>
                        <a:pt x="155" y="29"/>
                      </a:lnTo>
                      <a:lnTo>
                        <a:pt x="147" y="24"/>
                      </a:lnTo>
                      <a:lnTo>
                        <a:pt x="142" y="13"/>
                      </a:lnTo>
                      <a:lnTo>
                        <a:pt x="129" y="11"/>
                      </a:lnTo>
                      <a:lnTo>
                        <a:pt x="129" y="8"/>
                      </a:lnTo>
                      <a:lnTo>
                        <a:pt x="126" y="11"/>
                      </a:lnTo>
                      <a:lnTo>
                        <a:pt x="118" y="6"/>
                      </a:lnTo>
                      <a:lnTo>
                        <a:pt x="118" y="8"/>
                      </a:lnTo>
                      <a:lnTo>
                        <a:pt x="115" y="8"/>
                      </a:lnTo>
                      <a:lnTo>
                        <a:pt x="113" y="11"/>
                      </a:lnTo>
                      <a:lnTo>
                        <a:pt x="110" y="6"/>
                      </a:lnTo>
                      <a:lnTo>
                        <a:pt x="108" y="6"/>
                      </a:lnTo>
                      <a:lnTo>
                        <a:pt x="105" y="8"/>
                      </a:lnTo>
                      <a:lnTo>
                        <a:pt x="100" y="11"/>
                      </a:lnTo>
                      <a:lnTo>
                        <a:pt x="94" y="6"/>
                      </a:lnTo>
                      <a:lnTo>
                        <a:pt x="92" y="6"/>
                      </a:lnTo>
                      <a:lnTo>
                        <a:pt x="89" y="0"/>
                      </a:lnTo>
                      <a:lnTo>
                        <a:pt x="81" y="13"/>
                      </a:lnTo>
                      <a:lnTo>
                        <a:pt x="79" y="8"/>
                      </a:lnTo>
                      <a:lnTo>
                        <a:pt x="73" y="13"/>
                      </a:lnTo>
                      <a:lnTo>
                        <a:pt x="63" y="13"/>
                      </a:lnTo>
                      <a:lnTo>
                        <a:pt x="58" y="42"/>
                      </a:lnTo>
                      <a:lnTo>
                        <a:pt x="50" y="42"/>
                      </a:lnTo>
                      <a:lnTo>
                        <a:pt x="37" y="58"/>
                      </a:lnTo>
                      <a:lnTo>
                        <a:pt x="37" y="74"/>
                      </a:lnTo>
                      <a:lnTo>
                        <a:pt x="34" y="79"/>
                      </a:lnTo>
                      <a:lnTo>
                        <a:pt x="29" y="74"/>
                      </a:lnTo>
                      <a:lnTo>
                        <a:pt x="24" y="82"/>
                      </a:lnTo>
                      <a:lnTo>
                        <a:pt x="24" y="84"/>
                      </a:lnTo>
                      <a:lnTo>
                        <a:pt x="24" y="87"/>
                      </a:lnTo>
                      <a:lnTo>
                        <a:pt x="24" y="90"/>
                      </a:lnTo>
                      <a:lnTo>
                        <a:pt x="21" y="100"/>
                      </a:lnTo>
                      <a:lnTo>
                        <a:pt x="21" y="116"/>
                      </a:lnTo>
                      <a:lnTo>
                        <a:pt x="16" y="121"/>
                      </a:lnTo>
                      <a:lnTo>
                        <a:pt x="13" y="118"/>
                      </a:lnTo>
                      <a:lnTo>
                        <a:pt x="5" y="118"/>
                      </a:lnTo>
                      <a:lnTo>
                        <a:pt x="5" y="124"/>
                      </a:lnTo>
                      <a:lnTo>
                        <a:pt x="0" y="129"/>
                      </a:lnTo>
                      <a:lnTo>
                        <a:pt x="16" y="134"/>
                      </a:lnTo>
                      <a:lnTo>
                        <a:pt x="24" y="145"/>
                      </a:lnTo>
                      <a:lnTo>
                        <a:pt x="26" y="147"/>
                      </a:lnTo>
                      <a:lnTo>
                        <a:pt x="37" y="155"/>
                      </a:lnTo>
                      <a:lnTo>
                        <a:pt x="37" y="163"/>
                      </a:lnTo>
                      <a:lnTo>
                        <a:pt x="42" y="173"/>
                      </a:lnTo>
                      <a:lnTo>
                        <a:pt x="52" y="173"/>
                      </a:lnTo>
                      <a:lnTo>
                        <a:pt x="52" y="181"/>
                      </a:lnTo>
                      <a:lnTo>
                        <a:pt x="50" y="184"/>
                      </a:lnTo>
                      <a:lnTo>
                        <a:pt x="52" y="187"/>
                      </a:lnTo>
                      <a:lnTo>
                        <a:pt x="55" y="189"/>
                      </a:lnTo>
                      <a:lnTo>
                        <a:pt x="71" y="192"/>
                      </a:lnTo>
                      <a:lnTo>
                        <a:pt x="92" y="205"/>
                      </a:lnTo>
                      <a:lnTo>
                        <a:pt x="102" y="205"/>
                      </a:lnTo>
                      <a:lnTo>
                        <a:pt x="118" y="208"/>
                      </a:lnTo>
                      <a:lnTo>
                        <a:pt x="123" y="200"/>
                      </a:lnTo>
                      <a:lnTo>
                        <a:pt x="139" y="192"/>
                      </a:lnTo>
                      <a:lnTo>
                        <a:pt x="147" y="200"/>
                      </a:lnTo>
                      <a:lnTo>
                        <a:pt x="160" y="200"/>
                      </a:lnTo>
                      <a:lnTo>
                        <a:pt x="163" y="194"/>
                      </a:lnTo>
                      <a:lnTo>
                        <a:pt x="176" y="194"/>
                      </a:lnTo>
                      <a:lnTo>
                        <a:pt x="181" y="187"/>
                      </a:lnTo>
                      <a:lnTo>
                        <a:pt x="197" y="181"/>
                      </a:lnTo>
                      <a:lnTo>
                        <a:pt x="215" y="181"/>
                      </a:lnTo>
                      <a:lnTo>
                        <a:pt x="267" y="126"/>
                      </a:lnTo>
                      <a:lnTo>
                        <a:pt x="249" y="126"/>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5" name="Freeform 914">
                  <a:extLst>
                    <a:ext uri="{FF2B5EF4-FFF2-40B4-BE49-F238E27FC236}">
                      <a16:creationId xmlns:a16="http://schemas.microsoft.com/office/drawing/2014/main" id="{EC1D6F90-6B81-EDC1-7C12-46C13751EA50}"/>
                    </a:ext>
                  </a:extLst>
                </p:cNvPr>
                <p:cNvSpPr>
                  <a:spLocks noEditPoints="1"/>
                </p:cNvSpPr>
                <p:nvPr/>
              </p:nvSpPr>
              <p:spPr bwMode="auto">
                <a:xfrm>
                  <a:off x="6403975" y="4371975"/>
                  <a:ext cx="187325" cy="166688"/>
                </a:xfrm>
                <a:custGeom>
                  <a:avLst/>
                  <a:gdLst>
                    <a:gd name="T0" fmla="*/ 24 w 45"/>
                    <a:gd name="T1" fmla="*/ 17 h 40"/>
                    <a:gd name="T2" fmla="*/ 25 w 45"/>
                    <a:gd name="T3" fmla="*/ 17 h 40"/>
                    <a:gd name="T4" fmla="*/ 26 w 45"/>
                    <a:gd name="T5" fmla="*/ 18 h 40"/>
                    <a:gd name="T6" fmla="*/ 26 w 45"/>
                    <a:gd name="T7" fmla="*/ 18 h 40"/>
                    <a:gd name="T8" fmla="*/ 24 w 45"/>
                    <a:gd name="T9" fmla="*/ 17 h 40"/>
                    <a:gd name="T10" fmla="*/ 42 w 45"/>
                    <a:gd name="T11" fmla="*/ 35 h 40"/>
                    <a:gd name="T12" fmla="*/ 40 w 45"/>
                    <a:gd name="T13" fmla="*/ 33 h 40"/>
                    <a:gd name="T14" fmla="*/ 37 w 45"/>
                    <a:gd name="T15" fmla="*/ 30 h 40"/>
                    <a:gd name="T16" fmla="*/ 36 w 45"/>
                    <a:gd name="T17" fmla="*/ 29 h 40"/>
                    <a:gd name="T18" fmla="*/ 34 w 45"/>
                    <a:gd name="T19" fmla="*/ 27 h 40"/>
                    <a:gd name="T20" fmla="*/ 31 w 45"/>
                    <a:gd name="T21" fmla="*/ 25 h 40"/>
                    <a:gd name="T22" fmla="*/ 30 w 45"/>
                    <a:gd name="T23" fmla="*/ 24 h 40"/>
                    <a:gd name="T24" fmla="*/ 26 w 45"/>
                    <a:gd name="T25" fmla="*/ 23 h 40"/>
                    <a:gd name="T26" fmla="*/ 25 w 45"/>
                    <a:gd name="T27" fmla="*/ 20 h 40"/>
                    <a:gd name="T28" fmla="*/ 24 w 45"/>
                    <a:gd name="T29" fmla="*/ 19 h 40"/>
                    <a:gd name="T30" fmla="*/ 24 w 45"/>
                    <a:gd name="T31" fmla="*/ 21 h 40"/>
                    <a:gd name="T32" fmla="*/ 23 w 45"/>
                    <a:gd name="T33" fmla="*/ 21 h 40"/>
                    <a:gd name="T34" fmla="*/ 23 w 45"/>
                    <a:gd name="T35" fmla="*/ 21 h 40"/>
                    <a:gd name="T36" fmla="*/ 20 w 45"/>
                    <a:gd name="T37" fmla="*/ 17 h 40"/>
                    <a:gd name="T38" fmla="*/ 19 w 45"/>
                    <a:gd name="T39" fmla="*/ 15 h 40"/>
                    <a:gd name="T40" fmla="*/ 18 w 45"/>
                    <a:gd name="T41" fmla="*/ 7 h 40"/>
                    <a:gd name="T42" fmla="*/ 14 w 45"/>
                    <a:gd name="T43" fmla="*/ 1 h 40"/>
                    <a:gd name="T44" fmla="*/ 14 w 45"/>
                    <a:gd name="T45" fmla="*/ 0 h 40"/>
                    <a:gd name="T46" fmla="*/ 12 w 45"/>
                    <a:gd name="T47" fmla="*/ 4 h 40"/>
                    <a:gd name="T48" fmla="*/ 7 w 45"/>
                    <a:gd name="T49" fmla="*/ 5 h 40"/>
                    <a:gd name="T50" fmla="*/ 6 w 45"/>
                    <a:gd name="T51" fmla="*/ 7 h 40"/>
                    <a:gd name="T52" fmla="*/ 4 w 45"/>
                    <a:gd name="T53" fmla="*/ 7 h 40"/>
                    <a:gd name="T54" fmla="*/ 3 w 45"/>
                    <a:gd name="T55" fmla="*/ 11 h 40"/>
                    <a:gd name="T56" fmla="*/ 3 w 45"/>
                    <a:gd name="T57" fmla="*/ 13 h 40"/>
                    <a:gd name="T58" fmla="*/ 0 w 45"/>
                    <a:gd name="T59" fmla="*/ 21 h 40"/>
                    <a:gd name="T60" fmla="*/ 0 w 45"/>
                    <a:gd name="T61" fmla="*/ 27 h 40"/>
                    <a:gd name="T62" fmla="*/ 4 w 45"/>
                    <a:gd name="T63" fmla="*/ 27 h 40"/>
                    <a:gd name="T64" fmla="*/ 6 w 45"/>
                    <a:gd name="T65" fmla="*/ 25 h 40"/>
                    <a:gd name="T66" fmla="*/ 7 w 45"/>
                    <a:gd name="T67" fmla="*/ 27 h 40"/>
                    <a:gd name="T68" fmla="*/ 10 w 45"/>
                    <a:gd name="T69" fmla="*/ 22 h 40"/>
                    <a:gd name="T70" fmla="*/ 11 w 45"/>
                    <a:gd name="T71" fmla="*/ 24 h 40"/>
                    <a:gd name="T72" fmla="*/ 12 w 45"/>
                    <a:gd name="T73" fmla="*/ 24 h 40"/>
                    <a:gd name="T74" fmla="*/ 14 w 45"/>
                    <a:gd name="T75" fmla="*/ 26 h 40"/>
                    <a:gd name="T76" fmla="*/ 16 w 45"/>
                    <a:gd name="T77" fmla="*/ 25 h 40"/>
                    <a:gd name="T78" fmla="*/ 17 w 45"/>
                    <a:gd name="T79" fmla="*/ 24 h 40"/>
                    <a:gd name="T80" fmla="*/ 18 w 45"/>
                    <a:gd name="T81" fmla="*/ 24 h 40"/>
                    <a:gd name="T82" fmla="*/ 19 w 45"/>
                    <a:gd name="T83" fmla="*/ 26 h 40"/>
                    <a:gd name="T84" fmla="*/ 20 w 45"/>
                    <a:gd name="T85" fmla="*/ 25 h 40"/>
                    <a:gd name="T86" fmla="*/ 21 w 45"/>
                    <a:gd name="T87" fmla="*/ 25 h 40"/>
                    <a:gd name="T88" fmla="*/ 21 w 45"/>
                    <a:gd name="T89" fmla="*/ 24 h 40"/>
                    <a:gd name="T90" fmla="*/ 24 w 45"/>
                    <a:gd name="T91" fmla="*/ 26 h 40"/>
                    <a:gd name="T92" fmla="*/ 25 w 45"/>
                    <a:gd name="T93" fmla="*/ 25 h 40"/>
                    <a:gd name="T94" fmla="*/ 25 w 45"/>
                    <a:gd name="T95" fmla="*/ 26 h 40"/>
                    <a:gd name="T96" fmla="*/ 30 w 45"/>
                    <a:gd name="T97" fmla="*/ 27 h 40"/>
                    <a:gd name="T98" fmla="*/ 32 w 45"/>
                    <a:gd name="T99" fmla="*/ 31 h 40"/>
                    <a:gd name="T100" fmla="*/ 35 w 45"/>
                    <a:gd name="T101" fmla="*/ 33 h 40"/>
                    <a:gd name="T102" fmla="*/ 40 w 45"/>
                    <a:gd name="T103" fmla="*/ 39 h 40"/>
                    <a:gd name="T104" fmla="*/ 42 w 45"/>
                    <a:gd name="T105" fmla="*/ 40 h 40"/>
                    <a:gd name="T106" fmla="*/ 45 w 45"/>
                    <a:gd name="T107" fmla="*/ 38 h 40"/>
                    <a:gd name="T108" fmla="*/ 42 w 45"/>
                    <a:gd name="T109" fmla="*/ 3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5" h="40">
                      <a:moveTo>
                        <a:pt x="24" y="17"/>
                      </a:moveTo>
                      <a:cubicBezTo>
                        <a:pt x="24" y="17"/>
                        <a:pt x="24" y="17"/>
                        <a:pt x="25" y="17"/>
                      </a:cubicBezTo>
                      <a:cubicBezTo>
                        <a:pt x="26" y="17"/>
                        <a:pt x="26" y="17"/>
                        <a:pt x="26" y="18"/>
                      </a:cubicBezTo>
                      <a:cubicBezTo>
                        <a:pt x="26" y="18"/>
                        <a:pt x="26" y="18"/>
                        <a:pt x="26" y="18"/>
                      </a:cubicBezTo>
                      <a:cubicBezTo>
                        <a:pt x="25" y="18"/>
                        <a:pt x="24" y="18"/>
                        <a:pt x="24" y="17"/>
                      </a:cubicBezTo>
                      <a:close/>
                      <a:moveTo>
                        <a:pt x="42" y="35"/>
                      </a:moveTo>
                      <a:cubicBezTo>
                        <a:pt x="41" y="35"/>
                        <a:pt x="40" y="34"/>
                        <a:pt x="40" y="33"/>
                      </a:cubicBezTo>
                      <a:cubicBezTo>
                        <a:pt x="40" y="32"/>
                        <a:pt x="39" y="31"/>
                        <a:pt x="37" y="30"/>
                      </a:cubicBezTo>
                      <a:cubicBezTo>
                        <a:pt x="37" y="30"/>
                        <a:pt x="36" y="29"/>
                        <a:pt x="36" y="29"/>
                      </a:cubicBezTo>
                      <a:cubicBezTo>
                        <a:pt x="35" y="28"/>
                        <a:pt x="35" y="28"/>
                        <a:pt x="34" y="27"/>
                      </a:cubicBezTo>
                      <a:cubicBezTo>
                        <a:pt x="34" y="26"/>
                        <a:pt x="33" y="25"/>
                        <a:pt x="31" y="25"/>
                      </a:cubicBezTo>
                      <a:cubicBezTo>
                        <a:pt x="31" y="25"/>
                        <a:pt x="30" y="24"/>
                        <a:pt x="30" y="24"/>
                      </a:cubicBezTo>
                      <a:cubicBezTo>
                        <a:pt x="29" y="22"/>
                        <a:pt x="28" y="22"/>
                        <a:pt x="26" y="23"/>
                      </a:cubicBezTo>
                      <a:cubicBezTo>
                        <a:pt x="26" y="22"/>
                        <a:pt x="25" y="21"/>
                        <a:pt x="25" y="20"/>
                      </a:cubicBezTo>
                      <a:cubicBezTo>
                        <a:pt x="25" y="20"/>
                        <a:pt x="25" y="19"/>
                        <a:pt x="24" y="19"/>
                      </a:cubicBezTo>
                      <a:cubicBezTo>
                        <a:pt x="23" y="20"/>
                        <a:pt x="24" y="20"/>
                        <a:pt x="24" y="21"/>
                      </a:cubicBezTo>
                      <a:cubicBezTo>
                        <a:pt x="24" y="21"/>
                        <a:pt x="23" y="21"/>
                        <a:pt x="23" y="21"/>
                      </a:cubicBezTo>
                      <a:cubicBezTo>
                        <a:pt x="23" y="21"/>
                        <a:pt x="23" y="21"/>
                        <a:pt x="23" y="21"/>
                      </a:cubicBezTo>
                      <a:cubicBezTo>
                        <a:pt x="22" y="19"/>
                        <a:pt x="20" y="18"/>
                        <a:pt x="20" y="17"/>
                      </a:cubicBezTo>
                      <a:cubicBezTo>
                        <a:pt x="20" y="16"/>
                        <a:pt x="20" y="16"/>
                        <a:pt x="19" y="15"/>
                      </a:cubicBezTo>
                      <a:cubicBezTo>
                        <a:pt x="19" y="13"/>
                        <a:pt x="18" y="10"/>
                        <a:pt x="18" y="7"/>
                      </a:cubicBezTo>
                      <a:cubicBezTo>
                        <a:pt x="17" y="5"/>
                        <a:pt x="16" y="3"/>
                        <a:pt x="14" y="1"/>
                      </a:cubicBezTo>
                      <a:cubicBezTo>
                        <a:pt x="14" y="1"/>
                        <a:pt x="14" y="1"/>
                        <a:pt x="14" y="0"/>
                      </a:cubicBezTo>
                      <a:cubicBezTo>
                        <a:pt x="12" y="4"/>
                        <a:pt x="12" y="4"/>
                        <a:pt x="12" y="4"/>
                      </a:cubicBezTo>
                      <a:cubicBezTo>
                        <a:pt x="7" y="5"/>
                        <a:pt x="7" y="5"/>
                        <a:pt x="7" y="5"/>
                      </a:cubicBezTo>
                      <a:cubicBezTo>
                        <a:pt x="6" y="7"/>
                        <a:pt x="6" y="7"/>
                        <a:pt x="6" y="7"/>
                      </a:cubicBezTo>
                      <a:cubicBezTo>
                        <a:pt x="4" y="7"/>
                        <a:pt x="4" y="7"/>
                        <a:pt x="4" y="7"/>
                      </a:cubicBezTo>
                      <a:cubicBezTo>
                        <a:pt x="3" y="11"/>
                        <a:pt x="3" y="11"/>
                        <a:pt x="3" y="11"/>
                      </a:cubicBezTo>
                      <a:cubicBezTo>
                        <a:pt x="3" y="13"/>
                        <a:pt x="3" y="13"/>
                        <a:pt x="3" y="13"/>
                      </a:cubicBezTo>
                      <a:cubicBezTo>
                        <a:pt x="0" y="21"/>
                        <a:pt x="0" y="21"/>
                        <a:pt x="0" y="21"/>
                      </a:cubicBezTo>
                      <a:cubicBezTo>
                        <a:pt x="0" y="27"/>
                        <a:pt x="0" y="27"/>
                        <a:pt x="0" y="27"/>
                      </a:cubicBezTo>
                      <a:cubicBezTo>
                        <a:pt x="4" y="27"/>
                        <a:pt x="4" y="27"/>
                        <a:pt x="4" y="27"/>
                      </a:cubicBezTo>
                      <a:cubicBezTo>
                        <a:pt x="6" y="25"/>
                        <a:pt x="6" y="25"/>
                        <a:pt x="6" y="25"/>
                      </a:cubicBezTo>
                      <a:cubicBezTo>
                        <a:pt x="7" y="27"/>
                        <a:pt x="7" y="27"/>
                        <a:pt x="7" y="27"/>
                      </a:cubicBezTo>
                      <a:cubicBezTo>
                        <a:pt x="10" y="22"/>
                        <a:pt x="10" y="22"/>
                        <a:pt x="10" y="22"/>
                      </a:cubicBezTo>
                      <a:cubicBezTo>
                        <a:pt x="11" y="24"/>
                        <a:pt x="11" y="24"/>
                        <a:pt x="11" y="24"/>
                      </a:cubicBezTo>
                      <a:cubicBezTo>
                        <a:pt x="12" y="24"/>
                        <a:pt x="12" y="24"/>
                        <a:pt x="12" y="24"/>
                      </a:cubicBezTo>
                      <a:cubicBezTo>
                        <a:pt x="14" y="26"/>
                        <a:pt x="14" y="26"/>
                        <a:pt x="14" y="26"/>
                      </a:cubicBezTo>
                      <a:cubicBezTo>
                        <a:pt x="16" y="25"/>
                        <a:pt x="16" y="25"/>
                        <a:pt x="16" y="25"/>
                      </a:cubicBezTo>
                      <a:cubicBezTo>
                        <a:pt x="17" y="24"/>
                        <a:pt x="17" y="24"/>
                        <a:pt x="17" y="24"/>
                      </a:cubicBezTo>
                      <a:cubicBezTo>
                        <a:pt x="18" y="24"/>
                        <a:pt x="18" y="24"/>
                        <a:pt x="18" y="24"/>
                      </a:cubicBezTo>
                      <a:cubicBezTo>
                        <a:pt x="19" y="26"/>
                        <a:pt x="19" y="26"/>
                        <a:pt x="19" y="26"/>
                      </a:cubicBezTo>
                      <a:cubicBezTo>
                        <a:pt x="20" y="25"/>
                        <a:pt x="20" y="25"/>
                        <a:pt x="20" y="25"/>
                      </a:cubicBezTo>
                      <a:cubicBezTo>
                        <a:pt x="21" y="25"/>
                        <a:pt x="21" y="25"/>
                        <a:pt x="21" y="25"/>
                      </a:cubicBezTo>
                      <a:cubicBezTo>
                        <a:pt x="21" y="24"/>
                        <a:pt x="21" y="24"/>
                        <a:pt x="21" y="24"/>
                      </a:cubicBezTo>
                      <a:cubicBezTo>
                        <a:pt x="24" y="26"/>
                        <a:pt x="24" y="26"/>
                        <a:pt x="24" y="26"/>
                      </a:cubicBezTo>
                      <a:cubicBezTo>
                        <a:pt x="25" y="25"/>
                        <a:pt x="25" y="25"/>
                        <a:pt x="25" y="25"/>
                      </a:cubicBezTo>
                      <a:cubicBezTo>
                        <a:pt x="25" y="26"/>
                        <a:pt x="25" y="26"/>
                        <a:pt x="25" y="26"/>
                      </a:cubicBezTo>
                      <a:cubicBezTo>
                        <a:pt x="30" y="27"/>
                        <a:pt x="30" y="27"/>
                        <a:pt x="30" y="27"/>
                      </a:cubicBezTo>
                      <a:cubicBezTo>
                        <a:pt x="32" y="31"/>
                        <a:pt x="32" y="31"/>
                        <a:pt x="32" y="31"/>
                      </a:cubicBezTo>
                      <a:cubicBezTo>
                        <a:pt x="35" y="33"/>
                        <a:pt x="35" y="33"/>
                        <a:pt x="35" y="33"/>
                      </a:cubicBezTo>
                      <a:cubicBezTo>
                        <a:pt x="40" y="39"/>
                        <a:pt x="40" y="39"/>
                        <a:pt x="40" y="39"/>
                      </a:cubicBezTo>
                      <a:cubicBezTo>
                        <a:pt x="42" y="40"/>
                        <a:pt x="42" y="40"/>
                        <a:pt x="42" y="40"/>
                      </a:cubicBezTo>
                      <a:cubicBezTo>
                        <a:pt x="45" y="38"/>
                        <a:pt x="45" y="38"/>
                        <a:pt x="45" y="38"/>
                      </a:cubicBezTo>
                      <a:cubicBezTo>
                        <a:pt x="44" y="37"/>
                        <a:pt x="43" y="36"/>
                        <a:pt x="42" y="35"/>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6" name="Freeform 915">
                  <a:extLst>
                    <a:ext uri="{FF2B5EF4-FFF2-40B4-BE49-F238E27FC236}">
                      <a16:creationId xmlns:a16="http://schemas.microsoft.com/office/drawing/2014/main" id="{CEB34845-20E5-D67C-37E0-BF5D24FF3028}"/>
                    </a:ext>
                  </a:extLst>
                </p:cNvPr>
                <p:cNvSpPr>
                  <a:spLocks noEditPoints="1"/>
                </p:cNvSpPr>
                <p:nvPr/>
              </p:nvSpPr>
              <p:spPr bwMode="auto">
                <a:xfrm>
                  <a:off x="5616575" y="4787900"/>
                  <a:ext cx="76200" cy="74613"/>
                </a:xfrm>
                <a:custGeom>
                  <a:avLst/>
                  <a:gdLst>
                    <a:gd name="T0" fmla="*/ 3 w 18"/>
                    <a:gd name="T1" fmla="*/ 1 h 18"/>
                    <a:gd name="T2" fmla="*/ 1 w 18"/>
                    <a:gd name="T3" fmla="*/ 3 h 18"/>
                    <a:gd name="T4" fmla="*/ 0 w 18"/>
                    <a:gd name="T5" fmla="*/ 2 h 18"/>
                    <a:gd name="T6" fmla="*/ 2 w 18"/>
                    <a:gd name="T7" fmla="*/ 0 h 18"/>
                    <a:gd name="T8" fmla="*/ 3 w 18"/>
                    <a:gd name="T9" fmla="*/ 1 h 18"/>
                    <a:gd name="T10" fmla="*/ 8 w 18"/>
                    <a:gd name="T11" fmla="*/ 9 h 18"/>
                    <a:gd name="T12" fmla="*/ 9 w 18"/>
                    <a:gd name="T13" fmla="*/ 10 h 18"/>
                    <a:gd name="T14" fmla="*/ 7 w 18"/>
                    <a:gd name="T15" fmla="*/ 15 h 18"/>
                    <a:gd name="T16" fmla="*/ 6 w 18"/>
                    <a:gd name="T17" fmla="*/ 17 h 18"/>
                    <a:gd name="T18" fmla="*/ 6 w 18"/>
                    <a:gd name="T19" fmla="*/ 18 h 18"/>
                    <a:gd name="T20" fmla="*/ 18 w 18"/>
                    <a:gd name="T21" fmla="*/ 18 h 18"/>
                    <a:gd name="T22" fmla="*/ 18 w 18"/>
                    <a:gd name="T23" fmla="*/ 10 h 18"/>
                    <a:gd name="T24" fmla="*/ 9 w 18"/>
                    <a:gd name="T25" fmla="*/ 10 h 18"/>
                    <a:gd name="T26" fmla="*/ 8 w 18"/>
                    <a:gd name="T27"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3" y="1"/>
                      </a:moveTo>
                      <a:cubicBezTo>
                        <a:pt x="2" y="1"/>
                        <a:pt x="2" y="3"/>
                        <a:pt x="1" y="3"/>
                      </a:cubicBezTo>
                      <a:cubicBezTo>
                        <a:pt x="0" y="4"/>
                        <a:pt x="0" y="3"/>
                        <a:pt x="0" y="2"/>
                      </a:cubicBezTo>
                      <a:cubicBezTo>
                        <a:pt x="0" y="1"/>
                        <a:pt x="1" y="0"/>
                        <a:pt x="2" y="0"/>
                      </a:cubicBezTo>
                      <a:cubicBezTo>
                        <a:pt x="2" y="0"/>
                        <a:pt x="3" y="0"/>
                        <a:pt x="3" y="1"/>
                      </a:cubicBezTo>
                      <a:close/>
                      <a:moveTo>
                        <a:pt x="8" y="9"/>
                      </a:moveTo>
                      <a:cubicBezTo>
                        <a:pt x="8" y="9"/>
                        <a:pt x="9" y="10"/>
                        <a:pt x="9" y="10"/>
                      </a:cubicBezTo>
                      <a:cubicBezTo>
                        <a:pt x="9" y="12"/>
                        <a:pt x="9" y="13"/>
                        <a:pt x="7" y="15"/>
                      </a:cubicBezTo>
                      <a:cubicBezTo>
                        <a:pt x="7" y="15"/>
                        <a:pt x="6" y="16"/>
                        <a:pt x="6" y="17"/>
                      </a:cubicBezTo>
                      <a:cubicBezTo>
                        <a:pt x="6" y="17"/>
                        <a:pt x="6" y="18"/>
                        <a:pt x="6" y="18"/>
                      </a:cubicBezTo>
                      <a:cubicBezTo>
                        <a:pt x="18" y="18"/>
                        <a:pt x="18" y="18"/>
                        <a:pt x="18" y="18"/>
                      </a:cubicBezTo>
                      <a:cubicBezTo>
                        <a:pt x="18" y="10"/>
                        <a:pt x="18" y="10"/>
                        <a:pt x="18" y="10"/>
                      </a:cubicBezTo>
                      <a:cubicBezTo>
                        <a:pt x="9" y="10"/>
                        <a:pt x="9" y="10"/>
                        <a:pt x="9" y="10"/>
                      </a:cubicBezTo>
                      <a:lnTo>
                        <a:pt x="8" y="9"/>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7" name="Freeform 916">
                  <a:extLst>
                    <a:ext uri="{FF2B5EF4-FFF2-40B4-BE49-F238E27FC236}">
                      <a16:creationId xmlns:a16="http://schemas.microsoft.com/office/drawing/2014/main" id="{16261487-BA95-59E2-0387-605F5C81C62D}"/>
                    </a:ext>
                  </a:extLst>
                </p:cNvPr>
                <p:cNvSpPr>
                  <a:spLocks noEditPoints="1"/>
                </p:cNvSpPr>
                <p:nvPr/>
              </p:nvSpPr>
              <p:spPr bwMode="auto">
                <a:xfrm>
                  <a:off x="6070600" y="3946525"/>
                  <a:ext cx="346075" cy="315913"/>
                </a:xfrm>
                <a:custGeom>
                  <a:avLst/>
                  <a:gdLst>
                    <a:gd name="T0" fmla="*/ 64 w 83"/>
                    <a:gd name="T1" fmla="*/ 73 h 76"/>
                    <a:gd name="T2" fmla="*/ 60 w 83"/>
                    <a:gd name="T3" fmla="*/ 76 h 76"/>
                    <a:gd name="T4" fmla="*/ 83 w 83"/>
                    <a:gd name="T5" fmla="*/ 73 h 76"/>
                    <a:gd name="T6" fmla="*/ 77 w 83"/>
                    <a:gd name="T7" fmla="*/ 69 h 76"/>
                    <a:gd name="T8" fmla="*/ 75 w 83"/>
                    <a:gd name="T9" fmla="*/ 65 h 76"/>
                    <a:gd name="T10" fmla="*/ 69 w 83"/>
                    <a:gd name="T11" fmla="*/ 67 h 76"/>
                    <a:gd name="T12" fmla="*/ 65 w 83"/>
                    <a:gd name="T13" fmla="*/ 72 h 76"/>
                    <a:gd name="T14" fmla="*/ 64 w 83"/>
                    <a:gd name="T15" fmla="*/ 73 h 76"/>
                    <a:gd name="T16" fmla="*/ 83 w 83"/>
                    <a:gd name="T17" fmla="*/ 73 h 76"/>
                    <a:gd name="T18" fmla="*/ 68 w 83"/>
                    <a:gd name="T19" fmla="*/ 71 h 76"/>
                    <a:gd name="T20" fmla="*/ 71 w 83"/>
                    <a:gd name="T21" fmla="*/ 68 h 76"/>
                    <a:gd name="T22" fmla="*/ 74 w 83"/>
                    <a:gd name="T23" fmla="*/ 63 h 76"/>
                    <a:gd name="T24" fmla="*/ 74 w 83"/>
                    <a:gd name="T25" fmla="*/ 58 h 76"/>
                    <a:gd name="T26" fmla="*/ 69 w 83"/>
                    <a:gd name="T27" fmla="*/ 50 h 76"/>
                    <a:gd name="T28" fmla="*/ 63 w 83"/>
                    <a:gd name="T29" fmla="*/ 36 h 76"/>
                    <a:gd name="T30" fmla="*/ 59 w 83"/>
                    <a:gd name="T31" fmla="*/ 29 h 76"/>
                    <a:gd name="T32" fmla="*/ 53 w 83"/>
                    <a:gd name="T33" fmla="*/ 17 h 76"/>
                    <a:gd name="T34" fmla="*/ 55 w 83"/>
                    <a:gd name="T35" fmla="*/ 16 h 76"/>
                    <a:gd name="T36" fmla="*/ 57 w 83"/>
                    <a:gd name="T37" fmla="*/ 20 h 76"/>
                    <a:gd name="T38" fmla="*/ 60 w 83"/>
                    <a:gd name="T39" fmla="*/ 26 h 76"/>
                    <a:gd name="T40" fmla="*/ 66 w 83"/>
                    <a:gd name="T41" fmla="*/ 30 h 76"/>
                    <a:gd name="T42" fmla="*/ 68 w 83"/>
                    <a:gd name="T43" fmla="*/ 23 h 76"/>
                    <a:gd name="T44" fmla="*/ 70 w 83"/>
                    <a:gd name="T45" fmla="*/ 18 h 76"/>
                    <a:gd name="T46" fmla="*/ 60 w 83"/>
                    <a:gd name="T47" fmla="*/ 4 h 76"/>
                    <a:gd name="T48" fmla="*/ 54 w 83"/>
                    <a:gd name="T49" fmla="*/ 5 h 76"/>
                    <a:gd name="T50" fmla="*/ 48 w 83"/>
                    <a:gd name="T51" fmla="*/ 2 h 76"/>
                    <a:gd name="T52" fmla="*/ 43 w 83"/>
                    <a:gd name="T53" fmla="*/ 2 h 76"/>
                    <a:gd name="T54" fmla="*/ 36 w 83"/>
                    <a:gd name="T55" fmla="*/ 4 h 76"/>
                    <a:gd name="T56" fmla="*/ 33 w 83"/>
                    <a:gd name="T57" fmla="*/ 6 h 76"/>
                    <a:gd name="T58" fmla="*/ 24 w 83"/>
                    <a:gd name="T59" fmla="*/ 5 h 76"/>
                    <a:gd name="T60" fmla="*/ 19 w 83"/>
                    <a:gd name="T61" fmla="*/ 4 h 76"/>
                    <a:gd name="T62" fmla="*/ 12 w 83"/>
                    <a:gd name="T63" fmla="*/ 2 h 76"/>
                    <a:gd name="T64" fmla="*/ 4 w 83"/>
                    <a:gd name="T65" fmla="*/ 0 h 76"/>
                    <a:gd name="T66" fmla="*/ 1 w 83"/>
                    <a:gd name="T67" fmla="*/ 2 h 76"/>
                    <a:gd name="T68" fmla="*/ 0 w 83"/>
                    <a:gd name="T69" fmla="*/ 12 h 76"/>
                    <a:gd name="T70" fmla="*/ 2 w 83"/>
                    <a:gd name="T71" fmla="*/ 73 h 76"/>
                    <a:gd name="T72" fmla="*/ 46 w 83"/>
                    <a:gd name="T73" fmla="*/ 72 h 76"/>
                    <a:gd name="T74" fmla="*/ 57 w 83"/>
                    <a:gd name="T75" fmla="*/ 73 h 76"/>
                    <a:gd name="T76" fmla="*/ 64 w 83"/>
                    <a:gd name="T77"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3" h="76">
                      <a:moveTo>
                        <a:pt x="57" y="73"/>
                      </a:moveTo>
                      <a:cubicBezTo>
                        <a:pt x="64" y="73"/>
                        <a:pt x="64" y="73"/>
                        <a:pt x="64" y="73"/>
                      </a:cubicBezTo>
                      <a:cubicBezTo>
                        <a:pt x="62" y="76"/>
                        <a:pt x="62" y="76"/>
                        <a:pt x="62" y="76"/>
                      </a:cubicBezTo>
                      <a:cubicBezTo>
                        <a:pt x="60" y="76"/>
                        <a:pt x="60" y="76"/>
                        <a:pt x="60" y="76"/>
                      </a:cubicBezTo>
                      <a:lnTo>
                        <a:pt x="57" y="73"/>
                      </a:lnTo>
                      <a:close/>
                      <a:moveTo>
                        <a:pt x="83" y="73"/>
                      </a:moveTo>
                      <a:cubicBezTo>
                        <a:pt x="81" y="72"/>
                        <a:pt x="80" y="71"/>
                        <a:pt x="79" y="69"/>
                      </a:cubicBezTo>
                      <a:cubicBezTo>
                        <a:pt x="78" y="69"/>
                        <a:pt x="78" y="69"/>
                        <a:pt x="77" y="69"/>
                      </a:cubicBezTo>
                      <a:cubicBezTo>
                        <a:pt x="76" y="69"/>
                        <a:pt x="75" y="68"/>
                        <a:pt x="75" y="66"/>
                      </a:cubicBezTo>
                      <a:cubicBezTo>
                        <a:pt x="75" y="66"/>
                        <a:pt x="75" y="66"/>
                        <a:pt x="75" y="65"/>
                      </a:cubicBezTo>
                      <a:cubicBezTo>
                        <a:pt x="71" y="68"/>
                        <a:pt x="71" y="68"/>
                        <a:pt x="71" y="68"/>
                      </a:cubicBezTo>
                      <a:cubicBezTo>
                        <a:pt x="69" y="67"/>
                        <a:pt x="69" y="67"/>
                        <a:pt x="69" y="67"/>
                      </a:cubicBezTo>
                      <a:cubicBezTo>
                        <a:pt x="68" y="71"/>
                        <a:pt x="68" y="71"/>
                        <a:pt x="68" y="71"/>
                      </a:cubicBezTo>
                      <a:cubicBezTo>
                        <a:pt x="65" y="72"/>
                        <a:pt x="65" y="72"/>
                        <a:pt x="65" y="72"/>
                      </a:cubicBezTo>
                      <a:cubicBezTo>
                        <a:pt x="64" y="73"/>
                        <a:pt x="64" y="73"/>
                        <a:pt x="64" y="73"/>
                      </a:cubicBezTo>
                      <a:cubicBezTo>
                        <a:pt x="64" y="73"/>
                        <a:pt x="64" y="73"/>
                        <a:pt x="64" y="73"/>
                      </a:cubicBezTo>
                      <a:cubicBezTo>
                        <a:pt x="83" y="73"/>
                        <a:pt x="83" y="73"/>
                        <a:pt x="83" y="73"/>
                      </a:cubicBezTo>
                      <a:cubicBezTo>
                        <a:pt x="83" y="73"/>
                        <a:pt x="83" y="73"/>
                        <a:pt x="83" y="73"/>
                      </a:cubicBezTo>
                      <a:close/>
                      <a:moveTo>
                        <a:pt x="65" y="72"/>
                      </a:moveTo>
                      <a:cubicBezTo>
                        <a:pt x="68" y="71"/>
                        <a:pt x="68" y="71"/>
                        <a:pt x="68" y="71"/>
                      </a:cubicBezTo>
                      <a:cubicBezTo>
                        <a:pt x="69" y="67"/>
                        <a:pt x="69" y="67"/>
                        <a:pt x="69" y="67"/>
                      </a:cubicBezTo>
                      <a:cubicBezTo>
                        <a:pt x="71" y="68"/>
                        <a:pt x="71" y="68"/>
                        <a:pt x="71" y="68"/>
                      </a:cubicBezTo>
                      <a:cubicBezTo>
                        <a:pt x="75" y="65"/>
                        <a:pt x="75" y="65"/>
                        <a:pt x="75" y="65"/>
                      </a:cubicBezTo>
                      <a:cubicBezTo>
                        <a:pt x="74" y="65"/>
                        <a:pt x="74" y="64"/>
                        <a:pt x="74" y="63"/>
                      </a:cubicBezTo>
                      <a:cubicBezTo>
                        <a:pt x="73" y="62"/>
                        <a:pt x="74" y="60"/>
                        <a:pt x="76" y="60"/>
                      </a:cubicBezTo>
                      <a:cubicBezTo>
                        <a:pt x="75" y="59"/>
                        <a:pt x="74" y="59"/>
                        <a:pt x="74" y="58"/>
                      </a:cubicBezTo>
                      <a:cubicBezTo>
                        <a:pt x="73" y="57"/>
                        <a:pt x="72" y="56"/>
                        <a:pt x="72" y="55"/>
                      </a:cubicBezTo>
                      <a:cubicBezTo>
                        <a:pt x="71" y="53"/>
                        <a:pt x="70" y="51"/>
                        <a:pt x="69" y="50"/>
                      </a:cubicBezTo>
                      <a:cubicBezTo>
                        <a:pt x="68" y="48"/>
                        <a:pt x="67" y="46"/>
                        <a:pt x="66" y="44"/>
                      </a:cubicBezTo>
                      <a:cubicBezTo>
                        <a:pt x="65" y="42"/>
                        <a:pt x="63" y="39"/>
                        <a:pt x="63" y="36"/>
                      </a:cubicBezTo>
                      <a:cubicBezTo>
                        <a:pt x="62" y="34"/>
                        <a:pt x="61" y="33"/>
                        <a:pt x="61" y="31"/>
                      </a:cubicBezTo>
                      <a:cubicBezTo>
                        <a:pt x="61" y="30"/>
                        <a:pt x="60" y="29"/>
                        <a:pt x="59" y="29"/>
                      </a:cubicBezTo>
                      <a:cubicBezTo>
                        <a:pt x="58" y="27"/>
                        <a:pt x="57" y="25"/>
                        <a:pt x="55" y="23"/>
                      </a:cubicBezTo>
                      <a:cubicBezTo>
                        <a:pt x="55" y="21"/>
                        <a:pt x="55" y="19"/>
                        <a:pt x="53" y="17"/>
                      </a:cubicBezTo>
                      <a:cubicBezTo>
                        <a:pt x="52" y="17"/>
                        <a:pt x="53" y="15"/>
                        <a:pt x="54" y="15"/>
                      </a:cubicBezTo>
                      <a:cubicBezTo>
                        <a:pt x="55" y="14"/>
                        <a:pt x="55" y="16"/>
                        <a:pt x="55" y="16"/>
                      </a:cubicBezTo>
                      <a:cubicBezTo>
                        <a:pt x="55" y="16"/>
                        <a:pt x="55" y="17"/>
                        <a:pt x="55" y="17"/>
                      </a:cubicBezTo>
                      <a:cubicBezTo>
                        <a:pt x="55" y="18"/>
                        <a:pt x="56" y="19"/>
                        <a:pt x="57" y="20"/>
                      </a:cubicBezTo>
                      <a:cubicBezTo>
                        <a:pt x="57" y="21"/>
                        <a:pt x="58" y="21"/>
                        <a:pt x="58" y="22"/>
                      </a:cubicBezTo>
                      <a:cubicBezTo>
                        <a:pt x="58" y="24"/>
                        <a:pt x="59" y="25"/>
                        <a:pt x="60" y="26"/>
                      </a:cubicBezTo>
                      <a:cubicBezTo>
                        <a:pt x="61" y="27"/>
                        <a:pt x="61" y="28"/>
                        <a:pt x="62" y="29"/>
                      </a:cubicBezTo>
                      <a:cubicBezTo>
                        <a:pt x="63" y="31"/>
                        <a:pt x="65" y="31"/>
                        <a:pt x="66" y="30"/>
                      </a:cubicBezTo>
                      <a:cubicBezTo>
                        <a:pt x="67" y="30"/>
                        <a:pt x="67" y="29"/>
                        <a:pt x="67" y="29"/>
                      </a:cubicBezTo>
                      <a:cubicBezTo>
                        <a:pt x="67" y="27"/>
                        <a:pt x="67" y="25"/>
                        <a:pt x="68" y="23"/>
                      </a:cubicBezTo>
                      <a:cubicBezTo>
                        <a:pt x="68" y="21"/>
                        <a:pt x="69" y="19"/>
                        <a:pt x="70" y="18"/>
                      </a:cubicBezTo>
                      <a:cubicBezTo>
                        <a:pt x="70" y="18"/>
                        <a:pt x="70" y="18"/>
                        <a:pt x="70" y="18"/>
                      </a:cubicBezTo>
                      <a:cubicBezTo>
                        <a:pt x="69" y="15"/>
                        <a:pt x="66" y="6"/>
                        <a:pt x="65" y="3"/>
                      </a:cubicBezTo>
                      <a:cubicBezTo>
                        <a:pt x="63" y="3"/>
                        <a:pt x="62" y="6"/>
                        <a:pt x="60" y="4"/>
                      </a:cubicBezTo>
                      <a:cubicBezTo>
                        <a:pt x="60" y="4"/>
                        <a:pt x="59" y="5"/>
                        <a:pt x="59" y="5"/>
                      </a:cubicBezTo>
                      <a:cubicBezTo>
                        <a:pt x="57" y="5"/>
                        <a:pt x="56" y="7"/>
                        <a:pt x="54" y="5"/>
                      </a:cubicBezTo>
                      <a:cubicBezTo>
                        <a:pt x="53" y="4"/>
                        <a:pt x="53" y="4"/>
                        <a:pt x="52" y="4"/>
                      </a:cubicBezTo>
                      <a:cubicBezTo>
                        <a:pt x="51" y="3"/>
                        <a:pt x="50" y="1"/>
                        <a:pt x="48" y="2"/>
                      </a:cubicBezTo>
                      <a:cubicBezTo>
                        <a:pt x="47" y="2"/>
                        <a:pt x="46" y="2"/>
                        <a:pt x="46" y="2"/>
                      </a:cubicBezTo>
                      <a:cubicBezTo>
                        <a:pt x="45" y="1"/>
                        <a:pt x="44" y="1"/>
                        <a:pt x="43" y="2"/>
                      </a:cubicBezTo>
                      <a:cubicBezTo>
                        <a:pt x="43" y="3"/>
                        <a:pt x="42" y="3"/>
                        <a:pt x="41" y="3"/>
                      </a:cubicBezTo>
                      <a:cubicBezTo>
                        <a:pt x="39" y="2"/>
                        <a:pt x="38" y="3"/>
                        <a:pt x="36" y="4"/>
                      </a:cubicBezTo>
                      <a:cubicBezTo>
                        <a:pt x="35" y="4"/>
                        <a:pt x="35" y="5"/>
                        <a:pt x="34" y="5"/>
                      </a:cubicBezTo>
                      <a:cubicBezTo>
                        <a:pt x="34" y="6"/>
                        <a:pt x="33" y="6"/>
                        <a:pt x="33" y="6"/>
                      </a:cubicBezTo>
                      <a:cubicBezTo>
                        <a:pt x="32" y="7"/>
                        <a:pt x="30" y="8"/>
                        <a:pt x="29" y="7"/>
                      </a:cubicBezTo>
                      <a:cubicBezTo>
                        <a:pt x="28" y="6"/>
                        <a:pt x="26" y="5"/>
                        <a:pt x="24" y="5"/>
                      </a:cubicBezTo>
                      <a:cubicBezTo>
                        <a:pt x="23" y="5"/>
                        <a:pt x="21" y="4"/>
                        <a:pt x="20" y="4"/>
                      </a:cubicBezTo>
                      <a:cubicBezTo>
                        <a:pt x="20" y="4"/>
                        <a:pt x="19" y="4"/>
                        <a:pt x="19" y="4"/>
                      </a:cubicBezTo>
                      <a:cubicBezTo>
                        <a:pt x="19" y="2"/>
                        <a:pt x="17" y="3"/>
                        <a:pt x="16" y="2"/>
                      </a:cubicBezTo>
                      <a:cubicBezTo>
                        <a:pt x="15" y="2"/>
                        <a:pt x="13" y="2"/>
                        <a:pt x="12" y="2"/>
                      </a:cubicBezTo>
                      <a:cubicBezTo>
                        <a:pt x="11" y="1"/>
                        <a:pt x="8" y="0"/>
                        <a:pt x="6" y="2"/>
                      </a:cubicBezTo>
                      <a:cubicBezTo>
                        <a:pt x="5" y="3"/>
                        <a:pt x="4" y="2"/>
                        <a:pt x="4" y="0"/>
                      </a:cubicBezTo>
                      <a:cubicBezTo>
                        <a:pt x="4" y="0"/>
                        <a:pt x="3" y="0"/>
                        <a:pt x="3" y="0"/>
                      </a:cubicBezTo>
                      <a:cubicBezTo>
                        <a:pt x="1" y="2"/>
                        <a:pt x="1" y="2"/>
                        <a:pt x="1" y="2"/>
                      </a:cubicBezTo>
                      <a:cubicBezTo>
                        <a:pt x="2" y="7"/>
                        <a:pt x="2" y="7"/>
                        <a:pt x="2" y="7"/>
                      </a:cubicBezTo>
                      <a:cubicBezTo>
                        <a:pt x="0" y="12"/>
                        <a:pt x="0" y="12"/>
                        <a:pt x="0" y="12"/>
                      </a:cubicBezTo>
                      <a:cubicBezTo>
                        <a:pt x="2" y="18"/>
                        <a:pt x="2" y="18"/>
                        <a:pt x="2" y="18"/>
                      </a:cubicBezTo>
                      <a:cubicBezTo>
                        <a:pt x="2" y="73"/>
                        <a:pt x="2" y="73"/>
                        <a:pt x="2" y="73"/>
                      </a:cubicBezTo>
                      <a:cubicBezTo>
                        <a:pt x="45" y="73"/>
                        <a:pt x="45" y="73"/>
                        <a:pt x="45" y="73"/>
                      </a:cubicBezTo>
                      <a:cubicBezTo>
                        <a:pt x="46" y="72"/>
                        <a:pt x="46" y="72"/>
                        <a:pt x="46" y="72"/>
                      </a:cubicBezTo>
                      <a:cubicBezTo>
                        <a:pt x="46" y="73"/>
                        <a:pt x="46" y="73"/>
                        <a:pt x="46" y="73"/>
                      </a:cubicBezTo>
                      <a:cubicBezTo>
                        <a:pt x="57" y="73"/>
                        <a:pt x="57" y="73"/>
                        <a:pt x="57" y="73"/>
                      </a:cubicBezTo>
                      <a:cubicBezTo>
                        <a:pt x="64" y="73"/>
                        <a:pt x="64" y="73"/>
                        <a:pt x="64" y="73"/>
                      </a:cubicBezTo>
                      <a:cubicBezTo>
                        <a:pt x="64" y="73"/>
                        <a:pt x="64" y="73"/>
                        <a:pt x="64" y="73"/>
                      </a:cubicBezTo>
                      <a:lnTo>
                        <a:pt x="65" y="72"/>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8" name="Freeform 917">
                  <a:extLst>
                    <a:ext uri="{FF2B5EF4-FFF2-40B4-BE49-F238E27FC236}">
                      <a16:creationId xmlns:a16="http://schemas.microsoft.com/office/drawing/2014/main" id="{925D7B61-FC50-311B-F07E-7601811DA5AF}"/>
                    </a:ext>
                  </a:extLst>
                </p:cNvPr>
                <p:cNvSpPr>
                  <a:spLocks/>
                </p:cNvSpPr>
                <p:nvPr/>
              </p:nvSpPr>
              <p:spPr bwMode="auto">
                <a:xfrm>
                  <a:off x="6553200" y="4529138"/>
                  <a:ext cx="50800" cy="50800"/>
                </a:xfrm>
                <a:custGeom>
                  <a:avLst/>
                  <a:gdLst>
                    <a:gd name="T0" fmla="*/ 4 w 12"/>
                    <a:gd name="T1" fmla="*/ 1 h 12"/>
                    <a:gd name="T2" fmla="*/ 0 w 12"/>
                    <a:gd name="T3" fmla="*/ 6 h 12"/>
                    <a:gd name="T4" fmla="*/ 0 w 12"/>
                    <a:gd name="T5" fmla="*/ 12 h 12"/>
                    <a:gd name="T6" fmla="*/ 3 w 12"/>
                    <a:gd name="T7" fmla="*/ 12 h 12"/>
                    <a:gd name="T8" fmla="*/ 6 w 12"/>
                    <a:gd name="T9" fmla="*/ 11 h 12"/>
                    <a:gd name="T10" fmla="*/ 8 w 12"/>
                    <a:gd name="T11" fmla="*/ 12 h 12"/>
                    <a:gd name="T12" fmla="*/ 10 w 12"/>
                    <a:gd name="T13" fmla="*/ 9 h 12"/>
                    <a:gd name="T14" fmla="*/ 8 w 12"/>
                    <a:gd name="T15" fmla="*/ 8 h 12"/>
                    <a:gd name="T16" fmla="*/ 7 w 12"/>
                    <a:gd name="T17" fmla="*/ 8 h 12"/>
                    <a:gd name="T18" fmla="*/ 8 w 12"/>
                    <a:gd name="T19" fmla="*/ 7 h 12"/>
                    <a:gd name="T20" fmla="*/ 11 w 12"/>
                    <a:gd name="T21" fmla="*/ 5 h 12"/>
                    <a:gd name="T22" fmla="*/ 9 w 12"/>
                    <a:gd name="T23" fmla="*/ 0 h 12"/>
                    <a:gd name="T24" fmla="*/ 9 w 12"/>
                    <a:gd name="T25" fmla="*/ 0 h 12"/>
                    <a:gd name="T26" fmla="*/ 6 w 12"/>
                    <a:gd name="T27" fmla="*/ 2 h 12"/>
                    <a:gd name="T28" fmla="*/ 4 w 12"/>
                    <a:gd name="T2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4" y="1"/>
                      </a:moveTo>
                      <a:cubicBezTo>
                        <a:pt x="0" y="6"/>
                        <a:pt x="0" y="6"/>
                        <a:pt x="0" y="6"/>
                      </a:cubicBezTo>
                      <a:cubicBezTo>
                        <a:pt x="0" y="12"/>
                        <a:pt x="0" y="12"/>
                        <a:pt x="0" y="12"/>
                      </a:cubicBezTo>
                      <a:cubicBezTo>
                        <a:pt x="3" y="12"/>
                        <a:pt x="3" y="12"/>
                        <a:pt x="3" y="12"/>
                      </a:cubicBezTo>
                      <a:cubicBezTo>
                        <a:pt x="6" y="11"/>
                        <a:pt x="6" y="11"/>
                        <a:pt x="6" y="11"/>
                      </a:cubicBezTo>
                      <a:cubicBezTo>
                        <a:pt x="8" y="12"/>
                        <a:pt x="8" y="12"/>
                        <a:pt x="8" y="12"/>
                      </a:cubicBezTo>
                      <a:cubicBezTo>
                        <a:pt x="10" y="9"/>
                        <a:pt x="10" y="9"/>
                        <a:pt x="10" y="9"/>
                      </a:cubicBezTo>
                      <a:cubicBezTo>
                        <a:pt x="10" y="8"/>
                        <a:pt x="9" y="8"/>
                        <a:pt x="8" y="8"/>
                      </a:cubicBezTo>
                      <a:cubicBezTo>
                        <a:pt x="8" y="8"/>
                        <a:pt x="7" y="9"/>
                        <a:pt x="7" y="8"/>
                      </a:cubicBezTo>
                      <a:cubicBezTo>
                        <a:pt x="7" y="7"/>
                        <a:pt x="8" y="7"/>
                        <a:pt x="8" y="7"/>
                      </a:cubicBezTo>
                      <a:cubicBezTo>
                        <a:pt x="9" y="7"/>
                        <a:pt x="10" y="6"/>
                        <a:pt x="11" y="5"/>
                      </a:cubicBezTo>
                      <a:cubicBezTo>
                        <a:pt x="12" y="3"/>
                        <a:pt x="11" y="1"/>
                        <a:pt x="9" y="0"/>
                      </a:cubicBezTo>
                      <a:cubicBezTo>
                        <a:pt x="9" y="0"/>
                        <a:pt x="9" y="0"/>
                        <a:pt x="9" y="0"/>
                      </a:cubicBezTo>
                      <a:cubicBezTo>
                        <a:pt x="6" y="2"/>
                        <a:pt x="6" y="2"/>
                        <a:pt x="6" y="2"/>
                      </a:cubicBezTo>
                      <a:lnTo>
                        <a:pt x="4" y="1"/>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9" name="Freeform 918">
                  <a:extLst>
                    <a:ext uri="{FF2B5EF4-FFF2-40B4-BE49-F238E27FC236}">
                      <a16:creationId xmlns:a16="http://schemas.microsoft.com/office/drawing/2014/main" id="{2567FCBF-DC94-1F6D-6CF0-A5BB82C0B033}"/>
                    </a:ext>
                  </a:extLst>
                </p:cNvPr>
                <p:cNvSpPr>
                  <a:spLocks/>
                </p:cNvSpPr>
                <p:nvPr/>
              </p:nvSpPr>
              <p:spPr bwMode="auto">
                <a:xfrm>
                  <a:off x="5688013" y="4787900"/>
                  <a:ext cx="212725" cy="246063"/>
                </a:xfrm>
                <a:custGeom>
                  <a:avLst/>
                  <a:gdLst>
                    <a:gd name="T0" fmla="*/ 43 w 51"/>
                    <a:gd name="T1" fmla="*/ 0 h 59"/>
                    <a:gd name="T2" fmla="*/ 37 w 51"/>
                    <a:gd name="T3" fmla="*/ 5 h 59"/>
                    <a:gd name="T4" fmla="*/ 33 w 51"/>
                    <a:gd name="T5" fmla="*/ 10 h 59"/>
                    <a:gd name="T6" fmla="*/ 31 w 51"/>
                    <a:gd name="T7" fmla="*/ 12 h 59"/>
                    <a:gd name="T8" fmla="*/ 23 w 51"/>
                    <a:gd name="T9" fmla="*/ 10 h 59"/>
                    <a:gd name="T10" fmla="*/ 14 w 51"/>
                    <a:gd name="T11" fmla="*/ 12 h 59"/>
                    <a:gd name="T12" fmla="*/ 15 w 51"/>
                    <a:gd name="T13" fmla="*/ 15 h 59"/>
                    <a:gd name="T14" fmla="*/ 14 w 51"/>
                    <a:gd name="T15" fmla="*/ 17 h 59"/>
                    <a:gd name="T16" fmla="*/ 23 w 51"/>
                    <a:gd name="T17" fmla="*/ 19 h 59"/>
                    <a:gd name="T18" fmla="*/ 19 w 51"/>
                    <a:gd name="T19" fmla="*/ 24 h 59"/>
                    <a:gd name="T20" fmla="*/ 20 w 51"/>
                    <a:gd name="T21" fmla="*/ 26 h 59"/>
                    <a:gd name="T22" fmla="*/ 22 w 51"/>
                    <a:gd name="T23" fmla="*/ 28 h 59"/>
                    <a:gd name="T24" fmla="*/ 23 w 51"/>
                    <a:gd name="T25" fmla="*/ 31 h 59"/>
                    <a:gd name="T26" fmla="*/ 23 w 51"/>
                    <a:gd name="T27" fmla="*/ 34 h 59"/>
                    <a:gd name="T28" fmla="*/ 21 w 51"/>
                    <a:gd name="T29" fmla="*/ 39 h 59"/>
                    <a:gd name="T30" fmla="*/ 21 w 51"/>
                    <a:gd name="T31" fmla="*/ 41 h 59"/>
                    <a:gd name="T32" fmla="*/ 19 w 51"/>
                    <a:gd name="T33" fmla="*/ 42 h 59"/>
                    <a:gd name="T34" fmla="*/ 16 w 51"/>
                    <a:gd name="T35" fmla="*/ 41 h 59"/>
                    <a:gd name="T36" fmla="*/ 11 w 51"/>
                    <a:gd name="T37" fmla="*/ 37 h 59"/>
                    <a:gd name="T38" fmla="*/ 9 w 51"/>
                    <a:gd name="T39" fmla="*/ 39 h 59"/>
                    <a:gd name="T40" fmla="*/ 7 w 51"/>
                    <a:gd name="T41" fmla="*/ 41 h 59"/>
                    <a:gd name="T42" fmla="*/ 4 w 51"/>
                    <a:gd name="T43" fmla="*/ 42 h 59"/>
                    <a:gd name="T44" fmla="*/ 3 w 51"/>
                    <a:gd name="T45" fmla="*/ 44 h 59"/>
                    <a:gd name="T46" fmla="*/ 4 w 51"/>
                    <a:gd name="T47" fmla="*/ 46 h 59"/>
                    <a:gd name="T48" fmla="*/ 5 w 51"/>
                    <a:gd name="T49" fmla="*/ 49 h 59"/>
                    <a:gd name="T50" fmla="*/ 4 w 51"/>
                    <a:gd name="T51" fmla="*/ 50 h 59"/>
                    <a:gd name="T52" fmla="*/ 0 w 51"/>
                    <a:gd name="T53" fmla="*/ 51 h 59"/>
                    <a:gd name="T54" fmla="*/ 3 w 51"/>
                    <a:gd name="T55" fmla="*/ 54 h 59"/>
                    <a:gd name="T56" fmla="*/ 5 w 51"/>
                    <a:gd name="T57" fmla="*/ 56 h 59"/>
                    <a:gd name="T58" fmla="*/ 6 w 51"/>
                    <a:gd name="T59" fmla="*/ 59 h 59"/>
                    <a:gd name="T60" fmla="*/ 11 w 51"/>
                    <a:gd name="T61" fmla="*/ 56 h 59"/>
                    <a:gd name="T62" fmla="*/ 12 w 51"/>
                    <a:gd name="T63" fmla="*/ 55 h 59"/>
                    <a:gd name="T64" fmla="*/ 14 w 51"/>
                    <a:gd name="T65" fmla="*/ 56 h 59"/>
                    <a:gd name="T66" fmla="*/ 18 w 51"/>
                    <a:gd name="T67" fmla="*/ 57 h 59"/>
                    <a:gd name="T68" fmla="*/ 18 w 51"/>
                    <a:gd name="T69" fmla="*/ 55 h 59"/>
                    <a:gd name="T70" fmla="*/ 22 w 51"/>
                    <a:gd name="T71" fmla="*/ 58 h 59"/>
                    <a:gd name="T72" fmla="*/ 28 w 51"/>
                    <a:gd name="T73" fmla="*/ 54 h 59"/>
                    <a:gd name="T74" fmla="*/ 30 w 51"/>
                    <a:gd name="T75" fmla="*/ 53 h 59"/>
                    <a:gd name="T76" fmla="*/ 33 w 51"/>
                    <a:gd name="T77" fmla="*/ 51 h 59"/>
                    <a:gd name="T78" fmla="*/ 35 w 51"/>
                    <a:gd name="T79" fmla="*/ 42 h 59"/>
                    <a:gd name="T80" fmla="*/ 35 w 51"/>
                    <a:gd name="T81" fmla="*/ 39 h 59"/>
                    <a:gd name="T82" fmla="*/ 39 w 51"/>
                    <a:gd name="T83" fmla="*/ 34 h 59"/>
                    <a:gd name="T84" fmla="*/ 43 w 51"/>
                    <a:gd name="T85" fmla="*/ 30 h 59"/>
                    <a:gd name="T86" fmla="*/ 45 w 51"/>
                    <a:gd name="T87" fmla="*/ 25 h 59"/>
                    <a:gd name="T88" fmla="*/ 46 w 51"/>
                    <a:gd name="T89" fmla="*/ 18 h 59"/>
                    <a:gd name="T90" fmla="*/ 47 w 51"/>
                    <a:gd name="T91" fmla="*/ 9 h 59"/>
                    <a:gd name="T92" fmla="*/ 51 w 51"/>
                    <a:gd name="T93" fmla="*/ 1 h 59"/>
                    <a:gd name="T94" fmla="*/ 49 w 51"/>
                    <a:gd name="T9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 h="59">
                      <a:moveTo>
                        <a:pt x="48" y="1"/>
                      </a:moveTo>
                      <a:cubicBezTo>
                        <a:pt x="43" y="0"/>
                        <a:pt x="43" y="0"/>
                        <a:pt x="43" y="0"/>
                      </a:cubicBezTo>
                      <a:cubicBezTo>
                        <a:pt x="37" y="1"/>
                        <a:pt x="37" y="1"/>
                        <a:pt x="37" y="1"/>
                      </a:cubicBezTo>
                      <a:cubicBezTo>
                        <a:pt x="37" y="5"/>
                        <a:pt x="37" y="5"/>
                        <a:pt x="37" y="5"/>
                      </a:cubicBezTo>
                      <a:cubicBezTo>
                        <a:pt x="35" y="9"/>
                        <a:pt x="35" y="9"/>
                        <a:pt x="35" y="9"/>
                      </a:cubicBezTo>
                      <a:cubicBezTo>
                        <a:pt x="33" y="10"/>
                        <a:pt x="33" y="10"/>
                        <a:pt x="33" y="10"/>
                      </a:cubicBezTo>
                      <a:cubicBezTo>
                        <a:pt x="33" y="13"/>
                        <a:pt x="33" y="13"/>
                        <a:pt x="33" y="13"/>
                      </a:cubicBezTo>
                      <a:cubicBezTo>
                        <a:pt x="31" y="12"/>
                        <a:pt x="31" y="12"/>
                        <a:pt x="31" y="12"/>
                      </a:cubicBezTo>
                      <a:cubicBezTo>
                        <a:pt x="27" y="11"/>
                        <a:pt x="27" y="11"/>
                        <a:pt x="27" y="11"/>
                      </a:cubicBezTo>
                      <a:cubicBezTo>
                        <a:pt x="23" y="10"/>
                        <a:pt x="23" y="10"/>
                        <a:pt x="23" y="10"/>
                      </a:cubicBezTo>
                      <a:cubicBezTo>
                        <a:pt x="15" y="10"/>
                        <a:pt x="15" y="10"/>
                        <a:pt x="15" y="10"/>
                      </a:cubicBezTo>
                      <a:cubicBezTo>
                        <a:pt x="14" y="12"/>
                        <a:pt x="14" y="12"/>
                        <a:pt x="14" y="12"/>
                      </a:cubicBezTo>
                      <a:cubicBezTo>
                        <a:pt x="14" y="14"/>
                        <a:pt x="14" y="14"/>
                        <a:pt x="14" y="14"/>
                      </a:cubicBezTo>
                      <a:cubicBezTo>
                        <a:pt x="15" y="15"/>
                        <a:pt x="15" y="15"/>
                        <a:pt x="15" y="15"/>
                      </a:cubicBezTo>
                      <a:cubicBezTo>
                        <a:pt x="14" y="16"/>
                        <a:pt x="14" y="16"/>
                        <a:pt x="14" y="16"/>
                      </a:cubicBezTo>
                      <a:cubicBezTo>
                        <a:pt x="14" y="17"/>
                        <a:pt x="14" y="17"/>
                        <a:pt x="14" y="17"/>
                      </a:cubicBezTo>
                      <a:cubicBezTo>
                        <a:pt x="21" y="15"/>
                        <a:pt x="21" y="15"/>
                        <a:pt x="21" y="15"/>
                      </a:cubicBezTo>
                      <a:cubicBezTo>
                        <a:pt x="23" y="19"/>
                        <a:pt x="23" y="19"/>
                        <a:pt x="23" y="19"/>
                      </a:cubicBezTo>
                      <a:cubicBezTo>
                        <a:pt x="19" y="22"/>
                        <a:pt x="19" y="22"/>
                        <a:pt x="19" y="22"/>
                      </a:cubicBezTo>
                      <a:cubicBezTo>
                        <a:pt x="19" y="24"/>
                        <a:pt x="19" y="24"/>
                        <a:pt x="19" y="24"/>
                      </a:cubicBezTo>
                      <a:cubicBezTo>
                        <a:pt x="19" y="26"/>
                        <a:pt x="19" y="26"/>
                        <a:pt x="19" y="26"/>
                      </a:cubicBezTo>
                      <a:cubicBezTo>
                        <a:pt x="20" y="26"/>
                        <a:pt x="20" y="26"/>
                        <a:pt x="20" y="26"/>
                      </a:cubicBezTo>
                      <a:cubicBezTo>
                        <a:pt x="21" y="28"/>
                        <a:pt x="21" y="28"/>
                        <a:pt x="21" y="28"/>
                      </a:cubicBezTo>
                      <a:cubicBezTo>
                        <a:pt x="22" y="28"/>
                        <a:pt x="22" y="28"/>
                        <a:pt x="22" y="28"/>
                      </a:cubicBezTo>
                      <a:cubicBezTo>
                        <a:pt x="23" y="29"/>
                        <a:pt x="23" y="29"/>
                        <a:pt x="23" y="29"/>
                      </a:cubicBezTo>
                      <a:cubicBezTo>
                        <a:pt x="23" y="29"/>
                        <a:pt x="23" y="31"/>
                        <a:pt x="23" y="31"/>
                      </a:cubicBezTo>
                      <a:cubicBezTo>
                        <a:pt x="23" y="31"/>
                        <a:pt x="22" y="33"/>
                        <a:pt x="22" y="33"/>
                      </a:cubicBezTo>
                      <a:cubicBezTo>
                        <a:pt x="22" y="33"/>
                        <a:pt x="23" y="34"/>
                        <a:pt x="23" y="34"/>
                      </a:cubicBezTo>
                      <a:cubicBezTo>
                        <a:pt x="23" y="36"/>
                        <a:pt x="23" y="36"/>
                        <a:pt x="23" y="36"/>
                      </a:cubicBezTo>
                      <a:cubicBezTo>
                        <a:pt x="21" y="39"/>
                        <a:pt x="21" y="39"/>
                        <a:pt x="21" y="39"/>
                      </a:cubicBezTo>
                      <a:cubicBezTo>
                        <a:pt x="21" y="39"/>
                        <a:pt x="21" y="40"/>
                        <a:pt x="21" y="40"/>
                      </a:cubicBezTo>
                      <a:cubicBezTo>
                        <a:pt x="21" y="40"/>
                        <a:pt x="21" y="41"/>
                        <a:pt x="21" y="41"/>
                      </a:cubicBezTo>
                      <a:cubicBezTo>
                        <a:pt x="20" y="41"/>
                        <a:pt x="20" y="41"/>
                        <a:pt x="20" y="41"/>
                      </a:cubicBezTo>
                      <a:cubicBezTo>
                        <a:pt x="19" y="42"/>
                        <a:pt x="19" y="42"/>
                        <a:pt x="19" y="42"/>
                      </a:cubicBezTo>
                      <a:cubicBezTo>
                        <a:pt x="18" y="39"/>
                        <a:pt x="18" y="39"/>
                        <a:pt x="18" y="39"/>
                      </a:cubicBezTo>
                      <a:cubicBezTo>
                        <a:pt x="16" y="41"/>
                        <a:pt x="16" y="41"/>
                        <a:pt x="16" y="41"/>
                      </a:cubicBezTo>
                      <a:cubicBezTo>
                        <a:pt x="13" y="41"/>
                        <a:pt x="13" y="41"/>
                        <a:pt x="13" y="41"/>
                      </a:cubicBezTo>
                      <a:cubicBezTo>
                        <a:pt x="11" y="37"/>
                        <a:pt x="11" y="37"/>
                        <a:pt x="11" y="37"/>
                      </a:cubicBezTo>
                      <a:cubicBezTo>
                        <a:pt x="9" y="37"/>
                        <a:pt x="9" y="37"/>
                        <a:pt x="9" y="37"/>
                      </a:cubicBezTo>
                      <a:cubicBezTo>
                        <a:pt x="9" y="39"/>
                        <a:pt x="9" y="39"/>
                        <a:pt x="9" y="39"/>
                      </a:cubicBezTo>
                      <a:cubicBezTo>
                        <a:pt x="9" y="41"/>
                        <a:pt x="9" y="41"/>
                        <a:pt x="9" y="41"/>
                      </a:cubicBezTo>
                      <a:cubicBezTo>
                        <a:pt x="7" y="41"/>
                        <a:pt x="7" y="41"/>
                        <a:pt x="7" y="41"/>
                      </a:cubicBezTo>
                      <a:cubicBezTo>
                        <a:pt x="6" y="41"/>
                        <a:pt x="6" y="41"/>
                        <a:pt x="6" y="41"/>
                      </a:cubicBezTo>
                      <a:cubicBezTo>
                        <a:pt x="4" y="42"/>
                        <a:pt x="4" y="42"/>
                        <a:pt x="4" y="42"/>
                      </a:cubicBezTo>
                      <a:cubicBezTo>
                        <a:pt x="3" y="41"/>
                        <a:pt x="3" y="41"/>
                        <a:pt x="3" y="41"/>
                      </a:cubicBezTo>
                      <a:cubicBezTo>
                        <a:pt x="3" y="44"/>
                        <a:pt x="3" y="44"/>
                        <a:pt x="3" y="44"/>
                      </a:cubicBezTo>
                      <a:cubicBezTo>
                        <a:pt x="5" y="45"/>
                        <a:pt x="5" y="45"/>
                        <a:pt x="5" y="45"/>
                      </a:cubicBezTo>
                      <a:cubicBezTo>
                        <a:pt x="4" y="46"/>
                        <a:pt x="4" y="46"/>
                        <a:pt x="4" y="46"/>
                      </a:cubicBezTo>
                      <a:cubicBezTo>
                        <a:pt x="5" y="47"/>
                        <a:pt x="5" y="47"/>
                        <a:pt x="5" y="47"/>
                      </a:cubicBezTo>
                      <a:cubicBezTo>
                        <a:pt x="5" y="49"/>
                        <a:pt x="5" y="49"/>
                        <a:pt x="5" y="49"/>
                      </a:cubicBezTo>
                      <a:cubicBezTo>
                        <a:pt x="4" y="50"/>
                        <a:pt x="4" y="50"/>
                        <a:pt x="4" y="50"/>
                      </a:cubicBezTo>
                      <a:cubicBezTo>
                        <a:pt x="4" y="50"/>
                        <a:pt x="4" y="50"/>
                        <a:pt x="4" y="50"/>
                      </a:cubicBezTo>
                      <a:cubicBezTo>
                        <a:pt x="2" y="48"/>
                        <a:pt x="2" y="48"/>
                        <a:pt x="2" y="48"/>
                      </a:cubicBezTo>
                      <a:cubicBezTo>
                        <a:pt x="0" y="51"/>
                        <a:pt x="0" y="51"/>
                        <a:pt x="0" y="51"/>
                      </a:cubicBezTo>
                      <a:cubicBezTo>
                        <a:pt x="0" y="52"/>
                        <a:pt x="0" y="52"/>
                        <a:pt x="1" y="52"/>
                      </a:cubicBezTo>
                      <a:cubicBezTo>
                        <a:pt x="1" y="53"/>
                        <a:pt x="3" y="53"/>
                        <a:pt x="3" y="54"/>
                      </a:cubicBezTo>
                      <a:cubicBezTo>
                        <a:pt x="3" y="55"/>
                        <a:pt x="4" y="56"/>
                        <a:pt x="5" y="56"/>
                      </a:cubicBezTo>
                      <a:cubicBezTo>
                        <a:pt x="5" y="56"/>
                        <a:pt x="5" y="56"/>
                        <a:pt x="5" y="56"/>
                      </a:cubicBezTo>
                      <a:cubicBezTo>
                        <a:pt x="5" y="57"/>
                        <a:pt x="5" y="58"/>
                        <a:pt x="5" y="58"/>
                      </a:cubicBezTo>
                      <a:cubicBezTo>
                        <a:pt x="6" y="59"/>
                        <a:pt x="6" y="59"/>
                        <a:pt x="6" y="59"/>
                      </a:cubicBezTo>
                      <a:cubicBezTo>
                        <a:pt x="9" y="56"/>
                        <a:pt x="9" y="56"/>
                        <a:pt x="9" y="56"/>
                      </a:cubicBezTo>
                      <a:cubicBezTo>
                        <a:pt x="11" y="56"/>
                        <a:pt x="11" y="56"/>
                        <a:pt x="11" y="56"/>
                      </a:cubicBezTo>
                      <a:cubicBezTo>
                        <a:pt x="11" y="54"/>
                        <a:pt x="11" y="54"/>
                        <a:pt x="11" y="54"/>
                      </a:cubicBezTo>
                      <a:cubicBezTo>
                        <a:pt x="12" y="55"/>
                        <a:pt x="12" y="55"/>
                        <a:pt x="12" y="55"/>
                      </a:cubicBezTo>
                      <a:cubicBezTo>
                        <a:pt x="13" y="56"/>
                        <a:pt x="13" y="56"/>
                        <a:pt x="13" y="56"/>
                      </a:cubicBezTo>
                      <a:cubicBezTo>
                        <a:pt x="14" y="56"/>
                        <a:pt x="14" y="56"/>
                        <a:pt x="14" y="56"/>
                      </a:cubicBezTo>
                      <a:cubicBezTo>
                        <a:pt x="16" y="58"/>
                        <a:pt x="16" y="58"/>
                        <a:pt x="16" y="58"/>
                      </a:cubicBezTo>
                      <a:cubicBezTo>
                        <a:pt x="18" y="57"/>
                        <a:pt x="18" y="57"/>
                        <a:pt x="18" y="57"/>
                      </a:cubicBezTo>
                      <a:cubicBezTo>
                        <a:pt x="18" y="55"/>
                        <a:pt x="18" y="55"/>
                        <a:pt x="18" y="55"/>
                      </a:cubicBezTo>
                      <a:cubicBezTo>
                        <a:pt x="18" y="55"/>
                        <a:pt x="18" y="55"/>
                        <a:pt x="18" y="55"/>
                      </a:cubicBezTo>
                      <a:cubicBezTo>
                        <a:pt x="22" y="54"/>
                        <a:pt x="22" y="54"/>
                        <a:pt x="22" y="54"/>
                      </a:cubicBezTo>
                      <a:cubicBezTo>
                        <a:pt x="22" y="58"/>
                        <a:pt x="22" y="58"/>
                        <a:pt x="22" y="58"/>
                      </a:cubicBezTo>
                      <a:cubicBezTo>
                        <a:pt x="25" y="57"/>
                        <a:pt x="25" y="57"/>
                        <a:pt x="25" y="57"/>
                      </a:cubicBezTo>
                      <a:cubicBezTo>
                        <a:pt x="28" y="54"/>
                        <a:pt x="28" y="54"/>
                        <a:pt x="28" y="54"/>
                      </a:cubicBezTo>
                      <a:cubicBezTo>
                        <a:pt x="29" y="54"/>
                        <a:pt x="29" y="54"/>
                        <a:pt x="29" y="54"/>
                      </a:cubicBezTo>
                      <a:cubicBezTo>
                        <a:pt x="30" y="53"/>
                        <a:pt x="30" y="53"/>
                        <a:pt x="30" y="53"/>
                      </a:cubicBezTo>
                      <a:cubicBezTo>
                        <a:pt x="30" y="52"/>
                        <a:pt x="30" y="52"/>
                        <a:pt x="30" y="52"/>
                      </a:cubicBezTo>
                      <a:cubicBezTo>
                        <a:pt x="33" y="51"/>
                        <a:pt x="33" y="51"/>
                        <a:pt x="33" y="51"/>
                      </a:cubicBezTo>
                      <a:cubicBezTo>
                        <a:pt x="35" y="47"/>
                        <a:pt x="35" y="47"/>
                        <a:pt x="35" y="47"/>
                      </a:cubicBezTo>
                      <a:cubicBezTo>
                        <a:pt x="35" y="42"/>
                        <a:pt x="35" y="42"/>
                        <a:pt x="35" y="42"/>
                      </a:cubicBezTo>
                      <a:cubicBezTo>
                        <a:pt x="34" y="41"/>
                        <a:pt x="34" y="41"/>
                        <a:pt x="34" y="41"/>
                      </a:cubicBezTo>
                      <a:cubicBezTo>
                        <a:pt x="35" y="39"/>
                        <a:pt x="35" y="39"/>
                        <a:pt x="35" y="39"/>
                      </a:cubicBezTo>
                      <a:cubicBezTo>
                        <a:pt x="37" y="38"/>
                        <a:pt x="37" y="38"/>
                        <a:pt x="37" y="38"/>
                      </a:cubicBezTo>
                      <a:cubicBezTo>
                        <a:pt x="37" y="38"/>
                        <a:pt x="39" y="34"/>
                        <a:pt x="39" y="34"/>
                      </a:cubicBezTo>
                      <a:cubicBezTo>
                        <a:pt x="39" y="34"/>
                        <a:pt x="40" y="32"/>
                        <a:pt x="40" y="32"/>
                      </a:cubicBezTo>
                      <a:cubicBezTo>
                        <a:pt x="40" y="32"/>
                        <a:pt x="43" y="30"/>
                        <a:pt x="43" y="30"/>
                      </a:cubicBezTo>
                      <a:cubicBezTo>
                        <a:pt x="43" y="30"/>
                        <a:pt x="45" y="28"/>
                        <a:pt x="45" y="28"/>
                      </a:cubicBezTo>
                      <a:cubicBezTo>
                        <a:pt x="45" y="25"/>
                        <a:pt x="45" y="25"/>
                        <a:pt x="45" y="25"/>
                      </a:cubicBezTo>
                      <a:cubicBezTo>
                        <a:pt x="46" y="22"/>
                        <a:pt x="46" y="22"/>
                        <a:pt x="46" y="22"/>
                      </a:cubicBezTo>
                      <a:cubicBezTo>
                        <a:pt x="46" y="18"/>
                        <a:pt x="46" y="18"/>
                        <a:pt x="46" y="18"/>
                      </a:cubicBezTo>
                      <a:cubicBezTo>
                        <a:pt x="47" y="14"/>
                        <a:pt x="47" y="14"/>
                        <a:pt x="47" y="14"/>
                      </a:cubicBezTo>
                      <a:cubicBezTo>
                        <a:pt x="47" y="9"/>
                        <a:pt x="47" y="9"/>
                        <a:pt x="47" y="9"/>
                      </a:cubicBezTo>
                      <a:cubicBezTo>
                        <a:pt x="51" y="3"/>
                        <a:pt x="51" y="3"/>
                        <a:pt x="51" y="3"/>
                      </a:cubicBezTo>
                      <a:cubicBezTo>
                        <a:pt x="51" y="1"/>
                        <a:pt x="51" y="1"/>
                        <a:pt x="51" y="1"/>
                      </a:cubicBezTo>
                      <a:cubicBezTo>
                        <a:pt x="51" y="0"/>
                        <a:pt x="51" y="0"/>
                        <a:pt x="51" y="0"/>
                      </a:cubicBezTo>
                      <a:cubicBezTo>
                        <a:pt x="49" y="0"/>
                        <a:pt x="49" y="0"/>
                        <a:pt x="49" y="0"/>
                      </a:cubicBezTo>
                      <a:lnTo>
                        <a:pt x="48" y="1"/>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0" name="Freeform 919">
                  <a:extLst>
                    <a:ext uri="{FF2B5EF4-FFF2-40B4-BE49-F238E27FC236}">
                      <a16:creationId xmlns:a16="http://schemas.microsoft.com/office/drawing/2014/main" id="{59B7796A-C198-C02D-5351-85791696EF8E}"/>
                    </a:ext>
                  </a:extLst>
                </p:cNvPr>
                <p:cNvSpPr>
                  <a:spLocks/>
                </p:cNvSpPr>
                <p:nvPr/>
              </p:nvSpPr>
              <p:spPr bwMode="auto">
                <a:xfrm>
                  <a:off x="5716588" y="4737100"/>
                  <a:ext cx="541337" cy="538163"/>
                </a:xfrm>
                <a:custGeom>
                  <a:avLst/>
                  <a:gdLst>
                    <a:gd name="T0" fmla="*/ 122 w 130"/>
                    <a:gd name="T1" fmla="*/ 10 h 129"/>
                    <a:gd name="T2" fmla="*/ 120 w 130"/>
                    <a:gd name="T3" fmla="*/ 6 h 129"/>
                    <a:gd name="T4" fmla="*/ 116 w 130"/>
                    <a:gd name="T5" fmla="*/ 7 h 129"/>
                    <a:gd name="T6" fmla="*/ 106 w 130"/>
                    <a:gd name="T7" fmla="*/ 6 h 129"/>
                    <a:gd name="T8" fmla="*/ 101 w 130"/>
                    <a:gd name="T9" fmla="*/ 1 h 129"/>
                    <a:gd name="T10" fmla="*/ 95 w 130"/>
                    <a:gd name="T11" fmla="*/ 1 h 129"/>
                    <a:gd name="T12" fmla="*/ 89 w 130"/>
                    <a:gd name="T13" fmla="*/ 0 h 129"/>
                    <a:gd name="T14" fmla="*/ 85 w 130"/>
                    <a:gd name="T15" fmla="*/ 4 h 129"/>
                    <a:gd name="T16" fmla="*/ 76 w 130"/>
                    <a:gd name="T17" fmla="*/ 6 h 129"/>
                    <a:gd name="T18" fmla="*/ 62 w 130"/>
                    <a:gd name="T19" fmla="*/ 8 h 129"/>
                    <a:gd name="T20" fmla="*/ 50 w 130"/>
                    <a:gd name="T21" fmla="*/ 2 h 129"/>
                    <a:gd name="T22" fmla="*/ 43 w 130"/>
                    <a:gd name="T23" fmla="*/ 7 h 129"/>
                    <a:gd name="T24" fmla="*/ 44 w 130"/>
                    <a:gd name="T25" fmla="*/ 15 h 129"/>
                    <a:gd name="T26" fmla="*/ 39 w 130"/>
                    <a:gd name="T27" fmla="*/ 30 h 129"/>
                    <a:gd name="T28" fmla="*/ 38 w 130"/>
                    <a:gd name="T29" fmla="*/ 40 h 129"/>
                    <a:gd name="T30" fmla="*/ 32 w 130"/>
                    <a:gd name="T31" fmla="*/ 46 h 129"/>
                    <a:gd name="T32" fmla="*/ 27 w 130"/>
                    <a:gd name="T33" fmla="*/ 53 h 129"/>
                    <a:gd name="T34" fmla="*/ 26 w 130"/>
                    <a:gd name="T35" fmla="*/ 63 h 129"/>
                    <a:gd name="T36" fmla="*/ 22 w 130"/>
                    <a:gd name="T37" fmla="*/ 66 h 129"/>
                    <a:gd name="T38" fmla="*/ 15 w 130"/>
                    <a:gd name="T39" fmla="*/ 70 h 129"/>
                    <a:gd name="T40" fmla="*/ 11 w 130"/>
                    <a:gd name="T41" fmla="*/ 67 h 129"/>
                    <a:gd name="T42" fmla="*/ 7 w 130"/>
                    <a:gd name="T43" fmla="*/ 68 h 129"/>
                    <a:gd name="T44" fmla="*/ 2 w 130"/>
                    <a:gd name="T45" fmla="*/ 76 h 129"/>
                    <a:gd name="T46" fmla="*/ 1 w 130"/>
                    <a:gd name="T47" fmla="*/ 77 h 129"/>
                    <a:gd name="T48" fmla="*/ 29 w 130"/>
                    <a:gd name="T49" fmla="*/ 76 h 129"/>
                    <a:gd name="T50" fmla="*/ 32 w 130"/>
                    <a:gd name="T51" fmla="*/ 85 h 129"/>
                    <a:gd name="T52" fmla="*/ 40 w 130"/>
                    <a:gd name="T53" fmla="*/ 92 h 129"/>
                    <a:gd name="T54" fmla="*/ 49 w 130"/>
                    <a:gd name="T55" fmla="*/ 91 h 129"/>
                    <a:gd name="T56" fmla="*/ 57 w 130"/>
                    <a:gd name="T57" fmla="*/ 86 h 129"/>
                    <a:gd name="T58" fmla="*/ 66 w 130"/>
                    <a:gd name="T59" fmla="*/ 94 h 129"/>
                    <a:gd name="T60" fmla="*/ 65 w 130"/>
                    <a:gd name="T61" fmla="*/ 101 h 129"/>
                    <a:gd name="T62" fmla="*/ 69 w 130"/>
                    <a:gd name="T63" fmla="*/ 110 h 129"/>
                    <a:gd name="T64" fmla="*/ 68 w 130"/>
                    <a:gd name="T65" fmla="*/ 113 h 129"/>
                    <a:gd name="T66" fmla="*/ 72 w 130"/>
                    <a:gd name="T67" fmla="*/ 112 h 129"/>
                    <a:gd name="T68" fmla="*/ 76 w 130"/>
                    <a:gd name="T69" fmla="*/ 111 h 129"/>
                    <a:gd name="T70" fmla="*/ 79 w 130"/>
                    <a:gd name="T71" fmla="*/ 112 h 129"/>
                    <a:gd name="T72" fmla="*/ 82 w 130"/>
                    <a:gd name="T73" fmla="*/ 114 h 129"/>
                    <a:gd name="T74" fmla="*/ 84 w 130"/>
                    <a:gd name="T75" fmla="*/ 115 h 129"/>
                    <a:gd name="T76" fmla="*/ 91 w 130"/>
                    <a:gd name="T77" fmla="*/ 117 h 129"/>
                    <a:gd name="T78" fmla="*/ 100 w 130"/>
                    <a:gd name="T79" fmla="*/ 118 h 129"/>
                    <a:gd name="T80" fmla="*/ 102 w 130"/>
                    <a:gd name="T81" fmla="*/ 116 h 129"/>
                    <a:gd name="T82" fmla="*/ 107 w 130"/>
                    <a:gd name="T83" fmla="*/ 120 h 129"/>
                    <a:gd name="T84" fmla="*/ 111 w 130"/>
                    <a:gd name="T85" fmla="*/ 124 h 129"/>
                    <a:gd name="T86" fmla="*/ 115 w 130"/>
                    <a:gd name="T87" fmla="*/ 129 h 129"/>
                    <a:gd name="T88" fmla="*/ 119 w 130"/>
                    <a:gd name="T89" fmla="*/ 127 h 129"/>
                    <a:gd name="T90" fmla="*/ 119 w 130"/>
                    <a:gd name="T91" fmla="*/ 129 h 129"/>
                    <a:gd name="T92" fmla="*/ 117 w 130"/>
                    <a:gd name="T93" fmla="*/ 120 h 129"/>
                    <a:gd name="T94" fmla="*/ 113 w 130"/>
                    <a:gd name="T95" fmla="*/ 119 h 129"/>
                    <a:gd name="T96" fmla="*/ 112 w 130"/>
                    <a:gd name="T97" fmla="*/ 109 h 129"/>
                    <a:gd name="T98" fmla="*/ 112 w 130"/>
                    <a:gd name="T99" fmla="*/ 106 h 129"/>
                    <a:gd name="T100" fmla="*/ 112 w 130"/>
                    <a:gd name="T101" fmla="*/ 103 h 129"/>
                    <a:gd name="T102" fmla="*/ 114 w 130"/>
                    <a:gd name="T103" fmla="*/ 95 h 129"/>
                    <a:gd name="T104" fmla="*/ 126 w 130"/>
                    <a:gd name="T105" fmla="*/ 93 h 129"/>
                    <a:gd name="T106" fmla="*/ 118 w 130"/>
                    <a:gd name="T107" fmla="*/ 77 h 129"/>
                    <a:gd name="T108" fmla="*/ 117 w 130"/>
                    <a:gd name="T109" fmla="*/ 67 h 129"/>
                    <a:gd name="T110" fmla="*/ 114 w 130"/>
                    <a:gd name="T111" fmla="*/ 55 h 129"/>
                    <a:gd name="T112" fmla="*/ 115 w 130"/>
                    <a:gd name="T113" fmla="*/ 51 h 129"/>
                    <a:gd name="T114" fmla="*/ 119 w 130"/>
                    <a:gd name="T115" fmla="*/ 46 h 129"/>
                    <a:gd name="T116" fmla="*/ 130 w 130"/>
                    <a:gd name="T117" fmla="*/ 22 h 129"/>
                    <a:gd name="T118" fmla="*/ 127 w 130"/>
                    <a:gd name="T119" fmla="*/ 18 h 129"/>
                    <a:gd name="T120" fmla="*/ 127 w 130"/>
                    <a:gd name="T121" fmla="*/ 14 h 129"/>
                    <a:gd name="T122" fmla="*/ 125 w 130"/>
                    <a:gd name="T123" fmla="*/ 1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 h="129">
                      <a:moveTo>
                        <a:pt x="125" y="12"/>
                      </a:moveTo>
                      <a:cubicBezTo>
                        <a:pt x="125" y="10"/>
                        <a:pt x="125" y="10"/>
                        <a:pt x="125" y="10"/>
                      </a:cubicBezTo>
                      <a:cubicBezTo>
                        <a:pt x="122" y="10"/>
                        <a:pt x="122" y="10"/>
                        <a:pt x="122" y="10"/>
                      </a:cubicBezTo>
                      <a:cubicBezTo>
                        <a:pt x="122" y="9"/>
                        <a:pt x="122" y="9"/>
                        <a:pt x="122" y="9"/>
                      </a:cubicBezTo>
                      <a:cubicBezTo>
                        <a:pt x="120" y="7"/>
                        <a:pt x="120" y="7"/>
                        <a:pt x="120" y="7"/>
                      </a:cubicBezTo>
                      <a:cubicBezTo>
                        <a:pt x="120" y="6"/>
                        <a:pt x="120" y="6"/>
                        <a:pt x="120" y="6"/>
                      </a:cubicBezTo>
                      <a:cubicBezTo>
                        <a:pt x="118" y="5"/>
                        <a:pt x="118" y="5"/>
                        <a:pt x="118" y="5"/>
                      </a:cubicBezTo>
                      <a:cubicBezTo>
                        <a:pt x="117" y="7"/>
                        <a:pt x="117" y="7"/>
                        <a:pt x="117" y="7"/>
                      </a:cubicBezTo>
                      <a:cubicBezTo>
                        <a:pt x="116" y="7"/>
                        <a:pt x="116" y="7"/>
                        <a:pt x="116" y="7"/>
                      </a:cubicBezTo>
                      <a:cubicBezTo>
                        <a:pt x="113" y="6"/>
                        <a:pt x="113" y="6"/>
                        <a:pt x="113" y="6"/>
                      </a:cubicBezTo>
                      <a:cubicBezTo>
                        <a:pt x="110" y="8"/>
                        <a:pt x="110" y="8"/>
                        <a:pt x="110" y="8"/>
                      </a:cubicBezTo>
                      <a:cubicBezTo>
                        <a:pt x="106" y="6"/>
                        <a:pt x="106" y="6"/>
                        <a:pt x="106" y="6"/>
                      </a:cubicBezTo>
                      <a:cubicBezTo>
                        <a:pt x="106" y="4"/>
                        <a:pt x="106" y="4"/>
                        <a:pt x="106" y="4"/>
                      </a:cubicBezTo>
                      <a:cubicBezTo>
                        <a:pt x="103" y="2"/>
                        <a:pt x="103" y="2"/>
                        <a:pt x="103" y="2"/>
                      </a:cubicBezTo>
                      <a:cubicBezTo>
                        <a:pt x="103" y="2"/>
                        <a:pt x="102" y="1"/>
                        <a:pt x="101" y="1"/>
                      </a:cubicBezTo>
                      <a:cubicBezTo>
                        <a:pt x="101" y="1"/>
                        <a:pt x="100" y="3"/>
                        <a:pt x="100" y="3"/>
                      </a:cubicBezTo>
                      <a:cubicBezTo>
                        <a:pt x="97" y="3"/>
                        <a:pt x="97" y="3"/>
                        <a:pt x="97" y="3"/>
                      </a:cubicBezTo>
                      <a:cubicBezTo>
                        <a:pt x="95" y="1"/>
                        <a:pt x="95" y="1"/>
                        <a:pt x="95" y="1"/>
                      </a:cubicBezTo>
                      <a:cubicBezTo>
                        <a:pt x="93" y="1"/>
                        <a:pt x="93" y="1"/>
                        <a:pt x="93" y="1"/>
                      </a:cubicBezTo>
                      <a:cubicBezTo>
                        <a:pt x="91" y="0"/>
                        <a:pt x="91" y="0"/>
                        <a:pt x="91" y="0"/>
                      </a:cubicBezTo>
                      <a:cubicBezTo>
                        <a:pt x="89" y="0"/>
                        <a:pt x="89" y="0"/>
                        <a:pt x="89" y="0"/>
                      </a:cubicBezTo>
                      <a:cubicBezTo>
                        <a:pt x="89" y="2"/>
                        <a:pt x="89" y="2"/>
                        <a:pt x="89" y="2"/>
                      </a:cubicBezTo>
                      <a:cubicBezTo>
                        <a:pt x="88" y="3"/>
                        <a:pt x="88" y="3"/>
                        <a:pt x="88" y="3"/>
                      </a:cubicBezTo>
                      <a:cubicBezTo>
                        <a:pt x="85" y="4"/>
                        <a:pt x="85" y="4"/>
                        <a:pt x="85" y="4"/>
                      </a:cubicBezTo>
                      <a:cubicBezTo>
                        <a:pt x="83" y="2"/>
                        <a:pt x="83" y="2"/>
                        <a:pt x="83" y="2"/>
                      </a:cubicBezTo>
                      <a:cubicBezTo>
                        <a:pt x="82" y="3"/>
                        <a:pt x="82" y="3"/>
                        <a:pt x="82" y="3"/>
                      </a:cubicBezTo>
                      <a:cubicBezTo>
                        <a:pt x="76" y="6"/>
                        <a:pt x="76" y="6"/>
                        <a:pt x="76" y="6"/>
                      </a:cubicBezTo>
                      <a:cubicBezTo>
                        <a:pt x="73" y="4"/>
                        <a:pt x="73" y="4"/>
                        <a:pt x="73" y="4"/>
                      </a:cubicBezTo>
                      <a:cubicBezTo>
                        <a:pt x="70" y="8"/>
                        <a:pt x="70" y="8"/>
                        <a:pt x="70" y="8"/>
                      </a:cubicBezTo>
                      <a:cubicBezTo>
                        <a:pt x="62" y="8"/>
                        <a:pt x="62" y="8"/>
                        <a:pt x="62" y="8"/>
                      </a:cubicBezTo>
                      <a:cubicBezTo>
                        <a:pt x="57" y="6"/>
                        <a:pt x="57" y="6"/>
                        <a:pt x="57" y="6"/>
                      </a:cubicBezTo>
                      <a:cubicBezTo>
                        <a:pt x="54" y="3"/>
                        <a:pt x="54" y="3"/>
                        <a:pt x="54" y="3"/>
                      </a:cubicBezTo>
                      <a:cubicBezTo>
                        <a:pt x="50" y="2"/>
                        <a:pt x="50" y="2"/>
                        <a:pt x="50" y="2"/>
                      </a:cubicBezTo>
                      <a:cubicBezTo>
                        <a:pt x="47" y="3"/>
                        <a:pt x="47" y="3"/>
                        <a:pt x="47" y="3"/>
                      </a:cubicBezTo>
                      <a:cubicBezTo>
                        <a:pt x="45" y="6"/>
                        <a:pt x="45" y="6"/>
                        <a:pt x="45" y="6"/>
                      </a:cubicBezTo>
                      <a:cubicBezTo>
                        <a:pt x="43" y="7"/>
                        <a:pt x="43" y="7"/>
                        <a:pt x="43" y="7"/>
                      </a:cubicBezTo>
                      <a:cubicBezTo>
                        <a:pt x="44" y="12"/>
                        <a:pt x="44" y="12"/>
                        <a:pt x="44" y="12"/>
                      </a:cubicBezTo>
                      <a:cubicBezTo>
                        <a:pt x="44" y="13"/>
                        <a:pt x="44" y="13"/>
                        <a:pt x="44" y="13"/>
                      </a:cubicBezTo>
                      <a:cubicBezTo>
                        <a:pt x="44" y="15"/>
                        <a:pt x="44" y="15"/>
                        <a:pt x="44" y="15"/>
                      </a:cubicBezTo>
                      <a:cubicBezTo>
                        <a:pt x="40" y="21"/>
                        <a:pt x="40" y="21"/>
                        <a:pt x="40" y="21"/>
                      </a:cubicBezTo>
                      <a:cubicBezTo>
                        <a:pt x="40" y="26"/>
                        <a:pt x="40" y="26"/>
                        <a:pt x="40" y="26"/>
                      </a:cubicBezTo>
                      <a:cubicBezTo>
                        <a:pt x="39" y="30"/>
                        <a:pt x="39" y="30"/>
                        <a:pt x="39" y="30"/>
                      </a:cubicBezTo>
                      <a:cubicBezTo>
                        <a:pt x="39" y="34"/>
                        <a:pt x="39" y="34"/>
                        <a:pt x="39" y="34"/>
                      </a:cubicBezTo>
                      <a:cubicBezTo>
                        <a:pt x="38" y="37"/>
                        <a:pt x="38" y="37"/>
                        <a:pt x="38" y="37"/>
                      </a:cubicBezTo>
                      <a:cubicBezTo>
                        <a:pt x="38" y="40"/>
                        <a:pt x="38" y="40"/>
                        <a:pt x="38" y="40"/>
                      </a:cubicBezTo>
                      <a:cubicBezTo>
                        <a:pt x="38" y="40"/>
                        <a:pt x="36" y="42"/>
                        <a:pt x="36" y="42"/>
                      </a:cubicBezTo>
                      <a:cubicBezTo>
                        <a:pt x="36" y="42"/>
                        <a:pt x="33" y="44"/>
                        <a:pt x="33" y="44"/>
                      </a:cubicBezTo>
                      <a:cubicBezTo>
                        <a:pt x="33" y="44"/>
                        <a:pt x="32" y="46"/>
                        <a:pt x="32" y="46"/>
                      </a:cubicBezTo>
                      <a:cubicBezTo>
                        <a:pt x="32" y="46"/>
                        <a:pt x="30" y="50"/>
                        <a:pt x="30" y="50"/>
                      </a:cubicBezTo>
                      <a:cubicBezTo>
                        <a:pt x="28" y="51"/>
                        <a:pt x="28" y="51"/>
                        <a:pt x="28" y="51"/>
                      </a:cubicBezTo>
                      <a:cubicBezTo>
                        <a:pt x="27" y="53"/>
                        <a:pt x="27" y="53"/>
                        <a:pt x="27" y="53"/>
                      </a:cubicBezTo>
                      <a:cubicBezTo>
                        <a:pt x="28" y="54"/>
                        <a:pt x="28" y="54"/>
                        <a:pt x="28" y="54"/>
                      </a:cubicBezTo>
                      <a:cubicBezTo>
                        <a:pt x="28" y="59"/>
                        <a:pt x="28" y="59"/>
                        <a:pt x="28" y="59"/>
                      </a:cubicBezTo>
                      <a:cubicBezTo>
                        <a:pt x="26" y="63"/>
                        <a:pt x="26" y="63"/>
                        <a:pt x="26" y="63"/>
                      </a:cubicBezTo>
                      <a:cubicBezTo>
                        <a:pt x="23" y="64"/>
                        <a:pt x="23" y="64"/>
                        <a:pt x="23" y="64"/>
                      </a:cubicBezTo>
                      <a:cubicBezTo>
                        <a:pt x="23" y="65"/>
                        <a:pt x="23" y="65"/>
                        <a:pt x="23" y="65"/>
                      </a:cubicBezTo>
                      <a:cubicBezTo>
                        <a:pt x="22" y="66"/>
                        <a:pt x="22" y="66"/>
                        <a:pt x="22" y="66"/>
                      </a:cubicBezTo>
                      <a:cubicBezTo>
                        <a:pt x="21" y="66"/>
                        <a:pt x="21" y="66"/>
                        <a:pt x="21" y="66"/>
                      </a:cubicBezTo>
                      <a:cubicBezTo>
                        <a:pt x="18" y="69"/>
                        <a:pt x="18" y="69"/>
                        <a:pt x="18" y="69"/>
                      </a:cubicBezTo>
                      <a:cubicBezTo>
                        <a:pt x="15" y="70"/>
                        <a:pt x="15" y="70"/>
                        <a:pt x="15" y="70"/>
                      </a:cubicBezTo>
                      <a:cubicBezTo>
                        <a:pt x="15" y="66"/>
                        <a:pt x="15" y="66"/>
                        <a:pt x="15" y="66"/>
                      </a:cubicBezTo>
                      <a:cubicBezTo>
                        <a:pt x="11" y="67"/>
                        <a:pt x="11" y="67"/>
                        <a:pt x="11" y="67"/>
                      </a:cubicBezTo>
                      <a:cubicBezTo>
                        <a:pt x="11" y="67"/>
                        <a:pt x="11" y="67"/>
                        <a:pt x="11" y="67"/>
                      </a:cubicBezTo>
                      <a:cubicBezTo>
                        <a:pt x="11" y="69"/>
                        <a:pt x="11" y="69"/>
                        <a:pt x="11" y="69"/>
                      </a:cubicBezTo>
                      <a:cubicBezTo>
                        <a:pt x="9" y="70"/>
                        <a:pt x="9" y="70"/>
                        <a:pt x="9" y="70"/>
                      </a:cubicBezTo>
                      <a:cubicBezTo>
                        <a:pt x="7" y="68"/>
                        <a:pt x="7" y="68"/>
                        <a:pt x="7" y="68"/>
                      </a:cubicBezTo>
                      <a:cubicBezTo>
                        <a:pt x="2" y="71"/>
                        <a:pt x="2" y="71"/>
                        <a:pt x="2" y="71"/>
                      </a:cubicBezTo>
                      <a:cubicBezTo>
                        <a:pt x="2" y="72"/>
                        <a:pt x="2" y="72"/>
                        <a:pt x="2" y="72"/>
                      </a:cubicBezTo>
                      <a:cubicBezTo>
                        <a:pt x="2" y="76"/>
                        <a:pt x="2" y="76"/>
                        <a:pt x="2" y="76"/>
                      </a:cubicBezTo>
                      <a:cubicBezTo>
                        <a:pt x="1" y="76"/>
                        <a:pt x="1" y="76"/>
                        <a:pt x="1" y="76"/>
                      </a:cubicBezTo>
                      <a:cubicBezTo>
                        <a:pt x="1" y="76"/>
                        <a:pt x="1" y="76"/>
                        <a:pt x="1" y="76"/>
                      </a:cubicBezTo>
                      <a:cubicBezTo>
                        <a:pt x="0" y="76"/>
                        <a:pt x="0" y="76"/>
                        <a:pt x="1" y="77"/>
                      </a:cubicBezTo>
                      <a:cubicBezTo>
                        <a:pt x="1" y="77"/>
                        <a:pt x="2" y="77"/>
                        <a:pt x="2" y="78"/>
                      </a:cubicBezTo>
                      <a:cubicBezTo>
                        <a:pt x="6" y="76"/>
                        <a:pt x="6" y="76"/>
                        <a:pt x="6" y="76"/>
                      </a:cubicBezTo>
                      <a:cubicBezTo>
                        <a:pt x="29" y="76"/>
                        <a:pt x="29" y="76"/>
                        <a:pt x="29" y="76"/>
                      </a:cubicBezTo>
                      <a:cubicBezTo>
                        <a:pt x="31" y="79"/>
                        <a:pt x="31" y="79"/>
                        <a:pt x="31" y="79"/>
                      </a:cubicBezTo>
                      <a:cubicBezTo>
                        <a:pt x="31" y="80"/>
                        <a:pt x="31" y="80"/>
                        <a:pt x="31" y="80"/>
                      </a:cubicBezTo>
                      <a:cubicBezTo>
                        <a:pt x="32" y="85"/>
                        <a:pt x="32" y="85"/>
                        <a:pt x="32" y="85"/>
                      </a:cubicBezTo>
                      <a:cubicBezTo>
                        <a:pt x="34" y="88"/>
                        <a:pt x="34" y="88"/>
                        <a:pt x="34" y="88"/>
                      </a:cubicBezTo>
                      <a:cubicBezTo>
                        <a:pt x="36" y="92"/>
                        <a:pt x="36" y="92"/>
                        <a:pt x="36" y="92"/>
                      </a:cubicBezTo>
                      <a:cubicBezTo>
                        <a:pt x="40" y="92"/>
                        <a:pt x="40" y="92"/>
                        <a:pt x="40" y="92"/>
                      </a:cubicBezTo>
                      <a:cubicBezTo>
                        <a:pt x="43" y="90"/>
                        <a:pt x="43" y="90"/>
                        <a:pt x="43" y="90"/>
                      </a:cubicBezTo>
                      <a:cubicBezTo>
                        <a:pt x="46" y="91"/>
                        <a:pt x="46" y="91"/>
                        <a:pt x="46" y="91"/>
                      </a:cubicBezTo>
                      <a:cubicBezTo>
                        <a:pt x="49" y="91"/>
                        <a:pt x="49" y="91"/>
                        <a:pt x="49" y="91"/>
                      </a:cubicBezTo>
                      <a:cubicBezTo>
                        <a:pt x="50" y="84"/>
                        <a:pt x="50" y="84"/>
                        <a:pt x="50" y="84"/>
                      </a:cubicBezTo>
                      <a:cubicBezTo>
                        <a:pt x="58" y="84"/>
                        <a:pt x="58" y="84"/>
                        <a:pt x="58" y="84"/>
                      </a:cubicBezTo>
                      <a:cubicBezTo>
                        <a:pt x="57" y="86"/>
                        <a:pt x="57" y="86"/>
                        <a:pt x="57" y="86"/>
                      </a:cubicBezTo>
                      <a:cubicBezTo>
                        <a:pt x="65" y="86"/>
                        <a:pt x="65" y="86"/>
                        <a:pt x="65" y="86"/>
                      </a:cubicBezTo>
                      <a:cubicBezTo>
                        <a:pt x="65" y="91"/>
                        <a:pt x="65" y="91"/>
                        <a:pt x="65" y="91"/>
                      </a:cubicBezTo>
                      <a:cubicBezTo>
                        <a:pt x="66" y="94"/>
                        <a:pt x="66" y="94"/>
                        <a:pt x="66" y="94"/>
                      </a:cubicBezTo>
                      <a:cubicBezTo>
                        <a:pt x="66" y="99"/>
                        <a:pt x="66" y="99"/>
                        <a:pt x="66" y="99"/>
                      </a:cubicBezTo>
                      <a:cubicBezTo>
                        <a:pt x="65" y="100"/>
                        <a:pt x="65" y="100"/>
                        <a:pt x="65" y="100"/>
                      </a:cubicBezTo>
                      <a:cubicBezTo>
                        <a:pt x="65" y="101"/>
                        <a:pt x="65" y="101"/>
                        <a:pt x="65" y="101"/>
                      </a:cubicBezTo>
                      <a:cubicBezTo>
                        <a:pt x="68" y="104"/>
                        <a:pt x="68" y="104"/>
                        <a:pt x="68" y="104"/>
                      </a:cubicBezTo>
                      <a:cubicBezTo>
                        <a:pt x="69" y="107"/>
                        <a:pt x="69" y="107"/>
                        <a:pt x="69" y="107"/>
                      </a:cubicBezTo>
                      <a:cubicBezTo>
                        <a:pt x="69" y="110"/>
                        <a:pt x="69" y="110"/>
                        <a:pt x="69" y="110"/>
                      </a:cubicBezTo>
                      <a:cubicBezTo>
                        <a:pt x="68" y="111"/>
                        <a:pt x="68" y="111"/>
                        <a:pt x="68" y="111"/>
                      </a:cubicBezTo>
                      <a:cubicBezTo>
                        <a:pt x="68" y="112"/>
                        <a:pt x="68" y="112"/>
                        <a:pt x="68" y="112"/>
                      </a:cubicBezTo>
                      <a:cubicBezTo>
                        <a:pt x="68" y="113"/>
                        <a:pt x="68" y="113"/>
                        <a:pt x="68" y="113"/>
                      </a:cubicBezTo>
                      <a:cubicBezTo>
                        <a:pt x="69" y="114"/>
                        <a:pt x="69" y="114"/>
                        <a:pt x="69" y="114"/>
                      </a:cubicBezTo>
                      <a:cubicBezTo>
                        <a:pt x="70" y="112"/>
                        <a:pt x="70" y="112"/>
                        <a:pt x="70" y="112"/>
                      </a:cubicBezTo>
                      <a:cubicBezTo>
                        <a:pt x="72" y="112"/>
                        <a:pt x="72" y="112"/>
                        <a:pt x="72" y="112"/>
                      </a:cubicBezTo>
                      <a:cubicBezTo>
                        <a:pt x="72" y="112"/>
                        <a:pt x="72" y="112"/>
                        <a:pt x="72" y="112"/>
                      </a:cubicBezTo>
                      <a:cubicBezTo>
                        <a:pt x="75" y="112"/>
                        <a:pt x="75" y="112"/>
                        <a:pt x="75" y="112"/>
                      </a:cubicBezTo>
                      <a:cubicBezTo>
                        <a:pt x="76" y="111"/>
                        <a:pt x="76" y="111"/>
                        <a:pt x="76" y="111"/>
                      </a:cubicBezTo>
                      <a:cubicBezTo>
                        <a:pt x="77" y="111"/>
                        <a:pt x="77" y="111"/>
                        <a:pt x="77" y="111"/>
                      </a:cubicBezTo>
                      <a:cubicBezTo>
                        <a:pt x="77" y="111"/>
                        <a:pt x="78" y="112"/>
                        <a:pt x="78" y="112"/>
                      </a:cubicBezTo>
                      <a:cubicBezTo>
                        <a:pt x="78" y="112"/>
                        <a:pt x="79" y="112"/>
                        <a:pt x="79" y="112"/>
                      </a:cubicBezTo>
                      <a:cubicBezTo>
                        <a:pt x="81" y="111"/>
                        <a:pt x="81" y="111"/>
                        <a:pt x="81" y="111"/>
                      </a:cubicBezTo>
                      <a:cubicBezTo>
                        <a:pt x="83" y="112"/>
                        <a:pt x="83" y="112"/>
                        <a:pt x="83" y="112"/>
                      </a:cubicBezTo>
                      <a:cubicBezTo>
                        <a:pt x="82" y="114"/>
                        <a:pt x="82" y="114"/>
                        <a:pt x="82" y="114"/>
                      </a:cubicBezTo>
                      <a:cubicBezTo>
                        <a:pt x="82" y="115"/>
                        <a:pt x="82" y="115"/>
                        <a:pt x="82" y="115"/>
                      </a:cubicBezTo>
                      <a:cubicBezTo>
                        <a:pt x="83" y="115"/>
                        <a:pt x="83" y="115"/>
                        <a:pt x="83" y="115"/>
                      </a:cubicBezTo>
                      <a:cubicBezTo>
                        <a:pt x="84" y="115"/>
                        <a:pt x="84" y="115"/>
                        <a:pt x="84" y="115"/>
                      </a:cubicBezTo>
                      <a:cubicBezTo>
                        <a:pt x="90" y="113"/>
                        <a:pt x="90" y="113"/>
                        <a:pt x="90" y="113"/>
                      </a:cubicBezTo>
                      <a:cubicBezTo>
                        <a:pt x="90" y="116"/>
                        <a:pt x="90" y="116"/>
                        <a:pt x="90" y="116"/>
                      </a:cubicBezTo>
                      <a:cubicBezTo>
                        <a:pt x="91" y="117"/>
                        <a:pt x="91" y="117"/>
                        <a:pt x="91" y="117"/>
                      </a:cubicBezTo>
                      <a:cubicBezTo>
                        <a:pt x="93" y="117"/>
                        <a:pt x="93" y="117"/>
                        <a:pt x="93" y="117"/>
                      </a:cubicBezTo>
                      <a:cubicBezTo>
                        <a:pt x="94" y="118"/>
                        <a:pt x="94" y="118"/>
                        <a:pt x="94" y="118"/>
                      </a:cubicBezTo>
                      <a:cubicBezTo>
                        <a:pt x="100" y="118"/>
                        <a:pt x="100" y="118"/>
                        <a:pt x="100" y="118"/>
                      </a:cubicBezTo>
                      <a:cubicBezTo>
                        <a:pt x="101" y="118"/>
                        <a:pt x="101" y="118"/>
                        <a:pt x="101" y="118"/>
                      </a:cubicBezTo>
                      <a:cubicBezTo>
                        <a:pt x="101" y="116"/>
                        <a:pt x="101" y="116"/>
                        <a:pt x="101" y="116"/>
                      </a:cubicBezTo>
                      <a:cubicBezTo>
                        <a:pt x="102" y="116"/>
                        <a:pt x="102" y="116"/>
                        <a:pt x="102" y="116"/>
                      </a:cubicBezTo>
                      <a:cubicBezTo>
                        <a:pt x="102" y="118"/>
                        <a:pt x="102" y="118"/>
                        <a:pt x="102" y="118"/>
                      </a:cubicBezTo>
                      <a:cubicBezTo>
                        <a:pt x="105" y="120"/>
                        <a:pt x="105" y="120"/>
                        <a:pt x="105" y="120"/>
                      </a:cubicBezTo>
                      <a:cubicBezTo>
                        <a:pt x="107" y="120"/>
                        <a:pt x="107" y="120"/>
                        <a:pt x="107" y="120"/>
                      </a:cubicBezTo>
                      <a:cubicBezTo>
                        <a:pt x="109" y="122"/>
                        <a:pt x="109" y="122"/>
                        <a:pt x="109" y="122"/>
                      </a:cubicBezTo>
                      <a:cubicBezTo>
                        <a:pt x="111" y="122"/>
                        <a:pt x="111" y="122"/>
                        <a:pt x="111" y="122"/>
                      </a:cubicBezTo>
                      <a:cubicBezTo>
                        <a:pt x="111" y="124"/>
                        <a:pt x="111" y="124"/>
                        <a:pt x="111" y="124"/>
                      </a:cubicBezTo>
                      <a:cubicBezTo>
                        <a:pt x="113" y="125"/>
                        <a:pt x="113" y="125"/>
                        <a:pt x="113" y="125"/>
                      </a:cubicBezTo>
                      <a:cubicBezTo>
                        <a:pt x="113" y="127"/>
                        <a:pt x="113" y="127"/>
                        <a:pt x="113" y="127"/>
                      </a:cubicBezTo>
                      <a:cubicBezTo>
                        <a:pt x="115" y="129"/>
                        <a:pt x="115" y="129"/>
                        <a:pt x="115" y="129"/>
                      </a:cubicBezTo>
                      <a:cubicBezTo>
                        <a:pt x="116" y="129"/>
                        <a:pt x="116" y="129"/>
                        <a:pt x="116" y="129"/>
                      </a:cubicBezTo>
                      <a:cubicBezTo>
                        <a:pt x="118" y="127"/>
                        <a:pt x="118" y="127"/>
                        <a:pt x="118" y="127"/>
                      </a:cubicBezTo>
                      <a:cubicBezTo>
                        <a:pt x="119" y="127"/>
                        <a:pt x="119" y="127"/>
                        <a:pt x="119" y="127"/>
                      </a:cubicBezTo>
                      <a:cubicBezTo>
                        <a:pt x="119" y="128"/>
                        <a:pt x="119" y="128"/>
                        <a:pt x="119" y="128"/>
                      </a:cubicBezTo>
                      <a:cubicBezTo>
                        <a:pt x="119" y="128"/>
                        <a:pt x="119" y="128"/>
                        <a:pt x="119" y="128"/>
                      </a:cubicBezTo>
                      <a:cubicBezTo>
                        <a:pt x="119" y="129"/>
                        <a:pt x="119" y="129"/>
                        <a:pt x="119" y="129"/>
                      </a:cubicBezTo>
                      <a:cubicBezTo>
                        <a:pt x="120" y="129"/>
                        <a:pt x="120" y="129"/>
                        <a:pt x="120" y="129"/>
                      </a:cubicBezTo>
                      <a:cubicBezTo>
                        <a:pt x="120" y="120"/>
                        <a:pt x="120" y="120"/>
                        <a:pt x="120" y="120"/>
                      </a:cubicBezTo>
                      <a:cubicBezTo>
                        <a:pt x="117" y="120"/>
                        <a:pt x="117" y="120"/>
                        <a:pt x="117" y="120"/>
                      </a:cubicBezTo>
                      <a:cubicBezTo>
                        <a:pt x="117" y="122"/>
                        <a:pt x="117" y="122"/>
                        <a:pt x="117" y="122"/>
                      </a:cubicBezTo>
                      <a:cubicBezTo>
                        <a:pt x="114" y="121"/>
                        <a:pt x="114" y="121"/>
                        <a:pt x="114" y="121"/>
                      </a:cubicBezTo>
                      <a:cubicBezTo>
                        <a:pt x="113" y="119"/>
                        <a:pt x="113" y="119"/>
                        <a:pt x="113" y="119"/>
                      </a:cubicBezTo>
                      <a:cubicBezTo>
                        <a:pt x="110" y="118"/>
                        <a:pt x="110" y="118"/>
                        <a:pt x="110" y="118"/>
                      </a:cubicBezTo>
                      <a:cubicBezTo>
                        <a:pt x="110" y="115"/>
                        <a:pt x="110" y="115"/>
                        <a:pt x="110" y="115"/>
                      </a:cubicBezTo>
                      <a:cubicBezTo>
                        <a:pt x="112" y="109"/>
                        <a:pt x="112" y="109"/>
                        <a:pt x="112" y="109"/>
                      </a:cubicBezTo>
                      <a:cubicBezTo>
                        <a:pt x="112" y="108"/>
                        <a:pt x="112" y="108"/>
                        <a:pt x="112" y="108"/>
                      </a:cubicBezTo>
                      <a:cubicBezTo>
                        <a:pt x="111" y="107"/>
                        <a:pt x="111" y="107"/>
                        <a:pt x="111" y="107"/>
                      </a:cubicBezTo>
                      <a:cubicBezTo>
                        <a:pt x="112" y="106"/>
                        <a:pt x="112" y="106"/>
                        <a:pt x="112" y="106"/>
                      </a:cubicBezTo>
                      <a:cubicBezTo>
                        <a:pt x="112" y="104"/>
                        <a:pt x="112" y="104"/>
                        <a:pt x="112" y="104"/>
                      </a:cubicBezTo>
                      <a:cubicBezTo>
                        <a:pt x="112" y="104"/>
                        <a:pt x="112" y="104"/>
                        <a:pt x="112" y="104"/>
                      </a:cubicBezTo>
                      <a:cubicBezTo>
                        <a:pt x="112" y="103"/>
                        <a:pt x="112" y="103"/>
                        <a:pt x="112" y="103"/>
                      </a:cubicBezTo>
                      <a:cubicBezTo>
                        <a:pt x="110" y="100"/>
                        <a:pt x="110" y="100"/>
                        <a:pt x="110" y="100"/>
                      </a:cubicBezTo>
                      <a:cubicBezTo>
                        <a:pt x="114" y="96"/>
                        <a:pt x="114" y="96"/>
                        <a:pt x="114" y="96"/>
                      </a:cubicBezTo>
                      <a:cubicBezTo>
                        <a:pt x="114" y="95"/>
                        <a:pt x="114" y="95"/>
                        <a:pt x="114" y="95"/>
                      </a:cubicBezTo>
                      <a:cubicBezTo>
                        <a:pt x="114" y="95"/>
                        <a:pt x="114" y="95"/>
                        <a:pt x="114" y="95"/>
                      </a:cubicBezTo>
                      <a:cubicBezTo>
                        <a:pt x="114" y="94"/>
                        <a:pt x="114" y="94"/>
                        <a:pt x="114" y="94"/>
                      </a:cubicBezTo>
                      <a:cubicBezTo>
                        <a:pt x="126" y="93"/>
                        <a:pt x="126" y="93"/>
                        <a:pt x="126" y="93"/>
                      </a:cubicBezTo>
                      <a:cubicBezTo>
                        <a:pt x="123" y="85"/>
                        <a:pt x="123" y="85"/>
                        <a:pt x="123" y="85"/>
                      </a:cubicBezTo>
                      <a:cubicBezTo>
                        <a:pt x="118" y="79"/>
                        <a:pt x="118" y="79"/>
                        <a:pt x="118" y="79"/>
                      </a:cubicBezTo>
                      <a:cubicBezTo>
                        <a:pt x="118" y="77"/>
                        <a:pt x="118" y="77"/>
                        <a:pt x="118" y="77"/>
                      </a:cubicBezTo>
                      <a:cubicBezTo>
                        <a:pt x="119" y="75"/>
                        <a:pt x="119" y="75"/>
                        <a:pt x="119" y="75"/>
                      </a:cubicBezTo>
                      <a:cubicBezTo>
                        <a:pt x="117" y="71"/>
                        <a:pt x="117" y="71"/>
                        <a:pt x="117" y="71"/>
                      </a:cubicBezTo>
                      <a:cubicBezTo>
                        <a:pt x="117" y="67"/>
                        <a:pt x="117" y="67"/>
                        <a:pt x="117" y="67"/>
                      </a:cubicBezTo>
                      <a:cubicBezTo>
                        <a:pt x="116" y="63"/>
                        <a:pt x="116" y="63"/>
                        <a:pt x="116" y="63"/>
                      </a:cubicBezTo>
                      <a:cubicBezTo>
                        <a:pt x="116" y="58"/>
                        <a:pt x="116" y="58"/>
                        <a:pt x="116" y="58"/>
                      </a:cubicBezTo>
                      <a:cubicBezTo>
                        <a:pt x="114" y="55"/>
                        <a:pt x="114" y="55"/>
                        <a:pt x="114" y="55"/>
                      </a:cubicBezTo>
                      <a:cubicBezTo>
                        <a:pt x="114" y="55"/>
                        <a:pt x="114" y="55"/>
                        <a:pt x="114" y="55"/>
                      </a:cubicBezTo>
                      <a:cubicBezTo>
                        <a:pt x="113" y="53"/>
                        <a:pt x="113" y="53"/>
                        <a:pt x="113" y="53"/>
                      </a:cubicBezTo>
                      <a:cubicBezTo>
                        <a:pt x="115" y="51"/>
                        <a:pt x="115" y="51"/>
                        <a:pt x="115" y="51"/>
                      </a:cubicBezTo>
                      <a:cubicBezTo>
                        <a:pt x="115" y="49"/>
                        <a:pt x="115" y="49"/>
                        <a:pt x="115" y="49"/>
                      </a:cubicBezTo>
                      <a:cubicBezTo>
                        <a:pt x="117" y="47"/>
                        <a:pt x="117" y="47"/>
                        <a:pt x="117" y="47"/>
                      </a:cubicBezTo>
                      <a:cubicBezTo>
                        <a:pt x="119" y="46"/>
                        <a:pt x="119" y="46"/>
                        <a:pt x="119" y="46"/>
                      </a:cubicBezTo>
                      <a:cubicBezTo>
                        <a:pt x="119" y="37"/>
                        <a:pt x="119" y="37"/>
                        <a:pt x="119" y="37"/>
                      </a:cubicBezTo>
                      <a:cubicBezTo>
                        <a:pt x="121" y="31"/>
                        <a:pt x="121" y="31"/>
                        <a:pt x="121" y="31"/>
                      </a:cubicBezTo>
                      <a:cubicBezTo>
                        <a:pt x="130" y="22"/>
                        <a:pt x="130" y="22"/>
                        <a:pt x="130" y="22"/>
                      </a:cubicBezTo>
                      <a:cubicBezTo>
                        <a:pt x="128" y="20"/>
                        <a:pt x="128" y="20"/>
                        <a:pt x="128" y="20"/>
                      </a:cubicBezTo>
                      <a:cubicBezTo>
                        <a:pt x="126" y="20"/>
                        <a:pt x="126" y="20"/>
                        <a:pt x="126" y="20"/>
                      </a:cubicBezTo>
                      <a:cubicBezTo>
                        <a:pt x="127" y="18"/>
                        <a:pt x="127" y="18"/>
                        <a:pt x="127" y="18"/>
                      </a:cubicBezTo>
                      <a:cubicBezTo>
                        <a:pt x="127" y="17"/>
                        <a:pt x="127" y="17"/>
                        <a:pt x="127" y="17"/>
                      </a:cubicBezTo>
                      <a:cubicBezTo>
                        <a:pt x="126" y="16"/>
                        <a:pt x="126" y="16"/>
                        <a:pt x="126" y="16"/>
                      </a:cubicBezTo>
                      <a:cubicBezTo>
                        <a:pt x="127" y="14"/>
                        <a:pt x="127" y="14"/>
                        <a:pt x="127" y="14"/>
                      </a:cubicBezTo>
                      <a:cubicBezTo>
                        <a:pt x="127" y="13"/>
                        <a:pt x="127" y="13"/>
                        <a:pt x="127" y="13"/>
                      </a:cubicBezTo>
                      <a:cubicBezTo>
                        <a:pt x="126" y="12"/>
                        <a:pt x="126" y="12"/>
                        <a:pt x="126" y="12"/>
                      </a:cubicBezTo>
                      <a:lnTo>
                        <a:pt x="125" y="12"/>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1" name="Freeform 920">
                  <a:extLst>
                    <a:ext uri="{FF2B5EF4-FFF2-40B4-BE49-F238E27FC236}">
                      <a16:creationId xmlns:a16="http://schemas.microsoft.com/office/drawing/2014/main" id="{47320BE8-5F1B-3FD3-81BB-4A0DA862AFA8}"/>
                    </a:ext>
                  </a:extLst>
                </p:cNvPr>
                <p:cNvSpPr>
                  <a:spLocks noEditPoints="1"/>
                </p:cNvSpPr>
                <p:nvPr/>
              </p:nvSpPr>
              <p:spPr bwMode="auto">
                <a:xfrm>
                  <a:off x="6596063" y="5221288"/>
                  <a:ext cx="57150" cy="41275"/>
                </a:xfrm>
                <a:custGeom>
                  <a:avLst/>
                  <a:gdLst>
                    <a:gd name="T0" fmla="*/ 1 w 14"/>
                    <a:gd name="T1" fmla="*/ 3 h 10"/>
                    <a:gd name="T2" fmla="*/ 1 w 14"/>
                    <a:gd name="T3" fmla="*/ 2 h 10"/>
                    <a:gd name="T4" fmla="*/ 1 w 14"/>
                    <a:gd name="T5" fmla="*/ 0 h 10"/>
                    <a:gd name="T6" fmla="*/ 2 w 14"/>
                    <a:gd name="T7" fmla="*/ 2 h 10"/>
                    <a:gd name="T8" fmla="*/ 2 w 14"/>
                    <a:gd name="T9" fmla="*/ 3 h 10"/>
                    <a:gd name="T10" fmla="*/ 1 w 14"/>
                    <a:gd name="T11" fmla="*/ 3 h 10"/>
                    <a:gd name="T12" fmla="*/ 9 w 14"/>
                    <a:gd name="T13" fmla="*/ 5 h 10"/>
                    <a:gd name="T14" fmla="*/ 9 w 14"/>
                    <a:gd name="T15" fmla="*/ 5 h 10"/>
                    <a:gd name="T16" fmla="*/ 9 w 14"/>
                    <a:gd name="T17" fmla="*/ 4 h 10"/>
                    <a:gd name="T18" fmla="*/ 8 w 14"/>
                    <a:gd name="T19" fmla="*/ 5 h 10"/>
                    <a:gd name="T20" fmla="*/ 9 w 14"/>
                    <a:gd name="T21" fmla="*/ 5 h 10"/>
                    <a:gd name="T22" fmla="*/ 14 w 14"/>
                    <a:gd name="T23" fmla="*/ 10 h 10"/>
                    <a:gd name="T24" fmla="*/ 14 w 14"/>
                    <a:gd name="T25" fmla="*/ 9 h 10"/>
                    <a:gd name="T26" fmla="*/ 14 w 14"/>
                    <a:gd name="T27" fmla="*/ 9 h 10"/>
                    <a:gd name="T28" fmla="*/ 14 w 14"/>
                    <a:gd name="T29" fmla="*/ 9 h 10"/>
                    <a:gd name="T30" fmla="*/ 14 w 14"/>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0">
                      <a:moveTo>
                        <a:pt x="1" y="3"/>
                      </a:moveTo>
                      <a:cubicBezTo>
                        <a:pt x="1" y="2"/>
                        <a:pt x="0" y="2"/>
                        <a:pt x="1" y="2"/>
                      </a:cubicBezTo>
                      <a:cubicBezTo>
                        <a:pt x="1" y="1"/>
                        <a:pt x="1" y="1"/>
                        <a:pt x="1" y="0"/>
                      </a:cubicBezTo>
                      <a:cubicBezTo>
                        <a:pt x="2" y="1"/>
                        <a:pt x="1" y="1"/>
                        <a:pt x="2" y="2"/>
                      </a:cubicBezTo>
                      <a:cubicBezTo>
                        <a:pt x="2" y="2"/>
                        <a:pt x="2" y="2"/>
                        <a:pt x="2" y="3"/>
                      </a:cubicBezTo>
                      <a:cubicBezTo>
                        <a:pt x="2" y="3"/>
                        <a:pt x="1" y="3"/>
                        <a:pt x="1" y="3"/>
                      </a:cubicBezTo>
                      <a:close/>
                      <a:moveTo>
                        <a:pt x="9" y="5"/>
                      </a:moveTo>
                      <a:cubicBezTo>
                        <a:pt x="9" y="5"/>
                        <a:pt x="9" y="5"/>
                        <a:pt x="9" y="5"/>
                      </a:cubicBezTo>
                      <a:cubicBezTo>
                        <a:pt x="9" y="5"/>
                        <a:pt x="9" y="4"/>
                        <a:pt x="9" y="4"/>
                      </a:cubicBezTo>
                      <a:cubicBezTo>
                        <a:pt x="8" y="4"/>
                        <a:pt x="8" y="5"/>
                        <a:pt x="8" y="5"/>
                      </a:cubicBezTo>
                      <a:cubicBezTo>
                        <a:pt x="8" y="5"/>
                        <a:pt x="8" y="5"/>
                        <a:pt x="9" y="5"/>
                      </a:cubicBezTo>
                      <a:close/>
                      <a:moveTo>
                        <a:pt x="14" y="10"/>
                      </a:moveTo>
                      <a:cubicBezTo>
                        <a:pt x="14" y="10"/>
                        <a:pt x="14" y="9"/>
                        <a:pt x="14" y="9"/>
                      </a:cubicBezTo>
                      <a:cubicBezTo>
                        <a:pt x="14" y="9"/>
                        <a:pt x="14" y="9"/>
                        <a:pt x="14" y="9"/>
                      </a:cubicBezTo>
                      <a:cubicBezTo>
                        <a:pt x="14" y="9"/>
                        <a:pt x="14" y="9"/>
                        <a:pt x="14" y="9"/>
                      </a:cubicBezTo>
                      <a:cubicBezTo>
                        <a:pt x="13" y="10"/>
                        <a:pt x="14" y="10"/>
                        <a:pt x="14" y="10"/>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2" name="Freeform 921">
                  <a:extLst>
                    <a:ext uri="{FF2B5EF4-FFF2-40B4-BE49-F238E27FC236}">
                      <a16:creationId xmlns:a16="http://schemas.microsoft.com/office/drawing/2014/main" id="{A13F7D06-3C71-1CE1-C9C0-4E7B3E331D20}"/>
                    </a:ext>
                  </a:extLst>
                </p:cNvPr>
                <p:cNvSpPr>
                  <a:spLocks/>
                </p:cNvSpPr>
                <p:nvPr/>
              </p:nvSpPr>
              <p:spPr bwMode="auto">
                <a:xfrm>
                  <a:off x="5754688" y="4208463"/>
                  <a:ext cx="295275" cy="471488"/>
                </a:xfrm>
                <a:custGeom>
                  <a:avLst/>
                  <a:gdLst>
                    <a:gd name="T0" fmla="*/ 62 w 71"/>
                    <a:gd name="T1" fmla="*/ 81 h 113"/>
                    <a:gd name="T2" fmla="*/ 60 w 71"/>
                    <a:gd name="T3" fmla="*/ 79 h 113"/>
                    <a:gd name="T4" fmla="*/ 59 w 71"/>
                    <a:gd name="T5" fmla="*/ 76 h 113"/>
                    <a:gd name="T6" fmla="*/ 56 w 71"/>
                    <a:gd name="T7" fmla="*/ 76 h 113"/>
                    <a:gd name="T8" fmla="*/ 58 w 71"/>
                    <a:gd name="T9" fmla="*/ 69 h 113"/>
                    <a:gd name="T10" fmla="*/ 61 w 71"/>
                    <a:gd name="T11" fmla="*/ 66 h 113"/>
                    <a:gd name="T12" fmla="*/ 61 w 71"/>
                    <a:gd name="T13" fmla="*/ 63 h 113"/>
                    <a:gd name="T14" fmla="*/ 63 w 71"/>
                    <a:gd name="T15" fmla="*/ 61 h 113"/>
                    <a:gd name="T16" fmla="*/ 65 w 71"/>
                    <a:gd name="T17" fmla="*/ 58 h 113"/>
                    <a:gd name="T18" fmla="*/ 64 w 71"/>
                    <a:gd name="T19" fmla="*/ 57 h 113"/>
                    <a:gd name="T20" fmla="*/ 71 w 71"/>
                    <a:gd name="T21" fmla="*/ 56 h 113"/>
                    <a:gd name="T22" fmla="*/ 45 w 71"/>
                    <a:gd name="T23" fmla="*/ 14 h 113"/>
                    <a:gd name="T24" fmla="*/ 10 w 71"/>
                    <a:gd name="T25" fmla="*/ 3 h 113"/>
                    <a:gd name="T26" fmla="*/ 12 w 71"/>
                    <a:gd name="T27" fmla="*/ 14 h 113"/>
                    <a:gd name="T28" fmla="*/ 13 w 71"/>
                    <a:gd name="T29" fmla="*/ 19 h 113"/>
                    <a:gd name="T30" fmla="*/ 17 w 71"/>
                    <a:gd name="T31" fmla="*/ 22 h 113"/>
                    <a:gd name="T32" fmla="*/ 14 w 71"/>
                    <a:gd name="T33" fmla="*/ 33 h 113"/>
                    <a:gd name="T34" fmla="*/ 6 w 71"/>
                    <a:gd name="T35" fmla="*/ 56 h 113"/>
                    <a:gd name="T36" fmla="*/ 0 w 71"/>
                    <a:gd name="T37" fmla="*/ 64 h 113"/>
                    <a:gd name="T38" fmla="*/ 4 w 71"/>
                    <a:gd name="T39" fmla="*/ 74 h 113"/>
                    <a:gd name="T40" fmla="*/ 7 w 71"/>
                    <a:gd name="T41" fmla="*/ 76 h 113"/>
                    <a:gd name="T42" fmla="*/ 10 w 71"/>
                    <a:gd name="T43" fmla="*/ 80 h 113"/>
                    <a:gd name="T44" fmla="*/ 11 w 71"/>
                    <a:gd name="T45" fmla="*/ 92 h 113"/>
                    <a:gd name="T46" fmla="*/ 5 w 71"/>
                    <a:gd name="T47" fmla="*/ 95 h 113"/>
                    <a:gd name="T48" fmla="*/ 7 w 71"/>
                    <a:gd name="T49" fmla="*/ 102 h 113"/>
                    <a:gd name="T50" fmla="*/ 14 w 71"/>
                    <a:gd name="T51" fmla="*/ 111 h 113"/>
                    <a:gd name="T52" fmla="*/ 17 w 71"/>
                    <a:gd name="T53" fmla="*/ 113 h 113"/>
                    <a:gd name="T54" fmla="*/ 23 w 71"/>
                    <a:gd name="T55" fmla="*/ 113 h 113"/>
                    <a:gd name="T56" fmla="*/ 35 w 71"/>
                    <a:gd name="T57" fmla="*/ 109 h 113"/>
                    <a:gd name="T58" fmla="*/ 38 w 71"/>
                    <a:gd name="T59" fmla="*/ 104 h 113"/>
                    <a:gd name="T60" fmla="*/ 38 w 71"/>
                    <a:gd name="T61" fmla="*/ 102 h 113"/>
                    <a:gd name="T62" fmla="*/ 48 w 71"/>
                    <a:gd name="T63" fmla="*/ 100 h 113"/>
                    <a:gd name="T64" fmla="*/ 53 w 71"/>
                    <a:gd name="T65" fmla="*/ 95 h 113"/>
                    <a:gd name="T66" fmla="*/ 56 w 71"/>
                    <a:gd name="T67" fmla="*/ 92 h 113"/>
                    <a:gd name="T68" fmla="*/ 60 w 71"/>
                    <a:gd name="T69" fmla="*/ 89 h 113"/>
                    <a:gd name="T70" fmla="*/ 64 w 71"/>
                    <a:gd name="T71" fmla="*/ 89 h 113"/>
                    <a:gd name="T72" fmla="*/ 62 w 71"/>
                    <a:gd name="T73" fmla="*/ 84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1" h="113">
                      <a:moveTo>
                        <a:pt x="62" y="84"/>
                      </a:moveTo>
                      <a:cubicBezTo>
                        <a:pt x="62" y="81"/>
                        <a:pt x="62" y="81"/>
                        <a:pt x="62" y="81"/>
                      </a:cubicBezTo>
                      <a:cubicBezTo>
                        <a:pt x="61" y="81"/>
                        <a:pt x="61" y="81"/>
                        <a:pt x="61" y="81"/>
                      </a:cubicBezTo>
                      <a:cubicBezTo>
                        <a:pt x="60" y="79"/>
                        <a:pt x="60" y="79"/>
                        <a:pt x="60" y="79"/>
                      </a:cubicBezTo>
                      <a:cubicBezTo>
                        <a:pt x="61" y="77"/>
                        <a:pt x="61" y="77"/>
                        <a:pt x="61" y="77"/>
                      </a:cubicBezTo>
                      <a:cubicBezTo>
                        <a:pt x="59" y="76"/>
                        <a:pt x="59" y="76"/>
                        <a:pt x="59" y="76"/>
                      </a:cubicBezTo>
                      <a:cubicBezTo>
                        <a:pt x="57" y="77"/>
                        <a:pt x="57" y="77"/>
                        <a:pt x="57" y="77"/>
                      </a:cubicBezTo>
                      <a:cubicBezTo>
                        <a:pt x="56" y="76"/>
                        <a:pt x="56" y="76"/>
                        <a:pt x="56" y="76"/>
                      </a:cubicBezTo>
                      <a:cubicBezTo>
                        <a:pt x="60" y="72"/>
                        <a:pt x="60" y="72"/>
                        <a:pt x="60" y="72"/>
                      </a:cubicBezTo>
                      <a:cubicBezTo>
                        <a:pt x="58" y="69"/>
                        <a:pt x="58" y="69"/>
                        <a:pt x="58" y="69"/>
                      </a:cubicBezTo>
                      <a:cubicBezTo>
                        <a:pt x="61" y="67"/>
                        <a:pt x="61" y="67"/>
                        <a:pt x="61" y="67"/>
                      </a:cubicBezTo>
                      <a:cubicBezTo>
                        <a:pt x="61" y="67"/>
                        <a:pt x="61" y="66"/>
                        <a:pt x="61" y="66"/>
                      </a:cubicBezTo>
                      <a:cubicBezTo>
                        <a:pt x="61" y="65"/>
                        <a:pt x="60" y="64"/>
                        <a:pt x="60" y="64"/>
                      </a:cubicBezTo>
                      <a:cubicBezTo>
                        <a:pt x="61" y="63"/>
                        <a:pt x="61" y="63"/>
                        <a:pt x="61" y="63"/>
                      </a:cubicBezTo>
                      <a:cubicBezTo>
                        <a:pt x="63" y="63"/>
                        <a:pt x="63" y="63"/>
                        <a:pt x="63" y="63"/>
                      </a:cubicBezTo>
                      <a:cubicBezTo>
                        <a:pt x="63" y="61"/>
                        <a:pt x="63" y="61"/>
                        <a:pt x="63" y="61"/>
                      </a:cubicBezTo>
                      <a:cubicBezTo>
                        <a:pt x="65" y="59"/>
                        <a:pt x="65" y="59"/>
                        <a:pt x="65" y="59"/>
                      </a:cubicBezTo>
                      <a:cubicBezTo>
                        <a:pt x="65" y="58"/>
                        <a:pt x="65" y="58"/>
                        <a:pt x="65" y="58"/>
                      </a:cubicBezTo>
                      <a:cubicBezTo>
                        <a:pt x="65" y="58"/>
                        <a:pt x="64" y="58"/>
                        <a:pt x="64" y="58"/>
                      </a:cubicBezTo>
                      <a:cubicBezTo>
                        <a:pt x="64" y="58"/>
                        <a:pt x="64" y="57"/>
                        <a:pt x="64" y="57"/>
                      </a:cubicBezTo>
                      <a:cubicBezTo>
                        <a:pt x="64" y="57"/>
                        <a:pt x="66" y="56"/>
                        <a:pt x="66" y="56"/>
                      </a:cubicBezTo>
                      <a:cubicBezTo>
                        <a:pt x="71" y="56"/>
                        <a:pt x="71" y="56"/>
                        <a:pt x="71" y="56"/>
                      </a:cubicBezTo>
                      <a:cubicBezTo>
                        <a:pt x="71" y="29"/>
                        <a:pt x="71" y="29"/>
                        <a:pt x="71" y="29"/>
                      </a:cubicBezTo>
                      <a:cubicBezTo>
                        <a:pt x="45" y="14"/>
                        <a:pt x="45" y="14"/>
                        <a:pt x="45" y="14"/>
                      </a:cubicBezTo>
                      <a:cubicBezTo>
                        <a:pt x="17" y="0"/>
                        <a:pt x="17" y="0"/>
                        <a:pt x="17" y="0"/>
                      </a:cubicBezTo>
                      <a:cubicBezTo>
                        <a:pt x="10" y="3"/>
                        <a:pt x="10" y="3"/>
                        <a:pt x="10" y="3"/>
                      </a:cubicBezTo>
                      <a:cubicBezTo>
                        <a:pt x="12" y="10"/>
                        <a:pt x="12" y="10"/>
                        <a:pt x="12" y="10"/>
                      </a:cubicBezTo>
                      <a:cubicBezTo>
                        <a:pt x="12" y="14"/>
                        <a:pt x="12" y="14"/>
                        <a:pt x="12" y="14"/>
                      </a:cubicBezTo>
                      <a:cubicBezTo>
                        <a:pt x="14" y="18"/>
                        <a:pt x="14" y="18"/>
                        <a:pt x="14" y="18"/>
                      </a:cubicBezTo>
                      <a:cubicBezTo>
                        <a:pt x="13" y="19"/>
                        <a:pt x="13" y="19"/>
                        <a:pt x="13" y="19"/>
                      </a:cubicBezTo>
                      <a:cubicBezTo>
                        <a:pt x="13" y="19"/>
                        <a:pt x="14" y="21"/>
                        <a:pt x="14" y="21"/>
                      </a:cubicBezTo>
                      <a:cubicBezTo>
                        <a:pt x="14" y="21"/>
                        <a:pt x="17" y="22"/>
                        <a:pt x="17" y="22"/>
                      </a:cubicBezTo>
                      <a:cubicBezTo>
                        <a:pt x="15" y="25"/>
                        <a:pt x="15" y="25"/>
                        <a:pt x="15" y="25"/>
                      </a:cubicBezTo>
                      <a:cubicBezTo>
                        <a:pt x="14" y="33"/>
                        <a:pt x="14" y="33"/>
                        <a:pt x="14" y="33"/>
                      </a:cubicBezTo>
                      <a:cubicBezTo>
                        <a:pt x="14" y="48"/>
                        <a:pt x="14" y="48"/>
                        <a:pt x="14" y="48"/>
                      </a:cubicBezTo>
                      <a:cubicBezTo>
                        <a:pt x="6" y="56"/>
                        <a:pt x="6" y="56"/>
                        <a:pt x="6" y="56"/>
                      </a:cubicBezTo>
                      <a:cubicBezTo>
                        <a:pt x="1" y="64"/>
                        <a:pt x="1" y="64"/>
                        <a:pt x="1" y="64"/>
                      </a:cubicBezTo>
                      <a:cubicBezTo>
                        <a:pt x="0" y="64"/>
                        <a:pt x="0" y="64"/>
                        <a:pt x="0" y="64"/>
                      </a:cubicBezTo>
                      <a:cubicBezTo>
                        <a:pt x="1" y="70"/>
                        <a:pt x="1" y="70"/>
                        <a:pt x="1" y="70"/>
                      </a:cubicBezTo>
                      <a:cubicBezTo>
                        <a:pt x="4" y="74"/>
                        <a:pt x="4" y="74"/>
                        <a:pt x="4" y="74"/>
                      </a:cubicBezTo>
                      <a:cubicBezTo>
                        <a:pt x="7" y="74"/>
                        <a:pt x="7" y="74"/>
                        <a:pt x="7" y="74"/>
                      </a:cubicBezTo>
                      <a:cubicBezTo>
                        <a:pt x="7" y="76"/>
                        <a:pt x="7" y="76"/>
                        <a:pt x="7" y="76"/>
                      </a:cubicBezTo>
                      <a:cubicBezTo>
                        <a:pt x="9" y="77"/>
                        <a:pt x="9" y="77"/>
                        <a:pt x="9" y="77"/>
                      </a:cubicBezTo>
                      <a:cubicBezTo>
                        <a:pt x="10" y="80"/>
                        <a:pt x="10" y="80"/>
                        <a:pt x="10" y="80"/>
                      </a:cubicBezTo>
                      <a:cubicBezTo>
                        <a:pt x="10" y="81"/>
                        <a:pt x="10" y="81"/>
                        <a:pt x="10" y="81"/>
                      </a:cubicBezTo>
                      <a:cubicBezTo>
                        <a:pt x="11" y="92"/>
                        <a:pt x="11" y="92"/>
                        <a:pt x="11" y="92"/>
                      </a:cubicBezTo>
                      <a:cubicBezTo>
                        <a:pt x="15" y="95"/>
                        <a:pt x="15" y="95"/>
                        <a:pt x="15" y="95"/>
                      </a:cubicBezTo>
                      <a:cubicBezTo>
                        <a:pt x="5" y="95"/>
                        <a:pt x="5" y="95"/>
                        <a:pt x="5" y="95"/>
                      </a:cubicBezTo>
                      <a:cubicBezTo>
                        <a:pt x="3" y="98"/>
                        <a:pt x="3" y="98"/>
                        <a:pt x="3" y="98"/>
                      </a:cubicBezTo>
                      <a:cubicBezTo>
                        <a:pt x="7" y="102"/>
                        <a:pt x="7" y="102"/>
                        <a:pt x="7" y="102"/>
                      </a:cubicBezTo>
                      <a:cubicBezTo>
                        <a:pt x="11" y="104"/>
                        <a:pt x="11" y="104"/>
                        <a:pt x="11" y="104"/>
                      </a:cubicBezTo>
                      <a:cubicBezTo>
                        <a:pt x="14" y="111"/>
                        <a:pt x="14" y="111"/>
                        <a:pt x="14" y="111"/>
                      </a:cubicBezTo>
                      <a:cubicBezTo>
                        <a:pt x="14" y="112"/>
                        <a:pt x="14" y="112"/>
                        <a:pt x="14" y="112"/>
                      </a:cubicBezTo>
                      <a:cubicBezTo>
                        <a:pt x="17" y="113"/>
                        <a:pt x="17" y="113"/>
                        <a:pt x="17" y="113"/>
                      </a:cubicBezTo>
                      <a:cubicBezTo>
                        <a:pt x="21" y="110"/>
                        <a:pt x="21" y="110"/>
                        <a:pt x="21" y="110"/>
                      </a:cubicBezTo>
                      <a:cubicBezTo>
                        <a:pt x="23" y="113"/>
                        <a:pt x="23" y="113"/>
                        <a:pt x="23" y="113"/>
                      </a:cubicBezTo>
                      <a:cubicBezTo>
                        <a:pt x="28" y="109"/>
                        <a:pt x="28" y="109"/>
                        <a:pt x="28" y="109"/>
                      </a:cubicBezTo>
                      <a:cubicBezTo>
                        <a:pt x="35" y="109"/>
                        <a:pt x="35" y="109"/>
                        <a:pt x="35" y="109"/>
                      </a:cubicBezTo>
                      <a:cubicBezTo>
                        <a:pt x="38" y="105"/>
                        <a:pt x="38" y="105"/>
                        <a:pt x="38" y="105"/>
                      </a:cubicBezTo>
                      <a:cubicBezTo>
                        <a:pt x="38" y="104"/>
                        <a:pt x="38" y="104"/>
                        <a:pt x="38" y="104"/>
                      </a:cubicBezTo>
                      <a:cubicBezTo>
                        <a:pt x="36" y="103"/>
                        <a:pt x="36" y="103"/>
                        <a:pt x="36" y="103"/>
                      </a:cubicBezTo>
                      <a:cubicBezTo>
                        <a:pt x="38" y="102"/>
                        <a:pt x="38" y="102"/>
                        <a:pt x="38" y="102"/>
                      </a:cubicBezTo>
                      <a:cubicBezTo>
                        <a:pt x="47" y="101"/>
                        <a:pt x="47" y="101"/>
                        <a:pt x="47" y="101"/>
                      </a:cubicBezTo>
                      <a:cubicBezTo>
                        <a:pt x="48" y="100"/>
                        <a:pt x="48" y="100"/>
                        <a:pt x="48" y="100"/>
                      </a:cubicBezTo>
                      <a:cubicBezTo>
                        <a:pt x="50" y="100"/>
                        <a:pt x="50" y="100"/>
                        <a:pt x="50" y="100"/>
                      </a:cubicBezTo>
                      <a:cubicBezTo>
                        <a:pt x="53" y="95"/>
                        <a:pt x="53" y="95"/>
                        <a:pt x="53" y="95"/>
                      </a:cubicBezTo>
                      <a:cubicBezTo>
                        <a:pt x="56" y="94"/>
                        <a:pt x="56" y="94"/>
                        <a:pt x="56" y="94"/>
                      </a:cubicBezTo>
                      <a:cubicBezTo>
                        <a:pt x="56" y="94"/>
                        <a:pt x="56" y="93"/>
                        <a:pt x="56" y="92"/>
                      </a:cubicBezTo>
                      <a:cubicBezTo>
                        <a:pt x="56" y="92"/>
                        <a:pt x="56" y="90"/>
                        <a:pt x="56" y="90"/>
                      </a:cubicBezTo>
                      <a:cubicBezTo>
                        <a:pt x="60" y="89"/>
                        <a:pt x="60" y="89"/>
                        <a:pt x="60" y="89"/>
                      </a:cubicBezTo>
                      <a:cubicBezTo>
                        <a:pt x="61" y="88"/>
                        <a:pt x="61" y="88"/>
                        <a:pt x="61" y="88"/>
                      </a:cubicBezTo>
                      <a:cubicBezTo>
                        <a:pt x="64" y="89"/>
                        <a:pt x="64" y="89"/>
                        <a:pt x="64" y="89"/>
                      </a:cubicBezTo>
                      <a:cubicBezTo>
                        <a:pt x="64" y="86"/>
                        <a:pt x="64" y="86"/>
                        <a:pt x="64" y="86"/>
                      </a:cubicBezTo>
                      <a:lnTo>
                        <a:pt x="62" y="84"/>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3" name="Freeform 922">
                  <a:extLst>
                    <a:ext uri="{FF2B5EF4-FFF2-40B4-BE49-F238E27FC236}">
                      <a16:creationId xmlns:a16="http://schemas.microsoft.com/office/drawing/2014/main" id="{85FD4B9E-897A-0BE6-CBA1-DCDB8446C2F2}"/>
                    </a:ext>
                  </a:extLst>
                </p:cNvPr>
                <p:cNvSpPr>
                  <a:spLocks/>
                </p:cNvSpPr>
                <p:nvPr/>
              </p:nvSpPr>
              <p:spPr bwMode="auto">
                <a:xfrm>
                  <a:off x="5780088" y="4575175"/>
                  <a:ext cx="369887" cy="250825"/>
                </a:xfrm>
                <a:custGeom>
                  <a:avLst/>
                  <a:gdLst>
                    <a:gd name="T0" fmla="*/ 83 w 89"/>
                    <a:gd name="T1" fmla="*/ 33 h 60"/>
                    <a:gd name="T2" fmla="*/ 82 w 89"/>
                    <a:gd name="T3" fmla="*/ 30 h 60"/>
                    <a:gd name="T4" fmla="*/ 79 w 89"/>
                    <a:gd name="T5" fmla="*/ 28 h 60"/>
                    <a:gd name="T6" fmla="*/ 74 w 89"/>
                    <a:gd name="T7" fmla="*/ 22 h 60"/>
                    <a:gd name="T8" fmla="*/ 67 w 89"/>
                    <a:gd name="T9" fmla="*/ 20 h 60"/>
                    <a:gd name="T10" fmla="*/ 67 w 89"/>
                    <a:gd name="T11" fmla="*/ 17 h 60"/>
                    <a:gd name="T12" fmla="*/ 62 w 89"/>
                    <a:gd name="T13" fmla="*/ 16 h 60"/>
                    <a:gd name="T14" fmla="*/ 61 w 89"/>
                    <a:gd name="T15" fmla="*/ 14 h 60"/>
                    <a:gd name="T16" fmla="*/ 63 w 89"/>
                    <a:gd name="T17" fmla="*/ 9 h 60"/>
                    <a:gd name="T18" fmla="*/ 58 w 89"/>
                    <a:gd name="T19" fmla="*/ 1 h 60"/>
                    <a:gd name="T20" fmla="*/ 54 w 89"/>
                    <a:gd name="T21" fmla="*/ 1 h 60"/>
                    <a:gd name="T22" fmla="*/ 50 w 89"/>
                    <a:gd name="T23" fmla="*/ 4 h 60"/>
                    <a:gd name="T24" fmla="*/ 47 w 89"/>
                    <a:gd name="T25" fmla="*/ 7 h 60"/>
                    <a:gd name="T26" fmla="*/ 42 w 89"/>
                    <a:gd name="T27" fmla="*/ 12 h 60"/>
                    <a:gd name="T28" fmla="*/ 32 w 89"/>
                    <a:gd name="T29" fmla="*/ 14 h 60"/>
                    <a:gd name="T30" fmla="*/ 32 w 89"/>
                    <a:gd name="T31" fmla="*/ 16 h 60"/>
                    <a:gd name="T32" fmla="*/ 29 w 89"/>
                    <a:gd name="T33" fmla="*/ 21 h 60"/>
                    <a:gd name="T34" fmla="*/ 17 w 89"/>
                    <a:gd name="T35" fmla="*/ 25 h 60"/>
                    <a:gd name="T36" fmla="*/ 11 w 89"/>
                    <a:gd name="T37" fmla="*/ 25 h 60"/>
                    <a:gd name="T38" fmla="*/ 6 w 89"/>
                    <a:gd name="T39" fmla="*/ 26 h 60"/>
                    <a:gd name="T40" fmla="*/ 3 w 89"/>
                    <a:gd name="T41" fmla="*/ 33 h 60"/>
                    <a:gd name="T42" fmla="*/ 2 w 89"/>
                    <a:gd name="T43" fmla="*/ 36 h 60"/>
                    <a:gd name="T44" fmla="*/ 2 w 89"/>
                    <a:gd name="T45" fmla="*/ 41 h 60"/>
                    <a:gd name="T46" fmla="*/ 5 w 89"/>
                    <a:gd name="T47" fmla="*/ 47 h 60"/>
                    <a:gd name="T48" fmla="*/ 11 w 89"/>
                    <a:gd name="T49" fmla="*/ 55 h 60"/>
                    <a:gd name="T50" fmla="*/ 15 w 89"/>
                    <a:gd name="T51" fmla="*/ 56 h 60"/>
                    <a:gd name="T52" fmla="*/ 21 w 89"/>
                    <a:gd name="T53" fmla="*/ 51 h 60"/>
                    <a:gd name="T54" fmla="*/ 27 w 89"/>
                    <a:gd name="T55" fmla="*/ 51 h 60"/>
                    <a:gd name="T56" fmla="*/ 28 w 89"/>
                    <a:gd name="T57" fmla="*/ 46 h 60"/>
                    <a:gd name="T58" fmla="*/ 32 w 89"/>
                    <a:gd name="T59" fmla="*/ 42 h 60"/>
                    <a:gd name="T60" fmla="*/ 39 w 89"/>
                    <a:gd name="T61" fmla="*/ 42 h 60"/>
                    <a:gd name="T62" fmla="*/ 47 w 89"/>
                    <a:gd name="T63" fmla="*/ 47 h 60"/>
                    <a:gd name="T64" fmla="*/ 58 w 89"/>
                    <a:gd name="T65" fmla="*/ 43 h 60"/>
                    <a:gd name="T66" fmla="*/ 67 w 89"/>
                    <a:gd name="T67" fmla="*/ 42 h 60"/>
                    <a:gd name="T68" fmla="*/ 70 w 89"/>
                    <a:gd name="T69" fmla="*/ 43 h 60"/>
                    <a:gd name="T70" fmla="*/ 74 w 89"/>
                    <a:gd name="T71" fmla="*/ 41 h 60"/>
                    <a:gd name="T72" fmla="*/ 76 w 89"/>
                    <a:gd name="T73" fmla="*/ 39 h 60"/>
                    <a:gd name="T74" fmla="*/ 80 w 89"/>
                    <a:gd name="T75" fmla="*/ 40 h 60"/>
                    <a:gd name="T76" fmla="*/ 85 w 89"/>
                    <a:gd name="T77" fmla="*/ 42 h 60"/>
                    <a:gd name="T78" fmla="*/ 88 w 89"/>
                    <a:gd name="T79" fmla="*/ 41 h 60"/>
                    <a:gd name="T80" fmla="*/ 87 w 89"/>
                    <a:gd name="T81"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9" h="60">
                      <a:moveTo>
                        <a:pt x="82" y="34"/>
                      </a:moveTo>
                      <a:cubicBezTo>
                        <a:pt x="83" y="33"/>
                        <a:pt x="83" y="33"/>
                        <a:pt x="83" y="33"/>
                      </a:cubicBezTo>
                      <a:cubicBezTo>
                        <a:pt x="81" y="32"/>
                        <a:pt x="81" y="32"/>
                        <a:pt x="81" y="32"/>
                      </a:cubicBezTo>
                      <a:cubicBezTo>
                        <a:pt x="82" y="30"/>
                        <a:pt x="82" y="30"/>
                        <a:pt x="82" y="30"/>
                      </a:cubicBezTo>
                      <a:cubicBezTo>
                        <a:pt x="80" y="30"/>
                        <a:pt x="80" y="30"/>
                        <a:pt x="80" y="30"/>
                      </a:cubicBezTo>
                      <a:cubicBezTo>
                        <a:pt x="79" y="28"/>
                        <a:pt x="79" y="28"/>
                        <a:pt x="79" y="28"/>
                      </a:cubicBezTo>
                      <a:cubicBezTo>
                        <a:pt x="74" y="25"/>
                        <a:pt x="74" y="25"/>
                        <a:pt x="74" y="25"/>
                      </a:cubicBezTo>
                      <a:cubicBezTo>
                        <a:pt x="74" y="22"/>
                        <a:pt x="74" y="22"/>
                        <a:pt x="74" y="22"/>
                      </a:cubicBezTo>
                      <a:cubicBezTo>
                        <a:pt x="71" y="20"/>
                        <a:pt x="71" y="20"/>
                        <a:pt x="71" y="20"/>
                      </a:cubicBezTo>
                      <a:cubicBezTo>
                        <a:pt x="67" y="20"/>
                        <a:pt x="67" y="20"/>
                        <a:pt x="67" y="20"/>
                      </a:cubicBezTo>
                      <a:cubicBezTo>
                        <a:pt x="66" y="19"/>
                        <a:pt x="66" y="19"/>
                        <a:pt x="66" y="19"/>
                      </a:cubicBezTo>
                      <a:cubicBezTo>
                        <a:pt x="67" y="17"/>
                        <a:pt x="67" y="17"/>
                        <a:pt x="67" y="17"/>
                      </a:cubicBezTo>
                      <a:cubicBezTo>
                        <a:pt x="67" y="16"/>
                        <a:pt x="67" y="16"/>
                        <a:pt x="67" y="16"/>
                      </a:cubicBezTo>
                      <a:cubicBezTo>
                        <a:pt x="62" y="16"/>
                        <a:pt x="62" y="16"/>
                        <a:pt x="62" y="16"/>
                      </a:cubicBezTo>
                      <a:cubicBezTo>
                        <a:pt x="63" y="14"/>
                        <a:pt x="63" y="14"/>
                        <a:pt x="63" y="14"/>
                      </a:cubicBezTo>
                      <a:cubicBezTo>
                        <a:pt x="61" y="14"/>
                        <a:pt x="61" y="14"/>
                        <a:pt x="61" y="14"/>
                      </a:cubicBezTo>
                      <a:cubicBezTo>
                        <a:pt x="63" y="12"/>
                        <a:pt x="63" y="12"/>
                        <a:pt x="63" y="12"/>
                      </a:cubicBezTo>
                      <a:cubicBezTo>
                        <a:pt x="63" y="9"/>
                        <a:pt x="63" y="9"/>
                        <a:pt x="63" y="9"/>
                      </a:cubicBezTo>
                      <a:cubicBezTo>
                        <a:pt x="62" y="7"/>
                        <a:pt x="62" y="7"/>
                        <a:pt x="62" y="7"/>
                      </a:cubicBezTo>
                      <a:cubicBezTo>
                        <a:pt x="58" y="1"/>
                        <a:pt x="58" y="1"/>
                        <a:pt x="58" y="1"/>
                      </a:cubicBezTo>
                      <a:cubicBezTo>
                        <a:pt x="55" y="0"/>
                        <a:pt x="55" y="0"/>
                        <a:pt x="55" y="0"/>
                      </a:cubicBezTo>
                      <a:cubicBezTo>
                        <a:pt x="54" y="1"/>
                        <a:pt x="54" y="1"/>
                        <a:pt x="54" y="1"/>
                      </a:cubicBezTo>
                      <a:cubicBezTo>
                        <a:pt x="50" y="2"/>
                        <a:pt x="50" y="2"/>
                        <a:pt x="50" y="2"/>
                      </a:cubicBezTo>
                      <a:cubicBezTo>
                        <a:pt x="50" y="2"/>
                        <a:pt x="50" y="4"/>
                        <a:pt x="50" y="4"/>
                      </a:cubicBezTo>
                      <a:cubicBezTo>
                        <a:pt x="50" y="5"/>
                        <a:pt x="50" y="6"/>
                        <a:pt x="50" y="6"/>
                      </a:cubicBezTo>
                      <a:cubicBezTo>
                        <a:pt x="47" y="7"/>
                        <a:pt x="47" y="7"/>
                        <a:pt x="47" y="7"/>
                      </a:cubicBezTo>
                      <a:cubicBezTo>
                        <a:pt x="44" y="12"/>
                        <a:pt x="44" y="12"/>
                        <a:pt x="44" y="12"/>
                      </a:cubicBezTo>
                      <a:cubicBezTo>
                        <a:pt x="42" y="12"/>
                        <a:pt x="42" y="12"/>
                        <a:pt x="42" y="12"/>
                      </a:cubicBezTo>
                      <a:cubicBezTo>
                        <a:pt x="41" y="13"/>
                        <a:pt x="41" y="13"/>
                        <a:pt x="41" y="13"/>
                      </a:cubicBezTo>
                      <a:cubicBezTo>
                        <a:pt x="32" y="14"/>
                        <a:pt x="32" y="14"/>
                        <a:pt x="32" y="14"/>
                      </a:cubicBezTo>
                      <a:cubicBezTo>
                        <a:pt x="30" y="15"/>
                        <a:pt x="30" y="15"/>
                        <a:pt x="30" y="15"/>
                      </a:cubicBezTo>
                      <a:cubicBezTo>
                        <a:pt x="32" y="16"/>
                        <a:pt x="32" y="16"/>
                        <a:pt x="32" y="16"/>
                      </a:cubicBezTo>
                      <a:cubicBezTo>
                        <a:pt x="32" y="17"/>
                        <a:pt x="32" y="17"/>
                        <a:pt x="32" y="17"/>
                      </a:cubicBezTo>
                      <a:cubicBezTo>
                        <a:pt x="29" y="21"/>
                        <a:pt x="29" y="21"/>
                        <a:pt x="29" y="21"/>
                      </a:cubicBezTo>
                      <a:cubicBezTo>
                        <a:pt x="22" y="21"/>
                        <a:pt x="22" y="21"/>
                        <a:pt x="22" y="21"/>
                      </a:cubicBezTo>
                      <a:cubicBezTo>
                        <a:pt x="17" y="25"/>
                        <a:pt x="17" y="25"/>
                        <a:pt x="17" y="25"/>
                      </a:cubicBezTo>
                      <a:cubicBezTo>
                        <a:pt x="15" y="22"/>
                        <a:pt x="15" y="22"/>
                        <a:pt x="15" y="22"/>
                      </a:cubicBezTo>
                      <a:cubicBezTo>
                        <a:pt x="11" y="25"/>
                        <a:pt x="11" y="25"/>
                        <a:pt x="11" y="25"/>
                      </a:cubicBezTo>
                      <a:cubicBezTo>
                        <a:pt x="8" y="24"/>
                        <a:pt x="8" y="24"/>
                        <a:pt x="8" y="24"/>
                      </a:cubicBezTo>
                      <a:cubicBezTo>
                        <a:pt x="6" y="26"/>
                        <a:pt x="6" y="26"/>
                        <a:pt x="6" y="26"/>
                      </a:cubicBezTo>
                      <a:cubicBezTo>
                        <a:pt x="6" y="28"/>
                        <a:pt x="6" y="28"/>
                        <a:pt x="6" y="28"/>
                      </a:cubicBezTo>
                      <a:cubicBezTo>
                        <a:pt x="3" y="33"/>
                        <a:pt x="3" y="33"/>
                        <a:pt x="3" y="33"/>
                      </a:cubicBezTo>
                      <a:cubicBezTo>
                        <a:pt x="0" y="34"/>
                        <a:pt x="0" y="34"/>
                        <a:pt x="0" y="34"/>
                      </a:cubicBezTo>
                      <a:cubicBezTo>
                        <a:pt x="2" y="36"/>
                        <a:pt x="2" y="36"/>
                        <a:pt x="2" y="36"/>
                      </a:cubicBezTo>
                      <a:cubicBezTo>
                        <a:pt x="1" y="40"/>
                        <a:pt x="1" y="40"/>
                        <a:pt x="1" y="40"/>
                      </a:cubicBezTo>
                      <a:cubicBezTo>
                        <a:pt x="2" y="41"/>
                        <a:pt x="2" y="41"/>
                        <a:pt x="2" y="41"/>
                      </a:cubicBezTo>
                      <a:cubicBezTo>
                        <a:pt x="2" y="44"/>
                        <a:pt x="2" y="44"/>
                        <a:pt x="2" y="44"/>
                      </a:cubicBezTo>
                      <a:cubicBezTo>
                        <a:pt x="5" y="47"/>
                        <a:pt x="5" y="47"/>
                        <a:pt x="5" y="47"/>
                      </a:cubicBezTo>
                      <a:cubicBezTo>
                        <a:pt x="6" y="51"/>
                        <a:pt x="6" y="51"/>
                        <a:pt x="6" y="51"/>
                      </a:cubicBezTo>
                      <a:cubicBezTo>
                        <a:pt x="11" y="55"/>
                        <a:pt x="11" y="55"/>
                        <a:pt x="11" y="55"/>
                      </a:cubicBezTo>
                      <a:cubicBezTo>
                        <a:pt x="13" y="60"/>
                        <a:pt x="13" y="60"/>
                        <a:pt x="13" y="60"/>
                      </a:cubicBezTo>
                      <a:cubicBezTo>
                        <a:pt x="15" y="56"/>
                        <a:pt x="15" y="56"/>
                        <a:pt x="15" y="56"/>
                      </a:cubicBezTo>
                      <a:cubicBezTo>
                        <a:pt x="15" y="52"/>
                        <a:pt x="15" y="52"/>
                        <a:pt x="15" y="52"/>
                      </a:cubicBezTo>
                      <a:cubicBezTo>
                        <a:pt x="21" y="51"/>
                        <a:pt x="21" y="51"/>
                        <a:pt x="21" y="51"/>
                      </a:cubicBezTo>
                      <a:cubicBezTo>
                        <a:pt x="26" y="52"/>
                        <a:pt x="26" y="52"/>
                        <a:pt x="26" y="52"/>
                      </a:cubicBezTo>
                      <a:cubicBezTo>
                        <a:pt x="27" y="51"/>
                        <a:pt x="27" y="51"/>
                        <a:pt x="27" y="51"/>
                      </a:cubicBezTo>
                      <a:cubicBezTo>
                        <a:pt x="29" y="51"/>
                        <a:pt x="29" y="51"/>
                        <a:pt x="29" y="51"/>
                      </a:cubicBezTo>
                      <a:cubicBezTo>
                        <a:pt x="28" y="46"/>
                        <a:pt x="28" y="46"/>
                        <a:pt x="28" y="46"/>
                      </a:cubicBezTo>
                      <a:cubicBezTo>
                        <a:pt x="30" y="45"/>
                        <a:pt x="30" y="45"/>
                        <a:pt x="30" y="45"/>
                      </a:cubicBezTo>
                      <a:cubicBezTo>
                        <a:pt x="32" y="42"/>
                        <a:pt x="32" y="42"/>
                        <a:pt x="32" y="42"/>
                      </a:cubicBezTo>
                      <a:cubicBezTo>
                        <a:pt x="35" y="41"/>
                        <a:pt x="35" y="41"/>
                        <a:pt x="35" y="41"/>
                      </a:cubicBezTo>
                      <a:cubicBezTo>
                        <a:pt x="39" y="42"/>
                        <a:pt x="39" y="42"/>
                        <a:pt x="39" y="42"/>
                      </a:cubicBezTo>
                      <a:cubicBezTo>
                        <a:pt x="42" y="45"/>
                        <a:pt x="42" y="45"/>
                        <a:pt x="42" y="45"/>
                      </a:cubicBezTo>
                      <a:cubicBezTo>
                        <a:pt x="47" y="47"/>
                        <a:pt x="47" y="47"/>
                        <a:pt x="47" y="47"/>
                      </a:cubicBezTo>
                      <a:cubicBezTo>
                        <a:pt x="55" y="47"/>
                        <a:pt x="55" y="47"/>
                        <a:pt x="55" y="47"/>
                      </a:cubicBezTo>
                      <a:cubicBezTo>
                        <a:pt x="58" y="43"/>
                        <a:pt x="58" y="43"/>
                        <a:pt x="58" y="43"/>
                      </a:cubicBezTo>
                      <a:cubicBezTo>
                        <a:pt x="61" y="45"/>
                        <a:pt x="61" y="45"/>
                        <a:pt x="61" y="45"/>
                      </a:cubicBezTo>
                      <a:cubicBezTo>
                        <a:pt x="67" y="42"/>
                        <a:pt x="67" y="42"/>
                        <a:pt x="67" y="42"/>
                      </a:cubicBezTo>
                      <a:cubicBezTo>
                        <a:pt x="68" y="41"/>
                        <a:pt x="68" y="41"/>
                        <a:pt x="68" y="41"/>
                      </a:cubicBezTo>
                      <a:cubicBezTo>
                        <a:pt x="70" y="43"/>
                        <a:pt x="70" y="43"/>
                        <a:pt x="70" y="43"/>
                      </a:cubicBezTo>
                      <a:cubicBezTo>
                        <a:pt x="73" y="42"/>
                        <a:pt x="73" y="42"/>
                        <a:pt x="73" y="42"/>
                      </a:cubicBezTo>
                      <a:cubicBezTo>
                        <a:pt x="74" y="41"/>
                        <a:pt x="74" y="41"/>
                        <a:pt x="74" y="41"/>
                      </a:cubicBezTo>
                      <a:cubicBezTo>
                        <a:pt x="74" y="39"/>
                        <a:pt x="74" y="39"/>
                        <a:pt x="74" y="39"/>
                      </a:cubicBezTo>
                      <a:cubicBezTo>
                        <a:pt x="76" y="39"/>
                        <a:pt x="76" y="39"/>
                        <a:pt x="76" y="39"/>
                      </a:cubicBezTo>
                      <a:cubicBezTo>
                        <a:pt x="78" y="40"/>
                        <a:pt x="78" y="40"/>
                        <a:pt x="78" y="40"/>
                      </a:cubicBezTo>
                      <a:cubicBezTo>
                        <a:pt x="80" y="40"/>
                        <a:pt x="80" y="40"/>
                        <a:pt x="80" y="40"/>
                      </a:cubicBezTo>
                      <a:cubicBezTo>
                        <a:pt x="82" y="42"/>
                        <a:pt x="82" y="42"/>
                        <a:pt x="82" y="42"/>
                      </a:cubicBezTo>
                      <a:cubicBezTo>
                        <a:pt x="85" y="42"/>
                        <a:pt x="85" y="42"/>
                        <a:pt x="85" y="42"/>
                      </a:cubicBezTo>
                      <a:cubicBezTo>
                        <a:pt x="85" y="42"/>
                        <a:pt x="86" y="40"/>
                        <a:pt x="86" y="40"/>
                      </a:cubicBezTo>
                      <a:cubicBezTo>
                        <a:pt x="87" y="40"/>
                        <a:pt x="88" y="41"/>
                        <a:pt x="88" y="41"/>
                      </a:cubicBezTo>
                      <a:cubicBezTo>
                        <a:pt x="89" y="42"/>
                        <a:pt x="89" y="42"/>
                        <a:pt x="89" y="42"/>
                      </a:cubicBezTo>
                      <a:cubicBezTo>
                        <a:pt x="87" y="37"/>
                        <a:pt x="87" y="37"/>
                        <a:pt x="87" y="37"/>
                      </a:cubicBezTo>
                      <a:lnTo>
                        <a:pt x="82" y="34"/>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4" name="Freeform 923">
                  <a:extLst>
                    <a:ext uri="{FF2B5EF4-FFF2-40B4-BE49-F238E27FC236}">
                      <a16:creationId xmlns:a16="http://schemas.microsoft.com/office/drawing/2014/main" id="{FDFEFACB-A475-F93B-D90A-F7EF837244BD}"/>
                    </a:ext>
                  </a:extLst>
                </p:cNvPr>
                <p:cNvSpPr>
                  <a:spLocks noEditPoints="1"/>
                </p:cNvSpPr>
                <p:nvPr/>
              </p:nvSpPr>
              <p:spPr bwMode="auto">
                <a:xfrm>
                  <a:off x="4659313" y="4400550"/>
                  <a:ext cx="76200" cy="71438"/>
                </a:xfrm>
                <a:custGeom>
                  <a:avLst/>
                  <a:gdLst>
                    <a:gd name="T0" fmla="*/ 12 w 18"/>
                    <a:gd name="T1" fmla="*/ 15 h 17"/>
                    <a:gd name="T2" fmla="*/ 12 w 18"/>
                    <a:gd name="T3" fmla="*/ 16 h 17"/>
                    <a:gd name="T4" fmla="*/ 11 w 18"/>
                    <a:gd name="T5" fmla="*/ 15 h 17"/>
                    <a:gd name="T6" fmla="*/ 11 w 18"/>
                    <a:gd name="T7" fmla="*/ 14 h 17"/>
                    <a:gd name="T8" fmla="*/ 12 w 18"/>
                    <a:gd name="T9" fmla="*/ 15 h 17"/>
                    <a:gd name="T10" fmla="*/ 2 w 18"/>
                    <a:gd name="T11" fmla="*/ 0 h 17"/>
                    <a:gd name="T12" fmla="*/ 0 w 18"/>
                    <a:gd name="T13" fmla="*/ 1 h 17"/>
                    <a:gd name="T14" fmla="*/ 1 w 18"/>
                    <a:gd name="T15" fmla="*/ 2 h 17"/>
                    <a:gd name="T16" fmla="*/ 2 w 18"/>
                    <a:gd name="T17" fmla="*/ 1 h 17"/>
                    <a:gd name="T18" fmla="*/ 2 w 18"/>
                    <a:gd name="T19" fmla="*/ 0 h 17"/>
                    <a:gd name="T20" fmla="*/ 17 w 18"/>
                    <a:gd name="T21" fmla="*/ 7 h 17"/>
                    <a:gd name="T22" fmla="*/ 17 w 18"/>
                    <a:gd name="T23" fmla="*/ 8 h 17"/>
                    <a:gd name="T24" fmla="*/ 17 w 18"/>
                    <a:gd name="T25" fmla="*/ 8 h 17"/>
                    <a:gd name="T26" fmla="*/ 18 w 18"/>
                    <a:gd name="T27" fmla="*/ 8 h 17"/>
                    <a:gd name="T28" fmla="*/ 17 w 18"/>
                    <a:gd name="T29" fmla="*/ 7 h 17"/>
                    <a:gd name="T30" fmla="*/ 7 w 18"/>
                    <a:gd name="T31" fmla="*/ 16 h 17"/>
                    <a:gd name="T32" fmla="*/ 6 w 18"/>
                    <a:gd name="T33" fmla="*/ 16 h 17"/>
                    <a:gd name="T34" fmla="*/ 7 w 18"/>
                    <a:gd name="T35" fmla="*/ 17 h 17"/>
                    <a:gd name="T36" fmla="*/ 7 w 18"/>
                    <a:gd name="T37" fmla="*/ 16 h 17"/>
                    <a:gd name="T38" fmla="*/ 7 w 18"/>
                    <a:gd name="T39" fmla="*/ 16 h 17"/>
                    <a:gd name="T40" fmla="*/ 2 w 18"/>
                    <a:gd name="T41" fmla="*/ 2 h 17"/>
                    <a:gd name="T42" fmla="*/ 2 w 18"/>
                    <a:gd name="T43" fmla="*/ 3 h 17"/>
                    <a:gd name="T44" fmla="*/ 3 w 18"/>
                    <a:gd name="T45" fmla="*/ 3 h 17"/>
                    <a:gd name="T46" fmla="*/ 3 w 18"/>
                    <a:gd name="T47" fmla="*/ 2 h 17"/>
                    <a:gd name="T48" fmla="*/ 2 w 18"/>
                    <a:gd name="T49"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12" y="15"/>
                      </a:moveTo>
                      <a:cubicBezTo>
                        <a:pt x="12" y="15"/>
                        <a:pt x="12" y="16"/>
                        <a:pt x="12" y="16"/>
                      </a:cubicBezTo>
                      <a:cubicBezTo>
                        <a:pt x="11" y="16"/>
                        <a:pt x="11" y="15"/>
                        <a:pt x="11" y="15"/>
                      </a:cubicBezTo>
                      <a:cubicBezTo>
                        <a:pt x="11" y="14"/>
                        <a:pt x="11" y="14"/>
                        <a:pt x="11" y="14"/>
                      </a:cubicBezTo>
                      <a:cubicBezTo>
                        <a:pt x="12" y="14"/>
                        <a:pt x="12" y="14"/>
                        <a:pt x="12" y="15"/>
                      </a:cubicBezTo>
                      <a:close/>
                      <a:moveTo>
                        <a:pt x="2" y="0"/>
                      </a:moveTo>
                      <a:cubicBezTo>
                        <a:pt x="1" y="0"/>
                        <a:pt x="0" y="0"/>
                        <a:pt x="0" y="1"/>
                      </a:cubicBezTo>
                      <a:cubicBezTo>
                        <a:pt x="0" y="2"/>
                        <a:pt x="1" y="2"/>
                        <a:pt x="1" y="2"/>
                      </a:cubicBezTo>
                      <a:cubicBezTo>
                        <a:pt x="2" y="2"/>
                        <a:pt x="2" y="1"/>
                        <a:pt x="2" y="1"/>
                      </a:cubicBezTo>
                      <a:cubicBezTo>
                        <a:pt x="2" y="0"/>
                        <a:pt x="2" y="0"/>
                        <a:pt x="2" y="0"/>
                      </a:cubicBezTo>
                      <a:close/>
                      <a:moveTo>
                        <a:pt x="17" y="7"/>
                      </a:moveTo>
                      <a:cubicBezTo>
                        <a:pt x="17" y="7"/>
                        <a:pt x="17" y="7"/>
                        <a:pt x="17" y="8"/>
                      </a:cubicBezTo>
                      <a:cubicBezTo>
                        <a:pt x="17" y="8"/>
                        <a:pt x="17" y="8"/>
                        <a:pt x="17" y="8"/>
                      </a:cubicBezTo>
                      <a:cubicBezTo>
                        <a:pt x="18" y="8"/>
                        <a:pt x="18" y="8"/>
                        <a:pt x="18" y="8"/>
                      </a:cubicBezTo>
                      <a:cubicBezTo>
                        <a:pt x="18" y="7"/>
                        <a:pt x="18" y="7"/>
                        <a:pt x="17" y="7"/>
                      </a:cubicBezTo>
                      <a:close/>
                      <a:moveTo>
                        <a:pt x="7" y="16"/>
                      </a:moveTo>
                      <a:cubicBezTo>
                        <a:pt x="6" y="16"/>
                        <a:pt x="6" y="16"/>
                        <a:pt x="6" y="16"/>
                      </a:cubicBezTo>
                      <a:cubicBezTo>
                        <a:pt x="6" y="16"/>
                        <a:pt x="6" y="17"/>
                        <a:pt x="7" y="17"/>
                      </a:cubicBezTo>
                      <a:cubicBezTo>
                        <a:pt x="7" y="17"/>
                        <a:pt x="7" y="16"/>
                        <a:pt x="7" y="16"/>
                      </a:cubicBezTo>
                      <a:cubicBezTo>
                        <a:pt x="7" y="16"/>
                        <a:pt x="7" y="16"/>
                        <a:pt x="7" y="16"/>
                      </a:cubicBezTo>
                      <a:close/>
                      <a:moveTo>
                        <a:pt x="2" y="2"/>
                      </a:moveTo>
                      <a:cubicBezTo>
                        <a:pt x="2" y="2"/>
                        <a:pt x="2" y="2"/>
                        <a:pt x="2" y="3"/>
                      </a:cubicBezTo>
                      <a:cubicBezTo>
                        <a:pt x="2" y="3"/>
                        <a:pt x="2" y="3"/>
                        <a:pt x="3" y="3"/>
                      </a:cubicBezTo>
                      <a:cubicBezTo>
                        <a:pt x="3" y="3"/>
                        <a:pt x="3" y="3"/>
                        <a:pt x="3" y="2"/>
                      </a:cubicBezTo>
                      <a:cubicBezTo>
                        <a:pt x="3" y="2"/>
                        <a:pt x="3" y="2"/>
                        <a:pt x="2" y="2"/>
                      </a:cubicBez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5" name="Freeform 924">
                  <a:extLst>
                    <a:ext uri="{FF2B5EF4-FFF2-40B4-BE49-F238E27FC236}">
                      <a16:creationId xmlns:a16="http://schemas.microsoft.com/office/drawing/2014/main" id="{18025C68-2156-7686-33B4-BB419D7F0CA7}"/>
                    </a:ext>
                  </a:extLst>
                </p:cNvPr>
                <p:cNvSpPr>
                  <a:spLocks/>
                </p:cNvSpPr>
                <p:nvPr/>
              </p:nvSpPr>
              <p:spPr bwMode="auto">
                <a:xfrm>
                  <a:off x="5613400" y="4516438"/>
                  <a:ext cx="220662" cy="325438"/>
                </a:xfrm>
                <a:custGeom>
                  <a:avLst/>
                  <a:gdLst>
                    <a:gd name="T0" fmla="*/ 45 w 53"/>
                    <a:gd name="T1" fmla="*/ 61 h 78"/>
                    <a:gd name="T2" fmla="*/ 42 w 53"/>
                    <a:gd name="T3" fmla="*/ 55 h 78"/>
                    <a:gd name="T4" fmla="*/ 42 w 53"/>
                    <a:gd name="T5" fmla="*/ 50 h 78"/>
                    <a:gd name="T6" fmla="*/ 43 w 53"/>
                    <a:gd name="T7" fmla="*/ 47 h 78"/>
                    <a:gd name="T8" fmla="*/ 46 w 53"/>
                    <a:gd name="T9" fmla="*/ 40 h 78"/>
                    <a:gd name="T10" fmla="*/ 48 w 53"/>
                    <a:gd name="T11" fmla="*/ 37 h 78"/>
                    <a:gd name="T12" fmla="*/ 41 w 53"/>
                    <a:gd name="T13" fmla="*/ 28 h 78"/>
                    <a:gd name="T14" fmla="*/ 39 w 53"/>
                    <a:gd name="T15" fmla="*/ 21 h 78"/>
                    <a:gd name="T16" fmla="*/ 45 w 53"/>
                    <a:gd name="T17" fmla="*/ 18 h 78"/>
                    <a:gd name="T18" fmla="*/ 44 w 53"/>
                    <a:gd name="T19" fmla="*/ 6 h 78"/>
                    <a:gd name="T20" fmla="*/ 41 w 53"/>
                    <a:gd name="T21" fmla="*/ 2 h 78"/>
                    <a:gd name="T22" fmla="*/ 38 w 53"/>
                    <a:gd name="T23" fmla="*/ 0 h 78"/>
                    <a:gd name="T24" fmla="*/ 40 w 53"/>
                    <a:gd name="T25" fmla="*/ 5 h 78"/>
                    <a:gd name="T26" fmla="*/ 42 w 53"/>
                    <a:gd name="T27" fmla="*/ 7 h 78"/>
                    <a:gd name="T28" fmla="*/ 42 w 53"/>
                    <a:gd name="T29" fmla="*/ 11 h 78"/>
                    <a:gd name="T30" fmla="*/ 37 w 53"/>
                    <a:gd name="T31" fmla="*/ 12 h 78"/>
                    <a:gd name="T32" fmla="*/ 34 w 53"/>
                    <a:gd name="T33" fmla="*/ 20 h 78"/>
                    <a:gd name="T34" fmla="*/ 32 w 53"/>
                    <a:gd name="T35" fmla="*/ 24 h 78"/>
                    <a:gd name="T36" fmla="*/ 29 w 53"/>
                    <a:gd name="T37" fmla="*/ 30 h 78"/>
                    <a:gd name="T38" fmla="*/ 26 w 53"/>
                    <a:gd name="T39" fmla="*/ 35 h 78"/>
                    <a:gd name="T40" fmla="*/ 23 w 53"/>
                    <a:gd name="T41" fmla="*/ 41 h 78"/>
                    <a:gd name="T42" fmla="*/ 20 w 53"/>
                    <a:gd name="T43" fmla="*/ 45 h 78"/>
                    <a:gd name="T44" fmla="*/ 18 w 53"/>
                    <a:gd name="T45" fmla="*/ 44 h 78"/>
                    <a:gd name="T46" fmla="*/ 14 w 53"/>
                    <a:gd name="T47" fmla="*/ 41 h 78"/>
                    <a:gd name="T48" fmla="*/ 12 w 53"/>
                    <a:gd name="T49" fmla="*/ 43 h 78"/>
                    <a:gd name="T50" fmla="*/ 9 w 53"/>
                    <a:gd name="T51" fmla="*/ 43 h 78"/>
                    <a:gd name="T52" fmla="*/ 7 w 53"/>
                    <a:gd name="T53" fmla="*/ 45 h 78"/>
                    <a:gd name="T54" fmla="*/ 2 w 53"/>
                    <a:gd name="T55" fmla="*/ 55 h 78"/>
                    <a:gd name="T56" fmla="*/ 1 w 53"/>
                    <a:gd name="T57" fmla="*/ 58 h 78"/>
                    <a:gd name="T58" fmla="*/ 4 w 53"/>
                    <a:gd name="T59" fmla="*/ 61 h 78"/>
                    <a:gd name="T60" fmla="*/ 8 w 53"/>
                    <a:gd name="T61" fmla="*/ 63 h 78"/>
                    <a:gd name="T62" fmla="*/ 11 w 53"/>
                    <a:gd name="T63" fmla="*/ 69 h 78"/>
                    <a:gd name="T64" fmla="*/ 9 w 53"/>
                    <a:gd name="T65" fmla="*/ 74 h 78"/>
                    <a:gd name="T66" fmla="*/ 19 w 53"/>
                    <a:gd name="T67" fmla="*/ 75 h 78"/>
                    <a:gd name="T68" fmla="*/ 32 w 53"/>
                    <a:gd name="T69" fmla="*/ 74 h 78"/>
                    <a:gd name="T70" fmla="*/ 41 w 53"/>
                    <a:gd name="T71" fmla="*/ 75 h 78"/>
                    <a:gd name="T72" fmla="*/ 49 w 53"/>
                    <a:gd name="T73" fmla="*/ 77 h 78"/>
                    <a:gd name="T74" fmla="*/ 51 w 53"/>
                    <a:gd name="T75" fmla="*/ 75 h 78"/>
                    <a:gd name="T76" fmla="*/ 51 w 53"/>
                    <a:gd name="T77" fmla="*/ 6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3" h="78">
                      <a:moveTo>
                        <a:pt x="46" y="65"/>
                      </a:moveTo>
                      <a:cubicBezTo>
                        <a:pt x="45" y="61"/>
                        <a:pt x="45" y="61"/>
                        <a:pt x="45" y="61"/>
                      </a:cubicBezTo>
                      <a:cubicBezTo>
                        <a:pt x="42" y="58"/>
                        <a:pt x="42" y="58"/>
                        <a:pt x="42" y="58"/>
                      </a:cubicBezTo>
                      <a:cubicBezTo>
                        <a:pt x="42" y="55"/>
                        <a:pt x="42" y="55"/>
                        <a:pt x="42" y="55"/>
                      </a:cubicBezTo>
                      <a:cubicBezTo>
                        <a:pt x="41" y="54"/>
                        <a:pt x="41" y="54"/>
                        <a:pt x="41" y="54"/>
                      </a:cubicBezTo>
                      <a:cubicBezTo>
                        <a:pt x="42" y="50"/>
                        <a:pt x="42" y="50"/>
                        <a:pt x="42" y="50"/>
                      </a:cubicBezTo>
                      <a:cubicBezTo>
                        <a:pt x="40" y="48"/>
                        <a:pt x="40" y="48"/>
                        <a:pt x="40" y="48"/>
                      </a:cubicBezTo>
                      <a:cubicBezTo>
                        <a:pt x="43" y="47"/>
                        <a:pt x="43" y="47"/>
                        <a:pt x="43" y="47"/>
                      </a:cubicBezTo>
                      <a:cubicBezTo>
                        <a:pt x="46" y="42"/>
                        <a:pt x="46" y="42"/>
                        <a:pt x="46" y="42"/>
                      </a:cubicBezTo>
                      <a:cubicBezTo>
                        <a:pt x="46" y="40"/>
                        <a:pt x="46" y="40"/>
                        <a:pt x="46" y="40"/>
                      </a:cubicBezTo>
                      <a:cubicBezTo>
                        <a:pt x="48" y="38"/>
                        <a:pt x="48" y="38"/>
                        <a:pt x="48" y="38"/>
                      </a:cubicBezTo>
                      <a:cubicBezTo>
                        <a:pt x="48" y="37"/>
                        <a:pt x="48" y="37"/>
                        <a:pt x="48" y="37"/>
                      </a:cubicBezTo>
                      <a:cubicBezTo>
                        <a:pt x="45" y="30"/>
                        <a:pt x="45" y="30"/>
                        <a:pt x="45" y="30"/>
                      </a:cubicBezTo>
                      <a:cubicBezTo>
                        <a:pt x="41" y="28"/>
                        <a:pt x="41" y="28"/>
                        <a:pt x="41" y="28"/>
                      </a:cubicBezTo>
                      <a:cubicBezTo>
                        <a:pt x="37" y="24"/>
                        <a:pt x="37" y="24"/>
                        <a:pt x="37" y="24"/>
                      </a:cubicBezTo>
                      <a:cubicBezTo>
                        <a:pt x="39" y="21"/>
                        <a:pt x="39" y="21"/>
                        <a:pt x="39" y="21"/>
                      </a:cubicBezTo>
                      <a:cubicBezTo>
                        <a:pt x="49" y="21"/>
                        <a:pt x="49" y="21"/>
                        <a:pt x="49" y="21"/>
                      </a:cubicBezTo>
                      <a:cubicBezTo>
                        <a:pt x="45" y="18"/>
                        <a:pt x="45" y="18"/>
                        <a:pt x="45" y="18"/>
                      </a:cubicBezTo>
                      <a:cubicBezTo>
                        <a:pt x="44" y="7"/>
                        <a:pt x="44" y="7"/>
                        <a:pt x="44" y="7"/>
                      </a:cubicBezTo>
                      <a:cubicBezTo>
                        <a:pt x="44" y="6"/>
                        <a:pt x="44" y="6"/>
                        <a:pt x="44" y="6"/>
                      </a:cubicBezTo>
                      <a:cubicBezTo>
                        <a:pt x="43" y="3"/>
                        <a:pt x="43" y="3"/>
                        <a:pt x="43" y="3"/>
                      </a:cubicBezTo>
                      <a:cubicBezTo>
                        <a:pt x="41" y="2"/>
                        <a:pt x="41" y="2"/>
                        <a:pt x="41" y="2"/>
                      </a:cubicBezTo>
                      <a:cubicBezTo>
                        <a:pt x="41" y="0"/>
                        <a:pt x="41" y="0"/>
                        <a:pt x="41" y="0"/>
                      </a:cubicBezTo>
                      <a:cubicBezTo>
                        <a:pt x="38" y="0"/>
                        <a:pt x="38" y="0"/>
                        <a:pt x="38" y="0"/>
                      </a:cubicBezTo>
                      <a:cubicBezTo>
                        <a:pt x="39" y="5"/>
                        <a:pt x="39" y="5"/>
                        <a:pt x="39" y="5"/>
                      </a:cubicBezTo>
                      <a:cubicBezTo>
                        <a:pt x="40" y="5"/>
                        <a:pt x="40" y="5"/>
                        <a:pt x="40" y="5"/>
                      </a:cubicBezTo>
                      <a:cubicBezTo>
                        <a:pt x="42" y="6"/>
                        <a:pt x="42" y="6"/>
                        <a:pt x="42" y="6"/>
                      </a:cubicBezTo>
                      <a:cubicBezTo>
                        <a:pt x="42" y="7"/>
                        <a:pt x="42" y="7"/>
                        <a:pt x="42" y="7"/>
                      </a:cubicBezTo>
                      <a:cubicBezTo>
                        <a:pt x="41" y="9"/>
                        <a:pt x="41" y="9"/>
                        <a:pt x="41" y="9"/>
                      </a:cubicBezTo>
                      <a:cubicBezTo>
                        <a:pt x="42" y="11"/>
                        <a:pt x="42" y="11"/>
                        <a:pt x="42" y="11"/>
                      </a:cubicBezTo>
                      <a:cubicBezTo>
                        <a:pt x="39" y="13"/>
                        <a:pt x="39" y="13"/>
                        <a:pt x="39" y="13"/>
                      </a:cubicBezTo>
                      <a:cubicBezTo>
                        <a:pt x="37" y="12"/>
                        <a:pt x="37" y="12"/>
                        <a:pt x="37" y="12"/>
                      </a:cubicBezTo>
                      <a:cubicBezTo>
                        <a:pt x="36" y="14"/>
                        <a:pt x="36" y="14"/>
                        <a:pt x="36" y="14"/>
                      </a:cubicBezTo>
                      <a:cubicBezTo>
                        <a:pt x="34" y="20"/>
                        <a:pt x="34" y="20"/>
                        <a:pt x="34" y="20"/>
                      </a:cubicBezTo>
                      <a:cubicBezTo>
                        <a:pt x="32" y="21"/>
                        <a:pt x="32" y="21"/>
                        <a:pt x="32" y="21"/>
                      </a:cubicBezTo>
                      <a:cubicBezTo>
                        <a:pt x="32" y="24"/>
                        <a:pt x="32" y="24"/>
                        <a:pt x="32" y="24"/>
                      </a:cubicBezTo>
                      <a:cubicBezTo>
                        <a:pt x="30" y="26"/>
                        <a:pt x="30" y="26"/>
                        <a:pt x="30" y="26"/>
                      </a:cubicBezTo>
                      <a:cubicBezTo>
                        <a:pt x="29" y="30"/>
                        <a:pt x="29" y="30"/>
                        <a:pt x="29" y="30"/>
                      </a:cubicBezTo>
                      <a:cubicBezTo>
                        <a:pt x="26" y="32"/>
                        <a:pt x="26" y="32"/>
                        <a:pt x="26" y="32"/>
                      </a:cubicBezTo>
                      <a:cubicBezTo>
                        <a:pt x="26" y="35"/>
                        <a:pt x="26" y="35"/>
                        <a:pt x="26" y="35"/>
                      </a:cubicBezTo>
                      <a:cubicBezTo>
                        <a:pt x="23" y="38"/>
                        <a:pt x="23" y="38"/>
                        <a:pt x="23" y="38"/>
                      </a:cubicBezTo>
                      <a:cubicBezTo>
                        <a:pt x="23" y="41"/>
                        <a:pt x="23" y="41"/>
                        <a:pt x="23" y="41"/>
                      </a:cubicBezTo>
                      <a:cubicBezTo>
                        <a:pt x="21" y="42"/>
                        <a:pt x="21" y="42"/>
                        <a:pt x="21" y="42"/>
                      </a:cubicBezTo>
                      <a:cubicBezTo>
                        <a:pt x="20" y="45"/>
                        <a:pt x="20" y="45"/>
                        <a:pt x="20" y="45"/>
                      </a:cubicBezTo>
                      <a:cubicBezTo>
                        <a:pt x="18" y="45"/>
                        <a:pt x="18" y="45"/>
                        <a:pt x="18" y="45"/>
                      </a:cubicBezTo>
                      <a:cubicBezTo>
                        <a:pt x="18" y="44"/>
                        <a:pt x="18" y="44"/>
                        <a:pt x="18" y="44"/>
                      </a:cubicBezTo>
                      <a:cubicBezTo>
                        <a:pt x="17" y="44"/>
                        <a:pt x="17" y="44"/>
                        <a:pt x="17" y="44"/>
                      </a:cubicBezTo>
                      <a:cubicBezTo>
                        <a:pt x="14" y="41"/>
                        <a:pt x="14" y="41"/>
                        <a:pt x="14" y="41"/>
                      </a:cubicBezTo>
                      <a:cubicBezTo>
                        <a:pt x="14" y="43"/>
                        <a:pt x="14" y="43"/>
                        <a:pt x="14" y="43"/>
                      </a:cubicBezTo>
                      <a:cubicBezTo>
                        <a:pt x="12" y="43"/>
                        <a:pt x="12" y="43"/>
                        <a:pt x="12" y="43"/>
                      </a:cubicBezTo>
                      <a:cubicBezTo>
                        <a:pt x="11" y="42"/>
                        <a:pt x="11" y="42"/>
                        <a:pt x="11" y="42"/>
                      </a:cubicBezTo>
                      <a:cubicBezTo>
                        <a:pt x="9" y="43"/>
                        <a:pt x="9" y="43"/>
                        <a:pt x="9" y="43"/>
                      </a:cubicBezTo>
                      <a:cubicBezTo>
                        <a:pt x="8" y="45"/>
                        <a:pt x="8" y="45"/>
                        <a:pt x="8" y="45"/>
                      </a:cubicBezTo>
                      <a:cubicBezTo>
                        <a:pt x="7" y="45"/>
                        <a:pt x="7" y="45"/>
                        <a:pt x="7" y="45"/>
                      </a:cubicBezTo>
                      <a:cubicBezTo>
                        <a:pt x="2" y="50"/>
                        <a:pt x="2" y="50"/>
                        <a:pt x="2" y="50"/>
                      </a:cubicBezTo>
                      <a:cubicBezTo>
                        <a:pt x="2" y="55"/>
                        <a:pt x="2" y="55"/>
                        <a:pt x="2" y="55"/>
                      </a:cubicBezTo>
                      <a:cubicBezTo>
                        <a:pt x="0" y="58"/>
                        <a:pt x="0" y="58"/>
                        <a:pt x="0" y="58"/>
                      </a:cubicBezTo>
                      <a:cubicBezTo>
                        <a:pt x="0" y="58"/>
                        <a:pt x="1" y="59"/>
                        <a:pt x="1" y="58"/>
                      </a:cubicBezTo>
                      <a:cubicBezTo>
                        <a:pt x="1" y="59"/>
                        <a:pt x="1" y="60"/>
                        <a:pt x="2" y="60"/>
                      </a:cubicBezTo>
                      <a:cubicBezTo>
                        <a:pt x="3" y="59"/>
                        <a:pt x="4" y="60"/>
                        <a:pt x="4" y="61"/>
                      </a:cubicBezTo>
                      <a:cubicBezTo>
                        <a:pt x="4" y="62"/>
                        <a:pt x="5" y="63"/>
                        <a:pt x="6" y="64"/>
                      </a:cubicBezTo>
                      <a:cubicBezTo>
                        <a:pt x="7" y="64"/>
                        <a:pt x="7" y="63"/>
                        <a:pt x="8" y="63"/>
                      </a:cubicBezTo>
                      <a:cubicBezTo>
                        <a:pt x="9" y="64"/>
                        <a:pt x="8" y="65"/>
                        <a:pt x="9" y="65"/>
                      </a:cubicBezTo>
                      <a:cubicBezTo>
                        <a:pt x="10" y="66"/>
                        <a:pt x="10" y="68"/>
                        <a:pt x="11" y="69"/>
                      </a:cubicBezTo>
                      <a:cubicBezTo>
                        <a:pt x="11" y="71"/>
                        <a:pt x="10" y="72"/>
                        <a:pt x="10" y="74"/>
                      </a:cubicBezTo>
                      <a:cubicBezTo>
                        <a:pt x="10" y="74"/>
                        <a:pt x="9" y="74"/>
                        <a:pt x="9" y="74"/>
                      </a:cubicBezTo>
                      <a:cubicBezTo>
                        <a:pt x="10" y="75"/>
                        <a:pt x="10" y="75"/>
                        <a:pt x="10" y="75"/>
                      </a:cubicBezTo>
                      <a:cubicBezTo>
                        <a:pt x="19" y="75"/>
                        <a:pt x="19" y="75"/>
                        <a:pt x="19" y="75"/>
                      </a:cubicBezTo>
                      <a:cubicBezTo>
                        <a:pt x="20" y="74"/>
                        <a:pt x="20" y="74"/>
                        <a:pt x="20" y="74"/>
                      </a:cubicBezTo>
                      <a:cubicBezTo>
                        <a:pt x="32" y="74"/>
                        <a:pt x="32" y="74"/>
                        <a:pt x="32" y="74"/>
                      </a:cubicBezTo>
                      <a:cubicBezTo>
                        <a:pt x="33" y="75"/>
                        <a:pt x="33" y="75"/>
                        <a:pt x="33" y="75"/>
                      </a:cubicBezTo>
                      <a:cubicBezTo>
                        <a:pt x="41" y="75"/>
                        <a:pt x="41" y="75"/>
                        <a:pt x="41" y="75"/>
                      </a:cubicBezTo>
                      <a:cubicBezTo>
                        <a:pt x="45" y="76"/>
                        <a:pt x="45" y="76"/>
                        <a:pt x="45" y="76"/>
                      </a:cubicBezTo>
                      <a:cubicBezTo>
                        <a:pt x="49" y="77"/>
                        <a:pt x="49" y="77"/>
                        <a:pt x="49" y="77"/>
                      </a:cubicBezTo>
                      <a:cubicBezTo>
                        <a:pt x="51" y="78"/>
                        <a:pt x="51" y="78"/>
                        <a:pt x="51" y="78"/>
                      </a:cubicBezTo>
                      <a:cubicBezTo>
                        <a:pt x="51" y="75"/>
                        <a:pt x="51" y="75"/>
                        <a:pt x="51" y="75"/>
                      </a:cubicBezTo>
                      <a:cubicBezTo>
                        <a:pt x="53" y="74"/>
                        <a:pt x="53" y="74"/>
                        <a:pt x="53" y="74"/>
                      </a:cubicBezTo>
                      <a:cubicBezTo>
                        <a:pt x="51" y="69"/>
                        <a:pt x="51" y="69"/>
                        <a:pt x="51" y="69"/>
                      </a:cubicBezTo>
                      <a:lnTo>
                        <a:pt x="46" y="65"/>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6" name="Freeform 925">
                  <a:extLst>
                    <a:ext uri="{FF2B5EF4-FFF2-40B4-BE49-F238E27FC236}">
                      <a16:creationId xmlns:a16="http://schemas.microsoft.com/office/drawing/2014/main" id="{94F685D7-EF2A-07E1-7351-A1138702D1E6}"/>
                    </a:ext>
                  </a:extLst>
                </p:cNvPr>
                <p:cNvSpPr>
                  <a:spLocks/>
                </p:cNvSpPr>
                <p:nvPr/>
              </p:nvSpPr>
              <p:spPr bwMode="auto">
                <a:xfrm>
                  <a:off x="6191250" y="4954588"/>
                  <a:ext cx="53975" cy="61913"/>
                </a:xfrm>
                <a:custGeom>
                  <a:avLst/>
                  <a:gdLst>
                    <a:gd name="T0" fmla="*/ 8 w 13"/>
                    <a:gd name="T1" fmla="*/ 1 h 15"/>
                    <a:gd name="T2" fmla="*/ 7 w 13"/>
                    <a:gd name="T3" fmla="*/ 1 h 15"/>
                    <a:gd name="T4" fmla="*/ 7 w 13"/>
                    <a:gd name="T5" fmla="*/ 3 h 15"/>
                    <a:gd name="T6" fmla="*/ 5 w 13"/>
                    <a:gd name="T7" fmla="*/ 4 h 15"/>
                    <a:gd name="T8" fmla="*/ 3 w 13"/>
                    <a:gd name="T9" fmla="*/ 4 h 15"/>
                    <a:gd name="T10" fmla="*/ 3 w 13"/>
                    <a:gd name="T11" fmla="*/ 3 h 15"/>
                    <a:gd name="T12" fmla="*/ 1 w 13"/>
                    <a:gd name="T13" fmla="*/ 2 h 15"/>
                    <a:gd name="T14" fmla="*/ 0 w 13"/>
                    <a:gd name="T15" fmla="*/ 3 h 15"/>
                    <a:gd name="T16" fmla="*/ 2 w 13"/>
                    <a:gd name="T17" fmla="*/ 6 h 15"/>
                    <a:gd name="T18" fmla="*/ 2 w 13"/>
                    <a:gd name="T19" fmla="*/ 11 h 15"/>
                    <a:gd name="T20" fmla="*/ 3 w 13"/>
                    <a:gd name="T21" fmla="*/ 15 h 15"/>
                    <a:gd name="T22" fmla="*/ 6 w 13"/>
                    <a:gd name="T23" fmla="*/ 15 h 15"/>
                    <a:gd name="T24" fmla="*/ 9 w 13"/>
                    <a:gd name="T25" fmla="*/ 11 h 15"/>
                    <a:gd name="T26" fmla="*/ 9 w 13"/>
                    <a:gd name="T27" fmla="*/ 10 h 15"/>
                    <a:gd name="T28" fmla="*/ 13 w 13"/>
                    <a:gd name="T29" fmla="*/ 7 h 15"/>
                    <a:gd name="T30" fmla="*/ 13 w 13"/>
                    <a:gd name="T31" fmla="*/ 5 h 15"/>
                    <a:gd name="T32" fmla="*/ 10 w 13"/>
                    <a:gd name="T33" fmla="*/ 4 h 15"/>
                    <a:gd name="T34" fmla="*/ 10 w 13"/>
                    <a:gd name="T35" fmla="*/ 3 h 15"/>
                    <a:gd name="T36" fmla="*/ 11 w 13"/>
                    <a:gd name="T37" fmla="*/ 1 h 15"/>
                    <a:gd name="T38" fmla="*/ 10 w 13"/>
                    <a:gd name="T39" fmla="*/ 0 h 15"/>
                    <a:gd name="T40" fmla="*/ 8 w 13"/>
                    <a:gd name="T4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5">
                      <a:moveTo>
                        <a:pt x="8" y="1"/>
                      </a:moveTo>
                      <a:cubicBezTo>
                        <a:pt x="7" y="1"/>
                        <a:pt x="7" y="1"/>
                        <a:pt x="7" y="1"/>
                      </a:cubicBezTo>
                      <a:cubicBezTo>
                        <a:pt x="7" y="3"/>
                        <a:pt x="7" y="3"/>
                        <a:pt x="7" y="3"/>
                      </a:cubicBezTo>
                      <a:cubicBezTo>
                        <a:pt x="5" y="4"/>
                        <a:pt x="5" y="4"/>
                        <a:pt x="5" y="4"/>
                      </a:cubicBezTo>
                      <a:cubicBezTo>
                        <a:pt x="3" y="4"/>
                        <a:pt x="3" y="4"/>
                        <a:pt x="3" y="4"/>
                      </a:cubicBezTo>
                      <a:cubicBezTo>
                        <a:pt x="3" y="3"/>
                        <a:pt x="3" y="3"/>
                        <a:pt x="3" y="3"/>
                      </a:cubicBezTo>
                      <a:cubicBezTo>
                        <a:pt x="1" y="2"/>
                        <a:pt x="1" y="2"/>
                        <a:pt x="1" y="2"/>
                      </a:cubicBezTo>
                      <a:cubicBezTo>
                        <a:pt x="0" y="3"/>
                        <a:pt x="0" y="3"/>
                        <a:pt x="0" y="3"/>
                      </a:cubicBezTo>
                      <a:cubicBezTo>
                        <a:pt x="2" y="6"/>
                        <a:pt x="2" y="6"/>
                        <a:pt x="2" y="6"/>
                      </a:cubicBezTo>
                      <a:cubicBezTo>
                        <a:pt x="2" y="11"/>
                        <a:pt x="2" y="11"/>
                        <a:pt x="2" y="11"/>
                      </a:cubicBezTo>
                      <a:cubicBezTo>
                        <a:pt x="3" y="15"/>
                        <a:pt x="3" y="15"/>
                        <a:pt x="3" y="15"/>
                      </a:cubicBezTo>
                      <a:cubicBezTo>
                        <a:pt x="6" y="15"/>
                        <a:pt x="6" y="15"/>
                        <a:pt x="6" y="15"/>
                      </a:cubicBezTo>
                      <a:cubicBezTo>
                        <a:pt x="9" y="11"/>
                        <a:pt x="9" y="11"/>
                        <a:pt x="9" y="11"/>
                      </a:cubicBezTo>
                      <a:cubicBezTo>
                        <a:pt x="9" y="10"/>
                        <a:pt x="9" y="10"/>
                        <a:pt x="9" y="10"/>
                      </a:cubicBezTo>
                      <a:cubicBezTo>
                        <a:pt x="13" y="7"/>
                        <a:pt x="13" y="7"/>
                        <a:pt x="13" y="7"/>
                      </a:cubicBezTo>
                      <a:cubicBezTo>
                        <a:pt x="13" y="5"/>
                        <a:pt x="13" y="5"/>
                        <a:pt x="13" y="5"/>
                      </a:cubicBezTo>
                      <a:cubicBezTo>
                        <a:pt x="10" y="4"/>
                        <a:pt x="10" y="4"/>
                        <a:pt x="10" y="4"/>
                      </a:cubicBezTo>
                      <a:cubicBezTo>
                        <a:pt x="10" y="4"/>
                        <a:pt x="10" y="3"/>
                        <a:pt x="10" y="3"/>
                      </a:cubicBezTo>
                      <a:cubicBezTo>
                        <a:pt x="10" y="3"/>
                        <a:pt x="11" y="1"/>
                        <a:pt x="11" y="1"/>
                      </a:cubicBezTo>
                      <a:cubicBezTo>
                        <a:pt x="10" y="0"/>
                        <a:pt x="10" y="0"/>
                        <a:pt x="10" y="0"/>
                      </a:cubicBezTo>
                      <a:lnTo>
                        <a:pt x="8" y="1"/>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7" name="Freeform 926">
                  <a:extLst>
                    <a:ext uri="{FF2B5EF4-FFF2-40B4-BE49-F238E27FC236}">
                      <a16:creationId xmlns:a16="http://schemas.microsoft.com/office/drawing/2014/main" id="{2498C141-F531-7784-FE04-EA315B30E62B}"/>
                    </a:ext>
                  </a:extLst>
                </p:cNvPr>
                <p:cNvSpPr>
                  <a:spLocks/>
                </p:cNvSpPr>
                <p:nvPr/>
              </p:nvSpPr>
              <p:spPr bwMode="auto">
                <a:xfrm>
                  <a:off x="5218113" y="4459288"/>
                  <a:ext cx="223837" cy="161925"/>
                </a:xfrm>
                <a:custGeom>
                  <a:avLst/>
                  <a:gdLst>
                    <a:gd name="T0" fmla="*/ 52 w 54"/>
                    <a:gd name="T1" fmla="*/ 17 h 39"/>
                    <a:gd name="T2" fmla="*/ 50 w 54"/>
                    <a:gd name="T3" fmla="*/ 17 h 39"/>
                    <a:gd name="T4" fmla="*/ 44 w 54"/>
                    <a:gd name="T5" fmla="*/ 12 h 39"/>
                    <a:gd name="T6" fmla="*/ 41 w 54"/>
                    <a:gd name="T7" fmla="*/ 9 h 39"/>
                    <a:gd name="T8" fmla="*/ 39 w 54"/>
                    <a:gd name="T9" fmla="*/ 3 h 39"/>
                    <a:gd name="T10" fmla="*/ 33 w 54"/>
                    <a:gd name="T11" fmla="*/ 0 h 39"/>
                    <a:gd name="T12" fmla="*/ 24 w 54"/>
                    <a:gd name="T13" fmla="*/ 4 h 39"/>
                    <a:gd name="T14" fmla="*/ 23 w 54"/>
                    <a:gd name="T15" fmla="*/ 7 h 39"/>
                    <a:gd name="T16" fmla="*/ 18 w 54"/>
                    <a:gd name="T17" fmla="*/ 7 h 39"/>
                    <a:gd name="T18" fmla="*/ 18 w 54"/>
                    <a:gd name="T19" fmla="*/ 10 h 39"/>
                    <a:gd name="T20" fmla="*/ 15 w 54"/>
                    <a:gd name="T21" fmla="*/ 13 h 39"/>
                    <a:gd name="T22" fmla="*/ 14 w 54"/>
                    <a:gd name="T23" fmla="*/ 14 h 39"/>
                    <a:gd name="T24" fmla="*/ 11 w 54"/>
                    <a:gd name="T25" fmla="*/ 11 h 39"/>
                    <a:gd name="T26" fmla="*/ 8 w 54"/>
                    <a:gd name="T27" fmla="*/ 15 h 39"/>
                    <a:gd name="T28" fmla="*/ 7 w 54"/>
                    <a:gd name="T29" fmla="*/ 17 h 39"/>
                    <a:gd name="T30" fmla="*/ 6 w 54"/>
                    <a:gd name="T31" fmla="*/ 21 h 39"/>
                    <a:gd name="T32" fmla="*/ 2 w 54"/>
                    <a:gd name="T33" fmla="*/ 24 h 39"/>
                    <a:gd name="T34" fmla="*/ 0 w 54"/>
                    <a:gd name="T35" fmla="*/ 28 h 39"/>
                    <a:gd name="T36" fmla="*/ 0 w 54"/>
                    <a:gd name="T37" fmla="*/ 31 h 39"/>
                    <a:gd name="T38" fmla="*/ 1 w 54"/>
                    <a:gd name="T39" fmla="*/ 33 h 39"/>
                    <a:gd name="T40" fmla="*/ 4 w 54"/>
                    <a:gd name="T41" fmla="*/ 36 h 39"/>
                    <a:gd name="T42" fmla="*/ 7 w 54"/>
                    <a:gd name="T43" fmla="*/ 37 h 39"/>
                    <a:gd name="T44" fmla="*/ 8 w 54"/>
                    <a:gd name="T45" fmla="*/ 38 h 39"/>
                    <a:gd name="T46" fmla="*/ 11 w 54"/>
                    <a:gd name="T47" fmla="*/ 36 h 39"/>
                    <a:gd name="T48" fmla="*/ 18 w 54"/>
                    <a:gd name="T49" fmla="*/ 39 h 39"/>
                    <a:gd name="T50" fmla="*/ 19 w 54"/>
                    <a:gd name="T51" fmla="*/ 37 h 39"/>
                    <a:gd name="T52" fmla="*/ 19 w 54"/>
                    <a:gd name="T53" fmla="*/ 32 h 39"/>
                    <a:gd name="T54" fmla="*/ 18 w 54"/>
                    <a:gd name="T55" fmla="*/ 28 h 39"/>
                    <a:gd name="T56" fmla="*/ 33 w 54"/>
                    <a:gd name="T57" fmla="*/ 28 h 39"/>
                    <a:gd name="T58" fmla="*/ 41 w 54"/>
                    <a:gd name="T59" fmla="*/ 29 h 39"/>
                    <a:gd name="T60" fmla="*/ 45 w 54"/>
                    <a:gd name="T61" fmla="*/ 28 h 39"/>
                    <a:gd name="T62" fmla="*/ 47 w 54"/>
                    <a:gd name="T63" fmla="*/ 27 h 39"/>
                    <a:gd name="T64" fmla="*/ 51 w 54"/>
                    <a:gd name="T65" fmla="*/ 25 h 39"/>
                    <a:gd name="T66" fmla="*/ 51 w 54"/>
                    <a:gd name="T67"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39">
                      <a:moveTo>
                        <a:pt x="53" y="19"/>
                      </a:moveTo>
                      <a:cubicBezTo>
                        <a:pt x="52" y="17"/>
                        <a:pt x="52" y="17"/>
                        <a:pt x="52" y="17"/>
                      </a:cubicBezTo>
                      <a:cubicBezTo>
                        <a:pt x="51" y="17"/>
                        <a:pt x="51" y="17"/>
                        <a:pt x="51" y="17"/>
                      </a:cubicBezTo>
                      <a:cubicBezTo>
                        <a:pt x="50" y="17"/>
                        <a:pt x="50" y="17"/>
                        <a:pt x="50" y="17"/>
                      </a:cubicBezTo>
                      <a:cubicBezTo>
                        <a:pt x="44" y="14"/>
                        <a:pt x="44" y="14"/>
                        <a:pt x="44" y="14"/>
                      </a:cubicBezTo>
                      <a:cubicBezTo>
                        <a:pt x="44" y="12"/>
                        <a:pt x="44" y="12"/>
                        <a:pt x="44" y="12"/>
                      </a:cubicBezTo>
                      <a:cubicBezTo>
                        <a:pt x="46" y="12"/>
                        <a:pt x="46" y="12"/>
                        <a:pt x="46" y="12"/>
                      </a:cubicBezTo>
                      <a:cubicBezTo>
                        <a:pt x="41" y="9"/>
                        <a:pt x="41" y="9"/>
                        <a:pt x="41" y="9"/>
                      </a:cubicBezTo>
                      <a:cubicBezTo>
                        <a:pt x="38" y="4"/>
                        <a:pt x="38" y="4"/>
                        <a:pt x="38" y="4"/>
                      </a:cubicBezTo>
                      <a:cubicBezTo>
                        <a:pt x="39" y="3"/>
                        <a:pt x="39" y="3"/>
                        <a:pt x="39" y="3"/>
                      </a:cubicBezTo>
                      <a:cubicBezTo>
                        <a:pt x="39" y="1"/>
                        <a:pt x="39" y="1"/>
                        <a:pt x="39" y="1"/>
                      </a:cubicBezTo>
                      <a:cubicBezTo>
                        <a:pt x="33" y="0"/>
                        <a:pt x="33" y="0"/>
                        <a:pt x="33" y="0"/>
                      </a:cubicBezTo>
                      <a:cubicBezTo>
                        <a:pt x="30" y="2"/>
                        <a:pt x="30" y="2"/>
                        <a:pt x="30" y="2"/>
                      </a:cubicBezTo>
                      <a:cubicBezTo>
                        <a:pt x="24" y="4"/>
                        <a:pt x="24" y="4"/>
                        <a:pt x="24" y="4"/>
                      </a:cubicBezTo>
                      <a:cubicBezTo>
                        <a:pt x="24" y="6"/>
                        <a:pt x="24" y="6"/>
                        <a:pt x="24" y="6"/>
                      </a:cubicBezTo>
                      <a:cubicBezTo>
                        <a:pt x="23" y="7"/>
                        <a:pt x="23" y="7"/>
                        <a:pt x="23" y="7"/>
                      </a:cubicBezTo>
                      <a:cubicBezTo>
                        <a:pt x="20" y="6"/>
                        <a:pt x="20" y="6"/>
                        <a:pt x="20" y="6"/>
                      </a:cubicBezTo>
                      <a:cubicBezTo>
                        <a:pt x="20" y="6"/>
                        <a:pt x="18" y="7"/>
                        <a:pt x="18" y="7"/>
                      </a:cubicBezTo>
                      <a:cubicBezTo>
                        <a:pt x="18" y="7"/>
                        <a:pt x="18" y="8"/>
                        <a:pt x="18" y="8"/>
                      </a:cubicBezTo>
                      <a:cubicBezTo>
                        <a:pt x="18" y="9"/>
                        <a:pt x="18" y="10"/>
                        <a:pt x="18" y="10"/>
                      </a:cubicBezTo>
                      <a:cubicBezTo>
                        <a:pt x="15" y="10"/>
                        <a:pt x="15" y="10"/>
                        <a:pt x="15" y="10"/>
                      </a:cubicBezTo>
                      <a:cubicBezTo>
                        <a:pt x="15" y="13"/>
                        <a:pt x="15" y="13"/>
                        <a:pt x="15" y="13"/>
                      </a:cubicBezTo>
                      <a:cubicBezTo>
                        <a:pt x="14" y="13"/>
                        <a:pt x="14" y="13"/>
                        <a:pt x="14" y="13"/>
                      </a:cubicBezTo>
                      <a:cubicBezTo>
                        <a:pt x="14" y="14"/>
                        <a:pt x="14" y="14"/>
                        <a:pt x="14" y="14"/>
                      </a:cubicBezTo>
                      <a:cubicBezTo>
                        <a:pt x="11" y="12"/>
                        <a:pt x="11" y="12"/>
                        <a:pt x="11" y="12"/>
                      </a:cubicBezTo>
                      <a:cubicBezTo>
                        <a:pt x="11" y="11"/>
                        <a:pt x="11" y="11"/>
                        <a:pt x="11" y="11"/>
                      </a:cubicBezTo>
                      <a:cubicBezTo>
                        <a:pt x="8" y="14"/>
                        <a:pt x="8" y="14"/>
                        <a:pt x="8" y="14"/>
                      </a:cubicBezTo>
                      <a:cubicBezTo>
                        <a:pt x="8" y="15"/>
                        <a:pt x="8" y="15"/>
                        <a:pt x="8" y="15"/>
                      </a:cubicBezTo>
                      <a:cubicBezTo>
                        <a:pt x="9" y="17"/>
                        <a:pt x="9" y="17"/>
                        <a:pt x="9" y="17"/>
                      </a:cubicBezTo>
                      <a:cubicBezTo>
                        <a:pt x="7" y="17"/>
                        <a:pt x="7" y="17"/>
                        <a:pt x="7" y="17"/>
                      </a:cubicBezTo>
                      <a:cubicBezTo>
                        <a:pt x="8" y="19"/>
                        <a:pt x="8" y="19"/>
                        <a:pt x="8" y="19"/>
                      </a:cubicBezTo>
                      <a:cubicBezTo>
                        <a:pt x="6" y="21"/>
                        <a:pt x="6" y="21"/>
                        <a:pt x="6" y="21"/>
                      </a:cubicBezTo>
                      <a:cubicBezTo>
                        <a:pt x="1" y="23"/>
                        <a:pt x="1" y="23"/>
                        <a:pt x="1" y="23"/>
                      </a:cubicBezTo>
                      <a:cubicBezTo>
                        <a:pt x="2" y="24"/>
                        <a:pt x="2" y="24"/>
                        <a:pt x="2" y="24"/>
                      </a:cubicBezTo>
                      <a:cubicBezTo>
                        <a:pt x="2" y="26"/>
                        <a:pt x="2" y="26"/>
                        <a:pt x="2" y="26"/>
                      </a:cubicBezTo>
                      <a:cubicBezTo>
                        <a:pt x="0" y="28"/>
                        <a:pt x="0" y="28"/>
                        <a:pt x="0" y="28"/>
                      </a:cubicBezTo>
                      <a:cubicBezTo>
                        <a:pt x="0" y="28"/>
                        <a:pt x="1" y="29"/>
                        <a:pt x="1" y="29"/>
                      </a:cubicBezTo>
                      <a:cubicBezTo>
                        <a:pt x="1" y="30"/>
                        <a:pt x="0" y="31"/>
                        <a:pt x="0" y="31"/>
                      </a:cubicBezTo>
                      <a:cubicBezTo>
                        <a:pt x="0" y="32"/>
                        <a:pt x="0" y="32"/>
                        <a:pt x="0" y="32"/>
                      </a:cubicBezTo>
                      <a:cubicBezTo>
                        <a:pt x="1" y="33"/>
                        <a:pt x="1" y="33"/>
                        <a:pt x="1" y="33"/>
                      </a:cubicBezTo>
                      <a:cubicBezTo>
                        <a:pt x="3" y="33"/>
                        <a:pt x="3" y="33"/>
                        <a:pt x="3" y="33"/>
                      </a:cubicBezTo>
                      <a:cubicBezTo>
                        <a:pt x="4" y="36"/>
                        <a:pt x="4" y="36"/>
                        <a:pt x="4" y="36"/>
                      </a:cubicBezTo>
                      <a:cubicBezTo>
                        <a:pt x="5" y="38"/>
                        <a:pt x="5" y="38"/>
                        <a:pt x="5" y="38"/>
                      </a:cubicBezTo>
                      <a:cubicBezTo>
                        <a:pt x="7" y="37"/>
                        <a:pt x="7" y="37"/>
                        <a:pt x="7" y="37"/>
                      </a:cubicBezTo>
                      <a:cubicBezTo>
                        <a:pt x="7" y="37"/>
                        <a:pt x="7" y="38"/>
                        <a:pt x="7" y="38"/>
                      </a:cubicBezTo>
                      <a:cubicBezTo>
                        <a:pt x="7" y="38"/>
                        <a:pt x="8" y="38"/>
                        <a:pt x="8" y="38"/>
                      </a:cubicBezTo>
                      <a:cubicBezTo>
                        <a:pt x="8" y="37"/>
                        <a:pt x="8" y="37"/>
                        <a:pt x="8" y="37"/>
                      </a:cubicBezTo>
                      <a:cubicBezTo>
                        <a:pt x="11" y="36"/>
                        <a:pt x="11" y="36"/>
                        <a:pt x="11" y="36"/>
                      </a:cubicBezTo>
                      <a:cubicBezTo>
                        <a:pt x="16" y="36"/>
                        <a:pt x="16" y="36"/>
                        <a:pt x="16" y="36"/>
                      </a:cubicBezTo>
                      <a:cubicBezTo>
                        <a:pt x="18" y="39"/>
                        <a:pt x="18" y="39"/>
                        <a:pt x="18" y="39"/>
                      </a:cubicBezTo>
                      <a:cubicBezTo>
                        <a:pt x="19" y="39"/>
                        <a:pt x="19" y="39"/>
                        <a:pt x="19" y="39"/>
                      </a:cubicBezTo>
                      <a:cubicBezTo>
                        <a:pt x="19" y="37"/>
                        <a:pt x="19" y="37"/>
                        <a:pt x="19" y="37"/>
                      </a:cubicBezTo>
                      <a:cubicBezTo>
                        <a:pt x="18" y="34"/>
                        <a:pt x="18" y="34"/>
                        <a:pt x="18" y="34"/>
                      </a:cubicBezTo>
                      <a:cubicBezTo>
                        <a:pt x="19" y="32"/>
                        <a:pt x="19" y="32"/>
                        <a:pt x="19" y="32"/>
                      </a:cubicBezTo>
                      <a:cubicBezTo>
                        <a:pt x="18" y="31"/>
                        <a:pt x="18" y="31"/>
                        <a:pt x="18" y="31"/>
                      </a:cubicBezTo>
                      <a:cubicBezTo>
                        <a:pt x="18" y="28"/>
                        <a:pt x="18" y="28"/>
                        <a:pt x="18" y="28"/>
                      </a:cubicBezTo>
                      <a:cubicBezTo>
                        <a:pt x="32" y="28"/>
                        <a:pt x="32" y="28"/>
                        <a:pt x="32" y="28"/>
                      </a:cubicBezTo>
                      <a:cubicBezTo>
                        <a:pt x="33" y="28"/>
                        <a:pt x="33" y="28"/>
                        <a:pt x="33" y="28"/>
                      </a:cubicBezTo>
                      <a:cubicBezTo>
                        <a:pt x="37" y="28"/>
                        <a:pt x="37" y="28"/>
                        <a:pt x="37" y="28"/>
                      </a:cubicBezTo>
                      <a:cubicBezTo>
                        <a:pt x="41" y="29"/>
                        <a:pt x="41" y="29"/>
                        <a:pt x="41" y="29"/>
                      </a:cubicBezTo>
                      <a:cubicBezTo>
                        <a:pt x="44" y="29"/>
                        <a:pt x="44" y="29"/>
                        <a:pt x="44" y="29"/>
                      </a:cubicBezTo>
                      <a:cubicBezTo>
                        <a:pt x="45" y="28"/>
                        <a:pt x="45" y="28"/>
                        <a:pt x="45" y="28"/>
                      </a:cubicBezTo>
                      <a:cubicBezTo>
                        <a:pt x="45" y="27"/>
                        <a:pt x="45" y="27"/>
                        <a:pt x="45" y="27"/>
                      </a:cubicBezTo>
                      <a:cubicBezTo>
                        <a:pt x="45" y="27"/>
                        <a:pt x="47" y="27"/>
                        <a:pt x="47" y="27"/>
                      </a:cubicBezTo>
                      <a:cubicBezTo>
                        <a:pt x="47" y="27"/>
                        <a:pt x="47" y="25"/>
                        <a:pt x="47" y="25"/>
                      </a:cubicBezTo>
                      <a:cubicBezTo>
                        <a:pt x="51" y="25"/>
                        <a:pt x="51" y="25"/>
                        <a:pt x="51" y="25"/>
                      </a:cubicBezTo>
                      <a:cubicBezTo>
                        <a:pt x="54" y="22"/>
                        <a:pt x="54" y="22"/>
                        <a:pt x="54" y="22"/>
                      </a:cubicBezTo>
                      <a:cubicBezTo>
                        <a:pt x="51" y="19"/>
                        <a:pt x="51" y="19"/>
                        <a:pt x="51" y="19"/>
                      </a:cubicBezTo>
                      <a:lnTo>
                        <a:pt x="53" y="19"/>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8" name="Freeform 927">
                  <a:extLst>
                    <a:ext uri="{FF2B5EF4-FFF2-40B4-BE49-F238E27FC236}">
                      <a16:creationId xmlns:a16="http://schemas.microsoft.com/office/drawing/2014/main" id="{E1196C08-5D44-B164-405C-874F4A0FD471}"/>
                    </a:ext>
                  </a:extLst>
                </p:cNvPr>
                <p:cNvSpPr>
                  <a:spLocks/>
                </p:cNvSpPr>
                <p:nvPr/>
              </p:nvSpPr>
              <p:spPr bwMode="auto">
                <a:xfrm>
                  <a:off x="5937250" y="5400675"/>
                  <a:ext cx="266700" cy="277813"/>
                </a:xfrm>
                <a:custGeom>
                  <a:avLst/>
                  <a:gdLst>
                    <a:gd name="T0" fmla="*/ 160 w 168"/>
                    <a:gd name="T1" fmla="*/ 76 h 175"/>
                    <a:gd name="T2" fmla="*/ 145 w 168"/>
                    <a:gd name="T3" fmla="*/ 73 h 175"/>
                    <a:gd name="T4" fmla="*/ 137 w 168"/>
                    <a:gd name="T5" fmla="*/ 63 h 175"/>
                    <a:gd name="T6" fmla="*/ 137 w 168"/>
                    <a:gd name="T7" fmla="*/ 52 h 175"/>
                    <a:gd name="T8" fmla="*/ 131 w 168"/>
                    <a:gd name="T9" fmla="*/ 52 h 175"/>
                    <a:gd name="T10" fmla="*/ 129 w 168"/>
                    <a:gd name="T11" fmla="*/ 44 h 175"/>
                    <a:gd name="T12" fmla="*/ 118 w 168"/>
                    <a:gd name="T13" fmla="*/ 39 h 175"/>
                    <a:gd name="T14" fmla="*/ 110 w 168"/>
                    <a:gd name="T15" fmla="*/ 34 h 175"/>
                    <a:gd name="T16" fmla="*/ 108 w 168"/>
                    <a:gd name="T17" fmla="*/ 23 h 175"/>
                    <a:gd name="T18" fmla="*/ 95 w 168"/>
                    <a:gd name="T19" fmla="*/ 5 h 175"/>
                    <a:gd name="T20" fmla="*/ 95 w 168"/>
                    <a:gd name="T21" fmla="*/ 0 h 175"/>
                    <a:gd name="T22" fmla="*/ 89 w 168"/>
                    <a:gd name="T23" fmla="*/ 0 h 175"/>
                    <a:gd name="T24" fmla="*/ 82 w 168"/>
                    <a:gd name="T25" fmla="*/ 5 h 175"/>
                    <a:gd name="T26" fmla="*/ 82 w 168"/>
                    <a:gd name="T27" fmla="*/ 5 h 175"/>
                    <a:gd name="T28" fmla="*/ 76 w 168"/>
                    <a:gd name="T29" fmla="*/ 5 h 175"/>
                    <a:gd name="T30" fmla="*/ 66 w 168"/>
                    <a:gd name="T31" fmla="*/ 13 h 175"/>
                    <a:gd name="T32" fmla="*/ 61 w 168"/>
                    <a:gd name="T33" fmla="*/ 5 h 175"/>
                    <a:gd name="T34" fmla="*/ 19 w 168"/>
                    <a:gd name="T35" fmla="*/ 10 h 175"/>
                    <a:gd name="T36" fmla="*/ 19 w 168"/>
                    <a:gd name="T37" fmla="*/ 78 h 175"/>
                    <a:gd name="T38" fmla="*/ 0 w 168"/>
                    <a:gd name="T39" fmla="*/ 81 h 175"/>
                    <a:gd name="T40" fmla="*/ 0 w 168"/>
                    <a:gd name="T41" fmla="*/ 134 h 175"/>
                    <a:gd name="T42" fmla="*/ 8 w 168"/>
                    <a:gd name="T43" fmla="*/ 139 h 175"/>
                    <a:gd name="T44" fmla="*/ 11 w 168"/>
                    <a:gd name="T45" fmla="*/ 144 h 175"/>
                    <a:gd name="T46" fmla="*/ 13 w 168"/>
                    <a:gd name="T47" fmla="*/ 149 h 175"/>
                    <a:gd name="T48" fmla="*/ 16 w 168"/>
                    <a:gd name="T49" fmla="*/ 157 h 175"/>
                    <a:gd name="T50" fmla="*/ 16 w 168"/>
                    <a:gd name="T51" fmla="*/ 160 h 175"/>
                    <a:gd name="T52" fmla="*/ 11 w 168"/>
                    <a:gd name="T53" fmla="*/ 170 h 175"/>
                    <a:gd name="T54" fmla="*/ 13 w 168"/>
                    <a:gd name="T55" fmla="*/ 175 h 175"/>
                    <a:gd name="T56" fmla="*/ 13 w 168"/>
                    <a:gd name="T57" fmla="*/ 175 h 175"/>
                    <a:gd name="T58" fmla="*/ 16 w 168"/>
                    <a:gd name="T59" fmla="*/ 175 h 175"/>
                    <a:gd name="T60" fmla="*/ 24 w 168"/>
                    <a:gd name="T61" fmla="*/ 175 h 175"/>
                    <a:gd name="T62" fmla="*/ 27 w 168"/>
                    <a:gd name="T63" fmla="*/ 175 h 175"/>
                    <a:gd name="T64" fmla="*/ 32 w 168"/>
                    <a:gd name="T65" fmla="*/ 175 h 175"/>
                    <a:gd name="T66" fmla="*/ 32 w 168"/>
                    <a:gd name="T67" fmla="*/ 173 h 175"/>
                    <a:gd name="T68" fmla="*/ 37 w 168"/>
                    <a:gd name="T69" fmla="*/ 173 h 175"/>
                    <a:gd name="T70" fmla="*/ 47 w 168"/>
                    <a:gd name="T71" fmla="*/ 160 h 175"/>
                    <a:gd name="T72" fmla="*/ 50 w 168"/>
                    <a:gd name="T73" fmla="*/ 149 h 175"/>
                    <a:gd name="T74" fmla="*/ 55 w 168"/>
                    <a:gd name="T75" fmla="*/ 144 h 175"/>
                    <a:gd name="T76" fmla="*/ 63 w 168"/>
                    <a:gd name="T77" fmla="*/ 144 h 175"/>
                    <a:gd name="T78" fmla="*/ 71 w 168"/>
                    <a:gd name="T79" fmla="*/ 152 h 175"/>
                    <a:gd name="T80" fmla="*/ 74 w 168"/>
                    <a:gd name="T81" fmla="*/ 152 h 175"/>
                    <a:gd name="T82" fmla="*/ 74 w 168"/>
                    <a:gd name="T83" fmla="*/ 149 h 175"/>
                    <a:gd name="T84" fmla="*/ 84 w 168"/>
                    <a:gd name="T85" fmla="*/ 155 h 175"/>
                    <a:gd name="T86" fmla="*/ 100 w 168"/>
                    <a:gd name="T87" fmla="*/ 152 h 175"/>
                    <a:gd name="T88" fmla="*/ 105 w 168"/>
                    <a:gd name="T89" fmla="*/ 139 h 175"/>
                    <a:gd name="T90" fmla="*/ 105 w 168"/>
                    <a:gd name="T91" fmla="*/ 134 h 175"/>
                    <a:gd name="T92" fmla="*/ 116 w 168"/>
                    <a:gd name="T93" fmla="*/ 131 h 175"/>
                    <a:gd name="T94" fmla="*/ 124 w 168"/>
                    <a:gd name="T95" fmla="*/ 123 h 175"/>
                    <a:gd name="T96" fmla="*/ 126 w 168"/>
                    <a:gd name="T97" fmla="*/ 113 h 175"/>
                    <a:gd name="T98" fmla="*/ 129 w 168"/>
                    <a:gd name="T99" fmla="*/ 110 h 175"/>
                    <a:gd name="T100" fmla="*/ 139 w 168"/>
                    <a:gd name="T101" fmla="*/ 105 h 175"/>
                    <a:gd name="T102" fmla="*/ 150 w 168"/>
                    <a:gd name="T103" fmla="*/ 92 h 175"/>
                    <a:gd name="T104" fmla="*/ 160 w 168"/>
                    <a:gd name="T105" fmla="*/ 89 h 175"/>
                    <a:gd name="T106" fmla="*/ 163 w 168"/>
                    <a:gd name="T107" fmla="*/ 84 h 175"/>
                    <a:gd name="T108" fmla="*/ 168 w 168"/>
                    <a:gd name="T109" fmla="*/ 84 h 175"/>
                    <a:gd name="T110" fmla="*/ 160 w 168"/>
                    <a:gd name="T111" fmla="*/ 81 h 175"/>
                    <a:gd name="T112" fmla="*/ 160 w 168"/>
                    <a:gd name="T113" fmla="*/ 76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8" h="175">
                      <a:moveTo>
                        <a:pt x="160" y="76"/>
                      </a:moveTo>
                      <a:lnTo>
                        <a:pt x="145" y="73"/>
                      </a:lnTo>
                      <a:lnTo>
                        <a:pt x="137" y="63"/>
                      </a:lnTo>
                      <a:lnTo>
                        <a:pt x="137" y="52"/>
                      </a:lnTo>
                      <a:lnTo>
                        <a:pt x="131" y="52"/>
                      </a:lnTo>
                      <a:lnTo>
                        <a:pt x="129" y="44"/>
                      </a:lnTo>
                      <a:lnTo>
                        <a:pt x="118" y="39"/>
                      </a:lnTo>
                      <a:lnTo>
                        <a:pt x="110" y="34"/>
                      </a:lnTo>
                      <a:lnTo>
                        <a:pt x="108" y="23"/>
                      </a:lnTo>
                      <a:lnTo>
                        <a:pt x="95" y="5"/>
                      </a:lnTo>
                      <a:lnTo>
                        <a:pt x="95" y="0"/>
                      </a:lnTo>
                      <a:lnTo>
                        <a:pt x="89" y="0"/>
                      </a:lnTo>
                      <a:lnTo>
                        <a:pt x="82" y="5"/>
                      </a:lnTo>
                      <a:lnTo>
                        <a:pt x="82" y="5"/>
                      </a:lnTo>
                      <a:lnTo>
                        <a:pt x="76" y="5"/>
                      </a:lnTo>
                      <a:lnTo>
                        <a:pt x="66" y="13"/>
                      </a:lnTo>
                      <a:lnTo>
                        <a:pt x="61" y="5"/>
                      </a:lnTo>
                      <a:lnTo>
                        <a:pt x="19" y="10"/>
                      </a:lnTo>
                      <a:lnTo>
                        <a:pt x="19" y="78"/>
                      </a:lnTo>
                      <a:lnTo>
                        <a:pt x="0" y="81"/>
                      </a:lnTo>
                      <a:lnTo>
                        <a:pt x="0" y="134"/>
                      </a:lnTo>
                      <a:lnTo>
                        <a:pt x="8" y="139"/>
                      </a:lnTo>
                      <a:lnTo>
                        <a:pt x="11" y="144"/>
                      </a:lnTo>
                      <a:lnTo>
                        <a:pt x="13" y="149"/>
                      </a:lnTo>
                      <a:lnTo>
                        <a:pt x="16" y="157"/>
                      </a:lnTo>
                      <a:lnTo>
                        <a:pt x="16" y="160"/>
                      </a:lnTo>
                      <a:lnTo>
                        <a:pt x="11" y="170"/>
                      </a:lnTo>
                      <a:lnTo>
                        <a:pt x="13" y="175"/>
                      </a:lnTo>
                      <a:lnTo>
                        <a:pt x="13" y="175"/>
                      </a:lnTo>
                      <a:lnTo>
                        <a:pt x="16" y="175"/>
                      </a:lnTo>
                      <a:lnTo>
                        <a:pt x="24" y="175"/>
                      </a:lnTo>
                      <a:lnTo>
                        <a:pt x="27" y="175"/>
                      </a:lnTo>
                      <a:lnTo>
                        <a:pt x="32" y="175"/>
                      </a:lnTo>
                      <a:lnTo>
                        <a:pt x="32" y="173"/>
                      </a:lnTo>
                      <a:lnTo>
                        <a:pt x="37" y="173"/>
                      </a:lnTo>
                      <a:lnTo>
                        <a:pt x="47" y="160"/>
                      </a:lnTo>
                      <a:lnTo>
                        <a:pt x="50" y="149"/>
                      </a:lnTo>
                      <a:lnTo>
                        <a:pt x="55" y="144"/>
                      </a:lnTo>
                      <a:lnTo>
                        <a:pt x="63" y="144"/>
                      </a:lnTo>
                      <a:lnTo>
                        <a:pt x="71" y="152"/>
                      </a:lnTo>
                      <a:lnTo>
                        <a:pt x="74" y="152"/>
                      </a:lnTo>
                      <a:lnTo>
                        <a:pt x="74" y="149"/>
                      </a:lnTo>
                      <a:lnTo>
                        <a:pt x="84" y="155"/>
                      </a:lnTo>
                      <a:lnTo>
                        <a:pt x="100" y="152"/>
                      </a:lnTo>
                      <a:lnTo>
                        <a:pt x="105" y="139"/>
                      </a:lnTo>
                      <a:lnTo>
                        <a:pt x="105" y="134"/>
                      </a:lnTo>
                      <a:lnTo>
                        <a:pt x="116" y="131"/>
                      </a:lnTo>
                      <a:lnTo>
                        <a:pt x="124" y="123"/>
                      </a:lnTo>
                      <a:lnTo>
                        <a:pt x="126" y="113"/>
                      </a:lnTo>
                      <a:lnTo>
                        <a:pt x="129" y="110"/>
                      </a:lnTo>
                      <a:lnTo>
                        <a:pt x="139" y="105"/>
                      </a:lnTo>
                      <a:lnTo>
                        <a:pt x="150" y="92"/>
                      </a:lnTo>
                      <a:lnTo>
                        <a:pt x="160" y="89"/>
                      </a:lnTo>
                      <a:lnTo>
                        <a:pt x="163" y="84"/>
                      </a:lnTo>
                      <a:lnTo>
                        <a:pt x="168" y="84"/>
                      </a:lnTo>
                      <a:lnTo>
                        <a:pt x="160" y="81"/>
                      </a:lnTo>
                      <a:lnTo>
                        <a:pt x="160" y="76"/>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9" name="Freeform 928">
                  <a:extLst>
                    <a:ext uri="{FF2B5EF4-FFF2-40B4-BE49-F238E27FC236}">
                      <a16:creationId xmlns:a16="http://schemas.microsoft.com/office/drawing/2014/main" id="{50C2972B-DF95-2015-16C2-9AE142BBE3FC}"/>
                    </a:ext>
                  </a:extLst>
                </p:cNvPr>
                <p:cNvSpPr>
                  <a:spLocks/>
                </p:cNvSpPr>
                <p:nvPr/>
              </p:nvSpPr>
              <p:spPr bwMode="auto">
                <a:xfrm>
                  <a:off x="5395913" y="4538663"/>
                  <a:ext cx="84137" cy="177800"/>
                </a:xfrm>
                <a:custGeom>
                  <a:avLst/>
                  <a:gdLst>
                    <a:gd name="T0" fmla="*/ 10 w 20"/>
                    <a:gd name="T1" fmla="*/ 1 h 43"/>
                    <a:gd name="T2" fmla="*/ 11 w 20"/>
                    <a:gd name="T3" fmla="*/ 3 h 43"/>
                    <a:gd name="T4" fmla="*/ 8 w 20"/>
                    <a:gd name="T5" fmla="*/ 6 h 43"/>
                    <a:gd name="T6" fmla="*/ 4 w 20"/>
                    <a:gd name="T7" fmla="*/ 6 h 43"/>
                    <a:gd name="T8" fmla="*/ 4 w 20"/>
                    <a:gd name="T9" fmla="*/ 8 h 43"/>
                    <a:gd name="T10" fmla="*/ 2 w 20"/>
                    <a:gd name="T11" fmla="*/ 8 h 43"/>
                    <a:gd name="T12" fmla="*/ 2 w 20"/>
                    <a:gd name="T13" fmla="*/ 9 h 43"/>
                    <a:gd name="T14" fmla="*/ 1 w 20"/>
                    <a:gd name="T15" fmla="*/ 10 h 43"/>
                    <a:gd name="T16" fmla="*/ 0 w 20"/>
                    <a:gd name="T17" fmla="*/ 13 h 43"/>
                    <a:gd name="T18" fmla="*/ 0 w 20"/>
                    <a:gd name="T19" fmla="*/ 14 h 43"/>
                    <a:gd name="T20" fmla="*/ 4 w 20"/>
                    <a:gd name="T21" fmla="*/ 17 h 43"/>
                    <a:gd name="T22" fmla="*/ 4 w 20"/>
                    <a:gd name="T23" fmla="*/ 21 h 43"/>
                    <a:gd name="T24" fmla="*/ 6 w 20"/>
                    <a:gd name="T25" fmla="*/ 23 h 43"/>
                    <a:gd name="T26" fmla="*/ 5 w 20"/>
                    <a:gd name="T27" fmla="*/ 39 h 43"/>
                    <a:gd name="T28" fmla="*/ 7 w 20"/>
                    <a:gd name="T29" fmla="*/ 41 h 43"/>
                    <a:gd name="T30" fmla="*/ 5 w 20"/>
                    <a:gd name="T31" fmla="*/ 42 h 43"/>
                    <a:gd name="T32" fmla="*/ 5 w 20"/>
                    <a:gd name="T33" fmla="*/ 43 h 43"/>
                    <a:gd name="T34" fmla="*/ 7 w 20"/>
                    <a:gd name="T35" fmla="*/ 42 h 43"/>
                    <a:gd name="T36" fmla="*/ 9 w 20"/>
                    <a:gd name="T37" fmla="*/ 42 h 43"/>
                    <a:gd name="T38" fmla="*/ 13 w 20"/>
                    <a:gd name="T39" fmla="*/ 42 h 43"/>
                    <a:gd name="T40" fmla="*/ 13 w 20"/>
                    <a:gd name="T41" fmla="*/ 33 h 43"/>
                    <a:gd name="T42" fmla="*/ 13 w 20"/>
                    <a:gd name="T43" fmla="*/ 31 h 43"/>
                    <a:gd name="T44" fmla="*/ 13 w 20"/>
                    <a:gd name="T45" fmla="*/ 23 h 43"/>
                    <a:gd name="T46" fmla="*/ 16 w 20"/>
                    <a:gd name="T47" fmla="*/ 23 h 43"/>
                    <a:gd name="T48" fmla="*/ 17 w 20"/>
                    <a:gd name="T49" fmla="*/ 18 h 43"/>
                    <a:gd name="T50" fmla="*/ 19 w 20"/>
                    <a:gd name="T51" fmla="*/ 17 h 43"/>
                    <a:gd name="T52" fmla="*/ 19 w 20"/>
                    <a:gd name="T53" fmla="*/ 15 h 43"/>
                    <a:gd name="T54" fmla="*/ 19 w 20"/>
                    <a:gd name="T55" fmla="*/ 14 h 43"/>
                    <a:gd name="T56" fmla="*/ 20 w 20"/>
                    <a:gd name="T57" fmla="*/ 14 h 43"/>
                    <a:gd name="T58" fmla="*/ 20 w 20"/>
                    <a:gd name="T59" fmla="*/ 11 h 43"/>
                    <a:gd name="T60" fmla="*/ 20 w 20"/>
                    <a:gd name="T61" fmla="*/ 9 h 43"/>
                    <a:gd name="T62" fmla="*/ 18 w 20"/>
                    <a:gd name="T63" fmla="*/ 8 h 43"/>
                    <a:gd name="T64" fmla="*/ 18 w 20"/>
                    <a:gd name="T65" fmla="*/ 7 h 43"/>
                    <a:gd name="T66" fmla="*/ 19 w 20"/>
                    <a:gd name="T67" fmla="*/ 6 h 43"/>
                    <a:gd name="T68" fmla="*/ 19 w 20"/>
                    <a:gd name="T69" fmla="*/ 4 h 43"/>
                    <a:gd name="T70" fmla="*/ 13 w 20"/>
                    <a:gd name="T71" fmla="*/ 0 h 43"/>
                    <a:gd name="T72" fmla="*/ 10 w 20"/>
                    <a:gd name="T73"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43">
                      <a:moveTo>
                        <a:pt x="10" y="1"/>
                      </a:moveTo>
                      <a:cubicBezTo>
                        <a:pt x="11" y="3"/>
                        <a:pt x="11" y="3"/>
                        <a:pt x="11" y="3"/>
                      </a:cubicBezTo>
                      <a:cubicBezTo>
                        <a:pt x="8" y="6"/>
                        <a:pt x="8" y="6"/>
                        <a:pt x="8" y="6"/>
                      </a:cubicBezTo>
                      <a:cubicBezTo>
                        <a:pt x="4" y="6"/>
                        <a:pt x="4" y="6"/>
                        <a:pt x="4" y="6"/>
                      </a:cubicBezTo>
                      <a:cubicBezTo>
                        <a:pt x="4" y="6"/>
                        <a:pt x="4" y="8"/>
                        <a:pt x="4" y="8"/>
                      </a:cubicBezTo>
                      <a:cubicBezTo>
                        <a:pt x="4" y="8"/>
                        <a:pt x="2" y="8"/>
                        <a:pt x="2" y="8"/>
                      </a:cubicBezTo>
                      <a:cubicBezTo>
                        <a:pt x="2" y="9"/>
                        <a:pt x="2" y="9"/>
                        <a:pt x="2" y="9"/>
                      </a:cubicBezTo>
                      <a:cubicBezTo>
                        <a:pt x="1" y="10"/>
                        <a:pt x="1" y="10"/>
                        <a:pt x="1" y="10"/>
                      </a:cubicBezTo>
                      <a:cubicBezTo>
                        <a:pt x="0" y="13"/>
                        <a:pt x="0" y="13"/>
                        <a:pt x="0" y="13"/>
                      </a:cubicBezTo>
                      <a:cubicBezTo>
                        <a:pt x="0" y="14"/>
                        <a:pt x="0" y="14"/>
                        <a:pt x="0" y="14"/>
                      </a:cubicBezTo>
                      <a:cubicBezTo>
                        <a:pt x="4" y="17"/>
                        <a:pt x="4" y="17"/>
                        <a:pt x="4" y="17"/>
                      </a:cubicBezTo>
                      <a:cubicBezTo>
                        <a:pt x="4" y="21"/>
                        <a:pt x="4" y="21"/>
                        <a:pt x="4" y="21"/>
                      </a:cubicBezTo>
                      <a:cubicBezTo>
                        <a:pt x="6" y="23"/>
                        <a:pt x="6" y="23"/>
                        <a:pt x="6" y="23"/>
                      </a:cubicBezTo>
                      <a:cubicBezTo>
                        <a:pt x="5" y="39"/>
                        <a:pt x="5" y="39"/>
                        <a:pt x="5" y="39"/>
                      </a:cubicBezTo>
                      <a:cubicBezTo>
                        <a:pt x="7" y="41"/>
                        <a:pt x="7" y="41"/>
                        <a:pt x="7" y="41"/>
                      </a:cubicBezTo>
                      <a:cubicBezTo>
                        <a:pt x="5" y="42"/>
                        <a:pt x="5" y="42"/>
                        <a:pt x="5" y="42"/>
                      </a:cubicBezTo>
                      <a:cubicBezTo>
                        <a:pt x="5" y="43"/>
                        <a:pt x="5" y="43"/>
                        <a:pt x="5" y="43"/>
                      </a:cubicBezTo>
                      <a:cubicBezTo>
                        <a:pt x="6" y="43"/>
                        <a:pt x="6" y="43"/>
                        <a:pt x="7" y="42"/>
                      </a:cubicBezTo>
                      <a:cubicBezTo>
                        <a:pt x="7" y="43"/>
                        <a:pt x="8" y="43"/>
                        <a:pt x="9" y="42"/>
                      </a:cubicBezTo>
                      <a:cubicBezTo>
                        <a:pt x="10" y="42"/>
                        <a:pt x="12" y="42"/>
                        <a:pt x="13" y="42"/>
                      </a:cubicBezTo>
                      <a:cubicBezTo>
                        <a:pt x="13" y="33"/>
                        <a:pt x="13" y="33"/>
                        <a:pt x="13" y="33"/>
                      </a:cubicBezTo>
                      <a:cubicBezTo>
                        <a:pt x="13" y="31"/>
                        <a:pt x="13" y="31"/>
                        <a:pt x="13" y="31"/>
                      </a:cubicBezTo>
                      <a:cubicBezTo>
                        <a:pt x="13" y="23"/>
                        <a:pt x="13" y="23"/>
                        <a:pt x="13" y="23"/>
                      </a:cubicBezTo>
                      <a:cubicBezTo>
                        <a:pt x="16" y="23"/>
                        <a:pt x="16" y="23"/>
                        <a:pt x="16" y="23"/>
                      </a:cubicBezTo>
                      <a:cubicBezTo>
                        <a:pt x="17" y="18"/>
                        <a:pt x="17" y="18"/>
                        <a:pt x="17" y="18"/>
                      </a:cubicBezTo>
                      <a:cubicBezTo>
                        <a:pt x="19" y="17"/>
                        <a:pt x="19" y="17"/>
                        <a:pt x="19" y="17"/>
                      </a:cubicBezTo>
                      <a:cubicBezTo>
                        <a:pt x="19" y="15"/>
                        <a:pt x="19" y="15"/>
                        <a:pt x="19" y="15"/>
                      </a:cubicBezTo>
                      <a:cubicBezTo>
                        <a:pt x="19" y="14"/>
                        <a:pt x="19" y="14"/>
                        <a:pt x="19" y="14"/>
                      </a:cubicBezTo>
                      <a:cubicBezTo>
                        <a:pt x="20" y="14"/>
                        <a:pt x="20" y="14"/>
                        <a:pt x="20" y="14"/>
                      </a:cubicBezTo>
                      <a:cubicBezTo>
                        <a:pt x="20" y="11"/>
                        <a:pt x="20" y="11"/>
                        <a:pt x="20" y="11"/>
                      </a:cubicBezTo>
                      <a:cubicBezTo>
                        <a:pt x="20" y="9"/>
                        <a:pt x="20" y="9"/>
                        <a:pt x="20" y="9"/>
                      </a:cubicBezTo>
                      <a:cubicBezTo>
                        <a:pt x="18" y="8"/>
                        <a:pt x="18" y="8"/>
                        <a:pt x="18" y="8"/>
                      </a:cubicBezTo>
                      <a:cubicBezTo>
                        <a:pt x="18" y="7"/>
                        <a:pt x="18" y="7"/>
                        <a:pt x="18" y="7"/>
                      </a:cubicBezTo>
                      <a:cubicBezTo>
                        <a:pt x="18" y="7"/>
                        <a:pt x="19" y="6"/>
                        <a:pt x="19" y="6"/>
                      </a:cubicBezTo>
                      <a:cubicBezTo>
                        <a:pt x="19" y="6"/>
                        <a:pt x="19" y="4"/>
                        <a:pt x="19" y="4"/>
                      </a:cubicBezTo>
                      <a:cubicBezTo>
                        <a:pt x="13" y="0"/>
                        <a:pt x="13" y="0"/>
                        <a:pt x="13" y="0"/>
                      </a:cubicBezTo>
                      <a:lnTo>
                        <a:pt x="10" y="1"/>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0" name="Freeform 929">
                  <a:extLst>
                    <a:ext uri="{FF2B5EF4-FFF2-40B4-BE49-F238E27FC236}">
                      <a16:creationId xmlns:a16="http://schemas.microsoft.com/office/drawing/2014/main" id="{8715563B-BE06-93B8-DE03-75E9A50EBB5E}"/>
                    </a:ext>
                  </a:extLst>
                </p:cNvPr>
                <p:cNvSpPr>
                  <a:spLocks noEditPoints="1"/>
                </p:cNvSpPr>
                <p:nvPr/>
              </p:nvSpPr>
              <p:spPr bwMode="auto">
                <a:xfrm>
                  <a:off x="5703888" y="5013325"/>
                  <a:ext cx="350837" cy="395288"/>
                </a:xfrm>
                <a:custGeom>
                  <a:avLst/>
                  <a:gdLst>
                    <a:gd name="T0" fmla="*/ 9 w 84"/>
                    <a:gd name="T1" fmla="*/ 2 h 95"/>
                    <a:gd name="T2" fmla="*/ 5 w 84"/>
                    <a:gd name="T3" fmla="*/ 6 h 95"/>
                    <a:gd name="T4" fmla="*/ 4 w 84"/>
                    <a:gd name="T5" fmla="*/ 10 h 95"/>
                    <a:gd name="T6" fmla="*/ 2 w 84"/>
                    <a:gd name="T7" fmla="*/ 5 h 95"/>
                    <a:gd name="T8" fmla="*/ 7 w 84"/>
                    <a:gd name="T9" fmla="*/ 2 h 95"/>
                    <a:gd name="T10" fmla="*/ 8 w 84"/>
                    <a:gd name="T11" fmla="*/ 1 h 95"/>
                    <a:gd name="T12" fmla="*/ 70 w 84"/>
                    <a:gd name="T13" fmla="*/ 59 h 95"/>
                    <a:gd name="T14" fmla="*/ 83 w 84"/>
                    <a:gd name="T15" fmla="*/ 58 h 95"/>
                    <a:gd name="T16" fmla="*/ 83 w 84"/>
                    <a:gd name="T17" fmla="*/ 54 h 95"/>
                    <a:gd name="T18" fmla="*/ 84 w 84"/>
                    <a:gd name="T19" fmla="*/ 50 h 95"/>
                    <a:gd name="T20" fmla="*/ 84 w 84"/>
                    <a:gd name="T21" fmla="*/ 48 h 95"/>
                    <a:gd name="T22" fmla="*/ 84 w 84"/>
                    <a:gd name="T23" fmla="*/ 45 h 95"/>
                    <a:gd name="T24" fmla="*/ 81 w 84"/>
                    <a:gd name="T25" fmla="*/ 46 h 95"/>
                    <a:gd name="T26" fmla="*/ 79 w 84"/>
                    <a:gd name="T27" fmla="*/ 45 h 95"/>
                    <a:gd name="T28" fmla="*/ 75 w 84"/>
                    <a:gd name="T29" fmla="*/ 46 h 95"/>
                    <a:gd name="T30" fmla="*/ 73 w 84"/>
                    <a:gd name="T31" fmla="*/ 46 h 95"/>
                    <a:gd name="T32" fmla="*/ 71 w 84"/>
                    <a:gd name="T33" fmla="*/ 47 h 95"/>
                    <a:gd name="T34" fmla="*/ 71 w 84"/>
                    <a:gd name="T35" fmla="*/ 45 h 95"/>
                    <a:gd name="T36" fmla="*/ 72 w 84"/>
                    <a:gd name="T37" fmla="*/ 41 h 95"/>
                    <a:gd name="T38" fmla="*/ 68 w 84"/>
                    <a:gd name="T39" fmla="*/ 35 h 95"/>
                    <a:gd name="T40" fmla="*/ 69 w 84"/>
                    <a:gd name="T41" fmla="*/ 33 h 95"/>
                    <a:gd name="T42" fmla="*/ 68 w 84"/>
                    <a:gd name="T43" fmla="*/ 25 h 95"/>
                    <a:gd name="T44" fmla="*/ 60 w 84"/>
                    <a:gd name="T45" fmla="*/ 20 h 95"/>
                    <a:gd name="T46" fmla="*/ 53 w 84"/>
                    <a:gd name="T47" fmla="*/ 18 h 95"/>
                    <a:gd name="T48" fmla="*/ 49 w 84"/>
                    <a:gd name="T49" fmla="*/ 25 h 95"/>
                    <a:gd name="T50" fmla="*/ 43 w 84"/>
                    <a:gd name="T51" fmla="*/ 26 h 95"/>
                    <a:gd name="T52" fmla="*/ 37 w 84"/>
                    <a:gd name="T53" fmla="*/ 22 h 95"/>
                    <a:gd name="T54" fmla="*/ 34 w 84"/>
                    <a:gd name="T55" fmla="*/ 14 h 95"/>
                    <a:gd name="T56" fmla="*/ 32 w 84"/>
                    <a:gd name="T57" fmla="*/ 10 h 95"/>
                    <a:gd name="T58" fmla="*/ 5 w 84"/>
                    <a:gd name="T59" fmla="*/ 12 h 95"/>
                    <a:gd name="T60" fmla="*/ 5 w 84"/>
                    <a:gd name="T61" fmla="*/ 13 h 95"/>
                    <a:gd name="T62" fmla="*/ 8 w 84"/>
                    <a:gd name="T63" fmla="*/ 19 h 95"/>
                    <a:gd name="T64" fmla="*/ 9 w 84"/>
                    <a:gd name="T65" fmla="*/ 22 h 95"/>
                    <a:gd name="T66" fmla="*/ 12 w 84"/>
                    <a:gd name="T67" fmla="*/ 31 h 95"/>
                    <a:gd name="T68" fmla="*/ 10 w 84"/>
                    <a:gd name="T69" fmla="*/ 35 h 95"/>
                    <a:gd name="T70" fmla="*/ 14 w 84"/>
                    <a:gd name="T71" fmla="*/ 43 h 95"/>
                    <a:gd name="T72" fmla="*/ 15 w 84"/>
                    <a:gd name="T73" fmla="*/ 49 h 95"/>
                    <a:gd name="T74" fmla="*/ 15 w 84"/>
                    <a:gd name="T75" fmla="*/ 52 h 95"/>
                    <a:gd name="T76" fmla="*/ 14 w 84"/>
                    <a:gd name="T77" fmla="*/ 55 h 95"/>
                    <a:gd name="T78" fmla="*/ 9 w 84"/>
                    <a:gd name="T79" fmla="*/ 59 h 95"/>
                    <a:gd name="T80" fmla="*/ 6 w 84"/>
                    <a:gd name="T81" fmla="*/ 64 h 95"/>
                    <a:gd name="T82" fmla="*/ 5 w 84"/>
                    <a:gd name="T83" fmla="*/ 71 h 95"/>
                    <a:gd name="T84" fmla="*/ 3 w 84"/>
                    <a:gd name="T85" fmla="*/ 77 h 95"/>
                    <a:gd name="T86" fmla="*/ 1 w 84"/>
                    <a:gd name="T87" fmla="*/ 80 h 95"/>
                    <a:gd name="T88" fmla="*/ 1 w 84"/>
                    <a:gd name="T89" fmla="*/ 88 h 95"/>
                    <a:gd name="T90" fmla="*/ 2 w 84"/>
                    <a:gd name="T91" fmla="*/ 89 h 95"/>
                    <a:gd name="T92" fmla="*/ 5 w 84"/>
                    <a:gd name="T93" fmla="*/ 90 h 95"/>
                    <a:gd name="T94" fmla="*/ 11 w 84"/>
                    <a:gd name="T95" fmla="*/ 88 h 95"/>
                    <a:gd name="T96" fmla="*/ 45 w 84"/>
                    <a:gd name="T97" fmla="*/ 91 h 95"/>
                    <a:gd name="T98" fmla="*/ 58 w 84"/>
                    <a:gd name="T99" fmla="*/ 94 h 95"/>
                    <a:gd name="T100" fmla="*/ 64 w 84"/>
                    <a:gd name="T101" fmla="*/ 95 h 95"/>
                    <a:gd name="T102" fmla="*/ 74 w 84"/>
                    <a:gd name="T103" fmla="*/ 8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 h="95">
                      <a:moveTo>
                        <a:pt x="8" y="1"/>
                      </a:moveTo>
                      <a:cubicBezTo>
                        <a:pt x="9" y="2"/>
                        <a:pt x="9" y="2"/>
                        <a:pt x="9" y="2"/>
                      </a:cubicBezTo>
                      <a:cubicBezTo>
                        <a:pt x="5" y="5"/>
                        <a:pt x="5" y="5"/>
                        <a:pt x="5" y="5"/>
                      </a:cubicBezTo>
                      <a:cubicBezTo>
                        <a:pt x="5" y="6"/>
                        <a:pt x="5" y="6"/>
                        <a:pt x="5" y="6"/>
                      </a:cubicBezTo>
                      <a:cubicBezTo>
                        <a:pt x="5" y="10"/>
                        <a:pt x="5" y="10"/>
                        <a:pt x="5" y="10"/>
                      </a:cubicBezTo>
                      <a:cubicBezTo>
                        <a:pt x="4" y="10"/>
                        <a:pt x="4" y="10"/>
                        <a:pt x="4" y="10"/>
                      </a:cubicBezTo>
                      <a:cubicBezTo>
                        <a:pt x="4" y="8"/>
                        <a:pt x="4" y="7"/>
                        <a:pt x="3" y="6"/>
                      </a:cubicBezTo>
                      <a:cubicBezTo>
                        <a:pt x="2" y="5"/>
                        <a:pt x="2" y="5"/>
                        <a:pt x="2" y="5"/>
                      </a:cubicBezTo>
                      <a:cubicBezTo>
                        <a:pt x="5" y="2"/>
                        <a:pt x="5" y="2"/>
                        <a:pt x="5" y="2"/>
                      </a:cubicBezTo>
                      <a:cubicBezTo>
                        <a:pt x="7" y="2"/>
                        <a:pt x="7" y="2"/>
                        <a:pt x="7" y="2"/>
                      </a:cubicBezTo>
                      <a:cubicBezTo>
                        <a:pt x="7" y="0"/>
                        <a:pt x="7" y="0"/>
                        <a:pt x="7" y="0"/>
                      </a:cubicBezTo>
                      <a:lnTo>
                        <a:pt x="8" y="1"/>
                      </a:lnTo>
                      <a:close/>
                      <a:moveTo>
                        <a:pt x="70" y="82"/>
                      </a:moveTo>
                      <a:cubicBezTo>
                        <a:pt x="70" y="59"/>
                        <a:pt x="70" y="59"/>
                        <a:pt x="70" y="59"/>
                      </a:cubicBezTo>
                      <a:cubicBezTo>
                        <a:pt x="84" y="59"/>
                        <a:pt x="84" y="59"/>
                        <a:pt x="84" y="59"/>
                      </a:cubicBezTo>
                      <a:cubicBezTo>
                        <a:pt x="83" y="58"/>
                        <a:pt x="83" y="58"/>
                        <a:pt x="83" y="58"/>
                      </a:cubicBezTo>
                      <a:cubicBezTo>
                        <a:pt x="84" y="55"/>
                        <a:pt x="84" y="55"/>
                        <a:pt x="84" y="55"/>
                      </a:cubicBezTo>
                      <a:cubicBezTo>
                        <a:pt x="83" y="54"/>
                        <a:pt x="83" y="54"/>
                        <a:pt x="83" y="54"/>
                      </a:cubicBezTo>
                      <a:cubicBezTo>
                        <a:pt x="83" y="51"/>
                        <a:pt x="83" y="51"/>
                        <a:pt x="83" y="51"/>
                      </a:cubicBezTo>
                      <a:cubicBezTo>
                        <a:pt x="84" y="50"/>
                        <a:pt x="84" y="50"/>
                        <a:pt x="84" y="50"/>
                      </a:cubicBezTo>
                      <a:cubicBezTo>
                        <a:pt x="84" y="50"/>
                        <a:pt x="84" y="49"/>
                        <a:pt x="84" y="49"/>
                      </a:cubicBezTo>
                      <a:cubicBezTo>
                        <a:pt x="84" y="49"/>
                        <a:pt x="84" y="48"/>
                        <a:pt x="84" y="48"/>
                      </a:cubicBezTo>
                      <a:cubicBezTo>
                        <a:pt x="84" y="48"/>
                        <a:pt x="84" y="48"/>
                        <a:pt x="84" y="48"/>
                      </a:cubicBezTo>
                      <a:cubicBezTo>
                        <a:pt x="84" y="45"/>
                        <a:pt x="84" y="45"/>
                        <a:pt x="84" y="45"/>
                      </a:cubicBezTo>
                      <a:cubicBezTo>
                        <a:pt x="82" y="46"/>
                        <a:pt x="82" y="46"/>
                        <a:pt x="82" y="46"/>
                      </a:cubicBezTo>
                      <a:cubicBezTo>
                        <a:pt x="82" y="46"/>
                        <a:pt x="81" y="46"/>
                        <a:pt x="81" y="46"/>
                      </a:cubicBezTo>
                      <a:cubicBezTo>
                        <a:pt x="81" y="46"/>
                        <a:pt x="80" y="45"/>
                        <a:pt x="80" y="45"/>
                      </a:cubicBezTo>
                      <a:cubicBezTo>
                        <a:pt x="79" y="45"/>
                        <a:pt x="79" y="45"/>
                        <a:pt x="79" y="45"/>
                      </a:cubicBezTo>
                      <a:cubicBezTo>
                        <a:pt x="78" y="46"/>
                        <a:pt x="78" y="46"/>
                        <a:pt x="78" y="46"/>
                      </a:cubicBezTo>
                      <a:cubicBezTo>
                        <a:pt x="75" y="46"/>
                        <a:pt x="75" y="46"/>
                        <a:pt x="75" y="46"/>
                      </a:cubicBezTo>
                      <a:cubicBezTo>
                        <a:pt x="75" y="46"/>
                        <a:pt x="75" y="46"/>
                        <a:pt x="75" y="46"/>
                      </a:cubicBezTo>
                      <a:cubicBezTo>
                        <a:pt x="73" y="46"/>
                        <a:pt x="73" y="46"/>
                        <a:pt x="73" y="46"/>
                      </a:cubicBezTo>
                      <a:cubicBezTo>
                        <a:pt x="72" y="48"/>
                        <a:pt x="72" y="48"/>
                        <a:pt x="72" y="48"/>
                      </a:cubicBezTo>
                      <a:cubicBezTo>
                        <a:pt x="71" y="47"/>
                        <a:pt x="71" y="47"/>
                        <a:pt x="71" y="47"/>
                      </a:cubicBezTo>
                      <a:cubicBezTo>
                        <a:pt x="71" y="46"/>
                        <a:pt x="71" y="46"/>
                        <a:pt x="71" y="46"/>
                      </a:cubicBezTo>
                      <a:cubicBezTo>
                        <a:pt x="71" y="45"/>
                        <a:pt x="71" y="45"/>
                        <a:pt x="71" y="45"/>
                      </a:cubicBezTo>
                      <a:cubicBezTo>
                        <a:pt x="72" y="44"/>
                        <a:pt x="72" y="44"/>
                        <a:pt x="72" y="44"/>
                      </a:cubicBezTo>
                      <a:cubicBezTo>
                        <a:pt x="72" y="41"/>
                        <a:pt x="72" y="41"/>
                        <a:pt x="72" y="41"/>
                      </a:cubicBezTo>
                      <a:cubicBezTo>
                        <a:pt x="71" y="38"/>
                        <a:pt x="71" y="38"/>
                        <a:pt x="71" y="38"/>
                      </a:cubicBezTo>
                      <a:cubicBezTo>
                        <a:pt x="68" y="35"/>
                        <a:pt x="68" y="35"/>
                        <a:pt x="68" y="35"/>
                      </a:cubicBezTo>
                      <a:cubicBezTo>
                        <a:pt x="68" y="34"/>
                        <a:pt x="68" y="34"/>
                        <a:pt x="68" y="34"/>
                      </a:cubicBezTo>
                      <a:cubicBezTo>
                        <a:pt x="69" y="33"/>
                        <a:pt x="69" y="33"/>
                        <a:pt x="69" y="33"/>
                      </a:cubicBezTo>
                      <a:cubicBezTo>
                        <a:pt x="69" y="28"/>
                        <a:pt x="69" y="28"/>
                        <a:pt x="69" y="28"/>
                      </a:cubicBezTo>
                      <a:cubicBezTo>
                        <a:pt x="68" y="25"/>
                        <a:pt x="68" y="25"/>
                        <a:pt x="68" y="25"/>
                      </a:cubicBezTo>
                      <a:cubicBezTo>
                        <a:pt x="68" y="20"/>
                        <a:pt x="68" y="20"/>
                        <a:pt x="68" y="20"/>
                      </a:cubicBezTo>
                      <a:cubicBezTo>
                        <a:pt x="60" y="20"/>
                        <a:pt x="60" y="20"/>
                        <a:pt x="60" y="20"/>
                      </a:cubicBezTo>
                      <a:cubicBezTo>
                        <a:pt x="61" y="18"/>
                        <a:pt x="61" y="18"/>
                        <a:pt x="61" y="18"/>
                      </a:cubicBezTo>
                      <a:cubicBezTo>
                        <a:pt x="53" y="18"/>
                        <a:pt x="53" y="18"/>
                        <a:pt x="53" y="18"/>
                      </a:cubicBezTo>
                      <a:cubicBezTo>
                        <a:pt x="52" y="25"/>
                        <a:pt x="52" y="25"/>
                        <a:pt x="52" y="25"/>
                      </a:cubicBezTo>
                      <a:cubicBezTo>
                        <a:pt x="49" y="25"/>
                        <a:pt x="49" y="25"/>
                        <a:pt x="49" y="25"/>
                      </a:cubicBezTo>
                      <a:cubicBezTo>
                        <a:pt x="46" y="24"/>
                        <a:pt x="46" y="24"/>
                        <a:pt x="46" y="24"/>
                      </a:cubicBezTo>
                      <a:cubicBezTo>
                        <a:pt x="43" y="26"/>
                        <a:pt x="43" y="26"/>
                        <a:pt x="43" y="26"/>
                      </a:cubicBezTo>
                      <a:cubicBezTo>
                        <a:pt x="39" y="26"/>
                        <a:pt x="39" y="26"/>
                        <a:pt x="39" y="26"/>
                      </a:cubicBezTo>
                      <a:cubicBezTo>
                        <a:pt x="37" y="22"/>
                        <a:pt x="37" y="22"/>
                        <a:pt x="37" y="22"/>
                      </a:cubicBezTo>
                      <a:cubicBezTo>
                        <a:pt x="35" y="19"/>
                        <a:pt x="35" y="19"/>
                        <a:pt x="35" y="19"/>
                      </a:cubicBezTo>
                      <a:cubicBezTo>
                        <a:pt x="34" y="14"/>
                        <a:pt x="34" y="14"/>
                        <a:pt x="34" y="14"/>
                      </a:cubicBezTo>
                      <a:cubicBezTo>
                        <a:pt x="34" y="13"/>
                        <a:pt x="34" y="13"/>
                        <a:pt x="34" y="13"/>
                      </a:cubicBezTo>
                      <a:cubicBezTo>
                        <a:pt x="32" y="10"/>
                        <a:pt x="32" y="10"/>
                        <a:pt x="32" y="10"/>
                      </a:cubicBezTo>
                      <a:cubicBezTo>
                        <a:pt x="9" y="10"/>
                        <a:pt x="9" y="10"/>
                        <a:pt x="9" y="10"/>
                      </a:cubicBezTo>
                      <a:cubicBezTo>
                        <a:pt x="5" y="12"/>
                        <a:pt x="5" y="12"/>
                        <a:pt x="5" y="12"/>
                      </a:cubicBezTo>
                      <a:cubicBezTo>
                        <a:pt x="4" y="12"/>
                        <a:pt x="4" y="12"/>
                        <a:pt x="5" y="12"/>
                      </a:cubicBezTo>
                      <a:cubicBezTo>
                        <a:pt x="5" y="12"/>
                        <a:pt x="5" y="12"/>
                        <a:pt x="5" y="13"/>
                      </a:cubicBezTo>
                      <a:cubicBezTo>
                        <a:pt x="4" y="13"/>
                        <a:pt x="4" y="14"/>
                        <a:pt x="5" y="14"/>
                      </a:cubicBezTo>
                      <a:cubicBezTo>
                        <a:pt x="6" y="16"/>
                        <a:pt x="7" y="18"/>
                        <a:pt x="8" y="19"/>
                      </a:cubicBezTo>
                      <a:cubicBezTo>
                        <a:pt x="8" y="20"/>
                        <a:pt x="8" y="21"/>
                        <a:pt x="9" y="21"/>
                      </a:cubicBezTo>
                      <a:cubicBezTo>
                        <a:pt x="9" y="22"/>
                        <a:pt x="9" y="22"/>
                        <a:pt x="9" y="22"/>
                      </a:cubicBezTo>
                      <a:cubicBezTo>
                        <a:pt x="10" y="24"/>
                        <a:pt x="10" y="26"/>
                        <a:pt x="12" y="28"/>
                      </a:cubicBezTo>
                      <a:cubicBezTo>
                        <a:pt x="12" y="29"/>
                        <a:pt x="12" y="30"/>
                        <a:pt x="12" y="31"/>
                      </a:cubicBezTo>
                      <a:cubicBezTo>
                        <a:pt x="12" y="31"/>
                        <a:pt x="12" y="31"/>
                        <a:pt x="11" y="31"/>
                      </a:cubicBezTo>
                      <a:cubicBezTo>
                        <a:pt x="10" y="32"/>
                        <a:pt x="9" y="33"/>
                        <a:pt x="10" y="35"/>
                      </a:cubicBezTo>
                      <a:cubicBezTo>
                        <a:pt x="10" y="35"/>
                        <a:pt x="10" y="36"/>
                        <a:pt x="10" y="36"/>
                      </a:cubicBezTo>
                      <a:cubicBezTo>
                        <a:pt x="11" y="39"/>
                        <a:pt x="12" y="41"/>
                        <a:pt x="14" y="43"/>
                      </a:cubicBezTo>
                      <a:cubicBezTo>
                        <a:pt x="14" y="44"/>
                        <a:pt x="14" y="45"/>
                        <a:pt x="15" y="46"/>
                      </a:cubicBezTo>
                      <a:cubicBezTo>
                        <a:pt x="15" y="47"/>
                        <a:pt x="15" y="48"/>
                        <a:pt x="15" y="49"/>
                      </a:cubicBezTo>
                      <a:cubicBezTo>
                        <a:pt x="14" y="50"/>
                        <a:pt x="14" y="51"/>
                        <a:pt x="15" y="52"/>
                      </a:cubicBezTo>
                      <a:cubicBezTo>
                        <a:pt x="15" y="52"/>
                        <a:pt x="15" y="52"/>
                        <a:pt x="15" y="52"/>
                      </a:cubicBezTo>
                      <a:cubicBezTo>
                        <a:pt x="14" y="53"/>
                        <a:pt x="14" y="54"/>
                        <a:pt x="14" y="54"/>
                      </a:cubicBezTo>
                      <a:cubicBezTo>
                        <a:pt x="14" y="54"/>
                        <a:pt x="14" y="55"/>
                        <a:pt x="14" y="55"/>
                      </a:cubicBezTo>
                      <a:cubicBezTo>
                        <a:pt x="12" y="56"/>
                        <a:pt x="12" y="58"/>
                        <a:pt x="10" y="58"/>
                      </a:cubicBezTo>
                      <a:cubicBezTo>
                        <a:pt x="9" y="58"/>
                        <a:pt x="9" y="59"/>
                        <a:pt x="9" y="59"/>
                      </a:cubicBezTo>
                      <a:cubicBezTo>
                        <a:pt x="9" y="60"/>
                        <a:pt x="8" y="61"/>
                        <a:pt x="7" y="62"/>
                      </a:cubicBezTo>
                      <a:cubicBezTo>
                        <a:pt x="6" y="63"/>
                        <a:pt x="6" y="63"/>
                        <a:pt x="6" y="64"/>
                      </a:cubicBezTo>
                      <a:cubicBezTo>
                        <a:pt x="6" y="65"/>
                        <a:pt x="6" y="67"/>
                        <a:pt x="5" y="68"/>
                      </a:cubicBezTo>
                      <a:cubicBezTo>
                        <a:pt x="4" y="69"/>
                        <a:pt x="5" y="70"/>
                        <a:pt x="5" y="71"/>
                      </a:cubicBezTo>
                      <a:cubicBezTo>
                        <a:pt x="4" y="72"/>
                        <a:pt x="4" y="73"/>
                        <a:pt x="4" y="75"/>
                      </a:cubicBezTo>
                      <a:cubicBezTo>
                        <a:pt x="3" y="75"/>
                        <a:pt x="3" y="76"/>
                        <a:pt x="3" y="77"/>
                      </a:cubicBezTo>
                      <a:cubicBezTo>
                        <a:pt x="2" y="77"/>
                        <a:pt x="2" y="78"/>
                        <a:pt x="2" y="79"/>
                      </a:cubicBezTo>
                      <a:cubicBezTo>
                        <a:pt x="2" y="79"/>
                        <a:pt x="2" y="79"/>
                        <a:pt x="1" y="80"/>
                      </a:cubicBezTo>
                      <a:cubicBezTo>
                        <a:pt x="1" y="80"/>
                        <a:pt x="1" y="80"/>
                        <a:pt x="1" y="80"/>
                      </a:cubicBezTo>
                      <a:cubicBezTo>
                        <a:pt x="1" y="83"/>
                        <a:pt x="1" y="85"/>
                        <a:pt x="1" y="88"/>
                      </a:cubicBezTo>
                      <a:cubicBezTo>
                        <a:pt x="0" y="88"/>
                        <a:pt x="0" y="89"/>
                        <a:pt x="1" y="89"/>
                      </a:cubicBezTo>
                      <a:cubicBezTo>
                        <a:pt x="2" y="89"/>
                        <a:pt x="2" y="89"/>
                        <a:pt x="2" y="89"/>
                      </a:cubicBezTo>
                      <a:cubicBezTo>
                        <a:pt x="4" y="89"/>
                        <a:pt x="4" y="89"/>
                        <a:pt x="4" y="89"/>
                      </a:cubicBezTo>
                      <a:cubicBezTo>
                        <a:pt x="5" y="90"/>
                        <a:pt x="5" y="90"/>
                        <a:pt x="5" y="90"/>
                      </a:cubicBezTo>
                      <a:cubicBezTo>
                        <a:pt x="9" y="88"/>
                        <a:pt x="9" y="88"/>
                        <a:pt x="9" y="88"/>
                      </a:cubicBezTo>
                      <a:cubicBezTo>
                        <a:pt x="11" y="88"/>
                        <a:pt x="11" y="88"/>
                        <a:pt x="11" y="88"/>
                      </a:cubicBezTo>
                      <a:cubicBezTo>
                        <a:pt x="15" y="91"/>
                        <a:pt x="15" y="91"/>
                        <a:pt x="15" y="91"/>
                      </a:cubicBezTo>
                      <a:cubicBezTo>
                        <a:pt x="45" y="91"/>
                        <a:pt x="45" y="91"/>
                        <a:pt x="45" y="91"/>
                      </a:cubicBezTo>
                      <a:cubicBezTo>
                        <a:pt x="48" y="94"/>
                        <a:pt x="48" y="94"/>
                        <a:pt x="48" y="94"/>
                      </a:cubicBezTo>
                      <a:cubicBezTo>
                        <a:pt x="58" y="94"/>
                        <a:pt x="58" y="94"/>
                        <a:pt x="58" y="94"/>
                      </a:cubicBezTo>
                      <a:cubicBezTo>
                        <a:pt x="61" y="95"/>
                        <a:pt x="61" y="95"/>
                        <a:pt x="61" y="95"/>
                      </a:cubicBezTo>
                      <a:cubicBezTo>
                        <a:pt x="64" y="95"/>
                        <a:pt x="64" y="95"/>
                        <a:pt x="64" y="95"/>
                      </a:cubicBezTo>
                      <a:cubicBezTo>
                        <a:pt x="79" y="92"/>
                        <a:pt x="79" y="92"/>
                        <a:pt x="79" y="92"/>
                      </a:cubicBezTo>
                      <a:cubicBezTo>
                        <a:pt x="74" y="87"/>
                        <a:pt x="74" y="87"/>
                        <a:pt x="74" y="87"/>
                      </a:cubicBezTo>
                      <a:lnTo>
                        <a:pt x="70" y="82"/>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1" name="Freeform 930">
                  <a:extLst>
                    <a:ext uri="{FF2B5EF4-FFF2-40B4-BE49-F238E27FC236}">
                      <a16:creationId xmlns:a16="http://schemas.microsoft.com/office/drawing/2014/main" id="{F1D82D25-FCFF-4A17-BBFA-21CC1DBC2F86}"/>
                    </a:ext>
                  </a:extLst>
                </p:cNvPr>
                <p:cNvSpPr>
                  <a:spLocks/>
                </p:cNvSpPr>
                <p:nvPr/>
              </p:nvSpPr>
              <p:spPr bwMode="auto">
                <a:xfrm>
                  <a:off x="5130800" y="3762375"/>
                  <a:ext cx="582612" cy="579438"/>
                </a:xfrm>
                <a:custGeom>
                  <a:avLst/>
                  <a:gdLst>
                    <a:gd name="T0" fmla="*/ 140 w 140"/>
                    <a:gd name="T1" fmla="*/ 106 h 139"/>
                    <a:gd name="T2" fmla="*/ 136 w 140"/>
                    <a:gd name="T3" fmla="*/ 101 h 139"/>
                    <a:gd name="T4" fmla="*/ 129 w 140"/>
                    <a:gd name="T5" fmla="*/ 99 h 139"/>
                    <a:gd name="T6" fmla="*/ 126 w 140"/>
                    <a:gd name="T7" fmla="*/ 92 h 139"/>
                    <a:gd name="T8" fmla="*/ 123 w 140"/>
                    <a:gd name="T9" fmla="*/ 85 h 139"/>
                    <a:gd name="T10" fmla="*/ 125 w 140"/>
                    <a:gd name="T11" fmla="*/ 83 h 139"/>
                    <a:gd name="T12" fmla="*/ 125 w 140"/>
                    <a:gd name="T13" fmla="*/ 78 h 139"/>
                    <a:gd name="T14" fmla="*/ 125 w 140"/>
                    <a:gd name="T15" fmla="*/ 64 h 139"/>
                    <a:gd name="T16" fmla="*/ 122 w 140"/>
                    <a:gd name="T17" fmla="*/ 56 h 139"/>
                    <a:gd name="T18" fmla="*/ 120 w 140"/>
                    <a:gd name="T19" fmla="*/ 41 h 139"/>
                    <a:gd name="T20" fmla="*/ 115 w 140"/>
                    <a:gd name="T21" fmla="*/ 34 h 139"/>
                    <a:gd name="T22" fmla="*/ 111 w 140"/>
                    <a:gd name="T23" fmla="*/ 31 h 139"/>
                    <a:gd name="T24" fmla="*/ 109 w 140"/>
                    <a:gd name="T25" fmla="*/ 27 h 139"/>
                    <a:gd name="T26" fmla="*/ 115 w 140"/>
                    <a:gd name="T27" fmla="*/ 20 h 139"/>
                    <a:gd name="T28" fmla="*/ 116 w 140"/>
                    <a:gd name="T29" fmla="*/ 15 h 139"/>
                    <a:gd name="T30" fmla="*/ 115 w 140"/>
                    <a:gd name="T31" fmla="*/ 13 h 139"/>
                    <a:gd name="T32" fmla="*/ 115 w 140"/>
                    <a:gd name="T33" fmla="*/ 11 h 139"/>
                    <a:gd name="T34" fmla="*/ 114 w 140"/>
                    <a:gd name="T35" fmla="*/ 10 h 139"/>
                    <a:gd name="T36" fmla="*/ 115 w 140"/>
                    <a:gd name="T37" fmla="*/ 8 h 139"/>
                    <a:gd name="T38" fmla="*/ 115 w 140"/>
                    <a:gd name="T39" fmla="*/ 7 h 139"/>
                    <a:gd name="T40" fmla="*/ 115 w 140"/>
                    <a:gd name="T41" fmla="*/ 5 h 139"/>
                    <a:gd name="T42" fmla="*/ 116 w 140"/>
                    <a:gd name="T43" fmla="*/ 3 h 139"/>
                    <a:gd name="T44" fmla="*/ 113 w 140"/>
                    <a:gd name="T45" fmla="*/ 2 h 139"/>
                    <a:gd name="T46" fmla="*/ 108 w 140"/>
                    <a:gd name="T47" fmla="*/ 1 h 139"/>
                    <a:gd name="T48" fmla="*/ 105 w 140"/>
                    <a:gd name="T49" fmla="*/ 1 h 139"/>
                    <a:gd name="T50" fmla="*/ 102 w 140"/>
                    <a:gd name="T51" fmla="*/ 1 h 139"/>
                    <a:gd name="T52" fmla="*/ 97 w 140"/>
                    <a:gd name="T53" fmla="*/ 3 h 139"/>
                    <a:gd name="T54" fmla="*/ 91 w 140"/>
                    <a:gd name="T55" fmla="*/ 2 h 139"/>
                    <a:gd name="T56" fmla="*/ 79 w 140"/>
                    <a:gd name="T57" fmla="*/ 3 h 139"/>
                    <a:gd name="T58" fmla="*/ 73 w 140"/>
                    <a:gd name="T59" fmla="*/ 4 h 139"/>
                    <a:gd name="T60" fmla="*/ 60 w 140"/>
                    <a:gd name="T61" fmla="*/ 10 h 139"/>
                    <a:gd name="T62" fmla="*/ 56 w 140"/>
                    <a:gd name="T63" fmla="*/ 10 h 139"/>
                    <a:gd name="T64" fmla="*/ 51 w 140"/>
                    <a:gd name="T65" fmla="*/ 14 h 139"/>
                    <a:gd name="T66" fmla="*/ 44 w 140"/>
                    <a:gd name="T67" fmla="*/ 17 h 139"/>
                    <a:gd name="T68" fmla="*/ 46 w 140"/>
                    <a:gd name="T69" fmla="*/ 20 h 139"/>
                    <a:gd name="T70" fmla="*/ 47 w 140"/>
                    <a:gd name="T71" fmla="*/ 28 h 139"/>
                    <a:gd name="T72" fmla="*/ 47 w 140"/>
                    <a:gd name="T73" fmla="*/ 30 h 139"/>
                    <a:gd name="T74" fmla="*/ 47 w 140"/>
                    <a:gd name="T75" fmla="*/ 31 h 139"/>
                    <a:gd name="T76" fmla="*/ 52 w 140"/>
                    <a:gd name="T77" fmla="*/ 37 h 139"/>
                    <a:gd name="T78" fmla="*/ 51 w 140"/>
                    <a:gd name="T79" fmla="*/ 40 h 139"/>
                    <a:gd name="T80" fmla="*/ 47 w 140"/>
                    <a:gd name="T81" fmla="*/ 40 h 139"/>
                    <a:gd name="T82" fmla="*/ 39 w 140"/>
                    <a:gd name="T83" fmla="*/ 43 h 139"/>
                    <a:gd name="T84" fmla="*/ 33 w 140"/>
                    <a:gd name="T85" fmla="*/ 47 h 139"/>
                    <a:gd name="T86" fmla="*/ 34 w 140"/>
                    <a:gd name="T87" fmla="*/ 50 h 139"/>
                    <a:gd name="T88" fmla="*/ 29 w 140"/>
                    <a:gd name="T89" fmla="*/ 53 h 139"/>
                    <a:gd name="T90" fmla="*/ 21 w 140"/>
                    <a:gd name="T91" fmla="*/ 61 h 139"/>
                    <a:gd name="T92" fmla="*/ 13 w 140"/>
                    <a:gd name="T93" fmla="*/ 61 h 139"/>
                    <a:gd name="T94" fmla="*/ 6 w 140"/>
                    <a:gd name="T95" fmla="*/ 62 h 139"/>
                    <a:gd name="T96" fmla="*/ 0 w 140"/>
                    <a:gd name="T97" fmla="*/ 78 h 139"/>
                    <a:gd name="T98" fmla="*/ 66 w 140"/>
                    <a:gd name="T99" fmla="*/ 124 h 139"/>
                    <a:gd name="T100" fmla="*/ 69 w 140"/>
                    <a:gd name="T101" fmla="*/ 128 h 139"/>
                    <a:gd name="T102" fmla="*/ 74 w 140"/>
                    <a:gd name="T103" fmla="*/ 130 h 139"/>
                    <a:gd name="T104" fmla="*/ 75 w 140"/>
                    <a:gd name="T105" fmla="*/ 132 h 139"/>
                    <a:gd name="T106" fmla="*/ 80 w 140"/>
                    <a:gd name="T107" fmla="*/ 133 h 139"/>
                    <a:gd name="T108" fmla="*/ 81 w 140"/>
                    <a:gd name="T109" fmla="*/ 139 h 139"/>
                    <a:gd name="T110" fmla="*/ 98 w 140"/>
                    <a:gd name="T111" fmla="*/ 136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0" h="139">
                      <a:moveTo>
                        <a:pt x="109" y="126"/>
                      </a:moveTo>
                      <a:cubicBezTo>
                        <a:pt x="140" y="106"/>
                        <a:pt x="140" y="106"/>
                        <a:pt x="140" y="106"/>
                      </a:cubicBezTo>
                      <a:cubicBezTo>
                        <a:pt x="137" y="101"/>
                        <a:pt x="137" y="101"/>
                        <a:pt x="137" y="101"/>
                      </a:cubicBezTo>
                      <a:cubicBezTo>
                        <a:pt x="136" y="101"/>
                        <a:pt x="136" y="101"/>
                        <a:pt x="136" y="101"/>
                      </a:cubicBezTo>
                      <a:cubicBezTo>
                        <a:pt x="133" y="99"/>
                        <a:pt x="133" y="99"/>
                        <a:pt x="133" y="99"/>
                      </a:cubicBezTo>
                      <a:cubicBezTo>
                        <a:pt x="129" y="99"/>
                        <a:pt x="129" y="99"/>
                        <a:pt x="129" y="99"/>
                      </a:cubicBezTo>
                      <a:cubicBezTo>
                        <a:pt x="127" y="97"/>
                        <a:pt x="127" y="97"/>
                        <a:pt x="127" y="97"/>
                      </a:cubicBezTo>
                      <a:cubicBezTo>
                        <a:pt x="126" y="92"/>
                        <a:pt x="126" y="92"/>
                        <a:pt x="126" y="92"/>
                      </a:cubicBezTo>
                      <a:cubicBezTo>
                        <a:pt x="122" y="86"/>
                        <a:pt x="122" y="86"/>
                        <a:pt x="122" y="86"/>
                      </a:cubicBezTo>
                      <a:cubicBezTo>
                        <a:pt x="122" y="86"/>
                        <a:pt x="123" y="85"/>
                        <a:pt x="123" y="85"/>
                      </a:cubicBezTo>
                      <a:cubicBezTo>
                        <a:pt x="123" y="85"/>
                        <a:pt x="125" y="84"/>
                        <a:pt x="125" y="84"/>
                      </a:cubicBezTo>
                      <a:cubicBezTo>
                        <a:pt x="125" y="83"/>
                        <a:pt x="125" y="83"/>
                        <a:pt x="125" y="83"/>
                      </a:cubicBezTo>
                      <a:cubicBezTo>
                        <a:pt x="126" y="81"/>
                        <a:pt x="126" y="81"/>
                        <a:pt x="126" y="81"/>
                      </a:cubicBezTo>
                      <a:cubicBezTo>
                        <a:pt x="125" y="78"/>
                        <a:pt x="125" y="78"/>
                        <a:pt x="125" y="78"/>
                      </a:cubicBezTo>
                      <a:cubicBezTo>
                        <a:pt x="126" y="74"/>
                        <a:pt x="126" y="74"/>
                        <a:pt x="126" y="74"/>
                      </a:cubicBezTo>
                      <a:cubicBezTo>
                        <a:pt x="125" y="64"/>
                        <a:pt x="125" y="64"/>
                        <a:pt x="125" y="64"/>
                      </a:cubicBezTo>
                      <a:cubicBezTo>
                        <a:pt x="122" y="57"/>
                        <a:pt x="122" y="57"/>
                        <a:pt x="122" y="57"/>
                      </a:cubicBezTo>
                      <a:cubicBezTo>
                        <a:pt x="122" y="56"/>
                        <a:pt x="122" y="56"/>
                        <a:pt x="122" y="56"/>
                      </a:cubicBezTo>
                      <a:cubicBezTo>
                        <a:pt x="123" y="55"/>
                        <a:pt x="123" y="55"/>
                        <a:pt x="123" y="55"/>
                      </a:cubicBezTo>
                      <a:cubicBezTo>
                        <a:pt x="120" y="41"/>
                        <a:pt x="120" y="41"/>
                        <a:pt x="120" y="41"/>
                      </a:cubicBezTo>
                      <a:cubicBezTo>
                        <a:pt x="115" y="37"/>
                        <a:pt x="115" y="37"/>
                        <a:pt x="115" y="37"/>
                      </a:cubicBezTo>
                      <a:cubicBezTo>
                        <a:pt x="115" y="34"/>
                        <a:pt x="115" y="34"/>
                        <a:pt x="115" y="34"/>
                      </a:cubicBezTo>
                      <a:cubicBezTo>
                        <a:pt x="113" y="32"/>
                        <a:pt x="113" y="32"/>
                        <a:pt x="113" y="32"/>
                      </a:cubicBezTo>
                      <a:cubicBezTo>
                        <a:pt x="111" y="31"/>
                        <a:pt x="111" y="31"/>
                        <a:pt x="111" y="31"/>
                      </a:cubicBezTo>
                      <a:cubicBezTo>
                        <a:pt x="111" y="31"/>
                        <a:pt x="111" y="29"/>
                        <a:pt x="111" y="29"/>
                      </a:cubicBezTo>
                      <a:cubicBezTo>
                        <a:pt x="111" y="29"/>
                        <a:pt x="109" y="27"/>
                        <a:pt x="109" y="27"/>
                      </a:cubicBezTo>
                      <a:cubicBezTo>
                        <a:pt x="109" y="24"/>
                        <a:pt x="109" y="24"/>
                        <a:pt x="109" y="24"/>
                      </a:cubicBezTo>
                      <a:cubicBezTo>
                        <a:pt x="115" y="20"/>
                        <a:pt x="115" y="20"/>
                        <a:pt x="115" y="20"/>
                      </a:cubicBezTo>
                      <a:cubicBezTo>
                        <a:pt x="115" y="17"/>
                        <a:pt x="115" y="17"/>
                        <a:pt x="115" y="17"/>
                      </a:cubicBezTo>
                      <a:cubicBezTo>
                        <a:pt x="116" y="15"/>
                        <a:pt x="116" y="15"/>
                        <a:pt x="116" y="15"/>
                      </a:cubicBezTo>
                      <a:cubicBezTo>
                        <a:pt x="115" y="14"/>
                        <a:pt x="115" y="14"/>
                        <a:pt x="115" y="14"/>
                      </a:cubicBezTo>
                      <a:cubicBezTo>
                        <a:pt x="115" y="13"/>
                        <a:pt x="115" y="13"/>
                        <a:pt x="115" y="13"/>
                      </a:cubicBezTo>
                      <a:cubicBezTo>
                        <a:pt x="115" y="12"/>
                        <a:pt x="115" y="12"/>
                        <a:pt x="115" y="12"/>
                      </a:cubicBezTo>
                      <a:cubicBezTo>
                        <a:pt x="115" y="12"/>
                        <a:pt x="115" y="11"/>
                        <a:pt x="115" y="11"/>
                      </a:cubicBezTo>
                      <a:cubicBezTo>
                        <a:pt x="115" y="11"/>
                        <a:pt x="115" y="10"/>
                        <a:pt x="115" y="10"/>
                      </a:cubicBezTo>
                      <a:cubicBezTo>
                        <a:pt x="115" y="10"/>
                        <a:pt x="115" y="10"/>
                        <a:pt x="114" y="10"/>
                      </a:cubicBezTo>
                      <a:cubicBezTo>
                        <a:pt x="114" y="9"/>
                        <a:pt x="115" y="9"/>
                        <a:pt x="115" y="9"/>
                      </a:cubicBezTo>
                      <a:cubicBezTo>
                        <a:pt x="115" y="8"/>
                        <a:pt x="115" y="8"/>
                        <a:pt x="115" y="8"/>
                      </a:cubicBezTo>
                      <a:cubicBezTo>
                        <a:pt x="115" y="8"/>
                        <a:pt x="115" y="7"/>
                        <a:pt x="115" y="7"/>
                      </a:cubicBezTo>
                      <a:cubicBezTo>
                        <a:pt x="115" y="7"/>
                        <a:pt x="115" y="7"/>
                        <a:pt x="115" y="7"/>
                      </a:cubicBezTo>
                      <a:cubicBezTo>
                        <a:pt x="115" y="7"/>
                        <a:pt x="115" y="6"/>
                        <a:pt x="115" y="6"/>
                      </a:cubicBezTo>
                      <a:cubicBezTo>
                        <a:pt x="115" y="6"/>
                        <a:pt x="116" y="5"/>
                        <a:pt x="115" y="5"/>
                      </a:cubicBezTo>
                      <a:cubicBezTo>
                        <a:pt x="115" y="5"/>
                        <a:pt x="114" y="4"/>
                        <a:pt x="114" y="4"/>
                      </a:cubicBezTo>
                      <a:cubicBezTo>
                        <a:pt x="116" y="3"/>
                        <a:pt x="116" y="3"/>
                        <a:pt x="116" y="3"/>
                      </a:cubicBezTo>
                      <a:cubicBezTo>
                        <a:pt x="116" y="2"/>
                        <a:pt x="116" y="2"/>
                        <a:pt x="116" y="2"/>
                      </a:cubicBezTo>
                      <a:cubicBezTo>
                        <a:pt x="115" y="2"/>
                        <a:pt x="114" y="1"/>
                        <a:pt x="113" y="2"/>
                      </a:cubicBezTo>
                      <a:cubicBezTo>
                        <a:pt x="113" y="2"/>
                        <a:pt x="112" y="2"/>
                        <a:pt x="112" y="2"/>
                      </a:cubicBezTo>
                      <a:cubicBezTo>
                        <a:pt x="110" y="0"/>
                        <a:pt x="109" y="0"/>
                        <a:pt x="108" y="1"/>
                      </a:cubicBezTo>
                      <a:cubicBezTo>
                        <a:pt x="107" y="2"/>
                        <a:pt x="106" y="1"/>
                        <a:pt x="106" y="2"/>
                      </a:cubicBezTo>
                      <a:cubicBezTo>
                        <a:pt x="105" y="1"/>
                        <a:pt x="105" y="1"/>
                        <a:pt x="105" y="1"/>
                      </a:cubicBezTo>
                      <a:cubicBezTo>
                        <a:pt x="104" y="1"/>
                        <a:pt x="104" y="1"/>
                        <a:pt x="103" y="0"/>
                      </a:cubicBezTo>
                      <a:cubicBezTo>
                        <a:pt x="103" y="0"/>
                        <a:pt x="102" y="0"/>
                        <a:pt x="102" y="1"/>
                      </a:cubicBezTo>
                      <a:cubicBezTo>
                        <a:pt x="102" y="2"/>
                        <a:pt x="101" y="1"/>
                        <a:pt x="100" y="2"/>
                      </a:cubicBezTo>
                      <a:cubicBezTo>
                        <a:pt x="99" y="2"/>
                        <a:pt x="98" y="2"/>
                        <a:pt x="97" y="3"/>
                      </a:cubicBezTo>
                      <a:cubicBezTo>
                        <a:pt x="97" y="4"/>
                        <a:pt x="95" y="4"/>
                        <a:pt x="94" y="4"/>
                      </a:cubicBezTo>
                      <a:cubicBezTo>
                        <a:pt x="93" y="3"/>
                        <a:pt x="92" y="2"/>
                        <a:pt x="91" y="2"/>
                      </a:cubicBezTo>
                      <a:cubicBezTo>
                        <a:pt x="91" y="2"/>
                        <a:pt x="91" y="2"/>
                        <a:pt x="91" y="2"/>
                      </a:cubicBezTo>
                      <a:cubicBezTo>
                        <a:pt x="87" y="1"/>
                        <a:pt x="83" y="3"/>
                        <a:pt x="79" y="3"/>
                      </a:cubicBezTo>
                      <a:cubicBezTo>
                        <a:pt x="78" y="3"/>
                        <a:pt x="78" y="3"/>
                        <a:pt x="78" y="4"/>
                      </a:cubicBezTo>
                      <a:cubicBezTo>
                        <a:pt x="76" y="4"/>
                        <a:pt x="74" y="4"/>
                        <a:pt x="73" y="4"/>
                      </a:cubicBezTo>
                      <a:cubicBezTo>
                        <a:pt x="70" y="5"/>
                        <a:pt x="67" y="4"/>
                        <a:pt x="64" y="6"/>
                      </a:cubicBezTo>
                      <a:cubicBezTo>
                        <a:pt x="63" y="7"/>
                        <a:pt x="61" y="8"/>
                        <a:pt x="60" y="10"/>
                      </a:cubicBezTo>
                      <a:cubicBezTo>
                        <a:pt x="59" y="10"/>
                        <a:pt x="58" y="12"/>
                        <a:pt x="57" y="10"/>
                      </a:cubicBezTo>
                      <a:cubicBezTo>
                        <a:pt x="57" y="10"/>
                        <a:pt x="56" y="9"/>
                        <a:pt x="56" y="10"/>
                      </a:cubicBezTo>
                      <a:cubicBezTo>
                        <a:pt x="55" y="11"/>
                        <a:pt x="55" y="12"/>
                        <a:pt x="54" y="11"/>
                      </a:cubicBezTo>
                      <a:cubicBezTo>
                        <a:pt x="52" y="11"/>
                        <a:pt x="52" y="13"/>
                        <a:pt x="51" y="14"/>
                      </a:cubicBezTo>
                      <a:cubicBezTo>
                        <a:pt x="49" y="15"/>
                        <a:pt x="47" y="17"/>
                        <a:pt x="45" y="17"/>
                      </a:cubicBezTo>
                      <a:cubicBezTo>
                        <a:pt x="45" y="17"/>
                        <a:pt x="44" y="17"/>
                        <a:pt x="44" y="17"/>
                      </a:cubicBezTo>
                      <a:cubicBezTo>
                        <a:pt x="47" y="19"/>
                        <a:pt x="47" y="19"/>
                        <a:pt x="47" y="19"/>
                      </a:cubicBezTo>
                      <a:cubicBezTo>
                        <a:pt x="46" y="20"/>
                        <a:pt x="46" y="20"/>
                        <a:pt x="46" y="20"/>
                      </a:cubicBezTo>
                      <a:cubicBezTo>
                        <a:pt x="47" y="21"/>
                        <a:pt x="47" y="21"/>
                        <a:pt x="47" y="21"/>
                      </a:cubicBezTo>
                      <a:cubicBezTo>
                        <a:pt x="47" y="28"/>
                        <a:pt x="47" y="28"/>
                        <a:pt x="47" y="28"/>
                      </a:cubicBezTo>
                      <a:cubicBezTo>
                        <a:pt x="48" y="29"/>
                        <a:pt x="48" y="29"/>
                        <a:pt x="48" y="29"/>
                      </a:cubicBezTo>
                      <a:cubicBezTo>
                        <a:pt x="47" y="30"/>
                        <a:pt x="47" y="30"/>
                        <a:pt x="47" y="30"/>
                      </a:cubicBezTo>
                      <a:cubicBezTo>
                        <a:pt x="47" y="30"/>
                        <a:pt x="47" y="30"/>
                        <a:pt x="47" y="30"/>
                      </a:cubicBezTo>
                      <a:cubicBezTo>
                        <a:pt x="47" y="31"/>
                        <a:pt x="47" y="31"/>
                        <a:pt x="47" y="31"/>
                      </a:cubicBezTo>
                      <a:cubicBezTo>
                        <a:pt x="49" y="35"/>
                        <a:pt x="49" y="35"/>
                        <a:pt x="49" y="35"/>
                      </a:cubicBezTo>
                      <a:cubicBezTo>
                        <a:pt x="52" y="37"/>
                        <a:pt x="52" y="37"/>
                        <a:pt x="52" y="37"/>
                      </a:cubicBezTo>
                      <a:cubicBezTo>
                        <a:pt x="50" y="39"/>
                        <a:pt x="50" y="39"/>
                        <a:pt x="50" y="39"/>
                      </a:cubicBezTo>
                      <a:cubicBezTo>
                        <a:pt x="51" y="40"/>
                        <a:pt x="51" y="40"/>
                        <a:pt x="51" y="40"/>
                      </a:cubicBezTo>
                      <a:cubicBezTo>
                        <a:pt x="51" y="41"/>
                        <a:pt x="51" y="41"/>
                        <a:pt x="51" y="41"/>
                      </a:cubicBezTo>
                      <a:cubicBezTo>
                        <a:pt x="47" y="40"/>
                        <a:pt x="47" y="40"/>
                        <a:pt x="47" y="40"/>
                      </a:cubicBezTo>
                      <a:cubicBezTo>
                        <a:pt x="39" y="40"/>
                        <a:pt x="39" y="40"/>
                        <a:pt x="39" y="40"/>
                      </a:cubicBezTo>
                      <a:cubicBezTo>
                        <a:pt x="39" y="43"/>
                        <a:pt x="39" y="43"/>
                        <a:pt x="39" y="43"/>
                      </a:cubicBezTo>
                      <a:cubicBezTo>
                        <a:pt x="34" y="44"/>
                        <a:pt x="34" y="44"/>
                        <a:pt x="34" y="44"/>
                      </a:cubicBezTo>
                      <a:cubicBezTo>
                        <a:pt x="33" y="47"/>
                        <a:pt x="33" y="47"/>
                        <a:pt x="33" y="47"/>
                      </a:cubicBezTo>
                      <a:cubicBezTo>
                        <a:pt x="34" y="49"/>
                        <a:pt x="34" y="49"/>
                        <a:pt x="34" y="49"/>
                      </a:cubicBezTo>
                      <a:cubicBezTo>
                        <a:pt x="34" y="50"/>
                        <a:pt x="34" y="50"/>
                        <a:pt x="34" y="50"/>
                      </a:cubicBezTo>
                      <a:cubicBezTo>
                        <a:pt x="34" y="52"/>
                        <a:pt x="34" y="52"/>
                        <a:pt x="34" y="52"/>
                      </a:cubicBezTo>
                      <a:cubicBezTo>
                        <a:pt x="34" y="52"/>
                        <a:pt x="30" y="53"/>
                        <a:pt x="29" y="53"/>
                      </a:cubicBezTo>
                      <a:cubicBezTo>
                        <a:pt x="29" y="53"/>
                        <a:pt x="25" y="56"/>
                        <a:pt x="25" y="56"/>
                      </a:cubicBezTo>
                      <a:cubicBezTo>
                        <a:pt x="21" y="61"/>
                        <a:pt x="21" y="61"/>
                        <a:pt x="21" y="61"/>
                      </a:cubicBezTo>
                      <a:cubicBezTo>
                        <a:pt x="19" y="60"/>
                        <a:pt x="19" y="60"/>
                        <a:pt x="19" y="60"/>
                      </a:cubicBezTo>
                      <a:cubicBezTo>
                        <a:pt x="13" y="61"/>
                        <a:pt x="13" y="61"/>
                        <a:pt x="13" y="61"/>
                      </a:cubicBezTo>
                      <a:cubicBezTo>
                        <a:pt x="10" y="61"/>
                        <a:pt x="10" y="61"/>
                        <a:pt x="10" y="61"/>
                      </a:cubicBezTo>
                      <a:cubicBezTo>
                        <a:pt x="6" y="62"/>
                        <a:pt x="6" y="62"/>
                        <a:pt x="6" y="62"/>
                      </a:cubicBezTo>
                      <a:cubicBezTo>
                        <a:pt x="0" y="67"/>
                        <a:pt x="0" y="67"/>
                        <a:pt x="0" y="67"/>
                      </a:cubicBezTo>
                      <a:cubicBezTo>
                        <a:pt x="0" y="78"/>
                        <a:pt x="0" y="78"/>
                        <a:pt x="0" y="78"/>
                      </a:cubicBezTo>
                      <a:cubicBezTo>
                        <a:pt x="26" y="95"/>
                        <a:pt x="26" y="95"/>
                        <a:pt x="26" y="95"/>
                      </a:cubicBezTo>
                      <a:cubicBezTo>
                        <a:pt x="66" y="124"/>
                        <a:pt x="66" y="124"/>
                        <a:pt x="66" y="124"/>
                      </a:cubicBezTo>
                      <a:cubicBezTo>
                        <a:pt x="66" y="127"/>
                        <a:pt x="66" y="127"/>
                        <a:pt x="66" y="127"/>
                      </a:cubicBezTo>
                      <a:cubicBezTo>
                        <a:pt x="69" y="128"/>
                        <a:pt x="69" y="128"/>
                        <a:pt x="69" y="128"/>
                      </a:cubicBezTo>
                      <a:cubicBezTo>
                        <a:pt x="71" y="130"/>
                        <a:pt x="71" y="130"/>
                        <a:pt x="71" y="130"/>
                      </a:cubicBezTo>
                      <a:cubicBezTo>
                        <a:pt x="74" y="130"/>
                        <a:pt x="74" y="130"/>
                        <a:pt x="74" y="130"/>
                      </a:cubicBezTo>
                      <a:cubicBezTo>
                        <a:pt x="74" y="132"/>
                        <a:pt x="74" y="132"/>
                        <a:pt x="74" y="132"/>
                      </a:cubicBezTo>
                      <a:cubicBezTo>
                        <a:pt x="75" y="132"/>
                        <a:pt x="75" y="132"/>
                        <a:pt x="75" y="132"/>
                      </a:cubicBezTo>
                      <a:cubicBezTo>
                        <a:pt x="77" y="131"/>
                        <a:pt x="77" y="131"/>
                        <a:pt x="77" y="131"/>
                      </a:cubicBezTo>
                      <a:cubicBezTo>
                        <a:pt x="80" y="133"/>
                        <a:pt x="80" y="133"/>
                        <a:pt x="80" y="133"/>
                      </a:cubicBezTo>
                      <a:cubicBezTo>
                        <a:pt x="80" y="139"/>
                        <a:pt x="80" y="139"/>
                        <a:pt x="80" y="139"/>
                      </a:cubicBezTo>
                      <a:cubicBezTo>
                        <a:pt x="81" y="139"/>
                        <a:pt x="81" y="139"/>
                        <a:pt x="81" y="139"/>
                      </a:cubicBezTo>
                      <a:cubicBezTo>
                        <a:pt x="87" y="138"/>
                        <a:pt x="87" y="138"/>
                        <a:pt x="87" y="138"/>
                      </a:cubicBezTo>
                      <a:cubicBezTo>
                        <a:pt x="98" y="136"/>
                        <a:pt x="98" y="136"/>
                        <a:pt x="98" y="136"/>
                      </a:cubicBezTo>
                      <a:lnTo>
                        <a:pt x="109" y="126"/>
                      </a:lnTo>
                      <a:close/>
                    </a:path>
                  </a:pathLst>
                </a:custGeom>
                <a:grpFill/>
                <a:ln w="3175"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994" name="Google Shape;1962;g3b23322d595_2_911">
              <a:extLst>
                <a:ext uri="{FF2B5EF4-FFF2-40B4-BE49-F238E27FC236}">
                  <a16:creationId xmlns:a16="http://schemas.microsoft.com/office/drawing/2014/main" id="{49EEE4C3-E069-2DA7-1F92-EC0BA75E772D}"/>
                </a:ext>
              </a:extLst>
            </p:cNvPr>
            <p:cNvSpPr/>
            <p:nvPr/>
          </p:nvSpPr>
          <p:spPr>
            <a:xfrm>
              <a:off x="836409" y="4351800"/>
              <a:ext cx="1830591" cy="426577"/>
            </a:xfrm>
            <a:prstGeom prst="roundRect">
              <a:avLst>
                <a:gd name="adj" fmla="val 6651"/>
              </a:avLst>
            </a:prstGeom>
            <a:solidFill>
              <a:srgbClr val="F2F2F2"/>
            </a:solidFill>
            <a:ln w="9525" cap="flat" cmpd="sng">
              <a:solidFill>
                <a:schemeClr val="dk1"/>
              </a:solidFill>
              <a:prstDash val="solid"/>
              <a:round/>
              <a:headEnd type="none" w="sm" len="sm"/>
              <a:tailEnd type="none" w="sm" len="sm"/>
            </a:ln>
          </p:spPr>
          <p:txBody>
            <a:bodyPr spcFirstLastPara="1" wrap="square" lIns="91425" tIns="45700" rIns="72000" bIns="45700" anchor="ctr" anchorCtr="0">
              <a:noAutofit/>
            </a:bodyPr>
            <a:lstStyle/>
            <a:p>
              <a:pPr marL="0" marR="0" lvl="0" indent="0" algn="l" rtl="0">
                <a:lnSpc>
                  <a:spcPct val="100000"/>
                </a:lnSpc>
                <a:spcBef>
                  <a:spcPts val="0"/>
                </a:spcBef>
                <a:spcAft>
                  <a:spcPts val="0"/>
                </a:spcAft>
                <a:buClr>
                  <a:srgbClr val="000000"/>
                </a:buClr>
                <a:buSzPts val="900"/>
                <a:buFont typeface="Arial"/>
                <a:buNone/>
              </a:pPr>
              <a:r>
                <a:rPr lang="en-US" sz="900" b="1" i="0" u="none" strike="noStrike" cap="none" noProof="0">
                  <a:solidFill>
                    <a:srgbClr val="000000"/>
                  </a:solidFill>
                  <a:latin typeface="IBM Plex Sans"/>
                  <a:ea typeface="IBM Plex Sans"/>
                  <a:cs typeface="IBM Plex Sans"/>
                  <a:sym typeface="IBM Plex Sans"/>
                </a:rPr>
                <a:t>South America: </a:t>
              </a:r>
            </a:p>
            <a:p>
              <a:pPr marL="0" marR="0" lvl="0" indent="0" algn="l" rtl="0">
                <a:lnSpc>
                  <a:spcPct val="100000"/>
                </a:lnSpc>
                <a:spcBef>
                  <a:spcPts val="0"/>
                </a:spcBef>
                <a:spcAft>
                  <a:spcPts val="0"/>
                </a:spcAft>
                <a:buClr>
                  <a:srgbClr val="000000"/>
                </a:buClr>
                <a:buSzPts val="900"/>
                <a:buFont typeface="Arial"/>
                <a:buNone/>
              </a:pPr>
              <a:r>
                <a:rPr lang="en-US" sz="900" b="1" i="0" u="none" strike="noStrike" cap="none" noProof="0">
                  <a:solidFill>
                    <a:srgbClr val="7030A0"/>
                  </a:solidFill>
                  <a:latin typeface="IBM Plex Sans"/>
                  <a:ea typeface="IBM Plex Sans"/>
                  <a:cs typeface="IBM Plex Sans"/>
                  <a:sym typeface="IBM Plex Sans"/>
                </a:rPr>
                <a:t>79% </a:t>
              </a:r>
              <a:r>
                <a:rPr lang="en-US" sz="900" b="0" i="0" u="none" strike="noStrike" cap="none" noProof="0">
                  <a:solidFill>
                    <a:srgbClr val="000000"/>
                  </a:solidFill>
                  <a:latin typeface="IBM Plex Sans"/>
                  <a:ea typeface="IBM Plex Sans"/>
                  <a:cs typeface="IBM Plex Sans"/>
                  <a:sym typeface="IBM Plex Sans"/>
                </a:rPr>
                <a:t>Market Share</a:t>
              </a:r>
              <a:endParaRPr lang="en-US" sz="1800" noProof="0">
                <a:solidFill>
                  <a:schemeClr val="dk1"/>
                </a:solidFill>
                <a:ea typeface="IBM Plex Sans"/>
              </a:endParaRPr>
            </a:p>
            <a:p>
              <a:pPr marL="0" marR="0" lvl="0" indent="0" algn="l" rtl="0">
                <a:lnSpc>
                  <a:spcPct val="100000"/>
                </a:lnSpc>
                <a:spcBef>
                  <a:spcPts val="0"/>
                </a:spcBef>
                <a:spcAft>
                  <a:spcPts val="0"/>
                </a:spcAft>
                <a:buClr>
                  <a:srgbClr val="000000"/>
                </a:buClr>
                <a:buSzPts val="900"/>
                <a:buFont typeface="Arial"/>
                <a:buNone/>
              </a:pPr>
              <a:r>
                <a:rPr lang="en-US" sz="900" b="0" i="0" u="none" strike="noStrike" cap="none" noProof="0">
                  <a:solidFill>
                    <a:schemeClr val="dk1"/>
                  </a:solidFill>
                  <a:latin typeface="IBM Plex Sans"/>
                  <a:ea typeface="IBM Plex Sans"/>
                  <a:cs typeface="IBM Plex Sans"/>
                  <a:sym typeface="IBM Plex Sans"/>
                </a:rPr>
                <a:t>High adoption, </a:t>
              </a:r>
              <a:r>
                <a:rPr lang="en-US" sz="900" noProof="0">
                  <a:solidFill>
                    <a:schemeClr val="dk1"/>
                  </a:solidFill>
                  <a:latin typeface="IBM Plex Sans"/>
                  <a:ea typeface="IBM Plex Sans"/>
                  <a:cs typeface="IBM Plex Sans"/>
                  <a:sym typeface="IBM Plex Sans"/>
                </a:rPr>
                <a:t>mobile-first</a:t>
              </a:r>
              <a:endParaRPr lang="en-US" sz="200" b="0" i="0" u="none" strike="noStrike" cap="none" noProof="0">
                <a:solidFill>
                  <a:srgbClr val="000000"/>
                </a:solidFill>
                <a:latin typeface="IBM Plex Sans"/>
                <a:ea typeface="IBM Plex Sans"/>
                <a:cs typeface="IBM Plex Sans"/>
                <a:sym typeface="IBM Plex Sans"/>
              </a:endParaRPr>
            </a:p>
          </p:txBody>
        </p:sp>
        <p:sp>
          <p:nvSpPr>
            <p:cNvPr id="995" name="Google Shape;1964;g3b23322d595_2_911">
              <a:extLst>
                <a:ext uri="{FF2B5EF4-FFF2-40B4-BE49-F238E27FC236}">
                  <a16:creationId xmlns:a16="http://schemas.microsoft.com/office/drawing/2014/main" id="{5EFE7D50-0BB5-BBFC-72A8-B4AE254A8EEF}"/>
                </a:ext>
              </a:extLst>
            </p:cNvPr>
            <p:cNvSpPr/>
            <p:nvPr/>
          </p:nvSpPr>
          <p:spPr>
            <a:xfrm flipH="1">
              <a:off x="1208439" y="2571125"/>
              <a:ext cx="1128360" cy="619274"/>
            </a:xfrm>
            <a:custGeom>
              <a:avLst/>
              <a:gdLst/>
              <a:ahLst/>
              <a:cxnLst/>
              <a:rect l="l" t="t" r="r" b="b"/>
              <a:pathLst>
                <a:path w="652463" h="142875" extrusionOk="0">
                  <a:moveTo>
                    <a:pt x="0" y="142875"/>
                  </a:moveTo>
                  <a:lnTo>
                    <a:pt x="652463" y="142875"/>
                  </a:lnTo>
                  <a:lnTo>
                    <a:pt x="652463" y="0"/>
                  </a:lnTo>
                </a:path>
              </a:pathLst>
            </a:custGeom>
            <a:noFill/>
            <a:ln w="9525" cap="flat" cmpd="sng">
              <a:solidFill>
                <a:schemeClr val="dk1"/>
              </a:solidFill>
              <a:prstDash val="solid"/>
              <a:round/>
              <a:headEnd type="oval"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a:ea typeface="IBM Plex Sans"/>
                <a:cs typeface="IBM Plex Sans"/>
                <a:sym typeface="IBM Plex Sans"/>
              </a:endParaRPr>
            </a:p>
          </p:txBody>
        </p:sp>
        <p:cxnSp>
          <p:nvCxnSpPr>
            <p:cNvPr id="997" name="Straight Connector 996">
              <a:extLst>
                <a:ext uri="{FF2B5EF4-FFF2-40B4-BE49-F238E27FC236}">
                  <a16:creationId xmlns:a16="http://schemas.microsoft.com/office/drawing/2014/main" id="{1CF2D502-4E63-91A7-B8AD-6B79F8AAC036}"/>
                </a:ext>
              </a:extLst>
            </p:cNvPr>
            <p:cNvCxnSpPr>
              <a:cxnSpLocks/>
              <a:stCxn id="994" idx="3"/>
            </p:cNvCxnSpPr>
            <p:nvPr/>
          </p:nvCxnSpPr>
          <p:spPr>
            <a:xfrm flipV="1">
              <a:off x="2685892" y="4583981"/>
              <a:ext cx="529748" cy="6298"/>
            </a:xfrm>
            <a:prstGeom prst="line">
              <a:avLst/>
            </a:prstGeom>
            <a:noFill/>
            <a:ln w="9525" cap="flat" cmpd="sng">
              <a:solidFill>
                <a:schemeClr val="dk1"/>
              </a:solidFill>
              <a:prstDash val="solid"/>
              <a:round/>
              <a:headEnd type="none" w="sm" len="sm"/>
              <a:tailEnd type="oval" w="sm" len="sm"/>
            </a:ln>
          </p:spPr>
        </p:cxnSp>
        <p:sp>
          <p:nvSpPr>
            <p:cNvPr id="999" name="Google Shape;1962;g3b23322d595_2_911">
              <a:extLst>
                <a:ext uri="{FF2B5EF4-FFF2-40B4-BE49-F238E27FC236}">
                  <a16:creationId xmlns:a16="http://schemas.microsoft.com/office/drawing/2014/main" id="{87A8CED9-5BB7-3584-CB76-A3DBC5FA6D08}"/>
                </a:ext>
              </a:extLst>
            </p:cNvPr>
            <p:cNvSpPr/>
            <p:nvPr/>
          </p:nvSpPr>
          <p:spPr>
            <a:xfrm>
              <a:off x="432765" y="2092884"/>
              <a:ext cx="1704641" cy="577717"/>
            </a:xfrm>
            <a:prstGeom prst="roundRect">
              <a:avLst>
                <a:gd name="adj" fmla="val 6651"/>
              </a:avLst>
            </a:prstGeom>
            <a:solidFill>
              <a:srgbClr val="F2F2F2"/>
            </a:solidFill>
            <a:ln w="9525" cap="flat" cmpd="sng">
              <a:solidFill>
                <a:schemeClr val="dk1"/>
              </a:solidFill>
              <a:prstDash val="solid"/>
              <a:round/>
              <a:headEnd type="none" w="sm" len="sm"/>
              <a:tailEnd type="none" w="sm" len="sm"/>
            </a:ln>
          </p:spPr>
          <p:txBody>
            <a:bodyPr spcFirstLastPara="1" wrap="square" lIns="91425" tIns="45700" rIns="72000" bIns="45700" anchor="ctr" anchorCtr="0">
              <a:noAutofit/>
            </a:bodyPr>
            <a:lstStyle/>
            <a:p>
              <a:pPr marL="0" marR="0" lvl="0" indent="0" algn="l" rtl="0">
                <a:lnSpc>
                  <a:spcPct val="100000"/>
                </a:lnSpc>
                <a:spcBef>
                  <a:spcPts val="0"/>
                </a:spcBef>
                <a:spcAft>
                  <a:spcPts val="0"/>
                </a:spcAft>
                <a:buClr>
                  <a:srgbClr val="000000"/>
                </a:buClr>
                <a:buSzPts val="900"/>
                <a:buFont typeface="Arial"/>
                <a:buNone/>
              </a:pPr>
              <a:r>
                <a:rPr lang="en-US" sz="900" b="1" i="0" u="none" strike="noStrike" cap="none" noProof="0">
                  <a:solidFill>
                    <a:srgbClr val="000000"/>
                  </a:solidFill>
                  <a:latin typeface="IBM Plex Sans"/>
                  <a:ea typeface="IBM Plex Sans"/>
                  <a:cs typeface="IBM Plex Sans"/>
                  <a:sym typeface="IBM Plex Sans"/>
                </a:rPr>
                <a:t>North America: </a:t>
              </a:r>
            </a:p>
            <a:p>
              <a:pPr marL="0" marR="0" lvl="0" indent="0" algn="l" rtl="0">
                <a:lnSpc>
                  <a:spcPct val="100000"/>
                </a:lnSpc>
                <a:spcBef>
                  <a:spcPts val="0"/>
                </a:spcBef>
                <a:spcAft>
                  <a:spcPts val="0"/>
                </a:spcAft>
                <a:buClr>
                  <a:srgbClr val="000000"/>
                </a:buClr>
                <a:buSzPts val="900"/>
                <a:buFont typeface="Arial"/>
                <a:buNone/>
              </a:pPr>
              <a:r>
                <a:rPr lang="en-US" sz="900" b="1" noProof="0">
                  <a:solidFill>
                    <a:srgbClr val="7030A0"/>
                  </a:solidFill>
                  <a:latin typeface="IBM Plex Sans"/>
                  <a:ea typeface="IBM Plex Sans"/>
                  <a:cs typeface="IBM Plex Sans"/>
                  <a:sym typeface="IBM Plex Sans"/>
                </a:rPr>
                <a:t>53</a:t>
              </a:r>
              <a:r>
                <a:rPr lang="en-US" sz="900" b="1" i="0" u="none" strike="noStrike" cap="none" noProof="0">
                  <a:solidFill>
                    <a:srgbClr val="7030A0"/>
                  </a:solidFill>
                  <a:latin typeface="IBM Plex Sans"/>
                  <a:ea typeface="IBM Plex Sans"/>
                  <a:cs typeface="IBM Plex Sans"/>
                  <a:sym typeface="IBM Plex Sans"/>
                </a:rPr>
                <a:t>% </a:t>
              </a:r>
              <a:r>
                <a:rPr lang="en-US" sz="900" b="0" i="0" u="none" strike="noStrike" cap="none" noProof="0">
                  <a:solidFill>
                    <a:srgbClr val="000000"/>
                  </a:solidFill>
                  <a:latin typeface="IBM Plex Sans"/>
                  <a:ea typeface="IBM Plex Sans"/>
                  <a:cs typeface="IBM Plex Sans"/>
                  <a:sym typeface="IBM Plex Sans"/>
                </a:rPr>
                <a:t>Market Share</a:t>
              </a:r>
              <a:endParaRPr lang="en-US" sz="1800" noProof="0">
                <a:solidFill>
                  <a:schemeClr val="dk1"/>
                </a:solidFill>
                <a:ea typeface="IBM Plex Sans"/>
              </a:endParaRPr>
            </a:p>
            <a:p>
              <a:pPr>
                <a:buSzPts val="900"/>
              </a:pPr>
              <a:r>
                <a:rPr lang="en-US" sz="900" b="0" i="0" u="none" strike="noStrike" cap="none" noProof="0">
                  <a:solidFill>
                    <a:schemeClr val="dk1"/>
                  </a:solidFill>
                  <a:latin typeface="IBM Plex Sans"/>
                  <a:ea typeface="IBM Plex Sans"/>
                  <a:cs typeface="IBM Plex Sans"/>
                  <a:sym typeface="IBM Plex Sans"/>
                </a:rPr>
                <a:t>Lower relative adoption</a:t>
              </a:r>
              <a:r>
                <a:rPr lang="en-US" sz="900" noProof="0">
                  <a:solidFill>
                    <a:schemeClr val="dk1"/>
                  </a:solidFill>
                  <a:latin typeface="IBM Plex Sans"/>
                  <a:ea typeface="IBM Plex Sans"/>
                  <a:cs typeface="IBM Plex Sans"/>
                  <a:sym typeface="IBM Plex Sans"/>
                </a:rPr>
                <a:t> vs. global average</a:t>
              </a:r>
              <a:endParaRPr lang="en-US" sz="200" b="0" i="0" u="none" strike="noStrike" cap="none" noProof="0">
                <a:solidFill>
                  <a:schemeClr val="dk1"/>
                </a:solidFill>
                <a:latin typeface="IBM Plex Sans"/>
                <a:ea typeface="IBM Plex Sans"/>
                <a:cs typeface="IBM Plex Sans"/>
                <a:sym typeface="IBM Plex Sans"/>
              </a:endParaRPr>
            </a:p>
          </p:txBody>
        </p:sp>
        <p:sp>
          <p:nvSpPr>
            <p:cNvPr id="1000" name="Google Shape;1962;g3b23322d595_2_911">
              <a:extLst>
                <a:ext uri="{FF2B5EF4-FFF2-40B4-BE49-F238E27FC236}">
                  <a16:creationId xmlns:a16="http://schemas.microsoft.com/office/drawing/2014/main" id="{15FC596E-D507-BBEA-1C21-EAC5EC49F414}"/>
                </a:ext>
              </a:extLst>
            </p:cNvPr>
            <p:cNvSpPr/>
            <p:nvPr/>
          </p:nvSpPr>
          <p:spPr>
            <a:xfrm>
              <a:off x="6617350" y="3692972"/>
              <a:ext cx="1553501" cy="578760"/>
            </a:xfrm>
            <a:prstGeom prst="roundRect">
              <a:avLst>
                <a:gd name="adj" fmla="val 6651"/>
              </a:avLst>
            </a:prstGeom>
            <a:solidFill>
              <a:srgbClr val="F2F2F2"/>
            </a:solidFill>
            <a:ln w="9525" cap="flat" cmpd="sng">
              <a:solidFill>
                <a:schemeClr val="dk1"/>
              </a:solidFill>
              <a:prstDash val="solid"/>
              <a:round/>
              <a:headEnd type="none" w="sm" len="sm"/>
              <a:tailEnd type="none" w="sm" len="sm"/>
            </a:ln>
          </p:spPr>
          <p:txBody>
            <a:bodyPr spcFirstLastPara="1" wrap="square" lIns="91425" tIns="45700" rIns="72000" bIns="45700" anchor="ctr" anchorCtr="0">
              <a:noAutofit/>
            </a:bodyPr>
            <a:lstStyle/>
            <a:p>
              <a:pPr marL="0" marR="0" lvl="0" indent="0" algn="l" rtl="0">
                <a:lnSpc>
                  <a:spcPct val="100000"/>
                </a:lnSpc>
                <a:spcBef>
                  <a:spcPts val="0"/>
                </a:spcBef>
                <a:spcAft>
                  <a:spcPts val="0"/>
                </a:spcAft>
                <a:buClr>
                  <a:srgbClr val="000000"/>
                </a:buClr>
                <a:buSzPts val="900"/>
                <a:buFont typeface="Arial"/>
                <a:buNone/>
              </a:pPr>
              <a:r>
                <a:rPr lang="en-US" sz="900" b="1" i="0" u="none" strike="noStrike" cap="none" noProof="0">
                  <a:solidFill>
                    <a:srgbClr val="000000"/>
                  </a:solidFill>
                  <a:latin typeface="IBM Plex Sans"/>
                  <a:ea typeface="IBM Plex Sans"/>
                  <a:cs typeface="IBM Plex Sans"/>
                  <a:sym typeface="IBM Plex Sans"/>
                </a:rPr>
                <a:t>Asia: </a:t>
              </a:r>
            </a:p>
            <a:p>
              <a:pPr marL="0" marR="0" lvl="0" indent="0" algn="l" rtl="0">
                <a:lnSpc>
                  <a:spcPct val="100000"/>
                </a:lnSpc>
                <a:spcBef>
                  <a:spcPts val="0"/>
                </a:spcBef>
                <a:spcAft>
                  <a:spcPts val="0"/>
                </a:spcAft>
                <a:buClr>
                  <a:srgbClr val="000000"/>
                </a:buClr>
                <a:buSzPts val="900"/>
                <a:buFont typeface="Arial"/>
                <a:buNone/>
              </a:pPr>
              <a:r>
                <a:rPr lang="en-US" sz="900" b="1" noProof="0">
                  <a:solidFill>
                    <a:srgbClr val="7030A0"/>
                  </a:solidFill>
                  <a:latin typeface="IBM Plex Sans"/>
                  <a:ea typeface="IBM Plex Sans"/>
                  <a:cs typeface="IBM Plex Sans"/>
                  <a:sym typeface="IBM Plex Sans"/>
                </a:rPr>
                <a:t>72</a:t>
              </a:r>
              <a:r>
                <a:rPr lang="en-US" sz="900" b="1" i="0" u="none" strike="noStrike" cap="none" noProof="0">
                  <a:solidFill>
                    <a:srgbClr val="7030A0"/>
                  </a:solidFill>
                  <a:latin typeface="IBM Plex Sans"/>
                  <a:ea typeface="IBM Plex Sans"/>
                  <a:cs typeface="IBM Plex Sans"/>
                  <a:sym typeface="IBM Plex Sans"/>
                </a:rPr>
                <a:t>% </a:t>
              </a:r>
              <a:r>
                <a:rPr lang="en-US" sz="900" b="0" i="0" u="none" strike="noStrike" cap="none" noProof="0">
                  <a:solidFill>
                    <a:srgbClr val="000000"/>
                  </a:solidFill>
                  <a:latin typeface="IBM Plex Sans"/>
                  <a:ea typeface="IBM Plex Sans"/>
                  <a:cs typeface="IBM Plex Sans"/>
                  <a:sym typeface="IBM Plex Sans"/>
                </a:rPr>
                <a:t>Market Share</a:t>
              </a:r>
              <a:endParaRPr lang="en-US" sz="1800" noProof="0">
                <a:solidFill>
                  <a:schemeClr val="dk1"/>
                </a:solidFill>
                <a:ea typeface="IBM Plex Sans"/>
              </a:endParaRPr>
            </a:p>
            <a:p>
              <a:pPr marL="0" marR="0" lvl="0" indent="0" algn="l" rtl="0">
                <a:lnSpc>
                  <a:spcPct val="100000"/>
                </a:lnSpc>
                <a:spcBef>
                  <a:spcPts val="0"/>
                </a:spcBef>
                <a:spcAft>
                  <a:spcPts val="0"/>
                </a:spcAft>
                <a:buClr>
                  <a:srgbClr val="000000"/>
                </a:buClr>
                <a:buSzPts val="900"/>
                <a:buFont typeface="Arial"/>
                <a:buNone/>
              </a:pPr>
              <a:r>
                <a:rPr lang="en-US" sz="900" b="0" i="0" u="none" strike="noStrike" cap="none" noProof="0">
                  <a:solidFill>
                    <a:schemeClr val="dk1"/>
                  </a:solidFill>
                  <a:latin typeface="IBM Plex Sans"/>
                  <a:ea typeface="IBM Plex Sans"/>
                  <a:cs typeface="IBM Plex Sans"/>
                  <a:sym typeface="IBM Plex Sans"/>
                </a:rPr>
                <a:t>Dominant in large, </a:t>
              </a:r>
            </a:p>
            <a:p>
              <a:pPr marL="0" marR="0" lvl="0" indent="0" algn="l" rtl="0">
                <a:lnSpc>
                  <a:spcPct val="100000"/>
                </a:lnSpc>
                <a:spcBef>
                  <a:spcPts val="0"/>
                </a:spcBef>
                <a:spcAft>
                  <a:spcPts val="0"/>
                </a:spcAft>
                <a:buClr>
                  <a:srgbClr val="000000"/>
                </a:buClr>
                <a:buSzPts val="900"/>
                <a:buFont typeface="Arial"/>
                <a:buNone/>
              </a:pPr>
              <a:r>
                <a:rPr lang="en-US" sz="900" b="0" i="0" u="none" strike="noStrike" cap="none" noProof="0">
                  <a:solidFill>
                    <a:schemeClr val="dk1"/>
                  </a:solidFill>
                  <a:latin typeface="IBM Plex Sans"/>
                  <a:ea typeface="IBM Plex Sans"/>
                  <a:cs typeface="IBM Plex Sans"/>
                  <a:sym typeface="IBM Plex Sans"/>
                </a:rPr>
                <a:t>mobile-heavy populations</a:t>
              </a:r>
              <a:endParaRPr lang="en-US" sz="200" b="0" i="0" u="none" strike="noStrike" cap="none" noProof="0">
                <a:solidFill>
                  <a:srgbClr val="000000"/>
                </a:solidFill>
                <a:latin typeface="IBM Plex Sans"/>
                <a:ea typeface="IBM Plex Sans"/>
                <a:cs typeface="IBM Plex Sans"/>
                <a:sym typeface="IBM Plex Sans"/>
              </a:endParaRPr>
            </a:p>
          </p:txBody>
        </p:sp>
        <p:cxnSp>
          <p:nvCxnSpPr>
            <p:cNvPr id="1003" name="Straight Connector 1002">
              <a:extLst>
                <a:ext uri="{FF2B5EF4-FFF2-40B4-BE49-F238E27FC236}">
                  <a16:creationId xmlns:a16="http://schemas.microsoft.com/office/drawing/2014/main" id="{E7926492-C3A6-02BF-B9CF-2DC983F95CB3}"/>
                </a:ext>
              </a:extLst>
            </p:cNvPr>
            <p:cNvCxnSpPr>
              <a:cxnSpLocks/>
            </p:cNvCxnSpPr>
            <p:nvPr/>
          </p:nvCxnSpPr>
          <p:spPr>
            <a:xfrm flipH="1">
              <a:off x="5886860" y="3865524"/>
              <a:ext cx="731520" cy="0"/>
            </a:xfrm>
            <a:prstGeom prst="line">
              <a:avLst/>
            </a:prstGeom>
            <a:noFill/>
            <a:ln w="9525" cap="flat" cmpd="sng">
              <a:solidFill>
                <a:schemeClr val="dk1"/>
              </a:solidFill>
              <a:prstDash val="solid"/>
              <a:round/>
              <a:headEnd type="none" w="sm" len="sm"/>
              <a:tailEnd type="oval" w="sm" len="sm"/>
            </a:ln>
          </p:spPr>
        </p:cxnSp>
        <p:sp>
          <p:nvSpPr>
            <p:cNvPr id="1005" name="Google Shape;1962;g3b23322d595_2_911">
              <a:extLst>
                <a:ext uri="{FF2B5EF4-FFF2-40B4-BE49-F238E27FC236}">
                  <a16:creationId xmlns:a16="http://schemas.microsoft.com/office/drawing/2014/main" id="{39929E5F-D363-D1FA-7491-EBE3EC8F58CA}"/>
                </a:ext>
              </a:extLst>
            </p:cNvPr>
            <p:cNvSpPr/>
            <p:nvPr/>
          </p:nvSpPr>
          <p:spPr>
            <a:xfrm>
              <a:off x="6255852" y="1908011"/>
              <a:ext cx="1745148" cy="577716"/>
            </a:xfrm>
            <a:prstGeom prst="roundRect">
              <a:avLst>
                <a:gd name="adj" fmla="val 6651"/>
              </a:avLst>
            </a:prstGeom>
            <a:solidFill>
              <a:srgbClr val="F2F2F2"/>
            </a:solidFill>
            <a:ln w="9525" cap="flat" cmpd="sng">
              <a:solidFill>
                <a:schemeClr val="dk1"/>
              </a:solidFill>
              <a:prstDash val="solid"/>
              <a:round/>
              <a:headEnd type="none" w="sm" len="sm"/>
              <a:tailEnd type="none" w="sm" len="sm"/>
            </a:ln>
          </p:spPr>
          <p:txBody>
            <a:bodyPr spcFirstLastPara="1" wrap="square" lIns="91425" tIns="45700" rIns="72000" bIns="45700" anchor="ctr" anchorCtr="0">
              <a:noAutofit/>
            </a:bodyPr>
            <a:lstStyle/>
            <a:p>
              <a:pPr marL="0" marR="0" lvl="0" indent="0" algn="l" rtl="0">
                <a:lnSpc>
                  <a:spcPct val="100000"/>
                </a:lnSpc>
                <a:spcBef>
                  <a:spcPts val="0"/>
                </a:spcBef>
                <a:spcAft>
                  <a:spcPts val="0"/>
                </a:spcAft>
                <a:buClr>
                  <a:srgbClr val="000000"/>
                </a:buClr>
                <a:buSzPts val="900"/>
                <a:buFont typeface="Arial"/>
                <a:buNone/>
              </a:pPr>
              <a:r>
                <a:rPr lang="en-US" sz="900" b="1" i="0" u="none" strike="noStrike" cap="none" noProof="0">
                  <a:solidFill>
                    <a:srgbClr val="000000"/>
                  </a:solidFill>
                  <a:latin typeface="IBM Plex Sans"/>
                  <a:ea typeface="IBM Plex Sans"/>
                  <a:cs typeface="IBM Plex Sans"/>
                  <a:sym typeface="IBM Plex Sans"/>
                </a:rPr>
                <a:t>Europe: </a:t>
              </a:r>
            </a:p>
            <a:p>
              <a:pPr marL="0" marR="0" lvl="0" indent="0" algn="l" rtl="0">
                <a:lnSpc>
                  <a:spcPct val="100000"/>
                </a:lnSpc>
                <a:spcBef>
                  <a:spcPts val="0"/>
                </a:spcBef>
                <a:spcAft>
                  <a:spcPts val="0"/>
                </a:spcAft>
                <a:buClr>
                  <a:srgbClr val="000000"/>
                </a:buClr>
                <a:buSzPts val="900"/>
                <a:buFont typeface="Arial"/>
                <a:buNone/>
              </a:pPr>
              <a:r>
                <a:rPr lang="en-US" sz="900" b="1" i="0" u="none" strike="noStrike" cap="none" noProof="0">
                  <a:solidFill>
                    <a:srgbClr val="7030A0"/>
                  </a:solidFill>
                  <a:latin typeface="IBM Plex Sans"/>
                  <a:ea typeface="IBM Plex Sans"/>
                  <a:cs typeface="IBM Plex Sans"/>
                  <a:sym typeface="IBM Plex Sans"/>
                </a:rPr>
                <a:t>59% </a:t>
              </a:r>
              <a:r>
                <a:rPr lang="en-US" sz="900" b="0" i="0" u="none" strike="noStrike" cap="none" noProof="0">
                  <a:solidFill>
                    <a:srgbClr val="000000"/>
                  </a:solidFill>
                  <a:latin typeface="IBM Plex Sans"/>
                  <a:ea typeface="IBM Plex Sans"/>
                  <a:cs typeface="IBM Plex Sans"/>
                  <a:sym typeface="IBM Plex Sans"/>
                </a:rPr>
                <a:t>Market Share</a:t>
              </a:r>
              <a:endParaRPr lang="en-US" sz="1800" noProof="0">
                <a:solidFill>
                  <a:schemeClr val="dk1"/>
                </a:solidFill>
                <a:ea typeface="IBM Plex Sans"/>
              </a:endParaRPr>
            </a:p>
            <a:p>
              <a:pPr>
                <a:buSzPts val="900"/>
              </a:pPr>
              <a:r>
                <a:rPr lang="en-US" sz="900" b="0" i="0" u="none" strike="noStrike" cap="none" noProof="0">
                  <a:solidFill>
                    <a:schemeClr val="dk1"/>
                  </a:solidFill>
                  <a:latin typeface="IBM Plex Sans"/>
                  <a:ea typeface="IBM Plex Sans"/>
                  <a:cs typeface="IBM Plex Sans"/>
                  <a:sym typeface="IBM Plex Sans"/>
                </a:rPr>
                <a:t>Strong</a:t>
              </a:r>
              <a:r>
                <a:rPr lang="en-US" sz="900" noProof="0">
                  <a:solidFill>
                    <a:schemeClr val="dk1"/>
                  </a:solidFill>
                  <a:latin typeface="IBM Plex Sans"/>
                  <a:ea typeface="IBM Plex Sans"/>
                  <a:cs typeface="IBM Plex Sans"/>
                  <a:sym typeface="IBM Plex Sans"/>
                </a:rPr>
                <a:t> adoption</a:t>
              </a:r>
              <a:r>
                <a:rPr lang="en-US" sz="900" b="0" i="0" u="none" strike="noStrike" cap="none" noProof="0">
                  <a:solidFill>
                    <a:schemeClr val="dk1"/>
                  </a:solidFill>
                  <a:latin typeface="IBM Plex Sans"/>
                  <a:ea typeface="IBM Plex Sans"/>
                  <a:cs typeface="IBM Plex Sans"/>
                  <a:sym typeface="IBM Plex Sans"/>
                </a:rPr>
                <a:t>, but more competition</a:t>
              </a:r>
              <a:endParaRPr lang="en-US" sz="200" b="0" i="0" u="none" strike="noStrike" cap="none" noProof="0">
                <a:solidFill>
                  <a:schemeClr val="dk1"/>
                </a:solidFill>
                <a:latin typeface="IBM Plex Sans"/>
                <a:ea typeface="IBM Plex Sans"/>
                <a:cs typeface="IBM Plex Sans"/>
                <a:sym typeface="IBM Plex Sans"/>
              </a:endParaRPr>
            </a:p>
          </p:txBody>
        </p:sp>
        <p:sp>
          <p:nvSpPr>
            <p:cNvPr id="1006" name="Google Shape;1964;g3b23322d595_2_911">
              <a:extLst>
                <a:ext uri="{FF2B5EF4-FFF2-40B4-BE49-F238E27FC236}">
                  <a16:creationId xmlns:a16="http://schemas.microsoft.com/office/drawing/2014/main" id="{E26080B8-F885-3E5B-739F-4C451EB01D64}"/>
                </a:ext>
              </a:extLst>
            </p:cNvPr>
            <p:cNvSpPr/>
            <p:nvPr/>
          </p:nvSpPr>
          <p:spPr>
            <a:xfrm rot="16200000" flipV="1">
              <a:off x="4659439" y="1856520"/>
              <a:ext cx="1315626" cy="1877202"/>
            </a:xfrm>
            <a:custGeom>
              <a:avLst/>
              <a:gdLst/>
              <a:ahLst/>
              <a:cxnLst/>
              <a:rect l="l" t="t" r="r" b="b"/>
              <a:pathLst>
                <a:path w="652463" h="142875" extrusionOk="0">
                  <a:moveTo>
                    <a:pt x="0" y="142875"/>
                  </a:moveTo>
                  <a:lnTo>
                    <a:pt x="652463" y="142875"/>
                  </a:lnTo>
                  <a:lnTo>
                    <a:pt x="652463" y="0"/>
                  </a:lnTo>
                </a:path>
              </a:pathLst>
            </a:custGeom>
            <a:noFill/>
            <a:ln w="9525" cap="flat" cmpd="sng">
              <a:solidFill>
                <a:schemeClr val="dk1"/>
              </a:solidFill>
              <a:prstDash val="solid"/>
              <a:round/>
              <a:headEnd type="oval"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a:ea typeface="IBM Plex Sans"/>
                <a:cs typeface="IBM Plex Sans"/>
                <a:sym typeface="IBM Plex Sans"/>
              </a:endParaRPr>
            </a:p>
          </p:txBody>
        </p:sp>
        <p:sp>
          <p:nvSpPr>
            <p:cNvPr id="1007" name="Google Shape;1962;g3b23322d595_2_911">
              <a:extLst>
                <a:ext uri="{FF2B5EF4-FFF2-40B4-BE49-F238E27FC236}">
                  <a16:creationId xmlns:a16="http://schemas.microsoft.com/office/drawing/2014/main" id="{32F2B93F-B8A2-4840-88DC-F87DD77A8D58}"/>
                </a:ext>
              </a:extLst>
            </p:cNvPr>
            <p:cNvSpPr/>
            <p:nvPr/>
          </p:nvSpPr>
          <p:spPr>
            <a:xfrm>
              <a:off x="3791372" y="5153096"/>
              <a:ext cx="1553501" cy="298681"/>
            </a:xfrm>
            <a:prstGeom prst="roundRect">
              <a:avLst>
                <a:gd name="adj" fmla="val 6651"/>
              </a:avLst>
            </a:prstGeom>
            <a:solidFill>
              <a:srgbClr val="F2F2F2"/>
            </a:solidFill>
            <a:ln w="9525" cap="flat" cmpd="sng">
              <a:solidFill>
                <a:schemeClr val="dk1"/>
              </a:solidFill>
              <a:prstDash val="solid"/>
              <a:round/>
              <a:headEnd type="none" w="sm" len="sm"/>
              <a:tailEnd type="none" w="sm" len="sm"/>
            </a:ln>
          </p:spPr>
          <p:txBody>
            <a:bodyPr spcFirstLastPara="1" wrap="square" lIns="91425" tIns="45700" rIns="72000" bIns="45700" anchor="ctr" anchorCtr="0">
              <a:noAutofit/>
            </a:bodyPr>
            <a:lstStyle/>
            <a:p>
              <a:pPr marL="0" marR="0" lvl="0" indent="0" algn="l" rtl="0">
                <a:lnSpc>
                  <a:spcPct val="100000"/>
                </a:lnSpc>
                <a:spcBef>
                  <a:spcPts val="0"/>
                </a:spcBef>
                <a:spcAft>
                  <a:spcPts val="0"/>
                </a:spcAft>
                <a:buClr>
                  <a:srgbClr val="000000"/>
                </a:buClr>
                <a:buSzPts val="900"/>
                <a:buFont typeface="Arial"/>
                <a:buNone/>
              </a:pPr>
              <a:r>
                <a:rPr lang="en-US" sz="900" b="1" i="0" u="none" strike="noStrike" cap="none" noProof="0">
                  <a:solidFill>
                    <a:srgbClr val="000000"/>
                  </a:solidFill>
                  <a:latin typeface="IBM Plex Sans"/>
                  <a:ea typeface="IBM Plex Sans"/>
                  <a:cs typeface="IBM Plex Sans"/>
                  <a:sym typeface="IBM Plex Sans"/>
                </a:rPr>
                <a:t>Other regions: </a:t>
              </a:r>
            </a:p>
            <a:p>
              <a:pPr marL="0" marR="0" lvl="0" indent="0" algn="l" rtl="0">
                <a:lnSpc>
                  <a:spcPct val="100000"/>
                </a:lnSpc>
                <a:spcBef>
                  <a:spcPts val="0"/>
                </a:spcBef>
                <a:spcAft>
                  <a:spcPts val="0"/>
                </a:spcAft>
                <a:buClr>
                  <a:srgbClr val="000000"/>
                </a:buClr>
                <a:buSzPts val="900"/>
                <a:buFont typeface="Arial"/>
                <a:buNone/>
              </a:pPr>
              <a:r>
                <a:rPr lang="en-US" sz="900" b="1" noProof="0">
                  <a:solidFill>
                    <a:srgbClr val="7030A0"/>
                  </a:solidFill>
                  <a:latin typeface="IBM Plex Sans"/>
                  <a:ea typeface="IBM Plex Sans"/>
                  <a:cs typeface="IBM Plex Sans"/>
                  <a:sym typeface="IBM Plex Sans"/>
                </a:rPr>
                <a:t>65</a:t>
              </a:r>
              <a:r>
                <a:rPr lang="en-US" sz="900" b="1" i="0" u="none" strike="noStrike" cap="none" noProof="0">
                  <a:solidFill>
                    <a:srgbClr val="7030A0"/>
                  </a:solidFill>
                  <a:latin typeface="IBM Plex Sans"/>
                  <a:ea typeface="IBM Plex Sans"/>
                  <a:cs typeface="IBM Plex Sans"/>
                  <a:sym typeface="IBM Plex Sans"/>
                </a:rPr>
                <a:t>% </a:t>
              </a:r>
              <a:r>
                <a:rPr lang="en-US" sz="900" b="0" i="0" u="none" strike="noStrike" cap="none" noProof="0">
                  <a:solidFill>
                    <a:srgbClr val="000000"/>
                  </a:solidFill>
                  <a:latin typeface="IBM Plex Sans"/>
                  <a:ea typeface="IBM Plex Sans"/>
                  <a:cs typeface="IBM Plex Sans"/>
                  <a:sym typeface="IBM Plex Sans"/>
                </a:rPr>
                <a:t>Market Share</a:t>
              </a:r>
              <a:endParaRPr lang="en-US" sz="1800" noProof="0">
                <a:solidFill>
                  <a:schemeClr val="dk1"/>
                </a:solidFill>
                <a:ea typeface="IBM Plex Sans"/>
              </a:endParaRPr>
            </a:p>
          </p:txBody>
        </p:sp>
        <p:cxnSp>
          <p:nvCxnSpPr>
            <p:cNvPr id="1008" name="Straight Connector 1007">
              <a:extLst>
                <a:ext uri="{FF2B5EF4-FFF2-40B4-BE49-F238E27FC236}">
                  <a16:creationId xmlns:a16="http://schemas.microsoft.com/office/drawing/2014/main" id="{0EB5ABBB-16C6-8F53-87BD-301B5A69C309}"/>
                </a:ext>
              </a:extLst>
            </p:cNvPr>
            <p:cNvCxnSpPr>
              <a:cxnSpLocks/>
            </p:cNvCxnSpPr>
            <p:nvPr/>
          </p:nvCxnSpPr>
          <p:spPr>
            <a:xfrm flipH="1" flipV="1">
              <a:off x="4568122" y="4330136"/>
              <a:ext cx="0" cy="822960"/>
            </a:xfrm>
            <a:prstGeom prst="line">
              <a:avLst/>
            </a:prstGeom>
            <a:noFill/>
            <a:ln w="9525" cap="flat" cmpd="sng">
              <a:solidFill>
                <a:schemeClr val="dk1"/>
              </a:solidFill>
              <a:prstDash val="solid"/>
              <a:round/>
              <a:headEnd type="none" w="sm" len="sm"/>
              <a:tailEnd type="oval" w="sm" len="sm"/>
            </a:ln>
          </p:spPr>
        </p:cxnSp>
        <p:cxnSp>
          <p:nvCxnSpPr>
            <p:cNvPr id="5" name="Straight Connector 4">
              <a:extLst>
                <a:ext uri="{FF2B5EF4-FFF2-40B4-BE49-F238E27FC236}">
                  <a16:creationId xmlns:a16="http://schemas.microsoft.com/office/drawing/2014/main" id="{B7BEE8CA-2C9F-53FE-7AC7-FE76B89433BC}"/>
                </a:ext>
              </a:extLst>
            </p:cNvPr>
            <p:cNvCxnSpPr>
              <a:cxnSpLocks/>
            </p:cNvCxnSpPr>
            <p:nvPr/>
          </p:nvCxnSpPr>
          <p:spPr>
            <a:xfrm flipH="1" flipV="1">
              <a:off x="6433208" y="4698023"/>
              <a:ext cx="0" cy="548640"/>
            </a:xfrm>
            <a:prstGeom prst="line">
              <a:avLst/>
            </a:prstGeom>
            <a:noFill/>
            <a:ln w="9525" cap="flat" cmpd="sng">
              <a:solidFill>
                <a:schemeClr val="dk1"/>
              </a:solidFill>
              <a:prstDash val="solid"/>
              <a:round/>
              <a:headEnd type="none" w="sm" len="sm"/>
              <a:tailEnd type="oval" w="sm" len="sm"/>
            </a:ln>
          </p:spPr>
        </p:cxnSp>
        <p:sp>
          <p:nvSpPr>
            <p:cNvPr id="2" name="Google Shape;1962;g3b23322d595_2_911">
              <a:extLst>
                <a:ext uri="{FF2B5EF4-FFF2-40B4-BE49-F238E27FC236}">
                  <a16:creationId xmlns:a16="http://schemas.microsoft.com/office/drawing/2014/main" id="{714AB7C5-5E34-1B04-3216-F835F8C63CCD}"/>
                </a:ext>
              </a:extLst>
            </p:cNvPr>
            <p:cNvSpPr/>
            <p:nvPr/>
          </p:nvSpPr>
          <p:spPr>
            <a:xfrm>
              <a:off x="5886860" y="5222301"/>
              <a:ext cx="1553501" cy="298682"/>
            </a:xfrm>
            <a:prstGeom prst="roundRect">
              <a:avLst>
                <a:gd name="adj" fmla="val 6651"/>
              </a:avLst>
            </a:prstGeom>
            <a:solidFill>
              <a:srgbClr val="F2F2F2"/>
            </a:solidFill>
            <a:ln w="9525" cap="flat" cmpd="sng">
              <a:solidFill>
                <a:schemeClr val="dk1"/>
              </a:solidFill>
              <a:prstDash val="solid"/>
              <a:round/>
              <a:headEnd type="none" w="sm" len="sm"/>
              <a:tailEnd type="none" w="sm" len="sm"/>
            </a:ln>
          </p:spPr>
          <p:txBody>
            <a:bodyPr spcFirstLastPara="1" wrap="square" lIns="91425" tIns="45700" rIns="72000" bIns="45700" anchor="ctr" anchorCtr="0">
              <a:noAutofit/>
            </a:bodyPr>
            <a:lstStyle/>
            <a:p>
              <a:pPr marL="0" marR="0" lvl="0" indent="0" algn="l" rtl="0">
                <a:lnSpc>
                  <a:spcPct val="100000"/>
                </a:lnSpc>
                <a:spcBef>
                  <a:spcPts val="0"/>
                </a:spcBef>
                <a:spcAft>
                  <a:spcPts val="0"/>
                </a:spcAft>
                <a:buClr>
                  <a:srgbClr val="000000"/>
                </a:buClr>
                <a:buSzPts val="900"/>
                <a:buFont typeface="Arial"/>
                <a:buNone/>
              </a:pPr>
              <a:r>
                <a:rPr lang="en-US" sz="900" b="1" i="0" u="none" strike="noStrike" cap="none" noProof="0">
                  <a:solidFill>
                    <a:srgbClr val="000000"/>
                  </a:solidFill>
                  <a:latin typeface="IBM Plex Sans"/>
                  <a:ea typeface="IBM Plex Sans"/>
                  <a:cs typeface="IBM Plex Sans"/>
                  <a:sym typeface="IBM Plex Sans"/>
                </a:rPr>
                <a:t>Oceania: </a:t>
              </a:r>
            </a:p>
            <a:p>
              <a:pPr marL="0" marR="0" lvl="0" indent="0" algn="l" rtl="0">
                <a:lnSpc>
                  <a:spcPct val="100000"/>
                </a:lnSpc>
                <a:spcBef>
                  <a:spcPts val="0"/>
                </a:spcBef>
                <a:spcAft>
                  <a:spcPts val="0"/>
                </a:spcAft>
                <a:buClr>
                  <a:srgbClr val="000000"/>
                </a:buClr>
                <a:buSzPts val="900"/>
                <a:buFont typeface="Arial"/>
                <a:buNone/>
              </a:pPr>
              <a:r>
                <a:rPr lang="en-US" sz="900" b="1" noProof="0">
                  <a:solidFill>
                    <a:srgbClr val="7030A0"/>
                  </a:solidFill>
                  <a:latin typeface="IBM Plex Sans"/>
                  <a:ea typeface="IBM Plex Sans"/>
                  <a:cs typeface="IBM Plex Sans"/>
                  <a:sym typeface="IBM Plex Sans"/>
                </a:rPr>
                <a:t>55</a:t>
              </a:r>
              <a:r>
                <a:rPr lang="en-US" sz="900" b="1" i="0" u="none" strike="noStrike" cap="none" noProof="0">
                  <a:solidFill>
                    <a:srgbClr val="7030A0"/>
                  </a:solidFill>
                  <a:latin typeface="IBM Plex Sans"/>
                  <a:ea typeface="IBM Plex Sans"/>
                  <a:cs typeface="IBM Plex Sans"/>
                  <a:sym typeface="IBM Plex Sans"/>
                </a:rPr>
                <a:t>% </a:t>
              </a:r>
              <a:r>
                <a:rPr lang="en-US" sz="900" b="0" i="0" u="none" strike="noStrike" cap="none" noProof="0">
                  <a:solidFill>
                    <a:srgbClr val="000000"/>
                  </a:solidFill>
                  <a:latin typeface="IBM Plex Sans"/>
                  <a:ea typeface="IBM Plex Sans"/>
                  <a:cs typeface="IBM Plex Sans"/>
                  <a:sym typeface="IBM Plex Sans"/>
                </a:rPr>
                <a:t>Market Share</a:t>
              </a:r>
              <a:endParaRPr lang="en-US" sz="1800" noProof="0">
                <a:solidFill>
                  <a:schemeClr val="dk1"/>
                </a:solidFill>
                <a:ea typeface="IBM Plex Sans"/>
              </a:endParaRPr>
            </a:p>
          </p:txBody>
        </p:sp>
      </p:grpSp>
      <p:sp>
        <p:nvSpPr>
          <p:cNvPr id="7" name="CaixaDeTexto 6">
            <a:extLst>
              <a:ext uri="{FF2B5EF4-FFF2-40B4-BE49-F238E27FC236}">
                <a16:creationId xmlns:a16="http://schemas.microsoft.com/office/drawing/2014/main" id="{678DBF2C-063D-B7DA-2A4E-0E027A5BED96}"/>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Google Chrome</a:t>
            </a:r>
            <a:endParaRPr lang="en-US" noProof="0"/>
          </a:p>
        </p:txBody>
      </p:sp>
    </p:spTree>
    <p:extLst>
      <p:ext uri="{BB962C8B-B14F-4D97-AF65-F5344CB8AC3E}">
        <p14:creationId xmlns:p14="http://schemas.microsoft.com/office/powerpoint/2010/main" val="125618424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2263"/>
        <p:cNvGrpSpPr/>
        <p:nvPr/>
      </p:nvGrpSpPr>
      <p:grpSpPr>
        <a:xfrm>
          <a:off x="0" y="0"/>
          <a:ext cx="0" cy="0"/>
          <a:chOff x="0" y="0"/>
          <a:chExt cx="0" cy="0"/>
        </a:xfrm>
      </p:grpSpPr>
      <p:sp>
        <p:nvSpPr>
          <p:cNvPr id="2264" name="Google Shape;2264;g3b23322d595_2_1303"/>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r>
              <a:rPr lang="en-US" noProof="0">
                <a:latin typeface="IBM Plex Sans"/>
                <a:ea typeface="IBM Plex Sans"/>
                <a:cs typeface="IBM Plex Sans"/>
                <a:sym typeface="IBM Plex Sans"/>
              </a:rPr>
              <a:t>AI Max (</a:t>
            </a:r>
            <a:r>
              <a:rPr lang="en-US" noProof="0" err="1">
                <a:latin typeface="IBM Plex Sans"/>
                <a:ea typeface="IBM Plex Sans"/>
                <a:cs typeface="IBM Plex Sans"/>
                <a:sym typeface="IBM Plex Sans"/>
              </a:rPr>
              <a:t>PMax</a:t>
            </a:r>
            <a:r>
              <a:rPr lang="en-US" noProof="0">
                <a:latin typeface="IBM Plex Sans"/>
                <a:ea typeface="IBM Plex Sans"/>
                <a:cs typeface="IBM Plex Sans"/>
                <a:sym typeface="IBM Plex Sans"/>
              </a:rPr>
              <a:t>) is supercharging search campaigns with smarter, automated</a:t>
            </a:r>
            <a:r>
              <a:rPr lang="en-US" noProof="0"/>
              <a:t>,</a:t>
            </a:r>
            <a:r>
              <a:rPr lang="en-US" noProof="0">
                <a:latin typeface="IBM Plex Sans"/>
                <a:ea typeface="IBM Plex Sans"/>
                <a:cs typeface="IBM Plex Sans"/>
                <a:sym typeface="IBM Plex Sans"/>
              </a:rPr>
              <a:t> and </a:t>
            </a:r>
            <a:r>
              <a:rPr lang="en-US" noProof="0"/>
              <a:t>more efficient</a:t>
            </a:r>
            <a:r>
              <a:rPr lang="en-US" noProof="0">
                <a:latin typeface="IBM Plex Sans"/>
                <a:ea typeface="IBM Plex Sans"/>
                <a:cs typeface="IBM Plex Sans"/>
                <a:sym typeface="IBM Plex Sans"/>
              </a:rPr>
              <a:t> optimization</a:t>
            </a:r>
            <a:endParaRPr lang="en-US" noProof="0"/>
          </a:p>
        </p:txBody>
      </p:sp>
      <p:pic>
        <p:nvPicPr>
          <p:cNvPr id="2265" name="Google Shape;2265;g3b23322d595_2_1303" descr="Google AI Max for Search Campaigns ..."/>
          <p:cNvPicPr preferRelativeResize="0"/>
          <p:nvPr/>
        </p:nvPicPr>
        <p:blipFill rotWithShape="1">
          <a:blip r:embed="rId3">
            <a:alphaModFix/>
          </a:blip>
          <a:srcRect/>
          <a:stretch/>
        </p:blipFill>
        <p:spPr>
          <a:xfrm>
            <a:off x="395964" y="1425119"/>
            <a:ext cx="1421148" cy="662941"/>
          </a:xfrm>
          <a:prstGeom prst="rect">
            <a:avLst/>
          </a:prstGeom>
          <a:noFill/>
          <a:ln>
            <a:noFill/>
          </a:ln>
        </p:spPr>
      </p:pic>
      <p:sp>
        <p:nvSpPr>
          <p:cNvPr id="2266" name="Google Shape;2266;g3b23322d595_2_1303"/>
          <p:cNvSpPr txBox="1"/>
          <p:nvPr/>
        </p:nvSpPr>
        <p:spPr>
          <a:xfrm>
            <a:off x="1817112" y="1513785"/>
            <a:ext cx="10037916" cy="36933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1200"/>
              <a:buFont typeface="Arial"/>
              <a:buNone/>
            </a:pPr>
            <a:r>
              <a:rPr lang="en-US" sz="1200" b="1" i="0" u="none" strike="noStrike" cap="none" noProof="0">
                <a:solidFill>
                  <a:srgbClr val="000000"/>
                </a:solidFill>
                <a:latin typeface="IBM Plex Sans"/>
                <a:ea typeface="IBM Plex Sans"/>
                <a:cs typeface="IBM Plex Sans"/>
                <a:sym typeface="IBM Plex Sans"/>
              </a:rPr>
              <a:t>AI Max for Search is an AI-driven optimization layer for Google Search </a:t>
            </a:r>
            <a:r>
              <a:rPr lang="en-US" sz="1200" i="0" u="none" strike="noStrike" cap="none" noProof="0">
                <a:solidFill>
                  <a:srgbClr val="000000"/>
                </a:solidFill>
                <a:latin typeface="IBM Plex Sans"/>
                <a:ea typeface="IBM Plex Sans"/>
                <a:cs typeface="IBM Plex Sans"/>
                <a:sym typeface="IBM Plex Sans"/>
              </a:rPr>
              <a:t>campaigns that improves performance by expanding query matching, adapting creatives, and optimizing landing </a:t>
            </a:r>
            <a:r>
              <a:rPr lang="en-US" sz="1200" noProof="0">
                <a:latin typeface="IBM Plex Sans"/>
                <a:ea typeface="IBM Plex Sans"/>
                <a:cs typeface="IBM Plex Sans"/>
                <a:sym typeface="IBM Plex Sans"/>
              </a:rPr>
              <a:t>pages</a:t>
            </a:r>
            <a:r>
              <a:rPr lang="en-US" sz="1200" baseline="30000" noProof="0">
                <a:latin typeface="IBM Plex Sans"/>
                <a:ea typeface="IBM Plex Sans"/>
                <a:cs typeface="IBM Plex Sans"/>
                <a:sym typeface="IBM Plex Sans"/>
              </a:rPr>
              <a:t>1</a:t>
            </a:r>
            <a:endParaRPr lang="en-US" sz="1400" i="0" u="none" strike="noStrike" cap="none" noProof="0">
              <a:solidFill>
                <a:srgbClr val="000000"/>
              </a:solidFill>
              <a:latin typeface="IBM Plex Sans"/>
              <a:ea typeface="IBM Plex Sans"/>
              <a:cs typeface="IBM Plex Sans"/>
              <a:sym typeface="IBM Plex Sans"/>
            </a:endParaRPr>
          </a:p>
        </p:txBody>
      </p:sp>
      <p:sp>
        <p:nvSpPr>
          <p:cNvPr id="2267" name="Google Shape;2267;g3b23322d595_2_1303"/>
          <p:cNvSpPr/>
          <p:nvPr/>
        </p:nvSpPr>
        <p:spPr>
          <a:xfrm>
            <a:off x="450090" y="2172547"/>
            <a:ext cx="5416326" cy="274320"/>
          </a:xfrm>
          <a:prstGeom prst="rect">
            <a:avLst/>
          </a:prstGeom>
          <a:solidFill>
            <a:srgbClr val="9FE1B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rgbClr val="000000"/>
                </a:solidFill>
                <a:latin typeface="IBM Plex Sans"/>
                <a:ea typeface="IBM Plex Sans"/>
                <a:cs typeface="IBM Plex Sans"/>
                <a:sym typeface="IBM Plex Sans"/>
              </a:rPr>
              <a:t>Key Features</a:t>
            </a:r>
            <a:r>
              <a:rPr lang="en-US" sz="1200" b="1" i="0" u="none" strike="noStrike" cap="none" baseline="30000" noProof="0">
                <a:solidFill>
                  <a:srgbClr val="000000"/>
                </a:solidFill>
                <a:latin typeface="IBM Plex Sans"/>
                <a:ea typeface="IBM Plex Sans"/>
                <a:cs typeface="IBM Plex Sans"/>
                <a:sym typeface="IBM Plex Sans"/>
              </a:rPr>
              <a:t>2,3</a:t>
            </a:r>
          </a:p>
        </p:txBody>
      </p:sp>
      <p:sp>
        <p:nvSpPr>
          <p:cNvPr id="2268" name="Google Shape;2268;g3b23322d595_2_1303"/>
          <p:cNvSpPr/>
          <p:nvPr/>
        </p:nvSpPr>
        <p:spPr>
          <a:xfrm>
            <a:off x="6384576" y="2141808"/>
            <a:ext cx="5433774" cy="305059"/>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a:solidFill>
                  <a:srgbClr val="FFFFFF"/>
                </a:solidFill>
                <a:latin typeface="IBM Plex Sans"/>
                <a:ea typeface="IBM Plex Sans"/>
                <a:cs typeface="IBM Plex Sans"/>
                <a:sym typeface="IBM Plex Sans"/>
              </a:rPr>
              <a:t>Key Benefits</a:t>
            </a:r>
            <a:r>
              <a:rPr lang="en-US" sz="1200" b="1" i="0" u="none" strike="noStrike" cap="none" baseline="30000" noProof="0">
                <a:solidFill>
                  <a:srgbClr val="FFFFFF"/>
                </a:solidFill>
                <a:latin typeface="IBM Plex Sans"/>
                <a:ea typeface="IBM Plex Sans"/>
                <a:cs typeface="IBM Plex Sans"/>
                <a:sym typeface="IBM Plex Sans"/>
              </a:rPr>
              <a:t>3,4,5</a:t>
            </a:r>
          </a:p>
        </p:txBody>
      </p:sp>
      <p:sp>
        <p:nvSpPr>
          <p:cNvPr id="2269" name="Google Shape;2269;g3b23322d595_2_1303"/>
          <p:cNvSpPr/>
          <p:nvPr/>
        </p:nvSpPr>
        <p:spPr>
          <a:xfrm>
            <a:off x="450090" y="5524526"/>
            <a:ext cx="11368260" cy="657695"/>
          </a:xfrm>
          <a:prstGeom prst="rect">
            <a:avLst/>
          </a:prstGeom>
          <a:solidFill>
            <a:srgbClr val="7FD7A7"/>
          </a:solidFill>
          <a:ln>
            <a:noFill/>
          </a:ln>
        </p:spPr>
        <p:txBody>
          <a:bodyPr spcFirstLastPara="1" wrap="square" lIns="91425" tIns="45700" rIns="91425" bIns="45700" anchor="ctr" anchorCtr="0">
            <a:noAutofit/>
          </a:bodyPr>
          <a:lstStyle/>
          <a:p>
            <a:pPr lvl="0" algn="ctr">
              <a:buSzPts val="1200"/>
            </a:pPr>
            <a:r>
              <a:rPr lang="en-US" b="1" noProof="0">
                <a:latin typeface="IBM Plex Sans"/>
              </a:rPr>
              <a:t>AI Max increases search revenue by optimizing campaigns to raise auction competition and ad relevance, driving higher CPCs, stronger conversion rates, and increased advertiser spend</a:t>
            </a:r>
            <a:endParaRPr lang="en-US" b="1" i="0" u="none" strike="noStrike" cap="none" noProof="0">
              <a:solidFill>
                <a:srgbClr val="000000"/>
              </a:solidFill>
              <a:latin typeface="IBM Plex Sans"/>
              <a:ea typeface="IBM Plex Sans"/>
              <a:cs typeface="IBM Plex Sans"/>
              <a:sym typeface="IBM Plex Sans"/>
            </a:endParaRPr>
          </a:p>
        </p:txBody>
      </p:sp>
      <p:sp>
        <p:nvSpPr>
          <p:cNvPr id="2270" name="Google Shape;2270;g3b23322d595_2_1303"/>
          <p:cNvSpPr txBox="1"/>
          <p:nvPr/>
        </p:nvSpPr>
        <p:spPr>
          <a:xfrm>
            <a:off x="404321" y="6402313"/>
            <a:ext cx="8458200" cy="107722"/>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IBM Plex Sans"/>
                <a:cs typeface="IBM Plex Sans"/>
                <a:sym typeface="IBM Plex Sans"/>
              </a:rPr>
              <a:t>Sources: </a:t>
            </a:r>
            <a:r>
              <a:rPr lang="en-US" sz="700"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1) </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Search Engine Land</a:t>
            </a:r>
            <a:r>
              <a:rPr lang="en-US" sz="700" u="sng"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2) </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Search Engine Land</a:t>
            </a:r>
            <a:r>
              <a:rPr lang="en-US" sz="700" u="sng"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3) </a:t>
            </a:r>
            <a:r>
              <a:rPr lang="en-US" sz="700" b="0" i="0" u="sng" strike="noStrike" cap="none"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Google Blog</a:t>
            </a:r>
            <a:r>
              <a:rPr lang="en-US" sz="700" u="sng"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4) </a:t>
            </a:r>
            <a:r>
              <a:rPr lang="en-US" sz="700" b="0" i="0" u="sng" strike="noStrike" cap="none" noProof="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PPC Juice</a:t>
            </a:r>
            <a:r>
              <a:rPr lang="en-US" sz="700" u="sng"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5) </a:t>
            </a:r>
            <a:r>
              <a:rPr lang="en-US" sz="700" b="0" i="0" u="sng" strike="noStrike" cap="none" noProof="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Naira Metrics</a:t>
            </a:r>
            <a:r>
              <a:rPr lang="en-US" sz="700" u="sng"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 </a:t>
            </a:r>
            <a:r>
              <a:rPr lang="en-US" sz="700" noProof="0">
                <a:solidFill>
                  <a:srgbClr val="7F7F7F"/>
                </a:solidFill>
                <a:latin typeface="IBM Plex Sans"/>
                <a:ea typeface="IBM Plex Sans"/>
                <a:cs typeface="IBM Plex Sans"/>
                <a:sym typeface="IBM Plex Sans"/>
              </a:rPr>
              <a:t>(</a:t>
            </a:r>
            <a:r>
              <a:rPr lang="en-US" sz="700" b="0" i="0" u="none" strike="noStrike" cap="none" noProof="0">
                <a:solidFill>
                  <a:srgbClr val="7F7F7F"/>
                </a:solidFill>
                <a:latin typeface="IBM Plex Sans"/>
                <a:ea typeface="IBM Plex Sans"/>
                <a:cs typeface="IBM Plex Sans"/>
                <a:sym typeface="IBM Plex Sans"/>
              </a:rPr>
              <a:t>6) </a:t>
            </a:r>
            <a:r>
              <a:rPr lang="en-US" sz="700" b="0" i="0" u="sng" strike="noStrike" cap="none" noProof="0" err="1">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CMOtech</a:t>
            </a:r>
            <a:r>
              <a:rPr lang="en-US" sz="700" b="0" i="0" u="none" strike="noStrike" cap="none" noProof="0">
                <a:solidFill>
                  <a:srgbClr val="7F7F7F"/>
                </a:solidFill>
                <a:latin typeface="IBM Plex Sans"/>
                <a:ea typeface="IBM Plex Sans"/>
                <a:cs typeface="IBM Plex Sans"/>
                <a:sym typeface="IBM Plex Sans"/>
              </a:rPr>
              <a:t>  </a:t>
            </a:r>
            <a:endParaRPr lang="en-US" sz="700" b="0" i="0" u="none" strike="noStrike" cap="none" noProof="0">
              <a:solidFill>
                <a:srgbClr val="7F7F7F"/>
              </a:solidFill>
              <a:latin typeface="IBM Plex Sans"/>
              <a:ea typeface="IBM Plex Sans"/>
              <a:cs typeface="IBM Plex Sans"/>
            </a:endParaRPr>
          </a:p>
        </p:txBody>
      </p:sp>
      <p:sp>
        <p:nvSpPr>
          <p:cNvPr id="2271" name="Google Shape;2271;g3b23322d595_2_1303"/>
          <p:cNvSpPr/>
          <p:nvPr/>
        </p:nvSpPr>
        <p:spPr>
          <a:xfrm>
            <a:off x="450090" y="2469726"/>
            <a:ext cx="5416325" cy="2938958"/>
          </a:xfrm>
          <a:prstGeom prst="rect">
            <a:avLst/>
          </a:prstGeom>
          <a:noFill/>
          <a:ln w="12700" cap="flat" cmpd="sng">
            <a:solidFill>
              <a:srgbClr val="70AD47"/>
            </a:solidFill>
            <a:prstDash val="solid"/>
            <a:miter lim="800000"/>
            <a:headEnd type="none" w="sm" len="sm"/>
            <a:tailEnd type="none" w="sm" len="sm"/>
          </a:ln>
        </p:spPr>
        <p:txBody>
          <a:bodyPr spcFirstLastPara="1" wrap="square" lIns="91425" tIns="45700" rIns="91425" bIns="45700" anchor="t" anchorCtr="0">
            <a:noAutofit/>
          </a:bodyPr>
          <a:lstStyle/>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100" b="1" i="0" u="none" strike="noStrike" cap="none" noProof="0">
                <a:solidFill>
                  <a:srgbClr val="000000"/>
                </a:solidFill>
                <a:latin typeface="IBM Plex Sans"/>
                <a:ea typeface="IBM Plex Sans"/>
                <a:cs typeface="IBM Plex Sans"/>
                <a:sym typeface="IBM Plex Sans"/>
              </a:rPr>
              <a:t>Search-Term Matching (Query Expansion): </a:t>
            </a:r>
            <a:r>
              <a:rPr lang="en-US" sz="1100" b="0" i="0" u="none" strike="noStrike" cap="none" noProof="0">
                <a:solidFill>
                  <a:srgbClr val="000000"/>
                </a:solidFill>
                <a:latin typeface="IBM Plex Sans"/>
                <a:ea typeface="IBM Plex Sans"/>
                <a:cs typeface="IBM Plex Sans"/>
                <a:sym typeface="IBM Plex Sans"/>
              </a:rPr>
              <a:t>Uses AI to identify relevant queries beyond your keyword list to capture incremental intent</a:t>
            </a:r>
            <a:endParaRPr lang="en-US" sz="1100" b="0" i="0" u="none" strike="noStrike" cap="none" noProof="0">
              <a:solidFill>
                <a:srgbClr val="000000"/>
              </a:solidFill>
              <a:latin typeface="IBM Plex Sans"/>
              <a:ea typeface="IBM Plex Sans"/>
              <a:cs typeface="IBM Plex Sans"/>
            </a:endParaRPr>
          </a:p>
          <a:p>
            <a:pPr marL="247650" marR="0" lvl="0" indent="-171450" algn="l" rtl="0">
              <a:lnSpc>
                <a:spcPct val="100000"/>
              </a:lnSpc>
              <a:spcBef>
                <a:spcPts val="0"/>
              </a:spcBef>
              <a:spcAft>
                <a:spcPts val="0"/>
              </a:spcAft>
              <a:buClr>
                <a:srgbClr val="000000"/>
              </a:buClr>
              <a:buSzPts val="1200"/>
              <a:buFont typeface="Arial" panose="020B0604020202020204" pitchFamily="34" charset="0"/>
              <a:buChar char="•"/>
            </a:pPr>
            <a:endParaRPr lang="en-US" sz="1100" b="0" i="0" u="none" strike="noStrike" cap="none" noProof="0">
              <a:solidFill>
                <a:srgbClr val="000000"/>
              </a:solidFill>
              <a:latin typeface="IBM Plex Sans"/>
              <a:ea typeface="IBM Plex Sans"/>
              <a:cs typeface="IBM Plex Sans"/>
            </a:endParaRPr>
          </a:p>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100" b="1" i="0" u="none" strike="noStrike" cap="none" noProof="0">
                <a:solidFill>
                  <a:srgbClr val="000000"/>
                </a:solidFill>
                <a:latin typeface="IBM Plex Sans"/>
                <a:ea typeface="IBM Plex Sans"/>
                <a:cs typeface="IBM Plex Sans"/>
                <a:sym typeface="IBM Plex Sans"/>
              </a:rPr>
              <a:t>Text Asset Customization (Dynamic Creative): </a:t>
            </a:r>
            <a:r>
              <a:rPr lang="en-US" sz="1100" b="0" i="0" u="none" strike="noStrike" cap="none" noProof="0">
                <a:solidFill>
                  <a:srgbClr val="000000"/>
                </a:solidFill>
                <a:latin typeface="IBM Plex Sans"/>
                <a:ea typeface="IBM Plex Sans"/>
                <a:cs typeface="IBM Plex Sans"/>
                <a:sym typeface="IBM Plex Sans"/>
              </a:rPr>
              <a:t>Automatically generates and adapts ad copy from existing assets and landing pages</a:t>
            </a:r>
            <a:endParaRPr lang="en-US" sz="1100" b="0" i="0" u="none" strike="noStrike" cap="none" noProof="0">
              <a:solidFill>
                <a:srgbClr val="000000"/>
              </a:solidFill>
              <a:latin typeface="IBM Plex Sans"/>
              <a:ea typeface="IBM Plex Sans"/>
              <a:cs typeface="IBM Plex Sans"/>
            </a:endParaRPr>
          </a:p>
          <a:p>
            <a:pPr marL="247650" marR="0" lvl="0" indent="-171450" algn="l" rtl="0">
              <a:lnSpc>
                <a:spcPct val="100000"/>
              </a:lnSpc>
              <a:spcBef>
                <a:spcPts val="0"/>
              </a:spcBef>
              <a:spcAft>
                <a:spcPts val="0"/>
              </a:spcAft>
              <a:buClr>
                <a:srgbClr val="000000"/>
              </a:buClr>
              <a:buSzPts val="1200"/>
              <a:buFont typeface="Arial" panose="020B0604020202020204" pitchFamily="34" charset="0"/>
              <a:buChar char="•"/>
            </a:pPr>
            <a:endParaRPr lang="en-US" sz="1100" b="0" i="0" u="none" strike="noStrike" cap="none" noProof="0">
              <a:solidFill>
                <a:srgbClr val="000000"/>
              </a:solidFill>
              <a:latin typeface="IBM Plex Sans"/>
              <a:ea typeface="IBM Plex Sans"/>
              <a:cs typeface="IBM Plex Sans"/>
              <a:sym typeface="IBM Plex Sans"/>
            </a:endParaRPr>
          </a:p>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100" b="1" i="0" u="none" strike="noStrike" cap="none" noProof="0">
                <a:solidFill>
                  <a:srgbClr val="000000"/>
                </a:solidFill>
                <a:latin typeface="IBM Plex Sans"/>
                <a:ea typeface="IBM Plex Sans"/>
                <a:cs typeface="IBM Plex Sans"/>
                <a:sym typeface="IBM Plex Sans"/>
              </a:rPr>
              <a:t>Final URL Expansion (Landing Page Optimization): </a:t>
            </a:r>
            <a:r>
              <a:rPr lang="en-US" sz="1100" b="0" i="0" u="none" strike="noStrike" cap="none" noProof="0">
                <a:solidFill>
                  <a:srgbClr val="000000"/>
                </a:solidFill>
                <a:latin typeface="IBM Plex Sans"/>
                <a:ea typeface="IBM Plex Sans"/>
                <a:cs typeface="IBM Plex Sans"/>
                <a:sym typeface="IBM Plex Sans"/>
              </a:rPr>
              <a:t>Routes users to the most relevant page based on query intent</a:t>
            </a:r>
            <a:endParaRPr lang="en-US" sz="1100" b="0" i="0" u="none" strike="noStrike" cap="none" noProof="0">
              <a:solidFill>
                <a:srgbClr val="000000"/>
              </a:solidFill>
              <a:latin typeface="IBM Plex Sans"/>
              <a:ea typeface="IBM Plex Sans"/>
              <a:cs typeface="IBM Plex Sans"/>
            </a:endParaRPr>
          </a:p>
          <a:p>
            <a:pPr marL="247650" marR="0" lvl="0" indent="-171450" algn="l" rtl="0">
              <a:lnSpc>
                <a:spcPct val="100000"/>
              </a:lnSpc>
              <a:spcBef>
                <a:spcPts val="0"/>
              </a:spcBef>
              <a:spcAft>
                <a:spcPts val="0"/>
              </a:spcAft>
              <a:buClr>
                <a:srgbClr val="000000"/>
              </a:buClr>
              <a:buSzPts val="1200"/>
              <a:buFont typeface="Arial" panose="020B0604020202020204" pitchFamily="34" charset="0"/>
              <a:buChar char="•"/>
            </a:pPr>
            <a:endParaRPr lang="en-US" sz="1100" b="0" i="0" u="none" strike="noStrike" cap="none" noProof="0">
              <a:solidFill>
                <a:srgbClr val="000000"/>
              </a:solidFill>
              <a:latin typeface="IBM Plex Sans"/>
              <a:ea typeface="IBM Plex Sans"/>
              <a:cs typeface="IBM Plex Sans"/>
              <a:sym typeface="IBM Plex Sans"/>
            </a:endParaRPr>
          </a:p>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100" b="1" i="0" u="none" strike="noStrike" cap="none" noProof="0">
                <a:solidFill>
                  <a:srgbClr val="000000"/>
                </a:solidFill>
                <a:latin typeface="IBM Plex Sans"/>
                <a:ea typeface="IBM Plex Sans"/>
                <a:cs typeface="IBM Plex Sans"/>
                <a:sym typeface="IBM Plex Sans"/>
              </a:rPr>
              <a:t>Controls &amp; Transparency: </a:t>
            </a:r>
            <a:r>
              <a:rPr lang="en-US" sz="1100" b="0" i="0" u="none" strike="noStrike" cap="none" noProof="0">
                <a:solidFill>
                  <a:srgbClr val="000000"/>
                </a:solidFill>
                <a:latin typeface="IBM Plex Sans"/>
                <a:ea typeface="IBM Plex Sans"/>
                <a:cs typeface="IBM Plex Sans"/>
                <a:sym typeface="IBM Plex Sans"/>
              </a:rPr>
              <a:t>Advertisers retain control over bids, budgets, match types, and reporting</a:t>
            </a:r>
            <a:endParaRPr lang="en-US" sz="1100" b="0" i="0" u="none" strike="noStrike" cap="none" noProof="0">
              <a:solidFill>
                <a:srgbClr val="000000"/>
              </a:solidFill>
              <a:latin typeface="IBM Plex Sans"/>
              <a:ea typeface="IBM Plex Sans"/>
              <a:cs typeface="IBM Plex Sans"/>
            </a:endParaRPr>
          </a:p>
          <a:p>
            <a:pPr marL="247650" marR="0" lvl="0" indent="-171450" algn="l" rtl="0">
              <a:lnSpc>
                <a:spcPct val="100000"/>
              </a:lnSpc>
              <a:spcBef>
                <a:spcPts val="0"/>
              </a:spcBef>
              <a:spcAft>
                <a:spcPts val="0"/>
              </a:spcAft>
              <a:buClr>
                <a:srgbClr val="000000"/>
              </a:buClr>
              <a:buSzPts val="1200"/>
              <a:buFont typeface="Arial" panose="020B0604020202020204" pitchFamily="34" charset="0"/>
              <a:buChar char="•"/>
            </a:pPr>
            <a:endParaRPr lang="en-US" sz="1100" b="0" i="0" u="none" strike="noStrike" cap="none" noProof="0">
              <a:solidFill>
                <a:srgbClr val="000000"/>
              </a:solidFill>
              <a:latin typeface="IBM Plex Sans"/>
              <a:ea typeface="IBM Plex Sans"/>
              <a:cs typeface="IBM Plex Sans"/>
              <a:sym typeface="IBM Plex Sans"/>
            </a:endParaRPr>
          </a:p>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100" b="1" i="0" u="none" strike="noStrike" cap="none" noProof="0">
                <a:solidFill>
                  <a:srgbClr val="000000"/>
                </a:solidFill>
                <a:latin typeface="IBM Plex Sans"/>
                <a:ea typeface="IBM Plex Sans"/>
                <a:cs typeface="IBM Plex Sans"/>
                <a:sym typeface="IBM Plex Sans"/>
              </a:rPr>
              <a:t>One-Click Experiments: </a:t>
            </a:r>
            <a:r>
              <a:rPr lang="en-US" sz="1100" b="0" i="0" u="none" strike="noStrike" cap="none" noProof="0">
                <a:solidFill>
                  <a:srgbClr val="000000"/>
                </a:solidFill>
                <a:latin typeface="IBM Plex Sans"/>
                <a:ea typeface="IBM Plex Sans"/>
                <a:cs typeface="IBM Plex Sans"/>
                <a:sym typeface="IBM Plex Sans"/>
              </a:rPr>
              <a:t>Enables direct comparison versus standard campaigns</a:t>
            </a:r>
            <a:endParaRPr lang="en-US" sz="1100" b="0" i="0" u="none" strike="noStrike" cap="none" noProof="0">
              <a:solidFill>
                <a:srgbClr val="000000"/>
              </a:solidFill>
              <a:latin typeface="IBM Plex Sans"/>
              <a:ea typeface="IBM Plex Sans"/>
              <a:cs typeface="IBM Plex Sans"/>
            </a:endParaRPr>
          </a:p>
        </p:txBody>
      </p:sp>
      <p:sp>
        <p:nvSpPr>
          <p:cNvPr id="2272" name="Google Shape;2272;g3b23322d595_2_1303"/>
          <p:cNvSpPr/>
          <p:nvPr/>
        </p:nvSpPr>
        <p:spPr>
          <a:xfrm>
            <a:off x="6384576" y="2469726"/>
            <a:ext cx="5403533" cy="2938958"/>
          </a:xfrm>
          <a:prstGeom prst="rect">
            <a:avLst/>
          </a:prstGeom>
          <a:noFill/>
          <a:ln w="12700" cap="flat" cmpd="sng">
            <a:solidFill>
              <a:srgbClr val="9F5FCF"/>
            </a:solidFill>
            <a:prstDash val="solid"/>
            <a:miter lim="800000"/>
            <a:headEnd type="none" w="sm" len="sm"/>
            <a:tailEnd type="none" w="sm" len="sm"/>
          </a:ln>
        </p:spPr>
        <p:txBody>
          <a:bodyPr spcFirstLastPara="1" wrap="square" lIns="91425" tIns="45700" rIns="91425" bIns="45700" anchor="t" anchorCtr="0">
            <a:noAutofit/>
          </a:bodyPr>
          <a:lstStyle/>
          <a:p>
            <a:pPr marL="171450" indent="-171450">
              <a:buSzPts val="1200"/>
              <a:buFont typeface="Arial" panose="020B0604020202020204" pitchFamily="34" charset="0"/>
              <a:buChar char="•"/>
            </a:pPr>
            <a:r>
              <a:rPr lang="en-US" sz="1100" b="1" i="0" u="none" strike="noStrike" cap="none" noProof="0">
                <a:solidFill>
                  <a:srgbClr val="000000"/>
                </a:solidFill>
                <a:latin typeface="IBM Plex Sans"/>
                <a:ea typeface="IBM Plex Sans"/>
                <a:cs typeface="IBM Plex Sans"/>
                <a:sym typeface="IBM Plex Sans"/>
              </a:rPr>
              <a:t>Improved </a:t>
            </a:r>
            <a:r>
              <a:rPr lang="en-US" sz="1100" b="1" noProof="0">
                <a:latin typeface="IBM Plex Sans"/>
                <a:ea typeface="IBM Plex Sans"/>
                <a:cs typeface="IBM Plex Sans"/>
                <a:sym typeface="IBM Plex Sans"/>
              </a:rPr>
              <a:t>conversions</a:t>
            </a:r>
            <a:r>
              <a:rPr lang="en-US" sz="1100" b="1" i="0" u="none" strike="noStrike" cap="none" noProof="0">
                <a:solidFill>
                  <a:srgbClr val="000000"/>
                </a:solidFill>
                <a:latin typeface="IBM Plex Sans"/>
                <a:ea typeface="IBM Plex Sans"/>
                <a:cs typeface="IBM Plex Sans"/>
                <a:sym typeface="IBM Plex Sans"/>
              </a:rPr>
              <a:t>: </a:t>
            </a:r>
            <a:r>
              <a:rPr lang="en-US" sz="1100" b="0" i="0" u="none" strike="noStrike" cap="none" noProof="0">
                <a:solidFill>
                  <a:srgbClr val="000000"/>
                </a:solidFill>
                <a:latin typeface="IBM Plex Sans"/>
                <a:ea typeface="IBM Plex Sans"/>
                <a:cs typeface="IBM Plex Sans"/>
                <a:sym typeface="IBM Plex Sans"/>
              </a:rPr>
              <a:t>AI Max can drive ~14% more conversions or conversion value at similar CPA/ROAS. Campaigns previously relying on exact or </a:t>
            </a:r>
            <a:r>
              <a:rPr lang="en-US" sz="1100" noProof="0">
                <a:latin typeface="IBM Plex Sans"/>
                <a:ea typeface="IBM Plex Sans"/>
                <a:cs typeface="IBM Plex Sans"/>
                <a:sym typeface="IBM Plex Sans"/>
              </a:rPr>
              <a:t>phrase-match</a:t>
            </a:r>
            <a:r>
              <a:rPr lang="en-US" sz="1100" b="0" i="0" u="none" strike="noStrike" cap="none" noProof="0">
                <a:solidFill>
                  <a:srgbClr val="000000"/>
                </a:solidFill>
                <a:latin typeface="IBM Plex Sans"/>
                <a:ea typeface="IBM Plex Sans"/>
                <a:cs typeface="IBM Plex Sans"/>
                <a:sym typeface="IBM Plex Sans"/>
              </a:rPr>
              <a:t> keywords may see </a:t>
            </a:r>
            <a:r>
              <a:rPr lang="en-US" sz="1100" noProof="0">
                <a:latin typeface="IBM Plex Sans"/>
                <a:ea typeface="IBM Plex Sans"/>
                <a:cs typeface="IBM Plex Sans"/>
                <a:sym typeface="IBM Plex Sans"/>
              </a:rPr>
              <a:t>uplifts</a:t>
            </a:r>
            <a:r>
              <a:rPr lang="en-US" sz="1100" b="0" i="0" u="none" strike="noStrike" cap="none" noProof="0">
                <a:solidFill>
                  <a:srgbClr val="000000"/>
                </a:solidFill>
                <a:latin typeface="IBM Plex Sans"/>
                <a:ea typeface="IBM Plex Sans"/>
                <a:cs typeface="IBM Plex Sans"/>
                <a:sym typeface="IBM Plex Sans"/>
              </a:rPr>
              <a:t> </a:t>
            </a:r>
            <a:r>
              <a:rPr lang="en-US" sz="1100" noProof="0">
                <a:latin typeface="IBM Plex Sans"/>
                <a:ea typeface="IBM Plex Sans"/>
                <a:cs typeface="IBM Plex Sans"/>
                <a:sym typeface="IBM Plex Sans"/>
              </a:rPr>
              <a:t>of up</a:t>
            </a:r>
            <a:r>
              <a:rPr lang="en-US" sz="1100" b="0" i="0" u="none" strike="noStrike" cap="none" noProof="0">
                <a:solidFill>
                  <a:srgbClr val="000000"/>
                </a:solidFill>
                <a:latin typeface="IBM Plex Sans"/>
                <a:ea typeface="IBM Plex Sans"/>
                <a:cs typeface="IBM Plex Sans"/>
                <a:sym typeface="IBM Plex Sans"/>
              </a:rPr>
              <a:t> to ~27%</a:t>
            </a:r>
            <a:endParaRPr lang="en-US" sz="1100" b="0" i="0" u="none" strike="noStrike" cap="none" noProof="0">
              <a:solidFill>
                <a:srgbClr val="000000"/>
              </a:solidFill>
              <a:latin typeface="IBM Plex Sans"/>
              <a:ea typeface="IBM Plex Sans"/>
              <a:cs typeface="IBM Plex Sans"/>
            </a:endParaRPr>
          </a:p>
          <a:p>
            <a:pPr marL="247650" marR="0" lvl="0" indent="-171450" algn="l" rtl="0">
              <a:lnSpc>
                <a:spcPct val="100000"/>
              </a:lnSpc>
              <a:spcBef>
                <a:spcPts val="0"/>
              </a:spcBef>
              <a:spcAft>
                <a:spcPts val="0"/>
              </a:spcAft>
              <a:buClr>
                <a:srgbClr val="000000"/>
              </a:buClr>
              <a:buSzPts val="1200"/>
              <a:buFont typeface="Arial" panose="020B0604020202020204" pitchFamily="34" charset="0"/>
              <a:buChar char="•"/>
            </a:pPr>
            <a:endParaRPr lang="en-US" sz="1100" b="0" i="0" u="none" strike="noStrike" cap="none" noProof="0">
              <a:solidFill>
                <a:srgbClr val="000000"/>
              </a:solidFill>
              <a:latin typeface="IBM Plex Sans"/>
              <a:ea typeface="IBM Plex Sans"/>
              <a:cs typeface="IBM Plex Sans"/>
            </a:endParaRPr>
          </a:p>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100" b="1" i="0" u="none" strike="noStrike" cap="none" noProof="0">
                <a:solidFill>
                  <a:srgbClr val="000000"/>
                </a:solidFill>
                <a:latin typeface="IBM Plex Sans"/>
                <a:ea typeface="IBM Plex Sans"/>
                <a:cs typeface="IBM Plex Sans"/>
                <a:sym typeface="IBM Plex Sans"/>
              </a:rPr>
              <a:t>Small business advantage and competitiveness: </a:t>
            </a:r>
            <a:r>
              <a:rPr lang="en-US" sz="1100" b="0" i="0" u="none" strike="noStrike" cap="none" noProof="0">
                <a:solidFill>
                  <a:srgbClr val="000000"/>
                </a:solidFill>
                <a:latin typeface="IBM Plex Sans"/>
                <a:ea typeface="IBM Plex Sans"/>
                <a:cs typeface="IBM Plex Sans"/>
                <a:sym typeface="IBM Plex Sans"/>
              </a:rPr>
              <a:t>By automating keyword expansion, ad copy generation, and landing-page optimization, AI Max allows smaller advertisers to compete more effectively and capture incremental traffic</a:t>
            </a:r>
            <a:endParaRPr lang="en-US" sz="1100" b="0" i="0" u="none" strike="noStrike" cap="none" noProof="0">
              <a:solidFill>
                <a:srgbClr val="000000"/>
              </a:solidFill>
              <a:latin typeface="IBM Plex Sans"/>
              <a:ea typeface="IBM Plex Sans"/>
              <a:cs typeface="IBM Plex Sans"/>
            </a:endParaRPr>
          </a:p>
          <a:p>
            <a:pPr marL="247650" marR="0" lvl="0" indent="-171450" algn="l" rtl="0">
              <a:lnSpc>
                <a:spcPct val="100000"/>
              </a:lnSpc>
              <a:spcBef>
                <a:spcPts val="0"/>
              </a:spcBef>
              <a:spcAft>
                <a:spcPts val="0"/>
              </a:spcAft>
              <a:buClr>
                <a:srgbClr val="000000"/>
              </a:buClr>
              <a:buSzPts val="1200"/>
              <a:buFont typeface="Arial" panose="020B0604020202020204" pitchFamily="34" charset="0"/>
              <a:buChar char="•"/>
            </a:pPr>
            <a:endParaRPr lang="en-US" sz="1100" b="0" i="0" u="none" strike="noStrike" cap="none" noProof="0">
              <a:solidFill>
                <a:srgbClr val="000000"/>
              </a:solidFill>
              <a:latin typeface="IBM Plex Sans"/>
              <a:ea typeface="IBM Plex Sans"/>
              <a:cs typeface="IBM Plex Sans"/>
            </a:endParaRPr>
          </a:p>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100" b="1" i="0" u="none" strike="noStrike" cap="none" noProof="0">
                <a:solidFill>
                  <a:srgbClr val="000000"/>
                </a:solidFill>
                <a:latin typeface="IBM Plex Sans"/>
                <a:ea typeface="IBM Plex Sans"/>
                <a:cs typeface="IBM Plex Sans"/>
                <a:sym typeface="IBM Plex Sans"/>
              </a:rPr>
              <a:t>Ease of use and efficiency: </a:t>
            </a:r>
            <a:r>
              <a:rPr lang="en-US" sz="1100" noProof="0">
                <a:latin typeface="IBM Plex Sans"/>
                <a:ea typeface="IBM Plex Sans"/>
                <a:cs typeface="IBM Plex Sans"/>
                <a:sym typeface="IBM Plex Sans"/>
              </a:rPr>
              <a:t>R</a:t>
            </a:r>
            <a:r>
              <a:rPr lang="en-US" sz="1100" b="0" i="0" u="none" strike="noStrike" cap="none" noProof="0">
                <a:solidFill>
                  <a:srgbClr val="000000"/>
                </a:solidFill>
                <a:latin typeface="IBM Plex Sans"/>
                <a:ea typeface="IBM Plex Sans"/>
                <a:cs typeface="IBM Plex Sans"/>
                <a:sym typeface="IBM Plex Sans"/>
              </a:rPr>
              <a:t>educes the need for manual management, making it easier for teams with limited expertise to maintain high-performing Search campaigns</a:t>
            </a:r>
          </a:p>
        </p:txBody>
      </p:sp>
      <p:sp>
        <p:nvSpPr>
          <p:cNvPr id="2273" name="Google Shape;2273;g3b23322d595_2_1303"/>
          <p:cNvSpPr/>
          <p:nvPr/>
        </p:nvSpPr>
        <p:spPr>
          <a:xfrm rot="5400000">
            <a:off x="4963670" y="3878081"/>
            <a:ext cx="2323651" cy="181739"/>
          </a:xfrm>
          <a:prstGeom prst="triangle">
            <a:avLst>
              <a:gd name="adj" fmla="val 50000"/>
            </a:avLst>
          </a:prstGeom>
          <a:solidFill>
            <a:srgbClr val="DBDBDB"/>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3" name="Google Shape;932;g3b2110f3d24_0_616">
            <a:extLst>
              <a:ext uri="{FF2B5EF4-FFF2-40B4-BE49-F238E27FC236}">
                <a16:creationId xmlns:a16="http://schemas.microsoft.com/office/drawing/2014/main" id="{239C3D6E-59D1-92DA-F012-327F4440E882}"/>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72</a:t>
            </a:fld>
            <a:endParaRPr lang="en-US" noProof="0"/>
          </a:p>
        </p:txBody>
      </p:sp>
      <p:sp>
        <p:nvSpPr>
          <p:cNvPr id="4" name="CaixaDeTexto 3">
            <a:extLst>
              <a:ext uri="{FF2B5EF4-FFF2-40B4-BE49-F238E27FC236}">
                <a16:creationId xmlns:a16="http://schemas.microsoft.com/office/drawing/2014/main" id="{540AE570-FB52-87FC-579C-9CCD561E3180}"/>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Max</a:t>
            </a:r>
          </a:p>
        </p:txBody>
      </p:sp>
    </p:spTree>
    <p:extLst>
      <p:ext uri="{BB962C8B-B14F-4D97-AF65-F5344CB8AC3E}">
        <p14:creationId xmlns:p14="http://schemas.microsoft.com/office/powerpoint/2010/main" val="343621803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2308"/>
        <p:cNvGrpSpPr/>
        <p:nvPr/>
      </p:nvGrpSpPr>
      <p:grpSpPr>
        <a:xfrm>
          <a:off x="0" y="0"/>
          <a:ext cx="0" cy="0"/>
          <a:chOff x="0" y="0"/>
          <a:chExt cx="0" cy="0"/>
        </a:xfrm>
      </p:grpSpPr>
      <p:sp>
        <p:nvSpPr>
          <p:cNvPr id="2309" name="Google Shape;2309;g3b23322d595_2_1346"/>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SzPts val="1800"/>
              <a:buNone/>
            </a:pPr>
            <a:r>
              <a:rPr lang="en-US" noProof="0"/>
              <a:t>AI Max (</a:t>
            </a:r>
            <a:r>
              <a:rPr lang="en-US" noProof="0" err="1"/>
              <a:t>PMax</a:t>
            </a:r>
            <a:r>
              <a:rPr lang="en-US" noProof="0"/>
              <a:t>) unifies creative, targeting, and bidding to shift budgets into automated formats</a:t>
            </a:r>
          </a:p>
        </p:txBody>
      </p:sp>
      <p:sp>
        <p:nvSpPr>
          <p:cNvPr id="2310" name="Google Shape;2310;g3b23322d595_2_1346"/>
          <p:cNvSpPr txBox="1"/>
          <p:nvPr/>
        </p:nvSpPr>
        <p:spPr>
          <a:xfrm>
            <a:off x="404321" y="6410106"/>
            <a:ext cx="8458200" cy="107722"/>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IBM Plex Sans"/>
                <a:cs typeface="IBM Plex Sans"/>
                <a:sym typeface="IBM Plex Sans"/>
              </a:rPr>
              <a:t>Sources: (1) </a:t>
            </a:r>
            <a:r>
              <a:rPr lang="en-US" sz="700" b="0" i="0" u="sng" strike="noStrike" cap="none"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Google Support</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Google Marketing Live 2024</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Alphabet IR</a:t>
            </a:r>
            <a:endParaRPr lang="en-US" sz="700" b="0" i="0" u="none" strike="noStrike" cap="none" noProof="0">
              <a:solidFill>
                <a:srgbClr val="7F7F7F"/>
              </a:solidFill>
              <a:latin typeface="IBM Plex Sans"/>
              <a:ea typeface="IBM Plex Sans"/>
              <a:cs typeface="IBM Plex Sans"/>
              <a:sym typeface="IBM Plex Sans"/>
            </a:endParaRPr>
          </a:p>
        </p:txBody>
      </p:sp>
      <p:grpSp>
        <p:nvGrpSpPr>
          <p:cNvPr id="2311" name="Google Shape;2311;g3b23322d595_2_1346"/>
          <p:cNvGrpSpPr/>
          <p:nvPr/>
        </p:nvGrpSpPr>
        <p:grpSpPr>
          <a:xfrm>
            <a:off x="420595" y="1484313"/>
            <a:ext cx="11368259" cy="3889374"/>
            <a:chOff x="574394" y="1351699"/>
            <a:chExt cx="11154510" cy="4006470"/>
          </a:xfrm>
        </p:grpSpPr>
        <p:sp>
          <p:nvSpPr>
            <p:cNvPr id="2312" name="Google Shape;2312;g3b23322d595_2_1346"/>
            <p:cNvSpPr txBox="1"/>
            <p:nvPr/>
          </p:nvSpPr>
          <p:spPr>
            <a:xfrm>
              <a:off x="574394" y="1351699"/>
              <a:ext cx="3499895" cy="576539"/>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400" b="1" i="0" u="none" strike="noStrike" cap="none" noProof="0">
                  <a:solidFill>
                    <a:srgbClr val="FFFFFF"/>
                  </a:solidFill>
                  <a:latin typeface="IBM Plex Sans"/>
                  <a:ea typeface="IBM Plex Sans"/>
                  <a:cs typeface="IBM Plex Sans"/>
                  <a:sym typeface="IBM Plex Sans"/>
                </a:rPr>
                <a:t>Features</a:t>
              </a:r>
              <a:endParaRPr lang="en-US" sz="1200" b="0" i="0" u="none" strike="noStrike" cap="none" noProof="0">
                <a:solidFill>
                  <a:srgbClr val="000000"/>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600"/>
                <a:buFont typeface="Arial"/>
                <a:buNone/>
              </a:pPr>
              <a:r>
                <a:rPr lang="en-US" sz="1400" b="0" i="0" u="none" strike="noStrike" cap="none" noProof="0">
                  <a:solidFill>
                    <a:srgbClr val="FFFFFF"/>
                  </a:solidFill>
                  <a:latin typeface="IBM Plex Sans"/>
                  <a:ea typeface="IBM Plex Sans"/>
                  <a:cs typeface="IBM Plex Sans"/>
                  <a:sym typeface="IBM Plex Sans"/>
                </a:rPr>
                <a:t>What AI Max introduces</a:t>
              </a:r>
              <a:endParaRPr lang="en-US" sz="1200" b="0" i="0" u="none" strike="noStrike" cap="none" noProof="0">
                <a:solidFill>
                  <a:srgbClr val="000000"/>
                </a:solidFill>
                <a:latin typeface="IBM Plex Sans"/>
                <a:ea typeface="IBM Plex Sans"/>
                <a:cs typeface="IBM Plex Sans"/>
                <a:sym typeface="IBM Plex Sans"/>
              </a:endParaRPr>
            </a:p>
          </p:txBody>
        </p:sp>
        <p:sp>
          <p:nvSpPr>
            <p:cNvPr id="2313" name="Google Shape;2313;g3b23322d595_2_1346"/>
            <p:cNvSpPr txBox="1"/>
            <p:nvPr/>
          </p:nvSpPr>
          <p:spPr>
            <a:xfrm>
              <a:off x="4401701" y="1351699"/>
              <a:ext cx="3499895" cy="576539"/>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400" b="1" i="0" u="none" strike="noStrike" cap="none" noProof="0">
                  <a:solidFill>
                    <a:srgbClr val="FFFFFF"/>
                  </a:solidFill>
                  <a:latin typeface="IBM Plex Sans"/>
                  <a:ea typeface="IBM Plex Sans"/>
                  <a:cs typeface="IBM Plex Sans"/>
                  <a:sym typeface="IBM Plex Sans"/>
                </a:rPr>
                <a:t>Impact on </a:t>
              </a:r>
              <a:r>
                <a:rPr lang="en-US" b="1" noProof="0">
                  <a:solidFill>
                    <a:srgbClr val="FFFFFF"/>
                  </a:solidFill>
                  <a:latin typeface="IBM Plex Sans"/>
                  <a:ea typeface="IBM Plex Sans"/>
                  <a:cs typeface="IBM Plex Sans"/>
                  <a:sym typeface="IBM Plex Sans"/>
                </a:rPr>
                <a:t>Advertisers</a:t>
              </a:r>
              <a:r>
                <a:rPr lang="en-US" sz="1400" b="1" i="0" u="none" strike="noStrike" cap="none" noProof="0">
                  <a:solidFill>
                    <a:srgbClr val="FFFFFF"/>
                  </a:solidFill>
                  <a:latin typeface="IBM Plex Sans"/>
                  <a:ea typeface="IBM Plex Sans"/>
                  <a:cs typeface="IBM Plex Sans"/>
                  <a:sym typeface="IBM Plex Sans"/>
                </a:rPr>
                <a:t> &amp; Competitors</a:t>
              </a:r>
              <a:endParaRPr lang="en-US" sz="1200" b="0" i="0" u="none" strike="noStrike" cap="none" noProof="0">
                <a:solidFill>
                  <a:srgbClr val="000000"/>
                </a:solidFill>
                <a:latin typeface="IBM Plex Sans"/>
                <a:ea typeface="IBM Plex Sans"/>
                <a:cs typeface="IBM Plex Sans"/>
                <a:sym typeface="IBM Plex Sans"/>
              </a:endParaRPr>
            </a:p>
            <a:p>
              <a:pPr marL="0" marR="0" lvl="1" indent="0" algn="ctr" rtl="0">
                <a:lnSpc>
                  <a:spcPct val="100000"/>
                </a:lnSpc>
                <a:spcBef>
                  <a:spcPts val="0"/>
                </a:spcBef>
                <a:spcAft>
                  <a:spcPts val="0"/>
                </a:spcAft>
                <a:buClr>
                  <a:srgbClr val="000000"/>
                </a:buClr>
                <a:buSzPts val="1600"/>
                <a:buFont typeface="Arial"/>
                <a:buNone/>
              </a:pPr>
              <a:r>
                <a:rPr lang="en-US" b="0" i="0" u="none" strike="noStrike" cap="none" noProof="0">
                  <a:solidFill>
                    <a:srgbClr val="FFFFFF"/>
                  </a:solidFill>
                  <a:latin typeface="IBM Plex Sans"/>
                  <a:ea typeface="IBM Plex Sans"/>
                  <a:cs typeface="IBM Plex Sans"/>
                  <a:sym typeface="IBM Plex Sans"/>
                </a:rPr>
                <a:t>How the market shifts</a:t>
              </a:r>
              <a:endParaRPr lang="en-US" b="0" i="0" u="none" strike="noStrike" cap="none" noProof="0">
                <a:solidFill>
                  <a:srgbClr val="000000"/>
                </a:solidFill>
                <a:latin typeface="IBM Plex Sans"/>
                <a:ea typeface="IBM Plex Sans"/>
                <a:cs typeface="IBM Plex Sans"/>
              </a:endParaRPr>
            </a:p>
          </p:txBody>
        </p:sp>
        <p:sp>
          <p:nvSpPr>
            <p:cNvPr id="2314" name="Google Shape;2314;g3b23322d595_2_1346"/>
            <p:cNvSpPr txBox="1"/>
            <p:nvPr/>
          </p:nvSpPr>
          <p:spPr>
            <a:xfrm>
              <a:off x="8229009" y="1351699"/>
              <a:ext cx="3499895" cy="576539"/>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400" b="1" i="0" u="none" strike="noStrike" cap="none" noProof="0">
                  <a:solidFill>
                    <a:srgbClr val="FFFFFF"/>
                  </a:solidFill>
                  <a:latin typeface="IBM Plex Sans"/>
                  <a:ea typeface="IBM Plex Sans"/>
                  <a:cs typeface="IBM Plex Sans"/>
                  <a:sym typeface="IBM Plex Sans"/>
                </a:rPr>
                <a:t>Revenue Effects</a:t>
              </a:r>
              <a:endParaRPr lang="en-US" sz="1200" b="0" i="0" u="none" strike="noStrike" cap="none" noProof="0">
                <a:solidFill>
                  <a:srgbClr val="000000"/>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600"/>
                <a:buFont typeface="Arial"/>
                <a:buNone/>
              </a:pPr>
              <a:r>
                <a:rPr lang="en-US" sz="1400" b="0" i="0" u="none" strike="noStrike" cap="none" noProof="0">
                  <a:solidFill>
                    <a:srgbClr val="FFFFFF"/>
                  </a:solidFill>
                  <a:latin typeface="IBM Plex Sans"/>
                  <a:ea typeface="IBM Plex Sans"/>
                  <a:cs typeface="IBM Plex Sans"/>
                  <a:sym typeface="IBM Plex Sans"/>
                </a:rPr>
                <a:t>How it benefits Google</a:t>
              </a:r>
              <a:endParaRPr lang="en-US" sz="1200" b="0" i="0" u="none" strike="noStrike" cap="none" noProof="0">
                <a:solidFill>
                  <a:srgbClr val="000000"/>
                </a:solidFill>
                <a:latin typeface="IBM Plex Sans"/>
                <a:ea typeface="IBM Plex Sans"/>
                <a:cs typeface="IBM Plex Sans"/>
                <a:sym typeface="IBM Plex Sans"/>
              </a:endParaRPr>
            </a:p>
          </p:txBody>
        </p:sp>
        <p:sp>
          <p:nvSpPr>
            <p:cNvPr id="2315" name="Google Shape;2315;g3b23322d595_2_1346"/>
            <p:cNvSpPr txBox="1"/>
            <p:nvPr/>
          </p:nvSpPr>
          <p:spPr>
            <a:xfrm>
              <a:off x="574394" y="1928239"/>
              <a:ext cx="3499895" cy="3429930"/>
            </a:xfrm>
            <a:prstGeom prst="rect">
              <a:avLst/>
            </a:prstGeom>
            <a:noFill/>
            <a:ln w="9525" cap="flat" cmpd="sng">
              <a:solidFill>
                <a:srgbClr val="F2F2F2"/>
              </a:solidFill>
              <a:prstDash val="solid"/>
              <a:round/>
              <a:headEnd type="none" w="sm" len="sm"/>
              <a:tailEnd type="none" w="sm" len="sm"/>
            </a:ln>
          </p:spPr>
          <p:txBody>
            <a:bodyPr spcFirstLastPara="1" wrap="square" lIns="91425" tIns="91425" rIns="91425" bIns="91425" anchor="t" anchorCtr="0">
              <a:noAutofit/>
            </a:bodyPr>
            <a:lstStyle/>
            <a:p>
              <a:pPr marL="285750" marR="0" lvl="0" indent="-285750" algn="l" rtl="0">
                <a:lnSpc>
                  <a:spcPct val="100000"/>
                </a:lnSpc>
                <a:spcBef>
                  <a:spcPts val="0"/>
                </a:spcBef>
                <a:spcAft>
                  <a:spcPts val="0"/>
                </a:spcAft>
                <a:buClr>
                  <a:srgbClr val="000000"/>
                </a:buClr>
                <a:buSzPts val="1400"/>
                <a:buFont typeface="Arial"/>
                <a:buChar char="•"/>
              </a:pPr>
              <a:r>
                <a:rPr lang="en-US" sz="1400" b="1" i="0" u="none" strike="noStrike" cap="none" noProof="0">
                  <a:solidFill>
                    <a:srgbClr val="000000"/>
                  </a:solidFill>
                  <a:latin typeface="IBM Plex Sans"/>
                  <a:ea typeface="IBM Plex Sans"/>
                  <a:cs typeface="IBM Plex Sans"/>
                  <a:sym typeface="IBM Plex Sans"/>
                </a:rPr>
                <a:t>Unified automation </a:t>
              </a:r>
              <a:r>
                <a:rPr lang="en-US" sz="1400" b="0" i="0" u="none" strike="noStrike" cap="none" noProof="0">
                  <a:solidFill>
                    <a:srgbClr val="000000"/>
                  </a:solidFill>
                  <a:latin typeface="IBM Plex Sans"/>
                  <a:ea typeface="IBM Plex Sans"/>
                  <a:cs typeface="IBM Plex Sans"/>
                  <a:sym typeface="IBM Plex Sans"/>
                </a:rPr>
                <a:t>across Search, Shopping, YouTube, Display, and Discover</a:t>
              </a:r>
            </a:p>
            <a:p>
              <a:pPr marL="285750" marR="0" lvl="0" indent="-285750" algn="l" rtl="0">
                <a:lnSpc>
                  <a:spcPct val="100000"/>
                </a:lnSpc>
                <a:spcBef>
                  <a:spcPts val="0"/>
                </a:spcBef>
                <a:spcAft>
                  <a:spcPts val="0"/>
                </a:spcAft>
                <a:buClr>
                  <a:srgbClr val="000000"/>
                </a:buClr>
                <a:buSzPts val="1400"/>
                <a:buFont typeface="Arial"/>
                <a:buChar char="•"/>
              </a:pPr>
              <a:r>
                <a:rPr lang="en-US" sz="1400" b="1" i="0" u="none" strike="noStrike" cap="none" noProof="0">
                  <a:solidFill>
                    <a:srgbClr val="000000"/>
                  </a:solidFill>
                  <a:latin typeface="IBM Plex Sans"/>
                  <a:ea typeface="IBM Plex Sans"/>
                  <a:cs typeface="IBM Plex Sans"/>
                  <a:sym typeface="IBM Plex Sans"/>
                </a:rPr>
                <a:t>Generative-AI creative assets </a:t>
              </a:r>
              <a:r>
                <a:rPr lang="en-US" sz="1400" b="0" i="0" u="none" strike="noStrike" cap="none" noProof="0">
                  <a:solidFill>
                    <a:srgbClr val="000000"/>
                  </a:solidFill>
                  <a:latin typeface="IBM Plex Sans"/>
                  <a:ea typeface="IBM Plex Sans"/>
                  <a:cs typeface="IBM Plex Sans"/>
                  <a:sym typeface="IBM Plex Sans"/>
                </a:rPr>
                <a:t>(images, text, product variations)</a:t>
              </a:r>
            </a:p>
            <a:p>
              <a:pPr marL="285750" marR="0" lvl="0" indent="-285750" algn="l" rtl="0">
                <a:lnSpc>
                  <a:spcPct val="100000"/>
                </a:lnSpc>
                <a:spcBef>
                  <a:spcPts val="0"/>
                </a:spcBef>
                <a:spcAft>
                  <a:spcPts val="0"/>
                </a:spcAft>
                <a:buClr>
                  <a:srgbClr val="000000"/>
                </a:buClr>
                <a:buSzPts val="1400"/>
                <a:buFont typeface="Arial"/>
                <a:buChar char="•"/>
              </a:pPr>
              <a:r>
                <a:rPr lang="en-US" sz="1400" b="1" i="0" u="none" strike="noStrike" cap="none" noProof="0">
                  <a:solidFill>
                    <a:srgbClr val="000000"/>
                  </a:solidFill>
                  <a:latin typeface="IBM Plex Sans"/>
                  <a:ea typeface="IBM Plex Sans"/>
                  <a:cs typeface="IBM Plex Sans"/>
                  <a:sym typeface="IBM Plex Sans"/>
                </a:rPr>
                <a:t>AI-driven audience expansion and real-time bidding optimization</a:t>
              </a:r>
              <a:endParaRPr lang="en-US" sz="1400" b="0" i="0" u="none" strike="noStrike" cap="none" noProof="0">
                <a:solidFill>
                  <a:srgbClr val="000000"/>
                </a:solidFill>
                <a:latin typeface="IBM Plex Sans"/>
                <a:ea typeface="IBM Plex Sans"/>
                <a:cs typeface="IBM Plex Sans"/>
                <a:sym typeface="IBM Plex Sans"/>
              </a:endParaRPr>
            </a:p>
            <a:p>
              <a:pPr marL="285750" marR="0" lvl="0" indent="-285750" algn="l" rtl="0">
                <a:lnSpc>
                  <a:spcPct val="100000"/>
                </a:lnSpc>
                <a:spcBef>
                  <a:spcPts val="0"/>
                </a:spcBef>
                <a:spcAft>
                  <a:spcPts val="0"/>
                </a:spcAft>
                <a:buClr>
                  <a:srgbClr val="000000"/>
                </a:buClr>
                <a:buSzPts val="1400"/>
                <a:buFont typeface="Arial"/>
                <a:buChar char="•"/>
              </a:pPr>
              <a:r>
                <a:rPr lang="en-US" sz="1400" b="1" i="0" u="none" strike="noStrike" cap="none" noProof="0">
                  <a:solidFill>
                    <a:srgbClr val="000000"/>
                  </a:solidFill>
                  <a:latin typeface="IBM Plex Sans"/>
                  <a:ea typeface="IBM Plex Sans"/>
                  <a:cs typeface="IBM Plex Sans"/>
                  <a:sym typeface="IBM Plex Sans"/>
                </a:rPr>
                <a:t>Auto-improved</a:t>
              </a:r>
              <a:r>
                <a:rPr lang="en-US" sz="1400" b="0" i="0" u="none" strike="noStrike" cap="none" noProof="0">
                  <a:solidFill>
                    <a:srgbClr val="000000"/>
                  </a:solidFill>
                  <a:latin typeface="IBM Plex Sans"/>
                  <a:ea typeface="IBM Plex Sans"/>
                  <a:cs typeface="IBM Plex Sans"/>
                  <a:sym typeface="IBM Plex Sans"/>
                </a:rPr>
                <a:t> landing pages with AI optimization for conversions</a:t>
              </a:r>
            </a:p>
            <a:p>
              <a:pPr marL="285750" marR="0" lvl="0" indent="-285750" algn="l" rtl="0">
                <a:lnSpc>
                  <a:spcPct val="100000"/>
                </a:lnSpc>
                <a:spcBef>
                  <a:spcPts val="0"/>
                </a:spcBef>
                <a:spcAft>
                  <a:spcPts val="0"/>
                </a:spcAft>
                <a:buClr>
                  <a:srgbClr val="000000"/>
                </a:buClr>
                <a:buSzPts val="1400"/>
                <a:buFont typeface="Arial"/>
                <a:buChar char="•"/>
              </a:pPr>
              <a:r>
                <a:rPr lang="en-US" sz="1400" b="1" i="0" u="none" strike="noStrike" cap="none" noProof="0">
                  <a:solidFill>
                    <a:srgbClr val="000000"/>
                  </a:solidFill>
                  <a:latin typeface="IBM Plex Sans"/>
                  <a:ea typeface="IBM Plex Sans"/>
                  <a:cs typeface="IBM Plex Sans"/>
                  <a:sym typeface="IBM Plex Sans"/>
                </a:rPr>
                <a:t>Cross-channel attribution</a:t>
              </a:r>
              <a:r>
                <a:rPr lang="en-US" sz="1400" b="0" i="0" u="none" strike="noStrike" cap="none" noProof="0">
                  <a:solidFill>
                    <a:srgbClr val="000000"/>
                  </a:solidFill>
                  <a:latin typeface="IBM Plex Sans"/>
                  <a:ea typeface="IBM Plex Sans"/>
                  <a:cs typeface="IBM Plex Sans"/>
                  <a:sym typeface="IBM Plex Sans"/>
                </a:rPr>
                <a:t> and performance modeling powered by Google AI</a:t>
              </a:r>
            </a:p>
          </p:txBody>
        </p:sp>
        <p:sp>
          <p:nvSpPr>
            <p:cNvPr id="2316" name="Google Shape;2316;g3b23322d595_2_1346"/>
            <p:cNvSpPr txBox="1"/>
            <p:nvPr/>
          </p:nvSpPr>
          <p:spPr>
            <a:xfrm>
              <a:off x="4401701" y="1928239"/>
              <a:ext cx="3499895" cy="3429930"/>
            </a:xfrm>
            <a:prstGeom prst="rect">
              <a:avLst/>
            </a:prstGeom>
            <a:noFill/>
            <a:ln w="9525" cap="flat" cmpd="sng">
              <a:solidFill>
                <a:srgbClr val="F2F2F2"/>
              </a:solidFill>
              <a:prstDash val="solid"/>
              <a:round/>
              <a:headEnd type="none" w="sm" len="sm"/>
              <a:tailEnd type="none" w="sm" len="sm"/>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400" b="1" i="0" u="none" strike="noStrike" cap="none" noProof="0">
                  <a:solidFill>
                    <a:srgbClr val="000000"/>
                  </a:solidFill>
                  <a:latin typeface="IBM Plex Sans"/>
                  <a:ea typeface="IBM Plex Sans"/>
                  <a:cs typeface="IBM Plex Sans"/>
                  <a:sym typeface="IBM Plex Sans"/>
                </a:rPr>
                <a:t>For advertisers:</a:t>
              </a:r>
              <a:endParaRPr lang="en-US" sz="1400" b="0" i="0" u="none" strike="noStrike" cap="none" noProof="0">
                <a:solidFill>
                  <a:srgbClr val="000000"/>
                </a:solidFill>
                <a:latin typeface="IBM Plex Sans"/>
                <a:ea typeface="IBM Plex Sans"/>
                <a:cs typeface="IBM Plex Sans"/>
                <a:sym typeface="IBM Plex Sans"/>
              </a:endParaRPr>
            </a:p>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Stronger ROI vs. manual campaigns leads to budgets </a:t>
              </a:r>
              <a:r>
                <a:rPr lang="en-US" sz="1200" noProof="0">
                  <a:latin typeface="IBM Plex Sans"/>
                  <a:ea typeface="IBM Plex Sans"/>
                  <a:cs typeface="IBM Plex Sans"/>
                  <a:sym typeface="IBM Plex Sans"/>
                </a:rPr>
                <a:t>shifts</a:t>
              </a:r>
              <a:r>
                <a:rPr lang="en-US" sz="1200" b="0" i="0" u="none" strike="noStrike" cap="none" noProof="0">
                  <a:solidFill>
                    <a:srgbClr val="000000"/>
                  </a:solidFill>
                  <a:latin typeface="IBM Plex Sans"/>
                  <a:ea typeface="IBM Plex Sans"/>
                  <a:cs typeface="IBM Plex Sans"/>
                  <a:sym typeface="IBM Plex Sans"/>
                </a:rPr>
                <a:t> toward AI Max</a:t>
              </a:r>
            </a:p>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Reduced creative bottlenecks and faster campaign launch cycles</a:t>
              </a:r>
            </a:p>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More conversions from the same spend due to better targeting + creatives</a:t>
              </a:r>
            </a:p>
            <a:p>
              <a:pPr marL="285750" marR="0" lvl="0" indent="-196850" algn="l"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1400"/>
                <a:buFont typeface="Arial"/>
                <a:buNone/>
              </a:pPr>
              <a:r>
                <a:rPr lang="en-US" sz="1400" b="1" i="0" u="none" strike="noStrike" cap="none" noProof="0">
                  <a:solidFill>
                    <a:srgbClr val="000000"/>
                  </a:solidFill>
                  <a:latin typeface="IBM Plex Sans"/>
                  <a:ea typeface="IBM Plex Sans"/>
                  <a:cs typeface="IBM Plex Sans"/>
                  <a:sym typeface="IBM Plex Sans"/>
                </a:rPr>
                <a:t>For competitors:</a:t>
              </a:r>
              <a:endParaRPr lang="en-US" sz="1400" b="0" i="0" u="none" strike="noStrike" cap="none" noProof="0">
                <a:solidFill>
                  <a:srgbClr val="000000"/>
                </a:solidFill>
                <a:latin typeface="IBM Plex Sans"/>
                <a:ea typeface="IBM Plex Sans"/>
                <a:cs typeface="IBM Plex Sans"/>
                <a:sym typeface="IBM Plex Sans"/>
              </a:endParaRPr>
            </a:p>
            <a:p>
              <a:pPr marL="285750" marR="0" lvl="0" indent="-285750" algn="l" rtl="0">
                <a:lnSpc>
                  <a:spcPct val="100000"/>
                </a:lnSpc>
                <a:spcBef>
                  <a:spcPts val="0"/>
                </a:spcBef>
                <a:spcAft>
                  <a:spcPts val="0"/>
                </a:spcAft>
                <a:buClr>
                  <a:srgbClr val="000000"/>
                </a:buClr>
                <a:buSzPts val="1400"/>
                <a:buFont typeface="Arial"/>
                <a:buChar char="•"/>
              </a:pPr>
              <a:r>
                <a:rPr lang="en-US" sz="1200" noProof="0" err="1">
                  <a:latin typeface="IBM Plex Sans"/>
                  <a:ea typeface="IBM Plex Sans"/>
                  <a:cs typeface="IBM Plex Sans"/>
                  <a:sym typeface="IBM Plex Sans"/>
                </a:rPr>
                <a:t>PMax</a:t>
              </a:r>
              <a:r>
                <a:rPr lang="en-US" sz="1200" noProof="0">
                  <a:latin typeface="IBM Plex Sans"/>
                  <a:ea typeface="IBM Plex Sans"/>
                  <a:cs typeface="IBM Plex Sans"/>
                  <a:sym typeface="IBM Plex Sans"/>
                </a:rPr>
                <a:t> centralizes more ad spend inside Google’s ecosystem and raises the barrier to compete with Google</a:t>
              </a:r>
              <a:endParaRPr lang="en-US" sz="1200" noProof="0">
                <a:latin typeface="IBM Plex Sans"/>
                <a:ea typeface="IBM Plex Sans"/>
                <a:cs typeface="IBM Plex Sans"/>
              </a:endParaRPr>
            </a:p>
            <a:p>
              <a:pPr marL="285750" indent="-285750">
                <a:buSzPts val="1400"/>
                <a:buFont typeface="Arial"/>
                <a:buChar char="•"/>
              </a:pPr>
              <a:r>
                <a:rPr lang="en-US" sz="1200" noProof="0">
                  <a:latin typeface="IBM Plex Sans"/>
                  <a:ea typeface="IBM Plex Sans"/>
                  <a:cs typeface="IBM Plex Sans"/>
                  <a:sym typeface="IBM Plex Sans"/>
                </a:rPr>
                <a:t>However, as Google reduces transparency through Pmax, it p</a:t>
              </a:r>
              <a:r>
                <a:rPr lang="en-US" sz="1200" b="0" i="0" u="none" strike="noStrike" cap="none" noProof="0">
                  <a:solidFill>
                    <a:srgbClr val="000000"/>
                  </a:solidFill>
                  <a:latin typeface="IBM Plex Sans"/>
                  <a:ea typeface="IBM Plex Sans"/>
                  <a:cs typeface="IBM Plex Sans"/>
                  <a:sym typeface="IBM Plex Sans"/>
                </a:rPr>
                <a:t>ushes advertisers to diversify </a:t>
              </a:r>
              <a:r>
                <a:rPr lang="en-US" sz="1200" noProof="0">
                  <a:latin typeface="IBM Plex Sans"/>
                  <a:ea typeface="IBM Plex Sans"/>
                  <a:cs typeface="IBM Plex Sans"/>
                  <a:sym typeface="IBM Plex Sans"/>
                </a:rPr>
                <a:t>toward other platforms</a:t>
              </a:r>
              <a:endParaRPr lang="en-US" sz="1200" b="0" i="0" u="none" strike="noStrike" cap="none" noProof="0">
                <a:solidFill>
                  <a:srgbClr val="000000"/>
                </a:solidFill>
                <a:latin typeface="IBM Plex Sans"/>
                <a:ea typeface="IBM Plex Sans"/>
                <a:cs typeface="IBM Plex Sans"/>
              </a:endParaRPr>
            </a:p>
            <a:p>
              <a:pPr marL="285750" marR="0" lvl="0" indent="-285750" algn="l" rtl="0">
                <a:lnSpc>
                  <a:spcPct val="100000"/>
                </a:lnSpc>
                <a:spcBef>
                  <a:spcPts val="0"/>
                </a:spcBef>
                <a:spcAft>
                  <a:spcPts val="0"/>
                </a:spcAft>
                <a:buClr>
                  <a:srgbClr val="000000"/>
                </a:buClr>
                <a:buSzPts val="1400"/>
                <a:buFont typeface="Arial"/>
                <a:buChar char="•"/>
              </a:pPr>
              <a:r>
                <a:rPr lang="en-US" sz="1200" noProof="0">
                  <a:latin typeface="IBM Plex Sans"/>
                  <a:ea typeface="IBM Plex Sans"/>
                  <a:cs typeface="IBM Plex Sans"/>
                  <a:sym typeface="IBM Plex Sans"/>
                </a:rPr>
                <a:t>More creative players (</a:t>
              </a:r>
              <a:r>
                <a:rPr lang="en-US" sz="1200" b="0" i="0" u="none" strike="noStrike" cap="none" noProof="0">
                  <a:solidFill>
                    <a:srgbClr val="000000"/>
                  </a:solidFill>
                  <a:latin typeface="IBM Plex Sans"/>
                  <a:ea typeface="IBM Plex Sans"/>
                  <a:cs typeface="IBM Plex Sans"/>
                  <a:sym typeface="IBM Plex Sans"/>
                </a:rPr>
                <a:t>Meta and TikTok) dominate creative‑led performance</a:t>
              </a:r>
              <a:endParaRPr lang="en-US" sz="1200" b="0" i="0" u="none" strike="noStrike" cap="none" noProof="0">
                <a:solidFill>
                  <a:srgbClr val="000000"/>
                </a:solidFill>
                <a:latin typeface="IBM Plex Sans"/>
                <a:ea typeface="IBM Plex Sans"/>
                <a:cs typeface="IBM Plex Sans"/>
              </a:endParaRPr>
            </a:p>
            <a:p>
              <a:pPr marL="285750" marR="0" lvl="0" indent="-285750" algn="l" rtl="0">
                <a:lnSpc>
                  <a:spcPct val="100000"/>
                </a:lnSpc>
                <a:spcBef>
                  <a:spcPts val="0"/>
                </a:spcBef>
                <a:spcAft>
                  <a:spcPts val="0"/>
                </a:spcAft>
                <a:buClr>
                  <a:srgbClr val="000000"/>
                </a:buClr>
                <a:buSzPts val="1400"/>
                <a:buFont typeface="Arial"/>
                <a:buChar char="•"/>
              </a:pPr>
              <a:endParaRPr lang="en-US" sz="1200" b="0" i="0" u="none" strike="noStrike" cap="none" noProof="0">
                <a:solidFill>
                  <a:srgbClr val="000000"/>
                </a:solidFill>
                <a:latin typeface="IBM Plex Sans"/>
                <a:ea typeface="IBM Plex Sans"/>
                <a:cs typeface="IBM Plex Sans"/>
                <a:sym typeface="IBM Plex Sans"/>
              </a:endParaRPr>
            </a:p>
          </p:txBody>
        </p:sp>
        <p:sp>
          <p:nvSpPr>
            <p:cNvPr id="2317" name="Google Shape;2317;g3b23322d595_2_1346"/>
            <p:cNvSpPr txBox="1"/>
            <p:nvPr/>
          </p:nvSpPr>
          <p:spPr>
            <a:xfrm>
              <a:off x="8229009" y="1928239"/>
              <a:ext cx="3499895" cy="3429930"/>
            </a:xfrm>
            <a:prstGeom prst="rect">
              <a:avLst/>
            </a:prstGeom>
            <a:noFill/>
            <a:ln w="9525" cap="flat" cmpd="sng">
              <a:solidFill>
                <a:srgbClr val="F2F2F2"/>
              </a:solidFill>
              <a:prstDash val="solid"/>
              <a:round/>
              <a:headEnd type="none" w="sm" len="sm"/>
              <a:tailEnd type="none" w="sm" len="sm"/>
            </a:ln>
          </p:spPr>
          <p:txBody>
            <a:bodyPr spcFirstLastPara="1" wrap="square" lIns="91425" tIns="91425" rIns="91425" bIns="91425" anchor="t" anchorCtr="0">
              <a:noAutofit/>
            </a:bodyPr>
            <a:lstStyle/>
            <a:p>
              <a:pPr marL="285750" marR="0" lvl="0" indent="-285750" algn="l" rtl="0">
                <a:lnSpc>
                  <a:spcPct val="100000"/>
                </a:lnSpc>
                <a:spcBef>
                  <a:spcPts val="0"/>
                </a:spcBef>
                <a:spcAft>
                  <a:spcPts val="0"/>
                </a:spcAft>
                <a:buClr>
                  <a:srgbClr val="000000"/>
                </a:buClr>
                <a:buSzPts val="1400"/>
                <a:buFont typeface="Arial"/>
                <a:buChar char="•"/>
              </a:pPr>
              <a:r>
                <a:rPr lang="en-US" sz="1400" b="1" i="0" u="none" strike="noStrike" cap="none" noProof="0">
                  <a:solidFill>
                    <a:srgbClr val="000000"/>
                  </a:solidFill>
                  <a:latin typeface="IBM Plex Sans"/>
                  <a:ea typeface="IBM Plex Sans"/>
                  <a:cs typeface="IBM Plex Sans"/>
                  <a:sym typeface="IBM Plex Sans"/>
                </a:rPr>
                <a:t>CPC may rise </a:t>
              </a:r>
              <a:r>
                <a:rPr lang="en-US" sz="1400" i="0" u="none" strike="noStrike" cap="none" noProof="0">
                  <a:solidFill>
                    <a:srgbClr val="000000"/>
                  </a:solidFill>
                  <a:latin typeface="IBM Plex Sans"/>
                  <a:ea typeface="IBM Plex Sans"/>
                  <a:cs typeface="IBM Plex Sans"/>
                  <a:sym typeface="IBM Plex Sans"/>
                </a:rPr>
                <a:t>because Google’s AI is willing to pay more for inventory that converts</a:t>
              </a:r>
            </a:p>
            <a:p>
              <a:pPr marL="285750" marR="0" lvl="0" indent="-285750" algn="l" rtl="0">
                <a:lnSpc>
                  <a:spcPct val="100000"/>
                </a:lnSpc>
                <a:spcBef>
                  <a:spcPts val="0"/>
                </a:spcBef>
                <a:spcAft>
                  <a:spcPts val="0"/>
                </a:spcAft>
                <a:buClr>
                  <a:srgbClr val="000000"/>
                </a:buClr>
                <a:buSzPts val="1400"/>
                <a:buFont typeface="Arial"/>
                <a:buChar char="•"/>
              </a:pPr>
              <a:r>
                <a:rPr lang="en-US" noProof="0">
                  <a:latin typeface="IBM Plex Sans"/>
                  <a:ea typeface="IBM Plex Sans"/>
                  <a:cs typeface="IBM Plex Sans"/>
                  <a:sym typeface="IBM Plex Sans"/>
                </a:rPr>
                <a:t>B</a:t>
              </a:r>
              <a:r>
                <a:rPr lang="en-US" sz="1400" b="0" i="0" u="none" strike="noStrike" cap="none" noProof="0">
                  <a:solidFill>
                    <a:srgbClr val="000000"/>
                  </a:solidFill>
                  <a:latin typeface="IBM Plex Sans"/>
                  <a:ea typeface="IBM Plex Sans"/>
                  <a:cs typeface="IBM Plex Sans"/>
                  <a:sym typeface="IBM Plex Sans"/>
                </a:rPr>
                <a:t>lends Search, YouTube, Display, Maps, Discover, and Gmail into one unified supply pool - </a:t>
              </a:r>
              <a:r>
                <a:rPr lang="en-US" sz="1400" b="1" i="0" u="none" strike="noStrike" cap="none" noProof="0">
                  <a:solidFill>
                    <a:srgbClr val="000000"/>
                  </a:solidFill>
                  <a:latin typeface="IBM Plex Sans"/>
                  <a:ea typeface="IBM Plex Sans"/>
                  <a:cs typeface="IBM Plex Sans"/>
                  <a:sym typeface="IBM Plex Sans"/>
                </a:rPr>
                <a:t>increasing Google’s total monetizable inventory</a:t>
              </a:r>
            </a:p>
            <a:p>
              <a:pPr marL="285750" marR="0" lvl="0" indent="-285750" algn="l" rtl="0">
                <a:lnSpc>
                  <a:spcPct val="100000"/>
                </a:lnSpc>
                <a:spcBef>
                  <a:spcPts val="0"/>
                </a:spcBef>
                <a:spcAft>
                  <a:spcPts val="0"/>
                </a:spcAft>
                <a:buClr>
                  <a:srgbClr val="000000"/>
                </a:buClr>
                <a:buSzPts val="1400"/>
                <a:buFont typeface="Arial"/>
                <a:buChar char="•"/>
              </a:pPr>
              <a:r>
                <a:rPr lang="en-US" sz="1400" b="0" i="0" u="none" strike="noStrike" cap="none" noProof="0">
                  <a:solidFill>
                    <a:srgbClr val="000000"/>
                  </a:solidFill>
                  <a:latin typeface="IBM Plex Sans"/>
                  <a:ea typeface="IBM Plex Sans"/>
                  <a:cs typeface="IBM Plex Sans"/>
                  <a:sym typeface="IBM Plex Sans"/>
                </a:rPr>
                <a:t>Increases </a:t>
              </a:r>
              <a:r>
                <a:rPr lang="en-US" sz="1400" b="1" i="0" u="none" strike="noStrike" cap="none" noProof="0">
                  <a:solidFill>
                    <a:srgbClr val="000000"/>
                  </a:solidFill>
                  <a:latin typeface="IBM Plex Sans"/>
                  <a:ea typeface="IBM Plex Sans"/>
                  <a:cs typeface="IBM Plex Sans"/>
                  <a:sym typeface="IBM Plex Sans"/>
                </a:rPr>
                <a:t>advertiser lock‑in </a:t>
              </a:r>
              <a:r>
                <a:rPr lang="en-US" sz="1400" b="0" i="0" u="none" strike="noStrike" cap="none" noProof="0">
                  <a:solidFill>
                    <a:srgbClr val="000000"/>
                  </a:solidFill>
                  <a:latin typeface="IBM Plex Sans"/>
                  <a:ea typeface="IBM Plex Sans"/>
                  <a:cs typeface="IBM Plex Sans"/>
                  <a:sym typeface="IBM Plex Sans"/>
                </a:rPr>
                <a:t>through opacity as switching costs rise</a:t>
              </a:r>
            </a:p>
            <a:p>
              <a:pPr marL="285750" marR="0" lvl="0" indent="-285750" algn="l" rtl="0">
                <a:lnSpc>
                  <a:spcPct val="100000"/>
                </a:lnSpc>
                <a:spcBef>
                  <a:spcPts val="0"/>
                </a:spcBef>
                <a:spcAft>
                  <a:spcPts val="0"/>
                </a:spcAft>
                <a:buClr>
                  <a:srgbClr val="000000"/>
                </a:buClr>
                <a:buSzPts val="1400"/>
                <a:buFont typeface="Arial"/>
                <a:buChar char="•"/>
              </a:pPr>
              <a:r>
                <a:rPr lang="en-US" sz="1400" b="0" i="0" u="none" strike="noStrike" cap="none" noProof="0">
                  <a:solidFill>
                    <a:srgbClr val="000000"/>
                  </a:solidFill>
                  <a:latin typeface="IBM Plex Sans"/>
                  <a:ea typeface="IBM Plex Sans"/>
                  <a:cs typeface="IBM Plex Sans"/>
                  <a:sym typeface="IBM Plex Sans"/>
                </a:rPr>
                <a:t>Higher operational efficiency, more scalable ad delivery, and </a:t>
              </a:r>
              <a:r>
                <a:rPr lang="en-US" sz="1400" b="1" i="0" u="none" strike="noStrike" cap="none" noProof="0">
                  <a:solidFill>
                    <a:srgbClr val="000000"/>
                  </a:solidFill>
                  <a:latin typeface="IBM Plex Sans"/>
                  <a:ea typeface="IBM Plex Sans"/>
                  <a:cs typeface="IBM Plex Sans"/>
                  <a:sym typeface="IBM Plex Sans"/>
                </a:rPr>
                <a:t>stronger yield optimization across all surfaces</a:t>
              </a:r>
            </a:p>
          </p:txBody>
        </p:sp>
      </p:grpSp>
      <p:sp>
        <p:nvSpPr>
          <p:cNvPr id="2318" name="Google Shape;2318;g3b23322d595_2_1346"/>
          <p:cNvSpPr txBox="1"/>
          <p:nvPr/>
        </p:nvSpPr>
        <p:spPr>
          <a:xfrm>
            <a:off x="420595" y="5588709"/>
            <a:ext cx="11308309" cy="548640"/>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0"/>
              </a:spcBef>
              <a:spcAft>
                <a:spcPts val="0"/>
              </a:spcAft>
              <a:buClr>
                <a:srgbClr val="204E79"/>
              </a:buClr>
              <a:buSzPts val="1800"/>
              <a:buFont typeface="Arial"/>
              <a:buNone/>
            </a:pPr>
            <a:r>
              <a:rPr lang="en-US" b="1" i="0" u="none" strike="noStrike" cap="none" noProof="0" err="1">
                <a:solidFill>
                  <a:srgbClr val="000000"/>
                </a:solidFill>
                <a:latin typeface="IBM Plex Sans"/>
                <a:ea typeface="IBM Plex Sans"/>
                <a:cs typeface="IBM Plex Sans"/>
                <a:sym typeface="IBM Plex Sans"/>
              </a:rPr>
              <a:t>PMax</a:t>
            </a:r>
            <a:r>
              <a:rPr lang="en-US" b="1" i="0" u="none" strike="noStrike" cap="none" noProof="0">
                <a:solidFill>
                  <a:srgbClr val="000000"/>
                </a:solidFill>
                <a:latin typeface="IBM Plex Sans"/>
                <a:ea typeface="IBM Plex Sans"/>
                <a:cs typeface="IBM Plex Sans"/>
                <a:sym typeface="IBM Plex Sans"/>
              </a:rPr>
              <a:t> drives higher revenue for Google as it expands usable inventory, locks advertisers deeper into Google’s ecosystem, and gives Google full control over yield optimization across all surfaces</a:t>
            </a:r>
            <a:endParaRPr lang="en-US" b="1" i="0" u="none" strike="noStrike" cap="none" baseline="30000" noProof="0">
              <a:solidFill>
                <a:srgbClr val="000000"/>
              </a:solidFill>
              <a:latin typeface="IBM Plex Sans"/>
              <a:ea typeface="IBM Plex Sans"/>
              <a:cs typeface="IBM Plex Sans"/>
              <a:sym typeface="IBM Plex Sans"/>
            </a:endParaRPr>
          </a:p>
        </p:txBody>
      </p:sp>
      <p:sp>
        <p:nvSpPr>
          <p:cNvPr id="13" name="Google Shape;647;g3b2110f3d24_0_132">
            <a:extLst>
              <a:ext uri="{FF2B5EF4-FFF2-40B4-BE49-F238E27FC236}">
                <a16:creationId xmlns:a16="http://schemas.microsoft.com/office/drawing/2014/main" id="{009FF9B9-E4D8-3241-3EB9-D2A7B74F4D84}"/>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73</a:t>
            </a:fld>
            <a:endParaRPr lang="en-US" noProof="0"/>
          </a:p>
        </p:txBody>
      </p:sp>
      <p:sp>
        <p:nvSpPr>
          <p:cNvPr id="5" name="CaixaDeTexto 4">
            <a:extLst>
              <a:ext uri="{FF2B5EF4-FFF2-40B4-BE49-F238E27FC236}">
                <a16:creationId xmlns:a16="http://schemas.microsoft.com/office/drawing/2014/main" id="{02E3B6FF-AED2-AACC-0F77-6B384C94D071}"/>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Max</a:t>
            </a:r>
          </a:p>
        </p:txBody>
      </p:sp>
    </p:spTree>
    <p:extLst>
      <p:ext uri="{BB962C8B-B14F-4D97-AF65-F5344CB8AC3E}">
        <p14:creationId xmlns:p14="http://schemas.microsoft.com/office/powerpoint/2010/main" val="337987804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1475"/>
        <p:cNvGrpSpPr/>
        <p:nvPr/>
      </p:nvGrpSpPr>
      <p:grpSpPr>
        <a:xfrm>
          <a:off x="0" y="0"/>
          <a:ext cx="0" cy="0"/>
          <a:chOff x="0" y="0"/>
          <a:chExt cx="0" cy="0"/>
        </a:xfrm>
      </p:grpSpPr>
      <p:sp>
        <p:nvSpPr>
          <p:cNvPr id="1476" name="Google Shape;1476;g3b23322d595_2_535"/>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74</a:t>
            </a:fld>
            <a:endParaRPr lang="en-US" noProof="0"/>
          </a:p>
        </p:txBody>
      </p:sp>
      <p:sp>
        <p:nvSpPr>
          <p:cNvPr id="1477" name="Google Shape;1477;g3b23322d595_2_535"/>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lvl="0"/>
            <a:r>
              <a:rPr lang="en-US" noProof="0"/>
              <a:t>Google’s AI integrations span the full search stack, expanding query volume, engagement, and monetization surfaces</a:t>
            </a:r>
          </a:p>
        </p:txBody>
      </p:sp>
      <p:sp>
        <p:nvSpPr>
          <p:cNvPr id="1478" name="Google Shape;1478;g3b23322d595_2_535"/>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700"/>
              <a:buFont typeface="Arial"/>
              <a:buNone/>
            </a:pPr>
            <a:r>
              <a:rPr lang="en-US" sz="700" b="0" i="0" u="none" strike="noStrike" cap="none" noProof="0">
                <a:solidFill>
                  <a:srgbClr val="7F7F7F"/>
                </a:solidFill>
                <a:latin typeface="IBM Plex Sans"/>
                <a:ea typeface="Quattrocento Sans"/>
                <a:cs typeface="Quattrocento Sans"/>
                <a:sym typeface="Quattrocento Sans"/>
              </a:rPr>
              <a:t>Sources:</a:t>
            </a:r>
            <a:r>
              <a:rPr lang="en-US" sz="700" b="1" i="0" u="none" strike="noStrike" cap="none" noProof="0">
                <a:solidFill>
                  <a:srgbClr val="7F7F7F"/>
                </a:solidFill>
                <a:latin typeface="IBM Plex Sans"/>
                <a:ea typeface="Quattrocento Sans"/>
                <a:cs typeface="Quattrocento Sans"/>
                <a:sym typeface="Quattrocento Sans"/>
              </a:rPr>
              <a:t> </a:t>
            </a:r>
            <a:r>
              <a:rPr lang="en-US" sz="700" b="0" i="0" u="none" strike="noStrike" cap="none" noProof="0">
                <a:solidFill>
                  <a:srgbClr val="7F7F7F"/>
                </a:solidFill>
                <a:latin typeface="IBM Plex Sans"/>
                <a:ea typeface="Quattrocento Sans"/>
                <a:cs typeface="Quattrocento Sans"/>
                <a:sym typeface="Quattrocento Sans"/>
              </a:rPr>
              <a:t>(1)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Alphabet Q3 2025 Earnings Call</a:t>
            </a:r>
            <a:r>
              <a:rPr lang="en-US" sz="700" b="0" i="0" u="none" strike="noStrike" cap="none" noProof="0">
                <a:solidFill>
                  <a:srgbClr val="7F7F7F"/>
                </a:solidFill>
                <a:latin typeface="IBM Plex Sans"/>
                <a:ea typeface="Quattrocento Sans"/>
                <a:cs typeface="Quattrocento Sans"/>
                <a:sym typeface="Quattrocento Sans"/>
              </a:rPr>
              <a:t>, (2) </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Search Engine Land</a:t>
            </a:r>
            <a:r>
              <a:rPr lang="en-US" sz="700" b="0" i="0" u="none" strike="noStrike" cap="none" noProof="0">
                <a:solidFill>
                  <a:srgbClr val="7F7F7F"/>
                </a:solidFill>
                <a:latin typeface="IBM Plex Sans"/>
                <a:ea typeface="Quattrocento Sans"/>
                <a:cs typeface="Quattrocento Sans"/>
                <a:sym typeface="Quattrocento Sans"/>
              </a:rPr>
              <a:t>, (3) </a:t>
            </a:r>
            <a:r>
              <a:rPr lang="en-US" sz="700" b="0" i="0" u="sng" strike="noStrike" cap="none"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Companies Market Cap</a:t>
            </a:r>
            <a:r>
              <a:rPr lang="en-US" sz="700" b="0" i="0" u="none" strike="noStrike" cap="none" noProof="0">
                <a:solidFill>
                  <a:srgbClr val="7F7F7F"/>
                </a:solidFill>
                <a:latin typeface="IBM Plex Sans"/>
                <a:ea typeface="Quattrocento Sans"/>
                <a:cs typeface="Quattrocento Sans"/>
                <a:sym typeface="Quattrocento Sans"/>
              </a:rPr>
              <a:t>, (4) AI Max image: </a:t>
            </a:r>
            <a:r>
              <a:rPr lang="en-US" sz="700" b="0" i="0" u="sng" strike="noStrike" cap="none"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Google</a:t>
            </a:r>
            <a:r>
              <a:rPr lang="en-US" sz="700" b="0" i="0" u="none" strike="noStrike" cap="none" noProof="0">
                <a:solidFill>
                  <a:srgbClr val="7F7F7F"/>
                </a:solidFill>
                <a:latin typeface="IBM Plex Sans"/>
                <a:ea typeface="Quattrocento Sans"/>
                <a:cs typeface="Quattrocento Sans"/>
                <a:sym typeface="Quattrocento Sans"/>
              </a:rPr>
              <a:t>, (5) Ads in AI Mode: </a:t>
            </a:r>
            <a:r>
              <a:rPr lang="en-US" sz="700" b="0" i="0" u="sng" strike="noStrike" cap="none" noProof="0">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TechCrunch</a:t>
            </a:r>
            <a:r>
              <a:rPr lang="en-US" sz="700" b="0" i="0" u="none" strike="noStrike" cap="none" noProof="0">
                <a:solidFill>
                  <a:srgbClr val="7F7F7F"/>
                </a:solidFill>
                <a:latin typeface="IBM Plex Sans"/>
                <a:ea typeface="Quattrocento Sans"/>
                <a:cs typeface="Quattrocento Sans"/>
                <a:sym typeface="Quattrocento Sans"/>
              </a:rPr>
              <a:t>, (6) </a:t>
            </a:r>
            <a:r>
              <a:rPr lang="en-US" sz="700" b="0" i="0" u="sng" strike="noStrike" cap="none"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Investing.com</a:t>
            </a:r>
            <a:r>
              <a:rPr lang="en-US" sz="700" b="0" i="0" u="none" strike="noStrike" cap="none" noProof="0">
                <a:solidFill>
                  <a:srgbClr val="7F7F7F"/>
                </a:solidFill>
                <a:latin typeface="IBM Plex Sans"/>
                <a:ea typeface="Quattrocento Sans"/>
                <a:cs typeface="Quattrocento Sans"/>
                <a:sym typeface="Quattrocento Sans"/>
              </a:rPr>
              <a:t>, (7) </a:t>
            </a:r>
            <a:r>
              <a:rPr lang="en-US" sz="700" b="0" i="0" u="sng" strike="noStrike" cap="none" noProof="0">
                <a:solidFill>
                  <a:srgbClr val="7F7F7F"/>
                </a:solidFill>
                <a:latin typeface="IBM Plex Sans"/>
                <a:ea typeface="Quattrocento Sans"/>
                <a:cs typeface="Quattrocento Sans"/>
                <a:sym typeface="Quattrocento Sans"/>
                <a:hlinkClick r:id="rId9">
                  <a:extLst>
                    <a:ext uri="{A12FA001-AC4F-418D-AE19-62706E023703}">
                      <ahyp:hlinkClr xmlns:ahyp="http://schemas.microsoft.com/office/drawing/2018/hyperlinkcolor" val="tx"/>
                    </a:ext>
                  </a:extLst>
                </a:hlinkClick>
              </a:rPr>
              <a:t>Demand Sage</a:t>
            </a:r>
            <a:r>
              <a:rPr lang="en-US" sz="700" b="0" i="0" u="sng" strike="noStrike" cap="none" noProof="0">
                <a:solidFill>
                  <a:srgbClr val="7F7F7F"/>
                </a:solidFill>
                <a:latin typeface="IBM Plex Sans"/>
                <a:ea typeface="Quattrocento Sans"/>
                <a:cs typeface="Quattrocento Sans"/>
                <a:sym typeface="Quattrocento Sans"/>
              </a:rPr>
              <a:t>; (8)</a:t>
            </a:r>
            <a:r>
              <a:rPr lang="en-US" sz="700" b="0" i="0" u="sng" strike="noStrike" cap="none" noProof="0">
                <a:solidFill>
                  <a:srgbClr val="7F7F7F"/>
                </a:solidFill>
                <a:latin typeface="IBM Plex Sans"/>
                <a:ea typeface="Quattrocento Sans"/>
                <a:cs typeface="Quattrocento Sans"/>
                <a:sym typeface="Quattrocento Sans"/>
                <a:hlinkClick r:id="rId10">
                  <a:extLst>
                    <a:ext uri="{A12FA001-AC4F-418D-AE19-62706E023703}">
                      <ahyp:hlinkClr xmlns:ahyp="http://schemas.microsoft.com/office/drawing/2018/hyperlinkcolor" val="tx"/>
                    </a:ext>
                  </a:extLst>
                </a:hlinkClick>
              </a:rPr>
              <a:t> Search Engine Land</a:t>
            </a:r>
            <a:r>
              <a:rPr lang="en-US" sz="700" b="0" i="0" u="sng" strike="noStrike" cap="none" noProof="0">
                <a:solidFill>
                  <a:srgbClr val="7F7F7F"/>
                </a:solidFill>
                <a:latin typeface="IBM Plex Sans"/>
                <a:ea typeface="Quattrocento Sans"/>
                <a:cs typeface="Quattrocento Sans"/>
                <a:sym typeface="Quattrocento Sans"/>
              </a:rPr>
              <a:t> </a:t>
            </a:r>
            <a:endParaRPr lang="en-US" sz="700" b="0" i="0" u="none" strike="noStrike" cap="none" noProof="0">
              <a:solidFill>
                <a:srgbClr val="7F7F7F"/>
              </a:solidFill>
              <a:latin typeface="IBM Plex Sans"/>
              <a:ea typeface="Quattrocento Sans"/>
              <a:cs typeface="Quattrocento Sans"/>
            </a:endParaRPr>
          </a:p>
        </p:txBody>
      </p:sp>
      <p:sp>
        <p:nvSpPr>
          <p:cNvPr id="1479" name="Google Shape;1479;g3b23322d595_2_535"/>
          <p:cNvSpPr/>
          <p:nvPr/>
        </p:nvSpPr>
        <p:spPr>
          <a:xfrm>
            <a:off x="8220996" y="1421128"/>
            <a:ext cx="3575040" cy="567329"/>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b="1" noProof="0">
                <a:solidFill>
                  <a:schemeClr val="lt1"/>
                </a:solidFill>
                <a:latin typeface="IBM Plex Sans"/>
                <a:ea typeface="IBM Plex Sans"/>
                <a:cs typeface="IBM Plex Sans"/>
                <a:sym typeface="IBM Plex Sans"/>
              </a:rPr>
              <a:t>Monetization is also integrated into </a:t>
            </a:r>
            <a:r>
              <a:rPr lang="en-US" b="1" u="sng" noProof="0">
                <a:solidFill>
                  <a:schemeClr val="lt1"/>
                </a:solidFill>
                <a:latin typeface="IBM Plex Sans"/>
                <a:ea typeface="IBM Plex Sans"/>
                <a:cs typeface="IBM Plex Sans"/>
                <a:sym typeface="IBM Plex Sans"/>
              </a:rPr>
              <a:t>AI Mode</a:t>
            </a:r>
            <a:endParaRPr lang="en-US" sz="1800" b="0" i="0" u="none" strike="noStrike" cap="none" noProof="0">
              <a:solidFill>
                <a:schemeClr val="dk1"/>
              </a:solidFill>
              <a:latin typeface="Arial"/>
              <a:ea typeface="Arial"/>
              <a:cs typeface="Arial"/>
              <a:sym typeface="Arial"/>
            </a:endParaRPr>
          </a:p>
        </p:txBody>
      </p:sp>
      <p:sp>
        <p:nvSpPr>
          <p:cNvPr id="1480" name="Google Shape;1480;g3b23322d595_2_535"/>
          <p:cNvSpPr txBox="1"/>
          <p:nvPr/>
        </p:nvSpPr>
        <p:spPr>
          <a:xfrm>
            <a:off x="8220996" y="1988455"/>
            <a:ext cx="3575040" cy="3690479"/>
          </a:xfrm>
          <a:prstGeom prst="rect">
            <a:avLst/>
          </a:prstGeom>
          <a:noFill/>
          <a:ln w="9525" cap="flat" cmpd="sng">
            <a:solidFill>
              <a:srgbClr val="F2F2F2"/>
            </a:solidFill>
            <a:prstDash val="solid"/>
            <a:round/>
            <a:headEnd type="none" w="sm" len="sm"/>
            <a:tailEnd type="none" w="sm" len="sm"/>
          </a:ln>
        </p:spPr>
        <p:txBody>
          <a:bodyPr spcFirstLastPara="1" wrap="square" lIns="91425" tIns="90000" rIns="91425" bIns="45700" anchor="t" anchorCtr="0">
            <a:noAutofit/>
          </a:bodyPr>
          <a:lstStyle/>
          <a:p>
            <a:pPr marL="177800" marR="0" lvl="0" indent="-177800" algn="l" rtl="0">
              <a:lnSpc>
                <a:spcPct val="100000"/>
              </a:lnSpc>
              <a:spcBef>
                <a:spcPts val="0"/>
              </a:spcBef>
              <a:spcAft>
                <a:spcPts val="600"/>
              </a:spcAft>
              <a:buClr>
                <a:schemeClr val="dk1"/>
              </a:buClr>
              <a:buSzPts val="1400"/>
              <a:buFont typeface="Arial"/>
              <a:buChar char="•"/>
            </a:pPr>
            <a:r>
              <a:rPr lang="en-US" sz="1200" b="0" i="0" u="none" strike="noStrike" cap="none" noProof="0">
                <a:solidFill>
                  <a:schemeClr val="dk1"/>
                </a:solidFill>
                <a:latin typeface="IBM Plex Sans"/>
                <a:ea typeface="IBM Plex Sans"/>
                <a:cs typeface="IBM Plex Sans"/>
                <a:sym typeface="IBM Plex Sans"/>
              </a:rPr>
              <a:t>Google is integrating ads</a:t>
            </a:r>
            <a:r>
              <a:rPr lang="en-US" sz="1200" b="1" i="0" u="none" strike="noStrike" cap="none" noProof="0">
                <a:solidFill>
                  <a:schemeClr val="dk1"/>
                </a:solidFill>
                <a:latin typeface="IBM Plex Sans"/>
                <a:ea typeface="IBM Plex Sans"/>
                <a:cs typeface="IBM Plex Sans"/>
                <a:sym typeface="IBM Plex Sans"/>
              </a:rPr>
              <a:t> in AI Mode  in late 2025</a:t>
            </a:r>
            <a:r>
              <a:rPr lang="en-US" sz="1200" b="1" i="0" u="none" strike="noStrike" cap="none" baseline="30000" noProof="0">
                <a:solidFill>
                  <a:schemeClr val="dk1"/>
                </a:solidFill>
                <a:latin typeface="IBM Plex Sans"/>
                <a:ea typeface="IBM Plex Sans"/>
                <a:cs typeface="IBM Plex Sans"/>
                <a:sym typeface="IBM Plex Sans"/>
              </a:rPr>
              <a:t>8</a:t>
            </a:r>
            <a:endParaRPr lang="en-US" sz="1200" baseline="30000" noProof="0">
              <a:solidFill>
                <a:schemeClr val="dk1"/>
              </a:solidFill>
              <a:latin typeface="IBM Plex Sans"/>
              <a:ea typeface="IBM Plex Sans"/>
              <a:cs typeface="IBM Plex Sans"/>
              <a:sym typeface="IBM Plex Sans"/>
            </a:endParaRPr>
          </a:p>
          <a:p>
            <a:pPr marL="177800" marR="0" lvl="0" indent="-177800" algn="l" rtl="0">
              <a:lnSpc>
                <a:spcPct val="100000"/>
              </a:lnSpc>
              <a:spcBef>
                <a:spcPts val="0"/>
              </a:spcBef>
              <a:spcAft>
                <a:spcPts val="600"/>
              </a:spcAft>
              <a:buClr>
                <a:schemeClr val="dk1"/>
              </a:buClr>
              <a:buSzPts val="1400"/>
              <a:buFont typeface="Arial"/>
              <a:buChar char="•"/>
            </a:pPr>
            <a:r>
              <a:rPr lang="en-US" sz="1200" b="1" i="0" u="none" strike="noStrike" cap="none" noProof="0">
                <a:solidFill>
                  <a:schemeClr val="dk1"/>
                </a:solidFill>
                <a:latin typeface="IBM Plex Sans"/>
                <a:ea typeface="IBM Plex Sans"/>
                <a:cs typeface="IBM Plex Sans"/>
                <a:sym typeface="IBM Plex Sans"/>
              </a:rPr>
              <a:t>Ads in AI Overviews mark a pivotal shift in search monetization</a:t>
            </a:r>
            <a:r>
              <a:rPr lang="en-US" sz="1200" b="0" i="0" u="none" strike="noStrike" cap="none" noProof="0">
                <a:solidFill>
                  <a:schemeClr val="dk1"/>
                </a:solidFill>
                <a:latin typeface="IBM Plex Sans"/>
                <a:ea typeface="IBM Plex Sans"/>
                <a:cs typeface="IBM Plex Sans"/>
                <a:sym typeface="IBM Plex Sans"/>
              </a:rPr>
              <a:t>, one that blends paid content into the core of Google’s AI search experience</a:t>
            </a:r>
            <a:endParaRPr lang="en-US" sz="1800" b="0" i="0" u="none" strike="noStrike" cap="none" noProof="0">
              <a:solidFill>
                <a:schemeClr val="dk1"/>
              </a:solidFill>
              <a:latin typeface="Arial"/>
              <a:ea typeface="Arial"/>
              <a:cs typeface="Arial"/>
              <a:sym typeface="Arial"/>
            </a:endParaRPr>
          </a:p>
        </p:txBody>
      </p:sp>
      <p:sp>
        <p:nvSpPr>
          <p:cNvPr id="1481" name="Google Shape;1481;g3b23322d595_2_535"/>
          <p:cNvSpPr/>
          <p:nvPr/>
        </p:nvSpPr>
        <p:spPr>
          <a:xfrm>
            <a:off x="4337976" y="1421128"/>
            <a:ext cx="3575040" cy="567329"/>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sng" strike="noStrike" cap="none" noProof="0">
                <a:solidFill>
                  <a:schemeClr val="lt1"/>
                </a:solidFill>
                <a:latin typeface="IBM Plex Sans"/>
                <a:ea typeface="IBM Plex Sans"/>
                <a:cs typeface="IBM Plex Sans"/>
                <a:sym typeface="IBM Plex Sans"/>
              </a:rPr>
              <a:t>AI Max </a:t>
            </a:r>
            <a:r>
              <a:rPr lang="en-US" sz="1400" b="1" i="0" u="none" strike="noStrike" cap="none" noProof="0">
                <a:solidFill>
                  <a:schemeClr val="lt1"/>
                </a:solidFill>
                <a:latin typeface="IBM Plex Sans"/>
                <a:ea typeface="IBM Plex Sans"/>
                <a:cs typeface="IBM Plex Sans"/>
                <a:sym typeface="IBM Plex Sans"/>
              </a:rPr>
              <a:t>unlocks net new </a:t>
            </a:r>
            <a:br>
              <a:rPr lang="en-US" sz="1400" b="1" i="0" u="none" strike="noStrike" cap="none" noProof="0">
                <a:solidFill>
                  <a:schemeClr val="lt1"/>
                </a:solidFill>
                <a:latin typeface="IBM Plex Sans"/>
                <a:ea typeface="IBM Plex Sans"/>
                <a:cs typeface="IBM Plex Sans"/>
                <a:sym typeface="IBM Plex Sans"/>
              </a:rPr>
            </a:br>
            <a:r>
              <a:rPr lang="en-US" sz="1400" b="1" i="0" u="none" strike="noStrike" cap="none" noProof="0">
                <a:solidFill>
                  <a:schemeClr val="lt1"/>
                </a:solidFill>
                <a:latin typeface="IBM Plex Sans"/>
                <a:ea typeface="IBM Plex Sans"/>
                <a:cs typeface="IBM Plex Sans"/>
                <a:sym typeface="IBM Plex Sans"/>
              </a:rPr>
              <a:t>queries and monetization</a:t>
            </a:r>
            <a:r>
              <a:rPr lang="en-US" sz="1400" b="1" i="0" u="none" strike="noStrike" cap="none" baseline="30000" noProof="0">
                <a:solidFill>
                  <a:schemeClr val="lt1"/>
                </a:solidFill>
                <a:latin typeface="IBM Plex Sans"/>
                <a:ea typeface="IBM Plex Sans"/>
                <a:cs typeface="IBM Plex Sans"/>
                <a:sym typeface="IBM Plex Sans"/>
              </a:rPr>
              <a:t>1</a:t>
            </a:r>
            <a:endParaRPr lang="en-US" sz="1800" b="0" i="0" u="none" strike="noStrike" cap="none" noProof="0">
              <a:solidFill>
                <a:schemeClr val="dk1"/>
              </a:solidFill>
              <a:latin typeface="Arial"/>
              <a:ea typeface="Arial"/>
              <a:cs typeface="Arial"/>
              <a:sym typeface="Arial"/>
            </a:endParaRPr>
          </a:p>
        </p:txBody>
      </p:sp>
      <p:sp>
        <p:nvSpPr>
          <p:cNvPr id="1482" name="Google Shape;1482;g3b23322d595_2_535"/>
          <p:cNvSpPr/>
          <p:nvPr/>
        </p:nvSpPr>
        <p:spPr>
          <a:xfrm>
            <a:off x="450091" y="1421128"/>
            <a:ext cx="3575040" cy="567329"/>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400" b="1" i="0" u="none" strike="noStrike" cap="none" noProof="0">
                <a:solidFill>
                  <a:schemeClr val="lt1"/>
                </a:solidFill>
                <a:latin typeface="IBM Plex Sans"/>
                <a:ea typeface="IBM Plex Sans"/>
                <a:cs typeface="IBM Plex Sans"/>
                <a:sym typeface="IBM Plex Sans"/>
              </a:rPr>
              <a:t>Google </a:t>
            </a:r>
            <a:r>
              <a:rPr lang="en-US" sz="1400" b="1" i="0" u="sng" strike="noStrike" cap="none" noProof="0">
                <a:solidFill>
                  <a:schemeClr val="lt1"/>
                </a:solidFill>
                <a:latin typeface="IBM Plex Sans"/>
                <a:ea typeface="IBM Plex Sans"/>
                <a:cs typeface="IBM Plex Sans"/>
                <a:sym typeface="IBM Plex Sans"/>
              </a:rPr>
              <a:t>AI Overviews </a:t>
            </a:r>
            <a:r>
              <a:rPr lang="en-US" sz="1400" b="1" i="0" u="none" strike="noStrike" cap="none" noProof="0">
                <a:solidFill>
                  <a:schemeClr val="lt1"/>
                </a:solidFill>
                <a:latin typeface="IBM Plex Sans"/>
                <a:ea typeface="IBM Plex Sans"/>
                <a:cs typeface="IBM Plex Sans"/>
                <a:sym typeface="IBM Plex Sans"/>
              </a:rPr>
              <a:t>and </a:t>
            </a:r>
            <a:br>
              <a:rPr lang="en-US" sz="1400" b="1" i="0" u="none" strike="noStrike" cap="none" noProof="0">
                <a:latin typeface="IBM Plex Sans"/>
                <a:ea typeface="IBM Plex Sans"/>
                <a:cs typeface="IBM Plex Sans"/>
              </a:rPr>
            </a:br>
            <a:r>
              <a:rPr lang="en-US" sz="1400" b="1" i="0" u="none" strike="noStrike" cap="none" noProof="0">
                <a:solidFill>
                  <a:schemeClr val="lt1"/>
                </a:solidFill>
                <a:latin typeface="IBM Plex Sans"/>
                <a:ea typeface="IBM Plex Sans"/>
                <a:cs typeface="IBM Plex Sans"/>
                <a:sym typeface="IBM Plex Sans"/>
              </a:rPr>
              <a:t>AI Mode </a:t>
            </a:r>
            <a:r>
              <a:rPr lang="en-US" b="1" noProof="0">
                <a:solidFill>
                  <a:schemeClr val="lt1"/>
                </a:solidFill>
                <a:latin typeface="IBM Plex Sans"/>
                <a:ea typeface="IBM Plex Sans"/>
                <a:cs typeface="IBM Plex Sans"/>
                <a:sym typeface="IBM Plex Sans"/>
              </a:rPr>
              <a:t>are increasing</a:t>
            </a:r>
            <a:r>
              <a:rPr lang="en-US" sz="1400" b="1" i="0" u="none" strike="noStrike" cap="none" noProof="0">
                <a:solidFill>
                  <a:schemeClr val="lt1"/>
                </a:solidFill>
                <a:latin typeface="IBM Plex Sans"/>
                <a:ea typeface="IBM Plex Sans"/>
                <a:cs typeface="IBM Plex Sans"/>
                <a:sym typeface="IBM Plex Sans"/>
              </a:rPr>
              <a:t> query volume </a:t>
            </a:r>
            <a:endParaRPr lang="en-US" sz="1800" b="0" i="0" u="none" strike="noStrike" cap="none" noProof="0">
              <a:solidFill>
                <a:schemeClr val="lt1"/>
              </a:solidFill>
              <a:latin typeface="Arial"/>
              <a:ea typeface="Arial"/>
              <a:cs typeface="Arial"/>
              <a:sym typeface="Arial"/>
            </a:endParaRPr>
          </a:p>
        </p:txBody>
      </p:sp>
      <p:sp>
        <p:nvSpPr>
          <p:cNvPr id="1483" name="Google Shape;1483;g3b23322d595_2_535"/>
          <p:cNvSpPr txBox="1"/>
          <p:nvPr/>
        </p:nvSpPr>
        <p:spPr>
          <a:xfrm>
            <a:off x="450091" y="1988455"/>
            <a:ext cx="3575040" cy="3690479"/>
          </a:xfrm>
          <a:prstGeom prst="rect">
            <a:avLst/>
          </a:prstGeom>
          <a:noFill/>
          <a:ln w="9525" cap="flat" cmpd="sng">
            <a:solidFill>
              <a:srgbClr val="F2F2F2"/>
            </a:solidFill>
            <a:prstDash val="solid"/>
            <a:round/>
            <a:headEnd type="none" w="sm" len="sm"/>
            <a:tailEnd type="none" w="sm" len="sm"/>
          </a:ln>
        </p:spPr>
        <p:txBody>
          <a:bodyPr spcFirstLastPara="1" wrap="square" lIns="91425" tIns="90000" rIns="91425" bIns="45700" anchor="t" anchorCtr="0">
            <a:noAutofit/>
          </a:bodyPr>
          <a:lstStyle/>
          <a:p>
            <a:pPr marL="177800" indent="-177800">
              <a:buClr>
                <a:schemeClr val="dk1"/>
              </a:buClr>
              <a:buSzPts val="1400"/>
              <a:buFont typeface="Arial"/>
              <a:buChar char="•"/>
            </a:pPr>
            <a:r>
              <a:rPr lang="en-US" sz="1200" b="0" i="0" u="none" strike="noStrike" cap="none" noProof="0">
                <a:solidFill>
                  <a:schemeClr val="dk1"/>
                </a:solidFill>
                <a:latin typeface="IBM Plex Sans"/>
                <a:ea typeface="IBM Plex Sans"/>
                <a:cs typeface="IBM Plex Sans"/>
                <a:sym typeface="IBM Plex Sans"/>
              </a:rPr>
              <a:t>“In </a:t>
            </a:r>
            <a:r>
              <a:rPr lang="en-US" sz="1200" noProof="0">
                <a:solidFill>
                  <a:schemeClr val="dk1"/>
                </a:solidFill>
                <a:latin typeface="IBM Plex Sans"/>
                <a:ea typeface="IBM Plex Sans"/>
                <a:cs typeface="IBM Plex Sans"/>
                <a:sym typeface="IBM Plex Sans"/>
              </a:rPr>
              <a:t>the </a:t>
            </a:r>
            <a:r>
              <a:rPr lang="en-US" sz="1200" b="0" i="0" u="none" strike="noStrike" cap="none" noProof="0">
                <a:solidFill>
                  <a:schemeClr val="dk1"/>
                </a:solidFill>
                <a:latin typeface="IBM Plex Sans"/>
                <a:ea typeface="IBM Plex Sans"/>
                <a:cs typeface="IBM Plex Sans"/>
                <a:sym typeface="IBM Plex Sans"/>
              </a:rPr>
              <a:t>Q2 call, we shared that overall and commercial queries continued to grow year-over-year. This growth rate increased in Q3, </a:t>
            </a:r>
            <a:r>
              <a:rPr lang="en-US" sz="1200" b="1" i="0" u="none" strike="noStrike" cap="none" noProof="0">
                <a:solidFill>
                  <a:schemeClr val="dk1"/>
                </a:solidFill>
                <a:latin typeface="IBM Plex Sans"/>
                <a:ea typeface="IBM Plex Sans"/>
                <a:cs typeface="IBM Plex Sans"/>
                <a:sym typeface="IBM Plex Sans"/>
              </a:rPr>
              <a:t>largely driven by our AI investments in Search, most notably AI Overviews and AI Mode</a:t>
            </a:r>
            <a:r>
              <a:rPr lang="en-US" sz="1200" b="0" i="0" u="none" strike="noStrike" cap="none" noProof="0">
                <a:solidFill>
                  <a:schemeClr val="dk1"/>
                </a:solidFill>
                <a:latin typeface="IBM Plex Sans"/>
                <a:ea typeface="IBM Plex Sans"/>
                <a:cs typeface="IBM Plex Sans"/>
                <a:sym typeface="IBM Plex Sans"/>
              </a:rPr>
              <a:t>”</a:t>
            </a:r>
            <a:r>
              <a:rPr lang="en-US" sz="1200" b="0" i="0" u="none" strike="noStrike" cap="none" baseline="30000" noProof="0">
                <a:solidFill>
                  <a:schemeClr val="dk1"/>
                </a:solidFill>
                <a:latin typeface="IBM Plex Sans"/>
                <a:ea typeface="IBM Plex Sans"/>
                <a:cs typeface="IBM Plex Sans"/>
                <a:sym typeface="IBM Plex Sans"/>
              </a:rPr>
              <a:t>1</a:t>
            </a:r>
            <a:endParaRPr lang="en-US" sz="1800" b="0" i="0" u="none" strike="noStrike" cap="none" noProof="0">
              <a:solidFill>
                <a:schemeClr val="dk1"/>
              </a:solidFill>
              <a:latin typeface="Arial"/>
              <a:ea typeface="Arial"/>
              <a:cs typeface="Arial"/>
              <a:sym typeface="Arial"/>
            </a:endParaRPr>
          </a:p>
          <a:p>
            <a:pPr marL="177800" indent="-177800">
              <a:spcBef>
                <a:spcPts val="200"/>
              </a:spcBef>
              <a:spcAft>
                <a:spcPts val="200"/>
              </a:spcAft>
              <a:buClr>
                <a:schemeClr val="dk1"/>
              </a:buClr>
              <a:buSzPts val="1400"/>
              <a:buFont typeface="Arial"/>
              <a:buChar char="•"/>
            </a:pPr>
            <a:r>
              <a:rPr lang="en-US" sz="1200" b="0" i="0" u="none" strike="noStrike" cap="none" noProof="0">
                <a:solidFill>
                  <a:schemeClr val="dk1"/>
                </a:solidFill>
                <a:latin typeface="IBM Plex Sans"/>
                <a:ea typeface="IBM Plex Sans"/>
                <a:cs typeface="IBM Plex Sans"/>
                <a:sym typeface="IBM Plex Sans"/>
              </a:rPr>
              <a:t>Q2 2025: AI Mode </a:t>
            </a:r>
            <a:r>
              <a:rPr lang="en-US" sz="1200" noProof="0">
                <a:solidFill>
                  <a:schemeClr val="dk1"/>
                </a:solidFill>
                <a:latin typeface="IBM Plex Sans"/>
                <a:ea typeface="IBM Plex Sans"/>
                <a:cs typeface="IBM Plex Sans"/>
                <a:sym typeface="IBM Plex Sans"/>
              </a:rPr>
              <a:t>was rolled out </a:t>
            </a:r>
            <a:r>
              <a:rPr lang="en-US" sz="1200" b="0" i="0" u="none" strike="noStrike" cap="none" noProof="0">
                <a:solidFill>
                  <a:schemeClr val="dk1"/>
                </a:solidFill>
                <a:latin typeface="IBM Plex Sans"/>
                <a:ea typeface="IBM Plex Sans"/>
                <a:cs typeface="IBM Plex Sans"/>
                <a:sym typeface="IBM Plex Sans"/>
              </a:rPr>
              <a:t>globally across 40 languages</a:t>
            </a:r>
            <a:r>
              <a:rPr lang="en-US" sz="1200" noProof="0">
                <a:solidFill>
                  <a:schemeClr val="dk1"/>
                </a:solidFill>
                <a:latin typeface="IBM Plex Sans"/>
                <a:ea typeface="IBM Plex Sans"/>
                <a:cs typeface="IBM Plex Sans"/>
                <a:sym typeface="IBM Plex Sans"/>
              </a:rPr>
              <a:t> and </a:t>
            </a:r>
            <a:r>
              <a:rPr lang="en-US" sz="1200" b="0" i="0" u="none" strike="noStrike" cap="none" noProof="0">
                <a:solidFill>
                  <a:schemeClr val="dk1"/>
                </a:solidFill>
                <a:latin typeface="IBM Plex Sans"/>
                <a:ea typeface="IBM Plex Sans"/>
                <a:cs typeface="IBM Plex Sans"/>
                <a:sym typeface="IBM Plex Sans"/>
              </a:rPr>
              <a:t>now has over 75 million daily active users</a:t>
            </a:r>
            <a:r>
              <a:rPr lang="en-US" sz="1200" b="0" i="0" u="none" strike="noStrike" cap="none" baseline="30000" noProof="0">
                <a:solidFill>
                  <a:schemeClr val="dk1"/>
                </a:solidFill>
                <a:latin typeface="IBM Plex Sans"/>
                <a:ea typeface="IBM Plex Sans"/>
                <a:cs typeface="IBM Plex Sans"/>
                <a:sym typeface="IBM Plex Sans"/>
              </a:rPr>
              <a:t>1</a:t>
            </a:r>
            <a:endParaRPr lang="en-US" sz="1800" b="0" i="0" u="none" strike="noStrike" cap="none" noProof="0">
              <a:solidFill>
                <a:schemeClr val="dk1"/>
              </a:solidFill>
              <a:latin typeface="Arial"/>
              <a:ea typeface="Arial"/>
              <a:cs typeface="Arial"/>
              <a:sym typeface="Arial"/>
            </a:endParaRPr>
          </a:p>
        </p:txBody>
      </p:sp>
      <p:sp>
        <p:nvSpPr>
          <p:cNvPr id="1484" name="Google Shape;1484;g3b23322d595_2_535"/>
          <p:cNvSpPr txBox="1"/>
          <p:nvPr/>
        </p:nvSpPr>
        <p:spPr>
          <a:xfrm>
            <a:off x="4337976" y="1988455"/>
            <a:ext cx="3575040" cy="3690479"/>
          </a:xfrm>
          <a:prstGeom prst="rect">
            <a:avLst/>
          </a:prstGeom>
          <a:noFill/>
          <a:ln w="9525" cap="flat" cmpd="sng">
            <a:solidFill>
              <a:srgbClr val="F2F2F2"/>
            </a:solidFill>
            <a:prstDash val="solid"/>
            <a:round/>
            <a:headEnd type="none" w="sm" len="sm"/>
            <a:tailEnd type="none" w="sm" len="sm"/>
          </a:ln>
        </p:spPr>
        <p:txBody>
          <a:bodyPr spcFirstLastPara="1" wrap="square" lIns="91425" tIns="90000" rIns="91425" bIns="45700" anchor="t" anchorCtr="0">
            <a:noAutofit/>
          </a:bodyPr>
          <a:lstStyle/>
          <a:p>
            <a:pPr marL="177800" marR="0" lvl="0" indent="-177800" algn="l" rtl="0">
              <a:lnSpc>
                <a:spcPct val="100000"/>
              </a:lnSpc>
              <a:spcBef>
                <a:spcPts val="200"/>
              </a:spcBef>
              <a:spcAft>
                <a:spcPts val="0"/>
              </a:spcAft>
              <a:buClr>
                <a:schemeClr val="dk1"/>
              </a:buClr>
              <a:buSzPts val="1400"/>
              <a:buFont typeface="Arial"/>
              <a:buChar char="•"/>
            </a:pPr>
            <a:r>
              <a:rPr lang="en-US" sz="1200" b="0" i="0" u="none" strike="noStrike" cap="none" noProof="0">
                <a:solidFill>
                  <a:schemeClr val="dk1"/>
                </a:solidFill>
                <a:latin typeface="IBM Plex Sans"/>
                <a:ea typeface="IBM Plex Sans"/>
                <a:cs typeface="IBM Plex Sans"/>
                <a:sym typeface="IBM Plex Sans"/>
              </a:rPr>
              <a:t>“In Q3 alone, </a:t>
            </a:r>
            <a:r>
              <a:rPr lang="en-US" sz="1200" b="1" i="0" u="none" strike="noStrike" cap="none" noProof="0">
                <a:solidFill>
                  <a:schemeClr val="dk1"/>
                </a:solidFill>
                <a:latin typeface="IBM Plex Sans"/>
                <a:ea typeface="IBM Plex Sans"/>
                <a:cs typeface="IBM Plex Sans"/>
                <a:sym typeface="IBM Plex Sans"/>
              </a:rPr>
              <a:t>AI Max unlocked billions of net new queries</a:t>
            </a:r>
            <a:r>
              <a:rPr lang="en-US" sz="1200" b="0" i="0" u="none" strike="noStrike" cap="none" noProof="0">
                <a:solidFill>
                  <a:schemeClr val="dk1"/>
                </a:solidFill>
                <a:latin typeface="IBM Plex Sans"/>
                <a:ea typeface="IBM Plex Sans"/>
                <a:cs typeface="IBM Plex Sans"/>
                <a:sym typeface="IBM Plex Sans"/>
              </a:rPr>
              <a:t>. It helps advertisers discover new customers at the exact moment they need their product or service”</a:t>
            </a:r>
            <a:endParaRPr lang="en-US" sz="1800" b="0" i="0" u="none" strike="noStrike" cap="none" noProof="0">
              <a:solidFill>
                <a:schemeClr val="dk1"/>
              </a:solidFill>
              <a:latin typeface="Arial"/>
              <a:ea typeface="Arial"/>
              <a:cs typeface="Arial"/>
              <a:sym typeface="Arial"/>
            </a:endParaRPr>
          </a:p>
          <a:p>
            <a:pPr marL="177800" marR="0" lvl="0" indent="-177800" algn="l" rtl="0">
              <a:lnSpc>
                <a:spcPct val="100000"/>
              </a:lnSpc>
              <a:spcBef>
                <a:spcPts val="200"/>
              </a:spcBef>
              <a:spcAft>
                <a:spcPts val="200"/>
              </a:spcAft>
              <a:buClr>
                <a:schemeClr val="dk1"/>
              </a:buClr>
              <a:buSzPts val="1400"/>
              <a:buFont typeface="Arial"/>
              <a:buChar char="•"/>
            </a:pPr>
            <a:r>
              <a:rPr lang="en-US" sz="1200" b="0" i="0" u="none" strike="noStrike" cap="none" noProof="0">
                <a:solidFill>
                  <a:schemeClr val="dk1"/>
                </a:solidFill>
                <a:latin typeface="IBM Plex Sans"/>
                <a:ea typeface="IBM Plex Sans"/>
                <a:cs typeface="IBM Plex Sans"/>
                <a:sym typeface="IBM Plex Sans"/>
              </a:rPr>
              <a:t>Google client case: after turning on AI Max in Search, conversion grew by 12%</a:t>
            </a:r>
            <a:endParaRPr lang="en-US" sz="1800" b="0" i="0" u="none" strike="noStrike" cap="none" noProof="0">
              <a:solidFill>
                <a:schemeClr val="dk1"/>
              </a:solidFill>
              <a:latin typeface="Arial"/>
              <a:ea typeface="Arial"/>
              <a:cs typeface="Arial"/>
              <a:sym typeface="Arial"/>
            </a:endParaRPr>
          </a:p>
        </p:txBody>
      </p:sp>
      <p:sp>
        <p:nvSpPr>
          <p:cNvPr id="1485" name="Google Shape;1485;g3b23322d595_2_535"/>
          <p:cNvSpPr txBox="1"/>
          <p:nvPr/>
        </p:nvSpPr>
        <p:spPr>
          <a:xfrm>
            <a:off x="450092" y="5765203"/>
            <a:ext cx="11350810" cy="471660"/>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US" b="1" i="0" u="none" strike="noStrike" cap="none" noProof="0">
                <a:solidFill>
                  <a:schemeClr val="dk1"/>
                </a:solidFill>
                <a:latin typeface="IBM Plex Sans" panose="020B0503050203000203" pitchFamily="34" charset="0"/>
                <a:sym typeface="Arial"/>
              </a:rPr>
              <a:t>Google’s AI strategy in search is a coordinated system: AI creates more searches, captures higher-intent moments, and monetizes them directly within the AI experience.</a:t>
            </a:r>
          </a:p>
        </p:txBody>
      </p:sp>
      <p:graphicFrame>
        <p:nvGraphicFramePr>
          <p:cNvPr id="1487" name="Google Shape;1487;g3b23322d595_2_535"/>
          <p:cNvGraphicFramePr/>
          <p:nvPr>
            <p:extLst>
              <p:ext uri="{D42A27DB-BD31-4B8C-83A1-F6EECF244321}">
                <p14:modId xmlns:p14="http://schemas.microsoft.com/office/powerpoint/2010/main" val="1520220828"/>
              </p:ext>
            </p:extLst>
          </p:nvPr>
        </p:nvGraphicFramePr>
        <p:xfrm>
          <a:off x="497187" y="5195892"/>
          <a:ext cx="3441400" cy="238875"/>
        </p:xfrm>
        <a:graphic>
          <a:graphicData uri="http://schemas.openxmlformats.org/drawingml/2006/table">
            <a:tbl>
              <a:tblPr>
                <a:noFill/>
                <a:tableStyleId>{16461213-F4DB-495F-93F5-F8E8B3FAFA39}</a:tableStyleId>
              </a:tblPr>
              <a:tblGrid>
                <a:gridCol w="509450">
                  <a:extLst>
                    <a:ext uri="{9D8B030D-6E8A-4147-A177-3AD203B41FA5}">
                      <a16:colId xmlns:a16="http://schemas.microsoft.com/office/drawing/2014/main" val="20000"/>
                    </a:ext>
                  </a:extLst>
                </a:gridCol>
                <a:gridCol w="418850">
                  <a:extLst>
                    <a:ext uri="{9D8B030D-6E8A-4147-A177-3AD203B41FA5}">
                      <a16:colId xmlns:a16="http://schemas.microsoft.com/office/drawing/2014/main" val="20001"/>
                    </a:ext>
                  </a:extLst>
                </a:gridCol>
                <a:gridCol w="418850">
                  <a:extLst>
                    <a:ext uri="{9D8B030D-6E8A-4147-A177-3AD203B41FA5}">
                      <a16:colId xmlns:a16="http://schemas.microsoft.com/office/drawing/2014/main" val="20002"/>
                    </a:ext>
                  </a:extLst>
                </a:gridCol>
                <a:gridCol w="418850">
                  <a:extLst>
                    <a:ext uri="{9D8B030D-6E8A-4147-A177-3AD203B41FA5}">
                      <a16:colId xmlns:a16="http://schemas.microsoft.com/office/drawing/2014/main" val="20003"/>
                    </a:ext>
                  </a:extLst>
                </a:gridCol>
                <a:gridCol w="418850">
                  <a:extLst>
                    <a:ext uri="{9D8B030D-6E8A-4147-A177-3AD203B41FA5}">
                      <a16:colId xmlns:a16="http://schemas.microsoft.com/office/drawing/2014/main" val="20004"/>
                    </a:ext>
                  </a:extLst>
                </a:gridCol>
                <a:gridCol w="418850">
                  <a:extLst>
                    <a:ext uri="{9D8B030D-6E8A-4147-A177-3AD203B41FA5}">
                      <a16:colId xmlns:a16="http://schemas.microsoft.com/office/drawing/2014/main" val="20005"/>
                    </a:ext>
                  </a:extLst>
                </a:gridCol>
                <a:gridCol w="418850">
                  <a:extLst>
                    <a:ext uri="{9D8B030D-6E8A-4147-A177-3AD203B41FA5}">
                      <a16:colId xmlns:a16="http://schemas.microsoft.com/office/drawing/2014/main" val="20006"/>
                    </a:ext>
                  </a:extLst>
                </a:gridCol>
                <a:gridCol w="418850">
                  <a:extLst>
                    <a:ext uri="{9D8B030D-6E8A-4147-A177-3AD203B41FA5}">
                      <a16:colId xmlns:a16="http://schemas.microsoft.com/office/drawing/2014/main" val="20007"/>
                    </a:ext>
                  </a:extLst>
                </a:gridCol>
              </a:tblGrid>
              <a:tr h="238875">
                <a:tc>
                  <a:txBody>
                    <a:bodyPr/>
                    <a:lstStyle/>
                    <a:p>
                      <a:pPr marL="0" marR="0" lvl="0" indent="0" algn="ctr" rtl="0">
                        <a:lnSpc>
                          <a:spcPct val="100000"/>
                        </a:lnSpc>
                        <a:spcBef>
                          <a:spcPts val="0"/>
                        </a:spcBef>
                        <a:spcAft>
                          <a:spcPts val="0"/>
                        </a:spcAft>
                        <a:buClr>
                          <a:srgbClr val="000000"/>
                        </a:buClr>
                        <a:buSzPts val="800"/>
                        <a:buFont typeface="Arial"/>
                        <a:buNone/>
                      </a:pPr>
                      <a:r>
                        <a:rPr lang="en-US" sz="1000" b="0" i="1" u="none" strike="noStrike" cap="none" noProof="0">
                          <a:solidFill>
                            <a:schemeClr val="dk1"/>
                          </a:solidFill>
                          <a:latin typeface="IBM Plex Sans"/>
                          <a:ea typeface="IBM Plex Sans"/>
                          <a:cs typeface="IBM Plex Sans"/>
                          <a:sym typeface="IBM Plex Sans"/>
                        </a:rPr>
                        <a:t>Growth</a:t>
                      </a:r>
                    </a:p>
                  </a:txBody>
                  <a:tcPr marL="0" marR="0" marT="36000" marB="36000" anchor="ctr">
                    <a:lnL w="9525" cap="flat" cmpd="sng">
                      <a:solidFill>
                        <a:srgbClr val="000000">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D8D8D8"/>
                    </a:solidFill>
                  </a:tcPr>
                </a:tc>
                <a:tc>
                  <a:txBody>
                    <a:bodyPr/>
                    <a:lstStyle/>
                    <a:p>
                      <a:pPr marL="0" marR="0" lvl="0" indent="0" algn="ctr" rtl="0">
                        <a:lnSpc>
                          <a:spcPct val="100000"/>
                        </a:lnSpc>
                        <a:spcBef>
                          <a:spcPts val="0"/>
                        </a:spcBef>
                        <a:spcAft>
                          <a:spcPts val="0"/>
                        </a:spcAft>
                        <a:buClr>
                          <a:srgbClr val="000000"/>
                        </a:buClr>
                        <a:buSzPts val="800"/>
                        <a:buFont typeface="Arial"/>
                        <a:buNone/>
                      </a:pPr>
                      <a:endParaRPr lang="en-US" sz="1000" b="0" i="1" u="none" strike="noStrike" cap="none" noProof="0">
                        <a:solidFill>
                          <a:schemeClr val="dk1"/>
                        </a:solidFill>
                        <a:latin typeface="IBM Plex Sans"/>
                        <a:ea typeface="IBM Plex Sans"/>
                        <a:cs typeface="IBM Plex Sans"/>
                        <a:sym typeface="IBM Plex Sans"/>
                      </a:endParaRPr>
                    </a:p>
                  </a:txBody>
                  <a:tcPr marL="0" marR="0" marT="36000" marB="360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D8D8D8"/>
                    </a:solidFill>
                  </a:tcPr>
                </a:tc>
                <a:tc>
                  <a:txBody>
                    <a:bodyPr/>
                    <a:lstStyle/>
                    <a:p>
                      <a:pPr marL="0" marR="0" lvl="0" indent="0" algn="ctr" rtl="0">
                        <a:lnSpc>
                          <a:spcPct val="100000"/>
                        </a:lnSpc>
                        <a:spcBef>
                          <a:spcPts val="0"/>
                        </a:spcBef>
                        <a:spcAft>
                          <a:spcPts val="0"/>
                        </a:spcAft>
                        <a:buClr>
                          <a:srgbClr val="000000"/>
                        </a:buClr>
                        <a:buSzPts val="800"/>
                        <a:buFont typeface="Arial"/>
                        <a:buNone/>
                      </a:pPr>
                      <a:r>
                        <a:rPr lang="en-US" sz="1000" b="0" i="1" u="none" strike="noStrike" cap="none" noProof="0">
                          <a:solidFill>
                            <a:schemeClr val="dk1"/>
                          </a:solidFill>
                          <a:latin typeface="IBM Plex Sans"/>
                          <a:ea typeface="IBM Plex Sans"/>
                          <a:cs typeface="IBM Plex Sans"/>
                          <a:sym typeface="IBM Plex Sans"/>
                        </a:rPr>
                        <a:t>10%</a:t>
                      </a:r>
                    </a:p>
                  </a:txBody>
                  <a:tcPr marL="0" marR="0" marT="36000" marB="360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D8D8D8"/>
                    </a:solidFill>
                  </a:tcPr>
                </a:tc>
                <a:tc>
                  <a:txBody>
                    <a:bodyPr/>
                    <a:lstStyle/>
                    <a:p>
                      <a:pPr marL="0" marR="0" lvl="0" indent="0" algn="ctr" rtl="0">
                        <a:lnSpc>
                          <a:spcPct val="100000"/>
                        </a:lnSpc>
                        <a:spcBef>
                          <a:spcPts val="0"/>
                        </a:spcBef>
                        <a:spcAft>
                          <a:spcPts val="0"/>
                        </a:spcAft>
                        <a:buClr>
                          <a:srgbClr val="000000"/>
                        </a:buClr>
                        <a:buSzPts val="800"/>
                        <a:buFont typeface="Arial"/>
                        <a:buNone/>
                      </a:pPr>
                      <a:r>
                        <a:rPr lang="en-US" sz="1000" b="0" i="1" u="none" strike="noStrike" cap="none" noProof="0">
                          <a:solidFill>
                            <a:schemeClr val="dk1"/>
                          </a:solidFill>
                          <a:latin typeface="IBM Plex Sans"/>
                          <a:ea typeface="IBM Plex Sans"/>
                          <a:cs typeface="IBM Plex Sans"/>
                          <a:sym typeface="IBM Plex Sans"/>
                        </a:rPr>
                        <a:t>42%</a:t>
                      </a:r>
                    </a:p>
                  </a:txBody>
                  <a:tcPr marL="0" marR="0" marT="36000" marB="360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D8D8D8"/>
                    </a:solidFill>
                  </a:tcPr>
                </a:tc>
                <a:tc>
                  <a:txBody>
                    <a:bodyPr/>
                    <a:lstStyle/>
                    <a:p>
                      <a:pPr marL="0" marR="0" lvl="0" indent="0" algn="ctr" rtl="0">
                        <a:lnSpc>
                          <a:spcPct val="100000"/>
                        </a:lnSpc>
                        <a:spcBef>
                          <a:spcPts val="0"/>
                        </a:spcBef>
                        <a:spcAft>
                          <a:spcPts val="0"/>
                        </a:spcAft>
                        <a:buClr>
                          <a:srgbClr val="000000"/>
                        </a:buClr>
                        <a:buSzPts val="800"/>
                        <a:buFont typeface="Arial"/>
                        <a:buNone/>
                      </a:pPr>
                      <a:r>
                        <a:rPr lang="en-US" sz="1000" b="0" i="1" u="none" strike="noStrike" cap="none" noProof="0">
                          <a:solidFill>
                            <a:schemeClr val="dk1"/>
                          </a:solidFill>
                          <a:latin typeface="IBM Plex Sans"/>
                          <a:ea typeface="IBM Plex Sans"/>
                          <a:cs typeface="IBM Plex Sans"/>
                          <a:sym typeface="IBM Plex Sans"/>
                        </a:rPr>
                        <a:t>7%</a:t>
                      </a:r>
                    </a:p>
                  </a:txBody>
                  <a:tcPr marL="0" marR="0" marT="36000" marB="360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D8D8D8"/>
                    </a:solidFill>
                  </a:tcPr>
                </a:tc>
                <a:tc>
                  <a:txBody>
                    <a:bodyPr/>
                    <a:lstStyle/>
                    <a:p>
                      <a:pPr marL="0" marR="0" lvl="0" indent="0" algn="ctr" rtl="0">
                        <a:lnSpc>
                          <a:spcPct val="100000"/>
                        </a:lnSpc>
                        <a:spcBef>
                          <a:spcPts val="0"/>
                        </a:spcBef>
                        <a:spcAft>
                          <a:spcPts val="0"/>
                        </a:spcAft>
                        <a:buClr>
                          <a:srgbClr val="000000"/>
                        </a:buClr>
                        <a:buSzPts val="800"/>
                        <a:buFont typeface="Arial"/>
                        <a:buNone/>
                      </a:pPr>
                      <a:r>
                        <a:rPr lang="en-US" sz="1000" b="0" i="1" u="none" strike="noStrike" cap="none" noProof="0">
                          <a:solidFill>
                            <a:schemeClr val="dk1"/>
                          </a:solidFill>
                          <a:latin typeface="IBM Plex Sans"/>
                          <a:ea typeface="IBM Plex Sans"/>
                          <a:cs typeface="IBM Plex Sans"/>
                          <a:sym typeface="IBM Plex Sans"/>
                        </a:rPr>
                        <a:t>6%</a:t>
                      </a:r>
                    </a:p>
                  </a:txBody>
                  <a:tcPr marL="0" marR="0" marT="36000" marB="360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D8D8D8"/>
                    </a:solidFill>
                  </a:tcPr>
                </a:tc>
                <a:tc>
                  <a:txBody>
                    <a:bodyPr/>
                    <a:lstStyle/>
                    <a:p>
                      <a:pPr marL="0" marR="0" lvl="0" indent="0" algn="ctr" rtl="0">
                        <a:lnSpc>
                          <a:spcPct val="100000"/>
                        </a:lnSpc>
                        <a:spcBef>
                          <a:spcPts val="0"/>
                        </a:spcBef>
                        <a:spcAft>
                          <a:spcPts val="0"/>
                        </a:spcAft>
                        <a:buClr>
                          <a:srgbClr val="000000"/>
                        </a:buClr>
                        <a:buSzPts val="800"/>
                        <a:buFont typeface="Arial"/>
                        <a:buNone/>
                      </a:pPr>
                      <a:r>
                        <a:rPr lang="en-US" sz="1000" b="0" i="1" u="none" strike="noStrike" cap="none" noProof="0">
                          <a:solidFill>
                            <a:schemeClr val="dk1"/>
                          </a:solidFill>
                          <a:latin typeface="IBM Plex Sans"/>
                          <a:ea typeface="IBM Plex Sans"/>
                          <a:cs typeface="IBM Plex Sans"/>
                          <a:sym typeface="IBM Plex Sans"/>
                        </a:rPr>
                        <a:t>11%</a:t>
                      </a:r>
                    </a:p>
                  </a:txBody>
                  <a:tcPr marL="0" marR="0" marT="36000" marB="36000"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D8D8D8"/>
                    </a:solidFill>
                  </a:tcPr>
                </a:tc>
                <a:tc>
                  <a:txBody>
                    <a:bodyPr/>
                    <a:lstStyle/>
                    <a:p>
                      <a:pPr marL="0" marR="0" lvl="0" indent="0" algn="ctr" rtl="0">
                        <a:lnSpc>
                          <a:spcPct val="100000"/>
                        </a:lnSpc>
                        <a:spcBef>
                          <a:spcPts val="0"/>
                        </a:spcBef>
                        <a:spcAft>
                          <a:spcPts val="0"/>
                        </a:spcAft>
                        <a:buClr>
                          <a:srgbClr val="000000"/>
                        </a:buClr>
                        <a:buSzPts val="800"/>
                        <a:buFont typeface="Arial"/>
                        <a:buNone/>
                      </a:pPr>
                      <a:r>
                        <a:rPr lang="en-US" sz="1000" b="0" i="1" u="none" strike="noStrike" cap="none" noProof="0">
                          <a:solidFill>
                            <a:schemeClr val="dk1"/>
                          </a:solidFill>
                          <a:latin typeface="IBM Plex Sans"/>
                          <a:ea typeface="IBM Plex Sans"/>
                          <a:cs typeface="IBM Plex Sans"/>
                          <a:sym typeface="IBM Plex Sans"/>
                        </a:rPr>
                        <a:t>13%</a:t>
                      </a:r>
                    </a:p>
                  </a:txBody>
                  <a:tcPr marL="0" marR="0" marT="36000" marB="36000" anchor="ctr">
                    <a:lnL w="9525" cap="flat" cmpd="sng">
                      <a:solidFill>
                        <a:schemeClr val="lt1"/>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D8D8D8"/>
                    </a:solidFill>
                  </a:tcPr>
                </a:tc>
                <a:extLst>
                  <a:ext uri="{0D108BD9-81ED-4DB2-BD59-A6C34878D82A}">
                    <a16:rowId xmlns:a16="http://schemas.microsoft.com/office/drawing/2014/main" val="10000"/>
                  </a:ext>
                </a:extLst>
              </a:tr>
            </a:tbl>
          </a:graphicData>
        </a:graphic>
      </p:graphicFrame>
      <p:sp>
        <p:nvSpPr>
          <p:cNvPr id="1488" name="Google Shape;1488;g3b23322d595_2_535"/>
          <p:cNvSpPr/>
          <p:nvPr/>
        </p:nvSpPr>
        <p:spPr>
          <a:xfrm>
            <a:off x="437484" y="3893921"/>
            <a:ext cx="3440112" cy="201829"/>
          </a:xfrm>
          <a:prstGeom prst="rect">
            <a:avLst/>
          </a:prstGeom>
          <a:solidFill>
            <a:schemeClr val="lt1"/>
          </a:solidFill>
          <a:ln>
            <a:noFill/>
          </a:ln>
        </p:spPr>
        <p:txBody>
          <a:bodyPr spcFirstLastPara="1" wrap="square" lIns="91425" tIns="36000" rIns="91425" bIns="36000" anchor="ctr" anchorCtr="0">
            <a:noAutofit/>
          </a:bodyPr>
          <a:lstStyle/>
          <a:p>
            <a:pPr marL="0" marR="0" lvl="0" indent="0" algn="l" rtl="0">
              <a:lnSpc>
                <a:spcPct val="100000"/>
              </a:lnSpc>
              <a:spcBef>
                <a:spcPts val="0"/>
              </a:spcBef>
              <a:spcAft>
                <a:spcPts val="600"/>
              </a:spcAft>
              <a:buClr>
                <a:srgbClr val="7030A0"/>
              </a:buClr>
              <a:buSzPts val="1200"/>
              <a:buFont typeface="IBM Plex Sans"/>
              <a:buNone/>
            </a:pPr>
            <a:r>
              <a:rPr lang="en-US" sz="1200" b="1" i="0" u="none" strike="noStrike" cap="none" noProof="0">
                <a:solidFill>
                  <a:srgbClr val="7030A0"/>
                </a:solidFill>
                <a:latin typeface="IBM Plex Sans"/>
                <a:ea typeface="IBM Plex Sans"/>
                <a:cs typeface="IBM Plex Sans"/>
                <a:sym typeface="IBM Plex Sans"/>
              </a:rPr>
              <a:t>Google ad revenue (</a:t>
            </a:r>
            <a:r>
              <a:rPr lang="en-US" sz="1200" b="1" noProof="0">
                <a:solidFill>
                  <a:srgbClr val="7030A0"/>
                </a:solidFill>
                <a:latin typeface="IBM Plex Sans"/>
                <a:ea typeface="IBM Plex Sans"/>
                <a:cs typeface="IBM Plex Sans"/>
                <a:sym typeface="IBM Plex Sans"/>
              </a:rPr>
              <a:t>billions</a:t>
            </a:r>
            <a:r>
              <a:rPr lang="en-US" sz="1200" b="1" i="0" u="none" strike="noStrike" cap="none" noProof="0">
                <a:solidFill>
                  <a:srgbClr val="7030A0"/>
                </a:solidFill>
                <a:latin typeface="IBM Plex Sans"/>
                <a:ea typeface="IBM Plex Sans"/>
                <a:cs typeface="IBM Plex Sans"/>
                <a:sym typeface="IBM Plex Sans"/>
              </a:rPr>
              <a:t>)</a:t>
            </a:r>
            <a:r>
              <a:rPr lang="en-US" sz="1200" b="1" i="0" u="none" strike="noStrike" cap="none" baseline="30000" noProof="0">
                <a:solidFill>
                  <a:srgbClr val="7030A0"/>
                </a:solidFill>
                <a:latin typeface="IBM Plex Sans"/>
                <a:ea typeface="IBM Plex Sans"/>
                <a:cs typeface="IBM Plex Sans"/>
                <a:sym typeface="IBM Plex Sans"/>
              </a:rPr>
              <a:t>1,6,7</a:t>
            </a:r>
            <a:endParaRPr lang="en-US" sz="1800" b="0" i="0" u="none" strike="noStrike" cap="none" noProof="0">
              <a:solidFill>
                <a:schemeClr val="dk1"/>
              </a:solidFill>
              <a:latin typeface="Arial"/>
              <a:ea typeface="Arial"/>
              <a:cs typeface="Arial"/>
              <a:sym typeface="Arial"/>
            </a:endParaRPr>
          </a:p>
        </p:txBody>
      </p:sp>
      <p:cxnSp>
        <p:nvCxnSpPr>
          <p:cNvPr id="1489" name="Google Shape;1489;g3b23322d595_2_535"/>
          <p:cNvCxnSpPr/>
          <p:nvPr/>
        </p:nvCxnSpPr>
        <p:spPr>
          <a:xfrm>
            <a:off x="546227" y="4095750"/>
            <a:ext cx="3319330" cy="0"/>
          </a:xfrm>
          <a:prstGeom prst="straightConnector1">
            <a:avLst/>
          </a:prstGeom>
          <a:noFill/>
          <a:ln w="9525" cap="flat" cmpd="sng">
            <a:solidFill>
              <a:schemeClr val="dk1"/>
            </a:solidFill>
            <a:prstDash val="solid"/>
            <a:round/>
            <a:headEnd type="none" w="sm" len="sm"/>
            <a:tailEnd type="none" w="sm" len="sm"/>
          </a:ln>
        </p:spPr>
      </p:cxnSp>
      <p:pic>
        <p:nvPicPr>
          <p:cNvPr id="1490" name="Google Shape;1490;g3b23322d595_2_535"/>
          <p:cNvPicPr preferRelativeResize="0"/>
          <p:nvPr/>
        </p:nvPicPr>
        <p:blipFill rotWithShape="1">
          <a:blip r:embed="rId11">
            <a:alphaModFix/>
          </a:blip>
          <a:srcRect/>
          <a:stretch/>
        </p:blipFill>
        <p:spPr>
          <a:xfrm>
            <a:off x="4463360" y="3341271"/>
            <a:ext cx="3320382" cy="2276999"/>
          </a:xfrm>
          <a:prstGeom prst="rect">
            <a:avLst/>
          </a:prstGeom>
          <a:noFill/>
          <a:ln>
            <a:noFill/>
          </a:ln>
        </p:spPr>
      </p:pic>
      <p:graphicFrame>
        <p:nvGraphicFramePr>
          <p:cNvPr id="15" name="Google Shape;1386;p18">
            <a:extLst>
              <a:ext uri="{FF2B5EF4-FFF2-40B4-BE49-F238E27FC236}">
                <a16:creationId xmlns:a16="http://schemas.microsoft.com/office/drawing/2014/main" id="{5F6DC10F-8761-52DD-7AAC-34CFED5ECA93}"/>
              </a:ext>
            </a:extLst>
          </p:cNvPr>
          <p:cNvGraphicFramePr/>
          <p:nvPr/>
        </p:nvGraphicFramePr>
        <p:xfrm>
          <a:off x="420594" y="4152901"/>
          <a:ext cx="3575040" cy="994210"/>
        </p:xfrm>
        <a:graphic>
          <a:graphicData uri="http://schemas.openxmlformats.org/drawingml/2006/chart">
            <c:chart xmlns:c="http://schemas.openxmlformats.org/drawingml/2006/chart" xmlns:r="http://schemas.openxmlformats.org/officeDocument/2006/relationships" r:id="rId12"/>
          </a:graphicData>
        </a:graphic>
      </p:graphicFrame>
      <p:pic>
        <p:nvPicPr>
          <p:cNvPr id="16" name="Picture 15">
            <a:extLst>
              <a:ext uri="{FF2B5EF4-FFF2-40B4-BE49-F238E27FC236}">
                <a16:creationId xmlns:a16="http://schemas.microsoft.com/office/drawing/2014/main" id="{09FF2F36-7B3F-EA59-7729-E5BAE319AFD5}"/>
              </a:ext>
            </a:extLst>
          </p:cNvPr>
          <p:cNvPicPr>
            <a:picLocks noChangeAspect="1"/>
          </p:cNvPicPr>
          <p:nvPr/>
        </p:nvPicPr>
        <p:blipFill>
          <a:blip r:embed="rId13"/>
          <a:stretch>
            <a:fillRect/>
          </a:stretch>
        </p:blipFill>
        <p:spPr>
          <a:xfrm>
            <a:off x="8468034" y="3325176"/>
            <a:ext cx="3177739" cy="2343900"/>
          </a:xfrm>
          <a:prstGeom prst="rect">
            <a:avLst/>
          </a:prstGeom>
        </p:spPr>
      </p:pic>
      <p:sp>
        <p:nvSpPr>
          <p:cNvPr id="4" name="CaixaDeTexto 3">
            <a:extLst>
              <a:ext uri="{FF2B5EF4-FFF2-40B4-BE49-F238E27FC236}">
                <a16:creationId xmlns:a16="http://schemas.microsoft.com/office/drawing/2014/main" id="{E61FCA15-C7C8-EB3C-0CB4-1B19515118A5}"/>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Google AI strategy</a:t>
            </a:r>
          </a:p>
        </p:txBody>
      </p:sp>
    </p:spTree>
    <p:extLst>
      <p:ext uri="{BB962C8B-B14F-4D97-AF65-F5344CB8AC3E}">
        <p14:creationId xmlns:p14="http://schemas.microsoft.com/office/powerpoint/2010/main" val="1206597834"/>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2153"/>
        <p:cNvGrpSpPr/>
        <p:nvPr/>
      </p:nvGrpSpPr>
      <p:grpSpPr>
        <a:xfrm>
          <a:off x="0" y="0"/>
          <a:ext cx="0" cy="0"/>
          <a:chOff x="0" y="0"/>
          <a:chExt cx="0" cy="0"/>
        </a:xfrm>
      </p:grpSpPr>
      <p:sp>
        <p:nvSpPr>
          <p:cNvPr id="2154" name="Google Shape;2154;g3b23322d595_2_1194"/>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r>
              <a:rPr lang="en-US" noProof="0">
                <a:latin typeface="IBM Plex Sans"/>
                <a:ea typeface="IBM Plex Sans"/>
                <a:cs typeface="IBM Plex Sans"/>
                <a:sym typeface="IBM Plex Sans"/>
              </a:rPr>
              <a:t>How Gemini 3 in Chrome </a:t>
            </a:r>
            <a:r>
              <a:rPr lang="en-US" noProof="0"/>
              <a:t>raises the bar for </a:t>
            </a:r>
            <a:r>
              <a:rPr lang="en-US" noProof="0">
                <a:latin typeface="IBM Plex Sans"/>
                <a:ea typeface="IBM Plex Sans"/>
                <a:cs typeface="IBM Plex Sans"/>
                <a:sym typeface="IBM Plex Sans"/>
              </a:rPr>
              <a:t>AI browsers</a:t>
            </a:r>
            <a:endParaRPr lang="en-US" noProof="0"/>
          </a:p>
        </p:txBody>
      </p:sp>
      <p:sp>
        <p:nvSpPr>
          <p:cNvPr id="2155" name="Google Shape;2155;g3b23322d595_2_1194"/>
          <p:cNvSpPr txBox="1"/>
          <p:nvPr/>
        </p:nvSpPr>
        <p:spPr>
          <a:xfrm>
            <a:off x="427414" y="1469893"/>
            <a:ext cx="2708100" cy="481500"/>
          </a:xfrm>
          <a:prstGeom prst="rect">
            <a:avLst/>
          </a:prstGeom>
          <a:solidFill>
            <a:srgbClr val="1F4E79"/>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lang="en-US" sz="1200" b="0" i="0" u="none" strike="noStrike" cap="none" baseline="30000" noProof="0">
              <a:solidFill>
                <a:srgbClr val="FFFFFF"/>
              </a:solidFill>
              <a:latin typeface="IBM Plex Sans"/>
              <a:ea typeface="IBM Plex Sans"/>
              <a:cs typeface="IBM Plex Sans"/>
              <a:sym typeface="IBM Plex Sans"/>
            </a:endParaRPr>
          </a:p>
        </p:txBody>
      </p:sp>
      <p:sp>
        <p:nvSpPr>
          <p:cNvPr id="2156" name="Google Shape;2156;g3b23322d595_2_1194"/>
          <p:cNvSpPr txBox="1"/>
          <p:nvPr/>
        </p:nvSpPr>
        <p:spPr>
          <a:xfrm>
            <a:off x="3256717" y="1469893"/>
            <a:ext cx="5734800" cy="481500"/>
          </a:xfrm>
          <a:prstGeom prst="rect">
            <a:avLst/>
          </a:prstGeom>
          <a:solidFill>
            <a:srgbClr val="7030A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lang="en-US" sz="1100" b="0" i="0" u="none" strike="noStrike" cap="none" baseline="30000" noProof="0">
              <a:solidFill>
                <a:srgbClr val="FFFFFF"/>
              </a:solidFill>
              <a:latin typeface="IBM Plex Sans"/>
              <a:ea typeface="IBM Plex Sans"/>
              <a:cs typeface="IBM Plex Sans"/>
              <a:sym typeface="IBM Plex Sans"/>
            </a:endParaRPr>
          </a:p>
        </p:txBody>
      </p:sp>
      <p:sp>
        <p:nvSpPr>
          <p:cNvPr id="2157" name="Google Shape;2157;g3b23322d595_2_1194"/>
          <p:cNvSpPr txBox="1"/>
          <p:nvPr/>
        </p:nvSpPr>
        <p:spPr>
          <a:xfrm>
            <a:off x="9118774" y="1469893"/>
            <a:ext cx="2699575" cy="481500"/>
          </a:xfrm>
          <a:prstGeom prst="rect">
            <a:avLst/>
          </a:prstGeom>
          <a:solidFill>
            <a:srgbClr val="1F4E79"/>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lang="en-US" sz="1200" b="0" i="0" u="none" strike="noStrike" cap="none" baseline="30000" noProof="0">
              <a:solidFill>
                <a:srgbClr val="FFFFFF"/>
              </a:solidFill>
              <a:latin typeface="IBM Plex Sans"/>
              <a:ea typeface="IBM Plex Sans"/>
              <a:cs typeface="IBM Plex Sans"/>
              <a:sym typeface="IBM Plex Sans"/>
            </a:endParaRPr>
          </a:p>
        </p:txBody>
      </p:sp>
      <p:sp>
        <p:nvSpPr>
          <p:cNvPr id="2162" name="Google Shape;2162;g3b23322d595_2_1194"/>
          <p:cNvSpPr txBox="1"/>
          <p:nvPr/>
        </p:nvSpPr>
        <p:spPr>
          <a:xfrm>
            <a:off x="427414" y="1471494"/>
            <a:ext cx="2745131" cy="496500"/>
          </a:xfrm>
          <a:prstGeom prst="rect">
            <a:avLst/>
          </a:prstGeom>
          <a:solidFill>
            <a:srgbClr val="7030A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i="0" u="none" strike="noStrike" cap="none" noProof="0">
                <a:solidFill>
                  <a:srgbClr val="FFFFFF"/>
                </a:solidFill>
                <a:latin typeface="IBM Plex Sans"/>
                <a:ea typeface="IBM Plex Sans"/>
                <a:cs typeface="IBM Plex Sans"/>
                <a:sym typeface="IBM Plex Sans"/>
              </a:rPr>
              <a:t>The </a:t>
            </a:r>
            <a:r>
              <a:rPr lang="en-US" b="1" noProof="0">
                <a:solidFill>
                  <a:srgbClr val="FFFFFF"/>
                </a:solidFill>
                <a:latin typeface="IBM Plex Sans"/>
                <a:ea typeface="IBM Plex Sans"/>
                <a:cs typeface="IBM Plex Sans"/>
                <a:sym typeface="IBM Plex Sans"/>
              </a:rPr>
              <a:t>rise</a:t>
            </a:r>
            <a:r>
              <a:rPr lang="en-US" b="1" i="0" u="none" strike="noStrike" cap="none" noProof="0">
                <a:solidFill>
                  <a:srgbClr val="FFFFFF"/>
                </a:solidFill>
                <a:latin typeface="IBM Plex Sans"/>
                <a:ea typeface="IBM Plex Sans"/>
                <a:cs typeface="IBM Plex Sans"/>
                <a:sym typeface="IBM Plex Sans"/>
              </a:rPr>
              <a:t> of </a:t>
            </a:r>
            <a:r>
              <a:rPr lang="en-US" b="1" noProof="0">
                <a:solidFill>
                  <a:srgbClr val="FFFFFF"/>
                </a:solidFill>
                <a:latin typeface="IBM Plex Sans"/>
                <a:ea typeface="IBM Plex Sans"/>
                <a:cs typeface="IBM Plex Sans"/>
                <a:sym typeface="IBM Plex Sans"/>
              </a:rPr>
              <a:t>standalone</a:t>
            </a:r>
            <a:r>
              <a:rPr lang="en-US" b="1" i="0" u="none" strike="noStrike" cap="none" noProof="0">
                <a:solidFill>
                  <a:srgbClr val="FFFFFF"/>
                </a:solidFill>
                <a:latin typeface="IBM Plex Sans"/>
                <a:ea typeface="IBM Plex Sans"/>
                <a:cs typeface="IBM Plex Sans"/>
                <a:sym typeface="IBM Plex Sans"/>
              </a:rPr>
              <a:t> AI </a:t>
            </a:r>
            <a:r>
              <a:rPr lang="en-US" b="1" noProof="0">
                <a:solidFill>
                  <a:srgbClr val="FFFFFF"/>
                </a:solidFill>
                <a:latin typeface="IBM Plex Sans"/>
                <a:ea typeface="IBM Plex Sans"/>
                <a:cs typeface="IBM Plex Sans"/>
                <a:sym typeface="IBM Plex Sans"/>
              </a:rPr>
              <a:t>browsers</a:t>
            </a:r>
            <a:endParaRPr lang="en-US" b="0" i="0" u="none" strike="noStrike" cap="none" noProof="0">
              <a:solidFill>
                <a:srgbClr val="FFFFFF"/>
              </a:solidFill>
              <a:latin typeface="IBM Plex Sans"/>
              <a:ea typeface="IBM Plex Sans"/>
              <a:cs typeface="IBM Plex Sans"/>
              <a:sym typeface="IBM Plex Sans"/>
            </a:endParaRPr>
          </a:p>
        </p:txBody>
      </p:sp>
      <p:sp>
        <p:nvSpPr>
          <p:cNvPr id="2163" name="Google Shape;2163;g3b23322d595_2_1194"/>
          <p:cNvSpPr txBox="1"/>
          <p:nvPr/>
        </p:nvSpPr>
        <p:spPr>
          <a:xfrm>
            <a:off x="4189703" y="1448511"/>
            <a:ext cx="3819422" cy="496500"/>
          </a:xfrm>
          <a:prstGeom prst="rect">
            <a:avLst/>
          </a:prstGeom>
          <a:noFill/>
          <a:ln>
            <a:noFill/>
          </a:ln>
        </p:spPr>
        <p:txBody>
          <a:bodyPr spcFirstLastPara="1" wrap="square" lIns="91425" tIns="91425" rIns="91425" bIns="91425" anchor="ctr" anchorCtr="0">
            <a:noAutofit/>
          </a:bodyPr>
          <a:lstStyle/>
          <a:p>
            <a:pPr algn="ctr">
              <a:buSzPts val="1400"/>
            </a:pPr>
            <a:r>
              <a:rPr lang="en-US" b="1" i="0" u="none" strike="noStrike" cap="none" noProof="0">
                <a:solidFill>
                  <a:srgbClr val="FFFFFF"/>
                </a:solidFill>
                <a:latin typeface="IBM Plex Sans"/>
                <a:ea typeface="IBM Plex Sans"/>
                <a:cs typeface="IBM Plex Sans"/>
                <a:sym typeface="IBM Plex Sans"/>
              </a:rPr>
              <a:t>Chrome + </a:t>
            </a:r>
            <a:r>
              <a:rPr lang="en-US" b="1" noProof="0">
                <a:solidFill>
                  <a:srgbClr val="FFFFFF"/>
                </a:solidFill>
                <a:latin typeface="IBM Plex Sans"/>
                <a:ea typeface="IBM Plex Sans"/>
                <a:cs typeface="IBM Plex Sans"/>
                <a:sym typeface="IBM Plex Sans"/>
              </a:rPr>
              <a:t>Gemini</a:t>
            </a:r>
            <a:r>
              <a:rPr lang="en-US" b="1" i="0" u="none" strike="noStrike" cap="none" noProof="0">
                <a:solidFill>
                  <a:srgbClr val="FFFFFF"/>
                </a:solidFill>
                <a:latin typeface="IBM Plex Sans"/>
                <a:ea typeface="IBM Plex Sans"/>
                <a:cs typeface="IBM Plex Sans"/>
                <a:sym typeface="IBM Plex Sans"/>
              </a:rPr>
              <a:t>: </a:t>
            </a:r>
            <a:r>
              <a:rPr lang="en-US" b="1" noProof="0">
                <a:solidFill>
                  <a:srgbClr val="FFFFFF"/>
                </a:solidFill>
                <a:latin typeface="IBM Plex Sans"/>
                <a:ea typeface="IBM Plex Sans"/>
                <a:cs typeface="IBM Plex Sans"/>
                <a:sym typeface="IBM Plex Sans"/>
              </a:rPr>
              <a:t>a structurally advantaged combination</a:t>
            </a:r>
            <a:endParaRPr lang="en-US" b="0" i="0" u="none" strike="noStrike" cap="none" noProof="0">
              <a:solidFill>
                <a:srgbClr val="FFFFFF"/>
              </a:solidFill>
              <a:latin typeface="IBM Plex Sans"/>
              <a:ea typeface="IBM Plex Sans"/>
              <a:cs typeface="IBM Plex Sans"/>
              <a:sym typeface="IBM Plex Sans"/>
            </a:endParaRPr>
          </a:p>
        </p:txBody>
      </p:sp>
      <p:sp>
        <p:nvSpPr>
          <p:cNvPr id="2164" name="Google Shape;2164;g3b23322d595_2_1194"/>
          <p:cNvSpPr txBox="1"/>
          <p:nvPr/>
        </p:nvSpPr>
        <p:spPr>
          <a:xfrm>
            <a:off x="9102928" y="1454712"/>
            <a:ext cx="2715421" cy="496500"/>
          </a:xfrm>
          <a:prstGeom prst="rect">
            <a:avLst/>
          </a:prstGeom>
          <a:solidFill>
            <a:srgbClr val="7030A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i="0" u="none" strike="noStrike" cap="none" noProof="0">
                <a:solidFill>
                  <a:srgbClr val="FFFFFF"/>
                </a:solidFill>
                <a:latin typeface="IBM Plex Sans"/>
                <a:ea typeface="IBM Plex Sans"/>
                <a:cs typeface="IBM Plex Sans"/>
                <a:sym typeface="IBM Plex Sans"/>
              </a:rPr>
              <a:t>Google’s </a:t>
            </a:r>
            <a:r>
              <a:rPr lang="en-US" b="1" noProof="0">
                <a:solidFill>
                  <a:srgbClr val="FFFFFF"/>
                </a:solidFill>
                <a:latin typeface="IBM Plex Sans"/>
                <a:ea typeface="IBM Plex Sans"/>
                <a:cs typeface="IBM Plex Sans"/>
                <a:sym typeface="IBM Plex Sans"/>
              </a:rPr>
              <a:t>foundational</a:t>
            </a:r>
            <a:r>
              <a:rPr lang="en-US" b="1" i="0" u="none" strike="noStrike" cap="none" noProof="0">
                <a:solidFill>
                  <a:srgbClr val="FFFFFF"/>
                </a:solidFill>
                <a:latin typeface="IBM Plex Sans"/>
                <a:ea typeface="IBM Plex Sans"/>
                <a:cs typeface="IBM Plex Sans"/>
                <a:sym typeface="IBM Plex Sans"/>
              </a:rPr>
              <a:t> </a:t>
            </a:r>
            <a:r>
              <a:rPr lang="en-US" b="1" noProof="0">
                <a:solidFill>
                  <a:srgbClr val="FFFFFF"/>
                </a:solidFill>
                <a:latin typeface="IBM Plex Sans"/>
                <a:ea typeface="IBM Plex Sans"/>
                <a:cs typeface="IBM Plex Sans"/>
                <a:sym typeface="IBM Plex Sans"/>
              </a:rPr>
              <a:t>advantages</a:t>
            </a:r>
            <a:endParaRPr lang="en-US" b="0" i="0" u="none" strike="noStrike" cap="none" noProof="0">
              <a:solidFill>
                <a:srgbClr val="FFFFFF"/>
              </a:solidFill>
              <a:latin typeface="IBM Plex Sans"/>
              <a:ea typeface="IBM Plex Sans"/>
              <a:cs typeface="IBM Plex Sans"/>
              <a:sym typeface="IBM Plex Sans"/>
            </a:endParaRPr>
          </a:p>
        </p:txBody>
      </p:sp>
      <p:grpSp>
        <p:nvGrpSpPr>
          <p:cNvPr id="2168" name="Google Shape;2168;g3b23322d595_2_1194"/>
          <p:cNvGrpSpPr/>
          <p:nvPr/>
        </p:nvGrpSpPr>
        <p:grpSpPr>
          <a:xfrm>
            <a:off x="463473" y="4406115"/>
            <a:ext cx="457200" cy="457200"/>
            <a:chOff x="577037" y="2667463"/>
            <a:chExt cx="457200" cy="457200"/>
          </a:xfrm>
        </p:grpSpPr>
        <p:sp>
          <p:nvSpPr>
            <p:cNvPr id="2169" name="Google Shape;2169;g3b23322d595_2_1194"/>
            <p:cNvSpPr/>
            <p:nvPr/>
          </p:nvSpPr>
          <p:spPr>
            <a:xfrm>
              <a:off x="577037" y="2667463"/>
              <a:ext cx="457200" cy="4572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100" b="0" i="0" u="none" strike="noStrike" cap="none" noProof="0">
                <a:solidFill>
                  <a:srgbClr val="FFFFFF"/>
                </a:solidFill>
                <a:latin typeface="IBM Plex Sans"/>
                <a:ea typeface="IBM Plex Sans"/>
                <a:cs typeface="IBM Plex Sans"/>
                <a:sym typeface="IBM Plex Sans"/>
              </a:endParaRPr>
            </a:p>
          </p:txBody>
        </p:sp>
        <p:pic>
          <p:nvPicPr>
            <p:cNvPr id="2170" name="Google Shape;2170;g3b23322d595_2_1194"/>
            <p:cNvPicPr preferRelativeResize="0"/>
            <p:nvPr/>
          </p:nvPicPr>
          <p:blipFill rotWithShape="1">
            <a:blip r:embed="rId3">
              <a:clrChange>
                <a:clrFrom>
                  <a:srgbClr val="FFFFFF"/>
                </a:clrFrom>
                <a:clrTo>
                  <a:srgbClr val="FFFFFF">
                    <a:alpha val="0"/>
                  </a:srgbClr>
                </a:clrTo>
              </a:clrChange>
              <a:alphaModFix/>
            </a:blip>
            <a:srcRect l="1912" r="4213" b="2769"/>
            <a:stretch/>
          </p:blipFill>
          <p:spPr>
            <a:xfrm>
              <a:off x="580891" y="2667613"/>
              <a:ext cx="449492" cy="456900"/>
            </a:xfrm>
            <a:prstGeom prst="rect">
              <a:avLst/>
            </a:prstGeom>
            <a:noFill/>
            <a:ln>
              <a:noFill/>
            </a:ln>
          </p:spPr>
        </p:pic>
        <p:sp>
          <p:nvSpPr>
            <p:cNvPr id="2171" name="Google Shape;2171;g3b23322d595_2_1194"/>
            <p:cNvSpPr/>
            <p:nvPr/>
          </p:nvSpPr>
          <p:spPr>
            <a:xfrm>
              <a:off x="577037" y="2667463"/>
              <a:ext cx="457200" cy="457200"/>
            </a:xfrm>
            <a:prstGeom prst="ellipse">
              <a:avLst/>
            </a:prstGeom>
            <a:noFill/>
            <a:ln w="25400" cap="flat" cmpd="sng">
              <a:solidFill>
                <a:srgbClr val="34545D"/>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100" b="0" i="0" u="none" strike="noStrike" cap="none" noProof="0">
                <a:solidFill>
                  <a:srgbClr val="FFFFFF"/>
                </a:solidFill>
                <a:latin typeface="IBM Plex Sans"/>
                <a:ea typeface="IBM Plex Sans"/>
                <a:cs typeface="IBM Plex Sans"/>
                <a:sym typeface="IBM Plex Sans"/>
              </a:endParaRPr>
            </a:p>
          </p:txBody>
        </p:sp>
      </p:grpSp>
      <p:sp>
        <p:nvSpPr>
          <p:cNvPr id="2173" name="Google Shape;2173;g3b23322d595_2_1194"/>
          <p:cNvSpPr txBox="1"/>
          <p:nvPr/>
        </p:nvSpPr>
        <p:spPr>
          <a:xfrm>
            <a:off x="1049855" y="4253706"/>
            <a:ext cx="1887300" cy="7620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050" b="1" i="0" u="none" strike="noStrike" cap="none" noProof="0">
                <a:solidFill>
                  <a:srgbClr val="000000"/>
                </a:solidFill>
                <a:latin typeface="IBM Plex Sans"/>
                <a:ea typeface="IBM Plex Sans"/>
                <a:cs typeface="IBM Plex Sans"/>
                <a:sym typeface="IBM Plex Sans"/>
              </a:rPr>
              <a:t>Perplexity’s Comet</a:t>
            </a:r>
            <a:endParaRPr lang="en-US" sz="1100" b="0" i="0" u="none" strike="noStrike" cap="none" noProof="0">
              <a:solidFill>
                <a:srgbClr val="000000"/>
              </a:solidFill>
              <a:latin typeface="IBM Plex Sans"/>
              <a:ea typeface="IBM Plex Sans"/>
              <a:cs typeface="IBM Plex Sans"/>
              <a:sym typeface="IBM Plex Sans"/>
            </a:endParaRPr>
          </a:p>
          <a:p>
            <a:pPr>
              <a:buSzPts val="1400"/>
            </a:pPr>
            <a:r>
              <a:rPr lang="en-US" sz="1050" b="0" i="0" u="none" strike="noStrike" cap="none" noProof="0">
                <a:solidFill>
                  <a:srgbClr val="000000"/>
                </a:solidFill>
                <a:latin typeface="IBM Plex Sans"/>
                <a:ea typeface="IBM Plex Sans"/>
                <a:cs typeface="IBM Plex Sans"/>
                <a:sym typeface="IBM Plex Sans"/>
              </a:rPr>
              <a:t>Conversational results </a:t>
            </a:r>
            <a:r>
              <a:rPr lang="en-US" sz="1050" noProof="0">
                <a:latin typeface="IBM Plex Sans"/>
                <a:ea typeface="IBM Plex Sans"/>
                <a:cs typeface="IBM Plex Sans"/>
                <a:sym typeface="IBM Plex Sans"/>
              </a:rPr>
              <a:t>with </a:t>
            </a:r>
            <a:r>
              <a:rPr lang="en-US" sz="1050" b="0" i="0" u="none" strike="noStrike" cap="none" noProof="0">
                <a:solidFill>
                  <a:srgbClr val="000000"/>
                </a:solidFill>
                <a:latin typeface="IBM Plex Sans"/>
                <a:ea typeface="IBM Plex Sans"/>
                <a:cs typeface="IBM Plex Sans"/>
                <a:sym typeface="IBM Plex Sans"/>
              </a:rPr>
              <a:t>live web data</a:t>
            </a:r>
            <a:endParaRPr lang="en-US" sz="1100" b="0" i="0" u="none" strike="noStrike" cap="none" noProof="0">
              <a:solidFill>
                <a:srgbClr val="000000"/>
              </a:solidFill>
              <a:latin typeface="IBM Plex Sans"/>
              <a:ea typeface="IBM Plex Sans"/>
              <a:cs typeface="IBM Plex Sans"/>
              <a:sym typeface="IBM Plex Sans"/>
            </a:endParaRPr>
          </a:p>
        </p:txBody>
      </p:sp>
      <p:sp>
        <p:nvSpPr>
          <p:cNvPr id="2174" name="Google Shape;2174;g3b23322d595_2_1194"/>
          <p:cNvSpPr txBox="1"/>
          <p:nvPr/>
        </p:nvSpPr>
        <p:spPr>
          <a:xfrm>
            <a:off x="320046" y="2005096"/>
            <a:ext cx="2793278" cy="742125"/>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050" b="1" i="0" u="none" strike="noStrike" cap="none" noProof="0">
                <a:solidFill>
                  <a:srgbClr val="000000"/>
                </a:solidFill>
                <a:latin typeface="IBM Plex Sans"/>
                <a:ea typeface="IBM Plex Sans"/>
                <a:cs typeface="IBM Plex Sans"/>
                <a:sym typeface="IBM Plex Sans"/>
              </a:rPr>
              <a:t>A new way to search</a:t>
            </a:r>
            <a:endParaRPr lang="en-US" sz="1100" b="0" i="0" u="none" strike="noStrike" cap="none" noProof="0">
              <a:solidFill>
                <a:srgbClr val="000000"/>
              </a:solidFill>
              <a:latin typeface="IBM Plex Sans"/>
              <a:ea typeface="IBM Plex Sans"/>
              <a:cs typeface="IBM Plex Sans"/>
              <a:sym typeface="IBM Plex Sans"/>
            </a:endParaRPr>
          </a:p>
          <a:p>
            <a:pPr>
              <a:buSzPts val="1400"/>
            </a:pPr>
            <a:r>
              <a:rPr lang="en-US" sz="1050" b="0" i="0" u="none" strike="noStrike" cap="none" noProof="0">
                <a:solidFill>
                  <a:srgbClr val="000000"/>
                </a:solidFill>
                <a:latin typeface="IBM Plex Sans"/>
                <a:ea typeface="IBM Plex Sans"/>
                <a:cs typeface="IBM Plex Sans"/>
                <a:sym typeface="IBM Plex Sans"/>
              </a:rPr>
              <a:t>Standalone AI browsers </a:t>
            </a:r>
            <a:r>
              <a:rPr lang="en-US" sz="1050" noProof="0">
                <a:latin typeface="IBM Plex Sans"/>
                <a:ea typeface="IBM Plex Sans"/>
                <a:cs typeface="IBM Plex Sans"/>
                <a:sym typeface="IBM Plex Sans"/>
              </a:rPr>
              <a:t>aim to</a:t>
            </a:r>
            <a:r>
              <a:rPr lang="en-US" sz="1050" b="0" i="0" u="none" strike="noStrike" cap="none" noProof="0">
                <a:solidFill>
                  <a:srgbClr val="000000"/>
                </a:solidFill>
                <a:latin typeface="IBM Plex Sans"/>
                <a:ea typeface="IBM Plex Sans"/>
                <a:cs typeface="IBM Plex Sans"/>
                <a:sym typeface="IBM Plex Sans"/>
              </a:rPr>
              <a:t> replace traditional search with fast, conversational answers and </a:t>
            </a:r>
            <a:r>
              <a:rPr lang="en-US" sz="1050" noProof="0">
                <a:latin typeface="IBM Plex Sans"/>
                <a:ea typeface="IBM Plex Sans"/>
                <a:cs typeface="IBM Plex Sans"/>
                <a:sym typeface="IBM Plex Sans"/>
              </a:rPr>
              <a:t>deeply</a:t>
            </a:r>
            <a:r>
              <a:rPr lang="en-US" sz="1050" b="0" i="0" u="none" strike="noStrike" cap="none" noProof="0">
                <a:solidFill>
                  <a:srgbClr val="000000"/>
                </a:solidFill>
                <a:latin typeface="IBM Plex Sans"/>
                <a:ea typeface="IBM Plex Sans"/>
                <a:cs typeface="IBM Plex Sans"/>
                <a:sym typeface="IBM Plex Sans"/>
              </a:rPr>
              <a:t> synthesized reasoning from web content</a:t>
            </a:r>
            <a:endParaRPr lang="en-US" sz="1100" b="0" i="0" u="none" strike="noStrike" cap="none" noProof="0">
              <a:solidFill>
                <a:srgbClr val="000000"/>
              </a:solidFill>
              <a:latin typeface="IBM Plex Sans"/>
              <a:ea typeface="IBM Plex Sans"/>
              <a:cs typeface="IBM Plex Sans"/>
              <a:sym typeface="IBM Plex Sans"/>
            </a:endParaRPr>
          </a:p>
        </p:txBody>
      </p:sp>
      <p:sp>
        <p:nvSpPr>
          <p:cNvPr id="2175" name="Google Shape;2175;g3b23322d595_2_1194"/>
          <p:cNvSpPr txBox="1"/>
          <p:nvPr/>
        </p:nvSpPr>
        <p:spPr>
          <a:xfrm>
            <a:off x="320046" y="2829778"/>
            <a:ext cx="2808578" cy="606412"/>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050" b="1" i="0" u="none" strike="noStrike" cap="none" noProof="0">
                <a:solidFill>
                  <a:srgbClr val="000000"/>
                </a:solidFill>
                <a:latin typeface="IBM Plex Sans"/>
                <a:ea typeface="IBM Plex Sans"/>
                <a:cs typeface="IBM Plex Sans"/>
                <a:sym typeface="IBM Plex Sans"/>
              </a:rPr>
              <a:t>The key challenges</a:t>
            </a:r>
            <a:endParaRPr lang="en-US" sz="11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1400"/>
              <a:buFont typeface="Arial"/>
              <a:buNone/>
            </a:pPr>
            <a:r>
              <a:rPr lang="en-US" sz="1050" b="0" i="0" u="none" strike="noStrike" cap="none" noProof="0">
                <a:solidFill>
                  <a:srgbClr val="000000"/>
                </a:solidFill>
                <a:latin typeface="IBM Plex Sans"/>
                <a:ea typeface="IBM Plex Sans"/>
                <a:cs typeface="IBM Plex Sans"/>
                <a:sym typeface="IBM Plex Sans"/>
              </a:rPr>
              <a:t>Atlas acts as an AI research assistant, while Comet delivers conversational results with cited sources and live web data</a:t>
            </a:r>
            <a:endParaRPr lang="en-US" sz="1100" b="0" i="0" u="none" strike="noStrike" cap="none" noProof="0">
              <a:solidFill>
                <a:srgbClr val="000000"/>
              </a:solidFill>
              <a:latin typeface="IBM Plex Sans"/>
              <a:ea typeface="IBM Plex Sans"/>
              <a:cs typeface="IBM Plex Sans"/>
              <a:sym typeface="IBM Plex Sans"/>
            </a:endParaRPr>
          </a:p>
        </p:txBody>
      </p:sp>
      <p:cxnSp>
        <p:nvCxnSpPr>
          <p:cNvPr id="2176" name="Google Shape;2176;g3b23322d595_2_1194"/>
          <p:cNvCxnSpPr>
            <a:cxnSpLocks/>
          </p:cNvCxnSpPr>
          <p:nvPr/>
        </p:nvCxnSpPr>
        <p:spPr>
          <a:xfrm>
            <a:off x="3202648" y="1981807"/>
            <a:ext cx="0" cy="3765965"/>
          </a:xfrm>
          <a:prstGeom prst="straightConnector1">
            <a:avLst/>
          </a:prstGeom>
          <a:noFill/>
          <a:ln w="9525" cap="flat" cmpd="sng">
            <a:solidFill>
              <a:srgbClr val="7030A0"/>
            </a:solidFill>
            <a:prstDash val="solid"/>
            <a:round/>
            <a:headEnd type="none" w="sm" len="sm"/>
            <a:tailEnd type="none" w="sm" len="sm"/>
          </a:ln>
        </p:spPr>
      </p:cxnSp>
      <p:cxnSp>
        <p:nvCxnSpPr>
          <p:cNvPr id="2177" name="Google Shape;2177;g3b23322d595_2_1194"/>
          <p:cNvCxnSpPr>
            <a:cxnSpLocks/>
          </p:cNvCxnSpPr>
          <p:nvPr/>
        </p:nvCxnSpPr>
        <p:spPr>
          <a:xfrm>
            <a:off x="9044448" y="1981806"/>
            <a:ext cx="0" cy="3765966"/>
          </a:xfrm>
          <a:prstGeom prst="straightConnector1">
            <a:avLst/>
          </a:prstGeom>
          <a:noFill/>
          <a:ln w="9525" cap="flat" cmpd="sng">
            <a:solidFill>
              <a:srgbClr val="7030A0"/>
            </a:solidFill>
            <a:prstDash val="solid"/>
            <a:round/>
            <a:headEnd type="none" w="sm" len="sm"/>
            <a:tailEnd type="none" w="sm" len="sm"/>
          </a:ln>
        </p:spPr>
      </p:cxnSp>
      <p:sp>
        <p:nvSpPr>
          <p:cNvPr id="2242" name="Google Shape;2242;g3b23322d595_2_1194"/>
          <p:cNvSpPr txBox="1"/>
          <p:nvPr/>
        </p:nvSpPr>
        <p:spPr>
          <a:xfrm>
            <a:off x="9722737" y="1965960"/>
            <a:ext cx="2246462" cy="8124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000" b="1" i="0" u="none" strike="noStrike" cap="none" noProof="0">
                <a:solidFill>
                  <a:srgbClr val="000000"/>
                </a:solidFill>
                <a:latin typeface="IBM Plex Sans"/>
                <a:ea typeface="IBM Plex Sans"/>
                <a:cs typeface="IBM Plex Sans"/>
                <a:sym typeface="IBM Plex Sans"/>
              </a:rPr>
              <a:t>An audience of billions</a:t>
            </a:r>
            <a:endParaRPr lang="en-US" sz="1000" b="0" i="0" u="none" strike="noStrike" cap="none" noProof="0">
              <a:solidFill>
                <a:srgbClr val="000000"/>
              </a:solidFill>
              <a:latin typeface="IBM Plex Sans"/>
              <a:ea typeface="IBM Plex Sans"/>
              <a:cs typeface="IBM Plex Sans"/>
              <a:sym typeface="IBM Plex Sans"/>
            </a:endParaRPr>
          </a:p>
          <a:p>
            <a:pPr>
              <a:buSzPts val="1400"/>
            </a:pPr>
            <a:r>
              <a:rPr lang="en-US" sz="1000" i="0" u="none" strike="noStrike" cap="none" noProof="0">
                <a:solidFill>
                  <a:srgbClr val="000000"/>
                </a:solidFill>
                <a:latin typeface="IBM Plex Sans"/>
                <a:ea typeface="IBM Plex Sans"/>
                <a:cs typeface="IBM Plex Sans"/>
                <a:sym typeface="IBM Plex Sans"/>
              </a:rPr>
              <a:t>With </a:t>
            </a:r>
            <a:r>
              <a:rPr lang="en-US" sz="1000" i="0" u="none" strike="noStrike" cap="none" noProof="0">
                <a:solidFill>
                  <a:schemeClr val="tx1"/>
                </a:solidFill>
                <a:latin typeface="IBM Plex Sans"/>
                <a:ea typeface="IBM Plex Sans"/>
                <a:cs typeface="IBM Plex Sans"/>
                <a:sym typeface="IBM Plex Sans"/>
              </a:rPr>
              <a:t>3,83 billion </a:t>
            </a:r>
            <a:r>
              <a:rPr lang="en-US" sz="1000" i="0" u="none" strike="noStrike" cap="none" noProof="0">
                <a:solidFill>
                  <a:srgbClr val="000000"/>
                </a:solidFill>
                <a:latin typeface="IBM Plex Sans"/>
                <a:ea typeface="IBM Plex Sans"/>
                <a:cs typeface="IBM Plex Sans"/>
                <a:sym typeface="IBM Plex Sans"/>
              </a:rPr>
              <a:t>internet users, Chrome is the world’s default browser, </a:t>
            </a:r>
            <a:r>
              <a:rPr lang="en-US" sz="1000" noProof="0">
                <a:latin typeface="IBM Plex Sans"/>
                <a:ea typeface="IBM Plex Sans"/>
                <a:cs typeface="IBM Plex Sans"/>
                <a:sym typeface="IBM Plex Sans"/>
              </a:rPr>
              <a:t>meaning new AI features get instant, massive adoption</a:t>
            </a:r>
          </a:p>
        </p:txBody>
      </p:sp>
      <p:sp>
        <p:nvSpPr>
          <p:cNvPr id="2246" name="Google Shape;2246;g3b23322d595_2_1194"/>
          <p:cNvSpPr txBox="1"/>
          <p:nvPr/>
        </p:nvSpPr>
        <p:spPr>
          <a:xfrm>
            <a:off x="9722737" y="2921092"/>
            <a:ext cx="2234867" cy="1348941"/>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000" b="1" i="0" u="none" strike="noStrike" cap="none" noProof="0">
                <a:solidFill>
                  <a:srgbClr val="000000"/>
                </a:solidFill>
                <a:latin typeface="IBM Plex Sans"/>
                <a:ea typeface="IBM Plex Sans"/>
                <a:cs typeface="IBM Plex Sans"/>
                <a:sym typeface="IBM Plex Sans"/>
              </a:rPr>
              <a:t>The power of an existing ecosystem</a:t>
            </a:r>
            <a:endParaRPr lang="en-US" sz="1000" b="0" i="0" u="none" strike="noStrike" cap="none" noProof="0">
              <a:solidFill>
                <a:srgbClr val="000000"/>
              </a:solidFill>
              <a:latin typeface="IBM Plex Sans"/>
              <a:ea typeface="IBM Plex Sans"/>
              <a:cs typeface="IBM Plex Sans"/>
              <a:sym typeface="IBM Plex Sans"/>
            </a:endParaRPr>
          </a:p>
          <a:p>
            <a:pPr>
              <a:buSzPts val="1400"/>
            </a:pPr>
            <a:r>
              <a:rPr lang="en-US" sz="1000" b="0" i="0" u="none" strike="noStrike" cap="none" noProof="0">
                <a:solidFill>
                  <a:srgbClr val="000000"/>
                </a:solidFill>
                <a:latin typeface="IBM Plex Sans"/>
                <a:ea typeface="IBM Plex Sans"/>
                <a:cs typeface="IBM Plex Sans"/>
                <a:sym typeface="IBM Plex Sans"/>
              </a:rPr>
              <a:t>Users don’t need to migrate bookmarks, </a:t>
            </a:r>
            <a:r>
              <a:rPr lang="en-US" sz="1000" noProof="0">
                <a:latin typeface="IBM Plex Sans"/>
                <a:ea typeface="IBM Plex Sans"/>
                <a:cs typeface="IBM Plex Sans"/>
                <a:sym typeface="IBM Plex Sans"/>
              </a:rPr>
              <a:t>passwords, or extensions. Gemini is also integrated across Android, Workspace, and other Google Apps</a:t>
            </a:r>
            <a:endParaRPr lang="en-US" sz="1000" noProof="0">
              <a:latin typeface="IBM Plex Sans"/>
              <a:ea typeface="IBM Plex Sans"/>
              <a:cs typeface="IBM Plex Sans"/>
            </a:endParaRPr>
          </a:p>
        </p:txBody>
      </p:sp>
      <p:sp>
        <p:nvSpPr>
          <p:cNvPr id="2250" name="Google Shape;2250;g3b23322d595_2_1194"/>
          <p:cNvSpPr txBox="1"/>
          <p:nvPr/>
        </p:nvSpPr>
        <p:spPr>
          <a:xfrm>
            <a:off x="9722736" y="4412765"/>
            <a:ext cx="2146711" cy="1205881"/>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000" b="1" i="0" u="none" strike="noStrike" cap="none" noProof="0">
                <a:solidFill>
                  <a:srgbClr val="000000"/>
                </a:solidFill>
                <a:latin typeface="IBM Plex Sans"/>
                <a:ea typeface="IBM Plex Sans"/>
                <a:cs typeface="IBM Plex Sans"/>
                <a:sym typeface="IBM Plex Sans"/>
              </a:rPr>
              <a:t>In-House hardware edge: the TPU advantage</a:t>
            </a:r>
            <a:endParaRPr lang="en-US" sz="1000" b="0" i="0" u="none" strike="noStrike" cap="none" noProof="0">
              <a:solidFill>
                <a:srgbClr val="000000"/>
              </a:solidFill>
              <a:latin typeface="IBM Plex Sans"/>
              <a:ea typeface="IBM Plex Sans"/>
              <a:cs typeface="IBM Plex Sans"/>
              <a:sym typeface="IBM Plex Sans"/>
            </a:endParaRPr>
          </a:p>
          <a:p>
            <a:pPr>
              <a:buSzPts val="1400"/>
            </a:pPr>
            <a:r>
              <a:rPr lang="en-US" sz="1000" b="0" i="0" u="none" strike="noStrike" cap="none" noProof="0">
                <a:solidFill>
                  <a:srgbClr val="000000"/>
                </a:solidFill>
                <a:latin typeface="IBM Plex Sans"/>
                <a:ea typeface="IBM Plex Sans"/>
                <a:cs typeface="IBM Plex Sans"/>
                <a:sym typeface="IBM Plex Sans"/>
              </a:rPr>
              <a:t>Google’s new Tensor Processing Units (TPUs)</a:t>
            </a:r>
            <a:r>
              <a:rPr lang="en-US" sz="1000" noProof="0">
                <a:latin typeface="IBM Plex Sans"/>
                <a:ea typeface="IBM Plex Sans"/>
                <a:cs typeface="IBM Plex Sans"/>
                <a:sym typeface="IBM Plex Sans"/>
              </a:rPr>
              <a:t> rivals NVIDIA, enabling efficient, proprietary neural network development without relying in competitors</a:t>
            </a:r>
          </a:p>
          <a:p>
            <a:pPr marL="0" marR="0" lvl="0" indent="0" algn="l" rtl="0">
              <a:lnSpc>
                <a:spcPct val="100000"/>
              </a:lnSpc>
              <a:spcBef>
                <a:spcPts val="0"/>
              </a:spcBef>
              <a:spcAft>
                <a:spcPts val="0"/>
              </a:spcAft>
              <a:buClr>
                <a:srgbClr val="000000"/>
              </a:buClr>
              <a:buSzPts val="1400"/>
              <a:buFont typeface="Arial"/>
              <a:buNone/>
            </a:pPr>
            <a:r>
              <a:rPr lang="en-US" sz="1000" b="0" i="0" u="none" strike="noStrike" cap="none" noProof="0">
                <a:solidFill>
                  <a:srgbClr val="000000"/>
                </a:solidFill>
                <a:latin typeface="IBM Plex Sans"/>
                <a:ea typeface="IBM Plex Sans"/>
                <a:cs typeface="IBM Plex Sans"/>
                <a:sym typeface="IBM Plex Sans"/>
              </a:rPr>
              <a:t> </a:t>
            </a:r>
          </a:p>
        </p:txBody>
      </p:sp>
      <p:sp>
        <p:nvSpPr>
          <p:cNvPr id="2254" name="Google Shape;2254;g3b23322d595_2_1194"/>
          <p:cNvSpPr/>
          <p:nvPr/>
        </p:nvSpPr>
        <p:spPr>
          <a:xfrm>
            <a:off x="456839" y="4945099"/>
            <a:ext cx="2683500" cy="831569"/>
          </a:xfrm>
          <a:prstGeom prst="roundRect">
            <a:avLst>
              <a:gd name="adj" fmla="val 9179"/>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100" b="0" i="0" u="none" strike="noStrike" cap="none" noProof="0">
              <a:solidFill>
                <a:srgbClr val="000000"/>
              </a:solidFill>
              <a:latin typeface="IBM Plex Sans"/>
              <a:ea typeface="IBM Plex Sans"/>
              <a:cs typeface="IBM Plex Sans"/>
              <a:sym typeface="IBM Plex Sans"/>
            </a:endParaRPr>
          </a:p>
        </p:txBody>
      </p:sp>
      <p:sp>
        <p:nvSpPr>
          <p:cNvPr id="2255" name="Google Shape;2255;g3b23322d595_2_1194"/>
          <p:cNvSpPr txBox="1"/>
          <p:nvPr/>
        </p:nvSpPr>
        <p:spPr>
          <a:xfrm>
            <a:off x="1014366" y="4966813"/>
            <a:ext cx="2206721" cy="760473"/>
          </a:xfrm>
          <a:prstGeom prst="rect">
            <a:avLst/>
          </a:prstGeom>
          <a:noFill/>
          <a:ln>
            <a:noFill/>
          </a:ln>
        </p:spPr>
        <p:txBody>
          <a:bodyPr spcFirstLastPara="1" wrap="square" lIns="91425" tIns="91425" rIns="91425" bIns="91425" anchor="ctr" anchorCtr="0">
            <a:noAutofit/>
          </a:bodyPr>
          <a:lstStyle/>
          <a:p>
            <a:pPr>
              <a:buSzPts val="1400"/>
            </a:pPr>
            <a:r>
              <a:rPr lang="en-US" sz="1000" b="0" i="0" u="none" strike="noStrike" cap="none" noProof="0">
                <a:solidFill>
                  <a:srgbClr val="000000"/>
                </a:solidFill>
                <a:latin typeface="IBM Plex Sans"/>
                <a:ea typeface="IBM Plex Sans"/>
                <a:cs typeface="IBM Plex Sans"/>
                <a:sym typeface="IBM Plex Sans"/>
              </a:rPr>
              <a:t>Reports from The Wall Street Journal indicate </a:t>
            </a:r>
            <a:r>
              <a:rPr lang="en-US" sz="1000" b="1" i="0" u="none" strike="noStrike" cap="none" noProof="0">
                <a:solidFill>
                  <a:srgbClr val="000000"/>
                </a:solidFill>
                <a:latin typeface="IBM Plex Sans"/>
                <a:ea typeface="IBM Plex Sans"/>
                <a:cs typeface="IBM Plex Sans"/>
                <a:sym typeface="IBM Plex Sans"/>
              </a:rPr>
              <a:t>OpenAI’s leadership declared a </a:t>
            </a:r>
            <a:r>
              <a:rPr lang="en-US" sz="1000" b="1" noProof="0">
                <a:latin typeface="IBM Plex Sans"/>
                <a:ea typeface="IBM Plex Sans"/>
                <a:cs typeface="IBM Plex Sans"/>
                <a:sym typeface="IBM Plex Sans"/>
              </a:rPr>
              <a:t>“code red” </a:t>
            </a:r>
            <a:r>
              <a:rPr lang="en-US" sz="1000" noProof="0">
                <a:latin typeface="IBM Plex Sans"/>
                <a:ea typeface="IBM Plex Sans"/>
                <a:cs typeface="IBM Plex Sans"/>
                <a:sym typeface="IBM Plex Sans"/>
              </a:rPr>
              <a:t>to accelerate development as Google threatens its AI lead</a:t>
            </a:r>
          </a:p>
        </p:txBody>
      </p:sp>
      <p:sp>
        <p:nvSpPr>
          <p:cNvPr id="2257" name="Google Shape;2257;g3b23322d595_2_1194"/>
          <p:cNvSpPr txBox="1"/>
          <p:nvPr/>
        </p:nvSpPr>
        <p:spPr>
          <a:xfrm>
            <a:off x="460474" y="5418787"/>
            <a:ext cx="2663100" cy="328985"/>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lang="en-US" sz="1100" b="0" i="0" u="none" strike="noStrike" cap="none" noProof="0">
              <a:solidFill>
                <a:srgbClr val="000000"/>
              </a:solidFill>
              <a:latin typeface="IBM Plex Sans"/>
              <a:ea typeface="IBM Plex Sans"/>
              <a:cs typeface="IBM Plex Sans"/>
              <a:sym typeface="IBM Plex Sans"/>
            </a:endParaRPr>
          </a:p>
        </p:txBody>
      </p:sp>
      <p:sp>
        <p:nvSpPr>
          <p:cNvPr id="2258" name="Google Shape;2258;g3b23322d595_2_1194"/>
          <p:cNvSpPr txBox="1"/>
          <p:nvPr/>
        </p:nvSpPr>
        <p:spPr>
          <a:xfrm>
            <a:off x="381543" y="6407298"/>
            <a:ext cx="8652600" cy="107722"/>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dirty="0">
                <a:solidFill>
                  <a:srgbClr val="7F7F7F"/>
                </a:solidFill>
                <a:latin typeface="IBM Plex Sans"/>
                <a:ea typeface="IBM Plex Sans"/>
                <a:cs typeface="IBM Plex Sans"/>
                <a:sym typeface="IBM Plex Sans"/>
              </a:rPr>
              <a:t>Sources: (1)</a:t>
            </a:r>
            <a:r>
              <a:rPr lang="en-US" sz="700" b="0" i="0" u="sng" strike="noStrike" cap="none" noProof="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Tomguide</a:t>
            </a:r>
            <a:r>
              <a:rPr lang="en-US" sz="700" b="0" i="0" u="none" strike="noStrike" cap="none" noProof="0" dirty="0">
                <a:solidFill>
                  <a:srgbClr val="7F7F7F"/>
                </a:solidFill>
                <a:latin typeface="IBM Plex Sans"/>
                <a:ea typeface="IBM Plex Sans"/>
                <a:cs typeface="IBM Plex Sans"/>
                <a:sym typeface="IBM Plex Sans"/>
              </a:rPr>
              <a:t> (2) </a:t>
            </a:r>
            <a:r>
              <a:rPr lang="en-US" sz="700" b="0" i="0" u="sng" strike="noStrike" cap="none" noProof="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Wired</a:t>
            </a:r>
            <a:r>
              <a:rPr lang="en-US" sz="700" b="0" i="0" u="none" strike="noStrike" cap="none" noProof="0" dirty="0">
                <a:solidFill>
                  <a:srgbClr val="7F7F7F"/>
                </a:solidFill>
                <a:latin typeface="IBM Plex Sans"/>
                <a:ea typeface="IBM Plex Sans"/>
                <a:cs typeface="IBM Plex Sans"/>
                <a:sym typeface="IBM Plex Sans"/>
              </a:rPr>
              <a:t> (3)</a:t>
            </a:r>
            <a:r>
              <a:rPr lang="en-US" sz="700" b="0" i="0" u="sng" strike="noStrike" cap="none" noProof="0" dirty="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Wall Street Journal </a:t>
            </a:r>
            <a:r>
              <a:rPr lang="en-US" sz="700" b="0" i="0" u="none" strike="noStrike" cap="none" noProof="0" dirty="0">
                <a:solidFill>
                  <a:srgbClr val="7F7F7F"/>
                </a:solidFill>
                <a:latin typeface="IBM Plex Sans"/>
                <a:ea typeface="IBM Plex Sans"/>
                <a:cs typeface="IBM Plex Sans"/>
                <a:sym typeface="IBM Plex Sans"/>
              </a:rPr>
              <a:t>(4) </a:t>
            </a:r>
            <a:r>
              <a:rPr lang="en-US" sz="700" b="0" i="0" u="sng" strike="noStrike" cap="none" noProof="0" dirty="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Forbes</a:t>
            </a:r>
            <a:endParaRPr lang="en-US" sz="700" b="0" i="0" u="none" strike="noStrike" cap="none" noProof="0" dirty="0">
              <a:solidFill>
                <a:srgbClr val="7F7F7F"/>
              </a:solidFill>
              <a:latin typeface="IBM Plex Sans"/>
              <a:ea typeface="IBM Plex Sans"/>
              <a:cs typeface="IBM Plex Sans"/>
            </a:endParaRPr>
          </a:p>
        </p:txBody>
      </p:sp>
      <p:sp>
        <p:nvSpPr>
          <p:cNvPr id="11" name="Google Shape;647;g3b2110f3d24_0_132">
            <a:extLst>
              <a:ext uri="{FF2B5EF4-FFF2-40B4-BE49-F238E27FC236}">
                <a16:creationId xmlns:a16="http://schemas.microsoft.com/office/drawing/2014/main" id="{757BD2C7-09C8-DCD4-C71D-81863F19C6A4}"/>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75</a:t>
            </a:fld>
            <a:endParaRPr lang="en-US" noProof="0"/>
          </a:p>
        </p:txBody>
      </p:sp>
      <p:sp>
        <p:nvSpPr>
          <p:cNvPr id="13" name="Google Shape;2175;g3b23322d595_2_1194">
            <a:extLst>
              <a:ext uri="{FF2B5EF4-FFF2-40B4-BE49-F238E27FC236}">
                <a16:creationId xmlns:a16="http://schemas.microsoft.com/office/drawing/2014/main" id="{A06A7557-2877-A97A-038F-CA4E88FEBF64}"/>
              </a:ext>
            </a:extLst>
          </p:cNvPr>
          <p:cNvSpPr txBox="1"/>
          <p:nvPr/>
        </p:nvSpPr>
        <p:spPr>
          <a:xfrm>
            <a:off x="340573" y="3456674"/>
            <a:ext cx="2808578" cy="807134"/>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050" b="1" i="0" u="none" strike="noStrike" cap="none" noProof="0">
                <a:solidFill>
                  <a:srgbClr val="000000"/>
                </a:solidFill>
                <a:latin typeface="IBM Plex Sans"/>
                <a:ea typeface="IBM Plex Sans"/>
                <a:cs typeface="IBM Plex Sans"/>
                <a:sym typeface="IBM Plex Sans"/>
              </a:rPr>
              <a:t>Key Players</a:t>
            </a:r>
            <a:endParaRPr lang="en-US" sz="1100" b="0" i="0" u="none" strike="noStrike" cap="none" noProof="0">
              <a:solidFill>
                <a:srgbClr val="000000"/>
              </a:solidFill>
              <a:latin typeface="IBM Plex Sans"/>
              <a:ea typeface="IBM Plex Sans"/>
              <a:cs typeface="IBM Plex Sans"/>
              <a:sym typeface="IBM Plex Sans"/>
            </a:endParaRPr>
          </a:p>
        </p:txBody>
      </p:sp>
      <p:pic>
        <p:nvPicPr>
          <p:cNvPr id="14" name="Google Shape;2167;g3b23322d595_2_1194"/>
          <p:cNvPicPr preferRelativeResize="0"/>
          <p:nvPr/>
        </p:nvPicPr>
        <p:blipFill rotWithShape="1">
          <a:blip r:embed="rId8">
            <a:alphaModFix/>
          </a:blip>
          <a:srcRect/>
          <a:stretch/>
        </p:blipFill>
        <p:spPr>
          <a:xfrm>
            <a:off x="427240" y="3815229"/>
            <a:ext cx="509554" cy="499208"/>
          </a:xfrm>
          <a:prstGeom prst="rect">
            <a:avLst/>
          </a:prstGeom>
          <a:noFill/>
          <a:ln>
            <a:noFill/>
          </a:ln>
        </p:spPr>
      </p:pic>
      <p:sp>
        <p:nvSpPr>
          <p:cNvPr id="15" name="Google Shape;2172;g3b23322d595_2_1194"/>
          <p:cNvSpPr txBox="1"/>
          <p:nvPr/>
        </p:nvSpPr>
        <p:spPr>
          <a:xfrm>
            <a:off x="1039798" y="3768829"/>
            <a:ext cx="1887300" cy="5919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050" b="1" i="0" u="none" strike="noStrike" cap="none" noProof="0">
                <a:solidFill>
                  <a:srgbClr val="000000"/>
                </a:solidFill>
                <a:latin typeface="IBM Plex Sans"/>
                <a:ea typeface="IBM Plex Sans"/>
                <a:cs typeface="IBM Plex Sans"/>
                <a:sym typeface="IBM Plex Sans"/>
              </a:rPr>
              <a:t>OpenAI’s Atlas</a:t>
            </a:r>
            <a:endParaRPr lang="en-US" sz="11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1400"/>
              <a:buFont typeface="Arial"/>
              <a:buNone/>
            </a:pPr>
            <a:r>
              <a:rPr lang="en-US" sz="1050" b="0" i="0" u="none" strike="noStrike" cap="none" noProof="0">
                <a:solidFill>
                  <a:srgbClr val="000000"/>
                </a:solidFill>
                <a:latin typeface="IBM Plex Sans"/>
                <a:ea typeface="IBM Plex Sans"/>
                <a:cs typeface="IBM Plex Sans"/>
                <a:sym typeface="IBM Plex Sans"/>
              </a:rPr>
              <a:t>AI research assistant</a:t>
            </a:r>
            <a:endParaRPr lang="en-US" sz="1100" b="0" i="0" u="none" strike="noStrike" cap="none" noProof="0">
              <a:solidFill>
                <a:srgbClr val="000000"/>
              </a:solidFill>
              <a:latin typeface="IBM Plex Sans"/>
              <a:ea typeface="IBM Plex Sans"/>
              <a:cs typeface="IBM Plex Sans"/>
              <a:sym typeface="IBM Plex Sans"/>
            </a:endParaRPr>
          </a:p>
        </p:txBody>
      </p:sp>
      <p:sp>
        <p:nvSpPr>
          <p:cNvPr id="19" name="Google Shape;2255;g3b23322d595_2_1194">
            <a:extLst>
              <a:ext uri="{FF2B5EF4-FFF2-40B4-BE49-F238E27FC236}">
                <a16:creationId xmlns:a16="http://schemas.microsoft.com/office/drawing/2014/main" id="{85BE0D62-1890-A3DB-ADC2-F65B37E500FE}"/>
              </a:ext>
            </a:extLst>
          </p:cNvPr>
          <p:cNvSpPr txBox="1"/>
          <p:nvPr/>
        </p:nvSpPr>
        <p:spPr>
          <a:xfrm>
            <a:off x="492372" y="4982831"/>
            <a:ext cx="372011" cy="709732"/>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5000" b="1" i="0" u="none" strike="noStrike" cap="none" noProof="0">
                <a:solidFill>
                  <a:srgbClr val="FF0000"/>
                </a:solidFill>
                <a:latin typeface="IBM Plex Sans"/>
                <a:ea typeface="IBM Plex Sans"/>
                <a:cs typeface="IBM Plex Sans"/>
                <a:sym typeface="IBM Plex Sans"/>
              </a:rPr>
              <a:t>!</a:t>
            </a:r>
            <a:endParaRPr lang="en-US" sz="5000" noProof="0">
              <a:solidFill>
                <a:srgbClr val="FF0000"/>
              </a:solidFill>
              <a:latin typeface="IBM Plex Sans"/>
              <a:ea typeface="IBM Plex Sans"/>
              <a:cs typeface="IBM Plex Sans"/>
              <a:sym typeface="IBM Plex Sans"/>
            </a:endParaRPr>
          </a:p>
        </p:txBody>
      </p:sp>
      <p:grpSp>
        <p:nvGrpSpPr>
          <p:cNvPr id="41" name="Group 40">
            <a:extLst>
              <a:ext uri="{FF2B5EF4-FFF2-40B4-BE49-F238E27FC236}">
                <a16:creationId xmlns:a16="http://schemas.microsoft.com/office/drawing/2014/main" id="{65C143CB-DF96-8C1E-0EA3-82FBB06821C8}"/>
              </a:ext>
            </a:extLst>
          </p:cNvPr>
          <p:cNvGrpSpPr/>
          <p:nvPr/>
        </p:nvGrpSpPr>
        <p:grpSpPr>
          <a:xfrm>
            <a:off x="3468142" y="2733880"/>
            <a:ext cx="5454592" cy="589114"/>
            <a:chOff x="3468142" y="2646729"/>
            <a:chExt cx="5454592" cy="589114"/>
          </a:xfrm>
        </p:grpSpPr>
        <p:sp>
          <p:nvSpPr>
            <p:cNvPr id="2190" name="Google Shape;2190;g3b23322d595_2_1194"/>
            <p:cNvSpPr txBox="1"/>
            <p:nvPr/>
          </p:nvSpPr>
          <p:spPr>
            <a:xfrm>
              <a:off x="4121635" y="2646729"/>
              <a:ext cx="4801099" cy="589114"/>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000" b="1" i="0" u="none" strike="noStrike" cap="none" noProof="0">
                  <a:solidFill>
                    <a:srgbClr val="000000"/>
                  </a:solidFill>
                  <a:latin typeface="IBM Plex Sans"/>
                  <a:ea typeface="IBM Plex Sans"/>
                  <a:cs typeface="IBM Plex Sans"/>
                  <a:sym typeface="IBM Plex Sans"/>
                </a:rPr>
                <a:t>Real-time camera search on mobile</a:t>
              </a:r>
              <a:endParaRPr lang="en-US" sz="1000" b="0" i="0" u="none" strike="noStrike" cap="none" noProof="0">
                <a:solidFill>
                  <a:srgbClr val="000000"/>
                </a:solidFill>
                <a:latin typeface="IBM Plex Sans"/>
                <a:ea typeface="IBM Plex Sans"/>
                <a:cs typeface="IBM Plex Sans"/>
                <a:sym typeface="IBM Plex Sans"/>
              </a:endParaRPr>
            </a:p>
            <a:p>
              <a:pPr>
                <a:buSzPts val="1400"/>
              </a:pPr>
              <a:r>
                <a:rPr lang="en-US" sz="1000" b="0" i="0" u="none" strike="noStrike" cap="none" noProof="0">
                  <a:solidFill>
                    <a:srgbClr val="000000"/>
                  </a:solidFill>
                  <a:latin typeface="IBM Plex Sans"/>
                  <a:ea typeface="IBM Plex Sans"/>
                  <a:cs typeface="IBM Plex Sans"/>
                  <a:sym typeface="IBM Plex Sans"/>
                </a:rPr>
                <a:t>On mobile devices, Gemini can analyze your live camera </a:t>
              </a:r>
              <a:r>
                <a:rPr lang="en-US" sz="1000" noProof="0">
                  <a:latin typeface="IBM Plex Sans"/>
                  <a:ea typeface="IBM Plex Sans"/>
                  <a:cs typeface="IBM Plex Sans"/>
                  <a:sym typeface="IBM Plex Sans"/>
                </a:rPr>
                <a:t>feed to identify objects, answer questions, and troubleshoot issues in the real world</a:t>
              </a:r>
              <a:endParaRPr lang="en-US" sz="1050" noProof="0">
                <a:latin typeface="IBM Plex Sans"/>
                <a:ea typeface="IBM Plex Sans"/>
                <a:cs typeface="IBM Plex Sans"/>
                <a:sym typeface="IBM Plex Sans"/>
              </a:endParaRPr>
            </a:p>
          </p:txBody>
        </p:sp>
        <p:pic>
          <p:nvPicPr>
            <p:cNvPr id="22" name="Picture 21" descr="A purple cell phone with a black background  AI-generated content may be incorrect.">
              <a:extLst>
                <a:ext uri="{FF2B5EF4-FFF2-40B4-BE49-F238E27FC236}">
                  <a16:creationId xmlns:a16="http://schemas.microsoft.com/office/drawing/2014/main" id="{DEFA281A-B899-3652-2737-56603162A1DB}"/>
                </a:ext>
              </a:extLst>
            </p:cNvPr>
            <p:cNvPicPr>
              <a:picLocks noChangeAspect="1"/>
            </p:cNvPicPr>
            <p:nvPr/>
          </p:nvPicPr>
          <p:blipFill>
            <a:blip r:embed="rId9"/>
            <a:stretch>
              <a:fillRect/>
            </a:stretch>
          </p:blipFill>
          <p:spPr>
            <a:xfrm>
              <a:off x="3468142" y="2738817"/>
              <a:ext cx="457200" cy="457200"/>
            </a:xfrm>
            <a:prstGeom prst="rect">
              <a:avLst/>
            </a:prstGeom>
          </p:spPr>
        </p:pic>
      </p:grpSp>
      <p:grpSp>
        <p:nvGrpSpPr>
          <p:cNvPr id="40" name="Group 39">
            <a:extLst>
              <a:ext uri="{FF2B5EF4-FFF2-40B4-BE49-F238E27FC236}">
                <a16:creationId xmlns:a16="http://schemas.microsoft.com/office/drawing/2014/main" id="{4BA0E027-A235-766F-97C9-97A726AA9350}"/>
              </a:ext>
            </a:extLst>
          </p:cNvPr>
          <p:cNvGrpSpPr/>
          <p:nvPr/>
        </p:nvGrpSpPr>
        <p:grpSpPr>
          <a:xfrm>
            <a:off x="3345621" y="1925808"/>
            <a:ext cx="5577112" cy="640081"/>
            <a:chOff x="3345621" y="1925808"/>
            <a:chExt cx="5577112" cy="640081"/>
          </a:xfrm>
        </p:grpSpPr>
        <p:sp>
          <p:nvSpPr>
            <p:cNvPr id="2189" name="Google Shape;2189;g3b23322d595_2_1194"/>
            <p:cNvSpPr txBox="1"/>
            <p:nvPr/>
          </p:nvSpPr>
          <p:spPr>
            <a:xfrm>
              <a:off x="4121634" y="1925808"/>
              <a:ext cx="4801099" cy="640081"/>
            </a:xfrm>
            <a:prstGeom prst="rect">
              <a:avLst/>
            </a:prstGeom>
            <a:noFill/>
            <a:ln>
              <a:noFill/>
            </a:ln>
          </p:spPr>
          <p:txBody>
            <a:bodyPr spcFirstLastPara="1" wrap="square" lIns="91425" tIns="91425" rIns="91425" bIns="91425" anchor="t" anchorCtr="0">
              <a:noAutofit/>
            </a:bodyPr>
            <a:lstStyle/>
            <a:p>
              <a:pPr marL="0" marR="0" lvl="0" indent="0" rtl="0">
                <a:lnSpc>
                  <a:spcPct val="100000"/>
                </a:lnSpc>
                <a:spcBef>
                  <a:spcPts val="0"/>
                </a:spcBef>
                <a:spcAft>
                  <a:spcPts val="0"/>
                </a:spcAft>
                <a:buClr>
                  <a:srgbClr val="000000"/>
                </a:buClr>
                <a:buSzPts val="1400"/>
                <a:buFont typeface="Arial"/>
                <a:buNone/>
              </a:pPr>
              <a:r>
                <a:rPr lang="en-US" sz="1000" b="1" i="0" u="none" strike="noStrike" cap="none" noProof="0">
                  <a:solidFill>
                    <a:srgbClr val="000000"/>
                  </a:solidFill>
                  <a:latin typeface="IBM Plex Sans"/>
                  <a:ea typeface="IBM Plex Sans"/>
                  <a:cs typeface="IBM Plex Sans"/>
                  <a:sym typeface="IBM Plex Sans"/>
                </a:rPr>
                <a:t>Native multimodal search</a:t>
              </a:r>
              <a:endParaRPr lang="en-US" sz="1000" b="0" i="0" u="none" strike="noStrike" cap="none" noProof="0">
                <a:solidFill>
                  <a:srgbClr val="000000"/>
                </a:solidFill>
                <a:latin typeface="IBM Plex Sans"/>
                <a:ea typeface="IBM Plex Sans"/>
                <a:cs typeface="IBM Plex Sans"/>
                <a:sym typeface="IBM Plex Sans"/>
              </a:endParaRPr>
            </a:p>
            <a:p>
              <a:pPr marL="0" marR="0" lvl="0" indent="0" rtl="0">
                <a:lnSpc>
                  <a:spcPct val="100000"/>
                </a:lnSpc>
                <a:spcBef>
                  <a:spcPts val="0"/>
                </a:spcBef>
                <a:spcAft>
                  <a:spcPts val="0"/>
                </a:spcAft>
                <a:buClr>
                  <a:srgbClr val="000000"/>
                </a:buClr>
                <a:buSzPts val="1400"/>
                <a:buFont typeface="Arial"/>
                <a:buNone/>
              </a:pPr>
              <a:r>
                <a:rPr lang="en-US" sz="1000" b="0" i="0" u="none" strike="noStrike" cap="none" noProof="0">
                  <a:solidFill>
                    <a:srgbClr val="000000"/>
                  </a:solidFill>
                  <a:latin typeface="IBM Plex Sans"/>
                  <a:ea typeface="IBM Plex Sans"/>
                  <a:cs typeface="IBM Plex Sans"/>
                  <a:sym typeface="IBM Plex Sans"/>
                </a:rPr>
                <a:t>Users can search using images, screenshots, and photos, leveraging Google’s powerful Lens technology without leaving the browser</a:t>
              </a:r>
            </a:p>
          </p:txBody>
        </p:sp>
        <p:pic>
          <p:nvPicPr>
            <p:cNvPr id="24" name="Picture 23" descr="A group of purple squares with music symbols  AI-generated content may be incorrect.">
              <a:extLst>
                <a:ext uri="{FF2B5EF4-FFF2-40B4-BE49-F238E27FC236}">
                  <a16:creationId xmlns:a16="http://schemas.microsoft.com/office/drawing/2014/main" id="{0B64CA3C-7147-7A9A-DD6E-245BCB4B7D14}"/>
                </a:ext>
              </a:extLst>
            </p:cNvPr>
            <p:cNvPicPr>
              <a:picLocks noChangeAspect="1"/>
            </p:cNvPicPr>
            <p:nvPr/>
          </p:nvPicPr>
          <p:blipFill>
            <a:blip r:embed="rId10"/>
            <a:stretch>
              <a:fillRect/>
            </a:stretch>
          </p:blipFill>
          <p:spPr>
            <a:xfrm>
              <a:off x="3345621" y="1925808"/>
              <a:ext cx="640080" cy="640080"/>
            </a:xfrm>
            <a:prstGeom prst="rect">
              <a:avLst/>
            </a:prstGeom>
          </p:spPr>
        </p:pic>
      </p:grpSp>
      <p:grpSp>
        <p:nvGrpSpPr>
          <p:cNvPr id="42" name="Group 41">
            <a:extLst>
              <a:ext uri="{FF2B5EF4-FFF2-40B4-BE49-F238E27FC236}">
                <a16:creationId xmlns:a16="http://schemas.microsoft.com/office/drawing/2014/main" id="{77C3F04C-71FC-B0E2-E111-6722408DFC34}"/>
              </a:ext>
            </a:extLst>
          </p:cNvPr>
          <p:cNvGrpSpPr/>
          <p:nvPr/>
        </p:nvGrpSpPr>
        <p:grpSpPr>
          <a:xfrm>
            <a:off x="3298828" y="3490985"/>
            <a:ext cx="5623905" cy="621858"/>
            <a:chOff x="3298828" y="3520007"/>
            <a:chExt cx="5623905" cy="621858"/>
          </a:xfrm>
        </p:grpSpPr>
        <p:sp>
          <p:nvSpPr>
            <p:cNvPr id="2178" name="Google Shape;2178;g3b23322d595_2_1194"/>
            <p:cNvSpPr txBox="1"/>
            <p:nvPr/>
          </p:nvSpPr>
          <p:spPr>
            <a:xfrm>
              <a:off x="4121634" y="3520007"/>
              <a:ext cx="4801099" cy="621858"/>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000" b="1" i="0" u="none" strike="noStrike" cap="none" noProof="0">
                  <a:solidFill>
                    <a:srgbClr val="000000"/>
                  </a:solidFill>
                  <a:latin typeface="IBM Plex Sans"/>
                  <a:ea typeface="IBM Plex Sans"/>
                  <a:cs typeface="IBM Plex Sans"/>
                  <a:sym typeface="IBM Plex Sans"/>
                </a:rPr>
                <a:t>Deeper reasoning, right in your search bar</a:t>
              </a:r>
              <a:endParaRPr lang="en-US" sz="10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1400"/>
                <a:buFont typeface="Arial"/>
                <a:buNone/>
              </a:pPr>
              <a:r>
                <a:rPr lang="en-US" sz="1000" b="0" i="0" u="none" strike="noStrike" cap="none" noProof="0">
                  <a:solidFill>
                    <a:srgbClr val="000000"/>
                  </a:solidFill>
                  <a:latin typeface="IBM Plex Sans"/>
                  <a:ea typeface="IBM Plex Sans"/>
                  <a:cs typeface="IBM Plex Sans"/>
                  <a:sym typeface="IBM Plex Sans"/>
                </a:rPr>
                <a:t>An ‘AI Mode’ in Google Search uses Gemini 3 to break down complex questions, find sources, and synthesize clear answers directly in Chrome</a:t>
              </a:r>
            </a:p>
          </p:txBody>
        </p:sp>
        <p:pic>
          <p:nvPicPr>
            <p:cNvPr id="26" name="Picture 25" descr="A purple and black search bar  AI-generated content may be incorrect.">
              <a:extLst>
                <a:ext uri="{FF2B5EF4-FFF2-40B4-BE49-F238E27FC236}">
                  <a16:creationId xmlns:a16="http://schemas.microsoft.com/office/drawing/2014/main" id="{EE5D1508-5527-9D56-AA2C-4C7C4F31D28B}"/>
                </a:ext>
              </a:extLst>
            </p:cNvPr>
            <p:cNvPicPr>
              <a:picLocks noChangeAspect="1"/>
            </p:cNvPicPr>
            <p:nvPr/>
          </p:nvPicPr>
          <p:blipFill>
            <a:blip r:embed="rId11"/>
            <a:srcRect t="38137" b="37324"/>
            <a:stretch>
              <a:fillRect/>
            </a:stretch>
          </p:blipFill>
          <p:spPr>
            <a:xfrm>
              <a:off x="3298828" y="3758577"/>
              <a:ext cx="700578" cy="171908"/>
            </a:xfrm>
            <a:prstGeom prst="rect">
              <a:avLst/>
            </a:prstGeom>
          </p:spPr>
        </p:pic>
      </p:grpSp>
      <p:grpSp>
        <p:nvGrpSpPr>
          <p:cNvPr id="43" name="Group 42">
            <a:extLst>
              <a:ext uri="{FF2B5EF4-FFF2-40B4-BE49-F238E27FC236}">
                <a16:creationId xmlns:a16="http://schemas.microsoft.com/office/drawing/2014/main" id="{9F4FF154-35A2-FADF-688F-7638710E2C4A}"/>
              </a:ext>
            </a:extLst>
          </p:cNvPr>
          <p:cNvGrpSpPr/>
          <p:nvPr/>
        </p:nvGrpSpPr>
        <p:grpSpPr>
          <a:xfrm>
            <a:off x="3468142" y="4280834"/>
            <a:ext cx="5454591" cy="617716"/>
            <a:chOff x="3468142" y="4433645"/>
            <a:chExt cx="5454591" cy="617716"/>
          </a:xfrm>
        </p:grpSpPr>
        <p:sp>
          <p:nvSpPr>
            <p:cNvPr id="2191" name="Google Shape;2191;g3b23322d595_2_1194"/>
            <p:cNvSpPr txBox="1"/>
            <p:nvPr/>
          </p:nvSpPr>
          <p:spPr>
            <a:xfrm>
              <a:off x="4121634" y="4433645"/>
              <a:ext cx="4801099" cy="617716"/>
            </a:xfrm>
            <a:prstGeom prst="rect">
              <a:avLst/>
            </a:prstGeom>
            <a:noFill/>
            <a:ln>
              <a:noFill/>
            </a:ln>
          </p:spPr>
          <p:txBody>
            <a:bodyPr spcFirstLastPara="1" wrap="square" lIns="91425" tIns="91425" rIns="91425" bIns="91425" anchor="t" anchorCtr="0">
              <a:noAutofit/>
            </a:bodyPr>
            <a:lstStyle/>
            <a:p>
              <a:pPr marL="0" marR="0" lvl="0" indent="0" rtl="0">
                <a:lnSpc>
                  <a:spcPct val="100000"/>
                </a:lnSpc>
                <a:spcBef>
                  <a:spcPts val="0"/>
                </a:spcBef>
                <a:spcAft>
                  <a:spcPts val="0"/>
                </a:spcAft>
                <a:buClr>
                  <a:srgbClr val="000000"/>
                </a:buClr>
                <a:buSzPts val="1400"/>
                <a:buFont typeface="Arial"/>
                <a:buNone/>
              </a:pPr>
              <a:r>
                <a:rPr lang="en-US" sz="1000" b="1" i="0" u="none" strike="noStrike" cap="none" noProof="0">
                  <a:solidFill>
                    <a:srgbClr val="000000"/>
                  </a:solidFill>
                  <a:latin typeface="IBM Plex Sans"/>
                  <a:ea typeface="IBM Plex Sans"/>
                  <a:cs typeface="IBM Plex Sans"/>
                  <a:sym typeface="IBM Plex Sans"/>
                </a:rPr>
                <a:t>Instant webpage summaries &amp; insights</a:t>
              </a:r>
              <a:endParaRPr lang="en-US" sz="1000" b="0" i="0" u="none" strike="noStrike" cap="none" noProof="0">
                <a:solidFill>
                  <a:srgbClr val="000000"/>
                </a:solidFill>
                <a:latin typeface="IBM Plex Sans"/>
                <a:ea typeface="IBM Plex Sans"/>
                <a:cs typeface="IBM Plex Sans"/>
                <a:sym typeface="IBM Plex Sans"/>
              </a:endParaRPr>
            </a:p>
            <a:p>
              <a:pPr>
                <a:buSzPts val="1400"/>
              </a:pPr>
              <a:r>
                <a:rPr lang="en-US" sz="1000" b="0" i="0" u="none" strike="noStrike" cap="none" noProof="0">
                  <a:solidFill>
                    <a:srgbClr val="000000"/>
                  </a:solidFill>
                  <a:latin typeface="IBM Plex Sans"/>
                  <a:ea typeface="IBM Plex Sans"/>
                  <a:cs typeface="IBM Plex Sans"/>
                  <a:sym typeface="IBM Plex Sans"/>
                </a:rPr>
                <a:t>A core feature of rival AI browsers is now native to Search</a:t>
              </a:r>
              <a:r>
                <a:rPr lang="en-US" sz="1000" noProof="0">
                  <a:latin typeface="IBM Plex Sans"/>
                  <a:ea typeface="IBM Plex Sans"/>
                  <a:cs typeface="IBM Plex Sans"/>
                  <a:sym typeface="IBM Plex Sans"/>
                </a:rPr>
                <a:t>: users can</a:t>
              </a:r>
              <a:r>
                <a:rPr lang="en-US" sz="1000" b="0" i="0" u="none" strike="noStrike" cap="none" noProof="0">
                  <a:solidFill>
                    <a:srgbClr val="000000"/>
                  </a:solidFill>
                  <a:latin typeface="IBM Plex Sans"/>
                  <a:ea typeface="IBM Plex Sans"/>
                  <a:cs typeface="IBM Plex Sans"/>
                  <a:sym typeface="IBM Plex Sans"/>
                </a:rPr>
                <a:t> ask Gemini to summarize a page, list key points, or explain steps</a:t>
              </a:r>
            </a:p>
          </p:txBody>
        </p:sp>
        <p:pic>
          <p:nvPicPr>
            <p:cNvPr id="34" name="Picture 33" descr="A purple icon with a magnifying glass  AI-generated content may be incorrect.">
              <a:extLst>
                <a:ext uri="{FF2B5EF4-FFF2-40B4-BE49-F238E27FC236}">
                  <a16:creationId xmlns:a16="http://schemas.microsoft.com/office/drawing/2014/main" id="{E1B034A5-B8E2-DF26-821D-AC35867A29CF}"/>
                </a:ext>
              </a:extLst>
            </p:cNvPr>
            <p:cNvPicPr>
              <a:picLocks noChangeAspect="1"/>
            </p:cNvPicPr>
            <p:nvPr/>
          </p:nvPicPr>
          <p:blipFill>
            <a:blip r:embed="rId12"/>
            <a:stretch>
              <a:fillRect/>
            </a:stretch>
          </p:blipFill>
          <p:spPr>
            <a:xfrm>
              <a:off x="3468142" y="4513903"/>
              <a:ext cx="457200" cy="457200"/>
            </a:xfrm>
            <a:prstGeom prst="rect">
              <a:avLst/>
            </a:prstGeom>
          </p:spPr>
        </p:pic>
      </p:grpSp>
      <p:grpSp>
        <p:nvGrpSpPr>
          <p:cNvPr id="44" name="Group 43">
            <a:extLst>
              <a:ext uri="{FF2B5EF4-FFF2-40B4-BE49-F238E27FC236}">
                <a16:creationId xmlns:a16="http://schemas.microsoft.com/office/drawing/2014/main" id="{058D1EF8-B428-FAD6-1AA9-735412CEA27A}"/>
              </a:ext>
            </a:extLst>
          </p:cNvPr>
          <p:cNvGrpSpPr/>
          <p:nvPr/>
        </p:nvGrpSpPr>
        <p:grpSpPr>
          <a:xfrm>
            <a:off x="3446942" y="5066540"/>
            <a:ext cx="5475791" cy="662437"/>
            <a:chOff x="3446942" y="5263310"/>
            <a:chExt cx="5475791" cy="662437"/>
          </a:xfrm>
        </p:grpSpPr>
        <p:sp>
          <p:nvSpPr>
            <p:cNvPr id="2192" name="Google Shape;2192;g3b23322d595_2_1194"/>
            <p:cNvSpPr txBox="1"/>
            <p:nvPr/>
          </p:nvSpPr>
          <p:spPr>
            <a:xfrm>
              <a:off x="4121634" y="5263310"/>
              <a:ext cx="4801099" cy="662437"/>
            </a:xfrm>
            <a:prstGeom prst="rect">
              <a:avLst/>
            </a:prstGeom>
            <a:noFill/>
            <a:ln>
              <a:noFill/>
            </a:ln>
          </p:spPr>
          <p:txBody>
            <a:bodyPr spcFirstLastPara="1" wrap="square" lIns="91425" tIns="91425" rIns="91425" bIns="91425" anchor="t" anchorCtr="0">
              <a:noAutofit/>
            </a:bodyPr>
            <a:lstStyle/>
            <a:p>
              <a:pPr marL="0" marR="0" lvl="0" indent="0" rtl="0">
                <a:lnSpc>
                  <a:spcPct val="100000"/>
                </a:lnSpc>
                <a:spcBef>
                  <a:spcPts val="0"/>
                </a:spcBef>
                <a:spcAft>
                  <a:spcPts val="0"/>
                </a:spcAft>
                <a:buClr>
                  <a:srgbClr val="000000"/>
                </a:buClr>
                <a:buSzPts val="1400"/>
                <a:buFont typeface="Arial"/>
                <a:buNone/>
              </a:pPr>
              <a:r>
                <a:rPr lang="en-US" sz="1000" b="1" i="0" u="none" strike="noStrike" cap="none" noProof="0">
                  <a:solidFill>
                    <a:srgbClr val="000000"/>
                  </a:solidFill>
                  <a:latin typeface="IBM Plex Sans"/>
                  <a:ea typeface="IBM Plex Sans"/>
                  <a:cs typeface="IBM Plex Sans"/>
                  <a:sym typeface="IBM Plex Sans"/>
                </a:rPr>
                <a:t>Seamless planning for complex tasks</a:t>
              </a:r>
              <a:endParaRPr lang="en-US" sz="1000" b="0" i="0" u="none" strike="noStrike" cap="none" noProof="0">
                <a:solidFill>
                  <a:srgbClr val="000000"/>
                </a:solidFill>
                <a:latin typeface="IBM Plex Sans"/>
                <a:ea typeface="IBM Plex Sans"/>
                <a:cs typeface="IBM Plex Sans"/>
                <a:sym typeface="IBM Plex Sans"/>
              </a:endParaRPr>
            </a:p>
            <a:p>
              <a:pPr marL="0" marR="0" lvl="0" indent="0" rtl="0">
                <a:lnSpc>
                  <a:spcPct val="100000"/>
                </a:lnSpc>
                <a:spcBef>
                  <a:spcPts val="0"/>
                </a:spcBef>
                <a:spcAft>
                  <a:spcPts val="0"/>
                </a:spcAft>
                <a:buClr>
                  <a:srgbClr val="000000"/>
                </a:buClr>
                <a:buSzPts val="1400"/>
                <a:buFont typeface="Arial"/>
                <a:buNone/>
              </a:pPr>
              <a:r>
                <a:rPr lang="en-US" sz="1000" b="0" i="0" u="none" strike="noStrike" cap="none" noProof="0">
                  <a:solidFill>
                    <a:srgbClr val="000000"/>
                  </a:solidFill>
                  <a:latin typeface="IBM Plex Sans"/>
                  <a:ea typeface="IBM Plex Sans"/>
                  <a:cs typeface="IBM Plex Sans"/>
                  <a:sym typeface="IBM Plex Sans"/>
                </a:rPr>
                <a:t>Gemini can handle multi-step reasoning for planning trips, comparing products, creating recipe timelines, and drafting research outlines</a:t>
              </a:r>
            </a:p>
          </p:txBody>
        </p:sp>
        <p:pic>
          <p:nvPicPr>
            <p:cNvPr id="32" name="Picture 31" descr="A purple circle with dots  AI-generated content may be incorrect.">
              <a:extLst>
                <a:ext uri="{FF2B5EF4-FFF2-40B4-BE49-F238E27FC236}">
                  <a16:creationId xmlns:a16="http://schemas.microsoft.com/office/drawing/2014/main" id="{B343843A-76B6-6222-0218-A5E08F5E15E9}"/>
                </a:ext>
              </a:extLst>
            </p:cNvPr>
            <p:cNvPicPr>
              <a:picLocks noChangeAspect="1"/>
            </p:cNvPicPr>
            <p:nvPr/>
          </p:nvPicPr>
          <p:blipFill>
            <a:blip r:embed="rId13"/>
            <a:stretch>
              <a:fillRect/>
            </a:stretch>
          </p:blipFill>
          <p:spPr>
            <a:xfrm>
              <a:off x="3446942" y="5365928"/>
              <a:ext cx="457200" cy="457200"/>
            </a:xfrm>
            <a:prstGeom prst="rect">
              <a:avLst/>
            </a:prstGeom>
          </p:spPr>
        </p:pic>
      </p:grpSp>
      <p:sp>
        <p:nvSpPr>
          <p:cNvPr id="50" name="Google Shape;2148;g3b23322d595_2_1163">
            <a:extLst>
              <a:ext uri="{FF2B5EF4-FFF2-40B4-BE49-F238E27FC236}">
                <a16:creationId xmlns:a16="http://schemas.microsoft.com/office/drawing/2014/main" id="{0100E88C-F267-30EC-4B69-B91619794A6B}"/>
              </a:ext>
            </a:extLst>
          </p:cNvPr>
          <p:cNvSpPr txBox="1"/>
          <p:nvPr/>
        </p:nvSpPr>
        <p:spPr>
          <a:xfrm>
            <a:off x="472288" y="5799825"/>
            <a:ext cx="11226600" cy="504000"/>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0"/>
              </a:spcBef>
              <a:spcAft>
                <a:spcPts val="0"/>
              </a:spcAft>
              <a:buClr>
                <a:srgbClr val="204E79"/>
              </a:buClr>
              <a:buSzPts val="1800"/>
              <a:buFont typeface="Arial"/>
              <a:buNone/>
            </a:pPr>
            <a:r>
              <a:rPr lang="en-US" b="1" i="0" u="none" strike="noStrike" cap="none" noProof="0">
                <a:solidFill>
                  <a:srgbClr val="000000"/>
                </a:solidFill>
                <a:latin typeface="IBM Plex Sans"/>
                <a:ea typeface="IBM Plex Sans"/>
                <a:cs typeface="IBM Plex Sans"/>
                <a:sym typeface="IBM Plex Sans"/>
              </a:rPr>
              <a:t>Google has already integrated Gemini deeply into Chrome and it now performs more tasks, more seamlessly, directly inside the browser</a:t>
            </a:r>
          </a:p>
        </p:txBody>
      </p:sp>
      <p:pic>
        <p:nvPicPr>
          <p:cNvPr id="52" name="Picture 51" descr="A purple square with black lines  AI-generated content may be incorrect.">
            <a:extLst>
              <a:ext uri="{FF2B5EF4-FFF2-40B4-BE49-F238E27FC236}">
                <a16:creationId xmlns:a16="http://schemas.microsoft.com/office/drawing/2014/main" id="{C7FB496E-558A-C5AB-5482-ABC0B86D305D}"/>
              </a:ext>
            </a:extLst>
          </p:cNvPr>
          <p:cNvPicPr>
            <a:picLocks noChangeAspect="1"/>
          </p:cNvPicPr>
          <p:nvPr/>
        </p:nvPicPr>
        <p:blipFill>
          <a:blip r:embed="rId14"/>
          <a:stretch>
            <a:fillRect/>
          </a:stretch>
        </p:blipFill>
        <p:spPr>
          <a:xfrm>
            <a:off x="9233629" y="4787105"/>
            <a:ext cx="457200" cy="457200"/>
          </a:xfrm>
          <a:prstGeom prst="rect">
            <a:avLst/>
          </a:prstGeom>
        </p:spPr>
      </p:pic>
      <p:pic>
        <p:nvPicPr>
          <p:cNvPr id="54" name="Picture 53" descr="A purple cube with dots and lines around it  AI-generated content may be incorrect.">
            <a:extLst>
              <a:ext uri="{FF2B5EF4-FFF2-40B4-BE49-F238E27FC236}">
                <a16:creationId xmlns:a16="http://schemas.microsoft.com/office/drawing/2014/main" id="{F45C7B4A-E157-BA47-394B-67065F483826}"/>
              </a:ext>
            </a:extLst>
          </p:cNvPr>
          <p:cNvPicPr>
            <a:picLocks noChangeAspect="1"/>
          </p:cNvPicPr>
          <p:nvPr/>
        </p:nvPicPr>
        <p:blipFill>
          <a:blip r:embed="rId15"/>
          <a:stretch>
            <a:fillRect/>
          </a:stretch>
        </p:blipFill>
        <p:spPr>
          <a:xfrm>
            <a:off x="9233629" y="3366963"/>
            <a:ext cx="457200" cy="457200"/>
          </a:xfrm>
          <a:prstGeom prst="rect">
            <a:avLst/>
          </a:prstGeom>
        </p:spPr>
      </p:pic>
      <p:pic>
        <p:nvPicPr>
          <p:cNvPr id="56" name="Picture 55" descr="A purple globe with black lines  AI-generated content may be incorrect.">
            <a:extLst>
              <a:ext uri="{FF2B5EF4-FFF2-40B4-BE49-F238E27FC236}">
                <a16:creationId xmlns:a16="http://schemas.microsoft.com/office/drawing/2014/main" id="{F91EFF25-B8E0-81D7-E0C1-A90B001EE680}"/>
              </a:ext>
            </a:extLst>
          </p:cNvPr>
          <p:cNvPicPr>
            <a:picLocks noChangeAspect="1"/>
          </p:cNvPicPr>
          <p:nvPr/>
        </p:nvPicPr>
        <p:blipFill>
          <a:blip r:embed="rId16"/>
          <a:stretch>
            <a:fillRect/>
          </a:stretch>
        </p:blipFill>
        <p:spPr>
          <a:xfrm>
            <a:off x="9233629" y="2143560"/>
            <a:ext cx="457200" cy="457200"/>
          </a:xfrm>
          <a:prstGeom prst="rect">
            <a:avLst/>
          </a:prstGeom>
        </p:spPr>
      </p:pic>
      <p:sp>
        <p:nvSpPr>
          <p:cNvPr id="17" name="CaixaDeTexto 16">
            <a:extLst>
              <a:ext uri="{FF2B5EF4-FFF2-40B4-BE49-F238E27FC236}">
                <a16:creationId xmlns:a16="http://schemas.microsoft.com/office/drawing/2014/main" id="{9B7DD114-34E9-08FF-5FCC-BB314B782CB4}"/>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Google AI strategy</a:t>
            </a:r>
          </a:p>
        </p:txBody>
      </p:sp>
    </p:spTree>
    <p:extLst>
      <p:ext uri="{BB962C8B-B14F-4D97-AF65-F5344CB8AC3E}">
        <p14:creationId xmlns:p14="http://schemas.microsoft.com/office/powerpoint/2010/main" val="198776296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2645"/>
        <p:cNvGrpSpPr/>
        <p:nvPr/>
      </p:nvGrpSpPr>
      <p:grpSpPr>
        <a:xfrm>
          <a:off x="0" y="0"/>
          <a:ext cx="0" cy="0"/>
          <a:chOff x="0" y="0"/>
          <a:chExt cx="0" cy="0"/>
        </a:xfrm>
      </p:grpSpPr>
      <p:sp>
        <p:nvSpPr>
          <p:cNvPr id="2646" name="Google Shape;2646;g3b23322d595_2_1673"/>
          <p:cNvSpPr txBox="1"/>
          <p:nvPr/>
        </p:nvSpPr>
        <p:spPr>
          <a:xfrm>
            <a:off x="412145" y="6363520"/>
            <a:ext cx="8652600" cy="107722"/>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Calibri"/>
                <a:cs typeface="Calibri"/>
                <a:sym typeface="Calibri"/>
              </a:rPr>
              <a:t>Sources: (1) </a:t>
            </a:r>
            <a:r>
              <a:rPr lang="en-US" sz="700" b="0" i="0" u="sng" strike="noStrike" cap="none" noProof="0">
                <a:solidFill>
                  <a:srgbClr val="7F7F7F"/>
                </a:solidFill>
                <a:latin typeface="IBM Plex Sans"/>
                <a:ea typeface="Calibri"/>
                <a:cs typeface="Calibri"/>
                <a:sym typeface="Calibri"/>
                <a:hlinkClick r:id="rId3">
                  <a:extLst>
                    <a:ext uri="{A12FA001-AC4F-418D-AE19-62706E023703}">
                      <ahyp:hlinkClr xmlns:ahyp="http://schemas.microsoft.com/office/drawing/2018/hyperlinkcolor" val="tx"/>
                    </a:ext>
                  </a:extLst>
                </a:hlinkClick>
              </a:rPr>
              <a:t>Google</a:t>
            </a:r>
            <a:r>
              <a:rPr lang="en-US" sz="700" b="0" i="0" u="sng" strike="noStrike" cap="none" noProof="0">
                <a:solidFill>
                  <a:srgbClr val="7F7F7F"/>
                </a:solidFill>
                <a:latin typeface="IBM Plex Sans"/>
                <a:ea typeface="Calibri"/>
                <a:cs typeface="Calibri"/>
                <a:sym typeface="Calibri"/>
              </a:rPr>
              <a:t>, (2) </a:t>
            </a:r>
            <a:r>
              <a:rPr lang="en-US" sz="700" b="0" i="0" u="sng" strike="noStrike" cap="none" noProof="0">
                <a:solidFill>
                  <a:srgbClr val="7F7F7F"/>
                </a:solidFill>
                <a:latin typeface="IBM Plex Sans"/>
                <a:ea typeface="Calibri"/>
                <a:cs typeface="Calibri"/>
                <a:sym typeface="Calibri"/>
                <a:hlinkClick r:id="rId4">
                  <a:extLst>
                    <a:ext uri="{A12FA001-AC4F-418D-AE19-62706E023703}">
                      <ahyp:hlinkClr xmlns:ahyp="http://schemas.microsoft.com/office/drawing/2018/hyperlinkcolor" val="tx"/>
                    </a:ext>
                  </a:extLst>
                </a:hlinkClick>
              </a:rPr>
              <a:t>Project Astra</a:t>
            </a:r>
            <a:r>
              <a:rPr lang="en-US" sz="700" b="0" i="0" u="sng" strike="noStrike" cap="none" noProof="0">
                <a:solidFill>
                  <a:srgbClr val="7F7F7F"/>
                </a:solidFill>
                <a:latin typeface="IBM Plex Sans"/>
                <a:ea typeface="Calibri"/>
                <a:cs typeface="Calibri"/>
                <a:sym typeface="Calibri"/>
              </a:rPr>
              <a:t>, (3) </a:t>
            </a:r>
            <a:r>
              <a:rPr lang="en-US" sz="700" b="0" i="0" u="sng" strike="noStrike" cap="none" noProof="0">
                <a:solidFill>
                  <a:srgbClr val="7F7F7F"/>
                </a:solidFill>
                <a:latin typeface="IBM Plex Sans"/>
                <a:ea typeface="Calibri"/>
                <a:cs typeface="Calibri"/>
                <a:sym typeface="Calibri"/>
                <a:hlinkClick r:id="rId5">
                  <a:extLst>
                    <a:ext uri="{A12FA001-AC4F-418D-AE19-62706E023703}">
                      <ahyp:hlinkClr xmlns:ahyp="http://schemas.microsoft.com/office/drawing/2018/hyperlinkcolor" val="tx"/>
                    </a:ext>
                  </a:extLst>
                </a:hlinkClick>
              </a:rPr>
              <a:t>Project </a:t>
            </a:r>
            <a:r>
              <a:rPr lang="en-US" sz="700" u="sng" noProof="0">
                <a:solidFill>
                  <a:srgbClr val="7F7F7F"/>
                </a:solidFill>
                <a:latin typeface="IBM Plex Sans"/>
                <a:ea typeface="Calibri"/>
                <a:cs typeface="Calibri"/>
                <a:sym typeface="Calibri"/>
                <a:hlinkClick r:id="rId5">
                  <a:extLst>
                    <a:ext uri="{A12FA001-AC4F-418D-AE19-62706E023703}">
                      <ahyp:hlinkClr xmlns:ahyp="http://schemas.microsoft.com/office/drawing/2018/hyperlinkcolor" val="tx"/>
                    </a:ext>
                  </a:extLst>
                </a:hlinkClick>
              </a:rPr>
              <a:t>Mariner</a:t>
            </a:r>
            <a:r>
              <a:rPr lang="en-US" sz="700" b="0" i="0" u="sng" strike="noStrike" cap="none" noProof="0">
                <a:solidFill>
                  <a:srgbClr val="7F7F7F"/>
                </a:solidFill>
                <a:latin typeface="IBM Plex Sans"/>
                <a:ea typeface="Calibri"/>
                <a:cs typeface="Calibri"/>
                <a:sym typeface="Calibri"/>
              </a:rPr>
              <a:t>, (4) </a:t>
            </a:r>
            <a:r>
              <a:rPr lang="en-US" sz="700" b="0" i="0" u="sng" strike="noStrike" cap="none" noProof="0">
                <a:solidFill>
                  <a:srgbClr val="7F7F7F"/>
                </a:solidFill>
                <a:latin typeface="IBM Plex Sans"/>
                <a:ea typeface="Calibri"/>
                <a:cs typeface="Calibri"/>
                <a:sym typeface="Calibri"/>
                <a:hlinkClick r:id="rId6">
                  <a:extLst>
                    <a:ext uri="{A12FA001-AC4F-418D-AE19-62706E023703}">
                      <ahyp:hlinkClr xmlns:ahyp="http://schemas.microsoft.com/office/drawing/2018/hyperlinkcolor" val="tx"/>
                    </a:ext>
                  </a:extLst>
                </a:hlinkClick>
              </a:rPr>
              <a:t>Google I/O developer conference</a:t>
            </a:r>
            <a:r>
              <a:rPr lang="en-US" sz="700" b="0" i="0" u="sng" strike="noStrike" cap="none" noProof="0">
                <a:solidFill>
                  <a:srgbClr val="7F7F7F"/>
                </a:solidFill>
                <a:latin typeface="IBM Plex Sans"/>
                <a:ea typeface="Calibri"/>
                <a:cs typeface="Calibri"/>
                <a:sym typeface="Calibri"/>
              </a:rPr>
              <a:t>, (5) </a:t>
            </a:r>
            <a:r>
              <a:rPr lang="en-US" sz="700" b="0" i="0" u="sng" strike="noStrike" cap="none" noProof="0">
                <a:solidFill>
                  <a:srgbClr val="7F7F7F"/>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Google AI in Search</a:t>
            </a:r>
            <a:endParaRPr lang="en-US" sz="700" b="0" i="0" u="none" strike="noStrike" cap="none" noProof="0">
              <a:solidFill>
                <a:srgbClr val="7F7F7F"/>
              </a:solidFill>
              <a:latin typeface="IBM Plex Sans"/>
              <a:ea typeface="Calibri"/>
              <a:cs typeface="Calibri"/>
            </a:endParaRPr>
          </a:p>
        </p:txBody>
      </p:sp>
      <p:sp>
        <p:nvSpPr>
          <p:cNvPr id="2647" name="Google Shape;2647;g3b23322d595_2_1673"/>
          <p:cNvSpPr txBox="1"/>
          <p:nvPr/>
        </p:nvSpPr>
        <p:spPr>
          <a:xfrm>
            <a:off x="9127217" y="1761059"/>
            <a:ext cx="2628303" cy="3031599"/>
          </a:xfrm>
          <a:prstGeom prst="rect">
            <a:avLst/>
          </a:prstGeom>
          <a:noFill/>
          <a:ln>
            <a:noFill/>
          </a:ln>
        </p:spPr>
        <p:txBody>
          <a:bodyPr spcFirstLastPara="1" wrap="square" lIns="0" tIns="0" rIns="0" bIns="0" anchor="t" anchorCtr="0">
            <a:spAutoFit/>
          </a:bodyPr>
          <a:lstStyle/>
          <a:p>
            <a:pPr marL="171450" marR="0" lvl="0" indent="-171450" algn="l" rtl="0">
              <a:lnSpc>
                <a:spcPct val="100000"/>
              </a:lnSpc>
              <a:spcBef>
                <a:spcPts val="600"/>
              </a:spcBef>
              <a:spcAft>
                <a:spcPts val="0"/>
              </a:spcAft>
              <a:buClr>
                <a:srgbClr val="000000"/>
              </a:buClr>
              <a:buSzPts val="1200"/>
              <a:buFont typeface="Noto Sans Symbols"/>
              <a:buChar char="▪"/>
            </a:pPr>
            <a:r>
              <a:rPr lang="en-US" sz="1400" b="0" i="0" u="none" strike="noStrike" cap="none" noProof="0">
                <a:solidFill>
                  <a:srgbClr val="000000"/>
                </a:solidFill>
                <a:latin typeface="IBM Plex Sans"/>
                <a:ea typeface="IBM Plex Sans"/>
                <a:cs typeface="IBM Plex Sans"/>
                <a:sym typeface="IBM Plex Sans"/>
              </a:rPr>
              <a:t>Google is moving “beyond information to intelligence”. The next frontier is agentic AI, where </a:t>
            </a:r>
            <a:r>
              <a:rPr lang="en-US" sz="1400" b="1" i="0" u="none" strike="noStrike" cap="none" noProof="0">
                <a:solidFill>
                  <a:srgbClr val="000000"/>
                </a:solidFill>
                <a:latin typeface="IBM Plex Sans"/>
                <a:ea typeface="IBM Plex Sans"/>
                <a:cs typeface="IBM Plex Sans"/>
                <a:sym typeface="IBM Plex Sans"/>
              </a:rPr>
              <a:t>Search will not just answer users’ questions but actively complete tasks on their behalf</a:t>
            </a:r>
            <a:endParaRPr lang="en-US" noProof="0">
              <a:latin typeface="IBM Plex Sans"/>
            </a:endParaRPr>
          </a:p>
          <a:p>
            <a:pPr marL="171450" marR="0" lvl="0" indent="-171450" algn="l" rtl="0">
              <a:lnSpc>
                <a:spcPct val="100000"/>
              </a:lnSpc>
              <a:spcBef>
                <a:spcPts val="600"/>
              </a:spcBef>
              <a:spcAft>
                <a:spcPts val="0"/>
              </a:spcAft>
              <a:buClr>
                <a:srgbClr val="000000"/>
              </a:buClr>
              <a:buSzPts val="1200"/>
              <a:buFont typeface="Noto Sans Symbols"/>
              <a:buChar char="▪"/>
            </a:pPr>
            <a:r>
              <a:rPr lang="en-US" sz="1400" b="1" noProof="0">
                <a:solidFill>
                  <a:schemeClr val="dk1"/>
                </a:solidFill>
                <a:latin typeface="IBM Plex Sans"/>
                <a:ea typeface="IBM Plex Sans"/>
                <a:cs typeface="IBM Plex Sans"/>
                <a:sym typeface="IBM Plex Sans"/>
              </a:rPr>
              <a:t>Google is planning to capture research time, not just clicks</a:t>
            </a:r>
            <a:endParaRPr lang="en-US" noProof="0">
              <a:solidFill>
                <a:schemeClr val="dk1"/>
              </a:solidFill>
              <a:latin typeface="IBM Plex Sans"/>
            </a:endParaRPr>
          </a:p>
          <a:p>
            <a:pPr marL="171450" indent="-171450">
              <a:spcBef>
                <a:spcPts val="600"/>
              </a:spcBef>
              <a:buSzPts val="1200"/>
              <a:buFont typeface="Noto Sans Symbols"/>
              <a:buChar char="▪"/>
            </a:pPr>
            <a:r>
              <a:rPr lang="en-US" sz="1400" b="1" i="0" u="none" strike="noStrike" cap="none" noProof="0">
                <a:solidFill>
                  <a:srgbClr val="000000"/>
                </a:solidFill>
                <a:latin typeface="IBM Plex Sans"/>
                <a:ea typeface="IBM Plex Sans"/>
                <a:cs typeface="IBM Plex Sans"/>
                <a:sym typeface="IBM Plex Sans"/>
              </a:rPr>
              <a:t>Agentic Search enables Google to monetize</a:t>
            </a:r>
            <a:r>
              <a:rPr lang="en-US" sz="1400" noProof="0">
                <a:solidFill>
                  <a:schemeClr val="dk1"/>
                </a:solidFill>
                <a:latin typeface="IBM Plex Sans"/>
                <a:ea typeface="IBM Plex Sans"/>
                <a:cs typeface="IBM Plex Sans"/>
                <a:sym typeface="IBM Plex Sans"/>
              </a:rPr>
              <a:t> before </a:t>
            </a:r>
            <a:r>
              <a:rPr lang="en-US" noProof="0">
                <a:solidFill>
                  <a:schemeClr val="dk1"/>
                </a:solidFill>
                <a:latin typeface="IBM Plex Sans"/>
                <a:ea typeface="IBM Plex Sans"/>
                <a:cs typeface="IBM Plex Sans"/>
                <a:sym typeface="IBM Plex Sans"/>
              </a:rPr>
              <a:t>the </a:t>
            </a:r>
            <a:r>
              <a:rPr lang="en-US" sz="1400" noProof="0">
                <a:solidFill>
                  <a:schemeClr val="dk1"/>
                </a:solidFill>
                <a:latin typeface="IBM Plex Sans"/>
                <a:ea typeface="IBM Plex Sans"/>
                <a:cs typeface="IBM Plex Sans"/>
                <a:sym typeface="IBM Plex Sans"/>
              </a:rPr>
              <a:t>click, instead of the click, and </a:t>
            </a:r>
            <a:r>
              <a:rPr lang="en-US" noProof="0">
                <a:solidFill>
                  <a:schemeClr val="dk1"/>
                </a:solidFill>
                <a:latin typeface="IBM Plex Sans"/>
                <a:ea typeface="IBM Plex Sans"/>
                <a:cs typeface="IBM Plex Sans"/>
                <a:sym typeface="IBM Plex Sans"/>
              </a:rPr>
              <a:t>after</a:t>
            </a:r>
            <a:r>
              <a:rPr lang="en-US" sz="1400" noProof="0">
                <a:solidFill>
                  <a:schemeClr val="dk1"/>
                </a:solidFill>
                <a:latin typeface="IBM Plex Sans"/>
                <a:ea typeface="IBM Plex Sans"/>
                <a:cs typeface="IBM Plex Sans"/>
                <a:sym typeface="IBM Plex Sans"/>
              </a:rPr>
              <a:t> the decision</a:t>
            </a:r>
            <a:endParaRPr lang="en-US" sz="1200" b="0" i="0" u="none" strike="noStrike" cap="none" noProof="0">
              <a:solidFill>
                <a:schemeClr val="dk1"/>
              </a:solidFill>
              <a:latin typeface="IBM Plex Sans"/>
              <a:ea typeface="IBM Plex Sans"/>
              <a:cs typeface="IBM Plex Sans"/>
              <a:sym typeface="IBM Plex Sans"/>
            </a:endParaRPr>
          </a:p>
        </p:txBody>
      </p:sp>
      <p:sp>
        <p:nvSpPr>
          <p:cNvPr id="2648" name="Google Shape;2648;g3b23322d595_2_1673"/>
          <p:cNvSpPr txBox="1"/>
          <p:nvPr/>
        </p:nvSpPr>
        <p:spPr>
          <a:xfrm>
            <a:off x="463567" y="494480"/>
            <a:ext cx="11318401" cy="775597"/>
          </a:xfrm>
          <a:prstGeom prst="rect">
            <a:avLst/>
          </a:prstGeom>
          <a:noFill/>
          <a:ln>
            <a:noFill/>
          </a:ln>
        </p:spPr>
        <p:txBody>
          <a:bodyPr spcFirstLastPara="1" wrap="square" lIns="0" tIns="0" rIns="0" bIns="0" anchor="t" anchorCtr="0">
            <a:spAutoFit/>
          </a:bodyPr>
          <a:lstStyle/>
          <a:p>
            <a:pPr>
              <a:lnSpc>
                <a:spcPct val="90000"/>
              </a:lnSpc>
              <a:buClr>
                <a:srgbClr val="1E4E79"/>
              </a:buClr>
              <a:buSzPts val="1800"/>
            </a:pPr>
            <a:r>
              <a:rPr lang="en-US" sz="2800" b="0" i="0" u="none" strike="noStrike" cap="none" noProof="0">
                <a:solidFill>
                  <a:schemeClr val="dk1"/>
                </a:solidFill>
                <a:latin typeface="IBM Plex Sans"/>
                <a:ea typeface="IBM Plex Sans"/>
                <a:cs typeface="IBM Plex Sans"/>
                <a:sym typeface="IBM Plex Sans"/>
              </a:rPr>
              <a:t>Search becomes an agent that </a:t>
            </a:r>
            <a:r>
              <a:rPr lang="en-US" sz="2800" noProof="0">
                <a:solidFill>
                  <a:schemeClr val="dk1"/>
                </a:solidFill>
                <a:latin typeface="IBM Plex Sans"/>
                <a:ea typeface="IBM Plex Sans"/>
                <a:cs typeface="IBM Plex Sans"/>
                <a:sym typeface="IBM Plex Sans"/>
              </a:rPr>
              <a:t>executes tasks for users, </a:t>
            </a:r>
            <a:r>
              <a:rPr lang="en-US" sz="2800" b="0" i="0" u="none" strike="noStrike" cap="none" noProof="0">
                <a:solidFill>
                  <a:schemeClr val="dk1"/>
                </a:solidFill>
                <a:latin typeface="IBM Plex Sans"/>
                <a:ea typeface="IBM Plex Sans"/>
                <a:cs typeface="IBM Plex Sans"/>
                <a:sym typeface="IBM Plex Sans"/>
              </a:rPr>
              <a:t>not a list of links</a:t>
            </a:r>
            <a:endParaRPr lang="en-US" sz="1400" b="0" i="0" u="none" strike="noStrike" cap="none" noProof="0">
              <a:solidFill>
                <a:schemeClr val="dk1"/>
              </a:solidFill>
              <a:latin typeface="IBM Plex Sans"/>
              <a:ea typeface="IBM Plex Sans"/>
              <a:cs typeface="IBM Plex Sans"/>
            </a:endParaRPr>
          </a:p>
        </p:txBody>
      </p:sp>
      <p:sp>
        <p:nvSpPr>
          <p:cNvPr id="2649" name="Google Shape;2649;g3b23322d595_2_1673"/>
          <p:cNvSpPr txBox="1"/>
          <p:nvPr/>
        </p:nvSpPr>
        <p:spPr>
          <a:xfrm>
            <a:off x="456764" y="1375395"/>
            <a:ext cx="8318769" cy="374400"/>
          </a:xfrm>
          <a:prstGeom prst="rect">
            <a:avLst/>
          </a:prstGeom>
          <a:no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Clr>
                <a:srgbClr val="000000"/>
              </a:buClr>
              <a:buSzPts val="1600"/>
              <a:buFont typeface="Arial"/>
              <a:buNone/>
            </a:pPr>
            <a:r>
              <a:rPr lang="en-US" sz="1600" b="0" i="0" u="none" strike="noStrike" cap="none" noProof="0">
                <a:solidFill>
                  <a:schemeClr val="dk1"/>
                </a:solidFill>
                <a:latin typeface="IBM Plex Sans"/>
                <a:ea typeface="IBM Plex Sans"/>
                <a:cs typeface="IBM Plex Sans"/>
                <a:sym typeface="IBM Plex Sans"/>
              </a:rPr>
              <a:t>There are three pillars to illustrate progressive control over the full user journey:</a:t>
            </a:r>
            <a:endParaRPr lang="en-US" sz="1800" b="0" i="0" u="none" strike="noStrike" cap="none" noProof="0">
              <a:solidFill>
                <a:schemeClr val="dk1"/>
              </a:solidFill>
              <a:latin typeface="IBM Plex Sans"/>
              <a:ea typeface="IBM Plex Sans"/>
              <a:cs typeface="IBM Plex Sans"/>
              <a:sym typeface="IBM Plex Sans"/>
            </a:endParaRPr>
          </a:p>
        </p:txBody>
      </p:sp>
      <p:sp>
        <p:nvSpPr>
          <p:cNvPr id="2650" name="Google Shape;2650;g3b23322d595_2_1673"/>
          <p:cNvSpPr txBox="1"/>
          <p:nvPr/>
        </p:nvSpPr>
        <p:spPr>
          <a:xfrm>
            <a:off x="404321" y="5504696"/>
            <a:ext cx="11418701" cy="684793"/>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chemeClr val="dk1"/>
              </a:buClr>
              <a:buSzPts val="1600"/>
              <a:buFont typeface="IBM Plex Sans"/>
              <a:buNone/>
            </a:pPr>
            <a:r>
              <a:rPr lang="en-US" b="1" noProof="0">
                <a:solidFill>
                  <a:schemeClr val="dk1"/>
                </a:solidFill>
                <a:latin typeface="IBM Plex Sans"/>
                <a:ea typeface="IBM Plex Sans"/>
                <a:cs typeface="IBM Plex Sans"/>
                <a:sym typeface="IBM Plex Sans"/>
              </a:rPr>
              <a:t>Search can evolve from a human-driven discovery tool into a machine-driven execution engine, where AI agents act as intermediaries: summarizing information and completing tasks (e.g., booking, buying, researching) without the user visiting a brand’s website</a:t>
            </a:r>
          </a:p>
        </p:txBody>
      </p:sp>
      <p:sp>
        <p:nvSpPr>
          <p:cNvPr id="2651" name="Google Shape;2651;g3b23322d595_2_1673"/>
          <p:cNvSpPr txBox="1"/>
          <p:nvPr/>
        </p:nvSpPr>
        <p:spPr>
          <a:xfrm>
            <a:off x="9127217" y="1353304"/>
            <a:ext cx="2695805"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Insights from research</a:t>
            </a:r>
            <a:r>
              <a:rPr lang="en-US" sz="1400" b="1" i="0" u="none" strike="noStrike" cap="none" baseline="30000" noProof="0">
                <a:solidFill>
                  <a:schemeClr val="lt1"/>
                </a:solidFill>
                <a:latin typeface="IBM Plex Sans"/>
                <a:ea typeface="IBM Plex Sans"/>
                <a:cs typeface="IBM Plex Sans"/>
                <a:sym typeface="IBM Plex Sans"/>
              </a:rPr>
              <a:t>1,4,5</a:t>
            </a:r>
            <a:endParaRPr lang="en-US" sz="1800" baseline="30000" noProof="0">
              <a:solidFill>
                <a:schemeClr val="dk1"/>
              </a:solidFill>
              <a:latin typeface="IBM Plex Sans"/>
              <a:ea typeface="IBM Plex Sans"/>
              <a:cs typeface="IBM Plex Sans"/>
              <a:sym typeface="IBM Plex Sans"/>
            </a:endParaRPr>
          </a:p>
        </p:txBody>
      </p:sp>
      <p:sp>
        <p:nvSpPr>
          <p:cNvPr id="2653" name="Google Shape;2653;g3b23322d595_2_1673"/>
          <p:cNvSpPr/>
          <p:nvPr/>
        </p:nvSpPr>
        <p:spPr>
          <a:xfrm>
            <a:off x="6141453" y="1765564"/>
            <a:ext cx="2743200" cy="3698457"/>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noProof="0">
              <a:solidFill>
                <a:srgbClr val="FFFFFF"/>
              </a:solidFill>
              <a:latin typeface="Calibri"/>
              <a:ea typeface="Calibri"/>
              <a:cs typeface="Calibri"/>
              <a:sym typeface="Calibri"/>
            </a:endParaRPr>
          </a:p>
        </p:txBody>
      </p:sp>
      <p:sp>
        <p:nvSpPr>
          <p:cNvPr id="2654" name="Google Shape;2654;g3b23322d595_2_1673"/>
          <p:cNvSpPr txBox="1"/>
          <p:nvPr/>
        </p:nvSpPr>
        <p:spPr>
          <a:xfrm>
            <a:off x="6141454" y="3109163"/>
            <a:ext cx="2743200" cy="178198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rgbClr val="7030A0"/>
                </a:solidFill>
                <a:latin typeface="IBM Plex Sans" panose="020B0503050203000203" pitchFamily="34" charset="0"/>
                <a:ea typeface="IBM Plex Sans"/>
                <a:cs typeface="IBM Plex Sans"/>
                <a:sym typeface="IBM Plex Sans"/>
              </a:rPr>
              <a:t>Agentic Capabilities</a:t>
            </a:r>
          </a:p>
          <a:p>
            <a:pPr algn="ctr">
              <a:buSzPts val="1400"/>
            </a:pPr>
            <a:r>
              <a:rPr lang="en-US" sz="1400" b="0" i="0" u="none" strike="noStrike" cap="none" noProof="0">
                <a:solidFill>
                  <a:srgbClr val="000000"/>
                </a:solidFill>
                <a:latin typeface="IBM Plex Sans"/>
                <a:ea typeface="IBM Plex Sans"/>
                <a:cs typeface="IBM Plex Sans"/>
                <a:sym typeface="IBM Plex Sans"/>
              </a:rPr>
              <a:t>Integrates Project Mariner</a:t>
            </a:r>
            <a:r>
              <a:rPr lang="en-US" sz="1400" b="0" i="0" u="none" strike="noStrike" cap="none" baseline="30000" noProof="0">
                <a:solidFill>
                  <a:srgbClr val="000000"/>
                </a:solidFill>
                <a:latin typeface="IBM Plex Sans"/>
                <a:ea typeface="IBM Plex Sans"/>
                <a:cs typeface="IBM Plex Sans"/>
                <a:sym typeface="IBM Plex Sans"/>
              </a:rPr>
              <a:t>3</a:t>
            </a:r>
            <a:r>
              <a:rPr lang="en-US" sz="1400" b="0" i="0" u="none" strike="noStrike" cap="none" noProof="0">
                <a:solidFill>
                  <a:srgbClr val="000000"/>
                </a:solidFill>
                <a:latin typeface="IBM Plex Sans"/>
                <a:ea typeface="IBM Plex Sans"/>
                <a:cs typeface="IBM Plex Sans"/>
                <a:sym typeface="IBM Plex Sans"/>
              </a:rPr>
              <a:t> (Google’s </a:t>
            </a:r>
            <a:r>
              <a:rPr lang="en-US" noProof="0">
                <a:latin typeface="IBM Plex Sans"/>
              </a:rPr>
              <a:t>AI agent designed to navigate the web and automate workflows</a:t>
            </a:r>
            <a:r>
              <a:rPr lang="en-US" sz="1400" b="0" i="0" u="none" strike="noStrike" cap="none" noProof="0">
                <a:solidFill>
                  <a:srgbClr val="000000"/>
                </a:solidFill>
                <a:latin typeface="IBM Plex Sans"/>
                <a:ea typeface="IBM Plex Sans"/>
                <a:cs typeface="IBM Plex Sans"/>
                <a:sym typeface="IBM Plex Sans"/>
              </a:rPr>
              <a:t>) to save time </a:t>
            </a:r>
            <a:r>
              <a:rPr lang="en-US" noProof="0">
                <a:latin typeface="IBM Plex Sans"/>
                <a:ea typeface="IBM Plex Sans"/>
                <a:cs typeface="IBM Plex Sans"/>
                <a:sym typeface="IBM Plex Sans"/>
              </a:rPr>
              <a:t>by </a:t>
            </a:r>
            <a:r>
              <a:rPr lang="en-US" sz="1400" b="0" i="0" u="none" strike="noStrike" cap="none" noProof="0">
                <a:solidFill>
                  <a:srgbClr val="000000"/>
                </a:solidFill>
                <a:latin typeface="IBM Plex Sans"/>
                <a:ea typeface="IBM Plex Sans"/>
                <a:cs typeface="IBM Plex Sans"/>
                <a:sym typeface="IBM Plex Sans"/>
              </a:rPr>
              <a:t>purchasing tickets, making reservations, and booking appointments </a:t>
            </a:r>
            <a:r>
              <a:rPr lang="en-US" noProof="0">
                <a:latin typeface="IBM Plex Sans"/>
                <a:ea typeface="IBM Plex Sans"/>
                <a:cs typeface="IBM Plex Sans"/>
                <a:sym typeface="IBM Plex Sans"/>
              </a:rPr>
              <a:t>through option analysis and automated form-filling</a:t>
            </a:r>
            <a:endParaRPr lang="en-US" sz="1400" b="0" i="0" u="none" strike="noStrike" cap="none" noProof="0">
              <a:solidFill>
                <a:srgbClr val="000000"/>
              </a:solidFill>
              <a:latin typeface="IBM Plex Sans"/>
              <a:ea typeface="IBM Plex Sans"/>
              <a:cs typeface="IBM Plex Sans"/>
            </a:endParaRPr>
          </a:p>
        </p:txBody>
      </p:sp>
      <p:pic>
        <p:nvPicPr>
          <p:cNvPr id="2655" name="Google Shape;2655;g3b23322d595_2_1673" descr="Pinch Zoom In with solid fill"/>
          <p:cNvPicPr preferRelativeResize="0"/>
          <p:nvPr/>
        </p:nvPicPr>
        <p:blipFill rotWithShape="1">
          <a:blip r:embed="rId8">
            <a:alphaModFix/>
          </a:blip>
          <a:srcRect/>
          <a:stretch/>
        </p:blipFill>
        <p:spPr>
          <a:xfrm>
            <a:off x="6799924" y="1767066"/>
            <a:ext cx="1346074" cy="1346074"/>
          </a:xfrm>
          <a:prstGeom prst="rect">
            <a:avLst/>
          </a:prstGeom>
          <a:noFill/>
          <a:ln>
            <a:noFill/>
          </a:ln>
        </p:spPr>
      </p:pic>
      <p:sp>
        <p:nvSpPr>
          <p:cNvPr id="2657" name="Google Shape;2657;g3b23322d595_2_1673"/>
          <p:cNvSpPr/>
          <p:nvPr/>
        </p:nvSpPr>
        <p:spPr>
          <a:xfrm>
            <a:off x="472052" y="1765564"/>
            <a:ext cx="2743200" cy="3698457"/>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800" b="0" i="0" u="none" strike="noStrike" cap="none" noProof="0">
              <a:solidFill>
                <a:srgbClr val="FFFFFF"/>
              </a:solidFill>
              <a:latin typeface="Calibri"/>
              <a:ea typeface="Calibri"/>
              <a:cs typeface="Calibri"/>
              <a:sym typeface="Calibri"/>
            </a:endParaRPr>
          </a:p>
        </p:txBody>
      </p:sp>
      <p:sp>
        <p:nvSpPr>
          <p:cNvPr id="2658" name="Google Shape;2658;g3b23322d595_2_1673"/>
          <p:cNvSpPr txBox="1"/>
          <p:nvPr/>
        </p:nvSpPr>
        <p:spPr>
          <a:xfrm>
            <a:off x="472053" y="3128213"/>
            <a:ext cx="2743198" cy="178198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rgbClr val="7030A0"/>
                </a:solidFill>
                <a:latin typeface="IBM Plex Sans"/>
                <a:ea typeface="IBM Plex Sans"/>
                <a:cs typeface="IBM Plex Sans"/>
                <a:sym typeface="IBM Plex Sans"/>
              </a:rPr>
              <a:t>Deep Search</a:t>
            </a:r>
            <a:r>
              <a:rPr lang="en-US" sz="1400" b="1" i="0" u="none" strike="noStrike" cap="none" baseline="30000" noProof="0">
                <a:solidFill>
                  <a:srgbClr val="7030A0"/>
                </a:solidFill>
                <a:latin typeface="IBM Plex Sans"/>
                <a:ea typeface="IBM Plex Sans"/>
                <a:cs typeface="IBM Plex Sans"/>
                <a:sym typeface="IBM Plex Sans"/>
              </a:rPr>
              <a:t>1</a:t>
            </a:r>
          </a:p>
          <a:p>
            <a:pPr marL="0" marR="0" lvl="0" indent="0" algn="ctr" rtl="0">
              <a:lnSpc>
                <a:spcPct val="100000"/>
              </a:lnSpc>
              <a:spcBef>
                <a:spcPts val="0"/>
              </a:spcBef>
              <a:spcAft>
                <a:spcPts val="0"/>
              </a:spcAft>
              <a:buClr>
                <a:srgbClr val="000000"/>
              </a:buClr>
              <a:buSzPts val="1400"/>
              <a:buFont typeface="Arial"/>
              <a:buNone/>
            </a:pPr>
            <a:r>
              <a:rPr lang="en-US" sz="1400" b="0" i="0" u="none" strike="noStrike" cap="none" noProof="0">
                <a:solidFill>
                  <a:srgbClr val="000000"/>
                </a:solidFill>
                <a:latin typeface="IBM Plex Sans"/>
                <a:ea typeface="IBM Plex Sans"/>
                <a:cs typeface="IBM Plex Sans"/>
                <a:sym typeface="IBM Plex Sans"/>
              </a:rPr>
              <a:t>Goes beyond simple query fan-out to issue hundreds of searches, reason across information, and generate an expert-level</a:t>
            </a:r>
            <a:r>
              <a:rPr lang="en-US" noProof="0">
                <a:latin typeface="IBM Plex Sans"/>
                <a:ea typeface="IBM Plex Sans"/>
                <a:cs typeface="IBM Plex Sans"/>
                <a:sym typeface="IBM Plex Sans"/>
              </a:rPr>
              <a:t>,</a:t>
            </a:r>
            <a:r>
              <a:rPr lang="en-US" sz="1400" b="0" i="0" u="none" strike="noStrike" cap="none" noProof="0">
                <a:solidFill>
                  <a:srgbClr val="000000"/>
                </a:solidFill>
                <a:latin typeface="IBM Plex Sans"/>
                <a:ea typeface="IBM Plex Sans"/>
                <a:cs typeface="IBM Plex Sans"/>
                <a:sym typeface="IBM Plex Sans"/>
              </a:rPr>
              <a:t> fully cited report in minutes</a:t>
            </a:r>
          </a:p>
        </p:txBody>
      </p:sp>
      <p:pic>
        <p:nvPicPr>
          <p:cNvPr id="2659" name="Google Shape;2659;g3b23322d595_2_1673" descr="Folder Search with solid fill"/>
          <p:cNvPicPr preferRelativeResize="0"/>
          <p:nvPr/>
        </p:nvPicPr>
        <p:blipFill rotWithShape="1">
          <a:blip r:embed="rId9">
            <a:alphaModFix/>
          </a:blip>
          <a:srcRect/>
          <a:stretch/>
        </p:blipFill>
        <p:spPr>
          <a:xfrm>
            <a:off x="1139011" y="1735462"/>
            <a:ext cx="1409282" cy="1409282"/>
          </a:xfrm>
          <a:prstGeom prst="rect">
            <a:avLst/>
          </a:prstGeom>
          <a:noFill/>
          <a:ln>
            <a:noFill/>
          </a:ln>
        </p:spPr>
      </p:pic>
      <p:sp>
        <p:nvSpPr>
          <p:cNvPr id="2661" name="Google Shape;2661;g3b23322d595_2_1673"/>
          <p:cNvSpPr/>
          <p:nvPr/>
        </p:nvSpPr>
        <p:spPr>
          <a:xfrm>
            <a:off x="3306752" y="1765564"/>
            <a:ext cx="2743200" cy="3698457"/>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noProof="0">
              <a:solidFill>
                <a:srgbClr val="FFFFFF"/>
              </a:solidFill>
              <a:latin typeface="Calibri"/>
              <a:ea typeface="Calibri"/>
              <a:cs typeface="Calibri"/>
              <a:sym typeface="Calibri"/>
            </a:endParaRPr>
          </a:p>
        </p:txBody>
      </p:sp>
      <p:sp>
        <p:nvSpPr>
          <p:cNvPr id="2662" name="Google Shape;2662;g3b23322d595_2_1673"/>
          <p:cNvSpPr txBox="1"/>
          <p:nvPr/>
        </p:nvSpPr>
        <p:spPr>
          <a:xfrm>
            <a:off x="3306753" y="3128213"/>
            <a:ext cx="2743200" cy="178198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rgbClr val="7030A0"/>
                </a:solidFill>
                <a:latin typeface="IBM Plex Sans"/>
                <a:ea typeface="IBM Plex Sans"/>
                <a:cs typeface="IBM Plex Sans"/>
                <a:sym typeface="IBM Plex Sans"/>
              </a:rPr>
              <a:t>Search Live</a:t>
            </a:r>
          </a:p>
          <a:p>
            <a:pPr marL="0" marR="0" lvl="0" indent="0" algn="ctr" rtl="0">
              <a:lnSpc>
                <a:spcPct val="100000"/>
              </a:lnSpc>
              <a:spcBef>
                <a:spcPts val="0"/>
              </a:spcBef>
              <a:spcAft>
                <a:spcPts val="0"/>
              </a:spcAft>
              <a:buClr>
                <a:srgbClr val="000000"/>
              </a:buClr>
              <a:buSzPts val="1400"/>
              <a:buFont typeface="Arial"/>
              <a:buNone/>
            </a:pPr>
            <a:r>
              <a:rPr lang="en-US" sz="1400" b="0" i="0" u="none" strike="noStrike" cap="none" noProof="0">
                <a:solidFill>
                  <a:srgbClr val="000000"/>
                </a:solidFill>
                <a:latin typeface="IBM Plex Sans"/>
                <a:ea typeface="IBM Plex Sans"/>
                <a:cs typeface="IBM Plex Sans"/>
                <a:sym typeface="IBM Plex Sans"/>
              </a:rPr>
              <a:t>Uses your camera (Project Astra</a:t>
            </a:r>
            <a:r>
              <a:rPr lang="en-US" sz="1400" b="0" i="0" u="none" strike="noStrike" cap="none" baseline="30000" noProof="0">
                <a:solidFill>
                  <a:srgbClr val="000000"/>
                </a:solidFill>
                <a:latin typeface="IBM Plex Sans"/>
                <a:ea typeface="IBM Plex Sans"/>
                <a:cs typeface="IBM Plex Sans"/>
                <a:sym typeface="IBM Plex Sans"/>
              </a:rPr>
              <a:t>2</a:t>
            </a:r>
            <a:r>
              <a:rPr lang="en-US" sz="1400" b="0" i="0" u="none" strike="noStrike" cap="none" noProof="0">
                <a:solidFill>
                  <a:srgbClr val="000000"/>
                </a:solidFill>
                <a:latin typeface="IBM Plex Sans"/>
                <a:ea typeface="IBM Plex Sans"/>
                <a:cs typeface="IBM Plex Sans"/>
                <a:sym typeface="IBM Plex Sans"/>
              </a:rPr>
              <a:t>) to become a real-time learning partner that can see what you see, explain concepts, and offer suggestions</a:t>
            </a:r>
          </a:p>
        </p:txBody>
      </p:sp>
      <p:grpSp>
        <p:nvGrpSpPr>
          <p:cNvPr id="2663" name="Google Shape;2663;g3b23322d595_2_1673"/>
          <p:cNvGrpSpPr/>
          <p:nvPr/>
        </p:nvGrpSpPr>
        <p:grpSpPr>
          <a:xfrm>
            <a:off x="3900166" y="1661918"/>
            <a:ext cx="1556371" cy="1556371"/>
            <a:chOff x="3459578" y="2081988"/>
            <a:chExt cx="1556371" cy="1556371"/>
          </a:xfrm>
        </p:grpSpPr>
        <p:pic>
          <p:nvPicPr>
            <p:cNvPr id="2664" name="Google Shape;2664;g3b23322d595_2_1673" descr="Camera with solid fill"/>
            <p:cNvPicPr preferRelativeResize="0"/>
            <p:nvPr/>
          </p:nvPicPr>
          <p:blipFill rotWithShape="1">
            <a:blip r:embed="rId10">
              <a:alphaModFix/>
            </a:blip>
            <a:srcRect/>
            <a:stretch/>
          </p:blipFill>
          <p:spPr>
            <a:xfrm>
              <a:off x="3589224" y="2121056"/>
              <a:ext cx="1297080" cy="1297082"/>
            </a:xfrm>
            <a:prstGeom prst="rect">
              <a:avLst/>
            </a:prstGeom>
            <a:noFill/>
            <a:ln>
              <a:noFill/>
            </a:ln>
          </p:spPr>
        </p:pic>
        <p:sp>
          <p:nvSpPr>
            <p:cNvPr id="2665" name="Google Shape;2665;g3b23322d595_2_1673"/>
            <p:cNvSpPr/>
            <p:nvPr/>
          </p:nvSpPr>
          <p:spPr>
            <a:xfrm>
              <a:off x="4297857" y="2231989"/>
              <a:ext cx="636581" cy="1028760"/>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noProof="0">
                <a:solidFill>
                  <a:srgbClr val="FFFFFF"/>
                </a:solidFill>
                <a:latin typeface="Calibri"/>
                <a:ea typeface="Calibri"/>
                <a:cs typeface="Calibri"/>
                <a:sym typeface="Calibri"/>
              </a:endParaRPr>
            </a:p>
          </p:txBody>
        </p:sp>
        <p:pic>
          <p:nvPicPr>
            <p:cNvPr id="2666" name="Google Shape;2666;g3b23322d595_2_1673" descr="Eye outline"/>
            <p:cNvPicPr preferRelativeResize="0"/>
            <p:nvPr/>
          </p:nvPicPr>
          <p:blipFill rotWithShape="1">
            <a:blip r:embed="rId11">
              <a:alphaModFix/>
            </a:blip>
            <a:srcRect/>
            <a:stretch/>
          </p:blipFill>
          <p:spPr>
            <a:xfrm>
              <a:off x="3459578" y="2081988"/>
              <a:ext cx="1556371" cy="1556371"/>
            </a:xfrm>
            <a:prstGeom prst="rect">
              <a:avLst/>
            </a:prstGeom>
            <a:noFill/>
            <a:ln>
              <a:noFill/>
            </a:ln>
          </p:spPr>
        </p:pic>
        <p:sp>
          <p:nvSpPr>
            <p:cNvPr id="2667" name="Google Shape;2667;g3b23322d595_2_1673"/>
            <p:cNvSpPr/>
            <p:nvPr/>
          </p:nvSpPr>
          <p:spPr>
            <a:xfrm>
              <a:off x="3565721" y="2732278"/>
              <a:ext cx="129644" cy="270477"/>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noProof="0">
                <a:solidFill>
                  <a:srgbClr val="FFFFFF"/>
                </a:solidFill>
                <a:latin typeface="Calibri"/>
                <a:ea typeface="Calibri"/>
                <a:cs typeface="Calibri"/>
                <a:sym typeface="Calibri"/>
              </a:endParaRPr>
            </a:p>
          </p:txBody>
        </p:sp>
        <p:sp>
          <p:nvSpPr>
            <p:cNvPr id="2668" name="Google Shape;2668;g3b23322d595_2_1673"/>
            <p:cNvSpPr/>
            <p:nvPr/>
          </p:nvSpPr>
          <p:spPr>
            <a:xfrm>
              <a:off x="3797043" y="2555540"/>
              <a:ext cx="182880" cy="128129"/>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noProof="0">
                <a:solidFill>
                  <a:srgbClr val="FFFFFF"/>
                </a:solidFill>
                <a:latin typeface="Calibri"/>
                <a:ea typeface="Calibri"/>
                <a:cs typeface="Calibri"/>
                <a:sym typeface="Calibri"/>
              </a:endParaRPr>
            </a:p>
          </p:txBody>
        </p:sp>
      </p:grpSp>
      <p:sp>
        <p:nvSpPr>
          <p:cNvPr id="7" name="Google Shape;647;g3b2110f3d24_0_132">
            <a:extLst>
              <a:ext uri="{FF2B5EF4-FFF2-40B4-BE49-F238E27FC236}">
                <a16:creationId xmlns:a16="http://schemas.microsoft.com/office/drawing/2014/main" id="{34B12A91-D3A0-23B5-6787-C58B3F1B76B6}"/>
              </a:ext>
            </a:extLst>
          </p:cNvPr>
          <p:cNvSpPr txBox="1">
            <a:spLocks/>
          </p:cNvSpPr>
          <p:nvPr/>
        </p:nvSpPr>
        <p:spPr>
          <a:xfrm>
            <a:off x="11525219" y="6583144"/>
            <a:ext cx="303300" cy="20001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a:buSzPts val="700"/>
            </a:pPr>
            <a:fld id="{00000000-1234-1234-1234-123412341234}" type="slidenum">
              <a:rPr lang="en-US" sz="700" noProof="0" smtClean="0">
                <a:solidFill>
                  <a:schemeClr val="tx2">
                    <a:lumMod val="75000"/>
                  </a:schemeClr>
                </a:solidFill>
              </a:rPr>
              <a:pPr algn="r">
                <a:buSzPts val="700"/>
              </a:pPr>
              <a:t>76</a:t>
            </a:fld>
            <a:endParaRPr lang="en-US" sz="700" noProof="0">
              <a:solidFill>
                <a:schemeClr val="tx2">
                  <a:lumMod val="75000"/>
                </a:schemeClr>
              </a:solidFill>
            </a:endParaRPr>
          </a:p>
        </p:txBody>
      </p:sp>
      <p:sp>
        <p:nvSpPr>
          <p:cNvPr id="10" name="CaixaDeTexto 9">
            <a:extLst>
              <a:ext uri="{FF2B5EF4-FFF2-40B4-BE49-F238E27FC236}">
                <a16:creationId xmlns:a16="http://schemas.microsoft.com/office/drawing/2014/main" id="{DE81095B-EAED-8C35-CE9F-8FBB17884845}"/>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Google AI strategy</a:t>
            </a:r>
          </a:p>
        </p:txBody>
      </p:sp>
    </p:spTree>
    <p:extLst>
      <p:ext uri="{BB962C8B-B14F-4D97-AF65-F5344CB8AC3E}">
        <p14:creationId xmlns:p14="http://schemas.microsoft.com/office/powerpoint/2010/main" val="2440606633"/>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2673"/>
        <p:cNvGrpSpPr/>
        <p:nvPr/>
      </p:nvGrpSpPr>
      <p:grpSpPr>
        <a:xfrm>
          <a:off x="0" y="0"/>
          <a:ext cx="0" cy="0"/>
          <a:chOff x="0" y="0"/>
          <a:chExt cx="0" cy="0"/>
        </a:xfrm>
      </p:grpSpPr>
      <p:sp>
        <p:nvSpPr>
          <p:cNvPr id="2674" name="Google Shape;2674;g3b23322d595_2_1700"/>
          <p:cNvSpPr txBox="1">
            <a:spLocks noGrp="1"/>
          </p:cNvSpPr>
          <p:nvPr>
            <p:ph type="body" idx="1"/>
          </p:nvPr>
        </p:nvSpPr>
        <p:spPr>
          <a:xfrm>
            <a:off x="456259" y="495301"/>
            <a:ext cx="11101800" cy="387798"/>
          </a:xfrm>
          <a:prstGeom prst="rect">
            <a:avLst/>
          </a:prstGeom>
          <a:noFill/>
          <a:ln>
            <a:noFill/>
          </a:ln>
        </p:spPr>
        <p:txBody>
          <a:bodyPr spcFirstLastPara="1" wrap="square" lIns="0" tIns="0" rIns="0" bIns="0" anchor="t" anchorCtr="0">
            <a:spAutoFit/>
          </a:bodyPr>
          <a:lstStyle/>
          <a:p>
            <a:pPr marL="0" indent="0">
              <a:spcBef>
                <a:spcPts val="0"/>
              </a:spcBef>
              <a:buSzPts val="1800"/>
              <a:buNone/>
            </a:pPr>
            <a:r>
              <a:rPr lang="en-US" b="0" noProof="0">
                <a:solidFill>
                  <a:schemeClr val="dk1"/>
                </a:solidFill>
                <a:latin typeface="IBM Plex Sans"/>
                <a:ea typeface="IBM Plex Sans"/>
                <a:cs typeface="IBM Plex Sans"/>
                <a:sym typeface="IBM Plex Sans"/>
              </a:rPr>
              <a:t>AI </a:t>
            </a:r>
            <a:r>
              <a:rPr lang="en-US" b="0" noProof="0">
                <a:solidFill>
                  <a:schemeClr val="dk1"/>
                </a:solidFill>
                <a:latin typeface="IBM Plex Sans"/>
              </a:rPr>
              <a:t>has shifted from Google’s biggest threat to its biggest growth lever</a:t>
            </a:r>
            <a:endParaRPr lang="en-US" b="0" noProof="0">
              <a:solidFill>
                <a:schemeClr val="dk1"/>
              </a:solidFill>
              <a:latin typeface="IBM Plex Sans"/>
              <a:sym typeface="IBM Plex Sans"/>
            </a:endParaRPr>
          </a:p>
        </p:txBody>
      </p:sp>
      <p:sp>
        <p:nvSpPr>
          <p:cNvPr id="2678" name="Google Shape;2678;g3b23322d595_2_1700"/>
          <p:cNvSpPr txBox="1"/>
          <p:nvPr/>
        </p:nvSpPr>
        <p:spPr>
          <a:xfrm>
            <a:off x="302870" y="3477249"/>
            <a:ext cx="4137477" cy="1607289"/>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rgbClr val="000000"/>
                </a:solidFill>
                <a:latin typeface="IBM Plex Sans"/>
                <a:ea typeface="IBM Plex Sans"/>
                <a:cs typeface="IBM Plex Sans"/>
                <a:sym typeface="IBM Plex Sans"/>
              </a:rPr>
              <a:t>Protect the revenue engine </a:t>
            </a:r>
            <a:endParaRPr lang="en-US" sz="1400" noProof="0">
              <a:solidFill>
                <a:schemeClr val="dk1"/>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rgbClr val="000000"/>
                </a:solidFill>
                <a:latin typeface="IBM Plex Sans"/>
                <a:ea typeface="IBM Plex Sans"/>
                <a:cs typeface="IBM Plex Sans"/>
                <a:sym typeface="IBM Plex Sans"/>
              </a:rPr>
              <a:t>while reinventing search</a:t>
            </a:r>
            <a:endParaRPr lang="en-US" sz="1400" b="0" i="0" u="none" strike="noStrike" cap="none" noProof="0">
              <a:solidFill>
                <a:srgbClr val="000000"/>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r>
              <a:rPr lang="en-US" sz="1400" b="0" i="0" u="none" strike="noStrike" cap="none" noProof="0">
                <a:solidFill>
                  <a:srgbClr val="000000"/>
                </a:solidFill>
                <a:latin typeface="IBM Plex Sans"/>
                <a:ea typeface="IBM Plex Sans"/>
                <a:cs typeface="IBM Plex Sans"/>
                <a:sym typeface="IBM Plex Sans"/>
              </a:rPr>
              <a:t>With ~75% of Alphabet’s revenue still coming from search advertising, Google is executing a </a:t>
            </a:r>
            <a:r>
              <a:rPr lang="en-US" sz="1400" b="1" i="0" u="none" strike="noStrike" cap="none" noProof="0">
                <a:solidFill>
                  <a:srgbClr val="000000"/>
                </a:solidFill>
                <a:latin typeface="IBM Plex Sans"/>
                <a:ea typeface="IBM Plex Sans"/>
                <a:cs typeface="IBM Plex Sans"/>
                <a:sym typeface="IBM Plex Sans"/>
              </a:rPr>
              <a:t>deliberate strategy </a:t>
            </a:r>
            <a:r>
              <a:rPr lang="en-US" sz="1400" b="0" i="0" u="none" strike="noStrike" cap="none" noProof="0">
                <a:solidFill>
                  <a:srgbClr val="000000"/>
                </a:solidFill>
                <a:latin typeface="IBM Plex Sans"/>
                <a:ea typeface="IBM Plex Sans"/>
                <a:cs typeface="IBM Plex Sans"/>
                <a:sym typeface="IBM Plex Sans"/>
              </a:rPr>
              <a:t>to defend and expand its core business in the AI era</a:t>
            </a:r>
          </a:p>
        </p:txBody>
      </p:sp>
      <p:sp>
        <p:nvSpPr>
          <p:cNvPr id="2679" name="Google Shape;2679;g3b23322d595_2_1700"/>
          <p:cNvSpPr txBox="1"/>
          <p:nvPr/>
        </p:nvSpPr>
        <p:spPr>
          <a:xfrm>
            <a:off x="4675402" y="1681293"/>
            <a:ext cx="5852160" cy="282600"/>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1600"/>
              <a:buFont typeface="Arial"/>
              <a:buNone/>
            </a:pPr>
            <a:r>
              <a:rPr lang="en-US" sz="1600" b="1" i="0" u="none" strike="noStrike" cap="none" noProof="0">
                <a:solidFill>
                  <a:srgbClr val="7030A0"/>
                </a:solidFill>
                <a:latin typeface="IBM Plex Sans"/>
                <a:ea typeface="IBM Plex Sans"/>
                <a:cs typeface="IBM Plex Sans"/>
                <a:sym typeface="IBM Plex Sans"/>
              </a:rPr>
              <a:t>A </a:t>
            </a:r>
            <a:r>
              <a:rPr lang="en-US" sz="1600" b="1" noProof="0">
                <a:solidFill>
                  <a:srgbClr val="7030A0"/>
                </a:solidFill>
                <a:latin typeface="IBM Plex Sans"/>
                <a:ea typeface="IBM Plex Sans"/>
                <a:cs typeface="IBM Plex Sans"/>
                <a:sym typeface="IBM Plex Sans"/>
              </a:rPr>
              <a:t>c</a:t>
            </a:r>
            <a:r>
              <a:rPr lang="en-US" sz="1600" b="1" i="0" u="none" strike="noStrike" cap="none" noProof="0">
                <a:solidFill>
                  <a:srgbClr val="7030A0"/>
                </a:solidFill>
                <a:latin typeface="IBM Plex Sans"/>
                <a:ea typeface="IBM Plex Sans"/>
                <a:cs typeface="IBM Plex Sans"/>
                <a:sym typeface="IBM Plex Sans"/>
              </a:rPr>
              <a:t>alculated </a:t>
            </a:r>
            <a:r>
              <a:rPr lang="en-US" sz="1600" b="1" noProof="0">
                <a:solidFill>
                  <a:srgbClr val="7030A0"/>
                </a:solidFill>
                <a:latin typeface="IBM Plex Sans"/>
                <a:ea typeface="IBM Plex Sans"/>
                <a:cs typeface="IBM Plex Sans"/>
                <a:sym typeface="IBM Plex Sans"/>
              </a:rPr>
              <a:t>g</a:t>
            </a:r>
            <a:r>
              <a:rPr lang="en-US" sz="1600" b="1" i="0" u="none" strike="noStrike" cap="none" noProof="0">
                <a:solidFill>
                  <a:srgbClr val="7030A0"/>
                </a:solidFill>
                <a:latin typeface="IBM Plex Sans"/>
                <a:ea typeface="IBM Plex Sans"/>
                <a:cs typeface="IBM Plex Sans"/>
                <a:sym typeface="IBM Plex Sans"/>
              </a:rPr>
              <a:t>ame</a:t>
            </a:r>
            <a:endParaRPr lang="en-US" sz="1400" b="0" i="0" u="none" strike="noStrike" cap="none" noProof="0">
              <a:solidFill>
                <a:srgbClr val="7030A0"/>
              </a:solidFill>
              <a:latin typeface="IBM Plex Sans"/>
              <a:ea typeface="IBM Plex Sans"/>
              <a:cs typeface="IBM Plex Sans"/>
              <a:sym typeface="IBM Plex Sans"/>
            </a:endParaRPr>
          </a:p>
        </p:txBody>
      </p:sp>
      <p:cxnSp>
        <p:nvCxnSpPr>
          <p:cNvPr id="2680" name="Google Shape;2680;g3b23322d595_2_1700"/>
          <p:cNvCxnSpPr/>
          <p:nvPr/>
        </p:nvCxnSpPr>
        <p:spPr>
          <a:xfrm>
            <a:off x="4675403" y="1994423"/>
            <a:ext cx="6858000" cy="2100"/>
          </a:xfrm>
          <a:prstGeom prst="straightConnector1">
            <a:avLst/>
          </a:prstGeom>
          <a:noFill/>
          <a:ln w="9525" cap="flat" cmpd="sng">
            <a:solidFill>
              <a:schemeClr val="dk1"/>
            </a:solidFill>
            <a:prstDash val="solid"/>
            <a:miter lim="800000"/>
            <a:headEnd type="none" w="sm" len="sm"/>
            <a:tailEnd type="none" w="sm" len="sm"/>
          </a:ln>
        </p:spPr>
      </p:cxnSp>
      <p:sp>
        <p:nvSpPr>
          <p:cNvPr id="2681" name="Google Shape;2681;g3b23322d595_2_1700"/>
          <p:cNvSpPr/>
          <p:nvPr/>
        </p:nvSpPr>
        <p:spPr>
          <a:xfrm>
            <a:off x="4675402" y="2067509"/>
            <a:ext cx="2194560" cy="3084248"/>
          </a:xfrm>
          <a:prstGeom prst="rect">
            <a:avLst/>
          </a:prstGeom>
          <a:solidFill>
            <a:srgbClr val="F2F2F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lang="en-US" sz="1200" b="1" i="0" u="none" strike="noStrike" cap="none" noProof="0">
              <a:solidFill>
                <a:srgbClr val="F2F2F2"/>
              </a:solidFill>
              <a:latin typeface="Calibri"/>
              <a:ea typeface="Calibri"/>
              <a:cs typeface="Calibri"/>
              <a:sym typeface="Calibri"/>
            </a:endParaRPr>
          </a:p>
        </p:txBody>
      </p:sp>
      <p:sp>
        <p:nvSpPr>
          <p:cNvPr id="2682" name="Google Shape;2682;g3b23322d595_2_1700"/>
          <p:cNvSpPr txBox="1"/>
          <p:nvPr/>
        </p:nvSpPr>
        <p:spPr>
          <a:xfrm>
            <a:off x="4712884" y="3315870"/>
            <a:ext cx="2119596" cy="1607289"/>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7030A0"/>
                </a:solidFill>
                <a:latin typeface="IBM Plex Sans"/>
                <a:ea typeface="IBM Plex Sans"/>
                <a:cs typeface="IBM Plex Sans"/>
                <a:sym typeface="IBM Plex Sans"/>
              </a:rPr>
              <a:t>Deny &amp; Deflect</a:t>
            </a:r>
            <a:r>
              <a:rPr lang="en-US" sz="1200" b="1" i="0" u="none" strike="noStrike" cap="none" baseline="30000" noProof="0">
                <a:solidFill>
                  <a:srgbClr val="7030A0"/>
                </a:solidFill>
                <a:latin typeface="IBM Plex Sans"/>
                <a:ea typeface="IBM Plex Sans"/>
                <a:cs typeface="IBM Plex Sans"/>
                <a:sym typeface="IBM Plex Sans"/>
              </a:rPr>
              <a:t>1,2,4,7</a:t>
            </a:r>
            <a:endParaRPr lang="en-US" sz="1200" b="0" i="0" u="none" strike="noStrike" cap="none" baseline="30000" noProof="0">
              <a:solidFill>
                <a:srgbClr val="7030A0"/>
              </a:solidFill>
              <a:latin typeface="IBM Plex Sans"/>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r>
              <a:rPr lang="en-US" sz="1400" b="0" i="0" u="none" strike="noStrike" cap="none" noProof="0">
                <a:solidFill>
                  <a:srgbClr val="000000"/>
                </a:solidFill>
                <a:latin typeface="IBM Plex Sans"/>
                <a:ea typeface="IBM Plex Sans"/>
                <a:cs typeface="IBM Plex Sans"/>
                <a:sym typeface="IBM Plex Sans"/>
              </a:rPr>
              <a:t>Publicly refute plans for chatbot ads to appease users and regulators</a:t>
            </a:r>
          </a:p>
        </p:txBody>
      </p:sp>
      <p:sp>
        <p:nvSpPr>
          <p:cNvPr id="2683" name="Google Shape;2683;g3b23322d595_2_1700"/>
          <p:cNvSpPr/>
          <p:nvPr/>
        </p:nvSpPr>
        <p:spPr>
          <a:xfrm>
            <a:off x="7000355" y="2091496"/>
            <a:ext cx="2194560" cy="3084248"/>
          </a:xfrm>
          <a:prstGeom prst="rect">
            <a:avLst/>
          </a:prstGeom>
          <a:solidFill>
            <a:srgbClr val="F2F2F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lang="en-US" sz="1200" b="1" i="0" u="none" strike="noStrike" cap="none" noProof="0">
              <a:solidFill>
                <a:srgbClr val="F2F2F2"/>
              </a:solidFill>
              <a:latin typeface="Calibri"/>
              <a:ea typeface="Calibri"/>
              <a:cs typeface="Calibri"/>
              <a:sym typeface="Calibri"/>
            </a:endParaRPr>
          </a:p>
        </p:txBody>
      </p:sp>
      <p:sp>
        <p:nvSpPr>
          <p:cNvPr id="2684" name="Google Shape;2684;g3b23322d595_2_1700"/>
          <p:cNvSpPr txBox="1"/>
          <p:nvPr/>
        </p:nvSpPr>
        <p:spPr>
          <a:xfrm>
            <a:off x="7037837" y="3320082"/>
            <a:ext cx="2119596" cy="1607289"/>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7030A0"/>
                </a:solidFill>
                <a:latin typeface="IBM Plex Sans"/>
                <a:ea typeface="IBM Plex Sans"/>
                <a:cs typeface="IBM Plex Sans"/>
                <a:sym typeface="IBM Plex Sans"/>
              </a:rPr>
              <a:t>Integrate &amp; Monetize</a:t>
            </a:r>
            <a:r>
              <a:rPr lang="en-US" sz="1200" b="1" i="0" u="none" strike="noStrike" cap="none" baseline="30000" noProof="0">
                <a:solidFill>
                  <a:srgbClr val="7030A0"/>
                </a:solidFill>
                <a:latin typeface="IBM Plex Sans"/>
                <a:ea typeface="IBM Plex Sans"/>
                <a:cs typeface="IBM Plex Sans"/>
                <a:sym typeface="IBM Plex Sans"/>
              </a:rPr>
              <a:t>6</a:t>
            </a:r>
            <a:endParaRPr lang="en-US" sz="1200" b="0" i="0" u="none" strike="noStrike" cap="none" baseline="30000" noProof="0">
              <a:solidFill>
                <a:srgbClr val="7030A0"/>
              </a:solidFill>
              <a:latin typeface="IBM Plex Sans"/>
              <a:ea typeface="IBM Plex Sans"/>
              <a:cs typeface="IBM Plex Sans"/>
              <a:sym typeface="IBM Plex Sans"/>
            </a:endParaRPr>
          </a:p>
          <a:p>
            <a:pPr algn="ctr">
              <a:buSzPts val="1400"/>
            </a:pPr>
            <a:r>
              <a:rPr lang="en-US" sz="1400" b="0" i="0" u="none" strike="noStrike" cap="none" noProof="0">
                <a:solidFill>
                  <a:srgbClr val="000000"/>
                </a:solidFill>
                <a:latin typeface="IBM Plex Sans"/>
                <a:ea typeface="IBM Plex Sans"/>
                <a:cs typeface="IBM Plex Sans"/>
                <a:sym typeface="IBM Plex Sans"/>
              </a:rPr>
              <a:t>Systematically embed ad formats into </a:t>
            </a:r>
            <a:r>
              <a:rPr lang="en-US" noProof="0">
                <a:latin typeface="IBM Plex Sans"/>
                <a:ea typeface="IBM Plex Sans"/>
                <a:cs typeface="IBM Plex Sans"/>
                <a:sym typeface="IBM Plex Sans"/>
              </a:rPr>
              <a:t>high-intent, </a:t>
            </a:r>
            <a:r>
              <a:rPr lang="en-US" sz="1400" b="0" i="0" u="none" strike="noStrike" cap="none" noProof="0">
                <a:solidFill>
                  <a:srgbClr val="000000"/>
                </a:solidFill>
                <a:latin typeface="IBM Plex Sans"/>
                <a:ea typeface="IBM Plex Sans"/>
                <a:cs typeface="IBM Plex Sans"/>
                <a:sym typeface="IBM Plex Sans"/>
              </a:rPr>
              <a:t>AI-driven search</a:t>
            </a:r>
            <a:r>
              <a:rPr lang="en-US" noProof="0">
                <a:latin typeface="IBM Plex Sans"/>
                <a:ea typeface="IBM Plex Sans"/>
                <a:cs typeface="IBM Plex Sans"/>
                <a:sym typeface="IBM Plex Sans"/>
              </a:rPr>
              <a:t> experiences </a:t>
            </a:r>
            <a:r>
              <a:rPr lang="en-US" sz="1400" b="0" i="0" u="none" strike="noStrike" cap="none" noProof="0">
                <a:solidFill>
                  <a:srgbClr val="000000"/>
                </a:solidFill>
                <a:latin typeface="IBM Plex Sans"/>
                <a:ea typeface="IBM Plex Sans"/>
                <a:cs typeface="IBM Plex Sans"/>
                <a:sym typeface="IBM Plex Sans"/>
              </a:rPr>
              <a:t>(AI Overviews, AI Mode)</a:t>
            </a:r>
            <a:endParaRPr lang="en-US" sz="1400" b="0" i="0" u="none" strike="noStrike" cap="none" noProof="0">
              <a:solidFill>
                <a:srgbClr val="000000"/>
              </a:solidFill>
              <a:latin typeface="IBM Plex Sans"/>
              <a:ea typeface="IBM Plex Sans"/>
              <a:cs typeface="IBM Plex Sans"/>
            </a:endParaRPr>
          </a:p>
        </p:txBody>
      </p:sp>
      <p:sp>
        <p:nvSpPr>
          <p:cNvPr id="2685" name="Google Shape;2685;g3b23322d595_2_1700"/>
          <p:cNvSpPr/>
          <p:nvPr/>
        </p:nvSpPr>
        <p:spPr>
          <a:xfrm>
            <a:off x="9316938" y="2089537"/>
            <a:ext cx="2194560" cy="3084248"/>
          </a:xfrm>
          <a:prstGeom prst="rect">
            <a:avLst/>
          </a:prstGeom>
          <a:solidFill>
            <a:srgbClr val="F2F2F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lang="en-US" sz="1200" b="1" i="0" u="none" strike="noStrike" cap="none" noProof="0">
              <a:solidFill>
                <a:srgbClr val="F2F2F2"/>
              </a:solidFill>
              <a:latin typeface="Calibri"/>
              <a:ea typeface="Calibri"/>
              <a:cs typeface="Calibri"/>
              <a:sym typeface="Calibri"/>
            </a:endParaRPr>
          </a:p>
        </p:txBody>
      </p:sp>
      <p:sp>
        <p:nvSpPr>
          <p:cNvPr id="2686" name="Google Shape;2686;g3b23322d595_2_1700"/>
          <p:cNvSpPr txBox="1"/>
          <p:nvPr/>
        </p:nvSpPr>
        <p:spPr>
          <a:xfrm>
            <a:off x="9354420" y="3315870"/>
            <a:ext cx="2119596" cy="1607289"/>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7030A0"/>
                </a:solidFill>
                <a:latin typeface="IBM Plex Sans"/>
                <a:ea typeface="IBM Plex Sans"/>
                <a:cs typeface="IBM Plex Sans"/>
                <a:sym typeface="IBM Plex Sans"/>
              </a:rPr>
              <a:t>Expand &amp; Adapt</a:t>
            </a:r>
            <a:r>
              <a:rPr lang="en-US" sz="1200" b="1" i="0" u="none" strike="noStrike" cap="none" baseline="30000" noProof="0">
                <a:solidFill>
                  <a:srgbClr val="7030A0"/>
                </a:solidFill>
                <a:latin typeface="IBM Plex Sans"/>
                <a:ea typeface="IBM Plex Sans"/>
                <a:cs typeface="IBM Plex Sans"/>
                <a:sym typeface="IBM Plex Sans"/>
              </a:rPr>
              <a:t>8,9</a:t>
            </a:r>
            <a:endParaRPr lang="en-US" sz="1200" b="0" i="0" u="none" strike="noStrike" cap="none" baseline="30000" noProof="0">
              <a:solidFill>
                <a:srgbClr val="7030A0"/>
              </a:solidFill>
              <a:latin typeface="IBM Plex Sans"/>
              <a:ea typeface="IBM Plex Sans"/>
              <a:cs typeface="IBM Plex Sans"/>
              <a:sym typeface="IBM Plex Sans"/>
            </a:endParaRPr>
          </a:p>
          <a:p>
            <a:pPr algn="ctr">
              <a:buSzPts val="1400"/>
            </a:pPr>
            <a:r>
              <a:rPr lang="en-US" sz="1400" b="0" i="0" u="none" strike="noStrike" cap="none" noProof="0">
                <a:solidFill>
                  <a:schemeClr val="dk1"/>
                </a:solidFill>
                <a:latin typeface="IBM Plex Sans"/>
                <a:ea typeface="IBM Plex Sans"/>
                <a:cs typeface="IBM Plex Sans"/>
                <a:sym typeface="IBM Plex Sans"/>
              </a:rPr>
              <a:t>Leverage AI to increase </a:t>
            </a:r>
            <a:r>
              <a:rPr lang="en-US" sz="1400" b="0" i="0" u="none" strike="noStrike" cap="none" noProof="0">
                <a:solidFill>
                  <a:srgbClr val="000000"/>
                </a:solidFill>
                <a:latin typeface="IBM Plex Sans"/>
                <a:ea typeface="IBM Plex Sans"/>
                <a:cs typeface="IBM Plex Sans"/>
                <a:sym typeface="IBM Plex Sans"/>
              </a:rPr>
              <a:t>query volume and to </a:t>
            </a:r>
            <a:r>
              <a:rPr lang="en-US" noProof="0">
                <a:latin typeface="IBM Plex Sans"/>
                <a:ea typeface="IBM Plex Sans"/>
                <a:cs typeface="IBM Plex Sans"/>
                <a:sym typeface="IBM Plex Sans"/>
              </a:rPr>
              <a:t>create and strengthen</a:t>
            </a:r>
            <a:r>
              <a:rPr lang="en-US" sz="1400" b="0" i="0" u="none" strike="noStrike" cap="none" noProof="0">
                <a:solidFill>
                  <a:srgbClr val="000000"/>
                </a:solidFill>
                <a:latin typeface="IBM Plex Sans"/>
                <a:ea typeface="IBM Plex Sans"/>
                <a:cs typeface="IBM Plex Sans"/>
                <a:sym typeface="IBM Plex Sans"/>
              </a:rPr>
              <a:t> </a:t>
            </a:r>
            <a:r>
              <a:rPr lang="en-US" noProof="0">
                <a:latin typeface="IBM Plex Sans"/>
                <a:ea typeface="IBM Plex Sans"/>
                <a:cs typeface="IBM Plex Sans"/>
                <a:sym typeface="IBM Plex Sans"/>
              </a:rPr>
              <a:t>new revenue</a:t>
            </a:r>
            <a:r>
              <a:rPr lang="en-US" sz="1400" b="0" i="0" u="none" strike="noStrike" cap="none" noProof="0">
                <a:solidFill>
                  <a:srgbClr val="000000"/>
                </a:solidFill>
                <a:latin typeface="IBM Plex Sans"/>
                <a:ea typeface="IBM Plex Sans"/>
                <a:cs typeface="IBM Plex Sans"/>
                <a:sym typeface="IBM Plex Sans"/>
              </a:rPr>
              <a:t> streams (ads in Gemini, AI </a:t>
            </a:r>
            <a:r>
              <a:rPr lang="en-US" noProof="0">
                <a:latin typeface="IBM Plex Sans"/>
                <a:ea typeface="IBM Plex Sans"/>
                <a:cs typeface="IBM Plex Sans"/>
                <a:sym typeface="IBM Plex Sans"/>
              </a:rPr>
              <a:t>Max</a:t>
            </a:r>
            <a:r>
              <a:rPr lang="en-US" sz="1400" b="0" i="0" u="none" strike="noStrike" cap="none" noProof="0">
                <a:solidFill>
                  <a:srgbClr val="000000"/>
                </a:solidFill>
                <a:latin typeface="IBM Plex Sans"/>
                <a:ea typeface="IBM Plex Sans"/>
                <a:cs typeface="IBM Plex Sans"/>
                <a:sym typeface="IBM Plex Sans"/>
              </a:rPr>
              <a:t>)</a:t>
            </a:r>
          </a:p>
        </p:txBody>
      </p:sp>
      <p:sp>
        <p:nvSpPr>
          <p:cNvPr id="2687" name="Google Shape;2687;g3b23322d595_2_1700"/>
          <p:cNvSpPr txBox="1"/>
          <p:nvPr/>
        </p:nvSpPr>
        <p:spPr>
          <a:xfrm>
            <a:off x="395654" y="5746014"/>
            <a:ext cx="11377246" cy="503964"/>
          </a:xfrm>
          <a:prstGeom prst="rect">
            <a:avLst/>
          </a:prstGeom>
          <a:solidFill>
            <a:srgbClr val="00B050">
              <a:alpha val="48235"/>
            </a:srgbClr>
          </a:solidFill>
          <a:ln>
            <a:noFill/>
          </a:ln>
        </p:spPr>
        <p:txBody>
          <a:bodyPr spcFirstLastPara="1" wrap="square" lIns="91425" tIns="45700" rIns="91425" bIns="45700" anchor="ctr" anchorCtr="0">
            <a:noAutofit/>
          </a:bodyPr>
          <a:lstStyle/>
          <a:p>
            <a:pPr lvl="0" algn="ctr">
              <a:buClr>
                <a:schemeClr val="dk1"/>
              </a:buClr>
              <a:buSzPts val="1600"/>
            </a:pPr>
            <a:r>
              <a:rPr lang="en-US" b="1" noProof="0">
                <a:solidFill>
                  <a:schemeClr val="dk1"/>
                </a:solidFill>
                <a:latin typeface="IBM Plex Sans" panose="020B0503050203000203" pitchFamily="34" charset="0"/>
              </a:rPr>
              <a:t>Google is evolving search monetization beyond traditional links by embedding ads into AI-generated experiences such as AI Mode and AI Overviews</a:t>
            </a:r>
            <a:endParaRPr lang="en-US" b="1" noProof="0">
              <a:solidFill>
                <a:schemeClr val="dk1"/>
              </a:solidFill>
              <a:latin typeface="IBM Plex Sans" panose="020B0503050203000203" pitchFamily="34" charset="0"/>
              <a:sym typeface="IBM Plex Sans"/>
            </a:endParaRPr>
          </a:p>
        </p:txBody>
      </p:sp>
      <p:pic>
        <p:nvPicPr>
          <p:cNvPr id="2688" name="Google Shape;2688;g3b23322d595_2_1700" descr="Bar graph with upward trend with solid fill"/>
          <p:cNvPicPr preferRelativeResize="0"/>
          <p:nvPr/>
        </p:nvPicPr>
        <p:blipFill rotWithShape="1">
          <a:blip r:embed="rId3">
            <a:alphaModFix/>
          </a:blip>
          <a:srcRect/>
          <a:stretch/>
        </p:blipFill>
        <p:spPr>
          <a:xfrm>
            <a:off x="9871474" y="2275826"/>
            <a:ext cx="914400" cy="914400"/>
          </a:xfrm>
          <a:prstGeom prst="rect">
            <a:avLst/>
          </a:prstGeom>
          <a:noFill/>
          <a:ln>
            <a:noFill/>
          </a:ln>
        </p:spPr>
      </p:pic>
      <p:pic>
        <p:nvPicPr>
          <p:cNvPr id="2689" name="Google Shape;2689;g3b23322d595_2_1700" descr="Register with solid fill"/>
          <p:cNvPicPr preferRelativeResize="0"/>
          <p:nvPr/>
        </p:nvPicPr>
        <p:blipFill rotWithShape="1">
          <a:blip r:embed="rId4">
            <a:alphaModFix/>
          </a:blip>
          <a:srcRect/>
          <a:stretch/>
        </p:blipFill>
        <p:spPr>
          <a:xfrm>
            <a:off x="7647203" y="2275826"/>
            <a:ext cx="914400" cy="914400"/>
          </a:xfrm>
          <a:prstGeom prst="rect">
            <a:avLst/>
          </a:prstGeom>
          <a:noFill/>
          <a:ln>
            <a:noFill/>
          </a:ln>
        </p:spPr>
      </p:pic>
      <p:pic>
        <p:nvPicPr>
          <p:cNvPr id="2690" name="Google Shape;2690;g3b23322d595_2_1700" descr="Shield Tick with solid fill"/>
          <p:cNvPicPr preferRelativeResize="0"/>
          <p:nvPr/>
        </p:nvPicPr>
        <p:blipFill rotWithShape="1">
          <a:blip r:embed="rId5">
            <a:alphaModFix/>
          </a:blip>
          <a:srcRect/>
          <a:stretch/>
        </p:blipFill>
        <p:spPr>
          <a:xfrm>
            <a:off x="5284814" y="2275826"/>
            <a:ext cx="914400" cy="914400"/>
          </a:xfrm>
          <a:prstGeom prst="rect">
            <a:avLst/>
          </a:prstGeom>
          <a:noFill/>
          <a:ln>
            <a:noFill/>
          </a:ln>
        </p:spPr>
      </p:pic>
      <p:grpSp>
        <p:nvGrpSpPr>
          <p:cNvPr id="2691" name="Google Shape;2691;g3b23322d595_2_1700"/>
          <p:cNvGrpSpPr/>
          <p:nvPr/>
        </p:nvGrpSpPr>
        <p:grpSpPr>
          <a:xfrm>
            <a:off x="476403" y="1882818"/>
            <a:ext cx="3760322" cy="1586932"/>
            <a:chOff x="681957" y="2429808"/>
            <a:chExt cx="3760322" cy="1586932"/>
          </a:xfrm>
        </p:grpSpPr>
        <p:sp>
          <p:nvSpPr>
            <p:cNvPr id="2692" name="Google Shape;2692;g3b23322d595_2_1700"/>
            <p:cNvSpPr/>
            <p:nvPr/>
          </p:nvSpPr>
          <p:spPr>
            <a:xfrm>
              <a:off x="893888" y="2481270"/>
              <a:ext cx="3278062" cy="761375"/>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Arial"/>
                <a:ea typeface="Arial"/>
                <a:cs typeface="Arial"/>
                <a:sym typeface="Arial"/>
              </a:endParaRPr>
            </a:p>
          </p:txBody>
        </p:sp>
        <p:sp>
          <p:nvSpPr>
            <p:cNvPr id="2693" name="Google Shape;2693;g3b23322d595_2_1700"/>
            <p:cNvSpPr txBox="1"/>
            <p:nvPr/>
          </p:nvSpPr>
          <p:spPr>
            <a:xfrm>
              <a:off x="893888" y="2429808"/>
              <a:ext cx="3278062" cy="673631"/>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3600" b="1" i="0" u="none" strike="noStrike" cap="none" noProof="0">
                  <a:solidFill>
                    <a:srgbClr val="FFFFFF"/>
                  </a:solidFill>
                  <a:latin typeface="Calibri"/>
                  <a:ea typeface="Calibri"/>
                  <a:cs typeface="Calibri"/>
                  <a:sym typeface="Calibri"/>
                </a:rPr>
                <a:t>$</a:t>
              </a:r>
              <a:r>
                <a:rPr lang="en-US" sz="3600" b="1" noProof="0">
                  <a:solidFill>
                    <a:srgbClr val="FFFFFF"/>
                  </a:solidFill>
                  <a:latin typeface="Calibri"/>
                  <a:ea typeface="Calibri"/>
                  <a:cs typeface="Calibri"/>
                  <a:sym typeface="Calibri"/>
                </a:rPr>
                <a:t>265</a:t>
              </a:r>
              <a:r>
                <a:rPr lang="en-US" sz="3600" b="1" i="0" u="none" strike="noStrike" cap="none" noProof="0">
                  <a:solidFill>
                    <a:srgbClr val="FFFFFF"/>
                  </a:solidFill>
                  <a:latin typeface="Calibri"/>
                  <a:ea typeface="Calibri"/>
                  <a:cs typeface="Calibri"/>
                  <a:sym typeface="Calibri"/>
                </a:rPr>
                <a:t> Billion</a:t>
              </a:r>
              <a:endParaRPr lang="en-US" sz="3600" b="0" i="0" u="none" strike="noStrike" cap="none" noProof="0">
                <a:solidFill>
                  <a:srgbClr val="FFFFFF"/>
                </a:solidFill>
                <a:latin typeface="Calibri"/>
                <a:ea typeface="Calibri"/>
                <a:cs typeface="Calibri"/>
                <a:sym typeface="Calibri"/>
              </a:endParaRPr>
            </a:p>
          </p:txBody>
        </p:sp>
        <p:sp>
          <p:nvSpPr>
            <p:cNvPr id="2694" name="Google Shape;2694;g3b23322d595_2_1700"/>
            <p:cNvSpPr txBox="1"/>
            <p:nvPr/>
          </p:nvSpPr>
          <p:spPr>
            <a:xfrm>
              <a:off x="681957" y="2902895"/>
              <a:ext cx="3659062" cy="375897"/>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0" i="0" u="none" strike="noStrike" cap="none" noProof="0">
                  <a:solidFill>
                    <a:srgbClr val="FFFFFF"/>
                  </a:solidFill>
                  <a:latin typeface="Calibri"/>
                  <a:ea typeface="Calibri"/>
                  <a:cs typeface="Calibri"/>
                  <a:sym typeface="Calibri"/>
                </a:rPr>
                <a:t>Google ad platform revenue (2024)</a:t>
              </a:r>
              <a:r>
                <a:rPr lang="en-US" sz="1200" b="0" i="0" u="none" strike="noStrike" cap="none" baseline="30000" noProof="0">
                  <a:solidFill>
                    <a:srgbClr val="FFFFFF"/>
                  </a:solidFill>
                  <a:latin typeface="Calibri"/>
                  <a:ea typeface="Calibri"/>
                  <a:cs typeface="Calibri"/>
                  <a:sym typeface="Calibri"/>
                </a:rPr>
                <a:t>1</a:t>
              </a:r>
              <a:endParaRPr lang="en-US" sz="1100" b="0" i="0" u="none" strike="noStrike" cap="none" baseline="30000" noProof="0">
                <a:solidFill>
                  <a:srgbClr val="FFFFFF"/>
                </a:solidFill>
                <a:latin typeface="Arial"/>
                <a:ea typeface="Arial"/>
                <a:cs typeface="Arial"/>
                <a:sym typeface="Arial"/>
              </a:endParaRPr>
            </a:p>
          </p:txBody>
        </p:sp>
        <p:sp>
          <p:nvSpPr>
            <p:cNvPr id="2695" name="Google Shape;2695;g3b23322d595_2_1700"/>
            <p:cNvSpPr txBox="1"/>
            <p:nvPr/>
          </p:nvSpPr>
          <p:spPr>
            <a:xfrm>
              <a:off x="1288142" y="3370930"/>
              <a:ext cx="3154137" cy="645810"/>
            </a:xfrm>
            <a:prstGeom prst="rect">
              <a:avLst/>
            </a:prstGeom>
            <a:noFill/>
            <a:ln>
              <a:noFill/>
            </a:ln>
          </p:spPr>
          <p:txBody>
            <a:bodyPr spcFirstLastPara="1" wrap="square" lIns="91425" tIns="91425" rIns="91425" bIns="91425" anchor="t" anchorCtr="0">
              <a:noAutofit/>
            </a:bodyPr>
            <a:lstStyle/>
            <a:p>
              <a:pPr marL="0" marR="0" lvl="0" indent="0" algn="r" rtl="0">
                <a:lnSpc>
                  <a:spcPct val="100000"/>
                </a:lnSpc>
                <a:spcBef>
                  <a:spcPts val="0"/>
                </a:spcBef>
                <a:spcAft>
                  <a:spcPts val="0"/>
                </a:spcAft>
                <a:buClr>
                  <a:srgbClr val="000000"/>
                </a:buClr>
                <a:buSzPts val="1400"/>
                <a:buFont typeface="Arial"/>
                <a:buNone/>
              </a:pPr>
              <a:r>
                <a:rPr lang="en-US" sz="1600" b="0" i="0" u="none" strike="noStrike" cap="none" noProof="0">
                  <a:solidFill>
                    <a:srgbClr val="7030A0"/>
                  </a:solidFill>
                  <a:latin typeface="IBM Plex Sans"/>
                  <a:ea typeface="IBM Plex Sans"/>
                  <a:cs typeface="IBM Plex Sans"/>
                  <a:sym typeface="IBM Plex Sans"/>
                </a:rPr>
                <a:t>Over two-thirds of this comes from traditional search ads</a:t>
              </a:r>
              <a:endParaRPr lang="en-US" sz="1400" b="0" i="0" u="none" strike="noStrike" cap="none" noProof="0">
                <a:solidFill>
                  <a:srgbClr val="7030A0"/>
                </a:solidFill>
                <a:latin typeface="IBM Plex Sans"/>
                <a:ea typeface="IBM Plex Sans"/>
                <a:cs typeface="IBM Plex Sans"/>
                <a:sym typeface="IBM Plex Sans"/>
              </a:endParaRPr>
            </a:p>
          </p:txBody>
        </p:sp>
        <p:pic>
          <p:nvPicPr>
            <p:cNvPr id="2696" name="Google Shape;2696;g3b23322d595_2_1700" descr="Arrow: Slight curve with solid fill"/>
            <p:cNvPicPr preferRelativeResize="0"/>
            <p:nvPr/>
          </p:nvPicPr>
          <p:blipFill rotWithShape="1">
            <a:blip r:embed="rId6">
              <a:alphaModFix/>
            </a:blip>
            <a:srcRect/>
            <a:stretch/>
          </p:blipFill>
          <p:spPr>
            <a:xfrm rot="1344607">
              <a:off x="1029218" y="3202259"/>
              <a:ext cx="603072" cy="603072"/>
            </a:xfrm>
            <a:prstGeom prst="rect">
              <a:avLst/>
            </a:prstGeom>
            <a:noFill/>
            <a:ln>
              <a:noFill/>
            </a:ln>
          </p:spPr>
        </p:pic>
      </p:grpSp>
      <p:sp>
        <p:nvSpPr>
          <p:cNvPr id="6" name="Google Shape;647;g3b2110f3d24_0_132">
            <a:extLst>
              <a:ext uri="{FF2B5EF4-FFF2-40B4-BE49-F238E27FC236}">
                <a16:creationId xmlns:a16="http://schemas.microsoft.com/office/drawing/2014/main" id="{EBF5204B-7DB9-3D1E-8CD8-85D0435CAFDA}"/>
              </a:ext>
            </a:extLst>
          </p:cNvPr>
          <p:cNvSpPr txBox="1">
            <a:spLocks/>
          </p:cNvSpPr>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a:buSzPts val="700"/>
            </a:pPr>
            <a:fld id="{00000000-1234-1234-1234-123412341234}" type="slidenum">
              <a:rPr lang="en-US" sz="700" noProof="0" smtClean="0">
                <a:solidFill>
                  <a:schemeClr val="tx2">
                    <a:lumMod val="75000"/>
                  </a:schemeClr>
                </a:solidFill>
              </a:rPr>
              <a:pPr algn="r">
                <a:buSzPts val="700"/>
              </a:pPr>
              <a:t>77</a:t>
            </a:fld>
            <a:endParaRPr lang="en-US" sz="700" noProof="0">
              <a:solidFill>
                <a:schemeClr val="tx2">
                  <a:lumMod val="75000"/>
                </a:schemeClr>
              </a:solidFill>
            </a:endParaRPr>
          </a:p>
        </p:txBody>
      </p:sp>
      <p:sp>
        <p:nvSpPr>
          <p:cNvPr id="8" name="Google Shape;2675;g3b23322d595_2_1700">
            <a:extLst>
              <a:ext uri="{FF2B5EF4-FFF2-40B4-BE49-F238E27FC236}">
                <a16:creationId xmlns:a16="http://schemas.microsoft.com/office/drawing/2014/main" id="{F61372C2-83F1-EB7B-A76B-D75B7D9F10D1}"/>
              </a:ext>
            </a:extLst>
          </p:cNvPr>
          <p:cNvSpPr txBox="1"/>
          <p:nvPr/>
        </p:nvSpPr>
        <p:spPr>
          <a:xfrm>
            <a:off x="467086" y="6380439"/>
            <a:ext cx="8652600" cy="107722"/>
          </a:xfrm>
          <a:prstGeom prst="rect">
            <a:avLst/>
          </a:prstGeom>
          <a:noFill/>
          <a:ln>
            <a:noFill/>
          </a:ln>
        </p:spPr>
        <p:txBody>
          <a:bodyPr spcFirstLastPara="1" wrap="square" lIns="0" tIns="0" rIns="0" bIns="0" anchor="t" anchorCtr="0">
            <a:spAutoFit/>
          </a:bodyPr>
          <a:lstStyle/>
          <a:p>
            <a:pPr lvl="0">
              <a:buSzPts val="600"/>
            </a:pPr>
            <a:r>
              <a:rPr lang="en-US" sz="700" b="0" i="0" u="none" strike="noStrike" cap="none" noProof="0">
                <a:solidFill>
                  <a:srgbClr val="7F7F7F"/>
                </a:solidFill>
                <a:latin typeface="IBM Plex Sans"/>
                <a:ea typeface="Calibri"/>
                <a:cs typeface="Calibri"/>
                <a:sym typeface="Calibri"/>
              </a:rPr>
              <a:t>Sources: (1</a:t>
            </a:r>
            <a:r>
              <a:rPr lang="en-US" sz="700" noProof="0">
                <a:solidFill>
                  <a:srgbClr val="7F7F7F"/>
                </a:solidFill>
                <a:latin typeface="IBM Plex Sans"/>
                <a:ea typeface="Calibri"/>
                <a:cs typeface="Calibri"/>
                <a:sym typeface="Calibri"/>
              </a:rPr>
              <a:t>)</a:t>
            </a:r>
            <a:r>
              <a:rPr lang="en-US" sz="700" noProof="0">
                <a:solidFill>
                  <a:srgbClr val="7F7F7F"/>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 </a:t>
            </a:r>
            <a:r>
              <a:rPr lang="en-US" sz="700" noProof="0" err="1">
                <a:solidFill>
                  <a:srgbClr val="7F7F7F"/>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Uproas</a:t>
            </a:r>
            <a:r>
              <a:rPr lang="en-US" sz="700" noProof="0">
                <a:solidFill>
                  <a:srgbClr val="7F7F7F"/>
                </a:solidFill>
                <a:latin typeface="IBM Plex Sans"/>
                <a:ea typeface="Calibri"/>
                <a:cs typeface="Calibri"/>
                <a:sym typeface="Calibri"/>
              </a:rPr>
              <a:t> and </a:t>
            </a:r>
            <a:r>
              <a:rPr lang="en-US" sz="700" noProof="0">
                <a:solidFill>
                  <a:srgbClr val="7F7F7F"/>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Statista</a:t>
            </a:r>
            <a:r>
              <a:rPr lang="en-US" sz="700" noProof="0">
                <a:solidFill>
                  <a:srgbClr val="7F7F7F"/>
                </a:solidFill>
                <a:latin typeface="IBM Plex Sans"/>
                <a:ea typeface="Calibri"/>
                <a:cs typeface="Calibri"/>
                <a:sym typeface="Calibri"/>
              </a:rPr>
              <a:t>, </a:t>
            </a:r>
            <a:r>
              <a:rPr lang="en-US" sz="700" b="0" i="0" u="none" strike="noStrike" cap="none" noProof="0">
                <a:solidFill>
                  <a:srgbClr val="7F7F7F"/>
                </a:solidFill>
                <a:latin typeface="IBM Plex Sans"/>
                <a:ea typeface="Calibri"/>
                <a:cs typeface="Calibri"/>
                <a:sym typeface="Calibri"/>
              </a:rPr>
              <a:t>(2) </a:t>
            </a:r>
            <a:r>
              <a:rPr lang="en-US" sz="700" b="0" i="0" u="sng" strike="noStrike" cap="none" noProof="0">
                <a:solidFill>
                  <a:srgbClr val="7F7F7F"/>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PPC</a:t>
            </a:r>
            <a:r>
              <a:rPr lang="en-US" sz="700" b="0" i="0" u="none" strike="noStrike" cap="none" noProof="0">
                <a:solidFill>
                  <a:srgbClr val="7F7F7F"/>
                </a:solidFill>
                <a:latin typeface="IBM Plex Sans"/>
                <a:ea typeface="Calibri"/>
                <a:cs typeface="Calibri"/>
                <a:sym typeface="Calibri"/>
              </a:rPr>
              <a:t> (3) </a:t>
            </a:r>
            <a:r>
              <a:rPr lang="en-US" sz="700" b="0" i="0" u="sng" strike="noStrike" cap="none" noProof="0">
                <a:solidFill>
                  <a:srgbClr val="7F7F7F"/>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Search Engine Journal </a:t>
            </a:r>
            <a:r>
              <a:rPr lang="en-US" sz="700" b="0" i="0" u="none" strike="noStrike" cap="none" noProof="0">
                <a:solidFill>
                  <a:srgbClr val="7F7F7F"/>
                </a:solidFill>
                <a:latin typeface="IBM Plex Sans"/>
                <a:ea typeface="Calibri"/>
                <a:cs typeface="Calibri"/>
                <a:sym typeface="Calibri"/>
              </a:rPr>
              <a:t>(4) </a:t>
            </a:r>
            <a:r>
              <a:rPr lang="en-US" sz="700" b="0" i="0" u="sng" strike="noStrike" cap="none" noProof="0">
                <a:solidFill>
                  <a:srgbClr val="7F7F7F"/>
                </a:solidFill>
                <a:latin typeface="IBM Plex Sans"/>
                <a:ea typeface="Calibri"/>
                <a:cs typeface="Calibri"/>
                <a:sym typeface="Calibri"/>
                <a:hlinkClick r:id="rId11">
                  <a:extLst>
                    <a:ext uri="{A12FA001-AC4F-418D-AE19-62706E023703}">
                      <ahyp:hlinkClr xmlns:ahyp="http://schemas.microsoft.com/office/drawing/2018/hyperlinkcolor" val="tx"/>
                    </a:ext>
                  </a:extLst>
                </a:hlinkClick>
              </a:rPr>
              <a:t>The Verge </a:t>
            </a:r>
            <a:r>
              <a:rPr lang="en-US" sz="700" b="0" i="0" u="none" strike="noStrike" cap="none" noProof="0">
                <a:solidFill>
                  <a:srgbClr val="7F7F7F"/>
                </a:solidFill>
                <a:latin typeface="IBM Plex Sans"/>
                <a:ea typeface="Calibri"/>
                <a:cs typeface="Calibri"/>
                <a:sym typeface="Calibri"/>
              </a:rPr>
              <a:t>(5) </a:t>
            </a:r>
            <a:r>
              <a:rPr lang="en-US" sz="700" b="0" i="0" u="sng" strike="noStrike" cap="none" noProof="0">
                <a:solidFill>
                  <a:srgbClr val="7F7F7F"/>
                </a:solidFill>
                <a:latin typeface="IBM Plex Sans"/>
                <a:ea typeface="Calibri"/>
                <a:cs typeface="Calibri"/>
                <a:sym typeface="Calibri"/>
                <a:hlinkClick r:id="rId12">
                  <a:extLst>
                    <a:ext uri="{A12FA001-AC4F-418D-AE19-62706E023703}">
                      <ahyp:hlinkClr xmlns:ahyp="http://schemas.microsoft.com/office/drawing/2018/hyperlinkcolor" val="tx"/>
                    </a:ext>
                  </a:extLst>
                </a:hlinkClick>
              </a:rPr>
              <a:t>SEC </a:t>
            </a:r>
            <a:r>
              <a:rPr lang="en-US" sz="700" b="0" i="0" u="none" strike="noStrike" cap="none" noProof="0">
                <a:solidFill>
                  <a:srgbClr val="7F7F7F"/>
                </a:solidFill>
                <a:latin typeface="IBM Plex Sans"/>
                <a:ea typeface="Calibri"/>
                <a:cs typeface="Calibri"/>
                <a:sym typeface="Calibri"/>
              </a:rPr>
              <a:t>(6) </a:t>
            </a:r>
            <a:r>
              <a:rPr lang="en-US" sz="700" b="0" i="0" u="sng" strike="noStrike" cap="none" noProof="0">
                <a:solidFill>
                  <a:srgbClr val="7F7F7F"/>
                </a:solidFill>
                <a:latin typeface="IBM Plex Sans"/>
                <a:ea typeface="Calibri"/>
                <a:cs typeface="Calibri"/>
                <a:sym typeface="Calibri"/>
                <a:hlinkClick r:id="rId13">
                  <a:extLst>
                    <a:ext uri="{A12FA001-AC4F-418D-AE19-62706E023703}">
                      <ahyp:hlinkClr xmlns:ahyp="http://schemas.microsoft.com/office/drawing/2018/hyperlinkcolor" val="tx"/>
                    </a:ext>
                  </a:extLst>
                </a:hlinkClick>
              </a:rPr>
              <a:t>Search Engine Land</a:t>
            </a:r>
            <a:r>
              <a:rPr lang="en-US" sz="700" b="0" i="0" strike="noStrike" cap="none" noProof="0">
                <a:solidFill>
                  <a:srgbClr val="7F7F7F"/>
                </a:solidFill>
                <a:latin typeface="IBM Plex Sans"/>
                <a:ea typeface="Calibri"/>
                <a:cs typeface="Calibri"/>
                <a:sym typeface="Calibri"/>
                <a:hlinkClick r:id="rId13">
                  <a:extLst>
                    <a:ext uri="{A12FA001-AC4F-418D-AE19-62706E023703}">
                      <ahyp:hlinkClr xmlns:ahyp="http://schemas.microsoft.com/office/drawing/2018/hyperlinkcolor" val="tx"/>
                    </a:ext>
                  </a:extLst>
                </a:hlinkClick>
              </a:rPr>
              <a:t> </a:t>
            </a:r>
            <a:r>
              <a:rPr lang="en-US" sz="700" noProof="0">
                <a:solidFill>
                  <a:srgbClr val="7F7F7F"/>
                </a:solidFill>
                <a:latin typeface="IBM Plex Sans"/>
                <a:ea typeface="Calibri"/>
                <a:cs typeface="Calibri"/>
                <a:sym typeface="Calibri"/>
              </a:rPr>
              <a:t>(7) </a:t>
            </a:r>
            <a:r>
              <a:rPr lang="en-US" sz="700" noProof="0">
                <a:solidFill>
                  <a:srgbClr val="7F7F7F"/>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Search Engine Land, (8) </a:t>
            </a:r>
            <a:r>
              <a:rPr lang="en-US" sz="700" noProof="0" err="1">
                <a:solidFill>
                  <a:srgbClr val="7F7F7F"/>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AdWeek</a:t>
            </a:r>
            <a:r>
              <a:rPr lang="en-US" sz="700" noProof="0">
                <a:solidFill>
                  <a:srgbClr val="7F7F7F"/>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 (9) </a:t>
            </a:r>
            <a:r>
              <a:rPr lang="en-US" sz="700" noProof="0" err="1">
                <a:solidFill>
                  <a:srgbClr val="7F7F7F"/>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Verkeer</a:t>
            </a:r>
            <a:r>
              <a:rPr lang="en-US" sz="700" b="0" i="0" u="sng" strike="noStrike" cap="none" noProof="0">
                <a:solidFill>
                  <a:srgbClr val="7F7F7F"/>
                </a:solidFill>
                <a:latin typeface="IBM Plex Sans"/>
                <a:ea typeface="Calibri"/>
                <a:cs typeface="Calibri"/>
                <a:sym typeface="Calibri"/>
                <a:hlinkClick r:id="rId14">
                  <a:extLst>
                    <a:ext uri="{A12FA001-AC4F-418D-AE19-62706E023703}">
                      <ahyp:hlinkClr xmlns:ahyp="http://schemas.microsoft.com/office/drawing/2018/hyperlinkcolor" val="tx"/>
                    </a:ext>
                  </a:extLst>
                </a:hlinkClick>
              </a:rPr>
              <a:t> </a:t>
            </a:r>
            <a:endParaRPr lang="en-US" sz="700" b="0" i="0" u="none" strike="noStrike" cap="none" noProof="0">
              <a:solidFill>
                <a:srgbClr val="7F7F7F"/>
              </a:solidFill>
              <a:latin typeface="IBM Plex Sans"/>
              <a:ea typeface="Calibri"/>
              <a:cs typeface="Calibri"/>
              <a:sym typeface="Calibri"/>
            </a:endParaRPr>
          </a:p>
        </p:txBody>
      </p:sp>
      <p:sp>
        <p:nvSpPr>
          <p:cNvPr id="11" name="CaixaDeTexto 10">
            <a:extLst>
              <a:ext uri="{FF2B5EF4-FFF2-40B4-BE49-F238E27FC236}">
                <a16:creationId xmlns:a16="http://schemas.microsoft.com/office/drawing/2014/main" id="{88C7912F-6916-8FD9-232D-9B6C95CFCB71}"/>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Google AI strategy</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2700"/>
        <p:cNvGrpSpPr/>
        <p:nvPr/>
      </p:nvGrpSpPr>
      <p:grpSpPr>
        <a:xfrm>
          <a:off x="0" y="0"/>
          <a:ext cx="0" cy="0"/>
          <a:chOff x="0" y="0"/>
          <a:chExt cx="0" cy="0"/>
        </a:xfrm>
      </p:grpSpPr>
      <p:sp>
        <p:nvSpPr>
          <p:cNvPr id="2701" name="Google Shape;2701;g3b23322d595_2_1726"/>
          <p:cNvSpPr/>
          <p:nvPr/>
        </p:nvSpPr>
        <p:spPr>
          <a:xfrm>
            <a:off x="9454402" y="1941761"/>
            <a:ext cx="2355377" cy="3094155"/>
          </a:xfrm>
          <a:prstGeom prst="rect">
            <a:avLst/>
          </a:prstGeom>
          <a:solidFill>
            <a:srgbClr val="F2F2F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lang="en-US" sz="1200" b="1" i="0" u="none" strike="noStrike" cap="none" noProof="0">
              <a:solidFill>
                <a:srgbClr val="000000"/>
              </a:solidFill>
              <a:latin typeface="IBM Plex Sans" panose="020B0503050203000203" pitchFamily="34" charset="0"/>
              <a:ea typeface="Calibri"/>
              <a:cs typeface="Calibri"/>
              <a:sym typeface="Calibri"/>
            </a:endParaRPr>
          </a:p>
        </p:txBody>
      </p:sp>
      <p:sp>
        <p:nvSpPr>
          <p:cNvPr id="2702" name="Google Shape;2702;g3b23322d595_2_1726"/>
          <p:cNvSpPr txBox="1">
            <a:spLocks noGrp="1"/>
          </p:cNvSpPr>
          <p:nvPr>
            <p:ph type="body" idx="1"/>
          </p:nvPr>
        </p:nvSpPr>
        <p:spPr>
          <a:xfrm>
            <a:off x="457200" y="495337"/>
            <a:ext cx="11101800"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rgbClr val="1E4E79"/>
              </a:buClr>
              <a:buSzPts val="1800"/>
              <a:buNone/>
            </a:pPr>
            <a:r>
              <a:rPr lang="en-US" b="0" noProof="0">
                <a:solidFill>
                  <a:schemeClr val="dk1"/>
                </a:solidFill>
                <a:latin typeface="IBM Plex Sans"/>
                <a:ea typeface="IBM Plex Sans"/>
                <a:cs typeface="IBM Plex Sans"/>
                <a:sym typeface="IBM Plex Sans"/>
              </a:rPr>
              <a:t>Google deliberately separates “AI adoption” from “AI monetization” to avoid disrupting its ad business</a:t>
            </a:r>
          </a:p>
        </p:txBody>
      </p:sp>
      <p:grpSp>
        <p:nvGrpSpPr>
          <p:cNvPr id="2705" name="Google Shape;2705;g3b23322d595_2_1726"/>
          <p:cNvGrpSpPr/>
          <p:nvPr/>
        </p:nvGrpSpPr>
        <p:grpSpPr>
          <a:xfrm>
            <a:off x="395654" y="1625059"/>
            <a:ext cx="8878975" cy="3741721"/>
            <a:chOff x="1484225" y="1650298"/>
            <a:chExt cx="8878975" cy="3741721"/>
          </a:xfrm>
        </p:grpSpPr>
        <p:grpSp>
          <p:nvGrpSpPr>
            <p:cNvPr id="2706" name="Google Shape;2706;g3b23322d595_2_1726"/>
            <p:cNvGrpSpPr/>
            <p:nvPr/>
          </p:nvGrpSpPr>
          <p:grpSpPr>
            <a:xfrm>
              <a:off x="4486868" y="2130813"/>
              <a:ext cx="2743200" cy="3261206"/>
              <a:chOff x="3659554" y="1625059"/>
              <a:chExt cx="2743200" cy="3261206"/>
            </a:xfrm>
          </p:grpSpPr>
          <p:sp>
            <p:nvSpPr>
              <p:cNvPr id="2707" name="Google Shape;2707;g3b23322d595_2_1726"/>
              <p:cNvSpPr/>
              <p:nvPr/>
            </p:nvSpPr>
            <p:spPr>
              <a:xfrm>
                <a:off x="3659554" y="1625059"/>
                <a:ext cx="2743200" cy="2814228"/>
              </a:xfrm>
              <a:prstGeom prst="rect">
                <a:avLst/>
              </a:prstGeom>
              <a:noFill/>
              <a:ln w="9525" cap="flat" cmpd="sng">
                <a:solidFill>
                  <a:srgbClr val="7030A0"/>
                </a:solidFill>
                <a:prstDash val="dash"/>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panose="020B0503050203000203" pitchFamily="34" charset="0"/>
                  <a:sym typeface="Arial"/>
                </a:endParaRPr>
              </a:p>
            </p:txBody>
          </p:sp>
          <p:sp>
            <p:nvSpPr>
              <p:cNvPr id="2708" name="Google Shape;2708;g3b23322d595_2_1726"/>
              <p:cNvSpPr txBox="1"/>
              <p:nvPr/>
            </p:nvSpPr>
            <p:spPr>
              <a:xfrm>
                <a:off x="3847920" y="2542677"/>
                <a:ext cx="2366468" cy="1203881"/>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panose="020B0503050203000203" pitchFamily="34" charset="0"/>
                    <a:ea typeface="IBM Plex Sans"/>
                    <a:cs typeface="IBM Plex Sans"/>
                    <a:sym typeface="IBM Plex Sans"/>
                  </a:rPr>
                  <a:t>AI Overviews (in Search)</a:t>
                </a:r>
                <a:endParaRPr lang="en-US" sz="1100" b="0" i="0" u="none" strike="noStrike" cap="none" noProof="0">
                  <a:solidFill>
                    <a:srgbClr val="000000"/>
                  </a:solidFill>
                  <a:latin typeface="IBM Plex Sans" panose="020B0503050203000203" pitchFamily="34" charset="0"/>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panose="020B0503050203000203" pitchFamily="34" charset="0"/>
                    <a:ea typeface="IBM Plex Sans"/>
                    <a:cs typeface="IBM Plex Sans"/>
                    <a:sym typeface="IBM Plex Sans"/>
                  </a:rPr>
                  <a:t>AI-generated summaries that appear at the top of traditional search results for certain queries.</a:t>
                </a:r>
                <a:endParaRPr lang="en-US" sz="1200" noProof="0">
                  <a:solidFill>
                    <a:schemeClr val="dk1"/>
                  </a:solidFill>
                  <a:latin typeface="IBM Plex Sans" panose="020B0503050203000203" pitchFamily="34" charset="0"/>
                  <a:ea typeface="IBM Plex Sans"/>
                  <a:cs typeface="IBM Plex Sans"/>
                  <a:sym typeface="IBM Plex Sans"/>
                </a:endParaRPr>
              </a:p>
            </p:txBody>
          </p:sp>
          <p:sp>
            <p:nvSpPr>
              <p:cNvPr id="2709" name="Google Shape;2709;g3b23322d595_2_1726"/>
              <p:cNvSpPr/>
              <p:nvPr/>
            </p:nvSpPr>
            <p:spPr>
              <a:xfrm>
                <a:off x="3847920" y="3612494"/>
                <a:ext cx="2366468" cy="722630"/>
              </a:xfrm>
              <a:prstGeom prst="rect">
                <a:avLst/>
              </a:pr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lang="en-US" sz="1200" b="1" i="0" u="none" strike="noStrike" cap="none" noProof="0">
                  <a:solidFill>
                    <a:srgbClr val="000000"/>
                  </a:solidFill>
                  <a:latin typeface="IBM Plex Sans" panose="020B0503050203000203" pitchFamily="34" charset="0"/>
                  <a:ea typeface="Calibri"/>
                  <a:cs typeface="Calibri"/>
                  <a:sym typeface="Calibri"/>
                </a:endParaRPr>
              </a:p>
            </p:txBody>
          </p:sp>
          <p:sp>
            <p:nvSpPr>
              <p:cNvPr id="2710" name="Google Shape;2710;g3b23322d595_2_1726"/>
              <p:cNvSpPr txBox="1"/>
              <p:nvPr/>
            </p:nvSpPr>
            <p:spPr>
              <a:xfrm>
                <a:off x="3828639" y="3567881"/>
                <a:ext cx="2405029" cy="1318384"/>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i="0" u="none" strike="noStrike" cap="none" noProof="0" dirty="0">
                    <a:solidFill>
                      <a:srgbClr val="FFFFFF"/>
                    </a:solidFill>
                    <a:latin typeface="IBM Plex Sans" panose="020B0503050203000203" pitchFamily="34" charset="0"/>
                    <a:ea typeface="Calibri"/>
                    <a:cs typeface="Calibri"/>
                    <a:sym typeface="Calibri"/>
                  </a:rPr>
                  <a:t>Ads are already live within and below these summaries</a:t>
                </a:r>
                <a:endParaRPr lang="en-US" sz="1800" noProof="0" dirty="0">
                  <a:solidFill>
                    <a:schemeClr val="dk1"/>
                  </a:solidFill>
                  <a:latin typeface="IBM Plex Sans" panose="020B0503050203000203" pitchFamily="34" charset="0"/>
                  <a:sym typeface="Arial"/>
                </a:endParaRPr>
              </a:p>
            </p:txBody>
          </p:sp>
        </p:grpSp>
        <p:grpSp>
          <p:nvGrpSpPr>
            <p:cNvPr id="2711" name="Google Shape;2711;g3b23322d595_2_1726"/>
            <p:cNvGrpSpPr/>
            <p:nvPr/>
          </p:nvGrpSpPr>
          <p:grpSpPr>
            <a:xfrm>
              <a:off x="1484225" y="2130813"/>
              <a:ext cx="2743200" cy="2832100"/>
              <a:chOff x="395654" y="1600200"/>
              <a:chExt cx="2743200" cy="2832100"/>
            </a:xfrm>
          </p:grpSpPr>
          <p:sp>
            <p:nvSpPr>
              <p:cNvPr id="2712" name="Google Shape;2712;g3b23322d595_2_1726"/>
              <p:cNvSpPr/>
              <p:nvPr/>
            </p:nvSpPr>
            <p:spPr>
              <a:xfrm>
                <a:off x="395654" y="1600200"/>
                <a:ext cx="2743200" cy="2814228"/>
              </a:xfrm>
              <a:prstGeom prst="rect">
                <a:avLst/>
              </a:prstGeom>
              <a:no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panose="020B0503050203000203" pitchFamily="34" charset="0"/>
                  <a:sym typeface="Arial"/>
                </a:endParaRPr>
              </a:p>
            </p:txBody>
          </p:sp>
          <p:sp>
            <p:nvSpPr>
              <p:cNvPr id="2713" name="Google Shape;2713;g3b23322d595_2_1726"/>
              <p:cNvSpPr txBox="1"/>
              <p:nvPr/>
            </p:nvSpPr>
            <p:spPr>
              <a:xfrm>
                <a:off x="584020" y="2517818"/>
                <a:ext cx="2366468" cy="1914482"/>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panose="020B0503050203000203" pitchFamily="34" charset="0"/>
                    <a:ea typeface="IBM Plex Sans"/>
                    <a:cs typeface="IBM Plex Sans"/>
                    <a:sym typeface="IBM Plex Sans"/>
                  </a:rPr>
                  <a:t>The Gemini App (Chatbot)</a:t>
                </a:r>
                <a:endParaRPr lang="en-US" sz="1100" b="0" i="0" u="none" strike="noStrike" cap="none" noProof="0">
                  <a:solidFill>
                    <a:srgbClr val="000000"/>
                  </a:solidFill>
                  <a:latin typeface="IBM Plex Sans" panose="020B0503050203000203" pitchFamily="34" charset="0"/>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panose="020B0503050203000203" pitchFamily="34" charset="0"/>
                    <a:ea typeface="IBM Plex Sans"/>
                    <a:cs typeface="IBM Plex Sans"/>
                    <a:sym typeface="IBM Plex Sans"/>
                  </a:rPr>
                  <a:t>A standalone conversational AI product. This is the experience Google publicity vows to keep ad-free… for now.</a:t>
                </a:r>
                <a:endParaRPr lang="en-US" sz="1200" noProof="0">
                  <a:solidFill>
                    <a:schemeClr val="dk1"/>
                  </a:solidFill>
                  <a:latin typeface="IBM Plex Sans" panose="020B0503050203000203" pitchFamily="34" charset="0"/>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000000"/>
                  </a:solidFill>
                  <a:latin typeface="IBM Plex Sans" panose="020B0503050203000203" pitchFamily="34" charset="0"/>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000000"/>
                  </a:solidFill>
                  <a:latin typeface="IBM Plex Sans" panose="020B0503050203000203" pitchFamily="34" charset="0"/>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r>
                  <a:rPr lang="en-US" sz="1050" b="0" i="0" u="none" strike="noStrike" cap="none" noProof="0">
                    <a:solidFill>
                      <a:srgbClr val="000000"/>
                    </a:solidFill>
                    <a:latin typeface="IBM Plex Sans" panose="020B0503050203000203" pitchFamily="34" charset="0"/>
                    <a:ea typeface="IBM Plex Sans"/>
                    <a:cs typeface="IBM Plex Sans"/>
                    <a:sym typeface="IBM Plex Sans"/>
                  </a:rPr>
                  <a:t>Grew from 450M (July’25) to </a:t>
                </a:r>
                <a:r>
                  <a:rPr lang="en-US" sz="1050" b="1" i="0" u="none" strike="noStrike" cap="none" noProof="0">
                    <a:solidFill>
                      <a:srgbClr val="1E4E79"/>
                    </a:solidFill>
                    <a:latin typeface="IBM Plex Sans" panose="020B0503050203000203" pitchFamily="34" charset="0"/>
                    <a:ea typeface="IBM Plex Sans"/>
                    <a:cs typeface="IBM Plex Sans"/>
                    <a:sym typeface="IBM Plex Sans"/>
                  </a:rPr>
                  <a:t>650M</a:t>
                </a:r>
                <a:r>
                  <a:rPr lang="en-US" sz="1050" b="0" i="0" u="none" strike="noStrike" cap="none" noProof="0">
                    <a:solidFill>
                      <a:srgbClr val="000000"/>
                    </a:solidFill>
                    <a:latin typeface="IBM Plex Sans" panose="020B0503050203000203" pitchFamily="34" charset="0"/>
                    <a:ea typeface="IBM Plex Sans"/>
                    <a:cs typeface="IBM Plex Sans"/>
                    <a:sym typeface="IBM Plex Sans"/>
                  </a:rPr>
                  <a:t> (Oct ‘25) monthly active users</a:t>
                </a:r>
                <a:r>
                  <a:rPr lang="en-US" sz="1050" b="0" i="0" u="none" strike="noStrike" cap="none" baseline="30000" noProof="0">
                    <a:solidFill>
                      <a:srgbClr val="000000"/>
                    </a:solidFill>
                    <a:latin typeface="IBM Plex Sans" panose="020B0503050203000203" pitchFamily="34" charset="0"/>
                    <a:ea typeface="IBM Plex Sans"/>
                    <a:cs typeface="IBM Plex Sans"/>
                    <a:sym typeface="IBM Plex Sans"/>
                  </a:rPr>
                  <a:t>2</a:t>
                </a:r>
              </a:p>
            </p:txBody>
          </p:sp>
        </p:grpSp>
        <p:grpSp>
          <p:nvGrpSpPr>
            <p:cNvPr id="2714" name="Google Shape;2714;g3b23322d595_2_1726"/>
            <p:cNvGrpSpPr/>
            <p:nvPr/>
          </p:nvGrpSpPr>
          <p:grpSpPr>
            <a:xfrm>
              <a:off x="7489511" y="2130813"/>
              <a:ext cx="2743200" cy="3055832"/>
              <a:chOff x="6923454" y="1600200"/>
              <a:chExt cx="2743200" cy="3055832"/>
            </a:xfrm>
          </p:grpSpPr>
          <p:sp>
            <p:nvSpPr>
              <p:cNvPr id="2715" name="Google Shape;2715;g3b23322d595_2_1726"/>
              <p:cNvSpPr/>
              <p:nvPr/>
            </p:nvSpPr>
            <p:spPr>
              <a:xfrm>
                <a:off x="6923454" y="1600200"/>
                <a:ext cx="2743200" cy="2814228"/>
              </a:xfrm>
              <a:prstGeom prst="rect">
                <a:avLst/>
              </a:prstGeom>
              <a:noFill/>
              <a:ln w="9525" cap="flat" cmpd="sng">
                <a:solidFill>
                  <a:srgbClr val="7030A0"/>
                </a:solidFill>
                <a:prstDash val="dash"/>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panose="020B0503050203000203" pitchFamily="34" charset="0"/>
                  <a:sym typeface="Arial"/>
                </a:endParaRPr>
              </a:p>
            </p:txBody>
          </p:sp>
          <p:sp>
            <p:nvSpPr>
              <p:cNvPr id="2716" name="Google Shape;2716;g3b23322d595_2_1726"/>
              <p:cNvSpPr txBox="1"/>
              <p:nvPr/>
            </p:nvSpPr>
            <p:spPr>
              <a:xfrm>
                <a:off x="7111820" y="2517818"/>
                <a:ext cx="2366468" cy="1203881"/>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panose="020B0503050203000203" pitchFamily="34" charset="0"/>
                    <a:ea typeface="IBM Plex Sans"/>
                    <a:cs typeface="IBM Plex Sans"/>
                    <a:sym typeface="IBM Plex Sans"/>
                  </a:rPr>
                  <a:t>AI Mode (in Search)</a:t>
                </a:r>
                <a:endParaRPr lang="en-US" sz="1100" b="0" i="0" u="none" strike="noStrike" cap="none" noProof="0">
                  <a:solidFill>
                    <a:srgbClr val="000000"/>
                  </a:solidFill>
                  <a:latin typeface="IBM Plex Sans" panose="020B0503050203000203" pitchFamily="34" charset="0"/>
                  <a:ea typeface="IBM Plex Sans"/>
                  <a:cs typeface="IBM Plex Sans"/>
                  <a:sym typeface="IBM Plex Sans"/>
                </a:endParaRPr>
              </a:p>
              <a:p>
                <a:pPr marL="0" marR="0" lvl="0" indent="0" algn="ctr"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panose="020B0503050203000203" pitchFamily="34" charset="0"/>
                    <a:ea typeface="IBM Plex Sans"/>
                    <a:cs typeface="IBM Plex Sans"/>
                    <a:sym typeface="IBM Plex Sans"/>
                  </a:rPr>
                  <a:t>A more conversational, multi-turn search experience powered by Gemini, designed for complex queries.</a:t>
                </a:r>
                <a:endParaRPr lang="en-US" sz="1200" noProof="0">
                  <a:solidFill>
                    <a:schemeClr val="dk1"/>
                  </a:solidFill>
                  <a:latin typeface="IBM Plex Sans" panose="020B0503050203000203" pitchFamily="34" charset="0"/>
                  <a:ea typeface="IBM Plex Sans"/>
                  <a:cs typeface="IBM Plex Sans"/>
                  <a:sym typeface="IBM Plex Sans"/>
                </a:endParaRPr>
              </a:p>
            </p:txBody>
          </p:sp>
          <p:grpSp>
            <p:nvGrpSpPr>
              <p:cNvPr id="2717" name="Google Shape;2717;g3b23322d595_2_1726"/>
              <p:cNvGrpSpPr/>
              <p:nvPr/>
            </p:nvGrpSpPr>
            <p:grpSpPr>
              <a:xfrm>
                <a:off x="7111820" y="3532482"/>
                <a:ext cx="2405030" cy="1123550"/>
                <a:chOff x="7111820" y="3532482"/>
                <a:chExt cx="2405030" cy="1123550"/>
              </a:xfrm>
            </p:grpSpPr>
            <p:sp>
              <p:nvSpPr>
                <p:cNvPr id="2718" name="Google Shape;2718;g3b23322d595_2_1726"/>
                <p:cNvSpPr/>
                <p:nvPr/>
              </p:nvSpPr>
              <p:spPr>
                <a:xfrm>
                  <a:off x="7111820" y="3588783"/>
                  <a:ext cx="2366468" cy="721482"/>
                </a:xfrm>
                <a:prstGeom prst="rect">
                  <a:avLst/>
                </a:pr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lang="en-US" sz="1200" b="1" i="0" u="none" strike="noStrike" cap="none" noProof="0">
                    <a:solidFill>
                      <a:srgbClr val="000000"/>
                    </a:solidFill>
                    <a:latin typeface="IBM Plex Sans" panose="020B0503050203000203" pitchFamily="34" charset="0"/>
                    <a:ea typeface="Calibri"/>
                    <a:cs typeface="Calibri"/>
                    <a:sym typeface="Calibri"/>
                  </a:endParaRPr>
                </a:p>
              </p:txBody>
            </p:sp>
            <p:sp>
              <p:nvSpPr>
                <p:cNvPr id="2719" name="Google Shape;2719;g3b23322d595_2_1726"/>
                <p:cNvSpPr txBox="1"/>
                <p:nvPr/>
              </p:nvSpPr>
              <p:spPr>
                <a:xfrm>
                  <a:off x="7111820" y="3532482"/>
                  <a:ext cx="2405030" cy="112355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i="0" u="none" strike="noStrike" cap="none" noProof="0" dirty="0">
                      <a:solidFill>
                        <a:srgbClr val="FFFFFF"/>
                      </a:solidFill>
                      <a:latin typeface="IBM Plex Sans" panose="020B0503050203000203" pitchFamily="34" charset="0"/>
                      <a:ea typeface="Calibri"/>
                      <a:cs typeface="Calibri"/>
                      <a:sym typeface="Calibri"/>
                    </a:rPr>
                    <a:t>Ads are actively being tested and briefed to brands for a scaled rollout</a:t>
                  </a:r>
                  <a:endParaRPr lang="en-US" sz="1800" noProof="0" dirty="0">
                    <a:solidFill>
                      <a:schemeClr val="dk1"/>
                    </a:solidFill>
                    <a:latin typeface="IBM Plex Sans" panose="020B0503050203000203" pitchFamily="34" charset="0"/>
                    <a:sym typeface="Arial"/>
                  </a:endParaRPr>
                </a:p>
              </p:txBody>
            </p:sp>
          </p:grpSp>
        </p:grpSp>
        <p:sp>
          <p:nvSpPr>
            <p:cNvPr id="2720" name="Google Shape;2720;g3b23322d595_2_1726"/>
            <p:cNvSpPr/>
            <p:nvPr/>
          </p:nvSpPr>
          <p:spPr>
            <a:xfrm>
              <a:off x="4368800" y="1650298"/>
              <a:ext cx="5994400" cy="3410857"/>
            </a:xfrm>
            <a:prstGeom prst="rect">
              <a:avLst/>
            </a:prstGeom>
            <a:noFill/>
            <a:ln w="25400" cap="flat" cmpd="sng">
              <a:solidFill>
                <a:srgbClr val="7030A0"/>
              </a:solidFill>
              <a:prstDash val="dash"/>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panose="020B0503050203000203" pitchFamily="34" charset="0"/>
                <a:sym typeface="Arial"/>
              </a:endParaRPr>
            </a:p>
          </p:txBody>
        </p:sp>
        <p:sp>
          <p:nvSpPr>
            <p:cNvPr id="2721" name="Google Shape;2721;g3b23322d595_2_1726"/>
            <p:cNvSpPr txBox="1"/>
            <p:nvPr/>
          </p:nvSpPr>
          <p:spPr>
            <a:xfrm>
              <a:off x="5788932" y="1708132"/>
              <a:ext cx="3154137" cy="32416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600" b="0" i="0" u="none" strike="noStrike" cap="none" noProof="0" dirty="0">
                  <a:solidFill>
                    <a:srgbClr val="1E4E79"/>
                  </a:solidFill>
                  <a:latin typeface="IBM Plex Sans" panose="020B0503050203000203" pitchFamily="34" charset="0"/>
                  <a:ea typeface="Calibri"/>
                  <a:cs typeface="Calibri"/>
                  <a:sym typeface="Calibri"/>
                </a:rPr>
                <a:t>Google Search Ecosystem</a:t>
              </a:r>
              <a:endParaRPr lang="en-US" sz="1400" b="0" i="0" u="none" strike="noStrike" cap="none" noProof="0" dirty="0">
                <a:solidFill>
                  <a:srgbClr val="1E4E79"/>
                </a:solidFill>
                <a:latin typeface="IBM Plex Sans" panose="020B0503050203000203" pitchFamily="34" charset="0"/>
                <a:sym typeface="Arial"/>
              </a:endParaRPr>
            </a:p>
          </p:txBody>
        </p:sp>
      </p:grpSp>
      <p:sp>
        <p:nvSpPr>
          <p:cNvPr id="2722" name="Google Shape;2722;g3b23322d595_2_1726"/>
          <p:cNvSpPr txBox="1"/>
          <p:nvPr/>
        </p:nvSpPr>
        <p:spPr>
          <a:xfrm>
            <a:off x="436520" y="5400317"/>
            <a:ext cx="11377246" cy="508471"/>
          </a:xfrm>
          <a:prstGeom prst="rect">
            <a:avLst/>
          </a:prstGeom>
          <a:solidFill>
            <a:srgbClr val="00B050">
              <a:alpha val="48235"/>
            </a:srgbClr>
          </a:solidFill>
          <a:ln>
            <a:noFill/>
          </a:ln>
        </p:spPr>
        <p:txBody>
          <a:bodyPr spcFirstLastPara="1" wrap="square" lIns="91425" tIns="45700" rIns="91425" bIns="45700" anchor="ctr" anchorCtr="0">
            <a:noAutofit/>
          </a:bodyPr>
          <a:lstStyle/>
          <a:p>
            <a:pPr lvl="0" algn="ctr">
              <a:buSzPts val="1400"/>
            </a:pPr>
            <a:r>
              <a:rPr lang="en-US" b="1" noProof="0">
                <a:latin typeface="IBM Plex Sans"/>
                <a:ea typeface="IBM Plex Sans"/>
                <a:cs typeface="IBM Plex Sans"/>
                <a:sym typeface="IBM Plex Sans"/>
              </a:rPr>
              <a:t>This separation allows Google to scale AI (Gemini) usage without prematurely disrupting its $300B+ ad engine, deploying new AI monetization inside Search</a:t>
            </a:r>
            <a:r>
              <a:rPr lang="en-US" b="1" baseline="30000" noProof="0">
                <a:latin typeface="IBM Plex Sans"/>
                <a:ea typeface="IBM Plex Sans"/>
                <a:cs typeface="IBM Plex Sans"/>
                <a:sym typeface="IBM Plex Sans"/>
              </a:rPr>
              <a:t>3,4,5</a:t>
            </a:r>
            <a:endParaRPr lang="en-US" b="1" baseline="30000" noProof="0">
              <a:latin typeface="IBM Plex Sans" panose="020B0503050203000203" pitchFamily="34" charset="0"/>
              <a:ea typeface="IBM Plex Sans"/>
              <a:cs typeface="IBM Plex Sans"/>
              <a:sym typeface="IBM Plex Sans"/>
            </a:endParaRPr>
          </a:p>
        </p:txBody>
      </p:sp>
      <p:sp>
        <p:nvSpPr>
          <p:cNvPr id="2723" name="Google Shape;2723;g3b23322d595_2_1726"/>
          <p:cNvSpPr txBox="1"/>
          <p:nvPr/>
        </p:nvSpPr>
        <p:spPr>
          <a:xfrm>
            <a:off x="9432557" y="1548859"/>
            <a:ext cx="2377440" cy="282600"/>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1600"/>
              <a:buFont typeface="Arial"/>
              <a:buNone/>
            </a:pPr>
            <a:endParaRPr lang="en-US" sz="1400" b="0" i="0" u="none" strike="noStrike" cap="none" noProof="0">
              <a:solidFill>
                <a:srgbClr val="000000"/>
              </a:solidFill>
              <a:latin typeface="IBM Plex Sans" panose="020B0503050203000203" pitchFamily="34" charset="0"/>
              <a:sym typeface="Arial"/>
            </a:endParaRPr>
          </a:p>
        </p:txBody>
      </p:sp>
      <p:sp>
        <p:nvSpPr>
          <p:cNvPr id="2741" name="Google Shape;2741;g3b23322d595_2_1726"/>
          <p:cNvSpPr txBox="1"/>
          <p:nvPr/>
        </p:nvSpPr>
        <p:spPr>
          <a:xfrm>
            <a:off x="9454619" y="1909321"/>
            <a:ext cx="2456611" cy="920865"/>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AI Overviews </a:t>
            </a:r>
            <a:r>
              <a:rPr lang="en-US" sz="1200" noProof="0">
                <a:latin typeface="IBM Plex Sans"/>
                <a:ea typeface="IBM Plex Sans"/>
                <a:cs typeface="IBM Plex Sans"/>
                <a:sym typeface="IBM Plex Sans"/>
              </a:rPr>
              <a:t>increase</a:t>
            </a:r>
            <a:r>
              <a:rPr lang="en-US" sz="1200" b="0" i="0" u="none" strike="noStrike" cap="none" noProof="0">
                <a:solidFill>
                  <a:srgbClr val="000000"/>
                </a:solidFill>
                <a:latin typeface="IBM Plex Sans"/>
                <a:ea typeface="IBM Plex Sans"/>
                <a:cs typeface="IBM Plex Sans"/>
                <a:sym typeface="IBM Plex Sans"/>
              </a:rPr>
              <a:t> engagement, but in the </a:t>
            </a:r>
            <a:r>
              <a:rPr lang="en-US" sz="1200" b="1" noProof="0">
                <a:latin typeface="IBM Plex Sans"/>
                <a:ea typeface="IBM Plex Sans"/>
                <a:cs typeface="IBM Plex Sans"/>
                <a:sym typeface="IBM Plex Sans"/>
              </a:rPr>
              <a:t>short term </a:t>
            </a:r>
            <a:r>
              <a:rPr lang="en-US" sz="1200" b="1" i="0" u="none" strike="noStrike" cap="none" noProof="0">
                <a:solidFill>
                  <a:srgbClr val="000000"/>
                </a:solidFill>
                <a:latin typeface="IBM Plex Sans"/>
                <a:ea typeface="IBM Plex Sans"/>
                <a:cs typeface="IBM Plex Sans"/>
                <a:sym typeface="IBM Plex Sans"/>
              </a:rPr>
              <a:t>compresses</a:t>
            </a:r>
            <a:r>
              <a:rPr lang="en-US" sz="1200" b="0" i="0" u="none" strike="noStrike" cap="none" noProof="0">
                <a:solidFill>
                  <a:srgbClr val="000000"/>
                </a:solidFill>
                <a:latin typeface="IBM Plex Sans"/>
                <a:ea typeface="IBM Plex Sans"/>
                <a:cs typeface="IBM Plex Sans"/>
                <a:sym typeface="IBM Plex Sans"/>
              </a:rPr>
              <a:t> </a:t>
            </a:r>
            <a:r>
              <a:rPr lang="en-US" sz="1200" b="1" i="0" u="none" strike="noStrike" cap="none" noProof="0">
                <a:solidFill>
                  <a:srgbClr val="000000"/>
                </a:solidFill>
                <a:latin typeface="IBM Plex Sans"/>
                <a:ea typeface="IBM Plex Sans"/>
                <a:cs typeface="IBM Plex Sans"/>
                <a:sym typeface="IBM Plex Sans"/>
              </a:rPr>
              <a:t>traditional ad clicks</a:t>
            </a:r>
            <a:r>
              <a:rPr lang="en-US" sz="1200" b="0" i="0" u="none" strike="noStrike" cap="none" noProof="0">
                <a:solidFill>
                  <a:srgbClr val="000000"/>
                </a:solidFill>
                <a:latin typeface="IBM Plex Sans"/>
                <a:ea typeface="IBM Plex Sans"/>
                <a:cs typeface="IBM Plex Sans"/>
                <a:sym typeface="IBM Plex Sans"/>
              </a:rPr>
              <a:t>, forcing new formats (that will reverse the trend)</a:t>
            </a:r>
            <a:endParaRPr lang="en-US" sz="1200" noProof="0">
              <a:solidFill>
                <a:schemeClr val="dk1"/>
              </a:solidFill>
              <a:latin typeface="IBM Plex Sans"/>
              <a:ea typeface="IBM Plex Sans"/>
              <a:cs typeface="IBM Plex Sans"/>
              <a:sym typeface="IBM Plex Sans"/>
            </a:endParaRPr>
          </a:p>
        </p:txBody>
      </p:sp>
      <p:sp>
        <p:nvSpPr>
          <p:cNvPr id="2743" name="Google Shape;2743;g3b23322d595_2_1726"/>
          <p:cNvSpPr txBox="1"/>
          <p:nvPr/>
        </p:nvSpPr>
        <p:spPr>
          <a:xfrm>
            <a:off x="9457959" y="1574464"/>
            <a:ext cx="2351820"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Cannibalization </a:t>
            </a:r>
            <a:r>
              <a:rPr lang="en-US" b="1" noProof="0">
                <a:solidFill>
                  <a:schemeClr val="lt1"/>
                </a:solidFill>
                <a:latin typeface="IBM Plex Sans"/>
                <a:ea typeface="IBM Plex Sans"/>
                <a:cs typeface="IBM Plex Sans"/>
                <a:sym typeface="IBM Plex Sans"/>
              </a:rPr>
              <a:t>Risk</a:t>
            </a:r>
            <a:r>
              <a:rPr lang="en-US" b="1" baseline="30000" noProof="0">
                <a:solidFill>
                  <a:schemeClr val="lt1"/>
                </a:solidFill>
                <a:latin typeface="IBM Plex Sans"/>
                <a:ea typeface="IBM Plex Sans"/>
                <a:cs typeface="IBM Plex Sans"/>
                <a:sym typeface="IBM Plex Sans"/>
              </a:rPr>
              <a:t>2,6</a:t>
            </a:r>
            <a:r>
              <a:rPr lang="en-US" sz="1400" b="1" i="0" u="none" strike="noStrike" cap="none" noProof="0">
                <a:solidFill>
                  <a:schemeClr val="lt1"/>
                </a:solidFill>
                <a:latin typeface="IBM Plex Sans"/>
                <a:ea typeface="IBM Plex Sans"/>
                <a:cs typeface="IBM Plex Sans"/>
                <a:sym typeface="IBM Plex Sans"/>
              </a:rPr>
              <a:t> </a:t>
            </a:r>
            <a:endParaRPr lang="en-US" noProof="0">
              <a:solidFill>
                <a:schemeClr val="lt1"/>
              </a:solidFill>
              <a:latin typeface="IBM Plex Sans"/>
            </a:endParaRPr>
          </a:p>
        </p:txBody>
      </p:sp>
      <p:grpSp>
        <p:nvGrpSpPr>
          <p:cNvPr id="2744" name="Google Shape;2744;g3b23322d595_2_1726"/>
          <p:cNvGrpSpPr/>
          <p:nvPr/>
        </p:nvGrpSpPr>
        <p:grpSpPr>
          <a:xfrm>
            <a:off x="4465888" y="2187773"/>
            <a:ext cx="608018" cy="647700"/>
            <a:chOff x="4769432" y="1707258"/>
            <a:chExt cx="608018" cy="647700"/>
          </a:xfrm>
        </p:grpSpPr>
        <p:pic>
          <p:nvPicPr>
            <p:cNvPr id="2745" name="Google Shape;2745;g3b23322d595_2_1726" descr="New with solid fill"/>
            <p:cNvPicPr preferRelativeResize="0"/>
            <p:nvPr/>
          </p:nvPicPr>
          <p:blipFill rotWithShape="1">
            <a:blip r:embed="rId3">
              <a:alphaModFix/>
            </a:blip>
            <a:srcRect/>
            <a:stretch/>
          </p:blipFill>
          <p:spPr>
            <a:xfrm>
              <a:off x="5025901" y="1707258"/>
              <a:ext cx="351549" cy="351549"/>
            </a:xfrm>
            <a:prstGeom prst="rect">
              <a:avLst/>
            </a:prstGeom>
            <a:noFill/>
            <a:ln>
              <a:noFill/>
            </a:ln>
          </p:spPr>
        </p:pic>
        <p:pic>
          <p:nvPicPr>
            <p:cNvPr id="2746" name="Google Shape;2746;g3b23322d595_2_1726" descr="Document outline"/>
            <p:cNvPicPr preferRelativeResize="0"/>
            <p:nvPr/>
          </p:nvPicPr>
          <p:blipFill rotWithShape="1">
            <a:blip r:embed="rId4">
              <a:alphaModFix/>
            </a:blip>
            <a:srcRect/>
            <a:stretch/>
          </p:blipFill>
          <p:spPr>
            <a:xfrm>
              <a:off x="4769432" y="1831515"/>
              <a:ext cx="523443" cy="523443"/>
            </a:xfrm>
            <a:prstGeom prst="rect">
              <a:avLst/>
            </a:prstGeom>
            <a:noFill/>
            <a:ln>
              <a:noFill/>
            </a:ln>
          </p:spPr>
        </p:pic>
      </p:grpSp>
      <p:pic>
        <p:nvPicPr>
          <p:cNvPr id="2747" name="Google Shape;2747;g3b23322d595_2_1726" descr="Chat outline"/>
          <p:cNvPicPr preferRelativeResize="0"/>
          <p:nvPr/>
        </p:nvPicPr>
        <p:blipFill rotWithShape="1">
          <a:blip r:embed="rId5">
            <a:alphaModFix/>
          </a:blip>
          <a:srcRect/>
          <a:stretch/>
        </p:blipFill>
        <p:spPr>
          <a:xfrm>
            <a:off x="1433138" y="2189860"/>
            <a:ext cx="668232" cy="668232"/>
          </a:xfrm>
          <a:prstGeom prst="rect">
            <a:avLst/>
          </a:prstGeom>
          <a:noFill/>
          <a:ln>
            <a:noFill/>
          </a:ln>
        </p:spPr>
      </p:pic>
      <p:grpSp>
        <p:nvGrpSpPr>
          <p:cNvPr id="2748" name="Google Shape;2748;g3b23322d595_2_1726"/>
          <p:cNvGrpSpPr/>
          <p:nvPr/>
        </p:nvGrpSpPr>
        <p:grpSpPr>
          <a:xfrm>
            <a:off x="7289653" y="2231064"/>
            <a:ext cx="965775" cy="704947"/>
            <a:chOff x="7928401" y="1725690"/>
            <a:chExt cx="965775" cy="704947"/>
          </a:xfrm>
        </p:grpSpPr>
        <p:pic>
          <p:nvPicPr>
            <p:cNvPr id="2749" name="Google Shape;2749;g3b23322d595_2_1726" descr="Magnifying glass outline"/>
            <p:cNvPicPr preferRelativeResize="0"/>
            <p:nvPr/>
          </p:nvPicPr>
          <p:blipFill rotWithShape="1">
            <a:blip r:embed="rId6">
              <a:alphaModFix/>
            </a:blip>
            <a:srcRect/>
            <a:stretch/>
          </p:blipFill>
          <p:spPr>
            <a:xfrm flipH="1">
              <a:off x="7928401" y="1725690"/>
              <a:ext cx="666214" cy="599122"/>
            </a:xfrm>
            <a:prstGeom prst="rect">
              <a:avLst/>
            </a:prstGeom>
            <a:noFill/>
            <a:ln>
              <a:noFill/>
            </a:ln>
          </p:spPr>
        </p:pic>
        <p:pic>
          <p:nvPicPr>
            <p:cNvPr id="2750" name="Google Shape;2750;g3b23322d595_2_1726" descr="Speech outline"/>
            <p:cNvPicPr preferRelativeResize="0"/>
            <p:nvPr/>
          </p:nvPicPr>
          <p:blipFill rotWithShape="1">
            <a:blip r:embed="rId7">
              <a:alphaModFix/>
            </a:blip>
            <a:srcRect/>
            <a:stretch/>
          </p:blipFill>
          <p:spPr>
            <a:xfrm>
              <a:off x="8295054" y="1831515"/>
              <a:ext cx="599122" cy="599122"/>
            </a:xfrm>
            <a:prstGeom prst="rect">
              <a:avLst/>
            </a:prstGeom>
            <a:noFill/>
            <a:ln>
              <a:noFill/>
            </a:ln>
          </p:spPr>
        </p:pic>
      </p:grpSp>
      <p:sp>
        <p:nvSpPr>
          <p:cNvPr id="8" name="Google Shape;647;g3b2110f3d24_0_132">
            <a:extLst>
              <a:ext uri="{FF2B5EF4-FFF2-40B4-BE49-F238E27FC236}">
                <a16:creationId xmlns:a16="http://schemas.microsoft.com/office/drawing/2014/main" id="{49DFDAD3-E18F-1E51-69C3-E30F6A4C0757}"/>
              </a:ext>
            </a:extLst>
          </p:cNvPr>
          <p:cNvSpPr txBox="1">
            <a:spLocks/>
          </p:cNvSpPr>
          <p:nvPr/>
        </p:nvSpPr>
        <p:spPr>
          <a:xfrm>
            <a:off x="11525219" y="6583144"/>
            <a:ext cx="303300" cy="20001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a:buSzPts val="700"/>
            </a:pPr>
            <a:fld id="{00000000-1234-1234-1234-123412341234}" type="slidenum">
              <a:rPr lang="en-US" sz="700" noProof="0" smtClean="0">
                <a:solidFill>
                  <a:schemeClr val="tx2">
                    <a:lumMod val="75000"/>
                  </a:schemeClr>
                </a:solidFill>
                <a:latin typeface="IBM Plex Sans" panose="020B0503050203000203" pitchFamily="34" charset="0"/>
              </a:rPr>
              <a:pPr algn="r">
                <a:buSzPts val="700"/>
              </a:pPr>
              <a:t>78</a:t>
            </a:fld>
            <a:endParaRPr lang="en-US" sz="700" noProof="0">
              <a:solidFill>
                <a:schemeClr val="tx2">
                  <a:lumMod val="75000"/>
                </a:schemeClr>
              </a:solidFill>
              <a:latin typeface="IBM Plex Sans" panose="020B0503050203000203" pitchFamily="34" charset="0"/>
            </a:endParaRPr>
          </a:p>
        </p:txBody>
      </p:sp>
      <p:sp>
        <p:nvSpPr>
          <p:cNvPr id="15" name="Google Shape;2799;g3b23322d595_2_1804">
            <a:extLst>
              <a:ext uri="{FF2B5EF4-FFF2-40B4-BE49-F238E27FC236}">
                <a16:creationId xmlns:a16="http://schemas.microsoft.com/office/drawing/2014/main" id="{3256F8E4-F13C-9BF0-33F2-716C3B01E31A}"/>
              </a:ext>
            </a:extLst>
          </p:cNvPr>
          <p:cNvSpPr txBox="1"/>
          <p:nvPr/>
        </p:nvSpPr>
        <p:spPr>
          <a:xfrm>
            <a:off x="9588611" y="3423890"/>
            <a:ext cx="2188626" cy="864718"/>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2000" b="1" i="0" u="none" strike="noStrike" cap="none" noProof="0">
                <a:solidFill>
                  <a:srgbClr val="7030A0"/>
                </a:solidFill>
                <a:latin typeface="IBM Plex Sans" panose="020B0503050203000203" pitchFamily="34" charset="0"/>
                <a:ea typeface="IBM Plex Sans"/>
                <a:cs typeface="IBM Plex Sans"/>
                <a:sym typeface="IBM Plex Sans"/>
              </a:rPr>
              <a:t>-8% to </a:t>
            </a:r>
            <a:r>
              <a:rPr lang="en-US" sz="2000" b="1" noProof="0">
                <a:solidFill>
                  <a:srgbClr val="7030A0"/>
                </a:solidFill>
                <a:latin typeface="IBM Plex Sans" panose="020B0503050203000203" pitchFamily="34" charset="0"/>
                <a:ea typeface="IBM Plex Sans"/>
                <a:cs typeface="IBM Plex Sans"/>
                <a:sym typeface="IBM Plex Sans"/>
              </a:rPr>
              <a:t>-</a:t>
            </a:r>
            <a:r>
              <a:rPr lang="en-US" sz="2000" b="1" i="0" u="none" strike="noStrike" cap="none" noProof="0">
                <a:solidFill>
                  <a:srgbClr val="7030A0"/>
                </a:solidFill>
                <a:latin typeface="IBM Plex Sans" panose="020B0503050203000203" pitchFamily="34" charset="0"/>
                <a:ea typeface="IBM Plex Sans"/>
                <a:cs typeface="IBM Plex Sans"/>
                <a:sym typeface="IBM Plex Sans"/>
              </a:rPr>
              <a:t>12%</a:t>
            </a:r>
            <a:endParaRPr lang="en-US" sz="2000" b="0" i="0" u="none" strike="noStrike" cap="none" noProof="0">
              <a:solidFill>
                <a:srgbClr val="000000"/>
              </a:solidFill>
              <a:latin typeface="IBM Plex Sans" panose="020B0503050203000203" pitchFamily="34" charset="0"/>
              <a:ea typeface="IBM Plex Sans"/>
              <a:cs typeface="IBM Plex Sans"/>
              <a:sym typeface="IBM Plex Sans"/>
            </a:endParaRPr>
          </a:p>
          <a:p>
            <a:pPr lvl="0" algn="ctr">
              <a:buSzPts val="1400"/>
            </a:pPr>
            <a:r>
              <a:rPr lang="en-US" sz="1100" noProof="0">
                <a:latin typeface="IBM Plex Sans" panose="020B0503050203000203" pitchFamily="34" charset="0"/>
                <a:ea typeface="IBM Plex Sans"/>
                <a:cs typeface="IBM Plex Sans"/>
                <a:sym typeface="IBM Plex Sans"/>
              </a:rPr>
              <a:t>Paid Search CTR</a:t>
            </a:r>
            <a:endParaRPr lang="en-US" noProof="0">
              <a:solidFill>
                <a:schemeClr val="dk1"/>
              </a:solidFill>
              <a:latin typeface="IBM Plex Sans" panose="020B0503050203000203" pitchFamily="34" charset="0"/>
              <a:ea typeface="IBM Plex Sans"/>
              <a:cs typeface="IBM Plex Sans"/>
              <a:sym typeface="IBM Plex Sans"/>
            </a:endParaRPr>
          </a:p>
          <a:p>
            <a:pPr lvl="0" algn="ctr">
              <a:buSzPts val="1400"/>
            </a:pPr>
            <a:r>
              <a:rPr lang="en-US" sz="1100" noProof="0">
                <a:latin typeface="IBM Plex Sans"/>
                <a:ea typeface="IBM Plex Sans"/>
                <a:cs typeface="IBM Plex Sans"/>
                <a:sym typeface="IBM Plex Sans"/>
              </a:rPr>
              <a:t> decline</a:t>
            </a:r>
            <a:r>
              <a:rPr lang="en-US" sz="1100" b="1" noProof="0">
                <a:latin typeface="IBM Plex Sans"/>
                <a:ea typeface="IBM Plex Sans"/>
                <a:cs typeface="IBM Plex Sans"/>
                <a:sym typeface="IBM Plex Sans"/>
              </a:rPr>
              <a:t> </a:t>
            </a:r>
            <a:r>
              <a:rPr lang="en-US" sz="1100" noProof="0">
                <a:latin typeface="IBM Plex Sans"/>
                <a:ea typeface="IBM Plex Sans"/>
                <a:cs typeface="IBM Plex Sans"/>
                <a:sym typeface="IBM Plex Sans"/>
              </a:rPr>
              <a:t>when AI Overviews appear in results</a:t>
            </a:r>
            <a:r>
              <a:rPr lang="en-US" sz="1100" baseline="30000" noProof="0">
                <a:latin typeface="IBM Plex Sans"/>
                <a:ea typeface="IBM Plex Sans"/>
                <a:cs typeface="IBM Plex Sans"/>
                <a:sym typeface="IBM Plex Sans"/>
              </a:rPr>
              <a:t>6</a:t>
            </a:r>
            <a:endParaRPr lang="en-US" sz="1100" baseline="30000" noProof="0">
              <a:latin typeface="IBM Plex Sans" panose="020B0503050203000203" pitchFamily="34" charset="0"/>
            </a:endParaRPr>
          </a:p>
        </p:txBody>
      </p:sp>
      <p:sp>
        <p:nvSpPr>
          <p:cNvPr id="14" name="Google Shape;2820;g3b23322d595_2_1840">
            <a:hlinkClick r:id="rId8"/>
            <a:extLst>
              <a:ext uri="{FF2B5EF4-FFF2-40B4-BE49-F238E27FC236}">
                <a16:creationId xmlns:a16="http://schemas.microsoft.com/office/drawing/2014/main" id="{82A16614-8BF1-D7E3-6C44-AD97D3031D4F}"/>
              </a:ext>
            </a:extLst>
          </p:cNvPr>
          <p:cNvSpPr txBox="1"/>
          <p:nvPr/>
        </p:nvSpPr>
        <p:spPr>
          <a:xfrm>
            <a:off x="395654" y="6350727"/>
            <a:ext cx="8652600" cy="107722"/>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i="0" u="none" strike="noStrike" cap="none" noProof="0">
                <a:solidFill>
                  <a:srgbClr val="7F7F7F"/>
                </a:solidFill>
                <a:latin typeface="IBM Plex Sans"/>
                <a:ea typeface="Calibri"/>
                <a:cs typeface="Calibri"/>
                <a:sym typeface="Calibri"/>
              </a:rPr>
              <a:t>Sources: (1) </a:t>
            </a:r>
            <a:r>
              <a:rPr lang="en-US" sz="700" i="0" u="sng" strike="noStrike" cap="none" noProof="0">
                <a:solidFill>
                  <a:srgbClr val="7F7F7F"/>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Google Ads Help</a:t>
            </a:r>
            <a:r>
              <a:rPr lang="en-US" sz="700" i="0" u="none" strike="noStrike" cap="none" noProof="0">
                <a:solidFill>
                  <a:srgbClr val="7F7F7F"/>
                </a:solidFill>
                <a:latin typeface="IBM Plex Sans"/>
                <a:ea typeface="Calibri"/>
                <a:cs typeface="Calibri"/>
                <a:sym typeface="Calibri"/>
              </a:rPr>
              <a:t> (2) </a:t>
            </a:r>
            <a:r>
              <a:rPr lang="en-US" sz="700" i="0" u="sng" strike="noStrike" cap="none" noProof="0">
                <a:solidFill>
                  <a:srgbClr val="7F7F7F"/>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PPC</a:t>
            </a:r>
            <a:r>
              <a:rPr lang="en-US" sz="700" i="0" u="none" strike="noStrike" cap="none" noProof="0">
                <a:solidFill>
                  <a:srgbClr val="7F7F7F"/>
                </a:solidFill>
                <a:latin typeface="IBM Plex Sans"/>
                <a:ea typeface="Calibri"/>
                <a:cs typeface="Calibri"/>
                <a:sym typeface="Calibri"/>
              </a:rPr>
              <a:t> before that year Gemini was a beta version called BARD and without MAU disclosure, (3) </a:t>
            </a:r>
            <a:r>
              <a:rPr lang="en-US" sz="700" i="0" u="sng" strike="noStrike" cap="none" noProof="0">
                <a:solidFill>
                  <a:srgbClr val="7F7F7F"/>
                </a:solidFill>
                <a:latin typeface="IBM Plex Sans"/>
                <a:ea typeface="Calibri"/>
                <a:cs typeface="Calibri"/>
                <a:sym typeface="Calibri"/>
                <a:hlinkClick r:id="rId11">
                  <a:extLst>
                    <a:ext uri="{A12FA001-AC4F-418D-AE19-62706E023703}">
                      <ahyp:hlinkClr xmlns:ahyp="http://schemas.microsoft.com/office/drawing/2018/hyperlinkcolor" val="tx"/>
                    </a:ext>
                  </a:extLst>
                </a:hlinkClick>
              </a:rPr>
              <a:t>Search Engine Journal </a:t>
            </a:r>
            <a:r>
              <a:rPr lang="en-US" sz="700" i="0" u="none" strike="noStrike" cap="none" noProof="0">
                <a:solidFill>
                  <a:srgbClr val="7F7F7F"/>
                </a:solidFill>
                <a:latin typeface="IBM Plex Sans"/>
                <a:ea typeface="Calibri"/>
                <a:cs typeface="Calibri"/>
                <a:sym typeface="Calibri"/>
              </a:rPr>
              <a:t>(4) </a:t>
            </a:r>
            <a:r>
              <a:rPr lang="en-US" sz="700" i="0" u="sng" strike="noStrike" cap="none" noProof="0">
                <a:solidFill>
                  <a:srgbClr val="7F7F7F"/>
                </a:solidFill>
                <a:latin typeface="IBM Plex Sans"/>
                <a:ea typeface="Calibri"/>
                <a:cs typeface="Calibri"/>
                <a:sym typeface="Calibri"/>
                <a:hlinkClick r:id="rId12">
                  <a:extLst>
                    <a:ext uri="{A12FA001-AC4F-418D-AE19-62706E023703}">
                      <ahyp:hlinkClr xmlns:ahyp="http://schemas.microsoft.com/office/drawing/2018/hyperlinkcolor" val="tx"/>
                    </a:ext>
                  </a:extLst>
                </a:hlinkClick>
              </a:rPr>
              <a:t>The Verge </a:t>
            </a:r>
            <a:r>
              <a:rPr lang="en-US" sz="700" i="0" u="none" strike="noStrike" cap="none" noProof="0">
                <a:solidFill>
                  <a:srgbClr val="7F7F7F"/>
                </a:solidFill>
                <a:latin typeface="IBM Plex Sans"/>
                <a:ea typeface="Calibri"/>
                <a:cs typeface="Calibri"/>
                <a:sym typeface="Calibri"/>
              </a:rPr>
              <a:t>(5) </a:t>
            </a:r>
            <a:r>
              <a:rPr lang="en-US" sz="700" i="0" u="sng" strike="noStrike" cap="none" noProof="0">
                <a:solidFill>
                  <a:srgbClr val="7F7F7F"/>
                </a:solidFill>
                <a:latin typeface="IBM Plex Sans"/>
                <a:ea typeface="Calibri"/>
                <a:cs typeface="Calibri"/>
                <a:sym typeface="Calibri"/>
                <a:hlinkClick r:id="rId13">
                  <a:extLst>
                    <a:ext uri="{A12FA001-AC4F-418D-AE19-62706E023703}">
                      <ahyp:hlinkClr xmlns:ahyp="http://schemas.microsoft.com/office/drawing/2018/hyperlinkcolor" val="tx"/>
                    </a:ext>
                  </a:extLst>
                </a:hlinkClick>
              </a:rPr>
              <a:t>Search Engine Land</a:t>
            </a:r>
            <a:r>
              <a:rPr lang="en-US" sz="700" i="0" u="none" strike="noStrike" cap="none" noProof="0">
                <a:solidFill>
                  <a:srgbClr val="7F7F7F"/>
                </a:solidFill>
                <a:latin typeface="IBM Plex Sans"/>
                <a:ea typeface="Calibri"/>
                <a:cs typeface="Calibri"/>
                <a:sym typeface="Calibri"/>
              </a:rPr>
              <a:t> (6) </a:t>
            </a:r>
            <a:r>
              <a:rPr lang="en-US" sz="700" i="0" u="none" strike="noStrike" cap="none" noProof="0" err="1">
                <a:solidFill>
                  <a:srgbClr val="7F7F7F"/>
                </a:solidFill>
                <a:latin typeface="IBM Plex Sans"/>
                <a:ea typeface="Calibri"/>
                <a:cs typeface="Calibri"/>
                <a:sym typeface="Calibri"/>
                <a:hlinkClick r:id="rId13">
                  <a:extLst>
                    <a:ext uri="{A12FA001-AC4F-418D-AE19-62706E023703}">
                      <ahyp:hlinkClr xmlns:ahyp="http://schemas.microsoft.com/office/drawing/2018/hyperlinkcolor" val="tx"/>
                    </a:ext>
                  </a:extLst>
                </a:hlinkClick>
              </a:rPr>
              <a:t>Adthena</a:t>
            </a:r>
            <a:r>
              <a:rPr lang="en-US" sz="700" i="0" u="sng" strike="noStrike" cap="none" noProof="0">
                <a:solidFill>
                  <a:srgbClr val="7F7F7F"/>
                </a:solidFill>
                <a:latin typeface="IBM Plex Sans"/>
                <a:ea typeface="Calibri"/>
                <a:cs typeface="Calibri"/>
                <a:sym typeface="Calibri"/>
                <a:hlinkClick r:id="rId13">
                  <a:extLst>
                    <a:ext uri="{A12FA001-AC4F-418D-AE19-62706E023703}">
                      <ahyp:hlinkClr xmlns:ahyp="http://schemas.microsoft.com/office/drawing/2018/hyperlinkcolor" val="tx"/>
                    </a:ext>
                  </a:extLst>
                </a:hlinkClick>
              </a:rPr>
              <a:t> </a:t>
            </a:r>
            <a:endParaRPr lang="en-US" sz="700" i="0" u="none" strike="noStrike" cap="none" noProof="0">
              <a:solidFill>
                <a:srgbClr val="7F7F7F"/>
              </a:solidFill>
              <a:latin typeface="IBM Plex Sans"/>
              <a:ea typeface="Calibri"/>
              <a:cs typeface="Calibri"/>
              <a:sym typeface="Calibri"/>
              <a:hlinkClick r:id="rId13">
                <a:extLst>
                  <a:ext uri="{A12FA001-AC4F-418D-AE19-62706E023703}">
                    <ahyp:hlinkClr xmlns:ahyp="http://schemas.microsoft.com/office/drawing/2018/hyperlinkcolor" val="tx"/>
                  </a:ext>
                </a:extLst>
              </a:hlinkClick>
            </a:endParaRPr>
          </a:p>
        </p:txBody>
      </p:sp>
      <p:sp>
        <p:nvSpPr>
          <p:cNvPr id="11" name="CaixaDeTexto 10">
            <a:extLst>
              <a:ext uri="{FF2B5EF4-FFF2-40B4-BE49-F238E27FC236}">
                <a16:creationId xmlns:a16="http://schemas.microsoft.com/office/drawing/2014/main" id="{29EFB720-0864-EEB6-90B1-10E353286EB1}"/>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Google AI strategy</a:t>
            </a:r>
          </a:p>
        </p:txBody>
      </p:sp>
    </p:spTree>
    <p:extLst>
      <p:ext uri="{BB962C8B-B14F-4D97-AF65-F5344CB8AC3E}">
        <p14:creationId xmlns:p14="http://schemas.microsoft.com/office/powerpoint/2010/main" val="2200422082"/>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2780">
          <a:extLst>
            <a:ext uri="{FF2B5EF4-FFF2-40B4-BE49-F238E27FC236}">
              <a16:creationId xmlns:a16="http://schemas.microsoft.com/office/drawing/2014/main" id="{4518B589-4185-F9D8-5ABC-48FB36E3A560}"/>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C96868FF-A1C4-07B1-B02E-4D146AAFA65E}"/>
              </a:ext>
            </a:extLst>
          </p:cNvPr>
          <p:cNvSpPr/>
          <p:nvPr/>
        </p:nvSpPr>
        <p:spPr>
          <a:xfrm>
            <a:off x="708145" y="4353976"/>
            <a:ext cx="4149365" cy="954107"/>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2781" name="Google Shape;2781;g3b23322d595_2_1804">
            <a:extLst>
              <a:ext uri="{FF2B5EF4-FFF2-40B4-BE49-F238E27FC236}">
                <a16:creationId xmlns:a16="http://schemas.microsoft.com/office/drawing/2014/main" id="{00D994EE-DB4E-579D-D5FA-CDF4BC4A8E1F}"/>
              </a:ext>
            </a:extLst>
          </p:cNvPr>
          <p:cNvSpPr txBox="1"/>
          <p:nvPr/>
        </p:nvSpPr>
        <p:spPr>
          <a:xfrm>
            <a:off x="472052" y="495301"/>
            <a:ext cx="11203991" cy="775597"/>
          </a:xfrm>
          <a:prstGeom prst="rect">
            <a:avLst/>
          </a:prstGeom>
          <a:noFill/>
          <a:ln>
            <a:noFill/>
          </a:ln>
        </p:spPr>
        <p:txBody>
          <a:bodyPr spcFirstLastPara="1" wrap="square" lIns="0" tIns="0" rIns="0" bIns="0" anchor="t" anchorCtr="0">
            <a:spAutoFit/>
          </a:bodyPr>
          <a:lstStyle/>
          <a:p>
            <a:pPr marL="0" marR="0" lvl="0" indent="0" algn="l" rtl="0">
              <a:lnSpc>
                <a:spcPct val="90000"/>
              </a:lnSpc>
              <a:spcBef>
                <a:spcPts val="0"/>
              </a:spcBef>
              <a:spcAft>
                <a:spcPts val="0"/>
              </a:spcAft>
              <a:buClr>
                <a:srgbClr val="1E4E79"/>
              </a:buClr>
              <a:buSzPts val="1800"/>
              <a:buFont typeface="Arial"/>
              <a:buNone/>
            </a:pPr>
            <a:r>
              <a:rPr lang="en-US" sz="2800" b="0" i="0" u="none" strike="noStrike" cap="none" noProof="0">
                <a:solidFill>
                  <a:schemeClr val="dk1"/>
                </a:solidFill>
                <a:latin typeface="IBM Plex Sans"/>
                <a:ea typeface="IBM Plex Sans"/>
                <a:cs typeface="IBM Plex Sans"/>
                <a:sym typeface="IBM Plex Sans"/>
              </a:rPr>
              <a:t>Increased AI features are leading to increased searches and reduced clicks</a:t>
            </a:r>
            <a:endParaRPr lang="en-US" sz="1400" b="0" i="0" u="none" strike="noStrike" cap="none" noProof="0">
              <a:solidFill>
                <a:schemeClr val="dk1"/>
              </a:solidFill>
              <a:latin typeface="IBM Plex Sans"/>
              <a:ea typeface="IBM Plex Sans"/>
              <a:cs typeface="IBM Plex Sans"/>
              <a:sym typeface="IBM Plex Sans"/>
            </a:endParaRPr>
          </a:p>
        </p:txBody>
      </p:sp>
      <p:sp>
        <p:nvSpPr>
          <p:cNvPr id="2782" name="Google Shape;2782;g3b23322d595_2_1804">
            <a:extLst>
              <a:ext uri="{FF2B5EF4-FFF2-40B4-BE49-F238E27FC236}">
                <a16:creationId xmlns:a16="http://schemas.microsoft.com/office/drawing/2014/main" id="{05CFCE43-7C02-8FDE-0552-881C7CDAE1F3}"/>
              </a:ext>
            </a:extLst>
          </p:cNvPr>
          <p:cNvSpPr txBox="1"/>
          <p:nvPr/>
        </p:nvSpPr>
        <p:spPr>
          <a:xfrm>
            <a:off x="472052" y="5736325"/>
            <a:ext cx="11197340" cy="504000"/>
          </a:xfrm>
          <a:prstGeom prst="rect">
            <a:avLst/>
          </a:prstGeom>
          <a:solidFill>
            <a:srgbClr val="00B050">
              <a:alpha val="48235"/>
            </a:srgbClr>
          </a:solidFill>
          <a:ln>
            <a:noFill/>
          </a:ln>
        </p:spPr>
        <p:txBody>
          <a:bodyPr spcFirstLastPara="1" wrap="square" lIns="91425" tIns="45700" rIns="91425" bIns="45700" anchor="ctr" anchorCtr="0">
            <a:noAutofit/>
          </a:bodyPr>
          <a:lstStyle/>
          <a:p>
            <a:pPr algn="ctr">
              <a:buClr>
                <a:schemeClr val="dk1"/>
              </a:buClr>
              <a:buSzPts val="1600"/>
            </a:pPr>
            <a:r>
              <a:rPr lang="en-US" b="1" noProof="0">
                <a:solidFill>
                  <a:schemeClr val="dk1"/>
                </a:solidFill>
                <a:latin typeface="IBM Plex Sans"/>
                <a:ea typeface="IBM Plex Sans"/>
                <a:cs typeface="IBM Plex Sans"/>
                <a:sym typeface="IBM Plex Sans"/>
              </a:rPr>
              <a:t>AI Overviews reduce clicks while expanding search overall, as sessions become shorter but more frequent – creating more total searches</a:t>
            </a:r>
            <a:endParaRPr lang="en-US" b="1" noProof="0">
              <a:solidFill>
                <a:schemeClr val="dk1"/>
              </a:solidFill>
              <a:latin typeface="IBM Plex Sans"/>
              <a:ea typeface="IBM Plex Sans"/>
              <a:cs typeface="IBM Plex Sans"/>
            </a:endParaRPr>
          </a:p>
        </p:txBody>
      </p:sp>
      <p:sp>
        <p:nvSpPr>
          <p:cNvPr id="2795" name="Google Shape;2795;g3b23322d595_2_1804">
            <a:extLst>
              <a:ext uri="{FF2B5EF4-FFF2-40B4-BE49-F238E27FC236}">
                <a16:creationId xmlns:a16="http://schemas.microsoft.com/office/drawing/2014/main" id="{2B856C40-1793-E3BD-2B5C-12DE6EC2B731}"/>
              </a:ext>
            </a:extLst>
          </p:cNvPr>
          <p:cNvSpPr txBox="1"/>
          <p:nvPr/>
        </p:nvSpPr>
        <p:spPr>
          <a:xfrm>
            <a:off x="3020117" y="3518508"/>
            <a:ext cx="1732830" cy="268329"/>
          </a:xfrm>
          <a:prstGeom prst="rect">
            <a:avLst/>
          </a:prstGeom>
          <a:noFill/>
          <a:ln>
            <a:noFill/>
          </a:ln>
        </p:spPr>
        <p:txBody>
          <a:bodyPr spcFirstLastPara="1" wrap="square" lIns="91425" tIns="91425" rIns="91425" bIns="91425" anchor="t" anchorCtr="0">
            <a:noAutofit/>
          </a:bodyPr>
          <a:lstStyle/>
          <a:p>
            <a:pPr lvl="0" algn="ctr">
              <a:buSzPts val="1400"/>
            </a:pPr>
            <a:r>
              <a:rPr lang="en-US" sz="1050" b="0" i="0" u="none" strike="noStrike" cap="none" noProof="0">
                <a:solidFill>
                  <a:srgbClr val="000000"/>
                </a:solidFill>
                <a:latin typeface="IBM Plex Sans"/>
                <a:ea typeface="IBM Plex Sans"/>
                <a:cs typeface="IBM Plex Sans"/>
                <a:sym typeface="IBM Plex Sans"/>
              </a:rPr>
              <a:t>SERP without AI</a:t>
            </a:r>
            <a:r>
              <a:rPr lang="en-US" sz="1050" baseline="30000" noProof="0">
                <a:latin typeface="IBM Plex Sans"/>
                <a:ea typeface="IBM Plex Sans"/>
                <a:cs typeface="IBM Plex Sans"/>
                <a:sym typeface="IBM Plex Sans"/>
              </a:rPr>
              <a:t>4</a:t>
            </a:r>
            <a:endParaRPr lang="en-US" sz="1050" b="0" i="0" u="none" strike="noStrike" cap="none" noProof="0">
              <a:solidFill>
                <a:srgbClr val="000000"/>
              </a:solidFill>
              <a:latin typeface="IBM Plex Sans"/>
              <a:ea typeface="IBM Plex Sans"/>
              <a:cs typeface="IBM Plex Sans"/>
              <a:sym typeface="IBM Plex Sans"/>
            </a:endParaRPr>
          </a:p>
        </p:txBody>
      </p:sp>
      <p:sp>
        <p:nvSpPr>
          <p:cNvPr id="2796" name="Google Shape;2796;g3b23322d595_2_1804">
            <a:extLst>
              <a:ext uri="{FF2B5EF4-FFF2-40B4-BE49-F238E27FC236}">
                <a16:creationId xmlns:a16="http://schemas.microsoft.com/office/drawing/2014/main" id="{2749948A-DBB0-DC05-9E1E-1E63FE619CCD}"/>
              </a:ext>
            </a:extLst>
          </p:cNvPr>
          <p:cNvSpPr txBox="1"/>
          <p:nvPr/>
        </p:nvSpPr>
        <p:spPr>
          <a:xfrm>
            <a:off x="4153771" y="3529055"/>
            <a:ext cx="1732830" cy="268329"/>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050" b="0" i="0" u="none" strike="noStrike" cap="none" noProof="0">
                <a:solidFill>
                  <a:srgbClr val="000000"/>
                </a:solidFill>
                <a:latin typeface="IBM Plex Sans"/>
                <a:ea typeface="IBM Plex Sans"/>
                <a:cs typeface="IBM Plex Sans"/>
                <a:sym typeface="IBM Plex Sans"/>
              </a:rPr>
              <a:t>SERP with AI</a:t>
            </a:r>
            <a:r>
              <a:rPr lang="en-US" sz="1050" b="0" i="0" u="none" strike="noStrike" cap="none" baseline="30000" noProof="0">
                <a:solidFill>
                  <a:srgbClr val="000000"/>
                </a:solidFill>
                <a:latin typeface="IBM Plex Sans"/>
                <a:ea typeface="IBM Plex Sans"/>
                <a:cs typeface="IBM Plex Sans"/>
                <a:sym typeface="IBM Plex Sans"/>
              </a:rPr>
              <a:t>4</a:t>
            </a:r>
          </a:p>
        </p:txBody>
      </p:sp>
      <p:sp>
        <p:nvSpPr>
          <p:cNvPr id="2797" name="Google Shape;2797;g3b23322d595_2_1804">
            <a:extLst>
              <a:ext uri="{FF2B5EF4-FFF2-40B4-BE49-F238E27FC236}">
                <a16:creationId xmlns:a16="http://schemas.microsoft.com/office/drawing/2014/main" id="{F09922E9-5C82-71F3-B2B1-9C7D29B5F6E1}"/>
              </a:ext>
            </a:extLst>
          </p:cNvPr>
          <p:cNvSpPr/>
          <p:nvPr/>
        </p:nvSpPr>
        <p:spPr>
          <a:xfrm>
            <a:off x="3510833" y="2509500"/>
            <a:ext cx="778976" cy="1042773"/>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800" noProof="0">
                <a:solidFill>
                  <a:schemeClr val="lt1"/>
                </a:solidFill>
                <a:latin typeface="Arial"/>
                <a:ea typeface="Arial"/>
                <a:cs typeface="Arial"/>
                <a:sym typeface="Arial"/>
              </a:rPr>
              <a:t>15%</a:t>
            </a:r>
          </a:p>
        </p:txBody>
      </p:sp>
      <p:sp>
        <p:nvSpPr>
          <p:cNvPr id="2798" name="Google Shape;2798;g3b23322d595_2_1804">
            <a:extLst>
              <a:ext uri="{FF2B5EF4-FFF2-40B4-BE49-F238E27FC236}">
                <a16:creationId xmlns:a16="http://schemas.microsoft.com/office/drawing/2014/main" id="{E5121FFA-4B2C-0E84-F17D-AE23C53A49AD}"/>
              </a:ext>
            </a:extLst>
          </p:cNvPr>
          <p:cNvSpPr/>
          <p:nvPr/>
        </p:nvSpPr>
        <p:spPr>
          <a:xfrm>
            <a:off x="4630698" y="3072827"/>
            <a:ext cx="778976" cy="479446"/>
          </a:xfrm>
          <a:prstGeom prst="rect">
            <a:avLst/>
          </a:prstGeom>
          <a:solidFill>
            <a:srgbClr val="83D9AA"/>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800" noProof="0">
                <a:solidFill>
                  <a:schemeClr val="lt1"/>
                </a:solidFill>
                <a:latin typeface="Arial"/>
                <a:ea typeface="Arial"/>
                <a:cs typeface="Arial"/>
                <a:sym typeface="Arial"/>
              </a:rPr>
              <a:t>8%</a:t>
            </a:r>
          </a:p>
        </p:txBody>
      </p:sp>
      <p:sp>
        <p:nvSpPr>
          <p:cNvPr id="2799" name="Google Shape;2799;g3b23322d595_2_1804">
            <a:extLst>
              <a:ext uri="{FF2B5EF4-FFF2-40B4-BE49-F238E27FC236}">
                <a16:creationId xmlns:a16="http://schemas.microsoft.com/office/drawing/2014/main" id="{C923E849-8DF0-E36A-6517-B42AA6B21D41}"/>
              </a:ext>
            </a:extLst>
          </p:cNvPr>
          <p:cNvSpPr txBox="1"/>
          <p:nvPr/>
        </p:nvSpPr>
        <p:spPr>
          <a:xfrm>
            <a:off x="612824" y="2275366"/>
            <a:ext cx="2743198" cy="864718"/>
          </a:xfrm>
          <a:prstGeom prst="rect">
            <a:avLst/>
          </a:prstGeom>
          <a:noFill/>
          <a:ln>
            <a:noFill/>
          </a:ln>
        </p:spPr>
        <p:txBody>
          <a:bodyPr spcFirstLastPara="1" wrap="square" lIns="91425" tIns="91425" rIns="91425" bIns="91425" anchor="t" anchorCtr="0">
            <a:noAutofit/>
          </a:bodyPr>
          <a:lstStyle/>
          <a:p>
            <a:pPr marL="0" marR="0" lvl="0" indent="0" rtl="0">
              <a:lnSpc>
                <a:spcPct val="100000"/>
              </a:lnSpc>
              <a:spcBef>
                <a:spcPts val="0"/>
              </a:spcBef>
              <a:spcAft>
                <a:spcPts val="0"/>
              </a:spcAft>
              <a:buClr>
                <a:srgbClr val="000000"/>
              </a:buClr>
              <a:buSzPts val="1400"/>
              <a:buFont typeface="Arial"/>
              <a:buNone/>
            </a:pPr>
            <a:r>
              <a:rPr lang="en-US" sz="4000" b="1" noProof="0">
                <a:solidFill>
                  <a:srgbClr val="7030A0"/>
                </a:solidFill>
                <a:latin typeface="IBM Plex Sans"/>
                <a:ea typeface="IBM Plex Sans"/>
                <a:cs typeface="IBM Plex Sans"/>
                <a:sym typeface="IBM Plex Sans"/>
              </a:rPr>
              <a:t>+</a:t>
            </a:r>
            <a:r>
              <a:rPr lang="en-US" sz="4000" b="1" i="0" u="none" strike="noStrike" cap="none" noProof="0">
                <a:solidFill>
                  <a:srgbClr val="7030A0"/>
                </a:solidFill>
                <a:latin typeface="IBM Plex Sans"/>
                <a:ea typeface="IBM Plex Sans"/>
                <a:cs typeface="IBM Plex Sans"/>
                <a:sym typeface="IBM Plex Sans"/>
              </a:rPr>
              <a:t>10% </a:t>
            </a:r>
            <a:endParaRPr lang="en-US" sz="4000" b="0" i="0" u="none" strike="noStrike" cap="none" noProof="0">
              <a:solidFill>
                <a:srgbClr val="000000"/>
              </a:solidFill>
              <a:latin typeface="IBM Plex Sans"/>
              <a:ea typeface="IBM Plex Sans"/>
              <a:cs typeface="IBM Plex Sans"/>
              <a:sym typeface="IBM Plex Sans"/>
            </a:endParaRPr>
          </a:p>
          <a:p>
            <a:pPr>
              <a:buSzPts val="1400"/>
            </a:pPr>
            <a:r>
              <a:rPr lang="en-US" noProof="0">
                <a:latin typeface="IBM Plex Sans"/>
                <a:ea typeface="IBM Plex Sans"/>
                <a:cs typeface="IBM Plex Sans"/>
                <a:sym typeface="IBM Plex Sans"/>
              </a:rPr>
              <a:t>Increase in</a:t>
            </a:r>
            <a:r>
              <a:rPr lang="en-US" sz="1400" b="0" i="0" u="none" strike="noStrike" cap="none" noProof="0">
                <a:solidFill>
                  <a:srgbClr val="000000"/>
                </a:solidFill>
                <a:latin typeface="IBM Plex Sans"/>
                <a:ea typeface="IBM Plex Sans"/>
                <a:cs typeface="IBM Plex Sans"/>
                <a:sym typeface="IBM Plex Sans"/>
              </a:rPr>
              <a:t> query volume for searches that show AI Overviews</a:t>
            </a:r>
            <a:r>
              <a:rPr lang="en-US" sz="1400" b="0" i="0" u="none" strike="noStrike" cap="none" baseline="30000" noProof="0">
                <a:solidFill>
                  <a:srgbClr val="000000"/>
                </a:solidFill>
                <a:latin typeface="IBM Plex Sans"/>
                <a:ea typeface="IBM Plex Sans"/>
                <a:cs typeface="IBM Plex Sans"/>
                <a:sym typeface="IBM Plex Sans"/>
              </a:rPr>
              <a:t>3,5</a:t>
            </a:r>
            <a:endParaRPr lang="en-US" baseline="30000" noProof="0"/>
          </a:p>
        </p:txBody>
      </p:sp>
      <p:grpSp>
        <p:nvGrpSpPr>
          <p:cNvPr id="21" name="Group 20">
            <a:extLst>
              <a:ext uri="{FF2B5EF4-FFF2-40B4-BE49-F238E27FC236}">
                <a16:creationId xmlns:a16="http://schemas.microsoft.com/office/drawing/2014/main" id="{48BEF2BF-5769-7A64-B868-B5DB1A41757A}"/>
              </a:ext>
            </a:extLst>
          </p:cNvPr>
          <p:cNvGrpSpPr/>
          <p:nvPr/>
        </p:nvGrpSpPr>
        <p:grpSpPr>
          <a:xfrm>
            <a:off x="6548936" y="2978056"/>
            <a:ext cx="5104648" cy="1624698"/>
            <a:chOff x="6293704" y="2978056"/>
            <a:chExt cx="5615113" cy="1624698"/>
          </a:xfrm>
        </p:grpSpPr>
        <p:sp>
          <p:nvSpPr>
            <p:cNvPr id="2803" name="Google Shape;2803;g3b23322d595_2_1804">
              <a:extLst>
                <a:ext uri="{FF2B5EF4-FFF2-40B4-BE49-F238E27FC236}">
                  <a16:creationId xmlns:a16="http://schemas.microsoft.com/office/drawing/2014/main" id="{A1FF56CD-F92F-E73F-9D4B-E4BD59AE1A79}"/>
                </a:ext>
              </a:extLst>
            </p:cNvPr>
            <p:cNvSpPr/>
            <p:nvPr/>
          </p:nvSpPr>
          <p:spPr>
            <a:xfrm>
              <a:off x="8503794" y="3902056"/>
              <a:ext cx="895350" cy="700698"/>
            </a:xfrm>
            <a:prstGeom prst="triangle">
              <a:avLst>
                <a:gd name="adj" fmla="val 50000"/>
              </a:avLst>
            </a:prstGeom>
            <a:solidFill>
              <a:srgbClr val="7F7F7F"/>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noProof="0">
                <a:solidFill>
                  <a:schemeClr val="lt1"/>
                </a:solidFill>
                <a:latin typeface="Arial"/>
                <a:ea typeface="Arial"/>
                <a:cs typeface="Arial"/>
                <a:sym typeface="Arial"/>
              </a:endParaRPr>
            </a:p>
          </p:txBody>
        </p:sp>
        <p:cxnSp>
          <p:nvCxnSpPr>
            <p:cNvPr id="2804" name="Google Shape;2804;g3b23322d595_2_1804">
              <a:extLst>
                <a:ext uri="{FF2B5EF4-FFF2-40B4-BE49-F238E27FC236}">
                  <a16:creationId xmlns:a16="http://schemas.microsoft.com/office/drawing/2014/main" id="{483CCF11-B8B9-3EF5-5179-0E32438CC148}"/>
                </a:ext>
              </a:extLst>
            </p:cNvPr>
            <p:cNvCxnSpPr/>
            <p:nvPr/>
          </p:nvCxnSpPr>
          <p:spPr>
            <a:xfrm rot="10800000" flipH="1">
              <a:off x="6508525" y="3107005"/>
              <a:ext cx="5160867" cy="1423588"/>
            </a:xfrm>
            <a:prstGeom prst="straightConnector1">
              <a:avLst/>
            </a:prstGeom>
            <a:noFill/>
            <a:ln w="57150" cap="flat" cmpd="sng">
              <a:solidFill>
                <a:schemeClr val="dk1"/>
              </a:solidFill>
              <a:prstDash val="solid"/>
              <a:round/>
              <a:headEnd type="none" w="sm" len="sm"/>
              <a:tailEnd type="none" w="sm" len="sm"/>
            </a:ln>
          </p:spPr>
        </p:cxnSp>
        <p:sp>
          <p:nvSpPr>
            <p:cNvPr id="2805" name="Google Shape;2805;g3b23322d595_2_1804">
              <a:extLst>
                <a:ext uri="{FF2B5EF4-FFF2-40B4-BE49-F238E27FC236}">
                  <a16:creationId xmlns:a16="http://schemas.microsoft.com/office/drawing/2014/main" id="{3F777875-8DA6-11CC-CC3D-DD826D408EB8}"/>
                </a:ext>
              </a:extLst>
            </p:cNvPr>
            <p:cNvSpPr txBox="1"/>
            <p:nvPr/>
          </p:nvSpPr>
          <p:spPr>
            <a:xfrm rot="-917588">
              <a:off x="6293704" y="3967082"/>
              <a:ext cx="2377440" cy="282600"/>
            </a:xfrm>
            <a:prstGeom prst="rect">
              <a:avLst/>
            </a:prstGeom>
            <a:noFill/>
            <a:ln>
              <a:noFill/>
            </a:ln>
          </p:spPr>
          <p:txBody>
            <a:bodyPr spcFirstLastPara="1" wrap="square" lIns="0" tIns="0" rIns="0" bIns="0" anchor="b"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2400" b="1" i="0" u="none" strike="noStrike" cap="none" noProof="0">
                  <a:solidFill>
                    <a:schemeClr val="dk1"/>
                  </a:solidFill>
                  <a:latin typeface="IBM Plex Sans"/>
                  <a:ea typeface="IBM Plex Sans"/>
                  <a:cs typeface="IBM Plex Sans"/>
                  <a:sym typeface="IBM Plex Sans"/>
                </a:rPr>
                <a:t>IMPRESSIONS</a:t>
              </a:r>
              <a:endParaRPr lang="en-US" sz="2000" b="0" i="0" u="none" strike="noStrike" cap="none" noProof="0">
                <a:solidFill>
                  <a:schemeClr val="dk1"/>
                </a:solidFill>
                <a:latin typeface="IBM Plex Sans"/>
                <a:ea typeface="IBM Plex Sans"/>
                <a:cs typeface="IBM Plex Sans"/>
                <a:sym typeface="IBM Plex Sans"/>
              </a:endParaRPr>
            </a:p>
          </p:txBody>
        </p:sp>
        <p:sp>
          <p:nvSpPr>
            <p:cNvPr id="2806" name="Google Shape;2806;g3b23322d595_2_1804">
              <a:extLst>
                <a:ext uri="{FF2B5EF4-FFF2-40B4-BE49-F238E27FC236}">
                  <a16:creationId xmlns:a16="http://schemas.microsoft.com/office/drawing/2014/main" id="{BBE8FF36-D5E9-6FF0-14EE-5CE9A26BFD61}"/>
                </a:ext>
              </a:extLst>
            </p:cNvPr>
            <p:cNvSpPr txBox="1"/>
            <p:nvPr/>
          </p:nvSpPr>
          <p:spPr>
            <a:xfrm rot="-917588">
              <a:off x="10262897" y="2978056"/>
              <a:ext cx="1645920" cy="282600"/>
            </a:xfrm>
            <a:prstGeom prst="rect">
              <a:avLst/>
            </a:prstGeom>
            <a:noFill/>
            <a:ln>
              <a:noFill/>
            </a:ln>
          </p:spPr>
          <p:txBody>
            <a:bodyPr spcFirstLastPara="1" wrap="square" lIns="0" tIns="0" rIns="0" bIns="0" anchor="b"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2400" b="1" i="0" u="none" strike="noStrike" cap="none" noProof="0">
                  <a:solidFill>
                    <a:schemeClr val="dk1"/>
                  </a:solidFill>
                  <a:latin typeface="IBM Plex Sans"/>
                  <a:ea typeface="IBM Plex Sans"/>
                  <a:cs typeface="IBM Plex Sans"/>
                  <a:sym typeface="IBM Plex Sans"/>
                </a:rPr>
                <a:t>CLICKS</a:t>
              </a:r>
              <a:endParaRPr lang="en-US" sz="2000" b="0" i="0" u="none" strike="noStrike" cap="none" noProof="0">
                <a:solidFill>
                  <a:schemeClr val="dk1"/>
                </a:solidFill>
                <a:latin typeface="IBM Plex Sans"/>
                <a:ea typeface="IBM Plex Sans"/>
                <a:cs typeface="IBM Plex Sans"/>
                <a:sym typeface="IBM Plex Sans"/>
              </a:endParaRPr>
            </a:p>
          </p:txBody>
        </p:sp>
      </p:grpSp>
      <p:sp>
        <p:nvSpPr>
          <p:cNvPr id="2807" name="Google Shape;2807;g3b23322d595_2_1804">
            <a:extLst>
              <a:ext uri="{FF2B5EF4-FFF2-40B4-BE49-F238E27FC236}">
                <a16:creationId xmlns:a16="http://schemas.microsoft.com/office/drawing/2014/main" id="{BD7A62C2-63CC-83C8-E94E-091B67E5BAE9}"/>
              </a:ext>
            </a:extLst>
          </p:cNvPr>
          <p:cNvSpPr txBox="1"/>
          <p:nvPr/>
        </p:nvSpPr>
        <p:spPr>
          <a:xfrm>
            <a:off x="9562338" y="3984482"/>
            <a:ext cx="2077094" cy="725302"/>
          </a:xfrm>
          <a:prstGeom prst="rect">
            <a:avLst/>
          </a:prstGeom>
          <a:noFill/>
          <a:ln>
            <a:noFill/>
          </a:ln>
        </p:spPr>
        <p:txBody>
          <a:bodyPr spcFirstLastPara="1" wrap="square" lIns="91425" tIns="91425" rIns="91425" bIns="91425" anchor="t" anchorCtr="0">
            <a:noAutofit/>
          </a:bodyPr>
          <a:lstStyle/>
          <a:p>
            <a:pPr algn="r">
              <a:buSzPts val="1400"/>
            </a:pPr>
            <a:r>
              <a:rPr lang="en-US" sz="1200" b="0" i="0" u="none" strike="noStrike" cap="none" noProof="0">
                <a:solidFill>
                  <a:srgbClr val="000000"/>
                </a:solidFill>
                <a:latin typeface="IBM Plex Sans"/>
                <a:ea typeface="IBM Plex Sans"/>
                <a:cs typeface="IBM Plex Sans"/>
                <a:sym typeface="IBM Plex Sans"/>
              </a:rPr>
              <a:t>Organic click-through rates have </a:t>
            </a:r>
            <a:r>
              <a:rPr lang="en-US" sz="1200" noProof="0">
                <a:latin typeface="IBM Plex Sans"/>
                <a:ea typeface="IBM Plex Sans"/>
                <a:cs typeface="IBM Plex Sans"/>
                <a:sym typeface="IBM Plex Sans"/>
              </a:rPr>
              <a:t>declined</a:t>
            </a:r>
            <a:r>
              <a:rPr lang="en-US" sz="1200" b="0" i="0" u="none" strike="noStrike" cap="none" noProof="0">
                <a:solidFill>
                  <a:srgbClr val="000000"/>
                </a:solidFill>
                <a:latin typeface="IBM Plex Sans"/>
                <a:ea typeface="IBM Plex Sans"/>
                <a:cs typeface="IBM Plex Sans"/>
                <a:sym typeface="IBM Plex Sans"/>
              </a:rPr>
              <a:t> </a:t>
            </a:r>
            <a:r>
              <a:rPr lang="en-US" sz="1200" noProof="0">
                <a:latin typeface="IBM Plex Sans"/>
                <a:ea typeface="IBM Plex Sans"/>
                <a:cs typeface="IBM Plex Sans"/>
                <a:sym typeface="IBM Plex Sans"/>
              </a:rPr>
              <a:t>sharply </a:t>
            </a:r>
            <a:r>
              <a:rPr lang="en-US" sz="1200" b="0" i="0" u="none" strike="noStrike" cap="none" noProof="0">
                <a:solidFill>
                  <a:srgbClr val="000000"/>
                </a:solidFill>
                <a:latin typeface="IBM Plex Sans"/>
                <a:ea typeface="IBM Plex Sans"/>
                <a:cs typeface="IBM Plex Sans"/>
                <a:sym typeface="IBM Plex Sans"/>
              </a:rPr>
              <a:t>in the same period*</a:t>
            </a:r>
            <a:r>
              <a:rPr lang="en-US" sz="1200" b="0" i="0" u="none" strike="noStrike" cap="none" baseline="30000" noProof="0">
                <a:solidFill>
                  <a:srgbClr val="000000"/>
                </a:solidFill>
                <a:latin typeface="IBM Plex Sans"/>
                <a:ea typeface="IBM Plex Sans"/>
                <a:cs typeface="IBM Plex Sans"/>
                <a:sym typeface="IBM Plex Sans"/>
              </a:rPr>
              <a:t>1,2</a:t>
            </a:r>
          </a:p>
        </p:txBody>
      </p:sp>
      <p:sp>
        <p:nvSpPr>
          <p:cNvPr id="2808" name="Google Shape;2808;g3b23322d595_2_1804">
            <a:extLst>
              <a:ext uri="{FF2B5EF4-FFF2-40B4-BE49-F238E27FC236}">
                <a16:creationId xmlns:a16="http://schemas.microsoft.com/office/drawing/2014/main" id="{92C803BC-90AE-25DA-EF1B-4F558890D23F}"/>
              </a:ext>
            </a:extLst>
          </p:cNvPr>
          <p:cNvSpPr txBox="1"/>
          <p:nvPr/>
        </p:nvSpPr>
        <p:spPr>
          <a:xfrm>
            <a:off x="10147156" y="3841403"/>
            <a:ext cx="1645920" cy="282600"/>
          </a:xfrm>
          <a:prstGeom prst="rect">
            <a:avLst/>
          </a:prstGeom>
          <a:noFill/>
          <a:ln>
            <a:noFill/>
          </a:ln>
        </p:spPr>
        <p:txBody>
          <a:bodyPr spcFirstLastPara="1" wrap="square" lIns="0" tIns="0" rIns="0" bIns="0" anchor="b"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4400" b="1" i="0" u="none" strike="noStrike" cap="none" noProof="0">
                <a:solidFill>
                  <a:srgbClr val="7030A0"/>
                </a:solidFill>
                <a:latin typeface="Calibri"/>
                <a:ea typeface="Calibri"/>
                <a:cs typeface="Calibri"/>
                <a:sym typeface="Calibri"/>
              </a:rPr>
              <a:t>-30%</a:t>
            </a:r>
            <a:r>
              <a:rPr lang="en-US" sz="4400" b="1" i="0" u="none" strike="noStrike" cap="none" baseline="30000" noProof="0">
                <a:solidFill>
                  <a:srgbClr val="7030A0"/>
                </a:solidFill>
                <a:latin typeface="Calibri"/>
                <a:ea typeface="Calibri"/>
                <a:cs typeface="Calibri"/>
                <a:sym typeface="Calibri"/>
              </a:rPr>
              <a:t>*</a:t>
            </a:r>
            <a:endParaRPr lang="en-US" sz="4000" b="0" i="0" u="none" strike="noStrike" cap="none" baseline="30000" noProof="0">
              <a:solidFill>
                <a:srgbClr val="7030A0"/>
              </a:solidFill>
              <a:latin typeface="Arial"/>
              <a:ea typeface="Arial"/>
              <a:cs typeface="Arial"/>
              <a:sym typeface="Arial"/>
            </a:endParaRPr>
          </a:p>
        </p:txBody>
      </p:sp>
      <p:grpSp>
        <p:nvGrpSpPr>
          <p:cNvPr id="20" name="Group 19">
            <a:extLst>
              <a:ext uri="{FF2B5EF4-FFF2-40B4-BE49-F238E27FC236}">
                <a16:creationId xmlns:a16="http://schemas.microsoft.com/office/drawing/2014/main" id="{19D30162-4482-8F9E-64A3-AD99DBF1559F}"/>
              </a:ext>
            </a:extLst>
          </p:cNvPr>
          <p:cNvGrpSpPr/>
          <p:nvPr/>
        </p:nvGrpSpPr>
        <p:grpSpPr>
          <a:xfrm>
            <a:off x="6680462" y="2471146"/>
            <a:ext cx="2367792" cy="1036549"/>
            <a:chOff x="6233547" y="2291190"/>
            <a:chExt cx="2367792" cy="1036549"/>
          </a:xfrm>
        </p:grpSpPr>
        <p:sp>
          <p:nvSpPr>
            <p:cNvPr id="2809" name="Google Shape;2809;g3b23322d595_2_1804">
              <a:extLst>
                <a:ext uri="{FF2B5EF4-FFF2-40B4-BE49-F238E27FC236}">
                  <a16:creationId xmlns:a16="http://schemas.microsoft.com/office/drawing/2014/main" id="{82982701-8244-EF91-2A44-C7DE76AD963B}"/>
                </a:ext>
              </a:extLst>
            </p:cNvPr>
            <p:cNvSpPr txBox="1"/>
            <p:nvPr/>
          </p:nvSpPr>
          <p:spPr>
            <a:xfrm>
              <a:off x="6233547" y="2759647"/>
              <a:ext cx="2367792" cy="568092"/>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Total search impressions have skyrocketed since AI Overviews launched</a:t>
              </a:r>
              <a:r>
                <a:rPr lang="en-US" sz="1200" b="0" i="0" u="none" strike="noStrike" cap="none" baseline="30000" noProof="0">
                  <a:solidFill>
                    <a:srgbClr val="000000"/>
                  </a:solidFill>
                  <a:latin typeface="IBM Plex Sans"/>
                  <a:ea typeface="IBM Plex Sans"/>
                  <a:cs typeface="IBM Plex Sans"/>
                  <a:sym typeface="IBM Plex Sans"/>
                </a:rPr>
                <a:t>1</a:t>
              </a:r>
            </a:p>
          </p:txBody>
        </p:sp>
        <p:sp>
          <p:nvSpPr>
            <p:cNvPr id="2810" name="Google Shape;2810;g3b23322d595_2_1804">
              <a:extLst>
                <a:ext uri="{FF2B5EF4-FFF2-40B4-BE49-F238E27FC236}">
                  <a16:creationId xmlns:a16="http://schemas.microsoft.com/office/drawing/2014/main" id="{FD4E60E5-B247-95CF-17BE-1A9BFF6D2A53}"/>
                </a:ext>
              </a:extLst>
            </p:cNvPr>
            <p:cNvSpPr txBox="1"/>
            <p:nvPr/>
          </p:nvSpPr>
          <p:spPr>
            <a:xfrm>
              <a:off x="6233547" y="2291190"/>
              <a:ext cx="1645920" cy="601681"/>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1600"/>
                <a:buFont typeface="Arial"/>
                <a:buNone/>
              </a:pPr>
              <a:r>
                <a:rPr lang="en-US" sz="4000" b="1" i="0" u="none" strike="noStrike" cap="none" noProof="0">
                  <a:solidFill>
                    <a:srgbClr val="83D9AA"/>
                  </a:solidFill>
                  <a:latin typeface="IBM Plex Sans" panose="020B0503050203000203" pitchFamily="34" charset="0"/>
                  <a:ea typeface="Calibri"/>
                  <a:cs typeface="Calibri"/>
                  <a:sym typeface="Calibri"/>
                </a:rPr>
                <a:t>+49%</a:t>
              </a:r>
              <a:endParaRPr lang="en-US" sz="4000" b="0" i="0" u="none" strike="noStrike" cap="none" noProof="0">
                <a:solidFill>
                  <a:srgbClr val="83D9AA"/>
                </a:solidFill>
                <a:latin typeface="IBM Plex Sans" panose="020B0503050203000203" pitchFamily="34" charset="0"/>
                <a:sym typeface="Arial"/>
              </a:endParaRPr>
            </a:p>
          </p:txBody>
        </p:sp>
      </p:grpSp>
      <p:sp>
        <p:nvSpPr>
          <p:cNvPr id="2811" name="Google Shape;2811;g3b23322d595_2_1804">
            <a:extLst>
              <a:ext uri="{FF2B5EF4-FFF2-40B4-BE49-F238E27FC236}">
                <a16:creationId xmlns:a16="http://schemas.microsoft.com/office/drawing/2014/main" id="{4E53E9A4-5D0A-5246-8E7D-1DA6A3F737B4}"/>
              </a:ext>
            </a:extLst>
          </p:cNvPr>
          <p:cNvSpPr txBox="1"/>
          <p:nvPr/>
        </p:nvSpPr>
        <p:spPr>
          <a:xfrm>
            <a:off x="6515097" y="4750458"/>
            <a:ext cx="5204849" cy="921484"/>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300" noProof="0">
                <a:solidFill>
                  <a:schemeClr val="dk1"/>
                </a:solidFill>
                <a:latin typeface="IBM Plex Sans"/>
                <a:ea typeface="IBM Plex Sans"/>
                <a:cs typeface="IBM Plex Sans"/>
                <a:sym typeface="IBM Plex Sans"/>
              </a:rPr>
              <a:t>According to Google, many users get the information they need from Google’s AI results without ever leaving Google’s platform. This accelerates the trend of “zero-click searches,” particularly for informational searches</a:t>
            </a:r>
            <a:endParaRPr lang="en-US" sz="1300" b="0" i="0" u="none" strike="noStrike" cap="none" noProof="0">
              <a:solidFill>
                <a:schemeClr val="dk1"/>
              </a:solidFill>
              <a:latin typeface="IBM Plex Sans"/>
              <a:ea typeface="IBM Plex Sans"/>
              <a:cs typeface="IBM Plex Sans"/>
              <a:sym typeface="IBM Plex Sans"/>
            </a:endParaRPr>
          </a:p>
        </p:txBody>
      </p:sp>
      <p:sp>
        <p:nvSpPr>
          <p:cNvPr id="2812" name="Google Shape;2812;g3b23322d595_2_1804">
            <a:extLst>
              <a:ext uri="{FF2B5EF4-FFF2-40B4-BE49-F238E27FC236}">
                <a16:creationId xmlns:a16="http://schemas.microsoft.com/office/drawing/2014/main" id="{18D39A6B-64BB-13EE-646C-1806BBBC028F}"/>
              </a:ext>
            </a:extLst>
          </p:cNvPr>
          <p:cNvSpPr txBox="1"/>
          <p:nvPr/>
        </p:nvSpPr>
        <p:spPr>
          <a:xfrm>
            <a:off x="472052" y="1421128"/>
            <a:ext cx="5204848"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More searching, less clicking</a:t>
            </a:r>
            <a:endParaRPr lang="en-US" noProof="0"/>
          </a:p>
        </p:txBody>
      </p:sp>
      <p:sp>
        <p:nvSpPr>
          <p:cNvPr id="2813" name="Google Shape;2813;g3b23322d595_2_1804">
            <a:extLst>
              <a:ext uri="{FF2B5EF4-FFF2-40B4-BE49-F238E27FC236}">
                <a16:creationId xmlns:a16="http://schemas.microsoft.com/office/drawing/2014/main" id="{6BB20F4F-8A46-EE1F-CD73-B96585E36B13}"/>
              </a:ext>
            </a:extLst>
          </p:cNvPr>
          <p:cNvSpPr txBox="1"/>
          <p:nvPr/>
        </p:nvSpPr>
        <p:spPr>
          <a:xfrm>
            <a:off x="6515102" y="1421128"/>
            <a:ext cx="5204848"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The impression-click paradox</a:t>
            </a:r>
            <a:r>
              <a:rPr lang="en-US" sz="1400" b="1" i="0" u="none" strike="noStrike" cap="none" baseline="30000" noProof="0">
                <a:solidFill>
                  <a:schemeClr val="lt1"/>
                </a:solidFill>
                <a:latin typeface="IBM Plex Sans"/>
                <a:ea typeface="IBM Plex Sans"/>
                <a:cs typeface="IBM Plex Sans"/>
                <a:sym typeface="IBM Plex Sans"/>
              </a:rPr>
              <a:t>1</a:t>
            </a:r>
            <a:endParaRPr lang="en-US" baseline="30000" noProof="0"/>
          </a:p>
        </p:txBody>
      </p:sp>
      <p:sp>
        <p:nvSpPr>
          <p:cNvPr id="8" name="Google Shape;647;g3b2110f3d24_0_132">
            <a:extLst>
              <a:ext uri="{FF2B5EF4-FFF2-40B4-BE49-F238E27FC236}">
                <a16:creationId xmlns:a16="http://schemas.microsoft.com/office/drawing/2014/main" id="{461BEFDF-6D01-404F-4217-56542E9BC4AE}"/>
              </a:ext>
            </a:extLst>
          </p:cNvPr>
          <p:cNvSpPr txBox="1">
            <a:spLocks/>
          </p:cNvSpPr>
          <p:nvPr/>
        </p:nvSpPr>
        <p:spPr>
          <a:xfrm>
            <a:off x="11525219" y="6583144"/>
            <a:ext cx="303300" cy="20001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a:buSzPts val="700"/>
            </a:pPr>
            <a:fld id="{00000000-1234-1234-1234-123412341234}" type="slidenum">
              <a:rPr lang="en-US" sz="700" noProof="0" smtClean="0">
                <a:solidFill>
                  <a:schemeClr val="tx2">
                    <a:lumMod val="75000"/>
                  </a:schemeClr>
                </a:solidFill>
                <a:latin typeface="IBM Plex Sans" panose="020B0503050203000203" pitchFamily="34" charset="0"/>
              </a:rPr>
              <a:pPr algn="r">
                <a:buSzPts val="700"/>
              </a:pPr>
              <a:t>79</a:t>
            </a:fld>
            <a:endParaRPr lang="en-US" sz="700" noProof="0">
              <a:solidFill>
                <a:schemeClr val="tx2">
                  <a:lumMod val="75000"/>
                </a:schemeClr>
              </a:solidFill>
              <a:latin typeface="IBM Plex Sans" panose="020B0503050203000203" pitchFamily="34" charset="0"/>
            </a:endParaRPr>
          </a:p>
        </p:txBody>
      </p:sp>
      <p:sp>
        <p:nvSpPr>
          <p:cNvPr id="17" name="TextBox 16">
            <a:extLst>
              <a:ext uri="{FF2B5EF4-FFF2-40B4-BE49-F238E27FC236}">
                <a16:creationId xmlns:a16="http://schemas.microsoft.com/office/drawing/2014/main" id="{883F3955-3E31-EED7-1ECA-6B80E2456237}"/>
              </a:ext>
            </a:extLst>
          </p:cNvPr>
          <p:cNvSpPr txBox="1"/>
          <p:nvPr/>
        </p:nvSpPr>
        <p:spPr>
          <a:xfrm>
            <a:off x="745178" y="4353976"/>
            <a:ext cx="4075300" cy="954107"/>
          </a:xfrm>
          <a:prstGeom prst="rect">
            <a:avLst/>
          </a:prstGeom>
          <a:noFill/>
        </p:spPr>
        <p:txBody>
          <a:bodyPr wrap="square" lIns="91440" tIns="45720" rIns="91440" bIns="45720" anchor="t">
            <a:spAutoFit/>
          </a:bodyPr>
          <a:lstStyle/>
          <a:p>
            <a:pPr marL="0" marR="0" lvl="0" indent="0" algn="ctr" rtl="0">
              <a:lnSpc>
                <a:spcPct val="100000"/>
              </a:lnSpc>
              <a:spcBef>
                <a:spcPts val="0"/>
              </a:spcBef>
              <a:spcAft>
                <a:spcPts val="0"/>
              </a:spcAft>
              <a:buClr>
                <a:srgbClr val="000000"/>
              </a:buClr>
              <a:buSzPts val="1400"/>
              <a:buFont typeface="Arial"/>
              <a:buNone/>
            </a:pPr>
            <a:r>
              <a:rPr lang="en-US" sz="1400" b="1" i="1" u="none" strike="noStrike" cap="none" noProof="0">
                <a:solidFill>
                  <a:schemeClr val="dk1"/>
                </a:solidFill>
                <a:latin typeface="IBM Plex Sans"/>
                <a:ea typeface="IBM Plex Sans"/>
                <a:cs typeface="IBM Plex Sans"/>
                <a:sym typeface="IBM Plex Sans"/>
              </a:rPr>
              <a:t>“We are also seeing that our AI features cause users to search more as they learn that Search can meet more of their needs.”</a:t>
            </a:r>
            <a:r>
              <a:rPr lang="en-US" sz="1400" b="1" i="1" u="none" strike="noStrike" cap="none" baseline="30000" noProof="0">
                <a:solidFill>
                  <a:schemeClr val="dk1"/>
                </a:solidFill>
                <a:latin typeface="IBM Plex Sans"/>
                <a:ea typeface="IBM Plex Sans"/>
                <a:cs typeface="IBM Plex Sans"/>
                <a:sym typeface="IBM Plex Sans"/>
              </a:rPr>
              <a:t>6</a:t>
            </a:r>
            <a:endParaRPr lang="en-US" b="1" i="1" baseline="30000" noProof="0"/>
          </a:p>
          <a:p>
            <a:pPr marL="0" marR="0" lvl="0" indent="0" algn="r" rtl="0">
              <a:lnSpc>
                <a:spcPct val="100000"/>
              </a:lnSpc>
              <a:spcBef>
                <a:spcPts val="0"/>
              </a:spcBef>
              <a:spcAft>
                <a:spcPts val="0"/>
              </a:spcAft>
              <a:buClr>
                <a:srgbClr val="000000"/>
              </a:buClr>
              <a:buSzPts val="1400"/>
              <a:buFont typeface="Arial"/>
              <a:buNone/>
            </a:pPr>
            <a:r>
              <a:rPr lang="en-US" sz="1400" b="1" i="1" noProof="0">
                <a:solidFill>
                  <a:schemeClr val="dk1"/>
                </a:solidFill>
                <a:latin typeface="IBM Plex Sans"/>
                <a:ea typeface="IBM Plex Sans"/>
                <a:cs typeface="IBM Plex Sans"/>
                <a:sym typeface="IBM Plex Sans"/>
              </a:rPr>
              <a:t>- Sundar </a:t>
            </a:r>
            <a:r>
              <a:rPr lang="en-US" b="1" i="1" noProof="0">
                <a:solidFill>
                  <a:schemeClr val="dk1"/>
                </a:solidFill>
                <a:latin typeface="IBM Plex Sans"/>
                <a:ea typeface="IBM Plex Sans"/>
                <a:cs typeface="IBM Plex Sans"/>
                <a:sym typeface="IBM Plex Sans"/>
              </a:rPr>
              <a:t>Pichai</a:t>
            </a:r>
            <a:r>
              <a:rPr lang="en-US" sz="1400" b="1" i="1" noProof="0">
                <a:solidFill>
                  <a:schemeClr val="dk1"/>
                </a:solidFill>
                <a:latin typeface="IBM Plex Sans"/>
                <a:ea typeface="IBM Plex Sans"/>
                <a:cs typeface="IBM Plex Sans"/>
                <a:sym typeface="IBM Plex Sans"/>
              </a:rPr>
              <a:t>, Google</a:t>
            </a:r>
            <a:endParaRPr lang="en-US" sz="1400" b="1" i="1" u="none" strike="noStrike" cap="none" noProof="0">
              <a:solidFill>
                <a:schemeClr val="dk1"/>
              </a:solidFill>
              <a:latin typeface="IBM Plex Sans"/>
              <a:ea typeface="IBM Plex Sans"/>
              <a:cs typeface="IBM Plex Sans"/>
            </a:endParaRPr>
          </a:p>
        </p:txBody>
      </p:sp>
      <p:sp>
        <p:nvSpPr>
          <p:cNvPr id="13" name="Google Shape;2783;g3b23322d595_2_1804">
            <a:extLst>
              <a:ext uri="{FF2B5EF4-FFF2-40B4-BE49-F238E27FC236}">
                <a16:creationId xmlns:a16="http://schemas.microsoft.com/office/drawing/2014/main" id="{976BDAAB-AF75-0BE2-1DA9-CA3EFEC5D08C}"/>
              </a:ext>
            </a:extLst>
          </p:cNvPr>
          <p:cNvSpPr txBox="1"/>
          <p:nvPr/>
        </p:nvSpPr>
        <p:spPr>
          <a:xfrm>
            <a:off x="395654" y="6336047"/>
            <a:ext cx="8652600" cy="21544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Calibri"/>
                <a:cs typeface="Calibri"/>
                <a:sym typeface="Calibri"/>
              </a:rPr>
              <a:t>*</a:t>
            </a:r>
            <a:r>
              <a:rPr lang="en-US" sz="700" noProof="0">
                <a:solidFill>
                  <a:srgbClr val="7F7F7F"/>
                </a:solidFill>
                <a:latin typeface="IBM Plex Sans"/>
                <a:ea typeface="Calibri"/>
                <a:cs typeface="Calibri"/>
                <a:sym typeface="Calibri"/>
              </a:rPr>
              <a:t>In</a:t>
            </a:r>
            <a:r>
              <a:rPr lang="en-US" sz="700" b="0" i="0" u="none" strike="noStrike" cap="none" noProof="0">
                <a:solidFill>
                  <a:srgbClr val="7F7F7F"/>
                </a:solidFill>
                <a:latin typeface="IBM Plex Sans"/>
                <a:ea typeface="Calibri"/>
                <a:cs typeface="Calibri"/>
                <a:sym typeface="Calibri"/>
              </a:rPr>
              <a:t>cluding informational queries</a:t>
            </a:r>
            <a:endParaRPr lang="en-US" sz="700" b="0" i="0" u="none" strike="noStrike" cap="none" noProof="0">
              <a:solidFill>
                <a:srgbClr val="7F7F7F"/>
              </a:solidFill>
              <a:latin typeface="IBM Plex Sans"/>
              <a:ea typeface="Calibri"/>
              <a:cs typeface="Calibri"/>
            </a:endParaRPr>
          </a:p>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Calibri"/>
                <a:cs typeface="Calibri"/>
                <a:sym typeface="Calibri"/>
              </a:rPr>
              <a:t>Sources: (1) </a:t>
            </a:r>
            <a:r>
              <a:rPr lang="en-US" sz="700" b="0" i="0" u="sng" strike="noStrike" cap="none" noProof="0">
                <a:solidFill>
                  <a:srgbClr val="7F7F7F"/>
                </a:solidFill>
                <a:latin typeface="IBM Plex Sans"/>
                <a:ea typeface="Calibri"/>
                <a:cs typeface="Calibri"/>
                <a:sym typeface="Calibri"/>
                <a:hlinkClick r:id="rId3">
                  <a:extLst>
                    <a:ext uri="{A12FA001-AC4F-418D-AE19-62706E023703}">
                      <ahyp:hlinkClr xmlns:ahyp="http://schemas.microsoft.com/office/drawing/2018/hyperlinkcolor" val="tx"/>
                    </a:ext>
                  </a:extLst>
                </a:hlinkClick>
              </a:rPr>
              <a:t>BrightEdge</a:t>
            </a:r>
            <a:r>
              <a:rPr lang="en-US" sz="700" b="0" i="0" u="sng" strike="noStrike" cap="none" noProof="0">
                <a:solidFill>
                  <a:srgbClr val="7F7F7F"/>
                </a:solidFill>
                <a:latin typeface="IBM Plex Sans"/>
                <a:ea typeface="Calibri"/>
                <a:cs typeface="Calibri"/>
                <a:sym typeface="Calibri"/>
              </a:rPr>
              <a:t> (2) </a:t>
            </a:r>
            <a:r>
              <a:rPr lang="en-US" sz="700" b="0" i="0" u="sng" strike="noStrike" cap="none" noProof="0" err="1">
                <a:solidFill>
                  <a:srgbClr val="7F7F7F"/>
                </a:solidFill>
                <a:latin typeface="IBM Plex Sans"/>
                <a:ea typeface="Calibri"/>
                <a:cs typeface="Calibri"/>
                <a:sym typeface="Calibri"/>
                <a:hlinkClick r:id="rId4">
                  <a:extLst>
                    <a:ext uri="{A12FA001-AC4F-418D-AE19-62706E023703}">
                      <ahyp:hlinkClr xmlns:ahyp="http://schemas.microsoft.com/office/drawing/2018/hyperlinkcolor" val="tx"/>
                    </a:ext>
                  </a:extLst>
                </a:hlinkClick>
              </a:rPr>
              <a:t>Gettheclicks</a:t>
            </a:r>
            <a:r>
              <a:rPr lang="en-US" sz="700" b="0" i="0" u="sng" strike="noStrike" cap="none" noProof="0">
                <a:solidFill>
                  <a:srgbClr val="7F7F7F"/>
                </a:solidFill>
                <a:latin typeface="IBM Plex Sans"/>
                <a:ea typeface="Calibri"/>
                <a:cs typeface="Calibri"/>
                <a:sym typeface="Calibri"/>
              </a:rPr>
              <a:t> (3) </a:t>
            </a:r>
            <a:r>
              <a:rPr lang="en-US" sz="700" b="0" i="0" u="sng" strike="noStrike" cap="none" noProof="0">
                <a:solidFill>
                  <a:srgbClr val="7F7F7F"/>
                </a:solidFill>
                <a:latin typeface="IBM Plex Sans"/>
                <a:ea typeface="Calibri"/>
                <a:cs typeface="Calibri"/>
                <a:sym typeface="Calibri"/>
                <a:hlinkClick r:id="rId5">
                  <a:extLst>
                    <a:ext uri="{A12FA001-AC4F-418D-AE19-62706E023703}">
                      <ahyp:hlinkClr xmlns:ahyp="http://schemas.microsoft.com/office/drawing/2018/hyperlinkcolor" val="tx"/>
                    </a:ext>
                  </a:extLst>
                </a:hlinkClick>
              </a:rPr>
              <a:t>Search Engine Journal </a:t>
            </a:r>
            <a:r>
              <a:rPr lang="en-US" sz="700" b="0" i="0" u="sng" strike="noStrike" cap="none" noProof="0">
                <a:solidFill>
                  <a:srgbClr val="7F7F7F"/>
                </a:solidFill>
                <a:latin typeface="IBM Plex Sans"/>
                <a:ea typeface="Calibri"/>
                <a:cs typeface="Calibri"/>
                <a:sym typeface="Calibri"/>
              </a:rPr>
              <a:t>(4) </a:t>
            </a:r>
            <a:r>
              <a:rPr lang="en-US" sz="700" b="0" i="0" u="sng" strike="noStrike" cap="none" noProof="0">
                <a:solidFill>
                  <a:srgbClr val="7F7F7F"/>
                </a:solidFill>
                <a:latin typeface="IBM Plex Sans"/>
                <a:ea typeface="Calibri"/>
                <a:cs typeface="Calibri"/>
                <a:sym typeface="Calibri"/>
                <a:hlinkClick r:id="rId6">
                  <a:extLst>
                    <a:ext uri="{A12FA001-AC4F-418D-AE19-62706E023703}">
                      <ahyp:hlinkClr xmlns:ahyp="http://schemas.microsoft.com/office/drawing/2018/hyperlinkcolor" val="tx"/>
                    </a:ext>
                  </a:extLst>
                </a:hlinkClick>
              </a:rPr>
              <a:t>Pew Research </a:t>
            </a:r>
            <a:r>
              <a:rPr lang="en-US" sz="700" b="0" i="0" u="sng" strike="noStrike" cap="none" noProof="0">
                <a:solidFill>
                  <a:srgbClr val="7F7F7F"/>
                </a:solidFill>
                <a:latin typeface="IBM Plex Sans"/>
                <a:ea typeface="Calibri"/>
                <a:cs typeface="Calibri"/>
                <a:sym typeface="Calibri"/>
              </a:rPr>
              <a:t>(</a:t>
            </a:r>
            <a:r>
              <a:rPr lang="en-US" sz="700" u="sng" noProof="0">
                <a:solidFill>
                  <a:srgbClr val="7F7F7F"/>
                </a:solidFill>
                <a:latin typeface="IBM Plex Sans"/>
                <a:ea typeface="Calibri"/>
                <a:cs typeface="Calibri"/>
                <a:sym typeface="Calibri"/>
              </a:rPr>
              <a:t>5)</a:t>
            </a:r>
            <a:r>
              <a:rPr lang="en-US" sz="700" b="0" i="0" u="sng" strike="noStrike" cap="none" noProof="0">
                <a:solidFill>
                  <a:srgbClr val="7F7F7F"/>
                </a:solidFill>
                <a:latin typeface="IBM Plex Sans"/>
                <a:ea typeface="Calibri"/>
                <a:cs typeface="Calibri"/>
                <a:sym typeface="Calibri"/>
              </a:rPr>
              <a:t> </a:t>
            </a:r>
            <a:r>
              <a:rPr lang="en-US" sz="700" b="0" i="0" u="sng" strike="noStrike" cap="none" noProof="0">
                <a:solidFill>
                  <a:srgbClr val="7F7F7F"/>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Google Q2 Earnings </a:t>
            </a:r>
            <a:endParaRPr lang="en-US" sz="700" b="0" i="0" u="sng" strike="noStrike" cap="none" noProof="0">
              <a:solidFill>
                <a:srgbClr val="7F7F7F"/>
              </a:solidFill>
              <a:latin typeface="IBM Plex Sans"/>
              <a:ea typeface="Calibri"/>
              <a:cs typeface="Calibri"/>
            </a:endParaRPr>
          </a:p>
        </p:txBody>
      </p:sp>
      <p:sp>
        <p:nvSpPr>
          <p:cNvPr id="15" name="CaixaDeTexto 14">
            <a:extLst>
              <a:ext uri="{FF2B5EF4-FFF2-40B4-BE49-F238E27FC236}">
                <a16:creationId xmlns:a16="http://schemas.microsoft.com/office/drawing/2014/main" id="{A4780135-2861-CC3D-80C2-682AF5B02060}"/>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Google AI strategy</a:t>
            </a:r>
          </a:p>
        </p:txBody>
      </p:sp>
    </p:spTree>
    <p:extLst>
      <p:ext uri="{BB962C8B-B14F-4D97-AF65-F5344CB8AC3E}">
        <p14:creationId xmlns:p14="http://schemas.microsoft.com/office/powerpoint/2010/main" val="125805530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2818">
          <a:extLst>
            <a:ext uri="{FF2B5EF4-FFF2-40B4-BE49-F238E27FC236}">
              <a16:creationId xmlns:a16="http://schemas.microsoft.com/office/drawing/2014/main" id="{91645416-3A82-E91B-5350-C9403F9B23F8}"/>
            </a:ext>
          </a:extLst>
        </p:cNvPr>
        <p:cNvGrpSpPr/>
        <p:nvPr/>
      </p:nvGrpSpPr>
      <p:grpSpPr>
        <a:xfrm>
          <a:off x="0" y="0"/>
          <a:ext cx="0" cy="0"/>
          <a:chOff x="0" y="0"/>
          <a:chExt cx="0" cy="0"/>
        </a:xfrm>
      </p:grpSpPr>
      <p:sp>
        <p:nvSpPr>
          <p:cNvPr id="2819" name="Google Shape;2819;g3b23322d595_2_1840">
            <a:extLst>
              <a:ext uri="{FF2B5EF4-FFF2-40B4-BE49-F238E27FC236}">
                <a16:creationId xmlns:a16="http://schemas.microsoft.com/office/drawing/2014/main" id="{478BF753-65DB-12F0-86C1-C50F8E664D42}"/>
              </a:ext>
            </a:extLst>
          </p:cNvPr>
          <p:cNvSpPr txBox="1">
            <a:spLocks noGrp="1"/>
          </p:cNvSpPr>
          <p:nvPr>
            <p:ph type="body" idx="1"/>
          </p:nvPr>
        </p:nvSpPr>
        <p:spPr>
          <a:xfrm>
            <a:off x="472645" y="495301"/>
            <a:ext cx="11101800" cy="387798"/>
          </a:xfrm>
          <a:prstGeom prst="rect">
            <a:avLst/>
          </a:prstGeom>
          <a:noFill/>
          <a:ln>
            <a:noFill/>
          </a:ln>
        </p:spPr>
        <p:txBody>
          <a:bodyPr spcFirstLastPara="1" wrap="square" lIns="0" tIns="0" rIns="0" bIns="0" anchor="t" anchorCtr="0">
            <a:spAutoFit/>
          </a:bodyPr>
          <a:lstStyle/>
          <a:p>
            <a:pPr marL="0" indent="0">
              <a:spcBef>
                <a:spcPts val="0"/>
              </a:spcBef>
              <a:buSzPts val="1800"/>
              <a:buNone/>
            </a:pPr>
            <a:r>
              <a:rPr lang="en-US" b="0" noProof="0">
                <a:solidFill>
                  <a:schemeClr val="dk1"/>
                </a:solidFill>
                <a:latin typeface="IBM Plex Sans"/>
                <a:ea typeface="IBM Plex Sans"/>
                <a:cs typeface="IBM Plex Sans"/>
                <a:sym typeface="IBM Plex Sans"/>
              </a:rPr>
              <a:t>Google's long-term timeline of systematic AI integration</a:t>
            </a:r>
          </a:p>
        </p:txBody>
      </p:sp>
      <p:sp>
        <p:nvSpPr>
          <p:cNvPr id="2820" name="Google Shape;2820;g3b23322d595_2_1840">
            <a:hlinkClick r:id="rId3"/>
            <a:extLst>
              <a:ext uri="{FF2B5EF4-FFF2-40B4-BE49-F238E27FC236}">
                <a16:creationId xmlns:a16="http://schemas.microsoft.com/office/drawing/2014/main" id="{2A58E0F7-AA88-6225-7BE6-E8BAD5C02660}"/>
              </a:ext>
            </a:extLst>
          </p:cNvPr>
          <p:cNvSpPr txBox="1"/>
          <p:nvPr/>
        </p:nvSpPr>
        <p:spPr>
          <a:xfrm>
            <a:off x="395654" y="6423082"/>
            <a:ext cx="8652600" cy="107722"/>
          </a:xfrm>
          <a:prstGeom prst="rect">
            <a:avLst/>
          </a:prstGeom>
          <a:noFill/>
          <a:ln>
            <a:noFill/>
          </a:ln>
        </p:spPr>
        <p:txBody>
          <a:bodyPr spcFirstLastPara="1" wrap="square" lIns="0" tIns="0" rIns="0" bIns="0" anchor="t" anchorCtr="0">
            <a:spAutoFit/>
          </a:bodyPr>
          <a:lstStyle/>
          <a:p>
            <a:pPr>
              <a:buSzPts val="600"/>
            </a:pPr>
            <a:r>
              <a:rPr lang="en-US" sz="700" i="0" u="none" strike="noStrike" cap="none" noProof="0">
                <a:solidFill>
                  <a:srgbClr val="7F7F7F"/>
                </a:solidFill>
                <a:latin typeface="IBM Plex Sans"/>
                <a:ea typeface="Calibri"/>
                <a:cs typeface="Calibri"/>
                <a:sym typeface="Calibri"/>
              </a:rPr>
              <a:t>Sources: (1) </a:t>
            </a:r>
            <a:r>
              <a:rPr lang="en-US" sz="700" i="0" u="sng" strike="noStrike" cap="none" noProof="0">
                <a:solidFill>
                  <a:srgbClr val="7F7F7F"/>
                </a:solidFill>
                <a:latin typeface="IBM Plex Sans"/>
                <a:ea typeface="Calibri"/>
                <a:cs typeface="Calibri"/>
                <a:sym typeface="Calibri"/>
                <a:hlinkClick r:id="rId4">
                  <a:extLst>
                    <a:ext uri="{A12FA001-AC4F-418D-AE19-62706E023703}">
                      <ahyp:hlinkClr xmlns:ahyp="http://schemas.microsoft.com/office/drawing/2018/hyperlinkcolor" val="tx"/>
                    </a:ext>
                  </a:extLst>
                </a:hlinkClick>
              </a:rPr>
              <a:t>Google Ads Help</a:t>
            </a:r>
            <a:r>
              <a:rPr lang="en-US" sz="700" i="0" u="none" strike="noStrike" cap="none" noProof="0">
                <a:solidFill>
                  <a:srgbClr val="7F7F7F"/>
                </a:solidFill>
                <a:latin typeface="IBM Plex Sans"/>
                <a:ea typeface="Calibri"/>
                <a:cs typeface="Calibri"/>
                <a:sym typeface="Calibri"/>
              </a:rPr>
              <a:t> (2) </a:t>
            </a:r>
            <a:r>
              <a:rPr lang="en-US" sz="700" i="0" u="sng" strike="noStrike" cap="none" noProof="0">
                <a:solidFill>
                  <a:srgbClr val="7F7F7F"/>
                </a:solidFill>
                <a:latin typeface="IBM Plex Sans"/>
                <a:ea typeface="Calibri"/>
                <a:cs typeface="Calibri"/>
                <a:sym typeface="Calibri"/>
                <a:hlinkClick r:id="rId5">
                  <a:extLst>
                    <a:ext uri="{A12FA001-AC4F-418D-AE19-62706E023703}">
                      <ahyp:hlinkClr xmlns:ahyp="http://schemas.microsoft.com/office/drawing/2018/hyperlinkcolor" val="tx"/>
                    </a:ext>
                  </a:extLst>
                </a:hlinkClick>
              </a:rPr>
              <a:t>PPC</a:t>
            </a:r>
            <a:r>
              <a:rPr lang="en-US" sz="700" i="0" u="none" strike="noStrike" cap="none" noProof="0">
                <a:solidFill>
                  <a:srgbClr val="7F7F7F"/>
                </a:solidFill>
                <a:latin typeface="IBM Plex Sans"/>
                <a:ea typeface="Calibri"/>
                <a:cs typeface="Calibri"/>
                <a:sym typeface="Calibri"/>
              </a:rPr>
              <a:t> (3) </a:t>
            </a:r>
            <a:r>
              <a:rPr lang="en-US" sz="700" i="0" u="sng" strike="noStrike" cap="none" noProof="0">
                <a:solidFill>
                  <a:srgbClr val="7F7F7F"/>
                </a:solidFill>
                <a:latin typeface="IBM Plex Sans"/>
                <a:ea typeface="Calibri"/>
                <a:cs typeface="Calibri"/>
                <a:sym typeface="Calibri"/>
                <a:hlinkClick r:id="rId6">
                  <a:extLst>
                    <a:ext uri="{A12FA001-AC4F-418D-AE19-62706E023703}">
                      <ahyp:hlinkClr xmlns:ahyp="http://schemas.microsoft.com/office/drawing/2018/hyperlinkcolor" val="tx"/>
                    </a:ext>
                  </a:extLst>
                </a:hlinkClick>
              </a:rPr>
              <a:t>Search Engine Journal </a:t>
            </a:r>
            <a:r>
              <a:rPr lang="en-US" sz="700" i="0" u="none" strike="noStrike" cap="none" noProof="0">
                <a:solidFill>
                  <a:srgbClr val="7F7F7F"/>
                </a:solidFill>
                <a:latin typeface="IBM Plex Sans"/>
                <a:ea typeface="Calibri"/>
                <a:cs typeface="Calibri"/>
                <a:sym typeface="Calibri"/>
              </a:rPr>
              <a:t>(4) </a:t>
            </a:r>
            <a:r>
              <a:rPr lang="en-US" sz="700" i="0" u="sng" strike="noStrike" cap="none" noProof="0">
                <a:solidFill>
                  <a:srgbClr val="7F7F7F"/>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The Verge </a:t>
            </a:r>
            <a:r>
              <a:rPr lang="en-US" sz="700" i="0" u="none" strike="noStrike" cap="none" noProof="0">
                <a:solidFill>
                  <a:srgbClr val="7F7F7F"/>
                </a:solidFill>
                <a:latin typeface="IBM Plex Sans"/>
                <a:ea typeface="Calibri"/>
                <a:cs typeface="Calibri"/>
                <a:sym typeface="Calibri"/>
              </a:rPr>
              <a:t>(5)</a:t>
            </a:r>
            <a:r>
              <a:rPr lang="en-US" sz="700" noProof="0">
                <a:solidFill>
                  <a:srgbClr val="7F7F7F"/>
                </a:solidFill>
                <a:latin typeface="IBM Plex Sans"/>
                <a:ea typeface="Calibri"/>
                <a:cs typeface="Calibri"/>
                <a:sym typeface="Calibri"/>
              </a:rPr>
              <a:t> </a:t>
            </a:r>
            <a:r>
              <a:rPr lang="en-US" sz="700" i="0" u="sng" strike="noStrike" cap="none" noProof="0">
                <a:solidFill>
                  <a:srgbClr val="7F7F7F"/>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Search Engine Land</a:t>
            </a:r>
            <a:r>
              <a:rPr lang="en-US" sz="700" i="0" u="none" strike="noStrike" cap="none" noProof="0">
                <a:solidFill>
                  <a:srgbClr val="7F7F7F"/>
                </a:solidFill>
                <a:latin typeface="IBM Plex Sans"/>
                <a:ea typeface="Calibri"/>
                <a:cs typeface="Calibri"/>
                <a:sym typeface="Calibri"/>
              </a:rPr>
              <a:t> </a:t>
            </a:r>
            <a:r>
              <a:rPr lang="en-US" sz="700" noProof="0">
                <a:solidFill>
                  <a:srgbClr val="7F7F7F"/>
                </a:solidFill>
                <a:latin typeface="IBM Plex Sans"/>
                <a:ea typeface="Calibri"/>
                <a:cs typeface="Calibri"/>
                <a:sym typeface="Calibri"/>
              </a:rPr>
              <a:t>(6)</a:t>
            </a:r>
            <a:r>
              <a:rPr lang="en-US" sz="700" i="0" u="none" strike="noStrike" cap="none" noProof="0">
                <a:solidFill>
                  <a:srgbClr val="7F7F7F"/>
                </a:solidFill>
                <a:latin typeface="IBM Plex Sans"/>
                <a:ea typeface="Calibri"/>
                <a:cs typeface="Calibri"/>
                <a:sym typeface="Calibri"/>
              </a:rPr>
              <a:t> </a:t>
            </a:r>
            <a:r>
              <a:rPr lang="en-US" sz="700" i="0" u="none" strike="noStrike" cap="none" noProof="0" err="1">
                <a:solidFill>
                  <a:srgbClr val="7F7F7F"/>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Adthena</a:t>
            </a:r>
            <a:r>
              <a:rPr lang="en-US" sz="700" i="0" u="sng" strike="noStrike" cap="none" noProof="0">
                <a:solidFill>
                  <a:srgbClr val="7F7F7F"/>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 </a:t>
            </a:r>
            <a:endParaRPr lang="en-US" sz="700" i="0" u="none" strike="noStrike" cap="none" noProof="0">
              <a:solidFill>
                <a:srgbClr val="7F7F7F"/>
              </a:solidFill>
              <a:latin typeface="IBM Plex Sans"/>
              <a:ea typeface="Calibri"/>
              <a:cs typeface="Calibri"/>
            </a:endParaRPr>
          </a:p>
        </p:txBody>
      </p:sp>
      <p:sp>
        <p:nvSpPr>
          <p:cNvPr id="2821" name="Google Shape;2821;g3b23322d595_2_1840">
            <a:extLst>
              <a:ext uri="{FF2B5EF4-FFF2-40B4-BE49-F238E27FC236}">
                <a16:creationId xmlns:a16="http://schemas.microsoft.com/office/drawing/2014/main" id="{E0EF26BA-4160-EA1A-98B8-3B14E47D81BB}"/>
              </a:ext>
            </a:extLst>
          </p:cNvPr>
          <p:cNvSpPr txBox="1"/>
          <p:nvPr/>
        </p:nvSpPr>
        <p:spPr>
          <a:xfrm>
            <a:off x="457200" y="5806122"/>
            <a:ext cx="11377246" cy="503964"/>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chemeClr val="dk1"/>
              </a:buClr>
              <a:buSzPts val="1600"/>
              <a:buFont typeface="IBM Plex Sans"/>
              <a:buNone/>
            </a:pPr>
            <a:r>
              <a:rPr lang="en-US" b="1" noProof="0">
                <a:solidFill>
                  <a:schemeClr val="dk1"/>
                </a:solidFill>
                <a:latin typeface="IBM Plex Sans"/>
                <a:ea typeface="IBM Plex Sans"/>
                <a:cs typeface="IBM Plex Sans"/>
                <a:sym typeface="IBM Plex Sans"/>
              </a:rPr>
              <a:t>Google has been building its AI capabilities for two decades, showing a deliberate march toward making AI the core engine of its products and monetization strategy</a:t>
            </a:r>
            <a:endParaRPr lang="en-US" b="1" noProof="0">
              <a:solidFill>
                <a:schemeClr val="dk1"/>
              </a:solidFill>
              <a:latin typeface="IBM Plex Sans"/>
              <a:ea typeface="IBM Plex Sans"/>
              <a:cs typeface="IBM Plex Sans"/>
            </a:endParaRPr>
          </a:p>
        </p:txBody>
      </p:sp>
      <p:sp>
        <p:nvSpPr>
          <p:cNvPr id="10" name="Google Shape;647;g3b2110f3d24_0_132">
            <a:extLst>
              <a:ext uri="{FF2B5EF4-FFF2-40B4-BE49-F238E27FC236}">
                <a16:creationId xmlns:a16="http://schemas.microsoft.com/office/drawing/2014/main" id="{5481354B-A425-6C0A-8CA3-201ADA22BD29}"/>
              </a:ext>
            </a:extLst>
          </p:cNvPr>
          <p:cNvSpPr txBox="1">
            <a:spLocks/>
          </p:cNvSpPr>
          <p:nvPr/>
        </p:nvSpPr>
        <p:spPr>
          <a:xfrm>
            <a:off x="11525219" y="6583144"/>
            <a:ext cx="303300" cy="20001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a:buSzPts val="700"/>
            </a:pPr>
            <a:fld id="{00000000-1234-1234-1234-123412341234}" type="slidenum">
              <a:rPr lang="en-US" sz="700" noProof="0" smtClean="0">
                <a:solidFill>
                  <a:schemeClr val="tx2">
                    <a:lumMod val="75000"/>
                  </a:schemeClr>
                </a:solidFill>
                <a:latin typeface="IBM Plex Sans" panose="020B0503050203000203" pitchFamily="34" charset="0"/>
              </a:rPr>
              <a:pPr algn="r">
                <a:buSzPts val="700"/>
              </a:pPr>
              <a:t>80</a:t>
            </a:fld>
            <a:endParaRPr lang="en-US" sz="700" noProof="0">
              <a:solidFill>
                <a:schemeClr val="tx2">
                  <a:lumMod val="75000"/>
                </a:schemeClr>
              </a:solidFill>
              <a:latin typeface="IBM Plex Sans" panose="020B0503050203000203" pitchFamily="34" charset="0"/>
            </a:endParaRPr>
          </a:p>
        </p:txBody>
      </p:sp>
      <p:grpSp>
        <p:nvGrpSpPr>
          <p:cNvPr id="2844" name="Group 2843">
            <a:extLst>
              <a:ext uri="{FF2B5EF4-FFF2-40B4-BE49-F238E27FC236}">
                <a16:creationId xmlns:a16="http://schemas.microsoft.com/office/drawing/2014/main" id="{AB35FDCE-A9C6-67F1-8176-BB3628AB32B5}"/>
              </a:ext>
            </a:extLst>
          </p:cNvPr>
          <p:cNvGrpSpPr/>
          <p:nvPr/>
        </p:nvGrpSpPr>
        <p:grpSpPr>
          <a:xfrm>
            <a:off x="764277" y="1002270"/>
            <a:ext cx="10932445" cy="4858484"/>
            <a:chOff x="764277" y="853986"/>
            <a:chExt cx="10932445" cy="4858484"/>
          </a:xfrm>
        </p:grpSpPr>
        <p:sp>
          <p:nvSpPr>
            <p:cNvPr id="2825" name="Google Shape;2825;g3b23322d595_2_1840">
              <a:extLst>
                <a:ext uri="{FF2B5EF4-FFF2-40B4-BE49-F238E27FC236}">
                  <a16:creationId xmlns:a16="http://schemas.microsoft.com/office/drawing/2014/main" id="{2D24E9A9-A1A9-ECE9-F26D-EB1887A82524}"/>
                </a:ext>
              </a:extLst>
            </p:cNvPr>
            <p:cNvSpPr/>
            <p:nvPr/>
          </p:nvSpPr>
          <p:spPr>
            <a:xfrm rot="5400000">
              <a:off x="6499453" y="-1950755"/>
              <a:ext cx="79742" cy="10314797"/>
            </a:xfrm>
            <a:prstGeom prst="roundRect">
              <a:avLst>
                <a:gd name="adj" fmla="val 40973"/>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300" i="0" u="none" strike="noStrike" cap="none" noProof="0">
                <a:solidFill>
                  <a:srgbClr val="FFFFFF"/>
                </a:solidFill>
                <a:latin typeface="IBM Plex Sans" panose="020B0503050203000203" pitchFamily="34" charset="0"/>
                <a:sym typeface="Arial"/>
              </a:endParaRPr>
            </a:p>
          </p:txBody>
        </p:sp>
        <p:cxnSp>
          <p:nvCxnSpPr>
            <p:cNvPr id="13" name="Google Shape;2829;g3b23322d595_2_1840">
              <a:extLst>
                <a:ext uri="{FF2B5EF4-FFF2-40B4-BE49-F238E27FC236}">
                  <a16:creationId xmlns:a16="http://schemas.microsoft.com/office/drawing/2014/main" id="{CFAC0452-3801-22EC-FF00-942BFB80F03A}"/>
                </a:ext>
              </a:extLst>
            </p:cNvPr>
            <p:cNvCxnSpPr/>
            <p:nvPr/>
          </p:nvCxnSpPr>
          <p:spPr>
            <a:xfrm rot="5400000">
              <a:off x="1383571" y="2925472"/>
              <a:ext cx="457200" cy="0"/>
            </a:xfrm>
            <a:prstGeom prst="straightConnector1">
              <a:avLst/>
            </a:prstGeom>
            <a:noFill/>
            <a:ln w="38100" cap="flat" cmpd="sng">
              <a:solidFill>
                <a:srgbClr val="7030A0"/>
              </a:solidFill>
              <a:prstDash val="solid"/>
              <a:round/>
              <a:headEnd type="none" w="sm" len="sm"/>
              <a:tailEnd type="none" w="sm" len="sm"/>
            </a:ln>
          </p:spPr>
        </p:cxnSp>
        <p:sp>
          <p:nvSpPr>
            <p:cNvPr id="15" name="Google Shape;2834;g3b23322d595_2_1840">
              <a:extLst>
                <a:ext uri="{FF2B5EF4-FFF2-40B4-BE49-F238E27FC236}">
                  <a16:creationId xmlns:a16="http://schemas.microsoft.com/office/drawing/2014/main" id="{E7A72B7E-3BE4-5A93-F0D1-F0D0C6475669}"/>
                </a:ext>
              </a:extLst>
            </p:cNvPr>
            <p:cNvSpPr txBox="1"/>
            <p:nvPr/>
          </p:nvSpPr>
          <p:spPr>
            <a:xfrm>
              <a:off x="764277" y="853986"/>
              <a:ext cx="1622648" cy="1567600"/>
            </a:xfrm>
            <a:prstGeom prst="rect">
              <a:avLst/>
            </a:prstGeom>
            <a:noFill/>
            <a:ln>
              <a:noFill/>
            </a:ln>
          </p:spPr>
          <p:txBody>
            <a:bodyPr spcFirstLastPara="1" wrap="square" lIns="91425" tIns="91425" rIns="91425" bIns="91425" anchor="b" anchorCtr="0">
              <a:noAutofit/>
            </a:bodyPr>
            <a:lstStyle/>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panose="020B0503050203000203" pitchFamily="34" charset="0"/>
                  <a:ea typeface="IBM Plex Sans"/>
                  <a:cs typeface="IBM Plex Sans"/>
                  <a:sym typeface="IBM Plex Sans"/>
                </a:rPr>
                <a:t>Google starts using machine learning at scale in Search</a:t>
              </a:r>
            </a:p>
          </p:txBody>
        </p:sp>
        <p:cxnSp>
          <p:nvCxnSpPr>
            <p:cNvPr id="2833" name="Google Shape;2833;g3b23322d595_2_1840">
              <a:extLst>
                <a:ext uri="{FF2B5EF4-FFF2-40B4-BE49-F238E27FC236}">
                  <a16:creationId xmlns:a16="http://schemas.microsoft.com/office/drawing/2014/main" id="{03BDCC25-F007-41CF-7B6F-4A74959D7BD4}"/>
                </a:ext>
              </a:extLst>
            </p:cNvPr>
            <p:cNvCxnSpPr/>
            <p:nvPr/>
          </p:nvCxnSpPr>
          <p:spPr>
            <a:xfrm rot="5400000">
              <a:off x="2131568" y="3490909"/>
              <a:ext cx="457200" cy="0"/>
            </a:xfrm>
            <a:prstGeom prst="straightConnector1">
              <a:avLst/>
            </a:prstGeom>
            <a:noFill/>
            <a:ln w="38100" cap="flat" cmpd="sng">
              <a:solidFill>
                <a:srgbClr val="7030A0"/>
              </a:solidFill>
              <a:prstDash val="solid"/>
              <a:round/>
              <a:headEnd type="none" w="sm" len="sm"/>
              <a:tailEnd type="none" w="sm" len="sm"/>
            </a:ln>
          </p:spPr>
        </p:cxnSp>
        <p:sp>
          <p:nvSpPr>
            <p:cNvPr id="16" name="Google Shape;2834;g3b23322d595_2_1840">
              <a:extLst>
                <a:ext uri="{FF2B5EF4-FFF2-40B4-BE49-F238E27FC236}">
                  <a16:creationId xmlns:a16="http://schemas.microsoft.com/office/drawing/2014/main" id="{B0835BD3-9117-B7CE-7539-C4D9D7B113DD}"/>
                </a:ext>
              </a:extLst>
            </p:cNvPr>
            <p:cNvSpPr txBox="1"/>
            <p:nvPr/>
          </p:nvSpPr>
          <p:spPr>
            <a:xfrm>
              <a:off x="1548844" y="4116148"/>
              <a:ext cx="1622648" cy="698479"/>
            </a:xfrm>
            <a:prstGeom prst="rect">
              <a:avLst/>
            </a:prstGeom>
            <a:noFill/>
            <a:ln>
              <a:noFill/>
            </a:ln>
          </p:spPr>
          <p:txBody>
            <a:bodyPr spcFirstLastPara="1" wrap="square" lIns="91425" tIns="91425" rIns="91425" bIns="91425" anchor="t" anchorCtr="0">
              <a:noAutofit/>
            </a:bodyPr>
            <a:lstStyle/>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panose="020B0503050203000203" pitchFamily="34" charset="0"/>
                  <a:ea typeface="IBM Plex Sans"/>
                  <a:cs typeface="IBM Plex Sans"/>
                  <a:sym typeface="IBM Plex Sans"/>
                </a:rPr>
                <a:t>Launch of Google Translate</a:t>
              </a:r>
              <a:endParaRPr lang="en-US" sz="1100" b="1" noProof="0">
                <a:latin typeface="IBM Plex Sans" panose="020B0503050203000203" pitchFamily="34" charset="0"/>
                <a:ea typeface="IBM Plex Sans"/>
                <a:cs typeface="IBM Plex Sans"/>
                <a:sym typeface="IBM Plex Sans"/>
              </a:endParaRPr>
            </a:p>
          </p:txBody>
        </p:sp>
        <p:cxnSp>
          <p:nvCxnSpPr>
            <p:cNvPr id="2829" name="Google Shape;2829;g3b23322d595_2_1840">
              <a:extLst>
                <a:ext uri="{FF2B5EF4-FFF2-40B4-BE49-F238E27FC236}">
                  <a16:creationId xmlns:a16="http://schemas.microsoft.com/office/drawing/2014/main" id="{97705528-9185-6E13-9B0F-7FC8FF0444C4}"/>
                </a:ext>
              </a:extLst>
            </p:cNvPr>
            <p:cNvCxnSpPr/>
            <p:nvPr/>
          </p:nvCxnSpPr>
          <p:spPr>
            <a:xfrm rot="5400000">
              <a:off x="3152603" y="2925472"/>
              <a:ext cx="457200" cy="0"/>
            </a:xfrm>
            <a:prstGeom prst="straightConnector1">
              <a:avLst/>
            </a:prstGeom>
            <a:noFill/>
            <a:ln w="38100" cap="flat" cmpd="sng">
              <a:solidFill>
                <a:srgbClr val="7030A0"/>
              </a:solidFill>
              <a:prstDash val="solid"/>
              <a:round/>
              <a:headEnd type="none" w="sm" len="sm"/>
              <a:tailEnd type="none" w="sm" len="sm"/>
            </a:ln>
          </p:spPr>
        </p:cxnSp>
        <p:sp>
          <p:nvSpPr>
            <p:cNvPr id="17" name="Google Shape;2834;g3b23322d595_2_1840">
              <a:extLst>
                <a:ext uri="{FF2B5EF4-FFF2-40B4-BE49-F238E27FC236}">
                  <a16:creationId xmlns:a16="http://schemas.microsoft.com/office/drawing/2014/main" id="{E97D9CBC-608E-CD30-0645-E410AE5D2DE5}"/>
                </a:ext>
              </a:extLst>
            </p:cNvPr>
            <p:cNvSpPr txBox="1"/>
            <p:nvPr/>
          </p:nvSpPr>
          <p:spPr>
            <a:xfrm>
              <a:off x="2333411" y="853986"/>
              <a:ext cx="1816995" cy="1567600"/>
            </a:xfrm>
            <a:prstGeom prst="rect">
              <a:avLst/>
            </a:prstGeom>
            <a:noFill/>
            <a:ln>
              <a:noFill/>
            </a:ln>
          </p:spPr>
          <p:txBody>
            <a:bodyPr spcFirstLastPara="1" wrap="square" lIns="91425" tIns="91425" rIns="91425" bIns="91425" anchor="b" anchorCtr="0">
              <a:noAutofit/>
            </a:bodyPr>
            <a:lstStyle/>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panose="020B0503050203000203" pitchFamily="34" charset="0"/>
                  <a:ea typeface="IBM Plex Sans"/>
                  <a:cs typeface="IBM Plex Sans"/>
                  <a:sym typeface="IBM Plex Sans"/>
                </a:rPr>
                <a:t>Google applies deep neural networks to speech recognition</a:t>
              </a:r>
            </a:p>
          </p:txBody>
        </p:sp>
        <p:cxnSp>
          <p:nvCxnSpPr>
            <p:cNvPr id="18" name="Google Shape;2833;g3b23322d595_2_1840">
              <a:extLst>
                <a:ext uri="{FF2B5EF4-FFF2-40B4-BE49-F238E27FC236}">
                  <a16:creationId xmlns:a16="http://schemas.microsoft.com/office/drawing/2014/main" id="{F8541B11-6B9D-407F-8001-EC224B0D1E7B}"/>
                </a:ext>
              </a:extLst>
            </p:cNvPr>
            <p:cNvCxnSpPr/>
            <p:nvPr/>
          </p:nvCxnSpPr>
          <p:spPr>
            <a:xfrm rot="5400000">
              <a:off x="3895050" y="3490909"/>
              <a:ext cx="457200" cy="0"/>
            </a:xfrm>
            <a:prstGeom prst="straightConnector1">
              <a:avLst/>
            </a:prstGeom>
            <a:noFill/>
            <a:ln w="38100" cap="flat" cmpd="sng">
              <a:solidFill>
                <a:srgbClr val="7030A0"/>
              </a:solidFill>
              <a:prstDash val="solid"/>
              <a:round/>
              <a:headEnd type="none" w="sm" len="sm"/>
              <a:tailEnd type="none" w="sm" len="sm"/>
            </a:ln>
          </p:spPr>
        </p:cxnSp>
        <p:sp>
          <p:nvSpPr>
            <p:cNvPr id="19" name="Google Shape;2834;g3b23322d595_2_1840">
              <a:extLst>
                <a:ext uri="{FF2B5EF4-FFF2-40B4-BE49-F238E27FC236}">
                  <a16:creationId xmlns:a16="http://schemas.microsoft.com/office/drawing/2014/main" id="{61B10939-6BFA-1B99-AEF0-CBC3D99DFCB7}"/>
                </a:ext>
              </a:extLst>
            </p:cNvPr>
            <p:cNvSpPr txBox="1"/>
            <p:nvPr/>
          </p:nvSpPr>
          <p:spPr>
            <a:xfrm>
              <a:off x="3312326" y="4116148"/>
              <a:ext cx="1622648" cy="698479"/>
            </a:xfrm>
            <a:prstGeom prst="rect">
              <a:avLst/>
            </a:prstGeom>
            <a:noFill/>
            <a:ln>
              <a:noFill/>
            </a:ln>
          </p:spPr>
          <p:txBody>
            <a:bodyPr spcFirstLastPara="1" wrap="square" lIns="91425" tIns="91425" rIns="91425" bIns="91425" anchor="t" anchorCtr="0">
              <a:noAutofit/>
            </a:bodyPr>
            <a:lstStyle/>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panose="020B0503050203000203" pitchFamily="34" charset="0"/>
                  <a:ea typeface="IBM Plex Sans"/>
                  <a:cs typeface="IBM Plex Sans"/>
                  <a:sym typeface="IBM Plex Sans"/>
                </a:rPr>
                <a:t>Google acquires DeepMind, cementing a long‑term bet on frontier AI research</a:t>
              </a:r>
            </a:p>
          </p:txBody>
        </p:sp>
        <p:cxnSp>
          <p:nvCxnSpPr>
            <p:cNvPr id="30" name="Google Shape;2829;g3b23322d595_2_1840">
              <a:extLst>
                <a:ext uri="{FF2B5EF4-FFF2-40B4-BE49-F238E27FC236}">
                  <a16:creationId xmlns:a16="http://schemas.microsoft.com/office/drawing/2014/main" id="{613EEA7A-AB8A-BFE4-A6B0-87EDCB0E80D9}"/>
                </a:ext>
              </a:extLst>
            </p:cNvPr>
            <p:cNvCxnSpPr/>
            <p:nvPr/>
          </p:nvCxnSpPr>
          <p:spPr>
            <a:xfrm rot="5400000">
              <a:off x="4921635" y="2925472"/>
              <a:ext cx="457200" cy="0"/>
            </a:xfrm>
            <a:prstGeom prst="straightConnector1">
              <a:avLst/>
            </a:prstGeom>
            <a:noFill/>
            <a:ln w="38100" cap="flat" cmpd="sng">
              <a:solidFill>
                <a:srgbClr val="7030A0"/>
              </a:solidFill>
              <a:prstDash val="solid"/>
              <a:round/>
              <a:headEnd type="none" w="sm" len="sm"/>
              <a:tailEnd type="none" w="sm" len="sm"/>
            </a:ln>
          </p:spPr>
        </p:cxnSp>
        <p:sp>
          <p:nvSpPr>
            <p:cNvPr id="31" name="Google Shape;2834;g3b23322d595_2_1840">
              <a:extLst>
                <a:ext uri="{FF2B5EF4-FFF2-40B4-BE49-F238E27FC236}">
                  <a16:creationId xmlns:a16="http://schemas.microsoft.com/office/drawing/2014/main" id="{316E6D4B-6CEB-58BF-A483-3791656C7AC9}"/>
                </a:ext>
              </a:extLst>
            </p:cNvPr>
            <p:cNvSpPr txBox="1"/>
            <p:nvPr/>
          </p:nvSpPr>
          <p:spPr>
            <a:xfrm>
              <a:off x="4166638" y="853986"/>
              <a:ext cx="1816995" cy="1567600"/>
            </a:xfrm>
            <a:prstGeom prst="rect">
              <a:avLst/>
            </a:prstGeom>
            <a:noFill/>
            <a:ln>
              <a:noFill/>
            </a:ln>
          </p:spPr>
          <p:txBody>
            <a:bodyPr spcFirstLastPara="1" wrap="square" lIns="91425" tIns="91425" rIns="91425" bIns="91425" anchor="b" anchorCtr="0">
              <a:noAutofit/>
            </a:bodyPr>
            <a:lstStyle/>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err="1">
                  <a:solidFill>
                    <a:srgbClr val="000000"/>
                  </a:solidFill>
                  <a:latin typeface="IBM Plex Sans" panose="020B0503050203000203" pitchFamily="34" charset="0"/>
                  <a:ea typeface="IBM Plex Sans"/>
                  <a:cs typeface="IBM Plex Sans"/>
                  <a:sym typeface="IBM Plex Sans"/>
                </a:rPr>
                <a:t>RankBrain</a:t>
              </a:r>
              <a:r>
                <a:rPr lang="en-US" sz="1100" i="0" u="none" strike="noStrike" cap="none" noProof="0">
                  <a:solidFill>
                    <a:srgbClr val="000000"/>
                  </a:solidFill>
                  <a:latin typeface="IBM Plex Sans" panose="020B0503050203000203" pitchFamily="34" charset="0"/>
                  <a:ea typeface="IBM Plex Sans"/>
                  <a:cs typeface="IBM Plex Sans"/>
                  <a:sym typeface="IBM Plex Sans"/>
                </a:rPr>
                <a:t> deployed in Search and Ads</a:t>
              </a:r>
            </a:p>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panose="020B0503050203000203" pitchFamily="34" charset="0"/>
                  <a:ea typeface="IBM Plex Sans"/>
                  <a:cs typeface="IBM Plex Sans"/>
                  <a:sym typeface="IBM Plex Sans"/>
                </a:rPr>
                <a:t>TensorFlow released as an open‑source ML framework</a:t>
              </a:r>
            </a:p>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panose="020B0503050203000203" pitchFamily="34" charset="0"/>
                  <a:ea typeface="IBM Plex Sans"/>
                  <a:cs typeface="IBM Plex Sans"/>
                  <a:sym typeface="IBM Plex Sans"/>
                </a:rPr>
                <a:t>Google Photos launched, using AI for images</a:t>
              </a:r>
            </a:p>
          </p:txBody>
        </p:sp>
        <p:cxnSp>
          <p:nvCxnSpPr>
            <p:cNvPr id="28" name="Google Shape;2833;g3b23322d595_2_1840">
              <a:extLst>
                <a:ext uri="{FF2B5EF4-FFF2-40B4-BE49-F238E27FC236}">
                  <a16:creationId xmlns:a16="http://schemas.microsoft.com/office/drawing/2014/main" id="{5C2AB2DB-4ED4-8298-CEFB-689DFA39FDFB}"/>
                </a:ext>
              </a:extLst>
            </p:cNvPr>
            <p:cNvCxnSpPr/>
            <p:nvPr/>
          </p:nvCxnSpPr>
          <p:spPr>
            <a:xfrm rot="5400000">
              <a:off x="5711374" y="3490909"/>
              <a:ext cx="457200" cy="0"/>
            </a:xfrm>
            <a:prstGeom prst="straightConnector1">
              <a:avLst/>
            </a:prstGeom>
            <a:noFill/>
            <a:ln w="38100" cap="flat" cmpd="sng">
              <a:solidFill>
                <a:srgbClr val="7030A0"/>
              </a:solidFill>
              <a:prstDash val="solid"/>
              <a:round/>
              <a:headEnd type="none" w="sm" len="sm"/>
              <a:tailEnd type="none" w="sm" len="sm"/>
            </a:ln>
          </p:spPr>
        </p:cxnSp>
        <p:sp>
          <p:nvSpPr>
            <p:cNvPr id="29" name="Google Shape;2834;g3b23322d595_2_1840">
              <a:extLst>
                <a:ext uri="{FF2B5EF4-FFF2-40B4-BE49-F238E27FC236}">
                  <a16:creationId xmlns:a16="http://schemas.microsoft.com/office/drawing/2014/main" id="{76F19E24-1E11-2F58-38CC-89EF2AD46C3B}"/>
                </a:ext>
              </a:extLst>
            </p:cNvPr>
            <p:cNvSpPr txBox="1"/>
            <p:nvPr/>
          </p:nvSpPr>
          <p:spPr>
            <a:xfrm>
              <a:off x="5128650" y="4116148"/>
              <a:ext cx="1622648" cy="1596322"/>
            </a:xfrm>
            <a:prstGeom prst="rect">
              <a:avLst/>
            </a:prstGeom>
            <a:noFill/>
            <a:ln>
              <a:noFill/>
            </a:ln>
          </p:spPr>
          <p:txBody>
            <a:bodyPr spcFirstLastPara="1" wrap="square" lIns="91425" tIns="91425" rIns="91425" bIns="91425" anchor="t" anchorCtr="0">
              <a:noAutofit/>
            </a:bodyPr>
            <a:lstStyle/>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panose="020B0503050203000203" pitchFamily="34" charset="0"/>
                  <a:ea typeface="IBM Plex Sans"/>
                  <a:cs typeface="IBM Plex Sans"/>
                  <a:sym typeface="IBM Plex Sans"/>
                </a:rPr>
                <a:t>AI-first deployment</a:t>
              </a:r>
            </a:p>
            <a:p>
              <a:pPr marL="171450" lvl="0" indent="-171450">
                <a:buSzPts val="1400"/>
                <a:buFont typeface="Arial" panose="020B0604020202020204" pitchFamily="34" charset="0"/>
                <a:buChar char="•"/>
              </a:pPr>
              <a:r>
                <a:rPr lang="en-US" sz="1100" noProof="0">
                  <a:latin typeface="IBM Plex Sans" panose="020B0503050203000203" pitchFamily="34" charset="0"/>
                </a:rPr>
                <a:t>Google leans into “AI‑first” branding, infusing ML into Maps, Photos, Assistant, Ads optimization, and cloud services</a:t>
              </a:r>
              <a:endParaRPr lang="en-US" sz="1100" i="0" u="none" strike="noStrike" cap="none" noProof="0">
                <a:solidFill>
                  <a:srgbClr val="000000"/>
                </a:solidFill>
                <a:latin typeface="IBM Plex Sans" panose="020B0503050203000203" pitchFamily="34" charset="0"/>
                <a:ea typeface="IBM Plex Sans"/>
                <a:cs typeface="IBM Plex Sans"/>
                <a:sym typeface="IBM Plex Sans"/>
              </a:endParaRPr>
            </a:p>
            <a:p>
              <a:pPr marL="0" marR="0" lvl="0" indent="0" rtl="0">
                <a:lnSpc>
                  <a:spcPct val="100000"/>
                </a:lnSpc>
                <a:spcBef>
                  <a:spcPts val="0"/>
                </a:spcBef>
                <a:spcAft>
                  <a:spcPts val="0"/>
                </a:spcAft>
                <a:buClr>
                  <a:srgbClr val="000000"/>
                </a:buClr>
                <a:buSzPts val="1400"/>
                <a:buFont typeface="Arial"/>
                <a:buNone/>
              </a:pPr>
              <a:endParaRPr lang="en-US" sz="1100" i="0" u="none" strike="noStrike" cap="none" noProof="0">
                <a:solidFill>
                  <a:srgbClr val="000000"/>
                </a:solidFill>
                <a:latin typeface="IBM Plex Sans" panose="020B0503050203000203" pitchFamily="34" charset="0"/>
                <a:ea typeface="IBM Plex Sans"/>
                <a:cs typeface="IBM Plex Sans"/>
                <a:sym typeface="IBM Plex Sans"/>
              </a:endParaRPr>
            </a:p>
          </p:txBody>
        </p:sp>
        <p:cxnSp>
          <p:nvCxnSpPr>
            <p:cNvPr id="38" name="Google Shape;2829;g3b23322d595_2_1840">
              <a:extLst>
                <a:ext uri="{FF2B5EF4-FFF2-40B4-BE49-F238E27FC236}">
                  <a16:creationId xmlns:a16="http://schemas.microsoft.com/office/drawing/2014/main" id="{EB303EB6-6603-F7A1-1054-685C639DC847}"/>
                </a:ext>
              </a:extLst>
            </p:cNvPr>
            <p:cNvCxnSpPr/>
            <p:nvPr/>
          </p:nvCxnSpPr>
          <p:spPr>
            <a:xfrm rot="5400000">
              <a:off x="6690667" y="2925472"/>
              <a:ext cx="457200" cy="0"/>
            </a:xfrm>
            <a:prstGeom prst="straightConnector1">
              <a:avLst/>
            </a:prstGeom>
            <a:noFill/>
            <a:ln w="38100" cap="flat" cmpd="sng">
              <a:solidFill>
                <a:srgbClr val="7030A0"/>
              </a:solidFill>
              <a:prstDash val="solid"/>
              <a:round/>
              <a:headEnd type="none" w="sm" len="sm"/>
              <a:tailEnd type="none" w="sm" len="sm"/>
            </a:ln>
          </p:spPr>
        </p:cxnSp>
        <p:sp>
          <p:nvSpPr>
            <p:cNvPr id="39" name="Google Shape;2834;g3b23322d595_2_1840">
              <a:extLst>
                <a:ext uri="{FF2B5EF4-FFF2-40B4-BE49-F238E27FC236}">
                  <a16:creationId xmlns:a16="http://schemas.microsoft.com/office/drawing/2014/main" id="{94441D06-E47F-5264-D472-68760C442B87}"/>
                </a:ext>
              </a:extLst>
            </p:cNvPr>
            <p:cNvSpPr txBox="1"/>
            <p:nvPr/>
          </p:nvSpPr>
          <p:spPr>
            <a:xfrm>
              <a:off x="5973971" y="853986"/>
              <a:ext cx="1816995" cy="1567600"/>
            </a:xfrm>
            <a:prstGeom prst="rect">
              <a:avLst/>
            </a:prstGeom>
            <a:noFill/>
            <a:ln>
              <a:noFill/>
            </a:ln>
          </p:spPr>
          <p:txBody>
            <a:bodyPr spcFirstLastPara="1" wrap="square" lIns="91425" tIns="91425" rIns="91425" bIns="91425" anchor="b" anchorCtr="0">
              <a:noAutofit/>
            </a:bodyPr>
            <a:lstStyle/>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a:ea typeface="IBM Plex Sans"/>
                  <a:cs typeface="IBM Plex Sans"/>
                  <a:sym typeface="IBM Plex Sans"/>
                </a:rPr>
                <a:t>Bard </a:t>
              </a:r>
              <a:r>
                <a:rPr lang="en-US" sz="1100" noProof="0">
                  <a:latin typeface="IBM Plex Sans"/>
                  <a:ea typeface="IBM Plex Sans"/>
                  <a:cs typeface="IBM Plex Sans"/>
                  <a:sym typeface="IBM Plex Sans"/>
                </a:rPr>
                <a:t>launch</a:t>
              </a:r>
              <a:endParaRPr lang="en-US" sz="1100" i="0" u="none" strike="noStrike" cap="none" noProof="0">
                <a:solidFill>
                  <a:srgbClr val="000000"/>
                </a:solidFill>
                <a:latin typeface="IBM Plex Sans" panose="020B0503050203000203" pitchFamily="34" charset="0"/>
                <a:ea typeface="IBM Plex Sans"/>
                <a:cs typeface="IBM Plex Sans"/>
                <a:sym typeface="IBM Plex Sans"/>
              </a:endParaRPr>
            </a:p>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panose="020B0503050203000203" pitchFamily="34" charset="0"/>
                  <a:ea typeface="IBM Plex Sans"/>
                  <a:cs typeface="IBM Plex Sans"/>
                  <a:sym typeface="IBM Plex Sans"/>
                </a:rPr>
                <a:t>Google enters the GenAI assistant race</a:t>
              </a:r>
            </a:p>
          </p:txBody>
        </p:sp>
        <p:cxnSp>
          <p:nvCxnSpPr>
            <p:cNvPr id="36" name="Google Shape;2833;g3b23322d595_2_1840">
              <a:extLst>
                <a:ext uri="{FF2B5EF4-FFF2-40B4-BE49-F238E27FC236}">
                  <a16:creationId xmlns:a16="http://schemas.microsoft.com/office/drawing/2014/main" id="{B0E2CEC8-9D66-0603-2F88-EC4AB394A259}"/>
                </a:ext>
              </a:extLst>
            </p:cNvPr>
            <p:cNvCxnSpPr/>
            <p:nvPr/>
          </p:nvCxnSpPr>
          <p:spPr>
            <a:xfrm rot="5400000">
              <a:off x="7518707" y="3490909"/>
              <a:ext cx="457200" cy="0"/>
            </a:xfrm>
            <a:prstGeom prst="straightConnector1">
              <a:avLst/>
            </a:prstGeom>
            <a:noFill/>
            <a:ln w="38100" cap="flat" cmpd="sng">
              <a:solidFill>
                <a:srgbClr val="7030A0"/>
              </a:solidFill>
              <a:prstDash val="solid"/>
              <a:round/>
              <a:headEnd type="none" w="sm" len="sm"/>
              <a:tailEnd type="none" w="sm" len="sm"/>
            </a:ln>
          </p:spPr>
        </p:cxnSp>
        <p:sp>
          <p:nvSpPr>
            <p:cNvPr id="37" name="Google Shape;2834;g3b23322d595_2_1840">
              <a:extLst>
                <a:ext uri="{FF2B5EF4-FFF2-40B4-BE49-F238E27FC236}">
                  <a16:creationId xmlns:a16="http://schemas.microsoft.com/office/drawing/2014/main" id="{47F6E616-ABE2-6302-C68B-FEB2AEA19343}"/>
                </a:ext>
              </a:extLst>
            </p:cNvPr>
            <p:cNvSpPr txBox="1"/>
            <p:nvPr/>
          </p:nvSpPr>
          <p:spPr>
            <a:xfrm>
              <a:off x="6935983" y="4116148"/>
              <a:ext cx="1761193" cy="1571132"/>
            </a:xfrm>
            <a:prstGeom prst="rect">
              <a:avLst/>
            </a:prstGeom>
            <a:noFill/>
            <a:ln>
              <a:noFill/>
            </a:ln>
          </p:spPr>
          <p:txBody>
            <a:bodyPr spcFirstLastPara="1" wrap="square" lIns="91425" tIns="91425" rIns="91425" bIns="91425" anchor="t" anchorCtr="0">
              <a:noAutofit/>
            </a:bodyPr>
            <a:lstStyle/>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a:ea typeface="IBM Plex Sans"/>
                  <a:cs typeface="IBM Plex Sans"/>
                  <a:sym typeface="IBM Plex Sans"/>
                </a:rPr>
                <a:t>Feb 24: Bard rebranded as Gemini; </a:t>
              </a:r>
              <a:r>
                <a:rPr lang="en-US" sz="1100" noProof="0">
                  <a:latin typeface="IBM Plex Sans"/>
                  <a:ea typeface="IBM Plex Sans"/>
                  <a:cs typeface="IBM Plex Sans"/>
                  <a:sym typeface="IBM Plex Sans"/>
                </a:rPr>
                <a:t>Pro</a:t>
              </a:r>
              <a:r>
                <a:rPr lang="en-US" sz="1100" i="0" u="none" strike="noStrike" cap="none" noProof="0">
                  <a:solidFill>
                    <a:srgbClr val="000000"/>
                  </a:solidFill>
                  <a:latin typeface="IBM Plex Sans"/>
                  <a:ea typeface="IBM Plex Sans"/>
                  <a:cs typeface="IBM Plex Sans"/>
                  <a:sym typeface="IBM Plex Sans"/>
                </a:rPr>
                <a:t> </a:t>
              </a:r>
              <a:r>
                <a:rPr lang="en-US" sz="1100" noProof="0">
                  <a:latin typeface="IBM Plex Sans"/>
                  <a:ea typeface="IBM Plex Sans"/>
                  <a:cs typeface="IBM Plex Sans"/>
                  <a:sym typeface="IBM Plex Sans"/>
                </a:rPr>
                <a:t>subscription</a:t>
              </a:r>
              <a:r>
                <a:rPr lang="en-US" sz="1100" i="0" u="none" strike="noStrike" cap="none" noProof="0">
                  <a:solidFill>
                    <a:srgbClr val="000000"/>
                  </a:solidFill>
                  <a:latin typeface="IBM Plex Sans"/>
                  <a:ea typeface="IBM Plex Sans"/>
                  <a:cs typeface="IBM Plex Sans"/>
                  <a:sym typeface="IBM Plex Sans"/>
                </a:rPr>
                <a:t> tier launched</a:t>
              </a:r>
            </a:p>
            <a:p>
              <a:pPr marL="171450" indent="-171450">
                <a:buSzPts val="1400"/>
                <a:buFont typeface="Arial" panose="020B0604020202020204" pitchFamily="34" charset="0"/>
                <a:buChar char="•"/>
              </a:pPr>
              <a:r>
                <a:rPr lang="en-US" sz="1100" noProof="0">
                  <a:latin typeface="IBM Plex Sans"/>
                  <a:ea typeface="IBM Plex Sans"/>
                  <a:cs typeface="IBM Plex Sans"/>
                  <a:sym typeface="IBM Plex Sans"/>
                </a:rPr>
                <a:t>Oct</a:t>
              </a:r>
              <a:r>
                <a:rPr lang="en-US" sz="1100" i="0" u="none" strike="noStrike" cap="none" noProof="0">
                  <a:solidFill>
                    <a:srgbClr val="000000"/>
                  </a:solidFill>
                  <a:latin typeface="IBM Plex Sans"/>
                  <a:ea typeface="IBM Plex Sans"/>
                  <a:cs typeface="IBM Plex Sans"/>
                  <a:sym typeface="IBM Plex Sans"/>
                </a:rPr>
                <a:t> 24: </a:t>
              </a:r>
              <a:r>
                <a:rPr lang="en-US" sz="1100" noProof="0">
                  <a:latin typeface="IBM Plex Sans"/>
                  <a:ea typeface="IBM Plex Sans"/>
                  <a:cs typeface="IBM Plex Sans"/>
                  <a:sym typeface="IBM Plex Sans"/>
                </a:rPr>
                <a:t>Initial</a:t>
              </a:r>
              <a:r>
                <a:rPr lang="en-US" sz="1100" i="0" u="none" strike="noStrike" cap="none" noProof="0">
                  <a:solidFill>
                    <a:srgbClr val="000000"/>
                  </a:solidFill>
                  <a:latin typeface="IBM Plex Sans"/>
                  <a:ea typeface="IBM Plex Sans"/>
                  <a:cs typeface="IBM Plex Sans"/>
                  <a:sym typeface="IBM Plex Sans"/>
                </a:rPr>
                <a:t> tests of ads within AI Overviews begin for </a:t>
              </a:r>
              <a:r>
                <a:rPr lang="en-US" sz="1100" noProof="0">
                  <a:latin typeface="IBM Plex Sans"/>
                  <a:ea typeface="IBM Plex Sans"/>
                  <a:cs typeface="IBM Plex Sans"/>
                  <a:sym typeface="IBM Plex Sans"/>
                </a:rPr>
                <a:t>U.S. mobile users</a:t>
              </a:r>
              <a:endParaRPr lang="en-US" sz="1100" i="0" u="none" strike="noStrike" cap="none" noProof="0">
                <a:solidFill>
                  <a:srgbClr val="000000"/>
                </a:solidFill>
                <a:latin typeface="IBM Plex Sans"/>
                <a:ea typeface="IBM Plex Sans"/>
                <a:cs typeface="IBM Plex Sans"/>
              </a:endParaRPr>
            </a:p>
            <a:p>
              <a:pPr marL="0" marR="0" lvl="0" indent="0" rtl="0">
                <a:lnSpc>
                  <a:spcPct val="100000"/>
                </a:lnSpc>
                <a:spcBef>
                  <a:spcPts val="0"/>
                </a:spcBef>
                <a:spcAft>
                  <a:spcPts val="0"/>
                </a:spcAft>
                <a:buClr>
                  <a:srgbClr val="000000"/>
                </a:buClr>
                <a:buSzPts val="1400"/>
                <a:buFont typeface="Arial"/>
                <a:buNone/>
              </a:pPr>
              <a:endParaRPr lang="en-US" sz="1100" i="0" u="none" strike="noStrike" cap="none" noProof="0">
                <a:solidFill>
                  <a:srgbClr val="000000"/>
                </a:solidFill>
                <a:latin typeface="IBM Plex Sans" panose="020B0503050203000203" pitchFamily="34" charset="0"/>
                <a:ea typeface="IBM Plex Sans"/>
                <a:cs typeface="IBM Plex Sans"/>
                <a:sym typeface="IBM Plex Sans"/>
              </a:endParaRPr>
            </a:p>
          </p:txBody>
        </p:sp>
        <p:cxnSp>
          <p:nvCxnSpPr>
            <p:cNvPr id="46" name="Google Shape;2829;g3b23322d595_2_1840">
              <a:extLst>
                <a:ext uri="{FF2B5EF4-FFF2-40B4-BE49-F238E27FC236}">
                  <a16:creationId xmlns:a16="http://schemas.microsoft.com/office/drawing/2014/main" id="{EE8879F9-9F64-5CEE-4BDC-F2A410F438AE}"/>
                </a:ext>
              </a:extLst>
            </p:cNvPr>
            <p:cNvCxnSpPr/>
            <p:nvPr/>
          </p:nvCxnSpPr>
          <p:spPr>
            <a:xfrm rot="5400000">
              <a:off x="8459699" y="2925472"/>
              <a:ext cx="457200" cy="0"/>
            </a:xfrm>
            <a:prstGeom prst="straightConnector1">
              <a:avLst/>
            </a:prstGeom>
            <a:noFill/>
            <a:ln w="38100" cap="flat" cmpd="sng">
              <a:solidFill>
                <a:srgbClr val="7030A0"/>
              </a:solidFill>
              <a:prstDash val="solid"/>
              <a:round/>
              <a:headEnd type="none" w="sm" len="sm"/>
              <a:tailEnd type="none" w="sm" len="sm"/>
            </a:ln>
          </p:spPr>
        </p:cxnSp>
        <p:sp>
          <p:nvSpPr>
            <p:cNvPr id="47" name="Google Shape;2834;g3b23322d595_2_1840">
              <a:extLst>
                <a:ext uri="{FF2B5EF4-FFF2-40B4-BE49-F238E27FC236}">
                  <a16:creationId xmlns:a16="http://schemas.microsoft.com/office/drawing/2014/main" id="{53C3C992-5F4C-8D42-0F44-62AAA8E12D51}"/>
                </a:ext>
              </a:extLst>
            </p:cNvPr>
            <p:cNvSpPr txBox="1"/>
            <p:nvPr/>
          </p:nvSpPr>
          <p:spPr>
            <a:xfrm>
              <a:off x="7755924" y="853986"/>
              <a:ext cx="1816995" cy="1567600"/>
            </a:xfrm>
            <a:prstGeom prst="rect">
              <a:avLst/>
            </a:prstGeom>
            <a:noFill/>
            <a:ln>
              <a:noFill/>
            </a:ln>
          </p:spPr>
          <p:txBody>
            <a:bodyPr spcFirstLastPara="1" wrap="square" lIns="91425" tIns="91425" rIns="91425" bIns="91425" anchor="b" anchorCtr="0">
              <a:noAutofit/>
            </a:bodyPr>
            <a:lstStyle/>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a:ea typeface="IBM Plex Sans"/>
                  <a:cs typeface="IBM Plex Sans"/>
                  <a:sym typeface="IBM Plex Sans"/>
                </a:rPr>
                <a:t>Mar 25: AI Mode </a:t>
              </a:r>
              <a:r>
                <a:rPr lang="en-US" sz="1100" noProof="0">
                  <a:latin typeface="IBM Plex Sans"/>
                  <a:ea typeface="IBM Plex Sans"/>
                  <a:cs typeface="IBM Plex Sans"/>
                  <a:sym typeface="IBM Plex Sans"/>
                </a:rPr>
                <a:t>search</a:t>
              </a:r>
              <a:r>
                <a:rPr lang="en-US" sz="1100" i="0" u="none" strike="noStrike" cap="none" noProof="0">
                  <a:solidFill>
                    <a:srgbClr val="000000"/>
                  </a:solidFill>
                  <a:latin typeface="IBM Plex Sans"/>
                  <a:ea typeface="IBM Plex Sans"/>
                  <a:cs typeface="IBM Plex Sans"/>
                  <a:sym typeface="IBM Plex Sans"/>
                </a:rPr>
                <a:t> experience introduced</a:t>
              </a:r>
            </a:p>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panose="020B0503050203000203" pitchFamily="34" charset="0"/>
                  <a:ea typeface="IBM Plex Sans"/>
                  <a:cs typeface="IBM Plex Sans"/>
                  <a:sym typeface="IBM Plex Sans"/>
                </a:rPr>
                <a:t>Sep 25: ‘Ads in AI Mode’ launched officially as a capability at Think Week 2025</a:t>
              </a:r>
            </a:p>
          </p:txBody>
        </p:sp>
        <p:cxnSp>
          <p:nvCxnSpPr>
            <p:cNvPr id="44" name="Google Shape;2833;g3b23322d595_2_1840">
              <a:extLst>
                <a:ext uri="{FF2B5EF4-FFF2-40B4-BE49-F238E27FC236}">
                  <a16:creationId xmlns:a16="http://schemas.microsoft.com/office/drawing/2014/main" id="{D45A2E2C-D3ED-C23E-0813-3625C33E61E4}"/>
                </a:ext>
              </a:extLst>
            </p:cNvPr>
            <p:cNvCxnSpPr/>
            <p:nvPr/>
          </p:nvCxnSpPr>
          <p:spPr>
            <a:xfrm rot="5400000">
              <a:off x="9300660" y="3490909"/>
              <a:ext cx="457200" cy="0"/>
            </a:xfrm>
            <a:prstGeom prst="straightConnector1">
              <a:avLst/>
            </a:prstGeom>
            <a:noFill/>
            <a:ln w="38100" cap="flat" cmpd="sng">
              <a:solidFill>
                <a:srgbClr val="7030A0"/>
              </a:solidFill>
              <a:prstDash val="solid"/>
              <a:round/>
              <a:headEnd type="none" w="sm" len="sm"/>
              <a:tailEnd type="none" w="sm" len="sm"/>
            </a:ln>
          </p:spPr>
        </p:cxnSp>
        <p:sp>
          <p:nvSpPr>
            <p:cNvPr id="45" name="Google Shape;2834;g3b23322d595_2_1840">
              <a:extLst>
                <a:ext uri="{FF2B5EF4-FFF2-40B4-BE49-F238E27FC236}">
                  <a16:creationId xmlns:a16="http://schemas.microsoft.com/office/drawing/2014/main" id="{4FC71395-7AE2-E4B8-5700-8649C2E43805}"/>
                </a:ext>
              </a:extLst>
            </p:cNvPr>
            <p:cNvSpPr txBox="1"/>
            <p:nvPr/>
          </p:nvSpPr>
          <p:spPr>
            <a:xfrm>
              <a:off x="8717936" y="4116148"/>
              <a:ext cx="1742300" cy="1571132"/>
            </a:xfrm>
            <a:prstGeom prst="rect">
              <a:avLst/>
            </a:prstGeom>
            <a:noFill/>
            <a:ln>
              <a:noFill/>
            </a:ln>
          </p:spPr>
          <p:txBody>
            <a:bodyPr spcFirstLastPara="1" wrap="square" lIns="91425" tIns="91425" rIns="91425" bIns="91425" anchor="t" anchorCtr="0">
              <a:noAutofit/>
            </a:bodyPr>
            <a:lstStyle/>
            <a:p>
              <a:pPr marL="171450" indent="-171450">
                <a:buSzPts val="1400"/>
                <a:buFont typeface="Arial" panose="020B0604020202020204" pitchFamily="34" charset="0"/>
                <a:buChar char="•"/>
              </a:pPr>
              <a:r>
                <a:rPr lang="en-US" sz="1100" i="0" u="none" strike="noStrike" cap="none" noProof="0">
                  <a:solidFill>
                    <a:srgbClr val="000000"/>
                  </a:solidFill>
                  <a:latin typeface="IBM Plex Sans"/>
                  <a:ea typeface="IBM Plex Sans"/>
                  <a:cs typeface="IBM Plex Sans"/>
                  <a:sym typeface="IBM Plex Sans"/>
                </a:rPr>
                <a:t>Oct 25:Gemini MAUs hit </a:t>
              </a:r>
              <a:r>
                <a:rPr lang="en-US" sz="1100" noProof="0">
                  <a:latin typeface="IBM Plex Sans"/>
                  <a:ea typeface="IBM Plex Sans"/>
                  <a:cs typeface="IBM Plex Sans"/>
                  <a:sym typeface="IBM Plex Sans"/>
                </a:rPr>
                <a:t>650M</a:t>
              </a:r>
              <a:r>
                <a:rPr lang="en-US" sz="1100" i="0" u="none" strike="noStrike" cap="none" noProof="0">
                  <a:solidFill>
                    <a:srgbClr val="000000"/>
                  </a:solidFill>
                  <a:latin typeface="IBM Plex Sans"/>
                  <a:ea typeface="IBM Plex Sans"/>
                  <a:cs typeface="IBM Plex Sans"/>
                  <a:sym typeface="IBM Plex Sans"/>
                </a:rPr>
                <a:t>; AI Mode DAUs exceed </a:t>
              </a:r>
              <a:r>
                <a:rPr lang="en-US" sz="1100" noProof="0">
                  <a:latin typeface="IBM Plex Sans"/>
                  <a:ea typeface="IBM Plex Sans"/>
                  <a:cs typeface="IBM Plex Sans"/>
                  <a:sym typeface="IBM Plex Sans"/>
                </a:rPr>
                <a:t>75M</a:t>
              </a:r>
              <a:endParaRPr lang="en-US" sz="1100" i="0" u="none" strike="noStrike" cap="none" noProof="0">
                <a:solidFill>
                  <a:srgbClr val="000000"/>
                </a:solidFill>
                <a:latin typeface="IBM Plex Sans"/>
                <a:ea typeface="IBM Plex Sans"/>
                <a:cs typeface="IBM Plex Sans"/>
                <a:sym typeface="IBM Plex Sans"/>
              </a:endParaRPr>
            </a:p>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100" i="0" u="none" strike="noStrike" cap="none" noProof="0">
                  <a:solidFill>
                    <a:srgbClr val="000000"/>
                  </a:solidFill>
                  <a:latin typeface="IBM Plex Sans" panose="020B0503050203000203" pitchFamily="34" charset="0"/>
                  <a:ea typeface="IBM Plex Sans"/>
                  <a:cs typeface="IBM Plex Sans"/>
                  <a:sym typeface="IBM Plex Sans"/>
                </a:rPr>
                <a:t>Nov 25: Ads Advisor &amp; Analytics Advisor tools (powered by Gemini) roll out</a:t>
              </a:r>
            </a:p>
          </p:txBody>
        </p:sp>
        <p:cxnSp>
          <p:nvCxnSpPr>
            <p:cNvPr id="53" name="Google Shape;2829;g3b23322d595_2_1840">
              <a:extLst>
                <a:ext uri="{FF2B5EF4-FFF2-40B4-BE49-F238E27FC236}">
                  <a16:creationId xmlns:a16="http://schemas.microsoft.com/office/drawing/2014/main" id="{205C0560-3FC2-84EF-DE63-539E755DA744}"/>
                </a:ext>
              </a:extLst>
            </p:cNvPr>
            <p:cNvCxnSpPr/>
            <p:nvPr/>
          </p:nvCxnSpPr>
          <p:spPr>
            <a:xfrm rot="5400000">
              <a:off x="10228732" y="2925472"/>
              <a:ext cx="457200" cy="0"/>
            </a:xfrm>
            <a:prstGeom prst="straightConnector1">
              <a:avLst/>
            </a:prstGeom>
            <a:noFill/>
            <a:ln w="38100" cap="flat" cmpd="sng">
              <a:solidFill>
                <a:srgbClr val="7030A0"/>
              </a:solidFill>
              <a:prstDash val="solid"/>
              <a:round/>
              <a:headEnd type="none" w="sm" len="sm"/>
              <a:tailEnd type="none" w="sm" len="sm"/>
            </a:ln>
          </p:spPr>
        </p:cxnSp>
        <p:sp>
          <p:nvSpPr>
            <p:cNvPr id="54" name="Google Shape;2834;g3b23322d595_2_1840">
              <a:extLst>
                <a:ext uri="{FF2B5EF4-FFF2-40B4-BE49-F238E27FC236}">
                  <a16:creationId xmlns:a16="http://schemas.microsoft.com/office/drawing/2014/main" id="{6F2A0ED5-B844-9435-D4ED-290034ACB237}"/>
                </a:ext>
              </a:extLst>
            </p:cNvPr>
            <p:cNvSpPr txBox="1"/>
            <p:nvPr/>
          </p:nvSpPr>
          <p:spPr>
            <a:xfrm>
              <a:off x="9548834" y="853986"/>
              <a:ext cx="1816995" cy="1567600"/>
            </a:xfrm>
            <a:prstGeom prst="rect">
              <a:avLst/>
            </a:prstGeom>
            <a:noFill/>
            <a:ln>
              <a:noFill/>
            </a:ln>
          </p:spPr>
          <p:txBody>
            <a:bodyPr spcFirstLastPara="1" wrap="square" lIns="91425" tIns="91425" rIns="91425" bIns="91425" anchor="b" anchorCtr="0">
              <a:noAutofit/>
            </a:bodyPr>
            <a:lstStyle/>
            <a:p>
              <a:pPr marL="171450" indent="-171450">
                <a:buSzPts val="1400"/>
                <a:buFont typeface="Arial" panose="020B0604020202020204" pitchFamily="34" charset="0"/>
                <a:buChar char="•"/>
              </a:pPr>
              <a:r>
                <a:rPr lang="en-US" sz="1100" i="0" u="none" strike="noStrike" cap="none" noProof="0">
                  <a:solidFill>
                    <a:srgbClr val="000000"/>
                  </a:solidFill>
                  <a:latin typeface="IBM Plex Sans"/>
                  <a:ea typeface="IBM Plex Sans"/>
                  <a:cs typeface="IBM Plex Sans"/>
                  <a:sym typeface="IBM Plex Sans"/>
                </a:rPr>
                <a:t>Dec 25: Adweek reports on 2026 Gemini ad plans, including </a:t>
              </a:r>
              <a:r>
                <a:rPr lang="en-US" sz="1100" noProof="0">
                  <a:latin typeface="IBM Plex Sans"/>
                  <a:ea typeface="IBM Plex Sans"/>
                  <a:cs typeface="IBM Plex Sans"/>
                  <a:sym typeface="IBM Plex Sans"/>
                </a:rPr>
                <a:t>potential ads in the Gemini app – claim </a:t>
              </a:r>
              <a:r>
                <a:rPr lang="en-US" sz="1100" i="0" u="none" strike="noStrike" cap="none" noProof="0">
                  <a:solidFill>
                    <a:srgbClr val="000000"/>
                  </a:solidFill>
                  <a:latin typeface="IBM Plex Sans"/>
                  <a:ea typeface="IBM Plex Sans"/>
                  <a:cs typeface="IBM Plex Sans"/>
                  <a:sym typeface="IBM Plex Sans"/>
                </a:rPr>
                <a:t>Google denies</a:t>
              </a:r>
            </a:p>
          </p:txBody>
        </p:sp>
        <p:sp>
          <p:nvSpPr>
            <p:cNvPr id="56" name="TextBox 55">
              <a:extLst>
                <a:ext uri="{FF2B5EF4-FFF2-40B4-BE49-F238E27FC236}">
                  <a16:creationId xmlns:a16="http://schemas.microsoft.com/office/drawing/2014/main" id="{89FC29A4-3C27-11B5-9923-48A2C107EB47}"/>
                </a:ext>
              </a:extLst>
            </p:cNvPr>
            <p:cNvSpPr txBox="1"/>
            <p:nvPr/>
          </p:nvSpPr>
          <p:spPr>
            <a:xfrm>
              <a:off x="1278538" y="2406209"/>
              <a:ext cx="667264" cy="307777"/>
            </a:xfrm>
            <a:prstGeom prst="rect">
              <a:avLst/>
            </a:prstGeom>
            <a:noFill/>
          </p:spPr>
          <p:txBody>
            <a:bodyPr wrap="square" rtlCol="0">
              <a:spAutoFit/>
            </a:bodyPr>
            <a:lstStyle/>
            <a:p>
              <a:pPr algn="ctr"/>
              <a:r>
                <a:rPr lang="en-US" b="1" noProof="0">
                  <a:solidFill>
                    <a:srgbClr val="7030A0"/>
                  </a:solidFill>
                  <a:latin typeface="IBM Plex Sans" panose="020B0503050203000203" pitchFamily="34" charset="0"/>
                </a:rPr>
                <a:t>2001</a:t>
              </a:r>
            </a:p>
          </p:txBody>
        </p:sp>
        <p:sp>
          <p:nvSpPr>
            <p:cNvPr id="59" name="TextBox 58">
              <a:extLst>
                <a:ext uri="{FF2B5EF4-FFF2-40B4-BE49-F238E27FC236}">
                  <a16:creationId xmlns:a16="http://schemas.microsoft.com/office/drawing/2014/main" id="{B2950360-1A83-47C6-FD21-404DED66F6C5}"/>
                </a:ext>
              </a:extLst>
            </p:cNvPr>
            <p:cNvSpPr txBox="1"/>
            <p:nvPr/>
          </p:nvSpPr>
          <p:spPr>
            <a:xfrm>
              <a:off x="1999779" y="3783906"/>
              <a:ext cx="667264" cy="307777"/>
            </a:xfrm>
            <a:prstGeom prst="rect">
              <a:avLst/>
            </a:prstGeom>
            <a:noFill/>
          </p:spPr>
          <p:txBody>
            <a:bodyPr wrap="square" rtlCol="0">
              <a:spAutoFit/>
            </a:bodyPr>
            <a:lstStyle/>
            <a:p>
              <a:pPr algn="ctr"/>
              <a:r>
                <a:rPr lang="en-US" b="1" noProof="0">
                  <a:solidFill>
                    <a:srgbClr val="7030A0"/>
                  </a:solidFill>
                  <a:latin typeface="IBM Plex Sans" panose="020B0503050203000203" pitchFamily="34" charset="0"/>
                </a:rPr>
                <a:t>2006</a:t>
              </a:r>
            </a:p>
          </p:txBody>
        </p:sp>
        <p:sp>
          <p:nvSpPr>
            <p:cNvPr id="61" name="TextBox 60">
              <a:extLst>
                <a:ext uri="{FF2B5EF4-FFF2-40B4-BE49-F238E27FC236}">
                  <a16:creationId xmlns:a16="http://schemas.microsoft.com/office/drawing/2014/main" id="{6CCC0782-1A70-C59F-3D47-461DE5EF5B99}"/>
                </a:ext>
              </a:extLst>
            </p:cNvPr>
            <p:cNvSpPr txBox="1"/>
            <p:nvPr/>
          </p:nvSpPr>
          <p:spPr>
            <a:xfrm>
              <a:off x="3798742" y="3783906"/>
              <a:ext cx="667264" cy="307777"/>
            </a:xfrm>
            <a:prstGeom prst="rect">
              <a:avLst/>
            </a:prstGeom>
            <a:noFill/>
          </p:spPr>
          <p:txBody>
            <a:bodyPr wrap="square" rtlCol="0">
              <a:spAutoFit/>
            </a:bodyPr>
            <a:lstStyle/>
            <a:p>
              <a:pPr algn="ctr"/>
              <a:r>
                <a:rPr lang="en-US" b="1" noProof="0">
                  <a:solidFill>
                    <a:srgbClr val="7030A0"/>
                  </a:solidFill>
                  <a:latin typeface="IBM Plex Sans" panose="020B0503050203000203" pitchFamily="34" charset="0"/>
                </a:rPr>
                <a:t>2014</a:t>
              </a:r>
            </a:p>
          </p:txBody>
        </p:sp>
        <p:sp>
          <p:nvSpPr>
            <p:cNvPr id="62" name="TextBox 61">
              <a:extLst>
                <a:ext uri="{FF2B5EF4-FFF2-40B4-BE49-F238E27FC236}">
                  <a16:creationId xmlns:a16="http://schemas.microsoft.com/office/drawing/2014/main" id="{4CE73E9E-E6F0-E4DC-2DF8-F51EBA9D6175}"/>
                </a:ext>
              </a:extLst>
            </p:cNvPr>
            <p:cNvSpPr txBox="1"/>
            <p:nvPr/>
          </p:nvSpPr>
          <p:spPr>
            <a:xfrm>
              <a:off x="5291207" y="3783906"/>
              <a:ext cx="1294427" cy="307777"/>
            </a:xfrm>
            <a:prstGeom prst="rect">
              <a:avLst/>
            </a:prstGeom>
            <a:noFill/>
          </p:spPr>
          <p:txBody>
            <a:bodyPr wrap="square" rtlCol="0">
              <a:spAutoFit/>
            </a:bodyPr>
            <a:lstStyle/>
            <a:p>
              <a:pPr algn="ctr"/>
              <a:r>
                <a:rPr lang="en-US" b="1" noProof="0">
                  <a:solidFill>
                    <a:srgbClr val="7030A0"/>
                  </a:solidFill>
                  <a:latin typeface="IBM Plex Sans" panose="020B0503050203000203" pitchFamily="34" charset="0"/>
                </a:rPr>
                <a:t>2018-2022</a:t>
              </a:r>
            </a:p>
          </p:txBody>
        </p:sp>
        <p:sp>
          <p:nvSpPr>
            <p:cNvPr id="63" name="TextBox 62">
              <a:extLst>
                <a:ext uri="{FF2B5EF4-FFF2-40B4-BE49-F238E27FC236}">
                  <a16:creationId xmlns:a16="http://schemas.microsoft.com/office/drawing/2014/main" id="{F4604AA4-2EEB-9105-BD0B-545BF8755011}"/>
                </a:ext>
              </a:extLst>
            </p:cNvPr>
            <p:cNvSpPr txBox="1"/>
            <p:nvPr/>
          </p:nvSpPr>
          <p:spPr>
            <a:xfrm>
              <a:off x="7396667" y="3783906"/>
              <a:ext cx="667264" cy="307777"/>
            </a:xfrm>
            <a:prstGeom prst="rect">
              <a:avLst/>
            </a:prstGeom>
            <a:noFill/>
          </p:spPr>
          <p:txBody>
            <a:bodyPr wrap="square" rtlCol="0">
              <a:spAutoFit/>
            </a:bodyPr>
            <a:lstStyle/>
            <a:p>
              <a:pPr algn="ctr"/>
              <a:r>
                <a:rPr lang="en-US" b="1" noProof="0">
                  <a:solidFill>
                    <a:srgbClr val="7030A0"/>
                  </a:solidFill>
                  <a:latin typeface="IBM Plex Sans" panose="020B0503050203000203" pitchFamily="34" charset="0"/>
                </a:rPr>
                <a:t>2024</a:t>
              </a:r>
            </a:p>
          </p:txBody>
        </p:sp>
        <p:sp>
          <p:nvSpPr>
            <p:cNvPr id="2816" name="TextBox 2815">
              <a:extLst>
                <a:ext uri="{FF2B5EF4-FFF2-40B4-BE49-F238E27FC236}">
                  <a16:creationId xmlns:a16="http://schemas.microsoft.com/office/drawing/2014/main" id="{16A2360A-BBE5-33AA-CCDD-DB7EEA898263}"/>
                </a:ext>
              </a:extLst>
            </p:cNvPr>
            <p:cNvSpPr txBox="1"/>
            <p:nvPr/>
          </p:nvSpPr>
          <p:spPr>
            <a:xfrm>
              <a:off x="8976209" y="3783906"/>
              <a:ext cx="1073801" cy="307777"/>
            </a:xfrm>
            <a:prstGeom prst="rect">
              <a:avLst/>
            </a:prstGeom>
            <a:noFill/>
          </p:spPr>
          <p:txBody>
            <a:bodyPr wrap="square" rtlCol="0">
              <a:spAutoFit/>
            </a:bodyPr>
            <a:lstStyle/>
            <a:p>
              <a:pPr algn="ctr"/>
              <a:r>
                <a:rPr lang="en-US" b="1" noProof="0">
                  <a:solidFill>
                    <a:srgbClr val="7030A0"/>
                  </a:solidFill>
                  <a:latin typeface="IBM Plex Sans" panose="020B0503050203000203" pitchFamily="34" charset="0"/>
                </a:rPr>
                <a:t>Oct 2025</a:t>
              </a:r>
            </a:p>
          </p:txBody>
        </p:sp>
        <p:sp>
          <p:nvSpPr>
            <p:cNvPr id="2817" name="TextBox 2816">
              <a:extLst>
                <a:ext uri="{FF2B5EF4-FFF2-40B4-BE49-F238E27FC236}">
                  <a16:creationId xmlns:a16="http://schemas.microsoft.com/office/drawing/2014/main" id="{28BFB4AB-705A-1778-439D-E7069692BC45}"/>
                </a:ext>
              </a:extLst>
            </p:cNvPr>
            <p:cNvSpPr txBox="1"/>
            <p:nvPr/>
          </p:nvSpPr>
          <p:spPr>
            <a:xfrm>
              <a:off x="3047570" y="2406209"/>
              <a:ext cx="667264" cy="307777"/>
            </a:xfrm>
            <a:prstGeom prst="rect">
              <a:avLst/>
            </a:prstGeom>
            <a:noFill/>
          </p:spPr>
          <p:txBody>
            <a:bodyPr wrap="square" rtlCol="0">
              <a:spAutoFit/>
            </a:bodyPr>
            <a:lstStyle/>
            <a:p>
              <a:pPr algn="ctr"/>
              <a:r>
                <a:rPr lang="en-US" b="1" noProof="0">
                  <a:solidFill>
                    <a:srgbClr val="7030A0"/>
                  </a:solidFill>
                  <a:latin typeface="IBM Plex Sans" panose="020B0503050203000203" pitchFamily="34" charset="0"/>
                </a:rPr>
                <a:t>2012</a:t>
              </a:r>
            </a:p>
          </p:txBody>
        </p:sp>
        <p:sp>
          <p:nvSpPr>
            <p:cNvPr id="2818" name="TextBox 2817">
              <a:extLst>
                <a:ext uri="{FF2B5EF4-FFF2-40B4-BE49-F238E27FC236}">
                  <a16:creationId xmlns:a16="http://schemas.microsoft.com/office/drawing/2014/main" id="{3B0E1468-1BF6-57FA-F97C-88DF34792D42}"/>
                </a:ext>
              </a:extLst>
            </p:cNvPr>
            <p:cNvSpPr txBox="1"/>
            <p:nvPr/>
          </p:nvSpPr>
          <p:spPr>
            <a:xfrm>
              <a:off x="4816602" y="2406209"/>
              <a:ext cx="667264" cy="307777"/>
            </a:xfrm>
            <a:prstGeom prst="rect">
              <a:avLst/>
            </a:prstGeom>
            <a:noFill/>
          </p:spPr>
          <p:txBody>
            <a:bodyPr wrap="square" rtlCol="0">
              <a:spAutoFit/>
            </a:bodyPr>
            <a:lstStyle/>
            <a:p>
              <a:pPr algn="ctr"/>
              <a:r>
                <a:rPr lang="en-US" b="1" noProof="0">
                  <a:solidFill>
                    <a:srgbClr val="7030A0"/>
                  </a:solidFill>
                  <a:latin typeface="IBM Plex Sans" panose="020B0503050203000203" pitchFamily="34" charset="0"/>
                </a:rPr>
                <a:t>2015</a:t>
              </a:r>
            </a:p>
          </p:txBody>
        </p:sp>
        <p:sp>
          <p:nvSpPr>
            <p:cNvPr id="2822" name="TextBox 2821">
              <a:extLst>
                <a:ext uri="{FF2B5EF4-FFF2-40B4-BE49-F238E27FC236}">
                  <a16:creationId xmlns:a16="http://schemas.microsoft.com/office/drawing/2014/main" id="{3E0C9B56-B752-6560-FDE9-83567441974A}"/>
                </a:ext>
              </a:extLst>
            </p:cNvPr>
            <p:cNvSpPr txBox="1"/>
            <p:nvPr/>
          </p:nvSpPr>
          <p:spPr>
            <a:xfrm>
              <a:off x="6585634" y="2406209"/>
              <a:ext cx="667264" cy="307777"/>
            </a:xfrm>
            <a:prstGeom prst="rect">
              <a:avLst/>
            </a:prstGeom>
            <a:noFill/>
          </p:spPr>
          <p:txBody>
            <a:bodyPr wrap="square" rtlCol="0">
              <a:spAutoFit/>
            </a:bodyPr>
            <a:lstStyle/>
            <a:p>
              <a:pPr algn="ctr"/>
              <a:r>
                <a:rPr lang="en-US" b="1" noProof="0">
                  <a:solidFill>
                    <a:srgbClr val="7030A0"/>
                  </a:solidFill>
                  <a:latin typeface="IBM Plex Sans" panose="020B0503050203000203" pitchFamily="34" charset="0"/>
                </a:rPr>
                <a:t>2023</a:t>
              </a:r>
            </a:p>
          </p:txBody>
        </p:sp>
        <p:sp>
          <p:nvSpPr>
            <p:cNvPr id="2842" name="TextBox 2841">
              <a:extLst>
                <a:ext uri="{FF2B5EF4-FFF2-40B4-BE49-F238E27FC236}">
                  <a16:creationId xmlns:a16="http://schemas.microsoft.com/office/drawing/2014/main" id="{B5FBD261-CD6F-DBBE-E3BF-71461CFCED46}"/>
                </a:ext>
              </a:extLst>
            </p:cNvPr>
            <p:cNvSpPr txBox="1"/>
            <p:nvPr/>
          </p:nvSpPr>
          <p:spPr>
            <a:xfrm>
              <a:off x="7922799" y="2406209"/>
              <a:ext cx="1508225" cy="307777"/>
            </a:xfrm>
            <a:prstGeom prst="rect">
              <a:avLst/>
            </a:prstGeom>
            <a:noFill/>
          </p:spPr>
          <p:txBody>
            <a:bodyPr wrap="square" rtlCol="0">
              <a:spAutoFit/>
            </a:bodyPr>
            <a:lstStyle/>
            <a:p>
              <a:pPr algn="ctr"/>
              <a:r>
                <a:rPr lang="en-US" b="1" noProof="0">
                  <a:solidFill>
                    <a:srgbClr val="7030A0"/>
                  </a:solidFill>
                  <a:latin typeface="IBM Plex Sans" panose="020B0503050203000203" pitchFamily="34" charset="0"/>
                </a:rPr>
                <a:t>Mar-Sep 2025</a:t>
              </a:r>
            </a:p>
          </p:txBody>
        </p:sp>
        <p:sp>
          <p:nvSpPr>
            <p:cNvPr id="2843" name="TextBox 2842">
              <a:extLst>
                <a:ext uri="{FF2B5EF4-FFF2-40B4-BE49-F238E27FC236}">
                  <a16:creationId xmlns:a16="http://schemas.microsoft.com/office/drawing/2014/main" id="{8F9CDD8A-50B0-5986-F98A-2273A90F65F2}"/>
                </a:ext>
              </a:extLst>
            </p:cNvPr>
            <p:cNvSpPr txBox="1"/>
            <p:nvPr/>
          </p:nvSpPr>
          <p:spPr>
            <a:xfrm>
              <a:off x="9919153" y="2406209"/>
              <a:ext cx="1076356" cy="307777"/>
            </a:xfrm>
            <a:prstGeom prst="rect">
              <a:avLst/>
            </a:prstGeom>
            <a:noFill/>
          </p:spPr>
          <p:txBody>
            <a:bodyPr wrap="square" rtlCol="0">
              <a:spAutoFit/>
            </a:bodyPr>
            <a:lstStyle/>
            <a:p>
              <a:pPr algn="ctr"/>
              <a:r>
                <a:rPr lang="en-US" b="1" noProof="0">
                  <a:solidFill>
                    <a:srgbClr val="7030A0"/>
                  </a:solidFill>
                  <a:latin typeface="IBM Plex Sans" panose="020B0503050203000203" pitchFamily="34" charset="0"/>
                </a:rPr>
                <a:t>Dec 2025</a:t>
              </a:r>
            </a:p>
          </p:txBody>
        </p:sp>
      </p:grpSp>
      <p:sp>
        <p:nvSpPr>
          <p:cNvPr id="2845" name="Star: 5 Points 2844">
            <a:extLst>
              <a:ext uri="{FF2B5EF4-FFF2-40B4-BE49-F238E27FC236}">
                <a16:creationId xmlns:a16="http://schemas.microsoft.com/office/drawing/2014/main" id="{2D4B919F-A1FB-CD1C-F3EB-16697413EF2A}"/>
              </a:ext>
            </a:extLst>
          </p:cNvPr>
          <p:cNvSpPr/>
          <p:nvPr/>
        </p:nvSpPr>
        <p:spPr>
          <a:xfrm>
            <a:off x="5106982" y="3467657"/>
            <a:ext cx="91440" cy="91440"/>
          </a:xfrm>
          <a:prstGeom prst="star5">
            <a:avLst/>
          </a:prstGeom>
          <a:solidFill>
            <a:schemeClr val="accent2"/>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wrap="none" lIns="91440" rtlCol="0" anchor="ctr"/>
          <a:lstStyle/>
          <a:p>
            <a:endParaRPr lang="en-US" sz="1200" b="1" noProof="0">
              <a:solidFill>
                <a:srgbClr val="7030A0"/>
              </a:solidFill>
            </a:endParaRPr>
          </a:p>
          <a:p>
            <a:pPr algn="ctr"/>
            <a:endParaRPr lang="en-US" sz="1200" b="1" noProof="0">
              <a:solidFill>
                <a:srgbClr val="7030A0"/>
              </a:solidFill>
            </a:endParaRPr>
          </a:p>
          <a:p>
            <a:pPr algn="ctr"/>
            <a:r>
              <a:rPr lang="en-US" sz="1200" b="1" noProof="0">
                <a:solidFill>
                  <a:schemeClr val="accent2"/>
                </a:solidFill>
              </a:rPr>
              <a:t>Launch of Open AI</a:t>
            </a:r>
          </a:p>
        </p:txBody>
      </p:sp>
      <p:sp>
        <p:nvSpPr>
          <p:cNvPr id="12" name="CaixaDeTexto 11">
            <a:extLst>
              <a:ext uri="{FF2B5EF4-FFF2-40B4-BE49-F238E27FC236}">
                <a16:creationId xmlns:a16="http://schemas.microsoft.com/office/drawing/2014/main" id="{5DD03A9E-666E-A226-5828-3770EBDB355D}"/>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Google AI strategy</a:t>
            </a:r>
            <a:endParaRPr lang="en-US" noProof="0"/>
          </a:p>
        </p:txBody>
      </p:sp>
    </p:spTree>
    <p:extLst>
      <p:ext uri="{BB962C8B-B14F-4D97-AF65-F5344CB8AC3E}">
        <p14:creationId xmlns:p14="http://schemas.microsoft.com/office/powerpoint/2010/main" val="275324056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2849">
          <a:extLst>
            <a:ext uri="{FF2B5EF4-FFF2-40B4-BE49-F238E27FC236}">
              <a16:creationId xmlns:a16="http://schemas.microsoft.com/office/drawing/2014/main" id="{ED234FE5-DDC2-7F42-8114-05D8CE2F2E4B}"/>
            </a:ext>
          </a:extLst>
        </p:cNvPr>
        <p:cNvGrpSpPr/>
        <p:nvPr/>
      </p:nvGrpSpPr>
      <p:grpSpPr>
        <a:xfrm>
          <a:off x="0" y="0"/>
          <a:ext cx="0" cy="0"/>
          <a:chOff x="0" y="0"/>
          <a:chExt cx="0" cy="0"/>
        </a:xfrm>
      </p:grpSpPr>
      <p:sp>
        <p:nvSpPr>
          <p:cNvPr id="2850" name="Google Shape;2850;g3b23322d595_2_1869">
            <a:extLst>
              <a:ext uri="{FF2B5EF4-FFF2-40B4-BE49-F238E27FC236}">
                <a16:creationId xmlns:a16="http://schemas.microsoft.com/office/drawing/2014/main" id="{C2B06A2B-7D1B-C7A0-408F-18A93CBE4D2D}"/>
              </a:ext>
            </a:extLst>
          </p:cNvPr>
          <p:cNvSpPr txBox="1">
            <a:spLocks noGrp="1"/>
          </p:cNvSpPr>
          <p:nvPr>
            <p:ph type="body" idx="1"/>
          </p:nvPr>
        </p:nvSpPr>
        <p:spPr>
          <a:xfrm>
            <a:off x="472052" y="495301"/>
            <a:ext cx="11203991" cy="775597"/>
          </a:xfrm>
          <a:prstGeom prst="rect">
            <a:avLst/>
          </a:prstGeom>
          <a:noFill/>
          <a:ln>
            <a:noFill/>
          </a:ln>
        </p:spPr>
        <p:txBody>
          <a:bodyPr spcFirstLastPara="1" wrap="square" lIns="0" tIns="0" rIns="0" bIns="0" anchor="t" anchorCtr="0">
            <a:spAutoFit/>
          </a:bodyPr>
          <a:lstStyle/>
          <a:p>
            <a:pPr marL="0" indent="0">
              <a:spcBef>
                <a:spcPts val="0"/>
              </a:spcBef>
              <a:buSzPts val="1800"/>
              <a:buNone/>
            </a:pPr>
            <a:r>
              <a:rPr lang="en-US" b="0" noProof="0">
                <a:solidFill>
                  <a:schemeClr val="dk1"/>
                </a:solidFill>
                <a:latin typeface="IBM Plex Sans"/>
                <a:ea typeface="IBM Plex Sans"/>
                <a:cs typeface="IBM Plex Sans"/>
                <a:sym typeface="IBM Plex Sans"/>
              </a:rPr>
              <a:t>Google’s AI value chain powers a monetization ecosystem generating billions in revenue</a:t>
            </a:r>
          </a:p>
        </p:txBody>
      </p:sp>
      <p:sp>
        <p:nvSpPr>
          <p:cNvPr id="2851" name="Google Shape;2851;g3b23322d595_2_1869">
            <a:extLst>
              <a:ext uri="{FF2B5EF4-FFF2-40B4-BE49-F238E27FC236}">
                <a16:creationId xmlns:a16="http://schemas.microsoft.com/office/drawing/2014/main" id="{41594F54-30DA-C2DA-6C00-0E353429A74D}"/>
              </a:ext>
            </a:extLst>
          </p:cNvPr>
          <p:cNvSpPr txBox="1"/>
          <p:nvPr/>
        </p:nvSpPr>
        <p:spPr>
          <a:xfrm>
            <a:off x="395654" y="6319719"/>
            <a:ext cx="8652600" cy="107722"/>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Calibri"/>
                <a:cs typeface="Calibri"/>
                <a:sym typeface="Calibri"/>
              </a:rPr>
              <a:t>Sources: (1) </a:t>
            </a:r>
            <a:r>
              <a:rPr lang="en-US" sz="700" b="0" i="0" u="none" strike="noStrike" cap="none" noProof="0">
                <a:solidFill>
                  <a:srgbClr val="7F7F7F"/>
                </a:solidFill>
                <a:latin typeface="IBM Plex Sans"/>
                <a:ea typeface="Calibri"/>
                <a:cs typeface="Calibri"/>
                <a:sym typeface="Calibri"/>
                <a:hlinkClick r:id="rId3">
                  <a:extLst>
                    <a:ext uri="{A12FA001-AC4F-418D-AE19-62706E023703}">
                      <ahyp:hlinkClr xmlns:ahyp="http://schemas.microsoft.com/office/drawing/2018/hyperlinkcolor" val="tx"/>
                    </a:ext>
                  </a:extLst>
                </a:hlinkClick>
              </a:rPr>
              <a:t>The Outpost</a:t>
            </a:r>
            <a:r>
              <a:rPr lang="en-US" sz="700" b="0" i="0" u="none" strike="noStrike" cap="none" noProof="0">
                <a:solidFill>
                  <a:srgbClr val="7F7F7F"/>
                </a:solidFill>
                <a:latin typeface="IBM Plex Sans"/>
                <a:ea typeface="Calibri"/>
                <a:cs typeface="Calibri"/>
                <a:sym typeface="Calibri"/>
              </a:rPr>
              <a:t> (2) </a:t>
            </a:r>
            <a:r>
              <a:rPr lang="en-US" sz="700" noProof="0">
                <a:solidFill>
                  <a:srgbClr val="7F7F7F"/>
                </a:solidFill>
                <a:latin typeface="IBM Plex Sans"/>
                <a:ea typeface="Calibri"/>
                <a:cs typeface="Calibri"/>
                <a:sym typeface="Calibri"/>
                <a:hlinkClick r:id="rId4">
                  <a:extLst>
                    <a:ext uri="{A12FA001-AC4F-418D-AE19-62706E023703}">
                      <ahyp:hlinkClr xmlns:ahyp="http://schemas.microsoft.com/office/drawing/2018/hyperlinkcolor" val="tx"/>
                    </a:ext>
                  </a:extLst>
                </a:hlinkClick>
              </a:rPr>
              <a:t>CNBC</a:t>
            </a:r>
            <a:r>
              <a:rPr lang="en-US" sz="700" b="0" i="0" u="none" strike="noStrike" cap="none" noProof="0">
                <a:solidFill>
                  <a:srgbClr val="7F7F7F"/>
                </a:solidFill>
                <a:latin typeface="IBM Plex Sans"/>
                <a:ea typeface="Calibri"/>
                <a:cs typeface="Calibri"/>
                <a:sym typeface="Calibri"/>
              </a:rPr>
              <a:t> (3) </a:t>
            </a:r>
            <a:r>
              <a:rPr lang="en-US" sz="700" b="0" i="0" u="none" strike="noStrike" cap="none" noProof="0">
                <a:solidFill>
                  <a:srgbClr val="7F7F7F"/>
                </a:solidFill>
                <a:latin typeface="IBM Plex Sans"/>
                <a:ea typeface="Calibri"/>
                <a:cs typeface="Calibri"/>
                <a:sym typeface="Calibri"/>
                <a:hlinkClick r:id="rId5">
                  <a:extLst>
                    <a:ext uri="{A12FA001-AC4F-418D-AE19-62706E023703}">
                      <ahyp:hlinkClr xmlns:ahyp="http://schemas.microsoft.com/office/drawing/2018/hyperlinkcolor" val="tx"/>
                    </a:ext>
                  </a:extLst>
                </a:hlinkClick>
              </a:rPr>
              <a:t>Web Pro News</a:t>
            </a:r>
            <a:r>
              <a:rPr lang="en-US" sz="700" b="0" i="0" u="none" strike="noStrike" cap="none" noProof="0">
                <a:solidFill>
                  <a:srgbClr val="7F7F7F"/>
                </a:solidFill>
                <a:latin typeface="IBM Plex Sans"/>
                <a:ea typeface="Calibri"/>
                <a:cs typeface="Calibri"/>
                <a:sym typeface="Calibri"/>
              </a:rPr>
              <a:t> </a:t>
            </a:r>
            <a:endParaRPr lang="en-US" sz="700" b="0" i="0" u="none" strike="noStrike" cap="none" noProof="0">
              <a:solidFill>
                <a:srgbClr val="7F7F7F"/>
              </a:solidFill>
              <a:latin typeface="IBM Plex Sans"/>
              <a:ea typeface="Calibri"/>
              <a:cs typeface="Calibri"/>
            </a:endParaRPr>
          </a:p>
        </p:txBody>
      </p:sp>
      <p:sp>
        <p:nvSpPr>
          <p:cNvPr id="2852" name="Google Shape;2852;g3b23322d595_2_1869">
            <a:extLst>
              <a:ext uri="{FF2B5EF4-FFF2-40B4-BE49-F238E27FC236}">
                <a16:creationId xmlns:a16="http://schemas.microsoft.com/office/drawing/2014/main" id="{34D03284-EB74-7086-8326-9D58289838E0}"/>
              </a:ext>
            </a:extLst>
          </p:cNvPr>
          <p:cNvSpPr txBox="1"/>
          <p:nvPr/>
        </p:nvSpPr>
        <p:spPr>
          <a:xfrm>
            <a:off x="472052" y="5603439"/>
            <a:ext cx="11377246" cy="503964"/>
          </a:xfrm>
          <a:prstGeom prst="rect">
            <a:avLst/>
          </a:prstGeom>
          <a:solidFill>
            <a:srgbClr val="00B050">
              <a:alpha val="48235"/>
            </a:srgbClr>
          </a:solidFill>
          <a:ln>
            <a:noFill/>
          </a:ln>
        </p:spPr>
        <p:txBody>
          <a:bodyPr spcFirstLastPara="1" wrap="square" lIns="91425" tIns="45700" rIns="91425" bIns="45700" anchor="ctr" anchorCtr="0">
            <a:noAutofit/>
          </a:bodyPr>
          <a:lstStyle/>
          <a:p>
            <a:pPr algn="ctr">
              <a:buClr>
                <a:schemeClr val="dk1"/>
              </a:buClr>
              <a:buSzPts val="1600"/>
            </a:pPr>
            <a:r>
              <a:rPr lang="en-US" b="1" noProof="0">
                <a:solidFill>
                  <a:schemeClr val="dk1"/>
                </a:solidFill>
                <a:latin typeface="IBM Plex Sans"/>
                <a:ea typeface="IBM Plex Sans"/>
                <a:cs typeface="IBM Plex Sans"/>
                <a:sym typeface="IBM Plex Sans"/>
              </a:rPr>
              <a:t>Google’s AI value chain spans from custom chips to enterprise AI agents, generating billions in revenue through consumption, subscriptions, and increased ad activity</a:t>
            </a:r>
            <a:endParaRPr lang="en-US" b="1" noProof="0">
              <a:solidFill>
                <a:schemeClr val="dk1"/>
              </a:solidFill>
              <a:latin typeface="IBM Plex Sans"/>
              <a:ea typeface="IBM Plex Sans"/>
              <a:cs typeface="IBM Plex Sans"/>
            </a:endParaRPr>
          </a:p>
        </p:txBody>
      </p:sp>
      <p:sp>
        <p:nvSpPr>
          <p:cNvPr id="5" name="Google Shape;647;g3b2110f3d24_0_132">
            <a:extLst>
              <a:ext uri="{FF2B5EF4-FFF2-40B4-BE49-F238E27FC236}">
                <a16:creationId xmlns:a16="http://schemas.microsoft.com/office/drawing/2014/main" id="{F732C2F4-7ED0-E968-D15C-C1E253085C0A}"/>
              </a:ext>
            </a:extLst>
          </p:cNvPr>
          <p:cNvSpPr txBox="1">
            <a:spLocks/>
          </p:cNvSpPr>
          <p:nvPr/>
        </p:nvSpPr>
        <p:spPr>
          <a:xfrm>
            <a:off x="11525219" y="6583144"/>
            <a:ext cx="303300" cy="20001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a:buSzPts val="700"/>
            </a:pPr>
            <a:fld id="{00000000-1234-1234-1234-123412341234}" type="slidenum">
              <a:rPr lang="en-US" sz="700" noProof="0" smtClean="0">
                <a:solidFill>
                  <a:schemeClr val="tx2">
                    <a:lumMod val="75000"/>
                  </a:schemeClr>
                </a:solidFill>
                <a:latin typeface="IBM Plex Sans" panose="020B0503050203000203" pitchFamily="34" charset="0"/>
              </a:rPr>
              <a:pPr algn="r">
                <a:buSzPts val="700"/>
              </a:pPr>
              <a:t>81</a:t>
            </a:fld>
            <a:endParaRPr lang="en-US" sz="700" noProof="0">
              <a:solidFill>
                <a:schemeClr val="tx2">
                  <a:lumMod val="75000"/>
                </a:schemeClr>
              </a:solidFill>
              <a:latin typeface="IBM Plex Sans" panose="020B0503050203000203" pitchFamily="34" charset="0"/>
            </a:endParaRPr>
          </a:p>
        </p:txBody>
      </p:sp>
      <p:sp>
        <p:nvSpPr>
          <p:cNvPr id="7" name="Arrow: Pentagon 6">
            <a:extLst>
              <a:ext uri="{FF2B5EF4-FFF2-40B4-BE49-F238E27FC236}">
                <a16:creationId xmlns:a16="http://schemas.microsoft.com/office/drawing/2014/main" id="{0F9A8797-D582-BFBE-D823-EBBC64008D1A}"/>
              </a:ext>
            </a:extLst>
          </p:cNvPr>
          <p:cNvSpPr/>
          <p:nvPr/>
        </p:nvSpPr>
        <p:spPr>
          <a:xfrm>
            <a:off x="502359" y="1536565"/>
            <a:ext cx="2014485" cy="848292"/>
          </a:xfrm>
          <a:prstGeom prst="homePlate">
            <a:avLst/>
          </a:prstGeom>
          <a:solidFill>
            <a:srgbClr val="7030A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45720" rIns="0" bIns="45720" rtlCol="0" anchor="ctr"/>
          <a:lstStyle/>
          <a:p>
            <a:pPr algn="ctr"/>
            <a:r>
              <a:rPr lang="en-US" sz="1300" b="1" noProof="0">
                <a:latin typeface="IBM Plex Sans"/>
              </a:rPr>
              <a:t>Build AI infrastructure</a:t>
            </a:r>
            <a:endParaRPr lang="en-US" sz="1300" b="1" noProof="0">
              <a:latin typeface="IBM Plex Sans" panose="020B0503050203000203" pitchFamily="34" charset="0"/>
            </a:endParaRPr>
          </a:p>
        </p:txBody>
      </p:sp>
      <p:sp>
        <p:nvSpPr>
          <p:cNvPr id="9" name="Arrow: Chevron 8">
            <a:extLst>
              <a:ext uri="{FF2B5EF4-FFF2-40B4-BE49-F238E27FC236}">
                <a16:creationId xmlns:a16="http://schemas.microsoft.com/office/drawing/2014/main" id="{5CBEF068-92D2-5F25-E84B-938010EEF9FD}"/>
              </a:ext>
            </a:extLst>
          </p:cNvPr>
          <p:cNvSpPr/>
          <p:nvPr/>
        </p:nvSpPr>
        <p:spPr>
          <a:xfrm>
            <a:off x="2336918" y="1536565"/>
            <a:ext cx="2014485" cy="848292"/>
          </a:xfrm>
          <a:prstGeom prst="chevron">
            <a:avLst/>
          </a:prstGeom>
          <a:solidFill>
            <a:srgbClr val="7030A0"/>
          </a:solidFill>
          <a:ln>
            <a:noFill/>
          </a:ln>
        </p:spPr>
        <p:style>
          <a:lnRef idx="2">
            <a:schemeClr val="accent1">
              <a:shade val="15000"/>
            </a:schemeClr>
          </a:lnRef>
          <a:fillRef idx="1">
            <a:schemeClr val="accent1"/>
          </a:fillRef>
          <a:effectRef idx="0">
            <a:schemeClr val="accent1"/>
          </a:effectRef>
          <a:fontRef idx="minor">
            <a:schemeClr val="lt1"/>
          </a:fontRef>
        </p:style>
        <p:txBody>
          <a:bodyPr lIns="91440" tIns="45720" rIns="0" bIns="45720" rtlCol="0" anchor="ctr"/>
          <a:lstStyle/>
          <a:p>
            <a:pPr algn="ctr"/>
            <a:r>
              <a:rPr lang="en-US" sz="1300" b="1" noProof="0">
                <a:latin typeface="IBM Plex Sans"/>
              </a:rPr>
              <a:t>Develop frontier models</a:t>
            </a:r>
            <a:endParaRPr lang="en-US" sz="1300" b="1" noProof="0">
              <a:solidFill>
                <a:schemeClr val="tx1"/>
              </a:solidFill>
              <a:latin typeface="IBM Plex Sans"/>
            </a:endParaRPr>
          </a:p>
        </p:txBody>
      </p:sp>
      <p:sp>
        <p:nvSpPr>
          <p:cNvPr id="10" name="Arrow: Chevron 9">
            <a:extLst>
              <a:ext uri="{FF2B5EF4-FFF2-40B4-BE49-F238E27FC236}">
                <a16:creationId xmlns:a16="http://schemas.microsoft.com/office/drawing/2014/main" id="{5B3F5FC6-FD4B-CF30-B50E-5C096067DDD2}"/>
              </a:ext>
            </a:extLst>
          </p:cNvPr>
          <p:cNvSpPr/>
          <p:nvPr/>
        </p:nvSpPr>
        <p:spPr>
          <a:xfrm>
            <a:off x="4171477" y="1536565"/>
            <a:ext cx="2014485" cy="848292"/>
          </a:xfrm>
          <a:prstGeom prst="chevron">
            <a:avLst/>
          </a:prstGeom>
          <a:solidFill>
            <a:srgbClr val="7030A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45720" rIns="0" bIns="45720" rtlCol="0" anchor="ctr"/>
          <a:lstStyle/>
          <a:p>
            <a:pPr algn="ctr"/>
            <a:r>
              <a:rPr lang="en-US" sz="1300" b="1" noProof="0">
                <a:latin typeface="IBM Plex Sans"/>
              </a:rPr>
              <a:t>Integrate AI into core products</a:t>
            </a:r>
            <a:endParaRPr lang="en-US" sz="1300" b="1" noProof="0">
              <a:solidFill>
                <a:schemeClr val="tx1"/>
              </a:solidFill>
              <a:latin typeface="IBM Plex Sans"/>
            </a:endParaRPr>
          </a:p>
        </p:txBody>
      </p:sp>
      <p:sp>
        <p:nvSpPr>
          <p:cNvPr id="11" name="Arrow: Chevron 10">
            <a:extLst>
              <a:ext uri="{FF2B5EF4-FFF2-40B4-BE49-F238E27FC236}">
                <a16:creationId xmlns:a16="http://schemas.microsoft.com/office/drawing/2014/main" id="{01013458-493E-B587-8D7D-0DDFED8887FF}"/>
              </a:ext>
            </a:extLst>
          </p:cNvPr>
          <p:cNvSpPr/>
          <p:nvPr/>
        </p:nvSpPr>
        <p:spPr>
          <a:xfrm>
            <a:off x="6006037" y="1536565"/>
            <a:ext cx="2009060" cy="848292"/>
          </a:xfrm>
          <a:prstGeom prst="chevron">
            <a:avLst/>
          </a:prstGeom>
          <a:solidFill>
            <a:srgbClr val="7030A0"/>
          </a:solidFill>
          <a:ln>
            <a:noFill/>
          </a:ln>
        </p:spPr>
        <p:style>
          <a:lnRef idx="2">
            <a:schemeClr val="accent1">
              <a:shade val="15000"/>
            </a:schemeClr>
          </a:lnRef>
          <a:fillRef idx="1">
            <a:schemeClr val="accent1"/>
          </a:fillRef>
          <a:effectRef idx="0">
            <a:schemeClr val="accent1"/>
          </a:effectRef>
          <a:fontRef idx="minor">
            <a:schemeClr val="lt1"/>
          </a:fontRef>
        </p:style>
        <p:txBody>
          <a:bodyPr lIns="91440" tIns="45720" rIns="0" bIns="45720" rtlCol="0" anchor="ctr"/>
          <a:lstStyle/>
          <a:p>
            <a:pPr algn="ctr"/>
            <a:r>
              <a:rPr lang="en-US" sz="1300" b="1" noProof="0" dirty="0">
                <a:latin typeface="IBM Plex Sans"/>
              </a:rPr>
              <a:t>Sell AI infrastructure &amp; tools</a:t>
            </a:r>
            <a:endParaRPr lang="en-US" sz="1300" b="1" noProof="0" dirty="0">
              <a:solidFill>
                <a:schemeClr val="tx1"/>
              </a:solidFill>
              <a:latin typeface="IBM Plex Sans"/>
            </a:endParaRPr>
          </a:p>
        </p:txBody>
      </p:sp>
      <p:sp>
        <p:nvSpPr>
          <p:cNvPr id="12" name="Arrow: Chevron 11">
            <a:extLst>
              <a:ext uri="{FF2B5EF4-FFF2-40B4-BE49-F238E27FC236}">
                <a16:creationId xmlns:a16="http://schemas.microsoft.com/office/drawing/2014/main" id="{449379FD-2A57-6CCE-A9DE-CC52FFED77C4}"/>
              </a:ext>
            </a:extLst>
          </p:cNvPr>
          <p:cNvSpPr/>
          <p:nvPr/>
        </p:nvSpPr>
        <p:spPr>
          <a:xfrm>
            <a:off x="7840595" y="1536565"/>
            <a:ext cx="2014485" cy="848292"/>
          </a:xfrm>
          <a:prstGeom prst="chevron">
            <a:avLst/>
          </a:prstGeom>
          <a:solidFill>
            <a:srgbClr val="7030A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45720" rIns="0" bIns="45720" rtlCol="0" anchor="ctr"/>
          <a:lstStyle/>
          <a:p>
            <a:pPr algn="ctr"/>
            <a:r>
              <a:rPr lang="en-US" sz="1300" b="1" noProof="0">
                <a:latin typeface="IBM Plex Sans"/>
              </a:rPr>
              <a:t>Deploy AI agents &amp; enterprise solutions</a:t>
            </a:r>
            <a:endParaRPr lang="en-US" sz="1300" b="1" noProof="0">
              <a:solidFill>
                <a:schemeClr val="tx1"/>
              </a:solidFill>
              <a:latin typeface="IBM Plex Sans"/>
            </a:endParaRPr>
          </a:p>
        </p:txBody>
      </p:sp>
      <p:sp>
        <p:nvSpPr>
          <p:cNvPr id="13" name="Arrow: Chevron 12">
            <a:extLst>
              <a:ext uri="{FF2B5EF4-FFF2-40B4-BE49-F238E27FC236}">
                <a16:creationId xmlns:a16="http://schemas.microsoft.com/office/drawing/2014/main" id="{3D7F45FD-F368-DE3E-9D1E-E368DF5E465C}"/>
              </a:ext>
            </a:extLst>
          </p:cNvPr>
          <p:cNvSpPr/>
          <p:nvPr/>
        </p:nvSpPr>
        <p:spPr>
          <a:xfrm>
            <a:off x="9675156" y="1536565"/>
            <a:ext cx="2014485" cy="848292"/>
          </a:xfrm>
          <a:prstGeom prst="chevron">
            <a:avLst/>
          </a:prstGeom>
          <a:solidFill>
            <a:srgbClr val="7030A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45720" rIns="0" bIns="45720" rtlCol="0" anchor="ctr"/>
          <a:lstStyle/>
          <a:p>
            <a:pPr algn="ctr"/>
            <a:r>
              <a:rPr lang="en-US" sz="1300" b="1" noProof="0">
                <a:latin typeface="IBM Plex Sans"/>
              </a:rPr>
              <a:t>Capture ecosystem revenue </a:t>
            </a:r>
            <a:endParaRPr lang="en-US" sz="1300" b="1" noProof="0">
              <a:solidFill>
                <a:schemeClr val="tx1"/>
              </a:solidFill>
              <a:latin typeface="IBM Plex Sans"/>
            </a:endParaRPr>
          </a:p>
        </p:txBody>
      </p:sp>
      <p:sp>
        <p:nvSpPr>
          <p:cNvPr id="14" name="TextBox 13">
            <a:extLst>
              <a:ext uri="{FF2B5EF4-FFF2-40B4-BE49-F238E27FC236}">
                <a16:creationId xmlns:a16="http://schemas.microsoft.com/office/drawing/2014/main" id="{34D2CBD4-FEA0-30E1-DA83-5988D4444F1A}"/>
              </a:ext>
            </a:extLst>
          </p:cNvPr>
          <p:cNvSpPr txBox="1"/>
          <p:nvPr/>
        </p:nvSpPr>
        <p:spPr>
          <a:xfrm>
            <a:off x="502359" y="2631992"/>
            <a:ext cx="1701854" cy="1384995"/>
          </a:xfrm>
          <a:prstGeom prst="rect">
            <a:avLst/>
          </a:prstGeom>
          <a:noFill/>
        </p:spPr>
        <p:txBody>
          <a:bodyPr wrap="square" rtlCol="0">
            <a:spAutoFit/>
          </a:bodyPr>
          <a:lstStyle/>
          <a:p>
            <a:r>
              <a:rPr lang="en-US" sz="1200" noProof="0">
                <a:latin typeface="IBM Plex Sans" panose="020B0503050203000203" pitchFamily="34" charset="0"/>
              </a:rPr>
              <a:t>Google invests heavily in custom AI chips (TPUs) and hyperscale data centers optimized for training and inference</a:t>
            </a:r>
            <a:r>
              <a:rPr lang="en-US" sz="1200" baseline="30000" noProof="0">
                <a:latin typeface="IBM Plex Sans" panose="020B0503050203000203" pitchFamily="34" charset="0"/>
              </a:rPr>
              <a:t>1</a:t>
            </a:r>
          </a:p>
        </p:txBody>
      </p:sp>
      <p:sp>
        <p:nvSpPr>
          <p:cNvPr id="15" name="TextBox 14">
            <a:extLst>
              <a:ext uri="{FF2B5EF4-FFF2-40B4-BE49-F238E27FC236}">
                <a16:creationId xmlns:a16="http://schemas.microsoft.com/office/drawing/2014/main" id="{97B3B780-5835-9ED8-CB54-3BC744E316DB}"/>
              </a:ext>
            </a:extLst>
          </p:cNvPr>
          <p:cNvSpPr txBox="1"/>
          <p:nvPr/>
        </p:nvSpPr>
        <p:spPr>
          <a:xfrm>
            <a:off x="2347367" y="2631992"/>
            <a:ext cx="1834559" cy="1200329"/>
          </a:xfrm>
          <a:prstGeom prst="rect">
            <a:avLst/>
          </a:prstGeom>
          <a:noFill/>
        </p:spPr>
        <p:txBody>
          <a:bodyPr wrap="square" rtlCol="0">
            <a:spAutoFit/>
          </a:bodyPr>
          <a:lstStyle/>
          <a:p>
            <a:r>
              <a:rPr lang="en-US" sz="1200" noProof="0">
                <a:latin typeface="IBM Plex Sans" panose="020B0503050203000203" pitchFamily="34" charset="0"/>
              </a:rPr>
              <a:t>Google DeepMind and Google Brain produce frontier models (Gemini family) that power Search, Workspace, Android, and Cloud</a:t>
            </a:r>
            <a:r>
              <a:rPr lang="en-US" sz="1200" baseline="30000" noProof="0">
                <a:latin typeface="IBM Plex Sans" panose="020B0503050203000203" pitchFamily="34" charset="0"/>
              </a:rPr>
              <a:t>1</a:t>
            </a:r>
          </a:p>
        </p:txBody>
      </p:sp>
      <p:sp>
        <p:nvSpPr>
          <p:cNvPr id="16" name="TextBox 15">
            <a:extLst>
              <a:ext uri="{FF2B5EF4-FFF2-40B4-BE49-F238E27FC236}">
                <a16:creationId xmlns:a16="http://schemas.microsoft.com/office/drawing/2014/main" id="{53AF6FA3-F9EE-2390-20D9-DA136F371253}"/>
              </a:ext>
            </a:extLst>
          </p:cNvPr>
          <p:cNvSpPr txBox="1"/>
          <p:nvPr/>
        </p:nvSpPr>
        <p:spPr>
          <a:xfrm>
            <a:off x="4325080" y="2631992"/>
            <a:ext cx="1701854" cy="2492990"/>
          </a:xfrm>
          <a:prstGeom prst="rect">
            <a:avLst/>
          </a:prstGeom>
          <a:noFill/>
        </p:spPr>
        <p:txBody>
          <a:bodyPr wrap="square" rtlCol="0">
            <a:spAutoFit/>
          </a:bodyPr>
          <a:lstStyle/>
          <a:p>
            <a:r>
              <a:rPr lang="en-US" sz="1200" noProof="0">
                <a:latin typeface="IBM Plex Sans" panose="020B0503050203000203" pitchFamily="34" charset="0"/>
              </a:rPr>
              <a:t>Google embeds AI into its highest-traffic products</a:t>
            </a:r>
            <a:r>
              <a:rPr lang="en-US" sz="1200" baseline="30000" noProof="0">
                <a:latin typeface="IBM Plex Sans" panose="020B0503050203000203" pitchFamily="34" charset="0"/>
              </a:rPr>
              <a:t>2</a:t>
            </a:r>
            <a:r>
              <a:rPr lang="en-US" sz="1200" noProof="0">
                <a:latin typeface="IBM Plex Sans" panose="020B0503050203000203" pitchFamily="34" charset="0"/>
              </a:rPr>
              <a:t>:</a:t>
            </a:r>
          </a:p>
          <a:p>
            <a:pPr marL="285750" indent="-285750">
              <a:buFont typeface="Arial" panose="020B0604020202020204" pitchFamily="34" charset="0"/>
              <a:buChar char="•"/>
            </a:pPr>
            <a:r>
              <a:rPr lang="en-US" sz="1200" noProof="0">
                <a:latin typeface="IBM Plex Sans" panose="020B0503050203000203" pitchFamily="34" charset="0"/>
              </a:rPr>
              <a:t>Search: AI Overviews</a:t>
            </a:r>
          </a:p>
          <a:p>
            <a:pPr marL="285750" indent="-285750">
              <a:buFont typeface="Arial" panose="020B0604020202020204" pitchFamily="34" charset="0"/>
              <a:buChar char="•"/>
            </a:pPr>
            <a:r>
              <a:rPr lang="en-US" sz="1200" noProof="0">
                <a:latin typeface="IBM Plex Sans" panose="020B0503050203000203" pitchFamily="34" charset="0"/>
              </a:rPr>
              <a:t>Workspace: Gemini for Docs, Gmail, Sheets</a:t>
            </a:r>
          </a:p>
          <a:p>
            <a:pPr marL="285750" indent="-285750">
              <a:buFont typeface="Arial" panose="020B0604020202020204" pitchFamily="34" charset="0"/>
              <a:buChar char="•"/>
            </a:pPr>
            <a:r>
              <a:rPr lang="en-US" sz="1200" noProof="0">
                <a:latin typeface="IBM Plex Sans" panose="020B0503050203000203" pitchFamily="34" charset="0"/>
              </a:rPr>
              <a:t>Android &amp; Chrome: on‑device and cloud‑based AI features</a:t>
            </a:r>
          </a:p>
        </p:txBody>
      </p:sp>
      <p:sp>
        <p:nvSpPr>
          <p:cNvPr id="17" name="TextBox 16">
            <a:extLst>
              <a:ext uri="{FF2B5EF4-FFF2-40B4-BE49-F238E27FC236}">
                <a16:creationId xmlns:a16="http://schemas.microsoft.com/office/drawing/2014/main" id="{11C76116-0D5C-518C-F122-71BCDC97A154}"/>
              </a:ext>
            </a:extLst>
          </p:cNvPr>
          <p:cNvSpPr txBox="1"/>
          <p:nvPr/>
        </p:nvSpPr>
        <p:spPr>
          <a:xfrm>
            <a:off x="6170088" y="2631992"/>
            <a:ext cx="1701854" cy="1938992"/>
          </a:xfrm>
          <a:prstGeom prst="rect">
            <a:avLst/>
          </a:prstGeom>
          <a:noFill/>
        </p:spPr>
        <p:txBody>
          <a:bodyPr wrap="square" lIns="91440" tIns="45720" rIns="91440" bIns="45720" rtlCol="0" anchor="t">
            <a:spAutoFit/>
          </a:bodyPr>
          <a:lstStyle/>
          <a:p>
            <a:r>
              <a:rPr lang="en-US" sz="1200" noProof="0">
                <a:latin typeface="IBM Plex Sans" panose="020B0503050203000203" pitchFamily="34" charset="0"/>
              </a:rPr>
              <a:t>Google Cloud sells:</a:t>
            </a:r>
          </a:p>
          <a:p>
            <a:pPr marL="171450" indent="-171450">
              <a:buFont typeface="Arial" panose="020B0604020202020204" pitchFamily="34" charset="0"/>
              <a:buChar char="•"/>
            </a:pPr>
            <a:r>
              <a:rPr lang="en-US" sz="1200" noProof="0">
                <a:latin typeface="IBM Plex Sans" panose="020B0503050203000203" pitchFamily="34" charset="0"/>
              </a:rPr>
              <a:t>AI compute (TPUs, GPUs)</a:t>
            </a:r>
          </a:p>
          <a:p>
            <a:pPr marL="171450" indent="-171450">
              <a:buFont typeface="Arial" panose="020B0604020202020204" pitchFamily="34" charset="0"/>
              <a:buChar char="•"/>
            </a:pPr>
            <a:r>
              <a:rPr lang="en-US" sz="1200" noProof="0">
                <a:latin typeface="IBM Plex Sans" panose="020B0503050203000203" pitchFamily="34" charset="0"/>
              </a:rPr>
              <a:t>Gemini models</a:t>
            </a:r>
          </a:p>
          <a:p>
            <a:pPr marL="171450" indent="-171450">
              <a:buFont typeface="Arial" panose="020B0604020202020204" pitchFamily="34" charset="0"/>
              <a:buChar char="•"/>
            </a:pPr>
            <a:r>
              <a:rPr lang="en-US" sz="1200" noProof="0">
                <a:latin typeface="IBM Plex Sans" panose="020B0503050203000203" pitchFamily="34" charset="0"/>
              </a:rPr>
              <a:t>AI agents</a:t>
            </a:r>
          </a:p>
          <a:p>
            <a:pPr marL="171450" indent="-171450">
              <a:buFont typeface="Arial" panose="020B0604020202020204" pitchFamily="34" charset="0"/>
              <a:buChar char="•"/>
            </a:pPr>
            <a:r>
              <a:rPr lang="en-US" sz="1200" noProof="0">
                <a:latin typeface="IBM Plex Sans" panose="020B0503050203000203" pitchFamily="34" charset="0"/>
              </a:rPr>
              <a:t>Data platforms</a:t>
            </a:r>
          </a:p>
          <a:p>
            <a:pPr marL="171450" indent="-171450">
              <a:buFont typeface="Arial" panose="020B0604020202020204" pitchFamily="34" charset="0"/>
              <a:buChar char="•"/>
            </a:pPr>
            <a:endParaRPr lang="en-US" sz="1200" noProof="0">
              <a:latin typeface="IBM Plex Sans"/>
            </a:endParaRPr>
          </a:p>
          <a:p>
            <a:pPr marL="171450" indent="-171450">
              <a:buFont typeface="Arial" panose="020B0604020202020204" pitchFamily="34" charset="0"/>
              <a:buChar char="•"/>
            </a:pPr>
            <a:r>
              <a:rPr lang="en-US" sz="1200" noProof="0">
                <a:latin typeface="IBM Plex Sans"/>
              </a:rPr>
              <a:t>Google Cloud revenue: $13.6B in Q2 2025</a:t>
            </a:r>
            <a:r>
              <a:rPr lang="en-US" sz="1200" baseline="30000" noProof="0">
                <a:latin typeface="IBM Plex Sans"/>
              </a:rPr>
              <a:t>2</a:t>
            </a:r>
            <a:endParaRPr lang="en-US" noProof="0">
              <a:latin typeface="IBM Plex Sans"/>
            </a:endParaRPr>
          </a:p>
        </p:txBody>
      </p:sp>
      <p:sp>
        <p:nvSpPr>
          <p:cNvPr id="18" name="TextBox 17">
            <a:extLst>
              <a:ext uri="{FF2B5EF4-FFF2-40B4-BE49-F238E27FC236}">
                <a16:creationId xmlns:a16="http://schemas.microsoft.com/office/drawing/2014/main" id="{B5974560-76A6-6197-0961-2E038FDB3EE0}"/>
              </a:ext>
            </a:extLst>
          </p:cNvPr>
          <p:cNvSpPr txBox="1"/>
          <p:nvPr/>
        </p:nvSpPr>
        <p:spPr>
          <a:xfrm>
            <a:off x="8015096" y="2631992"/>
            <a:ext cx="1701854" cy="2862322"/>
          </a:xfrm>
          <a:prstGeom prst="rect">
            <a:avLst/>
          </a:prstGeom>
          <a:noFill/>
        </p:spPr>
        <p:txBody>
          <a:bodyPr wrap="square" lIns="91440" tIns="45720" rIns="91440" bIns="45720" rtlCol="0" anchor="t">
            <a:spAutoFit/>
          </a:bodyPr>
          <a:lstStyle/>
          <a:p>
            <a:pPr lvl="1"/>
            <a:r>
              <a:rPr lang="en-US" sz="1200" noProof="0" dirty="0">
                <a:latin typeface="IBM Plex Sans" panose="020B0503050203000203" pitchFamily="34" charset="0"/>
              </a:rPr>
              <a:t>Google sells autonomous AI agents for:</a:t>
            </a:r>
          </a:p>
          <a:p>
            <a:pPr marL="171450" lvl="1" indent="-171450">
              <a:buFont typeface="Arial" panose="020B0604020202020204" pitchFamily="34" charset="0"/>
              <a:buChar char="•"/>
            </a:pPr>
            <a:r>
              <a:rPr lang="en-US" sz="1200" noProof="0" dirty="0">
                <a:latin typeface="IBM Plex Sans" panose="020B0503050203000203" pitchFamily="34" charset="0"/>
              </a:rPr>
              <a:t>Customer service</a:t>
            </a:r>
          </a:p>
          <a:p>
            <a:pPr marL="171450" lvl="1" indent="-171450">
              <a:buFont typeface="Arial" panose="020B0604020202020204" pitchFamily="34" charset="0"/>
              <a:buChar char="•"/>
            </a:pPr>
            <a:r>
              <a:rPr lang="en-US" sz="1200" noProof="0" dirty="0">
                <a:latin typeface="IBM Plex Sans" panose="020B0503050203000203" pitchFamily="34" charset="0"/>
              </a:rPr>
              <a:t>Data analysis</a:t>
            </a:r>
          </a:p>
          <a:p>
            <a:pPr marL="171450" lvl="1" indent="-171450">
              <a:buFont typeface="Arial" panose="020B0604020202020204" pitchFamily="34" charset="0"/>
              <a:buChar char="•"/>
            </a:pPr>
            <a:r>
              <a:rPr lang="en-US" sz="1200" noProof="0" dirty="0">
                <a:latin typeface="IBM Plex Sans" panose="020B0503050203000203" pitchFamily="34" charset="0"/>
              </a:rPr>
              <a:t>Workflow automation</a:t>
            </a:r>
          </a:p>
          <a:p>
            <a:pPr marL="171450" lvl="1" indent="-171450">
              <a:buFont typeface="Arial" panose="020B0604020202020204" pitchFamily="34" charset="0"/>
              <a:buChar char="•"/>
            </a:pPr>
            <a:endParaRPr lang="en-US" sz="1200" noProof="0" dirty="0">
              <a:latin typeface="IBM Plex Sans" panose="020B0503050203000203" pitchFamily="34" charset="0"/>
            </a:endParaRPr>
          </a:p>
          <a:p>
            <a:pPr marL="171450" lvl="1" indent="-171450">
              <a:buFont typeface="Arial" panose="020B0604020202020204" pitchFamily="34" charset="0"/>
              <a:buChar char="•"/>
            </a:pPr>
            <a:r>
              <a:rPr lang="en-US" sz="1200" noProof="0" dirty="0">
                <a:latin typeface="IBM Plex Sans"/>
              </a:rPr>
              <a:t>AI agents are a major driver behind Cloud’s 29% YoY revenue growth to $10.3B in Q2 2025</a:t>
            </a:r>
            <a:r>
              <a:rPr lang="en-US" sz="1200" baseline="30000" noProof="0" dirty="0">
                <a:latin typeface="IBM Plex Sans"/>
              </a:rPr>
              <a:t>3</a:t>
            </a:r>
          </a:p>
          <a:p>
            <a:pPr marL="171450" lvl="1" indent="-171450">
              <a:buFont typeface="Arial" panose="020B0604020202020204" pitchFamily="34" charset="0"/>
              <a:buChar char="•"/>
            </a:pPr>
            <a:endParaRPr lang="en-US" sz="1200" noProof="0" dirty="0">
              <a:latin typeface="IBM Plex Sans" panose="020B0503050203000203" pitchFamily="34" charset="0"/>
            </a:endParaRPr>
          </a:p>
        </p:txBody>
      </p:sp>
      <p:sp>
        <p:nvSpPr>
          <p:cNvPr id="19" name="TextBox 18">
            <a:extLst>
              <a:ext uri="{FF2B5EF4-FFF2-40B4-BE49-F238E27FC236}">
                <a16:creationId xmlns:a16="http://schemas.microsoft.com/office/drawing/2014/main" id="{18E299D0-9141-EB3B-4BBF-72F8F6BC0173}"/>
              </a:ext>
            </a:extLst>
          </p:cNvPr>
          <p:cNvSpPr txBox="1"/>
          <p:nvPr/>
        </p:nvSpPr>
        <p:spPr>
          <a:xfrm>
            <a:off x="9860104" y="2631992"/>
            <a:ext cx="1701854" cy="1569660"/>
          </a:xfrm>
          <a:prstGeom prst="rect">
            <a:avLst/>
          </a:prstGeom>
          <a:noFill/>
        </p:spPr>
        <p:txBody>
          <a:bodyPr wrap="square" rtlCol="0">
            <a:spAutoFit/>
          </a:bodyPr>
          <a:lstStyle/>
          <a:p>
            <a:r>
              <a:rPr lang="en-US" sz="1200" noProof="0">
                <a:latin typeface="IBM Plex Sans" panose="020B0503050203000203" pitchFamily="34" charset="0"/>
              </a:rPr>
              <a:t>Google monetizes AI through:</a:t>
            </a:r>
          </a:p>
          <a:p>
            <a:pPr marL="171450" indent="-171450">
              <a:buFont typeface="Arial" panose="020B0604020202020204" pitchFamily="34" charset="0"/>
              <a:buChar char="•"/>
            </a:pPr>
            <a:r>
              <a:rPr lang="en-US" sz="1200" noProof="0">
                <a:latin typeface="IBM Plex Sans" panose="020B0503050203000203" pitchFamily="34" charset="0"/>
              </a:rPr>
              <a:t>Developer APIs</a:t>
            </a:r>
          </a:p>
          <a:p>
            <a:pPr marL="171450" indent="-171450">
              <a:buFont typeface="Arial" panose="020B0604020202020204" pitchFamily="34" charset="0"/>
              <a:buChar char="•"/>
            </a:pPr>
            <a:r>
              <a:rPr lang="en-US" sz="1200" noProof="0">
                <a:latin typeface="IBM Plex Sans" panose="020B0503050203000203" pitchFamily="34" charset="0"/>
              </a:rPr>
              <a:t>Third‑party integrations</a:t>
            </a:r>
          </a:p>
          <a:p>
            <a:pPr marL="171450" indent="-171450">
              <a:buFont typeface="Arial" panose="020B0604020202020204" pitchFamily="34" charset="0"/>
              <a:buChar char="•"/>
            </a:pPr>
            <a:r>
              <a:rPr lang="en-US" sz="1200" noProof="0">
                <a:latin typeface="IBM Plex Sans" panose="020B0503050203000203" pitchFamily="34" charset="0"/>
              </a:rPr>
              <a:t>Android ecosystem</a:t>
            </a:r>
          </a:p>
          <a:p>
            <a:pPr marL="171450" indent="-171450">
              <a:buFont typeface="Arial" panose="020B0604020202020204" pitchFamily="34" charset="0"/>
              <a:buChar char="•"/>
            </a:pPr>
            <a:r>
              <a:rPr lang="en-US" sz="1200" noProof="0">
                <a:latin typeface="IBM Plex Sans" panose="020B0503050203000203" pitchFamily="34" charset="0"/>
              </a:rPr>
              <a:t>Chrome extensions</a:t>
            </a:r>
          </a:p>
          <a:p>
            <a:pPr marL="171450" indent="-171450">
              <a:buFont typeface="Arial" panose="020B0604020202020204" pitchFamily="34" charset="0"/>
              <a:buChar char="•"/>
            </a:pPr>
            <a:r>
              <a:rPr lang="en-US" sz="1200" noProof="0">
                <a:latin typeface="IBM Plex Sans" panose="020B0503050203000203" pitchFamily="34" charset="0"/>
              </a:rPr>
              <a:t>YouTube AI tools</a:t>
            </a:r>
          </a:p>
        </p:txBody>
      </p:sp>
      <p:sp>
        <p:nvSpPr>
          <p:cNvPr id="8" name="CaixaDeTexto 7">
            <a:extLst>
              <a:ext uri="{FF2B5EF4-FFF2-40B4-BE49-F238E27FC236}">
                <a16:creationId xmlns:a16="http://schemas.microsoft.com/office/drawing/2014/main" id="{D8B2ED4B-1E20-436D-266B-5BAE0FB6549E}"/>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Google AI strategy</a:t>
            </a:r>
            <a:endParaRPr lang="en-US" noProof="0"/>
          </a:p>
        </p:txBody>
      </p:sp>
    </p:spTree>
    <p:extLst>
      <p:ext uri="{BB962C8B-B14F-4D97-AF65-F5344CB8AC3E}">
        <p14:creationId xmlns:p14="http://schemas.microsoft.com/office/powerpoint/2010/main" val="105347087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1785"/>
        <p:cNvGrpSpPr/>
        <p:nvPr/>
      </p:nvGrpSpPr>
      <p:grpSpPr>
        <a:xfrm>
          <a:off x="0" y="0"/>
          <a:ext cx="0" cy="0"/>
          <a:chOff x="0" y="0"/>
          <a:chExt cx="0" cy="0"/>
        </a:xfrm>
      </p:grpSpPr>
      <p:sp>
        <p:nvSpPr>
          <p:cNvPr id="1786" name="Google Shape;1786;g3b23322d595_2_832"/>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82</a:t>
            </a:fld>
            <a:endParaRPr lang="en-US" noProof="0"/>
          </a:p>
        </p:txBody>
      </p:sp>
      <p:sp>
        <p:nvSpPr>
          <p:cNvPr id="1787" name="Google Shape;1787;g3b23322d595_2_832"/>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a:buClr>
                <a:srgbClr val="1E4E79"/>
              </a:buClr>
              <a:buSzPts val="1800"/>
            </a:pPr>
            <a:r>
              <a:rPr lang="en-US" noProof="0"/>
              <a:t>Big Tech has heavily invested in AI infrastructure in the past years and plans to keep investment levels elevated</a:t>
            </a:r>
          </a:p>
        </p:txBody>
      </p:sp>
      <p:sp>
        <p:nvSpPr>
          <p:cNvPr id="1788" name="Google Shape;1788;g3b23322d595_2_832"/>
          <p:cNvSpPr txBox="1"/>
          <p:nvPr/>
        </p:nvSpPr>
        <p:spPr>
          <a:xfrm>
            <a:off x="420595" y="6253904"/>
            <a:ext cx="10171205" cy="215444"/>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Quattrocento Sans"/>
                <a:cs typeface="Quattrocento Sans"/>
                <a:sym typeface="Quattrocento Sans"/>
              </a:rPr>
              <a:t>Sources: (1)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The Economic Times</a:t>
            </a:r>
            <a:r>
              <a:rPr lang="en-US" sz="700" b="0" i="0" u="none" strike="noStrike" cap="none" noProof="0">
                <a:solidFill>
                  <a:srgbClr val="7F7F7F"/>
                </a:solidFill>
                <a:latin typeface="IBM Plex Sans"/>
                <a:ea typeface="Quattrocento Sans"/>
                <a:cs typeface="Quattrocento Sans"/>
                <a:sym typeface="Quattrocento Sans"/>
              </a:rPr>
              <a:t> for, Microsoft, Meta, Amazon and Alphabet; (2) </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Statista </a:t>
            </a:r>
            <a:r>
              <a:rPr lang="en-US" sz="700" b="0" i="0" u="none" strike="noStrike" cap="none" noProof="0">
                <a:solidFill>
                  <a:srgbClr val="7F7F7F"/>
                </a:solidFill>
                <a:latin typeface="IBM Plex Sans"/>
                <a:ea typeface="Quattrocento Sans"/>
                <a:cs typeface="Quattrocento Sans"/>
                <a:sym typeface="Quattrocento Sans"/>
              </a:rPr>
              <a:t>– Nvidia’s R&amp;D budget and </a:t>
            </a:r>
            <a:r>
              <a:rPr lang="en-US" sz="700" b="0" i="0" u="sng" strike="noStrike" cap="none"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CNBC</a:t>
            </a:r>
            <a:r>
              <a:rPr lang="en-US" sz="700" b="0" i="0" u="none" strike="noStrike" cap="none" noProof="0">
                <a:solidFill>
                  <a:srgbClr val="7F7F7F"/>
                </a:solidFill>
                <a:latin typeface="IBM Plex Sans"/>
                <a:ea typeface="Quattrocento Sans"/>
                <a:cs typeface="Quattrocento Sans"/>
                <a:sym typeface="Quattrocento Sans"/>
              </a:rPr>
              <a:t> – investment in OpenAI]; (3) </a:t>
            </a:r>
            <a:r>
              <a:rPr lang="en-US" sz="700" b="0" i="0" u="sng" strike="noStrike" cap="none" noProof="0">
                <a:solidFill>
                  <a:srgbClr val="7F7F7F"/>
                </a:solidFill>
                <a:latin typeface="IBM Plex Sans"/>
                <a:ea typeface="Quattrocento Sans"/>
                <a:cs typeface="Quattrocento Sans"/>
                <a:sym typeface="Quattrocento Sans"/>
                <a:hlinkClick r:id="rId6">
                  <a:extLst>
                    <a:ext uri="{A12FA001-AC4F-418D-AE19-62706E023703}">
                      <ahyp:hlinkClr xmlns:ahyp="http://schemas.microsoft.com/office/drawing/2018/hyperlinkcolor" val="tx"/>
                    </a:ext>
                  </a:extLst>
                </a:hlinkClick>
              </a:rPr>
              <a:t>Reuters</a:t>
            </a:r>
            <a:r>
              <a:rPr lang="en-US" sz="700" b="0" i="0" u="none" strike="noStrike" cap="none" noProof="0">
                <a:solidFill>
                  <a:srgbClr val="7F7F7F"/>
                </a:solidFill>
                <a:latin typeface="IBM Plex Sans"/>
                <a:ea typeface="Quattrocento Sans"/>
                <a:cs typeface="Quattrocento Sans"/>
                <a:sym typeface="Quattrocento Sans"/>
              </a:rPr>
              <a:t>] [4) </a:t>
            </a:r>
            <a:r>
              <a:rPr lang="en-US" sz="700" b="0" i="0" u="sng" strike="noStrike" cap="none" noProof="0" err="1">
                <a:solidFill>
                  <a:srgbClr val="7F7F7F"/>
                </a:solidFill>
                <a:latin typeface="IBM Plex Sans"/>
                <a:ea typeface="Quattrocento Sans"/>
                <a:cs typeface="Quattrocento Sans"/>
                <a:sym typeface="Quattrocento Sans"/>
                <a:hlinkClick r:id="rId7">
                  <a:extLst>
                    <a:ext uri="{A12FA001-AC4F-418D-AE19-62706E023703}">
                      <ahyp:hlinkClr xmlns:ahyp="http://schemas.microsoft.com/office/drawing/2018/hyperlinkcolor" val="tx"/>
                    </a:ext>
                  </a:extLst>
                </a:hlinkClick>
              </a:rPr>
              <a:t>Investorplace</a:t>
            </a:r>
            <a:r>
              <a:rPr lang="en-US" sz="700" b="0" i="0" u="none" strike="noStrike" cap="none" noProof="0">
                <a:solidFill>
                  <a:srgbClr val="7F7F7F"/>
                </a:solidFill>
                <a:latin typeface="IBM Plex Sans"/>
                <a:ea typeface="Quattrocento Sans"/>
                <a:cs typeface="Quattrocento Sans"/>
                <a:sym typeface="Quattrocento Sans"/>
              </a:rPr>
              <a:t>] , (5) </a:t>
            </a:r>
            <a:r>
              <a:rPr lang="en-US" sz="700" b="0" i="0" u="sng" strike="noStrike" cap="none" noProof="0">
                <a:solidFill>
                  <a:srgbClr val="7F7F7F"/>
                </a:solidFill>
                <a:latin typeface="IBM Plex Sans"/>
                <a:ea typeface="Quattrocento Sans"/>
                <a:cs typeface="Quattrocento Sans"/>
                <a:sym typeface="Quattrocento Sans"/>
                <a:hlinkClick r:id="rId8">
                  <a:extLst>
                    <a:ext uri="{A12FA001-AC4F-418D-AE19-62706E023703}">
                      <ahyp:hlinkClr xmlns:ahyp="http://schemas.microsoft.com/office/drawing/2018/hyperlinkcolor" val="tx"/>
                    </a:ext>
                  </a:extLst>
                </a:hlinkClick>
              </a:rPr>
              <a:t>Business Insider</a:t>
            </a:r>
            <a:r>
              <a:rPr lang="en-US" sz="700" b="0" i="0" u="none" strike="noStrike" cap="none" noProof="0">
                <a:solidFill>
                  <a:srgbClr val="7F7F7F"/>
                </a:solidFill>
                <a:latin typeface="IBM Plex Sans"/>
                <a:ea typeface="Quattrocento Sans"/>
                <a:cs typeface="Quattrocento Sans"/>
                <a:sym typeface="Quattrocento Sans"/>
              </a:rPr>
              <a:t>, (6) </a:t>
            </a:r>
            <a:r>
              <a:rPr lang="en-US" sz="700" b="0" i="0" u="sng" strike="noStrike" cap="none" noProof="0">
                <a:solidFill>
                  <a:srgbClr val="7F7F7F"/>
                </a:solidFill>
                <a:latin typeface="IBM Plex Sans"/>
                <a:ea typeface="Quattrocento Sans"/>
                <a:cs typeface="Quattrocento Sans"/>
                <a:sym typeface="Quattrocento Sans"/>
                <a:hlinkClick r:id="rId9">
                  <a:extLst>
                    <a:ext uri="{A12FA001-AC4F-418D-AE19-62706E023703}">
                      <ahyp:hlinkClr xmlns:ahyp="http://schemas.microsoft.com/office/drawing/2018/hyperlinkcolor" val="tx"/>
                    </a:ext>
                  </a:extLst>
                </a:hlinkClick>
              </a:rPr>
              <a:t>The Guardian</a:t>
            </a:r>
            <a:r>
              <a:rPr lang="en-US" sz="700" b="0" i="0" u="none" strike="noStrike" cap="none" noProof="0">
                <a:solidFill>
                  <a:srgbClr val="7F7F7F"/>
                </a:solidFill>
                <a:latin typeface="IBM Plex Sans"/>
                <a:ea typeface="Quattrocento Sans"/>
                <a:cs typeface="Quattrocento Sans"/>
                <a:sym typeface="Quattrocento Sans"/>
              </a:rPr>
              <a:t> , (7) </a:t>
            </a:r>
            <a:r>
              <a:rPr lang="en-US" sz="700" b="0" i="0" u="sng" strike="noStrike" cap="none" noProof="0">
                <a:solidFill>
                  <a:srgbClr val="7F7F7F"/>
                </a:solidFill>
                <a:latin typeface="IBM Plex Sans"/>
                <a:ea typeface="Quattrocento Sans"/>
                <a:cs typeface="Quattrocento Sans"/>
                <a:sym typeface="Quattrocento Sans"/>
                <a:hlinkClick r:id="rId10">
                  <a:extLst>
                    <a:ext uri="{A12FA001-AC4F-418D-AE19-62706E023703}">
                      <ahyp:hlinkClr xmlns:ahyp="http://schemas.microsoft.com/office/drawing/2018/hyperlinkcolor" val="tx"/>
                    </a:ext>
                  </a:extLst>
                </a:hlinkClick>
              </a:rPr>
              <a:t>WSJ</a:t>
            </a:r>
            <a:r>
              <a:rPr lang="en-US" sz="700" b="0" i="0" u="none" strike="noStrike" cap="none" noProof="0">
                <a:solidFill>
                  <a:srgbClr val="7F7F7F"/>
                </a:solidFill>
                <a:latin typeface="IBM Plex Sans"/>
                <a:ea typeface="Quattrocento Sans"/>
                <a:cs typeface="Quattrocento Sans"/>
                <a:sym typeface="Quattrocento Sans"/>
              </a:rPr>
              <a:t> and </a:t>
            </a:r>
            <a:r>
              <a:rPr lang="en-US" sz="700" b="0" i="0" u="sng" strike="noStrike" cap="none" noProof="0">
                <a:solidFill>
                  <a:srgbClr val="7F7F7F"/>
                </a:solidFill>
                <a:latin typeface="IBM Plex Sans"/>
                <a:ea typeface="Quattrocento Sans"/>
                <a:cs typeface="Quattrocento Sans"/>
                <a:sym typeface="Quattrocento Sans"/>
                <a:hlinkClick r:id="rId11">
                  <a:extLst>
                    <a:ext uri="{A12FA001-AC4F-418D-AE19-62706E023703}">
                      <ahyp:hlinkClr xmlns:ahyp="http://schemas.microsoft.com/office/drawing/2018/hyperlinkcolor" val="tx"/>
                    </a:ext>
                  </a:extLst>
                </a:hlinkClick>
              </a:rPr>
              <a:t>WSJ</a:t>
            </a:r>
            <a:r>
              <a:rPr lang="en-US" sz="700" b="0" i="0" u="none" strike="noStrike" cap="none" noProof="0">
                <a:solidFill>
                  <a:srgbClr val="7F7F7F"/>
                </a:solidFill>
                <a:latin typeface="IBM Plex Sans"/>
                <a:ea typeface="Quattrocento Sans"/>
                <a:cs typeface="Quattrocento Sans"/>
                <a:sym typeface="Quattrocento Sans"/>
              </a:rPr>
              <a:t>, (8) </a:t>
            </a:r>
            <a:r>
              <a:rPr lang="en-US" sz="700" b="0" i="0" u="sng" strike="noStrike" cap="none" noProof="0">
                <a:solidFill>
                  <a:srgbClr val="7F7F7F"/>
                </a:solidFill>
                <a:latin typeface="IBM Plex Sans"/>
                <a:ea typeface="Quattrocento Sans"/>
                <a:cs typeface="Quattrocento Sans"/>
                <a:sym typeface="Quattrocento Sans"/>
                <a:hlinkClick r:id="rId12">
                  <a:extLst>
                    <a:ext uri="{A12FA001-AC4F-418D-AE19-62706E023703}">
                      <ahyp:hlinkClr xmlns:ahyp="http://schemas.microsoft.com/office/drawing/2018/hyperlinkcolor" val="tx"/>
                    </a:ext>
                  </a:extLst>
                </a:hlinkClick>
              </a:rPr>
              <a:t>Open AI</a:t>
            </a:r>
            <a:r>
              <a:rPr lang="en-US" sz="700" b="0" i="0" u="none" strike="noStrike" cap="none" noProof="0">
                <a:solidFill>
                  <a:srgbClr val="7F7F7F"/>
                </a:solidFill>
                <a:latin typeface="IBM Plex Sans"/>
                <a:ea typeface="Quattrocento Sans"/>
                <a:cs typeface="Quattrocento Sans"/>
                <a:sym typeface="Quattrocento Sans"/>
              </a:rPr>
              <a:t>, (9) </a:t>
            </a:r>
            <a:r>
              <a:rPr lang="en-US" sz="700" b="0" i="0" u="sng" strike="noStrike" cap="none" noProof="0">
                <a:solidFill>
                  <a:srgbClr val="7F7F7F"/>
                </a:solidFill>
                <a:latin typeface="IBM Plex Sans"/>
                <a:ea typeface="Quattrocento Sans"/>
                <a:cs typeface="Quattrocento Sans"/>
                <a:sym typeface="Quattrocento Sans"/>
                <a:hlinkClick r:id="rId13">
                  <a:extLst>
                    <a:ext uri="{A12FA001-AC4F-418D-AE19-62706E023703}">
                      <ahyp:hlinkClr xmlns:ahyp="http://schemas.microsoft.com/office/drawing/2018/hyperlinkcolor" val="tx"/>
                    </a:ext>
                  </a:extLst>
                </a:hlinkClick>
              </a:rPr>
              <a:t>Anthropic</a:t>
            </a:r>
            <a:r>
              <a:rPr lang="en-US" sz="700" b="0" i="0" u="none" strike="noStrike" cap="none" noProof="0">
                <a:solidFill>
                  <a:srgbClr val="7F7F7F"/>
                </a:solidFill>
                <a:latin typeface="IBM Plex Sans"/>
                <a:ea typeface="Quattrocento Sans"/>
                <a:cs typeface="Quattrocento Sans"/>
                <a:sym typeface="Quattrocento Sans"/>
              </a:rPr>
              <a:t>, (10) </a:t>
            </a:r>
            <a:r>
              <a:rPr lang="en-US" sz="700" b="0" i="0" u="sng" strike="noStrike" cap="none" noProof="0">
                <a:solidFill>
                  <a:srgbClr val="7F7F7F"/>
                </a:solidFill>
                <a:latin typeface="IBM Plex Sans"/>
                <a:ea typeface="Quattrocento Sans"/>
                <a:cs typeface="Quattrocento Sans"/>
                <a:sym typeface="Quattrocento Sans"/>
                <a:hlinkClick r:id="rId14">
                  <a:extLst>
                    <a:ext uri="{A12FA001-AC4F-418D-AE19-62706E023703}">
                      <ahyp:hlinkClr xmlns:ahyp="http://schemas.microsoft.com/office/drawing/2018/hyperlinkcolor" val="tx"/>
                    </a:ext>
                  </a:extLst>
                </a:hlinkClick>
              </a:rPr>
              <a:t>Digwatch</a:t>
            </a:r>
            <a:r>
              <a:rPr lang="en-US" sz="700" noProof="0">
                <a:solidFill>
                  <a:srgbClr val="7F7F7F"/>
                </a:solidFill>
                <a:latin typeface="IBM Plex Sans"/>
                <a:ea typeface="Quattrocento Sans"/>
                <a:cs typeface="Quattrocento Sans"/>
                <a:sym typeface="Quattrocento Sans"/>
              </a:rPr>
              <a:t>, (11) </a:t>
            </a:r>
            <a:r>
              <a:rPr lang="en-US" sz="700" noProof="0">
                <a:solidFill>
                  <a:srgbClr val="7F7F7F"/>
                </a:solidFill>
                <a:latin typeface="IBM Plex Sans"/>
                <a:ea typeface="Quattrocento Sans"/>
                <a:cs typeface="Quattrocento Sans"/>
                <a:sym typeface="Quattrocento Sans"/>
                <a:hlinkClick r:id="rId15">
                  <a:extLst>
                    <a:ext uri="{A12FA001-AC4F-418D-AE19-62706E023703}">
                      <ahyp:hlinkClr xmlns:ahyp="http://schemas.microsoft.com/office/drawing/2018/hyperlinkcolor" val="tx"/>
                    </a:ext>
                  </a:extLst>
                </a:hlinkClick>
              </a:rPr>
              <a:t>Spyglass</a:t>
            </a:r>
            <a:endParaRPr lang="en-US" sz="700" b="0" i="0" u="none" strike="noStrike" cap="none" noProof="0">
              <a:solidFill>
                <a:srgbClr val="7F7F7F"/>
              </a:solidFill>
              <a:latin typeface="IBM Plex Sans"/>
              <a:hlinkClick r:id="rId15">
                <a:extLst>
                  <a:ext uri="{A12FA001-AC4F-418D-AE19-62706E023703}">
                    <ahyp:hlinkClr xmlns:ahyp="http://schemas.microsoft.com/office/drawing/2018/hyperlinkcolor" val="tx"/>
                  </a:ext>
                </a:extLst>
              </a:hlinkClick>
            </a:endParaRPr>
          </a:p>
        </p:txBody>
      </p:sp>
      <p:sp>
        <p:nvSpPr>
          <p:cNvPr id="1789" name="Google Shape;1789;g3b23322d595_2_832"/>
          <p:cNvSpPr txBox="1"/>
          <p:nvPr/>
        </p:nvSpPr>
        <p:spPr>
          <a:xfrm>
            <a:off x="450091" y="5671889"/>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algn="ctr">
              <a:buSzPts val="1600"/>
            </a:pPr>
            <a:r>
              <a:rPr lang="en-US" b="1" noProof="0">
                <a:solidFill>
                  <a:schemeClr val="dk1"/>
                </a:solidFill>
                <a:latin typeface="IBM Plex Sans"/>
              </a:rPr>
              <a:t>AI has transitioned to a fundamental utility, requiring industrial-scale physical assets to sustain growth, </a:t>
            </a:r>
            <a:r>
              <a:rPr lang="en-US" b="1" noProof="0">
                <a:solidFill>
                  <a:schemeClr val="dk1"/>
                </a:solidFill>
                <a:latin typeface="IBM Plex Sans"/>
                <a:sym typeface="IBM Plex Sans"/>
              </a:rPr>
              <a:t>while returns remain unproven</a:t>
            </a:r>
            <a:endParaRPr lang="en-US" b="1" noProof="0">
              <a:solidFill>
                <a:schemeClr val="dk1"/>
              </a:solidFill>
              <a:latin typeface="IBM Plex Sans"/>
            </a:endParaRPr>
          </a:p>
        </p:txBody>
      </p:sp>
      <p:sp>
        <p:nvSpPr>
          <p:cNvPr id="1790" name="Google Shape;1790;g3b23322d595_2_832"/>
          <p:cNvSpPr txBox="1"/>
          <p:nvPr/>
        </p:nvSpPr>
        <p:spPr>
          <a:xfrm>
            <a:off x="450090" y="1422111"/>
            <a:ext cx="5645910" cy="428169"/>
          </a:xfrm>
          <a:prstGeom prst="rect">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algn="ctr">
              <a:buClr>
                <a:schemeClr val="lt1"/>
              </a:buClr>
              <a:buSzPts val="1200"/>
            </a:pPr>
            <a:r>
              <a:rPr lang="en-US" sz="1200" b="1" i="0" u="none" strike="noStrike" cap="none" noProof="0">
                <a:solidFill>
                  <a:schemeClr val="lt1"/>
                </a:solidFill>
                <a:latin typeface="IBM Plex Sans"/>
                <a:ea typeface="IBM Plex Sans"/>
                <a:cs typeface="IBM Plex Sans"/>
                <a:sym typeface="IBM Plex Sans"/>
              </a:rPr>
              <a:t>AI Investments in 2025/26 from Big Tech, </a:t>
            </a:r>
            <a:r>
              <a:rPr lang="en-US" sz="1200" b="1" noProof="0">
                <a:solidFill>
                  <a:schemeClr val="lt1"/>
                </a:solidFill>
                <a:latin typeface="IBM Plex Sans"/>
                <a:ea typeface="IBM Plex Sans"/>
                <a:cs typeface="IBM Plex Sans"/>
                <a:sym typeface="IBM Plex Sans"/>
              </a:rPr>
              <a:t>Leading </a:t>
            </a:r>
            <a:r>
              <a:rPr lang="en-US" sz="1200" b="1" i="0" u="none" strike="noStrike" cap="none" noProof="0">
                <a:solidFill>
                  <a:schemeClr val="lt1"/>
                </a:solidFill>
                <a:latin typeface="IBM Plex Sans"/>
                <a:ea typeface="IBM Plex Sans"/>
                <a:cs typeface="IBM Plex Sans"/>
                <a:sym typeface="IBM Plex Sans"/>
              </a:rPr>
              <a:t>AI </a:t>
            </a:r>
            <a:r>
              <a:rPr lang="en-US" sz="1200" b="1" noProof="0">
                <a:solidFill>
                  <a:schemeClr val="lt1"/>
                </a:solidFill>
                <a:latin typeface="IBM Plex Sans"/>
                <a:ea typeface="IBM Plex Sans"/>
                <a:cs typeface="IBM Plex Sans"/>
                <a:sym typeface="IBM Plex Sans"/>
              </a:rPr>
              <a:t>Firms </a:t>
            </a:r>
            <a:r>
              <a:rPr lang="en-US" sz="1200" b="1" i="0" u="none" strike="noStrike" cap="none" noProof="0">
                <a:solidFill>
                  <a:schemeClr val="lt1"/>
                </a:solidFill>
                <a:latin typeface="IBM Plex Sans"/>
                <a:ea typeface="IBM Plex Sans"/>
                <a:cs typeface="IBM Plex Sans"/>
                <a:sym typeface="IBM Plex Sans"/>
              </a:rPr>
              <a:t>and Chipmakers </a:t>
            </a:r>
            <a:r>
              <a:rPr lang="en-US" sz="1200" b="1" noProof="0">
                <a:solidFill>
                  <a:schemeClr val="lt1"/>
                </a:solidFill>
                <a:latin typeface="IBM Plex Sans"/>
                <a:ea typeface="IBM Plex Sans"/>
                <a:cs typeface="IBM Plex Sans"/>
                <a:sym typeface="IBM Plex Sans"/>
              </a:rPr>
              <a:t>(USD</a:t>
            </a:r>
            <a:r>
              <a:rPr lang="en-US" sz="1200" b="1" i="0" u="none" strike="noStrike" cap="none" noProof="0">
                <a:solidFill>
                  <a:schemeClr val="lt1"/>
                </a:solidFill>
                <a:latin typeface="IBM Plex Sans"/>
                <a:ea typeface="IBM Plex Sans"/>
                <a:cs typeface="IBM Plex Sans"/>
                <a:sym typeface="IBM Plex Sans"/>
              </a:rPr>
              <a:t> </a:t>
            </a:r>
            <a:r>
              <a:rPr lang="en-US" sz="1200" b="1" noProof="0">
                <a:solidFill>
                  <a:schemeClr val="lt1"/>
                </a:solidFill>
                <a:latin typeface="IBM Plex Sans"/>
                <a:ea typeface="IBM Plex Sans"/>
                <a:cs typeface="IBM Plex Sans"/>
                <a:sym typeface="IBM Plex Sans"/>
              </a:rPr>
              <a:t>Billions)</a:t>
            </a:r>
            <a:r>
              <a:rPr lang="en-US" sz="1200" b="1" baseline="30000" noProof="0">
                <a:solidFill>
                  <a:schemeClr val="lt1"/>
                </a:solidFill>
                <a:latin typeface="IBM Plex Sans"/>
                <a:ea typeface="IBM Plex Sans"/>
                <a:cs typeface="IBM Plex Sans"/>
                <a:sym typeface="IBM Plex Sans"/>
              </a:rPr>
              <a:t>1,2,8,9,10</a:t>
            </a:r>
            <a:endParaRPr lang="en-US" sz="1800" b="0" i="0" u="none" strike="noStrike" cap="none" noProof="0">
              <a:solidFill>
                <a:schemeClr val="lt1"/>
              </a:solidFill>
              <a:latin typeface="Arial"/>
              <a:ea typeface="Arial"/>
              <a:cs typeface="Arial"/>
              <a:sym typeface="Arial"/>
            </a:endParaRPr>
          </a:p>
        </p:txBody>
      </p:sp>
      <p:sp>
        <p:nvSpPr>
          <p:cNvPr id="1791" name="Google Shape;1791;g3b23322d595_2_832"/>
          <p:cNvSpPr txBox="1"/>
          <p:nvPr/>
        </p:nvSpPr>
        <p:spPr>
          <a:xfrm>
            <a:off x="6320696" y="1422111"/>
            <a:ext cx="5480206" cy="428169"/>
          </a:xfrm>
          <a:prstGeom prst="rect">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200"/>
              <a:buFont typeface="IBM Plex Sans"/>
              <a:buNone/>
            </a:pPr>
            <a:r>
              <a:rPr lang="en-US" sz="1200" b="1" i="0" u="none" strike="noStrike" cap="none" noProof="0">
                <a:solidFill>
                  <a:schemeClr val="lt1"/>
                </a:solidFill>
                <a:latin typeface="IBM Plex Sans"/>
                <a:ea typeface="IBM Plex Sans"/>
                <a:cs typeface="IBM Plex Sans"/>
                <a:sym typeface="IBM Plex Sans"/>
              </a:rPr>
              <a:t>Insights from research</a:t>
            </a:r>
            <a:endParaRPr lang="en-US" sz="1800" b="0" i="0" u="none" strike="noStrike" cap="none" noProof="0">
              <a:solidFill>
                <a:schemeClr val="dk1"/>
              </a:solidFill>
              <a:latin typeface="Arial"/>
              <a:ea typeface="Arial"/>
              <a:cs typeface="Arial"/>
              <a:sym typeface="Arial"/>
            </a:endParaRPr>
          </a:p>
        </p:txBody>
      </p:sp>
      <p:grpSp>
        <p:nvGrpSpPr>
          <p:cNvPr id="1792" name="Google Shape;1792;g3b23322d595_2_832"/>
          <p:cNvGrpSpPr/>
          <p:nvPr/>
        </p:nvGrpSpPr>
        <p:grpSpPr>
          <a:xfrm>
            <a:off x="450091" y="1871790"/>
            <a:ext cx="5480205" cy="3679707"/>
            <a:chOff x="236539" y="1705715"/>
            <a:chExt cx="5029938" cy="3828593"/>
          </a:xfrm>
        </p:grpSpPr>
        <p:pic>
          <p:nvPicPr>
            <p:cNvPr id="1793" name="Google Shape;1793;g3b23322d595_2_832"/>
            <p:cNvPicPr preferRelativeResize="0"/>
            <p:nvPr/>
          </p:nvPicPr>
          <p:blipFill rotWithShape="1">
            <a:blip r:embed="rId16">
              <a:alphaModFix/>
            </a:blip>
            <a:srcRect/>
            <a:stretch/>
          </p:blipFill>
          <p:spPr>
            <a:xfrm>
              <a:off x="236539" y="1705715"/>
              <a:ext cx="5029938" cy="3828593"/>
            </a:xfrm>
            <a:prstGeom prst="rect">
              <a:avLst/>
            </a:prstGeom>
            <a:noFill/>
            <a:ln>
              <a:noFill/>
            </a:ln>
          </p:spPr>
        </p:pic>
        <p:sp>
          <p:nvSpPr>
            <p:cNvPr id="1794" name="Google Shape;1794;g3b23322d595_2_832"/>
            <p:cNvSpPr/>
            <p:nvPr/>
          </p:nvSpPr>
          <p:spPr>
            <a:xfrm>
              <a:off x="1754109" y="4440406"/>
              <a:ext cx="1197050" cy="295670"/>
            </a:xfrm>
            <a:prstGeom prst="rect">
              <a:avLst/>
            </a:prstGeom>
            <a:no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0" i="1" u="none" strike="noStrike" cap="none" noProof="0">
                  <a:solidFill>
                    <a:schemeClr val="dk1"/>
                  </a:solidFill>
                  <a:latin typeface="IBM Plex Sans"/>
                  <a:ea typeface="IBM Plex Sans"/>
                  <a:cs typeface="IBM Plex Sans"/>
                  <a:sym typeface="IBM Plex Sans"/>
                </a:rPr>
                <a:t>Not reported</a:t>
              </a:r>
            </a:p>
          </p:txBody>
        </p:sp>
        <p:sp>
          <p:nvSpPr>
            <p:cNvPr id="1795" name="Google Shape;1795;g3b23322d595_2_832"/>
            <p:cNvSpPr/>
            <p:nvPr/>
          </p:nvSpPr>
          <p:spPr>
            <a:xfrm>
              <a:off x="1754109" y="4703198"/>
              <a:ext cx="1197050" cy="295670"/>
            </a:xfrm>
            <a:prstGeom prst="rect">
              <a:avLst/>
            </a:prstGeom>
            <a:no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0" i="1" u="none" strike="noStrike" cap="none" noProof="0">
                  <a:solidFill>
                    <a:schemeClr val="dk1"/>
                  </a:solidFill>
                  <a:latin typeface="IBM Plex Sans"/>
                  <a:ea typeface="IBM Plex Sans"/>
                  <a:cs typeface="IBM Plex Sans"/>
                  <a:sym typeface="IBM Plex Sans"/>
                </a:rPr>
                <a:t>Not reported</a:t>
              </a:r>
            </a:p>
          </p:txBody>
        </p:sp>
        <p:sp>
          <p:nvSpPr>
            <p:cNvPr id="1796" name="Google Shape;1796;g3b23322d595_2_832"/>
            <p:cNvSpPr/>
            <p:nvPr/>
          </p:nvSpPr>
          <p:spPr>
            <a:xfrm>
              <a:off x="1754109" y="2581645"/>
              <a:ext cx="1197050" cy="295670"/>
            </a:xfrm>
            <a:prstGeom prst="rect">
              <a:avLst/>
            </a:prstGeom>
            <a:no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0" i="1" u="none" strike="noStrike" cap="none" noProof="0">
                  <a:solidFill>
                    <a:schemeClr val="dk1"/>
                  </a:solidFill>
                  <a:latin typeface="IBM Plex Sans"/>
                  <a:ea typeface="IBM Plex Sans"/>
                  <a:cs typeface="IBM Plex Sans"/>
                  <a:sym typeface="IBM Plex Sans"/>
                </a:rPr>
                <a:t>Not reported</a:t>
              </a:r>
            </a:p>
          </p:txBody>
        </p:sp>
        <p:sp>
          <p:nvSpPr>
            <p:cNvPr id="1797" name="Google Shape;1797;g3b23322d595_2_832"/>
            <p:cNvSpPr/>
            <p:nvPr/>
          </p:nvSpPr>
          <p:spPr>
            <a:xfrm>
              <a:off x="1754109" y="1786159"/>
              <a:ext cx="1197050" cy="295670"/>
            </a:xfrm>
            <a:prstGeom prst="rect">
              <a:avLst/>
            </a:prstGeom>
            <a:no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0" i="1" u="none" strike="noStrike" cap="none" noProof="0">
                  <a:solidFill>
                    <a:schemeClr val="dk1"/>
                  </a:solidFill>
                  <a:latin typeface="IBM Plex Sans"/>
                  <a:ea typeface="IBM Plex Sans"/>
                  <a:cs typeface="IBM Plex Sans"/>
                  <a:sym typeface="IBM Plex Sans"/>
                </a:rPr>
                <a:t>Not reported</a:t>
              </a:r>
            </a:p>
          </p:txBody>
        </p:sp>
        <p:sp>
          <p:nvSpPr>
            <p:cNvPr id="1798" name="Google Shape;1798;g3b23322d595_2_832"/>
            <p:cNvSpPr/>
            <p:nvPr/>
          </p:nvSpPr>
          <p:spPr>
            <a:xfrm>
              <a:off x="1754109" y="2051321"/>
              <a:ext cx="1197050" cy="295670"/>
            </a:xfrm>
            <a:prstGeom prst="rect">
              <a:avLst/>
            </a:prstGeom>
            <a:no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0" i="1" u="none" strike="noStrike" cap="none" noProof="0">
                  <a:solidFill>
                    <a:schemeClr val="dk1"/>
                  </a:solidFill>
                  <a:latin typeface="IBM Plex Sans"/>
                  <a:ea typeface="IBM Plex Sans"/>
                  <a:cs typeface="IBM Plex Sans"/>
                  <a:sym typeface="IBM Plex Sans"/>
                </a:rPr>
                <a:t>Not reported</a:t>
              </a:r>
            </a:p>
          </p:txBody>
        </p:sp>
        <p:sp>
          <p:nvSpPr>
            <p:cNvPr id="1799" name="Google Shape;1799;g3b23322d595_2_832"/>
            <p:cNvSpPr/>
            <p:nvPr/>
          </p:nvSpPr>
          <p:spPr>
            <a:xfrm>
              <a:off x="1754109" y="4177615"/>
              <a:ext cx="1197050" cy="295670"/>
            </a:xfrm>
            <a:prstGeom prst="rect">
              <a:avLst/>
            </a:prstGeom>
            <a:no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0" i="1" u="none" strike="noStrike" cap="none" noProof="0">
                  <a:solidFill>
                    <a:schemeClr val="dk1"/>
                  </a:solidFill>
                  <a:latin typeface="IBM Plex Sans"/>
                  <a:ea typeface="IBM Plex Sans"/>
                  <a:cs typeface="IBM Plex Sans"/>
                  <a:sym typeface="IBM Plex Sans"/>
                </a:rPr>
                <a:t>Not reported</a:t>
              </a:r>
            </a:p>
          </p:txBody>
        </p:sp>
      </p:grpSp>
      <p:sp>
        <p:nvSpPr>
          <p:cNvPr id="1800" name="Google Shape;1800;g3b23322d595_2_832"/>
          <p:cNvSpPr/>
          <p:nvPr/>
        </p:nvSpPr>
        <p:spPr>
          <a:xfrm>
            <a:off x="6320697" y="1850280"/>
            <a:ext cx="5480205" cy="3693269"/>
          </a:xfrm>
          <a:prstGeom prst="rect">
            <a:avLst/>
          </a:prstGeom>
          <a:solidFill>
            <a:srgbClr val="F2F2F2"/>
          </a:solidFill>
          <a:ln>
            <a:noFill/>
          </a:ln>
        </p:spPr>
        <p:txBody>
          <a:bodyPr spcFirstLastPara="1" wrap="square" lIns="91425" tIns="45700" rIns="91425" bIns="45700" anchor="t" anchorCtr="0">
            <a:noAutofit/>
          </a:bodyPr>
          <a:lstStyle/>
          <a:p>
            <a:pPr marL="179705" indent="-179705">
              <a:spcBef>
                <a:spcPts val="300"/>
              </a:spcBef>
              <a:buClr>
                <a:schemeClr val="dk1"/>
              </a:buClr>
              <a:buSzPts val="1200"/>
              <a:buFont typeface="Arial"/>
              <a:buChar char="•"/>
            </a:pPr>
            <a:r>
              <a:rPr lang="en-US" sz="1200" noProof="0">
                <a:solidFill>
                  <a:schemeClr val="dk1"/>
                </a:solidFill>
                <a:latin typeface="IBM Plex Sans"/>
                <a:ea typeface="IBM Plex Sans"/>
                <a:cs typeface="IBM Plex Sans"/>
                <a:sym typeface="IBM Plex Sans"/>
              </a:rPr>
              <a:t>“Meta, Amazon, Alphabet, and Microsoft are expected to spend a </a:t>
            </a:r>
            <a:r>
              <a:rPr lang="en-US" sz="1200" b="1" noProof="0">
                <a:solidFill>
                  <a:schemeClr val="dk1"/>
                </a:solidFill>
                <a:latin typeface="IBM Plex Sans"/>
                <a:ea typeface="IBM Plex Sans"/>
                <a:cs typeface="IBM Plex Sans"/>
                <a:sym typeface="IBM Plex Sans"/>
              </a:rPr>
              <a:t>combined $350 billion this year</a:t>
            </a:r>
            <a:r>
              <a:rPr lang="en-US" sz="1200" noProof="0">
                <a:solidFill>
                  <a:schemeClr val="dk1"/>
                </a:solidFill>
                <a:latin typeface="IBM Plex Sans"/>
                <a:ea typeface="IBM Plex Sans"/>
                <a:cs typeface="IBM Plex Sans"/>
                <a:sym typeface="IBM Plex Sans"/>
              </a:rPr>
              <a:t>, and Goldman Sachs estimates global </a:t>
            </a:r>
            <a:r>
              <a:rPr lang="en-US" sz="1200" b="1" noProof="0">
                <a:solidFill>
                  <a:schemeClr val="dk1"/>
                </a:solidFill>
                <a:latin typeface="IBM Plex Sans"/>
                <a:ea typeface="IBM Plex Sans"/>
                <a:cs typeface="IBM Plex Sans"/>
                <a:sym typeface="IBM Plex Sans"/>
              </a:rPr>
              <a:t>AI-related infrastructure spending could reach $4 trillion by 2030</a:t>
            </a:r>
            <a:r>
              <a:rPr lang="en-US" sz="1200" noProof="0">
                <a:solidFill>
                  <a:schemeClr val="dk1"/>
                </a:solidFill>
                <a:latin typeface="IBM Plex Sans"/>
                <a:ea typeface="IBM Plex Sans"/>
                <a:cs typeface="IBM Plex Sans"/>
                <a:sym typeface="IBM Plex Sans"/>
              </a:rPr>
              <a:t>”</a:t>
            </a:r>
            <a:r>
              <a:rPr lang="en-US" sz="1200" baseline="30000" noProof="0">
                <a:solidFill>
                  <a:schemeClr val="dk1"/>
                </a:solidFill>
                <a:latin typeface="IBM Plex Sans"/>
                <a:ea typeface="IBM Plex Sans"/>
                <a:cs typeface="IBM Plex Sans"/>
                <a:sym typeface="IBM Plex Sans"/>
              </a:rPr>
              <a:t>3</a:t>
            </a:r>
            <a:endParaRPr lang="en-US" noProof="0">
              <a:solidFill>
                <a:schemeClr val="dk1"/>
              </a:solidFill>
            </a:endParaRPr>
          </a:p>
          <a:p>
            <a:pPr marL="179705" marR="0" lvl="0" indent="-179705" algn="l" rtl="0">
              <a:lnSpc>
                <a:spcPct val="100000"/>
              </a:lnSpc>
              <a:spcBef>
                <a:spcPts val="600"/>
              </a:spcBef>
              <a:spcAft>
                <a:spcPts val="0"/>
              </a:spcAft>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“Big Tech is on pace to </a:t>
            </a:r>
            <a:r>
              <a:rPr lang="en-US" sz="1200" b="1" i="0" u="none" strike="noStrike" cap="none" noProof="0">
                <a:solidFill>
                  <a:schemeClr val="dk1"/>
                </a:solidFill>
                <a:latin typeface="IBM Plex Sans"/>
                <a:ea typeface="IBM Plex Sans"/>
                <a:cs typeface="IBM Plex Sans"/>
                <a:sym typeface="IBM Plex Sans"/>
              </a:rPr>
              <a:t>spend more than $500 billion on AI infrastructure in 2026 </a:t>
            </a:r>
            <a:r>
              <a:rPr lang="en-US" sz="1200" b="0" i="0" u="none" strike="noStrike" cap="none" noProof="0">
                <a:solidFill>
                  <a:schemeClr val="dk1"/>
                </a:solidFill>
                <a:latin typeface="IBM Plex Sans"/>
                <a:ea typeface="IBM Plex Sans"/>
                <a:cs typeface="IBM Plex Sans"/>
                <a:sym typeface="IBM Plex Sans"/>
              </a:rPr>
              <a:t>– a 34% jump that signals the next phase of the supercycle”</a:t>
            </a:r>
            <a:r>
              <a:rPr lang="en-US" sz="1200" b="0" i="0" u="none" strike="noStrike" cap="none" baseline="30000" noProof="0">
                <a:solidFill>
                  <a:schemeClr val="dk1"/>
                </a:solidFill>
                <a:latin typeface="IBM Plex Sans"/>
                <a:ea typeface="IBM Plex Sans"/>
                <a:cs typeface="IBM Plex Sans"/>
                <a:sym typeface="IBM Plex Sans"/>
              </a:rPr>
              <a:t>4</a:t>
            </a:r>
            <a:endParaRPr lang="en-US" sz="1200" b="0" i="0" u="none" strike="noStrike" cap="none" baseline="30000" noProof="0">
              <a:solidFill>
                <a:schemeClr val="dk1"/>
              </a:solidFill>
              <a:latin typeface="IBM Plex Sans"/>
              <a:ea typeface="IBM Plex Sans"/>
              <a:cs typeface="IBM Plex Sans"/>
            </a:endParaRPr>
          </a:p>
          <a:p>
            <a:pPr marL="179705" indent="-179705">
              <a:spcBef>
                <a:spcPts val="600"/>
              </a:spcBef>
              <a:buClr>
                <a:schemeClr val="dk1"/>
              </a:buClr>
              <a:buSzPts val="1200"/>
              <a:buFont typeface="Arial"/>
              <a:buChar char="•"/>
            </a:pPr>
            <a:r>
              <a:rPr lang="en-US" sz="1200" b="0" i="0" u="none" strike="noStrike" cap="none" noProof="0">
                <a:solidFill>
                  <a:schemeClr val="dk1"/>
                </a:solidFill>
                <a:latin typeface="IBM Plex Sans"/>
                <a:ea typeface="IBM Plex Sans"/>
                <a:cs typeface="IBM Plex Sans"/>
                <a:sym typeface="IBM Plex Sans"/>
              </a:rPr>
              <a:t>However, </a:t>
            </a:r>
            <a:r>
              <a:rPr lang="en-US" sz="1200" b="1" i="0" u="none" strike="noStrike" cap="none" noProof="0">
                <a:solidFill>
                  <a:schemeClr val="dk1"/>
                </a:solidFill>
                <a:latin typeface="IBM Plex Sans"/>
                <a:ea typeface="IBM Plex Sans"/>
                <a:cs typeface="IBM Plex Sans"/>
                <a:sym typeface="IBM Plex Sans"/>
              </a:rPr>
              <a:t>the business case for AI remains untested</a:t>
            </a:r>
            <a:r>
              <a:rPr lang="en-US" sz="1200" b="0" i="0" u="none" strike="noStrike" cap="none" noProof="0">
                <a:solidFill>
                  <a:schemeClr val="dk1"/>
                </a:solidFill>
                <a:latin typeface="IBM Plex Sans"/>
                <a:ea typeface="IBM Plex Sans"/>
                <a:cs typeface="IBM Plex Sans"/>
                <a:sym typeface="IBM Plex Sans"/>
              </a:rPr>
              <a:t>, and </a:t>
            </a:r>
            <a:r>
              <a:rPr lang="en-US" sz="1200" noProof="0">
                <a:solidFill>
                  <a:schemeClr val="dk1"/>
                </a:solidFill>
                <a:latin typeface="IBM Plex Sans"/>
                <a:ea typeface="IBM Plex Sans"/>
                <a:cs typeface="IBM Plex Sans"/>
                <a:sym typeface="IBM Plex Sans"/>
              </a:rPr>
              <a:t>it</a:t>
            </a:r>
            <a:r>
              <a:rPr lang="en-US" sz="1200" b="0" i="0" u="none" strike="noStrike" cap="none" noProof="0">
                <a:solidFill>
                  <a:schemeClr val="dk1"/>
                </a:solidFill>
                <a:latin typeface="IBM Plex Sans"/>
                <a:ea typeface="IBM Plex Sans"/>
                <a:cs typeface="IBM Plex Sans"/>
                <a:sym typeface="IBM Plex Sans"/>
              </a:rPr>
              <a:t> </a:t>
            </a:r>
            <a:r>
              <a:rPr lang="en-US" sz="1200" noProof="0">
                <a:solidFill>
                  <a:schemeClr val="dk1"/>
                </a:solidFill>
                <a:latin typeface="IBM Plex Sans"/>
                <a:ea typeface="IBM Plex Sans"/>
                <a:cs typeface="IBM Plex Sans"/>
                <a:sym typeface="IBM Plex Sans"/>
              </a:rPr>
              <a:t>is </a:t>
            </a:r>
            <a:r>
              <a:rPr lang="en-US" sz="1200" b="1" i="0" u="none" strike="noStrike" cap="none" noProof="0">
                <a:solidFill>
                  <a:schemeClr val="dk1"/>
                </a:solidFill>
                <a:latin typeface="IBM Plex Sans"/>
                <a:ea typeface="IBM Plex Sans"/>
                <a:cs typeface="IBM Plex Sans"/>
                <a:sym typeface="IBM Plex Sans"/>
              </a:rPr>
              <a:t>unclear</a:t>
            </a:r>
            <a:r>
              <a:rPr lang="en-US" sz="1200" b="0" i="0" u="none" strike="noStrike" cap="none" noProof="0">
                <a:solidFill>
                  <a:schemeClr val="dk1"/>
                </a:solidFill>
                <a:latin typeface="IBM Plex Sans"/>
                <a:ea typeface="IBM Plex Sans"/>
                <a:cs typeface="IBM Plex Sans"/>
                <a:sym typeface="IBM Plex Sans"/>
              </a:rPr>
              <a:t> whether the </a:t>
            </a:r>
            <a:r>
              <a:rPr lang="en-US" sz="1200" b="1" i="0" u="none" strike="noStrike" cap="none" noProof="0">
                <a:solidFill>
                  <a:schemeClr val="dk1"/>
                </a:solidFill>
                <a:latin typeface="IBM Plex Sans"/>
                <a:ea typeface="IBM Plex Sans"/>
                <a:cs typeface="IBM Plex Sans"/>
                <a:sym typeface="IBM Plex Sans"/>
              </a:rPr>
              <a:t>revenue from AI products will justify the ever-growing spending</a:t>
            </a:r>
            <a:r>
              <a:rPr lang="en-US" sz="1200" i="0" u="none" strike="noStrike" cap="none" baseline="30000" noProof="0">
                <a:solidFill>
                  <a:schemeClr val="dk1"/>
                </a:solidFill>
                <a:latin typeface="IBM Plex Sans"/>
                <a:ea typeface="IBM Plex Sans"/>
                <a:cs typeface="IBM Plex Sans"/>
                <a:sym typeface="IBM Plex Sans"/>
              </a:rPr>
              <a:t>4</a:t>
            </a:r>
            <a:endParaRPr lang="en-US" sz="1200" i="0" u="none" strike="noStrike" cap="none" noProof="0">
              <a:solidFill>
                <a:schemeClr val="dk1"/>
              </a:solidFill>
              <a:latin typeface="IBM Plex Sans"/>
              <a:ea typeface="IBM Plex Sans"/>
              <a:cs typeface="IBM Plex Sans"/>
            </a:endParaRPr>
          </a:p>
          <a:p>
            <a:pPr marL="359410" marR="0" lvl="1" indent="-179705" algn="l" rtl="0">
              <a:lnSpc>
                <a:spcPct val="100000"/>
              </a:lnSpc>
              <a:spcBef>
                <a:spcPts val="600"/>
              </a:spcBef>
              <a:spcAft>
                <a:spcPts val="0"/>
              </a:spcAft>
              <a:buClr>
                <a:schemeClr val="dk1"/>
              </a:buClr>
              <a:buSzPts val="1100"/>
              <a:buFont typeface="Arial"/>
              <a:buChar char="–"/>
            </a:pPr>
            <a:r>
              <a:rPr lang="en-US" sz="1200" b="1" i="0" u="none" strike="noStrike" cap="none" noProof="0">
                <a:solidFill>
                  <a:schemeClr val="dk1"/>
                </a:solidFill>
                <a:latin typeface="IBM Plex Sans"/>
                <a:ea typeface="IBM Plex Sans"/>
                <a:cs typeface="IBM Plex Sans"/>
                <a:sym typeface="IBM Plex Sans"/>
              </a:rPr>
              <a:t>Profitability remains uncertain and uneven: </a:t>
            </a:r>
            <a:r>
              <a:rPr lang="en-US" sz="1200" noProof="0">
                <a:solidFill>
                  <a:schemeClr val="dk1"/>
                </a:solidFill>
                <a:latin typeface="IBM Plex Sans"/>
                <a:ea typeface="IBM Plex Sans"/>
                <a:cs typeface="IBM Plex Sans"/>
                <a:sym typeface="IBM Plex Sans"/>
              </a:rPr>
              <a:t>Despite increased investments, current cash flows cover only about half of required investments, signaling </a:t>
            </a:r>
            <a:r>
              <a:rPr lang="en-US" sz="1200" b="1" noProof="0">
                <a:solidFill>
                  <a:schemeClr val="dk1"/>
                </a:solidFill>
                <a:latin typeface="IBM Plex Sans"/>
                <a:ea typeface="IBM Plex Sans"/>
                <a:cs typeface="IBM Plex Sans"/>
                <a:sym typeface="IBM Plex Sans"/>
              </a:rPr>
              <a:t>mounting financial pressure and bubble-like conditions</a:t>
            </a:r>
            <a:r>
              <a:rPr lang="en-US" sz="1200" baseline="30000" noProof="0">
                <a:solidFill>
                  <a:schemeClr val="dk1"/>
                </a:solidFill>
                <a:latin typeface="IBM Plex Sans"/>
                <a:ea typeface="IBM Plex Sans"/>
                <a:cs typeface="IBM Plex Sans"/>
                <a:sym typeface="IBM Plex Sans"/>
              </a:rPr>
              <a:t>7</a:t>
            </a:r>
            <a:endParaRPr lang="en-US" sz="1200" baseline="30000" noProof="0">
              <a:solidFill>
                <a:schemeClr val="dk1"/>
              </a:solidFill>
              <a:latin typeface="IBM Plex Sans"/>
              <a:ea typeface="IBM Plex Sans"/>
              <a:cs typeface="IBM Plex Sans"/>
            </a:endParaRPr>
          </a:p>
          <a:p>
            <a:pPr marL="179705" marR="0" lvl="0" indent="-179705" algn="l" rtl="0">
              <a:lnSpc>
                <a:spcPct val="100000"/>
              </a:lnSpc>
              <a:spcBef>
                <a:spcPts val="600"/>
              </a:spcBef>
              <a:spcAft>
                <a:spcPts val="300"/>
              </a:spcAft>
              <a:buClr>
                <a:schemeClr val="dk1"/>
              </a:buClr>
              <a:buSzPts val="1200"/>
              <a:buFont typeface="Arial"/>
              <a:buChar char="•"/>
            </a:pPr>
            <a:r>
              <a:rPr lang="en-US" sz="1200" b="1" i="0" u="none" strike="noStrike" cap="none" noProof="0">
                <a:solidFill>
                  <a:schemeClr val="dk1"/>
                </a:solidFill>
                <a:latin typeface="IBM Plex Sans"/>
                <a:ea typeface="IBM Plex Sans"/>
                <a:cs typeface="IBM Plex Sans"/>
                <a:sym typeface="IBM Plex Sans"/>
              </a:rPr>
              <a:t>Risk of correction is rising: </a:t>
            </a:r>
            <a:r>
              <a:rPr lang="en-US" sz="1200" b="0" i="0" u="none" strike="noStrike" cap="none" noProof="0">
                <a:solidFill>
                  <a:schemeClr val="dk1"/>
                </a:solidFill>
                <a:latin typeface="IBM Plex Sans"/>
                <a:ea typeface="IBM Plex Sans"/>
                <a:cs typeface="IBM Plex Sans"/>
                <a:sym typeface="IBM Plex Sans"/>
              </a:rPr>
              <a:t>Analysts warn the AI boom shows classic bubble indicators like heavy debt-financed CAPEX, unclear monetization, and overly optimistic revenue expectations, raising the likelihood of an investment slowdown or consolidation if returns fail to materialize</a:t>
            </a:r>
            <a:r>
              <a:rPr lang="en-US" sz="1200" b="0" i="0" u="none" strike="noStrike" cap="none" baseline="30000" noProof="0">
                <a:solidFill>
                  <a:schemeClr val="dk1"/>
                </a:solidFill>
                <a:latin typeface="IBM Plex Sans"/>
                <a:ea typeface="IBM Plex Sans"/>
                <a:cs typeface="IBM Plex Sans"/>
                <a:sym typeface="IBM Plex Sans"/>
              </a:rPr>
              <a:t>6</a:t>
            </a:r>
            <a:endParaRPr lang="en-US" sz="1200" b="0" i="0" u="none" strike="noStrike" cap="none" baseline="30000" noProof="0">
              <a:solidFill>
                <a:schemeClr val="dk1"/>
              </a:solidFill>
              <a:latin typeface="IBM Plex Sans"/>
              <a:ea typeface="IBM Plex Sans"/>
              <a:cs typeface="IBM Plex Sans"/>
            </a:endParaRPr>
          </a:p>
        </p:txBody>
      </p:sp>
      <p:sp>
        <p:nvSpPr>
          <p:cNvPr id="10" name="CaixaDeTexto 9">
            <a:extLst>
              <a:ext uri="{FF2B5EF4-FFF2-40B4-BE49-F238E27FC236}">
                <a16:creationId xmlns:a16="http://schemas.microsoft.com/office/drawing/2014/main" id="{41C31230-8F23-6C9A-07E7-445B18F9CD79}"/>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future outlook</a:t>
            </a:r>
          </a:p>
        </p:txBody>
      </p:sp>
    </p:spTree>
    <p:extLst>
      <p:ext uri="{BB962C8B-B14F-4D97-AF65-F5344CB8AC3E}">
        <p14:creationId xmlns:p14="http://schemas.microsoft.com/office/powerpoint/2010/main" val="3299135470"/>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1866"/>
        <p:cNvGrpSpPr/>
        <p:nvPr/>
      </p:nvGrpSpPr>
      <p:grpSpPr>
        <a:xfrm>
          <a:off x="0" y="0"/>
          <a:ext cx="0" cy="0"/>
          <a:chOff x="0" y="0"/>
          <a:chExt cx="0" cy="0"/>
        </a:xfrm>
      </p:grpSpPr>
      <p:sp>
        <p:nvSpPr>
          <p:cNvPr id="1867" name="Google Shape;1867;g3b23322d595_2_911"/>
          <p:cNvSpPr/>
          <p:nvPr/>
        </p:nvSpPr>
        <p:spPr>
          <a:xfrm flipH="1">
            <a:off x="2771427" y="1904999"/>
            <a:ext cx="0" cy="3258111"/>
          </a:xfrm>
          <a:custGeom>
            <a:avLst/>
            <a:gdLst/>
            <a:ahLst/>
            <a:cxnLst/>
            <a:rect l="l" t="t" r="r" b="b"/>
            <a:pathLst>
              <a:path w="120000" h="2933700" extrusionOk="0">
                <a:moveTo>
                  <a:pt x="0" y="2933700"/>
                </a:moveTo>
                <a:lnTo>
                  <a:pt x="0" y="0"/>
                </a:lnTo>
              </a:path>
            </a:pathLst>
          </a:custGeom>
          <a:noFill/>
          <a:ln w="9525" cap="flat" cmpd="sng">
            <a:solidFill>
              <a:srgbClr val="D8D8D8"/>
            </a:solidFill>
            <a:prstDash val="dash"/>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68" name="Google Shape;1868;g3b23322d595_2_911"/>
          <p:cNvSpPr/>
          <p:nvPr/>
        </p:nvSpPr>
        <p:spPr>
          <a:xfrm flipH="1">
            <a:off x="3798540" y="1904999"/>
            <a:ext cx="0" cy="3258111"/>
          </a:xfrm>
          <a:custGeom>
            <a:avLst/>
            <a:gdLst/>
            <a:ahLst/>
            <a:cxnLst/>
            <a:rect l="l" t="t" r="r" b="b"/>
            <a:pathLst>
              <a:path w="120000" h="2933700" extrusionOk="0">
                <a:moveTo>
                  <a:pt x="0" y="2933700"/>
                </a:moveTo>
                <a:lnTo>
                  <a:pt x="0" y="0"/>
                </a:lnTo>
              </a:path>
            </a:pathLst>
          </a:custGeom>
          <a:noFill/>
          <a:ln w="9525" cap="flat" cmpd="sng">
            <a:solidFill>
              <a:srgbClr val="D8D8D8"/>
            </a:solidFill>
            <a:prstDash val="dash"/>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69" name="Google Shape;1869;g3b23322d595_2_911"/>
          <p:cNvSpPr/>
          <p:nvPr/>
        </p:nvSpPr>
        <p:spPr>
          <a:xfrm flipH="1">
            <a:off x="5249278" y="1904999"/>
            <a:ext cx="0" cy="3258111"/>
          </a:xfrm>
          <a:custGeom>
            <a:avLst/>
            <a:gdLst/>
            <a:ahLst/>
            <a:cxnLst/>
            <a:rect l="l" t="t" r="r" b="b"/>
            <a:pathLst>
              <a:path w="120000" h="2933700" extrusionOk="0">
                <a:moveTo>
                  <a:pt x="0" y="2933700"/>
                </a:moveTo>
                <a:lnTo>
                  <a:pt x="0" y="0"/>
                </a:lnTo>
              </a:path>
            </a:pathLst>
          </a:custGeom>
          <a:noFill/>
          <a:ln w="9525" cap="flat" cmpd="sng">
            <a:solidFill>
              <a:srgbClr val="D8D8D8"/>
            </a:solidFill>
            <a:prstDash val="dash"/>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70" name="Google Shape;1870;g3b23322d595_2_911"/>
          <p:cNvSpPr/>
          <p:nvPr/>
        </p:nvSpPr>
        <p:spPr>
          <a:xfrm>
            <a:off x="7047596" y="1904999"/>
            <a:ext cx="0" cy="3258111"/>
          </a:xfrm>
          <a:custGeom>
            <a:avLst/>
            <a:gdLst/>
            <a:ahLst/>
            <a:cxnLst/>
            <a:rect l="l" t="t" r="r" b="b"/>
            <a:pathLst>
              <a:path w="120000" h="2933700" extrusionOk="0">
                <a:moveTo>
                  <a:pt x="0" y="2933700"/>
                </a:moveTo>
                <a:lnTo>
                  <a:pt x="0" y="0"/>
                </a:lnTo>
              </a:path>
            </a:pathLst>
          </a:custGeom>
          <a:noFill/>
          <a:ln w="9525" cap="flat" cmpd="sng">
            <a:solidFill>
              <a:srgbClr val="D8D8D8"/>
            </a:solidFill>
            <a:prstDash val="dash"/>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71" name="Google Shape;1871;g3b23322d595_2_911"/>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83</a:t>
            </a:fld>
            <a:endParaRPr lang="en-US" noProof="0"/>
          </a:p>
        </p:txBody>
      </p:sp>
      <p:sp>
        <p:nvSpPr>
          <p:cNvPr id="1872" name="Google Shape;1872;g3b23322d595_2_911"/>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r>
              <a:rPr lang="en-US" noProof="0"/>
              <a:t>The AI landscape is shifting from experimentation to industrialization</a:t>
            </a:r>
            <a:br>
              <a:rPr lang="en-US" noProof="0"/>
            </a:br>
            <a:endParaRPr lang="en-US" noProof="0"/>
          </a:p>
        </p:txBody>
      </p:sp>
      <p:sp>
        <p:nvSpPr>
          <p:cNvPr id="1873" name="Google Shape;1873;g3b23322d595_2_911"/>
          <p:cNvSpPr/>
          <p:nvPr/>
        </p:nvSpPr>
        <p:spPr>
          <a:xfrm>
            <a:off x="450091" y="1421128"/>
            <a:ext cx="8513856"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400" b="1" i="0" u="none" strike="noStrike" cap="none" noProof="0" dirty="0">
                <a:solidFill>
                  <a:schemeClr val="lt1"/>
                </a:solidFill>
                <a:latin typeface="IBM Plex Sans"/>
                <a:ea typeface="IBM Plex Sans"/>
                <a:cs typeface="IBM Plex Sans"/>
                <a:sym typeface="IBM Plex Sans"/>
              </a:rPr>
              <a:t>Hype cycle for Artificial </a:t>
            </a:r>
            <a:r>
              <a:rPr lang="en-US" b="1" noProof="0" dirty="0">
                <a:solidFill>
                  <a:schemeClr val="lt1"/>
                </a:solidFill>
                <a:latin typeface="IBM Plex Sans"/>
                <a:ea typeface="IBM Plex Sans"/>
                <a:cs typeface="IBM Plex Sans"/>
                <a:sym typeface="IBM Plex Sans"/>
              </a:rPr>
              <a:t>Intelligence</a:t>
            </a:r>
            <a:r>
              <a:rPr lang="en-US" sz="1200" b="1" baseline="30000" noProof="0" dirty="0">
                <a:solidFill>
                  <a:schemeClr val="lt1"/>
                </a:solidFill>
                <a:latin typeface="IBM Plex Sans"/>
                <a:ea typeface="IBM Plex Sans"/>
                <a:sym typeface="IBM Plex Sans"/>
              </a:rPr>
              <a:t>2</a:t>
            </a:r>
            <a:endParaRPr lang="en-US" sz="1200" b="0" i="0" u="none" strike="noStrike" cap="none" noProof="0" dirty="0">
              <a:solidFill>
                <a:schemeClr val="lt1"/>
              </a:solidFill>
              <a:latin typeface="Arial"/>
              <a:ea typeface="Arial"/>
              <a:cs typeface="Arial"/>
            </a:endParaRPr>
          </a:p>
        </p:txBody>
      </p:sp>
      <p:sp>
        <p:nvSpPr>
          <p:cNvPr id="1874" name="Google Shape;1874;g3b23322d595_2_911"/>
          <p:cNvSpPr txBox="1"/>
          <p:nvPr/>
        </p:nvSpPr>
        <p:spPr>
          <a:xfrm>
            <a:off x="450091" y="5671889"/>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dk1"/>
                </a:solidFill>
                <a:latin typeface="IBM Plex Sans"/>
                <a:ea typeface="IBM Plex Sans"/>
                <a:cs typeface="IBM Plex Sans"/>
                <a:sym typeface="IBM Plex Sans"/>
              </a:rPr>
              <a:t>The 2025 hype cycle points to a maturing AI market where expectations reset, investment becomes more disciplined, and long-term value depends on scalable foundations rather than pure model hype</a:t>
            </a:r>
            <a:endParaRPr lang="en-US" b="0" i="0" u="none" strike="noStrike" cap="none" noProof="0">
              <a:solidFill>
                <a:schemeClr val="dk1"/>
              </a:solidFill>
              <a:latin typeface="IBM Plex Sans"/>
              <a:sym typeface="Arial"/>
            </a:endParaRPr>
          </a:p>
        </p:txBody>
      </p:sp>
      <p:sp>
        <p:nvSpPr>
          <p:cNvPr id="1875" name="Google Shape;1875;g3b23322d595_2_911"/>
          <p:cNvSpPr/>
          <p:nvPr/>
        </p:nvSpPr>
        <p:spPr>
          <a:xfrm>
            <a:off x="9040145" y="1421128"/>
            <a:ext cx="2760755" cy="32400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400" b="1" i="0" u="none" strike="noStrike" cap="none" noProof="0">
                <a:solidFill>
                  <a:schemeClr val="lt1"/>
                </a:solidFill>
                <a:latin typeface="IBM Plex Sans"/>
                <a:ea typeface="IBM Plex Sans"/>
                <a:cs typeface="IBM Plex Sans"/>
                <a:sym typeface="IBM Plex Sans"/>
              </a:rPr>
              <a:t>Insights from </a:t>
            </a:r>
            <a:r>
              <a:rPr lang="en-US" b="1" noProof="0">
                <a:solidFill>
                  <a:schemeClr val="lt1"/>
                </a:solidFill>
                <a:latin typeface="IBM Plex Sans"/>
                <a:ea typeface="IBM Plex Sans"/>
                <a:cs typeface="IBM Plex Sans"/>
                <a:sym typeface="IBM Plex Sans"/>
              </a:rPr>
              <a:t>research</a:t>
            </a:r>
            <a:r>
              <a:rPr lang="en-US" sz="1200" b="1" baseline="30000" noProof="0">
                <a:solidFill>
                  <a:schemeClr val="lt1"/>
                </a:solidFill>
                <a:latin typeface="IBM Plex Sans"/>
                <a:ea typeface="IBM Plex Sans"/>
                <a:sym typeface="IBM Plex Sans"/>
              </a:rPr>
              <a:t>1</a:t>
            </a:r>
            <a:r>
              <a:rPr lang="en-US" sz="1200" b="1" baseline="30000" noProof="0">
                <a:solidFill>
                  <a:schemeClr val="lt1"/>
                </a:solidFill>
                <a:latin typeface="IBM Plex Sans"/>
                <a:ea typeface="IBM Plex Sans"/>
              </a:rPr>
              <a:t>, 2</a:t>
            </a:r>
            <a:endParaRPr lang="en-US" sz="1200" b="0" i="0" u="none" strike="noStrike" cap="none" noProof="0">
              <a:solidFill>
                <a:schemeClr val="lt1"/>
              </a:solidFill>
              <a:latin typeface="Arial"/>
              <a:ea typeface="Arial"/>
              <a:cs typeface="Arial"/>
            </a:endParaRPr>
          </a:p>
        </p:txBody>
      </p:sp>
      <p:sp>
        <p:nvSpPr>
          <p:cNvPr id="1876" name="Google Shape;1876;g3b23322d595_2_911"/>
          <p:cNvSpPr txBox="1"/>
          <p:nvPr/>
        </p:nvSpPr>
        <p:spPr>
          <a:xfrm>
            <a:off x="9040143" y="1745128"/>
            <a:ext cx="2773364" cy="3227393"/>
          </a:xfrm>
          <a:prstGeom prst="rect">
            <a:avLst/>
          </a:prstGeom>
          <a:solidFill>
            <a:srgbClr val="F2F2F2"/>
          </a:solidFill>
          <a:ln>
            <a:noFill/>
          </a:ln>
        </p:spPr>
        <p:txBody>
          <a:bodyPr spcFirstLastPara="1" wrap="square" lIns="72000" tIns="72000" rIns="91425" bIns="45700" anchor="t" anchorCtr="0">
            <a:spAutoFit/>
          </a:bodyPr>
          <a:lstStyle/>
          <a:p>
            <a:pPr marL="180000" marR="0" lvl="0" indent="-180000" algn="l" rtl="0">
              <a:lnSpc>
                <a:spcPct val="100000"/>
              </a:lnSpc>
              <a:spcBef>
                <a:spcPts val="0"/>
              </a:spcBef>
              <a:spcAft>
                <a:spcPts val="600"/>
              </a:spcAft>
              <a:buClr>
                <a:srgbClr val="000000"/>
              </a:buClr>
              <a:buSzPts val="946"/>
              <a:buFont typeface="Arial"/>
              <a:buChar char="•"/>
            </a:pPr>
            <a:r>
              <a:rPr lang="en-US" sz="1100" i="0" u="none" strike="noStrike" cap="none" noProof="0" dirty="0">
                <a:solidFill>
                  <a:srgbClr val="000000"/>
                </a:solidFill>
                <a:latin typeface="IBM Plex Sans"/>
                <a:ea typeface="IBM Plex Sans"/>
                <a:cs typeface="IBM Plex Sans"/>
                <a:sym typeface="IBM Plex Sans"/>
              </a:rPr>
              <a:t>Market is </a:t>
            </a:r>
            <a:r>
              <a:rPr lang="en-US" sz="1100" b="1" i="0" u="none" strike="noStrike" cap="none" noProof="0" dirty="0">
                <a:solidFill>
                  <a:srgbClr val="000000"/>
                </a:solidFill>
                <a:latin typeface="IBM Plex Sans"/>
                <a:ea typeface="IBM Plex Sans"/>
                <a:cs typeface="IBM Plex Sans"/>
                <a:sym typeface="IBM Plex Sans"/>
              </a:rPr>
              <a:t>moving beyond GenAI hype</a:t>
            </a:r>
            <a:r>
              <a:rPr lang="en-US" sz="1100" i="0" u="none" strike="noStrike" cap="none" noProof="0" dirty="0">
                <a:solidFill>
                  <a:srgbClr val="000000"/>
                </a:solidFill>
                <a:latin typeface="IBM Plex Sans"/>
                <a:ea typeface="IBM Plex Sans"/>
                <a:cs typeface="IBM Plex Sans"/>
                <a:sym typeface="IBM Plex Sans"/>
              </a:rPr>
              <a:t>, with investment shifting toward core AI‑enabling </a:t>
            </a:r>
            <a:r>
              <a:rPr lang="en-US" sz="1100" b="1" i="0" u="none" strike="noStrike" cap="none" noProof="0" dirty="0">
                <a:solidFill>
                  <a:srgbClr val="000000"/>
                </a:solidFill>
                <a:latin typeface="IBM Plex Sans"/>
                <a:ea typeface="IBM Plex Sans"/>
                <a:cs typeface="IBM Plex Sans"/>
                <a:sym typeface="IBM Plex Sans"/>
              </a:rPr>
              <a:t>capabilities that ensure scalable, reliable value delivery</a:t>
            </a:r>
          </a:p>
          <a:p>
            <a:pPr marL="180000" marR="0" lvl="0" indent="-180000" algn="l" rtl="0">
              <a:lnSpc>
                <a:spcPct val="100000"/>
              </a:lnSpc>
              <a:spcBef>
                <a:spcPts val="0"/>
              </a:spcBef>
              <a:spcAft>
                <a:spcPts val="600"/>
              </a:spcAft>
              <a:buClr>
                <a:srgbClr val="000000"/>
              </a:buClr>
              <a:buSzPts val="946"/>
              <a:buFont typeface="Arial"/>
              <a:buChar char="•"/>
            </a:pPr>
            <a:r>
              <a:rPr lang="en-US" sz="1100" b="1" i="0" u="none" strike="noStrike" cap="none" noProof="0" dirty="0">
                <a:solidFill>
                  <a:srgbClr val="000000"/>
                </a:solidFill>
                <a:latin typeface="IBM Plex Sans"/>
                <a:ea typeface="IBM Plex Sans"/>
                <a:cs typeface="IBM Plex Sans"/>
                <a:sym typeface="IBM Plex Sans"/>
              </a:rPr>
              <a:t>Generative AI has entered the Trough of Disillusionment</a:t>
            </a:r>
            <a:r>
              <a:rPr lang="en-US" sz="1100" i="0" u="none" strike="noStrike" cap="none" noProof="0" dirty="0">
                <a:solidFill>
                  <a:srgbClr val="000000"/>
                </a:solidFill>
                <a:latin typeface="IBM Plex Sans"/>
                <a:ea typeface="IBM Plex Sans"/>
                <a:cs typeface="IBM Plex Sans"/>
                <a:sym typeface="IBM Plex Sans"/>
              </a:rPr>
              <a:t>, reflecting a clearer understanding of its limits and driving more pragmatic, grounded implementation</a:t>
            </a:r>
          </a:p>
          <a:p>
            <a:pPr marL="180000" marR="0" lvl="0" indent="-180000" algn="l" rtl="0">
              <a:lnSpc>
                <a:spcPct val="100000"/>
              </a:lnSpc>
              <a:spcBef>
                <a:spcPts val="0"/>
              </a:spcBef>
              <a:spcAft>
                <a:spcPts val="600"/>
              </a:spcAft>
              <a:buClr>
                <a:srgbClr val="000000"/>
              </a:buClr>
              <a:buSzPts val="946"/>
              <a:buFont typeface="Arial"/>
              <a:buChar char="•"/>
            </a:pPr>
            <a:r>
              <a:rPr lang="en-US" sz="1100" b="1" i="0" u="none" strike="noStrike" cap="none" noProof="0" dirty="0">
                <a:solidFill>
                  <a:srgbClr val="000000"/>
                </a:solidFill>
                <a:latin typeface="IBM Plex Sans"/>
                <a:ea typeface="IBM Plex Sans"/>
                <a:cs typeface="IBM Plex Sans"/>
                <a:sym typeface="IBM Plex Sans"/>
              </a:rPr>
              <a:t>New technologies </a:t>
            </a:r>
            <a:r>
              <a:rPr lang="en-US" sz="1100" i="0" u="none" strike="noStrike" cap="none" noProof="0" dirty="0">
                <a:solidFill>
                  <a:srgbClr val="000000"/>
                </a:solidFill>
                <a:latin typeface="IBM Plex Sans"/>
                <a:ea typeface="IBM Plex Sans"/>
                <a:cs typeface="IBM Plex Sans"/>
                <a:sym typeface="IBM Plex Sans"/>
              </a:rPr>
              <a:t>such as AI Agents and AI‑Native Software Engineering are now at the </a:t>
            </a:r>
            <a:r>
              <a:rPr lang="en-US" sz="1100" b="1" i="0" u="none" strike="noStrike" cap="none" noProof="0" dirty="0">
                <a:solidFill>
                  <a:srgbClr val="000000"/>
                </a:solidFill>
                <a:latin typeface="IBM Plex Sans"/>
                <a:ea typeface="IBM Plex Sans"/>
                <a:cs typeface="IBM Plex Sans"/>
                <a:sym typeface="IBM Plex Sans"/>
              </a:rPr>
              <a:t>Peak of Inflated Expectations</a:t>
            </a:r>
            <a:r>
              <a:rPr lang="en-US" sz="1100" i="0" u="none" strike="noStrike" cap="none" noProof="0" dirty="0">
                <a:solidFill>
                  <a:srgbClr val="000000"/>
                </a:solidFill>
                <a:latin typeface="IBM Plex Sans"/>
                <a:ea typeface="IBM Plex Sans"/>
                <a:cs typeface="IBM Plex Sans"/>
                <a:sym typeface="IBM Plex Sans"/>
              </a:rPr>
              <a:t>, pointing to a future where autonomous systems and AI‑driven development transform how businesses operate</a:t>
            </a:r>
          </a:p>
        </p:txBody>
      </p:sp>
      <p:sp>
        <p:nvSpPr>
          <p:cNvPr id="1877" name="Google Shape;1877;g3b23322d595_2_911"/>
          <p:cNvSpPr/>
          <p:nvPr/>
        </p:nvSpPr>
        <p:spPr>
          <a:xfrm>
            <a:off x="686721" y="1905001"/>
            <a:ext cx="8277225" cy="2933700"/>
          </a:xfrm>
          <a:custGeom>
            <a:avLst/>
            <a:gdLst/>
            <a:ahLst/>
            <a:cxnLst/>
            <a:rect l="l" t="t" r="r" b="b"/>
            <a:pathLst>
              <a:path w="8277225" h="2981325" extrusionOk="0">
                <a:moveTo>
                  <a:pt x="0" y="0"/>
                </a:moveTo>
                <a:lnTo>
                  <a:pt x="0" y="2981325"/>
                </a:lnTo>
                <a:lnTo>
                  <a:pt x="8277225" y="2981325"/>
                </a:lnTo>
              </a:path>
            </a:pathLst>
          </a:custGeom>
          <a:noFill/>
          <a:ln w="1270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78" name="Google Shape;1878;g3b23322d595_2_911"/>
          <p:cNvSpPr txBox="1"/>
          <p:nvPr/>
        </p:nvSpPr>
        <p:spPr>
          <a:xfrm rot="-5400000">
            <a:off x="-66159" y="3235841"/>
            <a:ext cx="1217164" cy="169277"/>
          </a:xfrm>
          <a:prstGeom prst="rect">
            <a:avLst/>
          </a:prstGeom>
          <a:noFill/>
          <a:ln>
            <a:noFill/>
          </a:ln>
        </p:spPr>
        <p:txBody>
          <a:bodyPr spcFirstLastPara="1" wrap="square" lIns="91425"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100" b="1" i="0" u="none" strike="noStrike" cap="none" noProof="0">
                <a:solidFill>
                  <a:schemeClr val="dk1"/>
                </a:solidFill>
                <a:latin typeface="IBM Plex Sans" panose="020B0503050203000203" pitchFamily="34" charset="0"/>
                <a:ea typeface="IBM Plex Sans"/>
                <a:cs typeface="IBM Plex Sans"/>
                <a:sym typeface="IBM Plex Sans"/>
              </a:rPr>
              <a:t>Expectations</a:t>
            </a:r>
            <a:endParaRPr lang="en-US" sz="1100" b="1"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879" name="Google Shape;1879;g3b23322d595_2_911"/>
          <p:cNvSpPr txBox="1"/>
          <p:nvPr/>
        </p:nvSpPr>
        <p:spPr>
          <a:xfrm>
            <a:off x="1044108" y="4916443"/>
            <a:ext cx="1381052" cy="138499"/>
          </a:xfrm>
          <a:prstGeom prst="rect">
            <a:avLst/>
          </a:prstGeom>
          <a:noFill/>
          <a:ln>
            <a:noFill/>
          </a:ln>
        </p:spPr>
        <p:txBody>
          <a:bodyPr spcFirstLastPara="1" wrap="square" lIns="91425" tIns="0" rIns="91425" bIns="0" anchor="ctr"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900" b="1" i="0" u="none" strike="noStrike" cap="none" noProof="0">
                <a:solidFill>
                  <a:schemeClr val="dk1"/>
                </a:solidFill>
                <a:latin typeface="IBM Plex Sans" panose="020B0503050203000203" pitchFamily="34" charset="0"/>
                <a:ea typeface="IBM Plex Sans"/>
                <a:cs typeface="IBM Plex Sans"/>
                <a:sym typeface="IBM Plex Sans"/>
              </a:rPr>
              <a:t>Innovation Trigger</a:t>
            </a:r>
            <a:endParaRPr lang="en-US" sz="900" b="1"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880" name="Google Shape;1880;g3b23322d595_2_911"/>
          <p:cNvSpPr txBox="1"/>
          <p:nvPr/>
        </p:nvSpPr>
        <p:spPr>
          <a:xfrm>
            <a:off x="2573664" y="4931832"/>
            <a:ext cx="1381052" cy="276999"/>
          </a:xfrm>
          <a:prstGeom prst="rect">
            <a:avLst/>
          </a:prstGeom>
          <a:noFill/>
          <a:ln>
            <a:noFill/>
          </a:ln>
        </p:spPr>
        <p:txBody>
          <a:bodyPr spcFirstLastPara="1" wrap="square" lIns="91425" tIns="0" rIns="91425" bIns="0" anchor="ctr"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900" b="1" i="0" u="none" strike="noStrike" cap="none" noProof="0">
                <a:solidFill>
                  <a:schemeClr val="dk1"/>
                </a:solidFill>
                <a:latin typeface="IBM Plex Sans" panose="020B0503050203000203" pitchFamily="34" charset="0"/>
                <a:ea typeface="IBM Plex Sans"/>
                <a:cs typeface="IBM Plex Sans"/>
                <a:sym typeface="IBM Plex Sans"/>
              </a:rPr>
              <a:t>Peak of </a:t>
            </a:r>
            <a:r>
              <a:rPr lang="en-US" sz="900" b="1" noProof="0">
                <a:solidFill>
                  <a:schemeClr val="dk1"/>
                </a:solidFill>
                <a:latin typeface="IBM Plex Sans" panose="020B0503050203000203" pitchFamily="34" charset="0"/>
                <a:ea typeface="IBM Plex Sans"/>
                <a:cs typeface="IBM Plex Sans"/>
                <a:sym typeface="IBM Plex Sans"/>
              </a:rPr>
              <a:t>in</a:t>
            </a:r>
            <a:r>
              <a:rPr lang="en-US" sz="900" b="1" i="0" u="none" strike="noStrike" cap="none" noProof="0">
                <a:solidFill>
                  <a:schemeClr val="dk1"/>
                </a:solidFill>
                <a:latin typeface="IBM Plex Sans" panose="020B0503050203000203" pitchFamily="34" charset="0"/>
                <a:ea typeface="IBM Plex Sans"/>
                <a:cs typeface="IBM Plex Sans"/>
                <a:sym typeface="IBM Plex Sans"/>
              </a:rPr>
              <a:t>flated</a:t>
            </a:r>
            <a:endParaRPr lang="en-US" sz="1800" b="1" i="0" u="none" strike="noStrike" cap="none" noProof="0">
              <a:solidFill>
                <a:schemeClr val="dk1"/>
              </a:solidFill>
              <a:latin typeface="IBM Plex Sans" panose="020B0503050203000203" pitchFamily="34" charset="0"/>
              <a:sym typeface="Arial"/>
            </a:endParaRPr>
          </a:p>
          <a:p>
            <a:pPr marL="0" marR="0" lvl="0" indent="0" algn="ctr" rtl="0">
              <a:lnSpc>
                <a:spcPct val="100000"/>
              </a:lnSpc>
              <a:spcBef>
                <a:spcPts val="0"/>
              </a:spcBef>
              <a:spcAft>
                <a:spcPts val="0"/>
              </a:spcAft>
              <a:buClr>
                <a:srgbClr val="000000"/>
              </a:buClr>
              <a:buSzPts val="1400"/>
              <a:buFont typeface="Arial"/>
              <a:buNone/>
            </a:pPr>
            <a:r>
              <a:rPr lang="en-US" sz="900" b="1" i="0" u="none" strike="noStrike" cap="none" noProof="0">
                <a:solidFill>
                  <a:schemeClr val="dk1"/>
                </a:solidFill>
                <a:latin typeface="IBM Plex Sans" panose="020B0503050203000203" pitchFamily="34" charset="0"/>
                <a:ea typeface="IBM Plex Sans"/>
                <a:cs typeface="IBM Plex Sans"/>
                <a:sym typeface="IBM Plex Sans"/>
              </a:rPr>
              <a:t>Expectations</a:t>
            </a:r>
            <a:endParaRPr lang="en-US" sz="900" b="1"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881" name="Google Shape;1881;g3b23322d595_2_911"/>
          <p:cNvSpPr txBox="1"/>
          <p:nvPr/>
        </p:nvSpPr>
        <p:spPr>
          <a:xfrm>
            <a:off x="3830964" y="4931832"/>
            <a:ext cx="1381052" cy="276999"/>
          </a:xfrm>
          <a:prstGeom prst="rect">
            <a:avLst/>
          </a:prstGeom>
          <a:noFill/>
          <a:ln>
            <a:noFill/>
          </a:ln>
        </p:spPr>
        <p:txBody>
          <a:bodyPr spcFirstLastPara="1" wrap="square" lIns="91425" tIns="0" rIns="91425" bIns="0" anchor="ctr"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900" b="1" i="0" u="none" strike="noStrike" cap="none" noProof="0">
                <a:solidFill>
                  <a:schemeClr val="dk1"/>
                </a:solidFill>
                <a:latin typeface="IBM Plex Sans" panose="020B0503050203000203" pitchFamily="34" charset="0"/>
                <a:ea typeface="IBM Plex Sans"/>
                <a:cs typeface="IBM Plex Sans"/>
                <a:sym typeface="IBM Plex Sans"/>
              </a:rPr>
              <a:t>Trough of</a:t>
            </a:r>
            <a:endParaRPr lang="en-US" sz="1800" b="1" i="0" u="none" strike="noStrike" cap="none" noProof="0">
              <a:solidFill>
                <a:schemeClr val="dk1"/>
              </a:solidFill>
              <a:latin typeface="IBM Plex Sans" panose="020B0503050203000203" pitchFamily="34" charset="0"/>
              <a:sym typeface="Arial"/>
            </a:endParaRPr>
          </a:p>
          <a:p>
            <a:pPr marL="0" marR="0" lvl="0" indent="0" algn="ctr" rtl="0">
              <a:lnSpc>
                <a:spcPct val="100000"/>
              </a:lnSpc>
              <a:spcBef>
                <a:spcPts val="0"/>
              </a:spcBef>
              <a:spcAft>
                <a:spcPts val="0"/>
              </a:spcAft>
              <a:buClr>
                <a:srgbClr val="000000"/>
              </a:buClr>
              <a:buSzPts val="1400"/>
              <a:buFont typeface="Arial"/>
              <a:buNone/>
            </a:pPr>
            <a:r>
              <a:rPr lang="en-US" sz="900" b="1" i="0" u="none" strike="noStrike" cap="none" noProof="0">
                <a:solidFill>
                  <a:schemeClr val="dk1"/>
                </a:solidFill>
                <a:latin typeface="IBM Plex Sans" panose="020B0503050203000203" pitchFamily="34" charset="0"/>
                <a:ea typeface="IBM Plex Sans"/>
                <a:cs typeface="IBM Plex Sans"/>
                <a:sym typeface="IBM Plex Sans"/>
              </a:rPr>
              <a:t>Disillusionment</a:t>
            </a:r>
            <a:endParaRPr lang="en-US" sz="900" b="1"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882" name="Google Shape;1882;g3b23322d595_2_911"/>
          <p:cNvSpPr txBox="1"/>
          <p:nvPr/>
        </p:nvSpPr>
        <p:spPr>
          <a:xfrm>
            <a:off x="5456834" y="4931832"/>
            <a:ext cx="1381052" cy="276999"/>
          </a:xfrm>
          <a:prstGeom prst="rect">
            <a:avLst/>
          </a:prstGeom>
          <a:noFill/>
          <a:ln>
            <a:noFill/>
          </a:ln>
        </p:spPr>
        <p:txBody>
          <a:bodyPr spcFirstLastPara="1" wrap="square" lIns="91425" tIns="0" rIns="91425" bIns="0" anchor="ctr"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900" b="1" i="0" u="none" strike="noStrike" cap="none" noProof="0">
                <a:solidFill>
                  <a:schemeClr val="dk1"/>
                </a:solidFill>
                <a:latin typeface="IBM Plex Sans" panose="020B0503050203000203" pitchFamily="34" charset="0"/>
                <a:ea typeface="IBM Plex Sans"/>
                <a:cs typeface="IBM Plex Sans"/>
                <a:sym typeface="IBM Plex Sans"/>
              </a:rPr>
              <a:t>Slope of</a:t>
            </a:r>
            <a:endParaRPr lang="en-US" sz="1800" b="1" i="0" u="none" strike="noStrike" cap="none" noProof="0">
              <a:solidFill>
                <a:schemeClr val="dk1"/>
              </a:solidFill>
              <a:latin typeface="IBM Plex Sans" panose="020B0503050203000203" pitchFamily="34" charset="0"/>
              <a:sym typeface="Arial"/>
            </a:endParaRPr>
          </a:p>
          <a:p>
            <a:pPr marL="0" marR="0" lvl="0" indent="0" algn="ctr" rtl="0">
              <a:lnSpc>
                <a:spcPct val="100000"/>
              </a:lnSpc>
              <a:spcBef>
                <a:spcPts val="0"/>
              </a:spcBef>
              <a:spcAft>
                <a:spcPts val="0"/>
              </a:spcAft>
              <a:buClr>
                <a:srgbClr val="000000"/>
              </a:buClr>
              <a:buSzPts val="1400"/>
              <a:buFont typeface="Arial"/>
              <a:buNone/>
            </a:pPr>
            <a:r>
              <a:rPr lang="en-US" sz="900" b="1" i="0" u="none" strike="noStrike" cap="none" noProof="0">
                <a:solidFill>
                  <a:schemeClr val="dk1"/>
                </a:solidFill>
                <a:latin typeface="IBM Plex Sans" panose="020B0503050203000203" pitchFamily="34" charset="0"/>
                <a:ea typeface="IBM Plex Sans"/>
                <a:cs typeface="IBM Plex Sans"/>
                <a:sym typeface="IBM Plex Sans"/>
              </a:rPr>
              <a:t>Enlightenment</a:t>
            </a:r>
            <a:endParaRPr lang="en-US" sz="900" b="1"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883" name="Google Shape;1883;g3b23322d595_2_911"/>
          <p:cNvSpPr txBox="1"/>
          <p:nvPr/>
        </p:nvSpPr>
        <p:spPr>
          <a:xfrm>
            <a:off x="7332621" y="4931832"/>
            <a:ext cx="1381052" cy="276999"/>
          </a:xfrm>
          <a:prstGeom prst="rect">
            <a:avLst/>
          </a:prstGeom>
          <a:noFill/>
          <a:ln>
            <a:noFill/>
          </a:ln>
        </p:spPr>
        <p:txBody>
          <a:bodyPr spcFirstLastPara="1" wrap="square" lIns="91425" tIns="0" rIns="91425" bIns="0" anchor="ctr"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900" b="1" i="0" u="none" strike="noStrike" cap="none" noProof="0">
                <a:solidFill>
                  <a:schemeClr val="dk1"/>
                </a:solidFill>
                <a:latin typeface="IBM Plex Sans" panose="020B0503050203000203" pitchFamily="34" charset="0"/>
                <a:ea typeface="IBM Plex Sans"/>
                <a:cs typeface="IBM Plex Sans"/>
                <a:sym typeface="IBM Plex Sans"/>
              </a:rPr>
              <a:t>Plateau of</a:t>
            </a:r>
            <a:endParaRPr lang="en-US" sz="1800" b="1" i="0" u="none" strike="noStrike" cap="none" noProof="0">
              <a:solidFill>
                <a:schemeClr val="dk1"/>
              </a:solidFill>
              <a:latin typeface="IBM Plex Sans" panose="020B0503050203000203" pitchFamily="34" charset="0"/>
              <a:sym typeface="Arial"/>
            </a:endParaRPr>
          </a:p>
          <a:p>
            <a:pPr marL="0" marR="0" lvl="0" indent="0" algn="ctr" rtl="0">
              <a:lnSpc>
                <a:spcPct val="100000"/>
              </a:lnSpc>
              <a:spcBef>
                <a:spcPts val="0"/>
              </a:spcBef>
              <a:spcAft>
                <a:spcPts val="0"/>
              </a:spcAft>
              <a:buClr>
                <a:srgbClr val="000000"/>
              </a:buClr>
              <a:buSzPts val="1400"/>
              <a:buFont typeface="Arial"/>
              <a:buNone/>
            </a:pPr>
            <a:r>
              <a:rPr lang="en-US" sz="900" b="1" i="0" u="none" strike="noStrike" cap="none" noProof="0">
                <a:solidFill>
                  <a:schemeClr val="dk1"/>
                </a:solidFill>
                <a:latin typeface="IBM Plex Sans" panose="020B0503050203000203" pitchFamily="34" charset="0"/>
                <a:ea typeface="IBM Plex Sans"/>
                <a:cs typeface="IBM Plex Sans"/>
                <a:sym typeface="IBM Plex Sans"/>
              </a:rPr>
              <a:t>Productivity</a:t>
            </a:r>
            <a:endParaRPr lang="en-US" sz="900" b="1"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884" name="Google Shape;1884;g3b23322d595_2_911"/>
          <p:cNvSpPr txBox="1"/>
          <p:nvPr/>
        </p:nvSpPr>
        <p:spPr>
          <a:xfrm>
            <a:off x="7659093" y="4647103"/>
            <a:ext cx="1381052" cy="138499"/>
          </a:xfrm>
          <a:prstGeom prst="rect">
            <a:avLst/>
          </a:prstGeom>
          <a:noFill/>
          <a:ln>
            <a:noFill/>
          </a:ln>
        </p:spPr>
        <p:txBody>
          <a:bodyPr spcFirstLastPara="1" wrap="square" lIns="91425" tIns="0" rIns="91425" bIns="0" anchor="ctr"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As of June 2025</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885" name="Google Shape;1885;g3b23322d595_2_911"/>
          <p:cNvSpPr txBox="1"/>
          <p:nvPr/>
        </p:nvSpPr>
        <p:spPr>
          <a:xfrm>
            <a:off x="4232474" y="5263135"/>
            <a:ext cx="1381052" cy="169277"/>
          </a:xfrm>
          <a:prstGeom prst="rect">
            <a:avLst/>
          </a:prstGeom>
          <a:noFill/>
          <a:ln>
            <a:noFill/>
          </a:ln>
        </p:spPr>
        <p:txBody>
          <a:bodyPr spcFirstLastPara="1" wrap="square" lIns="91425" tIns="0" rIns="91425" bIns="0" anchor="ctr"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1100" b="1" i="0" u="none" strike="noStrike" cap="none" noProof="0">
                <a:solidFill>
                  <a:schemeClr val="dk1"/>
                </a:solidFill>
                <a:latin typeface="IBM Plex Sans" panose="020B0503050203000203" pitchFamily="34" charset="0"/>
                <a:ea typeface="IBM Plex Sans"/>
                <a:cs typeface="IBM Plex Sans"/>
                <a:sym typeface="IBM Plex Sans"/>
              </a:rPr>
              <a:t>Time</a:t>
            </a:r>
            <a:endParaRPr lang="en-US" sz="1100" b="1"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886" name="Google Shape;1886;g3b23322d595_2_911"/>
          <p:cNvSpPr/>
          <p:nvPr/>
        </p:nvSpPr>
        <p:spPr>
          <a:xfrm>
            <a:off x="1378236" y="2311114"/>
            <a:ext cx="6987540" cy="2420906"/>
          </a:xfrm>
          <a:custGeom>
            <a:avLst/>
            <a:gdLst/>
            <a:ahLst/>
            <a:cxnLst/>
            <a:rect l="l" t="t" r="r" b="b"/>
            <a:pathLst>
              <a:path w="6987540" h="2420906" extrusionOk="0">
                <a:moveTo>
                  <a:pt x="0" y="2420906"/>
                </a:moveTo>
                <a:cubicBezTo>
                  <a:pt x="74295" y="2415191"/>
                  <a:pt x="148590" y="2409476"/>
                  <a:pt x="251460" y="2298986"/>
                </a:cubicBezTo>
                <a:cubicBezTo>
                  <a:pt x="354330" y="2188496"/>
                  <a:pt x="509270" y="1944656"/>
                  <a:pt x="617220" y="1757966"/>
                </a:cubicBezTo>
                <a:cubicBezTo>
                  <a:pt x="725170" y="1571276"/>
                  <a:pt x="828040" y="1328706"/>
                  <a:pt x="899160" y="1178846"/>
                </a:cubicBezTo>
                <a:cubicBezTo>
                  <a:pt x="970280" y="1028986"/>
                  <a:pt x="981710" y="973106"/>
                  <a:pt x="1043940" y="858806"/>
                </a:cubicBezTo>
                <a:cubicBezTo>
                  <a:pt x="1106170" y="744506"/>
                  <a:pt x="1192530" y="602266"/>
                  <a:pt x="1272540" y="493046"/>
                </a:cubicBezTo>
                <a:cubicBezTo>
                  <a:pt x="1352550" y="383826"/>
                  <a:pt x="1431290" y="279686"/>
                  <a:pt x="1524000" y="203486"/>
                </a:cubicBezTo>
                <a:cubicBezTo>
                  <a:pt x="1616710" y="127286"/>
                  <a:pt x="1725930" y="67596"/>
                  <a:pt x="1828800" y="35846"/>
                </a:cubicBezTo>
                <a:cubicBezTo>
                  <a:pt x="1931670" y="4096"/>
                  <a:pt x="2052320" y="-13684"/>
                  <a:pt x="2141220" y="12986"/>
                </a:cubicBezTo>
                <a:cubicBezTo>
                  <a:pt x="2230120" y="39656"/>
                  <a:pt x="2299970" y="104426"/>
                  <a:pt x="2362200" y="195866"/>
                </a:cubicBezTo>
                <a:cubicBezTo>
                  <a:pt x="2424430" y="287306"/>
                  <a:pt x="2476500" y="427006"/>
                  <a:pt x="2514600" y="561626"/>
                </a:cubicBezTo>
                <a:cubicBezTo>
                  <a:pt x="2552700" y="696246"/>
                  <a:pt x="2564130" y="861346"/>
                  <a:pt x="2590800" y="1003586"/>
                </a:cubicBezTo>
                <a:cubicBezTo>
                  <a:pt x="2617470" y="1145826"/>
                  <a:pt x="2631440" y="1275366"/>
                  <a:pt x="2674620" y="1415066"/>
                </a:cubicBezTo>
                <a:cubicBezTo>
                  <a:pt x="2717800" y="1554766"/>
                  <a:pt x="2785110" y="1735106"/>
                  <a:pt x="2849880" y="1841786"/>
                </a:cubicBezTo>
                <a:cubicBezTo>
                  <a:pt x="2914650" y="1948466"/>
                  <a:pt x="2975610" y="2006886"/>
                  <a:pt x="3063240" y="2055146"/>
                </a:cubicBezTo>
                <a:cubicBezTo>
                  <a:pt x="3150870" y="2103406"/>
                  <a:pt x="3244850" y="2128806"/>
                  <a:pt x="3375660" y="2131346"/>
                </a:cubicBezTo>
                <a:cubicBezTo>
                  <a:pt x="3506470" y="2133886"/>
                  <a:pt x="3660140" y="2138966"/>
                  <a:pt x="3848100" y="2070386"/>
                </a:cubicBezTo>
                <a:cubicBezTo>
                  <a:pt x="4036060" y="2001806"/>
                  <a:pt x="4314190" y="1827816"/>
                  <a:pt x="4503420" y="1719866"/>
                </a:cubicBezTo>
                <a:cubicBezTo>
                  <a:pt x="4692650" y="1611916"/>
                  <a:pt x="4813300" y="1507776"/>
                  <a:pt x="4983480" y="1422686"/>
                </a:cubicBezTo>
                <a:cubicBezTo>
                  <a:pt x="5153660" y="1337596"/>
                  <a:pt x="5347970" y="1261396"/>
                  <a:pt x="5524500" y="1209326"/>
                </a:cubicBezTo>
                <a:cubicBezTo>
                  <a:pt x="5701030" y="1157256"/>
                  <a:pt x="5859780" y="1134396"/>
                  <a:pt x="6042660" y="1110266"/>
                </a:cubicBezTo>
                <a:cubicBezTo>
                  <a:pt x="6225540" y="1086136"/>
                  <a:pt x="6464300" y="1070896"/>
                  <a:pt x="6621780" y="1064546"/>
                </a:cubicBezTo>
                <a:cubicBezTo>
                  <a:pt x="6779260" y="1058196"/>
                  <a:pt x="6987540" y="1072166"/>
                  <a:pt x="6987540" y="1072166"/>
                </a:cubicBezTo>
                <a:lnTo>
                  <a:pt x="6987540" y="1072166"/>
                </a:lnTo>
              </a:path>
            </a:pathLst>
          </a:custGeom>
          <a:noFill/>
          <a:ln w="19050" cap="flat" cmpd="sng">
            <a:solidFill>
              <a:srgbClr val="B482DA"/>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87" name="Google Shape;1887;g3b23322d595_2_911"/>
          <p:cNvSpPr/>
          <p:nvPr/>
        </p:nvSpPr>
        <p:spPr>
          <a:xfrm>
            <a:off x="1657926" y="4495018"/>
            <a:ext cx="76886" cy="76886"/>
          </a:xfrm>
          <a:prstGeom prst="ellipse">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88" name="Google Shape;1888;g3b23322d595_2_911"/>
          <p:cNvSpPr/>
          <p:nvPr/>
        </p:nvSpPr>
        <p:spPr>
          <a:xfrm>
            <a:off x="2331120" y="3253472"/>
            <a:ext cx="76886" cy="76886"/>
          </a:xfrm>
          <a:prstGeom prst="ellipse">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89" name="Google Shape;1889;g3b23322d595_2_911"/>
          <p:cNvSpPr/>
          <p:nvPr/>
        </p:nvSpPr>
        <p:spPr>
          <a:xfrm>
            <a:off x="2369220" y="3182722"/>
            <a:ext cx="76886" cy="76886"/>
          </a:xfrm>
          <a:prstGeom prst="ellipse">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90" name="Google Shape;1890;g3b23322d595_2_911"/>
          <p:cNvSpPr/>
          <p:nvPr/>
        </p:nvSpPr>
        <p:spPr>
          <a:xfrm>
            <a:off x="2461276" y="3007469"/>
            <a:ext cx="76886" cy="76886"/>
          </a:xfrm>
          <a:prstGeom prst="ellipse">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91" name="Google Shape;1891;g3b23322d595_2_911"/>
          <p:cNvSpPr/>
          <p:nvPr/>
        </p:nvSpPr>
        <p:spPr>
          <a:xfrm>
            <a:off x="2533074" y="2882979"/>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92" name="Google Shape;1892;g3b23322d595_2_911"/>
          <p:cNvSpPr/>
          <p:nvPr/>
        </p:nvSpPr>
        <p:spPr>
          <a:xfrm>
            <a:off x="2421026" y="3077323"/>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93" name="Google Shape;1893;g3b23322d595_2_911"/>
          <p:cNvSpPr/>
          <p:nvPr/>
        </p:nvSpPr>
        <p:spPr>
          <a:xfrm>
            <a:off x="2282144" y="3369707"/>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94" name="Google Shape;1894;g3b23322d595_2_911"/>
          <p:cNvSpPr/>
          <p:nvPr/>
        </p:nvSpPr>
        <p:spPr>
          <a:xfrm>
            <a:off x="2250844" y="3446593"/>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95" name="Google Shape;1895;g3b23322d595_2_911"/>
          <p:cNvSpPr/>
          <p:nvPr/>
        </p:nvSpPr>
        <p:spPr>
          <a:xfrm>
            <a:off x="2119224" y="3687127"/>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96" name="Google Shape;1896;g3b23322d595_2_911"/>
          <p:cNvSpPr/>
          <p:nvPr/>
        </p:nvSpPr>
        <p:spPr>
          <a:xfrm>
            <a:off x="1936380" y="4050943"/>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97" name="Google Shape;1897;g3b23322d595_2_911"/>
          <p:cNvSpPr/>
          <p:nvPr/>
        </p:nvSpPr>
        <p:spPr>
          <a:xfrm>
            <a:off x="3015815" y="2384737"/>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98" name="Google Shape;1898;g3b23322d595_2_911"/>
          <p:cNvSpPr/>
          <p:nvPr/>
        </p:nvSpPr>
        <p:spPr>
          <a:xfrm>
            <a:off x="2753878" y="2584759"/>
            <a:ext cx="76886" cy="76886"/>
          </a:xfrm>
          <a:prstGeom prst="ellipse">
            <a:avLst/>
          </a:prstGeom>
          <a:solidFill>
            <a:srgbClr val="9DC3E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899" name="Google Shape;1899;g3b23322d595_2_911"/>
          <p:cNvSpPr/>
          <p:nvPr/>
        </p:nvSpPr>
        <p:spPr>
          <a:xfrm>
            <a:off x="3603984" y="2365684"/>
            <a:ext cx="76886" cy="76886"/>
          </a:xfrm>
          <a:prstGeom prst="ellipse">
            <a:avLst/>
          </a:prstGeom>
          <a:solidFill>
            <a:srgbClr val="9DC3E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00" name="Google Shape;1900;g3b23322d595_2_911"/>
          <p:cNvSpPr/>
          <p:nvPr/>
        </p:nvSpPr>
        <p:spPr>
          <a:xfrm>
            <a:off x="3941546" y="3309795"/>
            <a:ext cx="76886" cy="76886"/>
          </a:xfrm>
          <a:prstGeom prst="ellipse">
            <a:avLst/>
          </a:prstGeom>
          <a:solidFill>
            <a:srgbClr val="9DC3E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01" name="Google Shape;1901;g3b23322d595_2_911"/>
          <p:cNvSpPr/>
          <p:nvPr/>
        </p:nvSpPr>
        <p:spPr>
          <a:xfrm>
            <a:off x="3092358" y="2339151"/>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02" name="Google Shape;1902;g3b23322d595_2_911"/>
          <p:cNvSpPr/>
          <p:nvPr/>
        </p:nvSpPr>
        <p:spPr>
          <a:xfrm>
            <a:off x="3198384" y="2305077"/>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03" name="Google Shape;1903;g3b23322d595_2_911"/>
          <p:cNvSpPr/>
          <p:nvPr/>
        </p:nvSpPr>
        <p:spPr>
          <a:xfrm>
            <a:off x="3309728" y="2280480"/>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04" name="Google Shape;1904;g3b23322d595_2_911"/>
          <p:cNvSpPr/>
          <p:nvPr/>
        </p:nvSpPr>
        <p:spPr>
          <a:xfrm>
            <a:off x="3535712" y="2314306"/>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05" name="Google Shape;1905;g3b23322d595_2_911"/>
          <p:cNvSpPr/>
          <p:nvPr/>
        </p:nvSpPr>
        <p:spPr>
          <a:xfrm>
            <a:off x="3428321" y="2277162"/>
            <a:ext cx="76886" cy="76886"/>
          </a:xfrm>
          <a:prstGeom prst="ellipse">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06" name="Google Shape;1906;g3b23322d595_2_911"/>
          <p:cNvSpPr/>
          <p:nvPr/>
        </p:nvSpPr>
        <p:spPr>
          <a:xfrm>
            <a:off x="3780073" y="2623202"/>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07" name="Google Shape;1907;g3b23322d595_2_911"/>
          <p:cNvSpPr/>
          <p:nvPr/>
        </p:nvSpPr>
        <p:spPr>
          <a:xfrm>
            <a:off x="3855586" y="2847660"/>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08" name="Google Shape;1908;g3b23322d595_2_911"/>
          <p:cNvSpPr/>
          <p:nvPr/>
        </p:nvSpPr>
        <p:spPr>
          <a:xfrm>
            <a:off x="3880049" y="2930583"/>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09" name="Google Shape;1909;g3b23322d595_2_911"/>
          <p:cNvSpPr/>
          <p:nvPr/>
        </p:nvSpPr>
        <p:spPr>
          <a:xfrm>
            <a:off x="3932745" y="3429004"/>
            <a:ext cx="113171" cy="113171"/>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10" name="Google Shape;1910;g3b23322d595_2_911"/>
          <p:cNvSpPr/>
          <p:nvPr/>
        </p:nvSpPr>
        <p:spPr>
          <a:xfrm>
            <a:off x="5321984" y="4289769"/>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11" name="Google Shape;1911;g3b23322d595_2_911"/>
          <p:cNvSpPr/>
          <p:nvPr/>
        </p:nvSpPr>
        <p:spPr>
          <a:xfrm>
            <a:off x="5574630" y="4154037"/>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12" name="Google Shape;1912;g3b23322d595_2_911"/>
          <p:cNvSpPr/>
          <p:nvPr/>
        </p:nvSpPr>
        <p:spPr>
          <a:xfrm>
            <a:off x="5815136" y="4011834"/>
            <a:ext cx="76886" cy="76886"/>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13" name="Google Shape;1913;g3b23322d595_2_911"/>
          <p:cNvSpPr/>
          <p:nvPr/>
        </p:nvSpPr>
        <p:spPr>
          <a:xfrm>
            <a:off x="1730124" y="4342329"/>
            <a:ext cx="106737" cy="92015"/>
          </a:xfrm>
          <a:prstGeom prst="triangle">
            <a:avLst>
              <a:gd name="adj" fmla="val 50000"/>
            </a:avLst>
          </a:prstGeom>
          <a:solidFill>
            <a:schemeClr val="dk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14" name="Google Shape;1914;g3b23322d595_2_911"/>
          <p:cNvSpPr/>
          <p:nvPr/>
        </p:nvSpPr>
        <p:spPr>
          <a:xfrm>
            <a:off x="2673523" y="2648615"/>
            <a:ext cx="106737" cy="92015"/>
          </a:xfrm>
          <a:prstGeom prst="triangle">
            <a:avLst>
              <a:gd name="adj" fmla="val 50000"/>
            </a:avLst>
          </a:prstGeom>
          <a:solidFill>
            <a:schemeClr val="dk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15" name="Google Shape;1915;g3b23322d595_2_911"/>
          <p:cNvSpPr txBox="1"/>
          <p:nvPr/>
        </p:nvSpPr>
        <p:spPr>
          <a:xfrm>
            <a:off x="4144937" y="3979146"/>
            <a:ext cx="875046" cy="276999"/>
          </a:xfrm>
          <a:prstGeom prst="rect">
            <a:avLst/>
          </a:prstGeom>
          <a:noFill/>
          <a:ln>
            <a:noFill/>
          </a:ln>
        </p:spPr>
        <p:txBody>
          <a:bodyPr spcFirstLastPara="1" wrap="square" lIns="91425" tIns="0" rIns="91425" bIns="0" anchor="ctr"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900" b="1" i="0" u="none" strike="noStrike" cap="none" noProof="0">
                <a:solidFill>
                  <a:schemeClr val="dk1"/>
                </a:solidFill>
                <a:latin typeface="IBM Plex Sans" panose="020B0503050203000203" pitchFamily="34" charset="0"/>
                <a:ea typeface="IBM Plex Sans"/>
                <a:cs typeface="IBM Plex Sans"/>
                <a:sym typeface="IBM Plex Sans"/>
              </a:rPr>
              <a:t>Pragmatic season</a:t>
            </a:r>
            <a:endParaRPr lang="en-US" sz="1800" b="0" i="0" u="none" strike="noStrike" cap="none" noProof="0">
              <a:solidFill>
                <a:schemeClr val="dk1"/>
              </a:solidFill>
              <a:latin typeface="IBM Plex Sans" panose="020B0503050203000203" pitchFamily="34" charset="0"/>
              <a:sym typeface="Arial"/>
            </a:endParaRPr>
          </a:p>
        </p:txBody>
      </p:sp>
      <p:sp>
        <p:nvSpPr>
          <p:cNvPr id="1916" name="Google Shape;1916;g3b23322d595_2_911"/>
          <p:cNvSpPr txBox="1"/>
          <p:nvPr/>
        </p:nvSpPr>
        <p:spPr>
          <a:xfrm>
            <a:off x="5999184" y="4001358"/>
            <a:ext cx="1937545" cy="138499"/>
          </a:xfrm>
          <a:prstGeom prst="rect">
            <a:avLst/>
          </a:prstGeom>
          <a:noFill/>
          <a:ln>
            <a:noFill/>
          </a:ln>
        </p:spPr>
        <p:txBody>
          <a:bodyPr spcFirstLastPara="1" wrap="square" lIns="0"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Model Distillation</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17" name="Google Shape;1917;g3b23322d595_2_911"/>
          <p:cNvSpPr txBox="1"/>
          <p:nvPr/>
        </p:nvSpPr>
        <p:spPr>
          <a:xfrm>
            <a:off x="5720216" y="4198040"/>
            <a:ext cx="1937545" cy="138499"/>
          </a:xfrm>
          <a:prstGeom prst="rect">
            <a:avLst/>
          </a:prstGeom>
          <a:noFill/>
          <a:ln>
            <a:noFill/>
          </a:ln>
        </p:spPr>
        <p:txBody>
          <a:bodyPr spcFirstLastPara="1" wrap="square" lIns="0"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Knowledge Graphs</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18" name="Google Shape;1918;g3b23322d595_2_911"/>
          <p:cNvSpPr txBox="1"/>
          <p:nvPr/>
        </p:nvSpPr>
        <p:spPr>
          <a:xfrm>
            <a:off x="5393316" y="4393442"/>
            <a:ext cx="1937545" cy="138499"/>
          </a:xfrm>
          <a:prstGeom prst="rect">
            <a:avLst/>
          </a:prstGeom>
          <a:noFill/>
          <a:ln>
            <a:noFill/>
          </a:ln>
        </p:spPr>
        <p:txBody>
          <a:bodyPr spcFirstLastPara="1" wrap="square" lIns="0"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Cloud AI Services</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19" name="Google Shape;1919;g3b23322d595_2_911"/>
          <p:cNvSpPr txBox="1"/>
          <p:nvPr/>
        </p:nvSpPr>
        <p:spPr>
          <a:xfrm>
            <a:off x="4076870" y="3396255"/>
            <a:ext cx="1937545" cy="153888"/>
          </a:xfrm>
          <a:prstGeom prst="rect">
            <a:avLst/>
          </a:prstGeom>
          <a:noFill/>
          <a:ln>
            <a:noFill/>
          </a:ln>
        </p:spPr>
        <p:txBody>
          <a:bodyPr spcFirstLastPara="1" wrap="square" lIns="0"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000" b="1" i="0" u="sng" strike="noStrike" cap="none" noProof="0">
                <a:solidFill>
                  <a:schemeClr val="dk1"/>
                </a:solidFill>
                <a:latin typeface="IBM Plex Sans"/>
                <a:ea typeface="IBM Plex Sans"/>
                <a:cs typeface="IBM Plex Sans"/>
                <a:sym typeface="IBM Plex Sans"/>
              </a:rPr>
              <a:t>Generative</a:t>
            </a:r>
            <a:r>
              <a:rPr lang="en-US" sz="900" b="1" i="0" u="sng" strike="noStrike" cap="none" noProof="0">
                <a:solidFill>
                  <a:schemeClr val="dk1"/>
                </a:solidFill>
                <a:latin typeface="IBM Plex Sans"/>
                <a:ea typeface="IBM Plex Sans"/>
                <a:cs typeface="IBM Plex Sans"/>
                <a:sym typeface="IBM Plex Sans"/>
              </a:rPr>
              <a:t> AI</a:t>
            </a:r>
            <a:endParaRPr lang="en-US" sz="900" i="0" u="sng" strike="noStrike" cap="none" baseline="30000" noProof="0">
              <a:solidFill>
                <a:schemeClr val="dk1"/>
              </a:solidFill>
              <a:latin typeface="IBM Plex Sans"/>
              <a:ea typeface="IBM Plex Sans"/>
              <a:cs typeface="IBM Plex Sans"/>
            </a:endParaRPr>
          </a:p>
        </p:txBody>
      </p:sp>
      <p:sp>
        <p:nvSpPr>
          <p:cNvPr id="1920" name="Google Shape;1920;g3b23322d595_2_911"/>
          <p:cNvSpPr txBox="1"/>
          <p:nvPr/>
        </p:nvSpPr>
        <p:spPr>
          <a:xfrm>
            <a:off x="4076870" y="3240995"/>
            <a:ext cx="1937545" cy="138499"/>
          </a:xfrm>
          <a:prstGeom prst="rect">
            <a:avLst/>
          </a:prstGeom>
          <a:noFill/>
          <a:ln>
            <a:noFill/>
          </a:ln>
        </p:spPr>
        <p:txBody>
          <a:bodyPr spcFirstLastPara="1" wrap="square" lIns="0"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Edge AI</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21" name="Google Shape;1921;g3b23322d595_2_911"/>
          <p:cNvSpPr txBox="1"/>
          <p:nvPr/>
        </p:nvSpPr>
        <p:spPr>
          <a:xfrm>
            <a:off x="4017968" y="2933318"/>
            <a:ext cx="1937545" cy="138499"/>
          </a:xfrm>
          <a:prstGeom prst="rect">
            <a:avLst/>
          </a:prstGeom>
          <a:noFill/>
          <a:ln>
            <a:noFill/>
          </a:ln>
        </p:spPr>
        <p:txBody>
          <a:bodyPr spcFirstLastPara="1" wrap="square" lIns="0"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Synthetic Data</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22" name="Google Shape;1922;g3b23322d595_2_911"/>
          <p:cNvSpPr txBox="1"/>
          <p:nvPr/>
        </p:nvSpPr>
        <p:spPr>
          <a:xfrm>
            <a:off x="3987397" y="2769388"/>
            <a:ext cx="1937545" cy="138499"/>
          </a:xfrm>
          <a:prstGeom prst="rect">
            <a:avLst/>
          </a:prstGeom>
          <a:noFill/>
          <a:ln>
            <a:noFill/>
          </a:ln>
        </p:spPr>
        <p:txBody>
          <a:bodyPr spcFirstLastPara="1" wrap="square" lIns="0"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Foundation Models</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23" name="Google Shape;1923;g3b23322d595_2_911"/>
          <p:cNvSpPr txBox="1"/>
          <p:nvPr/>
        </p:nvSpPr>
        <p:spPr>
          <a:xfrm>
            <a:off x="3901034" y="2579615"/>
            <a:ext cx="1937545" cy="138499"/>
          </a:xfrm>
          <a:prstGeom prst="rect">
            <a:avLst/>
          </a:prstGeom>
          <a:noFill/>
          <a:ln>
            <a:noFill/>
          </a:ln>
        </p:spPr>
        <p:txBody>
          <a:bodyPr spcFirstLastPara="1" wrap="square" lIns="0"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err="1">
                <a:solidFill>
                  <a:schemeClr val="dk1"/>
                </a:solidFill>
                <a:latin typeface="IBM Plex Sans" panose="020B0503050203000203" pitchFamily="34" charset="0"/>
                <a:ea typeface="IBM Plex Sans"/>
                <a:cs typeface="IBM Plex Sans"/>
                <a:sym typeface="IBM Plex Sans"/>
              </a:rPr>
              <a:t>ModelOps</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24" name="Google Shape;1924;g3b23322d595_2_911"/>
          <p:cNvSpPr txBox="1"/>
          <p:nvPr/>
        </p:nvSpPr>
        <p:spPr>
          <a:xfrm>
            <a:off x="3745222" y="2317267"/>
            <a:ext cx="1937545" cy="138499"/>
          </a:xfrm>
          <a:prstGeom prst="rect">
            <a:avLst/>
          </a:prstGeom>
          <a:noFill/>
          <a:ln>
            <a:noFill/>
          </a:ln>
        </p:spPr>
        <p:txBody>
          <a:bodyPr spcFirstLastPara="1" wrap="square" lIns="0"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Responsible AI</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25" name="Google Shape;1925;g3b23322d595_2_911"/>
          <p:cNvSpPr txBox="1"/>
          <p:nvPr/>
        </p:nvSpPr>
        <p:spPr>
          <a:xfrm>
            <a:off x="3554419" y="1898262"/>
            <a:ext cx="1937545" cy="138499"/>
          </a:xfrm>
          <a:prstGeom prst="rect">
            <a:avLst/>
          </a:prstGeom>
          <a:noFill/>
          <a:ln>
            <a:noFill/>
          </a:ln>
        </p:spPr>
        <p:txBody>
          <a:bodyPr spcFirstLastPara="1" wrap="square" lIns="0"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AI-Ready Data</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26" name="Google Shape;1926;g3b23322d595_2_911"/>
          <p:cNvSpPr txBox="1"/>
          <p:nvPr/>
        </p:nvSpPr>
        <p:spPr>
          <a:xfrm>
            <a:off x="3675528" y="2083443"/>
            <a:ext cx="1937545" cy="138499"/>
          </a:xfrm>
          <a:prstGeom prst="rect">
            <a:avLst/>
          </a:prstGeom>
          <a:noFill/>
          <a:ln>
            <a:noFill/>
          </a:ln>
        </p:spPr>
        <p:txBody>
          <a:bodyPr spcFirstLastPara="1" wrap="square" lIns="0" tIns="0" rIns="91425"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AI Engineering</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27" name="Google Shape;1927;g3b23322d595_2_911"/>
          <p:cNvSpPr/>
          <p:nvPr/>
        </p:nvSpPr>
        <p:spPr>
          <a:xfrm>
            <a:off x="3465641" y="1984606"/>
            <a:ext cx="70072" cy="284726"/>
          </a:xfrm>
          <a:custGeom>
            <a:avLst/>
            <a:gdLst/>
            <a:ahLst/>
            <a:cxnLst/>
            <a:rect l="l" t="t" r="r" b="b"/>
            <a:pathLst>
              <a:path w="78581" h="219075" extrusionOk="0">
                <a:moveTo>
                  <a:pt x="0" y="219075"/>
                </a:moveTo>
                <a:lnTo>
                  <a:pt x="0" y="0"/>
                </a:lnTo>
                <a:lnTo>
                  <a:pt x="78581" y="0"/>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28" name="Google Shape;1928;g3b23322d595_2_911"/>
          <p:cNvSpPr txBox="1"/>
          <p:nvPr/>
        </p:nvSpPr>
        <p:spPr>
          <a:xfrm>
            <a:off x="2236241" y="1898262"/>
            <a:ext cx="1018453"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AI Agents</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29" name="Google Shape;1929;g3b23322d595_2_911"/>
          <p:cNvSpPr/>
          <p:nvPr/>
        </p:nvSpPr>
        <p:spPr>
          <a:xfrm flipH="1">
            <a:off x="3275110" y="1984606"/>
            <a:ext cx="70072" cy="284726"/>
          </a:xfrm>
          <a:custGeom>
            <a:avLst/>
            <a:gdLst/>
            <a:ahLst/>
            <a:cxnLst/>
            <a:rect l="l" t="t" r="r" b="b"/>
            <a:pathLst>
              <a:path w="78581" h="219075" extrusionOk="0">
                <a:moveTo>
                  <a:pt x="0" y="219075"/>
                </a:moveTo>
                <a:lnTo>
                  <a:pt x="0" y="0"/>
                </a:lnTo>
                <a:lnTo>
                  <a:pt x="78581" y="0"/>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30" name="Google Shape;1930;g3b23322d595_2_911"/>
          <p:cNvSpPr txBox="1"/>
          <p:nvPr/>
        </p:nvSpPr>
        <p:spPr>
          <a:xfrm>
            <a:off x="1892246" y="2030383"/>
            <a:ext cx="1018453"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Sovereign AI</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31" name="Google Shape;1931;g3b23322d595_2_911"/>
          <p:cNvSpPr txBox="1"/>
          <p:nvPr/>
        </p:nvSpPr>
        <p:spPr>
          <a:xfrm>
            <a:off x="1892246" y="2174058"/>
            <a:ext cx="1018453"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Multimodal AI</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32" name="Google Shape;1932;g3b23322d595_2_911"/>
          <p:cNvSpPr txBox="1"/>
          <p:nvPr/>
        </p:nvSpPr>
        <p:spPr>
          <a:xfrm>
            <a:off x="1892246" y="2317732"/>
            <a:ext cx="1018453"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AI </a:t>
            </a:r>
            <a:r>
              <a:rPr lang="en-US" sz="900" b="0" i="0" u="none" strike="noStrike" cap="none" noProof="0" err="1">
                <a:solidFill>
                  <a:schemeClr val="dk1"/>
                </a:solidFill>
                <a:latin typeface="IBM Plex Sans" panose="020B0503050203000203" pitchFamily="34" charset="0"/>
                <a:ea typeface="IBM Plex Sans"/>
                <a:cs typeface="IBM Plex Sans"/>
                <a:sym typeface="IBM Plex Sans"/>
              </a:rPr>
              <a:t>TRiSM</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33" name="Google Shape;1933;g3b23322d595_2_911"/>
          <p:cNvSpPr/>
          <p:nvPr/>
        </p:nvSpPr>
        <p:spPr>
          <a:xfrm>
            <a:off x="2934621" y="2112169"/>
            <a:ext cx="288131" cy="197644"/>
          </a:xfrm>
          <a:custGeom>
            <a:avLst/>
            <a:gdLst/>
            <a:ahLst/>
            <a:cxnLst/>
            <a:rect l="l" t="t" r="r" b="b"/>
            <a:pathLst>
              <a:path w="288131" h="197644" extrusionOk="0">
                <a:moveTo>
                  <a:pt x="0" y="0"/>
                </a:moveTo>
                <a:lnTo>
                  <a:pt x="288131" y="0"/>
                </a:lnTo>
                <a:lnTo>
                  <a:pt x="288131" y="197644"/>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34" name="Google Shape;1934;g3b23322d595_2_911"/>
          <p:cNvSpPr/>
          <p:nvPr/>
        </p:nvSpPr>
        <p:spPr>
          <a:xfrm>
            <a:off x="2934621" y="2254318"/>
            <a:ext cx="179802" cy="83531"/>
          </a:xfrm>
          <a:custGeom>
            <a:avLst/>
            <a:gdLst/>
            <a:ahLst/>
            <a:cxnLst/>
            <a:rect l="l" t="t" r="r" b="b"/>
            <a:pathLst>
              <a:path w="288131" h="197644" extrusionOk="0">
                <a:moveTo>
                  <a:pt x="0" y="0"/>
                </a:moveTo>
                <a:lnTo>
                  <a:pt x="288131" y="0"/>
                </a:lnTo>
                <a:lnTo>
                  <a:pt x="288131" y="197644"/>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35" name="Google Shape;1935;g3b23322d595_2_911"/>
          <p:cNvSpPr/>
          <p:nvPr/>
        </p:nvSpPr>
        <p:spPr>
          <a:xfrm>
            <a:off x="2944145" y="2397919"/>
            <a:ext cx="72000" cy="0"/>
          </a:xfrm>
          <a:custGeom>
            <a:avLst/>
            <a:gdLst/>
            <a:ahLst/>
            <a:cxnLst/>
            <a:rect l="l" t="t" r="r" b="b"/>
            <a:pathLst>
              <a:path w="111919" h="120000" extrusionOk="0">
                <a:moveTo>
                  <a:pt x="0" y="0"/>
                </a:moveTo>
                <a:lnTo>
                  <a:pt x="111919" y="0"/>
                </a:lnTo>
              </a:path>
            </a:pathLst>
          </a:custGeom>
          <a:noFill/>
          <a:ln w="9525" cap="flat" cmpd="sng">
            <a:solidFill>
              <a:srgbClr val="1C305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36" name="Google Shape;1936;g3b23322d595_2_911"/>
          <p:cNvSpPr txBox="1"/>
          <p:nvPr/>
        </p:nvSpPr>
        <p:spPr>
          <a:xfrm>
            <a:off x="1563389" y="2472453"/>
            <a:ext cx="1018453"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Composite Al</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37" name="Google Shape;1937;g3b23322d595_2_911"/>
          <p:cNvSpPr txBox="1"/>
          <p:nvPr/>
        </p:nvSpPr>
        <p:spPr>
          <a:xfrm>
            <a:off x="780066" y="2616401"/>
            <a:ext cx="1801906"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Artificial General Intelligence</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38" name="Google Shape;1938;g3b23322d595_2_911"/>
          <p:cNvSpPr txBox="1"/>
          <p:nvPr/>
        </p:nvSpPr>
        <p:spPr>
          <a:xfrm>
            <a:off x="2646838" y="2851305"/>
            <a:ext cx="1018453" cy="138499"/>
          </a:xfrm>
          <a:prstGeom prst="rect">
            <a:avLst/>
          </a:prstGeom>
          <a:noFill/>
          <a:ln>
            <a:noFill/>
          </a:ln>
        </p:spPr>
        <p:txBody>
          <a:bodyPr spcFirstLastPara="1" wrap="square" lIns="0" tIns="0" rIns="0" bIns="0" anchor="ctr"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900" b="0" i="0" u="none" strike="noStrike" cap="none" noProof="0" err="1">
                <a:solidFill>
                  <a:schemeClr val="dk1"/>
                </a:solidFill>
                <a:latin typeface="IBM Plex Sans" panose="020B0503050203000203" pitchFamily="34" charset="0"/>
                <a:ea typeface="IBM Plex Sans"/>
                <a:cs typeface="IBM Plex Sans"/>
                <a:sym typeface="IBM Plex Sans"/>
              </a:rPr>
              <a:t>Neurosymbolic</a:t>
            </a:r>
            <a:r>
              <a:rPr lang="en-US" sz="900" b="0" i="0" u="none" strike="noStrike" cap="none" noProof="0">
                <a:solidFill>
                  <a:schemeClr val="dk1"/>
                </a:solidFill>
                <a:latin typeface="IBM Plex Sans" panose="020B0503050203000203" pitchFamily="34" charset="0"/>
                <a:ea typeface="IBM Plex Sans"/>
                <a:cs typeface="IBM Plex Sans"/>
                <a:sym typeface="IBM Plex Sans"/>
              </a:rPr>
              <a:t> Al</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39" name="Google Shape;1939;g3b23322d595_2_911"/>
          <p:cNvSpPr txBox="1"/>
          <p:nvPr/>
        </p:nvSpPr>
        <p:spPr>
          <a:xfrm>
            <a:off x="1210868" y="2805508"/>
            <a:ext cx="1018453"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FinOps for Al</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40" name="Google Shape;1940;g3b23322d595_2_911"/>
          <p:cNvSpPr txBox="1"/>
          <p:nvPr/>
        </p:nvSpPr>
        <p:spPr>
          <a:xfrm>
            <a:off x="1023298" y="2961203"/>
            <a:ext cx="1206024"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Decision Intelligence</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41" name="Google Shape;1941;g3b23322d595_2_911"/>
          <p:cNvSpPr txBox="1"/>
          <p:nvPr/>
        </p:nvSpPr>
        <p:spPr>
          <a:xfrm>
            <a:off x="1135705" y="3108908"/>
            <a:ext cx="1018453"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World Models</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42" name="Google Shape;1942;g3b23322d595_2_911"/>
          <p:cNvSpPr txBox="1"/>
          <p:nvPr/>
        </p:nvSpPr>
        <p:spPr>
          <a:xfrm>
            <a:off x="1121419" y="3257460"/>
            <a:ext cx="1018453"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Al Simulation</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43" name="Google Shape;1943;g3b23322d595_2_911"/>
          <p:cNvSpPr/>
          <p:nvPr/>
        </p:nvSpPr>
        <p:spPr>
          <a:xfrm>
            <a:off x="2338495" y="3637661"/>
            <a:ext cx="1587829" cy="852093"/>
          </a:xfrm>
          <a:prstGeom prst="roundRect">
            <a:avLst>
              <a:gd name="adj" fmla="val 6651"/>
            </a:avLst>
          </a:prstGeom>
          <a:solidFill>
            <a:srgbClr val="F2F2F2"/>
          </a:solid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a:buSzPts val="900"/>
            </a:pPr>
            <a:r>
              <a:rPr lang="en-US" sz="900" b="1" i="0" u="none" strike="noStrike" cap="none" noProof="0">
                <a:solidFill>
                  <a:srgbClr val="000000"/>
                </a:solidFill>
                <a:latin typeface="IBM Plex Sans"/>
                <a:ea typeface="IBM Plex Sans"/>
                <a:cs typeface="IBM Plex Sans"/>
                <a:sym typeface="IBM Plex Sans"/>
              </a:rPr>
              <a:t>Operational Reality: </a:t>
            </a:r>
            <a:r>
              <a:rPr lang="en-US" sz="900" b="0" i="0" u="none" strike="noStrike" cap="none" noProof="0">
                <a:solidFill>
                  <a:srgbClr val="000000"/>
                </a:solidFill>
                <a:latin typeface="IBM Plex Sans"/>
                <a:ea typeface="IBM Plex Sans"/>
                <a:cs typeface="IBM Plex Sans"/>
                <a:sym typeface="IBM Plex Sans"/>
              </a:rPr>
              <a:t>New </a:t>
            </a:r>
            <a:r>
              <a:rPr lang="en-US" sz="900" noProof="0">
                <a:latin typeface="IBM Plex Sans"/>
                <a:ea typeface="IBM Plex Sans"/>
                <a:cs typeface="IBM Plex Sans"/>
                <a:sym typeface="IBM Plex Sans"/>
              </a:rPr>
              <a:t>entrants show</a:t>
            </a:r>
            <a:r>
              <a:rPr lang="en-US" sz="900" b="0" i="0" u="none" strike="noStrike" cap="none" noProof="0">
                <a:solidFill>
                  <a:srgbClr val="000000"/>
                </a:solidFill>
                <a:latin typeface="IBM Plex Sans"/>
                <a:ea typeface="IBM Plex Sans"/>
                <a:cs typeface="IBM Plex Sans"/>
                <a:sym typeface="IBM Plex Sans"/>
              </a:rPr>
              <a:t> </a:t>
            </a:r>
            <a:r>
              <a:rPr lang="en-US" sz="900" noProof="0">
                <a:latin typeface="IBM Plex Sans"/>
                <a:ea typeface="IBM Plex Sans"/>
                <a:cs typeface="IBM Plex Sans"/>
                <a:sym typeface="IBM Plex Sans"/>
              </a:rPr>
              <a:t>a shift in focus</a:t>
            </a:r>
            <a:r>
              <a:rPr lang="en-US" sz="900" b="0" i="0" u="none" strike="noStrike" cap="none" noProof="0">
                <a:solidFill>
                  <a:srgbClr val="000000"/>
                </a:solidFill>
                <a:latin typeface="IBM Plex Sans"/>
                <a:ea typeface="IBM Plex Sans"/>
                <a:cs typeface="IBM Plex Sans"/>
                <a:sym typeface="IBM Plex Sans"/>
              </a:rPr>
              <a:t> </a:t>
            </a:r>
            <a:r>
              <a:rPr lang="en-US" sz="900" noProof="0">
                <a:latin typeface="IBM Plex Sans"/>
                <a:ea typeface="IBM Plex Sans"/>
                <a:cs typeface="IBM Plex Sans"/>
                <a:sym typeface="IBM Plex Sans"/>
              </a:rPr>
              <a:t>toward</a:t>
            </a:r>
            <a:r>
              <a:rPr lang="en-US" sz="900" b="0" i="0" u="none" strike="noStrike" cap="none" noProof="0">
                <a:solidFill>
                  <a:srgbClr val="000000"/>
                </a:solidFill>
                <a:latin typeface="IBM Plex Sans"/>
                <a:ea typeface="IBM Plex Sans"/>
                <a:cs typeface="IBM Plex Sans"/>
                <a:sym typeface="IBM Plex Sans"/>
              </a:rPr>
              <a:t> risk, cost, and scalable management</a:t>
            </a:r>
          </a:p>
        </p:txBody>
      </p:sp>
      <p:sp>
        <p:nvSpPr>
          <p:cNvPr id="1944" name="Google Shape;1944;g3b23322d595_2_911"/>
          <p:cNvSpPr txBox="1"/>
          <p:nvPr/>
        </p:nvSpPr>
        <p:spPr>
          <a:xfrm>
            <a:off x="1002431" y="3418682"/>
            <a:ext cx="1018453"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Embodied Al</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45" name="Google Shape;1945;g3b23322d595_2_911"/>
          <p:cNvSpPr txBox="1"/>
          <p:nvPr/>
        </p:nvSpPr>
        <p:spPr>
          <a:xfrm>
            <a:off x="1002431" y="3574377"/>
            <a:ext cx="1018453"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Causal Al</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46" name="Google Shape;1946;g3b23322d595_2_911"/>
          <p:cNvSpPr/>
          <p:nvPr/>
        </p:nvSpPr>
        <p:spPr>
          <a:xfrm>
            <a:off x="2539334" y="3052763"/>
            <a:ext cx="128587" cy="590550"/>
          </a:xfrm>
          <a:custGeom>
            <a:avLst/>
            <a:gdLst/>
            <a:ahLst/>
            <a:cxnLst/>
            <a:rect l="l" t="t" r="r" b="b"/>
            <a:pathLst>
              <a:path w="128587" h="590550" extrusionOk="0">
                <a:moveTo>
                  <a:pt x="0" y="0"/>
                </a:moveTo>
                <a:lnTo>
                  <a:pt x="128587" y="0"/>
                </a:lnTo>
                <a:lnTo>
                  <a:pt x="128587" y="590550"/>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47" name="Google Shape;1947;g3b23322d595_2_911"/>
          <p:cNvSpPr/>
          <p:nvPr/>
        </p:nvSpPr>
        <p:spPr>
          <a:xfrm>
            <a:off x="2608957" y="2538137"/>
            <a:ext cx="179802" cy="45719"/>
          </a:xfrm>
          <a:custGeom>
            <a:avLst/>
            <a:gdLst/>
            <a:ahLst/>
            <a:cxnLst/>
            <a:rect l="l" t="t" r="r" b="b"/>
            <a:pathLst>
              <a:path w="288131" h="197644" extrusionOk="0">
                <a:moveTo>
                  <a:pt x="0" y="0"/>
                </a:moveTo>
                <a:lnTo>
                  <a:pt x="288131" y="0"/>
                </a:lnTo>
                <a:lnTo>
                  <a:pt x="288131" y="197644"/>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48" name="Google Shape;1948;g3b23322d595_2_911"/>
          <p:cNvSpPr/>
          <p:nvPr/>
        </p:nvSpPr>
        <p:spPr>
          <a:xfrm>
            <a:off x="2625058" y="2705100"/>
            <a:ext cx="76200" cy="9525"/>
          </a:xfrm>
          <a:custGeom>
            <a:avLst/>
            <a:gdLst/>
            <a:ahLst/>
            <a:cxnLst/>
            <a:rect l="l" t="t" r="r" b="b"/>
            <a:pathLst>
              <a:path w="76200" h="9525" extrusionOk="0">
                <a:moveTo>
                  <a:pt x="0" y="0"/>
                </a:moveTo>
                <a:lnTo>
                  <a:pt x="66675" y="0"/>
                </a:lnTo>
                <a:lnTo>
                  <a:pt x="76200" y="9525"/>
                </a:lnTo>
                <a:lnTo>
                  <a:pt x="76200" y="9525"/>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49" name="Google Shape;1949;g3b23322d595_2_911"/>
          <p:cNvSpPr/>
          <p:nvPr/>
        </p:nvSpPr>
        <p:spPr>
          <a:xfrm>
            <a:off x="2272634" y="2871788"/>
            <a:ext cx="214312" cy="133350"/>
          </a:xfrm>
          <a:custGeom>
            <a:avLst/>
            <a:gdLst/>
            <a:ahLst/>
            <a:cxnLst/>
            <a:rect l="l" t="t" r="r" b="b"/>
            <a:pathLst>
              <a:path w="214312" h="133350" extrusionOk="0">
                <a:moveTo>
                  <a:pt x="0" y="0"/>
                </a:moveTo>
                <a:lnTo>
                  <a:pt x="214312" y="0"/>
                </a:lnTo>
                <a:lnTo>
                  <a:pt x="214312" y="133350"/>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50" name="Google Shape;1950;g3b23322d595_2_911"/>
          <p:cNvSpPr/>
          <p:nvPr/>
        </p:nvSpPr>
        <p:spPr>
          <a:xfrm>
            <a:off x="2251202" y="3038475"/>
            <a:ext cx="178594" cy="50006"/>
          </a:xfrm>
          <a:custGeom>
            <a:avLst/>
            <a:gdLst/>
            <a:ahLst/>
            <a:cxnLst/>
            <a:rect l="l" t="t" r="r" b="b"/>
            <a:pathLst>
              <a:path w="178594" h="50006" extrusionOk="0">
                <a:moveTo>
                  <a:pt x="0" y="0"/>
                </a:moveTo>
                <a:lnTo>
                  <a:pt x="178594" y="0"/>
                </a:lnTo>
                <a:lnTo>
                  <a:pt x="178594" y="50006"/>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51" name="Google Shape;1951;g3b23322d595_2_911"/>
          <p:cNvSpPr/>
          <p:nvPr/>
        </p:nvSpPr>
        <p:spPr>
          <a:xfrm>
            <a:off x="2184527" y="3195638"/>
            <a:ext cx="202407" cy="0"/>
          </a:xfrm>
          <a:custGeom>
            <a:avLst/>
            <a:gdLst/>
            <a:ahLst/>
            <a:cxnLst/>
            <a:rect l="l" t="t" r="r" b="b"/>
            <a:pathLst>
              <a:path w="202407" h="120000" extrusionOk="0">
                <a:moveTo>
                  <a:pt x="0" y="0"/>
                </a:moveTo>
                <a:lnTo>
                  <a:pt x="202407" y="0"/>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52" name="Google Shape;1952;g3b23322d595_2_911"/>
          <p:cNvSpPr/>
          <p:nvPr/>
        </p:nvSpPr>
        <p:spPr>
          <a:xfrm>
            <a:off x="2148809" y="3286125"/>
            <a:ext cx="173831" cy="50006"/>
          </a:xfrm>
          <a:custGeom>
            <a:avLst/>
            <a:gdLst/>
            <a:ahLst/>
            <a:cxnLst/>
            <a:rect l="l" t="t" r="r" b="b"/>
            <a:pathLst>
              <a:path w="173831" h="50006" extrusionOk="0">
                <a:moveTo>
                  <a:pt x="173831" y="0"/>
                </a:moveTo>
                <a:lnTo>
                  <a:pt x="66675" y="0"/>
                </a:lnTo>
                <a:lnTo>
                  <a:pt x="66675" y="50006"/>
                </a:lnTo>
                <a:lnTo>
                  <a:pt x="0" y="50006"/>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53" name="Google Shape;1953;g3b23322d595_2_911"/>
          <p:cNvSpPr/>
          <p:nvPr/>
        </p:nvSpPr>
        <p:spPr>
          <a:xfrm>
            <a:off x="2048796" y="3398044"/>
            <a:ext cx="230981" cy="88106"/>
          </a:xfrm>
          <a:custGeom>
            <a:avLst/>
            <a:gdLst/>
            <a:ahLst/>
            <a:cxnLst/>
            <a:rect l="l" t="t" r="r" b="b"/>
            <a:pathLst>
              <a:path w="230981" h="88106" extrusionOk="0">
                <a:moveTo>
                  <a:pt x="0" y="88106"/>
                </a:moveTo>
                <a:lnTo>
                  <a:pt x="107156" y="88106"/>
                </a:lnTo>
                <a:lnTo>
                  <a:pt x="107156" y="0"/>
                </a:lnTo>
                <a:lnTo>
                  <a:pt x="230981" y="0"/>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54" name="Google Shape;1954;g3b23322d595_2_911"/>
          <p:cNvSpPr/>
          <p:nvPr/>
        </p:nvSpPr>
        <p:spPr>
          <a:xfrm>
            <a:off x="2058321" y="3521869"/>
            <a:ext cx="221456" cy="114300"/>
          </a:xfrm>
          <a:custGeom>
            <a:avLst/>
            <a:gdLst/>
            <a:ahLst/>
            <a:cxnLst/>
            <a:rect l="l" t="t" r="r" b="b"/>
            <a:pathLst>
              <a:path w="221456" h="114300" extrusionOk="0">
                <a:moveTo>
                  <a:pt x="0" y="114300"/>
                </a:moveTo>
                <a:lnTo>
                  <a:pt x="221456" y="114300"/>
                </a:lnTo>
                <a:lnTo>
                  <a:pt x="221456" y="0"/>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55" name="Google Shape;1955;g3b23322d595_2_911"/>
          <p:cNvSpPr txBox="1"/>
          <p:nvPr/>
        </p:nvSpPr>
        <p:spPr>
          <a:xfrm>
            <a:off x="702130" y="3725207"/>
            <a:ext cx="1322115"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Al Governance Platforms</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56" name="Google Shape;1956;g3b23322d595_2_911"/>
          <p:cNvSpPr/>
          <p:nvPr/>
        </p:nvSpPr>
        <p:spPr>
          <a:xfrm>
            <a:off x="2194053" y="3729038"/>
            <a:ext cx="147637" cy="0"/>
          </a:xfrm>
          <a:custGeom>
            <a:avLst/>
            <a:gdLst/>
            <a:ahLst/>
            <a:cxnLst/>
            <a:rect l="l" t="t" r="r" b="b"/>
            <a:pathLst>
              <a:path w="147637" h="120000" extrusionOk="0">
                <a:moveTo>
                  <a:pt x="0" y="0"/>
                </a:moveTo>
                <a:lnTo>
                  <a:pt x="147637" y="0"/>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57" name="Google Shape;1957;g3b23322d595_2_911"/>
          <p:cNvSpPr/>
          <p:nvPr/>
        </p:nvSpPr>
        <p:spPr>
          <a:xfrm>
            <a:off x="2041652" y="3762375"/>
            <a:ext cx="114300" cy="45719"/>
          </a:xfrm>
          <a:custGeom>
            <a:avLst/>
            <a:gdLst/>
            <a:ahLst/>
            <a:cxnLst/>
            <a:rect l="l" t="t" r="r" b="b"/>
            <a:pathLst>
              <a:path w="114300" h="76200" extrusionOk="0">
                <a:moveTo>
                  <a:pt x="114300" y="0"/>
                </a:moveTo>
                <a:lnTo>
                  <a:pt x="114300" y="76200"/>
                </a:lnTo>
                <a:lnTo>
                  <a:pt x="0" y="76200"/>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58" name="Google Shape;1958;g3b23322d595_2_911"/>
          <p:cNvSpPr txBox="1"/>
          <p:nvPr/>
        </p:nvSpPr>
        <p:spPr>
          <a:xfrm>
            <a:off x="574403" y="4028325"/>
            <a:ext cx="1322115" cy="153888"/>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1000" b="0" i="0" u="none" strike="noStrike" cap="none" noProof="0">
                <a:solidFill>
                  <a:schemeClr val="dk1"/>
                </a:solidFill>
                <a:latin typeface="IBM Plex Sans" panose="020B0503050203000203" pitchFamily="34" charset="0"/>
                <a:ea typeface="IBM Plex Sans"/>
                <a:cs typeface="IBM Plex Sans"/>
                <a:sym typeface="IBM Plex Sans"/>
              </a:rPr>
              <a:t>First-Principles Al</a:t>
            </a:r>
            <a:endParaRPr lang="en-US" sz="10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59" name="Google Shape;1959;g3b23322d595_2_911"/>
          <p:cNvSpPr txBox="1"/>
          <p:nvPr/>
        </p:nvSpPr>
        <p:spPr>
          <a:xfrm>
            <a:off x="947730" y="4295749"/>
            <a:ext cx="730352"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Quantum Al</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60" name="Google Shape;1960;g3b23322d595_2_911"/>
          <p:cNvSpPr txBox="1"/>
          <p:nvPr/>
        </p:nvSpPr>
        <p:spPr>
          <a:xfrm>
            <a:off x="1399967" y="4602727"/>
            <a:ext cx="1924154" cy="13849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Al-Native Software Engineering</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61" name="Google Shape;1961;g3b23322d595_2_911"/>
          <p:cNvSpPr/>
          <p:nvPr/>
        </p:nvSpPr>
        <p:spPr>
          <a:xfrm>
            <a:off x="3580813" y="2153348"/>
            <a:ext cx="72998" cy="160957"/>
          </a:xfrm>
          <a:custGeom>
            <a:avLst/>
            <a:gdLst/>
            <a:ahLst/>
            <a:cxnLst/>
            <a:rect l="l" t="t" r="r" b="b"/>
            <a:pathLst>
              <a:path w="78581" h="219075" extrusionOk="0">
                <a:moveTo>
                  <a:pt x="0" y="219075"/>
                </a:moveTo>
                <a:lnTo>
                  <a:pt x="0" y="0"/>
                </a:lnTo>
                <a:lnTo>
                  <a:pt x="78581" y="0"/>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62" name="Google Shape;1962;g3b23322d595_2_911"/>
          <p:cNvSpPr/>
          <p:nvPr/>
        </p:nvSpPr>
        <p:spPr>
          <a:xfrm>
            <a:off x="5228298" y="2655246"/>
            <a:ext cx="2162471" cy="674458"/>
          </a:xfrm>
          <a:prstGeom prst="roundRect">
            <a:avLst>
              <a:gd name="adj" fmla="val 6651"/>
            </a:avLst>
          </a:prstGeom>
          <a:solidFill>
            <a:srgbClr val="F2F2F2"/>
          </a:solidFill>
          <a:ln w="9525" cap="flat" cmpd="sng">
            <a:solidFill>
              <a:schemeClr val="dk1"/>
            </a:solidFill>
            <a:prstDash val="solid"/>
            <a:round/>
            <a:headEnd type="none" w="sm" len="sm"/>
            <a:tailEnd type="none" w="sm" len="sm"/>
          </a:ln>
        </p:spPr>
        <p:txBody>
          <a:bodyPr spcFirstLastPara="1" wrap="square" lIns="91425" tIns="45700" rIns="72000" bIns="45700" anchor="ctr" anchorCtr="0">
            <a:noAutofit/>
          </a:bodyPr>
          <a:lstStyle/>
          <a:p>
            <a:pPr marL="0" marR="0" lvl="0" indent="0" algn="l" rtl="0">
              <a:lnSpc>
                <a:spcPct val="100000"/>
              </a:lnSpc>
              <a:spcBef>
                <a:spcPts val="0"/>
              </a:spcBef>
              <a:spcAft>
                <a:spcPts val="0"/>
              </a:spcAft>
              <a:buClr>
                <a:srgbClr val="000000"/>
              </a:buClr>
              <a:buSzPts val="900"/>
              <a:buFont typeface="Arial"/>
              <a:buNone/>
            </a:pPr>
            <a:r>
              <a:rPr lang="en-US" sz="900" b="1" i="0" u="none" strike="noStrike" cap="none" noProof="0">
                <a:solidFill>
                  <a:srgbClr val="000000"/>
                </a:solidFill>
                <a:latin typeface="IBM Plex Sans" panose="020B0503050203000203" pitchFamily="34" charset="0"/>
                <a:ea typeface="IBM Plex Sans"/>
                <a:cs typeface="IBM Plex Sans"/>
                <a:sym typeface="IBM Plex Sans"/>
              </a:rPr>
              <a:t>Market Correction: </a:t>
            </a:r>
            <a:r>
              <a:rPr lang="en-US" sz="900" b="0" i="0" u="none" strike="noStrike" cap="none" noProof="0">
                <a:solidFill>
                  <a:srgbClr val="000000"/>
                </a:solidFill>
                <a:latin typeface="IBM Plex Sans" panose="020B0503050203000203" pitchFamily="34" charset="0"/>
                <a:ea typeface="IBM Plex Sans"/>
                <a:cs typeface="IBM Plex Sans"/>
                <a:sym typeface="IBM Plex Sans"/>
              </a:rPr>
              <a:t>GenAI moves from peak hype to a phase of pragmatic application and disillusionment</a:t>
            </a:r>
            <a:endParaRPr lang="en-US" sz="1800" b="0" i="0" u="none" strike="noStrike" cap="none" noProof="0">
              <a:solidFill>
                <a:schemeClr val="dk1"/>
              </a:solidFill>
              <a:latin typeface="IBM Plex Sans" panose="020B0503050203000203" pitchFamily="34" charset="0"/>
              <a:sym typeface="Arial"/>
            </a:endParaRPr>
          </a:p>
        </p:txBody>
      </p:sp>
      <p:sp>
        <p:nvSpPr>
          <p:cNvPr id="1963" name="Google Shape;1963;g3b23322d595_2_911"/>
          <p:cNvSpPr/>
          <p:nvPr/>
        </p:nvSpPr>
        <p:spPr>
          <a:xfrm>
            <a:off x="4848683" y="1893760"/>
            <a:ext cx="2542086" cy="543496"/>
          </a:xfrm>
          <a:prstGeom prst="roundRect">
            <a:avLst>
              <a:gd name="adj" fmla="val 6651"/>
            </a:avLst>
          </a:prstGeom>
          <a:solidFill>
            <a:srgbClr val="F2F2F2"/>
          </a:solid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900"/>
              <a:buFont typeface="Arial"/>
              <a:buNone/>
            </a:pPr>
            <a:r>
              <a:rPr lang="en-US" sz="900" b="1" i="0" u="none" strike="noStrike" cap="none" noProof="0">
                <a:solidFill>
                  <a:srgbClr val="000000"/>
                </a:solidFill>
                <a:latin typeface="IBM Plex Sans" panose="020B0503050203000203" pitchFamily="34" charset="0"/>
                <a:ea typeface="IBM Plex Sans"/>
                <a:cs typeface="IBM Plex Sans"/>
                <a:sym typeface="IBM Plex Sans"/>
              </a:rPr>
              <a:t>New Priorities: </a:t>
            </a:r>
            <a:r>
              <a:rPr lang="en-US" sz="900" b="0" i="0" u="none" strike="noStrike" cap="none" noProof="0">
                <a:solidFill>
                  <a:srgbClr val="000000"/>
                </a:solidFill>
                <a:latin typeface="IBM Plex Sans" panose="020B0503050203000203" pitchFamily="34" charset="0"/>
                <a:ea typeface="IBM Plex Sans"/>
                <a:cs typeface="IBM Plex Sans"/>
                <a:sym typeface="IBM Plex Sans"/>
              </a:rPr>
              <a:t>Foundational data and autonomous agents are the new focus of heightened interest and investment</a:t>
            </a:r>
            <a:endParaRPr lang="en-US" sz="1800" b="0" i="0" u="none" strike="noStrike" cap="none" noProof="0">
              <a:solidFill>
                <a:schemeClr val="dk1"/>
              </a:solidFill>
              <a:latin typeface="IBM Plex Sans" panose="020B0503050203000203" pitchFamily="34" charset="0"/>
              <a:sym typeface="Arial"/>
            </a:endParaRPr>
          </a:p>
        </p:txBody>
      </p:sp>
      <p:sp>
        <p:nvSpPr>
          <p:cNvPr id="1964" name="Google Shape;1964;g3b23322d595_2_911"/>
          <p:cNvSpPr/>
          <p:nvPr/>
        </p:nvSpPr>
        <p:spPr>
          <a:xfrm>
            <a:off x="4830096" y="3328988"/>
            <a:ext cx="747713" cy="142875"/>
          </a:xfrm>
          <a:custGeom>
            <a:avLst/>
            <a:gdLst/>
            <a:ahLst/>
            <a:cxnLst/>
            <a:rect l="l" t="t" r="r" b="b"/>
            <a:pathLst>
              <a:path w="652463" h="142875" extrusionOk="0">
                <a:moveTo>
                  <a:pt x="0" y="142875"/>
                </a:moveTo>
                <a:lnTo>
                  <a:pt x="652463" y="142875"/>
                </a:lnTo>
                <a:lnTo>
                  <a:pt x="652463" y="0"/>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65" name="Google Shape;1965;g3b23322d595_2_911"/>
          <p:cNvSpPr/>
          <p:nvPr/>
        </p:nvSpPr>
        <p:spPr>
          <a:xfrm rot="10800000" flipH="1">
            <a:off x="4348577" y="1938887"/>
            <a:ext cx="494733" cy="45719"/>
          </a:xfrm>
          <a:custGeom>
            <a:avLst/>
            <a:gdLst/>
            <a:ahLst/>
            <a:cxnLst/>
            <a:rect l="l" t="t" r="r" b="b"/>
            <a:pathLst>
              <a:path w="404812" h="120000" extrusionOk="0">
                <a:moveTo>
                  <a:pt x="0" y="0"/>
                </a:moveTo>
                <a:lnTo>
                  <a:pt x="404812" y="0"/>
                </a:lnTo>
              </a:path>
            </a:pathLst>
          </a:cu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66" name="Google Shape;1966;g3b23322d595_2_911"/>
          <p:cNvSpPr txBox="1"/>
          <p:nvPr/>
        </p:nvSpPr>
        <p:spPr>
          <a:xfrm>
            <a:off x="698947" y="5462233"/>
            <a:ext cx="1337944" cy="138499"/>
          </a:xfrm>
          <a:prstGeom prst="rect">
            <a:avLst/>
          </a:prstGeom>
          <a:noFill/>
          <a:ln>
            <a:noFill/>
          </a:ln>
        </p:spPr>
        <p:txBody>
          <a:bodyPr spcFirstLastPara="1" wrap="square" lIns="0" tIns="0" rIns="0"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1" i="0" u="none" strike="noStrike" cap="none" noProof="0">
                <a:solidFill>
                  <a:schemeClr val="dk1"/>
                </a:solidFill>
                <a:latin typeface="IBM Plex Sans" panose="020B0503050203000203" pitchFamily="34" charset="0"/>
                <a:ea typeface="IBM Plex Sans"/>
                <a:cs typeface="IBM Plex Sans"/>
                <a:sym typeface="IBM Plex Sans"/>
              </a:rPr>
              <a:t>Plateau will be reached:</a:t>
            </a:r>
            <a:endParaRPr lang="en-US" sz="900" b="1"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67" name="Google Shape;1967;g3b23322d595_2_911"/>
          <p:cNvSpPr txBox="1"/>
          <p:nvPr/>
        </p:nvSpPr>
        <p:spPr>
          <a:xfrm>
            <a:off x="2242816" y="5462233"/>
            <a:ext cx="352661" cy="138499"/>
          </a:xfrm>
          <a:prstGeom prst="rect">
            <a:avLst/>
          </a:prstGeom>
          <a:noFill/>
          <a:ln>
            <a:noFill/>
          </a:ln>
        </p:spPr>
        <p:txBody>
          <a:bodyPr spcFirstLastPara="1" wrap="square" lIns="0" tIns="0" rIns="0"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&lt;2 yrs.</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68" name="Google Shape;1968;g3b23322d595_2_911"/>
          <p:cNvSpPr/>
          <p:nvPr/>
        </p:nvSpPr>
        <p:spPr>
          <a:xfrm>
            <a:off x="2086110" y="5469735"/>
            <a:ext cx="123495" cy="123495"/>
          </a:xfrm>
          <a:prstGeom prst="ellipse">
            <a:avLst/>
          </a:prstGeom>
          <a:solidFill>
            <a:srgbClr val="9DC3E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69" name="Google Shape;1969;g3b23322d595_2_911"/>
          <p:cNvSpPr txBox="1"/>
          <p:nvPr/>
        </p:nvSpPr>
        <p:spPr>
          <a:xfrm>
            <a:off x="2902033" y="5462233"/>
            <a:ext cx="474489" cy="138499"/>
          </a:xfrm>
          <a:prstGeom prst="rect">
            <a:avLst/>
          </a:prstGeom>
          <a:noFill/>
          <a:ln>
            <a:noFill/>
          </a:ln>
        </p:spPr>
        <p:txBody>
          <a:bodyPr spcFirstLastPara="1" wrap="square" lIns="0" tIns="0" rIns="0"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2 – 5 yrs.</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70" name="Google Shape;1970;g3b23322d595_2_911"/>
          <p:cNvSpPr/>
          <p:nvPr/>
        </p:nvSpPr>
        <p:spPr>
          <a:xfrm>
            <a:off x="2745327" y="5469735"/>
            <a:ext cx="123495" cy="123495"/>
          </a:xfrm>
          <a:prstGeom prst="ellipse">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71" name="Google Shape;1971;g3b23322d595_2_911"/>
          <p:cNvSpPr txBox="1"/>
          <p:nvPr/>
        </p:nvSpPr>
        <p:spPr>
          <a:xfrm>
            <a:off x="3675528" y="5462233"/>
            <a:ext cx="543418" cy="138499"/>
          </a:xfrm>
          <a:prstGeom prst="rect">
            <a:avLst/>
          </a:prstGeom>
          <a:noFill/>
          <a:ln>
            <a:noFill/>
          </a:ln>
        </p:spPr>
        <p:txBody>
          <a:bodyPr spcFirstLastPara="1" wrap="square" lIns="0" tIns="0" rIns="0"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5 – 10 yrs.</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72" name="Google Shape;1972;g3b23322d595_2_911"/>
          <p:cNvSpPr/>
          <p:nvPr/>
        </p:nvSpPr>
        <p:spPr>
          <a:xfrm>
            <a:off x="3518822" y="5469735"/>
            <a:ext cx="123495" cy="123495"/>
          </a:xfrm>
          <a:prstGeom prst="ellipse">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73" name="Google Shape;1973;g3b23322d595_2_911"/>
          <p:cNvSpPr txBox="1"/>
          <p:nvPr/>
        </p:nvSpPr>
        <p:spPr>
          <a:xfrm>
            <a:off x="4540112" y="5462233"/>
            <a:ext cx="421590" cy="138499"/>
          </a:xfrm>
          <a:prstGeom prst="rect">
            <a:avLst/>
          </a:prstGeom>
          <a:noFill/>
          <a:ln>
            <a:noFill/>
          </a:ln>
        </p:spPr>
        <p:txBody>
          <a:bodyPr spcFirstLastPara="1" wrap="square" lIns="0" tIns="0" rIns="0"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&gt;10 yrs.</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sp>
        <p:nvSpPr>
          <p:cNvPr id="1974" name="Google Shape;1974;g3b23322d595_2_911"/>
          <p:cNvSpPr/>
          <p:nvPr/>
        </p:nvSpPr>
        <p:spPr>
          <a:xfrm>
            <a:off x="4383406" y="5469735"/>
            <a:ext cx="123495" cy="123495"/>
          </a:xfrm>
          <a:prstGeom prst="triangle">
            <a:avLst>
              <a:gd name="adj" fmla="val 50000"/>
            </a:avLst>
          </a:prstGeom>
          <a:solidFill>
            <a:schemeClr val="dk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900"/>
              <a:buFont typeface="Arial"/>
              <a:buNone/>
            </a:pPr>
            <a:endParaRPr lang="en-US" sz="900" b="0" i="0" u="none" strike="noStrike" cap="none" noProof="0">
              <a:solidFill>
                <a:schemeClr val="lt1"/>
              </a:solidFill>
              <a:latin typeface="IBM Plex Sans" panose="020B0503050203000203" pitchFamily="34" charset="0"/>
              <a:ea typeface="IBM Plex Sans"/>
              <a:cs typeface="IBM Plex Sans"/>
              <a:sym typeface="IBM Plex Sans"/>
            </a:endParaRPr>
          </a:p>
        </p:txBody>
      </p:sp>
      <p:sp>
        <p:nvSpPr>
          <p:cNvPr id="1975" name="Google Shape;1975;g3b23322d595_2_911"/>
          <p:cNvSpPr txBox="1"/>
          <p:nvPr/>
        </p:nvSpPr>
        <p:spPr>
          <a:xfrm>
            <a:off x="5292851" y="5471759"/>
            <a:ext cx="1253548" cy="138499"/>
          </a:xfrm>
          <a:prstGeom prst="rect">
            <a:avLst/>
          </a:prstGeom>
          <a:noFill/>
          <a:ln>
            <a:noFill/>
          </a:ln>
        </p:spPr>
        <p:txBody>
          <a:bodyPr spcFirstLastPara="1" wrap="square" lIns="0" tIns="0" rIns="0" bIns="0"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900" b="0" i="0" u="none" strike="noStrike" cap="none" noProof="0">
                <a:solidFill>
                  <a:schemeClr val="dk1"/>
                </a:solidFill>
                <a:latin typeface="IBM Plex Sans" panose="020B0503050203000203" pitchFamily="34" charset="0"/>
                <a:ea typeface="IBM Plex Sans"/>
                <a:cs typeface="IBM Plex Sans"/>
                <a:sym typeface="IBM Plex Sans"/>
              </a:rPr>
              <a:t>Obsolete before plateau</a:t>
            </a:r>
            <a:endParaRPr lang="en-US" sz="900" b="0" i="0" u="none" strike="noStrike" cap="none" baseline="30000" noProof="0">
              <a:solidFill>
                <a:schemeClr val="dk1"/>
              </a:solidFill>
              <a:latin typeface="IBM Plex Sans" panose="020B0503050203000203" pitchFamily="34" charset="0"/>
              <a:ea typeface="IBM Plex Sans"/>
              <a:cs typeface="IBM Plex Sans"/>
              <a:sym typeface="IBM Plex Sans"/>
            </a:endParaRPr>
          </a:p>
        </p:txBody>
      </p:sp>
      <p:grpSp>
        <p:nvGrpSpPr>
          <p:cNvPr id="1976" name="Google Shape;1976;g3b23322d595_2_911"/>
          <p:cNvGrpSpPr/>
          <p:nvPr/>
        </p:nvGrpSpPr>
        <p:grpSpPr>
          <a:xfrm>
            <a:off x="5117095" y="5479261"/>
            <a:ext cx="123495" cy="123495"/>
            <a:chOff x="5087599" y="5469735"/>
            <a:chExt cx="123495" cy="123495"/>
          </a:xfrm>
        </p:grpSpPr>
        <p:sp>
          <p:nvSpPr>
            <p:cNvPr id="1977" name="Google Shape;1977;g3b23322d595_2_911"/>
            <p:cNvSpPr/>
            <p:nvPr/>
          </p:nvSpPr>
          <p:spPr>
            <a:xfrm>
              <a:off x="5087599" y="5469735"/>
              <a:ext cx="123495" cy="123495"/>
            </a:xfrm>
            <a:prstGeom prst="ellipse">
              <a:avLst/>
            </a:prstGeom>
            <a:solidFill>
              <a:schemeClr val="lt1"/>
            </a:solidFill>
            <a:ln w="9525" cap="flat" cmpd="sng">
              <a:solidFill>
                <a:srgbClr val="FF000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IBM Plex Sans" panose="020B0503050203000203" pitchFamily="34" charset="0"/>
                <a:ea typeface="IBM Plex Sans"/>
                <a:cs typeface="IBM Plex Sans"/>
                <a:sym typeface="IBM Plex Sans"/>
              </a:endParaRPr>
            </a:p>
          </p:txBody>
        </p:sp>
        <p:cxnSp>
          <p:nvCxnSpPr>
            <p:cNvPr id="1978" name="Google Shape;1978;g3b23322d595_2_911"/>
            <p:cNvCxnSpPr/>
            <p:nvPr/>
          </p:nvCxnSpPr>
          <p:spPr>
            <a:xfrm>
              <a:off x="5105684" y="5487820"/>
              <a:ext cx="87325" cy="87325"/>
            </a:xfrm>
            <a:prstGeom prst="straightConnector1">
              <a:avLst/>
            </a:prstGeom>
            <a:noFill/>
            <a:ln w="9525" cap="flat" cmpd="sng">
              <a:solidFill>
                <a:srgbClr val="FF0000"/>
              </a:solidFill>
              <a:prstDash val="solid"/>
              <a:round/>
              <a:headEnd type="none" w="sm" len="sm"/>
              <a:tailEnd type="none" w="sm" len="sm"/>
            </a:ln>
          </p:spPr>
        </p:cxnSp>
        <p:cxnSp>
          <p:nvCxnSpPr>
            <p:cNvPr id="1979" name="Google Shape;1979;g3b23322d595_2_911"/>
            <p:cNvCxnSpPr/>
            <p:nvPr/>
          </p:nvCxnSpPr>
          <p:spPr>
            <a:xfrm flipH="1">
              <a:off x="5105684" y="5487820"/>
              <a:ext cx="87325" cy="87325"/>
            </a:xfrm>
            <a:prstGeom prst="straightConnector1">
              <a:avLst/>
            </a:prstGeom>
            <a:noFill/>
            <a:ln w="9525" cap="flat" cmpd="sng">
              <a:solidFill>
                <a:srgbClr val="FF0000"/>
              </a:solidFill>
              <a:prstDash val="solid"/>
              <a:round/>
              <a:headEnd type="none" w="sm" len="sm"/>
              <a:tailEnd type="none" w="sm" len="sm"/>
            </a:ln>
          </p:spPr>
        </p:cxnSp>
      </p:grpSp>
      <p:sp>
        <p:nvSpPr>
          <p:cNvPr id="1980" name="Google Shape;1980;g3b23322d595_2_911"/>
          <p:cNvSpPr txBox="1"/>
          <p:nvPr/>
        </p:nvSpPr>
        <p:spPr>
          <a:xfrm>
            <a:off x="420595" y="6370697"/>
            <a:ext cx="10171205" cy="107722"/>
          </a:xfrm>
          <a:prstGeom prst="rect">
            <a:avLst/>
          </a:prstGeom>
          <a:noFill/>
          <a:ln>
            <a:noFill/>
          </a:ln>
        </p:spPr>
        <p:txBody>
          <a:bodyPr spcFirstLastPara="1" wrap="square" lIns="0" tIns="0" rIns="0" bIns="0" anchor="b" anchorCtr="0">
            <a:spAutoFit/>
          </a:bodyPr>
          <a:lstStyle/>
          <a:p>
            <a:pPr>
              <a:buClr>
                <a:srgbClr val="7F7F7F"/>
              </a:buClr>
              <a:buSzPts val="700"/>
            </a:pPr>
            <a:r>
              <a:rPr lang="en-US" sz="700" b="0" i="0" u="none" strike="noStrike" cap="none" noProof="0">
                <a:solidFill>
                  <a:srgbClr val="7F7F7F"/>
                </a:solidFill>
                <a:latin typeface="IBM Plex Sans"/>
                <a:ea typeface="IBM Plex Sans"/>
                <a:cs typeface="IBM Plex Sans"/>
                <a:sym typeface="IBM Plex Sans"/>
              </a:rPr>
              <a:t>Sources: (1)</a:t>
            </a:r>
            <a:r>
              <a:rPr lang="en-US" sz="700" noProof="0">
                <a:solidFill>
                  <a:srgbClr val="7F7F7F"/>
                </a:solidFill>
                <a:latin typeface="IBM Plex Sans"/>
                <a:ea typeface="IBM Plex Sans"/>
                <a:cs typeface="IBM Plex Sans"/>
                <a:sym typeface="IBM Plex Sans"/>
              </a:rPr>
              <a:t> </a:t>
            </a:r>
            <a:r>
              <a:rPr lang="en-US" sz="700" b="0" i="0" u="sng" strike="noStrike" cap="none"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Sequoia Capital</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Gartner</a:t>
            </a:r>
            <a:endParaRPr lang="en-US" sz="700" b="0" i="0" u="none" strike="noStrike" cap="none" noProof="0">
              <a:solidFill>
                <a:srgbClr val="7F7F7F"/>
              </a:solidFill>
              <a:latin typeface="IBM Plex Sans"/>
              <a:ea typeface="IBM Plex Sans"/>
              <a:cs typeface="IBM Plex Sans"/>
            </a:endParaRPr>
          </a:p>
        </p:txBody>
      </p:sp>
      <p:sp>
        <p:nvSpPr>
          <p:cNvPr id="9" name="CaixaDeTexto 8">
            <a:extLst>
              <a:ext uri="{FF2B5EF4-FFF2-40B4-BE49-F238E27FC236}">
                <a16:creationId xmlns:a16="http://schemas.microsoft.com/office/drawing/2014/main" id="{38092DFE-5284-CC1B-9C2B-30592B10A2DB}"/>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future outlook</a:t>
            </a:r>
          </a:p>
        </p:txBody>
      </p:sp>
    </p:spTree>
    <p:extLst>
      <p:ext uri="{BB962C8B-B14F-4D97-AF65-F5344CB8AC3E}">
        <p14:creationId xmlns:p14="http://schemas.microsoft.com/office/powerpoint/2010/main" val="399198658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1805"/>
        <p:cNvGrpSpPr/>
        <p:nvPr/>
      </p:nvGrpSpPr>
      <p:grpSpPr>
        <a:xfrm>
          <a:off x="0" y="0"/>
          <a:ext cx="0" cy="0"/>
          <a:chOff x="0" y="0"/>
          <a:chExt cx="0" cy="0"/>
        </a:xfrm>
      </p:grpSpPr>
      <p:sp>
        <p:nvSpPr>
          <p:cNvPr id="1806" name="Google Shape;1806;g3b23322d595_2_851"/>
          <p:cNvSpPr txBox="1"/>
          <p:nvPr/>
        </p:nvSpPr>
        <p:spPr>
          <a:xfrm>
            <a:off x="450091" y="1873939"/>
            <a:ext cx="2165587" cy="3746261"/>
          </a:xfrm>
          <a:prstGeom prst="rect">
            <a:avLst/>
          </a:prstGeom>
          <a:noFill/>
          <a:ln w="9525" cap="flat" cmpd="sng">
            <a:solidFill>
              <a:srgbClr val="BFBFBF"/>
            </a:solidFill>
            <a:prstDash val="solid"/>
            <a:round/>
            <a:headEnd type="none" w="sm" len="sm"/>
            <a:tailEnd type="none" w="sm" len="sm"/>
          </a:ln>
        </p:spPr>
        <p:txBody>
          <a:bodyPr spcFirstLastPara="1" wrap="square" lIns="91425" tIns="72000" rIns="91425" bIns="45700" anchor="t" anchorCtr="0">
            <a:noAutofit/>
          </a:bodyPr>
          <a:lstStyle/>
          <a:p>
            <a:pPr marL="179705" marR="0" lvl="0" indent="-179705" algn="l" rtl="0">
              <a:lnSpc>
                <a:spcPct val="100000"/>
              </a:lnSpc>
              <a:spcBef>
                <a:spcPts val="200"/>
              </a:spcBef>
              <a:spcAft>
                <a:spcPts val="0"/>
              </a:spcAft>
              <a:buClr>
                <a:schemeClr val="dk1"/>
              </a:buClr>
              <a:buSzPts val="1100"/>
              <a:buFont typeface="Arial"/>
              <a:buChar char="•"/>
            </a:pPr>
            <a:r>
              <a:rPr lang="en-US" sz="1100" b="1" i="0" u="none" strike="noStrike" cap="none" noProof="0">
                <a:solidFill>
                  <a:srgbClr val="000000"/>
                </a:solidFill>
                <a:latin typeface="IBM Plex Sans"/>
                <a:ea typeface="IBM Plex Sans"/>
                <a:cs typeface="IBM Plex Sans"/>
                <a:sym typeface="IBM Plex Sans"/>
              </a:rPr>
              <a:t>Massive overinvestment relative to revenue </a:t>
            </a:r>
            <a:r>
              <a:rPr lang="en-US" sz="1100" b="0" i="0" u="none" strike="noStrike" cap="none" noProof="0">
                <a:solidFill>
                  <a:srgbClr val="000000"/>
                </a:solidFill>
                <a:latin typeface="IBM Plex Sans"/>
                <a:ea typeface="IBM Plex Sans"/>
                <a:cs typeface="IBM Plex Sans"/>
                <a:sym typeface="IBM Plex Sans"/>
              </a:rPr>
              <a:t>(founders, </a:t>
            </a:r>
            <a:r>
              <a:rPr lang="en-US" sz="1100" noProof="0">
                <a:latin typeface="IBM Plex Sans"/>
                <a:ea typeface="IBM Plex Sans"/>
                <a:cs typeface="IBM Plex Sans"/>
                <a:sym typeface="IBM Plex Sans"/>
              </a:rPr>
              <a:t>VCs</a:t>
            </a:r>
            <a:r>
              <a:rPr lang="en-US" sz="1100" b="0" i="0" u="none" strike="noStrike" cap="none" noProof="0">
                <a:solidFill>
                  <a:srgbClr val="000000"/>
                </a:solidFill>
                <a:latin typeface="IBM Plex Sans"/>
                <a:ea typeface="IBM Plex Sans"/>
                <a:cs typeface="IBM Plex Sans"/>
                <a:sym typeface="IBM Plex Sans"/>
              </a:rPr>
              <a:t>, cloud capex)</a:t>
            </a:r>
            <a:endParaRPr lang="en-US" sz="1100" b="0" i="0" u="none" strike="noStrike" cap="none" noProof="0">
              <a:solidFill>
                <a:srgbClr val="000000"/>
              </a:solidFill>
              <a:latin typeface="IBM Plex Sans"/>
              <a:ea typeface="IBM Plex Sans"/>
              <a:cs typeface="IBM Plex Sans"/>
            </a:endParaRPr>
          </a:p>
          <a:p>
            <a:pPr marL="179705" marR="0" lvl="0" indent="-179705" algn="l" rtl="0">
              <a:lnSpc>
                <a:spcPct val="100000"/>
              </a:lnSpc>
              <a:spcBef>
                <a:spcPts val="400"/>
              </a:spcBef>
              <a:spcAft>
                <a:spcPts val="0"/>
              </a:spcAft>
              <a:buClr>
                <a:schemeClr val="dk1"/>
              </a:buClr>
              <a:buSzPts val="1100"/>
              <a:buFont typeface="Arial"/>
              <a:buChar char="•"/>
            </a:pPr>
            <a:r>
              <a:rPr lang="en-US" sz="1100" b="1" i="0" u="none" strike="noStrike" cap="none" noProof="0">
                <a:solidFill>
                  <a:srgbClr val="000000"/>
                </a:solidFill>
                <a:latin typeface="IBM Plex Sans"/>
                <a:ea typeface="IBM Plex Sans"/>
                <a:cs typeface="IBM Plex Sans"/>
                <a:sym typeface="IBM Plex Sans"/>
              </a:rPr>
              <a:t>Extreme expectations </a:t>
            </a:r>
            <a:r>
              <a:rPr lang="en-US" sz="1100" b="0" i="0" u="none" strike="noStrike" cap="none" noProof="0">
                <a:solidFill>
                  <a:srgbClr val="000000"/>
                </a:solidFill>
                <a:latin typeface="IBM Plex Sans"/>
                <a:ea typeface="IBM Plex Sans"/>
                <a:cs typeface="IBM Plex Sans"/>
                <a:sym typeface="IBM Plex Sans"/>
              </a:rPr>
              <a:t>(AGI soon/every industry fully disrupted)</a:t>
            </a:r>
            <a:endParaRPr lang="en-US" sz="1100" b="0" i="0" u="none" strike="noStrike" cap="none" noProof="0">
              <a:solidFill>
                <a:srgbClr val="000000"/>
              </a:solidFill>
              <a:latin typeface="IBM Plex Sans"/>
              <a:ea typeface="IBM Plex Sans"/>
              <a:cs typeface="IBM Plex Sans"/>
            </a:endParaRPr>
          </a:p>
          <a:p>
            <a:pPr marL="179705" marR="0" lvl="0" indent="-179705" algn="l" rtl="0">
              <a:lnSpc>
                <a:spcPct val="100000"/>
              </a:lnSpc>
              <a:spcBef>
                <a:spcPts val="400"/>
              </a:spcBef>
              <a:spcAft>
                <a:spcPts val="0"/>
              </a:spcAft>
              <a:buClr>
                <a:schemeClr val="dk1"/>
              </a:buClr>
              <a:buSzPts val="1100"/>
              <a:buFont typeface="Arial"/>
              <a:buChar char="•"/>
            </a:pPr>
            <a:r>
              <a:rPr lang="en-US" sz="1100" b="1" i="0" u="none" strike="noStrike" cap="none" noProof="0">
                <a:solidFill>
                  <a:srgbClr val="000000"/>
                </a:solidFill>
                <a:latin typeface="IBM Plex Sans"/>
                <a:ea typeface="IBM Plex Sans"/>
                <a:cs typeface="IBM Plex Sans"/>
                <a:sym typeface="IBM Plex Sans"/>
              </a:rPr>
              <a:t>Valuations detached from monetization</a:t>
            </a:r>
            <a:r>
              <a:rPr lang="en-US" sz="1100" b="0" i="0" u="none" strike="noStrike" cap="none" noProof="0">
                <a:solidFill>
                  <a:srgbClr val="000000"/>
                </a:solidFill>
                <a:latin typeface="IBM Plex Sans"/>
                <a:ea typeface="IBM Plex Sans"/>
                <a:cs typeface="IBM Plex Sans"/>
                <a:sym typeface="IBM Plex Sans"/>
              </a:rPr>
              <a:t> (startups priced before having products)</a:t>
            </a:r>
            <a:endParaRPr lang="en-US" sz="1100" b="0" i="0" u="none" strike="noStrike" cap="none" noProof="0">
              <a:solidFill>
                <a:srgbClr val="000000"/>
              </a:solidFill>
              <a:latin typeface="IBM Plex Sans"/>
              <a:ea typeface="IBM Plex Sans"/>
              <a:cs typeface="IBM Plex Sans"/>
            </a:endParaRPr>
          </a:p>
          <a:p>
            <a:pPr marL="179705" marR="0" lvl="0" indent="-179705" algn="l" rtl="0">
              <a:lnSpc>
                <a:spcPct val="100000"/>
              </a:lnSpc>
              <a:spcBef>
                <a:spcPts val="400"/>
              </a:spcBef>
              <a:spcAft>
                <a:spcPts val="0"/>
              </a:spcAft>
              <a:buClr>
                <a:schemeClr val="dk1"/>
              </a:buClr>
              <a:buSzPts val="1100"/>
              <a:buFont typeface="Arial"/>
              <a:buChar char="•"/>
            </a:pPr>
            <a:r>
              <a:rPr lang="en-US" sz="1100" b="1" i="0" u="none" strike="noStrike" cap="none" noProof="0">
                <a:solidFill>
                  <a:srgbClr val="000000"/>
                </a:solidFill>
                <a:latin typeface="IBM Plex Sans"/>
                <a:ea typeface="IBM Plex Sans"/>
                <a:cs typeface="IBM Plex Sans"/>
                <a:sym typeface="IBM Plex Sans"/>
              </a:rPr>
              <a:t>Crowded vendor landscape </a:t>
            </a:r>
            <a:r>
              <a:rPr lang="en-US" sz="1100" b="0" i="0" u="none" strike="noStrike" cap="none" noProof="0">
                <a:solidFill>
                  <a:srgbClr val="000000"/>
                </a:solidFill>
                <a:latin typeface="IBM Plex Sans"/>
                <a:ea typeface="IBM Plex Sans"/>
                <a:cs typeface="IBM Plex Sans"/>
                <a:sym typeface="IBM Plex Sans"/>
              </a:rPr>
              <a:t>with little differentiation</a:t>
            </a:r>
            <a:endParaRPr lang="en-US" sz="1100" b="0" i="0" u="none" strike="noStrike" cap="none" noProof="0">
              <a:solidFill>
                <a:srgbClr val="000000"/>
              </a:solidFill>
              <a:latin typeface="IBM Plex Sans"/>
              <a:ea typeface="IBM Plex Sans"/>
              <a:cs typeface="IBM Plex Sans"/>
            </a:endParaRPr>
          </a:p>
          <a:p>
            <a:pPr marL="179705" marR="0" lvl="0" indent="-179705" algn="l" rtl="0">
              <a:lnSpc>
                <a:spcPct val="100000"/>
              </a:lnSpc>
              <a:spcBef>
                <a:spcPts val="400"/>
              </a:spcBef>
              <a:spcAft>
                <a:spcPts val="0"/>
              </a:spcAft>
              <a:buClr>
                <a:schemeClr val="dk1"/>
              </a:buClr>
              <a:buSzPts val="1100"/>
              <a:buFont typeface="Arial"/>
              <a:buChar char="•"/>
            </a:pPr>
            <a:r>
              <a:rPr lang="en-US" sz="1100" b="0" i="0" u="none" strike="noStrike" cap="none" noProof="0">
                <a:solidFill>
                  <a:srgbClr val="000000"/>
                </a:solidFill>
                <a:latin typeface="IBM Plex Sans"/>
                <a:ea typeface="IBM Plex Sans"/>
                <a:cs typeface="IBM Plex Sans"/>
                <a:sym typeface="IBM Plex Sans"/>
              </a:rPr>
              <a:t>Large losses from hyperscale </a:t>
            </a:r>
            <a:r>
              <a:rPr lang="en-US" sz="1100" b="1" i="0" u="none" strike="noStrike" cap="none" noProof="0">
                <a:solidFill>
                  <a:srgbClr val="000000"/>
                </a:solidFill>
                <a:latin typeface="IBM Plex Sans"/>
                <a:ea typeface="IBM Plex Sans"/>
                <a:cs typeface="IBM Plex Sans"/>
                <a:sym typeface="IBM Plex Sans"/>
              </a:rPr>
              <a:t>AI infrastructure not matched by enterprise demand</a:t>
            </a:r>
            <a:endParaRPr lang="en-US" sz="1100" b="0" i="0" u="none" strike="noStrike" cap="none" noProof="0">
              <a:solidFill>
                <a:srgbClr val="000000"/>
              </a:solidFill>
              <a:latin typeface="IBM Plex Sans"/>
              <a:ea typeface="IBM Plex Sans"/>
              <a:cs typeface="IBM Plex Sans"/>
            </a:endParaRPr>
          </a:p>
          <a:p>
            <a:pPr marL="179705" marR="0" lvl="0" indent="-179705" algn="l" rtl="0">
              <a:lnSpc>
                <a:spcPct val="100000"/>
              </a:lnSpc>
              <a:spcBef>
                <a:spcPts val="400"/>
              </a:spcBef>
              <a:spcAft>
                <a:spcPts val="200"/>
              </a:spcAft>
              <a:buClr>
                <a:schemeClr val="dk1"/>
              </a:buClr>
              <a:buSzPts val="1100"/>
              <a:buFont typeface="Arial"/>
              <a:buChar char="•"/>
            </a:pPr>
            <a:r>
              <a:rPr lang="en-US" sz="1100" b="1" i="0" u="none" strike="noStrike" cap="none" noProof="0">
                <a:solidFill>
                  <a:srgbClr val="000000"/>
                </a:solidFill>
                <a:latin typeface="IBM Plex Sans"/>
                <a:ea typeface="IBM Plex Sans"/>
                <a:cs typeface="IBM Plex Sans"/>
                <a:sym typeface="IBM Plex Sans"/>
              </a:rPr>
              <a:t>High customer churn </a:t>
            </a:r>
            <a:r>
              <a:rPr lang="en-US" sz="1100" b="0" i="0" u="none" strike="noStrike" cap="none" noProof="0">
                <a:solidFill>
                  <a:srgbClr val="000000"/>
                </a:solidFill>
                <a:latin typeface="IBM Plex Sans"/>
                <a:ea typeface="IBM Plex Sans"/>
                <a:cs typeface="IBM Plex Sans"/>
                <a:sym typeface="IBM Plex Sans"/>
              </a:rPr>
              <a:t>as many AI tools fail to integrate into workflows</a:t>
            </a:r>
            <a:endParaRPr lang="en-US" sz="1100" b="0" i="0" u="none" strike="noStrike" cap="none" noProof="0">
              <a:solidFill>
                <a:srgbClr val="000000"/>
              </a:solidFill>
              <a:latin typeface="IBM Plex Sans"/>
              <a:ea typeface="IBM Plex Sans"/>
              <a:cs typeface="IBM Plex Sans"/>
            </a:endParaRPr>
          </a:p>
        </p:txBody>
      </p:sp>
      <p:sp>
        <p:nvSpPr>
          <p:cNvPr id="1807" name="Google Shape;1807;g3b23322d595_2_851"/>
          <p:cNvSpPr txBox="1"/>
          <p:nvPr/>
        </p:nvSpPr>
        <p:spPr>
          <a:xfrm>
            <a:off x="9635315" y="1873940"/>
            <a:ext cx="2165587" cy="3746266"/>
          </a:xfrm>
          <a:prstGeom prst="rect">
            <a:avLst/>
          </a:prstGeom>
          <a:noFill/>
          <a:ln w="9525" cap="flat" cmpd="sng">
            <a:solidFill>
              <a:srgbClr val="BFBFBF"/>
            </a:solidFill>
            <a:prstDash val="solid"/>
            <a:round/>
            <a:headEnd type="none" w="sm" len="sm"/>
            <a:tailEnd type="none" w="sm" len="sm"/>
          </a:ln>
        </p:spPr>
        <p:txBody>
          <a:bodyPr spcFirstLastPara="1" wrap="square" lIns="91425" tIns="72000" rIns="91425" bIns="45700" anchor="t" anchorCtr="0">
            <a:noAutofit/>
          </a:bodyPr>
          <a:lstStyle/>
          <a:p>
            <a:pPr marL="180000" marR="0" lvl="0" indent="-180000" algn="l" rtl="0">
              <a:lnSpc>
                <a:spcPct val="100000"/>
              </a:lnSpc>
              <a:spcBef>
                <a:spcPts val="200"/>
              </a:spcBef>
              <a:spcAft>
                <a:spcPts val="0"/>
              </a:spcAft>
              <a:buClr>
                <a:schemeClr val="dk1"/>
              </a:buClr>
              <a:buSzPts val="1100"/>
              <a:buFont typeface="Arial"/>
              <a:buChar char="•"/>
            </a:pPr>
            <a:r>
              <a:rPr lang="en-US" sz="1100" b="1" i="0" u="none" strike="noStrike" cap="none" noProof="0">
                <a:solidFill>
                  <a:srgbClr val="000000"/>
                </a:solidFill>
                <a:latin typeface="IBM Plex Sans"/>
                <a:ea typeface="IBM Plex Sans"/>
                <a:cs typeface="IBM Plex Sans"/>
                <a:sym typeface="IBM Plex Sans"/>
              </a:rPr>
              <a:t>Market correction</a:t>
            </a:r>
            <a:r>
              <a:rPr lang="en-US" sz="1100" b="0" i="0" u="none" strike="noStrike" cap="none" noProof="0">
                <a:solidFill>
                  <a:srgbClr val="000000"/>
                </a:solidFill>
                <a:latin typeface="IBM Plex Sans"/>
                <a:ea typeface="IBM Plex Sans"/>
                <a:cs typeface="IBM Plex Sans"/>
                <a:sym typeface="IBM Plex Sans"/>
              </a:rPr>
              <a:t>: consolidation, shutdowns, repricing of many AI startups</a:t>
            </a:r>
          </a:p>
          <a:p>
            <a:pPr marL="180000" marR="0" lvl="0" indent="-180000" algn="l" rtl="0">
              <a:lnSpc>
                <a:spcPct val="100000"/>
              </a:lnSpc>
              <a:spcBef>
                <a:spcPts val="400"/>
              </a:spcBef>
              <a:spcAft>
                <a:spcPts val="0"/>
              </a:spcAft>
              <a:buClr>
                <a:schemeClr val="dk1"/>
              </a:buClr>
              <a:buSzPts val="1100"/>
              <a:buFont typeface="Arial"/>
              <a:buChar char="•"/>
            </a:pPr>
            <a:r>
              <a:rPr lang="en-US" sz="1100" b="1" i="0" u="none" strike="noStrike" cap="none" noProof="0">
                <a:solidFill>
                  <a:srgbClr val="000000"/>
                </a:solidFill>
                <a:latin typeface="IBM Plex Sans"/>
                <a:ea typeface="IBM Plex Sans"/>
                <a:cs typeface="IBM Plex Sans"/>
                <a:sym typeface="IBM Plex Sans"/>
              </a:rPr>
              <a:t>Survival of a few strong platforms </a:t>
            </a:r>
            <a:r>
              <a:rPr lang="en-US" sz="1100" b="0" i="0" u="none" strike="noStrike" cap="none" noProof="0">
                <a:solidFill>
                  <a:srgbClr val="000000"/>
                </a:solidFill>
                <a:latin typeface="IBM Plex Sans"/>
                <a:ea typeface="IBM Plex Sans"/>
                <a:cs typeface="IBM Plex Sans"/>
                <a:sym typeface="IBM Plex Sans"/>
              </a:rPr>
              <a:t>(OpenAI, Anthropic, Google, Meta)</a:t>
            </a:r>
          </a:p>
          <a:p>
            <a:pPr marL="180000" marR="0" lvl="0" indent="-180000" algn="l" rtl="0">
              <a:lnSpc>
                <a:spcPct val="100000"/>
              </a:lnSpc>
              <a:spcBef>
                <a:spcPts val="400"/>
              </a:spcBef>
              <a:spcAft>
                <a:spcPts val="0"/>
              </a:spcAft>
              <a:buClr>
                <a:schemeClr val="dk1"/>
              </a:buClr>
              <a:buSzPts val="1100"/>
              <a:buFont typeface="Arial"/>
              <a:buChar char="•"/>
            </a:pPr>
            <a:r>
              <a:rPr lang="en-US" sz="1100" b="0" i="0" u="none" strike="noStrike" cap="none" noProof="0">
                <a:solidFill>
                  <a:srgbClr val="000000"/>
                </a:solidFill>
                <a:latin typeface="IBM Plex Sans"/>
                <a:ea typeface="IBM Plex Sans"/>
                <a:cs typeface="IBM Plex Sans"/>
                <a:sym typeface="IBM Plex Sans"/>
              </a:rPr>
              <a:t>Vendors shift from “frontier hype” to “</a:t>
            </a:r>
            <a:r>
              <a:rPr lang="en-US" sz="1100" b="1" i="0" u="none" strike="noStrike" cap="none" noProof="0">
                <a:solidFill>
                  <a:srgbClr val="000000"/>
                </a:solidFill>
                <a:latin typeface="IBM Plex Sans"/>
                <a:ea typeface="IBM Plex Sans"/>
                <a:cs typeface="IBM Plex Sans"/>
                <a:sym typeface="IBM Plex Sans"/>
              </a:rPr>
              <a:t>workflow and ROI-based AI</a:t>
            </a:r>
            <a:r>
              <a:rPr lang="en-US" sz="1100" b="0" i="0" u="none" strike="noStrike" cap="none" noProof="0">
                <a:solidFill>
                  <a:srgbClr val="000000"/>
                </a:solidFill>
                <a:latin typeface="IBM Plex Sans"/>
                <a:ea typeface="IBM Plex Sans"/>
                <a:cs typeface="IBM Plex Sans"/>
                <a:sym typeface="IBM Plex Sans"/>
              </a:rPr>
              <a:t>”</a:t>
            </a:r>
          </a:p>
          <a:p>
            <a:pPr marL="180000" marR="0" lvl="0" indent="-180000" algn="l" rtl="0">
              <a:lnSpc>
                <a:spcPct val="100000"/>
              </a:lnSpc>
              <a:spcBef>
                <a:spcPts val="400"/>
              </a:spcBef>
              <a:spcAft>
                <a:spcPts val="0"/>
              </a:spcAft>
              <a:buClr>
                <a:schemeClr val="dk1"/>
              </a:buClr>
              <a:buSzPts val="1100"/>
              <a:buFont typeface="Arial"/>
              <a:buChar char="•"/>
            </a:pPr>
            <a:r>
              <a:rPr lang="en-US" sz="1100" b="1" i="0" u="none" strike="noStrike" cap="none" noProof="0">
                <a:solidFill>
                  <a:srgbClr val="000000"/>
                </a:solidFill>
                <a:latin typeface="IBM Plex Sans"/>
                <a:ea typeface="IBM Plex Sans"/>
                <a:cs typeface="IBM Plex Sans"/>
                <a:sym typeface="IBM Plex Sans"/>
              </a:rPr>
              <a:t>AI becomes a feature of products</a:t>
            </a:r>
            <a:r>
              <a:rPr lang="en-US" sz="1100" b="0" i="0" u="none" strike="noStrike" cap="none" noProof="0">
                <a:solidFill>
                  <a:srgbClr val="000000"/>
                </a:solidFill>
                <a:latin typeface="IBM Plex Sans"/>
                <a:ea typeface="IBM Plex Sans"/>
                <a:cs typeface="IBM Plex Sans"/>
                <a:sym typeface="IBM Plex Sans"/>
              </a:rPr>
              <a:t>, not a standalone category</a:t>
            </a:r>
          </a:p>
          <a:p>
            <a:pPr marL="180000" marR="0" lvl="0" indent="-180000" algn="l" rtl="0">
              <a:lnSpc>
                <a:spcPct val="100000"/>
              </a:lnSpc>
              <a:spcBef>
                <a:spcPts val="400"/>
              </a:spcBef>
              <a:spcAft>
                <a:spcPts val="0"/>
              </a:spcAft>
              <a:buClr>
                <a:schemeClr val="dk1"/>
              </a:buClr>
              <a:buSzPts val="1100"/>
              <a:buFont typeface="Arial"/>
              <a:buChar char="•"/>
            </a:pPr>
            <a:r>
              <a:rPr lang="en-US" sz="1100" b="0" i="0" u="none" strike="noStrike" cap="none" noProof="0">
                <a:solidFill>
                  <a:srgbClr val="000000"/>
                </a:solidFill>
                <a:latin typeface="IBM Plex Sans"/>
                <a:ea typeface="IBM Plex Sans"/>
                <a:cs typeface="IBM Plex Sans"/>
                <a:sym typeface="IBM Plex Sans"/>
              </a:rPr>
              <a:t>Chip supply stabilizes and margins improve leading to </a:t>
            </a:r>
            <a:r>
              <a:rPr lang="en-US" sz="1100" b="1" i="0" u="none" strike="noStrike" cap="none" noProof="0">
                <a:solidFill>
                  <a:srgbClr val="000000"/>
                </a:solidFill>
                <a:latin typeface="IBM Plex Sans"/>
                <a:ea typeface="IBM Plex Sans"/>
                <a:cs typeface="IBM Plex Sans"/>
                <a:sym typeface="IBM Plex Sans"/>
              </a:rPr>
              <a:t>more efficient inference</a:t>
            </a:r>
            <a:endParaRPr lang="en-US" sz="1100" b="0" i="0" u="none" strike="noStrike" cap="none" noProof="0">
              <a:solidFill>
                <a:srgbClr val="000000"/>
              </a:solidFill>
              <a:latin typeface="IBM Plex Sans"/>
              <a:ea typeface="IBM Plex Sans"/>
              <a:cs typeface="IBM Plex Sans"/>
              <a:sym typeface="IBM Plex Sans"/>
            </a:endParaRPr>
          </a:p>
          <a:p>
            <a:pPr marL="180000" marR="0" lvl="0" indent="-180000" algn="l" rtl="0">
              <a:lnSpc>
                <a:spcPct val="100000"/>
              </a:lnSpc>
              <a:spcBef>
                <a:spcPts val="400"/>
              </a:spcBef>
              <a:spcAft>
                <a:spcPts val="200"/>
              </a:spcAft>
              <a:buClr>
                <a:schemeClr val="dk1"/>
              </a:buClr>
              <a:buSzPts val="1100"/>
              <a:buFont typeface="Arial"/>
              <a:buChar char="•"/>
            </a:pPr>
            <a:r>
              <a:rPr lang="en-US" sz="1100" b="1" i="0" u="none" strike="noStrike" cap="none" noProof="0">
                <a:solidFill>
                  <a:srgbClr val="000000"/>
                </a:solidFill>
                <a:latin typeface="IBM Plex Sans"/>
                <a:ea typeface="IBM Plex Sans"/>
                <a:cs typeface="IBM Plex Sans"/>
                <a:sym typeface="IBM Plex Sans"/>
              </a:rPr>
              <a:t>Regulation and safety </a:t>
            </a:r>
            <a:r>
              <a:rPr lang="en-US" sz="1100" b="0" i="0" u="none" strike="noStrike" cap="none" noProof="0">
                <a:solidFill>
                  <a:srgbClr val="000000"/>
                </a:solidFill>
                <a:latin typeface="IBM Plex Sans"/>
                <a:ea typeface="IBM Plex Sans"/>
                <a:cs typeface="IBM Plex Sans"/>
                <a:sym typeface="IBM Plex Sans"/>
              </a:rPr>
              <a:t>frameworks mature</a:t>
            </a:r>
          </a:p>
        </p:txBody>
      </p:sp>
      <p:sp>
        <p:nvSpPr>
          <p:cNvPr id="1808" name="Google Shape;1808;g3b23322d595_2_851"/>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84</a:t>
            </a:fld>
            <a:endParaRPr lang="en-US" noProof="0"/>
          </a:p>
        </p:txBody>
      </p:sp>
      <p:sp>
        <p:nvSpPr>
          <p:cNvPr id="1809" name="Google Shape;1809;g3b23322d595_2_851"/>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r>
              <a:rPr lang="en-US" noProof="0"/>
              <a:t>AI is showing classic bubble signs driven by overheated expectations and capital</a:t>
            </a:r>
          </a:p>
        </p:txBody>
      </p:sp>
      <p:sp>
        <p:nvSpPr>
          <p:cNvPr id="1810" name="Google Shape;1810;g3b23322d595_2_851"/>
          <p:cNvSpPr txBox="1"/>
          <p:nvPr/>
        </p:nvSpPr>
        <p:spPr>
          <a:xfrm>
            <a:off x="458070" y="6370697"/>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Quattrocento Sans"/>
                <a:cs typeface="Quattrocento Sans"/>
                <a:sym typeface="Quattrocento Sans"/>
              </a:rPr>
              <a:t>Sources: (1) </a:t>
            </a:r>
            <a:r>
              <a:rPr lang="en-US" sz="700" b="0" i="0" u="sng"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Sequoia Capital</a:t>
            </a:r>
            <a:r>
              <a:rPr lang="en-US" sz="700" b="0" i="0" u="none" strike="noStrike" cap="none" noProof="0">
                <a:solidFill>
                  <a:srgbClr val="7F7F7F"/>
                </a:solidFill>
                <a:latin typeface="IBM Plex Sans"/>
                <a:ea typeface="Quattrocento Sans"/>
                <a:cs typeface="Quattrocento Sans"/>
                <a:sym typeface="Quattrocento Sans"/>
              </a:rPr>
              <a:t>, (2) </a:t>
            </a:r>
            <a:r>
              <a:rPr lang="en-US" sz="700" b="0" i="0" u="sng" strike="noStrike" cap="none" noProof="0">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Gartner</a:t>
            </a:r>
            <a:endParaRPr lang="en-US" sz="700" b="0" i="0" u="none" strike="noStrike" cap="none" noProof="0">
              <a:solidFill>
                <a:srgbClr val="7F7F7F"/>
              </a:solidFill>
              <a:latin typeface="IBM Plex Sans"/>
              <a:ea typeface="Quattrocento Sans"/>
              <a:cs typeface="Quattrocento Sans"/>
            </a:endParaRPr>
          </a:p>
        </p:txBody>
      </p:sp>
      <p:sp>
        <p:nvSpPr>
          <p:cNvPr id="1811" name="Google Shape;1811;g3b23322d595_2_851"/>
          <p:cNvSpPr txBox="1"/>
          <p:nvPr/>
        </p:nvSpPr>
        <p:spPr>
          <a:xfrm>
            <a:off x="450091" y="1413929"/>
            <a:ext cx="2165587" cy="444649"/>
          </a:xfrm>
          <a:prstGeom prst="rect">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FFFFFF"/>
                </a:solidFill>
                <a:latin typeface="IBM Plex Sans"/>
                <a:ea typeface="IBM Plex Sans"/>
                <a:cs typeface="IBM Plex Sans"/>
                <a:sym typeface="IBM Plex Sans"/>
              </a:rPr>
              <a:t>Why the AI market </a:t>
            </a:r>
            <a:r>
              <a:rPr lang="en-US" sz="1200" b="1" i="1" u="none" strike="noStrike" cap="none" noProof="0">
                <a:solidFill>
                  <a:srgbClr val="FFFFFF"/>
                </a:solidFill>
                <a:latin typeface="IBM Plex Sans"/>
                <a:ea typeface="IBM Plex Sans"/>
                <a:cs typeface="IBM Plex Sans"/>
                <a:sym typeface="IBM Plex Sans"/>
              </a:rPr>
              <a:t>is</a:t>
            </a:r>
            <a:r>
              <a:rPr lang="en-US" sz="1200" b="1" i="0" u="none" strike="noStrike" cap="none" noProof="0">
                <a:solidFill>
                  <a:srgbClr val="FFFFFF"/>
                </a:solidFill>
                <a:latin typeface="IBM Plex Sans"/>
                <a:ea typeface="IBM Plex Sans"/>
                <a:cs typeface="IBM Plex Sans"/>
                <a:sym typeface="IBM Plex Sans"/>
              </a:rPr>
              <a:t> a bubble…</a:t>
            </a:r>
            <a:endParaRPr lang="en-US" sz="1200" b="0" i="0" u="none" strike="noStrike" cap="none" noProof="0">
              <a:solidFill>
                <a:srgbClr val="000000"/>
              </a:solidFill>
              <a:latin typeface="IBM Plex Sans"/>
              <a:ea typeface="IBM Plex Sans"/>
              <a:cs typeface="IBM Plex Sans"/>
              <a:sym typeface="IBM Plex Sans"/>
            </a:endParaRPr>
          </a:p>
        </p:txBody>
      </p:sp>
      <p:sp>
        <p:nvSpPr>
          <p:cNvPr id="1812" name="Google Shape;1812;g3b23322d595_2_851"/>
          <p:cNvSpPr txBox="1"/>
          <p:nvPr/>
        </p:nvSpPr>
        <p:spPr>
          <a:xfrm>
            <a:off x="9635315" y="1413929"/>
            <a:ext cx="2165587" cy="444649"/>
          </a:xfrm>
          <a:prstGeom prst="rect">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FFFFFF"/>
                </a:solidFill>
                <a:latin typeface="IBM Plex Sans"/>
                <a:ea typeface="IBM Plex Sans"/>
                <a:cs typeface="IBM Plex Sans"/>
                <a:sym typeface="IBM Plex Sans"/>
              </a:rPr>
              <a:t>We will likely see in the next 2-5 years</a:t>
            </a:r>
            <a:endParaRPr lang="en-US" sz="1200" b="0" i="0" u="none" strike="noStrike" cap="none" noProof="0">
              <a:solidFill>
                <a:srgbClr val="000000"/>
              </a:solidFill>
              <a:latin typeface="IBM Plex Sans"/>
              <a:ea typeface="IBM Plex Sans"/>
              <a:cs typeface="IBM Plex Sans"/>
              <a:sym typeface="IBM Plex Sans"/>
            </a:endParaRPr>
          </a:p>
        </p:txBody>
      </p:sp>
      <p:sp>
        <p:nvSpPr>
          <p:cNvPr id="1813" name="Google Shape;1813;g3b23322d595_2_851"/>
          <p:cNvSpPr txBox="1"/>
          <p:nvPr/>
        </p:nvSpPr>
        <p:spPr>
          <a:xfrm>
            <a:off x="2956819" y="1873939"/>
            <a:ext cx="6337356" cy="1407655"/>
          </a:xfrm>
          <a:prstGeom prst="rect">
            <a:avLst/>
          </a:prstGeom>
          <a:noFill/>
          <a:ln w="9525" cap="flat" cmpd="sng">
            <a:solidFill>
              <a:srgbClr val="BFBFBF"/>
            </a:solidFill>
            <a:prstDash val="solid"/>
            <a:round/>
            <a:headEnd type="none" w="sm" len="sm"/>
            <a:tailEnd type="none" w="sm" len="sm"/>
          </a:ln>
        </p:spPr>
        <p:txBody>
          <a:bodyPr spcFirstLastPara="1" wrap="square" lIns="91425" tIns="72000" rIns="91425" bIns="45700" anchor="t" anchorCtr="0">
            <a:noAutofit/>
          </a:bodyPr>
          <a:lstStyle/>
          <a:p>
            <a:pPr marL="179705" marR="0" lvl="0" indent="-179705" algn="l" rtl="0">
              <a:lnSpc>
                <a:spcPct val="100000"/>
              </a:lnSpc>
              <a:spcBef>
                <a:spcPts val="200"/>
              </a:spcBef>
              <a:spcAft>
                <a:spcPts val="0"/>
              </a:spcAft>
              <a:buClr>
                <a:schemeClr val="dk1"/>
              </a:buClr>
              <a:buSzPts val="1100"/>
              <a:buFont typeface="Arial"/>
              <a:buChar char="•"/>
            </a:pPr>
            <a:r>
              <a:rPr lang="en-US" sz="1100" b="1" i="0" u="none" strike="noStrike" cap="none" noProof="0" dirty="0">
                <a:solidFill>
                  <a:srgbClr val="000000"/>
                </a:solidFill>
                <a:latin typeface="IBM Plex Sans"/>
                <a:ea typeface="IBM Plex Sans"/>
                <a:cs typeface="IBM Plex Sans"/>
                <a:sym typeface="IBM Plex Sans"/>
              </a:rPr>
              <a:t>Model quality is improving rapidly </a:t>
            </a:r>
            <a:r>
              <a:rPr lang="en-US" sz="1100" b="0" i="0" u="none" strike="noStrike" cap="none" noProof="0" dirty="0">
                <a:solidFill>
                  <a:srgbClr val="000000"/>
                </a:solidFill>
                <a:latin typeface="IBM Plex Sans"/>
                <a:ea typeface="IBM Plex Sans"/>
                <a:cs typeface="IBM Plex Sans"/>
                <a:sym typeface="IBM Plex Sans"/>
              </a:rPr>
              <a:t>(efficiency, multimodality, autonomy)</a:t>
            </a:r>
            <a:endParaRPr lang="en-US" sz="1100" b="0" i="0" u="none" strike="noStrike" cap="none" noProof="0" dirty="0">
              <a:solidFill>
                <a:srgbClr val="000000"/>
              </a:solidFill>
              <a:latin typeface="IBM Plex Sans"/>
              <a:ea typeface="IBM Plex Sans"/>
              <a:cs typeface="IBM Plex Sans"/>
            </a:endParaRPr>
          </a:p>
          <a:p>
            <a:pPr marL="179705" marR="0" lvl="0" indent="-179705" algn="l" rtl="0">
              <a:lnSpc>
                <a:spcPct val="100000"/>
              </a:lnSpc>
              <a:spcBef>
                <a:spcPts val="400"/>
              </a:spcBef>
              <a:spcAft>
                <a:spcPts val="0"/>
              </a:spcAft>
              <a:buClr>
                <a:schemeClr val="dk1"/>
              </a:buClr>
              <a:buSzPts val="1100"/>
              <a:buFont typeface="Arial"/>
              <a:buChar char="•"/>
            </a:pPr>
            <a:r>
              <a:rPr lang="en-US" sz="1100" b="1" i="0" u="none" strike="noStrike" cap="none" noProof="0" dirty="0">
                <a:solidFill>
                  <a:srgbClr val="000000"/>
                </a:solidFill>
                <a:latin typeface="IBM Plex Sans"/>
                <a:ea typeface="IBM Plex Sans"/>
                <a:cs typeface="IBM Plex Sans"/>
                <a:sym typeface="IBM Plex Sans"/>
              </a:rPr>
              <a:t>AI is already embedded</a:t>
            </a:r>
            <a:r>
              <a:rPr lang="en-US" sz="1100" b="0" i="0" u="none" strike="noStrike" cap="none" noProof="0" dirty="0">
                <a:solidFill>
                  <a:srgbClr val="000000"/>
                </a:solidFill>
                <a:latin typeface="IBM Plex Sans"/>
                <a:ea typeface="IBM Plex Sans"/>
                <a:cs typeface="IBM Plex Sans"/>
                <a:sym typeface="IBM Plex Sans"/>
              </a:rPr>
              <a:t> into search, productivity tools, dev workflows, CRM, ads, etc.</a:t>
            </a:r>
            <a:endParaRPr lang="en-US" sz="1100" b="0" i="0" u="none" strike="noStrike" cap="none" noProof="0" dirty="0">
              <a:solidFill>
                <a:srgbClr val="000000"/>
              </a:solidFill>
              <a:latin typeface="IBM Plex Sans"/>
              <a:ea typeface="IBM Plex Sans"/>
              <a:cs typeface="IBM Plex Sans"/>
            </a:endParaRPr>
          </a:p>
          <a:p>
            <a:pPr marL="179705" indent="-179705">
              <a:spcBef>
                <a:spcPts val="400"/>
              </a:spcBef>
              <a:buClr>
                <a:schemeClr val="dk1"/>
              </a:buClr>
              <a:buSzPts val="1100"/>
              <a:buFont typeface="Arial"/>
              <a:buChar char="•"/>
            </a:pPr>
            <a:r>
              <a:rPr lang="en-US" sz="1100" b="1" i="0" u="none" strike="noStrike" cap="none" noProof="0" dirty="0">
                <a:solidFill>
                  <a:srgbClr val="000000"/>
                </a:solidFill>
                <a:latin typeface="IBM Plex Sans"/>
                <a:ea typeface="IBM Plex Sans"/>
                <a:cs typeface="IBM Plex Sans"/>
                <a:sym typeface="IBM Plex Sans"/>
              </a:rPr>
              <a:t>Infrastructure</a:t>
            </a:r>
            <a:r>
              <a:rPr lang="en-US" sz="1100" b="0" i="0" u="none" strike="noStrike" cap="none" noProof="0" dirty="0">
                <a:solidFill>
                  <a:srgbClr val="000000"/>
                </a:solidFill>
                <a:latin typeface="IBM Plex Sans"/>
                <a:ea typeface="IBM Plex Sans"/>
                <a:cs typeface="IBM Plex Sans"/>
                <a:sym typeface="IBM Plex Sans"/>
              </a:rPr>
              <a:t> </a:t>
            </a:r>
            <a:r>
              <a:rPr lang="en-US" sz="1100" noProof="0" dirty="0">
                <a:latin typeface="IBM Plex Sans"/>
                <a:ea typeface="IBM Plex Sans"/>
                <a:cs typeface="IBM Plex Sans"/>
                <a:sym typeface="IBM Plex Sans"/>
              </a:rPr>
              <a:t>advances in</a:t>
            </a:r>
            <a:r>
              <a:rPr lang="en-US" sz="1100" b="0" i="0" u="none" strike="noStrike" cap="none" noProof="0" dirty="0">
                <a:solidFill>
                  <a:srgbClr val="000000"/>
                </a:solidFill>
                <a:latin typeface="IBM Plex Sans"/>
                <a:ea typeface="IBM Plex Sans"/>
                <a:cs typeface="IBM Plex Sans"/>
                <a:sym typeface="IBM Plex Sans"/>
              </a:rPr>
              <a:t> chips, inference optimization, </a:t>
            </a:r>
            <a:r>
              <a:rPr lang="en-US" sz="1100" noProof="0" dirty="0">
                <a:latin typeface="IBM Plex Sans"/>
                <a:ea typeface="IBM Plex Sans"/>
                <a:cs typeface="IBM Plex Sans"/>
                <a:sym typeface="IBM Plex Sans"/>
              </a:rPr>
              <a:t>and edge</a:t>
            </a:r>
            <a:r>
              <a:rPr lang="en-US" sz="1100" b="0" i="0" u="none" strike="noStrike" cap="none" noProof="0" dirty="0">
                <a:solidFill>
                  <a:srgbClr val="000000"/>
                </a:solidFill>
                <a:latin typeface="IBM Plex Sans"/>
                <a:ea typeface="IBM Plex Sans"/>
                <a:cs typeface="IBM Plex Sans"/>
                <a:sym typeface="IBM Plex Sans"/>
              </a:rPr>
              <a:t> </a:t>
            </a:r>
            <a:r>
              <a:rPr lang="en-US" sz="1100" noProof="0" dirty="0">
                <a:latin typeface="IBM Plex Sans"/>
                <a:ea typeface="IBM Plex Sans"/>
                <a:cs typeface="IBM Plex Sans"/>
                <a:sym typeface="IBM Plex Sans"/>
              </a:rPr>
              <a:t>computing are</a:t>
            </a:r>
            <a:r>
              <a:rPr lang="en-US" sz="1100" b="1" i="0" u="none" strike="noStrike" cap="none" noProof="0" dirty="0">
                <a:solidFill>
                  <a:srgbClr val="000000"/>
                </a:solidFill>
                <a:latin typeface="IBM Plex Sans"/>
                <a:ea typeface="IBM Plex Sans"/>
                <a:cs typeface="IBM Plex Sans"/>
                <a:sym typeface="IBM Plex Sans"/>
              </a:rPr>
              <a:t> compounding</a:t>
            </a:r>
            <a:endParaRPr lang="en-US" sz="1100" b="0" i="0" u="none" strike="noStrike" cap="none" noProof="0" dirty="0">
              <a:solidFill>
                <a:srgbClr val="000000"/>
              </a:solidFill>
              <a:latin typeface="IBM Plex Sans"/>
              <a:ea typeface="IBM Plex Sans"/>
              <a:cs typeface="IBM Plex Sans"/>
            </a:endParaRPr>
          </a:p>
          <a:p>
            <a:pPr marL="179705" indent="-179705">
              <a:spcBef>
                <a:spcPts val="400"/>
              </a:spcBef>
              <a:buClr>
                <a:schemeClr val="dk1"/>
              </a:buClr>
              <a:buSzPts val="1100"/>
              <a:buFont typeface="Arial"/>
              <a:buChar char="•"/>
            </a:pPr>
            <a:r>
              <a:rPr lang="en-US" sz="1100" b="1" i="0" u="none" strike="noStrike" cap="none" noProof="0" dirty="0">
                <a:solidFill>
                  <a:srgbClr val="000000"/>
                </a:solidFill>
                <a:latin typeface="IBM Plex Sans"/>
                <a:ea typeface="IBM Plex Sans"/>
                <a:cs typeface="IBM Plex Sans"/>
                <a:sym typeface="IBM Plex Sans"/>
              </a:rPr>
              <a:t>Enterprise adoption continues</a:t>
            </a:r>
            <a:r>
              <a:rPr lang="en-US" sz="1100" b="1" noProof="0" dirty="0">
                <a:latin typeface="IBM Plex Sans"/>
                <a:ea typeface="IBM Plex Sans"/>
                <a:cs typeface="IBM Plex Sans"/>
                <a:sym typeface="IBM Plex Sans"/>
              </a:rPr>
              <a:t>,</a:t>
            </a:r>
            <a:r>
              <a:rPr lang="en-US" sz="1100" b="0" i="0" u="none" strike="noStrike" cap="none" noProof="0" dirty="0">
                <a:solidFill>
                  <a:srgbClr val="000000"/>
                </a:solidFill>
                <a:latin typeface="IBM Plex Sans"/>
                <a:ea typeface="IBM Plex Sans"/>
                <a:cs typeface="IBM Plex Sans"/>
                <a:sym typeface="IBM Plex Sans"/>
              </a:rPr>
              <a:t> but </a:t>
            </a:r>
            <a:r>
              <a:rPr lang="en-US" sz="1100" noProof="0" dirty="0">
                <a:latin typeface="IBM Plex Sans"/>
                <a:ea typeface="IBM Plex Sans"/>
                <a:cs typeface="IBM Plex Sans"/>
                <a:sym typeface="IBM Plex Sans"/>
              </a:rPr>
              <a:t>at a slower</a:t>
            </a:r>
            <a:r>
              <a:rPr lang="en-US" sz="1100" b="0" i="0" u="none" strike="noStrike" cap="none" noProof="0" dirty="0">
                <a:solidFill>
                  <a:srgbClr val="000000"/>
                </a:solidFill>
                <a:latin typeface="IBM Plex Sans"/>
                <a:ea typeface="IBM Plex Sans"/>
                <a:cs typeface="IBM Plex Sans"/>
                <a:sym typeface="IBM Plex Sans"/>
              </a:rPr>
              <a:t> and more rational</a:t>
            </a:r>
            <a:r>
              <a:rPr lang="en-US" sz="1100" noProof="0" dirty="0">
                <a:latin typeface="IBM Plex Sans"/>
                <a:ea typeface="IBM Plex Sans"/>
                <a:cs typeface="IBM Plex Sans"/>
                <a:sym typeface="IBM Plex Sans"/>
              </a:rPr>
              <a:t> pace</a:t>
            </a:r>
            <a:endParaRPr lang="en-US" sz="1100" b="0" i="0" u="none" strike="noStrike" cap="none" noProof="0" dirty="0">
              <a:solidFill>
                <a:srgbClr val="000000"/>
              </a:solidFill>
              <a:latin typeface="IBM Plex Sans"/>
              <a:ea typeface="IBM Plex Sans"/>
              <a:cs typeface="IBM Plex Sans"/>
            </a:endParaRPr>
          </a:p>
          <a:p>
            <a:pPr marL="179705" marR="0" lvl="0" indent="-179705" algn="l" rtl="0">
              <a:lnSpc>
                <a:spcPct val="100000"/>
              </a:lnSpc>
              <a:spcBef>
                <a:spcPts val="400"/>
              </a:spcBef>
              <a:spcAft>
                <a:spcPts val="200"/>
              </a:spcAft>
              <a:buClr>
                <a:schemeClr val="dk1"/>
              </a:buClr>
              <a:buSzPts val="1100"/>
              <a:buFont typeface="Arial"/>
              <a:buChar char="•"/>
            </a:pPr>
            <a:r>
              <a:rPr lang="en-US" sz="1100" b="1" i="0" u="none" strike="noStrike" cap="none" noProof="0" dirty="0">
                <a:solidFill>
                  <a:srgbClr val="000000"/>
                </a:solidFill>
                <a:latin typeface="IBM Plex Sans"/>
                <a:ea typeface="IBM Plex Sans"/>
                <a:cs typeface="IBM Plex Sans"/>
                <a:sym typeface="IBM Plex Sans"/>
              </a:rPr>
              <a:t>Productivity gains exist</a:t>
            </a:r>
            <a:r>
              <a:rPr lang="en-US" sz="1100" b="0" i="0" u="none" strike="noStrike" cap="none" noProof="0" dirty="0">
                <a:solidFill>
                  <a:srgbClr val="000000"/>
                </a:solidFill>
                <a:latin typeface="IBM Plex Sans"/>
                <a:ea typeface="IBM Plex Sans"/>
                <a:cs typeface="IBM Plex Sans"/>
                <a:sym typeface="IBM Plex Sans"/>
              </a:rPr>
              <a:t>, but are uneven and difficult to measure short-term</a:t>
            </a:r>
            <a:endParaRPr lang="en-US" sz="1100" b="0" i="0" u="none" strike="noStrike" cap="none" noProof="0" dirty="0">
              <a:solidFill>
                <a:srgbClr val="000000"/>
              </a:solidFill>
              <a:latin typeface="IBM Plex Sans"/>
              <a:ea typeface="IBM Plex Sans"/>
              <a:cs typeface="IBM Plex Sans"/>
            </a:endParaRPr>
          </a:p>
        </p:txBody>
      </p:sp>
      <p:sp>
        <p:nvSpPr>
          <p:cNvPr id="1817" name="Google Shape;1817;g3b23322d595_2_851"/>
          <p:cNvSpPr txBox="1"/>
          <p:nvPr/>
        </p:nvSpPr>
        <p:spPr>
          <a:xfrm>
            <a:off x="2956819" y="3339581"/>
            <a:ext cx="6337356" cy="458035"/>
          </a:xfrm>
          <a:prstGeom prst="rect">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FFFFFF"/>
                </a:solidFill>
                <a:latin typeface="IBM Plex Sans"/>
                <a:ea typeface="IBM Plex Sans"/>
                <a:cs typeface="IBM Plex Sans"/>
                <a:sym typeface="IBM Plex Sans"/>
              </a:rPr>
              <a:t>…and this happens because</a:t>
            </a:r>
            <a:endParaRPr lang="en-US" sz="1200" b="0" i="0" u="none" strike="noStrike" cap="none" noProof="0">
              <a:solidFill>
                <a:srgbClr val="000000"/>
              </a:solidFill>
              <a:latin typeface="IBM Plex Sans"/>
              <a:ea typeface="IBM Plex Sans"/>
              <a:cs typeface="IBM Plex Sans"/>
              <a:sym typeface="IBM Plex Sans"/>
            </a:endParaRPr>
          </a:p>
        </p:txBody>
      </p:sp>
      <p:sp>
        <p:nvSpPr>
          <p:cNvPr id="1818" name="Google Shape;1818;g3b23322d595_2_851"/>
          <p:cNvSpPr txBox="1"/>
          <p:nvPr/>
        </p:nvSpPr>
        <p:spPr>
          <a:xfrm>
            <a:off x="2956819" y="1413929"/>
            <a:ext cx="6337356" cy="444649"/>
          </a:xfrm>
          <a:prstGeom prst="rect">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dirty="0">
                <a:solidFill>
                  <a:srgbClr val="FFFFFF"/>
                </a:solidFill>
                <a:latin typeface="IBM Plex Sans"/>
                <a:ea typeface="IBM Plex Sans"/>
                <a:cs typeface="IBM Plex Sans"/>
                <a:sym typeface="IBM Plex Sans"/>
              </a:rPr>
              <a:t>…but the underlying tech remains real and durable…</a:t>
            </a:r>
            <a:endParaRPr lang="en-US" sz="1200" b="0" i="0" u="none" strike="noStrike" cap="none" noProof="0" dirty="0">
              <a:solidFill>
                <a:srgbClr val="000000"/>
              </a:solidFill>
              <a:latin typeface="IBM Plex Sans"/>
              <a:ea typeface="IBM Plex Sans"/>
              <a:cs typeface="IBM Plex Sans"/>
              <a:sym typeface="IBM Plex Sans"/>
            </a:endParaRPr>
          </a:p>
        </p:txBody>
      </p:sp>
      <p:cxnSp>
        <p:nvCxnSpPr>
          <p:cNvPr id="1819" name="Google Shape;1819;g3b23322d595_2_851"/>
          <p:cNvCxnSpPr/>
          <p:nvPr/>
        </p:nvCxnSpPr>
        <p:spPr>
          <a:xfrm>
            <a:off x="2978162" y="4425963"/>
            <a:ext cx="5628905" cy="0"/>
          </a:xfrm>
          <a:prstGeom prst="straightConnector1">
            <a:avLst/>
          </a:prstGeom>
          <a:noFill/>
          <a:ln w="9525" cap="flat" cmpd="sng">
            <a:solidFill>
              <a:srgbClr val="BFBFBF"/>
            </a:solidFill>
            <a:prstDash val="solid"/>
            <a:round/>
            <a:headEnd type="none" w="sm" len="sm"/>
            <a:tailEnd type="none" w="sm" len="sm"/>
          </a:ln>
        </p:spPr>
      </p:cxnSp>
      <p:cxnSp>
        <p:nvCxnSpPr>
          <p:cNvPr id="1820" name="Google Shape;1820;g3b23322d595_2_851"/>
          <p:cNvCxnSpPr/>
          <p:nvPr/>
        </p:nvCxnSpPr>
        <p:spPr>
          <a:xfrm>
            <a:off x="2978162" y="5048291"/>
            <a:ext cx="5628905" cy="0"/>
          </a:xfrm>
          <a:prstGeom prst="straightConnector1">
            <a:avLst/>
          </a:prstGeom>
          <a:noFill/>
          <a:ln w="9525" cap="flat" cmpd="sng">
            <a:solidFill>
              <a:srgbClr val="BFBFBF"/>
            </a:solidFill>
            <a:prstDash val="solid"/>
            <a:round/>
            <a:headEnd type="none" w="sm" len="sm"/>
            <a:tailEnd type="none" w="sm" len="sm"/>
          </a:ln>
        </p:spPr>
      </p:cxnSp>
      <p:sp>
        <p:nvSpPr>
          <p:cNvPr id="1821" name="Google Shape;1821;g3b23322d595_2_851"/>
          <p:cNvSpPr/>
          <p:nvPr/>
        </p:nvSpPr>
        <p:spPr>
          <a:xfrm>
            <a:off x="2667151" y="1516186"/>
            <a:ext cx="238195" cy="317038"/>
          </a:xfrm>
          <a:prstGeom prst="chevron">
            <a:avLst>
              <a:gd name="adj" fmla="val 50000"/>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Arial"/>
              <a:buNone/>
            </a:pPr>
            <a:endParaRPr lang="en-US" sz="1200" b="0" i="0" u="none" strike="noStrike" cap="none" noProof="0">
              <a:solidFill>
                <a:schemeClr val="dk1"/>
              </a:solidFill>
              <a:latin typeface="IBM Plex Sans"/>
              <a:ea typeface="IBM Plex Sans"/>
              <a:cs typeface="IBM Plex Sans"/>
              <a:sym typeface="IBM Plex Sans"/>
            </a:endParaRPr>
          </a:p>
        </p:txBody>
      </p:sp>
      <p:sp>
        <p:nvSpPr>
          <p:cNvPr id="1822" name="Google Shape;1822;g3b23322d595_2_851"/>
          <p:cNvSpPr/>
          <p:nvPr/>
        </p:nvSpPr>
        <p:spPr>
          <a:xfrm rot="-5400000" flipH="1">
            <a:off x="3155776" y="3403446"/>
            <a:ext cx="238195" cy="317038"/>
          </a:xfrm>
          <a:prstGeom prst="chevron">
            <a:avLst>
              <a:gd name="adj" fmla="val 50000"/>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Arial"/>
              <a:buNone/>
            </a:pPr>
            <a:endParaRPr lang="en-US" sz="1200" b="0" i="0" u="none" strike="noStrike" cap="none" noProof="0">
              <a:solidFill>
                <a:schemeClr val="dk1"/>
              </a:solidFill>
              <a:latin typeface="IBM Plex Sans"/>
              <a:ea typeface="IBM Plex Sans"/>
              <a:cs typeface="IBM Plex Sans"/>
              <a:sym typeface="IBM Plex Sans"/>
            </a:endParaRPr>
          </a:p>
        </p:txBody>
      </p:sp>
      <p:sp>
        <p:nvSpPr>
          <p:cNvPr id="1823" name="Google Shape;1823;g3b23322d595_2_851"/>
          <p:cNvSpPr/>
          <p:nvPr/>
        </p:nvSpPr>
        <p:spPr>
          <a:xfrm>
            <a:off x="9349594" y="3443955"/>
            <a:ext cx="238195" cy="317038"/>
          </a:xfrm>
          <a:prstGeom prst="chevron">
            <a:avLst>
              <a:gd name="adj" fmla="val 50000"/>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Arial"/>
              <a:buNone/>
            </a:pPr>
            <a:endParaRPr lang="en-US" sz="1200" b="0" i="0" u="none" strike="noStrike" cap="none" noProof="0">
              <a:solidFill>
                <a:schemeClr val="dk1"/>
              </a:solidFill>
              <a:latin typeface="IBM Plex Sans"/>
              <a:ea typeface="IBM Plex Sans"/>
              <a:cs typeface="IBM Plex Sans"/>
              <a:sym typeface="IBM Plex Sans"/>
            </a:endParaRPr>
          </a:p>
        </p:txBody>
      </p:sp>
      <p:grpSp>
        <p:nvGrpSpPr>
          <p:cNvPr id="11" name="Group 10">
            <a:extLst>
              <a:ext uri="{FF2B5EF4-FFF2-40B4-BE49-F238E27FC236}">
                <a16:creationId xmlns:a16="http://schemas.microsoft.com/office/drawing/2014/main" id="{6B00938A-33D4-3805-2988-6C8B3AD1426C}"/>
              </a:ext>
            </a:extLst>
          </p:cNvPr>
          <p:cNvGrpSpPr/>
          <p:nvPr/>
        </p:nvGrpSpPr>
        <p:grpSpPr>
          <a:xfrm>
            <a:off x="2978162" y="3854047"/>
            <a:ext cx="6257019" cy="521503"/>
            <a:chOff x="2956819" y="4050819"/>
            <a:chExt cx="6257019" cy="521503"/>
          </a:xfrm>
        </p:grpSpPr>
        <p:sp>
          <p:nvSpPr>
            <p:cNvPr id="1814" name="Google Shape;1814;g3b23322d595_2_851"/>
            <p:cNvSpPr/>
            <p:nvPr/>
          </p:nvSpPr>
          <p:spPr>
            <a:xfrm>
              <a:off x="3584933" y="4050819"/>
              <a:ext cx="5628905" cy="521501"/>
            </a:xfrm>
            <a:prstGeom prst="rect">
              <a:avLst/>
            </a:prstGeom>
            <a:noFill/>
            <a:ln>
              <a:noFill/>
            </a:ln>
          </p:spPr>
          <p:txBody>
            <a:bodyPr spcFirstLastPara="1" wrap="square" lIns="0" tIns="45700" rIns="0"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100" b="1" i="0" u="none" strike="noStrike" cap="none" noProof="0">
                  <a:solidFill>
                    <a:srgbClr val="000000"/>
                  </a:solidFill>
                  <a:latin typeface="IBM Plex Sans"/>
                  <a:ea typeface="IBM Plex Sans"/>
                  <a:cs typeface="IBM Plex Sans"/>
                  <a:sym typeface="IBM Plex Sans"/>
                </a:rPr>
                <a:t>AI already solves real problems at scale</a:t>
              </a:r>
              <a:endParaRPr lang="en-US" sz="11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1400"/>
                <a:buFont typeface="Arial"/>
                <a:buNone/>
              </a:pPr>
              <a:r>
                <a:rPr lang="en-US" sz="1100" b="0" i="0" u="none" strike="noStrike" cap="none" noProof="0">
                  <a:solidFill>
                    <a:srgbClr val="000000"/>
                  </a:solidFill>
                  <a:latin typeface="IBM Plex Sans"/>
                  <a:ea typeface="IBM Plex Sans"/>
                  <a:cs typeface="IBM Plex Sans"/>
                  <a:sym typeface="IBM Plex Sans"/>
                </a:rPr>
                <a:t>Current proven use cases are real-world (fraud detection in finance, automated customer support, code generation boosting developer productivity, logistics </a:t>
              </a:r>
              <a:r>
                <a:rPr lang="en-US" sz="1100" noProof="0">
                  <a:latin typeface="IBM Plex Sans"/>
                  <a:ea typeface="IBM Plex Sans"/>
                  <a:cs typeface="IBM Plex Sans"/>
                  <a:sym typeface="IBM Plex Sans"/>
                </a:rPr>
                <a:t>automation</a:t>
              </a:r>
              <a:r>
                <a:rPr lang="en-US" sz="1100" b="0" i="0" u="none" strike="noStrike" cap="none" noProof="0">
                  <a:solidFill>
                    <a:srgbClr val="000000"/>
                  </a:solidFill>
                  <a:latin typeface="IBM Plex Sans"/>
                  <a:ea typeface="IBM Plex Sans"/>
                  <a:cs typeface="IBM Plex Sans"/>
                  <a:sym typeface="IBM Plex Sans"/>
                </a:rPr>
                <a:t>)</a:t>
              </a:r>
            </a:p>
          </p:txBody>
        </p:sp>
        <p:grpSp>
          <p:nvGrpSpPr>
            <p:cNvPr id="1824" name="Google Shape;1824;g3b23322d595_2_851"/>
            <p:cNvGrpSpPr/>
            <p:nvPr/>
          </p:nvGrpSpPr>
          <p:grpSpPr>
            <a:xfrm>
              <a:off x="2956819" y="4050820"/>
              <a:ext cx="521502" cy="521502"/>
              <a:chOff x="2927323" y="4174770"/>
              <a:chExt cx="521502" cy="521502"/>
            </a:xfrm>
          </p:grpSpPr>
          <p:sp>
            <p:nvSpPr>
              <p:cNvPr id="1825" name="Google Shape;1825;g3b23322d595_2_851"/>
              <p:cNvSpPr/>
              <p:nvPr/>
            </p:nvSpPr>
            <p:spPr>
              <a:xfrm>
                <a:off x="2927323" y="4174770"/>
                <a:ext cx="521502" cy="521502"/>
              </a:xfrm>
              <a:prstGeom prst="ellipse">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Arial"/>
                  <a:ea typeface="Arial"/>
                  <a:cs typeface="Arial"/>
                  <a:sym typeface="Arial"/>
                </a:endParaRPr>
              </a:p>
            </p:txBody>
          </p:sp>
          <p:grpSp>
            <p:nvGrpSpPr>
              <p:cNvPr id="1826" name="Google Shape;1826;g3b23322d595_2_851"/>
              <p:cNvGrpSpPr/>
              <p:nvPr/>
            </p:nvGrpSpPr>
            <p:grpSpPr>
              <a:xfrm>
                <a:off x="3037169" y="4288577"/>
                <a:ext cx="301796" cy="293888"/>
                <a:chOff x="-2753328" y="3611562"/>
                <a:chExt cx="363538" cy="354013"/>
              </a:xfrm>
            </p:grpSpPr>
            <p:sp>
              <p:nvSpPr>
                <p:cNvPr id="1827" name="Google Shape;1827;g3b23322d595_2_851"/>
                <p:cNvSpPr/>
                <p:nvPr/>
              </p:nvSpPr>
              <p:spPr>
                <a:xfrm>
                  <a:off x="-2535840" y="3660775"/>
                  <a:ext cx="96838" cy="150813"/>
                </a:xfrm>
                <a:custGeom>
                  <a:avLst/>
                  <a:gdLst/>
                  <a:ahLst/>
                  <a:cxnLst/>
                  <a:rect l="l" t="t" r="r" b="b"/>
                  <a:pathLst>
                    <a:path w="93" h="145" extrusionOk="0">
                      <a:moveTo>
                        <a:pt x="46" y="145"/>
                      </a:moveTo>
                      <a:cubicBezTo>
                        <a:pt x="35" y="145"/>
                        <a:pt x="26" y="136"/>
                        <a:pt x="25" y="124"/>
                      </a:cubicBezTo>
                      <a:cubicBezTo>
                        <a:pt x="25" y="122"/>
                        <a:pt x="25" y="122"/>
                        <a:pt x="25" y="122"/>
                      </a:cubicBezTo>
                      <a:cubicBezTo>
                        <a:pt x="24" y="105"/>
                        <a:pt x="19" y="88"/>
                        <a:pt x="9" y="73"/>
                      </a:cubicBezTo>
                      <a:cubicBezTo>
                        <a:pt x="3" y="64"/>
                        <a:pt x="0" y="53"/>
                        <a:pt x="1" y="42"/>
                      </a:cubicBezTo>
                      <a:cubicBezTo>
                        <a:pt x="4" y="21"/>
                        <a:pt x="21" y="4"/>
                        <a:pt x="42" y="2"/>
                      </a:cubicBezTo>
                      <a:cubicBezTo>
                        <a:pt x="55" y="0"/>
                        <a:pt x="68" y="5"/>
                        <a:pt x="77" y="13"/>
                      </a:cubicBezTo>
                      <a:cubicBezTo>
                        <a:pt x="87" y="22"/>
                        <a:pt x="93" y="34"/>
                        <a:pt x="93" y="47"/>
                      </a:cubicBezTo>
                      <a:cubicBezTo>
                        <a:pt x="93" y="57"/>
                        <a:pt x="90" y="66"/>
                        <a:pt x="85" y="74"/>
                      </a:cubicBezTo>
                      <a:cubicBezTo>
                        <a:pt x="74" y="89"/>
                        <a:pt x="68" y="106"/>
                        <a:pt x="67" y="124"/>
                      </a:cubicBezTo>
                      <a:cubicBezTo>
                        <a:pt x="67" y="136"/>
                        <a:pt x="58" y="145"/>
                        <a:pt x="46" y="145"/>
                      </a:cubicBezTo>
                      <a:close/>
                      <a:moveTo>
                        <a:pt x="47" y="13"/>
                      </a:moveTo>
                      <a:cubicBezTo>
                        <a:pt x="46" y="13"/>
                        <a:pt x="44" y="13"/>
                        <a:pt x="43" y="13"/>
                      </a:cubicBezTo>
                      <a:cubicBezTo>
                        <a:pt x="27" y="15"/>
                        <a:pt x="14" y="27"/>
                        <a:pt x="12" y="43"/>
                      </a:cubicBezTo>
                      <a:cubicBezTo>
                        <a:pt x="11" y="52"/>
                        <a:pt x="13" y="60"/>
                        <a:pt x="18" y="67"/>
                      </a:cubicBezTo>
                      <a:cubicBezTo>
                        <a:pt x="29" y="83"/>
                        <a:pt x="35" y="102"/>
                        <a:pt x="36" y="122"/>
                      </a:cubicBezTo>
                      <a:cubicBezTo>
                        <a:pt x="36" y="124"/>
                        <a:pt x="36" y="124"/>
                        <a:pt x="36" y="124"/>
                      </a:cubicBezTo>
                      <a:cubicBezTo>
                        <a:pt x="36" y="130"/>
                        <a:pt x="41" y="134"/>
                        <a:pt x="46" y="134"/>
                      </a:cubicBezTo>
                      <a:cubicBezTo>
                        <a:pt x="52" y="134"/>
                        <a:pt x="56" y="130"/>
                        <a:pt x="56" y="124"/>
                      </a:cubicBezTo>
                      <a:cubicBezTo>
                        <a:pt x="57" y="104"/>
                        <a:pt x="64" y="84"/>
                        <a:pt x="76" y="67"/>
                      </a:cubicBezTo>
                      <a:cubicBezTo>
                        <a:pt x="80" y="61"/>
                        <a:pt x="82" y="55"/>
                        <a:pt x="82" y="47"/>
                      </a:cubicBezTo>
                      <a:cubicBezTo>
                        <a:pt x="82" y="38"/>
                        <a:pt x="78" y="28"/>
                        <a:pt x="70" y="21"/>
                      </a:cubicBezTo>
                      <a:cubicBezTo>
                        <a:pt x="64" y="16"/>
                        <a:pt x="56" y="13"/>
                        <a:pt x="47" y="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28" name="Google Shape;1828;g3b23322d595_2_851"/>
                <p:cNvSpPr/>
                <p:nvPr/>
              </p:nvSpPr>
              <p:spPr>
                <a:xfrm>
                  <a:off x="-2510440" y="3762375"/>
                  <a:ext cx="47625" cy="15875"/>
                </a:xfrm>
                <a:custGeom>
                  <a:avLst/>
                  <a:gdLst/>
                  <a:ahLst/>
                  <a:cxnLst/>
                  <a:rect l="l" t="t" r="r" b="b"/>
                  <a:pathLst>
                    <a:path w="46" h="15" extrusionOk="0">
                      <a:moveTo>
                        <a:pt x="22" y="15"/>
                      </a:moveTo>
                      <a:cubicBezTo>
                        <a:pt x="11" y="15"/>
                        <a:pt x="4" y="11"/>
                        <a:pt x="3" y="11"/>
                      </a:cubicBezTo>
                      <a:cubicBezTo>
                        <a:pt x="0" y="9"/>
                        <a:pt x="0" y="6"/>
                        <a:pt x="1" y="3"/>
                      </a:cubicBezTo>
                      <a:cubicBezTo>
                        <a:pt x="3" y="1"/>
                        <a:pt x="6" y="0"/>
                        <a:pt x="8" y="1"/>
                      </a:cubicBezTo>
                      <a:cubicBezTo>
                        <a:pt x="9" y="2"/>
                        <a:pt x="21" y="8"/>
                        <a:pt x="37" y="1"/>
                      </a:cubicBezTo>
                      <a:cubicBezTo>
                        <a:pt x="40" y="0"/>
                        <a:pt x="43" y="1"/>
                        <a:pt x="44" y="4"/>
                      </a:cubicBezTo>
                      <a:cubicBezTo>
                        <a:pt x="46" y="7"/>
                        <a:pt x="44" y="10"/>
                        <a:pt x="42" y="11"/>
                      </a:cubicBezTo>
                      <a:cubicBezTo>
                        <a:pt x="35" y="14"/>
                        <a:pt x="28" y="15"/>
                        <a:pt x="22" y="1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29" name="Google Shape;1829;g3b23322d595_2_851"/>
                <p:cNvSpPr/>
                <p:nvPr/>
              </p:nvSpPr>
              <p:spPr>
                <a:xfrm>
                  <a:off x="-2492978" y="3611562"/>
                  <a:ext cx="11113" cy="38100"/>
                </a:xfrm>
                <a:custGeom>
                  <a:avLst/>
                  <a:gdLst/>
                  <a:ahLst/>
                  <a:cxnLst/>
                  <a:rect l="l" t="t" r="r" b="b"/>
                  <a:pathLst>
                    <a:path w="11" h="37" extrusionOk="0">
                      <a:moveTo>
                        <a:pt x="6" y="37"/>
                      </a:moveTo>
                      <a:cubicBezTo>
                        <a:pt x="3" y="37"/>
                        <a:pt x="0" y="34"/>
                        <a:pt x="0" y="31"/>
                      </a:cubicBezTo>
                      <a:cubicBezTo>
                        <a:pt x="0" y="6"/>
                        <a:pt x="0" y="6"/>
                        <a:pt x="0" y="6"/>
                      </a:cubicBezTo>
                      <a:cubicBezTo>
                        <a:pt x="0" y="3"/>
                        <a:pt x="3" y="0"/>
                        <a:pt x="6" y="0"/>
                      </a:cubicBezTo>
                      <a:cubicBezTo>
                        <a:pt x="9" y="0"/>
                        <a:pt x="11" y="3"/>
                        <a:pt x="11" y="6"/>
                      </a:cubicBezTo>
                      <a:cubicBezTo>
                        <a:pt x="11" y="31"/>
                        <a:pt x="11" y="31"/>
                        <a:pt x="11" y="31"/>
                      </a:cubicBezTo>
                      <a:cubicBezTo>
                        <a:pt x="11" y="34"/>
                        <a:pt x="9" y="37"/>
                        <a:pt x="6" y="37"/>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30" name="Google Shape;1830;g3b23322d595_2_851"/>
                <p:cNvSpPr/>
                <p:nvPr/>
              </p:nvSpPr>
              <p:spPr>
                <a:xfrm>
                  <a:off x="-2551715" y="3632200"/>
                  <a:ext cx="28575" cy="33338"/>
                </a:xfrm>
                <a:custGeom>
                  <a:avLst/>
                  <a:gdLst/>
                  <a:ahLst/>
                  <a:cxnLst/>
                  <a:rect l="l" t="t" r="r" b="b"/>
                  <a:pathLst>
                    <a:path w="28" h="32" extrusionOk="0">
                      <a:moveTo>
                        <a:pt x="22" y="32"/>
                      </a:moveTo>
                      <a:cubicBezTo>
                        <a:pt x="21" y="32"/>
                        <a:pt x="19" y="31"/>
                        <a:pt x="18" y="30"/>
                      </a:cubicBezTo>
                      <a:cubicBezTo>
                        <a:pt x="2" y="10"/>
                        <a:pt x="2" y="10"/>
                        <a:pt x="2" y="10"/>
                      </a:cubicBezTo>
                      <a:cubicBezTo>
                        <a:pt x="0" y="8"/>
                        <a:pt x="0" y="4"/>
                        <a:pt x="2" y="2"/>
                      </a:cubicBezTo>
                      <a:cubicBezTo>
                        <a:pt x="5" y="0"/>
                        <a:pt x="8" y="1"/>
                        <a:pt x="10" y="3"/>
                      </a:cubicBezTo>
                      <a:cubicBezTo>
                        <a:pt x="26" y="22"/>
                        <a:pt x="26" y="22"/>
                        <a:pt x="26" y="22"/>
                      </a:cubicBezTo>
                      <a:cubicBezTo>
                        <a:pt x="28" y="25"/>
                        <a:pt x="28" y="28"/>
                        <a:pt x="26" y="30"/>
                      </a:cubicBezTo>
                      <a:cubicBezTo>
                        <a:pt x="25" y="31"/>
                        <a:pt x="23" y="32"/>
                        <a:pt x="22"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31" name="Google Shape;1831;g3b23322d595_2_851"/>
                <p:cNvSpPr/>
                <p:nvPr/>
              </p:nvSpPr>
              <p:spPr>
                <a:xfrm>
                  <a:off x="-2585053" y="3687762"/>
                  <a:ext cx="39688" cy="15875"/>
                </a:xfrm>
                <a:custGeom>
                  <a:avLst/>
                  <a:gdLst/>
                  <a:ahLst/>
                  <a:cxnLst/>
                  <a:rect l="l" t="t" r="r" b="b"/>
                  <a:pathLst>
                    <a:path w="37" h="16" extrusionOk="0">
                      <a:moveTo>
                        <a:pt x="32" y="16"/>
                      </a:moveTo>
                      <a:cubicBezTo>
                        <a:pt x="31" y="16"/>
                        <a:pt x="31" y="16"/>
                        <a:pt x="31" y="16"/>
                      </a:cubicBezTo>
                      <a:cubicBezTo>
                        <a:pt x="5" y="12"/>
                        <a:pt x="5" y="12"/>
                        <a:pt x="5" y="12"/>
                      </a:cubicBezTo>
                      <a:cubicBezTo>
                        <a:pt x="2" y="11"/>
                        <a:pt x="0" y="8"/>
                        <a:pt x="1" y="5"/>
                      </a:cubicBezTo>
                      <a:cubicBezTo>
                        <a:pt x="1" y="2"/>
                        <a:pt x="4" y="0"/>
                        <a:pt x="7" y="1"/>
                      </a:cubicBezTo>
                      <a:cubicBezTo>
                        <a:pt x="32" y="5"/>
                        <a:pt x="32" y="5"/>
                        <a:pt x="32" y="5"/>
                      </a:cubicBezTo>
                      <a:cubicBezTo>
                        <a:pt x="35" y="6"/>
                        <a:pt x="37" y="9"/>
                        <a:pt x="37" y="12"/>
                      </a:cubicBezTo>
                      <a:cubicBezTo>
                        <a:pt x="36" y="14"/>
                        <a:pt x="34" y="16"/>
                        <a:pt x="32" y="1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32" name="Google Shape;1832;g3b23322d595_2_851"/>
                <p:cNvSpPr/>
                <p:nvPr/>
              </p:nvSpPr>
              <p:spPr>
                <a:xfrm>
                  <a:off x="-2572353" y="3735387"/>
                  <a:ext cx="34925" cy="26988"/>
                </a:xfrm>
                <a:custGeom>
                  <a:avLst/>
                  <a:gdLst/>
                  <a:ahLst/>
                  <a:cxnLst/>
                  <a:rect l="l" t="t" r="r" b="b"/>
                  <a:pathLst>
                    <a:path w="34" h="25" extrusionOk="0">
                      <a:moveTo>
                        <a:pt x="6" y="25"/>
                      </a:moveTo>
                      <a:cubicBezTo>
                        <a:pt x="4" y="25"/>
                        <a:pt x="2" y="24"/>
                        <a:pt x="1" y="22"/>
                      </a:cubicBezTo>
                      <a:cubicBezTo>
                        <a:pt x="0" y="19"/>
                        <a:pt x="0" y="16"/>
                        <a:pt x="3" y="14"/>
                      </a:cubicBezTo>
                      <a:cubicBezTo>
                        <a:pt x="25" y="2"/>
                        <a:pt x="25" y="2"/>
                        <a:pt x="25" y="2"/>
                      </a:cubicBezTo>
                      <a:cubicBezTo>
                        <a:pt x="28" y="0"/>
                        <a:pt x="31" y="1"/>
                        <a:pt x="33" y="4"/>
                      </a:cubicBezTo>
                      <a:cubicBezTo>
                        <a:pt x="34" y="6"/>
                        <a:pt x="33" y="9"/>
                        <a:pt x="31" y="11"/>
                      </a:cubicBezTo>
                      <a:cubicBezTo>
                        <a:pt x="9" y="24"/>
                        <a:pt x="9" y="24"/>
                        <a:pt x="9" y="24"/>
                      </a:cubicBezTo>
                      <a:cubicBezTo>
                        <a:pt x="8" y="24"/>
                        <a:pt x="7" y="25"/>
                        <a:pt x="6" y="2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33" name="Google Shape;1833;g3b23322d595_2_851"/>
                <p:cNvSpPr/>
                <p:nvPr/>
              </p:nvSpPr>
              <p:spPr>
                <a:xfrm>
                  <a:off x="-2435828" y="3735387"/>
                  <a:ext cx="34925" cy="26988"/>
                </a:xfrm>
                <a:custGeom>
                  <a:avLst/>
                  <a:gdLst/>
                  <a:ahLst/>
                  <a:cxnLst/>
                  <a:rect l="l" t="t" r="r" b="b"/>
                  <a:pathLst>
                    <a:path w="34" h="25" extrusionOk="0">
                      <a:moveTo>
                        <a:pt x="28" y="25"/>
                      </a:moveTo>
                      <a:cubicBezTo>
                        <a:pt x="27" y="25"/>
                        <a:pt x="26" y="24"/>
                        <a:pt x="25" y="24"/>
                      </a:cubicBezTo>
                      <a:cubicBezTo>
                        <a:pt x="3" y="11"/>
                        <a:pt x="3" y="11"/>
                        <a:pt x="3" y="11"/>
                      </a:cubicBezTo>
                      <a:cubicBezTo>
                        <a:pt x="0" y="9"/>
                        <a:pt x="0" y="6"/>
                        <a:pt x="1" y="4"/>
                      </a:cubicBezTo>
                      <a:cubicBezTo>
                        <a:pt x="3" y="1"/>
                        <a:pt x="6" y="0"/>
                        <a:pt x="9" y="2"/>
                      </a:cubicBezTo>
                      <a:cubicBezTo>
                        <a:pt x="31" y="14"/>
                        <a:pt x="31" y="14"/>
                        <a:pt x="31" y="14"/>
                      </a:cubicBezTo>
                      <a:cubicBezTo>
                        <a:pt x="33" y="16"/>
                        <a:pt x="34" y="19"/>
                        <a:pt x="33" y="22"/>
                      </a:cubicBezTo>
                      <a:cubicBezTo>
                        <a:pt x="32" y="24"/>
                        <a:pt x="30" y="25"/>
                        <a:pt x="28" y="2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34" name="Google Shape;1834;g3b23322d595_2_851"/>
                <p:cNvSpPr/>
                <p:nvPr/>
              </p:nvSpPr>
              <p:spPr>
                <a:xfrm>
                  <a:off x="-2429478" y="3687762"/>
                  <a:ext cx="39688" cy="15875"/>
                </a:xfrm>
                <a:custGeom>
                  <a:avLst/>
                  <a:gdLst/>
                  <a:ahLst/>
                  <a:cxnLst/>
                  <a:rect l="l" t="t" r="r" b="b"/>
                  <a:pathLst>
                    <a:path w="38" h="16" extrusionOk="0">
                      <a:moveTo>
                        <a:pt x="6" y="16"/>
                      </a:moveTo>
                      <a:cubicBezTo>
                        <a:pt x="4" y="16"/>
                        <a:pt x="1" y="14"/>
                        <a:pt x="1" y="12"/>
                      </a:cubicBezTo>
                      <a:cubicBezTo>
                        <a:pt x="0" y="9"/>
                        <a:pt x="2" y="6"/>
                        <a:pt x="5" y="5"/>
                      </a:cubicBezTo>
                      <a:cubicBezTo>
                        <a:pt x="31" y="1"/>
                        <a:pt x="31" y="1"/>
                        <a:pt x="31" y="1"/>
                      </a:cubicBezTo>
                      <a:cubicBezTo>
                        <a:pt x="34" y="0"/>
                        <a:pt x="37" y="2"/>
                        <a:pt x="37" y="5"/>
                      </a:cubicBezTo>
                      <a:cubicBezTo>
                        <a:pt x="38" y="8"/>
                        <a:pt x="36" y="11"/>
                        <a:pt x="33" y="12"/>
                      </a:cubicBezTo>
                      <a:cubicBezTo>
                        <a:pt x="7" y="16"/>
                        <a:pt x="7" y="16"/>
                        <a:pt x="7" y="16"/>
                      </a:cubicBezTo>
                      <a:cubicBezTo>
                        <a:pt x="7" y="16"/>
                        <a:pt x="7" y="16"/>
                        <a:pt x="6" y="1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35" name="Google Shape;1835;g3b23322d595_2_851"/>
                <p:cNvSpPr/>
                <p:nvPr/>
              </p:nvSpPr>
              <p:spPr>
                <a:xfrm>
                  <a:off x="-2450115" y="3632200"/>
                  <a:ext cx="28575" cy="33338"/>
                </a:xfrm>
                <a:custGeom>
                  <a:avLst/>
                  <a:gdLst/>
                  <a:ahLst/>
                  <a:cxnLst/>
                  <a:rect l="l" t="t" r="r" b="b"/>
                  <a:pathLst>
                    <a:path w="28" h="32" extrusionOk="0">
                      <a:moveTo>
                        <a:pt x="6" y="32"/>
                      </a:moveTo>
                      <a:cubicBezTo>
                        <a:pt x="4" y="32"/>
                        <a:pt x="3" y="31"/>
                        <a:pt x="2" y="30"/>
                      </a:cubicBezTo>
                      <a:cubicBezTo>
                        <a:pt x="0" y="28"/>
                        <a:pt x="0" y="25"/>
                        <a:pt x="1" y="22"/>
                      </a:cubicBezTo>
                      <a:cubicBezTo>
                        <a:pt x="18" y="3"/>
                        <a:pt x="18" y="3"/>
                        <a:pt x="18" y="3"/>
                      </a:cubicBezTo>
                      <a:cubicBezTo>
                        <a:pt x="20" y="1"/>
                        <a:pt x="23" y="0"/>
                        <a:pt x="26" y="2"/>
                      </a:cubicBezTo>
                      <a:cubicBezTo>
                        <a:pt x="28" y="4"/>
                        <a:pt x="28" y="8"/>
                        <a:pt x="26" y="10"/>
                      </a:cubicBezTo>
                      <a:cubicBezTo>
                        <a:pt x="10" y="30"/>
                        <a:pt x="10" y="30"/>
                        <a:pt x="10" y="30"/>
                      </a:cubicBezTo>
                      <a:cubicBezTo>
                        <a:pt x="9" y="31"/>
                        <a:pt x="7" y="32"/>
                        <a:pt x="6"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36" name="Google Shape;1836;g3b23322d595_2_851"/>
                <p:cNvSpPr/>
                <p:nvPr/>
              </p:nvSpPr>
              <p:spPr>
                <a:xfrm>
                  <a:off x="-2753328" y="3821112"/>
                  <a:ext cx="214313" cy="144463"/>
                </a:xfrm>
                <a:custGeom>
                  <a:avLst/>
                  <a:gdLst/>
                  <a:ahLst/>
                  <a:cxnLst/>
                  <a:rect l="l" t="t" r="r" b="b"/>
                  <a:pathLst>
                    <a:path w="205" h="139" extrusionOk="0">
                      <a:moveTo>
                        <a:pt x="133" y="139"/>
                      </a:moveTo>
                      <a:cubicBezTo>
                        <a:pt x="72" y="139"/>
                        <a:pt x="72" y="139"/>
                        <a:pt x="72" y="139"/>
                      </a:cubicBezTo>
                      <a:cubicBezTo>
                        <a:pt x="62" y="139"/>
                        <a:pt x="54" y="134"/>
                        <a:pt x="49" y="127"/>
                      </a:cubicBezTo>
                      <a:cubicBezTo>
                        <a:pt x="44" y="133"/>
                        <a:pt x="38" y="137"/>
                        <a:pt x="30" y="138"/>
                      </a:cubicBezTo>
                      <a:cubicBezTo>
                        <a:pt x="22" y="138"/>
                        <a:pt x="15" y="136"/>
                        <a:pt x="9" y="131"/>
                      </a:cubicBezTo>
                      <a:cubicBezTo>
                        <a:pt x="4" y="126"/>
                        <a:pt x="0" y="119"/>
                        <a:pt x="0" y="111"/>
                      </a:cubicBezTo>
                      <a:cubicBezTo>
                        <a:pt x="0" y="48"/>
                        <a:pt x="0" y="48"/>
                        <a:pt x="0" y="48"/>
                      </a:cubicBezTo>
                      <a:cubicBezTo>
                        <a:pt x="0" y="21"/>
                        <a:pt x="22" y="0"/>
                        <a:pt x="49" y="0"/>
                      </a:cubicBezTo>
                      <a:cubicBezTo>
                        <a:pt x="157" y="0"/>
                        <a:pt x="157" y="0"/>
                        <a:pt x="157" y="0"/>
                      </a:cubicBezTo>
                      <a:cubicBezTo>
                        <a:pt x="183" y="0"/>
                        <a:pt x="205" y="21"/>
                        <a:pt x="205" y="48"/>
                      </a:cubicBezTo>
                      <a:cubicBezTo>
                        <a:pt x="205" y="111"/>
                        <a:pt x="205" y="111"/>
                        <a:pt x="205" y="111"/>
                      </a:cubicBezTo>
                      <a:cubicBezTo>
                        <a:pt x="205" y="119"/>
                        <a:pt x="202" y="126"/>
                        <a:pt x="196" y="131"/>
                      </a:cubicBezTo>
                      <a:cubicBezTo>
                        <a:pt x="191" y="136"/>
                        <a:pt x="183" y="138"/>
                        <a:pt x="175" y="138"/>
                      </a:cubicBezTo>
                      <a:cubicBezTo>
                        <a:pt x="168" y="137"/>
                        <a:pt x="161" y="133"/>
                        <a:pt x="157" y="127"/>
                      </a:cubicBezTo>
                      <a:cubicBezTo>
                        <a:pt x="151" y="134"/>
                        <a:pt x="143" y="139"/>
                        <a:pt x="133" y="139"/>
                      </a:cubicBezTo>
                      <a:close/>
                      <a:moveTo>
                        <a:pt x="49" y="105"/>
                      </a:moveTo>
                      <a:cubicBezTo>
                        <a:pt x="52" y="105"/>
                        <a:pt x="54" y="107"/>
                        <a:pt x="54" y="110"/>
                      </a:cubicBezTo>
                      <a:cubicBezTo>
                        <a:pt x="54" y="120"/>
                        <a:pt x="62" y="128"/>
                        <a:pt x="72" y="128"/>
                      </a:cubicBezTo>
                      <a:cubicBezTo>
                        <a:pt x="133" y="128"/>
                        <a:pt x="133" y="128"/>
                        <a:pt x="133" y="128"/>
                      </a:cubicBezTo>
                      <a:cubicBezTo>
                        <a:pt x="143" y="128"/>
                        <a:pt x="151" y="120"/>
                        <a:pt x="151" y="110"/>
                      </a:cubicBezTo>
                      <a:cubicBezTo>
                        <a:pt x="151" y="107"/>
                        <a:pt x="154" y="105"/>
                        <a:pt x="157" y="105"/>
                      </a:cubicBezTo>
                      <a:cubicBezTo>
                        <a:pt x="157" y="105"/>
                        <a:pt x="157" y="105"/>
                        <a:pt x="157" y="105"/>
                      </a:cubicBezTo>
                      <a:cubicBezTo>
                        <a:pt x="160" y="105"/>
                        <a:pt x="162" y="107"/>
                        <a:pt x="162" y="110"/>
                      </a:cubicBezTo>
                      <a:cubicBezTo>
                        <a:pt x="162" y="119"/>
                        <a:pt x="168" y="126"/>
                        <a:pt x="176" y="127"/>
                      </a:cubicBezTo>
                      <a:cubicBezTo>
                        <a:pt x="181" y="127"/>
                        <a:pt x="185" y="126"/>
                        <a:pt x="189" y="123"/>
                      </a:cubicBezTo>
                      <a:cubicBezTo>
                        <a:pt x="192" y="120"/>
                        <a:pt x="194" y="115"/>
                        <a:pt x="194" y="111"/>
                      </a:cubicBezTo>
                      <a:cubicBezTo>
                        <a:pt x="194" y="48"/>
                        <a:pt x="194" y="48"/>
                        <a:pt x="194" y="48"/>
                      </a:cubicBezTo>
                      <a:cubicBezTo>
                        <a:pt x="194" y="27"/>
                        <a:pt x="177" y="11"/>
                        <a:pt x="157" y="11"/>
                      </a:cubicBezTo>
                      <a:cubicBezTo>
                        <a:pt x="49" y="11"/>
                        <a:pt x="49" y="11"/>
                        <a:pt x="49" y="11"/>
                      </a:cubicBezTo>
                      <a:cubicBezTo>
                        <a:pt x="28" y="11"/>
                        <a:pt x="11" y="27"/>
                        <a:pt x="11" y="48"/>
                      </a:cubicBezTo>
                      <a:cubicBezTo>
                        <a:pt x="11" y="111"/>
                        <a:pt x="11" y="111"/>
                        <a:pt x="11" y="111"/>
                      </a:cubicBezTo>
                      <a:cubicBezTo>
                        <a:pt x="11" y="115"/>
                        <a:pt x="13" y="120"/>
                        <a:pt x="17" y="123"/>
                      </a:cubicBezTo>
                      <a:cubicBezTo>
                        <a:pt x="20" y="126"/>
                        <a:pt x="24" y="127"/>
                        <a:pt x="29" y="127"/>
                      </a:cubicBezTo>
                      <a:cubicBezTo>
                        <a:pt x="29" y="127"/>
                        <a:pt x="29" y="127"/>
                        <a:pt x="29" y="127"/>
                      </a:cubicBezTo>
                      <a:cubicBezTo>
                        <a:pt x="37" y="126"/>
                        <a:pt x="43" y="119"/>
                        <a:pt x="43" y="110"/>
                      </a:cubicBezTo>
                      <a:cubicBezTo>
                        <a:pt x="43" y="107"/>
                        <a:pt x="46" y="105"/>
                        <a:pt x="49" y="10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37" name="Google Shape;1837;g3b23322d595_2_851"/>
                <p:cNvSpPr/>
                <p:nvPr/>
              </p:nvSpPr>
              <p:spPr>
                <a:xfrm>
                  <a:off x="-2707290" y="3821112"/>
                  <a:ext cx="122238" cy="11113"/>
                </a:xfrm>
                <a:custGeom>
                  <a:avLst/>
                  <a:gdLst/>
                  <a:ahLst/>
                  <a:cxnLst/>
                  <a:rect l="l" t="t" r="r" b="b"/>
                  <a:pathLst>
                    <a:path w="119" h="11" extrusionOk="0">
                      <a:moveTo>
                        <a:pt x="114" y="11"/>
                      </a:moveTo>
                      <a:cubicBezTo>
                        <a:pt x="6" y="11"/>
                        <a:pt x="6" y="11"/>
                        <a:pt x="6" y="11"/>
                      </a:cubicBezTo>
                      <a:cubicBezTo>
                        <a:pt x="3" y="11"/>
                        <a:pt x="0" y="8"/>
                        <a:pt x="0" y="5"/>
                      </a:cubicBezTo>
                      <a:cubicBezTo>
                        <a:pt x="0" y="2"/>
                        <a:pt x="3" y="0"/>
                        <a:pt x="6" y="0"/>
                      </a:cubicBezTo>
                      <a:cubicBezTo>
                        <a:pt x="114" y="0"/>
                        <a:pt x="114" y="0"/>
                        <a:pt x="114" y="0"/>
                      </a:cubicBezTo>
                      <a:cubicBezTo>
                        <a:pt x="117" y="0"/>
                        <a:pt x="119" y="2"/>
                        <a:pt x="119" y="5"/>
                      </a:cubicBezTo>
                      <a:cubicBezTo>
                        <a:pt x="119" y="8"/>
                        <a:pt x="117" y="11"/>
                        <a:pt x="114" y="1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38" name="Google Shape;1838;g3b23322d595_2_851"/>
                <p:cNvSpPr/>
                <p:nvPr/>
              </p:nvSpPr>
              <p:spPr>
                <a:xfrm>
                  <a:off x="-2707290" y="3902075"/>
                  <a:ext cx="11113" cy="39688"/>
                </a:xfrm>
                <a:custGeom>
                  <a:avLst/>
                  <a:gdLst/>
                  <a:ahLst/>
                  <a:cxnLst/>
                  <a:rect l="l" t="t" r="r" b="b"/>
                  <a:pathLst>
                    <a:path w="11" h="39" extrusionOk="0">
                      <a:moveTo>
                        <a:pt x="6" y="39"/>
                      </a:moveTo>
                      <a:cubicBezTo>
                        <a:pt x="3" y="39"/>
                        <a:pt x="0" y="36"/>
                        <a:pt x="0" y="33"/>
                      </a:cubicBezTo>
                      <a:cubicBezTo>
                        <a:pt x="0" y="6"/>
                        <a:pt x="0" y="6"/>
                        <a:pt x="0" y="6"/>
                      </a:cubicBezTo>
                      <a:cubicBezTo>
                        <a:pt x="0" y="3"/>
                        <a:pt x="3" y="0"/>
                        <a:pt x="6" y="0"/>
                      </a:cubicBezTo>
                      <a:cubicBezTo>
                        <a:pt x="9" y="0"/>
                        <a:pt x="11" y="3"/>
                        <a:pt x="11" y="6"/>
                      </a:cubicBezTo>
                      <a:cubicBezTo>
                        <a:pt x="11" y="33"/>
                        <a:pt x="11" y="33"/>
                        <a:pt x="11" y="33"/>
                      </a:cubicBezTo>
                      <a:cubicBezTo>
                        <a:pt x="11" y="36"/>
                        <a:pt x="9" y="39"/>
                        <a:pt x="6" y="39"/>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39" name="Google Shape;1839;g3b23322d595_2_851"/>
                <p:cNvSpPr/>
                <p:nvPr/>
              </p:nvSpPr>
              <p:spPr>
                <a:xfrm>
                  <a:off x="-2596165" y="3902075"/>
                  <a:ext cx="11113" cy="39688"/>
                </a:xfrm>
                <a:custGeom>
                  <a:avLst/>
                  <a:gdLst/>
                  <a:ahLst/>
                  <a:cxnLst/>
                  <a:rect l="l" t="t" r="r" b="b"/>
                  <a:pathLst>
                    <a:path w="11" h="39" extrusionOk="0">
                      <a:moveTo>
                        <a:pt x="6" y="39"/>
                      </a:moveTo>
                      <a:cubicBezTo>
                        <a:pt x="3" y="39"/>
                        <a:pt x="0" y="36"/>
                        <a:pt x="0" y="33"/>
                      </a:cubicBezTo>
                      <a:cubicBezTo>
                        <a:pt x="0" y="6"/>
                        <a:pt x="0" y="6"/>
                        <a:pt x="0" y="6"/>
                      </a:cubicBezTo>
                      <a:cubicBezTo>
                        <a:pt x="0" y="3"/>
                        <a:pt x="3" y="0"/>
                        <a:pt x="6" y="0"/>
                      </a:cubicBezTo>
                      <a:cubicBezTo>
                        <a:pt x="9" y="0"/>
                        <a:pt x="11" y="3"/>
                        <a:pt x="11" y="6"/>
                      </a:cubicBezTo>
                      <a:cubicBezTo>
                        <a:pt x="11" y="33"/>
                        <a:pt x="11" y="33"/>
                        <a:pt x="11" y="33"/>
                      </a:cubicBezTo>
                      <a:cubicBezTo>
                        <a:pt x="11" y="36"/>
                        <a:pt x="9" y="39"/>
                        <a:pt x="6" y="39"/>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40" name="Google Shape;1840;g3b23322d595_2_851"/>
                <p:cNvSpPr/>
                <p:nvPr/>
              </p:nvSpPr>
              <p:spPr>
                <a:xfrm>
                  <a:off x="-2689828" y="3714750"/>
                  <a:ext cx="87313" cy="87313"/>
                </a:xfrm>
                <a:custGeom>
                  <a:avLst/>
                  <a:gdLst/>
                  <a:ahLst/>
                  <a:cxnLst/>
                  <a:rect l="l" t="t" r="r" b="b"/>
                  <a:pathLst>
                    <a:path w="83" h="84" extrusionOk="0">
                      <a:moveTo>
                        <a:pt x="42" y="84"/>
                      </a:moveTo>
                      <a:cubicBezTo>
                        <a:pt x="19" y="84"/>
                        <a:pt x="0" y="65"/>
                        <a:pt x="0" y="42"/>
                      </a:cubicBezTo>
                      <a:cubicBezTo>
                        <a:pt x="0" y="19"/>
                        <a:pt x="19" y="0"/>
                        <a:pt x="42" y="0"/>
                      </a:cubicBezTo>
                      <a:cubicBezTo>
                        <a:pt x="65" y="0"/>
                        <a:pt x="83" y="19"/>
                        <a:pt x="83" y="42"/>
                      </a:cubicBezTo>
                      <a:cubicBezTo>
                        <a:pt x="83" y="65"/>
                        <a:pt x="65" y="84"/>
                        <a:pt x="42" y="84"/>
                      </a:cubicBezTo>
                      <a:close/>
                      <a:moveTo>
                        <a:pt x="42" y="11"/>
                      </a:moveTo>
                      <a:cubicBezTo>
                        <a:pt x="25" y="11"/>
                        <a:pt x="11" y="25"/>
                        <a:pt x="11" y="42"/>
                      </a:cubicBezTo>
                      <a:cubicBezTo>
                        <a:pt x="11" y="59"/>
                        <a:pt x="25" y="73"/>
                        <a:pt x="42" y="73"/>
                      </a:cubicBezTo>
                      <a:cubicBezTo>
                        <a:pt x="59" y="73"/>
                        <a:pt x="72" y="59"/>
                        <a:pt x="72" y="42"/>
                      </a:cubicBezTo>
                      <a:cubicBezTo>
                        <a:pt x="72" y="25"/>
                        <a:pt x="59" y="11"/>
                        <a:pt x="42" y="1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grpSp>
        </p:grpSp>
      </p:grpSp>
      <p:grpSp>
        <p:nvGrpSpPr>
          <p:cNvPr id="9" name="Group 8">
            <a:extLst>
              <a:ext uri="{FF2B5EF4-FFF2-40B4-BE49-F238E27FC236}">
                <a16:creationId xmlns:a16="http://schemas.microsoft.com/office/drawing/2014/main" id="{10AEAEA6-06DF-4347-E18A-9A0230E6CB75}"/>
              </a:ext>
            </a:extLst>
          </p:cNvPr>
          <p:cNvGrpSpPr/>
          <p:nvPr/>
        </p:nvGrpSpPr>
        <p:grpSpPr>
          <a:xfrm>
            <a:off x="2978162" y="4476376"/>
            <a:ext cx="6257019" cy="521502"/>
            <a:chOff x="2956819" y="4874655"/>
            <a:chExt cx="6257019" cy="521502"/>
          </a:xfrm>
        </p:grpSpPr>
        <p:sp>
          <p:nvSpPr>
            <p:cNvPr id="1816" name="Google Shape;1816;g3b23322d595_2_851"/>
            <p:cNvSpPr/>
            <p:nvPr/>
          </p:nvSpPr>
          <p:spPr>
            <a:xfrm>
              <a:off x="3584933" y="4874655"/>
              <a:ext cx="5628905" cy="521501"/>
            </a:xfrm>
            <a:prstGeom prst="rect">
              <a:avLst/>
            </a:prstGeom>
            <a:noFill/>
            <a:ln>
              <a:noFill/>
            </a:ln>
          </p:spPr>
          <p:txBody>
            <a:bodyPr spcFirstLastPara="1" wrap="square" lIns="0" tIns="45700" rIns="0"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100" b="1" i="0" u="none" strike="noStrike" cap="none" noProof="0">
                  <a:solidFill>
                    <a:srgbClr val="000000"/>
                  </a:solidFill>
                  <a:latin typeface="IBM Plex Sans"/>
                  <a:ea typeface="IBM Plex Sans"/>
                  <a:cs typeface="IBM Plex Sans"/>
                  <a:sym typeface="IBM Plex Sans"/>
                </a:rPr>
                <a:t>AI is becoming embedded into workflows</a:t>
              </a:r>
              <a:endParaRPr lang="en-US" sz="1100" b="0" i="0" u="none" strike="noStrike" cap="none" noProof="0">
                <a:solidFill>
                  <a:srgbClr val="000000"/>
                </a:solidFill>
                <a:latin typeface="IBM Plex Sans"/>
                <a:ea typeface="IBM Plex Sans"/>
                <a:cs typeface="IBM Plex Sans"/>
                <a:sym typeface="IBM Plex Sans"/>
              </a:endParaRPr>
            </a:p>
            <a:p>
              <a:pPr>
                <a:buSzPts val="1400"/>
              </a:pPr>
              <a:r>
                <a:rPr lang="en-US" sz="1100" b="0" i="0" u="none" strike="noStrike" cap="none" noProof="0">
                  <a:solidFill>
                    <a:srgbClr val="000000"/>
                  </a:solidFill>
                  <a:latin typeface="IBM Plex Sans"/>
                  <a:ea typeface="IBM Plex Sans"/>
                  <a:cs typeface="IBM Plex Sans"/>
                  <a:sym typeface="IBM Plex Sans"/>
                </a:rPr>
                <a:t>AI is no longer a standalone product, it is being integrated </a:t>
              </a:r>
              <a:r>
                <a:rPr lang="en-US" sz="1100" noProof="0">
                  <a:latin typeface="IBM Plex Sans"/>
                  <a:ea typeface="IBM Plex Sans"/>
                  <a:cs typeface="IBM Plex Sans"/>
                  <a:sym typeface="IBM Plex Sans"/>
                </a:rPr>
                <a:t>into</a:t>
              </a:r>
              <a:r>
                <a:rPr lang="en-US" sz="1100" b="0" i="0" u="none" strike="noStrike" cap="none" noProof="0">
                  <a:solidFill>
                    <a:srgbClr val="000000"/>
                  </a:solidFill>
                  <a:latin typeface="IBM Plex Sans"/>
                  <a:ea typeface="IBM Plex Sans"/>
                  <a:cs typeface="IBM Plex Sans"/>
                  <a:sym typeface="IBM Plex Sans"/>
                </a:rPr>
                <a:t> </a:t>
              </a:r>
              <a:r>
                <a:rPr lang="en-US" sz="1100" noProof="0">
                  <a:latin typeface="IBM Plex Sans"/>
                  <a:ea typeface="IBM Plex Sans"/>
                  <a:cs typeface="IBM Plex Sans"/>
                  <a:sym typeface="IBM Plex Sans"/>
                </a:rPr>
                <a:t>operating systems</a:t>
              </a:r>
              <a:r>
                <a:rPr lang="en-US" sz="1100" b="0" i="0" u="none" strike="noStrike" cap="none" noProof="0">
                  <a:solidFill>
                    <a:srgbClr val="000000"/>
                  </a:solidFill>
                  <a:latin typeface="IBM Plex Sans"/>
                  <a:ea typeface="IBM Plex Sans"/>
                  <a:cs typeface="IBM Plex Sans"/>
                  <a:sym typeface="IBM Plex Sans"/>
                </a:rPr>
                <a:t>, browsers, </a:t>
              </a:r>
              <a:r>
                <a:rPr lang="en-US" sz="1100" noProof="0">
                  <a:latin typeface="IBM Plex Sans"/>
                  <a:ea typeface="IBM Plex Sans"/>
                  <a:cs typeface="IBM Plex Sans"/>
                  <a:sym typeface="IBM Plex Sans"/>
                </a:rPr>
                <a:t>productivity</a:t>
              </a:r>
              <a:r>
                <a:rPr lang="en-US" sz="1100" b="0" i="0" u="none" strike="noStrike" cap="none" noProof="0">
                  <a:solidFill>
                    <a:srgbClr val="000000"/>
                  </a:solidFill>
                  <a:latin typeface="IBM Plex Sans"/>
                  <a:ea typeface="IBM Plex Sans"/>
                  <a:cs typeface="IBM Plex Sans"/>
                  <a:sym typeface="IBM Plex Sans"/>
                </a:rPr>
                <a:t> suites, CRM, e-commerce, </a:t>
              </a:r>
              <a:r>
                <a:rPr lang="en-US" sz="1100" noProof="0">
                  <a:latin typeface="IBM Plex Sans"/>
                  <a:ea typeface="IBM Plex Sans"/>
                  <a:cs typeface="IBM Plex Sans"/>
                  <a:sym typeface="IBM Plex Sans"/>
                </a:rPr>
                <a:t>and marketing</a:t>
              </a:r>
              <a:r>
                <a:rPr lang="en-US" sz="1100" b="0" i="0" u="none" strike="noStrike" cap="none" noProof="0">
                  <a:solidFill>
                    <a:srgbClr val="000000"/>
                  </a:solidFill>
                  <a:latin typeface="IBM Plex Sans"/>
                  <a:ea typeface="IBM Plex Sans"/>
                  <a:cs typeface="IBM Plex Sans"/>
                  <a:sym typeface="IBM Plex Sans"/>
                </a:rPr>
                <a:t> tools </a:t>
              </a:r>
            </a:p>
          </p:txBody>
        </p:sp>
        <p:grpSp>
          <p:nvGrpSpPr>
            <p:cNvPr id="1852" name="Google Shape;1852;g3b23322d595_2_851"/>
            <p:cNvGrpSpPr/>
            <p:nvPr/>
          </p:nvGrpSpPr>
          <p:grpSpPr>
            <a:xfrm>
              <a:off x="2956819" y="4874655"/>
              <a:ext cx="521502" cy="521502"/>
              <a:chOff x="2927323" y="5568525"/>
              <a:chExt cx="521502" cy="521502"/>
            </a:xfrm>
          </p:grpSpPr>
          <p:sp>
            <p:nvSpPr>
              <p:cNvPr id="1853" name="Google Shape;1853;g3b23322d595_2_851"/>
              <p:cNvSpPr/>
              <p:nvPr/>
            </p:nvSpPr>
            <p:spPr>
              <a:xfrm>
                <a:off x="2927323" y="5568525"/>
                <a:ext cx="521502" cy="521502"/>
              </a:xfrm>
              <a:prstGeom prst="ellipse">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Arial"/>
                  <a:ea typeface="Arial"/>
                  <a:cs typeface="Arial"/>
                  <a:sym typeface="Arial"/>
                </a:endParaRPr>
              </a:p>
            </p:txBody>
          </p:sp>
          <p:grpSp>
            <p:nvGrpSpPr>
              <p:cNvPr id="1854" name="Google Shape;1854;g3b23322d595_2_851"/>
              <p:cNvGrpSpPr/>
              <p:nvPr/>
            </p:nvGrpSpPr>
            <p:grpSpPr>
              <a:xfrm>
                <a:off x="3046594" y="5693374"/>
                <a:ext cx="283003" cy="271804"/>
                <a:chOff x="3032016" y="5671456"/>
                <a:chExt cx="311301" cy="298984"/>
              </a:xfrm>
            </p:grpSpPr>
            <p:sp>
              <p:nvSpPr>
                <p:cNvPr id="1855" name="Google Shape;1855;g3b23322d595_2_851"/>
                <p:cNvSpPr/>
                <p:nvPr/>
              </p:nvSpPr>
              <p:spPr>
                <a:xfrm>
                  <a:off x="3032016" y="5675332"/>
                  <a:ext cx="77522" cy="77522"/>
                </a:xfrm>
                <a:prstGeom prst="ellipse">
                  <a:avLst/>
                </a:prstGeom>
                <a:noFill/>
                <a:ln w="12700"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856" name="Google Shape;1856;g3b23322d595_2_851"/>
                <p:cNvSpPr/>
                <p:nvPr/>
              </p:nvSpPr>
              <p:spPr>
                <a:xfrm>
                  <a:off x="3258043" y="5671456"/>
                  <a:ext cx="85274" cy="85274"/>
                </a:xfrm>
                <a:prstGeom prst="diamond">
                  <a:avLst/>
                </a:prstGeom>
                <a:noFill/>
                <a:ln w="12700"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857" name="Google Shape;1857;g3b23322d595_2_851"/>
                <p:cNvSpPr/>
                <p:nvPr/>
              </p:nvSpPr>
              <p:spPr>
                <a:xfrm>
                  <a:off x="3261919" y="5892918"/>
                  <a:ext cx="77522" cy="77522"/>
                </a:xfrm>
                <a:prstGeom prst="ellipse">
                  <a:avLst/>
                </a:prstGeom>
                <a:noFill/>
                <a:ln w="12700"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1858" name="Google Shape;1858;g3b23322d595_2_851"/>
                <p:cNvSpPr/>
                <p:nvPr/>
              </p:nvSpPr>
              <p:spPr>
                <a:xfrm>
                  <a:off x="3032016" y="5892918"/>
                  <a:ext cx="77522" cy="77522"/>
                </a:xfrm>
                <a:prstGeom prst="rect">
                  <a:avLst/>
                </a:prstGeom>
                <a:noFill/>
                <a:ln w="12700"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Arial"/>
                    <a:ea typeface="Arial"/>
                    <a:cs typeface="Arial"/>
                    <a:sym typeface="Arial"/>
                  </a:endParaRPr>
                </a:p>
              </p:txBody>
            </p:sp>
            <p:cxnSp>
              <p:nvCxnSpPr>
                <p:cNvPr id="1859" name="Google Shape;1859;g3b23322d595_2_851"/>
                <p:cNvCxnSpPr/>
                <p:nvPr/>
              </p:nvCxnSpPr>
              <p:spPr>
                <a:xfrm>
                  <a:off x="3145933" y="5714094"/>
                  <a:ext cx="81265" cy="0"/>
                </a:xfrm>
                <a:prstGeom prst="straightConnector1">
                  <a:avLst/>
                </a:prstGeom>
                <a:noFill/>
                <a:ln w="12700" cap="flat" cmpd="sng">
                  <a:solidFill>
                    <a:schemeClr val="lt1"/>
                  </a:solidFill>
                  <a:prstDash val="solid"/>
                  <a:round/>
                  <a:headEnd type="none" w="sm" len="sm"/>
                  <a:tailEnd type="triangle" w="sm" len="sm"/>
                </a:ln>
              </p:spPr>
            </p:cxnSp>
            <p:cxnSp>
              <p:nvCxnSpPr>
                <p:cNvPr id="1860" name="Google Shape;1860;g3b23322d595_2_851"/>
                <p:cNvCxnSpPr/>
                <p:nvPr/>
              </p:nvCxnSpPr>
              <p:spPr>
                <a:xfrm rot="10800000">
                  <a:off x="3145933" y="5931680"/>
                  <a:ext cx="81265" cy="0"/>
                </a:xfrm>
                <a:prstGeom prst="straightConnector1">
                  <a:avLst/>
                </a:prstGeom>
                <a:noFill/>
                <a:ln w="12700" cap="flat" cmpd="sng">
                  <a:solidFill>
                    <a:schemeClr val="lt1"/>
                  </a:solidFill>
                  <a:prstDash val="solid"/>
                  <a:round/>
                  <a:headEnd type="none" w="sm" len="sm"/>
                  <a:tailEnd type="triangle" w="sm" len="sm"/>
                </a:ln>
              </p:spPr>
            </p:cxnSp>
            <p:cxnSp>
              <p:nvCxnSpPr>
                <p:cNvPr id="1861" name="Google Shape;1861;g3b23322d595_2_851"/>
                <p:cNvCxnSpPr/>
                <p:nvPr/>
              </p:nvCxnSpPr>
              <p:spPr>
                <a:xfrm rot="5400000">
                  <a:off x="3260049" y="5825232"/>
                  <a:ext cx="81265" cy="0"/>
                </a:xfrm>
                <a:prstGeom prst="straightConnector1">
                  <a:avLst/>
                </a:prstGeom>
                <a:noFill/>
                <a:ln w="12700" cap="flat" cmpd="sng">
                  <a:solidFill>
                    <a:schemeClr val="lt1"/>
                  </a:solidFill>
                  <a:prstDash val="solid"/>
                  <a:round/>
                  <a:headEnd type="none" w="sm" len="sm"/>
                  <a:tailEnd type="triangle" w="sm" len="sm"/>
                </a:ln>
              </p:spPr>
            </p:cxnSp>
          </p:grpSp>
        </p:grpSp>
      </p:grpSp>
      <p:sp>
        <p:nvSpPr>
          <p:cNvPr id="6" name="Google Shape;1653;g3b23322d595_2_700">
            <a:extLst>
              <a:ext uri="{FF2B5EF4-FFF2-40B4-BE49-F238E27FC236}">
                <a16:creationId xmlns:a16="http://schemas.microsoft.com/office/drawing/2014/main" id="{753381DD-4563-1009-AF20-547DDEED7DC0}"/>
              </a:ext>
            </a:extLst>
          </p:cNvPr>
          <p:cNvSpPr txBox="1"/>
          <p:nvPr/>
        </p:nvSpPr>
        <p:spPr>
          <a:xfrm>
            <a:off x="450091" y="5671889"/>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noProof="0">
                <a:solidFill>
                  <a:schemeClr val="dk1"/>
                </a:solidFill>
                <a:latin typeface="IBM Plex Sans"/>
                <a:sym typeface="IBM Plex Sans"/>
              </a:rPr>
              <a:t>AI players are overestimating applications and impact today, but the market will likely rebalance into a more sustainable structure</a:t>
            </a:r>
            <a:endParaRPr lang="en-US" b="0" i="0" u="none" strike="noStrike" cap="none" noProof="0">
              <a:solidFill>
                <a:schemeClr val="dk1"/>
              </a:solidFill>
              <a:latin typeface="IBM Plex Sans"/>
              <a:sym typeface="Arial"/>
            </a:endParaRPr>
          </a:p>
        </p:txBody>
      </p:sp>
      <p:grpSp>
        <p:nvGrpSpPr>
          <p:cNvPr id="12" name="Group 11">
            <a:extLst>
              <a:ext uri="{FF2B5EF4-FFF2-40B4-BE49-F238E27FC236}">
                <a16:creationId xmlns:a16="http://schemas.microsoft.com/office/drawing/2014/main" id="{64C8EECD-CBFD-A0E5-64C9-C736D5D5816A}"/>
              </a:ext>
            </a:extLst>
          </p:cNvPr>
          <p:cNvGrpSpPr/>
          <p:nvPr/>
        </p:nvGrpSpPr>
        <p:grpSpPr>
          <a:xfrm>
            <a:off x="2978162" y="5098705"/>
            <a:ext cx="6257019" cy="521502"/>
            <a:chOff x="2956819" y="5529214"/>
            <a:chExt cx="6257019" cy="521502"/>
          </a:xfrm>
        </p:grpSpPr>
        <p:sp>
          <p:nvSpPr>
            <p:cNvPr id="13" name="Google Shape;1815;g3b23322d595_2_851"/>
            <p:cNvSpPr/>
            <p:nvPr/>
          </p:nvSpPr>
          <p:spPr>
            <a:xfrm>
              <a:off x="3584933" y="5529214"/>
              <a:ext cx="5628905" cy="521501"/>
            </a:xfrm>
            <a:prstGeom prst="rect">
              <a:avLst/>
            </a:prstGeom>
            <a:noFill/>
            <a:ln>
              <a:noFill/>
            </a:ln>
          </p:spPr>
          <p:txBody>
            <a:bodyPr spcFirstLastPara="1" wrap="square" lIns="0" tIns="45700" rIns="0"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100" b="1" i="0" u="none" strike="noStrike" cap="none" noProof="0">
                  <a:solidFill>
                    <a:srgbClr val="000000"/>
                  </a:solidFill>
                  <a:latin typeface="IBM Plex Sans"/>
                  <a:ea typeface="IBM Plex Sans"/>
                  <a:cs typeface="IBM Plex Sans"/>
                  <a:sym typeface="IBM Plex Sans"/>
                </a:rPr>
                <a:t>Strategic upside is significant</a:t>
              </a:r>
              <a:endParaRPr lang="en-US" sz="11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1400"/>
                <a:buFont typeface="Arial"/>
                <a:buNone/>
              </a:pPr>
              <a:r>
                <a:rPr lang="en-US" sz="1100" b="0" i="0" u="none" strike="noStrike" cap="none" noProof="0">
                  <a:solidFill>
                    <a:srgbClr val="000000"/>
                  </a:solidFill>
                  <a:latin typeface="IBM Plex Sans"/>
                  <a:ea typeface="IBM Plex Sans"/>
                  <a:cs typeface="IBM Plex Sans"/>
                  <a:sym typeface="IBM Plex Sans"/>
                </a:rPr>
                <a:t>AI unlocks new revenue streams and markets, and even if the business case is unproven, the option value is significant </a:t>
              </a:r>
            </a:p>
          </p:txBody>
        </p:sp>
        <p:grpSp>
          <p:nvGrpSpPr>
            <p:cNvPr id="14" name="Google Shape;1841;g3b23322d595_2_851"/>
            <p:cNvGrpSpPr/>
            <p:nvPr/>
          </p:nvGrpSpPr>
          <p:grpSpPr>
            <a:xfrm>
              <a:off x="2956819" y="5529214"/>
              <a:ext cx="521502" cy="521502"/>
              <a:chOff x="2927323" y="4913966"/>
              <a:chExt cx="521502" cy="521502"/>
            </a:xfrm>
          </p:grpSpPr>
          <p:sp>
            <p:nvSpPr>
              <p:cNvPr id="15" name="Google Shape;1842;g3b23322d595_2_851"/>
              <p:cNvSpPr/>
              <p:nvPr/>
            </p:nvSpPr>
            <p:spPr>
              <a:xfrm>
                <a:off x="2927323" y="4913966"/>
                <a:ext cx="521502" cy="521502"/>
              </a:xfrm>
              <a:prstGeom prst="ellipse">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Arial"/>
                  <a:ea typeface="Arial"/>
                  <a:cs typeface="Arial"/>
                  <a:sym typeface="Arial"/>
                </a:endParaRPr>
              </a:p>
            </p:txBody>
          </p:sp>
          <p:grpSp>
            <p:nvGrpSpPr>
              <p:cNvPr id="16" name="Google Shape;1843;g3b23322d595_2_851"/>
              <p:cNvGrpSpPr/>
              <p:nvPr/>
            </p:nvGrpSpPr>
            <p:grpSpPr>
              <a:xfrm>
                <a:off x="3031174" y="5053474"/>
                <a:ext cx="313800" cy="242604"/>
                <a:chOff x="10575925" y="2800351"/>
                <a:chExt cx="188913" cy="146050"/>
              </a:xfrm>
            </p:grpSpPr>
            <p:sp>
              <p:nvSpPr>
                <p:cNvPr id="17" name="Google Shape;1844;g3b23322d595_2_851"/>
                <p:cNvSpPr/>
                <p:nvPr/>
              </p:nvSpPr>
              <p:spPr>
                <a:xfrm>
                  <a:off x="10575925" y="2940051"/>
                  <a:ext cx="188913" cy="6350"/>
                </a:xfrm>
                <a:custGeom>
                  <a:avLst/>
                  <a:gdLst/>
                  <a:ahLst/>
                  <a:cxnLst/>
                  <a:rect l="l" t="t" r="r" b="b"/>
                  <a:pathLst>
                    <a:path w="430" h="13" extrusionOk="0">
                      <a:moveTo>
                        <a:pt x="424" y="13"/>
                      </a:moveTo>
                      <a:cubicBezTo>
                        <a:pt x="7" y="13"/>
                        <a:pt x="7" y="13"/>
                        <a:pt x="7" y="13"/>
                      </a:cubicBezTo>
                      <a:cubicBezTo>
                        <a:pt x="3" y="13"/>
                        <a:pt x="0" y="10"/>
                        <a:pt x="0" y="7"/>
                      </a:cubicBezTo>
                      <a:cubicBezTo>
                        <a:pt x="0" y="3"/>
                        <a:pt x="3" y="0"/>
                        <a:pt x="7" y="0"/>
                      </a:cubicBezTo>
                      <a:cubicBezTo>
                        <a:pt x="424" y="0"/>
                        <a:pt x="424" y="0"/>
                        <a:pt x="424" y="0"/>
                      </a:cubicBezTo>
                      <a:cubicBezTo>
                        <a:pt x="427" y="0"/>
                        <a:pt x="430" y="3"/>
                        <a:pt x="430" y="7"/>
                      </a:cubicBezTo>
                      <a:cubicBezTo>
                        <a:pt x="430" y="10"/>
                        <a:pt x="427" y="13"/>
                        <a:pt x="424" y="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8" name="Google Shape;1845;g3b23322d595_2_851"/>
                <p:cNvSpPr/>
                <p:nvPr/>
              </p:nvSpPr>
              <p:spPr>
                <a:xfrm>
                  <a:off x="10575925" y="2805113"/>
                  <a:ext cx="6350" cy="141288"/>
                </a:xfrm>
                <a:custGeom>
                  <a:avLst/>
                  <a:gdLst/>
                  <a:ahLst/>
                  <a:cxnLst/>
                  <a:rect l="l" t="t" r="r" b="b"/>
                  <a:pathLst>
                    <a:path w="13" h="322" extrusionOk="0">
                      <a:moveTo>
                        <a:pt x="7" y="322"/>
                      </a:moveTo>
                      <a:cubicBezTo>
                        <a:pt x="3" y="322"/>
                        <a:pt x="0" y="319"/>
                        <a:pt x="0" y="316"/>
                      </a:cubicBezTo>
                      <a:cubicBezTo>
                        <a:pt x="0" y="6"/>
                        <a:pt x="0" y="6"/>
                        <a:pt x="0" y="6"/>
                      </a:cubicBezTo>
                      <a:cubicBezTo>
                        <a:pt x="0" y="3"/>
                        <a:pt x="3" y="0"/>
                        <a:pt x="7" y="0"/>
                      </a:cubicBezTo>
                      <a:cubicBezTo>
                        <a:pt x="10" y="0"/>
                        <a:pt x="13" y="3"/>
                        <a:pt x="13" y="6"/>
                      </a:cubicBezTo>
                      <a:cubicBezTo>
                        <a:pt x="13" y="316"/>
                        <a:pt x="13" y="316"/>
                        <a:pt x="13" y="316"/>
                      </a:cubicBezTo>
                      <a:cubicBezTo>
                        <a:pt x="13" y="319"/>
                        <a:pt x="10" y="322"/>
                        <a:pt x="7" y="32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19" name="Google Shape;1846;g3b23322d595_2_851"/>
                <p:cNvSpPr/>
                <p:nvPr/>
              </p:nvSpPr>
              <p:spPr>
                <a:xfrm>
                  <a:off x="10591800" y="2906713"/>
                  <a:ext cx="33338" cy="26988"/>
                </a:xfrm>
                <a:custGeom>
                  <a:avLst/>
                  <a:gdLst/>
                  <a:ahLst/>
                  <a:cxnLst/>
                  <a:rect l="l" t="t" r="r" b="b"/>
                  <a:pathLst>
                    <a:path w="78" h="63" extrusionOk="0">
                      <a:moveTo>
                        <a:pt x="72" y="63"/>
                      </a:moveTo>
                      <a:cubicBezTo>
                        <a:pt x="7" y="63"/>
                        <a:pt x="7" y="63"/>
                        <a:pt x="7" y="63"/>
                      </a:cubicBezTo>
                      <a:cubicBezTo>
                        <a:pt x="3" y="63"/>
                        <a:pt x="0" y="60"/>
                        <a:pt x="0" y="57"/>
                      </a:cubicBezTo>
                      <a:cubicBezTo>
                        <a:pt x="0" y="7"/>
                        <a:pt x="0" y="7"/>
                        <a:pt x="0" y="7"/>
                      </a:cubicBezTo>
                      <a:cubicBezTo>
                        <a:pt x="0" y="3"/>
                        <a:pt x="3" y="0"/>
                        <a:pt x="7" y="0"/>
                      </a:cubicBezTo>
                      <a:cubicBezTo>
                        <a:pt x="72" y="0"/>
                        <a:pt x="72" y="0"/>
                        <a:pt x="72" y="0"/>
                      </a:cubicBezTo>
                      <a:cubicBezTo>
                        <a:pt x="75" y="0"/>
                        <a:pt x="78" y="3"/>
                        <a:pt x="78" y="7"/>
                      </a:cubicBezTo>
                      <a:cubicBezTo>
                        <a:pt x="78" y="57"/>
                        <a:pt x="78" y="57"/>
                        <a:pt x="78" y="57"/>
                      </a:cubicBezTo>
                      <a:cubicBezTo>
                        <a:pt x="78" y="60"/>
                        <a:pt x="75" y="63"/>
                        <a:pt x="72" y="63"/>
                      </a:cubicBezTo>
                      <a:close/>
                      <a:moveTo>
                        <a:pt x="13" y="51"/>
                      </a:moveTo>
                      <a:cubicBezTo>
                        <a:pt x="65" y="51"/>
                        <a:pt x="65" y="51"/>
                        <a:pt x="65" y="51"/>
                      </a:cubicBezTo>
                      <a:cubicBezTo>
                        <a:pt x="65" y="13"/>
                        <a:pt x="65" y="13"/>
                        <a:pt x="65" y="13"/>
                      </a:cubicBezTo>
                      <a:cubicBezTo>
                        <a:pt x="13" y="13"/>
                        <a:pt x="13" y="13"/>
                        <a:pt x="13" y="13"/>
                      </a:cubicBezTo>
                      <a:lnTo>
                        <a:pt x="13" y="51"/>
                      </a:ln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0" name="Google Shape;1847;g3b23322d595_2_851"/>
                <p:cNvSpPr/>
                <p:nvPr/>
              </p:nvSpPr>
              <p:spPr>
                <a:xfrm>
                  <a:off x="10633075" y="2886076"/>
                  <a:ext cx="33338" cy="47625"/>
                </a:xfrm>
                <a:custGeom>
                  <a:avLst/>
                  <a:gdLst/>
                  <a:ahLst/>
                  <a:cxnLst/>
                  <a:rect l="l" t="t" r="r" b="b"/>
                  <a:pathLst>
                    <a:path w="77" h="110" extrusionOk="0">
                      <a:moveTo>
                        <a:pt x="71" y="110"/>
                      </a:moveTo>
                      <a:cubicBezTo>
                        <a:pt x="6" y="110"/>
                        <a:pt x="6" y="110"/>
                        <a:pt x="6" y="110"/>
                      </a:cubicBezTo>
                      <a:cubicBezTo>
                        <a:pt x="2" y="110"/>
                        <a:pt x="0" y="107"/>
                        <a:pt x="0" y="104"/>
                      </a:cubicBezTo>
                      <a:cubicBezTo>
                        <a:pt x="0" y="7"/>
                        <a:pt x="0" y="7"/>
                        <a:pt x="0" y="7"/>
                      </a:cubicBezTo>
                      <a:cubicBezTo>
                        <a:pt x="0" y="3"/>
                        <a:pt x="2" y="0"/>
                        <a:pt x="6" y="0"/>
                      </a:cubicBezTo>
                      <a:cubicBezTo>
                        <a:pt x="71" y="0"/>
                        <a:pt x="71" y="0"/>
                        <a:pt x="71" y="0"/>
                      </a:cubicBezTo>
                      <a:cubicBezTo>
                        <a:pt x="74" y="0"/>
                        <a:pt x="77" y="3"/>
                        <a:pt x="77" y="7"/>
                      </a:cubicBezTo>
                      <a:cubicBezTo>
                        <a:pt x="77" y="104"/>
                        <a:pt x="77" y="104"/>
                        <a:pt x="77" y="104"/>
                      </a:cubicBezTo>
                      <a:cubicBezTo>
                        <a:pt x="77" y="107"/>
                        <a:pt x="74" y="110"/>
                        <a:pt x="71" y="110"/>
                      </a:cubicBezTo>
                      <a:close/>
                      <a:moveTo>
                        <a:pt x="12" y="98"/>
                      </a:moveTo>
                      <a:cubicBezTo>
                        <a:pt x="65" y="98"/>
                        <a:pt x="65" y="98"/>
                        <a:pt x="65" y="98"/>
                      </a:cubicBezTo>
                      <a:cubicBezTo>
                        <a:pt x="65" y="13"/>
                        <a:pt x="65" y="13"/>
                        <a:pt x="65" y="13"/>
                      </a:cubicBezTo>
                      <a:cubicBezTo>
                        <a:pt x="12" y="13"/>
                        <a:pt x="12" y="13"/>
                        <a:pt x="12" y="13"/>
                      </a:cubicBezTo>
                      <a:lnTo>
                        <a:pt x="12" y="98"/>
                      </a:ln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1" name="Google Shape;1848;g3b23322d595_2_851"/>
                <p:cNvSpPr/>
                <p:nvPr/>
              </p:nvSpPr>
              <p:spPr>
                <a:xfrm>
                  <a:off x="10674350" y="2865438"/>
                  <a:ext cx="33338" cy="68263"/>
                </a:xfrm>
                <a:custGeom>
                  <a:avLst/>
                  <a:gdLst/>
                  <a:ahLst/>
                  <a:cxnLst/>
                  <a:rect l="l" t="t" r="r" b="b"/>
                  <a:pathLst>
                    <a:path w="77" h="157" extrusionOk="0">
                      <a:moveTo>
                        <a:pt x="71" y="157"/>
                      </a:moveTo>
                      <a:cubicBezTo>
                        <a:pt x="6" y="157"/>
                        <a:pt x="6" y="157"/>
                        <a:pt x="6" y="157"/>
                      </a:cubicBezTo>
                      <a:cubicBezTo>
                        <a:pt x="2" y="157"/>
                        <a:pt x="0" y="154"/>
                        <a:pt x="0" y="151"/>
                      </a:cubicBezTo>
                      <a:cubicBezTo>
                        <a:pt x="0" y="6"/>
                        <a:pt x="0" y="6"/>
                        <a:pt x="0" y="6"/>
                      </a:cubicBezTo>
                      <a:cubicBezTo>
                        <a:pt x="0" y="3"/>
                        <a:pt x="2" y="0"/>
                        <a:pt x="6" y="0"/>
                      </a:cubicBezTo>
                      <a:cubicBezTo>
                        <a:pt x="71" y="0"/>
                        <a:pt x="71" y="0"/>
                        <a:pt x="71" y="0"/>
                      </a:cubicBezTo>
                      <a:cubicBezTo>
                        <a:pt x="74" y="0"/>
                        <a:pt x="77" y="3"/>
                        <a:pt x="77" y="6"/>
                      </a:cubicBezTo>
                      <a:cubicBezTo>
                        <a:pt x="77" y="151"/>
                        <a:pt x="77" y="151"/>
                        <a:pt x="77" y="151"/>
                      </a:cubicBezTo>
                      <a:cubicBezTo>
                        <a:pt x="77" y="154"/>
                        <a:pt x="74" y="157"/>
                        <a:pt x="71" y="157"/>
                      </a:cubicBezTo>
                      <a:close/>
                      <a:moveTo>
                        <a:pt x="12" y="145"/>
                      </a:moveTo>
                      <a:cubicBezTo>
                        <a:pt x="65" y="145"/>
                        <a:pt x="65" y="145"/>
                        <a:pt x="65" y="145"/>
                      </a:cubicBezTo>
                      <a:cubicBezTo>
                        <a:pt x="65" y="13"/>
                        <a:pt x="65" y="13"/>
                        <a:pt x="65" y="13"/>
                      </a:cubicBezTo>
                      <a:cubicBezTo>
                        <a:pt x="12" y="13"/>
                        <a:pt x="12" y="13"/>
                        <a:pt x="12" y="13"/>
                      </a:cubicBezTo>
                      <a:lnTo>
                        <a:pt x="12" y="145"/>
                      </a:ln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2" name="Google Shape;1849;g3b23322d595_2_851"/>
                <p:cNvSpPr/>
                <p:nvPr/>
              </p:nvSpPr>
              <p:spPr>
                <a:xfrm>
                  <a:off x="10715625" y="2844801"/>
                  <a:ext cx="33338" cy="88900"/>
                </a:xfrm>
                <a:custGeom>
                  <a:avLst/>
                  <a:gdLst/>
                  <a:ahLst/>
                  <a:cxnLst/>
                  <a:rect l="l" t="t" r="r" b="b"/>
                  <a:pathLst>
                    <a:path w="77" h="204" extrusionOk="0">
                      <a:moveTo>
                        <a:pt x="71" y="204"/>
                      </a:moveTo>
                      <a:cubicBezTo>
                        <a:pt x="6" y="204"/>
                        <a:pt x="6" y="204"/>
                        <a:pt x="6" y="204"/>
                      </a:cubicBezTo>
                      <a:cubicBezTo>
                        <a:pt x="3" y="204"/>
                        <a:pt x="0" y="201"/>
                        <a:pt x="0" y="198"/>
                      </a:cubicBezTo>
                      <a:cubicBezTo>
                        <a:pt x="0" y="6"/>
                        <a:pt x="0" y="6"/>
                        <a:pt x="0" y="6"/>
                      </a:cubicBezTo>
                      <a:cubicBezTo>
                        <a:pt x="0" y="3"/>
                        <a:pt x="3" y="0"/>
                        <a:pt x="6" y="0"/>
                      </a:cubicBezTo>
                      <a:cubicBezTo>
                        <a:pt x="71" y="0"/>
                        <a:pt x="71" y="0"/>
                        <a:pt x="71" y="0"/>
                      </a:cubicBezTo>
                      <a:cubicBezTo>
                        <a:pt x="74" y="0"/>
                        <a:pt x="77" y="3"/>
                        <a:pt x="77" y="6"/>
                      </a:cubicBezTo>
                      <a:cubicBezTo>
                        <a:pt x="77" y="198"/>
                        <a:pt x="77" y="198"/>
                        <a:pt x="77" y="198"/>
                      </a:cubicBezTo>
                      <a:cubicBezTo>
                        <a:pt x="77" y="201"/>
                        <a:pt x="74" y="204"/>
                        <a:pt x="71" y="204"/>
                      </a:cubicBezTo>
                      <a:close/>
                      <a:moveTo>
                        <a:pt x="12" y="192"/>
                      </a:moveTo>
                      <a:cubicBezTo>
                        <a:pt x="65" y="192"/>
                        <a:pt x="65" y="192"/>
                        <a:pt x="65" y="192"/>
                      </a:cubicBezTo>
                      <a:cubicBezTo>
                        <a:pt x="65" y="13"/>
                        <a:pt x="65" y="13"/>
                        <a:pt x="65" y="13"/>
                      </a:cubicBezTo>
                      <a:cubicBezTo>
                        <a:pt x="12" y="13"/>
                        <a:pt x="12" y="13"/>
                        <a:pt x="12" y="13"/>
                      </a:cubicBezTo>
                      <a:lnTo>
                        <a:pt x="12" y="192"/>
                      </a:ln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3" name="Google Shape;1850;g3b23322d595_2_851"/>
                <p:cNvSpPr/>
                <p:nvPr/>
              </p:nvSpPr>
              <p:spPr>
                <a:xfrm>
                  <a:off x="10591800" y="2806701"/>
                  <a:ext cx="157163" cy="87313"/>
                </a:xfrm>
                <a:custGeom>
                  <a:avLst/>
                  <a:gdLst/>
                  <a:ahLst/>
                  <a:cxnLst/>
                  <a:rect l="l" t="t" r="r" b="b"/>
                  <a:pathLst>
                    <a:path w="360" h="197" extrusionOk="0">
                      <a:moveTo>
                        <a:pt x="7" y="197"/>
                      </a:moveTo>
                      <a:cubicBezTo>
                        <a:pt x="4" y="197"/>
                        <a:pt x="2" y="196"/>
                        <a:pt x="1" y="194"/>
                      </a:cubicBezTo>
                      <a:cubicBezTo>
                        <a:pt x="0" y="191"/>
                        <a:pt x="1" y="187"/>
                        <a:pt x="4" y="186"/>
                      </a:cubicBezTo>
                      <a:cubicBezTo>
                        <a:pt x="351" y="1"/>
                        <a:pt x="351" y="1"/>
                        <a:pt x="351" y="1"/>
                      </a:cubicBezTo>
                      <a:cubicBezTo>
                        <a:pt x="353" y="0"/>
                        <a:pt x="356" y="0"/>
                        <a:pt x="357" y="1"/>
                      </a:cubicBezTo>
                      <a:cubicBezTo>
                        <a:pt x="359" y="3"/>
                        <a:pt x="360" y="5"/>
                        <a:pt x="360" y="7"/>
                      </a:cubicBezTo>
                      <a:cubicBezTo>
                        <a:pt x="353" y="43"/>
                        <a:pt x="353" y="43"/>
                        <a:pt x="353" y="43"/>
                      </a:cubicBezTo>
                      <a:cubicBezTo>
                        <a:pt x="353" y="47"/>
                        <a:pt x="350" y="49"/>
                        <a:pt x="346" y="48"/>
                      </a:cubicBezTo>
                      <a:cubicBezTo>
                        <a:pt x="343" y="48"/>
                        <a:pt x="341" y="44"/>
                        <a:pt x="341" y="41"/>
                      </a:cubicBezTo>
                      <a:cubicBezTo>
                        <a:pt x="346" y="17"/>
                        <a:pt x="346" y="17"/>
                        <a:pt x="346" y="17"/>
                      </a:cubicBezTo>
                      <a:cubicBezTo>
                        <a:pt x="9" y="196"/>
                        <a:pt x="9" y="196"/>
                        <a:pt x="9" y="196"/>
                      </a:cubicBezTo>
                      <a:cubicBezTo>
                        <a:pt x="9" y="197"/>
                        <a:pt x="8" y="197"/>
                        <a:pt x="7" y="197"/>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4" name="Google Shape;1851;g3b23322d595_2_851"/>
                <p:cNvSpPr/>
                <p:nvPr/>
              </p:nvSpPr>
              <p:spPr>
                <a:xfrm>
                  <a:off x="10728325" y="2800351"/>
                  <a:ext cx="22225" cy="12700"/>
                </a:xfrm>
                <a:custGeom>
                  <a:avLst/>
                  <a:gdLst/>
                  <a:ahLst/>
                  <a:cxnLst/>
                  <a:rect l="l" t="t" r="r" b="b"/>
                  <a:pathLst>
                    <a:path w="49" h="27" extrusionOk="0">
                      <a:moveTo>
                        <a:pt x="42" y="27"/>
                      </a:moveTo>
                      <a:cubicBezTo>
                        <a:pt x="41" y="27"/>
                        <a:pt x="40" y="27"/>
                        <a:pt x="40" y="27"/>
                      </a:cubicBezTo>
                      <a:cubicBezTo>
                        <a:pt x="5" y="13"/>
                        <a:pt x="5" y="13"/>
                        <a:pt x="5" y="13"/>
                      </a:cubicBezTo>
                      <a:cubicBezTo>
                        <a:pt x="2" y="12"/>
                        <a:pt x="0" y="8"/>
                        <a:pt x="2" y="5"/>
                      </a:cubicBezTo>
                      <a:cubicBezTo>
                        <a:pt x="3" y="2"/>
                        <a:pt x="6" y="0"/>
                        <a:pt x="9" y="2"/>
                      </a:cubicBezTo>
                      <a:cubicBezTo>
                        <a:pt x="44" y="15"/>
                        <a:pt x="44" y="15"/>
                        <a:pt x="44" y="15"/>
                      </a:cubicBezTo>
                      <a:cubicBezTo>
                        <a:pt x="47" y="17"/>
                        <a:pt x="49" y="20"/>
                        <a:pt x="48" y="23"/>
                      </a:cubicBezTo>
                      <a:cubicBezTo>
                        <a:pt x="47" y="26"/>
                        <a:pt x="44" y="27"/>
                        <a:pt x="42" y="27"/>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grpSp>
        </p:grpSp>
      </p:grpSp>
      <p:sp>
        <p:nvSpPr>
          <p:cNvPr id="10" name="CaixaDeTexto 9">
            <a:extLst>
              <a:ext uri="{FF2B5EF4-FFF2-40B4-BE49-F238E27FC236}">
                <a16:creationId xmlns:a16="http://schemas.microsoft.com/office/drawing/2014/main" id="{F08F8A3F-1E62-A922-1B5E-3CCF0C507C23}"/>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future outlook</a:t>
            </a:r>
          </a:p>
        </p:txBody>
      </p:sp>
    </p:spTree>
    <p:extLst>
      <p:ext uri="{BB962C8B-B14F-4D97-AF65-F5344CB8AC3E}">
        <p14:creationId xmlns:p14="http://schemas.microsoft.com/office/powerpoint/2010/main" val="354048613"/>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1984"/>
        <p:cNvGrpSpPr/>
        <p:nvPr/>
      </p:nvGrpSpPr>
      <p:grpSpPr>
        <a:xfrm>
          <a:off x="0" y="0"/>
          <a:ext cx="0" cy="0"/>
          <a:chOff x="0" y="0"/>
          <a:chExt cx="0" cy="0"/>
        </a:xfrm>
      </p:grpSpPr>
      <p:sp>
        <p:nvSpPr>
          <p:cNvPr id="1985" name="Google Shape;1985;g3b23322d595_2_1029"/>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r>
              <a:rPr lang="en-US" noProof="0"/>
              <a:t>Some AI </a:t>
            </a:r>
            <a:r>
              <a:rPr lang="en-US" noProof="0">
                <a:latin typeface="IBM Plex Sans"/>
                <a:ea typeface="IBM Plex Sans"/>
                <a:cs typeface="IBM Plex Sans"/>
                <a:sym typeface="IBM Plex Sans"/>
              </a:rPr>
              <a:t>players are on track to </a:t>
            </a:r>
            <a:r>
              <a:rPr lang="en-US" noProof="0"/>
              <a:t>reach profitability</a:t>
            </a:r>
            <a:r>
              <a:rPr lang="en-US" noProof="0">
                <a:latin typeface="IBM Plex Sans"/>
                <a:ea typeface="IBM Plex Sans"/>
                <a:cs typeface="IBM Plex Sans"/>
                <a:sym typeface="IBM Plex Sans"/>
              </a:rPr>
              <a:t> faster than OpenAI</a:t>
            </a:r>
            <a:endParaRPr lang="en-US" noProof="0"/>
          </a:p>
        </p:txBody>
      </p:sp>
      <p:sp>
        <p:nvSpPr>
          <p:cNvPr id="1990" name="Google Shape;1990;g3b23322d595_2_1029"/>
          <p:cNvSpPr txBox="1"/>
          <p:nvPr/>
        </p:nvSpPr>
        <p:spPr>
          <a:xfrm>
            <a:off x="469865" y="5608740"/>
            <a:ext cx="11350625" cy="585605"/>
          </a:xfrm>
          <a:prstGeom prst="rect">
            <a:avLst/>
          </a:prstGeom>
          <a:solidFill>
            <a:srgbClr val="7FD7A7"/>
          </a:solidFill>
          <a:ln>
            <a:noFill/>
          </a:ln>
        </p:spPr>
        <p:txBody>
          <a:bodyPr spcFirstLastPara="1" wrap="square" lIns="68550" tIns="68550" rIns="68550" bIns="68550" anchor="ctr" anchorCtr="0">
            <a:noAutofit/>
          </a:bodyPr>
          <a:lstStyle/>
          <a:p>
            <a:pPr algn="ctr">
              <a:buClr>
                <a:srgbClr val="204E79"/>
              </a:buClr>
              <a:buSzPts val="1800"/>
              <a:buFont typeface="Calibri"/>
            </a:pPr>
            <a:r>
              <a:rPr lang="en-US" b="1" i="0" u="none" strike="noStrike" cap="none" noProof="0" dirty="0">
                <a:solidFill>
                  <a:srgbClr val="000000"/>
                </a:solidFill>
                <a:latin typeface="IBM Plex Sans"/>
                <a:ea typeface="IBM Plex Sans"/>
                <a:cs typeface="IBM Plex Sans"/>
                <a:sym typeface="IBM Plex Sans"/>
              </a:rPr>
              <a:t>Anthropic is </a:t>
            </a:r>
            <a:r>
              <a:rPr lang="en-US" b="1" noProof="0" dirty="0">
                <a:latin typeface="IBM Plex Sans"/>
                <a:ea typeface="IBM Plex Sans"/>
                <a:cs typeface="IBM Plex Sans"/>
                <a:sym typeface="IBM Plex Sans"/>
              </a:rPr>
              <a:t>one</a:t>
            </a:r>
            <a:r>
              <a:rPr lang="en-US" b="1" i="0" u="none" strike="noStrike" cap="none" noProof="0" dirty="0">
                <a:solidFill>
                  <a:srgbClr val="000000"/>
                </a:solidFill>
                <a:latin typeface="IBM Plex Sans"/>
                <a:ea typeface="IBM Plex Sans"/>
                <a:cs typeface="IBM Plex Sans"/>
                <a:sym typeface="IBM Plex Sans"/>
              </a:rPr>
              <a:t> of the only AI players projecting positive cash flow by 2028, positioning it as the most financially disciplined and sustainability‑oriented player in the AI market</a:t>
            </a:r>
            <a:endParaRPr lang="en-US" b="0" i="0" u="none" strike="noStrike" cap="none" noProof="0" dirty="0">
              <a:solidFill>
                <a:srgbClr val="000000"/>
              </a:solidFill>
              <a:latin typeface="IBM Plex Sans"/>
              <a:ea typeface="IBM Plex Sans"/>
              <a:cs typeface="IBM Plex Sans"/>
            </a:endParaRPr>
          </a:p>
        </p:txBody>
      </p:sp>
      <p:sp>
        <p:nvSpPr>
          <p:cNvPr id="1991" name="Google Shape;1991;g3b23322d595_2_1029"/>
          <p:cNvSpPr/>
          <p:nvPr/>
        </p:nvSpPr>
        <p:spPr>
          <a:xfrm>
            <a:off x="8564748" y="1750261"/>
            <a:ext cx="3236154" cy="3504971"/>
          </a:xfrm>
          <a:prstGeom prst="rect">
            <a:avLst/>
          </a:prstGeom>
          <a:solidFill>
            <a:srgbClr val="F2F2F2"/>
          </a:solidFill>
          <a:ln>
            <a:noFill/>
          </a:ln>
        </p:spPr>
        <p:txBody>
          <a:bodyPr spcFirstLastPara="1" wrap="square" lIns="91425" tIns="45700" rIns="91425" bIns="45700" anchor="t" anchorCtr="0">
            <a:noAutofit/>
          </a:bodyPr>
          <a:lstStyle/>
          <a:p>
            <a:pPr marL="171450" marR="0" lvl="0" indent="-171450" algn="l" rtl="0">
              <a:lnSpc>
                <a:spcPct val="100000"/>
              </a:lnSpc>
              <a:spcBef>
                <a:spcPts val="300"/>
              </a:spcBef>
              <a:spcAft>
                <a:spcPts val="600"/>
              </a:spcAft>
              <a:buClr>
                <a:srgbClr val="000000"/>
              </a:buClr>
              <a:buSzPts val="1200"/>
              <a:buFont typeface="Arial" panose="020B0604020202020204" pitchFamily="34" charset="0"/>
              <a:buChar char="•"/>
            </a:pPr>
            <a:r>
              <a:rPr lang="en-US" b="1" i="0" u="none" strike="noStrike" cap="none" noProof="0" dirty="0">
                <a:solidFill>
                  <a:srgbClr val="000000"/>
                </a:solidFill>
                <a:latin typeface="IBM Plex Sans"/>
                <a:ea typeface="IBM Plex Sans"/>
                <a:cs typeface="IBM Plex Sans"/>
                <a:sym typeface="IBM Plex Sans"/>
              </a:rPr>
              <a:t>Anthropic edges ahead:</a:t>
            </a:r>
            <a:r>
              <a:rPr lang="en-US" b="0" i="0" u="none" strike="noStrike" cap="none" noProof="0" dirty="0">
                <a:solidFill>
                  <a:srgbClr val="000000"/>
                </a:solidFill>
                <a:latin typeface="IBM Plex Sans"/>
                <a:ea typeface="IBM Plex Sans"/>
                <a:cs typeface="IBM Plex Sans"/>
                <a:sym typeface="IBM Plex Sans"/>
              </a:rPr>
              <a:t> Anthropic has released new financial projections that estimate $70 billion in revenue by 2028, supported by increasing enterprise demand and major partnerships across the technology and consulting sectors</a:t>
            </a:r>
            <a:r>
              <a:rPr lang="en-US" b="0" i="0" u="none" strike="noStrike" cap="none" baseline="30000" noProof="0" dirty="0">
                <a:solidFill>
                  <a:srgbClr val="000000"/>
                </a:solidFill>
                <a:latin typeface="IBM Plex Sans"/>
                <a:ea typeface="IBM Plex Sans"/>
                <a:cs typeface="IBM Plex Sans"/>
                <a:sym typeface="IBM Plex Sans"/>
              </a:rPr>
              <a:t>2</a:t>
            </a:r>
          </a:p>
          <a:p>
            <a:pPr marL="171450" marR="0" lvl="0" indent="-171450" algn="l" rtl="0">
              <a:lnSpc>
                <a:spcPct val="100000"/>
              </a:lnSpc>
              <a:spcBef>
                <a:spcPts val="300"/>
              </a:spcBef>
              <a:spcAft>
                <a:spcPts val="600"/>
              </a:spcAft>
              <a:buClr>
                <a:srgbClr val="000000"/>
              </a:buClr>
              <a:buSzPts val="1200"/>
              <a:buFont typeface="Arial" panose="020B0604020202020204" pitchFamily="34" charset="0"/>
              <a:buChar char="•"/>
            </a:pPr>
            <a:r>
              <a:rPr lang="en-US" b="1" i="0" u="none" strike="noStrike" cap="none" noProof="0" dirty="0">
                <a:solidFill>
                  <a:srgbClr val="000000"/>
                </a:solidFill>
                <a:latin typeface="IBM Plex Sans"/>
                <a:ea typeface="IBM Plex Sans"/>
                <a:cs typeface="IBM Plex Sans"/>
                <a:sym typeface="IBM Plex Sans"/>
              </a:rPr>
              <a:t>OpenAI’s escalating losses:</a:t>
            </a:r>
            <a:r>
              <a:rPr lang="en-US" b="0" i="0" u="none" strike="noStrike" cap="none" noProof="0" dirty="0">
                <a:solidFill>
                  <a:srgbClr val="000000"/>
                </a:solidFill>
                <a:latin typeface="IBM Plex Sans"/>
                <a:ea typeface="IBM Plex Sans"/>
                <a:cs typeface="IBM Plex Sans"/>
                <a:sym typeface="IBM Plex Sans"/>
              </a:rPr>
              <a:t> OpenAI is expected to accrue about $143 billion in negative cumulative free cash flow between 2024 and 2029 before it starts turning a profit</a:t>
            </a:r>
            <a:r>
              <a:rPr lang="en-US" b="0" i="0" u="none" strike="noStrike" cap="none" baseline="30000" noProof="0" dirty="0">
                <a:solidFill>
                  <a:srgbClr val="000000"/>
                </a:solidFill>
                <a:latin typeface="IBM Plex Sans"/>
                <a:ea typeface="IBM Plex Sans"/>
                <a:cs typeface="IBM Plex Sans"/>
                <a:sym typeface="IBM Plex Sans"/>
              </a:rPr>
              <a:t>3</a:t>
            </a:r>
          </a:p>
        </p:txBody>
      </p:sp>
      <p:sp>
        <p:nvSpPr>
          <p:cNvPr id="10" name="Google Shape;647;g3b2110f3d24_0_132">
            <a:extLst>
              <a:ext uri="{FF2B5EF4-FFF2-40B4-BE49-F238E27FC236}">
                <a16:creationId xmlns:a16="http://schemas.microsoft.com/office/drawing/2014/main" id="{14988D3E-E21B-A13E-D138-CB0EA88C7008}"/>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85</a:t>
            </a:fld>
            <a:endParaRPr lang="en-US" noProof="0"/>
          </a:p>
        </p:txBody>
      </p:sp>
      <p:cxnSp>
        <p:nvCxnSpPr>
          <p:cNvPr id="16" name="Straight Connector 15">
            <a:extLst>
              <a:ext uri="{FF2B5EF4-FFF2-40B4-BE49-F238E27FC236}">
                <a16:creationId xmlns:a16="http://schemas.microsoft.com/office/drawing/2014/main" id="{366DAC7B-8A77-8A83-8279-B9FC29F170C3}"/>
              </a:ext>
            </a:extLst>
          </p:cNvPr>
          <p:cNvCxnSpPr>
            <a:cxnSpLocks/>
          </p:cNvCxnSpPr>
          <p:nvPr/>
        </p:nvCxnSpPr>
        <p:spPr>
          <a:xfrm>
            <a:off x="951471" y="3012381"/>
            <a:ext cx="73152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6BF31C7C-AF2D-F613-8598-9521CFCB7668}"/>
              </a:ext>
            </a:extLst>
          </p:cNvPr>
          <p:cNvSpPr txBox="1"/>
          <p:nvPr/>
        </p:nvSpPr>
        <p:spPr>
          <a:xfrm>
            <a:off x="1164932" y="4593910"/>
            <a:ext cx="733167" cy="246221"/>
          </a:xfrm>
          <a:prstGeom prst="rect">
            <a:avLst/>
          </a:prstGeom>
          <a:noFill/>
        </p:spPr>
        <p:txBody>
          <a:bodyPr wrap="square" rtlCol="0">
            <a:spAutoFit/>
          </a:bodyPr>
          <a:lstStyle/>
          <a:p>
            <a:r>
              <a:rPr lang="en-US" sz="1000" noProof="0">
                <a:latin typeface="IBM Plex Sans" panose="020B0503050203000203" pitchFamily="34" charset="0"/>
              </a:rPr>
              <a:t>2025 (p)</a:t>
            </a:r>
          </a:p>
        </p:txBody>
      </p:sp>
      <p:sp>
        <p:nvSpPr>
          <p:cNvPr id="19" name="TextBox 18">
            <a:extLst>
              <a:ext uri="{FF2B5EF4-FFF2-40B4-BE49-F238E27FC236}">
                <a16:creationId xmlns:a16="http://schemas.microsoft.com/office/drawing/2014/main" id="{49A374FC-D9BA-2D1F-DDD8-67F0703022AA}"/>
              </a:ext>
            </a:extLst>
          </p:cNvPr>
          <p:cNvSpPr txBox="1"/>
          <p:nvPr/>
        </p:nvSpPr>
        <p:spPr>
          <a:xfrm>
            <a:off x="2373142" y="4593910"/>
            <a:ext cx="733167" cy="246221"/>
          </a:xfrm>
          <a:prstGeom prst="rect">
            <a:avLst/>
          </a:prstGeom>
          <a:noFill/>
        </p:spPr>
        <p:txBody>
          <a:bodyPr wrap="square" rtlCol="0">
            <a:spAutoFit/>
          </a:bodyPr>
          <a:lstStyle/>
          <a:p>
            <a:r>
              <a:rPr lang="en-US" sz="1000" noProof="0">
                <a:latin typeface="IBM Plex Sans" panose="020B0503050203000203" pitchFamily="34" charset="0"/>
              </a:rPr>
              <a:t>2026 (p)</a:t>
            </a:r>
          </a:p>
        </p:txBody>
      </p:sp>
      <p:sp>
        <p:nvSpPr>
          <p:cNvPr id="20" name="TextBox 19">
            <a:extLst>
              <a:ext uri="{FF2B5EF4-FFF2-40B4-BE49-F238E27FC236}">
                <a16:creationId xmlns:a16="http://schemas.microsoft.com/office/drawing/2014/main" id="{9D594EF2-148B-336F-9A51-8F1D610A3D24}"/>
              </a:ext>
            </a:extLst>
          </p:cNvPr>
          <p:cNvSpPr txBox="1"/>
          <p:nvPr/>
        </p:nvSpPr>
        <p:spPr>
          <a:xfrm>
            <a:off x="3581352" y="4593910"/>
            <a:ext cx="733167" cy="246221"/>
          </a:xfrm>
          <a:prstGeom prst="rect">
            <a:avLst/>
          </a:prstGeom>
          <a:noFill/>
        </p:spPr>
        <p:txBody>
          <a:bodyPr wrap="square" rtlCol="0">
            <a:spAutoFit/>
          </a:bodyPr>
          <a:lstStyle/>
          <a:p>
            <a:r>
              <a:rPr lang="en-US" sz="1000" noProof="0">
                <a:latin typeface="IBM Plex Sans" panose="020B0503050203000203" pitchFamily="34" charset="0"/>
              </a:rPr>
              <a:t>2027 (p)</a:t>
            </a:r>
          </a:p>
        </p:txBody>
      </p:sp>
      <p:sp>
        <p:nvSpPr>
          <p:cNvPr id="21" name="TextBox 20">
            <a:extLst>
              <a:ext uri="{FF2B5EF4-FFF2-40B4-BE49-F238E27FC236}">
                <a16:creationId xmlns:a16="http://schemas.microsoft.com/office/drawing/2014/main" id="{24121E64-3A36-B9E0-F569-997B793AA63D}"/>
              </a:ext>
            </a:extLst>
          </p:cNvPr>
          <p:cNvSpPr txBox="1"/>
          <p:nvPr/>
        </p:nvSpPr>
        <p:spPr>
          <a:xfrm>
            <a:off x="4789562" y="4592824"/>
            <a:ext cx="733167" cy="246221"/>
          </a:xfrm>
          <a:prstGeom prst="rect">
            <a:avLst/>
          </a:prstGeom>
          <a:noFill/>
        </p:spPr>
        <p:txBody>
          <a:bodyPr wrap="square" rtlCol="0">
            <a:spAutoFit/>
          </a:bodyPr>
          <a:lstStyle/>
          <a:p>
            <a:r>
              <a:rPr lang="en-US" sz="1000" noProof="0">
                <a:latin typeface="IBM Plex Sans" panose="020B0503050203000203" pitchFamily="34" charset="0"/>
              </a:rPr>
              <a:t>2028 (p)</a:t>
            </a:r>
          </a:p>
        </p:txBody>
      </p:sp>
      <p:sp>
        <p:nvSpPr>
          <p:cNvPr id="22" name="TextBox 21">
            <a:extLst>
              <a:ext uri="{FF2B5EF4-FFF2-40B4-BE49-F238E27FC236}">
                <a16:creationId xmlns:a16="http://schemas.microsoft.com/office/drawing/2014/main" id="{220BD945-F0FC-3C1C-4D71-4537BDE56D1E}"/>
              </a:ext>
            </a:extLst>
          </p:cNvPr>
          <p:cNvSpPr txBox="1"/>
          <p:nvPr/>
        </p:nvSpPr>
        <p:spPr>
          <a:xfrm>
            <a:off x="5997772" y="4588777"/>
            <a:ext cx="733167" cy="246221"/>
          </a:xfrm>
          <a:prstGeom prst="rect">
            <a:avLst/>
          </a:prstGeom>
          <a:noFill/>
        </p:spPr>
        <p:txBody>
          <a:bodyPr wrap="square" rtlCol="0">
            <a:spAutoFit/>
          </a:bodyPr>
          <a:lstStyle/>
          <a:p>
            <a:r>
              <a:rPr lang="en-US" sz="1000" noProof="0">
                <a:latin typeface="IBM Plex Sans" panose="020B0503050203000203" pitchFamily="34" charset="0"/>
              </a:rPr>
              <a:t>2029 (p)</a:t>
            </a:r>
          </a:p>
        </p:txBody>
      </p:sp>
      <p:sp>
        <p:nvSpPr>
          <p:cNvPr id="23" name="TextBox 22">
            <a:extLst>
              <a:ext uri="{FF2B5EF4-FFF2-40B4-BE49-F238E27FC236}">
                <a16:creationId xmlns:a16="http://schemas.microsoft.com/office/drawing/2014/main" id="{460534EE-99D6-78AC-3F8F-22A4C2B023BB}"/>
              </a:ext>
            </a:extLst>
          </p:cNvPr>
          <p:cNvSpPr txBox="1"/>
          <p:nvPr/>
        </p:nvSpPr>
        <p:spPr>
          <a:xfrm>
            <a:off x="7205980" y="4593910"/>
            <a:ext cx="733167" cy="246221"/>
          </a:xfrm>
          <a:prstGeom prst="rect">
            <a:avLst/>
          </a:prstGeom>
          <a:noFill/>
        </p:spPr>
        <p:txBody>
          <a:bodyPr wrap="square" rtlCol="0">
            <a:spAutoFit/>
          </a:bodyPr>
          <a:lstStyle/>
          <a:p>
            <a:r>
              <a:rPr lang="en-US" sz="1000" noProof="0" dirty="0">
                <a:latin typeface="IBM Plex Sans" panose="020B0503050203000203" pitchFamily="34" charset="0"/>
              </a:rPr>
              <a:t>2030 (p)</a:t>
            </a:r>
          </a:p>
        </p:txBody>
      </p:sp>
      <p:sp>
        <p:nvSpPr>
          <p:cNvPr id="24" name="Google Shape;1776;g3b23322d595_2_821">
            <a:extLst>
              <a:ext uri="{FF2B5EF4-FFF2-40B4-BE49-F238E27FC236}">
                <a16:creationId xmlns:a16="http://schemas.microsoft.com/office/drawing/2014/main" id="{7FE98F71-8A73-9687-AA90-FEF0FCCA0203}"/>
              </a:ext>
            </a:extLst>
          </p:cNvPr>
          <p:cNvSpPr txBox="1"/>
          <p:nvPr/>
        </p:nvSpPr>
        <p:spPr>
          <a:xfrm>
            <a:off x="420595" y="6370697"/>
            <a:ext cx="10171205" cy="107722"/>
          </a:xfrm>
          <a:prstGeom prst="rect">
            <a:avLst/>
          </a:prstGeom>
          <a:noFill/>
          <a:ln>
            <a:noFill/>
          </a:ln>
        </p:spPr>
        <p:txBody>
          <a:bodyPr spcFirstLastPara="1" wrap="square" lIns="0" tIns="0" rIns="0" bIns="0" anchor="b" anchorCtr="0">
            <a:spAutoFit/>
          </a:bodyPr>
          <a:lstStyle/>
          <a:p>
            <a:pPr>
              <a:buSzPts val="700"/>
            </a:pPr>
            <a:r>
              <a:rPr lang="en-US" sz="700" b="0" i="0" u="none" strike="noStrike" cap="none" noProof="0">
                <a:solidFill>
                  <a:srgbClr val="7F7F7F"/>
                </a:solidFill>
                <a:latin typeface="IBM Plex Sans"/>
                <a:ea typeface="Quattrocento Sans"/>
                <a:cs typeface="Quattrocento Sans"/>
                <a:sym typeface="Quattrocento Sans"/>
              </a:rPr>
              <a:t>Sources: (1) </a:t>
            </a:r>
            <a:r>
              <a:rPr lang="en-US" sz="700" b="0" i="0" u="none" strike="noStrike" cap="none" noProof="0">
                <a:solidFill>
                  <a:srgbClr val="7F7F7F"/>
                </a:solidFill>
                <a:latin typeface="IBM Plex Sans"/>
                <a:ea typeface="Quattrocento Sans"/>
                <a:cs typeface="Quattrocento Sans"/>
                <a:sym typeface="Quattrocento Sans"/>
                <a:hlinkClick r:id="rId3">
                  <a:extLst>
                    <a:ext uri="{A12FA001-AC4F-418D-AE19-62706E023703}">
                      <ahyp:hlinkClr xmlns:ahyp="http://schemas.microsoft.com/office/drawing/2018/hyperlinkcolor" val="tx"/>
                    </a:ext>
                  </a:extLst>
                </a:hlinkClick>
              </a:rPr>
              <a:t>Wall Street Journal</a:t>
            </a:r>
            <a:r>
              <a:rPr lang="en-US" sz="700" b="0" i="0" u="none" strike="noStrike" cap="none" noProof="0">
                <a:solidFill>
                  <a:srgbClr val="7F7F7F"/>
                </a:solidFill>
                <a:latin typeface="IBM Plex Sans"/>
                <a:ea typeface="Quattrocento Sans"/>
                <a:cs typeface="Quattrocento Sans"/>
                <a:sym typeface="Quattrocento Sans"/>
              </a:rPr>
              <a:t>, </a:t>
            </a:r>
            <a:r>
              <a:rPr lang="en-US" sz="700" noProof="0">
                <a:solidFill>
                  <a:srgbClr val="7F7F7F"/>
                </a:solidFill>
                <a:latin typeface="IBM Plex Sans"/>
                <a:ea typeface="Quattrocento Sans"/>
                <a:cs typeface="Quattrocento Sans"/>
                <a:sym typeface="Quattrocento Sans"/>
              </a:rPr>
              <a:t>(2) </a:t>
            </a:r>
            <a:r>
              <a:rPr lang="en-US" sz="700" noProof="0" err="1">
                <a:solidFill>
                  <a:srgbClr val="7F7F7F"/>
                </a:solidFill>
                <a:latin typeface="IBM Plex Sans"/>
                <a:ea typeface="Quattrocento Sans"/>
                <a:cs typeface="Quattrocento Sans"/>
                <a:sym typeface="Quattrocento Sans"/>
                <a:hlinkClick r:id="rId4">
                  <a:extLst>
                    <a:ext uri="{A12FA001-AC4F-418D-AE19-62706E023703}">
                      <ahyp:hlinkClr xmlns:ahyp="http://schemas.microsoft.com/office/drawing/2018/hyperlinkcolor" val="tx"/>
                    </a:ext>
                  </a:extLst>
                </a:hlinkClick>
              </a:rPr>
              <a:t>Techcrunch</a:t>
            </a:r>
            <a:r>
              <a:rPr lang="en-US" sz="700" noProof="0">
                <a:solidFill>
                  <a:srgbClr val="7F7F7F"/>
                </a:solidFill>
                <a:latin typeface="IBM Plex Sans"/>
                <a:ea typeface="Quattrocento Sans"/>
                <a:cs typeface="Quattrocento Sans"/>
                <a:sym typeface="Quattrocento Sans"/>
              </a:rPr>
              <a:t>, (3) </a:t>
            </a:r>
            <a:r>
              <a:rPr lang="en-US" sz="700" noProof="0">
                <a:solidFill>
                  <a:srgbClr val="7F7F7F"/>
                </a:solidFill>
                <a:latin typeface="IBM Plex Sans"/>
                <a:ea typeface="Quattrocento Sans"/>
                <a:cs typeface="Quattrocento Sans"/>
                <a:sym typeface="Quattrocento Sans"/>
                <a:hlinkClick r:id="rId5">
                  <a:extLst>
                    <a:ext uri="{A12FA001-AC4F-418D-AE19-62706E023703}">
                      <ahyp:hlinkClr xmlns:ahyp="http://schemas.microsoft.com/office/drawing/2018/hyperlinkcolor" val="tx"/>
                    </a:ext>
                  </a:extLst>
                </a:hlinkClick>
              </a:rPr>
              <a:t>eMarketer (via Deutsche Bank )</a:t>
            </a:r>
            <a:endParaRPr lang="en-US" sz="700" noProof="0">
              <a:solidFill>
                <a:srgbClr val="7F7F7F"/>
              </a:solidFill>
              <a:latin typeface="IBM Plex Sans"/>
              <a:ea typeface="Quattrocento Sans"/>
              <a:cs typeface="Quattrocento Sans"/>
              <a:hlinkClick r:id="rId5">
                <a:extLst>
                  <a:ext uri="{A12FA001-AC4F-418D-AE19-62706E023703}">
                    <ahyp:hlinkClr xmlns:ahyp="http://schemas.microsoft.com/office/drawing/2018/hyperlinkcolor" val="tx"/>
                  </a:ext>
                </a:extLst>
              </a:hlinkClick>
            </a:endParaRPr>
          </a:p>
        </p:txBody>
      </p:sp>
      <p:graphicFrame>
        <p:nvGraphicFramePr>
          <p:cNvPr id="17" name="Chart 13">
            <a:extLst>
              <a:ext uri="{FF2B5EF4-FFF2-40B4-BE49-F238E27FC236}">
                <a16:creationId xmlns:a16="http://schemas.microsoft.com/office/drawing/2014/main" id="{67B4EB6F-0CD1-0544-23B1-15996729AAFD}"/>
              </a:ext>
            </a:extLst>
          </p:cNvPr>
          <p:cNvGraphicFramePr/>
          <p:nvPr>
            <p:extLst>
              <p:ext uri="{D42A27DB-BD31-4B8C-83A1-F6EECF244321}">
                <p14:modId xmlns:p14="http://schemas.microsoft.com/office/powerpoint/2010/main" val="222051750"/>
              </p:ext>
            </p:extLst>
          </p:nvPr>
        </p:nvGraphicFramePr>
        <p:xfrm>
          <a:off x="450090" y="1689291"/>
          <a:ext cx="7816579" cy="3234835"/>
        </p:xfrm>
        <a:graphic>
          <a:graphicData uri="http://schemas.openxmlformats.org/drawingml/2006/chart">
            <c:chart xmlns:c="http://schemas.openxmlformats.org/drawingml/2006/chart" xmlns:r="http://schemas.openxmlformats.org/officeDocument/2006/relationships" r:id="rId6"/>
          </a:graphicData>
        </a:graphic>
      </p:graphicFrame>
      <p:sp>
        <p:nvSpPr>
          <p:cNvPr id="14" name="CaixaDeTexto 13">
            <a:extLst>
              <a:ext uri="{FF2B5EF4-FFF2-40B4-BE49-F238E27FC236}">
                <a16:creationId xmlns:a16="http://schemas.microsoft.com/office/drawing/2014/main" id="{4D7C9D4C-7890-80B0-EFF1-44EC50FF4D63}"/>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future outlook</a:t>
            </a:r>
          </a:p>
        </p:txBody>
      </p:sp>
      <p:sp>
        <p:nvSpPr>
          <p:cNvPr id="13" name="Google Shape;1811;g3b23322d595_2_851">
            <a:extLst>
              <a:ext uri="{FF2B5EF4-FFF2-40B4-BE49-F238E27FC236}">
                <a16:creationId xmlns:a16="http://schemas.microsoft.com/office/drawing/2014/main" id="{E5A3EB9A-431F-17AA-E4C9-E8ED1ED0AAC9}"/>
              </a:ext>
            </a:extLst>
          </p:cNvPr>
          <p:cNvSpPr txBox="1"/>
          <p:nvPr/>
        </p:nvSpPr>
        <p:spPr>
          <a:xfrm>
            <a:off x="421690" y="1278353"/>
            <a:ext cx="7844980" cy="444649"/>
          </a:xfrm>
          <a:prstGeom prst="rect">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dirty="0">
                <a:solidFill>
                  <a:srgbClr val="FFFFFF"/>
                </a:solidFill>
                <a:latin typeface="IBM Plex Sans"/>
                <a:ea typeface="IBM Plex Sans"/>
                <a:cs typeface="IBM Plex Sans"/>
                <a:sym typeface="IBM Plex Sans"/>
              </a:rPr>
              <a:t>Projected free cash flow for OpenAI and Anthropic,  2025-20301</a:t>
            </a:r>
          </a:p>
        </p:txBody>
      </p:sp>
      <p:sp>
        <p:nvSpPr>
          <p:cNvPr id="15" name="Google Shape;1818;g3b23322d595_2_851">
            <a:extLst>
              <a:ext uri="{FF2B5EF4-FFF2-40B4-BE49-F238E27FC236}">
                <a16:creationId xmlns:a16="http://schemas.microsoft.com/office/drawing/2014/main" id="{A23DE264-D670-E19B-03E0-75D5D41D3E20}"/>
              </a:ext>
            </a:extLst>
          </p:cNvPr>
          <p:cNvSpPr txBox="1"/>
          <p:nvPr/>
        </p:nvSpPr>
        <p:spPr>
          <a:xfrm>
            <a:off x="8587946" y="1278353"/>
            <a:ext cx="3212956" cy="444649"/>
          </a:xfrm>
          <a:prstGeom prst="rect">
            <a:avLst/>
          </a:prstGeom>
          <a:solidFill>
            <a:srgbClr val="7030A0"/>
          </a:solidFill>
          <a:ln w="9525" cap="flat" cmpd="sng">
            <a:solidFill>
              <a:srgbClr val="7030A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dirty="0">
                <a:solidFill>
                  <a:srgbClr val="FFFFFF"/>
                </a:solidFill>
                <a:latin typeface="IBM Plex Sans"/>
                <a:ea typeface="IBM Plex Sans"/>
                <a:cs typeface="IBM Plex Sans"/>
                <a:sym typeface="IBM Plex Sans"/>
              </a:rPr>
              <a:t>…but the underlying tech remains real and durable…</a:t>
            </a:r>
            <a:endParaRPr lang="en-US" b="0" i="0" u="none" strike="noStrike" cap="none" noProof="0" dirty="0">
              <a:solidFill>
                <a:srgbClr val="000000"/>
              </a:solidFill>
              <a:latin typeface="IBM Plex Sans"/>
              <a:ea typeface="IBM Plex Sans"/>
              <a:cs typeface="IBM Plex Sans"/>
              <a:sym typeface="IBM Plex Sans"/>
            </a:endParaRPr>
          </a:p>
        </p:txBody>
      </p:sp>
    </p:spTree>
    <p:extLst>
      <p:ext uri="{BB962C8B-B14F-4D97-AF65-F5344CB8AC3E}">
        <p14:creationId xmlns:p14="http://schemas.microsoft.com/office/powerpoint/2010/main" val="4068372205"/>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1998"/>
        <p:cNvGrpSpPr/>
        <p:nvPr/>
      </p:nvGrpSpPr>
      <p:grpSpPr>
        <a:xfrm>
          <a:off x="0" y="0"/>
          <a:ext cx="0" cy="0"/>
          <a:chOff x="0" y="0"/>
          <a:chExt cx="0" cy="0"/>
        </a:xfrm>
      </p:grpSpPr>
      <p:sp>
        <p:nvSpPr>
          <p:cNvPr id="1999" name="Google Shape;1999;g3b23322d595_2_1041"/>
          <p:cNvSpPr/>
          <p:nvPr/>
        </p:nvSpPr>
        <p:spPr>
          <a:xfrm>
            <a:off x="2523869" y="2399598"/>
            <a:ext cx="1576969" cy="2451799"/>
          </a:xfrm>
          <a:prstGeom prst="rect">
            <a:avLst/>
          </a:prstGeom>
          <a:solidFill>
            <a:srgbClr val="7FD7A7">
              <a:alpha val="28627"/>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00" name="Google Shape;2000;g3b23322d595_2_1041"/>
          <p:cNvSpPr/>
          <p:nvPr/>
        </p:nvSpPr>
        <p:spPr>
          <a:xfrm>
            <a:off x="4259642" y="1920608"/>
            <a:ext cx="4518843" cy="2925401"/>
          </a:xfrm>
          <a:prstGeom prst="rect">
            <a:avLst/>
          </a:prstGeom>
          <a:solidFill>
            <a:srgbClr val="7FD7A7">
              <a:alpha val="28627"/>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01" name="Google Shape;2001;g3b23322d595_2_1041"/>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86</a:t>
            </a:fld>
            <a:endParaRPr lang="en-US" noProof="0"/>
          </a:p>
        </p:txBody>
      </p:sp>
      <p:sp>
        <p:nvSpPr>
          <p:cNvPr id="2002" name="Google Shape;2002;g3b23322d595_2_1041"/>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AI investment timeline from near-term wins to long-term transformation</a:t>
            </a:r>
          </a:p>
        </p:txBody>
      </p:sp>
      <p:sp>
        <p:nvSpPr>
          <p:cNvPr id="2003" name="Google Shape;2003;g3b23322d595_2_1041"/>
          <p:cNvSpPr txBox="1"/>
          <p:nvPr/>
        </p:nvSpPr>
        <p:spPr>
          <a:xfrm>
            <a:off x="450091" y="5671889"/>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dk1"/>
                </a:solidFill>
                <a:latin typeface="IBM Plex Sans"/>
                <a:ea typeface="IBM Plex Sans"/>
                <a:cs typeface="IBM Plex Sans"/>
                <a:sym typeface="IBM Plex Sans"/>
              </a:rPr>
              <a:t>Search is being redefined by AI-native systems: from query-based lookup to autonomous task execution, powered by proprietary data and delivered through agentic interfaces like Atlas</a:t>
            </a:r>
            <a:endParaRPr lang="en-US" b="0" i="0" u="none" strike="noStrike" cap="none" noProof="0">
              <a:solidFill>
                <a:schemeClr val="dk1"/>
              </a:solidFill>
              <a:latin typeface="IBM Plex Sans"/>
              <a:ea typeface="Arial"/>
              <a:cs typeface="Arial"/>
            </a:endParaRPr>
          </a:p>
        </p:txBody>
      </p:sp>
      <p:sp>
        <p:nvSpPr>
          <p:cNvPr id="2004" name="Google Shape;2004;g3b23322d595_2_1041"/>
          <p:cNvSpPr txBox="1"/>
          <p:nvPr/>
        </p:nvSpPr>
        <p:spPr>
          <a:xfrm>
            <a:off x="9221121" y="1745128"/>
            <a:ext cx="2592386" cy="3842946"/>
          </a:xfrm>
          <a:prstGeom prst="rect">
            <a:avLst/>
          </a:prstGeom>
          <a:solidFill>
            <a:srgbClr val="F2F2F2"/>
          </a:solidFill>
          <a:ln>
            <a:noFill/>
          </a:ln>
        </p:spPr>
        <p:txBody>
          <a:bodyPr spcFirstLastPara="1" wrap="square" lIns="72000" tIns="72000" rIns="91425" bIns="45700" anchor="t" anchorCtr="0">
            <a:spAutoFit/>
          </a:bodyPr>
          <a:lstStyle/>
          <a:p>
            <a:pPr marL="179705" marR="0" lvl="0" indent="-179705" algn="l" rtl="0">
              <a:lnSpc>
                <a:spcPct val="100000"/>
              </a:lnSpc>
              <a:spcBef>
                <a:spcPts val="0"/>
              </a:spcBef>
              <a:spcAft>
                <a:spcPts val="0"/>
              </a:spcAft>
              <a:buClr>
                <a:srgbClr val="000000"/>
              </a:buClr>
              <a:buSzPts val="946"/>
              <a:buFont typeface="Arial"/>
              <a:buChar char="•"/>
            </a:pPr>
            <a:r>
              <a:rPr lang="en-US" sz="1100" b="0" i="0" u="none" strike="noStrike" cap="none" noProof="0">
                <a:solidFill>
                  <a:srgbClr val="000000"/>
                </a:solidFill>
                <a:latin typeface="IBM Plex Sans"/>
                <a:ea typeface="IBM Plex Sans"/>
                <a:cs typeface="IBM Plex Sans"/>
                <a:sym typeface="IBM Plex Sans"/>
              </a:rPr>
              <a:t>The matrix shows an </a:t>
            </a:r>
            <a:r>
              <a:rPr lang="en-US" sz="1100" b="1" i="0" u="none" strike="noStrike" cap="none" noProof="0">
                <a:solidFill>
                  <a:srgbClr val="000000"/>
                </a:solidFill>
                <a:latin typeface="IBM Plex Sans"/>
                <a:ea typeface="IBM Plex Sans"/>
                <a:cs typeface="IBM Plex Sans"/>
                <a:sym typeface="IBM Plex Sans"/>
              </a:rPr>
              <a:t>AI landscape dominated by high or transformational benefit</a:t>
            </a:r>
            <a:r>
              <a:rPr lang="en-US" sz="1100" b="0" i="0" u="none" strike="noStrike" cap="none" noProof="0">
                <a:solidFill>
                  <a:srgbClr val="000000"/>
                </a:solidFill>
                <a:latin typeface="IBM Plex Sans"/>
                <a:ea typeface="IBM Plex Sans"/>
                <a:cs typeface="IBM Plex Sans"/>
                <a:sym typeface="IBM Plex Sans"/>
              </a:rPr>
              <a:t>, with a clear pivot from GenAI focus to the foundational enablers that support sustainable delivery at scale</a:t>
            </a:r>
            <a:endParaRPr lang="en-US" sz="1200" b="0" i="0" u="none" strike="noStrike" cap="none" noProof="0">
              <a:solidFill>
                <a:srgbClr val="000000"/>
              </a:solidFill>
              <a:latin typeface="IBM Plex Sans"/>
              <a:ea typeface="IBM Plex Sans"/>
              <a:cs typeface="IBM Plex Sans"/>
            </a:endParaRPr>
          </a:p>
          <a:p>
            <a:pPr marL="179705" marR="0" lvl="0" indent="-179705" algn="l" rtl="0">
              <a:lnSpc>
                <a:spcPct val="100000"/>
              </a:lnSpc>
              <a:spcBef>
                <a:spcPts val="0"/>
              </a:spcBef>
              <a:spcAft>
                <a:spcPts val="0"/>
              </a:spcAft>
              <a:buClr>
                <a:srgbClr val="000000"/>
              </a:buClr>
              <a:buSzPts val="946"/>
              <a:buFont typeface="Arial"/>
              <a:buChar char="•"/>
            </a:pPr>
            <a:r>
              <a:rPr lang="en-US" sz="1100" b="0" i="0" u="none" strike="noStrike" cap="none" noProof="0">
                <a:solidFill>
                  <a:srgbClr val="000000"/>
                </a:solidFill>
                <a:latin typeface="IBM Plex Sans"/>
                <a:ea typeface="IBM Plex Sans"/>
                <a:cs typeface="IBM Plex Sans"/>
                <a:sym typeface="IBM Plex Sans"/>
              </a:rPr>
              <a:t>Now the real work begins</a:t>
            </a:r>
            <a:r>
              <a:rPr lang="en-US" sz="1100" noProof="0">
                <a:latin typeface="IBM Plex Sans"/>
                <a:ea typeface="IBM Plex Sans"/>
                <a:cs typeface="IBM Plex Sans"/>
                <a:sym typeface="IBM Plex Sans"/>
              </a:rPr>
              <a:t>:</a:t>
            </a:r>
            <a:r>
              <a:rPr lang="en-US" sz="1100" b="0" i="0" u="none" strike="noStrike" cap="none" noProof="0">
                <a:solidFill>
                  <a:srgbClr val="000000"/>
                </a:solidFill>
                <a:latin typeface="IBM Plex Sans"/>
                <a:ea typeface="IBM Plex Sans"/>
                <a:cs typeface="IBM Plex Sans"/>
                <a:sym typeface="IBM Plex Sans"/>
              </a:rPr>
              <a:t> success is no longer about experimentation but about </a:t>
            </a:r>
            <a:r>
              <a:rPr lang="en-US" sz="1100" b="1" i="0" u="none" strike="noStrike" cap="none" noProof="0">
                <a:solidFill>
                  <a:srgbClr val="000000"/>
                </a:solidFill>
                <a:latin typeface="IBM Plex Sans"/>
                <a:ea typeface="IBM Plex Sans"/>
                <a:cs typeface="IBM Plex Sans"/>
                <a:sym typeface="IBM Plex Sans"/>
              </a:rPr>
              <a:t>systematic, disciplined execution</a:t>
            </a:r>
            <a:endParaRPr lang="en-US" sz="1200" b="0" i="0" u="none" strike="noStrike" cap="none" noProof="0">
              <a:solidFill>
                <a:srgbClr val="000000"/>
              </a:solidFill>
              <a:latin typeface="IBM Plex Sans"/>
              <a:ea typeface="IBM Plex Sans"/>
              <a:cs typeface="IBM Plex Sans"/>
            </a:endParaRPr>
          </a:p>
          <a:p>
            <a:pPr marL="179705" marR="0" lvl="0" indent="-179705" algn="l" rtl="0">
              <a:lnSpc>
                <a:spcPct val="100000"/>
              </a:lnSpc>
              <a:spcBef>
                <a:spcPts val="0"/>
              </a:spcBef>
              <a:spcAft>
                <a:spcPts val="0"/>
              </a:spcAft>
              <a:buClr>
                <a:srgbClr val="000000"/>
              </a:buClr>
              <a:buSzPts val="946"/>
              <a:buFont typeface="Arial"/>
              <a:buChar char="•"/>
            </a:pPr>
            <a:r>
              <a:rPr lang="en-US" sz="1100" b="0" i="0" u="none" strike="noStrike" cap="none" noProof="0">
                <a:solidFill>
                  <a:srgbClr val="000000"/>
                </a:solidFill>
                <a:latin typeface="IBM Plex Sans"/>
                <a:ea typeface="IBM Plex Sans"/>
                <a:cs typeface="IBM Plex Sans"/>
                <a:sym typeface="IBM Plex Sans"/>
              </a:rPr>
              <a:t>As foundation models become more accessible, </a:t>
            </a:r>
            <a:r>
              <a:rPr lang="en-US" sz="1100" b="1" i="0" u="none" strike="noStrike" cap="none" noProof="0">
                <a:solidFill>
                  <a:srgbClr val="000000"/>
                </a:solidFill>
                <a:latin typeface="IBM Plex Sans"/>
                <a:ea typeface="IBM Plex Sans"/>
                <a:cs typeface="IBM Plex Sans"/>
                <a:sym typeface="IBM Plex Sans"/>
              </a:rPr>
              <a:t>true differentiation comes from your proprietary data, robust governance frameworks, efficient financial operations </a:t>
            </a:r>
            <a:r>
              <a:rPr lang="en-US" sz="1100" b="0" i="0" u="none" strike="noStrike" cap="none" noProof="0">
                <a:solidFill>
                  <a:srgbClr val="000000"/>
                </a:solidFill>
                <a:latin typeface="IBM Plex Sans"/>
                <a:ea typeface="IBM Plex Sans"/>
                <a:cs typeface="IBM Plex Sans"/>
                <a:sym typeface="IBM Plex Sans"/>
              </a:rPr>
              <a:t>(FinOps)</a:t>
            </a:r>
            <a:r>
              <a:rPr lang="en-US" sz="1100" b="1" i="0" u="none" strike="noStrike" cap="none" noProof="0">
                <a:solidFill>
                  <a:srgbClr val="000000"/>
                </a:solidFill>
                <a:latin typeface="IBM Plex Sans"/>
                <a:ea typeface="IBM Plex Sans"/>
                <a:cs typeface="IBM Plex Sans"/>
                <a:sym typeface="IBM Plex Sans"/>
              </a:rPr>
              <a:t>, and disciplined AI engineering</a:t>
            </a:r>
            <a:endParaRPr lang="en-US" sz="1200" b="0" i="0" u="none" strike="noStrike" cap="none" noProof="0">
              <a:solidFill>
                <a:srgbClr val="000000"/>
              </a:solidFill>
              <a:latin typeface="IBM Plex Sans"/>
              <a:ea typeface="IBM Plex Sans"/>
              <a:cs typeface="IBM Plex Sans"/>
            </a:endParaRPr>
          </a:p>
          <a:p>
            <a:pPr marL="179705" indent="-179705">
              <a:buSzPts val="946"/>
              <a:buFont typeface="Arial"/>
              <a:buChar char="•"/>
            </a:pPr>
            <a:r>
              <a:rPr lang="en-US" sz="1100" b="0" i="0" u="none" strike="noStrike" cap="none" noProof="0">
                <a:solidFill>
                  <a:srgbClr val="000000"/>
                </a:solidFill>
                <a:latin typeface="IBM Plex Sans"/>
                <a:ea typeface="IBM Plex Sans"/>
                <a:cs typeface="IBM Plex Sans"/>
                <a:sym typeface="IBM Plex Sans"/>
              </a:rPr>
              <a:t>The </a:t>
            </a:r>
            <a:r>
              <a:rPr lang="en-US" sz="1100" b="1" i="0" u="none" strike="noStrike" cap="none" noProof="0">
                <a:solidFill>
                  <a:srgbClr val="000000"/>
                </a:solidFill>
                <a:latin typeface="IBM Plex Sans"/>
                <a:ea typeface="IBM Plex Sans"/>
                <a:cs typeface="IBM Plex Sans"/>
                <a:sym typeface="IBM Plex Sans"/>
              </a:rPr>
              <a:t>next wave of value will come from </a:t>
            </a:r>
            <a:r>
              <a:rPr lang="en-US" sz="1100" b="1" noProof="0">
                <a:latin typeface="IBM Plex Sans"/>
                <a:ea typeface="IBM Plex Sans"/>
                <a:cs typeface="IBM Plex Sans"/>
                <a:sym typeface="IBM Plex Sans"/>
              </a:rPr>
              <a:t>AI platforms </a:t>
            </a:r>
            <a:r>
              <a:rPr lang="en-US" sz="1100" noProof="0">
                <a:latin typeface="IBM Plex Sans"/>
                <a:ea typeface="IBM Plex Sans"/>
                <a:cs typeface="IBM Plex Sans"/>
                <a:sym typeface="IBM Plex Sans"/>
              </a:rPr>
              <a:t>that</a:t>
            </a:r>
            <a:r>
              <a:rPr lang="en-US" sz="1100" b="0" i="0" u="none" strike="noStrike" cap="none" noProof="0">
                <a:solidFill>
                  <a:srgbClr val="000000"/>
                </a:solidFill>
                <a:latin typeface="IBM Plex Sans"/>
                <a:ea typeface="IBM Plex Sans"/>
                <a:cs typeface="IBM Plex Sans"/>
                <a:sym typeface="IBM Plex Sans"/>
              </a:rPr>
              <a:t> can autonomously plan and execute complex tasks, reshaping workflows and job roles</a:t>
            </a:r>
            <a:endParaRPr lang="en-US" sz="1200" b="0" i="0" u="none" strike="noStrike" cap="none" noProof="0">
              <a:solidFill>
                <a:srgbClr val="000000"/>
              </a:solidFill>
              <a:latin typeface="IBM Plex Sans"/>
              <a:ea typeface="IBM Plex Sans"/>
              <a:cs typeface="IBM Plex Sans"/>
            </a:endParaRPr>
          </a:p>
        </p:txBody>
      </p:sp>
      <p:sp>
        <p:nvSpPr>
          <p:cNvPr id="2005" name="Google Shape;2005;g3b23322d595_2_1041"/>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700"/>
              <a:buFont typeface="Arial"/>
              <a:buNone/>
            </a:pPr>
            <a:r>
              <a:rPr lang="en-US" sz="700" b="0" i="0" u="none" strike="noStrike" cap="none" noProof="0">
                <a:solidFill>
                  <a:srgbClr val="7F7F7F"/>
                </a:solidFill>
                <a:latin typeface="IBM Plex Sans"/>
                <a:ea typeface="IBM Plex Sans"/>
                <a:cs typeface="IBM Plex Sans"/>
                <a:sym typeface="IBM Plex Sans"/>
              </a:rPr>
              <a:t>Sources: (1) </a:t>
            </a:r>
            <a:r>
              <a:rPr lang="en-US" sz="700" b="0" i="0" u="none" strike="noStrike" cap="none"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Gartner - Hype Cycle for Artificial Intelligence</a:t>
            </a:r>
            <a:endParaRPr lang="en-US" sz="1800" b="0" i="0" u="none" strike="noStrike" cap="none" noProof="0">
              <a:solidFill>
                <a:srgbClr val="7F7F7F"/>
              </a:solidFill>
              <a:latin typeface="IBM Plex Sans"/>
              <a:hlinkClick r:id="rId3">
                <a:extLst>
                  <a:ext uri="{A12FA001-AC4F-418D-AE19-62706E023703}">
                    <ahyp:hlinkClr xmlns:ahyp="http://schemas.microsoft.com/office/drawing/2018/hyperlinkcolor" val="tx"/>
                  </a:ext>
                </a:extLst>
              </a:hlinkClick>
            </a:endParaRPr>
          </a:p>
        </p:txBody>
      </p:sp>
      <p:sp>
        <p:nvSpPr>
          <p:cNvPr id="2006" name="Google Shape;2006;g3b23322d595_2_1041"/>
          <p:cNvSpPr/>
          <p:nvPr/>
        </p:nvSpPr>
        <p:spPr>
          <a:xfrm>
            <a:off x="9221121" y="1421128"/>
            <a:ext cx="257977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Insights from research</a:t>
            </a:r>
            <a:endParaRPr lang="en-US" sz="1800" b="0" i="0" u="none" strike="noStrike" cap="none" noProof="0">
              <a:solidFill>
                <a:schemeClr val="dk1"/>
              </a:solidFill>
              <a:latin typeface="Arial"/>
              <a:ea typeface="Arial"/>
              <a:cs typeface="Arial"/>
              <a:sym typeface="Arial"/>
            </a:endParaRPr>
          </a:p>
        </p:txBody>
      </p:sp>
      <p:sp>
        <p:nvSpPr>
          <p:cNvPr id="2007" name="Google Shape;2007;g3b23322d595_2_1041"/>
          <p:cNvSpPr txBox="1"/>
          <p:nvPr/>
        </p:nvSpPr>
        <p:spPr>
          <a:xfrm>
            <a:off x="932647" y="5327642"/>
            <a:ext cx="1238112" cy="230792"/>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Less than 2 years</a:t>
            </a:r>
          </a:p>
        </p:txBody>
      </p:sp>
      <p:sp>
        <p:nvSpPr>
          <p:cNvPr id="2008" name="Google Shape;2008;g3b23322d595_2_1041"/>
          <p:cNvSpPr txBox="1"/>
          <p:nvPr/>
        </p:nvSpPr>
        <p:spPr>
          <a:xfrm>
            <a:off x="3098000" y="5341833"/>
            <a:ext cx="1238112" cy="230792"/>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2 to 5 years</a:t>
            </a:r>
          </a:p>
        </p:txBody>
      </p:sp>
      <p:sp>
        <p:nvSpPr>
          <p:cNvPr id="2009" name="Google Shape;2009;g3b23322d595_2_1041"/>
          <p:cNvSpPr txBox="1"/>
          <p:nvPr/>
        </p:nvSpPr>
        <p:spPr>
          <a:xfrm>
            <a:off x="5263352" y="5349276"/>
            <a:ext cx="1238112" cy="230792"/>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5 to 10 years</a:t>
            </a:r>
          </a:p>
        </p:txBody>
      </p:sp>
      <p:sp>
        <p:nvSpPr>
          <p:cNvPr id="2010" name="Google Shape;2010;g3b23322d595_2_1041"/>
          <p:cNvSpPr txBox="1"/>
          <p:nvPr/>
        </p:nvSpPr>
        <p:spPr>
          <a:xfrm>
            <a:off x="7428704" y="5341833"/>
            <a:ext cx="1608866" cy="230792"/>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More than 10 years</a:t>
            </a:r>
          </a:p>
        </p:txBody>
      </p:sp>
      <p:sp>
        <p:nvSpPr>
          <p:cNvPr id="2011" name="Google Shape;2011;g3b23322d595_2_1041"/>
          <p:cNvSpPr txBox="1"/>
          <p:nvPr/>
        </p:nvSpPr>
        <p:spPr>
          <a:xfrm rot="-5400000">
            <a:off x="79432" y="4856928"/>
            <a:ext cx="1028153" cy="230792"/>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Low</a:t>
            </a:r>
          </a:p>
        </p:txBody>
      </p:sp>
      <p:cxnSp>
        <p:nvCxnSpPr>
          <p:cNvPr id="2012" name="Google Shape;2012;g3b23322d595_2_1041"/>
          <p:cNvCxnSpPr/>
          <p:nvPr/>
        </p:nvCxnSpPr>
        <p:spPr>
          <a:xfrm rot="10800000">
            <a:off x="688275" y="1886048"/>
            <a:ext cx="0" cy="3391434"/>
          </a:xfrm>
          <a:prstGeom prst="straightConnector1">
            <a:avLst/>
          </a:prstGeom>
          <a:noFill/>
          <a:ln w="12700" cap="flat" cmpd="sng">
            <a:solidFill>
              <a:schemeClr val="dk1"/>
            </a:solidFill>
            <a:prstDash val="solid"/>
            <a:round/>
            <a:headEnd type="none" w="sm" len="sm"/>
            <a:tailEnd type="triangle" w="med" len="med"/>
          </a:ln>
        </p:spPr>
      </p:cxnSp>
      <p:cxnSp>
        <p:nvCxnSpPr>
          <p:cNvPr id="2013" name="Google Shape;2013;g3b23322d595_2_1041"/>
          <p:cNvCxnSpPr/>
          <p:nvPr/>
        </p:nvCxnSpPr>
        <p:spPr>
          <a:xfrm>
            <a:off x="686721" y="5273109"/>
            <a:ext cx="8353425" cy="0"/>
          </a:xfrm>
          <a:prstGeom prst="straightConnector1">
            <a:avLst/>
          </a:prstGeom>
          <a:noFill/>
          <a:ln w="12700" cap="flat" cmpd="sng">
            <a:solidFill>
              <a:schemeClr val="dk1"/>
            </a:solidFill>
            <a:prstDash val="solid"/>
            <a:round/>
            <a:headEnd type="none" w="sm" len="sm"/>
            <a:tailEnd type="triangle" w="med" len="med"/>
          </a:ln>
        </p:spPr>
      </p:cxnSp>
      <p:sp>
        <p:nvSpPr>
          <p:cNvPr id="2014" name="Google Shape;2014;g3b23322d595_2_1041"/>
          <p:cNvSpPr txBox="1"/>
          <p:nvPr/>
        </p:nvSpPr>
        <p:spPr>
          <a:xfrm rot="-5400000">
            <a:off x="92516" y="4024444"/>
            <a:ext cx="1028153" cy="230792"/>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Moderate</a:t>
            </a:r>
          </a:p>
        </p:txBody>
      </p:sp>
      <p:sp>
        <p:nvSpPr>
          <p:cNvPr id="2015" name="Google Shape;2015;g3b23322d595_2_1041"/>
          <p:cNvSpPr txBox="1"/>
          <p:nvPr/>
        </p:nvSpPr>
        <p:spPr>
          <a:xfrm rot="-5400000">
            <a:off x="72147" y="3191959"/>
            <a:ext cx="1028153" cy="230792"/>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High</a:t>
            </a:r>
          </a:p>
        </p:txBody>
      </p:sp>
      <p:sp>
        <p:nvSpPr>
          <p:cNvPr id="2016" name="Google Shape;2016;g3b23322d595_2_1041"/>
          <p:cNvSpPr txBox="1"/>
          <p:nvPr/>
        </p:nvSpPr>
        <p:spPr>
          <a:xfrm>
            <a:off x="810547" y="4851050"/>
            <a:ext cx="1576968" cy="331104"/>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000000"/>
              </a:solidFill>
              <a:latin typeface="IBM Plex Sans"/>
              <a:ea typeface="IBM Plex Sans"/>
              <a:cs typeface="IBM Plex Sans"/>
              <a:sym typeface="IBM Plex Sans"/>
            </a:endParaRPr>
          </a:p>
        </p:txBody>
      </p:sp>
      <p:sp>
        <p:nvSpPr>
          <p:cNvPr id="2017" name="Google Shape;2017;g3b23322d595_2_1041"/>
          <p:cNvSpPr/>
          <p:nvPr/>
        </p:nvSpPr>
        <p:spPr>
          <a:xfrm>
            <a:off x="810546" y="3275503"/>
            <a:ext cx="1576969" cy="1575893"/>
          </a:xfrm>
          <a:prstGeom prst="rect">
            <a:avLst/>
          </a:prstGeom>
          <a:solidFill>
            <a:srgbClr val="7FD7A7">
              <a:alpha val="28627"/>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18" name="Google Shape;2018;g3b23322d595_2_1041"/>
          <p:cNvSpPr txBox="1"/>
          <p:nvPr/>
        </p:nvSpPr>
        <p:spPr>
          <a:xfrm>
            <a:off x="966760" y="3471738"/>
            <a:ext cx="1256003" cy="23843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Edge AI</a:t>
            </a:r>
          </a:p>
        </p:txBody>
      </p:sp>
      <p:sp>
        <p:nvSpPr>
          <p:cNvPr id="2019" name="Google Shape;2019;g3b23322d595_2_1041"/>
          <p:cNvSpPr/>
          <p:nvPr/>
        </p:nvSpPr>
        <p:spPr>
          <a:xfrm>
            <a:off x="2192141" y="3563795"/>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20" name="Google Shape;2020;g3b23322d595_2_1041"/>
          <p:cNvSpPr txBox="1"/>
          <p:nvPr/>
        </p:nvSpPr>
        <p:spPr>
          <a:xfrm>
            <a:off x="966760" y="3781750"/>
            <a:ext cx="1256003" cy="23843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Composite AI</a:t>
            </a:r>
          </a:p>
        </p:txBody>
      </p:sp>
      <p:sp>
        <p:nvSpPr>
          <p:cNvPr id="2021" name="Google Shape;2021;g3b23322d595_2_1041"/>
          <p:cNvSpPr/>
          <p:nvPr/>
        </p:nvSpPr>
        <p:spPr>
          <a:xfrm>
            <a:off x="2192141" y="3873807"/>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22" name="Google Shape;2022;g3b23322d595_2_1041"/>
          <p:cNvSpPr txBox="1"/>
          <p:nvPr/>
        </p:nvSpPr>
        <p:spPr>
          <a:xfrm>
            <a:off x="966760" y="4091761"/>
            <a:ext cx="1256003" cy="23843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Responsible AI</a:t>
            </a:r>
          </a:p>
        </p:txBody>
      </p:sp>
      <p:sp>
        <p:nvSpPr>
          <p:cNvPr id="2023" name="Google Shape;2023;g3b23322d595_2_1041"/>
          <p:cNvSpPr/>
          <p:nvPr/>
        </p:nvSpPr>
        <p:spPr>
          <a:xfrm>
            <a:off x="2192141" y="4183818"/>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24" name="Google Shape;2024;g3b23322d595_2_1041"/>
          <p:cNvSpPr txBox="1"/>
          <p:nvPr/>
        </p:nvSpPr>
        <p:spPr>
          <a:xfrm>
            <a:off x="2523871" y="4851050"/>
            <a:ext cx="1576968" cy="331104"/>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000000"/>
              </a:solidFill>
              <a:latin typeface="IBM Plex Sans"/>
              <a:ea typeface="IBM Plex Sans"/>
              <a:cs typeface="IBM Plex Sans"/>
              <a:sym typeface="IBM Plex Sans"/>
            </a:endParaRPr>
          </a:p>
        </p:txBody>
      </p:sp>
      <p:sp>
        <p:nvSpPr>
          <p:cNvPr id="2025" name="Google Shape;2025;g3b23322d595_2_1041"/>
          <p:cNvSpPr txBox="1"/>
          <p:nvPr/>
        </p:nvSpPr>
        <p:spPr>
          <a:xfrm>
            <a:off x="2268625" y="2421985"/>
            <a:ext cx="1256003" cy="23843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Generative AI</a:t>
            </a:r>
          </a:p>
        </p:txBody>
      </p:sp>
      <p:sp>
        <p:nvSpPr>
          <p:cNvPr id="2026" name="Google Shape;2026;g3b23322d595_2_1041"/>
          <p:cNvSpPr/>
          <p:nvPr/>
        </p:nvSpPr>
        <p:spPr>
          <a:xfrm>
            <a:off x="3494006" y="2514042"/>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27" name="Google Shape;2027;g3b23322d595_2_1041"/>
          <p:cNvSpPr txBox="1"/>
          <p:nvPr/>
        </p:nvSpPr>
        <p:spPr>
          <a:xfrm>
            <a:off x="2965050" y="3293089"/>
            <a:ext cx="1004822" cy="381525"/>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Foundation Models</a:t>
            </a:r>
          </a:p>
        </p:txBody>
      </p:sp>
      <p:sp>
        <p:nvSpPr>
          <p:cNvPr id="2028" name="Google Shape;2028;g3b23322d595_2_1041"/>
          <p:cNvSpPr/>
          <p:nvPr/>
        </p:nvSpPr>
        <p:spPr>
          <a:xfrm>
            <a:off x="3169034" y="3376399"/>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29" name="Google Shape;2029;g3b23322d595_2_1041"/>
          <p:cNvSpPr txBox="1"/>
          <p:nvPr/>
        </p:nvSpPr>
        <p:spPr>
          <a:xfrm>
            <a:off x="4255173" y="4851050"/>
            <a:ext cx="4518840" cy="331104"/>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000000"/>
              </a:solidFill>
              <a:latin typeface="IBM Plex Sans"/>
              <a:ea typeface="IBM Plex Sans"/>
              <a:cs typeface="IBM Plex Sans"/>
              <a:sym typeface="IBM Plex Sans"/>
            </a:endParaRPr>
          </a:p>
        </p:txBody>
      </p:sp>
      <p:sp>
        <p:nvSpPr>
          <p:cNvPr id="2030" name="Google Shape;2030;g3b23322d595_2_1041"/>
          <p:cNvSpPr txBox="1"/>
          <p:nvPr/>
        </p:nvSpPr>
        <p:spPr>
          <a:xfrm>
            <a:off x="7408384" y="2753872"/>
            <a:ext cx="1256003" cy="238439"/>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Federated Learning</a:t>
            </a:r>
          </a:p>
        </p:txBody>
      </p:sp>
      <p:sp>
        <p:nvSpPr>
          <p:cNvPr id="2031" name="Google Shape;2031;g3b23322d595_2_1041"/>
          <p:cNvSpPr/>
          <p:nvPr/>
        </p:nvSpPr>
        <p:spPr>
          <a:xfrm>
            <a:off x="8633765" y="2870180"/>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32" name="Google Shape;2032;g3b23322d595_2_1041"/>
          <p:cNvSpPr txBox="1"/>
          <p:nvPr/>
        </p:nvSpPr>
        <p:spPr>
          <a:xfrm>
            <a:off x="7387201" y="3204471"/>
            <a:ext cx="1256003" cy="381525"/>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Digital Twins of the Organization</a:t>
            </a:r>
          </a:p>
        </p:txBody>
      </p:sp>
      <p:sp>
        <p:nvSpPr>
          <p:cNvPr id="2033" name="Google Shape;2033;g3b23322d595_2_1041"/>
          <p:cNvSpPr/>
          <p:nvPr/>
        </p:nvSpPr>
        <p:spPr>
          <a:xfrm>
            <a:off x="8612582" y="3297919"/>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34" name="Google Shape;2034;g3b23322d595_2_1041"/>
          <p:cNvSpPr txBox="1"/>
          <p:nvPr/>
        </p:nvSpPr>
        <p:spPr>
          <a:xfrm>
            <a:off x="2263004" y="2594984"/>
            <a:ext cx="1256003" cy="23843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Multimodal AI</a:t>
            </a:r>
          </a:p>
        </p:txBody>
      </p:sp>
      <p:sp>
        <p:nvSpPr>
          <p:cNvPr id="2035" name="Google Shape;2035;g3b23322d595_2_1041"/>
          <p:cNvSpPr/>
          <p:nvPr/>
        </p:nvSpPr>
        <p:spPr>
          <a:xfrm>
            <a:off x="3488385" y="2687041"/>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36" name="Google Shape;2036;g3b23322d595_2_1041"/>
          <p:cNvSpPr txBox="1"/>
          <p:nvPr/>
        </p:nvSpPr>
        <p:spPr>
          <a:xfrm>
            <a:off x="3353353" y="2669270"/>
            <a:ext cx="755002" cy="23843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AI </a:t>
            </a:r>
            <a:r>
              <a:rPr lang="en-US" sz="900" noProof="0" err="1">
                <a:latin typeface="IBM Plex Sans"/>
                <a:ea typeface="IBM Plex Sans"/>
                <a:cs typeface="IBM Plex Sans"/>
                <a:sym typeface="IBM Plex Sans"/>
              </a:rPr>
              <a:t>TRiSM</a:t>
            </a:r>
            <a:endParaRPr lang="en-US" sz="900" b="0" i="0" u="none" strike="noStrike" cap="none" noProof="0">
              <a:solidFill>
                <a:srgbClr val="000000"/>
              </a:solidFill>
              <a:latin typeface="IBM Plex Sans"/>
              <a:ea typeface="IBM Plex Sans"/>
              <a:cs typeface="IBM Plex Sans"/>
              <a:sym typeface="IBM Plex Sans"/>
            </a:endParaRPr>
          </a:p>
        </p:txBody>
      </p:sp>
      <p:sp>
        <p:nvSpPr>
          <p:cNvPr id="2037" name="Google Shape;2037;g3b23322d595_2_1041"/>
          <p:cNvSpPr/>
          <p:nvPr/>
        </p:nvSpPr>
        <p:spPr>
          <a:xfrm>
            <a:off x="3753370" y="2630130"/>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38" name="Google Shape;2038;g3b23322d595_2_1041"/>
          <p:cNvSpPr txBox="1"/>
          <p:nvPr/>
        </p:nvSpPr>
        <p:spPr>
          <a:xfrm>
            <a:off x="2362681" y="3132176"/>
            <a:ext cx="1141420" cy="23843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AI Engineering</a:t>
            </a:r>
          </a:p>
        </p:txBody>
      </p:sp>
      <p:sp>
        <p:nvSpPr>
          <p:cNvPr id="2039" name="Google Shape;2039;g3b23322d595_2_1041"/>
          <p:cNvSpPr/>
          <p:nvPr/>
        </p:nvSpPr>
        <p:spPr>
          <a:xfrm>
            <a:off x="2971858" y="3076413"/>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40" name="Google Shape;2040;g3b23322d595_2_1041"/>
          <p:cNvSpPr txBox="1"/>
          <p:nvPr/>
        </p:nvSpPr>
        <p:spPr>
          <a:xfrm>
            <a:off x="2585710" y="2871813"/>
            <a:ext cx="1535792" cy="23843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AI Governance Platforms</a:t>
            </a:r>
          </a:p>
        </p:txBody>
      </p:sp>
      <p:sp>
        <p:nvSpPr>
          <p:cNvPr id="2041" name="Google Shape;2041;g3b23322d595_2_1041"/>
          <p:cNvSpPr/>
          <p:nvPr/>
        </p:nvSpPr>
        <p:spPr>
          <a:xfrm>
            <a:off x="3791707" y="2875446"/>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42" name="Google Shape;2042;g3b23322d595_2_1041"/>
          <p:cNvSpPr txBox="1"/>
          <p:nvPr/>
        </p:nvSpPr>
        <p:spPr>
          <a:xfrm>
            <a:off x="2457164" y="3475139"/>
            <a:ext cx="868134" cy="238437"/>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err="1">
                <a:solidFill>
                  <a:srgbClr val="000000"/>
                </a:solidFill>
                <a:latin typeface="IBM Plex Sans"/>
                <a:ea typeface="IBM Plex Sans"/>
                <a:cs typeface="IBM Plex Sans"/>
                <a:sym typeface="IBM Plex Sans"/>
              </a:rPr>
              <a:t>ModelOps</a:t>
            </a:r>
            <a:endParaRPr lang="en-US" sz="900" b="0" i="0" u="none" strike="noStrike" cap="none" noProof="0">
              <a:solidFill>
                <a:srgbClr val="000000"/>
              </a:solidFill>
              <a:latin typeface="IBM Plex Sans"/>
              <a:ea typeface="IBM Plex Sans"/>
              <a:cs typeface="IBM Plex Sans"/>
              <a:sym typeface="IBM Plex Sans"/>
            </a:endParaRPr>
          </a:p>
        </p:txBody>
      </p:sp>
      <p:sp>
        <p:nvSpPr>
          <p:cNvPr id="2043" name="Google Shape;2043;g3b23322d595_2_1041"/>
          <p:cNvSpPr/>
          <p:nvPr/>
        </p:nvSpPr>
        <p:spPr>
          <a:xfrm>
            <a:off x="2882371" y="3680899"/>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44" name="Google Shape;2044;g3b23322d595_2_1041"/>
          <p:cNvSpPr txBox="1"/>
          <p:nvPr/>
        </p:nvSpPr>
        <p:spPr>
          <a:xfrm>
            <a:off x="2432324" y="3766545"/>
            <a:ext cx="1248715" cy="23843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Synthetic Data</a:t>
            </a:r>
          </a:p>
        </p:txBody>
      </p:sp>
      <p:sp>
        <p:nvSpPr>
          <p:cNvPr id="2045" name="Google Shape;2045;g3b23322d595_2_1041"/>
          <p:cNvSpPr/>
          <p:nvPr/>
        </p:nvSpPr>
        <p:spPr>
          <a:xfrm>
            <a:off x="2596698" y="3849855"/>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46" name="Google Shape;2046;g3b23322d595_2_1041"/>
          <p:cNvSpPr txBox="1"/>
          <p:nvPr/>
        </p:nvSpPr>
        <p:spPr>
          <a:xfrm>
            <a:off x="2663811" y="3924559"/>
            <a:ext cx="1372277" cy="381525"/>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Neuromorphic Computing</a:t>
            </a:r>
          </a:p>
        </p:txBody>
      </p:sp>
      <p:sp>
        <p:nvSpPr>
          <p:cNvPr id="2047" name="Google Shape;2047;g3b23322d595_2_1041"/>
          <p:cNvSpPr/>
          <p:nvPr/>
        </p:nvSpPr>
        <p:spPr>
          <a:xfrm>
            <a:off x="3041582" y="4007869"/>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48" name="Google Shape;2048;g3b23322d595_2_1041"/>
          <p:cNvSpPr txBox="1"/>
          <p:nvPr/>
        </p:nvSpPr>
        <p:spPr>
          <a:xfrm>
            <a:off x="2603420" y="4195595"/>
            <a:ext cx="1248715" cy="23843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Smart Robots</a:t>
            </a:r>
          </a:p>
        </p:txBody>
      </p:sp>
      <p:sp>
        <p:nvSpPr>
          <p:cNvPr id="2049" name="Google Shape;2049;g3b23322d595_2_1041"/>
          <p:cNvSpPr/>
          <p:nvPr/>
        </p:nvSpPr>
        <p:spPr>
          <a:xfrm>
            <a:off x="2949267" y="4278905"/>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50" name="Google Shape;2050;g3b23322d595_2_1041"/>
          <p:cNvSpPr txBox="1"/>
          <p:nvPr/>
        </p:nvSpPr>
        <p:spPr>
          <a:xfrm>
            <a:off x="2358774" y="4360740"/>
            <a:ext cx="1576969" cy="230792"/>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Autonomous Systems</a:t>
            </a:r>
          </a:p>
        </p:txBody>
      </p:sp>
      <p:sp>
        <p:nvSpPr>
          <p:cNvPr id="2051" name="Google Shape;2051;g3b23322d595_2_1041"/>
          <p:cNvSpPr/>
          <p:nvPr/>
        </p:nvSpPr>
        <p:spPr>
          <a:xfrm>
            <a:off x="2608626" y="4444050"/>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52" name="Google Shape;2052;g3b23322d595_2_1041"/>
          <p:cNvSpPr txBox="1"/>
          <p:nvPr/>
        </p:nvSpPr>
        <p:spPr>
          <a:xfrm>
            <a:off x="2271387" y="4612181"/>
            <a:ext cx="1487342" cy="23843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Generative Design</a:t>
            </a:r>
          </a:p>
        </p:txBody>
      </p:sp>
      <p:sp>
        <p:nvSpPr>
          <p:cNvPr id="2053" name="Google Shape;2053;g3b23322d595_2_1041"/>
          <p:cNvSpPr/>
          <p:nvPr/>
        </p:nvSpPr>
        <p:spPr>
          <a:xfrm>
            <a:off x="2621538" y="4711992"/>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54" name="Google Shape;2054;g3b23322d595_2_1041"/>
          <p:cNvSpPr txBox="1"/>
          <p:nvPr/>
        </p:nvSpPr>
        <p:spPr>
          <a:xfrm>
            <a:off x="4408651" y="2372065"/>
            <a:ext cx="1487342" cy="238438"/>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AI-Ready Data</a:t>
            </a:r>
          </a:p>
        </p:txBody>
      </p:sp>
      <p:sp>
        <p:nvSpPr>
          <p:cNvPr id="2055" name="Google Shape;2055;g3b23322d595_2_1041"/>
          <p:cNvSpPr/>
          <p:nvPr/>
        </p:nvSpPr>
        <p:spPr>
          <a:xfrm>
            <a:off x="4399393" y="2466307"/>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56" name="Google Shape;2056;g3b23322d595_2_1041"/>
          <p:cNvSpPr txBox="1"/>
          <p:nvPr/>
        </p:nvSpPr>
        <p:spPr>
          <a:xfrm>
            <a:off x="4408651" y="2624684"/>
            <a:ext cx="1487342" cy="238438"/>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AI Simulation</a:t>
            </a:r>
          </a:p>
        </p:txBody>
      </p:sp>
      <p:sp>
        <p:nvSpPr>
          <p:cNvPr id="2057" name="Google Shape;2057;g3b23322d595_2_1041"/>
          <p:cNvSpPr/>
          <p:nvPr/>
        </p:nvSpPr>
        <p:spPr>
          <a:xfrm>
            <a:off x="4399393" y="2718926"/>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58" name="Google Shape;2058;g3b23322d595_2_1041"/>
          <p:cNvSpPr txBox="1"/>
          <p:nvPr/>
        </p:nvSpPr>
        <p:spPr>
          <a:xfrm>
            <a:off x="4408651" y="2877303"/>
            <a:ext cx="1487342" cy="238438"/>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FinOps for AI</a:t>
            </a:r>
          </a:p>
        </p:txBody>
      </p:sp>
      <p:sp>
        <p:nvSpPr>
          <p:cNvPr id="2059" name="Google Shape;2059;g3b23322d595_2_1041"/>
          <p:cNvSpPr/>
          <p:nvPr/>
        </p:nvSpPr>
        <p:spPr>
          <a:xfrm>
            <a:off x="4399393" y="2971545"/>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60" name="Google Shape;2060;g3b23322d595_2_1041"/>
          <p:cNvSpPr txBox="1"/>
          <p:nvPr/>
        </p:nvSpPr>
        <p:spPr>
          <a:xfrm>
            <a:off x="4408651" y="3129923"/>
            <a:ext cx="1487342" cy="238438"/>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World Models</a:t>
            </a:r>
          </a:p>
        </p:txBody>
      </p:sp>
      <p:sp>
        <p:nvSpPr>
          <p:cNvPr id="2061" name="Google Shape;2061;g3b23322d595_2_1041"/>
          <p:cNvSpPr/>
          <p:nvPr/>
        </p:nvSpPr>
        <p:spPr>
          <a:xfrm>
            <a:off x="4399393" y="3224165"/>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62" name="Google Shape;2062;g3b23322d595_2_1041"/>
          <p:cNvSpPr txBox="1"/>
          <p:nvPr/>
        </p:nvSpPr>
        <p:spPr>
          <a:xfrm>
            <a:off x="4414779" y="3382542"/>
            <a:ext cx="2471595" cy="238438"/>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Artificial General Intelligence</a:t>
            </a:r>
          </a:p>
        </p:txBody>
      </p:sp>
      <p:sp>
        <p:nvSpPr>
          <p:cNvPr id="2063" name="Google Shape;2063;g3b23322d595_2_1041"/>
          <p:cNvSpPr/>
          <p:nvPr/>
        </p:nvSpPr>
        <p:spPr>
          <a:xfrm>
            <a:off x="4399393" y="3476782"/>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64" name="Google Shape;2064;g3b23322d595_2_1041"/>
          <p:cNvSpPr txBox="1"/>
          <p:nvPr/>
        </p:nvSpPr>
        <p:spPr>
          <a:xfrm>
            <a:off x="4408651" y="3635162"/>
            <a:ext cx="1487342" cy="238438"/>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Quantum AI</a:t>
            </a:r>
          </a:p>
        </p:txBody>
      </p:sp>
      <p:sp>
        <p:nvSpPr>
          <p:cNvPr id="2065" name="Google Shape;2065;g3b23322d595_2_1041"/>
          <p:cNvSpPr/>
          <p:nvPr/>
        </p:nvSpPr>
        <p:spPr>
          <a:xfrm>
            <a:off x="4399393" y="3729404"/>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66" name="Google Shape;2066;g3b23322d595_2_1041"/>
          <p:cNvSpPr txBox="1"/>
          <p:nvPr/>
        </p:nvSpPr>
        <p:spPr>
          <a:xfrm>
            <a:off x="4408651" y="3887782"/>
            <a:ext cx="1487342" cy="238438"/>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First-principles AI</a:t>
            </a:r>
          </a:p>
        </p:txBody>
      </p:sp>
      <p:sp>
        <p:nvSpPr>
          <p:cNvPr id="2067" name="Google Shape;2067;g3b23322d595_2_1041"/>
          <p:cNvSpPr/>
          <p:nvPr/>
        </p:nvSpPr>
        <p:spPr>
          <a:xfrm>
            <a:off x="4399393" y="3982024"/>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68" name="Google Shape;2068;g3b23322d595_2_1041"/>
          <p:cNvSpPr txBox="1"/>
          <p:nvPr/>
        </p:nvSpPr>
        <p:spPr>
          <a:xfrm>
            <a:off x="4408651" y="4140400"/>
            <a:ext cx="1487342" cy="238438"/>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Casual AI</a:t>
            </a:r>
          </a:p>
        </p:txBody>
      </p:sp>
      <p:sp>
        <p:nvSpPr>
          <p:cNvPr id="2069" name="Google Shape;2069;g3b23322d595_2_1041"/>
          <p:cNvSpPr/>
          <p:nvPr/>
        </p:nvSpPr>
        <p:spPr>
          <a:xfrm>
            <a:off x="4399393" y="4234642"/>
            <a:ext cx="43200" cy="43200"/>
          </a:xfrm>
          <a:prstGeom prst="ellipse">
            <a:avLst/>
          </a:prstGeom>
          <a:solidFill>
            <a:srgbClr val="7030A0"/>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70" name="Google Shape;2070;g3b23322d595_2_1041"/>
          <p:cNvSpPr txBox="1"/>
          <p:nvPr/>
        </p:nvSpPr>
        <p:spPr>
          <a:xfrm>
            <a:off x="5332897" y="1940914"/>
            <a:ext cx="912687" cy="381525"/>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Neuro Symbolic AI</a:t>
            </a:r>
          </a:p>
        </p:txBody>
      </p:sp>
      <p:sp>
        <p:nvSpPr>
          <p:cNvPr id="2071" name="Google Shape;2071;g3b23322d595_2_1041"/>
          <p:cNvSpPr/>
          <p:nvPr/>
        </p:nvSpPr>
        <p:spPr>
          <a:xfrm>
            <a:off x="6202464" y="2032970"/>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72" name="Google Shape;2072;g3b23322d595_2_1041"/>
          <p:cNvSpPr txBox="1"/>
          <p:nvPr/>
        </p:nvSpPr>
        <p:spPr>
          <a:xfrm>
            <a:off x="6156898" y="2306119"/>
            <a:ext cx="936049" cy="38152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First-principles AI</a:t>
            </a:r>
          </a:p>
        </p:txBody>
      </p:sp>
      <p:sp>
        <p:nvSpPr>
          <p:cNvPr id="2073" name="Google Shape;2073;g3b23322d595_2_1041"/>
          <p:cNvSpPr/>
          <p:nvPr/>
        </p:nvSpPr>
        <p:spPr>
          <a:xfrm>
            <a:off x="6596351" y="2266979"/>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74" name="Google Shape;2074;g3b23322d595_2_1041"/>
          <p:cNvSpPr txBox="1"/>
          <p:nvPr/>
        </p:nvSpPr>
        <p:spPr>
          <a:xfrm>
            <a:off x="7376203" y="2134742"/>
            <a:ext cx="1231601" cy="381526"/>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Self-supervised Learning</a:t>
            </a:r>
          </a:p>
        </p:txBody>
      </p:sp>
      <p:sp>
        <p:nvSpPr>
          <p:cNvPr id="2075" name="Google Shape;2075;g3b23322d595_2_1041"/>
          <p:cNvSpPr/>
          <p:nvPr/>
        </p:nvSpPr>
        <p:spPr>
          <a:xfrm>
            <a:off x="7977540" y="2108132"/>
            <a:ext cx="43200" cy="43200"/>
          </a:xfrm>
          <a:prstGeom prst="ellipse">
            <a:avLst/>
          </a:prstGeom>
          <a:solidFill>
            <a:srgbClr val="204E79"/>
          </a:solidFill>
          <a:ln w="25400" cap="flat" cmpd="sng">
            <a:solidFill>
              <a:srgbClr val="204E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900" b="0" i="0" u="none" strike="noStrike" cap="none" noProof="0">
              <a:solidFill>
                <a:srgbClr val="FFFFFF"/>
              </a:solidFill>
              <a:latin typeface="IBM Plex Sans"/>
              <a:ea typeface="IBM Plex Sans"/>
              <a:cs typeface="IBM Plex Sans"/>
              <a:sym typeface="IBM Plex Sans"/>
            </a:endParaRPr>
          </a:p>
        </p:txBody>
      </p:sp>
      <p:sp>
        <p:nvSpPr>
          <p:cNvPr id="2076" name="Google Shape;2076;g3b23322d595_2_1041"/>
          <p:cNvSpPr txBox="1"/>
          <p:nvPr/>
        </p:nvSpPr>
        <p:spPr>
          <a:xfrm>
            <a:off x="1138209" y="4834364"/>
            <a:ext cx="1121275" cy="381525"/>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900" b="1" i="0" u="none" strike="noStrike" cap="none" noProof="0">
                <a:solidFill>
                  <a:srgbClr val="FFFFFF"/>
                </a:solidFill>
                <a:latin typeface="IBM Plex Sans"/>
                <a:ea typeface="IBM Plex Sans"/>
                <a:cs typeface="IBM Plex Sans"/>
                <a:sym typeface="IBM Plex Sans"/>
              </a:rPr>
              <a:t>Focus now:</a:t>
            </a:r>
            <a:endParaRPr lang="en-US" sz="9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1000"/>
              <a:buFont typeface="Arial"/>
              <a:buNone/>
            </a:pPr>
            <a:r>
              <a:rPr lang="en-US" sz="900" b="0" i="0" u="none" strike="noStrike" cap="none" noProof="0">
                <a:solidFill>
                  <a:srgbClr val="FFFFFF"/>
                </a:solidFill>
                <a:latin typeface="IBM Plex Sans"/>
                <a:ea typeface="IBM Plex Sans"/>
                <a:cs typeface="IBM Plex Sans"/>
                <a:sym typeface="IBM Plex Sans"/>
              </a:rPr>
              <a:t>0-2 years</a:t>
            </a:r>
            <a:endParaRPr lang="en-US" sz="900" b="0" i="0" u="none" strike="noStrike" cap="none" noProof="0">
              <a:solidFill>
                <a:srgbClr val="000000"/>
              </a:solidFill>
              <a:latin typeface="IBM Plex Sans"/>
              <a:ea typeface="IBM Plex Sans"/>
              <a:cs typeface="IBM Plex Sans"/>
              <a:sym typeface="IBM Plex Sans"/>
            </a:endParaRPr>
          </a:p>
        </p:txBody>
      </p:sp>
      <p:sp>
        <p:nvSpPr>
          <p:cNvPr id="2077" name="Google Shape;2077;g3b23322d595_2_1041"/>
          <p:cNvSpPr txBox="1"/>
          <p:nvPr/>
        </p:nvSpPr>
        <p:spPr>
          <a:xfrm>
            <a:off x="2878268" y="4825619"/>
            <a:ext cx="1121275" cy="381525"/>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900" b="1" i="0" u="none" strike="noStrike" cap="none" noProof="0">
                <a:solidFill>
                  <a:srgbClr val="FFFFFF"/>
                </a:solidFill>
                <a:latin typeface="IBM Plex Sans"/>
                <a:ea typeface="IBM Plex Sans"/>
                <a:cs typeface="IBM Plex Sans"/>
                <a:sym typeface="IBM Plex Sans"/>
              </a:rPr>
              <a:t>Prepare for Next: </a:t>
            </a:r>
            <a:r>
              <a:rPr lang="en-US" sz="900" b="0" i="0" u="none" strike="noStrike" cap="none" noProof="0">
                <a:solidFill>
                  <a:srgbClr val="FFFFFF"/>
                </a:solidFill>
                <a:latin typeface="IBM Plex Sans"/>
                <a:ea typeface="IBM Plex Sans"/>
                <a:cs typeface="IBM Plex Sans"/>
                <a:sym typeface="IBM Plex Sans"/>
              </a:rPr>
              <a:t>2-5 years</a:t>
            </a:r>
            <a:endParaRPr lang="en-US" sz="900" b="0" i="0" u="none" strike="noStrike" cap="none" noProof="0">
              <a:solidFill>
                <a:srgbClr val="000000"/>
              </a:solidFill>
              <a:latin typeface="IBM Plex Sans"/>
              <a:ea typeface="IBM Plex Sans"/>
              <a:cs typeface="IBM Plex Sans"/>
              <a:sym typeface="IBM Plex Sans"/>
            </a:endParaRPr>
          </a:p>
        </p:txBody>
      </p:sp>
      <p:sp>
        <p:nvSpPr>
          <p:cNvPr id="2078" name="Google Shape;2078;g3b23322d595_2_1041"/>
          <p:cNvSpPr txBox="1"/>
          <p:nvPr/>
        </p:nvSpPr>
        <p:spPr>
          <a:xfrm>
            <a:off x="4619143" y="4839240"/>
            <a:ext cx="2153594" cy="381525"/>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900" b="1" i="0" u="none" strike="noStrike" cap="none" noProof="0">
                <a:solidFill>
                  <a:srgbClr val="FFFFFF"/>
                </a:solidFill>
                <a:latin typeface="IBM Plex Sans"/>
                <a:ea typeface="IBM Plex Sans"/>
                <a:cs typeface="IBM Plex Sans"/>
                <a:sym typeface="IBM Plex Sans"/>
              </a:rPr>
              <a:t>Strategic Horizon:</a:t>
            </a:r>
            <a:endParaRPr lang="en-US" sz="9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1000"/>
              <a:buFont typeface="Arial"/>
              <a:buNone/>
            </a:pPr>
            <a:r>
              <a:rPr lang="en-US" sz="900" b="0" i="0" u="none" strike="noStrike" cap="none" noProof="0">
                <a:solidFill>
                  <a:srgbClr val="FFFFFF"/>
                </a:solidFill>
                <a:latin typeface="IBM Plex Sans"/>
                <a:ea typeface="IBM Plex Sans"/>
                <a:cs typeface="IBM Plex Sans"/>
                <a:sym typeface="IBM Plex Sans"/>
              </a:rPr>
              <a:t>5-10+ years</a:t>
            </a:r>
            <a:endParaRPr lang="en-US" sz="900" b="0" i="0" u="none" strike="noStrike" cap="none" noProof="0">
              <a:solidFill>
                <a:srgbClr val="000000"/>
              </a:solidFill>
              <a:latin typeface="IBM Plex Sans"/>
              <a:ea typeface="IBM Plex Sans"/>
              <a:cs typeface="IBM Plex Sans"/>
              <a:sym typeface="IBM Plex Sans"/>
            </a:endParaRPr>
          </a:p>
        </p:txBody>
      </p:sp>
      <p:sp>
        <p:nvSpPr>
          <p:cNvPr id="2079" name="Google Shape;2079;g3b23322d595_2_1041"/>
          <p:cNvSpPr/>
          <p:nvPr/>
        </p:nvSpPr>
        <p:spPr>
          <a:xfrm>
            <a:off x="450090" y="1421128"/>
            <a:ext cx="8590055"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Priority Matrix</a:t>
            </a:r>
            <a:endParaRPr lang="en-US" sz="1800" b="0" i="0" u="none" strike="noStrike" cap="none" noProof="0">
              <a:solidFill>
                <a:schemeClr val="dk1"/>
              </a:solidFill>
              <a:latin typeface="Arial"/>
              <a:ea typeface="Arial"/>
              <a:cs typeface="Arial"/>
              <a:sym typeface="Arial"/>
            </a:endParaRPr>
          </a:p>
        </p:txBody>
      </p:sp>
      <p:sp>
        <p:nvSpPr>
          <p:cNvPr id="2080" name="Google Shape;2080;g3b23322d595_2_1041"/>
          <p:cNvSpPr txBox="1"/>
          <p:nvPr/>
        </p:nvSpPr>
        <p:spPr>
          <a:xfrm rot="-5400000">
            <a:off x="46519" y="2352415"/>
            <a:ext cx="1079411" cy="230792"/>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000"/>
              <a:buFont typeface="Arial"/>
              <a:buNone/>
            </a:pPr>
            <a:r>
              <a:rPr lang="en-US" sz="900" b="0" i="0" u="none" strike="noStrike" cap="none" noProof="0">
                <a:solidFill>
                  <a:srgbClr val="000000"/>
                </a:solidFill>
                <a:latin typeface="IBM Plex Sans"/>
                <a:ea typeface="IBM Plex Sans"/>
                <a:cs typeface="IBM Plex Sans"/>
                <a:sym typeface="IBM Plex Sans"/>
              </a:rPr>
              <a:t>Transformational</a:t>
            </a:r>
            <a:endParaRPr lang="en-US" sz="1800" b="0" i="0" u="none" strike="noStrike" cap="none" noProof="0">
              <a:solidFill>
                <a:schemeClr val="dk1"/>
              </a:solidFill>
              <a:latin typeface="Arial"/>
              <a:ea typeface="Arial"/>
              <a:cs typeface="Arial"/>
              <a:sym typeface="Arial"/>
            </a:endParaRPr>
          </a:p>
        </p:txBody>
      </p:sp>
      <p:pic>
        <p:nvPicPr>
          <p:cNvPr id="2081" name="Google Shape;2081;g3b23322d595_2_1041" descr="Telescope outline"/>
          <p:cNvPicPr preferRelativeResize="0"/>
          <p:nvPr/>
        </p:nvPicPr>
        <p:blipFill rotWithShape="1">
          <a:blip r:embed="rId4">
            <a:alphaModFix/>
          </a:blip>
          <a:srcRect/>
          <a:stretch/>
        </p:blipFill>
        <p:spPr>
          <a:xfrm>
            <a:off x="4352405" y="4878980"/>
            <a:ext cx="274801" cy="274801"/>
          </a:xfrm>
          <a:prstGeom prst="rect">
            <a:avLst/>
          </a:prstGeom>
          <a:noFill/>
          <a:ln>
            <a:noFill/>
          </a:ln>
        </p:spPr>
      </p:pic>
      <p:pic>
        <p:nvPicPr>
          <p:cNvPr id="2082" name="Google Shape;2082;g3b23322d595_2_1041" descr="Rocket outline"/>
          <p:cNvPicPr preferRelativeResize="0"/>
          <p:nvPr/>
        </p:nvPicPr>
        <p:blipFill rotWithShape="1">
          <a:blip r:embed="rId5">
            <a:alphaModFix/>
          </a:blip>
          <a:srcRect/>
          <a:stretch/>
        </p:blipFill>
        <p:spPr>
          <a:xfrm>
            <a:off x="2616424" y="4899180"/>
            <a:ext cx="249819" cy="249819"/>
          </a:xfrm>
          <a:prstGeom prst="rect">
            <a:avLst/>
          </a:prstGeom>
          <a:noFill/>
          <a:ln>
            <a:noFill/>
          </a:ln>
        </p:spPr>
      </p:pic>
      <p:pic>
        <p:nvPicPr>
          <p:cNvPr id="2083" name="Google Shape;2083;g3b23322d595_2_1041" descr="Clock outline"/>
          <p:cNvPicPr preferRelativeResize="0"/>
          <p:nvPr/>
        </p:nvPicPr>
        <p:blipFill rotWithShape="1">
          <a:blip r:embed="rId6">
            <a:alphaModFix/>
          </a:blip>
          <a:srcRect/>
          <a:stretch/>
        </p:blipFill>
        <p:spPr>
          <a:xfrm>
            <a:off x="886210" y="4883919"/>
            <a:ext cx="274801" cy="274801"/>
          </a:xfrm>
          <a:prstGeom prst="rect">
            <a:avLst/>
          </a:prstGeom>
          <a:noFill/>
          <a:ln>
            <a:noFill/>
          </a:ln>
        </p:spPr>
      </p:pic>
      <p:sp>
        <p:nvSpPr>
          <p:cNvPr id="9" name="CaixaDeTexto 8">
            <a:extLst>
              <a:ext uri="{FF2B5EF4-FFF2-40B4-BE49-F238E27FC236}">
                <a16:creationId xmlns:a16="http://schemas.microsoft.com/office/drawing/2014/main" id="{2843618B-4F6D-0E55-3771-72A5EDEE4725}"/>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future outlook</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2088">
          <a:extLst>
            <a:ext uri="{FF2B5EF4-FFF2-40B4-BE49-F238E27FC236}">
              <a16:creationId xmlns:a16="http://schemas.microsoft.com/office/drawing/2014/main" id="{6EF6E778-BA48-7440-4793-09D1BE18CF87}"/>
            </a:ext>
          </a:extLst>
        </p:cNvPr>
        <p:cNvGrpSpPr/>
        <p:nvPr/>
      </p:nvGrpSpPr>
      <p:grpSpPr>
        <a:xfrm>
          <a:off x="0" y="0"/>
          <a:ext cx="0" cy="0"/>
          <a:chOff x="0" y="0"/>
          <a:chExt cx="0" cy="0"/>
        </a:xfrm>
      </p:grpSpPr>
      <p:sp>
        <p:nvSpPr>
          <p:cNvPr id="2089" name="Google Shape;2089;g3b23322d595_2_1130">
            <a:extLst>
              <a:ext uri="{FF2B5EF4-FFF2-40B4-BE49-F238E27FC236}">
                <a16:creationId xmlns:a16="http://schemas.microsoft.com/office/drawing/2014/main" id="{CB9D4F8F-CA43-817B-1E6C-0CB544D66BC4}"/>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87</a:t>
            </a:fld>
            <a:endParaRPr lang="en-US" noProof="0"/>
          </a:p>
        </p:txBody>
      </p:sp>
      <p:sp>
        <p:nvSpPr>
          <p:cNvPr id="2090" name="Google Shape;2090;g3b23322d595_2_1130">
            <a:extLst>
              <a:ext uri="{FF2B5EF4-FFF2-40B4-BE49-F238E27FC236}">
                <a16:creationId xmlns:a16="http://schemas.microsoft.com/office/drawing/2014/main" id="{36C8A491-1C25-9B1C-42B6-DFFE03C847CB}"/>
              </a:ext>
            </a:extLst>
          </p:cNvPr>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The economic move from training to inference</a:t>
            </a:r>
          </a:p>
        </p:txBody>
      </p:sp>
      <p:sp>
        <p:nvSpPr>
          <p:cNvPr id="2091" name="Google Shape;2091;g3b23322d595_2_1130">
            <a:extLst>
              <a:ext uri="{FF2B5EF4-FFF2-40B4-BE49-F238E27FC236}">
                <a16:creationId xmlns:a16="http://schemas.microsoft.com/office/drawing/2014/main" id="{33AE128D-FB5F-BDEC-320B-B608BAF99321}"/>
              </a:ext>
            </a:extLst>
          </p:cNvPr>
          <p:cNvSpPr txBox="1"/>
          <p:nvPr/>
        </p:nvSpPr>
        <p:spPr>
          <a:xfrm>
            <a:off x="9221121" y="1745128"/>
            <a:ext cx="2592386" cy="3763779"/>
          </a:xfrm>
          <a:prstGeom prst="rect">
            <a:avLst/>
          </a:prstGeom>
          <a:solidFill>
            <a:srgbClr val="F2F2F2"/>
          </a:solidFill>
          <a:ln>
            <a:noFill/>
          </a:ln>
        </p:spPr>
        <p:txBody>
          <a:bodyPr spcFirstLastPara="1" wrap="square" lIns="72000" tIns="72000" rIns="91425" bIns="45700" anchor="t" anchorCtr="0">
            <a:noAutofit/>
          </a:bodyPr>
          <a:lstStyle/>
          <a:p>
            <a:pPr marL="180000" marR="0" lvl="0" indent="-180000" algn="l" rtl="0">
              <a:lnSpc>
                <a:spcPct val="100000"/>
              </a:lnSpc>
              <a:spcBef>
                <a:spcPts val="600"/>
              </a:spcBef>
              <a:spcAft>
                <a:spcPts val="0"/>
              </a:spcAft>
              <a:buClr>
                <a:srgbClr val="000000"/>
              </a:buClr>
              <a:buSzPts val="903"/>
              <a:buFont typeface="Arial"/>
              <a:buChar char="•"/>
            </a:pPr>
            <a:r>
              <a:rPr lang="en-US" sz="1200" b="1" i="0" u="none" strike="noStrike" cap="none" noProof="0">
                <a:solidFill>
                  <a:srgbClr val="000000"/>
                </a:solidFill>
                <a:latin typeface="IBM Plex Sans"/>
                <a:ea typeface="IBM Plex Sans"/>
                <a:cs typeface="IBM Plex Sans"/>
                <a:sym typeface="IBM Plex Sans"/>
              </a:rPr>
              <a:t>Inference has overtaken training as AI’s biggest cost center</a:t>
            </a:r>
            <a:r>
              <a:rPr lang="en-US" sz="1200" b="0" i="0" u="none" strike="noStrike" cap="none" noProof="0">
                <a:solidFill>
                  <a:srgbClr val="000000"/>
                </a:solidFill>
                <a:latin typeface="IBM Plex Sans"/>
                <a:ea typeface="IBM Plex Sans"/>
                <a:cs typeface="IBM Plex Sans"/>
                <a:sym typeface="IBM Plex Sans"/>
              </a:rPr>
              <a:t>, driving a massive shift in investment, infrastructure design, and competitive strategy across the industry</a:t>
            </a:r>
          </a:p>
          <a:p>
            <a:pPr marL="180000" marR="0" lvl="0" indent="-180000" algn="l" rtl="0">
              <a:lnSpc>
                <a:spcPct val="100000"/>
              </a:lnSpc>
              <a:spcBef>
                <a:spcPts val="600"/>
              </a:spcBef>
              <a:spcAft>
                <a:spcPts val="0"/>
              </a:spcAft>
              <a:buClr>
                <a:srgbClr val="000000"/>
              </a:buClr>
              <a:buSzPts val="903"/>
              <a:buFont typeface="Arial"/>
              <a:buChar char="•"/>
            </a:pPr>
            <a:r>
              <a:rPr lang="en-US" sz="1200" b="1" i="0" u="none" strike="noStrike" cap="none" noProof="0">
                <a:solidFill>
                  <a:srgbClr val="000000"/>
                </a:solidFill>
                <a:latin typeface="IBM Plex Sans"/>
                <a:ea typeface="IBM Plex Sans"/>
                <a:cs typeface="IBM Plex Sans"/>
                <a:sym typeface="IBM Plex Sans"/>
              </a:rPr>
              <a:t>Efficiency is now the core battleground</a:t>
            </a:r>
            <a:r>
              <a:rPr lang="en-US" sz="1200" i="0" u="none" strike="noStrike" cap="none" noProof="0">
                <a:solidFill>
                  <a:srgbClr val="000000"/>
                </a:solidFill>
                <a:latin typeface="IBM Plex Sans"/>
                <a:ea typeface="IBM Plex Sans"/>
                <a:cs typeface="IBM Plex Sans"/>
                <a:sym typeface="IBM Plex Sans"/>
              </a:rPr>
              <a:t>, with startups, </a:t>
            </a:r>
            <a:r>
              <a:rPr lang="en-US" sz="1200" i="0" u="none" strike="noStrike" cap="none" noProof="0" err="1">
                <a:solidFill>
                  <a:srgbClr val="000000"/>
                </a:solidFill>
                <a:latin typeface="IBM Plex Sans"/>
                <a:ea typeface="IBM Plex Sans"/>
                <a:cs typeface="IBM Plex Sans"/>
                <a:sym typeface="IBM Plex Sans"/>
              </a:rPr>
              <a:t>hyperscalers</a:t>
            </a:r>
            <a:r>
              <a:rPr lang="en-US" sz="1200" i="0" u="none" strike="noStrike" cap="none" noProof="0">
                <a:solidFill>
                  <a:srgbClr val="000000"/>
                </a:solidFill>
                <a:latin typeface="IBM Plex Sans"/>
                <a:ea typeface="IBM Plex Sans"/>
                <a:cs typeface="IBM Plex Sans"/>
                <a:sym typeface="IBM Plex Sans"/>
              </a:rPr>
              <a:t>, and chipmakers racing to reduce cost per token, latency, and GPU dependency</a:t>
            </a:r>
          </a:p>
          <a:p>
            <a:pPr marL="180000" marR="0" lvl="0" indent="-180000" algn="l" rtl="0">
              <a:lnSpc>
                <a:spcPct val="100000"/>
              </a:lnSpc>
              <a:spcBef>
                <a:spcPts val="600"/>
              </a:spcBef>
              <a:spcAft>
                <a:spcPts val="0"/>
              </a:spcAft>
              <a:buClr>
                <a:srgbClr val="000000"/>
              </a:buClr>
              <a:buSzPts val="903"/>
              <a:buFont typeface="Arial"/>
              <a:buChar char="•"/>
            </a:pPr>
            <a:r>
              <a:rPr lang="en-US" sz="1200" b="1" i="0" u="none" strike="noStrike" cap="none" noProof="0">
                <a:solidFill>
                  <a:srgbClr val="000000"/>
                </a:solidFill>
                <a:latin typeface="IBM Plex Sans"/>
                <a:ea typeface="IBM Plex Sans"/>
                <a:cs typeface="IBM Plex Sans"/>
                <a:sym typeface="IBM Plex Sans"/>
              </a:rPr>
              <a:t>Search engines will be forced to optimize inference at scale</a:t>
            </a:r>
            <a:r>
              <a:rPr lang="en-US" sz="1200" i="0" u="none" strike="noStrike" cap="none" noProof="0">
                <a:solidFill>
                  <a:srgbClr val="000000"/>
                </a:solidFill>
                <a:latin typeface="IBM Plex Sans"/>
                <a:ea typeface="IBM Plex Sans"/>
                <a:cs typeface="IBM Plex Sans"/>
                <a:sym typeface="IBM Plex Sans"/>
              </a:rPr>
              <a:t>, because every AI‑generated answer (vs. a traditional link) dramatically increases compute cost per query</a:t>
            </a:r>
          </a:p>
          <a:p>
            <a:pPr marL="180000" marR="0" lvl="0" indent="-180000" algn="l" rtl="0">
              <a:lnSpc>
                <a:spcPct val="100000"/>
              </a:lnSpc>
              <a:spcBef>
                <a:spcPts val="600"/>
              </a:spcBef>
              <a:spcAft>
                <a:spcPts val="0"/>
              </a:spcAft>
              <a:buClr>
                <a:srgbClr val="000000"/>
              </a:buClr>
              <a:buSzPts val="903"/>
              <a:buFont typeface="Arial"/>
              <a:buChar char="•"/>
            </a:pPr>
            <a:endParaRPr lang="en-US" sz="1200" i="0" u="none" strike="noStrike" cap="none" noProof="0">
              <a:solidFill>
                <a:srgbClr val="000000"/>
              </a:solidFill>
              <a:latin typeface="IBM Plex Sans"/>
              <a:ea typeface="IBM Plex Sans"/>
              <a:cs typeface="IBM Plex Sans"/>
              <a:sym typeface="IBM Plex Sans"/>
            </a:endParaRPr>
          </a:p>
        </p:txBody>
      </p:sp>
      <p:sp>
        <p:nvSpPr>
          <p:cNvPr id="2092" name="Google Shape;2092;g3b23322d595_2_1130">
            <a:extLst>
              <a:ext uri="{FF2B5EF4-FFF2-40B4-BE49-F238E27FC236}">
                <a16:creationId xmlns:a16="http://schemas.microsoft.com/office/drawing/2014/main" id="{814BB559-2DE7-AA44-3832-CDD7317713BF}"/>
              </a:ext>
            </a:extLst>
          </p:cNvPr>
          <p:cNvSpPr/>
          <p:nvPr/>
        </p:nvSpPr>
        <p:spPr>
          <a:xfrm>
            <a:off x="9221121" y="1421128"/>
            <a:ext cx="2579779"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Insights from </a:t>
            </a:r>
            <a:r>
              <a:rPr lang="en-US" b="1" noProof="0">
                <a:solidFill>
                  <a:schemeClr val="lt1"/>
                </a:solidFill>
                <a:latin typeface="IBM Plex Sans"/>
                <a:ea typeface="IBM Plex Sans"/>
                <a:cs typeface="IBM Plex Sans"/>
                <a:sym typeface="IBM Plex Sans"/>
              </a:rPr>
              <a:t>research</a:t>
            </a:r>
            <a:r>
              <a:rPr lang="en-US" b="1" baseline="30000" noProof="0">
                <a:solidFill>
                  <a:schemeClr val="lt1"/>
                </a:solidFill>
                <a:latin typeface="IBM Plex Sans"/>
                <a:ea typeface="IBM Plex Sans"/>
                <a:cs typeface="IBM Plex Sans"/>
                <a:sym typeface="IBM Plex Sans"/>
              </a:rPr>
              <a:t>1</a:t>
            </a:r>
            <a:endParaRPr lang="en-US" sz="1800" b="0" i="0" u="none" strike="noStrike" cap="none" baseline="30000" noProof="0">
              <a:solidFill>
                <a:schemeClr val="lt1"/>
              </a:solidFill>
              <a:latin typeface="Arial"/>
              <a:ea typeface="Arial"/>
              <a:cs typeface="Arial"/>
              <a:sym typeface="Arial"/>
            </a:endParaRPr>
          </a:p>
        </p:txBody>
      </p:sp>
      <p:sp>
        <p:nvSpPr>
          <p:cNvPr id="2093" name="Google Shape;2093;g3b23322d595_2_1130">
            <a:extLst>
              <a:ext uri="{FF2B5EF4-FFF2-40B4-BE49-F238E27FC236}">
                <a16:creationId xmlns:a16="http://schemas.microsoft.com/office/drawing/2014/main" id="{7E41D8FF-B747-99EB-E46C-F41EDBDD67F3}"/>
              </a:ext>
            </a:extLst>
          </p:cNvPr>
          <p:cNvSpPr/>
          <p:nvPr/>
        </p:nvSpPr>
        <p:spPr>
          <a:xfrm>
            <a:off x="450090" y="1421128"/>
            <a:ext cx="8590055" cy="32400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sz="1400" b="1" i="0" u="none" strike="noStrike" cap="none" noProof="0">
                <a:solidFill>
                  <a:schemeClr val="lt1"/>
                </a:solidFill>
                <a:latin typeface="IBM Plex Sans"/>
                <a:ea typeface="IBM Plex Sans"/>
                <a:cs typeface="IBM Plex Sans"/>
                <a:sym typeface="IBM Plex Sans"/>
              </a:rPr>
              <a:t>The </a:t>
            </a:r>
            <a:r>
              <a:rPr lang="en-US" b="1" noProof="0">
                <a:solidFill>
                  <a:schemeClr val="lt1"/>
                </a:solidFill>
                <a:latin typeface="IBM Plex Sans"/>
                <a:ea typeface="IBM Plex Sans"/>
                <a:cs typeface="IBM Plex Sans"/>
                <a:sym typeface="IBM Plex Sans"/>
              </a:rPr>
              <a:t>rise</a:t>
            </a:r>
            <a:r>
              <a:rPr lang="en-US" sz="1400" b="1" i="0" u="none" strike="noStrike" cap="none" noProof="0">
                <a:solidFill>
                  <a:schemeClr val="lt1"/>
                </a:solidFill>
                <a:latin typeface="IBM Plex Sans"/>
                <a:ea typeface="IBM Plex Sans"/>
                <a:cs typeface="IBM Plex Sans"/>
                <a:sym typeface="IBM Plex Sans"/>
              </a:rPr>
              <a:t> </a:t>
            </a:r>
            <a:r>
              <a:rPr lang="en-US" b="1" noProof="0">
                <a:solidFill>
                  <a:schemeClr val="lt1"/>
                </a:solidFill>
                <a:latin typeface="IBM Plex Sans"/>
                <a:ea typeface="IBM Plex Sans"/>
                <a:cs typeface="IBM Plex Sans"/>
                <a:sym typeface="IBM Plex Sans"/>
              </a:rPr>
              <a:t>of</a:t>
            </a:r>
            <a:r>
              <a:rPr lang="en-US" sz="1400" b="1" i="0" u="none" strike="noStrike" cap="none" noProof="0">
                <a:solidFill>
                  <a:schemeClr val="lt1"/>
                </a:solidFill>
                <a:latin typeface="IBM Plex Sans"/>
                <a:ea typeface="IBM Plex Sans"/>
                <a:cs typeface="IBM Plex Sans"/>
                <a:sym typeface="IBM Plex Sans"/>
              </a:rPr>
              <a:t> </a:t>
            </a:r>
            <a:r>
              <a:rPr lang="en-US" b="1" noProof="0">
                <a:solidFill>
                  <a:schemeClr val="lt1"/>
                </a:solidFill>
                <a:latin typeface="IBM Plex Sans"/>
                <a:ea typeface="IBM Plex Sans"/>
                <a:cs typeface="IBM Plex Sans"/>
                <a:sym typeface="IBM Plex Sans"/>
              </a:rPr>
              <a:t>the</a:t>
            </a:r>
            <a:r>
              <a:rPr lang="en-US" sz="1400" b="1" i="0" u="none" strike="noStrike" cap="none" noProof="0">
                <a:solidFill>
                  <a:schemeClr val="lt1"/>
                </a:solidFill>
                <a:latin typeface="IBM Plex Sans"/>
                <a:ea typeface="IBM Plex Sans"/>
                <a:cs typeface="IBM Plex Sans"/>
                <a:sym typeface="IBM Plex Sans"/>
              </a:rPr>
              <a:t> AI </a:t>
            </a:r>
            <a:r>
              <a:rPr lang="en-US" b="1" noProof="0">
                <a:solidFill>
                  <a:schemeClr val="lt1"/>
                </a:solidFill>
                <a:latin typeface="IBM Plex Sans"/>
                <a:ea typeface="IBM Plex Sans"/>
                <a:cs typeface="IBM Plex Sans"/>
                <a:sym typeface="IBM Plex Sans"/>
              </a:rPr>
              <a:t>inference</a:t>
            </a:r>
            <a:r>
              <a:rPr lang="en-US" sz="1400" b="1" i="0" u="none" strike="noStrike" cap="none" noProof="0">
                <a:solidFill>
                  <a:schemeClr val="lt1"/>
                </a:solidFill>
                <a:latin typeface="IBM Plex Sans"/>
                <a:ea typeface="IBM Plex Sans"/>
                <a:cs typeface="IBM Plex Sans"/>
                <a:sym typeface="IBM Plex Sans"/>
              </a:rPr>
              <a:t> </a:t>
            </a:r>
            <a:r>
              <a:rPr lang="en-US" b="1" noProof="0">
                <a:solidFill>
                  <a:schemeClr val="lt1"/>
                </a:solidFill>
                <a:latin typeface="IBM Plex Sans"/>
                <a:ea typeface="IBM Plex Sans"/>
                <a:cs typeface="IBM Plex Sans"/>
                <a:sym typeface="IBM Plex Sans"/>
              </a:rPr>
              <a:t>economy</a:t>
            </a:r>
            <a:r>
              <a:rPr lang="en-US" b="1" baseline="30000" noProof="0">
                <a:solidFill>
                  <a:schemeClr val="lt1"/>
                </a:solidFill>
                <a:latin typeface="IBM Plex Sans"/>
                <a:ea typeface="IBM Plex Sans"/>
                <a:cs typeface="IBM Plex Sans"/>
                <a:sym typeface="IBM Plex Sans"/>
              </a:rPr>
              <a:t>1</a:t>
            </a:r>
            <a:endParaRPr lang="en-US" sz="1800" b="0" i="0" u="none" strike="noStrike" cap="none" baseline="30000" noProof="0">
              <a:solidFill>
                <a:schemeClr val="lt1"/>
              </a:solidFill>
              <a:latin typeface="Arial"/>
              <a:ea typeface="Arial"/>
              <a:cs typeface="Arial"/>
              <a:sym typeface="Arial"/>
            </a:endParaRPr>
          </a:p>
        </p:txBody>
      </p:sp>
      <p:grpSp>
        <p:nvGrpSpPr>
          <p:cNvPr id="10" name="Group 9">
            <a:extLst>
              <a:ext uri="{FF2B5EF4-FFF2-40B4-BE49-F238E27FC236}">
                <a16:creationId xmlns:a16="http://schemas.microsoft.com/office/drawing/2014/main" id="{97F8D936-34D7-9505-7448-CCC715A64CED}"/>
              </a:ext>
            </a:extLst>
          </p:cNvPr>
          <p:cNvGrpSpPr/>
          <p:nvPr/>
        </p:nvGrpSpPr>
        <p:grpSpPr>
          <a:xfrm>
            <a:off x="723884" y="2359303"/>
            <a:ext cx="2423690" cy="1424029"/>
            <a:chOff x="538707" y="1873090"/>
            <a:chExt cx="2423690" cy="1424029"/>
          </a:xfrm>
        </p:grpSpPr>
        <p:sp>
          <p:nvSpPr>
            <p:cNvPr id="2100" name="Google Shape;2100;g3b23322d595_2_1130">
              <a:extLst>
                <a:ext uri="{FF2B5EF4-FFF2-40B4-BE49-F238E27FC236}">
                  <a16:creationId xmlns:a16="http://schemas.microsoft.com/office/drawing/2014/main" id="{FCCFF51E-EA5B-ADE6-4E1C-2A69F033E495}"/>
                </a:ext>
              </a:extLst>
            </p:cNvPr>
            <p:cNvSpPr txBox="1"/>
            <p:nvPr/>
          </p:nvSpPr>
          <p:spPr>
            <a:xfrm>
              <a:off x="1052082" y="1873090"/>
              <a:ext cx="1396940" cy="615553"/>
            </a:xfrm>
            <a:prstGeom prst="rect">
              <a:avLst/>
            </a:prstGeom>
            <a:noFill/>
            <a:ln>
              <a:noFill/>
            </a:ln>
          </p:spPr>
          <p:txBody>
            <a:bodyPr spcFirstLastPara="1" wrap="square" lIns="91425" tIns="0" rIns="91425" bIns="0" anchor="t"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4000" b="1" i="0" u="none" strike="noStrike" cap="none" noProof="0">
                  <a:solidFill>
                    <a:srgbClr val="7030A0"/>
                  </a:solidFill>
                  <a:latin typeface="IBM Plex Sans" panose="020B0503050203000203" pitchFamily="34" charset="0"/>
                  <a:ea typeface="IBM Plex Sans"/>
                  <a:cs typeface="IBM Plex Sans"/>
                  <a:sym typeface="IBM Plex Sans"/>
                </a:rPr>
                <a:t>90%</a:t>
              </a:r>
              <a:endParaRPr lang="en-US" sz="4000" b="0" i="0" u="none" strike="noStrike" cap="none" noProof="0">
                <a:solidFill>
                  <a:schemeClr val="dk1"/>
                </a:solidFill>
                <a:latin typeface="IBM Plex Sans" panose="020B0503050203000203" pitchFamily="34" charset="0"/>
                <a:sym typeface="Arial"/>
              </a:endParaRPr>
            </a:p>
          </p:txBody>
        </p:sp>
        <p:sp>
          <p:nvSpPr>
            <p:cNvPr id="2102" name="Google Shape;2102;g3b23322d595_2_1130">
              <a:extLst>
                <a:ext uri="{FF2B5EF4-FFF2-40B4-BE49-F238E27FC236}">
                  <a16:creationId xmlns:a16="http://schemas.microsoft.com/office/drawing/2014/main" id="{F4EC18C8-91EE-71B2-A899-98E7237494BB}"/>
                </a:ext>
              </a:extLst>
            </p:cNvPr>
            <p:cNvSpPr txBox="1"/>
            <p:nvPr/>
          </p:nvSpPr>
          <p:spPr>
            <a:xfrm>
              <a:off x="538707" y="2560887"/>
              <a:ext cx="2423690" cy="736232"/>
            </a:xfrm>
            <a:prstGeom prst="rect">
              <a:avLst/>
            </a:prstGeom>
            <a:noFill/>
            <a:ln>
              <a:noFill/>
            </a:ln>
          </p:spPr>
          <p:txBody>
            <a:bodyPr spcFirstLastPara="1" wrap="square" lIns="91425" tIns="0" rIns="91425" bIns="0"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i="0" u="none" strike="noStrike" cap="none" noProof="0">
                  <a:solidFill>
                    <a:srgbClr val="000000"/>
                  </a:solidFill>
                  <a:latin typeface="IBM Plex Sans" panose="020B0503050203000203" pitchFamily="34" charset="0"/>
                  <a:ea typeface="IBM Plex Sans"/>
                  <a:cs typeface="IBM Plex Sans"/>
                  <a:sym typeface="IBM Plex Sans"/>
                </a:rPr>
                <a:t>Inference accounts for up to 90% of a Model’s Lifetime Cost</a:t>
              </a:r>
              <a:endParaRPr lang="en-US" b="0" i="0" u="none" strike="noStrike" cap="none" noProof="0">
                <a:solidFill>
                  <a:schemeClr val="dk1"/>
                </a:solidFill>
                <a:latin typeface="IBM Plex Sans" panose="020B0503050203000203" pitchFamily="34" charset="0"/>
                <a:sym typeface="Arial"/>
              </a:endParaRPr>
            </a:p>
          </p:txBody>
        </p:sp>
      </p:grpSp>
      <p:grpSp>
        <p:nvGrpSpPr>
          <p:cNvPr id="14" name="Group 13">
            <a:extLst>
              <a:ext uri="{FF2B5EF4-FFF2-40B4-BE49-F238E27FC236}">
                <a16:creationId xmlns:a16="http://schemas.microsoft.com/office/drawing/2014/main" id="{BF41C6FD-1E60-76B1-658A-5E892600A4BA}"/>
              </a:ext>
            </a:extLst>
          </p:cNvPr>
          <p:cNvGrpSpPr/>
          <p:nvPr/>
        </p:nvGrpSpPr>
        <p:grpSpPr>
          <a:xfrm>
            <a:off x="3989174" y="3392299"/>
            <a:ext cx="4390347" cy="869152"/>
            <a:chOff x="3929768" y="3346207"/>
            <a:chExt cx="4390347" cy="1036267"/>
          </a:xfrm>
        </p:grpSpPr>
        <p:sp>
          <p:nvSpPr>
            <p:cNvPr id="2105" name="Google Shape;2105;g3b23322d595_2_1130">
              <a:extLst>
                <a:ext uri="{FF2B5EF4-FFF2-40B4-BE49-F238E27FC236}">
                  <a16:creationId xmlns:a16="http://schemas.microsoft.com/office/drawing/2014/main" id="{F1A1F1AD-E69E-B601-13A9-DEF54781D8AA}"/>
                </a:ext>
              </a:extLst>
            </p:cNvPr>
            <p:cNvSpPr/>
            <p:nvPr/>
          </p:nvSpPr>
          <p:spPr>
            <a:xfrm>
              <a:off x="3929768" y="3346207"/>
              <a:ext cx="4390347" cy="1036267"/>
            </a:xfrm>
            <a:prstGeom prst="wedgeRoundRectCallout">
              <a:avLst>
                <a:gd name="adj1" fmla="val 55527"/>
                <a:gd name="adj2" fmla="val 2559"/>
                <a:gd name="adj3" fmla="val 16667"/>
              </a:avLst>
            </a:prstGeom>
            <a:solidFill>
              <a:srgbClr val="7030A0">
                <a:alpha val="9803"/>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a:ea typeface="IBM Plex Sans"/>
                <a:cs typeface="IBM Plex Sans"/>
                <a:sym typeface="IBM Plex Sans"/>
              </a:endParaRPr>
            </a:p>
          </p:txBody>
        </p:sp>
        <p:sp>
          <p:nvSpPr>
            <p:cNvPr id="2106" name="Google Shape;2106;g3b23322d595_2_1130">
              <a:extLst>
                <a:ext uri="{FF2B5EF4-FFF2-40B4-BE49-F238E27FC236}">
                  <a16:creationId xmlns:a16="http://schemas.microsoft.com/office/drawing/2014/main" id="{458D364D-3560-5210-BD06-55DE8C556FCA}"/>
                </a:ext>
              </a:extLst>
            </p:cNvPr>
            <p:cNvSpPr txBox="1"/>
            <p:nvPr/>
          </p:nvSpPr>
          <p:spPr>
            <a:xfrm>
              <a:off x="4045684" y="3478090"/>
              <a:ext cx="4158515" cy="7725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“Inference will be the </a:t>
              </a:r>
              <a:r>
                <a:rPr lang="en-US" sz="1200" b="1" i="0" u="none" strike="noStrike" cap="none" noProof="0">
                  <a:solidFill>
                    <a:srgbClr val="000000"/>
                  </a:solidFill>
                  <a:latin typeface="IBM Plex Sans"/>
                  <a:ea typeface="IBM Plex Sans"/>
                  <a:cs typeface="IBM Plex Sans"/>
                  <a:sym typeface="IBM Plex Sans"/>
                </a:rPr>
                <a:t>driving force behind the next wave of innovation</a:t>
              </a:r>
              <a:r>
                <a:rPr lang="en-US" sz="1200" b="0" i="0" u="none" strike="noStrike" cap="none" noProof="0">
                  <a:solidFill>
                    <a:srgbClr val="000000"/>
                  </a:solidFill>
                  <a:latin typeface="IBM Plex Sans"/>
                  <a:ea typeface="IBM Plex Sans"/>
                  <a:cs typeface="IBM Plex Sans"/>
                  <a:sym typeface="IBM Plex Sans"/>
                </a:rPr>
                <a:t>.”</a:t>
              </a:r>
            </a:p>
            <a:p>
              <a:pPr marL="0" marR="0" lvl="0" indent="0" algn="r"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 Noam Salinger</a:t>
              </a:r>
              <a:r>
                <a:rPr lang="en-US" sz="1200" b="0" i="0" u="none" strike="noStrike" cap="none" noProof="0">
                  <a:solidFill>
                    <a:srgbClr val="000000"/>
                  </a:solidFill>
                  <a:latin typeface="IBM Plex Sans"/>
                  <a:ea typeface="IBM Plex Sans"/>
                  <a:cs typeface="IBM Plex Sans"/>
                  <a:sym typeface="IBM Plex Sans"/>
                </a:rPr>
                <a:t>, CEO, Impala AI</a:t>
              </a:r>
            </a:p>
          </p:txBody>
        </p:sp>
      </p:grpSp>
      <p:grpSp>
        <p:nvGrpSpPr>
          <p:cNvPr id="13" name="Group 12">
            <a:extLst>
              <a:ext uri="{FF2B5EF4-FFF2-40B4-BE49-F238E27FC236}">
                <a16:creationId xmlns:a16="http://schemas.microsoft.com/office/drawing/2014/main" id="{5401A3AF-1A60-5586-86D6-8708809A3275}"/>
              </a:ext>
            </a:extLst>
          </p:cNvPr>
          <p:cNvGrpSpPr/>
          <p:nvPr/>
        </p:nvGrpSpPr>
        <p:grpSpPr>
          <a:xfrm>
            <a:off x="3989174" y="1824649"/>
            <a:ext cx="4390346" cy="1313961"/>
            <a:chOff x="3989174" y="1824649"/>
            <a:chExt cx="4390346" cy="1313961"/>
          </a:xfrm>
        </p:grpSpPr>
        <p:sp>
          <p:nvSpPr>
            <p:cNvPr id="12" name="Google Shape;2105;g3b23322d595_2_1130">
              <a:extLst>
                <a:ext uri="{FF2B5EF4-FFF2-40B4-BE49-F238E27FC236}">
                  <a16:creationId xmlns:a16="http://schemas.microsoft.com/office/drawing/2014/main" id="{84D502A2-20B1-3B05-6A46-9AEC45626C20}"/>
                </a:ext>
              </a:extLst>
            </p:cNvPr>
            <p:cNvSpPr/>
            <p:nvPr/>
          </p:nvSpPr>
          <p:spPr>
            <a:xfrm>
              <a:off x="3989174" y="1824649"/>
              <a:ext cx="4390346" cy="1313961"/>
            </a:xfrm>
            <a:prstGeom prst="wedgeRoundRectCallout">
              <a:avLst>
                <a:gd name="adj1" fmla="val 55527"/>
                <a:gd name="adj2" fmla="val 2559"/>
                <a:gd name="adj3" fmla="val 16667"/>
              </a:avLst>
            </a:prstGeom>
            <a:solidFill>
              <a:srgbClr val="7030A0">
                <a:alpha val="9803"/>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a:ea typeface="IBM Plex Sans"/>
                <a:cs typeface="IBM Plex Sans"/>
                <a:sym typeface="IBM Plex Sans"/>
              </a:endParaRPr>
            </a:p>
          </p:txBody>
        </p:sp>
        <p:sp>
          <p:nvSpPr>
            <p:cNvPr id="2108" name="Google Shape;2108;g3b23322d595_2_1130">
              <a:extLst>
                <a:ext uri="{FF2B5EF4-FFF2-40B4-BE49-F238E27FC236}">
                  <a16:creationId xmlns:a16="http://schemas.microsoft.com/office/drawing/2014/main" id="{E3C42D67-2C6C-F319-3CF5-7ADFC5740B21}"/>
                </a:ext>
              </a:extLst>
            </p:cNvPr>
            <p:cNvSpPr txBox="1"/>
            <p:nvPr/>
          </p:nvSpPr>
          <p:spPr>
            <a:xfrm>
              <a:off x="4265796" y="1927632"/>
              <a:ext cx="3837103" cy="110799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200"/>
                <a:buFont typeface="IBM Plex Sans"/>
                <a:buNone/>
              </a:pPr>
              <a:r>
                <a:rPr lang="en-US" sz="1200" b="1" i="0" u="none" strike="noStrike" cap="none" noProof="0">
                  <a:solidFill>
                    <a:srgbClr val="000000"/>
                  </a:solidFill>
                  <a:latin typeface="IBM Plex Sans"/>
                  <a:ea typeface="IBM Plex Sans"/>
                  <a:cs typeface="IBM Plex Sans"/>
                  <a:sym typeface="IBM Plex Sans"/>
                </a:rPr>
                <a:t>New startups are solving the cost problem</a:t>
              </a:r>
              <a:endParaRPr lang="en-US" sz="1800" b="0" i="0" u="none" strike="noStrike" cap="none" noProof="0">
                <a:solidFill>
                  <a:schemeClr val="dk1"/>
                </a:solidFill>
                <a:latin typeface="Arial"/>
                <a:ea typeface="Arial"/>
                <a:cs typeface="Arial"/>
                <a:sym typeface="Arial"/>
              </a:endParaRPr>
            </a:p>
            <a:p>
              <a:pPr>
                <a:buSzPts val="1400"/>
              </a:pPr>
              <a:r>
                <a:rPr lang="en-US" sz="1200" b="0" i="0" u="none" strike="noStrike" cap="none" noProof="0">
                  <a:solidFill>
                    <a:srgbClr val="000000"/>
                  </a:solidFill>
                  <a:latin typeface="IBM Plex Sans"/>
                  <a:ea typeface="IBM Plex Sans"/>
                  <a:cs typeface="IBM Plex Sans"/>
                  <a:sym typeface="IBM Plex Sans"/>
                </a:rPr>
                <a:t>"Companies like Impala AI create platforms for results like “</a:t>
              </a:r>
              <a:r>
                <a:rPr lang="en-US" sz="1200" b="1" i="0" u="none" strike="noStrike" cap="none" noProof="0">
                  <a:solidFill>
                    <a:srgbClr val="000000"/>
                  </a:solidFill>
                  <a:latin typeface="IBM Plex Sans"/>
                  <a:ea typeface="IBM Plex Sans"/>
                  <a:cs typeface="IBM Plex Sans"/>
                  <a:sym typeface="IBM Plex Sans"/>
                </a:rPr>
                <a:t>13x lower cost per token</a:t>
              </a:r>
              <a:r>
                <a:rPr lang="en-US" sz="1200" b="0" i="0" u="none" strike="noStrike" cap="none" noProof="0">
                  <a:solidFill>
                    <a:srgbClr val="000000"/>
                  </a:solidFill>
                  <a:latin typeface="IBM Plex Sans"/>
                  <a:ea typeface="IBM Plex Sans"/>
                  <a:cs typeface="IBM Plex Sans"/>
                  <a:sym typeface="IBM Plex Sans"/>
                </a:rPr>
                <a:t>” on the same unmodified models by running models efficiently within </a:t>
              </a:r>
              <a:r>
                <a:rPr lang="en-US" sz="1200" noProof="0">
                  <a:latin typeface="IBM Plex Sans"/>
                  <a:ea typeface="IBM Plex Sans"/>
                  <a:cs typeface="IBM Plex Sans"/>
                  <a:sym typeface="IBM Plex Sans"/>
                </a:rPr>
                <a:t>the customer's</a:t>
              </a:r>
              <a:r>
                <a:rPr lang="en-US" sz="1200" b="0" i="0" u="none" strike="noStrike" cap="none" noProof="0">
                  <a:solidFill>
                    <a:srgbClr val="000000"/>
                  </a:solidFill>
                  <a:latin typeface="IBM Plex Sans"/>
                  <a:ea typeface="IBM Plex Sans"/>
                  <a:cs typeface="IBM Plex Sans"/>
                  <a:sym typeface="IBM Plex Sans"/>
                </a:rPr>
                <a:t> cloud”</a:t>
              </a:r>
            </a:p>
            <a:p>
              <a:pPr marL="0" marR="0" lvl="0" indent="0" algn="r" rtl="0">
                <a:lnSpc>
                  <a:spcPct val="100000"/>
                </a:lnSpc>
                <a:spcAft>
                  <a:spcPts val="0"/>
                </a:spcAft>
                <a:buClr>
                  <a:srgbClr val="000000"/>
                </a:buClr>
                <a:buSzPts val="1400"/>
                <a:buFont typeface="Arial"/>
                <a:buNone/>
              </a:pPr>
              <a:r>
                <a:rPr lang="en-US" sz="1200" b="1" i="1" noProof="0">
                  <a:latin typeface="IBM Plex Sans"/>
                </a:rPr>
                <a:t>- </a:t>
              </a:r>
              <a:r>
                <a:rPr lang="en-US" sz="1200" b="1" noProof="0">
                  <a:latin typeface="IBM Plex Sans"/>
                </a:rPr>
                <a:t>Impala AI press release</a:t>
              </a:r>
            </a:p>
          </p:txBody>
        </p:sp>
      </p:grpSp>
      <p:sp>
        <p:nvSpPr>
          <p:cNvPr id="2115" name="Google Shape;2115;g3b23322d595_2_1130">
            <a:extLst>
              <a:ext uri="{FF2B5EF4-FFF2-40B4-BE49-F238E27FC236}">
                <a16:creationId xmlns:a16="http://schemas.microsoft.com/office/drawing/2014/main" id="{21F24043-5E98-0246-4578-AEAC482925ED}"/>
              </a:ext>
            </a:extLst>
          </p:cNvPr>
          <p:cNvSpPr txBox="1"/>
          <p:nvPr/>
        </p:nvSpPr>
        <p:spPr>
          <a:xfrm>
            <a:off x="420595" y="6370697"/>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7F7F7F"/>
              </a:buClr>
              <a:buSzPts val="700"/>
              <a:buFont typeface="IBM Plex Sans"/>
              <a:buNone/>
            </a:pPr>
            <a:r>
              <a:rPr lang="en-US" sz="700" b="0" i="0" u="none" strike="noStrike" cap="none" noProof="0">
                <a:solidFill>
                  <a:srgbClr val="7F7F7F"/>
                </a:solidFill>
                <a:latin typeface="IBM Plex Sans"/>
                <a:ea typeface="IBM Plex Sans"/>
                <a:cs typeface="IBM Plex Sans"/>
                <a:sym typeface="IBM Plex Sans"/>
              </a:rPr>
              <a:t>Sources: (1) </a:t>
            </a:r>
            <a:r>
              <a:rPr lang="en-US" sz="700" b="0" i="0" u="sng" strike="noStrike" cap="none"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Forbes</a:t>
            </a:r>
            <a:endParaRPr lang="en-US" sz="1800" b="0" i="0" u="none" strike="noStrike" cap="none" noProof="0">
              <a:solidFill>
                <a:srgbClr val="7F7F7F"/>
              </a:solidFill>
              <a:latin typeface="IBM Plex Sans"/>
              <a:ea typeface="Arial"/>
              <a:cs typeface="Arial"/>
            </a:endParaRPr>
          </a:p>
        </p:txBody>
      </p:sp>
      <p:grpSp>
        <p:nvGrpSpPr>
          <p:cNvPr id="7" name="Group 6">
            <a:extLst>
              <a:ext uri="{FF2B5EF4-FFF2-40B4-BE49-F238E27FC236}">
                <a16:creationId xmlns:a16="http://schemas.microsoft.com/office/drawing/2014/main" id="{87B8B56D-79FD-02EC-6088-C16BBF2B81C2}"/>
              </a:ext>
            </a:extLst>
          </p:cNvPr>
          <p:cNvGrpSpPr/>
          <p:nvPr/>
        </p:nvGrpSpPr>
        <p:grpSpPr>
          <a:xfrm>
            <a:off x="550572" y="4215359"/>
            <a:ext cx="2770314" cy="1409765"/>
            <a:chOff x="391099" y="3729146"/>
            <a:chExt cx="2770314" cy="1409765"/>
          </a:xfrm>
        </p:grpSpPr>
        <p:sp>
          <p:nvSpPr>
            <p:cNvPr id="4" name="Google Shape;2100;g3b23322d595_2_1130">
              <a:extLst>
                <a:ext uri="{FF2B5EF4-FFF2-40B4-BE49-F238E27FC236}">
                  <a16:creationId xmlns:a16="http://schemas.microsoft.com/office/drawing/2014/main" id="{7E1F44D7-D8FE-8DD4-EE89-F658099AD177}"/>
                </a:ext>
              </a:extLst>
            </p:cNvPr>
            <p:cNvSpPr txBox="1"/>
            <p:nvPr/>
          </p:nvSpPr>
          <p:spPr>
            <a:xfrm>
              <a:off x="391099" y="3729146"/>
              <a:ext cx="2770314" cy="615553"/>
            </a:xfrm>
            <a:prstGeom prst="rect">
              <a:avLst/>
            </a:prstGeom>
            <a:noFill/>
            <a:ln>
              <a:noFill/>
            </a:ln>
          </p:spPr>
          <p:txBody>
            <a:bodyPr spcFirstLastPara="1" wrap="square" lIns="91425" tIns="0" rIns="91425" bIns="0" anchor="t"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4000" b="1" i="0" u="none" strike="noStrike" cap="none" noProof="0">
                  <a:solidFill>
                    <a:srgbClr val="7030A0"/>
                  </a:solidFill>
                  <a:latin typeface="IBM Plex Sans" panose="020B0503050203000203" pitchFamily="34" charset="0"/>
                  <a:ea typeface="IBM Plex Sans"/>
                  <a:cs typeface="IBM Plex Sans"/>
                  <a:sym typeface="IBM Plex Sans"/>
                </a:rPr>
                <a:t>$250Bn +</a:t>
              </a:r>
              <a:endParaRPr lang="en-US" sz="4000" b="0" i="0" u="none" strike="noStrike" cap="none" noProof="0">
                <a:solidFill>
                  <a:schemeClr val="dk1"/>
                </a:solidFill>
                <a:latin typeface="IBM Plex Sans" panose="020B0503050203000203" pitchFamily="34" charset="0"/>
                <a:sym typeface="Arial"/>
              </a:endParaRPr>
            </a:p>
          </p:txBody>
        </p:sp>
        <p:sp>
          <p:nvSpPr>
            <p:cNvPr id="5" name="Google Shape;2102;g3b23322d595_2_1130">
              <a:extLst>
                <a:ext uri="{FF2B5EF4-FFF2-40B4-BE49-F238E27FC236}">
                  <a16:creationId xmlns:a16="http://schemas.microsoft.com/office/drawing/2014/main" id="{0B58E7C4-5D0C-79B5-0A90-DB3C9330BEC6}"/>
                </a:ext>
              </a:extLst>
            </p:cNvPr>
            <p:cNvSpPr txBox="1"/>
            <p:nvPr/>
          </p:nvSpPr>
          <p:spPr>
            <a:xfrm>
              <a:off x="564411" y="4402679"/>
              <a:ext cx="2423690" cy="736232"/>
            </a:xfrm>
            <a:prstGeom prst="rect">
              <a:avLst/>
            </a:prstGeom>
            <a:noFill/>
            <a:ln>
              <a:noFill/>
            </a:ln>
          </p:spPr>
          <p:txBody>
            <a:bodyPr spcFirstLastPara="1" wrap="square" lIns="91425" tIns="0" rIns="91425" bIns="0"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b="1" i="0" u="none" strike="noStrike" cap="none" noProof="0">
                  <a:solidFill>
                    <a:srgbClr val="000000"/>
                  </a:solidFill>
                  <a:latin typeface="IBM Plex Sans" panose="020B0503050203000203" pitchFamily="34" charset="0"/>
                  <a:ea typeface="IBM Plex Sans"/>
                  <a:cs typeface="IBM Plex Sans"/>
                  <a:sym typeface="IBM Plex Sans"/>
                </a:rPr>
                <a:t>Inference market cap by 2030</a:t>
              </a:r>
              <a:endParaRPr lang="en-US" b="0" i="0" u="none" strike="noStrike" cap="none" noProof="0">
                <a:solidFill>
                  <a:schemeClr val="dk1"/>
                </a:solidFill>
                <a:latin typeface="IBM Plex Sans" panose="020B0503050203000203" pitchFamily="34" charset="0"/>
                <a:sym typeface="Arial"/>
              </a:endParaRPr>
            </a:p>
          </p:txBody>
        </p:sp>
      </p:grpSp>
      <p:grpSp>
        <p:nvGrpSpPr>
          <p:cNvPr id="15" name="Group 14">
            <a:extLst>
              <a:ext uri="{FF2B5EF4-FFF2-40B4-BE49-F238E27FC236}">
                <a16:creationId xmlns:a16="http://schemas.microsoft.com/office/drawing/2014/main" id="{525C8783-484F-4328-CC0B-7D8894BED302}"/>
              </a:ext>
            </a:extLst>
          </p:cNvPr>
          <p:cNvGrpSpPr/>
          <p:nvPr/>
        </p:nvGrpSpPr>
        <p:grpSpPr>
          <a:xfrm>
            <a:off x="3989173" y="4515140"/>
            <a:ext cx="4390347" cy="1060530"/>
            <a:chOff x="3929768" y="3346207"/>
            <a:chExt cx="4390347" cy="1264442"/>
          </a:xfrm>
        </p:grpSpPr>
        <p:sp>
          <p:nvSpPr>
            <p:cNvPr id="16" name="Google Shape;2105;g3b23322d595_2_1130">
              <a:extLst>
                <a:ext uri="{FF2B5EF4-FFF2-40B4-BE49-F238E27FC236}">
                  <a16:creationId xmlns:a16="http://schemas.microsoft.com/office/drawing/2014/main" id="{2DD17478-5A5D-510F-6C90-536DE0789EF4}"/>
                </a:ext>
              </a:extLst>
            </p:cNvPr>
            <p:cNvSpPr/>
            <p:nvPr/>
          </p:nvSpPr>
          <p:spPr>
            <a:xfrm>
              <a:off x="3929768" y="3346207"/>
              <a:ext cx="4390347" cy="1264442"/>
            </a:xfrm>
            <a:prstGeom prst="wedgeRoundRectCallout">
              <a:avLst>
                <a:gd name="adj1" fmla="val 55527"/>
                <a:gd name="adj2" fmla="val 2559"/>
                <a:gd name="adj3" fmla="val 16667"/>
              </a:avLst>
            </a:prstGeom>
            <a:solidFill>
              <a:srgbClr val="7030A0">
                <a:alpha val="9803"/>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a:ea typeface="IBM Plex Sans"/>
                <a:cs typeface="IBM Plex Sans"/>
                <a:sym typeface="IBM Plex Sans"/>
              </a:endParaRPr>
            </a:p>
          </p:txBody>
        </p:sp>
        <p:sp>
          <p:nvSpPr>
            <p:cNvPr id="17" name="Google Shape;2106;g3b23322d595_2_1130">
              <a:extLst>
                <a:ext uri="{FF2B5EF4-FFF2-40B4-BE49-F238E27FC236}">
                  <a16:creationId xmlns:a16="http://schemas.microsoft.com/office/drawing/2014/main" id="{BD9B3E3F-C20A-1622-6BCA-E29218AD238A}"/>
                </a:ext>
              </a:extLst>
            </p:cNvPr>
            <p:cNvSpPr txBox="1"/>
            <p:nvPr/>
          </p:nvSpPr>
          <p:spPr>
            <a:xfrm>
              <a:off x="4045684" y="3478090"/>
              <a:ext cx="4158515" cy="7725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Efficiency is the new currency of AI success</a:t>
              </a:r>
            </a:p>
            <a:p>
              <a:pPr marL="0" marR="0" lvl="0" indent="0" algn="l"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“Winners will run models most efficiently: lower costs, less latency, better scaling”</a:t>
              </a:r>
            </a:p>
            <a:p>
              <a:pPr marL="0" marR="0" lvl="0" indent="0" algn="r"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 Rachel Brindley, </a:t>
              </a:r>
              <a:r>
                <a:rPr lang="en-US" sz="1200" i="0" u="none" strike="noStrike" cap="none" noProof="0">
                  <a:solidFill>
                    <a:srgbClr val="000000"/>
                  </a:solidFill>
                  <a:latin typeface="IBM Plex Sans"/>
                  <a:ea typeface="IBM Plex Sans"/>
                  <a:cs typeface="IBM Plex Sans"/>
                  <a:sym typeface="IBM Plex Sans"/>
                </a:rPr>
                <a:t>Senior Director, Canalys</a:t>
              </a:r>
            </a:p>
          </p:txBody>
        </p:sp>
      </p:grpSp>
      <p:sp>
        <p:nvSpPr>
          <p:cNvPr id="18" name="Google Shape;2003;g3b23322d595_2_1041">
            <a:extLst>
              <a:ext uri="{FF2B5EF4-FFF2-40B4-BE49-F238E27FC236}">
                <a16:creationId xmlns:a16="http://schemas.microsoft.com/office/drawing/2014/main" id="{28AD1579-5F32-6B57-5B0B-B1441330D62E}"/>
              </a:ext>
            </a:extLst>
          </p:cNvPr>
          <p:cNvSpPr txBox="1"/>
          <p:nvPr/>
        </p:nvSpPr>
        <p:spPr>
          <a:xfrm>
            <a:off x="450091" y="5671889"/>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dk1"/>
                </a:solidFill>
                <a:latin typeface="IBM Plex Sans"/>
                <a:ea typeface="IBM Plex Sans"/>
                <a:cs typeface="IBM Plex Sans"/>
                <a:sym typeface="IBM Plex Sans"/>
              </a:rPr>
              <a:t>Inference, not training, is now the real economic engine, cost center, and competitive battleground of AI</a:t>
            </a:r>
            <a:endParaRPr lang="en-US" b="0" i="0" u="none" strike="noStrike" cap="none" noProof="0">
              <a:solidFill>
                <a:schemeClr val="dk1"/>
              </a:solidFill>
              <a:latin typeface="IBM Plex Sans"/>
              <a:ea typeface="Arial"/>
              <a:cs typeface="Arial"/>
            </a:endParaRPr>
          </a:p>
        </p:txBody>
      </p:sp>
      <p:sp>
        <p:nvSpPr>
          <p:cNvPr id="20" name="CaixaDeTexto 19">
            <a:extLst>
              <a:ext uri="{FF2B5EF4-FFF2-40B4-BE49-F238E27FC236}">
                <a16:creationId xmlns:a16="http://schemas.microsoft.com/office/drawing/2014/main" id="{26C5A14C-3FEF-8349-7B7A-B2686C42A99C}"/>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future outlook</a:t>
            </a:r>
          </a:p>
        </p:txBody>
      </p:sp>
    </p:spTree>
    <p:extLst>
      <p:ext uri="{BB962C8B-B14F-4D97-AF65-F5344CB8AC3E}">
        <p14:creationId xmlns:p14="http://schemas.microsoft.com/office/powerpoint/2010/main" val="321901507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2121"/>
        <p:cNvGrpSpPr/>
        <p:nvPr/>
      </p:nvGrpSpPr>
      <p:grpSpPr>
        <a:xfrm>
          <a:off x="0" y="0"/>
          <a:ext cx="0" cy="0"/>
          <a:chOff x="0" y="0"/>
          <a:chExt cx="0" cy="0"/>
        </a:xfrm>
      </p:grpSpPr>
      <p:sp>
        <p:nvSpPr>
          <p:cNvPr id="2122" name="Google Shape;2122;g3b23322d595_2_1163"/>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latin typeface="IBM Plex Sans"/>
                <a:ea typeface="IBM Plex Sans"/>
                <a:cs typeface="IBM Plex Sans"/>
                <a:sym typeface="IBM Plex Sans"/>
              </a:rPr>
              <a:t>World Models are the key to the next big AI leap towards real-world understanding</a:t>
            </a:r>
            <a:endParaRPr lang="en-US" noProof="0"/>
          </a:p>
        </p:txBody>
      </p:sp>
      <p:sp>
        <p:nvSpPr>
          <p:cNvPr id="2123" name="Google Shape;2123;g3b23322d595_2_1163"/>
          <p:cNvSpPr txBox="1"/>
          <p:nvPr/>
        </p:nvSpPr>
        <p:spPr>
          <a:xfrm>
            <a:off x="501427" y="1389214"/>
            <a:ext cx="8424475" cy="282600"/>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chemeClr val="lt1"/>
              </a:buClr>
              <a:buSzPts val="1400"/>
              <a:buFont typeface="IBM Plex Sans"/>
              <a:buNone/>
            </a:pPr>
            <a:r>
              <a:rPr lang="en-US" b="1" i="0" u="none" strike="noStrike" cap="none" noProof="0">
                <a:solidFill>
                  <a:schemeClr val="lt1"/>
                </a:solidFill>
                <a:latin typeface="IBM Plex Sans"/>
                <a:ea typeface="IBM Plex Sans"/>
                <a:cs typeface="IBM Plex Sans"/>
                <a:sym typeface="IBM Plex Sans"/>
              </a:rPr>
              <a:t>The Next Frontier</a:t>
            </a:r>
            <a:r>
              <a:rPr lang="en-US" b="1" i="0" u="none" strike="noStrike" cap="none" baseline="30000" noProof="0">
                <a:solidFill>
                  <a:schemeClr val="lt1"/>
                </a:solidFill>
                <a:latin typeface="IBM Plex Sans"/>
                <a:ea typeface="IBM Plex Sans"/>
                <a:cs typeface="IBM Plex Sans"/>
                <a:sym typeface="IBM Plex Sans"/>
              </a:rPr>
              <a:t>1</a:t>
            </a:r>
            <a:endParaRPr lang="en-US" b="1" i="0" u="none" strike="noStrike" cap="none" baseline="30000" noProof="0">
              <a:solidFill>
                <a:schemeClr val="lt1"/>
              </a:solidFill>
              <a:latin typeface="IBM Plex Sans"/>
              <a:ea typeface="IBM Plex Sans"/>
              <a:cs typeface="IBM Plex Sans"/>
            </a:endParaRPr>
          </a:p>
        </p:txBody>
      </p:sp>
      <p:cxnSp>
        <p:nvCxnSpPr>
          <p:cNvPr id="2124" name="Google Shape;2124;g3b23322d595_2_1163"/>
          <p:cNvCxnSpPr/>
          <p:nvPr/>
        </p:nvCxnSpPr>
        <p:spPr>
          <a:xfrm>
            <a:off x="457200" y="2020320"/>
            <a:ext cx="4123233" cy="0"/>
          </a:xfrm>
          <a:prstGeom prst="straightConnector1">
            <a:avLst/>
          </a:prstGeom>
          <a:noFill/>
          <a:ln w="9525" cap="flat" cmpd="sng">
            <a:solidFill>
              <a:schemeClr val="dk1"/>
            </a:solidFill>
            <a:prstDash val="solid"/>
            <a:miter lim="800000"/>
            <a:headEnd type="none" w="sm" len="sm"/>
            <a:tailEnd type="none" w="sm" len="sm"/>
          </a:ln>
        </p:spPr>
      </p:cxnSp>
      <p:sp>
        <p:nvSpPr>
          <p:cNvPr id="2125" name="Google Shape;2125;g3b23322d595_2_1163"/>
          <p:cNvSpPr/>
          <p:nvPr/>
        </p:nvSpPr>
        <p:spPr>
          <a:xfrm>
            <a:off x="9129750" y="1744522"/>
            <a:ext cx="2680786" cy="3814200"/>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200" b="0" i="0" u="none" strike="noStrike" cap="none" noProof="0">
              <a:solidFill>
                <a:srgbClr val="FFFFFF"/>
              </a:solidFill>
              <a:latin typeface="IBM Plex Sans"/>
              <a:ea typeface="IBM Plex Sans"/>
              <a:cs typeface="IBM Plex Sans"/>
              <a:sym typeface="IBM Plex Sans"/>
            </a:endParaRPr>
          </a:p>
        </p:txBody>
      </p:sp>
      <p:sp>
        <p:nvSpPr>
          <p:cNvPr id="2126" name="Google Shape;2126;g3b23322d595_2_1163"/>
          <p:cNvSpPr txBox="1"/>
          <p:nvPr/>
        </p:nvSpPr>
        <p:spPr>
          <a:xfrm>
            <a:off x="9149254" y="1791213"/>
            <a:ext cx="2680786" cy="3716402"/>
          </a:xfrm>
          <a:prstGeom prst="rect">
            <a:avLst/>
          </a:prstGeom>
          <a:noFill/>
          <a:ln>
            <a:noFill/>
          </a:ln>
        </p:spPr>
        <p:txBody>
          <a:bodyPr spcFirstLastPara="1" wrap="square" lIns="0" tIns="0" rIns="0" bIns="0" anchor="t" anchorCtr="0">
            <a:spAutoFit/>
          </a:bodyPr>
          <a:lstStyle/>
          <a:p>
            <a:pPr marL="171450" marR="0" lvl="0" indent="-171450" algn="l" rtl="0">
              <a:lnSpc>
                <a:spcPct val="100000"/>
              </a:lnSpc>
              <a:spcBef>
                <a:spcPts val="300"/>
              </a:spcBef>
              <a:spcAft>
                <a:spcPts val="0"/>
              </a:spcAft>
              <a:buClr>
                <a:srgbClr val="000000"/>
              </a:buClr>
              <a:buSzPts val="1200"/>
              <a:buFont typeface="Arial"/>
              <a:buChar char="•"/>
            </a:pPr>
            <a:r>
              <a:rPr lang="en-US" sz="1100" b="0" i="0" u="none" strike="noStrike" cap="none" noProof="0">
                <a:solidFill>
                  <a:srgbClr val="000000"/>
                </a:solidFill>
                <a:latin typeface="IBM Plex Sans"/>
                <a:ea typeface="IBM Plex Sans"/>
                <a:cs typeface="IBM Plex Sans"/>
                <a:sym typeface="IBM Plex Sans"/>
              </a:rPr>
              <a:t>The current AI excels at processing text and images, but </a:t>
            </a:r>
            <a:r>
              <a:rPr lang="en-US" sz="1100" b="1" i="0" u="none" strike="noStrike" cap="none" noProof="0">
                <a:solidFill>
                  <a:srgbClr val="000000"/>
                </a:solidFill>
                <a:latin typeface="IBM Plex Sans"/>
                <a:ea typeface="IBM Plex Sans"/>
                <a:cs typeface="IBM Plex Sans"/>
                <a:sym typeface="IBM Plex Sans"/>
              </a:rPr>
              <a:t>lacks real-world understanding (physics, time, interactions)</a:t>
            </a:r>
          </a:p>
          <a:p>
            <a:pPr marL="171450" marR="0" lvl="0" indent="-171450" algn="l" rtl="0">
              <a:lnSpc>
                <a:spcPct val="100000"/>
              </a:lnSpc>
              <a:spcBef>
                <a:spcPts val="600"/>
              </a:spcBef>
              <a:spcAft>
                <a:spcPts val="0"/>
              </a:spcAft>
              <a:buClr>
                <a:srgbClr val="000000"/>
              </a:buClr>
              <a:buSzPts val="1200"/>
              <a:buFont typeface="Arial"/>
              <a:buChar char="•"/>
            </a:pPr>
            <a:r>
              <a:rPr lang="en-US" sz="1100" b="1" i="0" u="none" strike="noStrike" cap="none" noProof="0">
                <a:solidFill>
                  <a:srgbClr val="000000"/>
                </a:solidFill>
                <a:latin typeface="IBM Plex Sans"/>
                <a:ea typeface="IBM Plex Sans"/>
                <a:cs typeface="IBM Plex Sans"/>
                <a:sym typeface="IBM Plex Sans"/>
              </a:rPr>
              <a:t>World Models are being developed to overcome AI’s poor performance </a:t>
            </a:r>
            <a:r>
              <a:rPr lang="en-US" sz="1100" b="0" i="0" u="none" strike="noStrike" cap="none" noProof="0">
                <a:solidFill>
                  <a:srgbClr val="000000"/>
                </a:solidFill>
                <a:latin typeface="IBM Plex Sans"/>
                <a:ea typeface="IBM Plex Sans"/>
                <a:cs typeface="IBM Plex Sans"/>
                <a:sym typeface="IBM Plex Sans"/>
              </a:rPr>
              <a:t>in spatial reasoning, robotics, and physical intuition</a:t>
            </a:r>
          </a:p>
          <a:p>
            <a:pPr marL="171450" indent="-171450">
              <a:spcBef>
                <a:spcPts val="600"/>
              </a:spcBef>
              <a:buSzPts val="1200"/>
              <a:buFont typeface="Arial"/>
              <a:buChar char="•"/>
            </a:pPr>
            <a:r>
              <a:rPr lang="en-US" sz="1100" b="1" i="0" u="none" strike="noStrike" cap="none" noProof="0">
                <a:solidFill>
                  <a:srgbClr val="000000"/>
                </a:solidFill>
                <a:latin typeface="IBM Plex Sans"/>
                <a:ea typeface="IBM Plex Sans"/>
                <a:cs typeface="IBM Plex Sans"/>
                <a:sym typeface="IBM Plex Sans"/>
              </a:rPr>
              <a:t>Focus on learning like a human </a:t>
            </a:r>
            <a:r>
              <a:rPr lang="en-US" sz="1100" b="1" noProof="0">
                <a:latin typeface="IBM Plex Sans"/>
                <a:ea typeface="IBM Plex Sans"/>
                <a:cs typeface="IBM Plex Sans"/>
                <a:sym typeface="IBM Plex Sans"/>
              </a:rPr>
              <a:t>– </a:t>
            </a:r>
            <a:r>
              <a:rPr lang="en-US" sz="1100" noProof="0">
                <a:latin typeface="IBM Plex Sans"/>
                <a:ea typeface="IBM Plex Sans"/>
                <a:cs typeface="IBM Plex Sans"/>
                <a:sym typeface="IBM Plex Sans"/>
              </a:rPr>
              <a:t> </a:t>
            </a:r>
            <a:r>
              <a:rPr lang="en-US" sz="1100" b="0" i="0" u="none" strike="noStrike" cap="none" noProof="0">
                <a:solidFill>
                  <a:srgbClr val="000000"/>
                </a:solidFill>
                <a:latin typeface="IBM Plex Sans"/>
                <a:ea typeface="IBM Plex Sans"/>
                <a:cs typeface="IBM Plex Sans"/>
                <a:sym typeface="IBM Plex Sans"/>
              </a:rPr>
              <a:t>understanding causality and physics organically by observing simulations</a:t>
            </a:r>
            <a:r>
              <a:rPr lang="en-US" sz="1100" noProof="0">
                <a:latin typeface="IBM Plex Sans"/>
                <a:ea typeface="IBM Plex Sans"/>
                <a:cs typeface="IBM Plex Sans"/>
                <a:sym typeface="IBM Plex Sans"/>
              </a:rPr>
              <a:t> and </a:t>
            </a:r>
            <a:r>
              <a:rPr lang="en-US" sz="1100" b="0" i="0" u="none" strike="noStrike" cap="none" noProof="0">
                <a:solidFill>
                  <a:srgbClr val="000000"/>
                </a:solidFill>
                <a:latin typeface="IBM Plex Sans"/>
                <a:ea typeface="IBM Plex Sans"/>
                <a:cs typeface="IBM Plex Sans"/>
                <a:sym typeface="IBM Plex Sans"/>
              </a:rPr>
              <a:t>videos, </a:t>
            </a:r>
            <a:r>
              <a:rPr lang="en-US" sz="1100" noProof="0">
                <a:latin typeface="IBM Plex Sans"/>
                <a:ea typeface="IBM Plex Sans"/>
                <a:cs typeface="IBM Plex Sans"/>
                <a:sym typeface="IBM Plex Sans"/>
              </a:rPr>
              <a:t>similar to </a:t>
            </a:r>
            <a:r>
              <a:rPr lang="en-US" sz="1100" b="0" i="0" u="none" strike="noStrike" cap="none" noProof="0">
                <a:solidFill>
                  <a:srgbClr val="000000"/>
                </a:solidFill>
                <a:latin typeface="IBM Plex Sans"/>
                <a:ea typeface="IBM Plex Sans"/>
                <a:cs typeface="IBM Plex Sans"/>
                <a:sym typeface="IBM Plex Sans"/>
              </a:rPr>
              <a:t>learning by playing a video game</a:t>
            </a:r>
            <a:endParaRPr lang="en-US" sz="1100" b="0" i="0" u="none" strike="noStrike" cap="none" noProof="0">
              <a:solidFill>
                <a:srgbClr val="000000"/>
              </a:solidFill>
              <a:latin typeface="IBM Plex Sans"/>
              <a:ea typeface="IBM Plex Sans"/>
              <a:cs typeface="IBM Plex Sans"/>
            </a:endParaRPr>
          </a:p>
          <a:p>
            <a:pPr marL="171450" marR="0" lvl="0" indent="-171450" algn="l" rtl="0">
              <a:lnSpc>
                <a:spcPct val="100000"/>
              </a:lnSpc>
              <a:spcBef>
                <a:spcPts val="600"/>
              </a:spcBef>
              <a:spcAft>
                <a:spcPts val="0"/>
              </a:spcAft>
              <a:buClr>
                <a:srgbClr val="000000"/>
              </a:buClr>
              <a:buSzPts val="1200"/>
              <a:buFont typeface="Arial" panose="020B0604020202020204" pitchFamily="34" charset="0"/>
              <a:buChar char="•"/>
            </a:pPr>
            <a:r>
              <a:rPr lang="en-US" sz="1100" b="0" i="0" u="none" strike="noStrike" cap="none" noProof="0">
                <a:solidFill>
                  <a:srgbClr val="000000"/>
                </a:solidFill>
                <a:latin typeface="IBM Plex Sans"/>
                <a:ea typeface="IBM Plex Sans"/>
                <a:cs typeface="IBM Plex Sans"/>
                <a:sym typeface="IBM Plex Sans"/>
              </a:rPr>
              <a:t>The </a:t>
            </a:r>
            <a:r>
              <a:rPr lang="en-US" sz="1100" b="1" i="0" u="none" strike="noStrike" cap="none" noProof="0">
                <a:solidFill>
                  <a:srgbClr val="000000"/>
                </a:solidFill>
                <a:latin typeface="IBM Plex Sans"/>
                <a:ea typeface="IBM Plex Sans"/>
                <a:cs typeface="IBM Plex Sans"/>
                <a:sym typeface="IBM Plex Sans"/>
              </a:rPr>
              <a:t>impact on searches</a:t>
            </a:r>
            <a:r>
              <a:rPr lang="en-US" sz="1100" b="0" i="0" u="none" strike="noStrike" cap="none" noProof="0">
                <a:solidFill>
                  <a:srgbClr val="000000"/>
                </a:solidFill>
                <a:latin typeface="IBM Plex Sans"/>
                <a:ea typeface="IBM Plex Sans"/>
                <a:cs typeface="IBM Plex Sans"/>
                <a:sym typeface="IBM Plex Sans"/>
              </a:rPr>
              <a:t> will be:</a:t>
            </a:r>
          </a:p>
          <a:p>
            <a:pPr marL="404495" lvl="2" indent="-171450">
              <a:spcBef>
                <a:spcPts val="600"/>
              </a:spcBef>
              <a:buSzPts val="1200"/>
              <a:buFont typeface="Arial" panose="020B0604020202020204" pitchFamily="34" charset="0"/>
              <a:buChar char="•"/>
            </a:pPr>
            <a:r>
              <a:rPr lang="en-US" sz="1100" b="0" i="0" u="none" strike="noStrike" cap="none" noProof="0">
                <a:solidFill>
                  <a:srgbClr val="000000"/>
                </a:solidFill>
                <a:latin typeface="IBM Plex Sans"/>
                <a:ea typeface="IBM Plex Sans"/>
                <a:cs typeface="IBM Plex Sans"/>
                <a:sym typeface="IBM Plex Sans"/>
              </a:rPr>
              <a:t>From link retrieval to agentic task execution</a:t>
            </a:r>
            <a:endParaRPr lang="en-US" sz="1100" b="0" i="0" u="none" strike="noStrike" cap="none" noProof="0">
              <a:solidFill>
                <a:srgbClr val="000000"/>
              </a:solidFill>
              <a:latin typeface="IBM Plex Sans"/>
              <a:ea typeface="IBM Plex Sans"/>
              <a:cs typeface="IBM Plex Sans"/>
            </a:endParaRPr>
          </a:p>
          <a:p>
            <a:pPr marL="404495" lvl="2" indent="-171450">
              <a:spcBef>
                <a:spcPts val="600"/>
              </a:spcBef>
              <a:buSzPts val="1200"/>
              <a:buFont typeface="Arial" panose="020B0604020202020204" pitchFamily="34" charset="0"/>
              <a:buChar char="•"/>
            </a:pPr>
            <a:r>
              <a:rPr lang="en-US" sz="1100" b="0" i="0" u="none" strike="noStrike" cap="none" noProof="0">
                <a:solidFill>
                  <a:srgbClr val="000000"/>
                </a:solidFill>
                <a:latin typeface="IBM Plex Sans"/>
                <a:ea typeface="IBM Plex Sans"/>
                <a:cs typeface="IBM Plex Sans"/>
                <a:sym typeface="IBM Plex Sans"/>
              </a:rPr>
              <a:t>From query-based to anticipatory </a:t>
            </a:r>
            <a:endParaRPr lang="en-US" sz="1100" b="0" i="0" u="none" strike="noStrike" cap="none" noProof="0">
              <a:solidFill>
                <a:srgbClr val="000000"/>
              </a:solidFill>
              <a:latin typeface="IBM Plex Sans"/>
              <a:ea typeface="IBM Plex Sans"/>
              <a:cs typeface="IBM Plex Sans"/>
            </a:endParaRPr>
          </a:p>
          <a:p>
            <a:pPr marL="404495" lvl="2" indent="-171450">
              <a:spcBef>
                <a:spcPts val="600"/>
              </a:spcBef>
              <a:buSzPts val="1200"/>
              <a:buFont typeface="Arial" panose="020B0604020202020204" pitchFamily="34" charset="0"/>
              <a:buChar char="•"/>
            </a:pPr>
            <a:r>
              <a:rPr lang="en-US" sz="1100" noProof="0">
                <a:latin typeface="IBM Plex Sans"/>
                <a:ea typeface="IBM Plex Sans"/>
                <a:cs typeface="IBM Plex Sans"/>
                <a:sym typeface="IBM Plex Sans"/>
              </a:rPr>
              <a:t>Becoming</a:t>
            </a:r>
            <a:r>
              <a:rPr lang="en-US" sz="1100" b="0" i="0" u="none" strike="noStrike" cap="none" noProof="0">
                <a:solidFill>
                  <a:srgbClr val="000000"/>
                </a:solidFill>
                <a:latin typeface="IBM Plex Sans"/>
                <a:ea typeface="IBM Plex Sans"/>
                <a:cs typeface="IBM Plex Sans"/>
                <a:sym typeface="IBM Plex Sans"/>
              </a:rPr>
              <a:t> visual, generative, and immersive</a:t>
            </a:r>
            <a:endParaRPr lang="en-US" sz="1100" b="0" i="0" u="none" strike="noStrike" cap="none" noProof="0">
              <a:solidFill>
                <a:srgbClr val="000000"/>
              </a:solidFill>
              <a:latin typeface="IBM Plex Sans"/>
              <a:ea typeface="IBM Plex Sans"/>
              <a:cs typeface="IBM Plex Sans"/>
            </a:endParaRPr>
          </a:p>
        </p:txBody>
      </p:sp>
      <p:sp>
        <p:nvSpPr>
          <p:cNvPr id="2127" name="Google Shape;2127;g3b23322d595_2_1163"/>
          <p:cNvSpPr txBox="1"/>
          <p:nvPr/>
        </p:nvSpPr>
        <p:spPr>
          <a:xfrm>
            <a:off x="9129750" y="1410835"/>
            <a:ext cx="2688600" cy="276959"/>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chemeClr val="lt1"/>
              </a:buClr>
              <a:buSzPts val="1400"/>
              <a:buFont typeface="IBM Plex Sans"/>
              <a:buNone/>
            </a:pPr>
            <a:r>
              <a:rPr lang="en-US" b="1" i="0" u="none" strike="noStrike" cap="none" noProof="0">
                <a:solidFill>
                  <a:schemeClr val="lt1"/>
                </a:solidFill>
                <a:latin typeface="IBM Plex Sans"/>
                <a:ea typeface="IBM Plex Sans"/>
                <a:cs typeface="IBM Plex Sans"/>
                <a:sym typeface="IBM Plex Sans"/>
              </a:rPr>
              <a:t>Insights from </a:t>
            </a:r>
            <a:r>
              <a:rPr lang="en-US" b="1" noProof="0">
                <a:solidFill>
                  <a:schemeClr val="lt1"/>
                </a:solidFill>
                <a:latin typeface="IBM Plex Sans"/>
                <a:ea typeface="IBM Plex Sans"/>
                <a:cs typeface="IBM Plex Sans"/>
                <a:sym typeface="IBM Plex Sans"/>
              </a:rPr>
              <a:t>research</a:t>
            </a:r>
            <a:r>
              <a:rPr lang="en-US" b="1" baseline="30000" noProof="0">
                <a:solidFill>
                  <a:schemeClr val="lt1"/>
                </a:solidFill>
                <a:latin typeface="IBM Plex Sans"/>
                <a:ea typeface="IBM Plex Sans"/>
                <a:cs typeface="IBM Plex Sans"/>
                <a:sym typeface="IBM Plex Sans"/>
              </a:rPr>
              <a:t>1</a:t>
            </a:r>
            <a:r>
              <a:rPr lang="en-US" b="1" i="0" u="none" strike="noStrike" cap="none" noProof="0">
                <a:solidFill>
                  <a:schemeClr val="lt1"/>
                </a:solidFill>
                <a:latin typeface="IBM Plex Sans"/>
                <a:ea typeface="IBM Plex Sans"/>
                <a:cs typeface="IBM Plex Sans"/>
                <a:sym typeface="IBM Plex Sans"/>
              </a:rPr>
              <a:t>:</a:t>
            </a:r>
            <a:endParaRPr lang="en-US" b="1" i="0" u="none" strike="noStrike" cap="none" noProof="0">
              <a:solidFill>
                <a:schemeClr val="lt1"/>
              </a:solidFill>
              <a:latin typeface="IBM Plex Sans"/>
              <a:ea typeface="IBM Plex Sans"/>
              <a:cs typeface="IBM Plex Sans"/>
            </a:endParaRPr>
          </a:p>
        </p:txBody>
      </p:sp>
      <p:sp>
        <p:nvSpPr>
          <p:cNvPr id="2128" name="Google Shape;2128;g3b23322d595_2_1163"/>
          <p:cNvSpPr txBox="1"/>
          <p:nvPr/>
        </p:nvSpPr>
        <p:spPr>
          <a:xfrm>
            <a:off x="460087" y="2117564"/>
            <a:ext cx="4123233" cy="1110300"/>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129" name="Google Shape;2129;g3b23322d595_2_1163"/>
          <p:cNvSpPr txBox="1"/>
          <p:nvPr/>
        </p:nvSpPr>
        <p:spPr>
          <a:xfrm>
            <a:off x="394621" y="1743942"/>
            <a:ext cx="2987811" cy="27695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Clr>
                <a:schemeClr val="dk1"/>
              </a:buClr>
              <a:buSzPts val="1600"/>
              <a:buFont typeface="IBM Plex Sans"/>
              <a:buNone/>
            </a:pPr>
            <a:r>
              <a:rPr lang="en-US" sz="1200" b="1" i="0" u="none" strike="noStrike" cap="none" noProof="0">
                <a:solidFill>
                  <a:schemeClr val="dk1"/>
                </a:solidFill>
                <a:latin typeface="IBM Plex Sans"/>
                <a:ea typeface="IBM Plex Sans"/>
                <a:cs typeface="IBM Plex Sans"/>
                <a:sym typeface="IBM Plex Sans"/>
              </a:rPr>
              <a:t>What is a world model?</a:t>
            </a:r>
            <a:endParaRPr lang="en-US" noProof="0"/>
          </a:p>
        </p:txBody>
      </p:sp>
      <p:sp>
        <p:nvSpPr>
          <p:cNvPr id="2131" name="Google Shape;2131;g3b23322d595_2_1163"/>
          <p:cNvSpPr txBox="1"/>
          <p:nvPr/>
        </p:nvSpPr>
        <p:spPr>
          <a:xfrm>
            <a:off x="460087" y="3277860"/>
            <a:ext cx="4123233" cy="1110300"/>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132" name="Google Shape;2132;g3b23322d595_2_1163"/>
          <p:cNvSpPr txBox="1"/>
          <p:nvPr/>
        </p:nvSpPr>
        <p:spPr>
          <a:xfrm>
            <a:off x="460087" y="4448605"/>
            <a:ext cx="4123233" cy="1110300"/>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133" name="Google Shape;2133;g3b23322d595_2_1163"/>
          <p:cNvSpPr txBox="1"/>
          <p:nvPr/>
        </p:nvSpPr>
        <p:spPr>
          <a:xfrm>
            <a:off x="1512935" y="2114131"/>
            <a:ext cx="3070480" cy="1117200"/>
          </a:xfrm>
          <a:prstGeom prst="rect">
            <a:avLst/>
          </a:prstGeom>
          <a:solidFill>
            <a:srgbClr val="F2F2F2"/>
          </a:solid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AI Builds an internal “World”</a:t>
            </a:r>
            <a:endParaRPr lang="en-US" sz="12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60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Models create simulations to understand physics, time, and object interactions.</a:t>
            </a:r>
          </a:p>
        </p:txBody>
      </p:sp>
      <p:sp>
        <p:nvSpPr>
          <p:cNvPr id="2134" name="Google Shape;2134;g3b23322d595_2_1163"/>
          <p:cNvSpPr txBox="1"/>
          <p:nvPr/>
        </p:nvSpPr>
        <p:spPr>
          <a:xfrm>
            <a:off x="1512934" y="3274427"/>
            <a:ext cx="3070480" cy="1117200"/>
          </a:xfrm>
          <a:prstGeom prst="rect">
            <a:avLst/>
          </a:prstGeom>
          <a:solidFill>
            <a:srgbClr val="F2F2F2"/>
          </a:solid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The Shift from “Book Smart” </a:t>
            </a:r>
            <a:endParaRPr lang="en-US" sz="12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to “Street Smart”</a:t>
            </a:r>
            <a:endParaRPr lang="en-US" sz="12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60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Moves AI beyond pattern matching to gain practical, real-world intuition</a:t>
            </a:r>
          </a:p>
        </p:txBody>
      </p:sp>
      <p:sp>
        <p:nvSpPr>
          <p:cNvPr id="2135" name="Google Shape;2135;g3b23322d595_2_1163"/>
          <p:cNvSpPr txBox="1"/>
          <p:nvPr/>
        </p:nvSpPr>
        <p:spPr>
          <a:xfrm>
            <a:off x="1512934" y="4445172"/>
            <a:ext cx="3070480" cy="11172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Learning Like a Gamer</a:t>
            </a:r>
            <a:endParaRPr lang="en-US" sz="12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60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AI leans causality and physics from videos, much like humans learn from video games</a:t>
            </a:r>
          </a:p>
        </p:txBody>
      </p:sp>
      <p:sp>
        <p:nvSpPr>
          <p:cNvPr id="2138" name="Google Shape;2138;g3b23322d595_2_1163"/>
          <p:cNvSpPr txBox="1"/>
          <p:nvPr/>
        </p:nvSpPr>
        <p:spPr>
          <a:xfrm>
            <a:off x="4802670" y="2117564"/>
            <a:ext cx="4123233" cy="1110300"/>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139" name="Google Shape;2139;g3b23322d595_2_1163"/>
          <p:cNvSpPr txBox="1"/>
          <p:nvPr/>
        </p:nvSpPr>
        <p:spPr>
          <a:xfrm>
            <a:off x="4753714" y="1743942"/>
            <a:ext cx="2987811" cy="27695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Clr>
                <a:schemeClr val="dk1"/>
              </a:buClr>
              <a:buSzPts val="1600"/>
              <a:buFont typeface="IBM Plex Sans"/>
              <a:buNone/>
            </a:pPr>
            <a:r>
              <a:rPr lang="en-US" sz="1200" b="1" i="0" u="none" strike="noStrike" cap="none" noProof="0">
                <a:solidFill>
                  <a:schemeClr val="dk1"/>
                </a:solidFill>
                <a:latin typeface="IBM Plex Sans"/>
                <a:ea typeface="IBM Plex Sans"/>
                <a:cs typeface="IBM Plex Sans"/>
                <a:sym typeface="IBM Plex Sans"/>
              </a:rPr>
              <a:t>Why world models matter?</a:t>
            </a:r>
            <a:endParaRPr lang="en-US" noProof="0"/>
          </a:p>
        </p:txBody>
      </p:sp>
      <p:sp>
        <p:nvSpPr>
          <p:cNvPr id="2140" name="Google Shape;2140;g3b23322d595_2_1163"/>
          <p:cNvSpPr txBox="1"/>
          <p:nvPr/>
        </p:nvSpPr>
        <p:spPr>
          <a:xfrm>
            <a:off x="4802670" y="3277860"/>
            <a:ext cx="4123233" cy="1110300"/>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141" name="Google Shape;2141;g3b23322d595_2_1163"/>
          <p:cNvSpPr txBox="1"/>
          <p:nvPr/>
        </p:nvSpPr>
        <p:spPr>
          <a:xfrm>
            <a:off x="4802670" y="4448605"/>
            <a:ext cx="4123233" cy="1110300"/>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142" name="Google Shape;2142;g3b23322d595_2_1163"/>
          <p:cNvSpPr txBox="1"/>
          <p:nvPr/>
        </p:nvSpPr>
        <p:spPr>
          <a:xfrm>
            <a:off x="6119758" y="2114131"/>
            <a:ext cx="2806239" cy="1117200"/>
          </a:xfrm>
          <a:prstGeom prst="rect">
            <a:avLst/>
          </a:prstGeom>
          <a:solidFill>
            <a:srgbClr val="F2F2F2"/>
          </a:solid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Overcoming AI’s Blind Spots</a:t>
            </a:r>
            <a:endParaRPr lang="en-US" sz="12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60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World Models fix AI limitations by giving AI a mental model of reality, not just text patterns</a:t>
            </a:r>
          </a:p>
        </p:txBody>
      </p:sp>
      <p:sp>
        <p:nvSpPr>
          <p:cNvPr id="2143" name="Google Shape;2143;g3b23322d595_2_1163"/>
          <p:cNvSpPr txBox="1"/>
          <p:nvPr/>
        </p:nvSpPr>
        <p:spPr>
          <a:xfrm>
            <a:off x="6119757" y="3274427"/>
            <a:ext cx="2806239" cy="11172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The Industry is Racing Ahead</a:t>
            </a:r>
            <a:endParaRPr lang="en-US" sz="12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60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Tech giants like Google and </a:t>
            </a:r>
            <a:r>
              <a:rPr lang="en-US" sz="1200" b="0" i="0" u="none" strike="noStrike" cap="none" noProof="0" err="1">
                <a:solidFill>
                  <a:srgbClr val="000000"/>
                </a:solidFill>
                <a:latin typeface="IBM Plex Sans"/>
                <a:ea typeface="IBM Plex Sans"/>
                <a:cs typeface="IBM Plex Sans"/>
                <a:sym typeface="IBM Plex Sans"/>
              </a:rPr>
              <a:t>xAI</a:t>
            </a:r>
            <a:r>
              <a:rPr lang="en-US" sz="1200" b="0" i="0" u="none" strike="noStrike" cap="none" noProof="0">
                <a:solidFill>
                  <a:srgbClr val="000000"/>
                </a:solidFill>
                <a:latin typeface="IBM Plex Sans"/>
                <a:ea typeface="IBM Plex Sans"/>
                <a:cs typeface="IBM Plex Sans"/>
                <a:sym typeface="IBM Plex Sans"/>
              </a:rPr>
              <a:t> have made multi-billion-dollar commitments/investments in this technology</a:t>
            </a:r>
          </a:p>
        </p:txBody>
      </p:sp>
      <p:sp>
        <p:nvSpPr>
          <p:cNvPr id="2144" name="Google Shape;2144;g3b23322d595_2_1163"/>
          <p:cNvSpPr txBox="1"/>
          <p:nvPr/>
        </p:nvSpPr>
        <p:spPr>
          <a:xfrm>
            <a:off x="6119757" y="4445172"/>
            <a:ext cx="2806239" cy="11172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A Potential Path to AGI</a:t>
            </a:r>
            <a:endParaRPr lang="en-US" sz="1200" b="0" i="0" u="none" strike="noStrike" cap="none" noProof="0">
              <a:solidFill>
                <a:srgbClr val="000000"/>
              </a:solidFill>
              <a:latin typeface="IBM Plex Sans"/>
              <a:ea typeface="IBM Plex Sans"/>
              <a:cs typeface="IBM Plex Sans"/>
              <a:sym typeface="IBM Plex Sans"/>
            </a:endParaRPr>
          </a:p>
          <a:p>
            <a:pPr marL="0" marR="0" lvl="0" indent="0" algn="l" rtl="0">
              <a:lnSpc>
                <a:spcPct val="100000"/>
              </a:lnSpc>
              <a:spcBef>
                <a:spcPts val="600"/>
              </a:spcBef>
              <a:spcAft>
                <a:spcPts val="0"/>
              </a:spcAft>
              <a:buClr>
                <a:srgbClr val="000000"/>
              </a:buClr>
              <a:buSzPts val="1400"/>
              <a:buFont typeface="Arial"/>
              <a:buNone/>
            </a:pPr>
            <a:r>
              <a:rPr lang="en-US" sz="1200" b="0" i="0" u="none" strike="noStrike" cap="none" noProof="0">
                <a:solidFill>
                  <a:srgbClr val="000000"/>
                </a:solidFill>
                <a:latin typeface="IBM Plex Sans"/>
                <a:ea typeface="IBM Plex Sans"/>
                <a:cs typeface="IBM Plex Sans"/>
                <a:sym typeface="IBM Plex Sans"/>
              </a:rPr>
              <a:t>Many leaders see world models as a critical step toward artificial general intelligence (AGI)</a:t>
            </a:r>
          </a:p>
        </p:txBody>
      </p:sp>
      <p:sp>
        <p:nvSpPr>
          <p:cNvPr id="2148" name="Google Shape;2148;g3b23322d595_2_1163"/>
          <p:cNvSpPr txBox="1"/>
          <p:nvPr/>
        </p:nvSpPr>
        <p:spPr>
          <a:xfrm>
            <a:off x="472288" y="5799825"/>
            <a:ext cx="11226600" cy="504000"/>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0"/>
              </a:spcBef>
              <a:spcAft>
                <a:spcPts val="0"/>
              </a:spcAft>
              <a:buClr>
                <a:srgbClr val="204E79"/>
              </a:buClr>
              <a:buSzPts val="1800"/>
              <a:buFont typeface="Arial"/>
              <a:buNone/>
            </a:pPr>
            <a:r>
              <a:rPr lang="en-US" b="1" i="0" u="none" strike="noStrike" cap="none" noProof="0">
                <a:solidFill>
                  <a:srgbClr val="000000"/>
                </a:solidFill>
                <a:latin typeface="IBM Plex Sans"/>
                <a:ea typeface="IBM Plex Sans"/>
                <a:cs typeface="IBM Plex Sans"/>
                <a:sym typeface="IBM Plex Sans"/>
              </a:rPr>
              <a:t>World Models fundamentally change what “search” is. Instead of retrieving information, </a:t>
            </a:r>
          </a:p>
          <a:p>
            <a:pPr marL="0" marR="0" lvl="0" indent="0" algn="ctr" rtl="0">
              <a:lnSpc>
                <a:spcPct val="100000"/>
              </a:lnSpc>
              <a:spcBef>
                <a:spcPts val="0"/>
              </a:spcBef>
              <a:spcAft>
                <a:spcPts val="0"/>
              </a:spcAft>
              <a:buClr>
                <a:srgbClr val="204E79"/>
              </a:buClr>
              <a:buSzPts val="1800"/>
              <a:buFont typeface="Arial"/>
              <a:buNone/>
            </a:pPr>
            <a:r>
              <a:rPr lang="en-US" b="1" i="0" u="none" strike="noStrike" cap="none" noProof="0">
                <a:solidFill>
                  <a:srgbClr val="000000"/>
                </a:solidFill>
                <a:latin typeface="IBM Plex Sans"/>
                <a:ea typeface="IBM Plex Sans"/>
                <a:cs typeface="IBM Plex Sans"/>
                <a:sym typeface="IBM Plex Sans"/>
              </a:rPr>
              <a:t>search becomes simulation, prediction, and action</a:t>
            </a:r>
          </a:p>
        </p:txBody>
      </p:sp>
      <p:cxnSp>
        <p:nvCxnSpPr>
          <p:cNvPr id="2149" name="Google Shape;2149;g3b23322d595_2_1163"/>
          <p:cNvCxnSpPr/>
          <p:nvPr/>
        </p:nvCxnSpPr>
        <p:spPr>
          <a:xfrm>
            <a:off x="4802669" y="2020320"/>
            <a:ext cx="4123233" cy="0"/>
          </a:xfrm>
          <a:prstGeom prst="straightConnector1">
            <a:avLst/>
          </a:prstGeom>
          <a:noFill/>
          <a:ln w="9525" cap="flat" cmpd="sng">
            <a:solidFill>
              <a:schemeClr val="dk1"/>
            </a:solidFill>
            <a:prstDash val="solid"/>
            <a:miter lim="800000"/>
            <a:headEnd type="none" w="sm" len="sm"/>
            <a:tailEnd type="none" w="sm" len="sm"/>
          </a:ln>
        </p:spPr>
      </p:cxnSp>
      <p:pic>
        <p:nvPicPr>
          <p:cNvPr id="13" name="Picture 12" descr="A purple pin point and circles  AI-generated content may be incorrect.">
            <a:extLst>
              <a:ext uri="{FF2B5EF4-FFF2-40B4-BE49-F238E27FC236}">
                <a16:creationId xmlns:a16="http://schemas.microsoft.com/office/drawing/2014/main" id="{EECBAAB3-3EA1-EA19-6FE9-E3229389F918}"/>
              </a:ext>
            </a:extLst>
          </p:cNvPr>
          <p:cNvPicPr>
            <a:picLocks noChangeAspect="1"/>
          </p:cNvPicPr>
          <p:nvPr/>
        </p:nvPicPr>
        <p:blipFill>
          <a:blip r:embed="rId3"/>
          <a:stretch>
            <a:fillRect/>
          </a:stretch>
        </p:blipFill>
        <p:spPr>
          <a:xfrm>
            <a:off x="5198085" y="4683732"/>
            <a:ext cx="640080" cy="640080"/>
          </a:xfrm>
          <a:prstGeom prst="rect">
            <a:avLst/>
          </a:prstGeom>
        </p:spPr>
      </p:pic>
      <p:pic>
        <p:nvPicPr>
          <p:cNvPr id="15" name="Picture 14" descr="A purple arrow with a dollar sign  AI-generated content may be incorrect.">
            <a:extLst>
              <a:ext uri="{FF2B5EF4-FFF2-40B4-BE49-F238E27FC236}">
                <a16:creationId xmlns:a16="http://schemas.microsoft.com/office/drawing/2014/main" id="{7B5BB6EE-19CA-7151-2F66-A2CFC133EEDE}"/>
              </a:ext>
            </a:extLst>
          </p:cNvPr>
          <p:cNvPicPr>
            <a:picLocks noChangeAspect="1"/>
          </p:cNvPicPr>
          <p:nvPr/>
        </p:nvPicPr>
        <p:blipFill>
          <a:blip r:embed="rId4"/>
          <a:stretch>
            <a:fillRect/>
          </a:stretch>
        </p:blipFill>
        <p:spPr>
          <a:xfrm>
            <a:off x="5198085" y="3512987"/>
            <a:ext cx="640080" cy="640080"/>
          </a:xfrm>
          <a:prstGeom prst="rect">
            <a:avLst/>
          </a:prstGeom>
        </p:spPr>
      </p:pic>
      <p:pic>
        <p:nvPicPr>
          <p:cNvPr id="17" name="Picture 16" descr="A purple cube with black background  AI-generated content may be incorrect.">
            <a:extLst>
              <a:ext uri="{FF2B5EF4-FFF2-40B4-BE49-F238E27FC236}">
                <a16:creationId xmlns:a16="http://schemas.microsoft.com/office/drawing/2014/main" id="{DBB1B9B2-81AF-E526-22A1-9281871F5FB7}"/>
              </a:ext>
            </a:extLst>
          </p:cNvPr>
          <p:cNvPicPr>
            <a:picLocks noChangeAspect="1"/>
          </p:cNvPicPr>
          <p:nvPr/>
        </p:nvPicPr>
        <p:blipFill>
          <a:blip r:embed="rId5"/>
          <a:stretch>
            <a:fillRect/>
          </a:stretch>
        </p:blipFill>
        <p:spPr>
          <a:xfrm>
            <a:off x="5198084" y="2352691"/>
            <a:ext cx="640080" cy="640080"/>
          </a:xfrm>
          <a:prstGeom prst="rect">
            <a:avLst/>
          </a:prstGeom>
        </p:spPr>
      </p:pic>
      <p:pic>
        <p:nvPicPr>
          <p:cNvPr id="21" name="Picture 20" descr="A purple book with black background  AI-generated content may be incorrect.">
            <a:extLst>
              <a:ext uri="{FF2B5EF4-FFF2-40B4-BE49-F238E27FC236}">
                <a16:creationId xmlns:a16="http://schemas.microsoft.com/office/drawing/2014/main" id="{E890FE4A-896B-F421-0AA0-EDA17652AA05}"/>
              </a:ext>
            </a:extLst>
          </p:cNvPr>
          <p:cNvPicPr>
            <a:picLocks noChangeAspect="1"/>
          </p:cNvPicPr>
          <p:nvPr/>
        </p:nvPicPr>
        <p:blipFill>
          <a:blip r:embed="rId6"/>
          <a:stretch>
            <a:fillRect/>
          </a:stretch>
        </p:blipFill>
        <p:spPr>
          <a:xfrm>
            <a:off x="677816" y="3512987"/>
            <a:ext cx="640080" cy="640080"/>
          </a:xfrm>
          <a:prstGeom prst="rect">
            <a:avLst/>
          </a:prstGeom>
        </p:spPr>
      </p:pic>
      <p:pic>
        <p:nvPicPr>
          <p:cNvPr id="23" name="Picture 22" descr="A purple globe with arrows and a diamond  AI-generated content may be incorrect.">
            <a:extLst>
              <a:ext uri="{FF2B5EF4-FFF2-40B4-BE49-F238E27FC236}">
                <a16:creationId xmlns:a16="http://schemas.microsoft.com/office/drawing/2014/main" id="{3DCFF101-0043-2226-B032-AC8CED6B47ED}"/>
              </a:ext>
            </a:extLst>
          </p:cNvPr>
          <p:cNvPicPr>
            <a:picLocks noChangeAspect="1"/>
          </p:cNvPicPr>
          <p:nvPr/>
        </p:nvPicPr>
        <p:blipFill>
          <a:blip r:embed="rId7"/>
          <a:stretch>
            <a:fillRect/>
          </a:stretch>
        </p:blipFill>
        <p:spPr>
          <a:xfrm>
            <a:off x="677816" y="4683732"/>
            <a:ext cx="640080" cy="640080"/>
          </a:xfrm>
          <a:prstGeom prst="rect">
            <a:avLst/>
          </a:prstGeom>
        </p:spPr>
      </p:pic>
      <p:pic>
        <p:nvPicPr>
          <p:cNvPr id="25" name="Picture 24" descr="A purple computer with a cube and arrows  AI-generated content may be incorrect.">
            <a:extLst>
              <a:ext uri="{FF2B5EF4-FFF2-40B4-BE49-F238E27FC236}">
                <a16:creationId xmlns:a16="http://schemas.microsoft.com/office/drawing/2014/main" id="{3F5CE60E-4510-C107-59A4-F703837C3D0C}"/>
              </a:ext>
            </a:extLst>
          </p:cNvPr>
          <p:cNvPicPr>
            <a:picLocks noChangeAspect="1"/>
          </p:cNvPicPr>
          <p:nvPr/>
        </p:nvPicPr>
        <p:blipFill>
          <a:blip r:embed="rId8"/>
          <a:stretch>
            <a:fillRect/>
          </a:stretch>
        </p:blipFill>
        <p:spPr>
          <a:xfrm>
            <a:off x="677816" y="2352691"/>
            <a:ext cx="640080" cy="640080"/>
          </a:xfrm>
          <a:prstGeom prst="rect">
            <a:avLst/>
          </a:prstGeom>
        </p:spPr>
      </p:pic>
      <p:sp>
        <p:nvSpPr>
          <p:cNvPr id="12" name="Google Shape;2115;g3b23322d595_2_1130">
            <a:extLst>
              <a:ext uri="{FF2B5EF4-FFF2-40B4-BE49-F238E27FC236}">
                <a16:creationId xmlns:a16="http://schemas.microsoft.com/office/drawing/2014/main" id="{4D8C0D81-21F3-CDB2-08F2-03F50C207593}"/>
              </a:ext>
            </a:extLst>
          </p:cNvPr>
          <p:cNvSpPr txBox="1"/>
          <p:nvPr/>
        </p:nvSpPr>
        <p:spPr>
          <a:xfrm>
            <a:off x="420595" y="6370697"/>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7F7F7F"/>
              </a:buClr>
              <a:buSzPts val="700"/>
              <a:buFont typeface="IBM Plex Sans"/>
              <a:buNone/>
            </a:pPr>
            <a:r>
              <a:rPr lang="en-US" sz="700" b="0" i="0" u="none" strike="noStrike" cap="none" noProof="0">
                <a:solidFill>
                  <a:srgbClr val="7F7F7F"/>
                </a:solidFill>
                <a:latin typeface="IBM Plex Sans"/>
                <a:ea typeface="IBM Plex Sans"/>
                <a:cs typeface="IBM Plex Sans"/>
                <a:sym typeface="IBM Plex Sans"/>
              </a:rPr>
              <a:t>Sources: (1) </a:t>
            </a:r>
            <a:r>
              <a:rPr lang="en-US" sz="700" b="0" i="0" u="sng" strike="noStrike" cap="none"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Forbes</a:t>
            </a:r>
            <a:endParaRPr lang="en-US" sz="700" noProof="0">
              <a:solidFill>
                <a:srgbClr val="7F7F7F"/>
              </a:solidFill>
              <a:latin typeface="IBM Plex Sans"/>
              <a:hlinkClick r:id="rId9">
                <a:extLst>
                  <a:ext uri="{A12FA001-AC4F-418D-AE19-62706E023703}">
                    <ahyp:hlinkClr xmlns:ahyp="http://schemas.microsoft.com/office/drawing/2018/hyperlinkcolor" val="tx"/>
                  </a:ext>
                </a:extLst>
              </a:hlinkClick>
            </a:endParaRPr>
          </a:p>
        </p:txBody>
      </p:sp>
      <p:sp>
        <p:nvSpPr>
          <p:cNvPr id="18" name="CaixaDeTexto 17">
            <a:extLst>
              <a:ext uri="{FF2B5EF4-FFF2-40B4-BE49-F238E27FC236}">
                <a16:creationId xmlns:a16="http://schemas.microsoft.com/office/drawing/2014/main" id="{CB209D16-6155-716E-917A-82FDB09525BA}"/>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future outlook</a:t>
            </a:r>
          </a:p>
        </p:txBody>
      </p:sp>
    </p:spTree>
    <p:extLst>
      <p:ext uri="{BB962C8B-B14F-4D97-AF65-F5344CB8AC3E}">
        <p14:creationId xmlns:p14="http://schemas.microsoft.com/office/powerpoint/2010/main" val="251357999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2900"/>
        <p:cNvGrpSpPr/>
        <p:nvPr/>
      </p:nvGrpSpPr>
      <p:grpSpPr>
        <a:xfrm>
          <a:off x="0" y="0"/>
          <a:ext cx="0" cy="0"/>
          <a:chOff x="0" y="0"/>
          <a:chExt cx="0" cy="0"/>
        </a:xfrm>
      </p:grpSpPr>
      <p:sp>
        <p:nvSpPr>
          <p:cNvPr id="2901" name="Google Shape;2901;g3b23322d595_2_1914"/>
          <p:cNvSpPr txBox="1">
            <a:spLocks noGrp="1"/>
          </p:cNvSpPr>
          <p:nvPr>
            <p:ph type="body" idx="1"/>
          </p:nvPr>
        </p:nvSpPr>
        <p:spPr>
          <a:xfrm>
            <a:off x="459943" y="381001"/>
            <a:ext cx="11101819" cy="516039"/>
          </a:xfrm>
          <a:prstGeom prst="rect">
            <a:avLst/>
          </a:prstGeom>
          <a:noFill/>
          <a:ln>
            <a:noFill/>
          </a:ln>
        </p:spPr>
        <p:txBody>
          <a:bodyPr spcFirstLastPara="1" wrap="square" lIns="0" tIns="0" rIns="0" bIns="0" anchor="t" anchorCtr="0">
            <a:spAutoFit/>
          </a:bodyPr>
          <a:lstStyle/>
          <a:p>
            <a:pPr marL="0" indent="0">
              <a:buNone/>
            </a:pPr>
            <a:r>
              <a:rPr lang="en-US" b="0" noProof="0" dirty="0">
                <a:solidFill>
                  <a:schemeClr val="dk1"/>
                </a:solidFill>
                <a:latin typeface="IBM Plex Sans"/>
                <a:ea typeface="IBM Plex Sans"/>
                <a:cs typeface="IBM Plex Sans"/>
                <a:sym typeface="IBM Plex Sans"/>
              </a:rPr>
              <a:t>How AI is expanding </a:t>
            </a:r>
            <a:r>
              <a:rPr lang="en-US" b="0" dirty="0">
                <a:solidFill>
                  <a:schemeClr val="dk1"/>
                </a:solidFill>
                <a:latin typeface="IBM Plex Sans"/>
                <a:ea typeface="IBM Plex Sans"/>
                <a:cs typeface="IBM Plex Sans"/>
                <a:sym typeface="IBM Plex Sans"/>
              </a:rPr>
              <a:t>search - not replacing </a:t>
            </a:r>
            <a:endParaRPr lang="en-US" noProof="0" dirty="0">
              <a:solidFill>
                <a:schemeClr val="dk1"/>
              </a:solidFill>
              <a:latin typeface="IBM Plex Sans"/>
              <a:ea typeface="IBM Plex Sans"/>
              <a:cs typeface="IBM Plex Sans"/>
              <a:sym typeface="IBM Plex Sans"/>
            </a:endParaRPr>
          </a:p>
        </p:txBody>
      </p:sp>
      <p:sp>
        <p:nvSpPr>
          <p:cNvPr id="2902" name="Google Shape;2902;g3b23322d595_2_1914"/>
          <p:cNvSpPr txBox="1"/>
          <p:nvPr/>
        </p:nvSpPr>
        <p:spPr>
          <a:xfrm>
            <a:off x="395654" y="6370519"/>
            <a:ext cx="8652595" cy="107722"/>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noProof="0">
                <a:solidFill>
                  <a:schemeClr val="bg1">
                    <a:lumMod val="49000"/>
                  </a:schemeClr>
                </a:solidFill>
                <a:latin typeface="IBM Plex Sans"/>
                <a:ea typeface="Calibri"/>
                <a:cs typeface="Calibri"/>
                <a:sym typeface="Calibri"/>
              </a:rPr>
              <a:t>Sources: (1) </a:t>
            </a:r>
            <a:r>
              <a:rPr lang="en-US" sz="700" noProof="0">
                <a:solidFill>
                  <a:schemeClr val="bg1">
                    <a:lumMod val="49000"/>
                  </a:schemeClr>
                </a:solidFill>
                <a:latin typeface="IBM Plex Sans"/>
                <a:ea typeface="Calibri"/>
                <a:cs typeface="Calibri"/>
                <a:sym typeface="Calibri"/>
                <a:hlinkClick r:id="rId3">
                  <a:extLst>
                    <a:ext uri="{A12FA001-AC4F-418D-AE19-62706E023703}">
                      <ahyp:hlinkClr xmlns:ahyp="http://schemas.microsoft.com/office/drawing/2018/hyperlinkcolor" val="tx"/>
                    </a:ext>
                  </a:extLst>
                </a:hlinkClick>
              </a:rPr>
              <a:t>Financial Times Article</a:t>
            </a:r>
            <a:endParaRPr lang="en-US" sz="700" noProof="0">
              <a:solidFill>
                <a:schemeClr val="bg1">
                  <a:lumMod val="49000"/>
                </a:schemeClr>
              </a:solidFill>
              <a:latin typeface="IBM Plex Sans"/>
              <a:ea typeface="Calibri"/>
              <a:cs typeface="Calibri"/>
              <a:hlinkClick r:id="" action="ppaction://noaction">
                <a:extLst>
                  <a:ext uri="{A12FA001-AC4F-418D-AE19-62706E023703}">
                    <ahyp:hlinkClr xmlns:ahyp="http://schemas.microsoft.com/office/drawing/2018/hyperlinkcolor" val="tx"/>
                  </a:ext>
                </a:extLst>
              </a:hlinkClick>
            </a:endParaRPr>
          </a:p>
        </p:txBody>
      </p:sp>
      <p:sp>
        <p:nvSpPr>
          <p:cNvPr id="2903" name="Google Shape;2903;g3b23322d595_2_1914"/>
          <p:cNvSpPr txBox="1"/>
          <p:nvPr/>
        </p:nvSpPr>
        <p:spPr>
          <a:xfrm>
            <a:off x="585749" y="5755025"/>
            <a:ext cx="11113099" cy="447061"/>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chemeClr val="dk1"/>
              </a:buClr>
              <a:buSzPts val="1600"/>
              <a:buFont typeface="IBM Plex Sans"/>
              <a:buNone/>
            </a:pPr>
            <a:r>
              <a:rPr lang="en-US" sz="1400" b="1" noProof="0">
                <a:solidFill>
                  <a:schemeClr val="dk1"/>
                </a:solidFill>
                <a:latin typeface="IBM Plex Sans" panose="020B0503050203000203" pitchFamily="34" charset="0"/>
                <a:ea typeface="IBM Plex Sans"/>
                <a:cs typeface="IBM Plex Sans"/>
                <a:sym typeface="IBM Plex Sans"/>
              </a:rPr>
              <a:t>AI is driving more search because it makes searching easier, more conversational, and capable of handling complex questions</a:t>
            </a:r>
          </a:p>
        </p:txBody>
      </p:sp>
      <p:sp>
        <p:nvSpPr>
          <p:cNvPr id="2904" name="Google Shape;2904;g3b23322d595_2_1914"/>
          <p:cNvSpPr txBox="1"/>
          <p:nvPr/>
        </p:nvSpPr>
        <p:spPr>
          <a:xfrm>
            <a:off x="574394" y="1117042"/>
            <a:ext cx="5483506" cy="476297"/>
          </a:xfrm>
          <a:prstGeom prst="rect">
            <a:avLst/>
          </a:prstGeom>
          <a:solidFill>
            <a:srgbClr val="7030A0"/>
          </a:solidFill>
          <a:ln>
            <a:noFill/>
          </a:ln>
        </p:spPr>
        <p:txBody>
          <a:bodyPr spcFirstLastPara="1" wrap="square" lIns="91425" tIns="45700" rIns="91425" bIns="45700" anchor="ctr" anchorCtr="0">
            <a:noAutofit/>
          </a:bodyPr>
          <a:lstStyle/>
          <a:p>
            <a:pPr algn="ctr">
              <a:buSzPts val="1600"/>
            </a:pPr>
            <a:r>
              <a:rPr lang="en-US" sz="1600" b="1" noProof="0">
                <a:solidFill>
                  <a:srgbClr val="FFFFFF"/>
                </a:solidFill>
                <a:latin typeface="IBM Plex Sans"/>
                <a:ea typeface="Calibri"/>
                <a:cs typeface="Calibri"/>
                <a:sym typeface="Calibri"/>
              </a:rPr>
              <a:t>Core thesis: curiosity is boundless</a:t>
            </a:r>
            <a:endParaRPr lang="en-US" sz="1600" b="1" i="0" u="none" strike="noStrike" cap="none" noProof="0">
              <a:solidFill>
                <a:srgbClr val="FFFFFF"/>
              </a:solidFill>
              <a:latin typeface="IBM Plex Sans"/>
              <a:ea typeface="Calibri"/>
              <a:cs typeface="Calibri"/>
            </a:endParaRPr>
          </a:p>
        </p:txBody>
      </p:sp>
      <p:sp>
        <p:nvSpPr>
          <p:cNvPr id="2906" name="Google Shape;2906;g3b23322d595_2_1914"/>
          <p:cNvSpPr txBox="1"/>
          <p:nvPr/>
        </p:nvSpPr>
        <p:spPr>
          <a:xfrm>
            <a:off x="585749" y="3514172"/>
            <a:ext cx="5483506" cy="476297"/>
          </a:xfrm>
          <a:prstGeom prst="rect">
            <a:avLst/>
          </a:prstGeom>
          <a:solidFill>
            <a:srgbClr val="7030A0"/>
          </a:solidFill>
          <a:ln>
            <a:noFill/>
          </a:ln>
        </p:spPr>
        <p:txBody>
          <a:bodyPr spcFirstLastPara="1" wrap="square" lIns="91425" tIns="45700" rIns="91425" bIns="45700" anchor="ctr" anchorCtr="0">
            <a:noAutofit/>
          </a:bodyPr>
          <a:lstStyle/>
          <a:p>
            <a:pPr algn="ctr">
              <a:buSzPts val="1600"/>
            </a:pPr>
            <a:r>
              <a:rPr lang="en-US" sz="1600" b="1" noProof="0">
                <a:solidFill>
                  <a:srgbClr val="FFFFFF"/>
                </a:solidFill>
                <a:latin typeface="IBM Plex Sans"/>
                <a:ea typeface="Calibri"/>
                <a:cs typeface="Calibri"/>
                <a:sym typeface="Calibri"/>
              </a:rPr>
              <a:t>Google's AI-powered response</a:t>
            </a:r>
            <a:endParaRPr lang="en-US" sz="1600" b="1" i="0" u="none" strike="noStrike" cap="none" noProof="0">
              <a:solidFill>
                <a:srgbClr val="FFFFFF"/>
              </a:solidFill>
              <a:latin typeface="IBM Plex Sans"/>
              <a:ea typeface="Calibri"/>
              <a:cs typeface="Calibri"/>
            </a:endParaRPr>
          </a:p>
        </p:txBody>
      </p:sp>
      <p:sp>
        <p:nvSpPr>
          <p:cNvPr id="2908" name="Google Shape;2908;g3b23322d595_2_1914"/>
          <p:cNvSpPr txBox="1"/>
          <p:nvPr/>
        </p:nvSpPr>
        <p:spPr>
          <a:xfrm>
            <a:off x="6215342" y="1117042"/>
            <a:ext cx="5483506" cy="476297"/>
          </a:xfrm>
          <a:prstGeom prst="rect">
            <a:avLst/>
          </a:prstGeom>
          <a:solidFill>
            <a:srgbClr val="7030A0"/>
          </a:solidFill>
          <a:ln>
            <a:noFill/>
          </a:ln>
        </p:spPr>
        <p:txBody>
          <a:bodyPr spcFirstLastPara="1" wrap="square" lIns="91425" tIns="45700" rIns="91425" bIns="45700" anchor="ctr" anchorCtr="0">
            <a:noAutofit/>
          </a:bodyPr>
          <a:lstStyle/>
          <a:p>
            <a:pPr algn="ctr">
              <a:buSzPts val="1600"/>
            </a:pPr>
            <a:r>
              <a:rPr lang="en-US" sz="1600" b="1" noProof="0">
                <a:solidFill>
                  <a:srgbClr val="FFFFFF"/>
                </a:solidFill>
                <a:latin typeface="IBM Plex Sans"/>
                <a:ea typeface="Calibri"/>
                <a:cs typeface="Calibri"/>
                <a:sym typeface="Calibri"/>
              </a:rPr>
              <a:t>How user behavior is evolving</a:t>
            </a:r>
            <a:endParaRPr lang="en-US" sz="1600" b="1" i="0" u="none" strike="noStrike" cap="none" noProof="0">
              <a:solidFill>
                <a:srgbClr val="FFFFFF"/>
              </a:solidFill>
              <a:latin typeface="IBM Plex Sans" panose="020B0503050203000203" pitchFamily="34" charset="0"/>
              <a:ea typeface="Calibri"/>
              <a:cs typeface="Calibri"/>
            </a:endParaRPr>
          </a:p>
        </p:txBody>
      </p:sp>
      <p:sp>
        <p:nvSpPr>
          <p:cNvPr id="2910" name="Google Shape;2910;g3b23322d595_2_1914"/>
          <p:cNvSpPr txBox="1"/>
          <p:nvPr/>
        </p:nvSpPr>
        <p:spPr>
          <a:xfrm>
            <a:off x="6215342" y="3514172"/>
            <a:ext cx="5483506" cy="476297"/>
          </a:xfrm>
          <a:prstGeom prst="rect">
            <a:avLst/>
          </a:prstGeom>
          <a:solidFill>
            <a:srgbClr val="7030A0"/>
          </a:solidFill>
          <a:ln>
            <a:noFill/>
          </a:ln>
        </p:spPr>
        <p:txBody>
          <a:bodyPr spcFirstLastPara="1" wrap="square" lIns="91425" tIns="45700" rIns="91425" bIns="45700" anchor="ctr" anchorCtr="0">
            <a:noAutofit/>
          </a:bodyPr>
          <a:lstStyle/>
          <a:p>
            <a:pPr algn="ctr">
              <a:buSzPts val="1600"/>
            </a:pPr>
            <a:r>
              <a:rPr lang="en-US" sz="1600" b="1" noProof="0">
                <a:solidFill>
                  <a:srgbClr val="FFFFFF"/>
                </a:solidFill>
                <a:latin typeface="IBM Plex Sans"/>
                <a:ea typeface="Calibri"/>
                <a:cs typeface="Calibri"/>
                <a:sym typeface="Calibri"/>
              </a:rPr>
              <a:t>Implications for the digital ecosystem</a:t>
            </a:r>
            <a:endParaRPr lang="en-US" sz="1600" b="1" i="0" u="none" strike="noStrike" cap="none" noProof="0">
              <a:solidFill>
                <a:srgbClr val="FFFFFF"/>
              </a:solidFill>
              <a:latin typeface="IBM Plex Sans"/>
              <a:ea typeface="Calibri"/>
              <a:cs typeface="Calibri"/>
            </a:endParaRPr>
          </a:p>
        </p:txBody>
      </p:sp>
      <p:sp>
        <p:nvSpPr>
          <p:cNvPr id="2912" name="Google Shape;2912;g3b23322d595_2_1914"/>
          <p:cNvSpPr txBox="1"/>
          <p:nvPr/>
        </p:nvSpPr>
        <p:spPr>
          <a:xfrm>
            <a:off x="1480851" y="1667384"/>
            <a:ext cx="3562372" cy="679894"/>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600" b="1" i="0" u="none" strike="noStrike" cap="none" noProof="0">
                <a:solidFill>
                  <a:srgbClr val="000000"/>
                </a:solidFill>
                <a:latin typeface="IBM Plex Sans"/>
                <a:ea typeface="Calibri"/>
                <a:cs typeface="Calibri"/>
                <a:sym typeface="Calibri"/>
              </a:rPr>
              <a:t>“Human </a:t>
            </a:r>
            <a:r>
              <a:rPr lang="en-US" sz="1600" b="1" noProof="0">
                <a:latin typeface="IBM Plex Sans"/>
                <a:ea typeface="Calibri"/>
                <a:cs typeface="Calibri"/>
                <a:sym typeface="Calibri"/>
              </a:rPr>
              <a:t>curiosity</a:t>
            </a:r>
            <a:r>
              <a:rPr lang="en-US" sz="1600" b="1" i="0" u="none" strike="noStrike" cap="none" noProof="0">
                <a:solidFill>
                  <a:srgbClr val="000000"/>
                </a:solidFill>
                <a:latin typeface="IBM Plex Sans"/>
                <a:ea typeface="Calibri"/>
                <a:cs typeface="Calibri"/>
                <a:sym typeface="Calibri"/>
              </a:rPr>
              <a:t> is boundless.”</a:t>
            </a:r>
            <a:endParaRPr lang="en-US" sz="1600" b="0" i="0" u="none" strike="noStrike" cap="none" noProof="0">
              <a:solidFill>
                <a:srgbClr val="000000"/>
              </a:solidFill>
              <a:latin typeface="IBM Plex Sans"/>
              <a:sym typeface="Arial"/>
            </a:endParaRPr>
          </a:p>
          <a:p>
            <a:pPr marL="0" marR="0" lvl="0" indent="0" algn="r"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panose="020B0503050203000203" pitchFamily="34" charset="0"/>
                <a:ea typeface="Calibri"/>
                <a:cs typeface="Calibri"/>
                <a:sym typeface="Calibri"/>
              </a:rPr>
              <a:t>- Elizabeth Reid, </a:t>
            </a:r>
            <a:r>
              <a:rPr lang="en-US" sz="1200" b="0" i="0" u="none" strike="noStrike" cap="none" noProof="0">
                <a:solidFill>
                  <a:srgbClr val="000000"/>
                </a:solidFill>
                <a:latin typeface="IBM Plex Sans" panose="020B0503050203000203" pitchFamily="34" charset="0"/>
                <a:ea typeface="Calibri"/>
                <a:cs typeface="Calibri"/>
                <a:sym typeface="Calibri"/>
              </a:rPr>
              <a:t>Head of Google Search</a:t>
            </a:r>
            <a:endParaRPr lang="en-US" sz="1200" b="0" i="0" u="none" strike="noStrike" cap="none" noProof="0">
              <a:solidFill>
                <a:srgbClr val="000000"/>
              </a:solidFill>
              <a:latin typeface="IBM Plex Sans" panose="020B0503050203000203" pitchFamily="34" charset="0"/>
              <a:sym typeface="Arial"/>
            </a:endParaRPr>
          </a:p>
        </p:txBody>
      </p:sp>
      <p:sp>
        <p:nvSpPr>
          <p:cNvPr id="2915" name="Google Shape;2915;g3b23322d595_2_1914"/>
          <p:cNvSpPr txBox="1"/>
          <p:nvPr/>
        </p:nvSpPr>
        <p:spPr>
          <a:xfrm>
            <a:off x="862866" y="2870910"/>
            <a:ext cx="2197346" cy="533998"/>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dirty="0">
                <a:solidFill>
                  <a:srgbClr val="000000"/>
                </a:solidFill>
                <a:latin typeface="IBM Plex Sans" panose="020B0503050203000203" pitchFamily="34" charset="0"/>
                <a:ea typeface="Calibri"/>
                <a:cs typeface="Calibri"/>
                <a:sym typeface="Calibri"/>
              </a:rPr>
              <a:t>Easier questions lead to more questions</a:t>
            </a:r>
            <a:endParaRPr lang="en-US" sz="1100" b="0" i="0" u="none" strike="noStrike" cap="none" noProof="0" dirty="0">
              <a:solidFill>
                <a:srgbClr val="000000"/>
              </a:solidFill>
              <a:latin typeface="IBM Plex Sans" panose="020B0503050203000203" pitchFamily="34" charset="0"/>
              <a:sym typeface="Arial"/>
            </a:endParaRPr>
          </a:p>
        </p:txBody>
      </p:sp>
      <p:sp>
        <p:nvSpPr>
          <p:cNvPr id="2917" name="Google Shape;2917;g3b23322d595_2_1914"/>
          <p:cNvSpPr txBox="1"/>
          <p:nvPr/>
        </p:nvSpPr>
        <p:spPr>
          <a:xfrm>
            <a:off x="3393224" y="2879563"/>
            <a:ext cx="2197346" cy="533998"/>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dirty="0">
                <a:solidFill>
                  <a:srgbClr val="000000"/>
                </a:solidFill>
                <a:latin typeface="IBM Plex Sans" panose="020B0503050203000203" pitchFamily="34" charset="0"/>
                <a:ea typeface="Calibri"/>
                <a:cs typeface="Calibri"/>
                <a:sym typeface="Calibri"/>
              </a:rPr>
              <a:t>It’s a volume game, not a zero-sum game</a:t>
            </a:r>
            <a:endParaRPr lang="en-US" sz="1100" b="0" i="0" u="none" strike="noStrike" cap="none" noProof="0" dirty="0">
              <a:solidFill>
                <a:srgbClr val="000000"/>
              </a:solidFill>
              <a:latin typeface="IBM Plex Sans" panose="020B0503050203000203" pitchFamily="34" charset="0"/>
              <a:sym typeface="Arial"/>
            </a:endParaRPr>
          </a:p>
        </p:txBody>
      </p:sp>
      <p:sp>
        <p:nvSpPr>
          <p:cNvPr id="2925" name="Google Shape;2925;g3b23322d595_2_1914"/>
          <p:cNvSpPr txBox="1"/>
          <p:nvPr/>
        </p:nvSpPr>
        <p:spPr>
          <a:xfrm>
            <a:off x="6034896" y="1548028"/>
            <a:ext cx="1650898" cy="533998"/>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panose="020B0503050203000203" pitchFamily="34" charset="0"/>
                <a:ea typeface="Calibri"/>
                <a:cs typeface="Calibri"/>
                <a:sym typeface="Calibri"/>
              </a:rPr>
              <a:t>More queries, </a:t>
            </a:r>
            <a:endParaRPr lang="en-US" sz="1400" b="0" i="0" u="none" strike="noStrike" cap="none" noProof="0">
              <a:solidFill>
                <a:srgbClr val="000000"/>
              </a:solidFill>
              <a:latin typeface="IBM Plex Sans" panose="020B0503050203000203" pitchFamily="34" charset="0"/>
              <a:sym typeface="Arial"/>
            </a:endParaRPr>
          </a:p>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panose="020B0503050203000203" pitchFamily="34" charset="0"/>
                <a:ea typeface="Calibri"/>
                <a:cs typeface="Calibri"/>
                <a:sym typeface="Calibri"/>
              </a:rPr>
              <a:t>not fewer</a:t>
            </a:r>
            <a:endParaRPr lang="en-US" sz="1100" b="0" i="0" u="none" strike="noStrike" cap="none" noProof="0">
              <a:solidFill>
                <a:srgbClr val="000000"/>
              </a:solidFill>
              <a:latin typeface="IBM Plex Sans" panose="020B0503050203000203" pitchFamily="34" charset="0"/>
              <a:sym typeface="Arial"/>
            </a:endParaRPr>
          </a:p>
        </p:txBody>
      </p:sp>
      <p:sp>
        <p:nvSpPr>
          <p:cNvPr id="2926" name="Google Shape;2926;g3b23322d595_2_1914"/>
          <p:cNvSpPr txBox="1"/>
          <p:nvPr/>
        </p:nvSpPr>
        <p:spPr>
          <a:xfrm>
            <a:off x="7733708" y="1548028"/>
            <a:ext cx="1965782" cy="533998"/>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panose="020B0503050203000203" pitchFamily="34" charset="0"/>
                <a:ea typeface="Calibri"/>
                <a:cs typeface="Calibri"/>
                <a:sym typeface="Calibri"/>
              </a:rPr>
              <a:t>Queries are becoming longer and more complex</a:t>
            </a:r>
            <a:endParaRPr lang="en-US" sz="1100" b="0" i="0" u="none" strike="noStrike" cap="none" noProof="0">
              <a:solidFill>
                <a:srgbClr val="000000"/>
              </a:solidFill>
              <a:latin typeface="IBM Plex Sans" panose="020B0503050203000203" pitchFamily="34" charset="0"/>
              <a:sym typeface="Arial"/>
            </a:endParaRPr>
          </a:p>
        </p:txBody>
      </p:sp>
      <p:sp>
        <p:nvSpPr>
          <p:cNvPr id="2927" name="Google Shape;2927;g3b23322d595_2_1914"/>
          <p:cNvSpPr txBox="1"/>
          <p:nvPr/>
        </p:nvSpPr>
        <p:spPr>
          <a:xfrm>
            <a:off x="10019420" y="1548028"/>
            <a:ext cx="1650898" cy="533998"/>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panose="020B0503050203000203" pitchFamily="34" charset="0"/>
                <a:ea typeface="Calibri"/>
                <a:cs typeface="Calibri"/>
                <a:sym typeface="Calibri"/>
              </a:rPr>
              <a:t>Search remains anchored in trust</a:t>
            </a:r>
            <a:endParaRPr lang="en-US" sz="1100" b="0" i="0" u="none" strike="noStrike" cap="none" noProof="0">
              <a:solidFill>
                <a:srgbClr val="000000"/>
              </a:solidFill>
              <a:latin typeface="IBM Plex Sans" panose="020B0503050203000203" pitchFamily="34" charset="0"/>
              <a:sym typeface="Arial"/>
            </a:endParaRPr>
          </a:p>
        </p:txBody>
      </p:sp>
      <p:grpSp>
        <p:nvGrpSpPr>
          <p:cNvPr id="2930" name="Google Shape;2930;g3b23322d595_2_1914"/>
          <p:cNvGrpSpPr/>
          <p:nvPr/>
        </p:nvGrpSpPr>
        <p:grpSpPr>
          <a:xfrm>
            <a:off x="7675241" y="2143598"/>
            <a:ext cx="2145757" cy="668922"/>
            <a:chOff x="7918161" y="2178288"/>
            <a:chExt cx="2145757" cy="668922"/>
          </a:xfrm>
        </p:grpSpPr>
        <p:grpSp>
          <p:nvGrpSpPr>
            <p:cNvPr id="2931" name="Google Shape;2931;g3b23322d595_2_1914"/>
            <p:cNvGrpSpPr/>
            <p:nvPr/>
          </p:nvGrpSpPr>
          <p:grpSpPr>
            <a:xfrm>
              <a:off x="8951908" y="2178288"/>
              <a:ext cx="1112010" cy="668922"/>
              <a:chOff x="8990008" y="2333394"/>
              <a:chExt cx="1112010" cy="837214"/>
            </a:xfrm>
          </p:grpSpPr>
          <p:sp>
            <p:nvSpPr>
              <p:cNvPr id="2932" name="Google Shape;2932;g3b23322d595_2_1914"/>
              <p:cNvSpPr/>
              <p:nvPr/>
            </p:nvSpPr>
            <p:spPr>
              <a:xfrm>
                <a:off x="9048249" y="2435713"/>
                <a:ext cx="998945" cy="734895"/>
              </a:xfrm>
              <a:prstGeom prst="wedgeRoundRectCallout">
                <a:avLst>
                  <a:gd name="adj1" fmla="val 34471"/>
                  <a:gd name="adj2" fmla="val 62141"/>
                  <a:gd name="adj3" fmla="val 16667"/>
                </a:avLst>
              </a:prstGeom>
              <a:solidFill>
                <a:srgbClr val="4472C4"/>
              </a:solidFill>
              <a:ln w="9525" cap="flat" cmpd="sng">
                <a:solidFill>
                  <a:srgbClr val="1C305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panose="020B0503050203000203" pitchFamily="34" charset="0"/>
                  <a:sym typeface="Arial"/>
                </a:endParaRPr>
              </a:p>
            </p:txBody>
          </p:sp>
          <p:sp>
            <p:nvSpPr>
              <p:cNvPr id="2933" name="Google Shape;2933;g3b23322d595_2_1914"/>
              <p:cNvSpPr txBox="1"/>
              <p:nvPr/>
            </p:nvSpPr>
            <p:spPr>
              <a:xfrm>
                <a:off x="8990008" y="2333394"/>
                <a:ext cx="1112010" cy="803296"/>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900" b="0" i="0" u="none" strike="noStrike" cap="none" noProof="0">
                    <a:solidFill>
                      <a:srgbClr val="FFFFFF"/>
                    </a:solidFill>
                    <a:latin typeface="IBM Plex Sans" panose="020B0503050203000203" pitchFamily="34" charset="0"/>
                    <a:sym typeface="Arial"/>
                  </a:rPr>
                  <a:t>“why is the weather pattern changing in the PNW this year?”</a:t>
                </a:r>
                <a:endParaRPr lang="en-US" sz="800" b="0" i="0" u="none" strike="noStrike" cap="none" noProof="0">
                  <a:solidFill>
                    <a:srgbClr val="FFFFFF"/>
                  </a:solidFill>
                  <a:latin typeface="IBM Plex Sans" panose="020B0503050203000203" pitchFamily="34" charset="0"/>
                  <a:sym typeface="Arial"/>
                </a:endParaRPr>
              </a:p>
            </p:txBody>
          </p:sp>
        </p:grpSp>
        <p:grpSp>
          <p:nvGrpSpPr>
            <p:cNvPr id="2934" name="Google Shape;2934;g3b23322d595_2_1914"/>
            <p:cNvGrpSpPr/>
            <p:nvPr/>
          </p:nvGrpSpPr>
          <p:grpSpPr>
            <a:xfrm>
              <a:off x="7918161" y="2356565"/>
              <a:ext cx="750724" cy="312369"/>
              <a:chOff x="7956261" y="2729476"/>
              <a:chExt cx="750724" cy="312369"/>
            </a:xfrm>
          </p:grpSpPr>
          <p:sp>
            <p:nvSpPr>
              <p:cNvPr id="2935" name="Google Shape;2935;g3b23322d595_2_1914"/>
              <p:cNvSpPr/>
              <p:nvPr/>
            </p:nvSpPr>
            <p:spPr>
              <a:xfrm>
                <a:off x="7976746" y="2753312"/>
                <a:ext cx="730239" cy="288533"/>
              </a:xfrm>
              <a:prstGeom prst="wedgeEllipseCallout">
                <a:avLst>
                  <a:gd name="adj1" fmla="val 35255"/>
                  <a:gd name="adj2" fmla="val 85608"/>
                </a:avLst>
              </a:prstGeom>
              <a:solidFill>
                <a:srgbClr val="4472C4"/>
              </a:solidFill>
              <a:ln w="9525" cap="flat" cmpd="sng">
                <a:solidFill>
                  <a:srgbClr val="1C305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lang="en-US" sz="1400" b="0" i="0" u="none" strike="noStrike" cap="none" noProof="0">
                  <a:solidFill>
                    <a:srgbClr val="FFFFFF"/>
                  </a:solidFill>
                  <a:latin typeface="IBM Plex Sans" panose="020B0503050203000203" pitchFamily="34" charset="0"/>
                  <a:sym typeface="Arial"/>
                </a:endParaRPr>
              </a:p>
            </p:txBody>
          </p:sp>
          <p:sp>
            <p:nvSpPr>
              <p:cNvPr id="2936" name="Google Shape;2936;g3b23322d595_2_1914"/>
              <p:cNvSpPr txBox="1"/>
              <p:nvPr/>
            </p:nvSpPr>
            <p:spPr>
              <a:xfrm>
                <a:off x="7956261" y="2729476"/>
                <a:ext cx="750724" cy="288533"/>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900" b="0" i="0" u="none" strike="noStrike" cap="none" noProof="0">
                    <a:solidFill>
                      <a:srgbClr val="FFFFFF"/>
                    </a:solidFill>
                    <a:latin typeface="IBM Plex Sans" panose="020B0503050203000203" pitchFamily="34" charset="0"/>
                    <a:sym typeface="Arial"/>
                  </a:rPr>
                  <a:t>“weather”</a:t>
                </a:r>
                <a:endParaRPr lang="en-US" sz="800" b="0" i="0" u="none" strike="noStrike" cap="none" noProof="0">
                  <a:solidFill>
                    <a:srgbClr val="FFFFFF"/>
                  </a:solidFill>
                  <a:latin typeface="IBM Plex Sans" panose="020B0503050203000203" pitchFamily="34" charset="0"/>
                  <a:sym typeface="Arial"/>
                </a:endParaRPr>
              </a:p>
            </p:txBody>
          </p:sp>
        </p:grpSp>
        <p:cxnSp>
          <p:nvCxnSpPr>
            <p:cNvPr id="2937" name="Google Shape;2937;g3b23322d595_2_1914"/>
            <p:cNvCxnSpPr/>
            <p:nvPr/>
          </p:nvCxnSpPr>
          <p:spPr>
            <a:xfrm>
              <a:off x="8750874" y="2512749"/>
              <a:ext cx="182880" cy="0"/>
            </a:xfrm>
            <a:prstGeom prst="straightConnector1">
              <a:avLst/>
            </a:prstGeom>
            <a:noFill/>
            <a:ln w="9525" cap="flat" cmpd="sng">
              <a:solidFill>
                <a:schemeClr val="dk1"/>
              </a:solidFill>
              <a:prstDash val="solid"/>
              <a:round/>
              <a:headEnd type="none" w="sm" len="sm"/>
              <a:tailEnd type="triangle" w="med" len="med"/>
            </a:ln>
          </p:spPr>
        </p:cxnSp>
      </p:grpSp>
      <p:sp>
        <p:nvSpPr>
          <p:cNvPr id="2938" name="Google Shape;2938;g3b23322d595_2_1914"/>
          <p:cNvSpPr txBox="1"/>
          <p:nvPr/>
        </p:nvSpPr>
        <p:spPr>
          <a:xfrm>
            <a:off x="6104200" y="2783064"/>
            <a:ext cx="1512291" cy="533998"/>
          </a:xfrm>
          <a:prstGeom prst="rect">
            <a:avLst/>
          </a:prstGeom>
          <a:noFill/>
          <a:ln>
            <a:noFill/>
          </a:ln>
        </p:spPr>
        <p:txBody>
          <a:bodyPr spcFirstLastPara="1" wrap="square" lIns="91425" tIns="91425" rIns="91425" bIns="91425" anchor="t" anchorCtr="0">
            <a:noAutofit/>
          </a:bodyPr>
          <a:lstStyle/>
          <a:p>
            <a:pPr algn="ctr">
              <a:buSzPts val="1400"/>
            </a:pPr>
            <a:r>
              <a:rPr lang="en-US" sz="1000" b="0" i="0" u="none" strike="noStrike" cap="none" noProof="0">
                <a:solidFill>
                  <a:srgbClr val="000000"/>
                </a:solidFill>
                <a:latin typeface="IBM Plex Sans"/>
                <a:ea typeface="Calibri"/>
                <a:cs typeface="Calibri"/>
                <a:sym typeface="Calibri"/>
              </a:rPr>
              <a:t>Total search queries </a:t>
            </a:r>
            <a:r>
              <a:rPr lang="en-US" sz="1000" noProof="0">
                <a:latin typeface="IBM Plex Sans"/>
                <a:ea typeface="Calibri"/>
                <a:cs typeface="Calibri"/>
                <a:sym typeface="Calibri"/>
              </a:rPr>
              <a:t>are </a:t>
            </a:r>
            <a:r>
              <a:rPr lang="en-US" sz="1000" b="0" i="0" u="none" strike="noStrike" cap="none" noProof="0">
                <a:solidFill>
                  <a:srgbClr val="000000"/>
                </a:solidFill>
                <a:latin typeface="IBM Plex Sans"/>
                <a:ea typeface="Calibri"/>
                <a:cs typeface="Calibri"/>
                <a:sym typeface="Calibri"/>
              </a:rPr>
              <a:t>at </a:t>
            </a:r>
            <a:r>
              <a:rPr lang="en-US" sz="1000" noProof="0">
                <a:latin typeface="IBM Plex Sans"/>
                <a:ea typeface="Calibri"/>
                <a:cs typeface="Calibri"/>
                <a:sym typeface="Calibri"/>
              </a:rPr>
              <a:t>an all-time</a:t>
            </a:r>
            <a:r>
              <a:rPr lang="en-US" sz="1000" b="0" i="0" u="none" strike="noStrike" cap="none" noProof="0">
                <a:solidFill>
                  <a:srgbClr val="000000"/>
                </a:solidFill>
                <a:latin typeface="IBM Plex Sans"/>
                <a:ea typeface="Calibri"/>
                <a:cs typeface="Calibri"/>
                <a:sym typeface="Calibri"/>
              </a:rPr>
              <a:t> high</a:t>
            </a:r>
            <a:endParaRPr lang="en-US" sz="900" b="0" i="0" u="none" strike="noStrike" cap="none" noProof="0">
              <a:solidFill>
                <a:srgbClr val="000000"/>
              </a:solidFill>
              <a:latin typeface="IBM Plex Sans"/>
              <a:sym typeface="Arial"/>
            </a:endParaRPr>
          </a:p>
        </p:txBody>
      </p:sp>
      <p:sp>
        <p:nvSpPr>
          <p:cNvPr id="2939" name="Google Shape;2939;g3b23322d595_2_1914"/>
          <p:cNvSpPr txBox="1"/>
          <p:nvPr/>
        </p:nvSpPr>
        <p:spPr>
          <a:xfrm>
            <a:off x="7446002" y="2789361"/>
            <a:ext cx="2553791" cy="685139"/>
          </a:xfrm>
          <a:prstGeom prst="rect">
            <a:avLst/>
          </a:prstGeom>
          <a:noFill/>
          <a:ln>
            <a:noFill/>
          </a:ln>
        </p:spPr>
        <p:txBody>
          <a:bodyPr spcFirstLastPara="1" wrap="square" lIns="91425" tIns="91425" rIns="91425" bIns="91425" anchor="t" anchorCtr="0">
            <a:noAutofit/>
          </a:bodyPr>
          <a:lstStyle/>
          <a:p>
            <a:pPr algn="ctr">
              <a:buSzPts val="1400"/>
            </a:pPr>
            <a:r>
              <a:rPr lang="en-US" sz="1000" b="0" i="0" u="none" strike="noStrike" cap="none" noProof="0">
                <a:solidFill>
                  <a:srgbClr val="000000"/>
                </a:solidFill>
                <a:latin typeface="IBM Plex Sans"/>
                <a:ea typeface="Calibri"/>
                <a:cs typeface="Calibri"/>
                <a:sym typeface="Calibri"/>
              </a:rPr>
              <a:t>Users are moving beyond simple keywords to ask multi-step, conversational questions that explore “why” and “what if”</a:t>
            </a:r>
            <a:r>
              <a:rPr lang="en-US" sz="1000" noProof="0">
                <a:latin typeface="IBM Plex Sans"/>
                <a:ea typeface="Calibri"/>
                <a:cs typeface="Calibri"/>
                <a:sym typeface="Calibri"/>
              </a:rPr>
              <a:t> questions</a:t>
            </a:r>
            <a:endParaRPr lang="en-US" sz="900" b="0" i="0" u="none" strike="noStrike" cap="none" noProof="0">
              <a:solidFill>
                <a:srgbClr val="000000"/>
              </a:solidFill>
              <a:latin typeface="IBM Plex Sans" panose="020B0503050203000203" pitchFamily="34" charset="0"/>
              <a:sym typeface="Arial"/>
            </a:endParaRPr>
          </a:p>
        </p:txBody>
      </p:sp>
      <p:sp>
        <p:nvSpPr>
          <p:cNvPr id="2940" name="Google Shape;2940;g3b23322d595_2_1914"/>
          <p:cNvSpPr txBox="1"/>
          <p:nvPr/>
        </p:nvSpPr>
        <p:spPr>
          <a:xfrm>
            <a:off x="9879748" y="2783064"/>
            <a:ext cx="1930242" cy="712444"/>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000" b="0" i="0" u="none" strike="noStrike" cap="none" noProof="0">
                <a:solidFill>
                  <a:srgbClr val="000000"/>
                </a:solidFill>
                <a:latin typeface="IBM Plex Sans"/>
                <a:ea typeface="Calibri"/>
                <a:cs typeface="Calibri"/>
                <a:sym typeface="Calibri"/>
              </a:rPr>
              <a:t>Users want to see sources, confirm information, and dig deeper, often using Google to verify answers</a:t>
            </a:r>
            <a:endParaRPr lang="en-US" sz="900" b="0" i="0" u="none" strike="noStrike" cap="none" noProof="0">
              <a:solidFill>
                <a:srgbClr val="000000"/>
              </a:solidFill>
              <a:latin typeface="IBM Plex Sans"/>
              <a:sym typeface="Arial"/>
            </a:endParaRPr>
          </a:p>
        </p:txBody>
      </p:sp>
      <p:sp>
        <p:nvSpPr>
          <p:cNvPr id="2941" name="Google Shape;2941;g3b23322d595_2_1914"/>
          <p:cNvSpPr txBox="1"/>
          <p:nvPr/>
        </p:nvSpPr>
        <p:spPr>
          <a:xfrm>
            <a:off x="589497" y="4794641"/>
            <a:ext cx="2476818" cy="797112"/>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panose="020B0503050203000203" pitchFamily="34" charset="0"/>
                <a:ea typeface="Calibri"/>
                <a:cs typeface="Calibri"/>
                <a:sym typeface="Calibri"/>
              </a:rPr>
              <a:t>AI Overviews</a:t>
            </a:r>
            <a:endParaRPr lang="en-US" sz="1200" b="0" i="0" u="none" strike="noStrike" cap="none" noProof="0">
              <a:solidFill>
                <a:srgbClr val="000000"/>
              </a:solidFill>
              <a:latin typeface="IBM Plex Sans" panose="020B0503050203000203" pitchFamily="34" charset="0"/>
              <a:sym typeface="Arial"/>
            </a:endParaRPr>
          </a:p>
          <a:p>
            <a:pPr marL="0" marR="0" lvl="0" indent="0" algn="ctr" rtl="0">
              <a:lnSpc>
                <a:spcPct val="100000"/>
              </a:lnSpc>
              <a:spcBef>
                <a:spcPts val="0"/>
              </a:spcBef>
              <a:spcAft>
                <a:spcPts val="0"/>
              </a:spcAft>
              <a:buClr>
                <a:srgbClr val="000000"/>
              </a:buClr>
              <a:buSzPts val="1400"/>
              <a:buFont typeface="Arial"/>
              <a:buNone/>
            </a:pPr>
            <a:r>
              <a:rPr lang="en-US" sz="1200" b="0" i="0" u="none" strike="noStrike" cap="none" noProof="0">
                <a:solidFill>
                  <a:srgbClr val="000000"/>
                </a:solidFill>
                <a:latin typeface="IBM Plex Sans" panose="020B0503050203000203" pitchFamily="34" charset="0"/>
                <a:ea typeface="Calibri"/>
                <a:cs typeface="Calibri"/>
                <a:sym typeface="Calibri"/>
              </a:rPr>
              <a:t>AI-generated summaries reorganize information from across the web</a:t>
            </a:r>
            <a:endParaRPr lang="en-US" sz="1100" b="0" i="0" u="none" strike="noStrike" cap="none" noProof="0">
              <a:solidFill>
                <a:srgbClr val="000000"/>
              </a:solidFill>
              <a:latin typeface="IBM Plex Sans" panose="020B0503050203000203" pitchFamily="34" charset="0"/>
              <a:sym typeface="Arial"/>
            </a:endParaRPr>
          </a:p>
        </p:txBody>
      </p:sp>
      <p:sp>
        <p:nvSpPr>
          <p:cNvPr id="2942" name="Google Shape;2942;g3b23322d595_2_1914"/>
          <p:cNvSpPr txBox="1"/>
          <p:nvPr/>
        </p:nvSpPr>
        <p:spPr>
          <a:xfrm>
            <a:off x="3029039" y="4721104"/>
            <a:ext cx="2972811" cy="897872"/>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Calibri"/>
                <a:cs typeface="Calibri"/>
                <a:sym typeface="Calibri"/>
              </a:rPr>
              <a:t>Balancing </a:t>
            </a:r>
            <a:r>
              <a:rPr lang="en-US" sz="1200" b="1" noProof="0">
                <a:latin typeface="IBM Plex Sans"/>
                <a:ea typeface="Calibri"/>
                <a:cs typeface="Calibri"/>
                <a:sym typeface="Calibri"/>
              </a:rPr>
              <a:t>accuracy</a:t>
            </a:r>
            <a:r>
              <a:rPr lang="en-US" sz="1200" b="1" i="0" u="none" strike="noStrike" cap="none" noProof="0">
                <a:solidFill>
                  <a:srgbClr val="000000"/>
                </a:solidFill>
                <a:latin typeface="IBM Plex Sans"/>
                <a:ea typeface="Calibri"/>
                <a:cs typeface="Calibri"/>
                <a:sym typeface="Calibri"/>
              </a:rPr>
              <a:t> and </a:t>
            </a:r>
            <a:r>
              <a:rPr lang="en-US" sz="1200" b="1" noProof="0">
                <a:latin typeface="IBM Plex Sans"/>
                <a:ea typeface="Calibri"/>
                <a:cs typeface="Calibri"/>
                <a:sym typeface="Calibri"/>
              </a:rPr>
              <a:t>creativity</a:t>
            </a:r>
            <a:endParaRPr lang="en-US" sz="1400" b="0" i="0" u="none" strike="noStrike" cap="none" noProof="0">
              <a:solidFill>
                <a:srgbClr val="000000"/>
              </a:solidFill>
              <a:latin typeface="IBM Plex Sans"/>
              <a:sym typeface="Arial"/>
            </a:endParaRPr>
          </a:p>
          <a:p>
            <a:pPr algn="ctr">
              <a:buSzPts val="1400"/>
            </a:pPr>
            <a:r>
              <a:rPr lang="en-US" sz="1200" b="0" i="0" u="none" strike="noStrike" cap="none" noProof="0">
                <a:solidFill>
                  <a:srgbClr val="000000"/>
                </a:solidFill>
                <a:latin typeface="IBM Plex Sans"/>
                <a:ea typeface="Calibri"/>
                <a:cs typeface="Calibri"/>
                <a:sym typeface="Calibri"/>
              </a:rPr>
              <a:t>Following early mistakes, Google prioritizes factuality and only </a:t>
            </a:r>
            <a:r>
              <a:rPr lang="en-US" sz="1200" noProof="0">
                <a:latin typeface="IBM Plex Sans"/>
                <a:ea typeface="Calibri"/>
                <a:cs typeface="Calibri"/>
                <a:sym typeface="Calibri"/>
              </a:rPr>
              <a:t>surfaces </a:t>
            </a:r>
            <a:r>
              <a:rPr lang="en-US" sz="1200" b="0" i="0" u="none" strike="noStrike" cap="none" noProof="0">
                <a:solidFill>
                  <a:srgbClr val="000000"/>
                </a:solidFill>
                <a:latin typeface="IBM Plex Sans"/>
                <a:ea typeface="Calibri"/>
                <a:cs typeface="Calibri"/>
                <a:sym typeface="Calibri"/>
              </a:rPr>
              <a:t>AI Overviews when they add verified value</a:t>
            </a:r>
            <a:endParaRPr lang="en-US" sz="1100" b="0" i="0" u="none" strike="noStrike" cap="none" noProof="0">
              <a:solidFill>
                <a:srgbClr val="000000"/>
              </a:solidFill>
              <a:latin typeface="IBM Plex Sans"/>
              <a:sym typeface="Arial"/>
            </a:endParaRPr>
          </a:p>
        </p:txBody>
      </p:sp>
      <p:sp>
        <p:nvSpPr>
          <p:cNvPr id="2946" name="Google Shape;2946;g3b23322d595_2_1914"/>
          <p:cNvSpPr txBox="1"/>
          <p:nvPr/>
        </p:nvSpPr>
        <p:spPr>
          <a:xfrm>
            <a:off x="6215342" y="3979103"/>
            <a:ext cx="1890690" cy="1574664"/>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panose="020B0503050203000203" pitchFamily="34" charset="0"/>
                <a:ea typeface="Calibri"/>
                <a:cs typeface="Calibri"/>
                <a:sym typeface="Calibri"/>
              </a:rPr>
              <a:t>Higher quality traffic for publishers</a:t>
            </a:r>
            <a:endParaRPr lang="en-US" sz="1400" b="0" i="0" u="none" strike="noStrike" cap="none" noProof="0">
              <a:solidFill>
                <a:srgbClr val="000000"/>
              </a:solidFill>
              <a:latin typeface="IBM Plex Sans" panose="020B0503050203000203" pitchFamily="34" charset="0"/>
              <a:sym typeface="Arial"/>
            </a:endParaRPr>
          </a:p>
          <a:p>
            <a:pPr>
              <a:buSzPts val="1400"/>
            </a:pPr>
            <a:r>
              <a:rPr lang="en-US" sz="1200" noProof="0">
                <a:latin typeface="IBM Plex Sans"/>
                <a:ea typeface="Calibri"/>
                <a:cs typeface="Calibri"/>
                <a:sym typeface="Calibri"/>
              </a:rPr>
              <a:t>Traffic is more</a:t>
            </a:r>
            <a:r>
              <a:rPr lang="en-US" sz="1200" b="0" i="0" u="none" strike="noStrike" cap="none" noProof="0">
                <a:solidFill>
                  <a:srgbClr val="000000"/>
                </a:solidFill>
                <a:latin typeface="IBM Plex Sans"/>
                <a:ea typeface="Calibri"/>
                <a:cs typeface="Calibri"/>
                <a:sym typeface="Calibri"/>
              </a:rPr>
              <a:t> diverse and </a:t>
            </a:r>
            <a:r>
              <a:rPr lang="en-US" sz="1200" noProof="0">
                <a:latin typeface="IBM Plex Sans"/>
                <a:ea typeface="Calibri"/>
                <a:cs typeface="Calibri"/>
                <a:sym typeface="Calibri"/>
              </a:rPr>
              <a:t>of higher-quality clicks</a:t>
            </a:r>
            <a:r>
              <a:rPr lang="en-US" sz="1200" b="0" i="0" u="none" strike="noStrike" cap="none" noProof="0">
                <a:solidFill>
                  <a:srgbClr val="000000"/>
                </a:solidFill>
                <a:latin typeface="IBM Plex Sans"/>
                <a:ea typeface="Calibri"/>
                <a:cs typeface="Calibri"/>
                <a:sym typeface="Calibri"/>
              </a:rPr>
              <a:t>. </a:t>
            </a:r>
            <a:r>
              <a:rPr lang="en-US" sz="1200" noProof="0" err="1">
                <a:latin typeface="IBM Plex Sans"/>
                <a:ea typeface="Calibri"/>
                <a:cs typeface="Calibri"/>
                <a:sym typeface="Calibri"/>
              </a:rPr>
              <a:t>Pulishers</a:t>
            </a:r>
            <a:r>
              <a:rPr lang="en-US" sz="1200" b="0" i="0" u="none" strike="noStrike" cap="none" noProof="0">
                <a:solidFill>
                  <a:srgbClr val="000000"/>
                </a:solidFill>
                <a:latin typeface="IBM Plex Sans"/>
                <a:ea typeface="Calibri"/>
                <a:cs typeface="Calibri"/>
                <a:sym typeface="Calibri"/>
              </a:rPr>
              <a:t> remain concerned about </a:t>
            </a:r>
            <a:r>
              <a:rPr lang="en-US" sz="1200" noProof="0">
                <a:latin typeface="IBM Plex Sans"/>
                <a:ea typeface="Calibri"/>
                <a:cs typeface="Calibri"/>
                <a:sym typeface="Calibri"/>
              </a:rPr>
              <a:t>the overall</a:t>
            </a:r>
            <a:r>
              <a:rPr lang="en-US" sz="1200" b="0" i="0" u="none" strike="noStrike" cap="none" noProof="0">
                <a:solidFill>
                  <a:srgbClr val="000000"/>
                </a:solidFill>
                <a:latin typeface="IBM Plex Sans"/>
                <a:ea typeface="Calibri"/>
                <a:cs typeface="Calibri"/>
                <a:sym typeface="Calibri"/>
              </a:rPr>
              <a:t> click reduction</a:t>
            </a:r>
            <a:endParaRPr lang="en-US" sz="1100" b="0" i="0" u="none" strike="noStrike" cap="none" noProof="0">
              <a:solidFill>
                <a:srgbClr val="000000"/>
              </a:solidFill>
              <a:latin typeface="IBM Plex Sans"/>
              <a:sym typeface="Arial"/>
            </a:endParaRPr>
          </a:p>
        </p:txBody>
      </p:sp>
      <p:sp>
        <p:nvSpPr>
          <p:cNvPr id="2947" name="Google Shape;2947;g3b23322d595_2_1914"/>
          <p:cNvSpPr txBox="1"/>
          <p:nvPr/>
        </p:nvSpPr>
        <p:spPr>
          <a:xfrm>
            <a:off x="8018170" y="3979103"/>
            <a:ext cx="1890690" cy="16002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panose="020B0503050203000203" pitchFamily="34" charset="0"/>
                <a:ea typeface="Calibri"/>
                <a:cs typeface="Calibri"/>
                <a:sym typeface="Calibri"/>
              </a:rPr>
              <a:t>Preserving the monetization model</a:t>
            </a:r>
            <a:endParaRPr lang="en-US" sz="1400" b="0" i="0" u="none" strike="noStrike" cap="none" noProof="0">
              <a:solidFill>
                <a:srgbClr val="000000"/>
              </a:solidFill>
              <a:latin typeface="IBM Plex Sans" panose="020B0503050203000203" pitchFamily="34" charset="0"/>
              <a:sym typeface="Arial"/>
            </a:endParaRPr>
          </a:p>
          <a:p>
            <a:pPr>
              <a:buSzPts val="1400"/>
            </a:pPr>
            <a:r>
              <a:rPr lang="en-US" sz="1200" b="0" i="0" u="none" strike="noStrike" cap="none" noProof="0">
                <a:solidFill>
                  <a:srgbClr val="000000"/>
                </a:solidFill>
                <a:latin typeface="IBM Plex Sans"/>
                <a:ea typeface="Calibri"/>
                <a:cs typeface="Calibri"/>
                <a:sym typeface="Calibri"/>
              </a:rPr>
              <a:t>To maintain revenue, </a:t>
            </a:r>
            <a:r>
              <a:rPr lang="en-US" sz="1200" noProof="0">
                <a:latin typeface="IBM Plex Sans"/>
                <a:ea typeface="Calibri"/>
                <a:cs typeface="Calibri"/>
                <a:sym typeface="Calibri"/>
              </a:rPr>
              <a:t>ads are</a:t>
            </a:r>
            <a:r>
              <a:rPr lang="en-US" sz="1200" b="0" i="0" u="none" strike="noStrike" cap="none" noProof="0">
                <a:solidFill>
                  <a:srgbClr val="000000"/>
                </a:solidFill>
                <a:latin typeface="IBM Plex Sans"/>
                <a:ea typeface="Calibri"/>
                <a:cs typeface="Calibri"/>
                <a:sym typeface="Calibri"/>
              </a:rPr>
              <a:t> now placed above, below, and inside the new AI Overview sections</a:t>
            </a:r>
            <a:endParaRPr lang="en-US" sz="1100" b="0" i="0" u="none" strike="noStrike" cap="none" noProof="0">
              <a:solidFill>
                <a:srgbClr val="000000"/>
              </a:solidFill>
              <a:latin typeface="IBM Plex Sans"/>
              <a:sym typeface="Arial"/>
            </a:endParaRPr>
          </a:p>
        </p:txBody>
      </p:sp>
      <p:sp>
        <p:nvSpPr>
          <p:cNvPr id="2948" name="Google Shape;2948;g3b23322d595_2_1914"/>
          <p:cNvSpPr txBox="1"/>
          <p:nvPr/>
        </p:nvSpPr>
        <p:spPr>
          <a:xfrm>
            <a:off x="9820998" y="3979103"/>
            <a:ext cx="1890690" cy="1686566"/>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panose="020B0503050203000203" pitchFamily="34" charset="0"/>
                <a:ea typeface="Calibri"/>
                <a:cs typeface="Calibri"/>
                <a:sym typeface="Calibri"/>
              </a:rPr>
              <a:t>Future multimodal and personalized</a:t>
            </a:r>
            <a:endParaRPr lang="en-US" sz="1400" b="0" i="0" u="none" strike="noStrike" cap="none" noProof="0">
              <a:solidFill>
                <a:srgbClr val="000000"/>
              </a:solidFill>
              <a:latin typeface="IBM Plex Sans" panose="020B0503050203000203" pitchFamily="34" charset="0"/>
              <a:sym typeface="Arial"/>
            </a:endParaRPr>
          </a:p>
          <a:p>
            <a:pPr>
              <a:buSzPts val="1400"/>
            </a:pPr>
            <a:r>
              <a:rPr lang="en-US" sz="1200" b="0" i="0" u="none" strike="noStrike" cap="none" noProof="0">
                <a:solidFill>
                  <a:srgbClr val="000000"/>
                </a:solidFill>
                <a:latin typeface="IBM Plex Sans"/>
                <a:ea typeface="Calibri"/>
                <a:cs typeface="Calibri"/>
                <a:sym typeface="Calibri"/>
              </a:rPr>
              <a:t>Search will continue to evolve towards an effortless experience combining voice, text, and visuals, while remaining </a:t>
            </a:r>
            <a:r>
              <a:rPr lang="en-US" sz="1200" noProof="0">
                <a:latin typeface="IBM Plex Sans"/>
                <a:ea typeface="Calibri"/>
                <a:cs typeface="Calibri"/>
                <a:sym typeface="Calibri"/>
              </a:rPr>
              <a:t>anchored in trust at its</a:t>
            </a:r>
            <a:r>
              <a:rPr lang="en-US" sz="1200" b="0" i="0" u="none" strike="noStrike" cap="none" noProof="0">
                <a:solidFill>
                  <a:srgbClr val="000000"/>
                </a:solidFill>
                <a:latin typeface="IBM Plex Sans"/>
                <a:ea typeface="Calibri"/>
                <a:cs typeface="Calibri"/>
                <a:sym typeface="Calibri"/>
              </a:rPr>
              <a:t> core</a:t>
            </a:r>
            <a:endParaRPr lang="en-US" sz="1100" b="0" i="0" u="none" strike="noStrike" cap="none" noProof="0">
              <a:solidFill>
                <a:srgbClr val="000000"/>
              </a:solidFill>
              <a:latin typeface="IBM Plex Sans"/>
              <a:sym typeface="Arial"/>
            </a:endParaRPr>
          </a:p>
        </p:txBody>
      </p:sp>
      <p:sp>
        <p:nvSpPr>
          <p:cNvPr id="8" name="Google Shape;647;g3b2110f3d24_0_132">
            <a:extLst>
              <a:ext uri="{FF2B5EF4-FFF2-40B4-BE49-F238E27FC236}">
                <a16:creationId xmlns:a16="http://schemas.microsoft.com/office/drawing/2014/main" id="{DF1CE2A9-7823-9359-9E48-222C6BAF1EF5}"/>
              </a:ext>
            </a:extLst>
          </p:cNvPr>
          <p:cNvSpPr txBox="1">
            <a:spLocks/>
          </p:cNvSpPr>
          <p:nvPr/>
        </p:nvSpPr>
        <p:spPr>
          <a:xfrm>
            <a:off x="11525219" y="6583144"/>
            <a:ext cx="303300" cy="20001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a:buSzPts val="700"/>
            </a:pPr>
            <a:fld id="{00000000-1234-1234-1234-123412341234}" type="slidenum">
              <a:rPr lang="en-US" sz="700" noProof="0" smtClean="0">
                <a:solidFill>
                  <a:schemeClr val="tx2">
                    <a:lumMod val="75000"/>
                  </a:schemeClr>
                </a:solidFill>
                <a:latin typeface="IBM Plex Sans" panose="020B0503050203000203" pitchFamily="34" charset="0"/>
              </a:rPr>
              <a:pPr algn="r">
                <a:buSzPts val="700"/>
              </a:pPr>
              <a:t>89</a:t>
            </a:fld>
            <a:endParaRPr lang="en-US" sz="700" noProof="0">
              <a:solidFill>
                <a:schemeClr val="tx2">
                  <a:lumMod val="75000"/>
                </a:schemeClr>
              </a:solidFill>
              <a:latin typeface="IBM Plex Sans" panose="020B0503050203000203" pitchFamily="34" charset="0"/>
            </a:endParaRPr>
          </a:p>
        </p:txBody>
      </p:sp>
      <p:pic>
        <p:nvPicPr>
          <p:cNvPr id="11" name="Picture 10" descr="A purple check mark on a shield  AI-generated content may be incorrect.">
            <a:extLst>
              <a:ext uri="{FF2B5EF4-FFF2-40B4-BE49-F238E27FC236}">
                <a16:creationId xmlns:a16="http://schemas.microsoft.com/office/drawing/2014/main" id="{842118AF-BDC5-C064-FD9C-314D74C7E415}"/>
              </a:ext>
            </a:extLst>
          </p:cNvPr>
          <p:cNvPicPr>
            <a:picLocks noChangeAspect="1"/>
          </p:cNvPicPr>
          <p:nvPr/>
        </p:nvPicPr>
        <p:blipFill>
          <a:blip r:embed="rId4"/>
          <a:stretch>
            <a:fillRect/>
          </a:stretch>
        </p:blipFill>
        <p:spPr>
          <a:xfrm>
            <a:off x="10524830" y="2158019"/>
            <a:ext cx="640080" cy="640080"/>
          </a:xfrm>
          <a:prstGeom prst="rect">
            <a:avLst/>
          </a:prstGeom>
        </p:spPr>
      </p:pic>
      <p:pic>
        <p:nvPicPr>
          <p:cNvPr id="13" name="Picture 12" descr="A purple cross in a circle  AI-generated content may be incorrect.">
            <a:extLst>
              <a:ext uri="{FF2B5EF4-FFF2-40B4-BE49-F238E27FC236}">
                <a16:creationId xmlns:a16="http://schemas.microsoft.com/office/drawing/2014/main" id="{C03D9F2B-BEB4-6141-B27E-4F57C1C1A465}"/>
              </a:ext>
            </a:extLst>
          </p:cNvPr>
          <p:cNvPicPr>
            <a:picLocks noChangeAspect="1"/>
          </p:cNvPicPr>
          <p:nvPr/>
        </p:nvPicPr>
        <p:blipFill>
          <a:blip r:embed="rId5"/>
          <a:stretch>
            <a:fillRect/>
          </a:stretch>
        </p:blipFill>
        <p:spPr>
          <a:xfrm>
            <a:off x="6540305" y="2158019"/>
            <a:ext cx="640080" cy="640080"/>
          </a:xfrm>
          <a:prstGeom prst="rect">
            <a:avLst/>
          </a:prstGeom>
        </p:spPr>
      </p:pic>
      <p:pic>
        <p:nvPicPr>
          <p:cNvPr id="15" name="Picture 14" descr="A purple scale with black background  AI-generated content may be incorrect.">
            <a:extLst>
              <a:ext uri="{FF2B5EF4-FFF2-40B4-BE49-F238E27FC236}">
                <a16:creationId xmlns:a16="http://schemas.microsoft.com/office/drawing/2014/main" id="{4D30AB30-F5DA-A535-D51B-FDBF2F684F49}"/>
              </a:ext>
            </a:extLst>
          </p:cNvPr>
          <p:cNvPicPr>
            <a:picLocks noChangeAspect="1"/>
          </p:cNvPicPr>
          <p:nvPr/>
        </p:nvPicPr>
        <p:blipFill>
          <a:blip r:embed="rId6"/>
          <a:stretch>
            <a:fillRect/>
          </a:stretch>
        </p:blipFill>
        <p:spPr>
          <a:xfrm>
            <a:off x="4179661" y="4134428"/>
            <a:ext cx="640080" cy="640080"/>
          </a:xfrm>
          <a:prstGeom prst="rect">
            <a:avLst/>
          </a:prstGeom>
        </p:spPr>
      </p:pic>
      <p:pic>
        <p:nvPicPr>
          <p:cNvPr id="17" name="Picture 16" descr="A purple line drawing of a computer monitor  AI-generated content may be incorrect.">
            <a:extLst>
              <a:ext uri="{FF2B5EF4-FFF2-40B4-BE49-F238E27FC236}">
                <a16:creationId xmlns:a16="http://schemas.microsoft.com/office/drawing/2014/main" id="{15952F14-5995-DBF9-E9DA-46641BAF4D10}"/>
              </a:ext>
            </a:extLst>
          </p:cNvPr>
          <p:cNvPicPr>
            <a:picLocks noChangeAspect="1"/>
          </p:cNvPicPr>
          <p:nvPr/>
        </p:nvPicPr>
        <p:blipFill>
          <a:blip r:embed="rId7"/>
          <a:stretch>
            <a:fillRect/>
          </a:stretch>
        </p:blipFill>
        <p:spPr>
          <a:xfrm>
            <a:off x="1507866" y="4134427"/>
            <a:ext cx="640080" cy="640080"/>
          </a:xfrm>
          <a:prstGeom prst="rect">
            <a:avLst/>
          </a:prstGeom>
        </p:spPr>
      </p:pic>
      <p:pic>
        <p:nvPicPr>
          <p:cNvPr id="19" name="Picture 18" descr="A group of purple bubbles with question marks  AI-generated content may be incorrect.">
            <a:extLst>
              <a:ext uri="{FF2B5EF4-FFF2-40B4-BE49-F238E27FC236}">
                <a16:creationId xmlns:a16="http://schemas.microsoft.com/office/drawing/2014/main" id="{E75DC072-F6A6-2FC0-5806-AD0C6DB8B7DE}"/>
              </a:ext>
            </a:extLst>
          </p:cNvPr>
          <p:cNvPicPr>
            <a:picLocks noChangeAspect="1"/>
          </p:cNvPicPr>
          <p:nvPr/>
        </p:nvPicPr>
        <p:blipFill>
          <a:blip r:embed="rId8"/>
          <a:stretch>
            <a:fillRect/>
          </a:stretch>
        </p:blipFill>
        <p:spPr>
          <a:xfrm>
            <a:off x="1641499" y="2260340"/>
            <a:ext cx="640080" cy="640080"/>
          </a:xfrm>
          <a:prstGeom prst="rect">
            <a:avLst/>
          </a:prstGeom>
        </p:spPr>
      </p:pic>
      <p:pic>
        <p:nvPicPr>
          <p:cNvPr id="21" name="Picture 20" descr="A purple beaker with white lines  AI-generated content may be incorrect.">
            <a:extLst>
              <a:ext uri="{FF2B5EF4-FFF2-40B4-BE49-F238E27FC236}">
                <a16:creationId xmlns:a16="http://schemas.microsoft.com/office/drawing/2014/main" id="{C533BD7A-68CF-6EFD-A358-5AB33FF7493F}"/>
              </a:ext>
            </a:extLst>
          </p:cNvPr>
          <p:cNvPicPr>
            <a:picLocks noChangeAspect="1"/>
          </p:cNvPicPr>
          <p:nvPr/>
        </p:nvPicPr>
        <p:blipFill>
          <a:blip r:embed="rId9"/>
          <a:stretch>
            <a:fillRect/>
          </a:stretch>
        </p:blipFill>
        <p:spPr>
          <a:xfrm>
            <a:off x="4171857" y="2260340"/>
            <a:ext cx="640080" cy="640080"/>
          </a:xfrm>
          <a:prstGeom prst="rect">
            <a:avLst/>
          </a:prstGeom>
        </p:spPr>
      </p:pic>
      <p:sp>
        <p:nvSpPr>
          <p:cNvPr id="12" name="CaixaDeTexto 11">
            <a:extLst>
              <a:ext uri="{FF2B5EF4-FFF2-40B4-BE49-F238E27FC236}">
                <a16:creationId xmlns:a16="http://schemas.microsoft.com/office/drawing/2014/main" id="{F77D07A6-E69D-6F5C-8970-6CA1DC719CC8}"/>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future outlook</a:t>
            </a:r>
            <a:endParaRPr lang="en-US" noProof="0"/>
          </a:p>
        </p:txBody>
      </p:sp>
    </p:spTree>
    <p:extLst>
      <p:ext uri="{BB962C8B-B14F-4D97-AF65-F5344CB8AC3E}">
        <p14:creationId xmlns:p14="http://schemas.microsoft.com/office/powerpoint/2010/main" val="291987625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2497"/>
        <p:cNvGrpSpPr/>
        <p:nvPr/>
      </p:nvGrpSpPr>
      <p:grpSpPr>
        <a:xfrm>
          <a:off x="0" y="0"/>
          <a:ext cx="0" cy="0"/>
          <a:chOff x="0" y="0"/>
          <a:chExt cx="0" cy="0"/>
        </a:xfrm>
      </p:grpSpPr>
      <p:sp>
        <p:nvSpPr>
          <p:cNvPr id="2498" name="Google Shape;2498;g3b23322d595_2_1528"/>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90</a:t>
            </a:fld>
            <a:endParaRPr lang="en-US" noProof="0"/>
          </a:p>
        </p:txBody>
      </p:sp>
      <p:sp>
        <p:nvSpPr>
          <p:cNvPr id="2499" name="Google Shape;2499;g3b23322d595_2_1528"/>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lvl="0"/>
            <a:r>
              <a:rPr lang="en-US" noProof="0"/>
              <a:t>The new consumer journey powered by AI: McKinsey consumer survey on AI-powered search behavior</a:t>
            </a:r>
          </a:p>
        </p:txBody>
      </p:sp>
      <p:sp>
        <p:nvSpPr>
          <p:cNvPr id="2500" name="Google Shape;2500;g3b23322d595_2_1528"/>
          <p:cNvSpPr txBox="1"/>
          <p:nvPr/>
        </p:nvSpPr>
        <p:spPr>
          <a:xfrm>
            <a:off x="411524" y="6361626"/>
            <a:ext cx="10171205" cy="107722"/>
          </a:xfrm>
          <a:prstGeom prst="rect">
            <a:avLst/>
          </a:prstGeom>
          <a:noFill/>
          <a:ln>
            <a:noFill/>
          </a:ln>
        </p:spPr>
        <p:txBody>
          <a:bodyPr spcFirstLastPara="1" wrap="square" lIns="0" tIns="0" rIns="0" bIns="0" anchor="b" anchorCtr="0">
            <a:spAutoFit/>
          </a:bodyPr>
          <a:lstStyle/>
          <a:p>
            <a:pPr lvl="0">
              <a:buSzPts val="700"/>
            </a:pPr>
            <a:r>
              <a:rPr lang="en-US" sz="700" b="0" i="0" u="none" strike="noStrike" cap="none" noProof="0">
                <a:solidFill>
                  <a:srgbClr val="7F7F7F"/>
                </a:solidFill>
                <a:latin typeface="IBM Plex Sans"/>
                <a:ea typeface="Quattrocento Sans"/>
                <a:cs typeface="Quattrocento Sans"/>
                <a:sym typeface="Quattrocento Sans"/>
              </a:rPr>
              <a:t>Sources: </a:t>
            </a:r>
            <a:r>
              <a:rPr lang="en-US" sz="700" noProof="0">
                <a:solidFill>
                  <a:srgbClr val="7F7F7F"/>
                </a:solidFill>
                <a:latin typeface="IBM Plex Sans"/>
                <a:ea typeface="Quattrocento Sans"/>
                <a:cs typeface="Quattrocento Sans"/>
                <a:sym typeface="Quattrocento Sans"/>
              </a:rPr>
              <a:t>(</a:t>
            </a:r>
            <a:r>
              <a:rPr lang="en-US" sz="700" b="0" i="0" u="none" strike="noStrike" cap="none" noProof="0">
                <a:solidFill>
                  <a:srgbClr val="7F7F7F"/>
                </a:solidFill>
                <a:latin typeface="IBM Plex Sans"/>
                <a:ea typeface="Quattrocento Sans"/>
                <a:cs typeface="Quattrocento Sans"/>
                <a:sym typeface="Quattrocento Sans"/>
              </a:rPr>
              <a:t>1) </a:t>
            </a:r>
            <a:r>
              <a:rPr lang="en-US" sz="700" b="0" i="0" u="sng" strike="noStrike" cap="none" noProof="0">
                <a:solidFill>
                  <a:srgbClr val="7F7F7F"/>
                </a:solidFill>
                <a:latin typeface="IBM Plex Sans"/>
                <a:ea typeface="Calibri"/>
                <a:cs typeface="Calibri"/>
                <a:sym typeface="Calibri"/>
                <a:hlinkClick r:id="rId3">
                  <a:extLst>
                    <a:ext uri="{A12FA001-AC4F-418D-AE19-62706E023703}">
                      <ahyp:hlinkClr xmlns:ahyp="http://schemas.microsoft.com/office/drawing/2018/hyperlinkcolor" val="tx"/>
                    </a:ext>
                  </a:extLst>
                </a:hlinkClick>
              </a:rPr>
              <a:t>McKinsey</a:t>
            </a:r>
            <a:r>
              <a:rPr lang="en-US" sz="700" b="0" i="0" u="sng" strike="noStrike" cap="none" noProof="0">
                <a:solidFill>
                  <a:srgbClr val="7F7F7F"/>
                </a:solidFill>
                <a:latin typeface="IBM Plex Sans"/>
                <a:ea typeface="Calibri"/>
                <a:cs typeface="Calibri"/>
                <a:sym typeface="Calibri"/>
              </a:rPr>
              <a:t> article </a:t>
            </a:r>
            <a:r>
              <a:rPr lang="en-US" sz="700" noProof="0">
                <a:solidFill>
                  <a:srgbClr val="7F7F7F"/>
                </a:solidFill>
                <a:latin typeface="IBM Plex Sans"/>
              </a:rPr>
              <a:t>“The new front door to the internet”, based on McKinsey’s AI Discovery Survey, August 2025, n= 1,927</a:t>
            </a:r>
            <a:r>
              <a:rPr lang="en-US" sz="700" b="0" i="0" u="sng" strike="noStrike" cap="none" noProof="0">
                <a:solidFill>
                  <a:srgbClr val="7F7F7F"/>
                </a:solidFill>
                <a:latin typeface="IBM Plex Sans"/>
                <a:ea typeface="Calibri"/>
                <a:cs typeface="Calibri"/>
                <a:sym typeface="Calibri"/>
              </a:rPr>
              <a:t> </a:t>
            </a:r>
            <a:endParaRPr lang="en-US" sz="700" b="0" i="0" u="none" strike="noStrike" cap="none" noProof="0">
              <a:solidFill>
                <a:srgbClr val="7F7F7F"/>
              </a:solidFill>
              <a:latin typeface="IBM Plex Sans"/>
              <a:ea typeface="Quattrocento Sans"/>
              <a:cs typeface="Quattrocento Sans"/>
            </a:endParaRPr>
          </a:p>
        </p:txBody>
      </p:sp>
      <p:sp>
        <p:nvSpPr>
          <p:cNvPr id="2501" name="Google Shape;2501;g3b23322d595_2_1528"/>
          <p:cNvSpPr txBox="1"/>
          <p:nvPr/>
        </p:nvSpPr>
        <p:spPr>
          <a:xfrm>
            <a:off x="450091" y="5671889"/>
            <a:ext cx="11350811" cy="511591"/>
          </a:xfrm>
          <a:prstGeom prst="rect">
            <a:avLst/>
          </a:prstGeom>
          <a:solidFill>
            <a:srgbClr val="00B050">
              <a:alpha val="48235"/>
            </a:srgbClr>
          </a:solidFill>
          <a:ln>
            <a:noFill/>
          </a:ln>
        </p:spPr>
        <p:txBody>
          <a:bodyPr spcFirstLastPara="1" wrap="square" lIns="91425" tIns="45700" rIns="91425" bIns="45700" anchor="ctr" anchorCtr="0">
            <a:noAutofit/>
          </a:bodyPr>
          <a:lstStyle/>
          <a:p>
            <a:pPr algn="ctr"/>
            <a:r>
              <a:rPr lang="en-US" b="1" noProof="0">
                <a:solidFill>
                  <a:schemeClr val="dk1"/>
                </a:solidFill>
                <a:latin typeface="IBM Plex Sans"/>
              </a:rPr>
              <a:t>While the McKinsey survey indicates higher AI search usage than the baseline assumed in our model, it confirms a critical shift: consumers are increasingly using AI for discovery and comparison, forcing brands to adapt</a:t>
            </a:r>
          </a:p>
        </p:txBody>
      </p:sp>
      <p:sp>
        <p:nvSpPr>
          <p:cNvPr id="2502" name="Google Shape;2502;g3b23322d595_2_1528"/>
          <p:cNvSpPr txBox="1"/>
          <p:nvPr/>
        </p:nvSpPr>
        <p:spPr>
          <a:xfrm>
            <a:off x="450091" y="1440448"/>
            <a:ext cx="7709933" cy="289440"/>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What the research shows (McKinsey survey)</a:t>
            </a:r>
            <a:r>
              <a:rPr lang="en-US" sz="1400" b="1" i="0" u="none" strike="noStrike" cap="none" baseline="30000" noProof="0">
                <a:solidFill>
                  <a:schemeClr val="lt1"/>
                </a:solidFill>
                <a:latin typeface="IBM Plex Sans"/>
                <a:ea typeface="IBM Plex Sans"/>
                <a:cs typeface="IBM Plex Sans"/>
                <a:sym typeface="IBM Plex Sans"/>
              </a:rPr>
              <a:t>1</a:t>
            </a:r>
            <a:endParaRPr lang="en-US" sz="1800" b="0" i="0" u="none" strike="noStrike" cap="none" baseline="30000" noProof="0">
              <a:solidFill>
                <a:schemeClr val="dk1"/>
              </a:solidFill>
              <a:latin typeface="Arial"/>
              <a:ea typeface="Arial"/>
              <a:cs typeface="Arial"/>
              <a:sym typeface="Arial"/>
            </a:endParaRPr>
          </a:p>
        </p:txBody>
      </p:sp>
      <p:sp>
        <p:nvSpPr>
          <p:cNvPr id="2503" name="Google Shape;2503;g3b23322d595_2_1528"/>
          <p:cNvSpPr txBox="1"/>
          <p:nvPr/>
        </p:nvSpPr>
        <p:spPr>
          <a:xfrm>
            <a:off x="8331375" y="1422111"/>
            <a:ext cx="3469525" cy="307777"/>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400"/>
            </a:pPr>
            <a:r>
              <a:rPr lang="en-US" sz="1400" b="1" i="0" u="none" strike="noStrike" cap="none" noProof="0">
                <a:solidFill>
                  <a:schemeClr val="lt1"/>
                </a:solidFill>
                <a:latin typeface="IBM Plex Sans"/>
                <a:ea typeface="IBM Plex Sans"/>
                <a:cs typeface="IBM Plex Sans"/>
                <a:sym typeface="IBM Plex Sans"/>
              </a:rPr>
              <a:t>Insights </a:t>
            </a:r>
            <a:r>
              <a:rPr lang="en-US" b="1" noProof="0">
                <a:solidFill>
                  <a:schemeClr val="lt1"/>
                </a:solidFill>
                <a:latin typeface="IBM Plex Sans"/>
                <a:ea typeface="IBM Plex Sans"/>
                <a:cs typeface="IBM Plex Sans"/>
                <a:sym typeface="IBM Plex Sans"/>
              </a:rPr>
              <a:t>(McKinsey survey)</a:t>
            </a:r>
            <a:r>
              <a:rPr lang="en-US" b="1" baseline="30000" noProof="0">
                <a:solidFill>
                  <a:schemeClr val="lt1"/>
                </a:solidFill>
                <a:latin typeface="IBM Plex Sans"/>
                <a:ea typeface="IBM Plex Sans"/>
                <a:cs typeface="IBM Plex Sans"/>
                <a:sym typeface="IBM Plex Sans"/>
              </a:rPr>
              <a:t>1</a:t>
            </a:r>
            <a:endParaRPr lang="en-US" sz="1800" b="0" i="0" u="none" strike="noStrike" cap="none" baseline="30000" noProof="0">
              <a:solidFill>
                <a:schemeClr val="lt1"/>
              </a:solidFill>
              <a:latin typeface="Arial"/>
              <a:ea typeface="Arial"/>
              <a:cs typeface="Arial"/>
              <a:sym typeface="Arial"/>
            </a:endParaRPr>
          </a:p>
        </p:txBody>
      </p:sp>
      <p:sp>
        <p:nvSpPr>
          <p:cNvPr id="2504" name="Google Shape;2504;g3b23322d595_2_1528"/>
          <p:cNvSpPr txBox="1"/>
          <p:nvPr/>
        </p:nvSpPr>
        <p:spPr>
          <a:xfrm>
            <a:off x="8331375" y="1729888"/>
            <a:ext cx="3469526" cy="3813661"/>
          </a:xfrm>
          <a:prstGeom prst="rect">
            <a:avLst/>
          </a:prstGeom>
          <a:solidFill>
            <a:srgbClr val="F2F2F2"/>
          </a:solidFill>
          <a:ln>
            <a:noFill/>
          </a:ln>
        </p:spPr>
        <p:txBody>
          <a:bodyPr spcFirstLastPara="1" wrap="square" lIns="91425" tIns="45700" rIns="91425" bIns="45700" anchor="t" anchorCtr="0">
            <a:noAutofit/>
          </a:bodyPr>
          <a:lstStyle/>
          <a:p>
            <a:pPr marL="179705" indent="-179705">
              <a:spcBef>
                <a:spcPts val="800"/>
              </a:spcBef>
              <a:buSzPts val="1200"/>
              <a:buFont typeface="Arial"/>
              <a:buChar char="•"/>
            </a:pPr>
            <a:r>
              <a:rPr lang="en-US" sz="1200" b="1" i="0" u="none" strike="noStrike" cap="none" noProof="0">
                <a:solidFill>
                  <a:srgbClr val="000000"/>
                </a:solidFill>
                <a:latin typeface="IBM Plex Sans"/>
                <a:ea typeface="IBM Plex Sans"/>
                <a:cs typeface="IBM Plex Sans"/>
                <a:sym typeface="IBM Plex Sans"/>
              </a:rPr>
              <a:t>Baby boomers prefer traditional </a:t>
            </a:r>
            <a:r>
              <a:rPr lang="en-US" sz="1200" b="1" noProof="0">
                <a:latin typeface="IBM Plex Sans"/>
                <a:ea typeface="IBM Plex Sans"/>
                <a:cs typeface="IBM Plex Sans"/>
                <a:sym typeface="IBM Plex Sans"/>
              </a:rPr>
              <a:t>search</a:t>
            </a:r>
            <a:r>
              <a:rPr lang="en-US" sz="1200" b="1" i="0" u="none" strike="noStrike" cap="none" noProof="0">
                <a:solidFill>
                  <a:srgbClr val="000000"/>
                </a:solidFill>
                <a:latin typeface="IBM Plex Sans"/>
                <a:ea typeface="IBM Plex Sans"/>
                <a:cs typeface="IBM Plex Sans"/>
                <a:sym typeface="IBM Plex Sans"/>
              </a:rPr>
              <a:t> engines </a:t>
            </a:r>
            <a:r>
              <a:rPr lang="en-US" sz="1200" b="1" noProof="0">
                <a:latin typeface="IBM Plex Sans"/>
                <a:ea typeface="IBM Plex Sans"/>
                <a:cs typeface="IBM Plex Sans"/>
                <a:sym typeface="IBM Plex Sans"/>
              </a:rPr>
              <a:t>over </a:t>
            </a:r>
            <a:r>
              <a:rPr lang="en-US" sz="1200" b="1" i="0" u="none" strike="noStrike" cap="none" noProof="0">
                <a:solidFill>
                  <a:srgbClr val="000000"/>
                </a:solidFill>
                <a:latin typeface="IBM Plex Sans"/>
                <a:ea typeface="IBM Plex Sans"/>
                <a:cs typeface="IBM Plex Sans"/>
                <a:sym typeface="IBM Plex Sans"/>
              </a:rPr>
              <a:t>AI-powered </a:t>
            </a:r>
            <a:r>
              <a:rPr lang="en-US" sz="1200" noProof="0">
                <a:latin typeface="IBM Plex Sans"/>
                <a:ea typeface="IBM Plex Sans"/>
                <a:cs typeface="IBM Plex Sans"/>
                <a:sym typeface="IBM Plex Sans"/>
              </a:rPr>
              <a:t>search</a:t>
            </a:r>
            <a:r>
              <a:rPr lang="en-US" sz="1200" i="0" u="none" strike="noStrike" cap="none" noProof="0">
                <a:solidFill>
                  <a:srgbClr val="000000"/>
                </a:solidFill>
                <a:latin typeface="IBM Plex Sans"/>
                <a:ea typeface="IBM Plex Sans"/>
                <a:cs typeface="IBM Plex Sans"/>
                <a:sym typeface="IBM Plex Sans"/>
              </a:rPr>
              <a:t> (45% vs</a:t>
            </a:r>
            <a:r>
              <a:rPr lang="en-US" sz="1200" noProof="0">
                <a:latin typeface="IBM Plex Sans"/>
                <a:ea typeface="IBM Plex Sans"/>
                <a:cs typeface="IBM Plex Sans"/>
                <a:sym typeface="IBM Plex Sans"/>
              </a:rPr>
              <a:t>.</a:t>
            </a:r>
            <a:r>
              <a:rPr lang="en-US" sz="1200" i="0" u="none" strike="noStrike" cap="none" noProof="0">
                <a:solidFill>
                  <a:srgbClr val="000000"/>
                </a:solidFill>
                <a:latin typeface="IBM Plex Sans"/>
                <a:ea typeface="IBM Plex Sans"/>
                <a:cs typeface="IBM Plex Sans"/>
                <a:sym typeface="IBM Plex Sans"/>
              </a:rPr>
              <a:t> 31% of sample average)</a:t>
            </a:r>
            <a:endParaRPr lang="en-US" sz="1200" i="0" u="none" strike="noStrike" cap="none" noProof="0">
              <a:solidFill>
                <a:schemeClr val="dk1"/>
              </a:solidFill>
              <a:latin typeface="IBM Plex Sans"/>
            </a:endParaRPr>
          </a:p>
          <a:p>
            <a:pPr marL="179705" indent="-179705">
              <a:spcBef>
                <a:spcPts val="800"/>
              </a:spcBef>
              <a:spcAft>
                <a:spcPts val="400"/>
              </a:spcAft>
              <a:buSzPts val="1200"/>
              <a:buFont typeface="Arial"/>
              <a:buChar char="•"/>
            </a:pPr>
            <a:r>
              <a:rPr lang="en-US" sz="1200" noProof="0">
                <a:latin typeface="IBM Plex Sans"/>
                <a:sym typeface="IBM Plex Sans"/>
              </a:rPr>
              <a:t>"</a:t>
            </a:r>
            <a:r>
              <a:rPr lang="en-US" sz="1200" b="1" noProof="0">
                <a:latin typeface="IBM Plex Sans"/>
              </a:rPr>
              <a:t>GEO performance of industry leaders may lag behind  SEO by anywhere from 20 to 50%.</a:t>
            </a:r>
            <a:r>
              <a:rPr lang="en-US" sz="1200" noProof="0">
                <a:latin typeface="IBM Plex Sans"/>
              </a:rPr>
              <a:t> Brands that have spent years building a dominant presence in traditional search results may find themselves significantly underrepresented in AI-generated answers”</a:t>
            </a:r>
            <a:endParaRPr lang="en-US" sz="1200" b="1" noProof="0">
              <a:latin typeface="IBM Plex Sans" panose="020B0503050203000203" pitchFamily="34" charset="0"/>
            </a:endParaRPr>
          </a:p>
          <a:p>
            <a:pPr marL="179705" lvl="0" indent="-179705">
              <a:spcBef>
                <a:spcPts val="800"/>
              </a:spcBef>
              <a:spcAft>
                <a:spcPts val="400"/>
              </a:spcAft>
              <a:buSzPts val="1200"/>
              <a:buFont typeface="Arial"/>
              <a:buChar char="•"/>
            </a:pPr>
            <a:r>
              <a:rPr lang="en-US" sz="1200" i="0" u="none" strike="noStrike" cap="none" noProof="0">
                <a:solidFill>
                  <a:schemeClr val="dk1"/>
                </a:solidFill>
                <a:latin typeface="IBM Plex Sans"/>
                <a:sym typeface="Arial"/>
              </a:rPr>
              <a:t>“</a:t>
            </a:r>
            <a:r>
              <a:rPr lang="en-US" sz="1200" b="1" noProof="0">
                <a:latin typeface="IBM Plex Sans"/>
              </a:rPr>
              <a:t>Winning in AI-powered search</a:t>
            </a:r>
            <a:r>
              <a:rPr lang="en-US" sz="1200" noProof="0">
                <a:latin typeface="IBM Plex Sans"/>
              </a:rPr>
              <a:t>... requires </a:t>
            </a:r>
            <a:r>
              <a:rPr lang="en-US" sz="1200" b="1" noProof="0">
                <a:latin typeface="IBM Plex Sans"/>
              </a:rPr>
              <a:t>brands</a:t>
            </a:r>
            <a:r>
              <a:rPr lang="en-US" sz="1200" noProof="0">
                <a:latin typeface="IBM Plex Sans"/>
              </a:rPr>
              <a:t> to </a:t>
            </a:r>
            <a:r>
              <a:rPr lang="en-US" sz="1200" b="1" noProof="0">
                <a:latin typeface="IBM Plex Sans"/>
              </a:rPr>
              <a:t>rethink</a:t>
            </a:r>
            <a:r>
              <a:rPr lang="en-US" sz="1200" noProof="0">
                <a:latin typeface="IBM Plex Sans"/>
              </a:rPr>
              <a:t> their </a:t>
            </a:r>
            <a:r>
              <a:rPr lang="en-US" sz="1200" b="1" noProof="0">
                <a:latin typeface="IBM Plex Sans"/>
              </a:rPr>
              <a:t>approach</a:t>
            </a:r>
            <a:r>
              <a:rPr lang="en-US" sz="1200" noProof="0">
                <a:latin typeface="IBM Plex Sans"/>
              </a:rPr>
              <a:t> to both digital content and organic search... This needs to </a:t>
            </a:r>
            <a:r>
              <a:rPr lang="en-US" sz="1200" b="1" noProof="0">
                <a:latin typeface="IBM Plex Sans"/>
              </a:rPr>
              <a:t>address</a:t>
            </a:r>
            <a:r>
              <a:rPr lang="en-US" sz="1200" noProof="0">
                <a:latin typeface="IBM Plex Sans"/>
              </a:rPr>
              <a:t> the </a:t>
            </a:r>
            <a:r>
              <a:rPr lang="en-US" sz="1200" b="1" noProof="0">
                <a:latin typeface="IBM Plex Sans"/>
              </a:rPr>
              <a:t>breadth of content </a:t>
            </a:r>
            <a:r>
              <a:rPr lang="en-US" sz="1200" noProof="0">
                <a:latin typeface="IBM Plex Sans"/>
              </a:rPr>
              <a:t>types that </a:t>
            </a:r>
            <a:r>
              <a:rPr lang="en-US" sz="1200" b="1" noProof="0">
                <a:latin typeface="IBM Plex Sans"/>
              </a:rPr>
              <a:t>AI-powered search answers are built on</a:t>
            </a:r>
            <a:r>
              <a:rPr lang="en-US" sz="1200" noProof="0">
                <a:latin typeface="IBM Plex Sans"/>
              </a:rPr>
              <a:t>, including </a:t>
            </a:r>
            <a:r>
              <a:rPr lang="en-US" sz="1200" b="1" noProof="0">
                <a:latin typeface="IBM Plex Sans"/>
              </a:rPr>
              <a:t>owned content, third-party content, and communities"</a:t>
            </a:r>
            <a:endParaRPr lang="en-US" sz="1200" b="1" i="0" u="none" strike="noStrike" cap="none" noProof="0">
              <a:solidFill>
                <a:schemeClr val="dk1"/>
              </a:solidFill>
              <a:latin typeface="IBM Plex Sans" panose="020B0503050203000203" pitchFamily="34" charset="0"/>
            </a:endParaRPr>
          </a:p>
        </p:txBody>
      </p:sp>
      <p:grpSp>
        <p:nvGrpSpPr>
          <p:cNvPr id="2505" name="Google Shape;2505;g3b23322d595_2_1528"/>
          <p:cNvGrpSpPr/>
          <p:nvPr/>
        </p:nvGrpSpPr>
        <p:grpSpPr>
          <a:xfrm>
            <a:off x="2030396" y="2090091"/>
            <a:ext cx="2594021" cy="1080453"/>
            <a:chOff x="2000900" y="2090091"/>
            <a:chExt cx="2594021" cy="1080453"/>
          </a:xfrm>
        </p:grpSpPr>
        <p:sp>
          <p:nvSpPr>
            <p:cNvPr id="2506" name="Google Shape;2506;g3b23322d595_2_1528"/>
            <p:cNvSpPr txBox="1"/>
            <p:nvPr/>
          </p:nvSpPr>
          <p:spPr>
            <a:xfrm>
              <a:off x="2000900" y="2090091"/>
              <a:ext cx="2594020" cy="64629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200" b="1" i="0" u="none" strike="noStrike" cap="none" noProof="0">
                  <a:solidFill>
                    <a:srgbClr val="000000"/>
                  </a:solidFill>
                  <a:latin typeface="IBM Plex Sans"/>
                  <a:ea typeface="IBM Plex Sans"/>
                  <a:cs typeface="IBM Plex Sans"/>
                  <a:sym typeface="IBM Plex Sans"/>
                </a:rPr>
                <a:t>of respondents report using AI-powered search tools during early discovery and research</a:t>
              </a:r>
              <a:r>
                <a:rPr lang="en-US" sz="1200" b="1" noProof="0">
                  <a:latin typeface="IBM Plex Sans"/>
                  <a:ea typeface="IBM Plex Sans"/>
                  <a:cs typeface="IBM Plex Sans"/>
                  <a:sym typeface="IBM Plex Sans"/>
                </a:rPr>
                <a:t>,</a:t>
              </a:r>
              <a:endParaRPr lang="en-US" sz="1200" b="0" i="0" u="none" strike="noStrike" cap="none" noProof="0">
                <a:solidFill>
                  <a:srgbClr val="000000"/>
                </a:solidFill>
                <a:latin typeface="IBM Plex Sans" panose="020B0503050203000203" pitchFamily="34" charset="0"/>
                <a:ea typeface="IBM Plex Sans"/>
                <a:cs typeface="IBM Plex Sans"/>
                <a:sym typeface="IBM Plex Sans"/>
              </a:endParaRPr>
            </a:p>
          </p:txBody>
        </p:sp>
        <p:sp>
          <p:nvSpPr>
            <p:cNvPr id="2507" name="Google Shape;2507;g3b23322d595_2_1528"/>
            <p:cNvSpPr txBox="1"/>
            <p:nvPr/>
          </p:nvSpPr>
          <p:spPr>
            <a:xfrm>
              <a:off x="2000901" y="2708920"/>
              <a:ext cx="2594020" cy="461624"/>
            </a:xfrm>
            <a:prstGeom prst="rect">
              <a:avLst/>
            </a:prstGeom>
            <a:noFill/>
            <a:ln>
              <a:noFill/>
            </a:ln>
          </p:spPr>
          <p:txBody>
            <a:bodyPr spcFirstLastPara="1" wrap="square" lIns="91425" tIns="45700" rIns="91425" bIns="45700" anchor="t" anchorCtr="0">
              <a:spAutoFit/>
            </a:bodyPr>
            <a:lstStyle/>
            <a:p>
              <a:pPr lvl="0">
                <a:buSzPts val="1400"/>
              </a:pPr>
              <a:r>
                <a:rPr lang="en-US" sz="1200" noProof="0">
                  <a:latin typeface="IBM Plex Sans" panose="020B0503050203000203" pitchFamily="34" charset="0"/>
                </a:rPr>
                <a:t>particularly for broad category learning and idea generation</a:t>
              </a:r>
              <a:endParaRPr lang="en-US" sz="1200" b="0" i="0" u="none" strike="noStrike" cap="none" noProof="0">
                <a:solidFill>
                  <a:srgbClr val="000000"/>
                </a:solidFill>
                <a:latin typeface="IBM Plex Sans" panose="020B0503050203000203" pitchFamily="34" charset="0"/>
                <a:ea typeface="IBM Plex Sans"/>
                <a:cs typeface="IBM Plex Sans"/>
                <a:sym typeface="IBM Plex Sans"/>
              </a:endParaRPr>
            </a:p>
          </p:txBody>
        </p:sp>
      </p:grpSp>
      <p:grpSp>
        <p:nvGrpSpPr>
          <p:cNvPr id="2508" name="Google Shape;2508;g3b23322d595_2_1528"/>
          <p:cNvGrpSpPr/>
          <p:nvPr/>
        </p:nvGrpSpPr>
        <p:grpSpPr>
          <a:xfrm>
            <a:off x="450091" y="2040037"/>
            <a:ext cx="1392770" cy="1392770"/>
            <a:chOff x="614045" y="1895178"/>
            <a:chExt cx="1400493" cy="1400493"/>
          </a:xfrm>
        </p:grpSpPr>
        <p:sp>
          <p:nvSpPr>
            <p:cNvPr id="2509" name="Google Shape;2509;g3b23322d595_2_1528"/>
            <p:cNvSpPr txBox="1"/>
            <p:nvPr/>
          </p:nvSpPr>
          <p:spPr>
            <a:xfrm>
              <a:off x="818487" y="2363335"/>
              <a:ext cx="991610" cy="464184"/>
            </a:xfrm>
            <a:prstGeom prst="rect">
              <a:avLst/>
            </a:prstGeom>
            <a:noFill/>
            <a:ln>
              <a:noFill/>
            </a:ln>
          </p:spPr>
          <p:txBody>
            <a:bodyPr spcFirstLastPara="1" wrap="square" lIns="91425" tIns="45700" rIns="91425" bIns="45700" anchor="ctr"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2400" b="1" i="0" u="none" strike="noStrike" cap="none" noProof="0">
                  <a:solidFill>
                    <a:srgbClr val="000000"/>
                  </a:solidFill>
                  <a:latin typeface="IBM Plex Sans"/>
                  <a:ea typeface="IBM Plex Sans"/>
                  <a:cs typeface="IBM Plex Sans"/>
                  <a:sym typeface="IBM Plex Sans"/>
                </a:rPr>
                <a:t>73%</a:t>
              </a:r>
              <a:endParaRPr lang="en-US" sz="2400" b="0" i="0" u="none" strike="noStrike" cap="none" noProof="0">
                <a:solidFill>
                  <a:srgbClr val="000000"/>
                </a:solidFill>
                <a:latin typeface="IBM Plex Sans"/>
                <a:ea typeface="IBM Plex Sans"/>
                <a:cs typeface="IBM Plex Sans"/>
                <a:sym typeface="IBM Plex Sans"/>
              </a:endParaRPr>
            </a:p>
          </p:txBody>
        </p:sp>
        <p:grpSp>
          <p:nvGrpSpPr>
            <p:cNvPr id="2510" name="Google Shape;2510;g3b23322d595_2_1528"/>
            <p:cNvGrpSpPr/>
            <p:nvPr/>
          </p:nvGrpSpPr>
          <p:grpSpPr>
            <a:xfrm>
              <a:off x="614045" y="1895178"/>
              <a:ext cx="1400493" cy="1400493"/>
              <a:chOff x="728345" y="2329051"/>
              <a:chExt cx="1561055" cy="1561055"/>
            </a:xfrm>
          </p:grpSpPr>
          <p:sp>
            <p:nvSpPr>
              <p:cNvPr id="2511" name="Google Shape;2511;g3b23322d595_2_1528"/>
              <p:cNvSpPr/>
              <p:nvPr/>
            </p:nvSpPr>
            <p:spPr>
              <a:xfrm>
                <a:off x="728345" y="2329051"/>
                <a:ext cx="1561055" cy="1561055"/>
              </a:xfrm>
              <a:prstGeom prst="blockArc">
                <a:avLst>
                  <a:gd name="adj1" fmla="val 10184153"/>
                  <a:gd name="adj2" fmla="val 9607516"/>
                  <a:gd name="adj3" fmla="val 19489"/>
                </a:avLst>
              </a:prstGeom>
              <a:solidFill>
                <a:srgbClr val="D8D8D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dk1"/>
                  </a:solidFill>
                  <a:latin typeface="IBM Plex Sans"/>
                  <a:ea typeface="IBM Plex Sans"/>
                  <a:cs typeface="IBM Plex Sans"/>
                  <a:sym typeface="IBM Plex Sans"/>
                </a:endParaRPr>
              </a:p>
            </p:txBody>
          </p:sp>
          <p:sp>
            <p:nvSpPr>
              <p:cNvPr id="2512" name="Google Shape;2512;g3b23322d595_2_1528"/>
              <p:cNvSpPr/>
              <p:nvPr/>
            </p:nvSpPr>
            <p:spPr>
              <a:xfrm>
                <a:off x="728345" y="2329051"/>
                <a:ext cx="1561055" cy="1561055"/>
              </a:xfrm>
              <a:prstGeom prst="blockArc">
                <a:avLst>
                  <a:gd name="adj1" fmla="val 16119848"/>
                  <a:gd name="adj2" fmla="val 10353616"/>
                  <a:gd name="adj3" fmla="val 19370"/>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dk1"/>
                  </a:solidFill>
                  <a:latin typeface="IBM Plex Sans"/>
                  <a:ea typeface="IBM Plex Sans"/>
                  <a:cs typeface="IBM Plex Sans"/>
                  <a:sym typeface="IBM Plex Sans"/>
                </a:endParaRPr>
              </a:p>
            </p:txBody>
          </p:sp>
        </p:grpSp>
      </p:grpSp>
      <p:grpSp>
        <p:nvGrpSpPr>
          <p:cNvPr id="2513" name="Google Shape;2513;g3b23322d595_2_1528"/>
          <p:cNvGrpSpPr/>
          <p:nvPr/>
        </p:nvGrpSpPr>
        <p:grpSpPr>
          <a:xfrm>
            <a:off x="2030396" y="3945301"/>
            <a:ext cx="2511904" cy="1225570"/>
            <a:chOff x="2000900" y="3939004"/>
            <a:chExt cx="2594021" cy="923289"/>
          </a:xfrm>
        </p:grpSpPr>
        <p:sp>
          <p:nvSpPr>
            <p:cNvPr id="2514" name="Google Shape;2514;g3b23322d595_2_1528"/>
            <p:cNvSpPr txBox="1"/>
            <p:nvPr/>
          </p:nvSpPr>
          <p:spPr>
            <a:xfrm>
              <a:off x="2000900" y="3939004"/>
              <a:ext cx="2594020" cy="486886"/>
            </a:xfrm>
            <a:prstGeom prst="rect">
              <a:avLst/>
            </a:prstGeom>
            <a:noFill/>
            <a:ln>
              <a:noFill/>
            </a:ln>
          </p:spPr>
          <p:txBody>
            <a:bodyPr spcFirstLastPara="1" wrap="square" lIns="91425" tIns="45700" rIns="91425" bIns="45700" anchor="t" anchorCtr="0">
              <a:spAutoFit/>
            </a:bodyPr>
            <a:lstStyle/>
            <a:p>
              <a:pPr>
                <a:buSzPts val="1400"/>
              </a:pPr>
              <a:r>
                <a:rPr lang="en-US" sz="1200" b="1" noProof="0">
                  <a:latin typeface="IBM Plex Sans"/>
                </a:rPr>
                <a:t>rank AI tools as their preferred source to inform purchasing decisions,</a:t>
              </a:r>
              <a:endParaRPr lang="en-US" sz="1800" b="1" i="0" u="none" strike="noStrike" cap="none" noProof="0">
                <a:solidFill>
                  <a:schemeClr val="dk1"/>
                </a:solidFill>
                <a:latin typeface="IBM Plex Sans"/>
                <a:sym typeface="Arial"/>
              </a:endParaRPr>
            </a:p>
          </p:txBody>
        </p:sp>
        <p:sp>
          <p:nvSpPr>
            <p:cNvPr id="2515" name="Google Shape;2515;g3b23322d595_2_1528"/>
            <p:cNvSpPr txBox="1"/>
            <p:nvPr/>
          </p:nvSpPr>
          <p:spPr>
            <a:xfrm>
              <a:off x="2000901" y="4400669"/>
              <a:ext cx="2594020" cy="461624"/>
            </a:xfrm>
            <a:prstGeom prst="rect">
              <a:avLst/>
            </a:prstGeom>
            <a:noFill/>
            <a:ln>
              <a:noFill/>
            </a:ln>
          </p:spPr>
          <p:txBody>
            <a:bodyPr spcFirstLastPara="1" wrap="square" lIns="91425" tIns="45700" rIns="91425" bIns="45700" anchor="t" anchorCtr="0">
              <a:spAutoFit/>
            </a:bodyPr>
            <a:lstStyle/>
            <a:p>
              <a:pPr lvl="0">
                <a:buSzPts val="1400"/>
              </a:pPr>
              <a:r>
                <a:rPr lang="en-US" sz="1200" noProof="0">
                  <a:latin typeface="IBM Plex Sans" panose="020B0503050203000203" pitchFamily="34" charset="0"/>
                </a:rPr>
                <a:t>ahead of traditional search engines and retailer or brand sites</a:t>
              </a:r>
              <a:endParaRPr lang="en-US" sz="1800" b="0" i="0" u="none" strike="noStrike" cap="none" noProof="0">
                <a:solidFill>
                  <a:schemeClr val="dk1"/>
                </a:solidFill>
                <a:latin typeface="IBM Plex Sans" panose="020B0503050203000203" pitchFamily="34" charset="0"/>
                <a:sym typeface="Arial"/>
              </a:endParaRPr>
            </a:p>
          </p:txBody>
        </p:sp>
      </p:grpSp>
      <p:grpSp>
        <p:nvGrpSpPr>
          <p:cNvPr id="2516" name="Google Shape;2516;g3b23322d595_2_1528"/>
          <p:cNvGrpSpPr/>
          <p:nvPr/>
        </p:nvGrpSpPr>
        <p:grpSpPr>
          <a:xfrm>
            <a:off x="450090" y="4019743"/>
            <a:ext cx="1417441" cy="1126827"/>
            <a:chOff x="748700" y="4093771"/>
            <a:chExt cx="1252200" cy="995465"/>
          </a:xfrm>
        </p:grpSpPr>
        <p:sp>
          <p:nvSpPr>
            <p:cNvPr id="2517" name="Google Shape;2517;g3b23322d595_2_1528"/>
            <p:cNvSpPr/>
            <p:nvPr/>
          </p:nvSpPr>
          <p:spPr>
            <a:xfrm>
              <a:off x="823913" y="4883424"/>
              <a:ext cx="190500" cy="205812"/>
            </a:xfrm>
            <a:prstGeom prst="rect">
              <a:avLst/>
            </a:prstGeom>
            <a:solidFill>
              <a:srgbClr val="BFBFB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2518" name="Google Shape;2518;g3b23322d595_2_1528"/>
            <p:cNvSpPr/>
            <p:nvPr/>
          </p:nvSpPr>
          <p:spPr>
            <a:xfrm>
              <a:off x="1129133" y="4795847"/>
              <a:ext cx="190500" cy="293389"/>
            </a:xfrm>
            <a:prstGeom prst="rect">
              <a:avLst/>
            </a:prstGeom>
            <a:solidFill>
              <a:srgbClr val="BFBFB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2519" name="Google Shape;2519;g3b23322d595_2_1528"/>
            <p:cNvSpPr/>
            <p:nvPr/>
          </p:nvSpPr>
          <p:spPr>
            <a:xfrm>
              <a:off x="1434353" y="4654344"/>
              <a:ext cx="190500" cy="434892"/>
            </a:xfrm>
            <a:prstGeom prst="rect">
              <a:avLst/>
            </a:prstGeom>
            <a:solidFill>
              <a:srgbClr val="7FD7A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2520" name="Google Shape;2520;g3b23322d595_2_1528"/>
            <p:cNvSpPr/>
            <p:nvPr/>
          </p:nvSpPr>
          <p:spPr>
            <a:xfrm>
              <a:off x="1739573" y="4467925"/>
              <a:ext cx="190500" cy="621311"/>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Arial"/>
                <a:ea typeface="Arial"/>
                <a:cs typeface="Arial"/>
                <a:sym typeface="Arial"/>
              </a:endParaRPr>
            </a:p>
          </p:txBody>
        </p:sp>
        <p:cxnSp>
          <p:nvCxnSpPr>
            <p:cNvPr id="2521" name="Google Shape;2521;g3b23322d595_2_1528"/>
            <p:cNvCxnSpPr/>
            <p:nvPr/>
          </p:nvCxnSpPr>
          <p:spPr>
            <a:xfrm rot="10800000" flipH="1">
              <a:off x="919163" y="4333875"/>
              <a:ext cx="888206" cy="414687"/>
            </a:xfrm>
            <a:prstGeom prst="straightConnector1">
              <a:avLst/>
            </a:prstGeom>
            <a:noFill/>
            <a:ln w="12700" cap="flat" cmpd="sng">
              <a:solidFill>
                <a:schemeClr val="dk1"/>
              </a:solidFill>
              <a:prstDash val="solid"/>
              <a:round/>
              <a:headEnd type="none" w="sm" len="sm"/>
              <a:tailEnd type="triangle" w="med" len="med"/>
            </a:ln>
          </p:spPr>
        </p:cxnSp>
        <p:sp>
          <p:nvSpPr>
            <p:cNvPr id="2522" name="Google Shape;2522;g3b23322d595_2_1528"/>
            <p:cNvSpPr txBox="1"/>
            <p:nvPr/>
          </p:nvSpPr>
          <p:spPr>
            <a:xfrm>
              <a:off x="767787" y="4093771"/>
              <a:ext cx="967373" cy="407809"/>
            </a:xfrm>
            <a:prstGeom prst="rect">
              <a:avLst/>
            </a:prstGeom>
            <a:noFill/>
            <a:ln>
              <a:noFill/>
            </a:ln>
          </p:spPr>
          <p:txBody>
            <a:bodyPr spcFirstLastPara="1" wrap="square" lIns="91425" tIns="45700" rIns="91425" bIns="45700" anchor="ctr"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2400" b="1" noProof="0">
                  <a:latin typeface="IBM Plex Sans"/>
                  <a:ea typeface="IBM Plex Sans"/>
                  <a:cs typeface="IBM Plex Sans"/>
                  <a:sym typeface="IBM Plex Sans"/>
                </a:rPr>
                <a:t>44</a:t>
              </a:r>
              <a:r>
                <a:rPr lang="en-US" sz="2400" b="1" i="0" u="none" strike="noStrike" cap="none" noProof="0">
                  <a:solidFill>
                    <a:srgbClr val="000000"/>
                  </a:solidFill>
                  <a:latin typeface="IBM Plex Sans"/>
                  <a:ea typeface="IBM Plex Sans"/>
                  <a:cs typeface="IBM Plex Sans"/>
                  <a:sym typeface="IBM Plex Sans"/>
                </a:rPr>
                <a:t>%</a:t>
              </a:r>
              <a:endParaRPr lang="en-US" sz="2400" b="0" i="0" u="none" strike="noStrike" cap="none" noProof="0">
                <a:solidFill>
                  <a:srgbClr val="000000"/>
                </a:solidFill>
                <a:latin typeface="IBM Plex Sans"/>
                <a:ea typeface="IBM Plex Sans"/>
                <a:cs typeface="IBM Plex Sans"/>
                <a:sym typeface="IBM Plex Sans"/>
              </a:endParaRPr>
            </a:p>
          </p:txBody>
        </p:sp>
        <p:cxnSp>
          <p:nvCxnSpPr>
            <p:cNvPr id="2523" name="Google Shape;2523;g3b23322d595_2_1528"/>
            <p:cNvCxnSpPr/>
            <p:nvPr/>
          </p:nvCxnSpPr>
          <p:spPr>
            <a:xfrm>
              <a:off x="748700" y="5089236"/>
              <a:ext cx="1252200" cy="0"/>
            </a:xfrm>
            <a:prstGeom prst="straightConnector1">
              <a:avLst/>
            </a:prstGeom>
            <a:noFill/>
            <a:ln w="9525" cap="flat" cmpd="sng">
              <a:solidFill>
                <a:schemeClr val="dk1"/>
              </a:solidFill>
              <a:prstDash val="solid"/>
              <a:round/>
              <a:headEnd type="none" w="sm" len="sm"/>
              <a:tailEnd type="none" w="sm" len="sm"/>
            </a:ln>
          </p:spPr>
        </p:cxnSp>
      </p:grpSp>
      <p:cxnSp>
        <p:nvCxnSpPr>
          <p:cNvPr id="2524" name="Google Shape;2524;g3b23322d595_2_1528"/>
          <p:cNvCxnSpPr/>
          <p:nvPr/>
        </p:nvCxnSpPr>
        <p:spPr>
          <a:xfrm>
            <a:off x="450091" y="3660879"/>
            <a:ext cx="3931920" cy="0"/>
          </a:xfrm>
          <a:prstGeom prst="straightConnector1">
            <a:avLst/>
          </a:prstGeom>
          <a:noFill/>
          <a:ln w="9525" cap="flat" cmpd="sng">
            <a:solidFill>
              <a:srgbClr val="BFBFBF"/>
            </a:solidFill>
            <a:prstDash val="solid"/>
            <a:round/>
            <a:headEnd type="none" w="sm" len="sm"/>
            <a:tailEnd type="none" w="sm" len="sm"/>
          </a:ln>
        </p:spPr>
      </p:cxnSp>
      <p:sp>
        <p:nvSpPr>
          <p:cNvPr id="2527" name="Google Shape;2527;g3b23322d595_2_1528"/>
          <p:cNvSpPr txBox="1"/>
          <p:nvPr/>
        </p:nvSpPr>
        <p:spPr>
          <a:xfrm>
            <a:off x="5335606" y="4578411"/>
            <a:ext cx="2824418" cy="869428"/>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100"/>
              </a:spcBef>
              <a:spcAft>
                <a:spcPts val="0"/>
              </a:spcAft>
              <a:buClr>
                <a:schemeClr val="dk1"/>
              </a:buClr>
              <a:buSzPts val="1200"/>
              <a:buFont typeface="IBM Plex Sans"/>
              <a:buNone/>
            </a:pPr>
            <a:r>
              <a:rPr lang="en-US" sz="1200" b="1" i="0" u="none" strike="noStrike" cap="none" noProof="0">
                <a:solidFill>
                  <a:schemeClr val="dk1"/>
                </a:solidFill>
                <a:latin typeface="IBM Plex Sans" panose="020B0503050203000203" pitchFamily="34" charset="0"/>
                <a:ea typeface="IBM Plex Sans"/>
                <a:cs typeface="IBM Plex Sans"/>
                <a:sym typeface="IBM Plex Sans"/>
              </a:rPr>
              <a:t>Purchase decision</a:t>
            </a:r>
            <a:endParaRPr lang="en-US" sz="1200" b="0" i="0" u="none" strike="noStrike" cap="none" noProof="0">
              <a:solidFill>
                <a:schemeClr val="dk1"/>
              </a:solidFill>
              <a:latin typeface="IBM Plex Sans" panose="020B0503050203000203" pitchFamily="34" charset="0"/>
              <a:ea typeface="IBM Plex Sans"/>
              <a:cs typeface="IBM Plex Sans"/>
              <a:sym typeface="IBM Plex Sans"/>
            </a:endParaRPr>
          </a:p>
          <a:p>
            <a:pPr marL="216000" lvl="0" indent="-216000">
              <a:spcBef>
                <a:spcPts val="200"/>
              </a:spcBef>
              <a:buClr>
                <a:schemeClr val="dk1"/>
              </a:buClr>
              <a:buSzPts val="1400"/>
              <a:buFont typeface="Arial"/>
              <a:buChar char="•"/>
            </a:pPr>
            <a:r>
              <a:rPr lang="en-US" sz="1200" noProof="0">
                <a:latin typeface="IBM Plex Sans" panose="020B0503050203000203" pitchFamily="34" charset="0"/>
              </a:rPr>
              <a:t>AI summarizes trade-offs and reviews, reducing direct exposure to brand-controlled surfaces</a:t>
            </a:r>
            <a:endParaRPr lang="en-US" sz="1200" b="0" i="0" u="none" strike="noStrike" cap="none" noProof="0">
              <a:solidFill>
                <a:schemeClr val="dk1"/>
              </a:solidFill>
              <a:latin typeface="IBM Plex Sans" panose="020B0503050203000203" pitchFamily="34" charset="0"/>
              <a:ea typeface="IBM Plex Sans"/>
              <a:cs typeface="IBM Plex Sans"/>
              <a:sym typeface="IBM Plex Sans"/>
            </a:endParaRPr>
          </a:p>
        </p:txBody>
      </p:sp>
      <p:sp>
        <p:nvSpPr>
          <p:cNvPr id="2528" name="Google Shape;2528;g3b23322d595_2_1528"/>
          <p:cNvSpPr/>
          <p:nvPr/>
        </p:nvSpPr>
        <p:spPr>
          <a:xfrm>
            <a:off x="4687353" y="4657935"/>
            <a:ext cx="619222" cy="619229"/>
          </a:xfrm>
          <a:custGeom>
            <a:avLst/>
            <a:gdLst/>
            <a:ahLst/>
            <a:cxnLst/>
            <a:rect l="l" t="t" r="r" b="b"/>
            <a:pathLst>
              <a:path w="384488" h="384492" extrusionOk="0">
                <a:moveTo>
                  <a:pt x="256080" y="299323"/>
                </a:moveTo>
                <a:lnTo>
                  <a:pt x="289169" y="280218"/>
                </a:lnTo>
                <a:cubicBezTo>
                  <a:pt x="291419" y="278921"/>
                  <a:pt x="294281" y="279693"/>
                  <a:pt x="295575" y="281935"/>
                </a:cubicBezTo>
                <a:cubicBezTo>
                  <a:pt x="296869" y="284177"/>
                  <a:pt x="296101" y="287045"/>
                  <a:pt x="293860" y="288339"/>
                </a:cubicBezTo>
                <a:lnTo>
                  <a:pt x="260770" y="307444"/>
                </a:lnTo>
                <a:cubicBezTo>
                  <a:pt x="260031" y="307870"/>
                  <a:pt x="259225" y="308074"/>
                  <a:pt x="258430" y="308074"/>
                </a:cubicBezTo>
                <a:cubicBezTo>
                  <a:pt x="256808" y="308074"/>
                  <a:pt x="255232" y="307231"/>
                  <a:pt x="254364" y="305727"/>
                </a:cubicBezTo>
                <a:cubicBezTo>
                  <a:pt x="253070" y="303485"/>
                  <a:pt x="253838" y="300617"/>
                  <a:pt x="256080" y="299323"/>
                </a:cubicBezTo>
                <a:close/>
                <a:moveTo>
                  <a:pt x="248229" y="187054"/>
                </a:moveTo>
                <a:lnTo>
                  <a:pt x="254798" y="198432"/>
                </a:lnTo>
                <a:cubicBezTo>
                  <a:pt x="257973" y="203931"/>
                  <a:pt x="256081" y="210991"/>
                  <a:pt x="250583" y="214167"/>
                </a:cubicBezTo>
                <a:lnTo>
                  <a:pt x="246314" y="216632"/>
                </a:lnTo>
                <a:cubicBezTo>
                  <a:pt x="246958" y="220026"/>
                  <a:pt x="247284" y="223487"/>
                  <a:pt x="247284" y="226963"/>
                </a:cubicBezTo>
                <a:cubicBezTo>
                  <a:pt x="247284" y="230439"/>
                  <a:pt x="246958" y="233900"/>
                  <a:pt x="246314" y="237295"/>
                </a:cubicBezTo>
                <a:lnTo>
                  <a:pt x="250582" y="239757"/>
                </a:lnTo>
                <a:cubicBezTo>
                  <a:pt x="256081" y="242934"/>
                  <a:pt x="257972" y="249992"/>
                  <a:pt x="254798" y="255493"/>
                </a:cubicBezTo>
                <a:lnTo>
                  <a:pt x="248229" y="266872"/>
                </a:lnTo>
                <a:cubicBezTo>
                  <a:pt x="246694" y="269529"/>
                  <a:pt x="244211" y="271432"/>
                  <a:pt x="241233" y="272230"/>
                </a:cubicBezTo>
                <a:cubicBezTo>
                  <a:pt x="238255" y="273031"/>
                  <a:pt x="235155" y="272624"/>
                  <a:pt x="232495" y="271087"/>
                </a:cubicBezTo>
                <a:lnTo>
                  <a:pt x="228216" y="268616"/>
                </a:lnTo>
                <a:cubicBezTo>
                  <a:pt x="222954" y="273160"/>
                  <a:pt x="216869" y="276679"/>
                  <a:pt x="210331" y="278956"/>
                </a:cubicBezTo>
                <a:lnTo>
                  <a:pt x="210331" y="283884"/>
                </a:lnTo>
                <a:cubicBezTo>
                  <a:pt x="210331" y="290235"/>
                  <a:pt x="205164" y="295405"/>
                  <a:pt x="198812" y="295405"/>
                </a:cubicBezTo>
                <a:lnTo>
                  <a:pt x="185674" y="295405"/>
                </a:lnTo>
                <a:cubicBezTo>
                  <a:pt x="179324" y="295405"/>
                  <a:pt x="174157" y="290234"/>
                  <a:pt x="174157" y="283884"/>
                </a:cubicBezTo>
                <a:lnTo>
                  <a:pt x="174157" y="278959"/>
                </a:lnTo>
                <a:cubicBezTo>
                  <a:pt x="167618" y="276679"/>
                  <a:pt x="161533" y="273162"/>
                  <a:pt x="156272" y="268618"/>
                </a:cubicBezTo>
                <a:lnTo>
                  <a:pt x="151992" y="271087"/>
                </a:lnTo>
                <a:cubicBezTo>
                  <a:pt x="146494" y="274259"/>
                  <a:pt x="139434" y="272375"/>
                  <a:pt x="136258" y="266872"/>
                </a:cubicBezTo>
                <a:lnTo>
                  <a:pt x="129688" y="255495"/>
                </a:lnTo>
                <a:cubicBezTo>
                  <a:pt x="126513" y="249992"/>
                  <a:pt x="128403" y="242934"/>
                  <a:pt x="133905" y="239759"/>
                </a:cubicBezTo>
                <a:lnTo>
                  <a:pt x="138172" y="237295"/>
                </a:lnTo>
                <a:cubicBezTo>
                  <a:pt x="137530" y="233903"/>
                  <a:pt x="137204" y="230442"/>
                  <a:pt x="137204" y="226963"/>
                </a:cubicBezTo>
                <a:cubicBezTo>
                  <a:pt x="137204" y="223484"/>
                  <a:pt x="137530" y="220023"/>
                  <a:pt x="138172" y="216632"/>
                </a:cubicBezTo>
                <a:lnTo>
                  <a:pt x="133905" y="214167"/>
                </a:lnTo>
                <a:cubicBezTo>
                  <a:pt x="128405" y="210991"/>
                  <a:pt x="126513" y="203931"/>
                  <a:pt x="129688" y="198433"/>
                </a:cubicBezTo>
                <a:lnTo>
                  <a:pt x="136258" y="187053"/>
                </a:lnTo>
                <a:cubicBezTo>
                  <a:pt x="139436" y="181555"/>
                  <a:pt x="146495" y="179661"/>
                  <a:pt x="151992" y="182838"/>
                </a:cubicBezTo>
                <a:lnTo>
                  <a:pt x="156272" y="185308"/>
                </a:lnTo>
                <a:cubicBezTo>
                  <a:pt x="161533" y="180764"/>
                  <a:pt x="167618" y="177247"/>
                  <a:pt x="174155" y="174969"/>
                </a:cubicBezTo>
                <a:lnTo>
                  <a:pt x="174155" y="170042"/>
                </a:lnTo>
                <a:cubicBezTo>
                  <a:pt x="174155" y="163690"/>
                  <a:pt x="179323" y="158523"/>
                  <a:pt x="185673" y="158523"/>
                </a:cubicBezTo>
                <a:lnTo>
                  <a:pt x="198812" y="158523"/>
                </a:lnTo>
                <a:cubicBezTo>
                  <a:pt x="205164" y="158523"/>
                  <a:pt x="210331" y="163690"/>
                  <a:pt x="210331" y="170042"/>
                </a:cubicBezTo>
                <a:lnTo>
                  <a:pt x="210331" y="174969"/>
                </a:lnTo>
                <a:cubicBezTo>
                  <a:pt x="216869" y="177247"/>
                  <a:pt x="222954" y="180764"/>
                  <a:pt x="228215" y="185308"/>
                </a:cubicBezTo>
                <a:lnTo>
                  <a:pt x="232493" y="182838"/>
                </a:lnTo>
                <a:cubicBezTo>
                  <a:pt x="237999" y="179656"/>
                  <a:pt x="245054" y="181553"/>
                  <a:pt x="248229" y="187054"/>
                </a:cubicBezTo>
                <a:close/>
                <a:moveTo>
                  <a:pt x="237182" y="190959"/>
                </a:moveTo>
                <a:lnTo>
                  <a:pt x="229919" y="195153"/>
                </a:lnTo>
                <a:cubicBezTo>
                  <a:pt x="228092" y="196209"/>
                  <a:pt x="225787" y="195912"/>
                  <a:pt x="224284" y="194433"/>
                </a:cubicBezTo>
                <a:cubicBezTo>
                  <a:pt x="218734" y="188967"/>
                  <a:pt x="211857" y="184992"/>
                  <a:pt x="204397" y="182938"/>
                </a:cubicBezTo>
                <a:cubicBezTo>
                  <a:pt x="202364" y="182378"/>
                  <a:pt x="200954" y="180528"/>
                  <a:pt x="200954" y="178418"/>
                </a:cubicBezTo>
                <a:lnTo>
                  <a:pt x="200954" y="170042"/>
                </a:lnTo>
                <a:cubicBezTo>
                  <a:pt x="200954" y="168881"/>
                  <a:pt x="199973" y="167900"/>
                  <a:pt x="198812" y="167900"/>
                </a:cubicBezTo>
                <a:lnTo>
                  <a:pt x="185673" y="167900"/>
                </a:lnTo>
                <a:cubicBezTo>
                  <a:pt x="184512" y="167900"/>
                  <a:pt x="183533" y="168881"/>
                  <a:pt x="183533" y="170042"/>
                </a:cubicBezTo>
                <a:lnTo>
                  <a:pt x="183533" y="178418"/>
                </a:lnTo>
                <a:cubicBezTo>
                  <a:pt x="183533" y="180528"/>
                  <a:pt x="182122" y="182378"/>
                  <a:pt x="180089" y="182938"/>
                </a:cubicBezTo>
                <a:cubicBezTo>
                  <a:pt x="172629" y="184992"/>
                  <a:pt x="165753" y="188967"/>
                  <a:pt x="160202" y="194433"/>
                </a:cubicBezTo>
                <a:cubicBezTo>
                  <a:pt x="158700" y="195912"/>
                  <a:pt x="156394" y="196208"/>
                  <a:pt x="154567" y="195153"/>
                </a:cubicBezTo>
                <a:lnTo>
                  <a:pt x="147303" y="190959"/>
                </a:lnTo>
                <a:cubicBezTo>
                  <a:pt x="146300" y="190376"/>
                  <a:pt x="144958" y="190738"/>
                  <a:pt x="144379" y="191743"/>
                </a:cubicBezTo>
                <a:lnTo>
                  <a:pt x="137809" y="203122"/>
                </a:lnTo>
                <a:cubicBezTo>
                  <a:pt x="137229" y="204127"/>
                  <a:pt x="137588" y="205466"/>
                  <a:pt x="138593" y="206046"/>
                </a:cubicBezTo>
                <a:lnTo>
                  <a:pt x="145843" y="210232"/>
                </a:lnTo>
                <a:cubicBezTo>
                  <a:pt x="147670" y="211286"/>
                  <a:pt x="148567" y="213430"/>
                  <a:pt x="148039" y="215470"/>
                </a:cubicBezTo>
                <a:cubicBezTo>
                  <a:pt x="147072" y="219200"/>
                  <a:pt x="146581" y="223068"/>
                  <a:pt x="146581" y="226963"/>
                </a:cubicBezTo>
                <a:cubicBezTo>
                  <a:pt x="146581" y="230858"/>
                  <a:pt x="147072" y="234727"/>
                  <a:pt x="148039" y="238457"/>
                </a:cubicBezTo>
                <a:cubicBezTo>
                  <a:pt x="148567" y="240497"/>
                  <a:pt x="147670" y="242640"/>
                  <a:pt x="145843" y="243694"/>
                </a:cubicBezTo>
                <a:lnTo>
                  <a:pt x="138592" y="247880"/>
                </a:lnTo>
                <a:cubicBezTo>
                  <a:pt x="137588" y="248461"/>
                  <a:pt x="137229" y="249799"/>
                  <a:pt x="137809" y="250806"/>
                </a:cubicBezTo>
                <a:lnTo>
                  <a:pt x="144379" y="262182"/>
                </a:lnTo>
                <a:cubicBezTo>
                  <a:pt x="144958" y="263188"/>
                  <a:pt x="146295" y="263543"/>
                  <a:pt x="147303" y="262966"/>
                </a:cubicBezTo>
                <a:lnTo>
                  <a:pt x="154569" y="258773"/>
                </a:lnTo>
                <a:cubicBezTo>
                  <a:pt x="155300" y="258350"/>
                  <a:pt x="156108" y="258145"/>
                  <a:pt x="156911" y="258145"/>
                </a:cubicBezTo>
                <a:cubicBezTo>
                  <a:pt x="158113" y="258145"/>
                  <a:pt x="159302" y="258606"/>
                  <a:pt x="160202" y="259493"/>
                </a:cubicBezTo>
                <a:cubicBezTo>
                  <a:pt x="165752" y="264959"/>
                  <a:pt x="172629" y="268934"/>
                  <a:pt x="180092" y="270991"/>
                </a:cubicBezTo>
                <a:cubicBezTo>
                  <a:pt x="182126" y="271551"/>
                  <a:pt x="183534" y="273402"/>
                  <a:pt x="183534" y="275512"/>
                </a:cubicBezTo>
                <a:lnTo>
                  <a:pt x="183534" y="283884"/>
                </a:lnTo>
                <a:cubicBezTo>
                  <a:pt x="183534" y="285045"/>
                  <a:pt x="184514" y="286024"/>
                  <a:pt x="185674" y="286024"/>
                </a:cubicBezTo>
                <a:lnTo>
                  <a:pt x="198812" y="286024"/>
                </a:lnTo>
                <a:cubicBezTo>
                  <a:pt x="199973" y="286024"/>
                  <a:pt x="200954" y="285045"/>
                  <a:pt x="200954" y="283884"/>
                </a:cubicBezTo>
                <a:lnTo>
                  <a:pt x="200954" y="275508"/>
                </a:lnTo>
                <a:cubicBezTo>
                  <a:pt x="200954" y="273399"/>
                  <a:pt x="202362" y="271548"/>
                  <a:pt x="204397" y="270988"/>
                </a:cubicBezTo>
                <a:cubicBezTo>
                  <a:pt x="211857" y="268933"/>
                  <a:pt x="218734" y="264958"/>
                  <a:pt x="224286" y="259491"/>
                </a:cubicBezTo>
                <a:cubicBezTo>
                  <a:pt x="225787" y="258011"/>
                  <a:pt x="228087" y="257712"/>
                  <a:pt x="229921" y="258771"/>
                </a:cubicBezTo>
                <a:lnTo>
                  <a:pt x="237185" y="262966"/>
                </a:lnTo>
                <a:cubicBezTo>
                  <a:pt x="237846" y="263349"/>
                  <a:pt x="238487" y="263260"/>
                  <a:pt x="238805" y="263172"/>
                </a:cubicBezTo>
                <a:cubicBezTo>
                  <a:pt x="239128" y="263086"/>
                  <a:pt x="239726" y="262841"/>
                  <a:pt x="240107" y="262183"/>
                </a:cubicBezTo>
                <a:lnTo>
                  <a:pt x="246677" y="250804"/>
                </a:lnTo>
                <a:cubicBezTo>
                  <a:pt x="247257" y="249799"/>
                  <a:pt x="246898" y="248459"/>
                  <a:pt x="245893" y="247879"/>
                </a:cubicBezTo>
                <a:lnTo>
                  <a:pt x="238643" y="243694"/>
                </a:lnTo>
                <a:cubicBezTo>
                  <a:pt x="236816" y="242641"/>
                  <a:pt x="235918" y="240498"/>
                  <a:pt x="236447" y="238457"/>
                </a:cubicBezTo>
                <a:cubicBezTo>
                  <a:pt x="237416" y="234722"/>
                  <a:pt x="237907" y="230855"/>
                  <a:pt x="237907" y="226963"/>
                </a:cubicBezTo>
                <a:cubicBezTo>
                  <a:pt x="237907" y="223071"/>
                  <a:pt x="237416" y="219204"/>
                  <a:pt x="236447" y="215470"/>
                </a:cubicBezTo>
                <a:cubicBezTo>
                  <a:pt x="235919" y="213430"/>
                  <a:pt x="236816" y="211286"/>
                  <a:pt x="238643" y="210232"/>
                </a:cubicBezTo>
                <a:lnTo>
                  <a:pt x="245895" y="206046"/>
                </a:lnTo>
                <a:cubicBezTo>
                  <a:pt x="246898" y="205466"/>
                  <a:pt x="247257" y="204127"/>
                  <a:pt x="246677" y="203121"/>
                </a:cubicBezTo>
                <a:lnTo>
                  <a:pt x="240107" y="191743"/>
                </a:lnTo>
                <a:cubicBezTo>
                  <a:pt x="239529" y="190735"/>
                  <a:pt x="238187" y="190384"/>
                  <a:pt x="237182" y="190959"/>
                </a:cubicBezTo>
                <a:close/>
                <a:moveTo>
                  <a:pt x="223973" y="226963"/>
                </a:moveTo>
                <a:cubicBezTo>
                  <a:pt x="223973" y="244459"/>
                  <a:pt x="209738" y="258693"/>
                  <a:pt x="192242" y="258693"/>
                </a:cubicBezTo>
                <a:cubicBezTo>
                  <a:pt x="174747" y="258693"/>
                  <a:pt x="160514" y="244459"/>
                  <a:pt x="160514" y="226963"/>
                </a:cubicBezTo>
                <a:cubicBezTo>
                  <a:pt x="160514" y="209468"/>
                  <a:pt x="174747" y="195233"/>
                  <a:pt x="192242" y="195233"/>
                </a:cubicBezTo>
                <a:cubicBezTo>
                  <a:pt x="209738" y="195233"/>
                  <a:pt x="223973" y="209468"/>
                  <a:pt x="223973" y="226963"/>
                </a:cubicBezTo>
                <a:close/>
                <a:moveTo>
                  <a:pt x="214595" y="226963"/>
                </a:moveTo>
                <a:cubicBezTo>
                  <a:pt x="214595" y="214638"/>
                  <a:pt x="204568" y="204610"/>
                  <a:pt x="192242" y="204610"/>
                </a:cubicBezTo>
                <a:cubicBezTo>
                  <a:pt x="179917" y="204610"/>
                  <a:pt x="169891" y="214638"/>
                  <a:pt x="169891" y="226963"/>
                </a:cubicBezTo>
                <a:cubicBezTo>
                  <a:pt x="169891" y="239288"/>
                  <a:pt x="179917" y="249316"/>
                  <a:pt x="192242" y="249316"/>
                </a:cubicBezTo>
                <a:cubicBezTo>
                  <a:pt x="204568" y="249316"/>
                  <a:pt x="214595" y="239288"/>
                  <a:pt x="214595" y="226963"/>
                </a:cubicBezTo>
                <a:close/>
                <a:moveTo>
                  <a:pt x="64878" y="28093"/>
                </a:moveTo>
                <a:lnTo>
                  <a:pt x="40841" y="52128"/>
                </a:lnTo>
                <a:lnTo>
                  <a:pt x="25287" y="36575"/>
                </a:lnTo>
                <a:cubicBezTo>
                  <a:pt x="23455" y="34743"/>
                  <a:pt x="20488" y="34743"/>
                  <a:pt x="18657" y="36575"/>
                </a:cubicBezTo>
                <a:cubicBezTo>
                  <a:pt x="16825" y="38405"/>
                  <a:pt x="16825" y="41375"/>
                  <a:pt x="18657" y="43205"/>
                </a:cubicBezTo>
                <a:lnTo>
                  <a:pt x="37526" y="62074"/>
                </a:lnTo>
                <a:cubicBezTo>
                  <a:pt x="38442" y="62990"/>
                  <a:pt x="39640" y="63448"/>
                  <a:pt x="40841" y="63448"/>
                </a:cubicBezTo>
                <a:cubicBezTo>
                  <a:pt x="42041" y="63448"/>
                  <a:pt x="43240" y="62990"/>
                  <a:pt x="44156" y="62074"/>
                </a:cubicBezTo>
                <a:lnTo>
                  <a:pt x="71508" y="34723"/>
                </a:lnTo>
                <a:cubicBezTo>
                  <a:pt x="73339" y="32893"/>
                  <a:pt x="73339" y="29923"/>
                  <a:pt x="71508" y="28093"/>
                </a:cubicBezTo>
                <a:cubicBezTo>
                  <a:pt x="69676" y="26261"/>
                  <a:pt x="66709" y="26261"/>
                  <a:pt x="64877" y="28093"/>
                </a:cubicBezTo>
                <a:close/>
                <a:moveTo>
                  <a:pt x="251382" y="49771"/>
                </a:moveTo>
                <a:lnTo>
                  <a:pt x="251382" y="102860"/>
                </a:lnTo>
                <a:lnTo>
                  <a:pt x="326948" y="146490"/>
                </a:lnTo>
                <a:lnTo>
                  <a:pt x="326939" y="146506"/>
                </a:lnTo>
                <a:cubicBezTo>
                  <a:pt x="327593" y="146883"/>
                  <a:pt x="328174" y="147405"/>
                  <a:pt x="328597" y="148091"/>
                </a:cubicBezTo>
                <a:lnTo>
                  <a:pt x="346318" y="176877"/>
                </a:lnTo>
                <a:cubicBezTo>
                  <a:pt x="346983" y="177955"/>
                  <a:pt x="347181" y="179257"/>
                  <a:pt x="346871" y="180485"/>
                </a:cubicBezTo>
                <a:cubicBezTo>
                  <a:pt x="346561" y="181712"/>
                  <a:pt x="345766" y="182763"/>
                  <a:pt x="344671" y="183396"/>
                </a:cubicBezTo>
                <a:lnTo>
                  <a:pt x="329291" y="192275"/>
                </a:lnTo>
                <a:lnTo>
                  <a:pt x="329291" y="303383"/>
                </a:lnTo>
                <a:cubicBezTo>
                  <a:pt x="329291" y="305059"/>
                  <a:pt x="328398" y="306608"/>
                  <a:pt x="326948" y="307444"/>
                </a:cubicBezTo>
                <a:lnTo>
                  <a:pt x="194589" y="383863"/>
                </a:lnTo>
                <a:cubicBezTo>
                  <a:pt x="193862" y="384282"/>
                  <a:pt x="193053" y="384492"/>
                  <a:pt x="192244" y="384492"/>
                </a:cubicBezTo>
                <a:cubicBezTo>
                  <a:pt x="191435" y="384492"/>
                  <a:pt x="190625" y="384282"/>
                  <a:pt x="189899" y="383863"/>
                </a:cubicBezTo>
                <a:lnTo>
                  <a:pt x="116810" y="341662"/>
                </a:lnTo>
                <a:lnTo>
                  <a:pt x="111967" y="346505"/>
                </a:lnTo>
                <a:cubicBezTo>
                  <a:pt x="106554" y="351918"/>
                  <a:pt x="99446" y="354624"/>
                  <a:pt x="92336" y="354624"/>
                </a:cubicBezTo>
                <a:cubicBezTo>
                  <a:pt x="85225" y="354624"/>
                  <a:pt x="78117" y="351918"/>
                  <a:pt x="72705" y="346505"/>
                </a:cubicBezTo>
                <a:cubicBezTo>
                  <a:pt x="63778" y="337577"/>
                  <a:pt x="62232" y="324044"/>
                  <a:pt x="68027" y="313499"/>
                </a:cubicBezTo>
                <a:lnTo>
                  <a:pt x="57542" y="307444"/>
                </a:lnTo>
                <a:cubicBezTo>
                  <a:pt x="56091" y="306608"/>
                  <a:pt x="55198" y="305059"/>
                  <a:pt x="55198" y="303383"/>
                </a:cubicBezTo>
                <a:lnTo>
                  <a:pt x="55198" y="192275"/>
                </a:lnTo>
                <a:lnTo>
                  <a:pt x="39818" y="183396"/>
                </a:lnTo>
                <a:cubicBezTo>
                  <a:pt x="38723" y="182763"/>
                  <a:pt x="37928" y="181712"/>
                  <a:pt x="37618" y="180485"/>
                </a:cubicBezTo>
                <a:cubicBezTo>
                  <a:pt x="37308" y="179257"/>
                  <a:pt x="37507" y="177955"/>
                  <a:pt x="38171" y="176877"/>
                </a:cubicBezTo>
                <a:lnTo>
                  <a:pt x="55893" y="148091"/>
                </a:lnTo>
                <a:cubicBezTo>
                  <a:pt x="56315" y="147405"/>
                  <a:pt x="56896" y="146882"/>
                  <a:pt x="57550" y="146505"/>
                </a:cubicBezTo>
                <a:lnTo>
                  <a:pt x="57541" y="146490"/>
                </a:lnTo>
                <a:lnTo>
                  <a:pt x="133106" y="102861"/>
                </a:lnTo>
                <a:lnTo>
                  <a:pt x="133106" y="49771"/>
                </a:lnTo>
                <a:lnTo>
                  <a:pt x="89920" y="49771"/>
                </a:lnTo>
                <a:cubicBezTo>
                  <a:pt x="87567" y="72436"/>
                  <a:pt x="68359" y="90167"/>
                  <a:pt x="45083" y="90167"/>
                </a:cubicBezTo>
                <a:cubicBezTo>
                  <a:pt x="20224" y="90167"/>
                  <a:pt x="0" y="69943"/>
                  <a:pt x="0" y="45083"/>
                </a:cubicBezTo>
                <a:cubicBezTo>
                  <a:pt x="0" y="20222"/>
                  <a:pt x="20224" y="0"/>
                  <a:pt x="45083" y="0"/>
                </a:cubicBezTo>
                <a:cubicBezTo>
                  <a:pt x="68359" y="0"/>
                  <a:pt x="87567" y="17731"/>
                  <a:pt x="89920" y="40394"/>
                </a:cubicBezTo>
                <a:lnTo>
                  <a:pt x="137795" y="40394"/>
                </a:lnTo>
                <a:cubicBezTo>
                  <a:pt x="140385" y="40394"/>
                  <a:pt x="142483" y="42493"/>
                  <a:pt x="142483" y="45083"/>
                </a:cubicBezTo>
                <a:lnTo>
                  <a:pt x="142483" y="97446"/>
                </a:lnTo>
                <a:lnTo>
                  <a:pt x="189898" y="70070"/>
                </a:lnTo>
                <a:cubicBezTo>
                  <a:pt x="191352" y="69234"/>
                  <a:pt x="193136" y="69234"/>
                  <a:pt x="194589" y="70070"/>
                </a:cubicBezTo>
                <a:lnTo>
                  <a:pt x="242004" y="97446"/>
                </a:lnTo>
                <a:lnTo>
                  <a:pt x="242004" y="45083"/>
                </a:lnTo>
                <a:cubicBezTo>
                  <a:pt x="242004" y="42493"/>
                  <a:pt x="244102" y="40394"/>
                  <a:pt x="246692" y="40394"/>
                </a:cubicBezTo>
                <a:lnTo>
                  <a:pt x="294567" y="40394"/>
                </a:lnTo>
                <a:cubicBezTo>
                  <a:pt x="296920" y="17731"/>
                  <a:pt x="316128" y="0"/>
                  <a:pt x="339405" y="0"/>
                </a:cubicBezTo>
                <a:cubicBezTo>
                  <a:pt x="364265" y="0"/>
                  <a:pt x="384489" y="20224"/>
                  <a:pt x="384489" y="45083"/>
                </a:cubicBezTo>
                <a:cubicBezTo>
                  <a:pt x="384489" y="69941"/>
                  <a:pt x="364265" y="90167"/>
                  <a:pt x="339405" y="90167"/>
                </a:cubicBezTo>
                <a:cubicBezTo>
                  <a:pt x="316128" y="90167"/>
                  <a:pt x="296920" y="72436"/>
                  <a:pt x="294567" y="49771"/>
                </a:cubicBezTo>
                <a:lnTo>
                  <a:pt x="251381" y="49771"/>
                </a:lnTo>
                <a:close/>
                <a:moveTo>
                  <a:pt x="303698" y="45083"/>
                </a:moveTo>
                <a:cubicBezTo>
                  <a:pt x="303698" y="64771"/>
                  <a:pt x="319717" y="80789"/>
                  <a:pt x="339405" y="80789"/>
                </a:cubicBezTo>
                <a:cubicBezTo>
                  <a:pt x="359093" y="80789"/>
                  <a:pt x="375112" y="64771"/>
                  <a:pt x="375112" y="45083"/>
                </a:cubicBezTo>
                <a:cubicBezTo>
                  <a:pt x="375112" y="25395"/>
                  <a:pt x="359093" y="9377"/>
                  <a:pt x="339405" y="9377"/>
                </a:cubicBezTo>
                <a:cubicBezTo>
                  <a:pt x="319717" y="9377"/>
                  <a:pt x="303698" y="25394"/>
                  <a:pt x="303698" y="45083"/>
                </a:cubicBezTo>
                <a:close/>
                <a:moveTo>
                  <a:pt x="80790" y="45083"/>
                </a:moveTo>
                <a:cubicBezTo>
                  <a:pt x="80790" y="25394"/>
                  <a:pt x="64771" y="9377"/>
                  <a:pt x="45083" y="9377"/>
                </a:cubicBezTo>
                <a:cubicBezTo>
                  <a:pt x="25395" y="9377"/>
                  <a:pt x="9378" y="25394"/>
                  <a:pt x="9378" y="45083"/>
                </a:cubicBezTo>
                <a:cubicBezTo>
                  <a:pt x="9378" y="64771"/>
                  <a:pt x="25395" y="80789"/>
                  <a:pt x="45083" y="80789"/>
                </a:cubicBezTo>
                <a:cubicBezTo>
                  <a:pt x="64771" y="80789"/>
                  <a:pt x="80790" y="64771"/>
                  <a:pt x="80790" y="45083"/>
                </a:cubicBezTo>
                <a:close/>
                <a:moveTo>
                  <a:pt x="48686" y="177686"/>
                </a:moveTo>
                <a:lnTo>
                  <a:pt x="108859" y="212427"/>
                </a:lnTo>
                <a:cubicBezTo>
                  <a:pt x="110314" y="204060"/>
                  <a:pt x="112997" y="196115"/>
                  <a:pt x="116722" y="188778"/>
                </a:cubicBezTo>
                <a:lnTo>
                  <a:pt x="61488" y="156888"/>
                </a:lnTo>
                <a:close/>
                <a:moveTo>
                  <a:pt x="192244" y="151681"/>
                </a:moveTo>
                <a:cubicBezTo>
                  <a:pt x="150734" y="151681"/>
                  <a:pt x="116962" y="185453"/>
                  <a:pt x="116962" y="226963"/>
                </a:cubicBezTo>
                <a:cubicBezTo>
                  <a:pt x="116962" y="268473"/>
                  <a:pt x="150734" y="302242"/>
                  <a:pt x="192244" y="302242"/>
                </a:cubicBezTo>
                <a:cubicBezTo>
                  <a:pt x="233754" y="302242"/>
                  <a:pt x="267526" y="268473"/>
                  <a:pt x="267526" y="226963"/>
                </a:cubicBezTo>
                <a:cubicBezTo>
                  <a:pt x="267526" y="185453"/>
                  <a:pt x="233754" y="151681"/>
                  <a:pt x="192244" y="151681"/>
                </a:cubicBezTo>
                <a:close/>
                <a:moveTo>
                  <a:pt x="64575" y="300677"/>
                </a:moveTo>
                <a:lnTo>
                  <a:pt x="73890" y="306055"/>
                </a:lnTo>
                <a:lnTo>
                  <a:pt x="116070" y="263876"/>
                </a:lnTo>
                <a:cubicBezTo>
                  <a:pt x="110638" y="252713"/>
                  <a:pt x="107585" y="240189"/>
                  <a:pt x="107585" y="226963"/>
                </a:cubicBezTo>
                <a:cubicBezTo>
                  <a:pt x="107585" y="225495"/>
                  <a:pt x="107623" y="224035"/>
                  <a:pt x="107697" y="222585"/>
                </a:cubicBezTo>
                <a:lnTo>
                  <a:pt x="64576" y="197689"/>
                </a:lnTo>
                <a:lnTo>
                  <a:pt x="64576" y="300677"/>
                </a:lnTo>
                <a:close/>
                <a:moveTo>
                  <a:pt x="146844" y="298364"/>
                </a:moveTo>
                <a:cubicBezTo>
                  <a:pt x="136397" y="291698"/>
                  <a:pt x="127509" y="282810"/>
                  <a:pt x="120843" y="272363"/>
                </a:cubicBezTo>
                <a:lnTo>
                  <a:pt x="79335" y="313874"/>
                </a:lnTo>
                <a:cubicBezTo>
                  <a:pt x="72167" y="321041"/>
                  <a:pt x="72167" y="332705"/>
                  <a:pt x="79335" y="339872"/>
                </a:cubicBezTo>
                <a:cubicBezTo>
                  <a:pt x="86505" y="347040"/>
                  <a:pt x="98166" y="347040"/>
                  <a:pt x="105337" y="339872"/>
                </a:cubicBezTo>
                <a:lnTo>
                  <a:pt x="146844" y="298364"/>
                </a:lnTo>
                <a:close/>
                <a:moveTo>
                  <a:pt x="123675" y="334797"/>
                </a:moveTo>
                <a:lnTo>
                  <a:pt x="187555" y="371679"/>
                </a:lnTo>
                <a:lnTo>
                  <a:pt x="187555" y="311486"/>
                </a:lnTo>
                <a:cubicBezTo>
                  <a:pt x="176059" y="310855"/>
                  <a:pt x="165167" y="307923"/>
                  <a:pt x="155334" y="303138"/>
                </a:cubicBezTo>
                <a:close/>
                <a:moveTo>
                  <a:pt x="319914" y="197689"/>
                </a:moveTo>
                <a:lnTo>
                  <a:pt x="276791" y="222586"/>
                </a:lnTo>
                <a:cubicBezTo>
                  <a:pt x="276865" y="224036"/>
                  <a:pt x="276903" y="225495"/>
                  <a:pt x="276903" y="226963"/>
                </a:cubicBezTo>
                <a:cubicBezTo>
                  <a:pt x="276903" y="272070"/>
                  <a:pt x="241441" y="309044"/>
                  <a:pt x="196933" y="311486"/>
                </a:cubicBezTo>
                <a:lnTo>
                  <a:pt x="196933" y="371679"/>
                </a:lnTo>
                <a:lnTo>
                  <a:pt x="319914" y="300677"/>
                </a:lnTo>
                <a:close/>
                <a:moveTo>
                  <a:pt x="323002" y="156890"/>
                </a:moveTo>
                <a:lnTo>
                  <a:pt x="267767" y="188780"/>
                </a:lnTo>
                <a:cubicBezTo>
                  <a:pt x="271491" y="196116"/>
                  <a:pt x="274174" y="204061"/>
                  <a:pt x="275629" y="212427"/>
                </a:cubicBezTo>
                <a:lnTo>
                  <a:pt x="335804" y="177686"/>
                </a:lnTo>
                <a:close/>
                <a:moveTo>
                  <a:pt x="251382" y="113689"/>
                </a:moveTo>
                <a:lnTo>
                  <a:pt x="251382" y="140456"/>
                </a:lnTo>
                <a:cubicBezTo>
                  <a:pt x="251382" y="143046"/>
                  <a:pt x="249283" y="145145"/>
                  <a:pt x="246693" y="145145"/>
                </a:cubicBezTo>
                <a:cubicBezTo>
                  <a:pt x="244103" y="145145"/>
                  <a:pt x="242004" y="143046"/>
                  <a:pt x="242004" y="140456"/>
                </a:cubicBezTo>
                <a:lnTo>
                  <a:pt x="242004" y="108275"/>
                </a:lnTo>
                <a:lnTo>
                  <a:pt x="192244" y="79545"/>
                </a:lnTo>
                <a:lnTo>
                  <a:pt x="142484" y="108275"/>
                </a:lnTo>
                <a:lnTo>
                  <a:pt x="142484" y="140456"/>
                </a:lnTo>
                <a:cubicBezTo>
                  <a:pt x="142484" y="143046"/>
                  <a:pt x="140385" y="145145"/>
                  <a:pt x="137795" y="145145"/>
                </a:cubicBezTo>
                <a:cubicBezTo>
                  <a:pt x="135205" y="145145"/>
                  <a:pt x="133106" y="143046"/>
                  <a:pt x="133106" y="140456"/>
                </a:cubicBezTo>
                <a:lnTo>
                  <a:pt x="133106" y="113690"/>
                </a:lnTo>
                <a:lnTo>
                  <a:pt x="69266" y="150550"/>
                </a:lnTo>
                <a:lnTo>
                  <a:pt x="121421" y="180661"/>
                </a:lnTo>
                <a:cubicBezTo>
                  <a:pt x="136559" y="157585"/>
                  <a:pt x="162643" y="142304"/>
                  <a:pt x="192244" y="142304"/>
                </a:cubicBezTo>
                <a:cubicBezTo>
                  <a:pt x="221845" y="142304"/>
                  <a:pt x="247930" y="157586"/>
                  <a:pt x="263068" y="180663"/>
                </a:cubicBezTo>
                <a:lnTo>
                  <a:pt x="315224" y="150551"/>
                </a:lnTo>
                <a:close/>
                <a:moveTo>
                  <a:pt x="322413" y="62076"/>
                </a:moveTo>
                <a:cubicBezTo>
                  <a:pt x="323329" y="62992"/>
                  <a:pt x="324528" y="63450"/>
                  <a:pt x="325728" y="63450"/>
                </a:cubicBezTo>
                <a:cubicBezTo>
                  <a:pt x="326929" y="63450"/>
                  <a:pt x="328128" y="62992"/>
                  <a:pt x="329043" y="62076"/>
                </a:cubicBezTo>
                <a:lnTo>
                  <a:pt x="339405" y="51714"/>
                </a:lnTo>
                <a:lnTo>
                  <a:pt x="349767" y="62076"/>
                </a:lnTo>
                <a:cubicBezTo>
                  <a:pt x="350683" y="62992"/>
                  <a:pt x="351881" y="63450"/>
                  <a:pt x="353082" y="63450"/>
                </a:cubicBezTo>
                <a:cubicBezTo>
                  <a:pt x="354282" y="63450"/>
                  <a:pt x="355481" y="62992"/>
                  <a:pt x="356397" y="62076"/>
                </a:cubicBezTo>
                <a:cubicBezTo>
                  <a:pt x="358228" y="60246"/>
                  <a:pt x="358228" y="57276"/>
                  <a:pt x="356397" y="55446"/>
                </a:cubicBezTo>
                <a:lnTo>
                  <a:pt x="346035" y="45084"/>
                </a:lnTo>
                <a:lnTo>
                  <a:pt x="356397" y="34723"/>
                </a:lnTo>
                <a:cubicBezTo>
                  <a:pt x="358228" y="32893"/>
                  <a:pt x="358228" y="29923"/>
                  <a:pt x="356397" y="28093"/>
                </a:cubicBezTo>
                <a:cubicBezTo>
                  <a:pt x="354565" y="26261"/>
                  <a:pt x="351598" y="26261"/>
                  <a:pt x="349767" y="28093"/>
                </a:cubicBezTo>
                <a:lnTo>
                  <a:pt x="339405" y="38454"/>
                </a:lnTo>
                <a:lnTo>
                  <a:pt x="329043" y="28093"/>
                </a:lnTo>
                <a:cubicBezTo>
                  <a:pt x="327212" y="26261"/>
                  <a:pt x="324245" y="26261"/>
                  <a:pt x="322413" y="28093"/>
                </a:cubicBezTo>
                <a:cubicBezTo>
                  <a:pt x="320582" y="29923"/>
                  <a:pt x="320582" y="32893"/>
                  <a:pt x="322413" y="34723"/>
                </a:cubicBezTo>
                <a:lnTo>
                  <a:pt x="332775" y="45084"/>
                </a:lnTo>
                <a:lnTo>
                  <a:pt x="322413" y="55446"/>
                </a:lnTo>
                <a:cubicBezTo>
                  <a:pt x="320582" y="57276"/>
                  <a:pt x="320582" y="60246"/>
                  <a:pt x="322413" y="62076"/>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400"/>
              <a:buFont typeface="Arial"/>
              <a:buNone/>
            </a:pPr>
            <a:endParaRPr lang="en-US" sz="1400" b="0" i="0" u="none" strike="noStrike" cap="none" noProof="0">
              <a:solidFill>
                <a:srgbClr val="000000"/>
              </a:solidFill>
              <a:latin typeface="Arial"/>
              <a:ea typeface="Arial"/>
              <a:cs typeface="Arial"/>
              <a:sym typeface="Arial"/>
            </a:endParaRPr>
          </a:p>
        </p:txBody>
      </p:sp>
      <p:sp>
        <p:nvSpPr>
          <p:cNvPr id="2531" name="Google Shape;2531;g3b23322d595_2_1528"/>
          <p:cNvSpPr txBox="1"/>
          <p:nvPr/>
        </p:nvSpPr>
        <p:spPr>
          <a:xfrm>
            <a:off x="5335606" y="3421492"/>
            <a:ext cx="2824418" cy="1054094"/>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100"/>
              </a:spcBef>
              <a:spcAft>
                <a:spcPts val="0"/>
              </a:spcAft>
              <a:buClr>
                <a:schemeClr val="dk1"/>
              </a:buClr>
              <a:buSzPts val="1200"/>
              <a:buFont typeface="IBM Plex Sans"/>
              <a:buNone/>
            </a:pPr>
            <a:r>
              <a:rPr lang="en-US" sz="1200" b="1" i="0" u="none" strike="noStrike" cap="none" noProof="0">
                <a:solidFill>
                  <a:schemeClr val="dk1"/>
                </a:solidFill>
                <a:latin typeface="IBM Plex Sans" panose="020B0503050203000203" pitchFamily="34" charset="0"/>
                <a:ea typeface="IBM Plex Sans"/>
                <a:cs typeface="IBM Plex Sans"/>
                <a:sym typeface="IBM Plex Sans"/>
              </a:rPr>
              <a:t>Consideration</a:t>
            </a:r>
            <a:endParaRPr lang="en-US" sz="1200" b="0" i="0" u="none" strike="noStrike" cap="none" noProof="0">
              <a:solidFill>
                <a:schemeClr val="dk1"/>
              </a:solidFill>
              <a:latin typeface="IBM Plex Sans" panose="020B0503050203000203" pitchFamily="34" charset="0"/>
              <a:ea typeface="IBM Plex Sans"/>
              <a:cs typeface="IBM Plex Sans"/>
              <a:sym typeface="IBM Plex Sans"/>
            </a:endParaRPr>
          </a:p>
          <a:p>
            <a:pPr marL="215900" lvl="0" indent="-215900">
              <a:spcBef>
                <a:spcPts val="200"/>
              </a:spcBef>
              <a:buClr>
                <a:schemeClr val="dk1"/>
              </a:buClr>
              <a:buSzPts val="1400"/>
              <a:buFont typeface="Arial"/>
              <a:buChar char="•"/>
            </a:pPr>
            <a:r>
              <a:rPr lang="en-US" sz="1200" noProof="0">
                <a:latin typeface="IBM Plex Sans"/>
              </a:rPr>
              <a:t>AI performs comparison, explanation, and shortlisting tasks traditionally done through multiple site visits</a:t>
            </a:r>
            <a:endParaRPr lang="en-US" sz="1200" b="0" i="0" u="none" strike="noStrike" cap="none" noProof="0">
              <a:solidFill>
                <a:schemeClr val="dk1"/>
              </a:solidFill>
              <a:latin typeface="IBM Plex Sans"/>
              <a:ea typeface="IBM Plex Sans"/>
              <a:cs typeface="IBM Plex Sans"/>
            </a:endParaRPr>
          </a:p>
        </p:txBody>
      </p:sp>
      <p:sp>
        <p:nvSpPr>
          <p:cNvPr id="2532" name="Google Shape;2532;g3b23322d595_2_1528"/>
          <p:cNvSpPr/>
          <p:nvPr/>
        </p:nvSpPr>
        <p:spPr>
          <a:xfrm>
            <a:off x="4708039" y="3515727"/>
            <a:ext cx="577851" cy="504086"/>
          </a:xfrm>
          <a:custGeom>
            <a:avLst/>
            <a:gdLst/>
            <a:ahLst/>
            <a:cxnLst/>
            <a:rect l="l" t="t" r="r" b="b"/>
            <a:pathLst>
              <a:path w="245065" h="213781" extrusionOk="0">
                <a:moveTo>
                  <a:pt x="143877" y="140672"/>
                </a:moveTo>
                <a:cubicBezTo>
                  <a:pt x="143877" y="133271"/>
                  <a:pt x="137855" y="127253"/>
                  <a:pt x="130458" y="127253"/>
                </a:cubicBezTo>
                <a:lnTo>
                  <a:pt x="90517" y="127253"/>
                </a:lnTo>
                <a:lnTo>
                  <a:pt x="93062" y="107608"/>
                </a:lnTo>
                <a:cubicBezTo>
                  <a:pt x="94843" y="93856"/>
                  <a:pt x="88305" y="83949"/>
                  <a:pt x="81598" y="79266"/>
                </a:cubicBezTo>
                <a:cubicBezTo>
                  <a:pt x="76830" y="75937"/>
                  <a:pt x="71760" y="74970"/>
                  <a:pt x="68362" y="76746"/>
                </a:cubicBezTo>
                <a:cubicBezTo>
                  <a:pt x="66040" y="77956"/>
                  <a:pt x="64710" y="80288"/>
                  <a:pt x="64710" y="83145"/>
                </a:cubicBezTo>
                <a:lnTo>
                  <a:pt x="64710" y="94982"/>
                </a:lnTo>
                <a:cubicBezTo>
                  <a:pt x="64710" y="106943"/>
                  <a:pt x="58742" y="128568"/>
                  <a:pt x="47303" y="131371"/>
                </a:cubicBezTo>
                <a:cubicBezTo>
                  <a:pt x="45963" y="128920"/>
                  <a:pt x="43359" y="127253"/>
                  <a:pt x="40372" y="127253"/>
                </a:cubicBezTo>
                <a:lnTo>
                  <a:pt x="7893" y="127253"/>
                </a:lnTo>
                <a:cubicBezTo>
                  <a:pt x="3542" y="127253"/>
                  <a:pt x="0" y="130795"/>
                  <a:pt x="0" y="135146"/>
                </a:cubicBezTo>
                <a:lnTo>
                  <a:pt x="0" y="205889"/>
                </a:lnTo>
                <a:cubicBezTo>
                  <a:pt x="0" y="210240"/>
                  <a:pt x="3542" y="213782"/>
                  <a:pt x="7893" y="213782"/>
                </a:cubicBezTo>
                <a:lnTo>
                  <a:pt x="40372" y="213782"/>
                </a:lnTo>
                <a:cubicBezTo>
                  <a:pt x="44376" y="213782"/>
                  <a:pt x="47685" y="210780"/>
                  <a:pt x="48191" y="206911"/>
                </a:cubicBezTo>
                <a:cubicBezTo>
                  <a:pt x="48230" y="206936"/>
                  <a:pt x="48275" y="206960"/>
                  <a:pt x="48320" y="206985"/>
                </a:cubicBezTo>
                <a:cubicBezTo>
                  <a:pt x="54362" y="210631"/>
                  <a:pt x="59581" y="213777"/>
                  <a:pt x="68277" y="213777"/>
                </a:cubicBezTo>
                <a:lnTo>
                  <a:pt x="124931" y="213777"/>
                </a:lnTo>
                <a:cubicBezTo>
                  <a:pt x="132333" y="213777"/>
                  <a:pt x="138351" y="207754"/>
                  <a:pt x="138351" y="200357"/>
                </a:cubicBezTo>
                <a:cubicBezTo>
                  <a:pt x="138351" y="197515"/>
                  <a:pt x="137458" y="194876"/>
                  <a:pt x="135945" y="192703"/>
                </a:cubicBezTo>
                <a:cubicBezTo>
                  <a:pt x="140613" y="190599"/>
                  <a:pt x="143877" y="185906"/>
                  <a:pt x="143877" y="180459"/>
                </a:cubicBezTo>
                <a:cubicBezTo>
                  <a:pt x="143877" y="176520"/>
                  <a:pt x="142171" y="172968"/>
                  <a:pt x="139457" y="170512"/>
                </a:cubicBezTo>
                <a:cubicBezTo>
                  <a:pt x="142171" y="168057"/>
                  <a:pt x="143877" y="164505"/>
                  <a:pt x="143877" y="160566"/>
                </a:cubicBezTo>
                <a:cubicBezTo>
                  <a:pt x="143877" y="156627"/>
                  <a:pt x="142171" y="153075"/>
                  <a:pt x="139457" y="150619"/>
                </a:cubicBezTo>
                <a:cubicBezTo>
                  <a:pt x="142171" y="148163"/>
                  <a:pt x="143877" y="144611"/>
                  <a:pt x="143877" y="140672"/>
                </a:cubicBezTo>
                <a:close/>
                <a:moveTo>
                  <a:pt x="40372" y="206836"/>
                </a:moveTo>
                <a:lnTo>
                  <a:pt x="7893" y="206836"/>
                </a:lnTo>
                <a:cubicBezTo>
                  <a:pt x="7377" y="206836"/>
                  <a:pt x="6945" y="206400"/>
                  <a:pt x="6945" y="205889"/>
                </a:cubicBezTo>
                <a:lnTo>
                  <a:pt x="6945" y="135146"/>
                </a:lnTo>
                <a:cubicBezTo>
                  <a:pt x="6945" y="134630"/>
                  <a:pt x="7382" y="134198"/>
                  <a:pt x="7893" y="134198"/>
                </a:cubicBezTo>
                <a:lnTo>
                  <a:pt x="40372" y="134198"/>
                </a:lnTo>
                <a:cubicBezTo>
                  <a:pt x="40888" y="134198"/>
                  <a:pt x="41320" y="134630"/>
                  <a:pt x="41320" y="135146"/>
                </a:cubicBezTo>
                <a:lnTo>
                  <a:pt x="41320" y="135156"/>
                </a:lnTo>
                <a:lnTo>
                  <a:pt x="41320" y="200878"/>
                </a:lnTo>
                <a:cubicBezTo>
                  <a:pt x="41320" y="200878"/>
                  <a:pt x="41320" y="200908"/>
                  <a:pt x="41320" y="200923"/>
                </a:cubicBezTo>
                <a:lnTo>
                  <a:pt x="41320" y="205889"/>
                </a:lnTo>
                <a:cubicBezTo>
                  <a:pt x="41320" y="206405"/>
                  <a:pt x="40883" y="206836"/>
                  <a:pt x="40372" y="206836"/>
                </a:cubicBezTo>
                <a:close/>
                <a:moveTo>
                  <a:pt x="116503" y="147146"/>
                </a:moveTo>
                <a:cubicBezTo>
                  <a:pt x="114583" y="147146"/>
                  <a:pt x="113030" y="148699"/>
                  <a:pt x="113030" y="150619"/>
                </a:cubicBezTo>
                <a:cubicBezTo>
                  <a:pt x="113030" y="152539"/>
                  <a:pt x="114583" y="154092"/>
                  <a:pt x="116503" y="154092"/>
                </a:cubicBezTo>
                <a:lnTo>
                  <a:pt x="130458" y="154092"/>
                </a:lnTo>
                <a:cubicBezTo>
                  <a:pt x="134030" y="154092"/>
                  <a:pt x="136932" y="156994"/>
                  <a:pt x="136932" y="160566"/>
                </a:cubicBezTo>
                <a:cubicBezTo>
                  <a:pt x="136932" y="164138"/>
                  <a:pt x="134030" y="167040"/>
                  <a:pt x="130458" y="167040"/>
                </a:cubicBezTo>
                <a:lnTo>
                  <a:pt x="116503" y="167040"/>
                </a:lnTo>
                <a:cubicBezTo>
                  <a:pt x="114583" y="167040"/>
                  <a:pt x="113030" y="168593"/>
                  <a:pt x="113030" y="170512"/>
                </a:cubicBezTo>
                <a:cubicBezTo>
                  <a:pt x="113030" y="172432"/>
                  <a:pt x="114583" y="173985"/>
                  <a:pt x="116503" y="173985"/>
                </a:cubicBezTo>
                <a:lnTo>
                  <a:pt x="130458" y="173985"/>
                </a:lnTo>
                <a:cubicBezTo>
                  <a:pt x="134030" y="173985"/>
                  <a:pt x="136932" y="176887"/>
                  <a:pt x="136932" y="180459"/>
                </a:cubicBezTo>
                <a:cubicBezTo>
                  <a:pt x="136932" y="184031"/>
                  <a:pt x="134030" y="186933"/>
                  <a:pt x="130458" y="186933"/>
                </a:cubicBezTo>
                <a:lnTo>
                  <a:pt x="116503" y="186933"/>
                </a:lnTo>
                <a:cubicBezTo>
                  <a:pt x="114583" y="186933"/>
                  <a:pt x="113030" y="188486"/>
                  <a:pt x="113030" y="190406"/>
                </a:cubicBezTo>
                <a:cubicBezTo>
                  <a:pt x="113030" y="192326"/>
                  <a:pt x="114583" y="193878"/>
                  <a:pt x="116503" y="193878"/>
                </a:cubicBezTo>
                <a:lnTo>
                  <a:pt x="124931" y="193878"/>
                </a:lnTo>
                <a:cubicBezTo>
                  <a:pt x="128503" y="193878"/>
                  <a:pt x="131405" y="196781"/>
                  <a:pt x="131405" y="200352"/>
                </a:cubicBezTo>
                <a:cubicBezTo>
                  <a:pt x="131405" y="203924"/>
                  <a:pt x="128498" y="206826"/>
                  <a:pt x="124931" y="206826"/>
                </a:cubicBezTo>
                <a:lnTo>
                  <a:pt x="68277" y="206826"/>
                </a:lnTo>
                <a:cubicBezTo>
                  <a:pt x="61516" y="206826"/>
                  <a:pt x="57487" y="204396"/>
                  <a:pt x="51906" y="201032"/>
                </a:cubicBezTo>
                <a:cubicBezTo>
                  <a:pt x="50740" y="200333"/>
                  <a:pt x="49545" y="199613"/>
                  <a:pt x="48265" y="198874"/>
                </a:cubicBezTo>
                <a:lnTo>
                  <a:pt x="48265" y="138266"/>
                </a:lnTo>
                <a:cubicBezTo>
                  <a:pt x="55225" y="136887"/>
                  <a:pt x="61153" y="131306"/>
                  <a:pt x="65564" y="121910"/>
                </a:cubicBezTo>
                <a:cubicBezTo>
                  <a:pt x="70053" y="112340"/>
                  <a:pt x="71656" y="101719"/>
                  <a:pt x="71656" y="94967"/>
                </a:cubicBezTo>
                <a:lnTo>
                  <a:pt x="71656" y="83130"/>
                </a:lnTo>
                <a:cubicBezTo>
                  <a:pt x="71656" y="83001"/>
                  <a:pt x="71666" y="82907"/>
                  <a:pt x="71676" y="82848"/>
                </a:cubicBezTo>
                <a:cubicBezTo>
                  <a:pt x="72291" y="82664"/>
                  <a:pt x="74464" y="82803"/>
                  <a:pt x="77430" y="84817"/>
                </a:cubicBezTo>
                <a:cubicBezTo>
                  <a:pt x="82575" y="88305"/>
                  <a:pt x="87575" y="95885"/>
                  <a:pt x="86176" y="106705"/>
                </a:cubicBezTo>
                <a:lnTo>
                  <a:pt x="83125" y="130269"/>
                </a:lnTo>
                <a:cubicBezTo>
                  <a:pt x="82996" y="131261"/>
                  <a:pt x="83299" y="132259"/>
                  <a:pt x="83959" y="133008"/>
                </a:cubicBezTo>
                <a:cubicBezTo>
                  <a:pt x="84619" y="133757"/>
                  <a:pt x="85571" y="134188"/>
                  <a:pt x="86568" y="134188"/>
                </a:cubicBezTo>
                <a:lnTo>
                  <a:pt x="130458" y="134188"/>
                </a:lnTo>
                <a:cubicBezTo>
                  <a:pt x="134030" y="134188"/>
                  <a:pt x="136932" y="137096"/>
                  <a:pt x="136932" y="140662"/>
                </a:cubicBezTo>
                <a:cubicBezTo>
                  <a:pt x="136932" y="144229"/>
                  <a:pt x="134030" y="147136"/>
                  <a:pt x="130458" y="147136"/>
                </a:cubicBezTo>
                <a:lnTo>
                  <a:pt x="116503" y="147136"/>
                </a:lnTo>
                <a:close/>
                <a:moveTo>
                  <a:pt x="33824" y="194255"/>
                </a:moveTo>
                <a:cubicBezTo>
                  <a:pt x="33824" y="196175"/>
                  <a:pt x="32271" y="197728"/>
                  <a:pt x="30351" y="197728"/>
                </a:cubicBezTo>
                <a:lnTo>
                  <a:pt x="17914" y="197728"/>
                </a:lnTo>
                <a:cubicBezTo>
                  <a:pt x="15994" y="197728"/>
                  <a:pt x="14441" y="196175"/>
                  <a:pt x="14441" y="194255"/>
                </a:cubicBezTo>
                <a:cubicBezTo>
                  <a:pt x="14441" y="192336"/>
                  <a:pt x="15994" y="190783"/>
                  <a:pt x="17914" y="190783"/>
                </a:cubicBezTo>
                <a:lnTo>
                  <a:pt x="30351" y="190783"/>
                </a:lnTo>
                <a:cubicBezTo>
                  <a:pt x="32271" y="190783"/>
                  <a:pt x="33824" y="192336"/>
                  <a:pt x="33824" y="194255"/>
                </a:cubicBezTo>
                <a:close/>
                <a:moveTo>
                  <a:pt x="231820" y="162734"/>
                </a:moveTo>
                <a:lnTo>
                  <a:pt x="227960" y="162213"/>
                </a:lnTo>
                <a:cubicBezTo>
                  <a:pt x="227221" y="159648"/>
                  <a:pt x="226204" y="157182"/>
                  <a:pt x="224914" y="154851"/>
                </a:cubicBezTo>
                <a:lnTo>
                  <a:pt x="227270" y="151750"/>
                </a:lnTo>
                <a:cubicBezTo>
                  <a:pt x="228203" y="150530"/>
                  <a:pt x="228218" y="148843"/>
                  <a:pt x="227315" y="147603"/>
                </a:cubicBezTo>
                <a:cubicBezTo>
                  <a:pt x="224750" y="144085"/>
                  <a:pt x="221665" y="141000"/>
                  <a:pt x="218147" y="138435"/>
                </a:cubicBezTo>
                <a:cubicBezTo>
                  <a:pt x="216907" y="137532"/>
                  <a:pt x="215220" y="137547"/>
                  <a:pt x="213995" y="138480"/>
                </a:cubicBezTo>
                <a:lnTo>
                  <a:pt x="210894" y="140836"/>
                </a:lnTo>
                <a:cubicBezTo>
                  <a:pt x="208563" y="139546"/>
                  <a:pt x="206102" y="138529"/>
                  <a:pt x="203532" y="137790"/>
                </a:cubicBezTo>
                <a:lnTo>
                  <a:pt x="203011" y="133930"/>
                </a:lnTo>
                <a:cubicBezTo>
                  <a:pt x="202803" y="132407"/>
                  <a:pt x="201622" y="131202"/>
                  <a:pt x="200109" y="130964"/>
                </a:cubicBezTo>
                <a:cubicBezTo>
                  <a:pt x="195803" y="130289"/>
                  <a:pt x="191443" y="130289"/>
                  <a:pt x="187141" y="130964"/>
                </a:cubicBezTo>
                <a:cubicBezTo>
                  <a:pt x="185623" y="131202"/>
                  <a:pt x="184443" y="132407"/>
                  <a:pt x="184239" y="133930"/>
                </a:cubicBezTo>
                <a:lnTo>
                  <a:pt x="183718" y="137785"/>
                </a:lnTo>
                <a:cubicBezTo>
                  <a:pt x="181154" y="138524"/>
                  <a:pt x="178688" y="139541"/>
                  <a:pt x="176356" y="140831"/>
                </a:cubicBezTo>
                <a:lnTo>
                  <a:pt x="173261" y="138475"/>
                </a:lnTo>
                <a:cubicBezTo>
                  <a:pt x="172040" y="137542"/>
                  <a:pt x="170349" y="137527"/>
                  <a:pt x="169108" y="138430"/>
                </a:cubicBezTo>
                <a:cubicBezTo>
                  <a:pt x="165591" y="140995"/>
                  <a:pt x="162505" y="144081"/>
                  <a:pt x="159941" y="147598"/>
                </a:cubicBezTo>
                <a:cubicBezTo>
                  <a:pt x="159038" y="148838"/>
                  <a:pt x="159053" y="150525"/>
                  <a:pt x="159985" y="151750"/>
                </a:cubicBezTo>
                <a:lnTo>
                  <a:pt x="162342" y="154846"/>
                </a:lnTo>
                <a:cubicBezTo>
                  <a:pt x="161052" y="157177"/>
                  <a:pt x="160035" y="159643"/>
                  <a:pt x="159296" y="162208"/>
                </a:cubicBezTo>
                <a:lnTo>
                  <a:pt x="155441" y="162729"/>
                </a:lnTo>
                <a:cubicBezTo>
                  <a:pt x="153918" y="162937"/>
                  <a:pt x="152713" y="164118"/>
                  <a:pt x="152474" y="165631"/>
                </a:cubicBezTo>
                <a:cubicBezTo>
                  <a:pt x="151800" y="169937"/>
                  <a:pt x="151800" y="174298"/>
                  <a:pt x="152474" y="178599"/>
                </a:cubicBezTo>
                <a:cubicBezTo>
                  <a:pt x="152713" y="180117"/>
                  <a:pt x="153918" y="181297"/>
                  <a:pt x="155441" y="181501"/>
                </a:cubicBezTo>
                <a:lnTo>
                  <a:pt x="159296" y="182022"/>
                </a:lnTo>
                <a:cubicBezTo>
                  <a:pt x="160035" y="184587"/>
                  <a:pt x="161052" y="187052"/>
                  <a:pt x="162342" y="189384"/>
                </a:cubicBezTo>
                <a:lnTo>
                  <a:pt x="159985" y="192479"/>
                </a:lnTo>
                <a:cubicBezTo>
                  <a:pt x="159053" y="193700"/>
                  <a:pt x="159038" y="195387"/>
                  <a:pt x="159941" y="196632"/>
                </a:cubicBezTo>
                <a:cubicBezTo>
                  <a:pt x="162505" y="200149"/>
                  <a:pt x="165591" y="203235"/>
                  <a:pt x="169108" y="205800"/>
                </a:cubicBezTo>
                <a:cubicBezTo>
                  <a:pt x="170349" y="206702"/>
                  <a:pt x="172035" y="206688"/>
                  <a:pt x="173261" y="205755"/>
                </a:cubicBezTo>
                <a:lnTo>
                  <a:pt x="176356" y="203398"/>
                </a:lnTo>
                <a:cubicBezTo>
                  <a:pt x="178688" y="204688"/>
                  <a:pt x="181154" y="205705"/>
                  <a:pt x="183718" y="206444"/>
                </a:cubicBezTo>
                <a:lnTo>
                  <a:pt x="184239" y="210299"/>
                </a:lnTo>
                <a:cubicBezTo>
                  <a:pt x="184448" y="211822"/>
                  <a:pt x="185628" y="213028"/>
                  <a:pt x="187141" y="213266"/>
                </a:cubicBezTo>
                <a:cubicBezTo>
                  <a:pt x="189295" y="213603"/>
                  <a:pt x="191462" y="213772"/>
                  <a:pt x="193630" y="213772"/>
                </a:cubicBezTo>
                <a:cubicBezTo>
                  <a:pt x="195798" y="213772"/>
                  <a:pt x="197961" y="213603"/>
                  <a:pt x="200114" y="213266"/>
                </a:cubicBezTo>
                <a:cubicBezTo>
                  <a:pt x="201632" y="213028"/>
                  <a:pt x="202813" y="211822"/>
                  <a:pt x="203016" y="210299"/>
                </a:cubicBezTo>
                <a:lnTo>
                  <a:pt x="203537" y="206444"/>
                </a:lnTo>
                <a:cubicBezTo>
                  <a:pt x="206102" y="205705"/>
                  <a:pt x="208568" y="204688"/>
                  <a:pt x="210899" y="203398"/>
                </a:cubicBezTo>
                <a:lnTo>
                  <a:pt x="213995" y="205755"/>
                </a:lnTo>
                <a:cubicBezTo>
                  <a:pt x="215215" y="206688"/>
                  <a:pt x="216902" y="206702"/>
                  <a:pt x="218147" y="205800"/>
                </a:cubicBezTo>
                <a:cubicBezTo>
                  <a:pt x="221665" y="203235"/>
                  <a:pt x="224750" y="200149"/>
                  <a:pt x="227315" y="196632"/>
                </a:cubicBezTo>
                <a:cubicBezTo>
                  <a:pt x="228218" y="195392"/>
                  <a:pt x="228203" y="193705"/>
                  <a:pt x="227270" y="192484"/>
                </a:cubicBezTo>
                <a:lnTo>
                  <a:pt x="224914" y="189389"/>
                </a:lnTo>
                <a:cubicBezTo>
                  <a:pt x="226204" y="187057"/>
                  <a:pt x="227221" y="184592"/>
                  <a:pt x="227960" y="182027"/>
                </a:cubicBezTo>
                <a:lnTo>
                  <a:pt x="231815" y="181506"/>
                </a:lnTo>
                <a:cubicBezTo>
                  <a:pt x="233338" y="181297"/>
                  <a:pt x="234543" y="180117"/>
                  <a:pt x="234781" y="178604"/>
                </a:cubicBezTo>
                <a:cubicBezTo>
                  <a:pt x="235456" y="174298"/>
                  <a:pt x="235456" y="169937"/>
                  <a:pt x="234781" y="165636"/>
                </a:cubicBezTo>
                <a:cubicBezTo>
                  <a:pt x="234543" y="164118"/>
                  <a:pt x="233338" y="162937"/>
                  <a:pt x="231815" y="162734"/>
                </a:cubicBezTo>
                <a:close/>
                <a:moveTo>
                  <a:pt x="228228" y="174987"/>
                </a:moveTo>
                <a:lnTo>
                  <a:pt x="224701" y="175463"/>
                </a:lnTo>
                <a:cubicBezTo>
                  <a:pt x="223252" y="175662"/>
                  <a:pt x="222076" y="176743"/>
                  <a:pt x="221769" y="178177"/>
                </a:cubicBezTo>
                <a:cubicBezTo>
                  <a:pt x="221035" y="181595"/>
                  <a:pt x="219705" y="184815"/>
                  <a:pt x="217815" y="187737"/>
                </a:cubicBezTo>
                <a:cubicBezTo>
                  <a:pt x="217021" y="188967"/>
                  <a:pt x="217081" y="190560"/>
                  <a:pt x="217969" y="191725"/>
                </a:cubicBezTo>
                <a:lnTo>
                  <a:pt x="220122" y="194553"/>
                </a:lnTo>
                <a:cubicBezTo>
                  <a:pt x="218882" y="196012"/>
                  <a:pt x="217527" y="197366"/>
                  <a:pt x="216069" y="198606"/>
                </a:cubicBezTo>
                <a:lnTo>
                  <a:pt x="213236" y="196453"/>
                </a:lnTo>
                <a:cubicBezTo>
                  <a:pt x="212070" y="195565"/>
                  <a:pt x="210478" y="195506"/>
                  <a:pt x="209247" y="196299"/>
                </a:cubicBezTo>
                <a:cubicBezTo>
                  <a:pt x="206320" y="198194"/>
                  <a:pt x="203106" y="199524"/>
                  <a:pt x="199688" y="200258"/>
                </a:cubicBezTo>
                <a:cubicBezTo>
                  <a:pt x="198254" y="200566"/>
                  <a:pt x="197172" y="201737"/>
                  <a:pt x="196974" y="203185"/>
                </a:cubicBezTo>
                <a:lnTo>
                  <a:pt x="196498" y="206707"/>
                </a:lnTo>
                <a:cubicBezTo>
                  <a:pt x="194593" y="206866"/>
                  <a:pt x="192673" y="206866"/>
                  <a:pt x="190763" y="206707"/>
                </a:cubicBezTo>
                <a:lnTo>
                  <a:pt x="190287" y="203185"/>
                </a:lnTo>
                <a:cubicBezTo>
                  <a:pt x="190088" y="201737"/>
                  <a:pt x="189007" y="200561"/>
                  <a:pt x="187573" y="200258"/>
                </a:cubicBezTo>
                <a:cubicBezTo>
                  <a:pt x="184155" y="199524"/>
                  <a:pt x="180935" y="198194"/>
                  <a:pt x="178013" y="196299"/>
                </a:cubicBezTo>
                <a:cubicBezTo>
                  <a:pt x="176783" y="195506"/>
                  <a:pt x="175186" y="195565"/>
                  <a:pt x="174025" y="196453"/>
                </a:cubicBezTo>
                <a:lnTo>
                  <a:pt x="171197" y="198606"/>
                </a:lnTo>
                <a:cubicBezTo>
                  <a:pt x="169738" y="197366"/>
                  <a:pt x="168384" y="196012"/>
                  <a:pt x="167144" y="194553"/>
                </a:cubicBezTo>
                <a:lnTo>
                  <a:pt x="169297" y="191720"/>
                </a:lnTo>
                <a:cubicBezTo>
                  <a:pt x="170185" y="190555"/>
                  <a:pt x="170245" y="188957"/>
                  <a:pt x="169451" y="187732"/>
                </a:cubicBezTo>
                <a:cubicBezTo>
                  <a:pt x="167556" y="184805"/>
                  <a:pt x="166226" y="181590"/>
                  <a:pt x="165492" y="178172"/>
                </a:cubicBezTo>
                <a:cubicBezTo>
                  <a:pt x="165184" y="176738"/>
                  <a:pt x="164014" y="175652"/>
                  <a:pt x="162560" y="175458"/>
                </a:cubicBezTo>
                <a:lnTo>
                  <a:pt x="159038" y="174982"/>
                </a:lnTo>
                <a:cubicBezTo>
                  <a:pt x="158879" y="173072"/>
                  <a:pt x="158879" y="171157"/>
                  <a:pt x="159038" y="169247"/>
                </a:cubicBezTo>
                <a:lnTo>
                  <a:pt x="162560" y="168771"/>
                </a:lnTo>
                <a:cubicBezTo>
                  <a:pt x="164014" y="168573"/>
                  <a:pt x="165184" y="167491"/>
                  <a:pt x="165492" y="166057"/>
                </a:cubicBezTo>
                <a:cubicBezTo>
                  <a:pt x="166226" y="162639"/>
                  <a:pt x="167556" y="159420"/>
                  <a:pt x="169446" y="156498"/>
                </a:cubicBezTo>
                <a:cubicBezTo>
                  <a:pt x="170240" y="155267"/>
                  <a:pt x="170180" y="153670"/>
                  <a:pt x="169292" y="152509"/>
                </a:cubicBezTo>
                <a:lnTo>
                  <a:pt x="167139" y="149681"/>
                </a:lnTo>
                <a:cubicBezTo>
                  <a:pt x="168379" y="148223"/>
                  <a:pt x="169734" y="146869"/>
                  <a:pt x="171192" y="145628"/>
                </a:cubicBezTo>
                <a:lnTo>
                  <a:pt x="174025" y="147781"/>
                </a:lnTo>
                <a:cubicBezTo>
                  <a:pt x="175191" y="148669"/>
                  <a:pt x="176783" y="148729"/>
                  <a:pt x="178013" y="147935"/>
                </a:cubicBezTo>
                <a:cubicBezTo>
                  <a:pt x="180940" y="146040"/>
                  <a:pt x="184155" y="144711"/>
                  <a:pt x="187573" y="143976"/>
                </a:cubicBezTo>
                <a:cubicBezTo>
                  <a:pt x="189007" y="143669"/>
                  <a:pt x="190088" y="142498"/>
                  <a:pt x="190287" y="141049"/>
                </a:cubicBezTo>
                <a:lnTo>
                  <a:pt x="190763" y="137522"/>
                </a:lnTo>
                <a:cubicBezTo>
                  <a:pt x="192673" y="137363"/>
                  <a:pt x="194588" y="137363"/>
                  <a:pt x="196498" y="137522"/>
                </a:cubicBezTo>
                <a:lnTo>
                  <a:pt x="196974" y="141049"/>
                </a:lnTo>
                <a:cubicBezTo>
                  <a:pt x="197172" y="142498"/>
                  <a:pt x="198254" y="143674"/>
                  <a:pt x="199688" y="143976"/>
                </a:cubicBezTo>
                <a:cubicBezTo>
                  <a:pt x="203106" y="144711"/>
                  <a:pt x="206325" y="146040"/>
                  <a:pt x="209247" y="147935"/>
                </a:cubicBezTo>
                <a:cubicBezTo>
                  <a:pt x="210478" y="148729"/>
                  <a:pt x="212075" y="148669"/>
                  <a:pt x="213236" y="147781"/>
                </a:cubicBezTo>
                <a:lnTo>
                  <a:pt x="216069" y="145628"/>
                </a:lnTo>
                <a:cubicBezTo>
                  <a:pt x="217527" y="146869"/>
                  <a:pt x="218882" y="148223"/>
                  <a:pt x="220122" y="149681"/>
                </a:cubicBezTo>
                <a:lnTo>
                  <a:pt x="217969" y="152514"/>
                </a:lnTo>
                <a:cubicBezTo>
                  <a:pt x="217081" y="153680"/>
                  <a:pt x="217021" y="155277"/>
                  <a:pt x="217815" y="156503"/>
                </a:cubicBezTo>
                <a:cubicBezTo>
                  <a:pt x="219710" y="159430"/>
                  <a:pt x="221040" y="162644"/>
                  <a:pt x="221774" y="166062"/>
                </a:cubicBezTo>
                <a:cubicBezTo>
                  <a:pt x="222081" y="167496"/>
                  <a:pt x="223252" y="168578"/>
                  <a:pt x="224706" y="168776"/>
                </a:cubicBezTo>
                <a:lnTo>
                  <a:pt x="228233" y="169252"/>
                </a:lnTo>
                <a:cubicBezTo>
                  <a:pt x="228392" y="171162"/>
                  <a:pt x="228392" y="173077"/>
                  <a:pt x="228233" y="174987"/>
                </a:cubicBezTo>
                <a:close/>
                <a:moveTo>
                  <a:pt x="179551" y="158041"/>
                </a:moveTo>
                <a:cubicBezTo>
                  <a:pt x="171787" y="165804"/>
                  <a:pt x="171787" y="178435"/>
                  <a:pt x="179551" y="186194"/>
                </a:cubicBezTo>
                <a:cubicBezTo>
                  <a:pt x="183431" y="190073"/>
                  <a:pt x="188531" y="192018"/>
                  <a:pt x="193630" y="192018"/>
                </a:cubicBezTo>
                <a:cubicBezTo>
                  <a:pt x="198730" y="192018"/>
                  <a:pt x="203825" y="190078"/>
                  <a:pt x="207710" y="186194"/>
                </a:cubicBezTo>
                <a:cubicBezTo>
                  <a:pt x="215473" y="178430"/>
                  <a:pt x="215473" y="165799"/>
                  <a:pt x="207710" y="158041"/>
                </a:cubicBezTo>
                <a:cubicBezTo>
                  <a:pt x="199946" y="150277"/>
                  <a:pt x="187315" y="150277"/>
                  <a:pt x="179556" y="158041"/>
                </a:cubicBezTo>
                <a:close/>
                <a:moveTo>
                  <a:pt x="202793" y="181283"/>
                </a:moveTo>
                <a:cubicBezTo>
                  <a:pt x="197738" y="186338"/>
                  <a:pt x="189513" y="186338"/>
                  <a:pt x="184458" y="181283"/>
                </a:cubicBezTo>
                <a:cubicBezTo>
                  <a:pt x="179402" y="176227"/>
                  <a:pt x="179402" y="168002"/>
                  <a:pt x="184458" y="162952"/>
                </a:cubicBezTo>
                <a:cubicBezTo>
                  <a:pt x="186983" y="160427"/>
                  <a:pt x="190307" y="159162"/>
                  <a:pt x="193625" y="159162"/>
                </a:cubicBezTo>
                <a:cubicBezTo>
                  <a:pt x="196944" y="159162"/>
                  <a:pt x="200263" y="160427"/>
                  <a:pt x="202793" y="162952"/>
                </a:cubicBezTo>
                <a:cubicBezTo>
                  <a:pt x="207848" y="168007"/>
                  <a:pt x="207848" y="176232"/>
                  <a:pt x="202793" y="181283"/>
                </a:cubicBezTo>
                <a:close/>
                <a:moveTo>
                  <a:pt x="221253" y="71586"/>
                </a:moveTo>
                <a:cubicBezTo>
                  <a:pt x="216624" y="68446"/>
                  <a:pt x="211683" y="66080"/>
                  <a:pt x="206578" y="64507"/>
                </a:cubicBezTo>
                <a:cubicBezTo>
                  <a:pt x="211470" y="61292"/>
                  <a:pt x="215300" y="56614"/>
                  <a:pt x="217448" y="51103"/>
                </a:cubicBezTo>
                <a:cubicBezTo>
                  <a:pt x="224443" y="41339"/>
                  <a:pt x="225415" y="28625"/>
                  <a:pt x="219948" y="17790"/>
                </a:cubicBezTo>
                <a:cubicBezTo>
                  <a:pt x="214327" y="6648"/>
                  <a:pt x="203503" y="0"/>
                  <a:pt x="191001" y="0"/>
                </a:cubicBezTo>
                <a:cubicBezTo>
                  <a:pt x="178499" y="0"/>
                  <a:pt x="167675" y="6653"/>
                  <a:pt x="162054" y="17790"/>
                </a:cubicBezTo>
                <a:cubicBezTo>
                  <a:pt x="156587" y="28620"/>
                  <a:pt x="157554" y="41339"/>
                  <a:pt x="164554" y="51103"/>
                </a:cubicBezTo>
                <a:cubicBezTo>
                  <a:pt x="166702" y="56619"/>
                  <a:pt x="170542" y="61302"/>
                  <a:pt x="175439" y="64517"/>
                </a:cubicBezTo>
                <a:cubicBezTo>
                  <a:pt x="173955" y="64968"/>
                  <a:pt x="172482" y="65479"/>
                  <a:pt x="171018" y="66060"/>
                </a:cubicBezTo>
                <a:cubicBezTo>
                  <a:pt x="160764" y="70138"/>
                  <a:pt x="152127" y="77128"/>
                  <a:pt x="146030" y="86281"/>
                </a:cubicBezTo>
                <a:cubicBezTo>
                  <a:pt x="140077" y="95215"/>
                  <a:pt x="136932" y="105594"/>
                  <a:pt x="136927" y="116289"/>
                </a:cubicBezTo>
                <a:cubicBezTo>
                  <a:pt x="136927" y="117212"/>
                  <a:pt x="137294" y="118095"/>
                  <a:pt x="137944" y="118745"/>
                </a:cubicBezTo>
                <a:cubicBezTo>
                  <a:pt x="138594" y="119395"/>
                  <a:pt x="139477" y="119762"/>
                  <a:pt x="140400" y="119762"/>
                </a:cubicBezTo>
                <a:lnTo>
                  <a:pt x="241593" y="119762"/>
                </a:lnTo>
                <a:cubicBezTo>
                  <a:pt x="243513" y="119762"/>
                  <a:pt x="245065" y="118209"/>
                  <a:pt x="245065" y="116289"/>
                </a:cubicBezTo>
                <a:cubicBezTo>
                  <a:pt x="245065" y="98420"/>
                  <a:pt x="236165" y="81712"/>
                  <a:pt x="221248" y="71586"/>
                </a:cubicBezTo>
                <a:close/>
                <a:moveTo>
                  <a:pt x="168250" y="20920"/>
                </a:moveTo>
                <a:cubicBezTo>
                  <a:pt x="172665" y="12169"/>
                  <a:pt x="181168" y="6945"/>
                  <a:pt x="191001" y="6945"/>
                </a:cubicBezTo>
                <a:cubicBezTo>
                  <a:pt x="200834" y="6945"/>
                  <a:pt x="209332" y="12169"/>
                  <a:pt x="213747" y="20920"/>
                </a:cubicBezTo>
                <a:cubicBezTo>
                  <a:pt x="214868" y="23143"/>
                  <a:pt x="215652" y="25435"/>
                  <a:pt x="216103" y="27747"/>
                </a:cubicBezTo>
                <a:cubicBezTo>
                  <a:pt x="214699" y="25102"/>
                  <a:pt x="212864" y="22662"/>
                  <a:pt x="210622" y="20523"/>
                </a:cubicBezTo>
                <a:cubicBezTo>
                  <a:pt x="204941" y="15106"/>
                  <a:pt x="197495" y="12333"/>
                  <a:pt x="189622" y="12710"/>
                </a:cubicBezTo>
                <a:cubicBezTo>
                  <a:pt x="188183" y="12779"/>
                  <a:pt x="186933" y="13732"/>
                  <a:pt x="186487" y="15101"/>
                </a:cubicBezTo>
                <a:cubicBezTo>
                  <a:pt x="183758" y="23470"/>
                  <a:pt x="175989" y="29379"/>
                  <a:pt x="167154" y="29800"/>
                </a:cubicBezTo>
                <a:cubicBezTo>
                  <a:pt x="166563" y="29830"/>
                  <a:pt x="166013" y="30009"/>
                  <a:pt x="165532" y="30301"/>
                </a:cubicBezTo>
                <a:cubicBezTo>
                  <a:pt x="165819" y="27126"/>
                  <a:pt x="166717" y="23956"/>
                  <a:pt x="168250" y="20920"/>
                </a:cubicBezTo>
                <a:close/>
                <a:moveTo>
                  <a:pt x="169580" y="40918"/>
                </a:moveTo>
                <a:cubicBezTo>
                  <a:pt x="169580" y="39425"/>
                  <a:pt x="169734" y="37941"/>
                  <a:pt x="170041" y="36498"/>
                </a:cubicBezTo>
                <a:cubicBezTo>
                  <a:pt x="179814" y="35128"/>
                  <a:pt x="188282" y="28684"/>
                  <a:pt x="192182" y="19650"/>
                </a:cubicBezTo>
                <a:cubicBezTo>
                  <a:pt x="197296" y="19923"/>
                  <a:pt x="202074" y="21972"/>
                  <a:pt x="205824" y="25549"/>
                </a:cubicBezTo>
                <a:cubicBezTo>
                  <a:pt x="210076" y="29602"/>
                  <a:pt x="212412" y="35059"/>
                  <a:pt x="212412" y="40918"/>
                </a:cubicBezTo>
                <a:cubicBezTo>
                  <a:pt x="212412" y="52239"/>
                  <a:pt x="203488" y="61521"/>
                  <a:pt x="192266" y="62175"/>
                </a:cubicBezTo>
                <a:cubicBezTo>
                  <a:pt x="191438" y="62156"/>
                  <a:pt x="190609" y="62161"/>
                  <a:pt x="189781" y="62175"/>
                </a:cubicBezTo>
                <a:cubicBezTo>
                  <a:pt x="178534" y="61545"/>
                  <a:pt x="169575" y="52254"/>
                  <a:pt x="169575" y="40913"/>
                </a:cubicBezTo>
                <a:close/>
                <a:moveTo>
                  <a:pt x="144001" y="112812"/>
                </a:moveTo>
                <a:cubicBezTo>
                  <a:pt x="145306" y="94838"/>
                  <a:pt x="156627" y="79256"/>
                  <a:pt x="173583" y="72509"/>
                </a:cubicBezTo>
                <a:cubicBezTo>
                  <a:pt x="178931" y="70381"/>
                  <a:pt x="184443" y="69270"/>
                  <a:pt x="189925" y="69131"/>
                </a:cubicBezTo>
                <a:cubicBezTo>
                  <a:pt x="190282" y="69146"/>
                  <a:pt x="190634" y="69155"/>
                  <a:pt x="190996" y="69155"/>
                </a:cubicBezTo>
                <a:cubicBezTo>
                  <a:pt x="191383" y="69155"/>
                  <a:pt x="191765" y="69141"/>
                  <a:pt x="192147" y="69126"/>
                </a:cubicBezTo>
                <a:cubicBezTo>
                  <a:pt x="200973" y="69339"/>
                  <a:pt x="209644" y="72097"/>
                  <a:pt x="217349" y="77326"/>
                </a:cubicBezTo>
                <a:cubicBezTo>
                  <a:pt x="229384" y="85497"/>
                  <a:pt x="236934" y="98574"/>
                  <a:pt x="237991" y="112807"/>
                </a:cubicBezTo>
                <a:lnTo>
                  <a:pt x="143996" y="112807"/>
                </a:ln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400"/>
              <a:buFont typeface="Arial"/>
              <a:buNone/>
            </a:pPr>
            <a:endParaRPr lang="en-US" sz="1400" b="0" i="0" u="none" strike="noStrike" cap="none" noProof="0">
              <a:solidFill>
                <a:srgbClr val="000000"/>
              </a:solidFill>
              <a:latin typeface="Arial"/>
              <a:ea typeface="Arial"/>
              <a:cs typeface="Arial"/>
              <a:sym typeface="Arial"/>
            </a:endParaRPr>
          </a:p>
        </p:txBody>
      </p:sp>
      <p:sp>
        <p:nvSpPr>
          <p:cNvPr id="2534" name="Google Shape;2534;g3b23322d595_2_1528"/>
          <p:cNvSpPr/>
          <p:nvPr/>
        </p:nvSpPr>
        <p:spPr>
          <a:xfrm>
            <a:off x="4589109" y="1849107"/>
            <a:ext cx="3570916" cy="3674963"/>
          </a:xfrm>
          <a:prstGeom prst="rect">
            <a:avLst/>
          </a:prstGeom>
          <a:noFill/>
          <a:ln w="9525" cap="flat" cmpd="sng">
            <a:solidFill>
              <a:srgbClr val="BFBFBF"/>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400"/>
              <a:buFont typeface="Arial"/>
              <a:buNone/>
            </a:pPr>
            <a:endParaRPr lang="en-US" sz="1400" b="0" i="0" u="none" strike="noStrike" cap="none" noProof="0">
              <a:solidFill>
                <a:schemeClr val="lt1"/>
              </a:solidFill>
              <a:latin typeface="Arial"/>
              <a:ea typeface="Arial"/>
              <a:cs typeface="Arial"/>
              <a:sym typeface="Arial"/>
            </a:endParaRPr>
          </a:p>
        </p:txBody>
      </p:sp>
      <p:sp>
        <p:nvSpPr>
          <p:cNvPr id="2535" name="Google Shape;2535;g3b23322d595_2_1528"/>
          <p:cNvSpPr txBox="1"/>
          <p:nvPr/>
        </p:nvSpPr>
        <p:spPr>
          <a:xfrm>
            <a:off x="5335606" y="2378873"/>
            <a:ext cx="2824418" cy="869428"/>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100"/>
              </a:spcBef>
              <a:spcAft>
                <a:spcPts val="0"/>
              </a:spcAft>
              <a:buClr>
                <a:schemeClr val="dk1"/>
              </a:buClr>
              <a:buSzPts val="1200"/>
              <a:buFont typeface="IBM Plex Sans"/>
              <a:buNone/>
            </a:pPr>
            <a:r>
              <a:rPr lang="en-US" sz="1200" b="1" i="0" u="none" strike="noStrike" cap="none" noProof="0">
                <a:solidFill>
                  <a:schemeClr val="dk1"/>
                </a:solidFill>
                <a:latin typeface="IBM Plex Sans" panose="020B0503050203000203" pitchFamily="34" charset="0"/>
                <a:ea typeface="IBM Plex Sans"/>
                <a:cs typeface="IBM Plex Sans"/>
                <a:sym typeface="IBM Plex Sans"/>
              </a:rPr>
              <a:t>Discovery (Awareness)</a:t>
            </a:r>
            <a:endParaRPr lang="en-US" sz="1200" b="0" i="0" u="none" strike="noStrike" cap="none" noProof="0">
              <a:solidFill>
                <a:schemeClr val="dk1"/>
              </a:solidFill>
              <a:latin typeface="IBM Plex Sans" panose="020B0503050203000203" pitchFamily="34" charset="0"/>
              <a:ea typeface="IBM Plex Sans"/>
              <a:cs typeface="IBM Plex Sans"/>
              <a:sym typeface="IBM Plex Sans"/>
            </a:endParaRPr>
          </a:p>
          <a:p>
            <a:pPr marL="216000" lvl="0" indent="-216000">
              <a:spcBef>
                <a:spcPts val="200"/>
              </a:spcBef>
              <a:buClr>
                <a:schemeClr val="dk1"/>
              </a:buClr>
              <a:buSzPts val="1400"/>
              <a:buFont typeface="Arial"/>
              <a:buChar char="•"/>
            </a:pPr>
            <a:r>
              <a:rPr lang="en-US" sz="1200" noProof="0">
                <a:latin typeface="IBM Plex Sans" panose="020B0503050203000203" pitchFamily="34" charset="0"/>
              </a:rPr>
              <a:t>AI synthesizes category-level information before users visit any brand or publisher</a:t>
            </a:r>
            <a:endParaRPr lang="en-US" sz="1200" b="0" i="0" u="none" strike="noStrike" cap="none" noProof="0">
              <a:solidFill>
                <a:schemeClr val="dk1"/>
              </a:solidFill>
              <a:latin typeface="IBM Plex Sans" panose="020B0503050203000203" pitchFamily="34" charset="0"/>
              <a:ea typeface="IBM Plex Sans"/>
              <a:cs typeface="IBM Plex Sans"/>
              <a:sym typeface="IBM Plex Sans"/>
            </a:endParaRPr>
          </a:p>
        </p:txBody>
      </p:sp>
      <p:sp>
        <p:nvSpPr>
          <p:cNvPr id="2536" name="Google Shape;2536;g3b23322d595_2_1528"/>
          <p:cNvSpPr/>
          <p:nvPr/>
        </p:nvSpPr>
        <p:spPr>
          <a:xfrm>
            <a:off x="4730405" y="2444223"/>
            <a:ext cx="533119" cy="533276"/>
          </a:xfrm>
          <a:custGeom>
            <a:avLst/>
            <a:gdLst/>
            <a:ahLst/>
            <a:cxnLst/>
            <a:rect l="l" t="t" r="r" b="b"/>
            <a:pathLst>
              <a:path w="586431" h="586604" extrusionOk="0">
                <a:moveTo>
                  <a:pt x="191175" y="450721"/>
                </a:moveTo>
                <a:cubicBezTo>
                  <a:pt x="193450" y="455312"/>
                  <a:pt x="191572" y="460878"/>
                  <a:pt x="186981" y="463153"/>
                </a:cubicBezTo>
                <a:cubicBezTo>
                  <a:pt x="185658" y="463808"/>
                  <a:pt x="184253" y="464120"/>
                  <a:pt x="182869" y="464120"/>
                </a:cubicBezTo>
                <a:cubicBezTo>
                  <a:pt x="179456" y="464120"/>
                  <a:pt x="176170" y="462228"/>
                  <a:pt x="174550" y="458961"/>
                </a:cubicBezTo>
                <a:cubicBezTo>
                  <a:pt x="165752" y="441207"/>
                  <a:pt x="156933" y="427976"/>
                  <a:pt x="145604" y="415665"/>
                </a:cubicBezTo>
                <a:cubicBezTo>
                  <a:pt x="134389" y="418334"/>
                  <a:pt x="121810" y="420557"/>
                  <a:pt x="106544" y="422579"/>
                </a:cubicBezTo>
                <a:cubicBezTo>
                  <a:pt x="106404" y="422598"/>
                  <a:pt x="106265" y="422613"/>
                  <a:pt x="106125" y="422625"/>
                </a:cubicBezTo>
                <a:cubicBezTo>
                  <a:pt x="84253" y="424514"/>
                  <a:pt x="61774" y="425327"/>
                  <a:pt x="48336" y="413002"/>
                </a:cubicBezTo>
                <a:cubicBezTo>
                  <a:pt x="40965" y="406240"/>
                  <a:pt x="37226" y="396377"/>
                  <a:pt x="37225" y="383689"/>
                </a:cubicBezTo>
                <a:cubicBezTo>
                  <a:pt x="37225" y="375476"/>
                  <a:pt x="38053" y="363298"/>
                  <a:pt x="38855" y="351521"/>
                </a:cubicBezTo>
                <a:cubicBezTo>
                  <a:pt x="39719" y="338835"/>
                  <a:pt x="40611" y="325715"/>
                  <a:pt x="40402" y="318533"/>
                </a:cubicBezTo>
                <a:cubicBezTo>
                  <a:pt x="40301" y="315038"/>
                  <a:pt x="35922" y="313215"/>
                  <a:pt x="26146" y="310452"/>
                </a:cubicBezTo>
                <a:cubicBezTo>
                  <a:pt x="23178" y="309614"/>
                  <a:pt x="20110" y="308746"/>
                  <a:pt x="17353" y="307639"/>
                </a:cubicBezTo>
                <a:cubicBezTo>
                  <a:pt x="11683" y="305359"/>
                  <a:pt x="3817" y="301298"/>
                  <a:pt x="989" y="292396"/>
                </a:cubicBezTo>
                <a:cubicBezTo>
                  <a:pt x="-1808" y="283594"/>
                  <a:pt x="1270" y="272971"/>
                  <a:pt x="10966" y="257948"/>
                </a:cubicBezTo>
                <a:cubicBezTo>
                  <a:pt x="14814" y="252058"/>
                  <a:pt x="18449" y="246631"/>
                  <a:pt x="21656" y="241842"/>
                </a:cubicBezTo>
                <a:cubicBezTo>
                  <a:pt x="30453" y="228706"/>
                  <a:pt x="39551" y="215123"/>
                  <a:pt x="39655" y="210977"/>
                </a:cubicBezTo>
                <a:cubicBezTo>
                  <a:pt x="39797" y="205458"/>
                  <a:pt x="37679" y="199628"/>
                  <a:pt x="35228" y="192877"/>
                </a:cubicBezTo>
                <a:cubicBezTo>
                  <a:pt x="32942" y="186585"/>
                  <a:pt x="30353" y="179454"/>
                  <a:pt x="29257" y="171330"/>
                </a:cubicBezTo>
                <a:cubicBezTo>
                  <a:pt x="23813" y="130952"/>
                  <a:pt x="35379" y="93394"/>
                  <a:pt x="62706" y="62714"/>
                </a:cubicBezTo>
                <a:cubicBezTo>
                  <a:pt x="98109" y="22968"/>
                  <a:pt x="156412" y="-1058"/>
                  <a:pt x="214891" y="36"/>
                </a:cubicBezTo>
                <a:cubicBezTo>
                  <a:pt x="281577" y="1273"/>
                  <a:pt x="340941" y="29949"/>
                  <a:pt x="373689" y="76746"/>
                </a:cubicBezTo>
                <a:cubicBezTo>
                  <a:pt x="396621" y="109513"/>
                  <a:pt x="406527" y="145857"/>
                  <a:pt x="403136" y="184770"/>
                </a:cubicBezTo>
                <a:cubicBezTo>
                  <a:pt x="400297" y="217343"/>
                  <a:pt x="388509" y="251521"/>
                  <a:pt x="367100" y="289259"/>
                </a:cubicBezTo>
                <a:cubicBezTo>
                  <a:pt x="363256" y="296036"/>
                  <a:pt x="359871" y="303033"/>
                  <a:pt x="357038" y="310054"/>
                </a:cubicBezTo>
                <a:cubicBezTo>
                  <a:pt x="355122" y="314806"/>
                  <a:pt x="349715" y="317104"/>
                  <a:pt x="344964" y="315187"/>
                </a:cubicBezTo>
                <a:cubicBezTo>
                  <a:pt x="340212" y="313270"/>
                  <a:pt x="337915" y="307865"/>
                  <a:pt x="339832" y="303113"/>
                </a:cubicBezTo>
                <a:cubicBezTo>
                  <a:pt x="342970" y="295333"/>
                  <a:pt x="346715" y="287591"/>
                  <a:pt x="350962" y="280104"/>
                </a:cubicBezTo>
                <a:cubicBezTo>
                  <a:pt x="393861" y="204485"/>
                  <a:pt x="396323" y="141446"/>
                  <a:pt x="358488" y="87383"/>
                </a:cubicBezTo>
                <a:cubicBezTo>
                  <a:pt x="329130" y="45431"/>
                  <a:pt x="275319" y="19712"/>
                  <a:pt x="214546" y="18585"/>
                </a:cubicBezTo>
                <a:cubicBezTo>
                  <a:pt x="162134" y="17611"/>
                  <a:pt x="107981" y="39778"/>
                  <a:pt x="76559" y="75055"/>
                </a:cubicBezTo>
                <a:cubicBezTo>
                  <a:pt x="52943" y="101569"/>
                  <a:pt x="42945" y="134002"/>
                  <a:pt x="47643" y="168850"/>
                </a:cubicBezTo>
                <a:cubicBezTo>
                  <a:pt x="48472" y="174996"/>
                  <a:pt x="50509" y="180605"/>
                  <a:pt x="52665" y="186543"/>
                </a:cubicBezTo>
                <a:cubicBezTo>
                  <a:pt x="55500" y="194350"/>
                  <a:pt x="58433" y="202423"/>
                  <a:pt x="58201" y="211449"/>
                </a:cubicBezTo>
                <a:cubicBezTo>
                  <a:pt x="57960" y="220973"/>
                  <a:pt x="50539" y="232052"/>
                  <a:pt x="37069" y="252165"/>
                </a:cubicBezTo>
                <a:cubicBezTo>
                  <a:pt x="33890" y="256912"/>
                  <a:pt x="30286" y="262293"/>
                  <a:pt x="26524" y="268050"/>
                </a:cubicBezTo>
                <a:cubicBezTo>
                  <a:pt x="17721" y="281689"/>
                  <a:pt x="18437" y="286041"/>
                  <a:pt x="18670" y="286774"/>
                </a:cubicBezTo>
                <a:cubicBezTo>
                  <a:pt x="18789" y="287149"/>
                  <a:pt x="19545" y="288520"/>
                  <a:pt x="24273" y="290422"/>
                </a:cubicBezTo>
                <a:cubicBezTo>
                  <a:pt x="26109" y="291159"/>
                  <a:pt x="28576" y="291857"/>
                  <a:pt x="31190" y="292596"/>
                </a:cubicBezTo>
                <a:cubicBezTo>
                  <a:pt x="41380" y="295475"/>
                  <a:pt x="58432" y="300296"/>
                  <a:pt x="58947" y="317993"/>
                </a:cubicBezTo>
                <a:cubicBezTo>
                  <a:pt x="59181" y="326074"/>
                  <a:pt x="58298" y="339046"/>
                  <a:pt x="57364" y="352780"/>
                </a:cubicBezTo>
                <a:cubicBezTo>
                  <a:pt x="56583" y="364248"/>
                  <a:pt x="55776" y="376106"/>
                  <a:pt x="55776" y="383687"/>
                </a:cubicBezTo>
                <a:cubicBezTo>
                  <a:pt x="55776" y="391064"/>
                  <a:pt x="57445" y="396180"/>
                  <a:pt x="60875" y="399327"/>
                </a:cubicBezTo>
                <a:cubicBezTo>
                  <a:pt x="68732" y="406533"/>
                  <a:pt x="87388" y="405610"/>
                  <a:pt x="104313" y="404157"/>
                </a:cubicBezTo>
                <a:cubicBezTo>
                  <a:pt x="121177" y="401917"/>
                  <a:pt x="134511" y="399445"/>
                  <a:pt x="146265" y="396377"/>
                </a:cubicBezTo>
                <a:cubicBezTo>
                  <a:pt x="149489" y="395539"/>
                  <a:pt x="152915" y="396490"/>
                  <a:pt x="155242" y="398871"/>
                </a:cubicBezTo>
                <a:cubicBezTo>
                  <a:pt x="169797" y="413767"/>
                  <a:pt x="180542" y="429273"/>
                  <a:pt x="191171" y="450719"/>
                </a:cubicBezTo>
                <a:close/>
                <a:moveTo>
                  <a:pt x="511390" y="379776"/>
                </a:moveTo>
                <a:lnTo>
                  <a:pt x="525892" y="433899"/>
                </a:lnTo>
                <a:cubicBezTo>
                  <a:pt x="527863" y="441256"/>
                  <a:pt x="526841" y="448956"/>
                  <a:pt x="523016" y="455583"/>
                </a:cubicBezTo>
                <a:cubicBezTo>
                  <a:pt x="519190" y="462210"/>
                  <a:pt x="513032" y="466945"/>
                  <a:pt x="505675" y="468916"/>
                </a:cubicBezTo>
                <a:cubicBezTo>
                  <a:pt x="503241" y="469568"/>
                  <a:pt x="500769" y="469890"/>
                  <a:pt x="498307" y="469890"/>
                </a:cubicBezTo>
                <a:cubicBezTo>
                  <a:pt x="493348" y="469890"/>
                  <a:pt x="488439" y="468581"/>
                  <a:pt x="484002" y="466019"/>
                </a:cubicBezTo>
                <a:cubicBezTo>
                  <a:pt x="479683" y="463526"/>
                  <a:pt x="476187" y="460040"/>
                  <a:pt x="473717" y="455898"/>
                </a:cubicBezTo>
                <a:cubicBezTo>
                  <a:pt x="451827" y="441027"/>
                  <a:pt x="403402" y="426453"/>
                  <a:pt x="366769" y="432954"/>
                </a:cubicBezTo>
                <a:cubicBezTo>
                  <a:pt x="366350" y="435012"/>
                  <a:pt x="365614" y="437017"/>
                  <a:pt x="364532" y="438893"/>
                </a:cubicBezTo>
                <a:cubicBezTo>
                  <a:pt x="361905" y="443442"/>
                  <a:pt x="357675" y="446693"/>
                  <a:pt x="352621" y="448047"/>
                </a:cubicBezTo>
                <a:lnTo>
                  <a:pt x="347185" y="449503"/>
                </a:lnTo>
                <a:lnTo>
                  <a:pt x="347185" y="559699"/>
                </a:lnTo>
                <a:cubicBezTo>
                  <a:pt x="347185" y="574536"/>
                  <a:pt x="335116" y="586605"/>
                  <a:pt x="320281" y="586605"/>
                </a:cubicBezTo>
                <a:lnTo>
                  <a:pt x="312591" y="586605"/>
                </a:lnTo>
                <a:cubicBezTo>
                  <a:pt x="297756" y="586605"/>
                  <a:pt x="285687" y="574536"/>
                  <a:pt x="285687" y="559699"/>
                </a:cubicBezTo>
                <a:lnTo>
                  <a:pt x="285687" y="465982"/>
                </a:lnTo>
                <a:cubicBezTo>
                  <a:pt x="285687" y="465982"/>
                  <a:pt x="285074" y="466147"/>
                  <a:pt x="285074" y="466147"/>
                </a:cubicBezTo>
                <a:cubicBezTo>
                  <a:pt x="283379" y="466600"/>
                  <a:pt x="281675" y="466817"/>
                  <a:pt x="279999" y="466817"/>
                </a:cubicBezTo>
                <a:cubicBezTo>
                  <a:pt x="271331" y="466817"/>
                  <a:pt x="263378" y="461026"/>
                  <a:pt x="261030" y="452265"/>
                </a:cubicBezTo>
                <a:lnTo>
                  <a:pt x="259186" y="445384"/>
                </a:lnTo>
                <a:cubicBezTo>
                  <a:pt x="256768" y="445902"/>
                  <a:pt x="254331" y="446173"/>
                  <a:pt x="251905" y="446173"/>
                </a:cubicBezTo>
                <a:cubicBezTo>
                  <a:pt x="245898" y="446173"/>
                  <a:pt x="239970" y="444598"/>
                  <a:pt x="234629" y="441513"/>
                </a:cubicBezTo>
                <a:cubicBezTo>
                  <a:pt x="226610" y="436883"/>
                  <a:pt x="220875" y="429408"/>
                  <a:pt x="218478" y="420464"/>
                </a:cubicBezTo>
                <a:cubicBezTo>
                  <a:pt x="216081" y="411521"/>
                  <a:pt x="217311" y="402179"/>
                  <a:pt x="221940" y="394159"/>
                </a:cubicBezTo>
                <a:cubicBezTo>
                  <a:pt x="226270" y="386660"/>
                  <a:pt x="233089" y="381160"/>
                  <a:pt x="241269" y="378517"/>
                </a:cubicBezTo>
                <a:lnTo>
                  <a:pt x="239429" y="371649"/>
                </a:lnTo>
                <a:cubicBezTo>
                  <a:pt x="238075" y="366596"/>
                  <a:pt x="238775" y="361307"/>
                  <a:pt x="241401" y="356759"/>
                </a:cubicBezTo>
                <a:cubicBezTo>
                  <a:pt x="244028" y="352210"/>
                  <a:pt x="248258" y="348958"/>
                  <a:pt x="253312" y="347605"/>
                </a:cubicBezTo>
                <a:lnTo>
                  <a:pt x="320859" y="329504"/>
                </a:lnTo>
                <a:cubicBezTo>
                  <a:pt x="325914" y="328151"/>
                  <a:pt x="331202" y="328852"/>
                  <a:pt x="335750" y="331477"/>
                </a:cubicBezTo>
                <a:cubicBezTo>
                  <a:pt x="337625" y="332560"/>
                  <a:pt x="339264" y="333927"/>
                  <a:pt x="340656" y="335501"/>
                </a:cubicBezTo>
                <a:cubicBezTo>
                  <a:pt x="375065" y="323018"/>
                  <a:pt x="409177" y="287155"/>
                  <a:pt x="421244" y="263312"/>
                </a:cubicBezTo>
                <a:cubicBezTo>
                  <a:pt x="420428" y="257126"/>
                  <a:pt x="421666" y="250851"/>
                  <a:pt x="424865" y="245311"/>
                </a:cubicBezTo>
                <a:cubicBezTo>
                  <a:pt x="428698" y="238672"/>
                  <a:pt x="434849" y="233932"/>
                  <a:pt x="442186" y="231967"/>
                </a:cubicBezTo>
                <a:cubicBezTo>
                  <a:pt x="449541" y="229996"/>
                  <a:pt x="457243" y="231018"/>
                  <a:pt x="463871" y="234844"/>
                </a:cubicBezTo>
                <a:cubicBezTo>
                  <a:pt x="470498" y="238670"/>
                  <a:pt x="475233" y="244829"/>
                  <a:pt x="477204" y="252186"/>
                </a:cubicBezTo>
                <a:lnTo>
                  <a:pt x="491703" y="306294"/>
                </a:lnTo>
                <a:cubicBezTo>
                  <a:pt x="498810" y="306120"/>
                  <a:pt x="505850" y="307893"/>
                  <a:pt x="512164" y="311537"/>
                </a:cubicBezTo>
                <a:cubicBezTo>
                  <a:pt x="521221" y="316766"/>
                  <a:pt x="527698" y="325209"/>
                  <a:pt x="530405" y="335310"/>
                </a:cubicBezTo>
                <a:cubicBezTo>
                  <a:pt x="535164" y="353074"/>
                  <a:pt x="526850" y="371308"/>
                  <a:pt x="511392" y="379775"/>
                </a:cubicBezTo>
                <a:close/>
                <a:moveTo>
                  <a:pt x="254369" y="427417"/>
                </a:moveTo>
                <a:lnTo>
                  <a:pt x="246084" y="396497"/>
                </a:lnTo>
                <a:cubicBezTo>
                  <a:pt x="242686" y="397820"/>
                  <a:pt x="239855" y="400233"/>
                  <a:pt x="238006" y="403437"/>
                </a:cubicBezTo>
                <a:cubicBezTo>
                  <a:pt x="235855" y="407164"/>
                  <a:pt x="235282" y="411506"/>
                  <a:pt x="236396" y="415662"/>
                </a:cubicBezTo>
                <a:cubicBezTo>
                  <a:pt x="237511" y="419820"/>
                  <a:pt x="240177" y="423294"/>
                  <a:pt x="243904" y="425447"/>
                </a:cubicBezTo>
                <a:cubicBezTo>
                  <a:pt x="247109" y="427297"/>
                  <a:pt x="250766" y="427972"/>
                  <a:pt x="254369" y="427418"/>
                </a:cubicBezTo>
                <a:close/>
                <a:moveTo>
                  <a:pt x="328630" y="454474"/>
                </a:moveTo>
                <a:lnTo>
                  <a:pt x="304239" y="461010"/>
                </a:lnTo>
                <a:lnTo>
                  <a:pt x="304239" y="559698"/>
                </a:lnTo>
                <a:cubicBezTo>
                  <a:pt x="304239" y="564304"/>
                  <a:pt x="307985" y="568050"/>
                  <a:pt x="312590" y="568050"/>
                </a:cubicBezTo>
                <a:lnTo>
                  <a:pt x="320280" y="568050"/>
                </a:lnTo>
                <a:cubicBezTo>
                  <a:pt x="324885" y="568050"/>
                  <a:pt x="328630" y="564304"/>
                  <a:pt x="328630" y="559698"/>
                </a:cubicBezTo>
                <a:close/>
                <a:moveTo>
                  <a:pt x="348581" y="428805"/>
                </a:moveTo>
                <a:lnTo>
                  <a:pt x="326981" y="348189"/>
                </a:lnTo>
                <a:cubicBezTo>
                  <a:pt x="326889" y="347847"/>
                  <a:pt x="326654" y="347650"/>
                  <a:pt x="326473" y="347546"/>
                </a:cubicBezTo>
                <a:cubicBezTo>
                  <a:pt x="326341" y="347469"/>
                  <a:pt x="326151" y="347392"/>
                  <a:pt x="325925" y="347392"/>
                </a:cubicBezTo>
                <a:cubicBezTo>
                  <a:pt x="325842" y="347392"/>
                  <a:pt x="325754" y="347402"/>
                  <a:pt x="325663" y="347426"/>
                </a:cubicBezTo>
                <a:lnTo>
                  <a:pt x="258112" y="365527"/>
                </a:lnTo>
                <a:lnTo>
                  <a:pt x="258111" y="365527"/>
                </a:lnTo>
                <a:cubicBezTo>
                  <a:pt x="257770" y="365619"/>
                  <a:pt x="257574" y="365853"/>
                  <a:pt x="257469" y="366035"/>
                </a:cubicBezTo>
                <a:cubicBezTo>
                  <a:pt x="257363" y="366217"/>
                  <a:pt x="257259" y="366504"/>
                  <a:pt x="257351" y="366847"/>
                </a:cubicBezTo>
                <a:lnTo>
                  <a:pt x="278951" y="447462"/>
                </a:lnTo>
                <a:cubicBezTo>
                  <a:pt x="279099" y="448016"/>
                  <a:pt x="279715" y="448372"/>
                  <a:pt x="280273" y="448224"/>
                </a:cubicBezTo>
                <a:lnTo>
                  <a:pt x="347821" y="430123"/>
                </a:lnTo>
                <a:cubicBezTo>
                  <a:pt x="348163" y="430032"/>
                  <a:pt x="348360" y="429798"/>
                  <a:pt x="348464" y="429616"/>
                </a:cubicBezTo>
                <a:cubicBezTo>
                  <a:pt x="348569" y="429434"/>
                  <a:pt x="348674" y="429146"/>
                  <a:pt x="348582" y="428804"/>
                </a:cubicBezTo>
                <a:close/>
                <a:moveTo>
                  <a:pt x="465768" y="430454"/>
                </a:moveTo>
                <a:lnTo>
                  <a:pt x="427643" y="288169"/>
                </a:lnTo>
                <a:cubicBezTo>
                  <a:pt x="410130" y="312727"/>
                  <a:pt x="380062" y="340869"/>
                  <a:pt x="347422" y="352791"/>
                </a:cubicBezTo>
                <a:lnTo>
                  <a:pt x="363983" y="414599"/>
                </a:lnTo>
                <a:cubicBezTo>
                  <a:pt x="398211" y="408607"/>
                  <a:pt x="438322" y="417942"/>
                  <a:pt x="465768" y="430453"/>
                </a:cubicBezTo>
                <a:close/>
                <a:moveTo>
                  <a:pt x="507970" y="438701"/>
                </a:moveTo>
                <a:lnTo>
                  <a:pt x="459280" y="256988"/>
                </a:lnTo>
                <a:cubicBezTo>
                  <a:pt x="458591" y="254418"/>
                  <a:pt x="456927" y="252261"/>
                  <a:pt x="454591" y="250912"/>
                </a:cubicBezTo>
                <a:cubicBezTo>
                  <a:pt x="452256" y="249563"/>
                  <a:pt x="449553" y="249200"/>
                  <a:pt x="446985" y="249890"/>
                </a:cubicBezTo>
                <a:cubicBezTo>
                  <a:pt x="444437" y="250573"/>
                  <a:pt x="442286" y="252241"/>
                  <a:pt x="440930" y="254590"/>
                </a:cubicBezTo>
                <a:cubicBezTo>
                  <a:pt x="439574" y="256938"/>
                  <a:pt x="439204" y="259634"/>
                  <a:pt x="439887" y="262183"/>
                </a:cubicBezTo>
                <a:lnTo>
                  <a:pt x="488578" y="443897"/>
                </a:lnTo>
                <a:cubicBezTo>
                  <a:pt x="489261" y="446445"/>
                  <a:pt x="490929" y="448596"/>
                  <a:pt x="493277" y="449952"/>
                </a:cubicBezTo>
                <a:cubicBezTo>
                  <a:pt x="495626" y="451307"/>
                  <a:pt x="498322" y="451680"/>
                  <a:pt x="500871" y="450994"/>
                </a:cubicBezTo>
                <a:cubicBezTo>
                  <a:pt x="506216" y="449562"/>
                  <a:pt x="509401" y="444047"/>
                  <a:pt x="507969" y="438700"/>
                </a:cubicBezTo>
                <a:close/>
                <a:moveTo>
                  <a:pt x="512481" y="340113"/>
                </a:moveTo>
                <a:cubicBezTo>
                  <a:pt x="510406" y="332368"/>
                  <a:pt x="504151" y="326856"/>
                  <a:pt x="496795" y="325305"/>
                </a:cubicBezTo>
                <a:lnTo>
                  <a:pt x="506300" y="360779"/>
                </a:lnTo>
                <a:cubicBezTo>
                  <a:pt x="511895" y="355759"/>
                  <a:pt x="514556" y="347857"/>
                  <a:pt x="512481" y="340113"/>
                </a:cubicBezTo>
                <a:close/>
                <a:moveTo>
                  <a:pt x="579552" y="359142"/>
                </a:moveTo>
                <a:lnTo>
                  <a:pt x="554603" y="352457"/>
                </a:lnTo>
                <a:cubicBezTo>
                  <a:pt x="549656" y="351133"/>
                  <a:pt x="544566" y="354069"/>
                  <a:pt x="543241" y="359017"/>
                </a:cubicBezTo>
                <a:cubicBezTo>
                  <a:pt x="541914" y="363966"/>
                  <a:pt x="544852" y="369052"/>
                  <a:pt x="549801" y="370379"/>
                </a:cubicBezTo>
                <a:lnTo>
                  <a:pt x="574750" y="377064"/>
                </a:lnTo>
                <a:cubicBezTo>
                  <a:pt x="575554" y="377280"/>
                  <a:pt x="576362" y="377382"/>
                  <a:pt x="577156" y="377382"/>
                </a:cubicBezTo>
                <a:cubicBezTo>
                  <a:pt x="581252" y="377382"/>
                  <a:pt x="585001" y="374648"/>
                  <a:pt x="586112" y="370503"/>
                </a:cubicBezTo>
                <a:cubicBezTo>
                  <a:pt x="587439" y="365554"/>
                  <a:pt x="584501" y="360467"/>
                  <a:pt x="579552" y="359141"/>
                </a:cubicBezTo>
                <a:close/>
                <a:moveTo>
                  <a:pt x="543241" y="331871"/>
                </a:moveTo>
                <a:cubicBezTo>
                  <a:pt x="544352" y="336016"/>
                  <a:pt x="548100" y="338749"/>
                  <a:pt x="552197" y="338749"/>
                </a:cubicBezTo>
                <a:cubicBezTo>
                  <a:pt x="552991" y="338749"/>
                  <a:pt x="553799" y="338646"/>
                  <a:pt x="554604" y="338431"/>
                </a:cubicBezTo>
                <a:lnTo>
                  <a:pt x="579553" y="331746"/>
                </a:lnTo>
                <a:cubicBezTo>
                  <a:pt x="584502" y="330419"/>
                  <a:pt x="587439" y="325333"/>
                  <a:pt x="586113" y="320384"/>
                </a:cubicBezTo>
                <a:cubicBezTo>
                  <a:pt x="584786" y="315435"/>
                  <a:pt x="579703" y="312500"/>
                  <a:pt x="574751" y="313824"/>
                </a:cubicBezTo>
                <a:lnTo>
                  <a:pt x="549802" y="320509"/>
                </a:lnTo>
                <a:cubicBezTo>
                  <a:pt x="544853" y="321836"/>
                  <a:pt x="541917" y="326922"/>
                  <a:pt x="543242" y="331871"/>
                </a:cubicBezTo>
                <a:close/>
                <a:moveTo>
                  <a:pt x="561051" y="276978"/>
                </a:moveTo>
                <a:cubicBezTo>
                  <a:pt x="557429" y="273355"/>
                  <a:pt x="551555" y="273356"/>
                  <a:pt x="547933" y="276978"/>
                </a:cubicBezTo>
                <a:lnTo>
                  <a:pt x="529669" y="295242"/>
                </a:lnTo>
                <a:cubicBezTo>
                  <a:pt x="526046" y="298865"/>
                  <a:pt x="526045" y="304739"/>
                  <a:pt x="529669" y="308361"/>
                </a:cubicBezTo>
                <a:cubicBezTo>
                  <a:pt x="531480" y="310172"/>
                  <a:pt x="533854" y="311078"/>
                  <a:pt x="536229" y="311078"/>
                </a:cubicBezTo>
                <a:cubicBezTo>
                  <a:pt x="538603" y="311078"/>
                  <a:pt x="540977" y="310172"/>
                  <a:pt x="542789" y="308361"/>
                </a:cubicBezTo>
                <a:lnTo>
                  <a:pt x="561053" y="290097"/>
                </a:lnTo>
                <a:cubicBezTo>
                  <a:pt x="564675" y="286474"/>
                  <a:pt x="564676" y="280601"/>
                  <a:pt x="561053" y="276978"/>
                </a:cubicBezTo>
                <a:close/>
                <a:moveTo>
                  <a:pt x="234421" y="312716"/>
                </a:moveTo>
                <a:lnTo>
                  <a:pt x="201927" y="312716"/>
                </a:lnTo>
                <a:cubicBezTo>
                  <a:pt x="194626" y="312716"/>
                  <a:pt x="188302" y="307517"/>
                  <a:pt x="186891" y="300354"/>
                </a:cubicBezTo>
                <a:lnTo>
                  <a:pt x="184394" y="287693"/>
                </a:lnTo>
                <a:lnTo>
                  <a:pt x="163077" y="278862"/>
                </a:lnTo>
                <a:lnTo>
                  <a:pt x="152356" y="286051"/>
                </a:lnTo>
                <a:cubicBezTo>
                  <a:pt x="146295" y="290118"/>
                  <a:pt x="138148" y="289323"/>
                  <a:pt x="132985" y="284160"/>
                </a:cubicBezTo>
                <a:lnTo>
                  <a:pt x="110008" y="261183"/>
                </a:lnTo>
                <a:cubicBezTo>
                  <a:pt x="104847" y="256022"/>
                  <a:pt x="104051" y="247875"/>
                  <a:pt x="108116" y="241813"/>
                </a:cubicBezTo>
                <a:lnTo>
                  <a:pt x="115307" y="231091"/>
                </a:lnTo>
                <a:lnTo>
                  <a:pt x="106475" y="209774"/>
                </a:lnTo>
                <a:lnTo>
                  <a:pt x="93813" y="207277"/>
                </a:lnTo>
                <a:cubicBezTo>
                  <a:pt x="86651" y="205865"/>
                  <a:pt x="81453" y="199541"/>
                  <a:pt x="81453" y="192242"/>
                </a:cubicBezTo>
                <a:lnTo>
                  <a:pt x="81453" y="159747"/>
                </a:lnTo>
                <a:cubicBezTo>
                  <a:pt x="81453" y="152447"/>
                  <a:pt x="86651" y="146123"/>
                  <a:pt x="93814" y="144712"/>
                </a:cubicBezTo>
                <a:lnTo>
                  <a:pt x="106475" y="142216"/>
                </a:lnTo>
                <a:lnTo>
                  <a:pt x="115307" y="120898"/>
                </a:lnTo>
                <a:lnTo>
                  <a:pt x="108117" y="110178"/>
                </a:lnTo>
                <a:cubicBezTo>
                  <a:pt x="104051" y="104115"/>
                  <a:pt x="104847" y="95969"/>
                  <a:pt x="110007" y="90806"/>
                </a:cubicBezTo>
                <a:lnTo>
                  <a:pt x="132985" y="67829"/>
                </a:lnTo>
                <a:cubicBezTo>
                  <a:pt x="138146" y="62668"/>
                  <a:pt x="146294" y="61872"/>
                  <a:pt x="152356" y="65937"/>
                </a:cubicBezTo>
                <a:lnTo>
                  <a:pt x="163077" y="73127"/>
                </a:lnTo>
                <a:lnTo>
                  <a:pt x="184394" y="64294"/>
                </a:lnTo>
                <a:lnTo>
                  <a:pt x="186891" y="51632"/>
                </a:lnTo>
                <a:cubicBezTo>
                  <a:pt x="188301" y="44471"/>
                  <a:pt x="194624" y="39272"/>
                  <a:pt x="201925" y="39272"/>
                </a:cubicBezTo>
                <a:lnTo>
                  <a:pt x="234420" y="39272"/>
                </a:lnTo>
                <a:cubicBezTo>
                  <a:pt x="241720" y="39272"/>
                  <a:pt x="248045" y="44470"/>
                  <a:pt x="249456" y="51632"/>
                </a:cubicBezTo>
                <a:lnTo>
                  <a:pt x="251953" y="64293"/>
                </a:lnTo>
                <a:lnTo>
                  <a:pt x="273270" y="73125"/>
                </a:lnTo>
                <a:lnTo>
                  <a:pt x="283989" y="65936"/>
                </a:lnTo>
                <a:cubicBezTo>
                  <a:pt x="290053" y="61870"/>
                  <a:pt x="298199" y="62666"/>
                  <a:pt x="303361" y="67827"/>
                </a:cubicBezTo>
                <a:lnTo>
                  <a:pt x="326339" y="90804"/>
                </a:lnTo>
                <a:cubicBezTo>
                  <a:pt x="331499" y="95965"/>
                  <a:pt x="332296" y="104112"/>
                  <a:pt x="328232" y="110174"/>
                </a:cubicBezTo>
                <a:lnTo>
                  <a:pt x="321040" y="120897"/>
                </a:lnTo>
                <a:lnTo>
                  <a:pt x="329872" y="142214"/>
                </a:lnTo>
                <a:lnTo>
                  <a:pt x="342534" y="144711"/>
                </a:lnTo>
                <a:cubicBezTo>
                  <a:pt x="349696" y="146123"/>
                  <a:pt x="354894" y="152446"/>
                  <a:pt x="354894" y="159746"/>
                </a:cubicBezTo>
                <a:lnTo>
                  <a:pt x="354894" y="192240"/>
                </a:lnTo>
                <a:cubicBezTo>
                  <a:pt x="354894" y="199540"/>
                  <a:pt x="349696" y="205865"/>
                  <a:pt x="342534" y="207276"/>
                </a:cubicBezTo>
                <a:lnTo>
                  <a:pt x="329872" y="209773"/>
                </a:lnTo>
                <a:lnTo>
                  <a:pt x="321040" y="231090"/>
                </a:lnTo>
                <a:lnTo>
                  <a:pt x="328230" y="241811"/>
                </a:lnTo>
                <a:cubicBezTo>
                  <a:pt x="332296" y="247874"/>
                  <a:pt x="331500" y="256021"/>
                  <a:pt x="326339" y="261183"/>
                </a:cubicBezTo>
                <a:lnTo>
                  <a:pt x="303361" y="284160"/>
                </a:lnTo>
                <a:cubicBezTo>
                  <a:pt x="298199" y="289323"/>
                  <a:pt x="290052" y="290118"/>
                  <a:pt x="283988" y="286050"/>
                </a:cubicBezTo>
                <a:lnTo>
                  <a:pt x="273269" y="278862"/>
                </a:lnTo>
                <a:lnTo>
                  <a:pt x="251951" y="287693"/>
                </a:lnTo>
                <a:lnTo>
                  <a:pt x="249455" y="300355"/>
                </a:lnTo>
                <a:cubicBezTo>
                  <a:pt x="248042" y="307517"/>
                  <a:pt x="241719" y="312716"/>
                  <a:pt x="234419" y="312716"/>
                </a:cubicBezTo>
                <a:close/>
                <a:moveTo>
                  <a:pt x="231767" y="294162"/>
                </a:moveTo>
                <a:lnTo>
                  <a:pt x="234711" y="279229"/>
                </a:lnTo>
                <a:cubicBezTo>
                  <a:pt x="235312" y="276185"/>
                  <a:pt x="237395" y="273642"/>
                  <a:pt x="240262" y="272454"/>
                </a:cubicBezTo>
                <a:lnTo>
                  <a:pt x="270759" y="259818"/>
                </a:lnTo>
                <a:cubicBezTo>
                  <a:pt x="273626" y="258630"/>
                  <a:pt x="276898" y="258954"/>
                  <a:pt x="279477" y="260683"/>
                </a:cubicBezTo>
                <a:lnTo>
                  <a:pt x="292121" y="269163"/>
                </a:lnTo>
                <a:lnTo>
                  <a:pt x="311344" y="249940"/>
                </a:lnTo>
                <a:lnTo>
                  <a:pt x="302865" y="237297"/>
                </a:lnTo>
                <a:cubicBezTo>
                  <a:pt x="301135" y="234720"/>
                  <a:pt x="300811" y="231447"/>
                  <a:pt x="301998" y="228579"/>
                </a:cubicBezTo>
                <a:lnTo>
                  <a:pt x="314633" y="198081"/>
                </a:lnTo>
                <a:cubicBezTo>
                  <a:pt x="315821" y="195214"/>
                  <a:pt x="318364" y="193131"/>
                  <a:pt x="321409" y="192530"/>
                </a:cubicBezTo>
                <a:lnTo>
                  <a:pt x="336340" y="189586"/>
                </a:lnTo>
                <a:lnTo>
                  <a:pt x="336340" y="162400"/>
                </a:lnTo>
                <a:lnTo>
                  <a:pt x="321409" y="159456"/>
                </a:lnTo>
                <a:cubicBezTo>
                  <a:pt x="318364" y="158855"/>
                  <a:pt x="315821" y="156772"/>
                  <a:pt x="314633" y="153905"/>
                </a:cubicBezTo>
                <a:lnTo>
                  <a:pt x="301998" y="123407"/>
                </a:lnTo>
                <a:cubicBezTo>
                  <a:pt x="300810" y="120539"/>
                  <a:pt x="301134" y="117266"/>
                  <a:pt x="302865" y="114689"/>
                </a:cubicBezTo>
                <a:lnTo>
                  <a:pt x="311344" y="102046"/>
                </a:lnTo>
                <a:lnTo>
                  <a:pt x="292119" y="82823"/>
                </a:lnTo>
                <a:lnTo>
                  <a:pt x="279478" y="91301"/>
                </a:lnTo>
                <a:cubicBezTo>
                  <a:pt x="276899" y="93029"/>
                  <a:pt x="273629" y="93355"/>
                  <a:pt x="270760" y="92168"/>
                </a:cubicBezTo>
                <a:lnTo>
                  <a:pt x="240262" y="79532"/>
                </a:lnTo>
                <a:cubicBezTo>
                  <a:pt x="237395" y="78345"/>
                  <a:pt x="235312" y="75802"/>
                  <a:pt x="234711" y="72757"/>
                </a:cubicBezTo>
                <a:lnTo>
                  <a:pt x="231767" y="57825"/>
                </a:lnTo>
                <a:lnTo>
                  <a:pt x="204581" y="57825"/>
                </a:lnTo>
                <a:lnTo>
                  <a:pt x="201637" y="72757"/>
                </a:lnTo>
                <a:cubicBezTo>
                  <a:pt x="201036" y="75801"/>
                  <a:pt x="198953" y="78344"/>
                  <a:pt x="196086" y="79532"/>
                </a:cubicBezTo>
                <a:lnTo>
                  <a:pt x="165588" y="92168"/>
                </a:lnTo>
                <a:cubicBezTo>
                  <a:pt x="162721" y="93355"/>
                  <a:pt x="159449" y="93033"/>
                  <a:pt x="156870" y="91301"/>
                </a:cubicBezTo>
                <a:lnTo>
                  <a:pt x="144227" y="82823"/>
                </a:lnTo>
                <a:lnTo>
                  <a:pt x="125004" y="102046"/>
                </a:lnTo>
                <a:lnTo>
                  <a:pt x="133482" y="114689"/>
                </a:lnTo>
                <a:cubicBezTo>
                  <a:pt x="135211" y="117266"/>
                  <a:pt x="135536" y="120538"/>
                  <a:pt x="134349" y="123407"/>
                </a:cubicBezTo>
                <a:lnTo>
                  <a:pt x="121713" y="153905"/>
                </a:lnTo>
                <a:cubicBezTo>
                  <a:pt x="120526" y="156772"/>
                  <a:pt x="117983" y="158855"/>
                  <a:pt x="114938" y="159456"/>
                </a:cubicBezTo>
                <a:lnTo>
                  <a:pt x="100007" y="162400"/>
                </a:lnTo>
                <a:lnTo>
                  <a:pt x="100007" y="189586"/>
                </a:lnTo>
                <a:lnTo>
                  <a:pt x="114938" y="192530"/>
                </a:lnTo>
                <a:cubicBezTo>
                  <a:pt x="117983" y="193131"/>
                  <a:pt x="120526" y="195214"/>
                  <a:pt x="121713" y="198081"/>
                </a:cubicBezTo>
                <a:lnTo>
                  <a:pt x="134349" y="228579"/>
                </a:lnTo>
                <a:cubicBezTo>
                  <a:pt x="135537" y="231447"/>
                  <a:pt x="135213" y="234718"/>
                  <a:pt x="133482" y="237297"/>
                </a:cubicBezTo>
                <a:lnTo>
                  <a:pt x="125004" y="249940"/>
                </a:lnTo>
                <a:lnTo>
                  <a:pt x="144227" y="269163"/>
                </a:lnTo>
                <a:lnTo>
                  <a:pt x="156871" y="260683"/>
                </a:lnTo>
                <a:cubicBezTo>
                  <a:pt x="159450" y="258956"/>
                  <a:pt x="162720" y="258630"/>
                  <a:pt x="165589" y="259818"/>
                </a:cubicBezTo>
                <a:lnTo>
                  <a:pt x="196087" y="272454"/>
                </a:lnTo>
                <a:cubicBezTo>
                  <a:pt x="198955" y="273641"/>
                  <a:pt x="201037" y="276184"/>
                  <a:pt x="201638" y="279229"/>
                </a:cubicBezTo>
                <a:lnTo>
                  <a:pt x="204583" y="294162"/>
                </a:lnTo>
                <a:lnTo>
                  <a:pt x="231769" y="294162"/>
                </a:lnTo>
                <a:close/>
                <a:moveTo>
                  <a:pt x="218173" y="252204"/>
                </a:moveTo>
                <a:cubicBezTo>
                  <a:pt x="176151" y="252204"/>
                  <a:pt x="141963" y="218016"/>
                  <a:pt x="141963" y="175993"/>
                </a:cubicBezTo>
                <a:cubicBezTo>
                  <a:pt x="141963" y="133969"/>
                  <a:pt x="176151" y="99782"/>
                  <a:pt x="218173" y="99782"/>
                </a:cubicBezTo>
                <a:cubicBezTo>
                  <a:pt x="260195" y="99782"/>
                  <a:pt x="294384" y="133969"/>
                  <a:pt x="294384" y="175993"/>
                </a:cubicBezTo>
                <a:cubicBezTo>
                  <a:pt x="294384" y="218016"/>
                  <a:pt x="260196" y="252204"/>
                  <a:pt x="218173" y="252204"/>
                </a:cubicBezTo>
                <a:close/>
                <a:moveTo>
                  <a:pt x="275830" y="175993"/>
                </a:moveTo>
                <a:cubicBezTo>
                  <a:pt x="275830" y="144201"/>
                  <a:pt x="249965" y="118336"/>
                  <a:pt x="218173" y="118336"/>
                </a:cubicBezTo>
                <a:cubicBezTo>
                  <a:pt x="186381" y="118336"/>
                  <a:pt x="160517" y="144201"/>
                  <a:pt x="160517" y="175993"/>
                </a:cubicBezTo>
                <a:cubicBezTo>
                  <a:pt x="160517" y="207785"/>
                  <a:pt x="186381" y="233650"/>
                  <a:pt x="218173" y="233650"/>
                </a:cubicBezTo>
                <a:cubicBezTo>
                  <a:pt x="249965" y="233650"/>
                  <a:pt x="275830" y="207785"/>
                  <a:pt x="275830" y="175993"/>
                </a:cubicBezTo>
                <a:close/>
                <a:moveTo>
                  <a:pt x="241670" y="147542"/>
                </a:moveTo>
                <a:lnTo>
                  <a:pt x="206435" y="182777"/>
                </a:lnTo>
                <a:lnTo>
                  <a:pt x="196152" y="164965"/>
                </a:lnTo>
                <a:cubicBezTo>
                  <a:pt x="193590" y="160528"/>
                  <a:pt x="187915" y="159010"/>
                  <a:pt x="183479" y="161570"/>
                </a:cubicBezTo>
                <a:cubicBezTo>
                  <a:pt x="179043" y="164131"/>
                  <a:pt x="177522" y="169805"/>
                  <a:pt x="180084" y="174242"/>
                </a:cubicBezTo>
                <a:lnTo>
                  <a:pt x="196413" y="202524"/>
                </a:lnTo>
                <a:cubicBezTo>
                  <a:pt x="197855" y="205022"/>
                  <a:pt x="200376" y="206707"/>
                  <a:pt x="203236" y="207083"/>
                </a:cubicBezTo>
                <a:cubicBezTo>
                  <a:pt x="203641" y="207137"/>
                  <a:pt x="204045" y="207162"/>
                  <a:pt x="204448" y="207162"/>
                </a:cubicBezTo>
                <a:cubicBezTo>
                  <a:pt x="206891" y="207162"/>
                  <a:pt x="209255" y="206196"/>
                  <a:pt x="211006" y="204445"/>
                </a:cubicBezTo>
                <a:lnTo>
                  <a:pt x="254790" y="160662"/>
                </a:lnTo>
                <a:cubicBezTo>
                  <a:pt x="258414" y="157039"/>
                  <a:pt x="258414" y="151165"/>
                  <a:pt x="254790" y="147543"/>
                </a:cubicBezTo>
                <a:cubicBezTo>
                  <a:pt x="251168" y="143920"/>
                  <a:pt x="245294" y="143920"/>
                  <a:pt x="241671" y="147543"/>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400"/>
              <a:buFont typeface="Arial"/>
              <a:buNone/>
            </a:pPr>
            <a:endParaRPr lang="en-US" sz="1400" b="0" i="0" u="none" strike="noStrike" cap="none" noProof="0">
              <a:solidFill>
                <a:srgbClr val="000000"/>
              </a:solidFill>
              <a:latin typeface="Arial"/>
              <a:ea typeface="Arial"/>
              <a:cs typeface="Arial"/>
              <a:sym typeface="Arial"/>
            </a:endParaRPr>
          </a:p>
        </p:txBody>
      </p:sp>
      <p:sp>
        <p:nvSpPr>
          <p:cNvPr id="14" name="Google Shape;2527;g3b23322d595_2_1528">
            <a:extLst>
              <a:ext uri="{FF2B5EF4-FFF2-40B4-BE49-F238E27FC236}">
                <a16:creationId xmlns:a16="http://schemas.microsoft.com/office/drawing/2014/main" id="{FFF22966-8AC8-231F-FDC1-66474D39BC7B}"/>
              </a:ext>
            </a:extLst>
          </p:cNvPr>
          <p:cNvSpPr txBox="1"/>
          <p:nvPr/>
        </p:nvSpPr>
        <p:spPr>
          <a:xfrm>
            <a:off x="4644611" y="1973220"/>
            <a:ext cx="3472549" cy="28978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100"/>
              </a:spcBef>
              <a:spcAft>
                <a:spcPts val="0"/>
              </a:spcAft>
              <a:buClr>
                <a:schemeClr val="dk1"/>
              </a:buClr>
              <a:buSzPts val="1200"/>
              <a:buFont typeface="IBM Plex Sans"/>
              <a:buNone/>
            </a:pPr>
            <a:r>
              <a:rPr lang="en-US" sz="1200" b="1" i="0" u="none" strike="noStrike" cap="none" noProof="0">
                <a:solidFill>
                  <a:schemeClr val="dk1"/>
                </a:solidFill>
                <a:latin typeface="IBM Plex Sans"/>
                <a:ea typeface="IBM Plex Sans"/>
                <a:cs typeface="IBM Plex Sans"/>
                <a:sym typeface="IBM Plex Sans"/>
              </a:rPr>
              <a:t>How </a:t>
            </a:r>
            <a:r>
              <a:rPr lang="en-US" sz="1200" b="1" noProof="0">
                <a:solidFill>
                  <a:schemeClr val="dk1"/>
                </a:solidFill>
                <a:latin typeface="IBM Plex Sans"/>
                <a:ea typeface="IBM Plex Sans"/>
                <a:cs typeface="IBM Plex Sans"/>
                <a:sym typeface="IBM Plex Sans"/>
              </a:rPr>
              <a:t>consumers</a:t>
            </a:r>
            <a:r>
              <a:rPr lang="en-US" sz="1200" b="1" i="0" u="none" strike="noStrike" cap="none" noProof="0">
                <a:solidFill>
                  <a:schemeClr val="dk1"/>
                </a:solidFill>
                <a:latin typeface="IBM Plex Sans"/>
                <a:ea typeface="IBM Plex Sans"/>
                <a:cs typeface="IBM Plex Sans"/>
                <a:sym typeface="IBM Plex Sans"/>
              </a:rPr>
              <a:t> use AI-powered </a:t>
            </a:r>
            <a:r>
              <a:rPr lang="en-US" sz="1200" b="1" noProof="0">
                <a:solidFill>
                  <a:schemeClr val="dk1"/>
                </a:solidFill>
                <a:latin typeface="IBM Plex Sans"/>
                <a:ea typeface="IBM Plex Sans"/>
                <a:cs typeface="IBM Plex Sans"/>
                <a:sym typeface="IBM Plex Sans"/>
              </a:rPr>
              <a:t>s</a:t>
            </a:r>
            <a:r>
              <a:rPr lang="en-US" sz="1200" b="1" i="0" u="none" strike="noStrike" cap="none" noProof="0">
                <a:solidFill>
                  <a:schemeClr val="dk1"/>
                </a:solidFill>
                <a:latin typeface="IBM Plex Sans"/>
                <a:ea typeface="IBM Plex Sans"/>
                <a:cs typeface="IBM Plex Sans"/>
                <a:sym typeface="IBM Plex Sans"/>
              </a:rPr>
              <a:t>earch:</a:t>
            </a:r>
            <a:endParaRPr lang="en-US" sz="1200" b="0" i="0" u="none" strike="noStrike" cap="none" noProof="0">
              <a:solidFill>
                <a:schemeClr val="dk1"/>
              </a:solidFill>
              <a:latin typeface="IBM Plex Sans"/>
              <a:ea typeface="IBM Plex Sans"/>
              <a:cs typeface="IBM Plex Sans"/>
              <a:sym typeface="IBM Plex Sans"/>
            </a:endParaRPr>
          </a:p>
        </p:txBody>
      </p:sp>
      <p:sp>
        <p:nvSpPr>
          <p:cNvPr id="15" name="CaixaDeTexto 14">
            <a:extLst>
              <a:ext uri="{FF2B5EF4-FFF2-40B4-BE49-F238E27FC236}">
                <a16:creationId xmlns:a16="http://schemas.microsoft.com/office/drawing/2014/main" id="{80E8E97E-2A37-4E58-6DB5-2F375C851DA2}"/>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future outlook</a:t>
            </a:r>
          </a:p>
        </p:txBody>
      </p:sp>
    </p:spTree>
    <p:extLst>
      <p:ext uri="{BB962C8B-B14F-4D97-AF65-F5344CB8AC3E}">
        <p14:creationId xmlns:p14="http://schemas.microsoft.com/office/powerpoint/2010/main" val="1183465014"/>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2541"/>
        <p:cNvGrpSpPr/>
        <p:nvPr/>
      </p:nvGrpSpPr>
      <p:grpSpPr>
        <a:xfrm>
          <a:off x="0" y="0"/>
          <a:ext cx="0" cy="0"/>
          <a:chOff x="0" y="0"/>
          <a:chExt cx="0" cy="0"/>
        </a:xfrm>
      </p:grpSpPr>
      <p:sp>
        <p:nvSpPr>
          <p:cNvPr id="2542" name="Google Shape;2542;g3b23322d595_2_1571"/>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91</a:t>
            </a:fld>
            <a:endParaRPr lang="en-US" noProof="0"/>
          </a:p>
        </p:txBody>
      </p:sp>
      <p:sp>
        <p:nvSpPr>
          <p:cNvPr id="2543" name="Google Shape;2543;g3b23322d595_2_1571"/>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Clr>
                <a:schemeClr val="dk1"/>
              </a:buClr>
              <a:buSzPts val="2800"/>
              <a:buFont typeface="IBM Plex Sans"/>
              <a:buNone/>
            </a:pPr>
            <a:r>
              <a:rPr lang="en-US" noProof="0"/>
              <a:t>Brand power and traditional SEO leadership no longer guarantee visibility in AI-driven search</a:t>
            </a:r>
          </a:p>
        </p:txBody>
      </p:sp>
      <p:sp>
        <p:nvSpPr>
          <p:cNvPr id="2544" name="Google Shape;2544;g3b23322d595_2_1571"/>
          <p:cNvSpPr txBox="1"/>
          <p:nvPr/>
        </p:nvSpPr>
        <p:spPr>
          <a:xfrm>
            <a:off x="420595" y="6361626"/>
            <a:ext cx="10171205" cy="107722"/>
          </a:xfrm>
          <a:prstGeom prst="rect">
            <a:avLst/>
          </a:prstGeom>
          <a:noFill/>
          <a:ln>
            <a:noFill/>
          </a:ln>
        </p:spPr>
        <p:txBody>
          <a:bodyPr spcFirstLastPara="1" wrap="square" lIns="0" tIns="0" rIns="0" bIns="0" anchor="b" anchorCtr="0">
            <a:spAutoFit/>
          </a:bodyPr>
          <a:lstStyle/>
          <a:p>
            <a:pPr marL="0" marR="0" lvl="0" indent="0" algn="l" rtl="0">
              <a:lnSpc>
                <a:spcPct val="100000"/>
              </a:lnSpc>
              <a:spcBef>
                <a:spcPts val="0"/>
              </a:spcBef>
              <a:spcAft>
                <a:spcPts val="0"/>
              </a:spcAft>
              <a:buClr>
                <a:srgbClr val="000000"/>
              </a:buClr>
              <a:buSzPts val="700"/>
              <a:buFont typeface="Arial"/>
              <a:buNone/>
            </a:pPr>
            <a:r>
              <a:rPr lang="en-US" sz="700" b="0" i="0" u="none" strike="noStrike" cap="none" noProof="0">
                <a:solidFill>
                  <a:srgbClr val="7F7F7F"/>
                </a:solidFill>
                <a:latin typeface="IBM Plex Sans"/>
                <a:ea typeface="Quattrocento Sans"/>
                <a:cs typeface="Quattrocento Sans"/>
                <a:sym typeface="Quattrocento Sans"/>
              </a:rPr>
              <a:t>Sources: (1</a:t>
            </a:r>
            <a:r>
              <a:rPr lang="en-US" sz="700" noProof="0">
                <a:solidFill>
                  <a:srgbClr val="7F7F7F"/>
                </a:solidFill>
                <a:latin typeface="IBM Plex Sans"/>
                <a:sym typeface="Quattrocento Sans"/>
              </a:rPr>
              <a:t>) </a:t>
            </a:r>
            <a:r>
              <a:rPr lang="en-US" sz="700" noProof="0">
                <a:solidFill>
                  <a:srgbClr val="7F7F7F"/>
                </a:solidFill>
                <a:latin typeface="IBM Plex Sans"/>
                <a:sym typeface="Calibri"/>
                <a:hlinkClick r:id="rId3">
                  <a:extLst>
                    <a:ext uri="{A12FA001-AC4F-418D-AE19-62706E023703}">
                      <ahyp:hlinkClr xmlns:ahyp="http://schemas.microsoft.com/office/drawing/2018/hyperlinkcolor" val="tx"/>
                    </a:ext>
                  </a:extLst>
                </a:hlinkClick>
              </a:rPr>
              <a:t>McKinsey</a:t>
            </a:r>
            <a:r>
              <a:rPr lang="en-US" sz="700" noProof="0">
                <a:solidFill>
                  <a:srgbClr val="7F7F7F"/>
                </a:solidFill>
                <a:latin typeface="IBM Plex Sans"/>
                <a:sym typeface="Calibri"/>
              </a:rPr>
              <a:t> (2) </a:t>
            </a:r>
            <a:r>
              <a:rPr lang="en-US" sz="700" noProof="0">
                <a:solidFill>
                  <a:srgbClr val="7F7F7F"/>
                </a:solidFill>
                <a:latin typeface="IBM Plex Sans"/>
                <a:sym typeface="Calibri"/>
                <a:hlinkClick r:id="rId4">
                  <a:extLst>
                    <a:ext uri="{A12FA001-AC4F-418D-AE19-62706E023703}">
                      <ahyp:hlinkClr xmlns:ahyp="http://schemas.microsoft.com/office/drawing/2018/hyperlinkcolor" val="tx"/>
                    </a:ext>
                  </a:extLst>
                </a:hlinkClick>
              </a:rPr>
              <a:t>Search Engine Land</a:t>
            </a:r>
            <a:endParaRPr lang="en-US" sz="700" noProof="0">
              <a:solidFill>
                <a:srgbClr val="7F7F7F"/>
              </a:solidFill>
              <a:latin typeface="IBM Plex Sans"/>
            </a:endParaRPr>
          </a:p>
        </p:txBody>
      </p:sp>
      <p:sp>
        <p:nvSpPr>
          <p:cNvPr id="2545" name="Google Shape;2545;g3b23322d595_2_1571"/>
          <p:cNvSpPr txBox="1"/>
          <p:nvPr/>
        </p:nvSpPr>
        <p:spPr>
          <a:xfrm>
            <a:off x="450091" y="5745629"/>
            <a:ext cx="11350811" cy="461624"/>
          </a:xfrm>
          <a:prstGeom prst="rect">
            <a:avLst/>
          </a:prstGeom>
          <a:solidFill>
            <a:srgbClr val="00B050">
              <a:alpha val="4823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dk1"/>
                </a:solidFill>
                <a:latin typeface="IBM Plex Sans"/>
                <a:ea typeface="IBM Plex Sans"/>
                <a:cs typeface="IBM Plex Sans"/>
                <a:sym typeface="IBM Plex Sans"/>
              </a:rPr>
              <a:t>About 75% of the links cited within an AI Overview come from websites that already rank in the top 12 organic positions</a:t>
            </a:r>
            <a:endParaRPr lang="en-US" b="1" i="0" u="none" strike="noStrike" cap="none" noProof="0">
              <a:solidFill>
                <a:schemeClr val="dk1"/>
              </a:solidFill>
              <a:latin typeface="IBM Plex Sans"/>
              <a:ea typeface="IBM Plex Sans"/>
              <a:cs typeface="IBM Plex Sans"/>
            </a:endParaRPr>
          </a:p>
        </p:txBody>
      </p:sp>
      <p:sp>
        <p:nvSpPr>
          <p:cNvPr id="2546" name="Google Shape;2546;g3b23322d595_2_1571"/>
          <p:cNvSpPr txBox="1"/>
          <p:nvPr/>
        </p:nvSpPr>
        <p:spPr>
          <a:xfrm>
            <a:off x="450091" y="1422111"/>
            <a:ext cx="8387974"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The change in brand visibility</a:t>
            </a:r>
            <a:endParaRPr lang="en-US" sz="1800" b="0" i="0" u="none" strike="noStrike" cap="none" noProof="0">
              <a:solidFill>
                <a:schemeClr val="dk1"/>
              </a:solidFill>
              <a:latin typeface="Arial"/>
              <a:ea typeface="Arial"/>
              <a:cs typeface="Arial"/>
              <a:sym typeface="Arial"/>
            </a:endParaRPr>
          </a:p>
        </p:txBody>
      </p:sp>
      <p:sp>
        <p:nvSpPr>
          <p:cNvPr id="2547" name="Google Shape;2547;g3b23322d595_2_1571"/>
          <p:cNvSpPr txBox="1"/>
          <p:nvPr/>
        </p:nvSpPr>
        <p:spPr>
          <a:xfrm>
            <a:off x="9023827" y="1422111"/>
            <a:ext cx="2777073" cy="307777"/>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400"/>
              <a:buFont typeface="IBM Plex Sans"/>
              <a:buNone/>
            </a:pPr>
            <a:r>
              <a:rPr lang="en-US" sz="1400" b="1" i="0" u="none" strike="noStrike" cap="none" noProof="0">
                <a:solidFill>
                  <a:schemeClr val="lt1"/>
                </a:solidFill>
                <a:latin typeface="IBM Plex Sans"/>
                <a:ea typeface="IBM Plex Sans"/>
                <a:cs typeface="IBM Plex Sans"/>
                <a:sym typeface="IBM Plex Sans"/>
              </a:rPr>
              <a:t>Insights from research</a:t>
            </a:r>
            <a:endParaRPr lang="en-US" sz="1800" b="0" i="0" u="none" strike="noStrike" cap="none" noProof="0">
              <a:solidFill>
                <a:schemeClr val="dk1"/>
              </a:solidFill>
              <a:latin typeface="Arial"/>
              <a:ea typeface="Arial"/>
              <a:cs typeface="Arial"/>
              <a:sym typeface="Arial"/>
            </a:endParaRPr>
          </a:p>
        </p:txBody>
      </p:sp>
      <p:sp>
        <p:nvSpPr>
          <p:cNvPr id="2548" name="Google Shape;2548;g3b23322d595_2_1571"/>
          <p:cNvSpPr txBox="1"/>
          <p:nvPr/>
        </p:nvSpPr>
        <p:spPr>
          <a:xfrm>
            <a:off x="9023827" y="1729888"/>
            <a:ext cx="2777073" cy="3873936"/>
          </a:xfrm>
          <a:prstGeom prst="rect">
            <a:avLst/>
          </a:prstGeom>
          <a:solidFill>
            <a:srgbClr val="F2F2F2"/>
          </a:solidFill>
          <a:ln>
            <a:noFill/>
          </a:ln>
        </p:spPr>
        <p:txBody>
          <a:bodyPr spcFirstLastPara="1" wrap="square" lIns="91425" tIns="45700" rIns="91425" bIns="45700" anchor="t" anchorCtr="0">
            <a:noAutofit/>
          </a:bodyPr>
          <a:lstStyle/>
          <a:p>
            <a:pPr marL="179705" indent="-179705">
              <a:spcBef>
                <a:spcPts val="600"/>
              </a:spcBef>
              <a:buSzPts val="1300"/>
              <a:buFont typeface="Arial"/>
              <a:buChar char="•"/>
            </a:pPr>
            <a:r>
              <a:rPr lang="en-US" sz="1200" b="0" i="0" u="none" strike="noStrike" cap="none" noProof="0">
                <a:solidFill>
                  <a:srgbClr val="000000"/>
                </a:solidFill>
                <a:latin typeface="IBM Plex Sans"/>
                <a:ea typeface="IBM Plex Sans"/>
                <a:cs typeface="IBM Plex Sans"/>
                <a:sym typeface="IBM Plex Sans"/>
              </a:rPr>
              <a:t>The SEO rank #1 on a results page, focusing on keywords, backlinks, technical site structure, and the result is a list of links for the user to research. While </a:t>
            </a:r>
            <a:r>
              <a:rPr lang="en-US" sz="1200" b="1" i="0" u="none" strike="noStrike" cap="none" noProof="0">
                <a:solidFill>
                  <a:srgbClr val="000000"/>
                </a:solidFill>
                <a:latin typeface="IBM Plex Sans"/>
                <a:ea typeface="IBM Plex Sans"/>
                <a:cs typeface="IBM Plex Sans"/>
                <a:sym typeface="IBM Plex Sans"/>
              </a:rPr>
              <a:t>GEO </a:t>
            </a:r>
            <a:r>
              <a:rPr lang="en-US" sz="1200" b="1" noProof="0">
                <a:latin typeface="IBM Plex Sans"/>
                <a:ea typeface="IBM Plex Sans"/>
                <a:cs typeface="IBM Plex Sans"/>
                <a:sym typeface="IBM Plex Sans"/>
              </a:rPr>
              <a:t>delivers</a:t>
            </a:r>
            <a:r>
              <a:rPr lang="en-US" sz="1200" b="1" i="0" u="none" strike="noStrike" cap="none" noProof="0">
                <a:solidFill>
                  <a:srgbClr val="000000"/>
                </a:solidFill>
                <a:latin typeface="IBM Plex Sans"/>
                <a:ea typeface="IBM Plex Sans"/>
                <a:cs typeface="IBM Plex Sans"/>
                <a:sym typeface="IBM Plex Sans"/>
              </a:rPr>
              <a:t> a synthesized, authoritative answer</a:t>
            </a:r>
            <a:r>
              <a:rPr lang="en-US" sz="1200" b="0" i="0" u="none" strike="noStrike" cap="none" noProof="0">
                <a:solidFill>
                  <a:srgbClr val="000000"/>
                </a:solidFill>
                <a:latin typeface="IBM Plex Sans"/>
                <a:ea typeface="IBM Plex Sans"/>
                <a:cs typeface="IBM Plex Sans"/>
                <a:sym typeface="IBM Plex Sans"/>
              </a:rPr>
              <a:t> that often bypasses information presented on the </a:t>
            </a:r>
            <a:r>
              <a:rPr lang="en-US" sz="1200" noProof="0">
                <a:latin typeface="IBM Plex Sans"/>
                <a:ea typeface="IBM Plex Sans"/>
                <a:cs typeface="IBM Plex Sans"/>
                <a:sym typeface="IBM Plex Sans"/>
              </a:rPr>
              <a:t>company</a:t>
            </a:r>
            <a:r>
              <a:rPr lang="en-US" sz="1200" b="0" i="0" u="none" strike="noStrike" cap="none" noProof="0">
                <a:solidFill>
                  <a:srgbClr val="000000"/>
                </a:solidFill>
                <a:latin typeface="IBM Plex Sans"/>
                <a:ea typeface="IBM Plex Sans"/>
                <a:cs typeface="IBM Plex Sans"/>
                <a:sym typeface="IBM Plex Sans"/>
              </a:rPr>
              <a:t> </a:t>
            </a:r>
            <a:r>
              <a:rPr lang="en-US" sz="1200" noProof="0">
                <a:latin typeface="IBM Plex Sans"/>
                <a:ea typeface="IBM Plex Sans"/>
                <a:cs typeface="IBM Plex Sans"/>
                <a:sym typeface="IBM Plex Sans"/>
              </a:rPr>
              <a:t>websites,</a:t>
            </a:r>
            <a:r>
              <a:rPr lang="en-US" sz="1200" b="0" i="0" u="none" strike="noStrike" cap="none" noProof="0">
                <a:solidFill>
                  <a:srgbClr val="000000"/>
                </a:solidFill>
                <a:latin typeface="IBM Plex Sans"/>
                <a:ea typeface="IBM Plex Sans"/>
                <a:cs typeface="IBM Plex Sans"/>
                <a:sym typeface="IBM Plex Sans"/>
              </a:rPr>
              <a:t> </a:t>
            </a:r>
            <a:r>
              <a:rPr lang="en-US" sz="1200" noProof="0">
                <a:latin typeface="IBM Plex Sans"/>
                <a:ea typeface="IBM Plex Sans"/>
                <a:cs typeface="IBM Plex Sans"/>
                <a:sym typeface="IBM Plex Sans"/>
              </a:rPr>
              <a:t>drawing from multiple </a:t>
            </a:r>
            <a:r>
              <a:rPr lang="en-US" sz="1200" b="0" i="0" u="none" strike="noStrike" cap="none" noProof="0">
                <a:solidFill>
                  <a:srgbClr val="000000"/>
                </a:solidFill>
                <a:latin typeface="IBM Plex Sans"/>
                <a:ea typeface="IBM Plex Sans"/>
                <a:cs typeface="IBM Plex Sans"/>
                <a:sym typeface="IBM Plex Sans"/>
              </a:rPr>
              <a:t>sources (reviews, articles, forums)</a:t>
            </a:r>
            <a:r>
              <a:rPr lang="en-US" sz="1200" baseline="30000" noProof="0">
                <a:latin typeface="IBM Plex Sans"/>
                <a:ea typeface="IBM Plex Sans"/>
                <a:cs typeface="IBM Plex Sans"/>
                <a:sym typeface="IBM Plex Sans"/>
              </a:rPr>
              <a:t>2</a:t>
            </a:r>
            <a:endParaRPr lang="en-US" sz="1600" b="0" i="0" u="none" strike="noStrike" cap="none" baseline="30000" noProof="0">
              <a:solidFill>
                <a:schemeClr val="dk1"/>
              </a:solidFill>
              <a:latin typeface="Arial"/>
              <a:ea typeface="Arial"/>
              <a:cs typeface="Arial"/>
            </a:endParaRPr>
          </a:p>
          <a:p>
            <a:pPr marL="179705" marR="0" lvl="0" indent="-179705" algn="l" rtl="0">
              <a:lnSpc>
                <a:spcPct val="100000"/>
              </a:lnSpc>
              <a:spcBef>
                <a:spcPts val="600"/>
              </a:spcBef>
              <a:spcAft>
                <a:spcPts val="200"/>
              </a:spcAft>
              <a:buClr>
                <a:srgbClr val="000000"/>
              </a:buClr>
              <a:buSzPts val="1300"/>
              <a:buFont typeface="Arial"/>
              <a:buChar char="•"/>
            </a:pPr>
            <a:r>
              <a:rPr lang="en-US" sz="1200" i="0" u="none" strike="noStrike" cap="none" noProof="0">
                <a:solidFill>
                  <a:srgbClr val="000000"/>
                </a:solidFill>
                <a:latin typeface="IBM Plex Sans"/>
                <a:ea typeface="IBM Plex Sans"/>
                <a:cs typeface="IBM Plex Sans"/>
                <a:sym typeface="IBM Plex Sans"/>
              </a:rPr>
              <a:t>Search is </a:t>
            </a:r>
            <a:r>
              <a:rPr lang="en-US" sz="1200" b="1" i="0" u="none" strike="noStrike" cap="none" noProof="0">
                <a:solidFill>
                  <a:srgbClr val="000000"/>
                </a:solidFill>
                <a:latin typeface="IBM Plex Sans"/>
                <a:ea typeface="IBM Plex Sans"/>
                <a:cs typeface="IBM Plex Sans"/>
                <a:sym typeface="IBM Plex Sans"/>
              </a:rPr>
              <a:t>shifting from ranking links (SEO) to being cited inside AI answers (GEO), </a:t>
            </a:r>
            <a:r>
              <a:rPr lang="en-US" sz="1200" i="0" u="none" strike="noStrike" cap="none" noProof="0">
                <a:solidFill>
                  <a:srgbClr val="000000"/>
                </a:solidFill>
                <a:latin typeface="IBM Plex Sans"/>
                <a:ea typeface="IBM Plex Sans"/>
                <a:cs typeface="IBM Plex Sans"/>
                <a:sym typeface="IBM Plex Sans"/>
              </a:rPr>
              <a:t>meaning visibility will depend less on Google results and more on whether AI models choose your </a:t>
            </a:r>
            <a:r>
              <a:rPr lang="en-US" sz="1200" noProof="0">
                <a:latin typeface="IBM Plex Sans"/>
                <a:ea typeface="IBM Plex Sans"/>
                <a:cs typeface="IBM Plex Sans"/>
                <a:sym typeface="IBM Plex Sans"/>
              </a:rPr>
              <a:t>content</a:t>
            </a:r>
            <a:r>
              <a:rPr lang="en-US" sz="1200" baseline="30000" noProof="0">
                <a:latin typeface="IBM Plex Sans"/>
                <a:ea typeface="IBM Plex Sans"/>
                <a:cs typeface="IBM Plex Sans"/>
                <a:sym typeface="IBM Plex Sans"/>
              </a:rPr>
              <a:t>1</a:t>
            </a:r>
            <a:endParaRPr lang="en-US" sz="1600" i="0" u="none" strike="noStrike" cap="none" baseline="30000" noProof="0">
              <a:solidFill>
                <a:schemeClr val="dk1"/>
              </a:solidFill>
              <a:latin typeface="Arial"/>
              <a:ea typeface="Arial"/>
              <a:cs typeface="Arial"/>
            </a:endParaRPr>
          </a:p>
        </p:txBody>
      </p:sp>
      <p:sp>
        <p:nvSpPr>
          <p:cNvPr id="2549" name="Google Shape;2549;g3b23322d595_2_1571"/>
          <p:cNvSpPr txBox="1"/>
          <p:nvPr/>
        </p:nvSpPr>
        <p:spPr>
          <a:xfrm>
            <a:off x="381151" y="4077990"/>
            <a:ext cx="2861846" cy="1384954"/>
          </a:xfrm>
          <a:prstGeom prst="rect">
            <a:avLst/>
          </a:prstGeom>
          <a:noFill/>
          <a:ln>
            <a:noFill/>
          </a:ln>
        </p:spPr>
        <p:txBody>
          <a:bodyPr spcFirstLastPara="1" wrap="square" lIns="91425" tIns="45700" rIns="91425" bIns="45700" anchor="t" anchorCtr="0">
            <a:spAutoFit/>
          </a:bodyPr>
          <a:lstStyle/>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200" b="1" i="0" u="none" strike="noStrike" cap="none" noProof="0">
                <a:solidFill>
                  <a:schemeClr val="dk1"/>
                </a:solidFill>
                <a:latin typeface="IBM Plex Sans"/>
                <a:ea typeface="IBM Plex Sans"/>
                <a:cs typeface="IBM Plex Sans"/>
                <a:sym typeface="IBM Plex Sans"/>
              </a:rPr>
              <a:t>SEO visibility is mature </a:t>
            </a:r>
            <a:r>
              <a:rPr lang="en-US" sz="1200" b="0" i="0" u="none" strike="noStrike" cap="none" noProof="0">
                <a:solidFill>
                  <a:schemeClr val="dk1"/>
                </a:solidFill>
                <a:latin typeface="IBM Plex Sans"/>
                <a:ea typeface="IBM Plex Sans"/>
                <a:cs typeface="IBM Plex Sans"/>
                <a:sym typeface="IBM Plex Sans"/>
              </a:rPr>
              <a:t>and well‑measured. </a:t>
            </a:r>
            <a:r>
              <a:rPr lang="en-US" sz="1200" b="1" i="0" u="none" strike="noStrike" cap="none" noProof="0">
                <a:solidFill>
                  <a:schemeClr val="dk1"/>
                </a:solidFill>
                <a:latin typeface="IBM Plex Sans"/>
                <a:ea typeface="IBM Plex Sans"/>
                <a:cs typeface="IBM Plex Sans"/>
                <a:sym typeface="IBM Plex Sans"/>
              </a:rPr>
              <a:t>GEO visibility is emerging</a:t>
            </a:r>
            <a:r>
              <a:rPr lang="en-US" sz="1200" b="0" i="0" u="none" strike="noStrike" cap="none" noProof="0">
                <a:solidFill>
                  <a:schemeClr val="dk1"/>
                </a:solidFill>
                <a:latin typeface="IBM Plex Sans"/>
                <a:ea typeface="IBM Plex Sans"/>
                <a:cs typeface="IBM Plex Sans"/>
                <a:sym typeface="IBM Plex Sans"/>
              </a:rPr>
              <a:t>, fast‑growing, but inconsistent </a:t>
            </a:r>
          </a:p>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200" noProof="0">
                <a:solidFill>
                  <a:schemeClr val="dk1"/>
                </a:solidFill>
                <a:latin typeface="IBM Plex Sans"/>
                <a:ea typeface="IBM Plex Sans"/>
                <a:cs typeface="IBM Plex Sans"/>
                <a:sym typeface="IBM Plex Sans"/>
              </a:rPr>
              <a:t>GEO has </a:t>
            </a:r>
            <a:r>
              <a:rPr lang="en-US" sz="1200" b="1" i="0" u="none" strike="noStrike" cap="none" noProof="0">
                <a:solidFill>
                  <a:schemeClr val="dk1"/>
                </a:solidFill>
                <a:latin typeface="IBM Plex Sans"/>
                <a:ea typeface="IBM Plex Sans"/>
                <a:cs typeface="IBM Plex Sans"/>
                <a:sym typeface="IBM Plex Sans"/>
              </a:rPr>
              <a:t>major room to improve </a:t>
            </a:r>
            <a:r>
              <a:rPr lang="en-US" sz="1200" b="0" i="0" u="none" strike="noStrike" cap="none" noProof="0">
                <a:solidFill>
                  <a:schemeClr val="dk1"/>
                </a:solidFill>
                <a:latin typeface="IBM Plex Sans"/>
                <a:ea typeface="IBM Plex Sans"/>
                <a:cs typeface="IBM Plex Sans"/>
                <a:sym typeface="IBM Plex Sans"/>
              </a:rPr>
              <a:t>in measurement, citation consistency, and AI‑friendly content structure</a:t>
            </a:r>
            <a:r>
              <a:rPr lang="en-US" sz="1200" b="0" i="0" u="none" strike="noStrike" cap="none" baseline="30000" noProof="0">
                <a:solidFill>
                  <a:schemeClr val="dk1"/>
                </a:solidFill>
                <a:latin typeface="IBM Plex Sans"/>
                <a:ea typeface="IBM Plex Sans"/>
                <a:cs typeface="IBM Plex Sans"/>
                <a:sym typeface="IBM Plex Sans"/>
              </a:rPr>
              <a:t>2</a:t>
            </a:r>
          </a:p>
        </p:txBody>
      </p:sp>
      <p:sp>
        <p:nvSpPr>
          <p:cNvPr id="2550" name="Google Shape;2550;g3b23322d595_2_1571"/>
          <p:cNvSpPr txBox="1"/>
          <p:nvPr/>
        </p:nvSpPr>
        <p:spPr>
          <a:xfrm>
            <a:off x="3705435" y="4077990"/>
            <a:ext cx="2448900" cy="830956"/>
          </a:xfrm>
          <a:prstGeom prst="rect">
            <a:avLst/>
          </a:prstGeom>
          <a:noFill/>
          <a:ln>
            <a:noFill/>
          </a:ln>
        </p:spPr>
        <p:txBody>
          <a:bodyPr spcFirstLastPara="1" wrap="square" lIns="91425" tIns="45700" rIns="91425" bIns="45700" anchor="t" anchorCtr="0">
            <a:spAutoFit/>
          </a:bodyPr>
          <a:lstStyle/>
          <a:p>
            <a:pPr marL="171450" marR="0" lvl="0" indent="-171450" rtl="0">
              <a:lnSpc>
                <a:spcPct val="100000"/>
              </a:lnSpc>
              <a:spcBef>
                <a:spcPts val="0"/>
              </a:spcBef>
              <a:spcAft>
                <a:spcPts val="0"/>
              </a:spcAft>
              <a:buClr>
                <a:srgbClr val="000000"/>
              </a:buClr>
              <a:buSzPts val="1400"/>
              <a:buFont typeface="Arial" panose="020B0604020202020204" pitchFamily="34" charset="0"/>
              <a:buChar char="•"/>
            </a:pPr>
            <a:r>
              <a:rPr lang="en-US" sz="1200" b="0" i="0" u="none" strike="noStrike" cap="none" noProof="0">
                <a:solidFill>
                  <a:schemeClr val="dk1"/>
                </a:solidFill>
                <a:latin typeface="IBM Plex Sans"/>
                <a:ea typeface="IBM Plex Sans"/>
                <a:cs typeface="IBM Plex Sans"/>
                <a:sym typeface="IBM Plex Sans"/>
              </a:rPr>
              <a:t>A vast majority of </a:t>
            </a:r>
            <a:r>
              <a:rPr lang="en-US" sz="1200" b="1" i="0" u="none" strike="noStrike" cap="none" noProof="0">
                <a:solidFill>
                  <a:schemeClr val="dk1"/>
                </a:solidFill>
                <a:latin typeface="IBM Plex Sans"/>
                <a:ea typeface="IBM Plex Sans"/>
                <a:cs typeface="IBM Plex Sans"/>
                <a:sym typeface="IBM Plex Sans"/>
              </a:rPr>
              <a:t>companies are not monitoring their visibility </a:t>
            </a:r>
            <a:r>
              <a:rPr lang="en-US" sz="1200" b="0" i="0" u="none" strike="noStrike" cap="none" noProof="0">
                <a:solidFill>
                  <a:schemeClr val="dk1"/>
                </a:solidFill>
                <a:latin typeface="IBM Plex Sans"/>
                <a:ea typeface="IBM Plex Sans"/>
                <a:cs typeface="IBM Plex Sans"/>
                <a:sym typeface="IBM Plex Sans"/>
              </a:rPr>
              <a:t>in this critical new channel</a:t>
            </a:r>
          </a:p>
        </p:txBody>
      </p:sp>
      <p:sp>
        <p:nvSpPr>
          <p:cNvPr id="2551" name="Google Shape;2551;g3b23322d595_2_1571"/>
          <p:cNvSpPr txBox="1"/>
          <p:nvPr/>
        </p:nvSpPr>
        <p:spPr>
          <a:xfrm>
            <a:off x="6430853" y="4077990"/>
            <a:ext cx="2448900" cy="1015622"/>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chemeClr val="dk1"/>
                </a:solidFill>
                <a:latin typeface="IBM Plex Sans"/>
                <a:ea typeface="IBM Plex Sans"/>
                <a:cs typeface="IBM Plex Sans"/>
                <a:sym typeface="IBM Plex Sans"/>
              </a:rPr>
              <a:t>Over 65% </a:t>
            </a:r>
            <a:r>
              <a:rPr lang="en-US" sz="1200" b="0" i="0" u="none" strike="noStrike" cap="none" noProof="0">
                <a:solidFill>
                  <a:schemeClr val="dk1"/>
                </a:solidFill>
                <a:latin typeface="IBM Plex Sans"/>
                <a:ea typeface="IBM Plex Sans"/>
                <a:cs typeface="IBM Plex Sans"/>
                <a:sym typeface="IBM Plex Sans"/>
              </a:rPr>
              <a:t>of AI-generated content in CPG and finance comes from publishers and user-generated content, not just brand websites</a:t>
            </a:r>
            <a:r>
              <a:rPr lang="en-US" sz="1200" b="0" i="0" u="none" strike="noStrike" cap="none" baseline="30000" noProof="0">
                <a:solidFill>
                  <a:schemeClr val="dk1"/>
                </a:solidFill>
                <a:latin typeface="IBM Plex Sans"/>
                <a:ea typeface="IBM Plex Sans"/>
                <a:cs typeface="IBM Plex Sans"/>
                <a:sym typeface="IBM Plex Sans"/>
              </a:rPr>
              <a:t>1</a:t>
            </a:r>
          </a:p>
        </p:txBody>
      </p:sp>
      <p:sp>
        <p:nvSpPr>
          <p:cNvPr id="2552" name="Google Shape;2552;g3b23322d595_2_1571"/>
          <p:cNvSpPr txBox="1"/>
          <p:nvPr/>
        </p:nvSpPr>
        <p:spPr>
          <a:xfrm>
            <a:off x="6715842" y="3018639"/>
            <a:ext cx="1707841" cy="615523"/>
          </a:xfrm>
          <a:prstGeom prst="rect">
            <a:avLst/>
          </a:prstGeom>
          <a:noFill/>
          <a:ln>
            <a:noFill/>
          </a:ln>
        </p:spPr>
        <p:txBody>
          <a:bodyPr spcFirstLastPara="1" wrap="square" lIns="91425" tIns="91425" rIns="91425" bIns="91425" anchor="ctr" anchorCtr="0">
            <a:sp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rgbClr val="000000"/>
                </a:solidFill>
                <a:latin typeface="IBM Plex Sans"/>
                <a:ea typeface="IBM Plex Sans"/>
                <a:cs typeface="IBM Plex Sans"/>
                <a:sym typeface="IBM Plex Sans"/>
              </a:rPr>
              <a:t>AI relies on new content sources</a:t>
            </a:r>
            <a:endParaRPr lang="en-US" sz="1400" b="0" i="0" u="none" strike="noStrike" cap="none" noProof="0">
              <a:solidFill>
                <a:srgbClr val="000000"/>
              </a:solidFill>
              <a:latin typeface="IBM Plex Sans"/>
              <a:ea typeface="IBM Plex Sans"/>
              <a:cs typeface="IBM Plex Sans"/>
              <a:sym typeface="IBM Plex Sans"/>
            </a:endParaRPr>
          </a:p>
        </p:txBody>
      </p:sp>
      <p:cxnSp>
        <p:nvCxnSpPr>
          <p:cNvPr id="2557" name="Google Shape;2557;g3b23322d595_2_1571"/>
          <p:cNvCxnSpPr/>
          <p:nvPr/>
        </p:nvCxnSpPr>
        <p:spPr>
          <a:xfrm>
            <a:off x="3321538" y="1887724"/>
            <a:ext cx="0" cy="2743200"/>
          </a:xfrm>
          <a:prstGeom prst="straightConnector1">
            <a:avLst/>
          </a:prstGeom>
          <a:noFill/>
          <a:ln w="9525" cap="flat" cmpd="sng">
            <a:solidFill>
              <a:srgbClr val="BFBFBF"/>
            </a:solidFill>
            <a:prstDash val="solid"/>
            <a:round/>
            <a:headEnd type="none" w="sm" len="sm"/>
            <a:tailEnd type="none" w="sm" len="sm"/>
          </a:ln>
        </p:spPr>
      </p:cxnSp>
      <p:cxnSp>
        <p:nvCxnSpPr>
          <p:cNvPr id="2558" name="Google Shape;2558;g3b23322d595_2_1571"/>
          <p:cNvCxnSpPr/>
          <p:nvPr/>
        </p:nvCxnSpPr>
        <p:spPr>
          <a:xfrm>
            <a:off x="6128848" y="1887724"/>
            <a:ext cx="0" cy="2743200"/>
          </a:xfrm>
          <a:prstGeom prst="straightConnector1">
            <a:avLst/>
          </a:prstGeom>
          <a:noFill/>
          <a:ln w="9525" cap="flat" cmpd="sng">
            <a:solidFill>
              <a:srgbClr val="BFBFBF"/>
            </a:solidFill>
            <a:prstDash val="solid"/>
            <a:round/>
            <a:headEnd type="none" w="sm" len="sm"/>
            <a:tailEnd type="none" w="sm" len="sm"/>
          </a:ln>
        </p:spPr>
      </p:cxnSp>
      <p:grpSp>
        <p:nvGrpSpPr>
          <p:cNvPr id="2559" name="Google Shape;2559;g3b23322d595_2_1571"/>
          <p:cNvGrpSpPr/>
          <p:nvPr/>
        </p:nvGrpSpPr>
        <p:grpSpPr>
          <a:xfrm>
            <a:off x="3898738" y="1984769"/>
            <a:ext cx="2197262" cy="1393994"/>
            <a:chOff x="3867550" y="2120362"/>
            <a:chExt cx="2197262" cy="1393994"/>
          </a:xfrm>
        </p:grpSpPr>
        <p:sp>
          <p:nvSpPr>
            <p:cNvPr id="2560" name="Google Shape;2560;g3b23322d595_2_1571"/>
            <p:cNvSpPr txBox="1"/>
            <p:nvPr/>
          </p:nvSpPr>
          <p:spPr>
            <a:xfrm>
              <a:off x="3867550" y="2401875"/>
              <a:ext cx="963695" cy="615523"/>
            </a:xfrm>
            <a:prstGeom prst="rect">
              <a:avLst/>
            </a:prstGeom>
            <a:noFill/>
            <a:ln>
              <a:noFill/>
            </a:ln>
          </p:spPr>
          <p:txBody>
            <a:bodyPr spcFirstLastPara="1" wrap="square" lIns="91425" tIns="91425" rIns="91425" bIns="91425"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2800" b="1" i="0" u="none" strike="noStrike" cap="none" noProof="0">
                  <a:solidFill>
                    <a:srgbClr val="7030A0"/>
                  </a:solidFill>
                  <a:latin typeface="IBM Plex Sans"/>
                  <a:ea typeface="IBM Plex Sans"/>
                  <a:cs typeface="IBM Plex Sans"/>
                  <a:sym typeface="IBM Plex Sans"/>
                </a:rPr>
                <a:t>16%</a:t>
              </a:r>
              <a:endParaRPr lang="en-US" sz="2800" b="0" i="0" u="none" strike="noStrike" cap="none" noProof="0">
                <a:solidFill>
                  <a:srgbClr val="7030A0"/>
                </a:solidFill>
                <a:latin typeface="IBM Plex Sans"/>
                <a:ea typeface="IBM Plex Sans"/>
                <a:cs typeface="IBM Plex Sans"/>
                <a:sym typeface="IBM Plex Sans"/>
              </a:endParaRPr>
            </a:p>
          </p:txBody>
        </p:sp>
        <p:sp>
          <p:nvSpPr>
            <p:cNvPr id="2561" name="Google Shape;2561;g3b23322d595_2_1571"/>
            <p:cNvSpPr txBox="1"/>
            <p:nvPr/>
          </p:nvSpPr>
          <p:spPr>
            <a:xfrm>
              <a:off x="3867550" y="2120362"/>
              <a:ext cx="570960" cy="400079"/>
            </a:xfrm>
            <a:prstGeom prst="rect">
              <a:avLst/>
            </a:prstGeom>
            <a:noFill/>
            <a:ln>
              <a:noFill/>
            </a:ln>
          </p:spPr>
          <p:txBody>
            <a:bodyPr spcFirstLastPara="1" wrap="square" lIns="91425" tIns="91425" rIns="91425" bIns="91425"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400" b="1" i="0" u="none" strike="noStrike" cap="none" noProof="0">
                  <a:solidFill>
                    <a:srgbClr val="000000"/>
                  </a:solidFill>
                  <a:latin typeface="IBM Plex Sans"/>
                  <a:ea typeface="IBM Plex Sans"/>
                  <a:cs typeface="IBM Plex Sans"/>
                  <a:sym typeface="IBM Plex Sans"/>
                </a:rPr>
                <a:t>Only</a:t>
              </a:r>
              <a:endParaRPr lang="en-US" sz="1400" b="0" i="0" u="none" strike="noStrike" cap="none" noProof="0">
                <a:solidFill>
                  <a:srgbClr val="000000"/>
                </a:solidFill>
                <a:latin typeface="IBM Plex Sans"/>
                <a:ea typeface="IBM Plex Sans"/>
                <a:cs typeface="IBM Plex Sans"/>
                <a:sym typeface="IBM Plex Sans"/>
              </a:endParaRPr>
            </a:p>
          </p:txBody>
        </p:sp>
        <p:sp>
          <p:nvSpPr>
            <p:cNvPr id="2562" name="Google Shape;2562;g3b23322d595_2_1571"/>
            <p:cNvSpPr txBox="1"/>
            <p:nvPr/>
          </p:nvSpPr>
          <p:spPr>
            <a:xfrm>
              <a:off x="3867550" y="2898833"/>
              <a:ext cx="2197262" cy="615523"/>
            </a:xfrm>
            <a:prstGeom prst="rect">
              <a:avLst/>
            </a:prstGeom>
            <a:noFill/>
            <a:ln>
              <a:noFill/>
            </a:ln>
          </p:spPr>
          <p:txBody>
            <a:bodyPr spcFirstLastPara="1" wrap="square" lIns="91425" tIns="91425" rIns="91425" bIns="91425" anchor="ctr"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400" b="1" i="0" u="none" strike="noStrike" cap="none" noProof="0">
                  <a:solidFill>
                    <a:srgbClr val="000000"/>
                  </a:solidFill>
                  <a:latin typeface="IBM Plex Sans"/>
                  <a:ea typeface="IBM Plex Sans"/>
                  <a:cs typeface="IBM Plex Sans"/>
                  <a:sym typeface="IBM Plex Sans"/>
                </a:rPr>
                <a:t>of brands track their AI performance</a:t>
              </a:r>
              <a:r>
                <a:rPr lang="en-US" sz="1400" i="0" u="none" strike="noStrike" cap="none" baseline="30000" noProof="0">
                  <a:solidFill>
                    <a:srgbClr val="000000"/>
                  </a:solidFill>
                  <a:latin typeface="IBM Plex Sans"/>
                  <a:ea typeface="IBM Plex Sans"/>
                  <a:cs typeface="IBM Plex Sans"/>
                  <a:sym typeface="IBM Plex Sans"/>
                </a:rPr>
                <a:t>1</a:t>
              </a:r>
            </a:p>
          </p:txBody>
        </p:sp>
      </p:grpSp>
      <p:grpSp>
        <p:nvGrpSpPr>
          <p:cNvPr id="2564" name="Google Shape;2564;g3b23322d595_2_1571"/>
          <p:cNvGrpSpPr/>
          <p:nvPr/>
        </p:nvGrpSpPr>
        <p:grpSpPr>
          <a:xfrm>
            <a:off x="6949658" y="1858056"/>
            <a:ext cx="974765" cy="1061767"/>
            <a:chOff x="12162251" y="3425752"/>
            <a:chExt cx="1577115" cy="1717881"/>
          </a:xfrm>
        </p:grpSpPr>
        <p:sp>
          <p:nvSpPr>
            <p:cNvPr id="2565" name="Google Shape;2565;g3b23322d595_2_1571"/>
            <p:cNvSpPr/>
            <p:nvPr/>
          </p:nvSpPr>
          <p:spPr>
            <a:xfrm>
              <a:off x="12835652" y="4635137"/>
              <a:ext cx="329831" cy="247374"/>
            </a:xfrm>
            <a:custGeom>
              <a:avLst/>
              <a:gdLst/>
              <a:ahLst/>
              <a:cxnLst/>
              <a:rect l="l" t="t" r="r" b="b"/>
              <a:pathLst>
                <a:path w="89" h="67" extrusionOk="0">
                  <a:moveTo>
                    <a:pt x="44" y="67"/>
                  </a:moveTo>
                  <a:cubicBezTo>
                    <a:pt x="20" y="67"/>
                    <a:pt x="0" y="47"/>
                    <a:pt x="0" y="22"/>
                  </a:cubicBezTo>
                  <a:cubicBezTo>
                    <a:pt x="0" y="16"/>
                    <a:pt x="1" y="10"/>
                    <a:pt x="3" y="5"/>
                  </a:cubicBezTo>
                  <a:cubicBezTo>
                    <a:pt x="5" y="2"/>
                    <a:pt x="8" y="0"/>
                    <a:pt x="11" y="2"/>
                  </a:cubicBezTo>
                  <a:cubicBezTo>
                    <a:pt x="14" y="3"/>
                    <a:pt x="16" y="6"/>
                    <a:pt x="14" y="10"/>
                  </a:cubicBezTo>
                  <a:cubicBezTo>
                    <a:pt x="13" y="14"/>
                    <a:pt x="12" y="18"/>
                    <a:pt x="12" y="22"/>
                  </a:cubicBezTo>
                  <a:cubicBezTo>
                    <a:pt x="12" y="40"/>
                    <a:pt x="26" y="55"/>
                    <a:pt x="44" y="55"/>
                  </a:cubicBezTo>
                  <a:cubicBezTo>
                    <a:pt x="62" y="55"/>
                    <a:pt x="77" y="40"/>
                    <a:pt x="77" y="22"/>
                  </a:cubicBezTo>
                  <a:cubicBezTo>
                    <a:pt x="77" y="19"/>
                    <a:pt x="79" y="16"/>
                    <a:pt x="83" y="16"/>
                  </a:cubicBezTo>
                  <a:cubicBezTo>
                    <a:pt x="86" y="16"/>
                    <a:pt x="89" y="19"/>
                    <a:pt x="89" y="22"/>
                  </a:cubicBezTo>
                  <a:cubicBezTo>
                    <a:pt x="89" y="47"/>
                    <a:pt x="69" y="67"/>
                    <a:pt x="44" y="67"/>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566" name="Google Shape;2566;g3b23322d595_2_1571"/>
            <p:cNvSpPr/>
            <p:nvPr/>
          </p:nvSpPr>
          <p:spPr>
            <a:xfrm>
              <a:off x="12835652" y="3686874"/>
              <a:ext cx="329831" cy="247374"/>
            </a:xfrm>
            <a:custGeom>
              <a:avLst/>
              <a:gdLst/>
              <a:ahLst/>
              <a:cxnLst/>
              <a:rect l="l" t="t" r="r" b="b"/>
              <a:pathLst>
                <a:path w="89" h="65" extrusionOk="0">
                  <a:moveTo>
                    <a:pt x="9" y="65"/>
                  </a:moveTo>
                  <a:cubicBezTo>
                    <a:pt x="6" y="65"/>
                    <a:pt x="4" y="64"/>
                    <a:pt x="3" y="62"/>
                  </a:cubicBezTo>
                  <a:cubicBezTo>
                    <a:pt x="1" y="56"/>
                    <a:pt x="0" y="50"/>
                    <a:pt x="0" y="44"/>
                  </a:cubicBezTo>
                  <a:cubicBezTo>
                    <a:pt x="0" y="20"/>
                    <a:pt x="20" y="0"/>
                    <a:pt x="44" y="0"/>
                  </a:cubicBezTo>
                  <a:cubicBezTo>
                    <a:pt x="69" y="0"/>
                    <a:pt x="89" y="20"/>
                    <a:pt x="89" y="44"/>
                  </a:cubicBezTo>
                  <a:cubicBezTo>
                    <a:pt x="89" y="48"/>
                    <a:pt x="86" y="50"/>
                    <a:pt x="83" y="50"/>
                  </a:cubicBezTo>
                  <a:cubicBezTo>
                    <a:pt x="79" y="50"/>
                    <a:pt x="77" y="48"/>
                    <a:pt x="77" y="44"/>
                  </a:cubicBezTo>
                  <a:cubicBezTo>
                    <a:pt x="77" y="26"/>
                    <a:pt x="62" y="12"/>
                    <a:pt x="44" y="12"/>
                  </a:cubicBezTo>
                  <a:cubicBezTo>
                    <a:pt x="26" y="12"/>
                    <a:pt x="12" y="26"/>
                    <a:pt x="12" y="44"/>
                  </a:cubicBezTo>
                  <a:cubicBezTo>
                    <a:pt x="12" y="49"/>
                    <a:pt x="13" y="53"/>
                    <a:pt x="14" y="57"/>
                  </a:cubicBezTo>
                  <a:cubicBezTo>
                    <a:pt x="16" y="60"/>
                    <a:pt x="14" y="64"/>
                    <a:pt x="11" y="65"/>
                  </a:cubicBezTo>
                  <a:cubicBezTo>
                    <a:pt x="10" y="65"/>
                    <a:pt x="10" y="65"/>
                    <a:pt x="9" y="65"/>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567" name="Google Shape;2567;g3b23322d595_2_1571"/>
            <p:cNvSpPr/>
            <p:nvPr/>
          </p:nvSpPr>
          <p:spPr>
            <a:xfrm>
              <a:off x="12547054" y="3810556"/>
              <a:ext cx="329831" cy="494749"/>
            </a:xfrm>
            <a:custGeom>
              <a:avLst/>
              <a:gdLst/>
              <a:ahLst/>
              <a:cxnLst/>
              <a:rect l="l" t="t" r="r" b="b"/>
              <a:pathLst>
                <a:path w="87" h="132" extrusionOk="0">
                  <a:moveTo>
                    <a:pt x="19" y="132"/>
                  </a:moveTo>
                  <a:cubicBezTo>
                    <a:pt x="17" y="132"/>
                    <a:pt x="15" y="131"/>
                    <a:pt x="14" y="129"/>
                  </a:cubicBezTo>
                  <a:cubicBezTo>
                    <a:pt x="7" y="117"/>
                    <a:pt x="3" y="104"/>
                    <a:pt x="2" y="91"/>
                  </a:cubicBezTo>
                  <a:cubicBezTo>
                    <a:pt x="0" y="68"/>
                    <a:pt x="7" y="47"/>
                    <a:pt x="22" y="29"/>
                  </a:cubicBezTo>
                  <a:cubicBezTo>
                    <a:pt x="37" y="12"/>
                    <a:pt x="57" y="2"/>
                    <a:pt x="80" y="0"/>
                  </a:cubicBezTo>
                  <a:cubicBezTo>
                    <a:pt x="83" y="0"/>
                    <a:pt x="86" y="3"/>
                    <a:pt x="86" y="6"/>
                  </a:cubicBezTo>
                  <a:cubicBezTo>
                    <a:pt x="87" y="9"/>
                    <a:pt x="84" y="12"/>
                    <a:pt x="81" y="13"/>
                  </a:cubicBezTo>
                  <a:cubicBezTo>
                    <a:pt x="62" y="14"/>
                    <a:pt x="44" y="23"/>
                    <a:pt x="31" y="37"/>
                  </a:cubicBezTo>
                  <a:cubicBezTo>
                    <a:pt x="19" y="52"/>
                    <a:pt x="13" y="71"/>
                    <a:pt x="14" y="90"/>
                  </a:cubicBezTo>
                  <a:cubicBezTo>
                    <a:pt x="15" y="102"/>
                    <a:pt x="18" y="113"/>
                    <a:pt x="25" y="122"/>
                  </a:cubicBezTo>
                  <a:cubicBezTo>
                    <a:pt x="26" y="125"/>
                    <a:pt x="25" y="129"/>
                    <a:pt x="23" y="131"/>
                  </a:cubicBezTo>
                  <a:cubicBezTo>
                    <a:pt x="22" y="131"/>
                    <a:pt x="20" y="132"/>
                    <a:pt x="19" y="132"/>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568" name="Google Shape;2568;g3b23322d595_2_1571"/>
            <p:cNvSpPr/>
            <p:nvPr/>
          </p:nvSpPr>
          <p:spPr>
            <a:xfrm>
              <a:off x="12643251" y="4470221"/>
              <a:ext cx="233635" cy="302346"/>
            </a:xfrm>
            <a:custGeom>
              <a:avLst/>
              <a:gdLst/>
              <a:ahLst/>
              <a:cxnLst/>
              <a:rect l="l" t="t" r="r" b="b"/>
              <a:pathLst>
                <a:path w="62" h="80" extrusionOk="0">
                  <a:moveTo>
                    <a:pt x="54" y="80"/>
                  </a:moveTo>
                  <a:cubicBezTo>
                    <a:pt x="47" y="80"/>
                    <a:pt x="39" y="78"/>
                    <a:pt x="32" y="75"/>
                  </a:cubicBezTo>
                  <a:cubicBezTo>
                    <a:pt x="19" y="68"/>
                    <a:pt x="9" y="58"/>
                    <a:pt x="5" y="45"/>
                  </a:cubicBezTo>
                  <a:cubicBezTo>
                    <a:pt x="0" y="31"/>
                    <a:pt x="1" y="17"/>
                    <a:pt x="7" y="4"/>
                  </a:cubicBezTo>
                  <a:cubicBezTo>
                    <a:pt x="8" y="1"/>
                    <a:pt x="12" y="0"/>
                    <a:pt x="15" y="1"/>
                  </a:cubicBezTo>
                  <a:cubicBezTo>
                    <a:pt x="18" y="3"/>
                    <a:pt x="20" y="7"/>
                    <a:pt x="18" y="10"/>
                  </a:cubicBezTo>
                  <a:cubicBezTo>
                    <a:pt x="13" y="19"/>
                    <a:pt x="13" y="30"/>
                    <a:pt x="16" y="40"/>
                  </a:cubicBezTo>
                  <a:cubicBezTo>
                    <a:pt x="20" y="51"/>
                    <a:pt x="27" y="59"/>
                    <a:pt x="37" y="64"/>
                  </a:cubicBezTo>
                  <a:cubicBezTo>
                    <a:pt x="43" y="66"/>
                    <a:pt x="49" y="68"/>
                    <a:pt x="56" y="67"/>
                  </a:cubicBezTo>
                  <a:cubicBezTo>
                    <a:pt x="59" y="67"/>
                    <a:pt x="62" y="70"/>
                    <a:pt x="62" y="73"/>
                  </a:cubicBezTo>
                  <a:cubicBezTo>
                    <a:pt x="62" y="77"/>
                    <a:pt x="59" y="80"/>
                    <a:pt x="56" y="80"/>
                  </a:cubicBezTo>
                  <a:cubicBezTo>
                    <a:pt x="55" y="80"/>
                    <a:pt x="55" y="80"/>
                    <a:pt x="54" y="80"/>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569" name="Google Shape;2569;g3b23322d595_2_1571"/>
            <p:cNvSpPr/>
            <p:nvPr/>
          </p:nvSpPr>
          <p:spPr>
            <a:xfrm>
              <a:off x="12547054" y="4195361"/>
              <a:ext cx="151177" cy="398552"/>
            </a:xfrm>
            <a:custGeom>
              <a:avLst/>
              <a:gdLst/>
              <a:ahLst/>
              <a:cxnLst/>
              <a:rect l="l" t="t" r="r" b="b"/>
              <a:pathLst>
                <a:path w="39" h="104" extrusionOk="0">
                  <a:moveTo>
                    <a:pt x="32" y="104"/>
                  </a:moveTo>
                  <a:cubicBezTo>
                    <a:pt x="30" y="104"/>
                    <a:pt x="29" y="103"/>
                    <a:pt x="28" y="102"/>
                  </a:cubicBezTo>
                  <a:cubicBezTo>
                    <a:pt x="0" y="74"/>
                    <a:pt x="0" y="30"/>
                    <a:pt x="28" y="3"/>
                  </a:cubicBezTo>
                  <a:cubicBezTo>
                    <a:pt x="30" y="0"/>
                    <a:pt x="34" y="0"/>
                    <a:pt x="36" y="3"/>
                  </a:cubicBezTo>
                  <a:cubicBezTo>
                    <a:pt x="39" y="5"/>
                    <a:pt x="39" y="9"/>
                    <a:pt x="36" y="11"/>
                  </a:cubicBezTo>
                  <a:cubicBezTo>
                    <a:pt x="14" y="34"/>
                    <a:pt x="14" y="71"/>
                    <a:pt x="36" y="93"/>
                  </a:cubicBezTo>
                  <a:cubicBezTo>
                    <a:pt x="39" y="95"/>
                    <a:pt x="39" y="99"/>
                    <a:pt x="36" y="102"/>
                  </a:cubicBezTo>
                  <a:cubicBezTo>
                    <a:pt x="35" y="103"/>
                    <a:pt x="34" y="104"/>
                    <a:pt x="32" y="104"/>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570" name="Google Shape;2570;g3b23322d595_2_1571"/>
            <p:cNvSpPr/>
            <p:nvPr/>
          </p:nvSpPr>
          <p:spPr>
            <a:xfrm>
              <a:off x="13124259" y="3686874"/>
              <a:ext cx="615107" cy="1195637"/>
            </a:xfrm>
            <a:custGeom>
              <a:avLst/>
              <a:gdLst/>
              <a:ahLst/>
              <a:cxnLst/>
              <a:rect l="l" t="t" r="r" b="b"/>
              <a:pathLst>
                <a:path w="615107" h="1195637" extrusionOk="0">
                  <a:moveTo>
                    <a:pt x="169859" y="45669"/>
                  </a:moveTo>
                  <a:cubicBezTo>
                    <a:pt x="100371" y="45669"/>
                    <a:pt x="46325" y="98949"/>
                    <a:pt x="46325" y="167453"/>
                  </a:cubicBezTo>
                  <a:lnTo>
                    <a:pt x="41233" y="179501"/>
                  </a:lnTo>
                  <a:lnTo>
                    <a:pt x="41233" y="314366"/>
                  </a:lnTo>
                  <a:lnTo>
                    <a:pt x="41233" y="449153"/>
                  </a:lnTo>
                  <a:lnTo>
                    <a:pt x="41233" y="449185"/>
                  </a:lnTo>
                  <a:lnTo>
                    <a:pt x="41233" y="565996"/>
                  </a:lnTo>
                  <a:lnTo>
                    <a:pt x="41233" y="576081"/>
                  </a:lnTo>
                  <a:lnTo>
                    <a:pt x="41233" y="666178"/>
                  </a:lnTo>
                  <a:lnTo>
                    <a:pt x="41233" y="683193"/>
                  </a:lnTo>
                  <a:lnTo>
                    <a:pt x="41233" y="750981"/>
                  </a:lnTo>
                  <a:lnTo>
                    <a:pt x="41233" y="772198"/>
                  </a:lnTo>
                  <a:lnTo>
                    <a:pt x="41233" y="821685"/>
                  </a:lnTo>
                  <a:lnTo>
                    <a:pt x="41233" y="844772"/>
                  </a:lnTo>
                  <a:cubicBezTo>
                    <a:pt x="41233" y="866411"/>
                    <a:pt x="41233" y="885592"/>
                    <a:pt x="41233" y="902592"/>
                  </a:cubicBezTo>
                  <a:lnTo>
                    <a:pt x="41233" y="925926"/>
                  </a:lnTo>
                  <a:lnTo>
                    <a:pt x="41233" y="947335"/>
                  </a:lnTo>
                  <a:lnTo>
                    <a:pt x="41233" y="989154"/>
                  </a:lnTo>
                  <a:lnTo>
                    <a:pt x="41233" y="1004295"/>
                  </a:lnTo>
                  <a:lnTo>
                    <a:pt x="41233" y="1018776"/>
                  </a:lnTo>
                  <a:lnTo>
                    <a:pt x="46325" y="1029491"/>
                  </a:lnTo>
                  <a:cubicBezTo>
                    <a:pt x="46325" y="1095949"/>
                    <a:pt x="100371" y="1151331"/>
                    <a:pt x="169859" y="1151331"/>
                  </a:cubicBezTo>
                  <a:cubicBezTo>
                    <a:pt x="239347" y="1151331"/>
                    <a:pt x="297254" y="1095949"/>
                    <a:pt x="297254" y="1029491"/>
                  </a:cubicBezTo>
                  <a:cubicBezTo>
                    <a:pt x="297254" y="1014722"/>
                    <a:pt x="293393" y="999953"/>
                    <a:pt x="285672" y="985185"/>
                  </a:cubicBezTo>
                  <a:cubicBezTo>
                    <a:pt x="281812" y="970416"/>
                    <a:pt x="285672" y="959340"/>
                    <a:pt x="297254" y="955648"/>
                  </a:cubicBezTo>
                  <a:cubicBezTo>
                    <a:pt x="308835" y="948263"/>
                    <a:pt x="324277" y="955648"/>
                    <a:pt x="328137" y="966724"/>
                  </a:cubicBezTo>
                  <a:cubicBezTo>
                    <a:pt x="333928" y="975954"/>
                    <a:pt x="337789" y="986108"/>
                    <a:pt x="340201" y="996723"/>
                  </a:cubicBezTo>
                  <a:lnTo>
                    <a:pt x="342765" y="1021596"/>
                  </a:lnTo>
                  <a:lnTo>
                    <a:pt x="424327" y="997696"/>
                  </a:lnTo>
                  <a:cubicBezTo>
                    <a:pt x="515295" y="949205"/>
                    <a:pt x="575252" y="848006"/>
                    <a:pt x="566982" y="738374"/>
                  </a:cubicBezTo>
                  <a:cubicBezTo>
                    <a:pt x="566982" y="715886"/>
                    <a:pt x="563306" y="694334"/>
                    <a:pt x="556874" y="673720"/>
                  </a:cubicBezTo>
                  <a:lnTo>
                    <a:pt x="545143" y="647732"/>
                  </a:lnTo>
                  <a:lnTo>
                    <a:pt x="520782" y="679487"/>
                  </a:lnTo>
                  <a:cubicBezTo>
                    <a:pt x="517166" y="683319"/>
                    <a:pt x="509933" y="687151"/>
                    <a:pt x="506316" y="687151"/>
                  </a:cubicBezTo>
                  <a:cubicBezTo>
                    <a:pt x="499083" y="687151"/>
                    <a:pt x="491850" y="683319"/>
                    <a:pt x="488233" y="679487"/>
                  </a:cubicBezTo>
                  <a:cubicBezTo>
                    <a:pt x="481000" y="671822"/>
                    <a:pt x="481000" y="656493"/>
                    <a:pt x="488233" y="644997"/>
                  </a:cubicBezTo>
                  <a:cubicBezTo>
                    <a:pt x="528016" y="602842"/>
                    <a:pt x="549715" y="549191"/>
                    <a:pt x="549715" y="487875"/>
                  </a:cubicBezTo>
                  <a:cubicBezTo>
                    <a:pt x="549715" y="459133"/>
                    <a:pt x="544290" y="430392"/>
                    <a:pt x="533893" y="403566"/>
                  </a:cubicBezTo>
                  <a:lnTo>
                    <a:pt x="513959" y="371778"/>
                  </a:lnTo>
                  <a:lnTo>
                    <a:pt x="505414" y="397173"/>
                  </a:lnTo>
                  <a:cubicBezTo>
                    <a:pt x="498030" y="404731"/>
                    <a:pt x="490646" y="412290"/>
                    <a:pt x="483261" y="412290"/>
                  </a:cubicBezTo>
                  <a:cubicBezTo>
                    <a:pt x="479569" y="412290"/>
                    <a:pt x="475877" y="408511"/>
                    <a:pt x="472185" y="408511"/>
                  </a:cubicBezTo>
                  <a:cubicBezTo>
                    <a:pt x="461108" y="404731"/>
                    <a:pt x="457416" y="389614"/>
                    <a:pt x="464801" y="378276"/>
                  </a:cubicBezTo>
                  <a:cubicBezTo>
                    <a:pt x="479569" y="340483"/>
                    <a:pt x="483261" y="298910"/>
                    <a:pt x="468493" y="261117"/>
                  </a:cubicBezTo>
                  <a:cubicBezTo>
                    <a:pt x="457416" y="223324"/>
                    <a:pt x="427879" y="193089"/>
                    <a:pt x="394650" y="174193"/>
                  </a:cubicBezTo>
                  <a:lnTo>
                    <a:pt x="342642" y="162985"/>
                  </a:lnTo>
                  <a:lnTo>
                    <a:pt x="343579" y="167453"/>
                  </a:lnTo>
                  <a:cubicBezTo>
                    <a:pt x="343579" y="190288"/>
                    <a:pt x="339719" y="213122"/>
                    <a:pt x="328137" y="235957"/>
                  </a:cubicBezTo>
                  <a:cubicBezTo>
                    <a:pt x="324277" y="243568"/>
                    <a:pt x="316556" y="247374"/>
                    <a:pt x="308835" y="247374"/>
                  </a:cubicBezTo>
                  <a:cubicBezTo>
                    <a:pt x="304975" y="247374"/>
                    <a:pt x="301114" y="247374"/>
                    <a:pt x="297254" y="247374"/>
                  </a:cubicBezTo>
                  <a:cubicBezTo>
                    <a:pt x="285672" y="243568"/>
                    <a:pt x="281812" y="228345"/>
                    <a:pt x="285672" y="216928"/>
                  </a:cubicBezTo>
                  <a:cubicBezTo>
                    <a:pt x="293393" y="201705"/>
                    <a:pt x="297254" y="186482"/>
                    <a:pt x="297254" y="167453"/>
                  </a:cubicBezTo>
                  <a:cubicBezTo>
                    <a:pt x="297254" y="98949"/>
                    <a:pt x="239347" y="45669"/>
                    <a:pt x="169859" y="45669"/>
                  </a:cubicBezTo>
                  <a:close/>
                  <a:moveTo>
                    <a:pt x="169859" y="0"/>
                  </a:moveTo>
                  <a:cubicBezTo>
                    <a:pt x="242242" y="0"/>
                    <a:pt x="303768" y="42815"/>
                    <a:pt x="330007" y="102755"/>
                  </a:cubicBezTo>
                  <a:lnTo>
                    <a:pt x="332396" y="114144"/>
                  </a:lnTo>
                  <a:lnTo>
                    <a:pt x="368805" y="116085"/>
                  </a:lnTo>
                  <a:cubicBezTo>
                    <a:pt x="383573" y="119392"/>
                    <a:pt x="398341" y="125061"/>
                    <a:pt x="413110" y="132620"/>
                  </a:cubicBezTo>
                  <a:cubicBezTo>
                    <a:pt x="461108" y="155296"/>
                    <a:pt x="495260" y="196869"/>
                    <a:pt x="511875" y="245055"/>
                  </a:cubicBezTo>
                  <a:lnTo>
                    <a:pt x="520037" y="299701"/>
                  </a:lnTo>
                  <a:lnTo>
                    <a:pt x="520782" y="300096"/>
                  </a:lnTo>
                  <a:cubicBezTo>
                    <a:pt x="594018" y="377699"/>
                    <a:pt x="612327" y="494103"/>
                    <a:pt x="575709" y="591106"/>
                  </a:cubicBezTo>
                  <a:lnTo>
                    <a:pt x="571031" y="600634"/>
                  </a:lnTo>
                  <a:lnTo>
                    <a:pt x="599143" y="659196"/>
                  </a:lnTo>
                  <a:cubicBezTo>
                    <a:pt x="607413" y="683090"/>
                    <a:pt x="612926" y="708390"/>
                    <a:pt x="614763" y="734626"/>
                  </a:cubicBezTo>
                  <a:cubicBezTo>
                    <a:pt x="618439" y="817085"/>
                    <a:pt x="592711" y="899543"/>
                    <a:pt x="537578" y="963260"/>
                  </a:cubicBezTo>
                  <a:cubicBezTo>
                    <a:pt x="511850" y="995119"/>
                    <a:pt x="479689" y="1020419"/>
                    <a:pt x="443853" y="1038691"/>
                  </a:cubicBezTo>
                  <a:lnTo>
                    <a:pt x="335122" y="1069930"/>
                  </a:lnTo>
                  <a:lnTo>
                    <a:pt x="330007" y="1094392"/>
                  </a:lnTo>
                  <a:cubicBezTo>
                    <a:pt x="303768" y="1154101"/>
                    <a:pt x="242242" y="1195637"/>
                    <a:pt x="169859" y="1195637"/>
                  </a:cubicBezTo>
                  <a:cubicBezTo>
                    <a:pt x="100372" y="1195637"/>
                    <a:pt x="39570" y="1154101"/>
                    <a:pt x="13512" y="1094392"/>
                  </a:cubicBezTo>
                  <a:lnTo>
                    <a:pt x="3926" y="1048348"/>
                  </a:lnTo>
                  <a:lnTo>
                    <a:pt x="327" y="1036294"/>
                  </a:lnTo>
                  <a:lnTo>
                    <a:pt x="0" y="1035293"/>
                  </a:lnTo>
                  <a:lnTo>
                    <a:pt x="0" y="1035198"/>
                  </a:lnTo>
                  <a:lnTo>
                    <a:pt x="0" y="1029491"/>
                  </a:lnTo>
                  <a:lnTo>
                    <a:pt x="0" y="881282"/>
                  </a:lnTo>
                  <a:lnTo>
                    <a:pt x="0" y="811519"/>
                  </a:lnTo>
                  <a:lnTo>
                    <a:pt x="0" y="746495"/>
                  </a:lnTo>
                  <a:lnTo>
                    <a:pt x="0" y="650240"/>
                  </a:lnTo>
                  <a:lnTo>
                    <a:pt x="0" y="629651"/>
                  </a:lnTo>
                  <a:lnTo>
                    <a:pt x="0" y="529469"/>
                  </a:lnTo>
                  <a:lnTo>
                    <a:pt x="0" y="518072"/>
                  </a:lnTo>
                  <a:lnTo>
                    <a:pt x="0" y="444667"/>
                  </a:lnTo>
                  <a:lnTo>
                    <a:pt x="0" y="412115"/>
                  </a:lnTo>
                  <a:lnTo>
                    <a:pt x="0" y="373962"/>
                  </a:lnTo>
                  <a:lnTo>
                    <a:pt x="0" y="329474"/>
                  </a:lnTo>
                  <a:lnTo>
                    <a:pt x="0" y="269722"/>
                  </a:lnTo>
                  <a:lnTo>
                    <a:pt x="0" y="267251"/>
                  </a:lnTo>
                  <a:cubicBezTo>
                    <a:pt x="0" y="249591"/>
                    <a:pt x="0" y="234851"/>
                    <a:pt x="0" y="222548"/>
                  </a:cubicBezTo>
                  <a:lnTo>
                    <a:pt x="0" y="206494"/>
                  </a:lnTo>
                  <a:lnTo>
                    <a:pt x="0" y="192470"/>
                  </a:lnTo>
                  <a:cubicBezTo>
                    <a:pt x="0" y="184559"/>
                    <a:pt x="0" y="178603"/>
                    <a:pt x="0" y="174118"/>
                  </a:cubicBezTo>
                  <a:lnTo>
                    <a:pt x="0" y="174025"/>
                  </a:lnTo>
                  <a:lnTo>
                    <a:pt x="0" y="167453"/>
                  </a:lnTo>
                  <a:lnTo>
                    <a:pt x="0" y="162063"/>
                  </a:lnTo>
                  <a:lnTo>
                    <a:pt x="0" y="160450"/>
                  </a:lnTo>
                  <a:lnTo>
                    <a:pt x="0" y="160354"/>
                  </a:lnTo>
                  <a:lnTo>
                    <a:pt x="327" y="159354"/>
                  </a:lnTo>
                  <a:lnTo>
                    <a:pt x="4868" y="144143"/>
                  </a:lnTo>
                  <a:lnTo>
                    <a:pt x="13512" y="102755"/>
                  </a:lnTo>
                  <a:cubicBezTo>
                    <a:pt x="39570" y="42815"/>
                    <a:pt x="100372" y="0"/>
                    <a:pt x="169859" y="0"/>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571" name="Google Shape;2571;g3b23322d595_2_1571"/>
            <p:cNvSpPr/>
            <p:nvPr/>
          </p:nvSpPr>
          <p:spPr>
            <a:xfrm>
              <a:off x="12643251" y="3425752"/>
              <a:ext cx="137430" cy="192402"/>
            </a:xfrm>
            <a:custGeom>
              <a:avLst/>
              <a:gdLst/>
              <a:ahLst/>
              <a:cxnLst/>
              <a:rect l="l" t="t" r="r" b="b"/>
              <a:pathLst>
                <a:path w="36" h="51" extrusionOk="0">
                  <a:moveTo>
                    <a:pt x="29" y="51"/>
                  </a:moveTo>
                  <a:cubicBezTo>
                    <a:pt x="26" y="51"/>
                    <a:pt x="24" y="50"/>
                    <a:pt x="23" y="48"/>
                  </a:cubicBezTo>
                  <a:cubicBezTo>
                    <a:pt x="1" y="10"/>
                    <a:pt x="1" y="10"/>
                    <a:pt x="1" y="10"/>
                  </a:cubicBezTo>
                  <a:cubicBezTo>
                    <a:pt x="0" y="7"/>
                    <a:pt x="1" y="3"/>
                    <a:pt x="4" y="1"/>
                  </a:cubicBezTo>
                  <a:cubicBezTo>
                    <a:pt x="7" y="0"/>
                    <a:pt x="10" y="1"/>
                    <a:pt x="12" y="4"/>
                  </a:cubicBezTo>
                  <a:cubicBezTo>
                    <a:pt x="34" y="42"/>
                    <a:pt x="34" y="42"/>
                    <a:pt x="34" y="42"/>
                  </a:cubicBezTo>
                  <a:cubicBezTo>
                    <a:pt x="36" y="45"/>
                    <a:pt x="35" y="48"/>
                    <a:pt x="32" y="50"/>
                  </a:cubicBezTo>
                  <a:cubicBezTo>
                    <a:pt x="31" y="51"/>
                    <a:pt x="30" y="51"/>
                    <a:pt x="29" y="51"/>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572" name="Google Shape;2572;g3b23322d595_2_1571"/>
            <p:cNvSpPr/>
            <p:nvPr/>
          </p:nvSpPr>
          <p:spPr>
            <a:xfrm>
              <a:off x="12285933" y="3783070"/>
              <a:ext cx="206149" cy="123691"/>
            </a:xfrm>
            <a:custGeom>
              <a:avLst/>
              <a:gdLst/>
              <a:ahLst/>
              <a:cxnLst/>
              <a:rect l="l" t="t" r="r" b="b"/>
              <a:pathLst>
                <a:path w="52" h="35" extrusionOk="0">
                  <a:moveTo>
                    <a:pt x="45" y="35"/>
                  </a:moveTo>
                  <a:cubicBezTo>
                    <a:pt x="44" y="35"/>
                    <a:pt x="43" y="35"/>
                    <a:pt x="42" y="34"/>
                  </a:cubicBezTo>
                  <a:cubicBezTo>
                    <a:pt x="4" y="12"/>
                    <a:pt x="4" y="12"/>
                    <a:pt x="4" y="12"/>
                  </a:cubicBezTo>
                  <a:cubicBezTo>
                    <a:pt x="1" y="11"/>
                    <a:pt x="0" y="7"/>
                    <a:pt x="2" y="4"/>
                  </a:cubicBezTo>
                  <a:cubicBezTo>
                    <a:pt x="4" y="1"/>
                    <a:pt x="7" y="0"/>
                    <a:pt x="10" y="2"/>
                  </a:cubicBezTo>
                  <a:cubicBezTo>
                    <a:pt x="48" y="24"/>
                    <a:pt x="48" y="24"/>
                    <a:pt x="48" y="24"/>
                  </a:cubicBezTo>
                  <a:cubicBezTo>
                    <a:pt x="51" y="25"/>
                    <a:pt x="52" y="29"/>
                    <a:pt x="51" y="32"/>
                  </a:cubicBezTo>
                  <a:cubicBezTo>
                    <a:pt x="49" y="34"/>
                    <a:pt x="47" y="35"/>
                    <a:pt x="45" y="35"/>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573" name="Google Shape;2573;g3b23322d595_2_1571"/>
            <p:cNvSpPr/>
            <p:nvPr/>
          </p:nvSpPr>
          <p:spPr>
            <a:xfrm>
              <a:off x="12162251" y="4264080"/>
              <a:ext cx="219888" cy="41233"/>
            </a:xfrm>
            <a:custGeom>
              <a:avLst/>
              <a:gdLst/>
              <a:ahLst/>
              <a:cxnLst/>
              <a:rect l="l" t="t" r="r" b="b"/>
              <a:pathLst>
                <a:path w="56" h="12" extrusionOk="0">
                  <a:moveTo>
                    <a:pt x="50" y="12"/>
                  </a:moveTo>
                  <a:cubicBezTo>
                    <a:pt x="7" y="12"/>
                    <a:pt x="7" y="12"/>
                    <a:pt x="7" y="12"/>
                  </a:cubicBezTo>
                  <a:cubicBezTo>
                    <a:pt x="3" y="12"/>
                    <a:pt x="0" y="10"/>
                    <a:pt x="0" y="6"/>
                  </a:cubicBezTo>
                  <a:cubicBezTo>
                    <a:pt x="0" y="3"/>
                    <a:pt x="3" y="0"/>
                    <a:pt x="7" y="0"/>
                  </a:cubicBezTo>
                  <a:cubicBezTo>
                    <a:pt x="50" y="0"/>
                    <a:pt x="50" y="0"/>
                    <a:pt x="50" y="0"/>
                  </a:cubicBezTo>
                  <a:cubicBezTo>
                    <a:pt x="54" y="0"/>
                    <a:pt x="56" y="3"/>
                    <a:pt x="56" y="6"/>
                  </a:cubicBezTo>
                  <a:cubicBezTo>
                    <a:pt x="56" y="10"/>
                    <a:pt x="54" y="12"/>
                    <a:pt x="50" y="12"/>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574" name="Google Shape;2574;g3b23322d595_2_1571"/>
            <p:cNvSpPr/>
            <p:nvPr/>
          </p:nvSpPr>
          <p:spPr>
            <a:xfrm>
              <a:off x="12285933" y="4648885"/>
              <a:ext cx="206149" cy="137430"/>
            </a:xfrm>
            <a:custGeom>
              <a:avLst/>
              <a:gdLst/>
              <a:ahLst/>
              <a:cxnLst/>
              <a:rect l="l" t="t" r="r" b="b"/>
              <a:pathLst>
                <a:path w="52" h="35" extrusionOk="0">
                  <a:moveTo>
                    <a:pt x="7" y="35"/>
                  </a:moveTo>
                  <a:cubicBezTo>
                    <a:pt x="5" y="35"/>
                    <a:pt x="3" y="34"/>
                    <a:pt x="2" y="32"/>
                  </a:cubicBezTo>
                  <a:cubicBezTo>
                    <a:pt x="0" y="29"/>
                    <a:pt x="1" y="26"/>
                    <a:pt x="4" y="24"/>
                  </a:cubicBezTo>
                  <a:cubicBezTo>
                    <a:pt x="42" y="2"/>
                    <a:pt x="42" y="2"/>
                    <a:pt x="42" y="2"/>
                  </a:cubicBezTo>
                  <a:cubicBezTo>
                    <a:pt x="45" y="0"/>
                    <a:pt x="49" y="1"/>
                    <a:pt x="51" y="4"/>
                  </a:cubicBezTo>
                  <a:cubicBezTo>
                    <a:pt x="52" y="7"/>
                    <a:pt x="51" y="11"/>
                    <a:pt x="48" y="13"/>
                  </a:cubicBezTo>
                  <a:cubicBezTo>
                    <a:pt x="10" y="35"/>
                    <a:pt x="10" y="35"/>
                    <a:pt x="10" y="35"/>
                  </a:cubicBezTo>
                  <a:cubicBezTo>
                    <a:pt x="9" y="35"/>
                    <a:pt x="8" y="35"/>
                    <a:pt x="7" y="35"/>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sp>
          <p:nvSpPr>
            <p:cNvPr id="2575" name="Google Shape;2575;g3b23322d595_2_1571"/>
            <p:cNvSpPr/>
            <p:nvPr/>
          </p:nvSpPr>
          <p:spPr>
            <a:xfrm>
              <a:off x="12643251" y="4951231"/>
              <a:ext cx="137430" cy="192402"/>
            </a:xfrm>
            <a:custGeom>
              <a:avLst/>
              <a:gdLst/>
              <a:ahLst/>
              <a:cxnLst/>
              <a:rect l="l" t="t" r="r" b="b"/>
              <a:pathLst>
                <a:path w="36" h="51" extrusionOk="0">
                  <a:moveTo>
                    <a:pt x="7" y="51"/>
                  </a:moveTo>
                  <a:cubicBezTo>
                    <a:pt x="6" y="51"/>
                    <a:pt x="5" y="51"/>
                    <a:pt x="4" y="50"/>
                  </a:cubicBezTo>
                  <a:cubicBezTo>
                    <a:pt x="1" y="48"/>
                    <a:pt x="0" y="45"/>
                    <a:pt x="1" y="42"/>
                  </a:cubicBezTo>
                  <a:cubicBezTo>
                    <a:pt x="23" y="4"/>
                    <a:pt x="23" y="4"/>
                    <a:pt x="23" y="4"/>
                  </a:cubicBezTo>
                  <a:cubicBezTo>
                    <a:pt x="25" y="1"/>
                    <a:pt x="29" y="0"/>
                    <a:pt x="32" y="1"/>
                  </a:cubicBezTo>
                  <a:cubicBezTo>
                    <a:pt x="35" y="3"/>
                    <a:pt x="36" y="7"/>
                    <a:pt x="34" y="10"/>
                  </a:cubicBezTo>
                  <a:cubicBezTo>
                    <a:pt x="12" y="48"/>
                    <a:pt x="12" y="48"/>
                    <a:pt x="12" y="48"/>
                  </a:cubicBezTo>
                  <a:cubicBezTo>
                    <a:pt x="11" y="50"/>
                    <a:pt x="9" y="51"/>
                    <a:pt x="7" y="51"/>
                  </a:cubicBezTo>
                  <a:close/>
                </a:path>
              </a:pathLst>
            </a:custGeom>
            <a:solidFill>
              <a:srgbClr val="7030A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lang="en-US" sz="1800" b="0" i="0" u="none" strike="noStrike" cap="none" noProof="0">
                <a:solidFill>
                  <a:srgbClr val="000000"/>
                </a:solidFill>
                <a:latin typeface="Calibri"/>
                <a:ea typeface="Calibri"/>
                <a:cs typeface="Calibri"/>
                <a:sym typeface="Calibri"/>
              </a:endParaRPr>
            </a:p>
          </p:txBody>
        </p:sp>
        <p:grpSp>
          <p:nvGrpSpPr>
            <p:cNvPr id="2576" name="Google Shape;2576;g3b23322d595_2_1571"/>
            <p:cNvGrpSpPr/>
            <p:nvPr/>
          </p:nvGrpSpPr>
          <p:grpSpPr>
            <a:xfrm rot="-2575330">
              <a:off x="12689489" y="4115075"/>
              <a:ext cx="450204" cy="323175"/>
              <a:chOff x="6505576" y="2547937"/>
              <a:chExt cx="382588" cy="274637"/>
            </a:xfrm>
          </p:grpSpPr>
          <p:sp>
            <p:nvSpPr>
              <p:cNvPr id="2577" name="Google Shape;2577;g3b23322d595_2_1571"/>
              <p:cNvSpPr/>
              <p:nvPr/>
            </p:nvSpPr>
            <p:spPr>
              <a:xfrm>
                <a:off x="6505576" y="2584449"/>
                <a:ext cx="241300" cy="238125"/>
              </a:xfrm>
              <a:custGeom>
                <a:avLst/>
                <a:gdLst/>
                <a:ahLst/>
                <a:cxnLst/>
                <a:rect l="l" t="t" r="r" b="b"/>
                <a:pathLst>
                  <a:path w="113" h="112" extrusionOk="0">
                    <a:moveTo>
                      <a:pt x="113" y="53"/>
                    </a:moveTo>
                    <a:cubicBezTo>
                      <a:pt x="113" y="51"/>
                      <a:pt x="111" y="49"/>
                      <a:pt x="109" y="49"/>
                    </a:cubicBezTo>
                    <a:cubicBezTo>
                      <a:pt x="97" y="48"/>
                      <a:pt x="97" y="48"/>
                      <a:pt x="97" y="48"/>
                    </a:cubicBezTo>
                    <a:cubicBezTo>
                      <a:pt x="96" y="43"/>
                      <a:pt x="94" y="38"/>
                      <a:pt x="91" y="34"/>
                    </a:cubicBezTo>
                    <a:cubicBezTo>
                      <a:pt x="99" y="25"/>
                      <a:pt x="99" y="25"/>
                      <a:pt x="99" y="25"/>
                    </a:cubicBezTo>
                    <a:cubicBezTo>
                      <a:pt x="100" y="23"/>
                      <a:pt x="100" y="20"/>
                      <a:pt x="99" y="19"/>
                    </a:cubicBezTo>
                    <a:cubicBezTo>
                      <a:pt x="97" y="18"/>
                      <a:pt x="95" y="15"/>
                      <a:pt x="94" y="14"/>
                    </a:cubicBezTo>
                    <a:cubicBezTo>
                      <a:pt x="92" y="13"/>
                      <a:pt x="90" y="13"/>
                      <a:pt x="88" y="14"/>
                    </a:cubicBezTo>
                    <a:cubicBezTo>
                      <a:pt x="79" y="22"/>
                      <a:pt x="79" y="22"/>
                      <a:pt x="79" y="22"/>
                    </a:cubicBezTo>
                    <a:cubicBezTo>
                      <a:pt x="75" y="19"/>
                      <a:pt x="70" y="17"/>
                      <a:pt x="65" y="16"/>
                    </a:cubicBezTo>
                    <a:cubicBezTo>
                      <a:pt x="64" y="4"/>
                      <a:pt x="64" y="4"/>
                      <a:pt x="64" y="4"/>
                    </a:cubicBezTo>
                    <a:cubicBezTo>
                      <a:pt x="64" y="2"/>
                      <a:pt x="62" y="0"/>
                      <a:pt x="60" y="0"/>
                    </a:cubicBezTo>
                    <a:cubicBezTo>
                      <a:pt x="58" y="0"/>
                      <a:pt x="55" y="0"/>
                      <a:pt x="53" y="0"/>
                    </a:cubicBezTo>
                    <a:cubicBezTo>
                      <a:pt x="51" y="0"/>
                      <a:pt x="49" y="2"/>
                      <a:pt x="49" y="4"/>
                    </a:cubicBezTo>
                    <a:cubicBezTo>
                      <a:pt x="48" y="16"/>
                      <a:pt x="48" y="16"/>
                      <a:pt x="48" y="16"/>
                    </a:cubicBezTo>
                    <a:cubicBezTo>
                      <a:pt x="43" y="17"/>
                      <a:pt x="38" y="19"/>
                      <a:pt x="34" y="22"/>
                    </a:cubicBezTo>
                    <a:cubicBezTo>
                      <a:pt x="25" y="14"/>
                      <a:pt x="25" y="14"/>
                      <a:pt x="25" y="14"/>
                    </a:cubicBezTo>
                    <a:cubicBezTo>
                      <a:pt x="23" y="13"/>
                      <a:pt x="21" y="13"/>
                      <a:pt x="19" y="14"/>
                    </a:cubicBezTo>
                    <a:cubicBezTo>
                      <a:pt x="18" y="15"/>
                      <a:pt x="16" y="18"/>
                      <a:pt x="14" y="19"/>
                    </a:cubicBezTo>
                    <a:cubicBezTo>
                      <a:pt x="13" y="20"/>
                      <a:pt x="13" y="23"/>
                      <a:pt x="14" y="25"/>
                    </a:cubicBezTo>
                    <a:cubicBezTo>
                      <a:pt x="22" y="34"/>
                      <a:pt x="22" y="34"/>
                      <a:pt x="22" y="34"/>
                    </a:cubicBezTo>
                    <a:cubicBezTo>
                      <a:pt x="19" y="38"/>
                      <a:pt x="17" y="43"/>
                      <a:pt x="16" y="48"/>
                    </a:cubicBezTo>
                    <a:cubicBezTo>
                      <a:pt x="4" y="49"/>
                      <a:pt x="4" y="49"/>
                      <a:pt x="4" y="49"/>
                    </a:cubicBezTo>
                    <a:cubicBezTo>
                      <a:pt x="2" y="49"/>
                      <a:pt x="0" y="51"/>
                      <a:pt x="0" y="53"/>
                    </a:cubicBezTo>
                    <a:cubicBezTo>
                      <a:pt x="0" y="55"/>
                      <a:pt x="0" y="58"/>
                      <a:pt x="0" y="60"/>
                    </a:cubicBezTo>
                    <a:cubicBezTo>
                      <a:pt x="0" y="62"/>
                      <a:pt x="2" y="64"/>
                      <a:pt x="4" y="64"/>
                    </a:cubicBezTo>
                    <a:cubicBezTo>
                      <a:pt x="16" y="65"/>
                      <a:pt x="16" y="65"/>
                      <a:pt x="16" y="65"/>
                    </a:cubicBezTo>
                    <a:cubicBezTo>
                      <a:pt x="17" y="70"/>
                      <a:pt x="19" y="75"/>
                      <a:pt x="22" y="79"/>
                    </a:cubicBezTo>
                    <a:cubicBezTo>
                      <a:pt x="14" y="88"/>
                      <a:pt x="14" y="88"/>
                      <a:pt x="14" y="88"/>
                    </a:cubicBezTo>
                    <a:cubicBezTo>
                      <a:pt x="13" y="90"/>
                      <a:pt x="13" y="92"/>
                      <a:pt x="14" y="93"/>
                    </a:cubicBezTo>
                    <a:cubicBezTo>
                      <a:pt x="16" y="95"/>
                      <a:pt x="18" y="97"/>
                      <a:pt x="19" y="98"/>
                    </a:cubicBezTo>
                    <a:cubicBezTo>
                      <a:pt x="21" y="100"/>
                      <a:pt x="23" y="100"/>
                      <a:pt x="25" y="98"/>
                    </a:cubicBezTo>
                    <a:cubicBezTo>
                      <a:pt x="34" y="91"/>
                      <a:pt x="34" y="91"/>
                      <a:pt x="34" y="91"/>
                    </a:cubicBezTo>
                    <a:cubicBezTo>
                      <a:pt x="38" y="94"/>
                      <a:pt x="43" y="96"/>
                      <a:pt x="48" y="97"/>
                    </a:cubicBezTo>
                    <a:cubicBezTo>
                      <a:pt x="49" y="108"/>
                      <a:pt x="49" y="108"/>
                      <a:pt x="49" y="108"/>
                    </a:cubicBezTo>
                    <a:cubicBezTo>
                      <a:pt x="49" y="111"/>
                      <a:pt x="51" y="112"/>
                      <a:pt x="53" y="112"/>
                    </a:cubicBezTo>
                    <a:cubicBezTo>
                      <a:pt x="55" y="112"/>
                      <a:pt x="58" y="112"/>
                      <a:pt x="60" y="112"/>
                    </a:cubicBezTo>
                    <a:cubicBezTo>
                      <a:pt x="62" y="112"/>
                      <a:pt x="64" y="111"/>
                      <a:pt x="64" y="108"/>
                    </a:cubicBezTo>
                    <a:cubicBezTo>
                      <a:pt x="65" y="97"/>
                      <a:pt x="65" y="97"/>
                      <a:pt x="65" y="97"/>
                    </a:cubicBezTo>
                    <a:cubicBezTo>
                      <a:pt x="70" y="96"/>
                      <a:pt x="75" y="94"/>
                      <a:pt x="79" y="91"/>
                    </a:cubicBezTo>
                    <a:cubicBezTo>
                      <a:pt x="88" y="98"/>
                      <a:pt x="88" y="98"/>
                      <a:pt x="88" y="98"/>
                    </a:cubicBezTo>
                    <a:cubicBezTo>
                      <a:pt x="90" y="100"/>
                      <a:pt x="92" y="100"/>
                      <a:pt x="94" y="98"/>
                    </a:cubicBezTo>
                    <a:cubicBezTo>
                      <a:pt x="95" y="97"/>
                      <a:pt x="97" y="95"/>
                      <a:pt x="99" y="93"/>
                    </a:cubicBezTo>
                    <a:cubicBezTo>
                      <a:pt x="100" y="92"/>
                      <a:pt x="100" y="90"/>
                      <a:pt x="99" y="88"/>
                    </a:cubicBezTo>
                    <a:cubicBezTo>
                      <a:pt x="91" y="79"/>
                      <a:pt x="91" y="79"/>
                      <a:pt x="91" y="79"/>
                    </a:cubicBezTo>
                    <a:cubicBezTo>
                      <a:pt x="94" y="75"/>
                      <a:pt x="96" y="70"/>
                      <a:pt x="97" y="65"/>
                    </a:cubicBezTo>
                    <a:cubicBezTo>
                      <a:pt x="109" y="64"/>
                      <a:pt x="109" y="64"/>
                      <a:pt x="109" y="64"/>
                    </a:cubicBezTo>
                    <a:cubicBezTo>
                      <a:pt x="111" y="64"/>
                      <a:pt x="113" y="62"/>
                      <a:pt x="113" y="60"/>
                    </a:cubicBezTo>
                    <a:cubicBezTo>
                      <a:pt x="113" y="58"/>
                      <a:pt x="113" y="55"/>
                      <a:pt x="113" y="53"/>
                    </a:cubicBezTo>
                    <a:close/>
                    <a:moveTo>
                      <a:pt x="56" y="79"/>
                    </a:moveTo>
                    <a:cubicBezTo>
                      <a:pt x="44" y="79"/>
                      <a:pt x="34" y="69"/>
                      <a:pt x="34" y="56"/>
                    </a:cubicBezTo>
                    <a:cubicBezTo>
                      <a:pt x="34" y="44"/>
                      <a:pt x="44" y="34"/>
                      <a:pt x="56" y="34"/>
                    </a:cubicBezTo>
                    <a:cubicBezTo>
                      <a:pt x="69" y="34"/>
                      <a:pt x="79" y="44"/>
                      <a:pt x="79" y="56"/>
                    </a:cubicBezTo>
                    <a:cubicBezTo>
                      <a:pt x="79" y="69"/>
                      <a:pt x="69" y="79"/>
                      <a:pt x="56" y="79"/>
                    </a:cubicBezTo>
                    <a:close/>
                  </a:path>
                </a:pathLst>
              </a:custGeom>
              <a:solidFill>
                <a:srgbClr val="7030A0"/>
              </a:solidFill>
              <a:ln>
                <a:noFill/>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rgbClr val="000000"/>
                  </a:buClr>
                  <a:buSzPts val="1837"/>
                  <a:buFont typeface="Arial"/>
                  <a:buNone/>
                </a:pPr>
                <a:endParaRPr lang="en-US" sz="1837" b="0" i="0" u="none" strike="noStrike" cap="none" noProof="0">
                  <a:solidFill>
                    <a:schemeClr val="dk1"/>
                  </a:solidFill>
                  <a:latin typeface="Calibri"/>
                  <a:ea typeface="Calibri"/>
                  <a:cs typeface="Calibri"/>
                  <a:sym typeface="Calibri"/>
                </a:endParaRPr>
              </a:p>
            </p:txBody>
          </p:sp>
          <p:sp>
            <p:nvSpPr>
              <p:cNvPr id="2578" name="Google Shape;2578;g3b23322d595_2_1571"/>
              <p:cNvSpPr/>
              <p:nvPr/>
            </p:nvSpPr>
            <p:spPr>
              <a:xfrm>
                <a:off x="6727826" y="2547937"/>
                <a:ext cx="160338" cy="161925"/>
              </a:xfrm>
              <a:custGeom>
                <a:avLst/>
                <a:gdLst/>
                <a:ahLst/>
                <a:cxnLst/>
                <a:rect l="l" t="t" r="r" b="b"/>
                <a:pathLst>
                  <a:path w="76" h="76" extrusionOk="0">
                    <a:moveTo>
                      <a:pt x="74" y="47"/>
                    </a:moveTo>
                    <a:cubicBezTo>
                      <a:pt x="67" y="43"/>
                      <a:pt x="67" y="43"/>
                      <a:pt x="67" y="43"/>
                    </a:cubicBezTo>
                    <a:cubicBezTo>
                      <a:pt x="67" y="40"/>
                      <a:pt x="67" y="36"/>
                      <a:pt x="67" y="33"/>
                    </a:cubicBezTo>
                    <a:cubicBezTo>
                      <a:pt x="74" y="29"/>
                      <a:pt x="74" y="29"/>
                      <a:pt x="74" y="29"/>
                    </a:cubicBezTo>
                    <a:cubicBezTo>
                      <a:pt x="75" y="28"/>
                      <a:pt x="76" y="27"/>
                      <a:pt x="76" y="25"/>
                    </a:cubicBezTo>
                    <a:cubicBezTo>
                      <a:pt x="75" y="24"/>
                      <a:pt x="74" y="22"/>
                      <a:pt x="74" y="21"/>
                    </a:cubicBezTo>
                    <a:cubicBezTo>
                      <a:pt x="73" y="19"/>
                      <a:pt x="72" y="19"/>
                      <a:pt x="70" y="19"/>
                    </a:cubicBezTo>
                    <a:cubicBezTo>
                      <a:pt x="62" y="22"/>
                      <a:pt x="62" y="22"/>
                      <a:pt x="62" y="22"/>
                    </a:cubicBezTo>
                    <a:cubicBezTo>
                      <a:pt x="60" y="19"/>
                      <a:pt x="58" y="16"/>
                      <a:pt x="55" y="14"/>
                    </a:cubicBezTo>
                    <a:cubicBezTo>
                      <a:pt x="57" y="6"/>
                      <a:pt x="57" y="6"/>
                      <a:pt x="57" y="6"/>
                    </a:cubicBezTo>
                    <a:cubicBezTo>
                      <a:pt x="58" y="5"/>
                      <a:pt x="57" y="3"/>
                      <a:pt x="56" y="3"/>
                    </a:cubicBezTo>
                    <a:cubicBezTo>
                      <a:pt x="54" y="2"/>
                      <a:pt x="52" y="1"/>
                      <a:pt x="51" y="1"/>
                    </a:cubicBezTo>
                    <a:cubicBezTo>
                      <a:pt x="50" y="0"/>
                      <a:pt x="48" y="1"/>
                      <a:pt x="48" y="2"/>
                    </a:cubicBezTo>
                    <a:cubicBezTo>
                      <a:pt x="44" y="10"/>
                      <a:pt x="44" y="10"/>
                      <a:pt x="44" y="10"/>
                    </a:cubicBezTo>
                    <a:cubicBezTo>
                      <a:pt x="40" y="9"/>
                      <a:pt x="37" y="9"/>
                      <a:pt x="33" y="10"/>
                    </a:cubicBezTo>
                    <a:cubicBezTo>
                      <a:pt x="29" y="2"/>
                      <a:pt x="29" y="2"/>
                      <a:pt x="29" y="2"/>
                    </a:cubicBezTo>
                    <a:cubicBezTo>
                      <a:pt x="28" y="1"/>
                      <a:pt x="27" y="0"/>
                      <a:pt x="26" y="1"/>
                    </a:cubicBezTo>
                    <a:cubicBezTo>
                      <a:pt x="24" y="1"/>
                      <a:pt x="22" y="2"/>
                      <a:pt x="21" y="3"/>
                    </a:cubicBezTo>
                    <a:cubicBezTo>
                      <a:pt x="20" y="3"/>
                      <a:pt x="19" y="5"/>
                      <a:pt x="19" y="6"/>
                    </a:cubicBezTo>
                    <a:cubicBezTo>
                      <a:pt x="22" y="14"/>
                      <a:pt x="22" y="14"/>
                      <a:pt x="22" y="14"/>
                    </a:cubicBezTo>
                    <a:cubicBezTo>
                      <a:pt x="19" y="16"/>
                      <a:pt x="16" y="19"/>
                      <a:pt x="14" y="22"/>
                    </a:cubicBezTo>
                    <a:cubicBezTo>
                      <a:pt x="6" y="19"/>
                      <a:pt x="6" y="19"/>
                      <a:pt x="6" y="19"/>
                    </a:cubicBezTo>
                    <a:cubicBezTo>
                      <a:pt x="5" y="19"/>
                      <a:pt x="3" y="19"/>
                      <a:pt x="3" y="21"/>
                    </a:cubicBezTo>
                    <a:cubicBezTo>
                      <a:pt x="2" y="22"/>
                      <a:pt x="2" y="24"/>
                      <a:pt x="1" y="25"/>
                    </a:cubicBezTo>
                    <a:cubicBezTo>
                      <a:pt x="0" y="27"/>
                      <a:pt x="1" y="28"/>
                      <a:pt x="3" y="29"/>
                    </a:cubicBezTo>
                    <a:cubicBezTo>
                      <a:pt x="10" y="33"/>
                      <a:pt x="10" y="33"/>
                      <a:pt x="10" y="33"/>
                    </a:cubicBezTo>
                    <a:cubicBezTo>
                      <a:pt x="9" y="36"/>
                      <a:pt x="9" y="40"/>
                      <a:pt x="10" y="44"/>
                    </a:cubicBezTo>
                    <a:cubicBezTo>
                      <a:pt x="3" y="47"/>
                      <a:pt x="3" y="47"/>
                      <a:pt x="3" y="47"/>
                    </a:cubicBezTo>
                    <a:cubicBezTo>
                      <a:pt x="1" y="48"/>
                      <a:pt x="0" y="50"/>
                      <a:pt x="1" y="51"/>
                    </a:cubicBezTo>
                    <a:cubicBezTo>
                      <a:pt x="2" y="52"/>
                      <a:pt x="2" y="54"/>
                      <a:pt x="3" y="55"/>
                    </a:cubicBezTo>
                    <a:cubicBezTo>
                      <a:pt x="3" y="57"/>
                      <a:pt x="5" y="57"/>
                      <a:pt x="6" y="57"/>
                    </a:cubicBezTo>
                    <a:cubicBezTo>
                      <a:pt x="14" y="54"/>
                      <a:pt x="14" y="54"/>
                      <a:pt x="14" y="54"/>
                    </a:cubicBezTo>
                    <a:cubicBezTo>
                      <a:pt x="16" y="57"/>
                      <a:pt x="19" y="60"/>
                      <a:pt x="22" y="62"/>
                    </a:cubicBezTo>
                    <a:cubicBezTo>
                      <a:pt x="19" y="70"/>
                      <a:pt x="19" y="70"/>
                      <a:pt x="19" y="70"/>
                    </a:cubicBezTo>
                    <a:cubicBezTo>
                      <a:pt x="19" y="71"/>
                      <a:pt x="20" y="73"/>
                      <a:pt x="21" y="73"/>
                    </a:cubicBezTo>
                    <a:cubicBezTo>
                      <a:pt x="22" y="74"/>
                      <a:pt x="24" y="75"/>
                      <a:pt x="26" y="75"/>
                    </a:cubicBezTo>
                    <a:cubicBezTo>
                      <a:pt x="27" y="76"/>
                      <a:pt x="28" y="75"/>
                      <a:pt x="29" y="74"/>
                    </a:cubicBezTo>
                    <a:cubicBezTo>
                      <a:pt x="33" y="66"/>
                      <a:pt x="33" y="66"/>
                      <a:pt x="33" y="66"/>
                    </a:cubicBezTo>
                    <a:cubicBezTo>
                      <a:pt x="36" y="67"/>
                      <a:pt x="40" y="67"/>
                      <a:pt x="44" y="66"/>
                    </a:cubicBezTo>
                    <a:cubicBezTo>
                      <a:pt x="48" y="74"/>
                      <a:pt x="48" y="74"/>
                      <a:pt x="48" y="74"/>
                    </a:cubicBezTo>
                    <a:cubicBezTo>
                      <a:pt x="48" y="75"/>
                      <a:pt x="50" y="76"/>
                      <a:pt x="51" y="75"/>
                    </a:cubicBezTo>
                    <a:cubicBezTo>
                      <a:pt x="52" y="75"/>
                      <a:pt x="54" y="74"/>
                      <a:pt x="56" y="73"/>
                    </a:cubicBezTo>
                    <a:cubicBezTo>
                      <a:pt x="57" y="73"/>
                      <a:pt x="58" y="71"/>
                      <a:pt x="57" y="70"/>
                    </a:cubicBezTo>
                    <a:cubicBezTo>
                      <a:pt x="55" y="62"/>
                      <a:pt x="55" y="62"/>
                      <a:pt x="55" y="62"/>
                    </a:cubicBezTo>
                    <a:cubicBezTo>
                      <a:pt x="58" y="60"/>
                      <a:pt x="60" y="57"/>
                      <a:pt x="62" y="54"/>
                    </a:cubicBezTo>
                    <a:cubicBezTo>
                      <a:pt x="70" y="57"/>
                      <a:pt x="70" y="57"/>
                      <a:pt x="70" y="57"/>
                    </a:cubicBezTo>
                    <a:cubicBezTo>
                      <a:pt x="72" y="57"/>
                      <a:pt x="73" y="57"/>
                      <a:pt x="74" y="55"/>
                    </a:cubicBezTo>
                    <a:cubicBezTo>
                      <a:pt x="74" y="54"/>
                      <a:pt x="75" y="52"/>
                      <a:pt x="76" y="51"/>
                    </a:cubicBezTo>
                    <a:cubicBezTo>
                      <a:pt x="76" y="50"/>
                      <a:pt x="75" y="48"/>
                      <a:pt x="74" y="47"/>
                    </a:cubicBezTo>
                    <a:close/>
                    <a:moveTo>
                      <a:pt x="43" y="49"/>
                    </a:moveTo>
                    <a:cubicBezTo>
                      <a:pt x="37" y="51"/>
                      <a:pt x="30" y="48"/>
                      <a:pt x="28" y="42"/>
                    </a:cubicBezTo>
                    <a:cubicBezTo>
                      <a:pt x="25" y="37"/>
                      <a:pt x="28" y="30"/>
                      <a:pt x="34" y="27"/>
                    </a:cubicBezTo>
                    <a:cubicBezTo>
                      <a:pt x="40" y="25"/>
                      <a:pt x="47" y="28"/>
                      <a:pt x="49" y="34"/>
                    </a:cubicBezTo>
                    <a:cubicBezTo>
                      <a:pt x="51" y="40"/>
                      <a:pt x="49" y="46"/>
                      <a:pt x="43" y="49"/>
                    </a:cubicBezTo>
                    <a:close/>
                  </a:path>
                </a:pathLst>
              </a:custGeom>
              <a:solidFill>
                <a:srgbClr val="7030A0"/>
              </a:solidFill>
              <a:ln>
                <a:noFill/>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rgbClr val="000000"/>
                  </a:buClr>
                  <a:buSzPts val="1837"/>
                  <a:buFont typeface="Arial"/>
                  <a:buNone/>
                </a:pPr>
                <a:endParaRPr lang="en-US" sz="1837" b="0" i="0" u="none" strike="noStrike" cap="none" noProof="0">
                  <a:solidFill>
                    <a:schemeClr val="dk1"/>
                  </a:solidFill>
                  <a:latin typeface="Calibri"/>
                  <a:ea typeface="Calibri"/>
                  <a:cs typeface="Calibri"/>
                  <a:sym typeface="Calibri"/>
                </a:endParaRPr>
              </a:p>
            </p:txBody>
          </p:sp>
        </p:grpSp>
      </p:grpSp>
      <p:graphicFrame>
        <p:nvGraphicFramePr>
          <p:cNvPr id="13" name="Chart 12">
            <a:extLst>
              <a:ext uri="{FF2B5EF4-FFF2-40B4-BE49-F238E27FC236}">
                <a16:creationId xmlns:a16="http://schemas.microsoft.com/office/drawing/2014/main" id="{4EE6D7AA-853A-5D91-3AFD-811E5E490548}"/>
              </a:ext>
            </a:extLst>
          </p:cNvPr>
          <p:cNvGraphicFramePr/>
          <p:nvPr/>
        </p:nvGraphicFramePr>
        <p:xfrm>
          <a:off x="447359" y="1879052"/>
          <a:ext cx="2605405" cy="1884678"/>
        </p:xfrm>
        <a:graphic>
          <a:graphicData uri="http://schemas.openxmlformats.org/drawingml/2006/chart">
            <c:chart xmlns:c="http://schemas.openxmlformats.org/drawingml/2006/chart" xmlns:r="http://schemas.openxmlformats.org/officeDocument/2006/relationships" r:id="rId5"/>
          </a:graphicData>
        </a:graphic>
      </p:graphicFrame>
      <p:sp>
        <p:nvSpPr>
          <p:cNvPr id="14" name="Right Brace 13">
            <a:extLst>
              <a:ext uri="{FF2B5EF4-FFF2-40B4-BE49-F238E27FC236}">
                <a16:creationId xmlns:a16="http://schemas.microsoft.com/office/drawing/2014/main" id="{37D9E47F-6B6D-8E65-888C-424AB759BD50}"/>
              </a:ext>
            </a:extLst>
          </p:cNvPr>
          <p:cNvSpPr/>
          <p:nvPr/>
        </p:nvSpPr>
        <p:spPr>
          <a:xfrm>
            <a:off x="1690416" y="1866499"/>
            <a:ext cx="215737" cy="701007"/>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noProof="0"/>
          </a:p>
        </p:txBody>
      </p:sp>
      <p:sp>
        <p:nvSpPr>
          <p:cNvPr id="15" name="TextBox 14">
            <a:extLst>
              <a:ext uri="{FF2B5EF4-FFF2-40B4-BE49-F238E27FC236}">
                <a16:creationId xmlns:a16="http://schemas.microsoft.com/office/drawing/2014/main" id="{08015369-8F0A-F76A-109A-3E62CE8C4A2C}"/>
              </a:ext>
            </a:extLst>
          </p:cNvPr>
          <p:cNvSpPr txBox="1"/>
          <p:nvPr/>
        </p:nvSpPr>
        <p:spPr>
          <a:xfrm>
            <a:off x="1890052" y="2059303"/>
            <a:ext cx="1213794" cy="307777"/>
          </a:xfrm>
          <a:prstGeom prst="rect">
            <a:avLst/>
          </a:prstGeom>
          <a:noFill/>
        </p:spPr>
        <p:txBody>
          <a:bodyPr wrap="none" rtlCol="0">
            <a:spAutoFit/>
          </a:bodyPr>
          <a:lstStyle/>
          <a:p>
            <a:r>
              <a:rPr lang="en-US" b="1" noProof="0">
                <a:solidFill>
                  <a:srgbClr val="7030A0"/>
                </a:solidFill>
                <a:latin typeface="IBM Plex Sans" panose="020B0503050203000203" pitchFamily="34" charset="0"/>
              </a:rPr>
              <a:t>20-50% gap</a:t>
            </a:r>
          </a:p>
        </p:txBody>
      </p:sp>
      <p:sp>
        <p:nvSpPr>
          <p:cNvPr id="16" name="CaixaDeTexto 15">
            <a:extLst>
              <a:ext uri="{FF2B5EF4-FFF2-40B4-BE49-F238E27FC236}">
                <a16:creationId xmlns:a16="http://schemas.microsoft.com/office/drawing/2014/main" id="{DD914684-F027-882D-7C11-4BA881710451}"/>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future outlook</a:t>
            </a: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2485"/>
        <p:cNvGrpSpPr/>
        <p:nvPr/>
      </p:nvGrpSpPr>
      <p:grpSpPr>
        <a:xfrm>
          <a:off x="0" y="0"/>
          <a:ext cx="0" cy="0"/>
          <a:chOff x="0" y="0"/>
          <a:chExt cx="0" cy="0"/>
        </a:xfrm>
      </p:grpSpPr>
      <p:sp>
        <p:nvSpPr>
          <p:cNvPr id="2486" name="Google Shape;2486;g3b23322d595_2_1518"/>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pPr>
              <a:buSzPts val="1800"/>
            </a:pPr>
            <a:r>
              <a:rPr lang="en-US" noProof="0"/>
              <a:t>Optimizing for LLMs goes beyond classic SEO</a:t>
            </a:r>
          </a:p>
        </p:txBody>
      </p:sp>
      <p:sp>
        <p:nvSpPr>
          <p:cNvPr id="2487" name="Google Shape;2487;g3b23322d595_2_1518"/>
          <p:cNvSpPr txBox="1"/>
          <p:nvPr/>
        </p:nvSpPr>
        <p:spPr>
          <a:xfrm>
            <a:off x="470394" y="3377900"/>
            <a:ext cx="11281400" cy="2322134"/>
          </a:xfrm>
          <a:prstGeom prst="rect">
            <a:avLst/>
          </a:prstGeom>
          <a:solidFill>
            <a:srgbClr val="F2F2F2">
              <a:alpha val="40000"/>
            </a:srgbClr>
          </a:solidFill>
          <a:ln>
            <a:noFill/>
          </a:ln>
        </p:spPr>
        <p:txBody>
          <a:bodyPr spcFirstLastPara="1" wrap="square" lIns="91425" tIns="45700" rIns="91425" bIns="45700" anchor="t" anchorCtr="0">
            <a:spAutoFit/>
          </a:bodyPr>
          <a:lstStyle/>
          <a:p>
            <a:pPr marL="285750" lvl="1" indent="-285750">
              <a:lnSpc>
                <a:spcPct val="115000"/>
              </a:lnSpc>
              <a:buSzPts val="1400"/>
              <a:buFont typeface="Arial"/>
              <a:buChar char="•"/>
            </a:pPr>
            <a:r>
              <a:rPr lang="en-US" b="1" noProof="0">
                <a:latin typeface="IBM Plex Sans"/>
              </a:rPr>
              <a:t>Optimization adapts to LLMs and reasoning models: </a:t>
            </a:r>
            <a:r>
              <a:rPr lang="en-US" noProof="0">
                <a:latin typeface="IBM Plex Sans"/>
              </a:rPr>
              <a:t>Traditional SEO signals (keywords and backlinks alone) are insufficient, as LLMs prioritize semantic relationships, entities, and reasoning over keyword matching</a:t>
            </a:r>
            <a:r>
              <a:rPr lang="en-US" baseline="30000" noProof="0">
                <a:latin typeface="IBM Plex Sans"/>
              </a:rPr>
              <a:t>6</a:t>
            </a:r>
          </a:p>
          <a:p>
            <a:pPr marL="285750" lvl="1" indent="-285750">
              <a:lnSpc>
                <a:spcPct val="115000"/>
              </a:lnSpc>
              <a:buSzPts val="1400"/>
              <a:buFont typeface="Arial"/>
              <a:buChar char="•"/>
            </a:pPr>
            <a:r>
              <a:rPr lang="en-US" b="1" noProof="0">
                <a:latin typeface="IBM Plex Sans" panose="020B0503050203000203" pitchFamily="34" charset="0"/>
              </a:rPr>
              <a:t>Content is designed for machine interpretation: </a:t>
            </a:r>
            <a:r>
              <a:rPr lang="en-US" noProof="0">
                <a:latin typeface="IBM Plex Sans" panose="020B0503050203000203" pitchFamily="34" charset="0"/>
              </a:rPr>
              <a:t>AI-facing content requires explicit entities, clear intent framing, and question–answer patterns that models can parse and reason over.</a:t>
            </a:r>
            <a:r>
              <a:rPr lang="en-US" sz="1400" b="0" i="0" u="none" strike="noStrike" cap="none" baseline="30000" noProof="0">
                <a:solidFill>
                  <a:srgbClr val="000000"/>
                </a:solidFill>
                <a:latin typeface="IBM Plex Sans" panose="020B0503050203000203" pitchFamily="34" charset="0"/>
                <a:ea typeface="IBM Plex Sans"/>
                <a:cs typeface="IBM Plex Sans"/>
                <a:sym typeface="IBM Plex Sans"/>
              </a:rPr>
              <a:t>7</a:t>
            </a:r>
            <a:endParaRPr lang="en-US" sz="1400" b="0" i="0" u="none" strike="noStrike" cap="none" noProof="0">
              <a:solidFill>
                <a:srgbClr val="000000"/>
              </a:solidFill>
              <a:latin typeface="IBM Plex Sans" panose="020B0503050203000203" pitchFamily="34" charset="0"/>
              <a:ea typeface="IBM Plex Sans"/>
              <a:cs typeface="IBM Plex Sans"/>
              <a:sym typeface="IBM Plex Sans"/>
            </a:endParaRPr>
          </a:p>
          <a:p>
            <a:pPr marL="285750" lvl="1" indent="-285750">
              <a:lnSpc>
                <a:spcPct val="115000"/>
              </a:lnSpc>
              <a:buSzPts val="1400"/>
              <a:buFont typeface="Arial"/>
              <a:buChar char="•"/>
            </a:pPr>
            <a:r>
              <a:rPr lang="en-US" b="1" noProof="0">
                <a:latin typeface="IBM Plex Sans"/>
              </a:rPr>
              <a:t>Optimization focus shifts from pages to influence surfaces:</a:t>
            </a:r>
            <a:br>
              <a:rPr lang="en-US" noProof="0">
                <a:latin typeface="IBM Plex Sans" panose="020B0503050203000203" pitchFamily="34" charset="0"/>
              </a:rPr>
            </a:br>
            <a:r>
              <a:rPr lang="en-US" noProof="0">
                <a:latin typeface="IBM Plex Sans"/>
              </a:rPr>
              <a:t>Success depends on how content is interpreted across AI answers, summaries, citations, and third-party references — not just page rankings</a:t>
            </a:r>
            <a:r>
              <a:rPr lang="en-US" sz="1400" b="0" i="0" u="none" strike="noStrike" cap="none" baseline="30000" noProof="0">
                <a:solidFill>
                  <a:srgbClr val="000000"/>
                </a:solidFill>
                <a:latin typeface="IBM Plex Sans"/>
                <a:ea typeface="IBM Plex Sans"/>
                <a:cs typeface="IBM Plex Sans"/>
                <a:sym typeface="IBM Plex Sans"/>
              </a:rPr>
              <a:t>8</a:t>
            </a:r>
            <a:endParaRPr lang="en-US" sz="1400" b="0" i="0" u="none" strike="noStrike" cap="none" noProof="0">
              <a:solidFill>
                <a:srgbClr val="000000"/>
              </a:solidFill>
              <a:latin typeface="IBM Plex Sans"/>
              <a:ea typeface="IBM Plex Sans"/>
              <a:cs typeface="IBM Plex Sans"/>
              <a:sym typeface="IBM Plex Sans"/>
            </a:endParaRPr>
          </a:p>
          <a:p>
            <a:pPr marL="285750" lvl="1" indent="-285750">
              <a:lnSpc>
                <a:spcPct val="115000"/>
              </a:lnSpc>
              <a:buSzPts val="1400"/>
              <a:buFont typeface="Arial"/>
              <a:buChar char="•"/>
            </a:pPr>
            <a:r>
              <a:rPr lang="en-US" b="1" noProof="0">
                <a:latin typeface="IBM Plex Sans"/>
              </a:rPr>
              <a:t>AI optimization becomes a system-level discipline: </a:t>
            </a:r>
            <a:r>
              <a:rPr lang="en-US" noProof="0">
                <a:latin typeface="IBM Plex Sans"/>
              </a:rPr>
              <a:t>It combines content architecture, entity strategy, third-party authority signals, and distribution across multiple AI-driven surfaces</a:t>
            </a:r>
            <a:r>
              <a:rPr lang="en-US" baseline="30000" noProof="0">
                <a:latin typeface="IBM Plex Sans"/>
                <a:sym typeface="IBM Plex Sans"/>
              </a:rPr>
              <a:t>9,10</a:t>
            </a:r>
            <a:endParaRPr lang="en-US" sz="1400" b="0" i="0" u="none" strike="noStrike" cap="none" noProof="0">
              <a:solidFill>
                <a:srgbClr val="000000"/>
              </a:solidFill>
              <a:latin typeface="IBM Plex Sans" panose="020B0503050203000203" pitchFamily="34" charset="0"/>
              <a:ea typeface="IBM Plex Sans"/>
              <a:cs typeface="IBM Plex Sans"/>
              <a:sym typeface="IBM Plex Sans"/>
            </a:endParaRPr>
          </a:p>
        </p:txBody>
      </p:sp>
      <p:sp>
        <p:nvSpPr>
          <p:cNvPr id="2488" name="Google Shape;2488;g3b23322d595_2_1518"/>
          <p:cNvSpPr/>
          <p:nvPr/>
        </p:nvSpPr>
        <p:spPr>
          <a:xfrm>
            <a:off x="440897" y="6391956"/>
            <a:ext cx="10742339" cy="107722"/>
          </a:xfrm>
          <a:prstGeom prst="roundRect">
            <a:avLst>
              <a:gd name="adj" fmla="val 0"/>
            </a:avLst>
          </a:prstGeom>
          <a:no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Clr>
                <a:srgbClr val="000000"/>
              </a:buClr>
              <a:buSzPts val="700"/>
              <a:buFont typeface="Arial"/>
              <a:buNone/>
            </a:pPr>
            <a:r>
              <a:rPr lang="en-US" sz="700" b="0" i="0" u="none" strike="noStrike" cap="none" noProof="0">
                <a:solidFill>
                  <a:srgbClr val="7F7F7F"/>
                </a:solidFill>
                <a:latin typeface="IBM Plex Sans"/>
                <a:ea typeface="IBM Plex Sans"/>
                <a:cs typeface="IBM Plex Sans"/>
                <a:sym typeface="IBM Plex Sans"/>
              </a:rPr>
              <a:t>Notes: (1) </a:t>
            </a:r>
            <a:r>
              <a:rPr lang="en-US" sz="700" b="0" i="0" u="sng" strike="noStrike" cap="none"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Answer Engine Journal</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OWDT</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Greenbook</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Built in</a:t>
            </a:r>
            <a:r>
              <a:rPr lang="en-US" sz="700" b="0" i="0" u="none" strike="noStrike" cap="none" noProof="0">
                <a:solidFill>
                  <a:srgbClr val="7F7F7F"/>
                </a:solidFill>
                <a:latin typeface="IBM Plex Sans"/>
                <a:ea typeface="IBM Plex Sans"/>
                <a:cs typeface="IBM Plex Sans"/>
                <a:sym typeface="IBM Plex Sans"/>
              </a:rPr>
              <a:t>, (5) </a:t>
            </a:r>
            <a:r>
              <a:rPr lang="en-US" sz="700" b="0" i="0" u="sng" strike="noStrike" cap="none" noProof="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Exposure Ninja</a:t>
            </a:r>
            <a:r>
              <a:rPr lang="en-US" sz="700" b="0" i="0" u="none" strike="noStrike" cap="none" noProof="0">
                <a:solidFill>
                  <a:srgbClr val="7F7F7F"/>
                </a:solidFill>
                <a:latin typeface="IBM Plex Sans"/>
                <a:ea typeface="IBM Plex Sans"/>
                <a:cs typeface="IBM Plex Sans"/>
                <a:sym typeface="IBM Plex Sans"/>
              </a:rPr>
              <a:t>, (6) </a:t>
            </a:r>
            <a:r>
              <a:rPr lang="en-US" sz="700" b="0" i="0" u="sng" strike="noStrike" cap="none"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Nielsen Norman</a:t>
            </a:r>
            <a:r>
              <a:rPr lang="en-US" sz="700" b="0" i="0" u="none" strike="noStrike" cap="none" noProof="0">
                <a:solidFill>
                  <a:srgbClr val="7F7F7F"/>
                </a:solidFill>
                <a:latin typeface="IBM Plex Sans"/>
                <a:ea typeface="IBM Plex Sans"/>
                <a:cs typeface="IBM Plex Sans"/>
                <a:sym typeface="IBM Plex Sans"/>
              </a:rPr>
              <a:t>, (7)  </a:t>
            </a:r>
            <a:r>
              <a:rPr lang="en-US" sz="700" b="0" i="0" u="sng" strike="noStrike" cap="none" noProof="0" err="1">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Semrush</a:t>
            </a:r>
            <a:r>
              <a:rPr lang="en-US" sz="700" b="0" i="0" u="none" strike="noStrike" cap="none" noProof="0">
                <a:solidFill>
                  <a:srgbClr val="7F7F7F"/>
                </a:solidFill>
                <a:latin typeface="IBM Plex Sans"/>
                <a:ea typeface="IBM Plex Sans"/>
                <a:cs typeface="IBM Plex Sans"/>
                <a:sym typeface="IBM Plex Sans"/>
              </a:rPr>
              <a:t>, (8) </a:t>
            </a:r>
            <a:r>
              <a:rPr lang="en-US" sz="700" b="0" i="0" u="sng" strike="noStrike" cap="none" noProof="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BCG</a:t>
            </a:r>
            <a:r>
              <a:rPr lang="en-US" sz="700" b="0" i="0" u="none" strike="noStrike" cap="none" noProof="0">
                <a:solidFill>
                  <a:srgbClr val="7F7F7F"/>
                </a:solidFill>
                <a:latin typeface="IBM Plex Sans"/>
                <a:ea typeface="IBM Plex Sans"/>
                <a:cs typeface="IBM Plex Sans"/>
                <a:sym typeface="IBM Plex Sans"/>
              </a:rPr>
              <a:t>, (9) </a:t>
            </a:r>
            <a:r>
              <a:rPr lang="en-US" sz="700" b="0" i="0" u="sng" strike="noStrike" cap="none" noProof="0">
                <a:solidFill>
                  <a:srgbClr val="7F7F7F"/>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WSJ</a:t>
            </a:r>
            <a:r>
              <a:rPr lang="en-US" sz="700" b="0" i="0" u="none" strike="noStrike" cap="none" noProof="0">
                <a:solidFill>
                  <a:srgbClr val="7F7F7F"/>
                </a:solidFill>
                <a:latin typeface="IBM Plex Sans"/>
                <a:ea typeface="IBM Plex Sans"/>
                <a:cs typeface="IBM Plex Sans"/>
                <a:sym typeface="IBM Plex Sans"/>
              </a:rPr>
              <a:t>, (10) </a:t>
            </a:r>
            <a:r>
              <a:rPr lang="en-US" sz="700" b="0" i="0" u="sng" strike="noStrike" cap="none" noProof="0" err="1">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Econsultancy</a:t>
            </a:r>
            <a:endParaRPr lang="en-US" sz="700" b="0" i="0" u="none" strike="noStrike" cap="none" noProof="0">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endParaRPr>
          </a:p>
        </p:txBody>
      </p:sp>
      <p:sp>
        <p:nvSpPr>
          <p:cNvPr id="2489" name="Google Shape;2489;g3b23322d595_2_1518"/>
          <p:cNvSpPr txBox="1"/>
          <p:nvPr/>
        </p:nvSpPr>
        <p:spPr>
          <a:xfrm>
            <a:off x="473833" y="5835748"/>
            <a:ext cx="11336119" cy="349151"/>
          </a:xfrm>
          <a:prstGeom prst="rect">
            <a:avLst/>
          </a:prstGeom>
          <a:solidFill>
            <a:srgbClr val="7FD7A7"/>
          </a:solidFill>
          <a:ln>
            <a:noFill/>
          </a:ln>
        </p:spPr>
        <p:txBody>
          <a:bodyPr spcFirstLastPara="1" wrap="square" lIns="68550" tIns="68550" rIns="68550" bIns="68550" anchor="ctr" anchorCtr="0">
            <a:noAutofit/>
          </a:bodyPr>
          <a:lstStyle/>
          <a:p>
            <a:pPr marL="0" marR="0" lvl="0" indent="0" algn="ctr" rtl="0">
              <a:lnSpc>
                <a:spcPct val="100000"/>
              </a:lnSpc>
              <a:spcBef>
                <a:spcPts val="0"/>
              </a:spcBef>
              <a:spcAft>
                <a:spcPts val="0"/>
              </a:spcAft>
              <a:buClr>
                <a:srgbClr val="204E79"/>
              </a:buClr>
              <a:buSzPts val="1800"/>
              <a:buFont typeface="Calibri"/>
              <a:buNone/>
            </a:pPr>
            <a:r>
              <a:rPr lang="en-US" b="1" i="0" u="none" strike="noStrike" cap="none" noProof="0">
                <a:solidFill>
                  <a:srgbClr val="000000"/>
                </a:solidFill>
                <a:latin typeface="IBM Plex Sans"/>
                <a:ea typeface="IBM Plex Sans"/>
                <a:cs typeface="IBM Plex Sans"/>
                <a:sym typeface="IBM Plex Sans"/>
              </a:rPr>
              <a:t>Visibility is no longer earned through rankings alone, but through inclusion in AI-generated answers</a:t>
            </a:r>
            <a:endParaRPr lang="en-US" b="0" i="0" u="none" strike="noStrike" cap="none" noProof="0">
              <a:solidFill>
                <a:srgbClr val="000000"/>
              </a:solidFill>
              <a:latin typeface="IBM Plex Sans"/>
              <a:ea typeface="IBM Plex Sans"/>
              <a:cs typeface="IBM Plex Sans"/>
            </a:endParaRPr>
          </a:p>
        </p:txBody>
      </p:sp>
      <p:graphicFrame>
        <p:nvGraphicFramePr>
          <p:cNvPr id="2490" name="Google Shape;2490;g3b23322d595_2_1518"/>
          <p:cNvGraphicFramePr/>
          <p:nvPr>
            <p:extLst>
              <p:ext uri="{D42A27DB-BD31-4B8C-83A1-F6EECF244321}">
                <p14:modId xmlns:p14="http://schemas.microsoft.com/office/powerpoint/2010/main" val="2642863744"/>
              </p:ext>
            </p:extLst>
          </p:nvPr>
        </p:nvGraphicFramePr>
        <p:xfrm>
          <a:off x="470393" y="1150674"/>
          <a:ext cx="11281400" cy="1645960"/>
        </p:xfrm>
        <a:graphic>
          <a:graphicData uri="http://schemas.openxmlformats.org/drawingml/2006/table">
            <a:tbl>
              <a:tblPr>
                <a:noFill/>
                <a:tableStyleId>{16461213-F4DB-495F-93F5-F8E8B3FAFA39}</a:tableStyleId>
              </a:tblPr>
              <a:tblGrid>
                <a:gridCol w="1828307">
                  <a:extLst>
                    <a:ext uri="{9D8B030D-6E8A-4147-A177-3AD203B41FA5}">
                      <a16:colId xmlns:a16="http://schemas.microsoft.com/office/drawing/2014/main" val="20000"/>
                    </a:ext>
                  </a:extLst>
                </a:gridCol>
                <a:gridCol w="3151031">
                  <a:extLst>
                    <a:ext uri="{9D8B030D-6E8A-4147-A177-3AD203B41FA5}">
                      <a16:colId xmlns:a16="http://schemas.microsoft.com/office/drawing/2014/main" val="20001"/>
                    </a:ext>
                  </a:extLst>
                </a:gridCol>
                <a:gridCol w="3151031">
                  <a:extLst>
                    <a:ext uri="{9D8B030D-6E8A-4147-A177-3AD203B41FA5}">
                      <a16:colId xmlns:a16="http://schemas.microsoft.com/office/drawing/2014/main" val="20002"/>
                    </a:ext>
                  </a:extLst>
                </a:gridCol>
                <a:gridCol w="3151031">
                  <a:extLst>
                    <a:ext uri="{9D8B030D-6E8A-4147-A177-3AD203B41FA5}">
                      <a16:colId xmlns:a16="http://schemas.microsoft.com/office/drawing/2014/main" val="20003"/>
                    </a:ext>
                  </a:extLst>
                </a:gridCol>
              </a:tblGrid>
              <a:tr h="177800">
                <a:tc>
                  <a:txBody>
                    <a:bodyPr/>
                    <a:lstStyle/>
                    <a:p>
                      <a:pPr marL="0" marR="0" lvl="0" indent="0" algn="ctr" rtl="0">
                        <a:lnSpc>
                          <a:spcPct val="100000"/>
                        </a:lnSpc>
                        <a:spcBef>
                          <a:spcPts val="0"/>
                        </a:spcBef>
                        <a:spcAft>
                          <a:spcPts val="0"/>
                        </a:spcAft>
                        <a:buClr>
                          <a:schemeClr val="lt1"/>
                        </a:buClr>
                        <a:buSzPts val="1400"/>
                        <a:buFont typeface="Arial"/>
                        <a:buNone/>
                      </a:pPr>
                      <a:r>
                        <a:rPr lang="en-US" sz="1400" b="1" u="none" strike="noStrike" cap="none" noProof="0">
                          <a:solidFill>
                            <a:schemeClr val="lt1"/>
                          </a:solidFill>
                          <a:latin typeface="IBM Plex Sans"/>
                          <a:ea typeface="IBM Plex Sans"/>
                          <a:cs typeface="IBM Plex Sans"/>
                          <a:sym typeface="IBM Plex Sans"/>
                        </a:rPr>
                        <a:t>Optimization type</a:t>
                      </a:r>
                      <a:endParaRPr lang="en-US" sz="1400" b="1" u="none" strike="noStrike" cap="none" noProof="0">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chemeClr val="dk1"/>
                        </a:buClr>
                        <a:buSzPts val="1400"/>
                        <a:buFont typeface="Arial"/>
                        <a:buNone/>
                      </a:pPr>
                      <a:r>
                        <a:rPr lang="en-US" sz="1400" u="none" strike="noStrike" cap="none" noProof="0">
                          <a:solidFill>
                            <a:schemeClr val="dk1"/>
                          </a:solidFill>
                          <a:latin typeface="IBM Plex Sans"/>
                          <a:ea typeface="IBM Plex Sans"/>
                          <a:cs typeface="IBM Plex Sans"/>
                          <a:sym typeface="IBM Plex Sans"/>
                        </a:rPr>
                        <a:t>Answer Engine Optimization</a:t>
                      </a:r>
                      <a:r>
                        <a:rPr lang="en-US" sz="1400" u="none" strike="noStrike" cap="none" baseline="30000" noProof="0">
                          <a:solidFill>
                            <a:schemeClr val="dk1"/>
                          </a:solidFill>
                          <a:latin typeface="IBM Plex Sans"/>
                          <a:ea typeface="IBM Plex Sans"/>
                          <a:cs typeface="IBM Plex Sans"/>
                          <a:sym typeface="IBM Plex Sans"/>
                        </a:rPr>
                        <a:t>1,2</a:t>
                      </a:r>
                      <a:endParaRPr lang="en-US" sz="1400" u="none" strike="noStrike" cap="none" baseline="30000" noProof="0">
                        <a:solidFill>
                          <a:srgbClr val="000000"/>
                        </a:solidFill>
                        <a:latin typeface="IBM Plex Sans"/>
                        <a:ea typeface="IBM Plex Sans"/>
                        <a:cs typeface="IBM Plex Sans"/>
                        <a:sym typeface="IBM Plex Sans"/>
                      </a:endParaRPr>
                    </a:p>
                  </a:txBody>
                  <a:tcPr marL="91450" marR="91450" marT="45725" marB="45725" anchor="ctr">
                    <a:lnL w="9525" cap="flat" cmpd="sng" algn="ctr">
                      <a:solidFill>
                        <a:srgbClr val="D8D8D8"/>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chemeClr val="dk1"/>
                        </a:buClr>
                        <a:buSzPts val="1400"/>
                        <a:buFont typeface="Arial"/>
                        <a:buNone/>
                      </a:pPr>
                      <a:r>
                        <a:rPr lang="en-US" sz="1400" u="none" strike="noStrike" cap="none" noProof="0">
                          <a:solidFill>
                            <a:schemeClr val="dk1"/>
                          </a:solidFill>
                          <a:latin typeface="IBM Plex Sans"/>
                          <a:ea typeface="IBM Plex Sans"/>
                          <a:cs typeface="IBM Plex Sans"/>
                          <a:sym typeface="IBM Plex Sans"/>
                        </a:rPr>
                        <a:t>Generative Engine Optimization</a:t>
                      </a:r>
                      <a:r>
                        <a:rPr lang="en-US" sz="1400" u="none" strike="noStrike" cap="none" baseline="30000" noProof="0">
                          <a:solidFill>
                            <a:schemeClr val="dk1"/>
                          </a:solidFill>
                          <a:latin typeface="IBM Plex Sans"/>
                          <a:ea typeface="IBM Plex Sans"/>
                          <a:cs typeface="IBM Plex Sans"/>
                          <a:sym typeface="IBM Plex Sans"/>
                        </a:rPr>
                        <a:t>3,4</a:t>
                      </a:r>
                      <a:endParaRPr lang="en-US" sz="1400" u="none" strike="noStrike" cap="none" baseline="30000" noProof="0">
                        <a:solidFill>
                          <a:srgbClr val="000000"/>
                        </a:solidFill>
                        <a:latin typeface="IBM Plex Sans"/>
                        <a:ea typeface="IBM Plex Sans"/>
                        <a:cs typeface="IBM Plex Sans"/>
                        <a:sym typeface="IBM Plex Sans"/>
                      </a:endParaRPr>
                    </a:p>
                  </a:txBody>
                  <a:tcPr marL="91450" marR="91450" marT="45725" marB="45725" anchor="ctr">
                    <a:lnL w="9525" cap="flat" cmpd="sng" algn="ctr">
                      <a:solidFill>
                        <a:srgbClr val="D8D8D8"/>
                      </a:solidFill>
                      <a:prstDash val="solid"/>
                      <a:round/>
                      <a:headEnd type="none" w="sm" len="sm"/>
                      <a:tailEnd type="none" w="sm" len="sm"/>
                    </a:lnL>
                    <a:lnR w="9525" cap="flat" cmpd="sng" algn="ctr">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400"/>
                        <a:buFont typeface="Arial"/>
                        <a:buNone/>
                      </a:pPr>
                      <a:r>
                        <a:rPr lang="en-US" sz="1400" u="none" strike="noStrike" cap="none" noProof="0">
                          <a:solidFill>
                            <a:schemeClr val="dk1"/>
                          </a:solidFill>
                          <a:latin typeface="IBM Plex Sans"/>
                          <a:ea typeface="IBM Plex Sans"/>
                          <a:cs typeface="IBM Plex Sans"/>
                          <a:sym typeface="IBM Plex Sans"/>
                        </a:rPr>
                        <a:t>Artificial Intelligence Optimization</a:t>
                      </a:r>
                      <a:r>
                        <a:rPr lang="en-US" sz="1400" u="none" strike="noStrike" cap="none" baseline="30000" noProof="0">
                          <a:solidFill>
                            <a:schemeClr val="dk1"/>
                          </a:solidFill>
                          <a:latin typeface="IBM Plex Sans"/>
                          <a:ea typeface="IBM Plex Sans"/>
                          <a:cs typeface="IBM Plex Sans"/>
                          <a:sym typeface="IBM Plex Sans"/>
                        </a:rPr>
                        <a:t>5</a:t>
                      </a:r>
                      <a:endParaRPr lang="en-US" sz="1400" b="0" i="0" u="none" strike="noStrike" cap="none" baseline="30000" noProof="0">
                        <a:solidFill>
                          <a:srgbClr val="000000"/>
                        </a:solidFill>
                        <a:latin typeface="IBM Plex Sans"/>
                        <a:ea typeface="IBM Plex Sans"/>
                        <a:cs typeface="IBM Plex Sans"/>
                        <a:sym typeface="IBM Plex Sans"/>
                      </a:endParaRPr>
                    </a:p>
                  </a:txBody>
                  <a:tcPr marL="91450" marR="91450" marT="45725" marB="45725" anchor="ctr">
                    <a:lnL w="9525" cap="flat" cmpd="sng" algn="ctr">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1"/>
                  </a:ext>
                </a:extLst>
              </a:tr>
              <a:tr h="177800">
                <a:tc>
                  <a:txBody>
                    <a:bodyPr/>
                    <a:lstStyle/>
                    <a:p>
                      <a:pPr marL="0" marR="0" lvl="0" indent="0" algn="ctr" rtl="0">
                        <a:lnSpc>
                          <a:spcPct val="100000"/>
                        </a:lnSpc>
                        <a:spcBef>
                          <a:spcPts val="0"/>
                        </a:spcBef>
                        <a:spcAft>
                          <a:spcPts val="0"/>
                        </a:spcAft>
                        <a:buClr>
                          <a:schemeClr val="lt1"/>
                        </a:buClr>
                        <a:buSzPts val="1400"/>
                        <a:buFont typeface="Arial"/>
                        <a:buNone/>
                      </a:pPr>
                      <a:r>
                        <a:rPr lang="en-US" sz="1400" b="1" u="none" strike="noStrike" cap="none" noProof="0">
                          <a:solidFill>
                            <a:schemeClr val="lt1"/>
                          </a:solidFill>
                          <a:latin typeface="IBM Plex Sans"/>
                          <a:ea typeface="IBM Plex Sans"/>
                          <a:cs typeface="IBM Plex Sans"/>
                          <a:sym typeface="IBM Plex Sans"/>
                        </a:rPr>
                        <a:t>Optimization scope</a:t>
                      </a:r>
                      <a:endParaRPr lang="en-US" sz="1400" b="1" u="none" strike="noStrike" cap="none" noProof="0">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chemeClr val="dk1"/>
                        </a:buClr>
                        <a:buSzPts val="1400"/>
                        <a:buFont typeface="Arial"/>
                        <a:buNone/>
                      </a:pPr>
                      <a:r>
                        <a:rPr lang="en-US" sz="1400" u="none" strike="noStrike" cap="none" noProof="0">
                          <a:solidFill>
                            <a:schemeClr val="dk1"/>
                          </a:solidFill>
                          <a:latin typeface="IBM Plex Sans"/>
                          <a:ea typeface="IBM Plex Sans"/>
                          <a:cs typeface="IBM Plex Sans"/>
                          <a:sym typeface="IBM Plex Sans"/>
                        </a:rPr>
                        <a:t>Optimize for AI answers</a:t>
                      </a:r>
                    </a:p>
                  </a:txBody>
                  <a:tcPr marL="91450" marR="91450" marT="45725" marB="45725"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tc>
                  <a:txBody>
                    <a:bodyPr/>
                    <a:lstStyle/>
                    <a:p>
                      <a:pPr marL="0" marR="0" lvl="0" indent="0" algn="ctr" rtl="0">
                        <a:lnSpc>
                          <a:spcPct val="100000"/>
                        </a:lnSpc>
                        <a:spcBef>
                          <a:spcPts val="0"/>
                        </a:spcBef>
                        <a:spcAft>
                          <a:spcPts val="0"/>
                        </a:spcAft>
                        <a:buClr>
                          <a:schemeClr val="dk1"/>
                        </a:buClr>
                        <a:buSzPts val="1400"/>
                        <a:buFont typeface="Calibri"/>
                        <a:buNone/>
                      </a:pPr>
                      <a:r>
                        <a:rPr lang="en-US" sz="1400" u="none" strike="noStrike" cap="none" noProof="0">
                          <a:solidFill>
                            <a:schemeClr val="dk1"/>
                          </a:solidFill>
                          <a:latin typeface="IBM Plex Sans"/>
                          <a:ea typeface="IBM Plex Sans"/>
                          <a:cs typeface="IBM Plex Sans"/>
                          <a:sym typeface="IBM Plex Sans"/>
                        </a:rPr>
                        <a:t>Optimize for LLM output surfaces</a:t>
                      </a:r>
                      <a:endParaRPr lang="en-US" sz="1400" u="none" strike="noStrike" cap="none" noProof="0">
                        <a:latin typeface="IBM Plex Sans"/>
                        <a:ea typeface="IBM Plex Sans"/>
                        <a:cs typeface="IBM Plex Sans"/>
                        <a:sym typeface="IBM Plex Sans"/>
                      </a:endParaRPr>
                    </a:p>
                  </a:txBody>
                  <a:tcPr marL="91450" marR="91450" marT="45725" marB="45725"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tc>
                  <a:txBody>
                    <a:bodyPr/>
                    <a:lstStyle/>
                    <a:p>
                      <a:pPr marL="0" marR="0" lvl="0" indent="0" algn="ctr" rtl="0">
                        <a:lnSpc>
                          <a:spcPct val="100000"/>
                        </a:lnSpc>
                        <a:spcBef>
                          <a:spcPts val="0"/>
                        </a:spcBef>
                        <a:spcAft>
                          <a:spcPts val="0"/>
                        </a:spcAft>
                        <a:buClr>
                          <a:schemeClr val="dk1"/>
                        </a:buClr>
                        <a:buSzPts val="1400"/>
                        <a:buFont typeface="Calibri"/>
                        <a:buNone/>
                      </a:pPr>
                      <a:r>
                        <a:rPr lang="en-US" sz="1400" u="none" strike="noStrike" cap="none" noProof="0">
                          <a:solidFill>
                            <a:schemeClr val="dk1"/>
                          </a:solidFill>
                          <a:latin typeface="IBM Plex Sans"/>
                          <a:ea typeface="IBM Plex Sans"/>
                          <a:cs typeface="IBM Plex Sans"/>
                          <a:sym typeface="IBM Plex Sans"/>
                        </a:rPr>
                        <a:t>Optimize for </a:t>
                      </a:r>
                      <a:r>
                        <a:rPr lang="en-US" sz="1400" u="none" strike="noStrike" cap="none" noProof="0">
                          <a:solidFill>
                            <a:schemeClr val="dk1"/>
                          </a:solidFill>
                          <a:latin typeface="IBM Plex Sans"/>
                          <a:ea typeface="IBM Plex Sans"/>
                          <a:cs typeface="IBM Plex Sans"/>
                        </a:rPr>
                        <a:t>semantic LLM</a:t>
                      </a:r>
                      <a:r>
                        <a:rPr lang="en-US" sz="1400" u="none" strike="noStrike" cap="none" noProof="0">
                          <a:solidFill>
                            <a:schemeClr val="dk1"/>
                          </a:solidFill>
                          <a:latin typeface="IBM Plex Sans"/>
                          <a:ea typeface="IBM Plex Sans"/>
                          <a:cs typeface="IBM Plex Sans"/>
                          <a:sym typeface="IBM Plex Sans"/>
                        </a:rPr>
                        <a:t> output surfaces</a:t>
                      </a:r>
                      <a:endParaRPr lang="en-US" sz="1400" u="none" strike="noStrike" cap="none" noProof="0">
                        <a:latin typeface="IBM Plex Sans"/>
                        <a:ea typeface="IBM Plex Sans"/>
                        <a:cs typeface="IBM Plex Sans"/>
                        <a:sym typeface="IBM Plex Sans"/>
                      </a:endParaRPr>
                    </a:p>
                  </a:txBody>
                  <a:tcPr marL="91450" marR="91450" marT="45725" marB="45725"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extLst>
                  <a:ext uri="{0D108BD9-81ED-4DB2-BD59-A6C34878D82A}">
                    <a16:rowId xmlns:a16="http://schemas.microsoft.com/office/drawing/2014/main" val="10002"/>
                  </a:ext>
                </a:extLst>
              </a:tr>
              <a:tr h="177800">
                <a:tc>
                  <a:txBody>
                    <a:bodyPr/>
                    <a:lstStyle/>
                    <a:p>
                      <a:pPr marL="0" marR="0" lvl="0" indent="0" algn="ctr" rtl="0">
                        <a:lnSpc>
                          <a:spcPct val="100000"/>
                        </a:lnSpc>
                        <a:spcBef>
                          <a:spcPts val="0"/>
                        </a:spcBef>
                        <a:spcAft>
                          <a:spcPts val="0"/>
                        </a:spcAft>
                        <a:buClr>
                          <a:schemeClr val="lt1"/>
                        </a:buClr>
                        <a:buSzPts val="1400"/>
                        <a:buFont typeface="Calibri"/>
                        <a:buNone/>
                      </a:pPr>
                      <a:r>
                        <a:rPr lang="en-US" sz="1400" b="1" u="none" strike="noStrike" cap="none" noProof="0">
                          <a:solidFill>
                            <a:schemeClr val="lt1"/>
                          </a:solidFill>
                          <a:latin typeface="IBM Plex Sans"/>
                          <a:ea typeface="IBM Plex Sans"/>
                          <a:cs typeface="IBM Plex Sans"/>
                          <a:sym typeface="IBM Plex Sans"/>
                        </a:rPr>
                        <a:t>Structure</a:t>
                      </a:r>
                      <a:endParaRPr lang="en-US" sz="1400" b="1" u="none" strike="noStrike" cap="none" noProof="0">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chemeClr val="dk1"/>
                        </a:buClr>
                        <a:buSzPts val="1400"/>
                        <a:buFont typeface="Calibri"/>
                        <a:buNone/>
                      </a:pPr>
                      <a:r>
                        <a:rPr lang="en-US" sz="1400" u="none" strike="noStrike" cap="none" noProof="0">
                          <a:latin typeface="IBM Plex Sans"/>
                          <a:ea typeface="IBM Plex Sans"/>
                          <a:cs typeface="IBM Plex Sans"/>
                          <a:sym typeface="IBM Plex Sans"/>
                        </a:rPr>
                        <a:t>Q&amp;A formats</a:t>
                      </a:r>
                    </a:p>
                  </a:txBody>
                  <a:tcPr marL="91450" marR="91450" marT="45725" marB="45725"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chemeClr val="dk1"/>
                        </a:buClr>
                        <a:buSzPts val="1400"/>
                        <a:buFont typeface="Calibri"/>
                        <a:buNone/>
                      </a:pPr>
                      <a:r>
                        <a:rPr lang="en-US" sz="1400" u="none" strike="noStrike" cap="none" noProof="0">
                          <a:latin typeface="IBM Plex Sans"/>
                          <a:ea typeface="IBM Plex Sans"/>
                          <a:cs typeface="IBM Plex Sans"/>
                          <a:sym typeface="IBM Plex Sans"/>
                        </a:rPr>
                        <a:t>Entity-first architecture</a:t>
                      </a:r>
                    </a:p>
                  </a:txBody>
                  <a:tcPr marL="91450" marR="91450" marT="45725" marB="45725"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chemeClr val="dk1"/>
                        </a:buClr>
                        <a:buSzPts val="1400"/>
                        <a:buFont typeface="Calibri"/>
                        <a:buNone/>
                      </a:pPr>
                      <a:r>
                        <a:rPr lang="en-US" sz="1400" u="none" strike="noStrike" cap="none" noProof="0">
                          <a:latin typeface="IBM Plex Sans"/>
                          <a:ea typeface="IBM Plex Sans"/>
                          <a:cs typeface="IBM Plex Sans"/>
                          <a:sym typeface="IBM Plex Sans"/>
                        </a:rPr>
                        <a:t>Semantic relevance (embeddings)</a:t>
                      </a:r>
                    </a:p>
                  </a:txBody>
                  <a:tcPr marL="91450" marR="91450" marT="45725" marB="45725"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tcPr>
                </a:tc>
                <a:extLst>
                  <a:ext uri="{0D108BD9-81ED-4DB2-BD59-A6C34878D82A}">
                    <a16:rowId xmlns:a16="http://schemas.microsoft.com/office/drawing/2014/main" val="10003"/>
                  </a:ext>
                </a:extLst>
              </a:tr>
              <a:tr h="177800">
                <a:tc>
                  <a:txBody>
                    <a:bodyPr/>
                    <a:lstStyle/>
                    <a:p>
                      <a:pPr marL="0" marR="0" lvl="0" indent="0" algn="ctr" rtl="0">
                        <a:lnSpc>
                          <a:spcPct val="100000"/>
                        </a:lnSpc>
                        <a:spcBef>
                          <a:spcPts val="0"/>
                        </a:spcBef>
                        <a:spcAft>
                          <a:spcPts val="0"/>
                        </a:spcAft>
                        <a:buClr>
                          <a:schemeClr val="lt1"/>
                        </a:buClr>
                        <a:buSzPts val="1400"/>
                        <a:buFont typeface="Calibri"/>
                        <a:buNone/>
                      </a:pPr>
                      <a:r>
                        <a:rPr lang="en-US" sz="1400" b="1" u="none" strike="noStrike" cap="none" noProof="0">
                          <a:solidFill>
                            <a:schemeClr val="lt1"/>
                          </a:solidFill>
                          <a:latin typeface="IBM Plex Sans"/>
                          <a:ea typeface="IBM Plex Sans"/>
                          <a:cs typeface="IBM Plex Sans"/>
                          <a:sym typeface="IBM Plex Sans"/>
                        </a:rPr>
                        <a:t>Output</a:t>
                      </a:r>
                      <a:endParaRPr lang="en-US" sz="1400" b="1" u="none" strike="noStrike" cap="none" noProof="0">
                        <a:latin typeface="IBM Plex Sans"/>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chemeClr val="dk1"/>
                        </a:buClr>
                        <a:buSzPts val="1400"/>
                        <a:buFont typeface="Calibri"/>
                        <a:buNone/>
                      </a:pPr>
                      <a:r>
                        <a:rPr lang="en-US" sz="1400" u="none" strike="noStrike" cap="none" noProof="0">
                          <a:latin typeface="IBM Plex Sans"/>
                          <a:ea typeface="IBM Plex Sans"/>
                          <a:cs typeface="IBM Plex Sans"/>
                          <a:sym typeface="IBM Plex Sans"/>
                        </a:rPr>
                        <a:t>Direct answers</a:t>
                      </a:r>
                    </a:p>
                  </a:txBody>
                  <a:tcPr marL="91450" marR="91450" marT="45725" marB="45725"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tc>
                  <a:txBody>
                    <a:bodyPr/>
                    <a:lstStyle/>
                    <a:p>
                      <a:pPr marL="0" marR="0" lvl="0" indent="0" algn="ctr" rtl="0">
                        <a:lnSpc>
                          <a:spcPct val="100000"/>
                        </a:lnSpc>
                        <a:spcBef>
                          <a:spcPts val="0"/>
                        </a:spcBef>
                        <a:spcAft>
                          <a:spcPts val="0"/>
                        </a:spcAft>
                        <a:buClr>
                          <a:schemeClr val="dk1"/>
                        </a:buClr>
                        <a:buSzPts val="1400"/>
                        <a:buFont typeface="Calibri"/>
                        <a:buNone/>
                      </a:pPr>
                      <a:r>
                        <a:rPr lang="en-US" sz="1400" u="none" strike="noStrike" cap="none" noProof="0">
                          <a:latin typeface="IBM Plex Sans"/>
                          <a:ea typeface="IBM Plex Sans"/>
                          <a:cs typeface="IBM Plex Sans"/>
                          <a:sym typeface="IBM Plex Sans"/>
                        </a:rPr>
                        <a:t>Multi-surface visibility</a:t>
                      </a:r>
                    </a:p>
                  </a:txBody>
                  <a:tcPr marL="91450" marR="91450" marT="45725" marB="45725"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tc>
                  <a:txBody>
                    <a:bodyPr/>
                    <a:lstStyle/>
                    <a:p>
                      <a:pPr marL="0" marR="0" lvl="0" indent="0" algn="ctr" rtl="0">
                        <a:lnSpc>
                          <a:spcPct val="100000"/>
                        </a:lnSpc>
                        <a:spcBef>
                          <a:spcPts val="0"/>
                        </a:spcBef>
                        <a:spcAft>
                          <a:spcPts val="0"/>
                        </a:spcAft>
                        <a:buClr>
                          <a:schemeClr val="dk1"/>
                        </a:buClr>
                        <a:buSzPts val="1400"/>
                        <a:buFont typeface="Calibri"/>
                        <a:buNone/>
                      </a:pPr>
                      <a:r>
                        <a:rPr lang="en-US" sz="1400" u="none" strike="noStrike" cap="none" noProof="0">
                          <a:latin typeface="IBM Plex Sans"/>
                          <a:ea typeface="IBM Plex Sans"/>
                          <a:cs typeface="IBM Plex Sans"/>
                          <a:sym typeface="IBM Plex Sans"/>
                        </a:rPr>
                        <a:t>Structured, machine-readable content</a:t>
                      </a:r>
                    </a:p>
                  </a:txBody>
                  <a:tcPr marL="91450" marR="91450" marT="45725" marB="45725" anchor="ctr">
                    <a:lnL w="9525" cap="flat" cmpd="sng">
                      <a:solidFill>
                        <a:srgbClr val="D8D8D8"/>
                      </a:solidFill>
                      <a:prstDash val="solid"/>
                      <a:round/>
                      <a:headEnd type="none" w="sm" len="sm"/>
                      <a:tailEnd type="none" w="sm" len="sm"/>
                    </a:lnL>
                    <a:lnR w="9525" cap="flat" cmpd="sng">
                      <a:solidFill>
                        <a:srgbClr val="D8D8D8"/>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F2F2F2"/>
                    </a:solidFill>
                  </a:tcPr>
                </a:tc>
                <a:extLst>
                  <a:ext uri="{0D108BD9-81ED-4DB2-BD59-A6C34878D82A}">
                    <a16:rowId xmlns:a16="http://schemas.microsoft.com/office/drawing/2014/main" val="10004"/>
                  </a:ext>
                </a:extLst>
              </a:tr>
            </a:tbl>
          </a:graphicData>
        </a:graphic>
      </p:graphicFrame>
      <p:sp>
        <p:nvSpPr>
          <p:cNvPr id="2491" name="Google Shape;2491;g3b23322d595_2_1518"/>
          <p:cNvSpPr txBox="1"/>
          <p:nvPr/>
        </p:nvSpPr>
        <p:spPr>
          <a:xfrm>
            <a:off x="449999" y="2981859"/>
            <a:ext cx="4678960" cy="206874"/>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1800"/>
              <a:buFont typeface="Arial"/>
              <a:buNone/>
            </a:pPr>
            <a:r>
              <a:rPr lang="en-US" sz="1800" b="1" i="0" u="none" strike="noStrike" cap="none" noProof="0">
                <a:solidFill>
                  <a:srgbClr val="000000"/>
                </a:solidFill>
                <a:latin typeface="IBM Plex Sans"/>
                <a:ea typeface="IBM Plex Sans"/>
                <a:cs typeface="IBM Plex Sans"/>
                <a:sym typeface="IBM Plex Sans"/>
              </a:rPr>
              <a:t>Key focus changes:</a:t>
            </a:r>
            <a:endParaRPr lang="en-US" sz="1400" b="0" i="0" u="none" strike="noStrike" cap="none" noProof="0">
              <a:solidFill>
                <a:srgbClr val="000000"/>
              </a:solidFill>
              <a:latin typeface="IBM Plex Sans"/>
              <a:ea typeface="IBM Plex Sans"/>
              <a:cs typeface="IBM Plex Sans"/>
              <a:sym typeface="IBM Plex Sans"/>
            </a:endParaRPr>
          </a:p>
        </p:txBody>
      </p:sp>
      <p:cxnSp>
        <p:nvCxnSpPr>
          <p:cNvPr id="2492" name="Google Shape;2492;g3b23322d595_2_1518"/>
          <p:cNvCxnSpPr/>
          <p:nvPr/>
        </p:nvCxnSpPr>
        <p:spPr>
          <a:xfrm>
            <a:off x="449998" y="3216171"/>
            <a:ext cx="11314517" cy="0"/>
          </a:xfrm>
          <a:prstGeom prst="straightConnector1">
            <a:avLst/>
          </a:prstGeom>
          <a:noFill/>
          <a:ln w="9525" cap="flat" cmpd="sng">
            <a:solidFill>
              <a:schemeClr val="dk1"/>
            </a:solidFill>
            <a:prstDash val="solid"/>
            <a:miter lim="800000"/>
            <a:headEnd type="none" w="sm" len="sm"/>
            <a:tailEnd type="none" w="sm" len="sm"/>
          </a:ln>
        </p:spPr>
      </p:cxnSp>
      <p:sp>
        <p:nvSpPr>
          <p:cNvPr id="9" name="Google Shape;647;g3b2110f3d24_0_132">
            <a:extLst>
              <a:ext uri="{FF2B5EF4-FFF2-40B4-BE49-F238E27FC236}">
                <a16:creationId xmlns:a16="http://schemas.microsoft.com/office/drawing/2014/main" id="{A9CCC965-A7CC-FA6F-51AB-1403EDD3D745}"/>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92</a:t>
            </a:fld>
            <a:endParaRPr lang="en-US" noProof="0"/>
          </a:p>
        </p:txBody>
      </p:sp>
      <p:sp>
        <p:nvSpPr>
          <p:cNvPr id="13" name="CaixaDeTexto 12">
            <a:extLst>
              <a:ext uri="{FF2B5EF4-FFF2-40B4-BE49-F238E27FC236}">
                <a16:creationId xmlns:a16="http://schemas.microsoft.com/office/drawing/2014/main" id="{C1DE5359-DCAA-76D4-F671-B8756F981FE9}"/>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AI future outlook</a:t>
            </a:r>
          </a:p>
        </p:txBody>
      </p:sp>
    </p:spTree>
    <p:extLst>
      <p:ext uri="{BB962C8B-B14F-4D97-AF65-F5344CB8AC3E}">
        <p14:creationId xmlns:p14="http://schemas.microsoft.com/office/powerpoint/2010/main" val="183439310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2322"/>
        <p:cNvGrpSpPr/>
        <p:nvPr/>
      </p:nvGrpSpPr>
      <p:grpSpPr>
        <a:xfrm>
          <a:off x="0" y="0"/>
          <a:ext cx="0" cy="0"/>
          <a:chOff x="0" y="0"/>
          <a:chExt cx="0" cy="0"/>
        </a:xfrm>
      </p:grpSpPr>
      <p:sp>
        <p:nvSpPr>
          <p:cNvPr id="2323" name="Google Shape;2323;g3b23322d595_2_1359"/>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a:buClr>
                <a:srgbClr val="1E4E79"/>
              </a:buClr>
              <a:buSzPts val="1800"/>
            </a:pPr>
            <a:r>
              <a:rPr lang="en-US" noProof="0"/>
              <a:t>To survive, companies need to learn from the Online News and Music industries</a:t>
            </a:r>
          </a:p>
        </p:txBody>
      </p:sp>
      <p:sp>
        <p:nvSpPr>
          <p:cNvPr id="2324" name="Google Shape;2324;g3b23322d595_2_1359"/>
          <p:cNvSpPr txBox="1"/>
          <p:nvPr/>
        </p:nvSpPr>
        <p:spPr>
          <a:xfrm>
            <a:off x="420594" y="5857596"/>
            <a:ext cx="11368260" cy="401641"/>
          </a:xfrm>
          <a:prstGeom prst="rect">
            <a:avLst/>
          </a:prstGeom>
          <a:solidFill>
            <a:srgbClr val="7FD7A7"/>
          </a:solidFill>
          <a:ln>
            <a:noFill/>
          </a:ln>
        </p:spPr>
        <p:txBody>
          <a:bodyPr spcFirstLastPara="1" wrap="square" lIns="68550" tIns="68550" rIns="68550" bIns="68550" anchor="ctr" anchorCtr="0">
            <a:noAutofit/>
          </a:bodyPr>
          <a:lstStyle/>
          <a:p>
            <a:pPr algn="ctr">
              <a:buClr>
                <a:srgbClr val="204E79"/>
              </a:buClr>
              <a:buSzPts val="1800"/>
            </a:pPr>
            <a:r>
              <a:rPr lang="en-US" b="1" i="0" u="none" strike="noStrike" cap="none" noProof="0">
                <a:solidFill>
                  <a:srgbClr val="000000"/>
                </a:solidFill>
                <a:latin typeface="IBM Plex Sans"/>
                <a:ea typeface="IBM Plex Sans"/>
                <a:cs typeface="IBM Plex Sans"/>
                <a:sym typeface="IBM Plex Sans"/>
              </a:rPr>
              <a:t>When </a:t>
            </a:r>
            <a:r>
              <a:rPr lang="en-US" b="1" noProof="0">
                <a:latin typeface="IBM Plex Sans"/>
                <a:ea typeface="IBM Plex Sans"/>
                <a:cs typeface="IBM Plex Sans"/>
                <a:sym typeface="IBM Plex Sans"/>
              </a:rPr>
              <a:t>a </a:t>
            </a:r>
            <a:r>
              <a:rPr lang="en-US" b="1" i="0" u="none" strike="noStrike" cap="none" noProof="0">
                <a:solidFill>
                  <a:srgbClr val="000000"/>
                </a:solidFill>
                <a:latin typeface="IBM Plex Sans"/>
                <a:ea typeface="IBM Plex Sans"/>
                <a:cs typeface="IBM Plex Sans"/>
                <a:sym typeface="IBM Plex Sans"/>
              </a:rPr>
              <a:t>business becomes expensive to run, </a:t>
            </a:r>
            <a:r>
              <a:rPr lang="en-US" b="1" noProof="0">
                <a:latin typeface="IBM Plex Sans"/>
                <a:ea typeface="IBM Plex Sans"/>
                <a:cs typeface="IBM Plex Sans"/>
                <a:sym typeface="IBM Plex Sans"/>
              </a:rPr>
              <a:t>the model</a:t>
            </a:r>
            <a:r>
              <a:rPr lang="en-US" b="1" i="0" u="none" strike="noStrike" cap="none" noProof="0">
                <a:solidFill>
                  <a:srgbClr val="000000"/>
                </a:solidFill>
                <a:latin typeface="IBM Plex Sans"/>
                <a:ea typeface="IBM Plex Sans"/>
                <a:cs typeface="IBM Plex Sans"/>
                <a:sym typeface="IBM Plex Sans"/>
              </a:rPr>
              <a:t> shifts from free to paid; AI is following the same path, with usage limits and paywalls likely to constrain adoption over time</a:t>
            </a:r>
            <a:endParaRPr lang="en-US" b="1" i="0" u="none" strike="noStrike" cap="none" noProof="0">
              <a:solidFill>
                <a:srgbClr val="000000"/>
              </a:solidFill>
              <a:latin typeface="IBM Plex Sans"/>
              <a:ea typeface="IBM Plex Sans"/>
              <a:cs typeface="IBM Plex Sans"/>
            </a:endParaRPr>
          </a:p>
        </p:txBody>
      </p:sp>
      <p:sp>
        <p:nvSpPr>
          <p:cNvPr id="2325" name="Google Shape;2325;g3b23322d595_2_1359"/>
          <p:cNvSpPr txBox="1"/>
          <p:nvPr/>
        </p:nvSpPr>
        <p:spPr>
          <a:xfrm>
            <a:off x="420594" y="6319385"/>
            <a:ext cx="10553700" cy="21544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US" sz="700" b="0" i="0" u="none" strike="noStrike" cap="none" noProof="0">
                <a:solidFill>
                  <a:srgbClr val="7F7F7F"/>
                </a:solidFill>
                <a:latin typeface="IBM Plex Sans"/>
                <a:ea typeface="IBM Plex Sans"/>
                <a:cs typeface="IBM Plex Sans"/>
                <a:sym typeface="IBM Plex Sans"/>
              </a:rPr>
              <a:t>Sources: (1) </a:t>
            </a:r>
            <a:r>
              <a:rPr lang="en-US" sz="700" b="0" i="0" u="sng" strike="noStrike" cap="none" noProof="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Reuters Institute</a:t>
            </a:r>
            <a:r>
              <a:rPr lang="en-US" sz="700" b="0" i="0" u="none" strike="noStrike" cap="none" noProof="0">
                <a:solidFill>
                  <a:srgbClr val="7F7F7F"/>
                </a:solidFill>
                <a:latin typeface="IBM Plex Sans"/>
                <a:ea typeface="IBM Plex Sans"/>
                <a:cs typeface="IBM Plex Sans"/>
                <a:sym typeface="IBM Plex Sans"/>
              </a:rPr>
              <a:t>, (2) </a:t>
            </a:r>
            <a:r>
              <a:rPr lang="en-US" sz="700" b="0" i="0" u="sng" strike="noStrike" cap="none" noProof="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Exploding Topics</a:t>
            </a:r>
            <a:r>
              <a:rPr lang="en-US" sz="700" b="0" i="0" u="none" strike="noStrike" cap="none" noProof="0">
                <a:solidFill>
                  <a:srgbClr val="7F7F7F"/>
                </a:solidFill>
                <a:latin typeface="IBM Plex Sans"/>
                <a:ea typeface="IBM Plex Sans"/>
                <a:cs typeface="IBM Plex Sans"/>
                <a:sym typeface="IBM Plex Sans"/>
              </a:rPr>
              <a:t>, (3) </a:t>
            </a:r>
            <a:r>
              <a:rPr lang="en-US" sz="700" b="0" i="0" u="sng" strike="noStrike" cap="none" noProof="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Demandsage</a:t>
            </a:r>
            <a:r>
              <a:rPr lang="en-US" sz="700" b="0" i="0" u="none" strike="noStrike" cap="none" noProof="0">
                <a:solidFill>
                  <a:srgbClr val="7F7F7F"/>
                </a:solidFill>
                <a:latin typeface="IBM Plex Sans"/>
                <a:ea typeface="IBM Plex Sans"/>
                <a:cs typeface="IBM Plex Sans"/>
                <a:sym typeface="IBM Plex Sans"/>
              </a:rPr>
              <a:t> and </a:t>
            </a:r>
            <a:r>
              <a:rPr lang="en-US" sz="700" b="0" i="0" u="sng" strike="noStrike" cap="none" noProof="0" err="1">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Nerdynav</a:t>
            </a:r>
            <a:r>
              <a:rPr lang="en-US" sz="700" b="0" i="0" u="none" strike="noStrike" cap="none" noProof="0">
                <a:solidFill>
                  <a:srgbClr val="7F7F7F"/>
                </a:solidFill>
                <a:latin typeface="IBM Plex Sans"/>
                <a:ea typeface="IBM Plex Sans"/>
                <a:cs typeface="IBM Plex Sans"/>
                <a:sym typeface="IBM Plex Sans"/>
              </a:rPr>
              <a:t>, (4) </a:t>
            </a:r>
            <a:r>
              <a:rPr lang="en-US" sz="700" b="0" i="0" u="sng" strike="noStrike" cap="none" noProof="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SSRN</a:t>
            </a:r>
            <a:r>
              <a:rPr lang="en-US" sz="700" b="0" i="0" u="none" strike="noStrike" cap="none" noProof="0">
                <a:solidFill>
                  <a:srgbClr val="7F7F7F"/>
                </a:solidFill>
                <a:latin typeface="IBM Plex Sans"/>
                <a:ea typeface="IBM Plex Sans"/>
                <a:cs typeface="IBM Plex Sans"/>
                <a:sym typeface="IBM Plex Sans"/>
              </a:rPr>
              <a:t>, (5) </a:t>
            </a:r>
            <a:r>
              <a:rPr lang="en-US" sz="700" b="0" i="0" u="sng" strike="noStrike" cap="none" noProof="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ScienceDirect</a:t>
            </a:r>
            <a:r>
              <a:rPr lang="en-US" sz="700" b="0" i="0" u="none" strike="noStrike" cap="none" noProof="0">
                <a:solidFill>
                  <a:srgbClr val="7F7F7F"/>
                </a:solidFill>
                <a:latin typeface="IBM Plex Sans"/>
                <a:ea typeface="IBM Plex Sans"/>
                <a:cs typeface="IBM Plex Sans"/>
                <a:sym typeface="IBM Plex Sans"/>
              </a:rPr>
              <a:t>, (6) </a:t>
            </a:r>
            <a:r>
              <a:rPr lang="en-US" sz="700" b="0" i="0" u="sng" strike="noStrike" cap="none" noProof="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YouGov</a:t>
            </a:r>
            <a:r>
              <a:rPr lang="en-US" sz="700" b="0" i="0" u="none" strike="noStrike" cap="none" noProof="0">
                <a:solidFill>
                  <a:srgbClr val="7F7F7F"/>
                </a:solidFill>
                <a:latin typeface="IBM Plex Sans"/>
                <a:ea typeface="IBM Plex Sans"/>
                <a:cs typeface="IBM Plex Sans"/>
                <a:sym typeface="IBM Plex Sans"/>
              </a:rPr>
              <a:t>, (7) </a:t>
            </a:r>
            <a:r>
              <a:rPr lang="en-US" sz="700" b="0" i="0" u="sng" strike="noStrike" cap="none" noProof="0" err="1">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KosignMusic</a:t>
            </a:r>
            <a:r>
              <a:rPr lang="en-US" sz="700" b="0" i="0" u="none" strike="noStrike" cap="none" noProof="0">
                <a:solidFill>
                  <a:srgbClr val="7F7F7F"/>
                </a:solidFill>
                <a:latin typeface="IBM Plex Sans"/>
                <a:ea typeface="IBM Plex Sans"/>
                <a:cs typeface="IBM Plex Sans"/>
                <a:sym typeface="IBM Plex Sans"/>
              </a:rPr>
              <a:t>, (8) </a:t>
            </a:r>
            <a:r>
              <a:rPr lang="en-US" sz="700" b="0" i="0" u="sng" strike="noStrike" cap="none" noProof="0">
                <a:solidFill>
                  <a:srgbClr val="7F7F7F"/>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Spotify</a:t>
            </a:r>
            <a:r>
              <a:rPr lang="en-US" sz="700" b="0" i="0" u="none" strike="noStrike" cap="none" noProof="0">
                <a:solidFill>
                  <a:srgbClr val="7F7F7F"/>
                </a:solidFill>
                <a:latin typeface="IBM Plex Sans"/>
                <a:ea typeface="IBM Plex Sans"/>
                <a:cs typeface="IBM Plex Sans"/>
                <a:sym typeface="IBM Plex Sans"/>
              </a:rPr>
              <a:t>, (9) </a:t>
            </a:r>
            <a:r>
              <a:rPr lang="en-US" sz="700" b="0" i="0" u="sng" strike="noStrike" cap="none" noProof="0" err="1">
                <a:solidFill>
                  <a:srgbClr val="7F7F7F"/>
                </a:solidFill>
                <a:latin typeface="IBM Plex Sans"/>
                <a:ea typeface="IBM Plex Sans"/>
                <a:cs typeface="IBM Plex Sans"/>
                <a:sym typeface="IBM Plex Sans"/>
                <a:hlinkClick r:id="rId12">
                  <a:extLst>
                    <a:ext uri="{A12FA001-AC4F-418D-AE19-62706E023703}">
                      <ahyp:hlinkClr xmlns:ahyp="http://schemas.microsoft.com/office/drawing/2018/hyperlinkcolor" val="tx"/>
                    </a:ext>
                  </a:extLst>
                </a:hlinkClick>
              </a:rPr>
              <a:t>MusoSoup</a:t>
            </a:r>
            <a:r>
              <a:rPr lang="en-US" sz="700" b="0" i="0" u="none" strike="noStrike" cap="none" noProof="0">
                <a:solidFill>
                  <a:srgbClr val="7F7F7F"/>
                </a:solidFill>
                <a:latin typeface="IBM Plex Sans"/>
                <a:ea typeface="IBM Plex Sans"/>
                <a:cs typeface="IBM Plex Sans"/>
                <a:sym typeface="IBM Plex Sans"/>
              </a:rPr>
              <a:t>, (10) </a:t>
            </a:r>
            <a:r>
              <a:rPr lang="en-US" sz="700" b="0" i="0" u="sng" strike="noStrike" cap="none" noProof="0">
                <a:solidFill>
                  <a:srgbClr val="7F7F7F"/>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Forbes</a:t>
            </a:r>
            <a:r>
              <a:rPr lang="en-US" sz="700" b="0" i="0" u="none" strike="noStrike" cap="none" noProof="0">
                <a:solidFill>
                  <a:srgbClr val="7F7F7F"/>
                </a:solidFill>
                <a:latin typeface="IBM Plex Sans"/>
                <a:ea typeface="IBM Plex Sans"/>
                <a:cs typeface="IBM Plex Sans"/>
                <a:sym typeface="IBM Plex Sans"/>
              </a:rPr>
              <a:t>, (11) </a:t>
            </a:r>
            <a:r>
              <a:rPr lang="en-US" sz="700" b="0" i="0" u="sng" strike="noStrike" cap="none" noProof="0">
                <a:solidFill>
                  <a:srgbClr val="7F7F7F"/>
                </a:solidFill>
                <a:latin typeface="IBM Plex Sans"/>
                <a:ea typeface="IBM Plex Sans"/>
                <a:cs typeface="IBM Plex Sans"/>
                <a:sym typeface="IBM Plex Sans"/>
                <a:hlinkClick r:id="rId14">
                  <a:extLst>
                    <a:ext uri="{A12FA001-AC4F-418D-AE19-62706E023703}">
                      <ahyp:hlinkClr xmlns:ahyp="http://schemas.microsoft.com/office/drawing/2018/hyperlinkcolor" val="tx"/>
                    </a:ext>
                  </a:extLst>
                </a:hlinkClick>
              </a:rPr>
              <a:t>Nvidia</a:t>
            </a:r>
            <a:r>
              <a:rPr lang="en-US" sz="700" b="0" i="0" u="none" strike="noStrike" cap="none" noProof="0">
                <a:solidFill>
                  <a:srgbClr val="7F7F7F"/>
                </a:solidFill>
                <a:latin typeface="IBM Plex Sans"/>
                <a:ea typeface="IBM Plex Sans"/>
                <a:cs typeface="IBM Plex Sans"/>
                <a:sym typeface="IBM Plex Sans"/>
              </a:rPr>
              <a:t>, (12) </a:t>
            </a:r>
            <a:r>
              <a:rPr lang="en-US" sz="700" b="0" i="0" u="sng" strike="noStrike" cap="none" noProof="0">
                <a:solidFill>
                  <a:srgbClr val="7F7F7F"/>
                </a:solidFill>
                <a:latin typeface="IBM Plex Sans"/>
                <a:ea typeface="IBM Plex Sans"/>
                <a:cs typeface="IBM Plex Sans"/>
                <a:sym typeface="IBM Plex Sans"/>
                <a:hlinkClick r:id="rId15">
                  <a:extLst>
                    <a:ext uri="{A12FA001-AC4F-418D-AE19-62706E023703}">
                      <ahyp:hlinkClr xmlns:ahyp="http://schemas.microsoft.com/office/drawing/2018/hyperlinkcolor" val="tx"/>
                    </a:ext>
                  </a:extLst>
                </a:hlinkClick>
              </a:rPr>
              <a:t>Cornell University </a:t>
            </a:r>
            <a:r>
              <a:rPr lang="en-US" sz="700" b="0" i="0" u="sng" strike="noStrike" cap="none" noProof="0" err="1">
                <a:solidFill>
                  <a:srgbClr val="7F7F7F"/>
                </a:solidFill>
                <a:latin typeface="IBM Plex Sans"/>
                <a:ea typeface="IBM Plex Sans"/>
                <a:cs typeface="IBM Plex Sans"/>
                <a:sym typeface="IBM Plex Sans"/>
                <a:hlinkClick r:id="rId15">
                  <a:extLst>
                    <a:ext uri="{A12FA001-AC4F-418D-AE19-62706E023703}">
                      <ahyp:hlinkClr xmlns:ahyp="http://schemas.microsoft.com/office/drawing/2018/hyperlinkcolor" val="tx"/>
                    </a:ext>
                  </a:extLst>
                </a:hlinkClick>
              </a:rPr>
              <a:t>Arvix</a:t>
            </a:r>
            <a:r>
              <a:rPr lang="en-US" sz="700" b="0" i="0" u="none" strike="noStrike" cap="none" noProof="0">
                <a:solidFill>
                  <a:srgbClr val="7F7F7F"/>
                </a:solidFill>
                <a:latin typeface="IBM Plex Sans"/>
                <a:ea typeface="IBM Plex Sans"/>
                <a:cs typeface="IBM Plex Sans"/>
                <a:sym typeface="IBM Plex Sans"/>
              </a:rPr>
              <a:t>, (13) </a:t>
            </a:r>
            <a:r>
              <a:rPr lang="en-US" sz="700" b="0" i="0" u="sng" strike="noStrike" cap="none" noProof="0">
                <a:solidFill>
                  <a:srgbClr val="7F7F7F"/>
                </a:solidFill>
                <a:latin typeface="IBM Plex Sans"/>
                <a:ea typeface="IBM Plex Sans"/>
                <a:cs typeface="IBM Plex Sans"/>
                <a:sym typeface="IBM Plex Sans"/>
                <a:hlinkClick r:id="rId16">
                  <a:extLst>
                    <a:ext uri="{A12FA001-AC4F-418D-AE19-62706E023703}">
                      <ahyp:hlinkClr xmlns:ahyp="http://schemas.microsoft.com/office/drawing/2018/hyperlinkcolor" val="tx"/>
                    </a:ext>
                  </a:extLst>
                </a:hlinkClick>
              </a:rPr>
              <a:t>New York Times</a:t>
            </a:r>
            <a:r>
              <a:rPr lang="en-US" sz="700" b="0" i="0" u="none" strike="noStrike" cap="none" noProof="0">
                <a:solidFill>
                  <a:srgbClr val="7F7F7F"/>
                </a:solidFill>
                <a:latin typeface="IBM Plex Sans"/>
                <a:ea typeface="IBM Plex Sans"/>
                <a:cs typeface="IBM Plex Sans"/>
                <a:sym typeface="IBM Plex Sans"/>
              </a:rPr>
              <a:t>, (14) </a:t>
            </a:r>
            <a:r>
              <a:rPr lang="en-US" sz="700" b="0" i="0" u="sng" strike="noStrike" cap="none" noProof="0">
                <a:solidFill>
                  <a:srgbClr val="7F7F7F"/>
                </a:solidFill>
                <a:latin typeface="IBM Plex Sans"/>
                <a:ea typeface="IBM Plex Sans"/>
                <a:cs typeface="IBM Plex Sans"/>
                <a:sym typeface="IBM Plex Sans"/>
                <a:hlinkClick r:id="rId17">
                  <a:extLst>
                    <a:ext uri="{A12FA001-AC4F-418D-AE19-62706E023703}">
                      <ahyp:hlinkClr xmlns:ahyp="http://schemas.microsoft.com/office/drawing/2018/hyperlinkcolor" val="tx"/>
                    </a:ext>
                  </a:extLst>
                </a:hlinkClick>
              </a:rPr>
              <a:t>Music Business Worldwide</a:t>
            </a:r>
            <a:r>
              <a:rPr lang="en-US" sz="700" b="0" i="0" u="none" strike="noStrike" cap="none" noProof="0">
                <a:solidFill>
                  <a:srgbClr val="7F7F7F"/>
                </a:solidFill>
                <a:latin typeface="IBM Plex Sans"/>
                <a:ea typeface="IBM Plex Sans"/>
                <a:cs typeface="IBM Plex Sans"/>
                <a:sym typeface="IBM Plex Sans"/>
              </a:rPr>
              <a:t>, (15) </a:t>
            </a:r>
            <a:r>
              <a:rPr lang="en-US" sz="700" b="0" i="0" u="sng" strike="noStrike" cap="none" noProof="0">
                <a:solidFill>
                  <a:srgbClr val="7F7F7F"/>
                </a:solidFill>
                <a:latin typeface="IBM Plex Sans"/>
                <a:ea typeface="IBM Plex Sans"/>
                <a:cs typeface="IBM Plex Sans"/>
                <a:sym typeface="IBM Plex Sans"/>
                <a:hlinkClick r:id="rId18">
                  <a:extLst>
                    <a:ext uri="{A12FA001-AC4F-418D-AE19-62706E023703}">
                      <ahyp:hlinkClr xmlns:ahyp="http://schemas.microsoft.com/office/drawing/2018/hyperlinkcolor" val="tx"/>
                    </a:ext>
                  </a:extLst>
                </a:hlinkClick>
              </a:rPr>
              <a:t>Washington Post</a:t>
            </a:r>
            <a:r>
              <a:rPr lang="en-US" sz="700" b="0" i="0" u="none" strike="noStrike" cap="none" noProof="0">
                <a:solidFill>
                  <a:srgbClr val="7F7F7F"/>
                </a:solidFill>
                <a:latin typeface="IBM Plex Sans"/>
                <a:ea typeface="IBM Plex Sans"/>
                <a:cs typeface="IBM Plex Sans"/>
                <a:sym typeface="IBM Plex Sans"/>
              </a:rPr>
              <a:t> and </a:t>
            </a:r>
            <a:r>
              <a:rPr lang="en-US" sz="700" b="0" i="0" u="sng" strike="noStrike" cap="none" noProof="0">
                <a:solidFill>
                  <a:srgbClr val="7F7F7F"/>
                </a:solidFill>
                <a:latin typeface="IBM Plex Sans"/>
                <a:ea typeface="IBM Plex Sans"/>
                <a:cs typeface="IBM Plex Sans"/>
                <a:sym typeface="IBM Plex Sans"/>
                <a:hlinkClick r:id="rId19">
                  <a:extLst>
                    <a:ext uri="{A12FA001-AC4F-418D-AE19-62706E023703}">
                      <ahyp:hlinkClr xmlns:ahyp="http://schemas.microsoft.com/office/drawing/2018/hyperlinkcolor" val="tx"/>
                    </a:ext>
                  </a:extLst>
                </a:hlinkClick>
              </a:rPr>
              <a:t>The Register</a:t>
            </a:r>
            <a:endParaRPr lang="en-US" sz="700" b="0" i="0" u="none" strike="noStrike" cap="none" noProof="0">
              <a:solidFill>
                <a:srgbClr val="7F7F7F"/>
              </a:solidFill>
              <a:latin typeface="IBM Plex Sans"/>
              <a:ea typeface="IBM Plex Sans"/>
              <a:cs typeface="IBM Plex Sans"/>
            </a:endParaRPr>
          </a:p>
        </p:txBody>
      </p:sp>
      <p:graphicFrame>
        <p:nvGraphicFramePr>
          <p:cNvPr id="2326" name="Google Shape;2326;g3b23322d595_2_1359"/>
          <p:cNvGraphicFramePr/>
          <p:nvPr>
            <p:extLst>
              <p:ext uri="{D42A27DB-BD31-4B8C-83A1-F6EECF244321}">
                <p14:modId xmlns:p14="http://schemas.microsoft.com/office/powerpoint/2010/main" val="1302837780"/>
              </p:ext>
            </p:extLst>
          </p:nvPr>
        </p:nvGraphicFramePr>
        <p:xfrm>
          <a:off x="465135" y="5047971"/>
          <a:ext cx="11277450" cy="727360"/>
        </p:xfrm>
        <a:graphic>
          <a:graphicData uri="http://schemas.openxmlformats.org/drawingml/2006/table">
            <a:tbl>
              <a:tblPr>
                <a:noFill/>
                <a:tableStyleId>{16461213-F4DB-495F-93F5-F8E8B3FAFA39}</a:tableStyleId>
              </a:tblPr>
              <a:tblGrid>
                <a:gridCol w="1668600">
                  <a:extLst>
                    <a:ext uri="{9D8B030D-6E8A-4147-A177-3AD203B41FA5}">
                      <a16:colId xmlns:a16="http://schemas.microsoft.com/office/drawing/2014/main" val="20000"/>
                    </a:ext>
                  </a:extLst>
                </a:gridCol>
                <a:gridCol w="1983000">
                  <a:extLst>
                    <a:ext uri="{9D8B030D-6E8A-4147-A177-3AD203B41FA5}">
                      <a16:colId xmlns:a16="http://schemas.microsoft.com/office/drawing/2014/main" val="20001"/>
                    </a:ext>
                  </a:extLst>
                </a:gridCol>
                <a:gridCol w="3910200">
                  <a:extLst>
                    <a:ext uri="{9D8B030D-6E8A-4147-A177-3AD203B41FA5}">
                      <a16:colId xmlns:a16="http://schemas.microsoft.com/office/drawing/2014/main" val="20002"/>
                    </a:ext>
                  </a:extLst>
                </a:gridCol>
                <a:gridCol w="3715650">
                  <a:extLst>
                    <a:ext uri="{9D8B030D-6E8A-4147-A177-3AD203B41FA5}">
                      <a16:colId xmlns:a16="http://schemas.microsoft.com/office/drawing/2014/main" val="20003"/>
                    </a:ext>
                  </a:extLst>
                </a:gridCol>
              </a:tblGrid>
              <a:tr h="361675">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dk1"/>
                          </a:solidFill>
                          <a:latin typeface="IBM Plex Sans"/>
                          <a:ea typeface="Calibri"/>
                          <a:cs typeface="Calibri"/>
                          <a:sym typeface="Calibri"/>
                        </a:rPr>
                        <a:t>Revenue</a:t>
                      </a:r>
                      <a:r>
                        <a:rPr lang="en-US" sz="1200" b="1" u="none" strike="noStrike" cap="none" noProof="0">
                          <a:solidFill>
                            <a:schemeClr val="dk1"/>
                          </a:solidFill>
                          <a:latin typeface="IBM Plex Sans"/>
                          <a:ea typeface="Calibri"/>
                          <a:cs typeface="Calibri"/>
                        </a:rPr>
                        <a:t>/ </a:t>
                      </a:r>
                      <a:r>
                        <a:rPr lang="en-US" sz="1200" b="1" u="none" strike="noStrike" cap="none" noProof="0">
                          <a:solidFill>
                            <a:schemeClr val="dk1"/>
                          </a:solidFill>
                          <a:latin typeface="IBM Plex Sans"/>
                          <a:ea typeface="Calibri"/>
                          <a:cs typeface="Calibri"/>
                          <a:sym typeface="Calibri"/>
                        </a:rPr>
                        <a:t>free user</a:t>
                      </a:r>
                    </a:p>
                  </a:txBody>
                  <a:tcPr marL="90400" marR="90400" marT="90400" marB="90400">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rgbClr val="E1EFD8"/>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u="none" strike="noStrike" cap="none" noProof="0">
                          <a:latin typeface="IBM Plex Sans"/>
                          <a:ea typeface="Calibri"/>
                          <a:cs typeface="Calibri"/>
                          <a:sym typeface="Calibri"/>
                        </a:rPr>
                        <a:t>~$0.01 - $0.02 /day</a:t>
                      </a:r>
                      <a:r>
                        <a:rPr lang="en-US" sz="1200" b="1" u="none" strike="noStrike" cap="none" baseline="30000" noProof="0">
                          <a:solidFill>
                            <a:schemeClr val="dk1"/>
                          </a:solidFill>
                          <a:latin typeface="IBM Plex Sans"/>
                          <a:ea typeface="Calibri"/>
                          <a:cs typeface="Calibri"/>
                          <a:sym typeface="Calibri"/>
                        </a:rPr>
                        <a:t>13</a:t>
                      </a:r>
                      <a:endParaRPr lang="en-US" sz="1200" u="none" strike="noStrike" cap="none" noProof="0">
                        <a:latin typeface="IBM Plex Sans"/>
                        <a:ea typeface="Calibri"/>
                        <a:cs typeface="Calibri"/>
                        <a:sym typeface="Calibri"/>
                      </a:endParaRPr>
                    </a:p>
                  </a:txBody>
                  <a:tcPr marL="90400" marR="90400" marT="90400" marB="90400">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u="none" strike="noStrike" cap="none" noProof="0">
                          <a:latin typeface="IBM Plex Sans"/>
                          <a:ea typeface="Calibri"/>
                          <a:cs typeface="Calibri"/>
                          <a:sym typeface="Calibri"/>
                        </a:rPr>
                        <a:t>~$0.014 / day</a:t>
                      </a:r>
                      <a:r>
                        <a:rPr lang="en-US" sz="1200" b="1" u="none" strike="noStrike" cap="none" baseline="30000" noProof="0">
                          <a:solidFill>
                            <a:schemeClr val="dk1"/>
                          </a:solidFill>
                          <a:latin typeface="IBM Plex Sans"/>
                          <a:ea typeface="Calibri"/>
                          <a:cs typeface="Calibri"/>
                          <a:sym typeface="Calibri"/>
                        </a:rPr>
                        <a:t>14</a:t>
                      </a:r>
                      <a:endParaRPr lang="en-US" sz="1200" u="none" strike="noStrike" cap="none" noProof="0">
                        <a:latin typeface="IBM Plex Sans"/>
                        <a:ea typeface="Calibri"/>
                        <a:cs typeface="Calibri"/>
                        <a:sym typeface="Calibri"/>
                      </a:endParaRPr>
                    </a:p>
                  </a:txBody>
                  <a:tcPr marL="90400" marR="90400" marT="90400" marB="90400">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u="none" strike="noStrike" cap="none" noProof="0">
                          <a:latin typeface="IBM Plex Sans"/>
                          <a:ea typeface="Calibri"/>
                          <a:cs typeface="Calibri"/>
                          <a:sym typeface="Calibri"/>
                        </a:rPr>
                        <a:t>$0.00 / day</a:t>
                      </a:r>
                      <a:r>
                        <a:rPr lang="en-US" sz="1200" b="1" u="none" strike="noStrike" cap="none" baseline="30000" noProof="0">
                          <a:solidFill>
                            <a:schemeClr val="dk1"/>
                          </a:solidFill>
                          <a:latin typeface="IBM Plex Sans"/>
                          <a:ea typeface="Calibri"/>
                          <a:cs typeface="Calibri"/>
                          <a:sym typeface="Calibri"/>
                        </a:rPr>
                        <a:t>15</a:t>
                      </a:r>
                      <a:endParaRPr lang="en-US" sz="1200" u="none" strike="noStrike" cap="none" noProof="0">
                        <a:latin typeface="IBM Plex Sans"/>
                        <a:ea typeface="Calibri"/>
                        <a:cs typeface="Calibri"/>
                        <a:sym typeface="Calibri"/>
                      </a:endParaRPr>
                    </a:p>
                  </a:txBody>
                  <a:tcPr marL="90400" marR="90400" marT="90400" marB="90400">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extLst>
                  <a:ext uri="{0D108BD9-81ED-4DB2-BD59-A6C34878D82A}">
                    <a16:rowId xmlns:a16="http://schemas.microsoft.com/office/drawing/2014/main" val="10000"/>
                  </a:ext>
                </a:extLst>
              </a:tr>
              <a:tr h="361675">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a:solidFill>
                            <a:schemeClr val="dk1"/>
                          </a:solidFill>
                          <a:latin typeface="IBM Plex Sans"/>
                          <a:ea typeface="Calibri"/>
                          <a:cs typeface="Calibri"/>
                          <a:sym typeface="Calibri"/>
                        </a:rPr>
                        <a:t>Cost</a:t>
                      </a:r>
                      <a:r>
                        <a:rPr lang="en-US" sz="1200" b="1" u="none" strike="noStrike" cap="none" noProof="0">
                          <a:solidFill>
                            <a:schemeClr val="dk1"/>
                          </a:solidFill>
                          <a:latin typeface="IBM Plex Sans"/>
                          <a:ea typeface="Calibri"/>
                          <a:cs typeface="Calibri"/>
                        </a:rPr>
                        <a:t>/ </a:t>
                      </a:r>
                      <a:r>
                        <a:rPr lang="en-US" sz="1200" b="1" u="none" strike="noStrike" cap="none" noProof="0">
                          <a:solidFill>
                            <a:schemeClr val="dk1"/>
                          </a:solidFill>
                          <a:latin typeface="IBM Plex Sans"/>
                          <a:ea typeface="Calibri"/>
                          <a:cs typeface="Calibri"/>
                          <a:sym typeface="Calibri"/>
                        </a:rPr>
                        <a:t>free user</a:t>
                      </a:r>
                    </a:p>
                  </a:txBody>
                  <a:tcPr marL="90400" marR="90400" marT="90400" marB="90400">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rgbClr val="E1EFD8"/>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u="none" strike="noStrike" cap="none" noProof="0">
                          <a:latin typeface="IBM Plex Sans"/>
                          <a:ea typeface="Calibri"/>
                          <a:cs typeface="Calibri"/>
                          <a:sym typeface="Calibri"/>
                        </a:rPr>
                        <a:t>$0.00</a:t>
                      </a:r>
                      <a:r>
                        <a:rPr lang="en-US" sz="1200" b="1" u="none" strike="noStrike" cap="none" baseline="30000" noProof="0">
                          <a:solidFill>
                            <a:schemeClr val="dk1"/>
                          </a:solidFill>
                          <a:latin typeface="IBM Plex Sans"/>
                          <a:ea typeface="Calibri"/>
                          <a:cs typeface="Calibri"/>
                          <a:sym typeface="Calibri"/>
                        </a:rPr>
                        <a:t>13</a:t>
                      </a:r>
                      <a:endParaRPr lang="en-US" sz="1200" u="none" strike="noStrike" cap="none" noProof="0">
                        <a:latin typeface="IBM Plex Sans"/>
                        <a:ea typeface="Calibri"/>
                        <a:cs typeface="Calibri"/>
                        <a:sym typeface="Calibri"/>
                      </a:endParaRPr>
                    </a:p>
                  </a:txBody>
                  <a:tcPr marL="90400" marR="90400" marT="90400" marB="90400">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u="none" strike="noStrike" cap="none" noProof="0">
                          <a:latin typeface="IBM Plex Sans"/>
                          <a:ea typeface="Calibri"/>
                          <a:cs typeface="Calibri"/>
                          <a:sym typeface="Calibri"/>
                        </a:rPr>
                        <a:t>$0.005</a:t>
                      </a:r>
                      <a:r>
                        <a:rPr lang="en-US" sz="1200" b="1" u="none" strike="noStrike" cap="none" baseline="30000" noProof="0">
                          <a:solidFill>
                            <a:schemeClr val="dk1"/>
                          </a:solidFill>
                          <a:latin typeface="IBM Plex Sans"/>
                          <a:ea typeface="Calibri"/>
                          <a:cs typeface="Calibri"/>
                          <a:sym typeface="Calibri"/>
                        </a:rPr>
                        <a:t>14</a:t>
                      </a:r>
                      <a:endParaRPr lang="en-US" sz="1200" u="none" strike="noStrike" cap="none" noProof="0">
                        <a:latin typeface="IBM Plex Sans"/>
                        <a:ea typeface="Calibri"/>
                        <a:cs typeface="Calibri"/>
                        <a:sym typeface="Calibri"/>
                      </a:endParaRPr>
                    </a:p>
                  </a:txBody>
                  <a:tcPr marL="90400" marR="90400" marT="90400" marB="90400">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u="none" strike="noStrike" cap="none" noProof="0">
                          <a:latin typeface="IBM Plex Sans"/>
                          <a:ea typeface="Calibri"/>
                          <a:cs typeface="Calibri"/>
                          <a:sym typeface="Calibri"/>
                        </a:rPr>
                        <a:t>$0.02 - $0.05</a:t>
                      </a:r>
                      <a:r>
                        <a:rPr lang="en-US" sz="1200" b="1" u="none" strike="noStrike" cap="none" baseline="30000" noProof="0">
                          <a:solidFill>
                            <a:schemeClr val="dk1"/>
                          </a:solidFill>
                          <a:latin typeface="IBM Plex Sans"/>
                          <a:ea typeface="Calibri"/>
                          <a:cs typeface="Calibri"/>
                          <a:sym typeface="Calibri"/>
                        </a:rPr>
                        <a:t>15</a:t>
                      </a:r>
                      <a:endParaRPr lang="en-US" sz="1200" u="none" strike="noStrike" cap="none" noProof="0">
                        <a:latin typeface="IBM Plex Sans"/>
                        <a:ea typeface="Calibri"/>
                        <a:cs typeface="Calibri"/>
                        <a:sym typeface="Calibri"/>
                      </a:endParaRPr>
                    </a:p>
                  </a:txBody>
                  <a:tcPr marL="90400" marR="90400" marT="90400" marB="90400">
                    <a:lnL w="9525" cap="flat" cmpd="sng">
                      <a:solidFill>
                        <a:schemeClr val="lt1">
                          <a:alpha val="0"/>
                        </a:schemeClr>
                      </a:solidFill>
                      <a:prstDash val="solid"/>
                      <a:round/>
                      <a:headEnd type="none" w="sm" len="sm"/>
                      <a:tailEnd type="none" w="sm" len="sm"/>
                    </a:lnL>
                    <a:lnR w="9525" cap="flat" cmpd="sng">
                      <a:solidFill>
                        <a:schemeClr val="lt1">
                          <a:alpha val="0"/>
                        </a:schemeClr>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sp>
        <p:nvSpPr>
          <p:cNvPr id="2328" name="Google Shape;2328;g3b23322d595_2_1359"/>
          <p:cNvSpPr txBox="1"/>
          <p:nvPr/>
        </p:nvSpPr>
        <p:spPr>
          <a:xfrm>
            <a:off x="1706669" y="1862089"/>
            <a:ext cx="1718555"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329" name="Google Shape;2329;g3b23322d595_2_1359"/>
          <p:cNvSpPr/>
          <p:nvPr/>
        </p:nvSpPr>
        <p:spPr>
          <a:xfrm>
            <a:off x="465136" y="1586261"/>
            <a:ext cx="3524295" cy="3429411"/>
          </a:xfrm>
          <a:prstGeom prst="rect">
            <a:avLst/>
          </a:prstGeom>
          <a:solidFill>
            <a:srgbClr val="F2F2F2">
              <a:alpha val="58431"/>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600" b="0" i="0" u="none" strike="noStrike" cap="none" noProof="0">
              <a:solidFill>
                <a:srgbClr val="FFFFFF"/>
              </a:solidFill>
              <a:latin typeface="IBM Plex Sans"/>
              <a:ea typeface="IBM Plex Sans"/>
              <a:cs typeface="IBM Plex Sans"/>
              <a:sym typeface="IBM Plex Sans"/>
            </a:endParaRPr>
          </a:p>
        </p:txBody>
      </p:sp>
      <p:cxnSp>
        <p:nvCxnSpPr>
          <p:cNvPr id="2330" name="Google Shape;2330;g3b23322d595_2_1359"/>
          <p:cNvCxnSpPr>
            <a:cxnSpLocks/>
          </p:cNvCxnSpPr>
          <p:nvPr/>
        </p:nvCxnSpPr>
        <p:spPr>
          <a:xfrm>
            <a:off x="1140947" y="1672588"/>
            <a:ext cx="0" cy="1439482"/>
          </a:xfrm>
          <a:prstGeom prst="straightConnector1">
            <a:avLst/>
          </a:prstGeom>
          <a:noFill/>
          <a:ln w="25400" cap="flat" cmpd="sng">
            <a:solidFill>
              <a:schemeClr val="dk1"/>
            </a:solidFill>
            <a:prstDash val="solid"/>
            <a:miter lim="800000"/>
            <a:headEnd type="none" w="sm" len="sm"/>
            <a:tailEnd type="none" w="sm" len="sm"/>
          </a:ln>
        </p:spPr>
      </p:cxnSp>
      <p:sp>
        <p:nvSpPr>
          <p:cNvPr id="2331" name="Google Shape;2331;g3b23322d595_2_1359"/>
          <p:cNvSpPr txBox="1"/>
          <p:nvPr/>
        </p:nvSpPr>
        <p:spPr>
          <a:xfrm>
            <a:off x="465137" y="1680582"/>
            <a:ext cx="747159" cy="235362"/>
          </a:xfrm>
          <a:prstGeom prst="rect">
            <a:avLst/>
          </a:prstGeom>
          <a:noFill/>
          <a:ln>
            <a:noFill/>
          </a:ln>
        </p:spPr>
        <p:txBody>
          <a:bodyPr spcFirstLastPara="1" wrap="square" lIns="0" tIns="0" rIns="0" bIns="0" anchor="b"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7030A0"/>
                </a:solidFill>
                <a:latin typeface="IBM Plex Sans"/>
                <a:ea typeface="IBM Plex Sans"/>
                <a:cs typeface="IBM Plex Sans"/>
                <a:sym typeface="IBM Plex Sans"/>
              </a:rPr>
              <a:t>2000s</a:t>
            </a:r>
            <a:endParaRPr lang="en-US" sz="1200" b="0" i="0" u="none" strike="noStrike" cap="none" baseline="30000" noProof="0">
              <a:solidFill>
                <a:srgbClr val="7030A0"/>
              </a:solidFill>
              <a:latin typeface="IBM Plex Sans"/>
              <a:ea typeface="IBM Plex Sans"/>
              <a:cs typeface="IBM Plex Sans"/>
              <a:sym typeface="IBM Plex Sans"/>
            </a:endParaRPr>
          </a:p>
        </p:txBody>
      </p:sp>
      <p:sp>
        <p:nvSpPr>
          <p:cNvPr id="2332" name="Google Shape;2332;g3b23322d595_2_1359"/>
          <p:cNvSpPr txBox="1"/>
          <p:nvPr/>
        </p:nvSpPr>
        <p:spPr>
          <a:xfrm>
            <a:off x="1291982" y="3196416"/>
            <a:ext cx="2699037" cy="410954"/>
          </a:xfrm>
          <a:prstGeom prst="rect">
            <a:avLst/>
          </a:prstGeom>
          <a:noFill/>
          <a:ln>
            <a:noFill/>
          </a:ln>
        </p:spPr>
        <p:txBody>
          <a:bodyPr spcFirstLastPara="1" wrap="square" lIns="0" tIns="0" rIns="0" bIns="0" anchor="t" anchorCtr="0">
            <a:noAutofit/>
          </a:bodyPr>
          <a:lstStyle/>
          <a:p>
            <a:pPr>
              <a:buSzPts val="1200"/>
            </a:pPr>
            <a:r>
              <a:rPr lang="en-US" sz="1100" b="1" i="0" u="none" strike="noStrike" cap="none" noProof="0">
                <a:solidFill>
                  <a:srgbClr val="000000"/>
                </a:solidFill>
                <a:latin typeface="IBM Plex Sans"/>
                <a:ea typeface="IBM Plex Sans"/>
                <a:cs typeface="IBM Plex Sans"/>
                <a:sym typeface="IBM Plex Sans"/>
              </a:rPr>
              <a:t>69%</a:t>
            </a:r>
            <a:r>
              <a:rPr lang="en-US" sz="1100" b="0" i="0" u="none" strike="noStrike" cap="none" noProof="0">
                <a:solidFill>
                  <a:srgbClr val="000000"/>
                </a:solidFill>
                <a:latin typeface="IBM Plex Sans"/>
                <a:ea typeface="IBM Plex Sans"/>
                <a:cs typeface="IBM Plex Sans"/>
                <a:sym typeface="IBM Plex Sans"/>
              </a:rPr>
              <a:t> of top outlets </a:t>
            </a:r>
            <a:r>
              <a:rPr lang="en-US" sz="1100" noProof="0">
                <a:latin typeface="IBM Plex Sans"/>
                <a:ea typeface="IBM Plex Sans"/>
                <a:cs typeface="IBM Plex Sans"/>
                <a:sym typeface="IBM Plex Sans"/>
              </a:rPr>
              <a:t>are </a:t>
            </a:r>
            <a:r>
              <a:rPr lang="en-US" sz="1100" b="0" i="0" u="none" strike="noStrike" cap="none" noProof="0">
                <a:solidFill>
                  <a:srgbClr val="000000"/>
                </a:solidFill>
                <a:latin typeface="IBM Plex Sans"/>
                <a:ea typeface="IBM Plex Sans"/>
                <a:cs typeface="IBM Plex Sans"/>
                <a:sym typeface="IBM Plex Sans"/>
              </a:rPr>
              <a:t>paywalled (e.g., NYT, WSJ, FT)</a:t>
            </a:r>
            <a:r>
              <a:rPr lang="en-US" sz="1100" b="0" i="0" u="none" strike="noStrike" cap="none" baseline="30000" noProof="0">
                <a:solidFill>
                  <a:srgbClr val="000000"/>
                </a:solidFill>
                <a:latin typeface="IBM Plex Sans"/>
                <a:ea typeface="IBM Plex Sans"/>
                <a:cs typeface="IBM Plex Sans"/>
                <a:sym typeface="IBM Plex Sans"/>
              </a:rPr>
              <a:t>1</a:t>
            </a:r>
            <a:endParaRPr lang="en-US" sz="1100" b="0" i="0" u="none" strike="noStrike" cap="none" noProof="0">
              <a:solidFill>
                <a:srgbClr val="000000"/>
              </a:solidFill>
              <a:latin typeface="IBM Plex Sans"/>
              <a:ea typeface="IBM Plex Sans"/>
              <a:cs typeface="IBM Plex Sans"/>
              <a:sym typeface="IBM Plex Sans"/>
            </a:endParaRPr>
          </a:p>
        </p:txBody>
      </p:sp>
      <p:sp>
        <p:nvSpPr>
          <p:cNvPr id="2333" name="Google Shape;2333;g3b23322d595_2_1359"/>
          <p:cNvSpPr txBox="1"/>
          <p:nvPr/>
        </p:nvSpPr>
        <p:spPr>
          <a:xfrm>
            <a:off x="465137" y="2777336"/>
            <a:ext cx="747159" cy="397407"/>
          </a:xfrm>
          <a:prstGeom prst="rect">
            <a:avLst/>
          </a:prstGeom>
          <a:no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7030A0"/>
                </a:solidFill>
                <a:latin typeface="IBM Plex Sans"/>
                <a:ea typeface="IBM Plex Sans"/>
                <a:cs typeface="IBM Plex Sans"/>
                <a:sym typeface="IBM Plex Sans"/>
              </a:rPr>
              <a:t>2020s</a:t>
            </a:r>
            <a:endParaRPr lang="en-US" sz="1200" b="0" i="0" u="none" strike="noStrike" cap="none" baseline="30000" noProof="0">
              <a:solidFill>
                <a:srgbClr val="7030A0"/>
              </a:solidFill>
              <a:latin typeface="IBM Plex Sans"/>
              <a:ea typeface="IBM Plex Sans"/>
              <a:cs typeface="IBM Plex Sans"/>
              <a:sym typeface="IBM Plex Sans"/>
            </a:endParaRPr>
          </a:p>
        </p:txBody>
      </p:sp>
      <p:sp>
        <p:nvSpPr>
          <p:cNvPr id="2334" name="Google Shape;2334;g3b23322d595_2_1359"/>
          <p:cNvSpPr txBox="1"/>
          <p:nvPr/>
        </p:nvSpPr>
        <p:spPr>
          <a:xfrm>
            <a:off x="533709" y="3891908"/>
            <a:ext cx="3350904" cy="500137"/>
          </a:xfrm>
          <a:prstGeom prst="rect">
            <a:avLst/>
          </a:prstGeom>
          <a:noFill/>
          <a:ln>
            <a:noFill/>
          </a:ln>
        </p:spPr>
        <p:txBody>
          <a:bodyPr spcFirstLastPara="1" wrap="square" lIns="0" tIns="0" rIns="0" bIns="0" anchor="t" anchorCtr="0">
            <a:spAutoFit/>
          </a:bodyPr>
          <a:lstStyle/>
          <a:p>
            <a:pPr marL="229870" indent="-217170">
              <a:buSzPts val="1500"/>
              <a:buFont typeface="Arial"/>
              <a:buChar char="•"/>
            </a:pPr>
            <a:r>
              <a:rPr lang="en-US" sz="1050" b="0" i="0" u="none" strike="noStrike" cap="none" noProof="0">
                <a:solidFill>
                  <a:srgbClr val="000000"/>
                </a:solidFill>
                <a:latin typeface="IBM Plex Sans"/>
                <a:ea typeface="IBM Plex Sans"/>
                <a:cs typeface="IBM Plex Sans"/>
                <a:sym typeface="IBM Plex Sans"/>
              </a:rPr>
              <a:t>Studies show that </a:t>
            </a:r>
            <a:r>
              <a:rPr lang="en-US" sz="1050" b="1" i="0" u="none" strike="noStrike" cap="none" noProof="0">
                <a:solidFill>
                  <a:srgbClr val="000000"/>
                </a:solidFill>
                <a:latin typeface="IBM Plex Sans"/>
                <a:ea typeface="IBM Plex Sans"/>
                <a:cs typeface="IBM Plex Sans"/>
                <a:sym typeface="IBM Plex Sans"/>
              </a:rPr>
              <a:t>newspapers lost</a:t>
            </a:r>
            <a:r>
              <a:rPr lang="en-US" sz="1050" b="1" noProof="0">
                <a:latin typeface="IBM Plex Sans"/>
                <a:ea typeface="IBM Plex Sans"/>
                <a:cs typeface="IBM Plex Sans"/>
                <a:sym typeface="IBM Plex Sans"/>
              </a:rPr>
              <a:t>, </a:t>
            </a:r>
            <a:r>
              <a:rPr lang="en-US" sz="1100" noProof="0">
                <a:latin typeface="IBM Plex Sans"/>
                <a:ea typeface="IBM Plex Sans"/>
                <a:cs typeface="IBM Plex Sans"/>
                <a:sym typeface="IBM Plex Sans"/>
              </a:rPr>
              <a:t>on </a:t>
            </a:r>
            <a:r>
              <a:rPr lang="en-US" sz="1100" b="1" noProof="0">
                <a:latin typeface="IBM Plex Sans"/>
                <a:ea typeface="IBM Plex Sans"/>
                <a:cs typeface="IBM Plex Sans"/>
                <a:sym typeface="IBM Plex Sans"/>
              </a:rPr>
              <a:t>average,</a:t>
            </a:r>
            <a:r>
              <a:rPr lang="en-US" sz="1050" b="1" noProof="0">
                <a:latin typeface="IBM Plex Sans"/>
                <a:ea typeface="IBM Plex Sans"/>
                <a:cs typeface="IBM Plex Sans"/>
                <a:sym typeface="IBM Plex Sans"/>
              </a:rPr>
              <a:t> </a:t>
            </a:r>
            <a:r>
              <a:rPr lang="en-US" sz="1050" b="1" i="0" u="none" strike="noStrike" cap="none" noProof="0">
                <a:solidFill>
                  <a:srgbClr val="000000"/>
                </a:solidFill>
                <a:latin typeface="IBM Plex Sans"/>
                <a:ea typeface="IBM Plex Sans"/>
                <a:cs typeface="IBM Plex Sans"/>
                <a:sym typeface="IBM Plex Sans"/>
              </a:rPr>
              <a:t>17-30%</a:t>
            </a:r>
            <a:r>
              <a:rPr lang="en-US" sz="1050" b="1" i="0" u="none" strike="noStrike" cap="none" baseline="30000" noProof="0">
                <a:solidFill>
                  <a:srgbClr val="000000"/>
                </a:solidFill>
                <a:latin typeface="IBM Plex Sans"/>
                <a:ea typeface="IBM Plex Sans"/>
                <a:cs typeface="IBM Plex Sans"/>
                <a:sym typeface="IBM Plex Sans"/>
              </a:rPr>
              <a:t>4,5</a:t>
            </a:r>
            <a:r>
              <a:rPr lang="en-US" sz="1050" b="1" i="0" u="none" strike="noStrike" cap="none" noProof="0">
                <a:solidFill>
                  <a:srgbClr val="000000"/>
                </a:solidFill>
                <a:latin typeface="IBM Plex Sans"/>
                <a:ea typeface="IBM Plex Sans"/>
                <a:cs typeface="IBM Plex Sans"/>
                <a:sym typeface="IBM Plex Sans"/>
              </a:rPr>
              <a:t> </a:t>
            </a:r>
            <a:r>
              <a:rPr lang="en-US" sz="1050" b="0" i="0" u="none" strike="noStrike" cap="none" noProof="0">
                <a:solidFill>
                  <a:srgbClr val="000000"/>
                </a:solidFill>
                <a:latin typeface="IBM Plex Sans"/>
                <a:ea typeface="IBM Plex Sans"/>
                <a:cs typeface="IBM Plex Sans"/>
                <a:sym typeface="IBM Plex Sans"/>
              </a:rPr>
              <a:t>of </a:t>
            </a:r>
            <a:r>
              <a:rPr lang="en-US" sz="1050" noProof="0">
                <a:latin typeface="IBM Plex Sans"/>
                <a:ea typeface="IBM Plex Sans"/>
                <a:cs typeface="IBM Plex Sans"/>
                <a:sym typeface="IBM Plex Sans"/>
              </a:rPr>
              <a:t>daily</a:t>
            </a:r>
            <a:r>
              <a:rPr lang="en-US" sz="1050" b="0" i="0" u="none" strike="noStrike" cap="none" noProof="0">
                <a:solidFill>
                  <a:srgbClr val="000000"/>
                </a:solidFill>
                <a:latin typeface="IBM Plex Sans"/>
                <a:ea typeface="IBM Plex Sans"/>
                <a:cs typeface="IBM Plex Sans"/>
                <a:sym typeface="IBM Plex Sans"/>
              </a:rPr>
              <a:t> </a:t>
            </a:r>
            <a:r>
              <a:rPr lang="en-US" sz="1050" b="1" i="0" u="none" strike="noStrike" cap="none" noProof="0">
                <a:solidFill>
                  <a:srgbClr val="000000"/>
                </a:solidFill>
                <a:latin typeface="IBM Plex Sans"/>
                <a:ea typeface="IBM Plex Sans"/>
                <a:cs typeface="IBM Plex Sans"/>
                <a:sym typeface="IBM Plex Sans"/>
              </a:rPr>
              <a:t>pageviews</a:t>
            </a:r>
            <a:r>
              <a:rPr lang="en-US" sz="1050" b="0" i="0" u="none" strike="noStrike" cap="none" noProof="0">
                <a:solidFill>
                  <a:srgbClr val="000000"/>
                </a:solidFill>
                <a:latin typeface="IBM Plex Sans"/>
                <a:ea typeface="IBM Plex Sans"/>
                <a:cs typeface="IBM Plex Sans"/>
                <a:sym typeface="IBM Plex Sans"/>
              </a:rPr>
              <a:t> </a:t>
            </a:r>
            <a:r>
              <a:rPr lang="en-US" sz="1050" b="1" i="0" u="none" strike="noStrike" cap="none" noProof="0">
                <a:solidFill>
                  <a:srgbClr val="000000"/>
                </a:solidFill>
                <a:latin typeface="IBM Plex Sans"/>
                <a:ea typeface="IBM Plex Sans"/>
                <a:cs typeface="IBM Plex Sans"/>
                <a:sym typeface="IBM Plex Sans"/>
              </a:rPr>
              <a:t>after </a:t>
            </a:r>
            <a:r>
              <a:rPr lang="en-US" sz="1050" b="1" noProof="0">
                <a:latin typeface="IBM Plex Sans"/>
                <a:ea typeface="IBM Plex Sans"/>
                <a:cs typeface="IBM Plex Sans"/>
                <a:sym typeface="IBM Plex Sans"/>
              </a:rPr>
              <a:t>introducing paywalls</a:t>
            </a:r>
            <a:endParaRPr lang="en-US" sz="1050" b="0" i="0" u="none" strike="noStrike" cap="none" noProof="0">
              <a:solidFill>
                <a:srgbClr val="000000"/>
              </a:solidFill>
              <a:latin typeface="IBM Plex Sans"/>
              <a:ea typeface="IBM Plex Sans"/>
              <a:cs typeface="IBM Plex Sans"/>
            </a:endParaRPr>
          </a:p>
        </p:txBody>
      </p:sp>
      <p:sp>
        <p:nvSpPr>
          <p:cNvPr id="2335" name="Google Shape;2335;g3b23322d595_2_1359"/>
          <p:cNvSpPr/>
          <p:nvPr/>
        </p:nvSpPr>
        <p:spPr>
          <a:xfrm>
            <a:off x="1291993" y="1688630"/>
            <a:ext cx="2423657" cy="242800"/>
          </a:xfrm>
          <a:prstGeom prst="roundRect">
            <a:avLst>
              <a:gd name="adj" fmla="val 16667"/>
            </a:avLst>
          </a:prstGeom>
          <a:solidFill>
            <a:srgbClr val="C197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1" i="0" u="none" strike="noStrike" cap="none" noProof="0">
                <a:solidFill>
                  <a:srgbClr val="FFFFFF"/>
                </a:solidFill>
                <a:latin typeface="IBM Plex Sans"/>
                <a:ea typeface="IBM Plex Sans"/>
                <a:cs typeface="IBM Plex Sans"/>
                <a:sym typeface="IBM Plex Sans"/>
              </a:rPr>
              <a:t>Mostly free</a:t>
            </a:r>
            <a:endParaRPr lang="en-US" sz="1100" b="0" i="0" u="none" strike="noStrike" cap="none" noProof="0">
              <a:solidFill>
                <a:srgbClr val="FFFFFF"/>
              </a:solidFill>
              <a:highlight>
                <a:srgbClr val="223764"/>
              </a:highlight>
              <a:latin typeface="IBM Plex Sans"/>
              <a:ea typeface="IBM Plex Sans"/>
              <a:cs typeface="IBM Plex Sans"/>
              <a:sym typeface="IBM Plex Sans"/>
            </a:endParaRPr>
          </a:p>
        </p:txBody>
      </p:sp>
      <p:sp>
        <p:nvSpPr>
          <p:cNvPr id="2336" name="Google Shape;2336;g3b23322d595_2_1359"/>
          <p:cNvSpPr/>
          <p:nvPr/>
        </p:nvSpPr>
        <p:spPr>
          <a:xfrm>
            <a:off x="1286253" y="2771252"/>
            <a:ext cx="2439732" cy="357560"/>
          </a:xfrm>
          <a:prstGeom prst="roundRect">
            <a:avLst>
              <a:gd name="adj" fmla="val 16667"/>
            </a:avLst>
          </a:prstGeom>
          <a:solidFill>
            <a:srgbClr val="7030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1" i="0" u="none" strike="noStrike" cap="none" noProof="0">
                <a:solidFill>
                  <a:srgbClr val="FFFFFF"/>
                </a:solidFill>
                <a:latin typeface="IBM Plex Sans"/>
                <a:ea typeface="IBM Plex Sans"/>
                <a:cs typeface="IBM Plex Sans"/>
                <a:sym typeface="IBM Plex Sans"/>
              </a:rPr>
              <a:t>Subscription + Ads</a:t>
            </a:r>
          </a:p>
        </p:txBody>
      </p:sp>
      <p:sp>
        <p:nvSpPr>
          <p:cNvPr id="2337" name="Google Shape;2337;g3b23322d595_2_1359"/>
          <p:cNvSpPr txBox="1"/>
          <p:nvPr/>
        </p:nvSpPr>
        <p:spPr>
          <a:xfrm>
            <a:off x="465137" y="1324415"/>
            <a:ext cx="3524296" cy="268202"/>
          </a:xfrm>
          <a:prstGeom prst="rect">
            <a:avLst/>
          </a:prstGeom>
          <a:solidFill>
            <a:srgbClr val="7030A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FFFFFF"/>
                </a:solidFill>
                <a:latin typeface="IBM Plex Sans"/>
                <a:ea typeface="IBM Plex Sans"/>
                <a:cs typeface="IBM Plex Sans"/>
                <a:sym typeface="IBM Plex Sans"/>
              </a:rPr>
              <a:t>ONLINE NEWS</a:t>
            </a:r>
            <a:endParaRPr lang="en-US" sz="1200" b="0" i="0" u="none" strike="noStrike" cap="none" noProof="0">
              <a:solidFill>
                <a:srgbClr val="FFFFFF"/>
              </a:solidFill>
              <a:latin typeface="IBM Plex Sans"/>
              <a:ea typeface="IBM Plex Sans"/>
              <a:cs typeface="IBM Plex Sans"/>
              <a:sym typeface="IBM Plex Sans"/>
            </a:endParaRPr>
          </a:p>
        </p:txBody>
      </p:sp>
      <p:sp>
        <p:nvSpPr>
          <p:cNvPr id="2339" name="Google Shape;2339;g3b23322d595_2_1359"/>
          <p:cNvSpPr txBox="1"/>
          <p:nvPr/>
        </p:nvSpPr>
        <p:spPr>
          <a:xfrm>
            <a:off x="5444871" y="1862091"/>
            <a:ext cx="1739382"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340" name="Google Shape;2340;g3b23322d595_2_1359"/>
          <p:cNvSpPr/>
          <p:nvPr/>
        </p:nvSpPr>
        <p:spPr>
          <a:xfrm>
            <a:off x="4274312" y="1586261"/>
            <a:ext cx="3532267" cy="3429411"/>
          </a:xfrm>
          <a:prstGeom prst="rect">
            <a:avLst/>
          </a:prstGeom>
          <a:solidFill>
            <a:srgbClr val="F2F2F2">
              <a:alpha val="58431"/>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600" b="0" i="0" u="none" strike="noStrike" cap="none" noProof="0">
              <a:solidFill>
                <a:srgbClr val="FFFFFF"/>
              </a:solidFill>
              <a:latin typeface="IBM Plex Sans"/>
              <a:ea typeface="IBM Plex Sans"/>
              <a:cs typeface="IBM Plex Sans"/>
              <a:sym typeface="IBM Plex Sans"/>
            </a:endParaRPr>
          </a:p>
        </p:txBody>
      </p:sp>
      <p:cxnSp>
        <p:nvCxnSpPr>
          <p:cNvPr id="2341" name="Google Shape;2341;g3b23322d595_2_1359"/>
          <p:cNvCxnSpPr>
            <a:cxnSpLocks/>
          </p:cNvCxnSpPr>
          <p:nvPr/>
        </p:nvCxnSpPr>
        <p:spPr>
          <a:xfrm>
            <a:off x="4979065" y="1693891"/>
            <a:ext cx="0" cy="1812889"/>
          </a:xfrm>
          <a:prstGeom prst="straightConnector1">
            <a:avLst/>
          </a:prstGeom>
          <a:noFill/>
          <a:ln w="25400" cap="flat" cmpd="sng">
            <a:solidFill>
              <a:schemeClr val="dk1"/>
            </a:solidFill>
            <a:prstDash val="solid"/>
            <a:miter lim="800000"/>
            <a:headEnd type="none" w="sm" len="sm"/>
            <a:tailEnd type="none" w="sm" len="sm"/>
          </a:ln>
        </p:spPr>
      </p:cxnSp>
      <p:sp>
        <p:nvSpPr>
          <p:cNvPr id="2342" name="Google Shape;2342;g3b23322d595_2_1359"/>
          <p:cNvSpPr txBox="1"/>
          <p:nvPr/>
        </p:nvSpPr>
        <p:spPr>
          <a:xfrm>
            <a:off x="4282287" y="1680584"/>
            <a:ext cx="756214" cy="235362"/>
          </a:xfrm>
          <a:prstGeom prst="rect">
            <a:avLst/>
          </a:prstGeom>
          <a:noFill/>
          <a:ln>
            <a:noFill/>
          </a:ln>
        </p:spPr>
        <p:txBody>
          <a:bodyPr spcFirstLastPara="1" wrap="square" lIns="0" tIns="0" rIns="0" bIns="0" anchor="b"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7030A0"/>
                </a:solidFill>
                <a:latin typeface="IBM Plex Sans"/>
                <a:ea typeface="IBM Plex Sans"/>
                <a:cs typeface="IBM Plex Sans"/>
                <a:sym typeface="IBM Plex Sans"/>
              </a:rPr>
              <a:t>2000s</a:t>
            </a:r>
            <a:endParaRPr lang="en-US" sz="1200" b="0" i="0" u="none" strike="noStrike" cap="none" baseline="30000" noProof="0">
              <a:solidFill>
                <a:srgbClr val="7030A0"/>
              </a:solidFill>
              <a:latin typeface="IBM Plex Sans"/>
              <a:ea typeface="IBM Plex Sans"/>
              <a:cs typeface="IBM Plex Sans"/>
              <a:sym typeface="IBM Plex Sans"/>
            </a:endParaRPr>
          </a:p>
        </p:txBody>
      </p:sp>
      <p:sp>
        <p:nvSpPr>
          <p:cNvPr id="2343" name="Google Shape;2343;g3b23322d595_2_1359"/>
          <p:cNvSpPr txBox="1"/>
          <p:nvPr/>
        </p:nvSpPr>
        <p:spPr>
          <a:xfrm>
            <a:off x="5096098" y="2701115"/>
            <a:ext cx="2731746" cy="1365155"/>
          </a:xfrm>
          <a:prstGeom prst="rect">
            <a:avLst/>
          </a:prstGeom>
          <a:noFill/>
          <a:ln>
            <a:noFill/>
          </a:ln>
        </p:spPr>
        <p:txBody>
          <a:bodyPr spcFirstLastPara="1" wrap="square" lIns="0" tIns="0" rIns="0" bIns="0" anchor="t" anchorCtr="0">
            <a:noAutofit/>
          </a:bodyPr>
          <a:lstStyle/>
          <a:p>
            <a:pPr marL="165100" marR="0" lvl="0" indent="-152400" algn="l" rtl="0">
              <a:lnSpc>
                <a:spcPct val="100000"/>
              </a:lnSpc>
              <a:spcBef>
                <a:spcPts val="0"/>
              </a:spcBef>
              <a:spcAft>
                <a:spcPts val="0"/>
              </a:spcAft>
              <a:buClr>
                <a:srgbClr val="000000"/>
              </a:buClr>
              <a:buSzPts val="1500"/>
              <a:buFont typeface="Arial"/>
              <a:buChar char="•"/>
            </a:pPr>
            <a:r>
              <a:rPr lang="en-US" sz="1100" b="1" i="0" u="none" strike="noStrike" cap="none" noProof="0">
                <a:solidFill>
                  <a:srgbClr val="000000"/>
                </a:solidFill>
                <a:latin typeface="IBM Plex Sans"/>
                <a:ea typeface="IBM Plex Sans"/>
                <a:cs typeface="IBM Plex Sans"/>
                <a:sym typeface="IBM Plex Sans"/>
              </a:rPr>
              <a:t>600M+ streaming subs (</a:t>
            </a:r>
            <a:r>
              <a:rPr lang="en-US" sz="1100" b="0" i="0" u="none" strike="noStrike" cap="none" noProof="0">
                <a:solidFill>
                  <a:srgbClr val="000000"/>
                </a:solidFill>
                <a:latin typeface="IBM Plex Sans"/>
                <a:ea typeface="IBM Plex Sans"/>
                <a:cs typeface="IBM Plex Sans"/>
                <a:sym typeface="IBM Plex Sans"/>
              </a:rPr>
              <a:t>e.g., Spotify, Apple Music)</a:t>
            </a:r>
          </a:p>
          <a:p>
            <a:pPr marL="165100" indent="-152400">
              <a:buSzPts val="1500"/>
              <a:buFont typeface="Arial"/>
              <a:buChar char="•"/>
            </a:pPr>
            <a:r>
              <a:rPr lang="en-US" sz="1100" b="0" i="0" u="none" strike="noStrike" cap="none" noProof="0">
                <a:solidFill>
                  <a:srgbClr val="000000"/>
                </a:solidFill>
                <a:latin typeface="IBM Plex Sans"/>
                <a:ea typeface="IBM Plex Sans"/>
                <a:cs typeface="IBM Plex Sans"/>
                <a:sym typeface="IBM Plex Sans"/>
              </a:rPr>
              <a:t>Streaming represents </a:t>
            </a:r>
            <a:r>
              <a:rPr lang="en-US" sz="1100" b="1" i="0" u="none" strike="noStrike" cap="none" noProof="0">
                <a:solidFill>
                  <a:srgbClr val="000000"/>
                </a:solidFill>
                <a:latin typeface="IBM Plex Sans"/>
                <a:ea typeface="IBM Plex Sans"/>
                <a:cs typeface="IBM Plex Sans"/>
                <a:sym typeface="IBM Plex Sans"/>
              </a:rPr>
              <a:t>84%</a:t>
            </a:r>
            <a:r>
              <a:rPr lang="en-US" sz="1100" b="0" i="0" u="none" strike="noStrike" cap="none" noProof="0">
                <a:solidFill>
                  <a:srgbClr val="000000"/>
                </a:solidFill>
                <a:latin typeface="IBM Plex Sans"/>
                <a:ea typeface="IBM Plex Sans"/>
                <a:cs typeface="IBM Plex Sans"/>
                <a:sym typeface="IBM Plex Sans"/>
              </a:rPr>
              <a:t> of industry revenue and </a:t>
            </a:r>
            <a:r>
              <a:rPr lang="en-US" sz="1100" b="1" i="0" u="none" strike="noStrike" cap="none" noProof="0">
                <a:solidFill>
                  <a:srgbClr val="000000"/>
                </a:solidFill>
                <a:latin typeface="IBM Plex Sans"/>
                <a:ea typeface="IBM Plex Sans"/>
                <a:cs typeface="IBM Plex Sans"/>
                <a:sym typeface="IBM Plex Sans"/>
              </a:rPr>
              <a:t>78% of </a:t>
            </a:r>
            <a:r>
              <a:rPr lang="en-US" sz="1100" b="1" noProof="0">
                <a:latin typeface="IBM Plex Sans"/>
                <a:ea typeface="IBM Plex Sans"/>
                <a:cs typeface="IBM Plex Sans"/>
                <a:sym typeface="IBM Plex Sans"/>
              </a:rPr>
              <a:t>total listening </a:t>
            </a:r>
            <a:r>
              <a:rPr lang="en-US" sz="1100" b="0" i="0" u="none" strike="noStrike" cap="none" noProof="0">
                <a:solidFill>
                  <a:srgbClr val="000000"/>
                </a:solidFill>
                <a:latin typeface="IBM Plex Sans"/>
                <a:ea typeface="IBM Plex Sans"/>
                <a:cs typeface="IBM Plex Sans"/>
                <a:sym typeface="IBM Plex Sans"/>
              </a:rPr>
              <a:t>volume</a:t>
            </a:r>
          </a:p>
        </p:txBody>
      </p:sp>
      <p:sp>
        <p:nvSpPr>
          <p:cNvPr id="2344" name="Google Shape;2344;g3b23322d595_2_1359"/>
          <p:cNvSpPr txBox="1"/>
          <p:nvPr/>
        </p:nvSpPr>
        <p:spPr>
          <a:xfrm>
            <a:off x="4282283" y="2243938"/>
            <a:ext cx="756214" cy="397407"/>
          </a:xfrm>
          <a:prstGeom prst="rect">
            <a:avLst/>
          </a:prstGeom>
          <a:no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7030A0"/>
                </a:solidFill>
                <a:latin typeface="IBM Plex Sans"/>
                <a:ea typeface="IBM Plex Sans"/>
                <a:cs typeface="IBM Plex Sans"/>
                <a:sym typeface="IBM Plex Sans"/>
              </a:rPr>
              <a:t>2020s</a:t>
            </a:r>
            <a:endParaRPr lang="en-US" sz="1200" b="0" i="0" u="none" strike="noStrike" cap="none" baseline="30000" noProof="0">
              <a:solidFill>
                <a:srgbClr val="7030A0"/>
              </a:solidFill>
              <a:latin typeface="IBM Plex Sans"/>
              <a:ea typeface="IBM Plex Sans"/>
              <a:cs typeface="IBM Plex Sans"/>
              <a:sym typeface="IBM Plex Sans"/>
            </a:endParaRPr>
          </a:p>
        </p:txBody>
      </p:sp>
      <p:sp>
        <p:nvSpPr>
          <p:cNvPr id="2345" name="Google Shape;2345;g3b23322d595_2_1359"/>
          <p:cNvSpPr txBox="1"/>
          <p:nvPr/>
        </p:nvSpPr>
        <p:spPr>
          <a:xfrm>
            <a:off x="4421769" y="3893981"/>
            <a:ext cx="3332472" cy="807913"/>
          </a:xfrm>
          <a:prstGeom prst="rect">
            <a:avLst/>
          </a:prstGeom>
          <a:noFill/>
          <a:ln>
            <a:noFill/>
          </a:ln>
        </p:spPr>
        <p:txBody>
          <a:bodyPr spcFirstLastPara="1" wrap="square" lIns="0" tIns="0" rIns="0" bIns="0" anchor="t" anchorCtr="0">
            <a:spAutoFit/>
          </a:bodyPr>
          <a:lstStyle/>
          <a:p>
            <a:pPr marL="229870" indent="-217170">
              <a:buSzPts val="1500"/>
              <a:buFont typeface="Arial"/>
              <a:buChar char="•"/>
            </a:pPr>
            <a:r>
              <a:rPr lang="en-US" sz="1050" b="0" i="0" u="none" strike="noStrike" cap="none" noProof="0">
                <a:solidFill>
                  <a:srgbClr val="000000"/>
                </a:solidFill>
                <a:latin typeface="IBM Plex Sans"/>
                <a:ea typeface="IBM Plex Sans"/>
                <a:cs typeface="IBM Plex Sans"/>
                <a:sym typeface="IBM Plex Sans"/>
              </a:rPr>
              <a:t>Study </a:t>
            </a:r>
            <a:r>
              <a:rPr lang="en-US" sz="1050" noProof="0">
                <a:latin typeface="IBM Plex Sans"/>
                <a:ea typeface="IBM Plex Sans"/>
                <a:cs typeface="IBM Plex Sans"/>
                <a:sym typeface="IBM Plex Sans"/>
              </a:rPr>
              <a:t>of </a:t>
            </a:r>
            <a:r>
              <a:rPr lang="en-US" sz="1050" b="1" noProof="0">
                <a:latin typeface="IBM Plex Sans"/>
                <a:ea typeface="IBM Plex Sans"/>
                <a:cs typeface="IBM Plex Sans"/>
                <a:sym typeface="IBM Plex Sans"/>
              </a:rPr>
              <a:t>Spotify</a:t>
            </a:r>
            <a:r>
              <a:rPr lang="en-US" sz="1050" b="1" i="0" u="none" strike="noStrike" cap="none" noProof="0">
                <a:solidFill>
                  <a:srgbClr val="000000"/>
                </a:solidFill>
                <a:latin typeface="IBM Plex Sans"/>
                <a:ea typeface="IBM Plex Sans"/>
                <a:cs typeface="IBM Plex Sans"/>
                <a:sym typeface="IBM Plex Sans"/>
              </a:rPr>
              <a:t> </a:t>
            </a:r>
            <a:r>
              <a:rPr lang="en-US" sz="1050" b="0" i="0" u="none" strike="noStrike" cap="none" noProof="0">
                <a:solidFill>
                  <a:srgbClr val="000000"/>
                </a:solidFill>
                <a:latin typeface="IBM Plex Sans"/>
                <a:ea typeface="IBM Plex Sans"/>
                <a:cs typeface="IBM Plex Sans"/>
                <a:sym typeface="IBM Plex Sans"/>
              </a:rPr>
              <a:t>paid</a:t>
            </a:r>
            <a:r>
              <a:rPr lang="en-US" sz="1050" b="1" i="0" u="none" strike="noStrike" cap="none" noProof="0">
                <a:solidFill>
                  <a:srgbClr val="000000"/>
                </a:solidFill>
                <a:latin typeface="IBM Plex Sans"/>
                <a:ea typeface="IBM Plex Sans"/>
                <a:cs typeface="IBM Plex Sans"/>
                <a:sym typeface="IBM Plex Sans"/>
              </a:rPr>
              <a:t> </a:t>
            </a:r>
            <a:r>
              <a:rPr lang="en-US" sz="1050" b="0" i="0" u="none" strike="noStrike" cap="none" noProof="0">
                <a:solidFill>
                  <a:srgbClr val="000000"/>
                </a:solidFill>
                <a:latin typeface="IBM Plex Sans"/>
                <a:ea typeface="IBM Plex Sans"/>
                <a:cs typeface="IBM Plex Sans"/>
                <a:sym typeface="IBM Plex Sans"/>
              </a:rPr>
              <a:t>subscribers</a:t>
            </a:r>
            <a:r>
              <a:rPr lang="en-US" sz="1050" b="1" i="0" u="none" strike="noStrike" cap="none" noProof="0">
                <a:solidFill>
                  <a:srgbClr val="000000"/>
                </a:solidFill>
                <a:latin typeface="IBM Plex Sans"/>
                <a:ea typeface="IBM Plex Sans"/>
                <a:cs typeface="IBM Plex Sans"/>
                <a:sym typeface="IBM Plex Sans"/>
              </a:rPr>
              <a:t> </a:t>
            </a:r>
            <a:r>
              <a:rPr lang="en-US" sz="1050" b="0" i="0" u="none" strike="noStrike" cap="none" noProof="0">
                <a:solidFill>
                  <a:srgbClr val="000000"/>
                </a:solidFill>
                <a:latin typeface="IBM Plex Sans"/>
                <a:ea typeface="IBM Plex Sans"/>
                <a:cs typeface="IBM Plex Sans"/>
                <a:sym typeface="IBM Plex Sans"/>
              </a:rPr>
              <a:t>faced </a:t>
            </a:r>
            <a:r>
              <a:rPr lang="en-US" sz="1050" noProof="0">
                <a:latin typeface="IBM Plex Sans"/>
                <a:ea typeface="IBM Plex Sans"/>
                <a:cs typeface="IBM Plex Sans"/>
                <a:sym typeface="IBM Plex Sans"/>
              </a:rPr>
              <a:t>with another</a:t>
            </a:r>
            <a:r>
              <a:rPr lang="en-US" sz="1050" b="0" i="0" u="none" strike="noStrike" cap="none" noProof="0">
                <a:solidFill>
                  <a:srgbClr val="000000"/>
                </a:solidFill>
                <a:latin typeface="IBM Plex Sans"/>
                <a:ea typeface="IBM Plex Sans"/>
                <a:cs typeface="IBM Plex Sans"/>
                <a:sym typeface="IBM Plex Sans"/>
              </a:rPr>
              <a:t> </a:t>
            </a:r>
            <a:r>
              <a:rPr lang="en-US" sz="1050" b="1" i="0" u="none" strike="noStrike" cap="none" noProof="0">
                <a:solidFill>
                  <a:srgbClr val="000000"/>
                </a:solidFill>
                <a:latin typeface="IBM Plex Sans"/>
                <a:ea typeface="IBM Plex Sans"/>
                <a:cs typeface="IBM Plex Sans"/>
                <a:sym typeface="IBM Plex Sans"/>
              </a:rPr>
              <a:t>price increase</a:t>
            </a:r>
            <a:r>
              <a:rPr lang="en-US" sz="1050" b="0" i="0" u="none" strike="noStrike" cap="none" noProof="0">
                <a:solidFill>
                  <a:srgbClr val="000000"/>
                </a:solidFill>
                <a:latin typeface="IBM Plex Sans"/>
                <a:ea typeface="IBM Plex Sans"/>
                <a:cs typeface="IBM Plex Sans"/>
                <a:sym typeface="IBM Plex Sans"/>
              </a:rPr>
              <a:t>: </a:t>
            </a:r>
            <a:r>
              <a:rPr lang="en-US" sz="1050" b="1" i="0" u="none" strike="noStrike" cap="none" noProof="0">
                <a:solidFill>
                  <a:srgbClr val="000000"/>
                </a:solidFill>
                <a:latin typeface="IBM Plex Sans"/>
                <a:ea typeface="IBM Plex Sans"/>
                <a:cs typeface="IBM Plex Sans"/>
                <a:sym typeface="IBM Plex Sans"/>
              </a:rPr>
              <a:t>19% may cancel</a:t>
            </a:r>
            <a:r>
              <a:rPr lang="en-US" sz="1050" b="0" i="0" u="none" strike="noStrike" cap="none" noProof="0">
                <a:solidFill>
                  <a:srgbClr val="000000"/>
                </a:solidFill>
                <a:latin typeface="IBM Plex Sans"/>
                <a:ea typeface="IBM Plex Sans"/>
                <a:cs typeface="IBM Plex Sans"/>
                <a:sym typeface="IBM Plex Sans"/>
              </a:rPr>
              <a:t>, </a:t>
            </a:r>
            <a:r>
              <a:rPr lang="en-US" sz="1050" noProof="0">
                <a:latin typeface="IBM Plex Sans"/>
                <a:ea typeface="IBM Plex Sans"/>
                <a:cs typeface="IBM Plex Sans"/>
                <a:sym typeface="IBM Plex Sans"/>
              </a:rPr>
              <a:t>and </a:t>
            </a:r>
            <a:r>
              <a:rPr lang="en-US" sz="1050" b="1" noProof="0">
                <a:latin typeface="IBM Plex Sans"/>
                <a:ea typeface="IBM Plex Sans"/>
                <a:cs typeface="IBM Plex Sans"/>
                <a:sym typeface="IBM Plex Sans"/>
              </a:rPr>
              <a:t>4</a:t>
            </a:r>
            <a:r>
              <a:rPr lang="en-US" sz="1050" b="1" i="0" u="none" strike="noStrike" cap="none" noProof="0">
                <a:solidFill>
                  <a:srgbClr val="000000"/>
                </a:solidFill>
                <a:latin typeface="IBM Plex Sans"/>
                <a:ea typeface="IBM Plex Sans"/>
                <a:cs typeface="IBM Plex Sans"/>
                <a:sym typeface="IBM Plex Sans"/>
              </a:rPr>
              <a:t>% </a:t>
            </a:r>
            <a:r>
              <a:rPr lang="en-US" sz="1050" b="1" noProof="0">
                <a:latin typeface="IBM Plex Sans"/>
                <a:ea typeface="IBM Plex Sans"/>
                <a:cs typeface="IBM Plex Sans"/>
                <a:sym typeface="IBM Plex Sans"/>
              </a:rPr>
              <a:t>would </a:t>
            </a:r>
            <a:r>
              <a:rPr lang="en-US" sz="1050" b="1" i="0" u="none" strike="noStrike" cap="none" noProof="0">
                <a:solidFill>
                  <a:srgbClr val="000000"/>
                </a:solidFill>
                <a:latin typeface="IBM Plex Sans"/>
                <a:ea typeface="IBM Plex Sans"/>
                <a:cs typeface="IBM Plex Sans"/>
                <a:sym typeface="IBM Plex Sans"/>
              </a:rPr>
              <a:t>definitely</a:t>
            </a:r>
            <a:r>
              <a:rPr lang="en-US" sz="1050" b="0" i="0" u="none" strike="noStrike" cap="none" noProof="0">
                <a:solidFill>
                  <a:srgbClr val="000000"/>
                </a:solidFill>
                <a:latin typeface="IBM Plex Sans"/>
                <a:ea typeface="IBM Plex Sans"/>
                <a:cs typeface="IBM Plex Sans"/>
                <a:sym typeface="IBM Plex Sans"/>
              </a:rPr>
              <a:t> </a:t>
            </a:r>
            <a:r>
              <a:rPr lang="en-US" sz="1050" b="1" i="0" u="none" strike="noStrike" cap="none" noProof="0">
                <a:solidFill>
                  <a:srgbClr val="000000"/>
                </a:solidFill>
                <a:latin typeface="IBM Plex Sans"/>
                <a:ea typeface="IBM Plex Sans"/>
                <a:cs typeface="IBM Plex Sans"/>
                <a:sym typeface="IBM Plex Sans"/>
              </a:rPr>
              <a:t>cancel</a:t>
            </a:r>
            <a:r>
              <a:rPr lang="en-US" sz="1050" b="1" i="0" u="none" strike="noStrike" cap="none" baseline="30000" noProof="0">
                <a:solidFill>
                  <a:srgbClr val="000000"/>
                </a:solidFill>
                <a:latin typeface="IBM Plex Sans"/>
                <a:ea typeface="IBM Plex Sans"/>
                <a:cs typeface="IBM Plex Sans"/>
                <a:sym typeface="IBM Plex Sans"/>
              </a:rPr>
              <a:t>6</a:t>
            </a:r>
            <a:endParaRPr lang="en-US" sz="1050" b="0" i="0" u="none" strike="noStrike" cap="none" noProof="0">
              <a:solidFill>
                <a:srgbClr val="000000"/>
              </a:solidFill>
              <a:latin typeface="IBM Plex Sans"/>
              <a:ea typeface="IBM Plex Sans"/>
              <a:cs typeface="IBM Plex Sans"/>
            </a:endParaRPr>
          </a:p>
          <a:p>
            <a:pPr marL="229870" marR="0" lvl="0" indent="-217170" algn="l" rtl="0">
              <a:lnSpc>
                <a:spcPct val="100000"/>
              </a:lnSpc>
              <a:spcBef>
                <a:spcPts val="0"/>
              </a:spcBef>
              <a:spcAft>
                <a:spcPts val="0"/>
              </a:spcAft>
              <a:buClr>
                <a:srgbClr val="000000"/>
              </a:buClr>
              <a:buSzPts val="1500"/>
              <a:buFont typeface="Arial"/>
              <a:buChar char="•"/>
            </a:pPr>
            <a:r>
              <a:rPr lang="en-US" sz="1050" b="1" i="0" u="none" strike="noStrike" cap="none" noProof="0">
                <a:solidFill>
                  <a:srgbClr val="000000"/>
                </a:solidFill>
                <a:latin typeface="IBM Plex Sans"/>
                <a:ea typeface="IBM Plex Sans"/>
                <a:cs typeface="IBM Plex Sans"/>
                <a:sym typeface="IBM Plex Sans"/>
              </a:rPr>
              <a:t>Ad revenue </a:t>
            </a:r>
            <a:r>
              <a:rPr lang="en-US" sz="1050" b="0" i="0" u="none" strike="noStrike" cap="none" noProof="0">
                <a:solidFill>
                  <a:srgbClr val="000000"/>
                </a:solidFill>
                <a:latin typeface="IBM Plex Sans"/>
                <a:ea typeface="IBM Plex Sans"/>
                <a:cs typeface="IBM Plex Sans"/>
                <a:sym typeface="IBM Plex Sans"/>
              </a:rPr>
              <a:t>from Spotify </a:t>
            </a:r>
            <a:r>
              <a:rPr lang="en-US" sz="1050" b="1" i="0" u="none" strike="noStrike" cap="none" noProof="0">
                <a:solidFill>
                  <a:srgbClr val="000000"/>
                </a:solidFill>
                <a:latin typeface="IBM Plex Sans"/>
                <a:ea typeface="IBM Plex Sans"/>
                <a:cs typeface="IBM Plex Sans"/>
                <a:sym typeface="IBM Plex Sans"/>
              </a:rPr>
              <a:t>Free</a:t>
            </a:r>
            <a:r>
              <a:rPr lang="en-US" sz="1050" b="0" i="0" u="none" strike="noStrike" cap="none" noProof="0">
                <a:solidFill>
                  <a:srgbClr val="000000"/>
                </a:solidFill>
                <a:latin typeface="IBM Plex Sans"/>
                <a:ea typeface="IBM Plex Sans"/>
                <a:cs typeface="IBM Plex Sans"/>
                <a:sym typeface="IBM Plex Sans"/>
              </a:rPr>
              <a:t> feeds the royalty pool that </a:t>
            </a:r>
            <a:r>
              <a:rPr lang="en-US" sz="1050" b="1" i="0" u="none" strike="noStrike" cap="none" noProof="0">
                <a:solidFill>
                  <a:srgbClr val="000000"/>
                </a:solidFill>
                <a:latin typeface="IBM Plex Sans"/>
                <a:ea typeface="IBM Plex Sans"/>
                <a:cs typeface="IBM Plex Sans"/>
                <a:sym typeface="IBM Plex Sans"/>
              </a:rPr>
              <a:t>pays</a:t>
            </a:r>
            <a:r>
              <a:rPr lang="en-US" sz="1050" b="0" i="0" u="none" strike="noStrike" cap="none" noProof="0">
                <a:solidFill>
                  <a:srgbClr val="000000"/>
                </a:solidFill>
                <a:latin typeface="IBM Plex Sans"/>
                <a:ea typeface="IBM Plex Sans"/>
                <a:cs typeface="IBM Plex Sans"/>
                <a:sym typeface="IBM Plex Sans"/>
              </a:rPr>
              <a:t> </a:t>
            </a:r>
            <a:r>
              <a:rPr lang="en-US" sz="1050" b="1" i="0" u="none" strike="noStrike" cap="none" noProof="0">
                <a:solidFill>
                  <a:srgbClr val="000000"/>
                </a:solidFill>
                <a:latin typeface="IBM Plex Sans"/>
                <a:ea typeface="IBM Plex Sans"/>
                <a:cs typeface="IBM Plex Sans"/>
                <a:sym typeface="IBM Plex Sans"/>
              </a:rPr>
              <a:t>rights</a:t>
            </a:r>
            <a:r>
              <a:rPr lang="en-US" sz="1050" b="0" i="0" u="none" strike="noStrike" cap="none" noProof="0">
                <a:solidFill>
                  <a:srgbClr val="000000"/>
                </a:solidFill>
                <a:latin typeface="IBM Plex Sans"/>
                <a:ea typeface="IBM Plex Sans"/>
                <a:cs typeface="IBM Plex Sans"/>
                <a:sym typeface="IBM Plex Sans"/>
              </a:rPr>
              <a:t> </a:t>
            </a:r>
            <a:r>
              <a:rPr lang="en-US" sz="1050" b="1" i="0" u="none" strike="noStrike" cap="none" noProof="0">
                <a:solidFill>
                  <a:srgbClr val="000000"/>
                </a:solidFill>
                <a:latin typeface="IBM Plex Sans"/>
                <a:ea typeface="IBM Plex Sans"/>
                <a:cs typeface="IBM Plex Sans"/>
                <a:sym typeface="IBM Plex Sans"/>
              </a:rPr>
              <a:t>holders</a:t>
            </a:r>
            <a:r>
              <a:rPr lang="en-US" sz="1050" b="1" i="0" u="none" strike="noStrike" cap="none" baseline="30000" noProof="0">
                <a:solidFill>
                  <a:srgbClr val="000000"/>
                </a:solidFill>
                <a:latin typeface="IBM Plex Sans"/>
                <a:ea typeface="IBM Plex Sans"/>
                <a:cs typeface="IBM Plex Sans"/>
                <a:sym typeface="IBM Plex Sans"/>
              </a:rPr>
              <a:t>7,8,9</a:t>
            </a:r>
            <a:endParaRPr lang="en-US" sz="1050" b="0" i="0" u="none" strike="noStrike" cap="none" baseline="30000" noProof="0">
              <a:solidFill>
                <a:srgbClr val="000000"/>
              </a:solidFill>
              <a:latin typeface="IBM Plex Sans"/>
              <a:ea typeface="IBM Plex Sans"/>
              <a:cs typeface="IBM Plex Sans"/>
            </a:endParaRPr>
          </a:p>
        </p:txBody>
      </p:sp>
      <p:sp>
        <p:nvSpPr>
          <p:cNvPr id="2346" name="Google Shape;2346;g3b23322d595_2_1359"/>
          <p:cNvSpPr/>
          <p:nvPr/>
        </p:nvSpPr>
        <p:spPr>
          <a:xfrm>
            <a:off x="5106186" y="1688632"/>
            <a:ext cx="2558846" cy="242800"/>
          </a:xfrm>
          <a:prstGeom prst="roundRect">
            <a:avLst>
              <a:gd name="adj" fmla="val 16667"/>
            </a:avLst>
          </a:prstGeom>
          <a:solidFill>
            <a:srgbClr val="C197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1" i="0" u="none" strike="noStrike" cap="none" noProof="0">
                <a:solidFill>
                  <a:srgbClr val="FFFFFF"/>
                </a:solidFill>
                <a:latin typeface="IBM Plex Sans"/>
                <a:ea typeface="IBM Plex Sans"/>
                <a:cs typeface="IBM Plex Sans"/>
                <a:sym typeface="IBM Plex Sans"/>
              </a:rPr>
              <a:t>Piracy, Free MP3</a:t>
            </a:r>
          </a:p>
        </p:txBody>
      </p:sp>
      <p:sp>
        <p:nvSpPr>
          <p:cNvPr id="2347" name="Google Shape;2347;g3b23322d595_2_1359"/>
          <p:cNvSpPr/>
          <p:nvPr/>
        </p:nvSpPr>
        <p:spPr>
          <a:xfrm>
            <a:off x="5114789" y="2237854"/>
            <a:ext cx="2558846" cy="357559"/>
          </a:xfrm>
          <a:prstGeom prst="roundRect">
            <a:avLst>
              <a:gd name="adj" fmla="val 16667"/>
            </a:avLst>
          </a:prstGeom>
          <a:solidFill>
            <a:srgbClr val="7030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1" i="0" u="none" strike="noStrike" cap="none" noProof="0">
                <a:solidFill>
                  <a:srgbClr val="FFFFFF"/>
                </a:solidFill>
                <a:latin typeface="IBM Plex Sans"/>
                <a:ea typeface="IBM Plex Sans"/>
                <a:cs typeface="IBM Plex Sans"/>
                <a:sym typeface="IBM Plex Sans"/>
              </a:rPr>
              <a:t>Subscription, Free + Ads</a:t>
            </a:r>
          </a:p>
        </p:txBody>
      </p:sp>
      <p:sp>
        <p:nvSpPr>
          <p:cNvPr id="2348" name="Google Shape;2348;g3b23322d595_2_1359"/>
          <p:cNvSpPr txBox="1"/>
          <p:nvPr/>
        </p:nvSpPr>
        <p:spPr>
          <a:xfrm>
            <a:off x="4282283" y="1330955"/>
            <a:ext cx="3524296" cy="268202"/>
          </a:xfrm>
          <a:prstGeom prst="rect">
            <a:avLst/>
          </a:prstGeom>
          <a:solidFill>
            <a:srgbClr val="7030A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FFFFFF"/>
                </a:solidFill>
                <a:latin typeface="IBM Plex Sans"/>
                <a:ea typeface="IBM Plex Sans"/>
                <a:cs typeface="IBM Plex Sans"/>
                <a:sym typeface="IBM Plex Sans"/>
              </a:rPr>
              <a:t>MUSIC</a:t>
            </a:r>
            <a:endParaRPr lang="en-US" sz="1200" b="0" i="0" u="none" strike="noStrike" cap="none" noProof="0">
              <a:solidFill>
                <a:srgbClr val="FFFFFF"/>
              </a:solidFill>
              <a:latin typeface="IBM Plex Sans"/>
              <a:ea typeface="IBM Plex Sans"/>
              <a:cs typeface="IBM Plex Sans"/>
              <a:sym typeface="IBM Plex Sans"/>
            </a:endParaRPr>
          </a:p>
        </p:txBody>
      </p:sp>
      <p:sp>
        <p:nvSpPr>
          <p:cNvPr id="2350" name="Google Shape;2350;g3b23322d595_2_1359"/>
          <p:cNvSpPr txBox="1"/>
          <p:nvPr/>
        </p:nvSpPr>
        <p:spPr>
          <a:xfrm>
            <a:off x="9344609" y="1862090"/>
            <a:ext cx="1739382"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400"/>
              <a:buFont typeface="Arial"/>
              <a:buNone/>
            </a:pPr>
            <a:endParaRPr lang="en-US" sz="1200" b="0" i="0" u="none" strike="noStrike" cap="none" noProof="0">
              <a:solidFill>
                <a:srgbClr val="000000"/>
              </a:solidFill>
              <a:latin typeface="IBM Plex Sans"/>
              <a:ea typeface="IBM Plex Sans"/>
              <a:cs typeface="IBM Plex Sans"/>
              <a:sym typeface="IBM Plex Sans"/>
            </a:endParaRPr>
          </a:p>
        </p:txBody>
      </p:sp>
      <p:sp>
        <p:nvSpPr>
          <p:cNvPr id="2351" name="Google Shape;2351;g3b23322d595_2_1359"/>
          <p:cNvSpPr/>
          <p:nvPr/>
        </p:nvSpPr>
        <p:spPr>
          <a:xfrm>
            <a:off x="8210317" y="1586261"/>
            <a:ext cx="3532267" cy="3429412"/>
          </a:xfrm>
          <a:prstGeom prst="rect">
            <a:avLst/>
          </a:prstGeom>
          <a:solidFill>
            <a:srgbClr val="F2F2F2">
              <a:alpha val="58431"/>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lang="en-US" sz="1600" b="0" i="0" u="none" strike="noStrike" cap="none" noProof="0">
              <a:solidFill>
                <a:srgbClr val="FFFFFF"/>
              </a:solidFill>
              <a:latin typeface="IBM Plex Sans"/>
              <a:ea typeface="IBM Plex Sans"/>
              <a:cs typeface="IBM Plex Sans"/>
              <a:sym typeface="IBM Plex Sans"/>
            </a:endParaRPr>
          </a:p>
        </p:txBody>
      </p:sp>
      <p:cxnSp>
        <p:nvCxnSpPr>
          <p:cNvPr id="2352" name="Google Shape;2352;g3b23322d595_2_1359"/>
          <p:cNvCxnSpPr>
            <a:cxnSpLocks/>
          </p:cNvCxnSpPr>
          <p:nvPr/>
        </p:nvCxnSpPr>
        <p:spPr>
          <a:xfrm>
            <a:off x="8904242" y="1648024"/>
            <a:ext cx="0" cy="2010330"/>
          </a:xfrm>
          <a:prstGeom prst="straightConnector1">
            <a:avLst/>
          </a:prstGeom>
          <a:noFill/>
          <a:ln w="25400" cap="flat" cmpd="sng">
            <a:solidFill>
              <a:schemeClr val="dk1"/>
            </a:solidFill>
            <a:prstDash val="solid"/>
            <a:miter lim="800000"/>
            <a:headEnd type="none" w="sm" len="sm"/>
            <a:tailEnd type="none" w="sm" len="sm"/>
          </a:ln>
        </p:spPr>
      </p:cxnSp>
      <p:sp>
        <p:nvSpPr>
          <p:cNvPr id="2353" name="Google Shape;2353;g3b23322d595_2_1359"/>
          <p:cNvSpPr txBox="1"/>
          <p:nvPr/>
        </p:nvSpPr>
        <p:spPr>
          <a:xfrm>
            <a:off x="8091171" y="1680573"/>
            <a:ext cx="941040" cy="235362"/>
          </a:xfrm>
          <a:prstGeom prst="rect">
            <a:avLst/>
          </a:prstGeom>
          <a:noFill/>
          <a:ln>
            <a:noFill/>
          </a:ln>
        </p:spPr>
        <p:txBody>
          <a:bodyPr spcFirstLastPara="1" wrap="square" lIns="0" tIns="0" rIns="0" bIns="0" anchor="b"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7030A0"/>
                </a:solidFill>
                <a:latin typeface="IBM Plex Sans"/>
                <a:ea typeface="IBM Plex Sans"/>
                <a:cs typeface="IBM Plex Sans"/>
                <a:sym typeface="IBM Plex Sans"/>
              </a:rPr>
              <a:t>2023</a:t>
            </a:r>
            <a:endParaRPr lang="en-US" sz="1200" b="0" i="0" u="none" strike="noStrike" cap="none" baseline="30000" noProof="0">
              <a:solidFill>
                <a:srgbClr val="7030A0"/>
              </a:solidFill>
              <a:latin typeface="IBM Plex Sans"/>
              <a:ea typeface="IBM Plex Sans"/>
              <a:cs typeface="IBM Plex Sans"/>
              <a:sym typeface="IBM Plex Sans"/>
            </a:endParaRPr>
          </a:p>
        </p:txBody>
      </p:sp>
      <p:sp>
        <p:nvSpPr>
          <p:cNvPr id="2354" name="Google Shape;2354;g3b23322d595_2_1359"/>
          <p:cNvSpPr txBox="1"/>
          <p:nvPr/>
        </p:nvSpPr>
        <p:spPr>
          <a:xfrm>
            <a:off x="9052790" y="2369765"/>
            <a:ext cx="2695711" cy="507831"/>
          </a:xfrm>
          <a:prstGeom prst="rect">
            <a:avLst/>
          </a:prstGeom>
          <a:noFill/>
          <a:ln>
            <a:noFill/>
          </a:ln>
        </p:spPr>
        <p:txBody>
          <a:bodyPr spcFirstLastPara="1" wrap="square" lIns="0" tIns="0" rIns="0" bIns="0" anchor="t" anchorCtr="0">
            <a:spAutoFit/>
          </a:bodyPr>
          <a:lstStyle/>
          <a:p>
            <a:pPr marL="165100" marR="0" lvl="0" indent="-152400" algn="l" rtl="0">
              <a:lnSpc>
                <a:spcPct val="100000"/>
              </a:lnSpc>
              <a:spcBef>
                <a:spcPts val="0"/>
              </a:spcBef>
              <a:spcAft>
                <a:spcPts val="0"/>
              </a:spcAft>
              <a:buClr>
                <a:srgbClr val="000000"/>
              </a:buClr>
              <a:buSzPts val="1500"/>
              <a:buFont typeface="Arial"/>
              <a:buChar char="•"/>
            </a:pPr>
            <a:r>
              <a:rPr lang="en-US" sz="1100" b="1" i="0" u="none" strike="noStrike" cap="none" noProof="0">
                <a:solidFill>
                  <a:srgbClr val="000000"/>
                </a:solidFill>
                <a:latin typeface="IBM Plex Sans"/>
                <a:ea typeface="IBM Plex Sans"/>
                <a:cs typeface="IBM Plex Sans"/>
                <a:sym typeface="IBM Plex Sans"/>
              </a:rPr>
              <a:t>10–12M paying ChatGPT subs</a:t>
            </a:r>
            <a:endParaRPr lang="en-US" sz="1100" b="0" i="0" u="none" strike="noStrike" cap="none" noProof="0">
              <a:solidFill>
                <a:srgbClr val="000000"/>
              </a:solidFill>
              <a:latin typeface="IBM Plex Sans"/>
              <a:ea typeface="IBM Plex Sans"/>
              <a:cs typeface="IBM Plex Sans"/>
              <a:sym typeface="IBM Plex Sans"/>
            </a:endParaRPr>
          </a:p>
          <a:p>
            <a:pPr marL="165100" indent="-152400">
              <a:buSzPts val="1500"/>
              <a:buFont typeface="Arial"/>
              <a:buChar char="•"/>
            </a:pPr>
            <a:r>
              <a:rPr lang="en-US" sz="1100" b="0" i="0" u="none" strike="noStrike" cap="none" noProof="0">
                <a:solidFill>
                  <a:srgbClr val="000000"/>
                </a:solidFill>
                <a:latin typeface="IBM Plex Sans"/>
                <a:ea typeface="IBM Plex Sans"/>
                <a:cs typeface="IBM Plex Sans"/>
                <a:sym typeface="IBM Plex Sans"/>
              </a:rPr>
              <a:t>Most advanced features </a:t>
            </a:r>
            <a:r>
              <a:rPr lang="en-US" sz="1100" noProof="0">
                <a:latin typeface="IBM Plex Sans"/>
                <a:ea typeface="IBM Plex Sans"/>
                <a:cs typeface="IBM Plex Sans"/>
                <a:sym typeface="IBM Plex Sans"/>
              </a:rPr>
              <a:t>across </a:t>
            </a:r>
            <a:r>
              <a:rPr lang="en-US" sz="1100" b="0" i="0" u="none" strike="noStrike" cap="none" noProof="0">
                <a:solidFill>
                  <a:srgbClr val="000000"/>
                </a:solidFill>
                <a:latin typeface="IBM Plex Sans"/>
                <a:ea typeface="IBM Plex Sans"/>
                <a:cs typeface="IBM Plex Sans"/>
                <a:sym typeface="IBM Plex Sans"/>
              </a:rPr>
              <a:t> multiple LLM platforms </a:t>
            </a:r>
            <a:r>
              <a:rPr lang="en-US" sz="1100" noProof="0">
                <a:latin typeface="IBM Plex Sans"/>
                <a:ea typeface="IBM Plex Sans"/>
                <a:cs typeface="IBM Plex Sans"/>
                <a:sym typeface="IBM Plex Sans"/>
              </a:rPr>
              <a:t>are now</a:t>
            </a:r>
            <a:r>
              <a:rPr lang="en-US" sz="1100" b="0" i="0" u="none" strike="noStrike" cap="none" noProof="0">
                <a:solidFill>
                  <a:srgbClr val="000000"/>
                </a:solidFill>
                <a:latin typeface="IBM Plex Sans"/>
                <a:ea typeface="IBM Plex Sans"/>
                <a:cs typeface="IBM Plex Sans"/>
                <a:sym typeface="IBM Plex Sans"/>
              </a:rPr>
              <a:t> paywalled</a:t>
            </a:r>
          </a:p>
        </p:txBody>
      </p:sp>
      <p:sp>
        <p:nvSpPr>
          <p:cNvPr id="2355" name="Google Shape;2355;g3b23322d595_2_1359"/>
          <p:cNvSpPr txBox="1"/>
          <p:nvPr/>
        </p:nvSpPr>
        <p:spPr>
          <a:xfrm>
            <a:off x="8091163" y="1976083"/>
            <a:ext cx="941040" cy="397407"/>
          </a:xfrm>
          <a:prstGeom prst="rect">
            <a:avLst/>
          </a:prstGeom>
          <a:no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7030A0"/>
                </a:solidFill>
                <a:latin typeface="IBM Plex Sans"/>
                <a:ea typeface="IBM Plex Sans"/>
                <a:cs typeface="IBM Plex Sans"/>
                <a:sym typeface="IBM Plex Sans"/>
              </a:rPr>
              <a:t>2025</a:t>
            </a:r>
            <a:endParaRPr lang="en-US" sz="1200" b="0" i="0" u="none" strike="noStrike" cap="none" baseline="30000" noProof="0">
              <a:solidFill>
                <a:srgbClr val="7030A0"/>
              </a:solidFill>
              <a:latin typeface="IBM Plex Sans"/>
              <a:ea typeface="IBM Plex Sans"/>
              <a:cs typeface="IBM Plex Sans"/>
              <a:sym typeface="IBM Plex Sans"/>
            </a:endParaRPr>
          </a:p>
        </p:txBody>
      </p:sp>
      <p:sp>
        <p:nvSpPr>
          <p:cNvPr id="2356" name="Google Shape;2356;g3b23322d595_2_1359"/>
          <p:cNvSpPr txBox="1"/>
          <p:nvPr/>
        </p:nvSpPr>
        <p:spPr>
          <a:xfrm>
            <a:off x="8328238" y="3893718"/>
            <a:ext cx="3444349" cy="969496"/>
          </a:xfrm>
          <a:prstGeom prst="rect">
            <a:avLst/>
          </a:prstGeom>
          <a:noFill/>
          <a:ln>
            <a:noFill/>
          </a:ln>
        </p:spPr>
        <p:txBody>
          <a:bodyPr spcFirstLastPara="1" wrap="square" lIns="0" tIns="0" rIns="0" bIns="0" anchor="t" anchorCtr="0">
            <a:spAutoFit/>
          </a:bodyPr>
          <a:lstStyle/>
          <a:p>
            <a:pPr marL="229870" marR="0" lvl="0" indent="-217170" algn="l" rtl="0">
              <a:lnSpc>
                <a:spcPct val="100000"/>
              </a:lnSpc>
              <a:spcBef>
                <a:spcPts val="0"/>
              </a:spcBef>
              <a:spcAft>
                <a:spcPts val="0"/>
              </a:spcAft>
              <a:buClr>
                <a:srgbClr val="000000"/>
              </a:buClr>
              <a:buSzPts val="1500"/>
              <a:buFont typeface="Arial"/>
              <a:buChar char="•"/>
            </a:pPr>
            <a:r>
              <a:rPr lang="en-US" sz="1050" b="0" i="0" u="none" strike="noStrike" cap="none" noProof="0">
                <a:solidFill>
                  <a:srgbClr val="000000"/>
                </a:solidFill>
                <a:latin typeface="IBM Plex Sans"/>
                <a:ea typeface="IBM Plex Sans"/>
                <a:cs typeface="IBM Plex Sans"/>
                <a:sym typeface="IBM Plex Sans"/>
              </a:rPr>
              <a:t>Even with efficiency gains, </a:t>
            </a:r>
            <a:r>
              <a:rPr lang="en-US" sz="1050" b="1" i="0" u="none" strike="noStrike" cap="none" noProof="0">
                <a:solidFill>
                  <a:srgbClr val="000000"/>
                </a:solidFill>
                <a:latin typeface="IBM Plex Sans"/>
                <a:ea typeface="IBM Plex Sans"/>
                <a:cs typeface="IBM Plex Sans"/>
                <a:sym typeface="IBM Plex Sans"/>
              </a:rPr>
              <a:t>inference stays costly at scale</a:t>
            </a:r>
            <a:r>
              <a:rPr lang="en-US" sz="1050" b="1" i="0" u="none" strike="noStrike" cap="none" baseline="30000" noProof="0">
                <a:solidFill>
                  <a:srgbClr val="000000"/>
                </a:solidFill>
                <a:latin typeface="IBM Plex Sans"/>
                <a:ea typeface="IBM Plex Sans"/>
                <a:cs typeface="IBM Plex Sans"/>
                <a:sym typeface="IBM Plex Sans"/>
              </a:rPr>
              <a:t>10,11,12</a:t>
            </a:r>
            <a:endParaRPr lang="en-US" sz="1050" b="0" i="0" u="none" strike="noStrike" cap="none" baseline="30000" noProof="0">
              <a:solidFill>
                <a:srgbClr val="000000"/>
              </a:solidFill>
              <a:latin typeface="IBM Plex Sans"/>
              <a:ea typeface="IBM Plex Sans"/>
              <a:cs typeface="IBM Plex Sans"/>
            </a:endParaRPr>
          </a:p>
          <a:p>
            <a:pPr marL="229870" marR="0" lvl="0" indent="-217170" algn="l" rtl="0">
              <a:lnSpc>
                <a:spcPct val="100000"/>
              </a:lnSpc>
              <a:spcBef>
                <a:spcPts val="0"/>
              </a:spcBef>
              <a:spcAft>
                <a:spcPts val="0"/>
              </a:spcAft>
              <a:buClr>
                <a:srgbClr val="000000"/>
              </a:buClr>
              <a:buSzPts val="1500"/>
              <a:buFont typeface="Arial"/>
              <a:buChar char="•"/>
            </a:pPr>
            <a:r>
              <a:rPr lang="en-US" sz="1050" b="1" i="0" u="none" strike="noStrike" cap="none" noProof="0">
                <a:solidFill>
                  <a:srgbClr val="000000"/>
                </a:solidFill>
                <a:latin typeface="IBM Plex Sans"/>
                <a:ea typeface="IBM Plex Sans"/>
                <a:cs typeface="IBM Plex Sans"/>
                <a:sym typeface="IBM Plex Sans"/>
              </a:rPr>
              <a:t>Unlimited</a:t>
            </a:r>
            <a:r>
              <a:rPr lang="en-US" sz="1050" b="0" i="0" u="none" strike="noStrike" cap="none" noProof="0">
                <a:solidFill>
                  <a:srgbClr val="000000"/>
                </a:solidFill>
                <a:latin typeface="IBM Plex Sans"/>
                <a:ea typeface="IBM Plex Sans"/>
                <a:cs typeface="IBM Plex Sans"/>
                <a:sym typeface="IBM Plex Sans"/>
              </a:rPr>
              <a:t> or very cheap tiers become </a:t>
            </a:r>
            <a:r>
              <a:rPr lang="en-US" sz="1050" b="1" i="0" u="none" strike="noStrike" cap="none" noProof="0">
                <a:solidFill>
                  <a:srgbClr val="000000"/>
                </a:solidFill>
                <a:latin typeface="IBM Plex Sans"/>
                <a:ea typeface="IBM Plex Sans"/>
                <a:cs typeface="IBM Plex Sans"/>
                <a:sym typeface="IBM Plex Sans"/>
              </a:rPr>
              <a:t>unsustainable as usage grows</a:t>
            </a:r>
            <a:endParaRPr lang="en-US" sz="1050" b="0" i="0" u="none" strike="noStrike" cap="none" noProof="0">
              <a:solidFill>
                <a:srgbClr val="000000"/>
              </a:solidFill>
              <a:latin typeface="IBM Plex Sans"/>
              <a:ea typeface="IBM Plex Sans"/>
              <a:cs typeface="IBM Plex Sans"/>
            </a:endParaRPr>
          </a:p>
          <a:p>
            <a:pPr marL="229870" marR="0" lvl="0" indent="-217170" algn="l" rtl="0">
              <a:lnSpc>
                <a:spcPct val="100000"/>
              </a:lnSpc>
              <a:spcBef>
                <a:spcPts val="0"/>
              </a:spcBef>
              <a:spcAft>
                <a:spcPts val="0"/>
              </a:spcAft>
              <a:buClr>
                <a:srgbClr val="000000"/>
              </a:buClr>
              <a:buSzPts val="1500"/>
              <a:buFont typeface="Arial"/>
              <a:buChar char="•"/>
            </a:pPr>
            <a:r>
              <a:rPr lang="en-US" sz="1050" b="0" i="0" u="none" strike="noStrike" cap="none" noProof="0">
                <a:solidFill>
                  <a:srgbClr val="000000"/>
                </a:solidFill>
                <a:latin typeface="IBM Plex Sans"/>
                <a:ea typeface="IBM Plex Sans"/>
                <a:cs typeface="IBM Plex Sans"/>
                <a:sym typeface="IBM Plex Sans"/>
              </a:rPr>
              <a:t>To </a:t>
            </a:r>
            <a:r>
              <a:rPr lang="en-US" sz="1050" b="1" i="0" u="none" strike="noStrike" cap="none" noProof="0">
                <a:solidFill>
                  <a:srgbClr val="000000"/>
                </a:solidFill>
                <a:latin typeface="IBM Plex Sans"/>
                <a:ea typeface="IBM Plex Sans"/>
                <a:cs typeface="IBM Plex Sans"/>
                <a:sym typeface="IBM Plex Sans"/>
              </a:rPr>
              <a:t>protect margins</a:t>
            </a:r>
            <a:r>
              <a:rPr lang="en-US" sz="1050" b="0" i="0" u="none" strike="noStrike" cap="none" noProof="0">
                <a:solidFill>
                  <a:srgbClr val="000000"/>
                </a:solidFill>
                <a:latin typeface="IBM Plex Sans"/>
                <a:ea typeface="IBM Plex Sans"/>
                <a:cs typeface="IBM Plex Sans"/>
                <a:sym typeface="IBM Plex Sans"/>
              </a:rPr>
              <a:t>, providers will rely on </a:t>
            </a:r>
            <a:r>
              <a:rPr lang="en-US" sz="1050" b="1" i="0" u="none" strike="noStrike" cap="none" noProof="0">
                <a:solidFill>
                  <a:srgbClr val="000000"/>
                </a:solidFill>
                <a:latin typeface="IBM Plex Sans"/>
                <a:ea typeface="IBM Plex Sans"/>
                <a:cs typeface="IBM Plex Sans"/>
                <a:sym typeface="IBM Plex Sans"/>
              </a:rPr>
              <a:t>paywalls</a:t>
            </a:r>
            <a:r>
              <a:rPr lang="en-US" sz="1050" b="0" i="0" u="none" strike="noStrike" cap="none" noProof="0">
                <a:solidFill>
                  <a:srgbClr val="000000"/>
                </a:solidFill>
                <a:latin typeface="IBM Plex Sans"/>
                <a:ea typeface="IBM Plex Sans"/>
                <a:cs typeface="IBM Plex Sans"/>
                <a:sym typeface="IBM Plex Sans"/>
              </a:rPr>
              <a:t>, rate </a:t>
            </a:r>
            <a:r>
              <a:rPr lang="en-US" sz="1050" b="1" i="0" u="none" strike="noStrike" cap="none" noProof="0">
                <a:solidFill>
                  <a:srgbClr val="000000"/>
                </a:solidFill>
                <a:latin typeface="IBM Plex Sans"/>
                <a:ea typeface="IBM Plex Sans"/>
                <a:cs typeface="IBM Plex Sans"/>
                <a:sym typeface="IBM Plex Sans"/>
              </a:rPr>
              <a:t>limits</a:t>
            </a:r>
            <a:r>
              <a:rPr lang="en-US" sz="1050" b="0" i="0" u="none" strike="noStrike" cap="none" noProof="0">
                <a:solidFill>
                  <a:srgbClr val="000000"/>
                </a:solidFill>
                <a:latin typeface="IBM Plex Sans"/>
                <a:ea typeface="IBM Plex Sans"/>
                <a:cs typeface="IBM Plex Sans"/>
                <a:sym typeface="IBM Plex Sans"/>
              </a:rPr>
              <a:t>, tiered </a:t>
            </a:r>
            <a:r>
              <a:rPr lang="en-US" sz="1050" b="1" i="0" u="none" strike="noStrike" cap="none" noProof="0">
                <a:solidFill>
                  <a:srgbClr val="000000"/>
                </a:solidFill>
                <a:latin typeface="IBM Plex Sans"/>
                <a:ea typeface="IBM Plex Sans"/>
                <a:cs typeface="IBM Plex Sans"/>
                <a:sym typeface="IBM Plex Sans"/>
              </a:rPr>
              <a:t>plans</a:t>
            </a:r>
            <a:r>
              <a:rPr lang="en-US" sz="1050" b="0" i="0" u="none" strike="noStrike" cap="none" noProof="0">
                <a:solidFill>
                  <a:srgbClr val="000000"/>
                </a:solidFill>
                <a:latin typeface="IBM Plex Sans"/>
                <a:ea typeface="IBM Plex Sans"/>
                <a:cs typeface="IBM Plex Sans"/>
                <a:sym typeface="IBM Plex Sans"/>
              </a:rPr>
              <a:t>, or </a:t>
            </a:r>
            <a:r>
              <a:rPr lang="en-US" sz="1050" b="1" i="0" u="none" strike="noStrike" cap="none" noProof="0">
                <a:solidFill>
                  <a:srgbClr val="000000"/>
                </a:solidFill>
                <a:latin typeface="IBM Plex Sans"/>
                <a:ea typeface="IBM Plex Sans"/>
                <a:cs typeface="IBM Plex Sans"/>
                <a:sym typeface="IBM Plex Sans"/>
              </a:rPr>
              <a:t>usage-based</a:t>
            </a:r>
            <a:r>
              <a:rPr lang="en-US" sz="1050" b="0" i="0" u="none" strike="noStrike" cap="none" noProof="0">
                <a:solidFill>
                  <a:srgbClr val="000000"/>
                </a:solidFill>
                <a:latin typeface="IBM Plex Sans"/>
                <a:ea typeface="IBM Plex Sans"/>
                <a:cs typeface="IBM Plex Sans"/>
                <a:sym typeface="IBM Plex Sans"/>
              </a:rPr>
              <a:t> </a:t>
            </a:r>
            <a:r>
              <a:rPr lang="en-US" sz="1050" b="1" i="0" u="none" strike="noStrike" cap="none" noProof="0">
                <a:solidFill>
                  <a:srgbClr val="000000"/>
                </a:solidFill>
                <a:latin typeface="IBM Plex Sans"/>
                <a:ea typeface="IBM Plex Sans"/>
                <a:cs typeface="IBM Plex Sans"/>
                <a:sym typeface="IBM Plex Sans"/>
              </a:rPr>
              <a:t>pricing</a:t>
            </a:r>
            <a:endParaRPr lang="en-US" sz="1050" i="0" u="none" strike="noStrike" cap="none" noProof="0">
              <a:solidFill>
                <a:srgbClr val="000000"/>
              </a:solidFill>
              <a:latin typeface="IBM Plex Sans"/>
              <a:ea typeface="IBM Plex Sans"/>
              <a:cs typeface="IBM Plex Sans"/>
            </a:endParaRPr>
          </a:p>
        </p:txBody>
      </p:sp>
      <p:sp>
        <p:nvSpPr>
          <p:cNvPr id="2357" name="Google Shape;2357;g3b23322d595_2_1359"/>
          <p:cNvSpPr/>
          <p:nvPr/>
        </p:nvSpPr>
        <p:spPr>
          <a:xfrm>
            <a:off x="9042768" y="1688632"/>
            <a:ext cx="2301573" cy="242800"/>
          </a:xfrm>
          <a:prstGeom prst="roundRect">
            <a:avLst>
              <a:gd name="adj" fmla="val 16667"/>
            </a:avLst>
          </a:prstGeom>
          <a:solidFill>
            <a:srgbClr val="C197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1" i="0" u="none" strike="noStrike" cap="none" noProof="0">
                <a:solidFill>
                  <a:srgbClr val="FFFFFF"/>
                </a:solidFill>
                <a:latin typeface="IBM Plex Sans"/>
                <a:ea typeface="IBM Plex Sans"/>
                <a:cs typeface="IBM Plex Sans"/>
                <a:sym typeface="IBM Plex Sans"/>
              </a:rPr>
              <a:t>Free ChatGPT, Gemini</a:t>
            </a:r>
          </a:p>
        </p:txBody>
      </p:sp>
      <p:sp>
        <p:nvSpPr>
          <p:cNvPr id="2358" name="Google Shape;2358;g3b23322d595_2_1359"/>
          <p:cNvSpPr/>
          <p:nvPr/>
        </p:nvSpPr>
        <p:spPr>
          <a:xfrm>
            <a:off x="9051737" y="1970001"/>
            <a:ext cx="2301573" cy="357559"/>
          </a:xfrm>
          <a:prstGeom prst="roundRect">
            <a:avLst>
              <a:gd name="adj" fmla="val 16667"/>
            </a:avLst>
          </a:prstGeom>
          <a:solidFill>
            <a:srgbClr val="C198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1" i="0" u="none" strike="noStrike" cap="none" noProof="0">
                <a:solidFill>
                  <a:srgbClr val="FFFFFF"/>
                </a:solidFill>
                <a:latin typeface="IBM Plex Sans"/>
                <a:ea typeface="IBM Plex Sans"/>
                <a:cs typeface="IBM Plex Sans"/>
                <a:sym typeface="IBM Plex Sans"/>
              </a:rPr>
              <a:t>Free (to gain market share) + Subscription</a:t>
            </a:r>
          </a:p>
        </p:txBody>
      </p:sp>
      <p:sp>
        <p:nvSpPr>
          <p:cNvPr id="2360" name="Google Shape;2360;g3b23322d595_2_1359"/>
          <p:cNvSpPr txBox="1"/>
          <p:nvPr/>
        </p:nvSpPr>
        <p:spPr>
          <a:xfrm>
            <a:off x="9507040" y="3506780"/>
            <a:ext cx="941040" cy="169277"/>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200"/>
              <a:buFont typeface="Arial"/>
              <a:buNone/>
            </a:pPr>
            <a:endParaRPr lang="en-US" sz="1100" b="0" i="0" u="none" strike="noStrike" cap="none" noProof="0">
              <a:solidFill>
                <a:srgbClr val="000000"/>
              </a:solidFill>
              <a:latin typeface="IBM Plex Sans"/>
              <a:ea typeface="IBM Plex Sans"/>
              <a:cs typeface="IBM Plex Sans"/>
              <a:sym typeface="IBM Plex Sans"/>
            </a:endParaRPr>
          </a:p>
        </p:txBody>
      </p:sp>
      <p:sp>
        <p:nvSpPr>
          <p:cNvPr id="2361" name="Google Shape;2361;g3b23322d595_2_1359"/>
          <p:cNvSpPr txBox="1"/>
          <p:nvPr/>
        </p:nvSpPr>
        <p:spPr>
          <a:xfrm>
            <a:off x="8120195" y="3103515"/>
            <a:ext cx="941040" cy="242800"/>
          </a:xfrm>
          <a:prstGeom prst="rect">
            <a:avLst/>
          </a:prstGeom>
          <a:no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7030A0"/>
                </a:solidFill>
                <a:latin typeface="IBM Plex Sans"/>
                <a:ea typeface="IBM Plex Sans"/>
                <a:cs typeface="IBM Plex Sans"/>
                <a:sym typeface="IBM Plex Sans"/>
              </a:rPr>
              <a:t>Future Models</a:t>
            </a:r>
            <a:endParaRPr lang="en-US" sz="1200" b="0" i="0" u="none" strike="noStrike" cap="none" baseline="30000" noProof="0">
              <a:solidFill>
                <a:srgbClr val="7030A0"/>
              </a:solidFill>
              <a:latin typeface="IBM Plex Sans"/>
              <a:ea typeface="IBM Plex Sans"/>
              <a:cs typeface="IBM Plex Sans"/>
              <a:sym typeface="IBM Plex Sans"/>
            </a:endParaRPr>
          </a:p>
        </p:txBody>
      </p:sp>
      <p:sp>
        <p:nvSpPr>
          <p:cNvPr id="2362" name="Google Shape;2362;g3b23322d595_2_1359"/>
          <p:cNvSpPr txBox="1"/>
          <p:nvPr/>
        </p:nvSpPr>
        <p:spPr>
          <a:xfrm>
            <a:off x="8210317" y="1330955"/>
            <a:ext cx="3524296" cy="268202"/>
          </a:xfrm>
          <a:prstGeom prst="rect">
            <a:avLst/>
          </a:prstGeom>
          <a:solidFill>
            <a:srgbClr val="7030A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200" b="1" i="0" u="none" strike="noStrike" cap="none" noProof="0">
                <a:solidFill>
                  <a:srgbClr val="FFFFFF"/>
                </a:solidFill>
                <a:latin typeface="IBM Plex Sans"/>
                <a:ea typeface="IBM Plex Sans"/>
                <a:cs typeface="IBM Plex Sans"/>
                <a:sym typeface="IBM Plex Sans"/>
              </a:rPr>
              <a:t>AI</a:t>
            </a:r>
            <a:endParaRPr lang="en-US" sz="1200" b="0" i="0" u="none" strike="noStrike" cap="none" noProof="0">
              <a:solidFill>
                <a:srgbClr val="FFFFFF"/>
              </a:solidFill>
              <a:latin typeface="IBM Plex Sans"/>
              <a:ea typeface="IBM Plex Sans"/>
              <a:cs typeface="IBM Plex Sans"/>
              <a:sym typeface="IBM Plex Sans"/>
            </a:endParaRPr>
          </a:p>
        </p:txBody>
      </p:sp>
      <p:sp>
        <p:nvSpPr>
          <p:cNvPr id="6" name="Google Shape;932;g3b2110f3d24_0_616">
            <a:extLst>
              <a:ext uri="{FF2B5EF4-FFF2-40B4-BE49-F238E27FC236}">
                <a16:creationId xmlns:a16="http://schemas.microsoft.com/office/drawing/2014/main" id="{F506A1F3-3885-8F23-DA68-F57019A429FE}"/>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93</a:t>
            </a:fld>
            <a:endParaRPr lang="en-US" noProof="0"/>
          </a:p>
        </p:txBody>
      </p:sp>
      <p:sp>
        <p:nvSpPr>
          <p:cNvPr id="7" name="Google Shape;2331;g3b23322d595_2_1359">
            <a:extLst>
              <a:ext uri="{FF2B5EF4-FFF2-40B4-BE49-F238E27FC236}">
                <a16:creationId xmlns:a16="http://schemas.microsoft.com/office/drawing/2014/main" id="{01AA93E3-A5F3-1DAD-4B8F-A1419F5AE1CC}"/>
              </a:ext>
            </a:extLst>
          </p:cNvPr>
          <p:cNvSpPr txBox="1"/>
          <p:nvPr/>
        </p:nvSpPr>
        <p:spPr>
          <a:xfrm>
            <a:off x="459396" y="1963312"/>
            <a:ext cx="747159" cy="235362"/>
          </a:xfrm>
          <a:prstGeom prst="rect">
            <a:avLst/>
          </a:prstGeom>
          <a:noFill/>
          <a:ln>
            <a:noFill/>
          </a:ln>
        </p:spPr>
        <p:txBody>
          <a:bodyPr spcFirstLastPara="1" wrap="square" lIns="0" tIns="0" rIns="0" bIns="0" anchor="b"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7030A0"/>
                </a:solidFill>
                <a:latin typeface="IBM Plex Sans"/>
                <a:ea typeface="IBM Plex Sans"/>
                <a:cs typeface="IBM Plex Sans"/>
                <a:sym typeface="IBM Plex Sans"/>
              </a:rPr>
              <a:t>2010s</a:t>
            </a:r>
            <a:endParaRPr lang="en-US" sz="1200" b="0" i="0" u="none" strike="noStrike" cap="none" baseline="30000" noProof="0">
              <a:solidFill>
                <a:srgbClr val="7030A0"/>
              </a:solidFill>
              <a:latin typeface="IBM Plex Sans"/>
              <a:ea typeface="IBM Plex Sans"/>
              <a:cs typeface="IBM Plex Sans"/>
              <a:sym typeface="IBM Plex Sans"/>
            </a:endParaRPr>
          </a:p>
        </p:txBody>
      </p:sp>
      <p:sp>
        <p:nvSpPr>
          <p:cNvPr id="8" name="Google Shape;2335;g3b23322d595_2_1359">
            <a:extLst>
              <a:ext uri="{FF2B5EF4-FFF2-40B4-BE49-F238E27FC236}">
                <a16:creationId xmlns:a16="http://schemas.microsoft.com/office/drawing/2014/main" id="{96C9069B-21D6-B390-EDA9-2967568BFC9D}"/>
              </a:ext>
            </a:extLst>
          </p:cNvPr>
          <p:cNvSpPr/>
          <p:nvPr/>
        </p:nvSpPr>
        <p:spPr>
          <a:xfrm>
            <a:off x="1286252" y="1973303"/>
            <a:ext cx="2423657" cy="391861"/>
          </a:xfrm>
          <a:prstGeom prst="roundRect">
            <a:avLst>
              <a:gd name="adj" fmla="val 16667"/>
            </a:avLst>
          </a:prstGeom>
          <a:solidFill>
            <a:srgbClr val="C197E1"/>
          </a:solidFill>
          <a:ln>
            <a:noFill/>
          </a:ln>
        </p:spPr>
        <p:txBody>
          <a:bodyPr spcFirstLastPara="1" wrap="square" lIns="91425" tIns="91425" rIns="91425" bIns="91425" anchor="ctr" anchorCtr="0">
            <a:noAutofit/>
          </a:bodyPr>
          <a:lstStyle/>
          <a:p>
            <a:pPr lvl="0">
              <a:buSzPts val="1200"/>
            </a:pPr>
            <a:r>
              <a:rPr lang="en-US" sz="1100" b="1" noProof="0">
                <a:solidFill>
                  <a:srgbClr val="FFFFFF"/>
                </a:solidFill>
                <a:latin typeface="IBM Plex Sans"/>
                <a:ea typeface="IBM Plex Sans"/>
                <a:cs typeface="IBM Plex Sans"/>
                <a:sym typeface="IBM Plex Sans"/>
              </a:rPr>
              <a:t>Metered paywalls (limited number of free articles)</a:t>
            </a:r>
            <a:endParaRPr lang="en-US" sz="1100" b="0" i="0" u="none" strike="noStrike" cap="none" noProof="0">
              <a:solidFill>
                <a:srgbClr val="FFFFFF"/>
              </a:solidFill>
              <a:latin typeface="IBM Plex Sans"/>
              <a:ea typeface="IBM Plex Sans"/>
              <a:cs typeface="IBM Plex Sans"/>
              <a:sym typeface="IBM Plex Sans"/>
            </a:endParaRPr>
          </a:p>
        </p:txBody>
      </p:sp>
      <p:sp>
        <p:nvSpPr>
          <p:cNvPr id="9" name="Google Shape;2342;g3b23322d595_2_1359">
            <a:extLst>
              <a:ext uri="{FF2B5EF4-FFF2-40B4-BE49-F238E27FC236}">
                <a16:creationId xmlns:a16="http://schemas.microsoft.com/office/drawing/2014/main" id="{96759AF3-D2F5-4635-E9EF-C4FB116177AF}"/>
              </a:ext>
            </a:extLst>
          </p:cNvPr>
          <p:cNvSpPr txBox="1"/>
          <p:nvPr/>
        </p:nvSpPr>
        <p:spPr>
          <a:xfrm>
            <a:off x="4285262" y="1957689"/>
            <a:ext cx="756214" cy="235362"/>
          </a:xfrm>
          <a:prstGeom prst="rect">
            <a:avLst/>
          </a:prstGeom>
          <a:noFill/>
          <a:ln>
            <a:noFill/>
          </a:ln>
        </p:spPr>
        <p:txBody>
          <a:bodyPr spcFirstLastPara="1" wrap="square" lIns="0" tIns="0" rIns="0" bIns="0" anchor="b"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7030A0"/>
                </a:solidFill>
                <a:latin typeface="IBM Plex Sans"/>
                <a:ea typeface="IBM Plex Sans"/>
                <a:cs typeface="IBM Plex Sans"/>
                <a:sym typeface="IBM Plex Sans"/>
              </a:rPr>
              <a:t>2010s</a:t>
            </a:r>
            <a:endParaRPr lang="en-US" sz="1200" b="0" i="0" u="none" strike="noStrike" cap="none" baseline="30000" noProof="0">
              <a:solidFill>
                <a:srgbClr val="7030A0"/>
              </a:solidFill>
              <a:latin typeface="IBM Plex Sans"/>
              <a:ea typeface="IBM Plex Sans"/>
              <a:cs typeface="IBM Plex Sans"/>
              <a:sym typeface="IBM Plex Sans"/>
            </a:endParaRPr>
          </a:p>
        </p:txBody>
      </p:sp>
      <p:sp>
        <p:nvSpPr>
          <p:cNvPr id="10" name="Google Shape;2346;g3b23322d595_2_1359">
            <a:extLst>
              <a:ext uri="{FF2B5EF4-FFF2-40B4-BE49-F238E27FC236}">
                <a16:creationId xmlns:a16="http://schemas.microsoft.com/office/drawing/2014/main" id="{8737B403-4D11-7731-BDB8-D58B7AA177B8}"/>
              </a:ext>
            </a:extLst>
          </p:cNvPr>
          <p:cNvSpPr/>
          <p:nvPr/>
        </p:nvSpPr>
        <p:spPr>
          <a:xfrm>
            <a:off x="5109161" y="1959593"/>
            <a:ext cx="2558846" cy="242800"/>
          </a:xfrm>
          <a:prstGeom prst="roundRect">
            <a:avLst>
              <a:gd name="adj" fmla="val 16667"/>
            </a:avLst>
          </a:prstGeom>
          <a:solidFill>
            <a:srgbClr val="C197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1" i="0" u="none" strike="noStrike" cap="none" noProof="0">
                <a:solidFill>
                  <a:srgbClr val="FFFFFF"/>
                </a:solidFill>
                <a:latin typeface="IBM Plex Sans"/>
                <a:ea typeface="IBM Plex Sans"/>
                <a:cs typeface="IBM Plex Sans"/>
                <a:sym typeface="IBM Plex Sans"/>
              </a:rPr>
              <a:t>Paid downloads</a:t>
            </a:r>
          </a:p>
        </p:txBody>
      </p:sp>
      <p:sp>
        <p:nvSpPr>
          <p:cNvPr id="14" name="Google Shape;2358;g3b23322d595_2_1359">
            <a:extLst>
              <a:ext uri="{FF2B5EF4-FFF2-40B4-BE49-F238E27FC236}">
                <a16:creationId xmlns:a16="http://schemas.microsoft.com/office/drawing/2014/main" id="{2B1D295F-C8DB-889D-2759-36A8ED8740DF}"/>
              </a:ext>
            </a:extLst>
          </p:cNvPr>
          <p:cNvSpPr/>
          <p:nvPr/>
        </p:nvSpPr>
        <p:spPr>
          <a:xfrm>
            <a:off x="9042764" y="3008035"/>
            <a:ext cx="2301573" cy="574311"/>
          </a:xfrm>
          <a:prstGeom prst="roundRect">
            <a:avLst>
              <a:gd name="adj" fmla="val 16667"/>
            </a:avLst>
          </a:prstGeom>
          <a:solidFill>
            <a:srgbClr val="7030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100" b="1" i="0" u="none" strike="noStrike" cap="none" noProof="0">
                <a:solidFill>
                  <a:srgbClr val="FFFFFF"/>
                </a:solidFill>
                <a:latin typeface="IBM Plex Sans"/>
                <a:ea typeface="IBM Plex Sans"/>
                <a:cs typeface="IBM Plex Sans"/>
                <a:sym typeface="IBM Plex Sans"/>
              </a:rPr>
              <a:t>Free (Ads + Dumber models) + Subscription (Harder caps on plans)</a:t>
            </a:r>
          </a:p>
        </p:txBody>
      </p:sp>
      <p:sp>
        <p:nvSpPr>
          <p:cNvPr id="20" name="Google Shape;2331;g3b23322d595_2_1359">
            <a:extLst>
              <a:ext uri="{FF2B5EF4-FFF2-40B4-BE49-F238E27FC236}">
                <a16:creationId xmlns:a16="http://schemas.microsoft.com/office/drawing/2014/main" id="{3E892F25-0C77-20D9-689F-5F320D71DBCB}"/>
              </a:ext>
            </a:extLst>
          </p:cNvPr>
          <p:cNvSpPr txBox="1"/>
          <p:nvPr/>
        </p:nvSpPr>
        <p:spPr>
          <a:xfrm>
            <a:off x="459396" y="2484988"/>
            <a:ext cx="747159" cy="235362"/>
          </a:xfrm>
          <a:prstGeom prst="rect">
            <a:avLst/>
          </a:prstGeom>
          <a:noFill/>
          <a:ln>
            <a:noFill/>
          </a:ln>
        </p:spPr>
        <p:txBody>
          <a:bodyPr spcFirstLastPara="1" wrap="square" lIns="0" tIns="0" rIns="0" bIns="0" anchor="b"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200" b="1" i="0" u="none" strike="noStrike" cap="none" noProof="0">
                <a:solidFill>
                  <a:srgbClr val="7030A0"/>
                </a:solidFill>
                <a:latin typeface="IBM Plex Sans"/>
                <a:ea typeface="IBM Plex Sans"/>
                <a:cs typeface="IBM Plex Sans"/>
                <a:sym typeface="IBM Plex Sans"/>
              </a:rPr>
              <a:t>2015s</a:t>
            </a:r>
            <a:endParaRPr lang="en-US" sz="1200" b="0" i="0" u="none" strike="noStrike" cap="none" baseline="30000" noProof="0">
              <a:solidFill>
                <a:srgbClr val="7030A0"/>
              </a:solidFill>
              <a:latin typeface="IBM Plex Sans"/>
              <a:ea typeface="IBM Plex Sans"/>
              <a:cs typeface="IBM Plex Sans"/>
              <a:sym typeface="IBM Plex Sans"/>
            </a:endParaRPr>
          </a:p>
        </p:txBody>
      </p:sp>
      <p:sp>
        <p:nvSpPr>
          <p:cNvPr id="21" name="Google Shape;2335;g3b23322d595_2_1359">
            <a:extLst>
              <a:ext uri="{FF2B5EF4-FFF2-40B4-BE49-F238E27FC236}">
                <a16:creationId xmlns:a16="http://schemas.microsoft.com/office/drawing/2014/main" id="{3EB2A8E4-4EBD-0769-F045-E5D8E2964B59}"/>
              </a:ext>
            </a:extLst>
          </p:cNvPr>
          <p:cNvSpPr/>
          <p:nvPr/>
        </p:nvSpPr>
        <p:spPr>
          <a:xfrm>
            <a:off x="1286252" y="2398890"/>
            <a:ext cx="2423657" cy="330488"/>
          </a:xfrm>
          <a:prstGeom prst="roundRect">
            <a:avLst>
              <a:gd name="adj" fmla="val 16667"/>
            </a:avLst>
          </a:prstGeom>
          <a:solidFill>
            <a:srgbClr val="C197E1"/>
          </a:solidFill>
          <a:ln>
            <a:noFill/>
          </a:ln>
        </p:spPr>
        <p:txBody>
          <a:bodyPr spcFirstLastPara="1" wrap="square" lIns="91425" tIns="91425" rIns="91425" bIns="91425" anchor="ctr" anchorCtr="0">
            <a:noAutofit/>
          </a:bodyPr>
          <a:lstStyle/>
          <a:p>
            <a:pPr lvl="0">
              <a:buSzPts val="1200"/>
            </a:pPr>
            <a:r>
              <a:rPr lang="en-US" sz="1100" b="1" noProof="0">
                <a:solidFill>
                  <a:srgbClr val="FFFFFF"/>
                </a:solidFill>
                <a:latin typeface="IBM Plex Sans"/>
                <a:ea typeface="IBM Plex Sans"/>
                <a:cs typeface="IBM Plex Sans"/>
                <a:sym typeface="IBM Plex Sans"/>
              </a:rPr>
              <a:t>Hard Paywalls (most of the content blocked)</a:t>
            </a:r>
            <a:endParaRPr lang="en-US" sz="1100" b="0" i="0" u="none" strike="noStrike" cap="none" noProof="0">
              <a:solidFill>
                <a:srgbClr val="FFFFFF"/>
              </a:solidFill>
              <a:latin typeface="IBM Plex Sans"/>
              <a:ea typeface="IBM Plex Sans"/>
              <a:cs typeface="IBM Plex Sans"/>
              <a:sym typeface="IBM Plex Sans"/>
            </a:endParaRPr>
          </a:p>
        </p:txBody>
      </p:sp>
      <p:sp>
        <p:nvSpPr>
          <p:cNvPr id="4" name="CaixaDeTexto 3">
            <a:extLst>
              <a:ext uri="{FF2B5EF4-FFF2-40B4-BE49-F238E27FC236}">
                <a16:creationId xmlns:a16="http://schemas.microsoft.com/office/drawing/2014/main" id="{83F4D81E-2391-5B17-DE7F-43620FFECB39}"/>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Parallels</a:t>
            </a:r>
          </a:p>
        </p:txBody>
      </p:sp>
    </p:spTree>
    <p:extLst>
      <p:ext uri="{BB962C8B-B14F-4D97-AF65-F5344CB8AC3E}">
        <p14:creationId xmlns:p14="http://schemas.microsoft.com/office/powerpoint/2010/main" val="206776016"/>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2434"/>
        <p:cNvGrpSpPr/>
        <p:nvPr/>
      </p:nvGrpSpPr>
      <p:grpSpPr>
        <a:xfrm>
          <a:off x="0" y="0"/>
          <a:ext cx="0" cy="0"/>
          <a:chOff x="0" y="0"/>
          <a:chExt cx="0" cy="0"/>
        </a:xfrm>
      </p:grpSpPr>
      <p:sp>
        <p:nvSpPr>
          <p:cNvPr id="2435" name="Google Shape;2435;g3b23322d595_2_1469"/>
          <p:cNvSpPr txBox="1">
            <a:spLocks noGrp="1"/>
          </p:cNvSpPr>
          <p:nvPr>
            <p:ph type="title"/>
          </p:nvPr>
        </p:nvSpPr>
        <p:spPr>
          <a:xfrm>
            <a:off x="450091" y="504611"/>
            <a:ext cx="11350811" cy="387798"/>
          </a:xfrm>
          <a:prstGeom prst="rect">
            <a:avLst/>
          </a:prstGeom>
          <a:noFill/>
          <a:ln>
            <a:noFill/>
          </a:ln>
        </p:spPr>
        <p:txBody>
          <a:bodyPr spcFirstLastPara="1" wrap="square" lIns="0" tIns="0" rIns="0" bIns="0" anchor="t" anchorCtr="0">
            <a:spAutoFit/>
          </a:bodyPr>
          <a:lstStyle/>
          <a:p>
            <a:pPr>
              <a:buSzPts val="1800"/>
            </a:pPr>
            <a:r>
              <a:rPr lang="en-US" noProof="0"/>
              <a:t>Netflix case: price increases alongside subscription growth</a:t>
            </a:r>
          </a:p>
        </p:txBody>
      </p:sp>
      <p:sp>
        <p:nvSpPr>
          <p:cNvPr id="2436" name="Google Shape;2436;g3b23322d595_2_1469"/>
          <p:cNvSpPr txBox="1"/>
          <p:nvPr/>
        </p:nvSpPr>
        <p:spPr>
          <a:xfrm>
            <a:off x="433817" y="5523431"/>
            <a:ext cx="11271741" cy="533553"/>
          </a:xfrm>
          <a:prstGeom prst="rect">
            <a:avLst/>
          </a:prstGeom>
          <a:solidFill>
            <a:srgbClr val="7FD7A7"/>
          </a:solidFill>
          <a:ln>
            <a:noFill/>
          </a:ln>
        </p:spPr>
        <p:txBody>
          <a:bodyPr spcFirstLastPara="1" wrap="square" lIns="68550" tIns="68550" rIns="68550" bIns="68550" anchor="ctr" anchorCtr="0">
            <a:noAutofit/>
          </a:bodyPr>
          <a:lstStyle/>
          <a:p>
            <a:pPr algn="ctr">
              <a:buClr>
                <a:srgbClr val="204E79"/>
              </a:buClr>
              <a:buSzPts val="1600"/>
              <a:buFont typeface="Calibri"/>
            </a:pPr>
            <a:r>
              <a:rPr lang="en-US" b="1" i="0" u="none" strike="noStrike" cap="none" noProof="0">
                <a:solidFill>
                  <a:srgbClr val="000000"/>
                </a:solidFill>
                <a:latin typeface="IBM Plex Sans"/>
                <a:ea typeface="Calibri"/>
                <a:cs typeface="Calibri"/>
                <a:sym typeface="Calibri"/>
              </a:rPr>
              <a:t>ChatGPT pricing has limits </a:t>
            </a:r>
            <a:r>
              <a:rPr lang="en-US" b="1" noProof="0">
                <a:latin typeface="IBM Plex Sans"/>
                <a:ea typeface="Calibri"/>
                <a:cs typeface="Calibri"/>
                <a:sym typeface="Calibri"/>
              </a:rPr>
              <a:t>–</a:t>
            </a:r>
            <a:r>
              <a:rPr lang="en-US" b="1" i="0" u="none" strike="noStrike" cap="none" noProof="0">
                <a:solidFill>
                  <a:srgbClr val="000000"/>
                </a:solidFill>
                <a:latin typeface="IBM Plex Sans"/>
                <a:ea typeface="Calibri"/>
                <a:cs typeface="Calibri"/>
                <a:sym typeface="Calibri"/>
              </a:rPr>
              <a:t> </a:t>
            </a:r>
            <a:r>
              <a:rPr lang="en-US" b="1" noProof="0">
                <a:latin typeface="IBM Plex Sans"/>
                <a:ea typeface="Calibri"/>
                <a:cs typeface="Calibri"/>
                <a:sym typeface="Calibri"/>
              </a:rPr>
              <a:t>as</a:t>
            </a:r>
            <a:r>
              <a:rPr lang="en-US" b="1" i="0" u="none" strike="noStrike" cap="none" noProof="0">
                <a:solidFill>
                  <a:srgbClr val="000000"/>
                </a:solidFill>
                <a:latin typeface="IBM Plex Sans"/>
                <a:ea typeface="Calibri"/>
                <a:cs typeface="Calibri"/>
                <a:sym typeface="Calibri"/>
              </a:rPr>
              <a:t> Netflix shows, price increases work only when users clearly perceive added value</a:t>
            </a:r>
            <a:endParaRPr lang="en-US" b="1" i="0" u="none" strike="noStrike" cap="none" noProof="0">
              <a:solidFill>
                <a:srgbClr val="000000"/>
              </a:solidFill>
              <a:latin typeface="IBM Plex Sans"/>
              <a:ea typeface="Calibri"/>
              <a:cs typeface="Calibri"/>
            </a:endParaRPr>
          </a:p>
        </p:txBody>
      </p:sp>
      <p:sp>
        <p:nvSpPr>
          <p:cNvPr id="2437" name="Google Shape;2437;g3b23322d595_2_1469"/>
          <p:cNvSpPr txBox="1"/>
          <p:nvPr/>
        </p:nvSpPr>
        <p:spPr>
          <a:xfrm>
            <a:off x="420595" y="6353389"/>
            <a:ext cx="8458200" cy="107722"/>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700" b="0" i="0" u="none" strike="noStrike" cap="none" noProof="0">
                <a:solidFill>
                  <a:srgbClr val="7F7F7F"/>
                </a:solidFill>
                <a:latin typeface="IBM Plex Sans"/>
                <a:ea typeface="Calibri"/>
                <a:cs typeface="Calibri"/>
                <a:sym typeface="Calibri"/>
              </a:rPr>
              <a:t>Sources: </a:t>
            </a:r>
            <a:r>
              <a:rPr lang="en-US" sz="700" noProof="0">
                <a:solidFill>
                  <a:srgbClr val="7F7F7F"/>
                </a:solidFill>
                <a:latin typeface="IBM Plex Sans"/>
                <a:ea typeface="Calibri"/>
                <a:cs typeface="Calibri"/>
                <a:sym typeface="Calibri"/>
              </a:rPr>
              <a:t>(</a:t>
            </a:r>
            <a:r>
              <a:rPr lang="en-US" sz="700" b="0" i="0" u="none" strike="noStrike" cap="none" noProof="0">
                <a:solidFill>
                  <a:srgbClr val="7F7F7F"/>
                </a:solidFill>
                <a:latin typeface="IBM Plex Sans"/>
                <a:ea typeface="Calibri"/>
                <a:cs typeface="Calibri"/>
                <a:sym typeface="Calibri"/>
              </a:rPr>
              <a:t>1) </a:t>
            </a:r>
            <a:r>
              <a:rPr lang="en-US" sz="700" b="0" i="0" u="sng" strike="noStrike" cap="none" noProof="0">
                <a:solidFill>
                  <a:srgbClr val="7F7F7F"/>
                </a:solidFill>
                <a:latin typeface="IBM Plex Sans"/>
                <a:ea typeface="Calibri"/>
                <a:cs typeface="Calibri"/>
                <a:sym typeface="Calibri"/>
                <a:hlinkClick r:id="rId3">
                  <a:extLst>
                    <a:ext uri="{A12FA001-AC4F-418D-AE19-62706E023703}">
                      <ahyp:hlinkClr xmlns:ahyp="http://schemas.microsoft.com/office/drawing/2018/hyperlinkcolor" val="tx"/>
                    </a:ext>
                  </a:extLst>
                </a:hlinkClick>
              </a:rPr>
              <a:t>Business Insider</a:t>
            </a:r>
            <a:r>
              <a:rPr lang="en-US" sz="700" b="0" i="0" u="none" strike="noStrike" cap="none" noProof="0">
                <a:solidFill>
                  <a:srgbClr val="7F7F7F"/>
                </a:solidFill>
                <a:latin typeface="IBM Plex Sans"/>
                <a:ea typeface="Calibri"/>
                <a:cs typeface="Calibri"/>
                <a:sym typeface="Calibri"/>
              </a:rPr>
              <a:t>, </a:t>
            </a:r>
            <a:r>
              <a:rPr lang="en-US" sz="700" noProof="0">
                <a:solidFill>
                  <a:srgbClr val="7F7F7F"/>
                </a:solidFill>
                <a:latin typeface="IBM Plex Sans"/>
                <a:ea typeface="Calibri"/>
                <a:cs typeface="Calibri"/>
                <a:sym typeface="Calibri"/>
              </a:rPr>
              <a:t>(</a:t>
            </a:r>
            <a:r>
              <a:rPr lang="en-US" sz="700" b="0" i="0" u="none" strike="noStrike" cap="none" noProof="0">
                <a:solidFill>
                  <a:srgbClr val="7F7F7F"/>
                </a:solidFill>
                <a:latin typeface="IBM Plex Sans"/>
                <a:ea typeface="Calibri"/>
                <a:cs typeface="Calibri"/>
                <a:sym typeface="Calibri"/>
              </a:rPr>
              <a:t>2) </a:t>
            </a:r>
            <a:r>
              <a:rPr lang="en-US" sz="700" b="0" i="0" u="sng" strike="noStrike" cap="none" noProof="0">
                <a:solidFill>
                  <a:srgbClr val="7F7F7F"/>
                </a:solidFill>
                <a:latin typeface="IBM Plex Sans"/>
                <a:ea typeface="Calibri"/>
                <a:cs typeface="Calibri"/>
                <a:sym typeface="Calibri"/>
                <a:hlinkClick r:id="rId4">
                  <a:extLst>
                    <a:ext uri="{A12FA001-AC4F-418D-AE19-62706E023703}">
                      <ahyp:hlinkClr xmlns:ahyp="http://schemas.microsoft.com/office/drawing/2018/hyperlinkcolor" val="tx"/>
                    </a:ext>
                  </a:extLst>
                </a:hlinkClick>
              </a:rPr>
              <a:t>Los Angeles Times</a:t>
            </a:r>
            <a:r>
              <a:rPr lang="en-US" sz="700" b="0" i="0" u="none" strike="noStrike" cap="none" noProof="0">
                <a:solidFill>
                  <a:srgbClr val="7F7F7F"/>
                </a:solidFill>
                <a:latin typeface="IBM Plex Sans"/>
                <a:ea typeface="Calibri"/>
                <a:cs typeface="Calibri"/>
                <a:sym typeface="Calibri"/>
              </a:rPr>
              <a:t>, (3) </a:t>
            </a:r>
            <a:r>
              <a:rPr lang="en-US" sz="700" b="0" i="0" u="sng" strike="noStrike" cap="none" noProof="0" err="1">
                <a:solidFill>
                  <a:srgbClr val="7F7F7F"/>
                </a:solidFill>
                <a:latin typeface="IBM Plex Sans"/>
                <a:ea typeface="Calibri"/>
                <a:cs typeface="Calibri"/>
                <a:sym typeface="Calibri"/>
                <a:hlinkClick r:id="rId5">
                  <a:extLst>
                    <a:ext uri="{A12FA001-AC4F-418D-AE19-62706E023703}">
                      <ahyp:hlinkClr xmlns:ahyp="http://schemas.microsoft.com/office/drawing/2018/hyperlinkcolor" val="tx"/>
                    </a:ext>
                  </a:extLst>
                </a:hlinkClick>
              </a:rPr>
              <a:t>EuroNews</a:t>
            </a:r>
            <a:r>
              <a:rPr lang="en-US" sz="700" b="0" i="0" u="none" strike="noStrike" cap="none" noProof="0">
                <a:solidFill>
                  <a:srgbClr val="7F7F7F"/>
                </a:solidFill>
                <a:latin typeface="IBM Plex Sans"/>
                <a:ea typeface="Calibri"/>
                <a:cs typeface="Calibri"/>
                <a:sym typeface="Calibri"/>
              </a:rPr>
              <a:t>, (4) </a:t>
            </a:r>
            <a:r>
              <a:rPr lang="en-US" sz="700" b="0" i="0" u="sng" strike="noStrike" cap="none" noProof="0" err="1">
                <a:solidFill>
                  <a:srgbClr val="7F7F7F"/>
                </a:solidFill>
                <a:latin typeface="IBM Plex Sans"/>
                <a:ea typeface="Calibri"/>
                <a:cs typeface="Calibri"/>
                <a:sym typeface="Calibri"/>
                <a:hlinkClick r:id="rId6">
                  <a:extLst>
                    <a:ext uri="{A12FA001-AC4F-418D-AE19-62706E023703}">
                      <ahyp:hlinkClr xmlns:ahyp="http://schemas.microsoft.com/office/drawing/2018/hyperlinkcolor" val="tx"/>
                    </a:ext>
                  </a:extLst>
                </a:hlinkClick>
              </a:rPr>
              <a:t>DemandSage</a:t>
            </a:r>
            <a:r>
              <a:rPr lang="en-US" sz="700" b="0" i="0" u="none" strike="noStrike" cap="none" noProof="0">
                <a:solidFill>
                  <a:srgbClr val="7F7F7F"/>
                </a:solidFill>
                <a:latin typeface="IBM Plex Sans"/>
                <a:ea typeface="Calibri"/>
                <a:cs typeface="Calibri"/>
                <a:sym typeface="Calibri"/>
              </a:rPr>
              <a:t>, (5) </a:t>
            </a:r>
            <a:r>
              <a:rPr lang="en-US" sz="700" b="0" i="0" u="sng" strike="noStrike" cap="none" noProof="0">
                <a:solidFill>
                  <a:srgbClr val="7F7F7F"/>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Reuters</a:t>
            </a:r>
            <a:r>
              <a:rPr lang="en-US" sz="700" b="0" i="0" u="none" strike="noStrike" cap="none" noProof="0">
                <a:solidFill>
                  <a:srgbClr val="7F7F7F"/>
                </a:solidFill>
                <a:latin typeface="IBM Plex Sans"/>
                <a:ea typeface="Calibri"/>
                <a:cs typeface="Calibri"/>
                <a:sym typeface="Calibri"/>
              </a:rPr>
              <a:t>, (6) </a:t>
            </a:r>
            <a:r>
              <a:rPr lang="en-US" sz="700" b="0" i="0" u="sng" strike="noStrike" cap="none" noProof="0" err="1">
                <a:solidFill>
                  <a:srgbClr val="7F7F7F"/>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NscreenMedia</a:t>
            </a:r>
            <a:endParaRPr lang="en-US" sz="700" b="0" i="0" u="none" strike="noStrike" cap="none" noProof="0">
              <a:solidFill>
                <a:srgbClr val="7F7F7F"/>
              </a:solidFill>
              <a:latin typeface="IBM Plex Sans"/>
              <a:ea typeface="Calibri"/>
              <a:cs typeface="Calibri"/>
            </a:endParaRPr>
          </a:p>
        </p:txBody>
      </p:sp>
      <p:sp>
        <p:nvSpPr>
          <p:cNvPr id="2438" name="Google Shape;2438;g3b23322d595_2_1469"/>
          <p:cNvSpPr txBox="1"/>
          <p:nvPr/>
        </p:nvSpPr>
        <p:spPr>
          <a:xfrm>
            <a:off x="3323550" y="1677505"/>
            <a:ext cx="4145330" cy="646331"/>
          </a:xfrm>
          <a:prstGeom prst="rect">
            <a:avLst/>
          </a:prstGeom>
          <a:noFill/>
          <a:ln>
            <a:noFill/>
          </a:ln>
        </p:spPr>
        <p:txBody>
          <a:bodyPr spcFirstLastPara="1" wrap="square" lIns="91425" tIns="0" rIns="91425" bIns="0"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400" b="1" i="0" u="none" strike="noStrike" cap="none" noProof="0">
                <a:solidFill>
                  <a:srgbClr val="000000"/>
                </a:solidFill>
                <a:latin typeface="IBM Plex Sans"/>
                <a:ea typeface="IBM Plex Sans"/>
                <a:cs typeface="IBM Plex Sans"/>
                <a:sym typeface="IBM Plex Sans"/>
              </a:rPr>
              <a:t>“50%</a:t>
            </a:r>
            <a:r>
              <a:rPr lang="en-US" sz="1400" b="0" i="0" u="none" strike="noStrike" cap="none" noProof="0">
                <a:solidFill>
                  <a:srgbClr val="000000"/>
                </a:solidFill>
                <a:latin typeface="IBM Plex Sans"/>
                <a:ea typeface="IBM Plex Sans"/>
                <a:cs typeface="IBM Plex Sans"/>
                <a:sym typeface="IBM Plex Sans"/>
              </a:rPr>
              <a:t> of Netflix </a:t>
            </a:r>
            <a:r>
              <a:rPr lang="en-US" sz="1400" b="1" i="0" u="none" strike="noStrike" cap="none" noProof="0">
                <a:solidFill>
                  <a:srgbClr val="000000"/>
                </a:solidFill>
                <a:latin typeface="IBM Plex Sans"/>
                <a:ea typeface="IBM Plex Sans"/>
                <a:cs typeface="IBM Plex Sans"/>
                <a:sym typeface="IBM Plex Sans"/>
              </a:rPr>
              <a:t>subscribers</a:t>
            </a:r>
            <a:r>
              <a:rPr lang="en-US" sz="1400" b="0" i="0" u="none" strike="noStrike" cap="none" noProof="0">
                <a:solidFill>
                  <a:srgbClr val="000000"/>
                </a:solidFill>
                <a:latin typeface="IBM Plex Sans"/>
                <a:ea typeface="IBM Plex Sans"/>
                <a:cs typeface="IBM Plex Sans"/>
                <a:sym typeface="IBM Plex Sans"/>
              </a:rPr>
              <a:t> who </a:t>
            </a:r>
            <a:r>
              <a:rPr lang="en-US" sz="1400" b="1" i="0" u="none" strike="noStrike" cap="none" noProof="0">
                <a:solidFill>
                  <a:srgbClr val="000000"/>
                </a:solidFill>
                <a:latin typeface="IBM Plex Sans"/>
                <a:ea typeface="IBM Plex Sans"/>
                <a:cs typeface="IBM Plex Sans"/>
                <a:sym typeface="IBM Plex Sans"/>
              </a:rPr>
              <a:t>canceled</a:t>
            </a:r>
            <a:r>
              <a:rPr lang="en-US" sz="1400" b="0" i="0" u="none" strike="noStrike" cap="none" noProof="0">
                <a:solidFill>
                  <a:srgbClr val="000000"/>
                </a:solidFill>
                <a:latin typeface="IBM Plex Sans"/>
                <a:ea typeface="IBM Plex Sans"/>
                <a:cs typeface="IBM Plex Sans"/>
                <a:sym typeface="IBM Plex Sans"/>
              </a:rPr>
              <a:t> in 2023 </a:t>
            </a:r>
            <a:r>
              <a:rPr lang="en-US" sz="1400" b="1" i="0" u="none" strike="noStrike" cap="none" noProof="0">
                <a:solidFill>
                  <a:srgbClr val="000000"/>
                </a:solidFill>
                <a:latin typeface="IBM Plex Sans"/>
                <a:ea typeface="IBM Plex Sans"/>
                <a:cs typeface="IBM Plex Sans"/>
                <a:sym typeface="IBM Plex Sans"/>
              </a:rPr>
              <a:t>rejoined</a:t>
            </a:r>
            <a:r>
              <a:rPr lang="en-US" sz="1400" b="0" i="0" u="none" strike="noStrike" cap="none" noProof="0">
                <a:solidFill>
                  <a:srgbClr val="000000"/>
                </a:solidFill>
                <a:latin typeface="IBM Plex Sans"/>
                <a:ea typeface="IBM Plex Sans"/>
                <a:cs typeface="IBM Plex Sans"/>
                <a:sym typeface="IBM Plex Sans"/>
              </a:rPr>
              <a:t> </a:t>
            </a:r>
            <a:r>
              <a:rPr lang="en-US" sz="1400" b="1" i="0" u="none" strike="noStrike" cap="none" noProof="0">
                <a:solidFill>
                  <a:srgbClr val="000000"/>
                </a:solidFill>
                <a:latin typeface="IBM Plex Sans"/>
                <a:ea typeface="IBM Plex Sans"/>
                <a:cs typeface="IBM Plex Sans"/>
                <a:sym typeface="IBM Plex Sans"/>
              </a:rPr>
              <a:t>within six months</a:t>
            </a:r>
            <a:r>
              <a:rPr lang="en-US" sz="1400" b="0" i="0" u="none" strike="noStrike" cap="none" noProof="0">
                <a:solidFill>
                  <a:srgbClr val="000000"/>
                </a:solidFill>
                <a:latin typeface="IBM Plex Sans"/>
                <a:ea typeface="IBM Plex Sans"/>
                <a:cs typeface="IBM Plex Sans"/>
                <a:sym typeface="IBM Plex Sans"/>
              </a:rPr>
              <a:t>, and </a:t>
            </a:r>
            <a:r>
              <a:rPr lang="en-US" sz="1400" b="1" i="0" u="none" strike="noStrike" cap="none" noProof="0">
                <a:solidFill>
                  <a:srgbClr val="000000"/>
                </a:solidFill>
                <a:latin typeface="IBM Plex Sans"/>
                <a:ea typeface="IBM Plex Sans"/>
                <a:cs typeface="IBM Plex Sans"/>
                <a:sym typeface="IBM Plex Sans"/>
              </a:rPr>
              <a:t>61%</a:t>
            </a:r>
            <a:r>
              <a:rPr lang="en-US" sz="1400" b="0" i="0" u="none" strike="noStrike" cap="none" noProof="0">
                <a:solidFill>
                  <a:srgbClr val="000000"/>
                </a:solidFill>
                <a:latin typeface="IBM Plex Sans"/>
                <a:ea typeface="IBM Plex Sans"/>
                <a:cs typeface="IBM Plex Sans"/>
                <a:sym typeface="IBM Plex Sans"/>
              </a:rPr>
              <a:t> did so </a:t>
            </a:r>
            <a:r>
              <a:rPr lang="en-US" sz="1400" b="1" i="0" u="none" strike="noStrike" cap="none" noProof="0">
                <a:solidFill>
                  <a:srgbClr val="000000"/>
                </a:solidFill>
                <a:latin typeface="IBM Plex Sans"/>
                <a:ea typeface="IBM Plex Sans"/>
                <a:cs typeface="IBM Plex Sans"/>
                <a:sym typeface="IBM Plex Sans"/>
              </a:rPr>
              <a:t>within</a:t>
            </a:r>
            <a:r>
              <a:rPr lang="en-US" sz="1400" b="0" i="0" u="none" strike="noStrike" cap="none" noProof="0">
                <a:solidFill>
                  <a:srgbClr val="000000"/>
                </a:solidFill>
                <a:latin typeface="IBM Plex Sans"/>
                <a:ea typeface="IBM Plex Sans"/>
                <a:cs typeface="IBM Plex Sans"/>
                <a:sym typeface="IBM Plex Sans"/>
              </a:rPr>
              <a:t> a </a:t>
            </a:r>
            <a:r>
              <a:rPr lang="en-US" sz="1400" b="1" i="0" u="none" strike="noStrike" cap="none" noProof="0">
                <a:solidFill>
                  <a:srgbClr val="000000"/>
                </a:solidFill>
                <a:latin typeface="IBM Plex Sans"/>
                <a:ea typeface="IBM Plex Sans"/>
                <a:cs typeface="IBM Plex Sans"/>
                <a:sym typeface="IBM Plex Sans"/>
              </a:rPr>
              <a:t>year”</a:t>
            </a:r>
            <a:r>
              <a:rPr lang="en-US" sz="1400" b="1" i="0" u="none" strike="noStrike" cap="none" baseline="30000" noProof="0">
                <a:solidFill>
                  <a:srgbClr val="000000"/>
                </a:solidFill>
                <a:latin typeface="IBM Plex Sans"/>
                <a:ea typeface="IBM Plex Sans"/>
                <a:cs typeface="IBM Plex Sans"/>
                <a:sym typeface="IBM Plex Sans"/>
              </a:rPr>
              <a:t>1</a:t>
            </a:r>
            <a:endParaRPr lang="en-US" sz="1400" b="0" i="0" u="none" strike="noStrike" cap="none" baseline="30000" noProof="0">
              <a:solidFill>
                <a:srgbClr val="000000"/>
              </a:solidFill>
              <a:latin typeface="IBM Plex Sans"/>
              <a:ea typeface="IBM Plex Sans"/>
              <a:cs typeface="IBM Plex Sans"/>
              <a:sym typeface="IBM Plex Sans"/>
            </a:endParaRPr>
          </a:p>
        </p:txBody>
      </p:sp>
      <p:cxnSp>
        <p:nvCxnSpPr>
          <p:cNvPr id="2439" name="Google Shape;2439;g3b23322d595_2_1469"/>
          <p:cNvCxnSpPr/>
          <p:nvPr/>
        </p:nvCxnSpPr>
        <p:spPr>
          <a:xfrm>
            <a:off x="497952" y="2514023"/>
            <a:ext cx="7040880" cy="0"/>
          </a:xfrm>
          <a:prstGeom prst="straightConnector1">
            <a:avLst/>
          </a:prstGeom>
          <a:noFill/>
          <a:ln w="9525" cap="flat" cmpd="sng">
            <a:solidFill>
              <a:srgbClr val="BFBFBF"/>
            </a:solidFill>
            <a:prstDash val="solid"/>
            <a:round/>
            <a:headEnd type="none" w="sm" len="sm"/>
            <a:tailEnd type="none" w="sm" len="sm"/>
          </a:ln>
        </p:spPr>
      </p:cxnSp>
      <p:sp>
        <p:nvSpPr>
          <p:cNvPr id="2440" name="Google Shape;2440;g3b23322d595_2_1469"/>
          <p:cNvSpPr txBox="1"/>
          <p:nvPr/>
        </p:nvSpPr>
        <p:spPr>
          <a:xfrm>
            <a:off x="3323550" y="2704210"/>
            <a:ext cx="4189657" cy="52318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400" b="0" i="0" u="none" strike="noStrike" cap="none" noProof="0">
                <a:solidFill>
                  <a:srgbClr val="000000"/>
                </a:solidFill>
                <a:latin typeface="IBM Plex Sans"/>
                <a:ea typeface="IBM Plex Sans"/>
                <a:cs typeface="IBM Plex Sans"/>
                <a:sym typeface="IBM Plex Sans"/>
              </a:rPr>
              <a:t>“Despite </a:t>
            </a:r>
            <a:r>
              <a:rPr lang="en-US" sz="1400" b="1" i="0" u="none" strike="noStrike" cap="none" noProof="0">
                <a:solidFill>
                  <a:srgbClr val="000000"/>
                </a:solidFill>
                <a:latin typeface="IBM Plex Sans"/>
                <a:ea typeface="IBM Plex Sans"/>
                <a:cs typeface="IBM Plex Sans"/>
                <a:sym typeface="IBM Plex Sans"/>
              </a:rPr>
              <a:t>price increases</a:t>
            </a:r>
            <a:r>
              <a:rPr lang="en-US" sz="1400" b="0" i="0" u="none" strike="noStrike" cap="none" noProof="0">
                <a:solidFill>
                  <a:srgbClr val="000000"/>
                </a:solidFill>
                <a:latin typeface="IBM Plex Sans"/>
                <a:ea typeface="IBM Plex Sans"/>
                <a:cs typeface="IBM Plex Sans"/>
                <a:sym typeface="IBM Plex Sans"/>
              </a:rPr>
              <a:t>, Q4-2024 saw </a:t>
            </a:r>
            <a:r>
              <a:rPr lang="en-US" noProof="0">
                <a:latin typeface="IBM Plex Sans"/>
                <a:ea typeface="IBM Plex Sans"/>
                <a:cs typeface="IBM Plex Sans"/>
                <a:sym typeface="IBM Plex Sans"/>
              </a:rPr>
              <a:t>a</a:t>
            </a:r>
            <a:r>
              <a:rPr lang="en-US" sz="1400" b="0" i="0" u="none" strike="noStrike" cap="none" noProof="0">
                <a:solidFill>
                  <a:srgbClr val="000000"/>
                </a:solidFill>
                <a:latin typeface="IBM Plex Sans"/>
                <a:ea typeface="IBM Plex Sans"/>
                <a:cs typeface="IBM Plex Sans"/>
                <a:sym typeface="IBM Plex Sans"/>
              </a:rPr>
              <a:t> record </a:t>
            </a:r>
            <a:r>
              <a:rPr lang="en-US" sz="1400" b="1" i="0" u="none" strike="noStrike" cap="none" noProof="0">
                <a:solidFill>
                  <a:srgbClr val="000000"/>
                </a:solidFill>
                <a:latin typeface="IBM Plex Sans"/>
                <a:ea typeface="IBM Plex Sans"/>
                <a:cs typeface="IBM Plex Sans"/>
                <a:sym typeface="IBM Plex Sans"/>
              </a:rPr>
              <a:t>19</a:t>
            </a:r>
            <a:r>
              <a:rPr lang="en-US" b="1" noProof="0">
                <a:latin typeface="IBM Plex Sans"/>
                <a:ea typeface="IBM Plex Sans"/>
                <a:cs typeface="IBM Plex Sans"/>
                <a:sym typeface="IBM Plex Sans"/>
              </a:rPr>
              <a:t>+</a:t>
            </a:r>
            <a:r>
              <a:rPr lang="en-US" sz="1400" b="1" i="0" u="none" strike="noStrike" cap="none" noProof="0">
                <a:solidFill>
                  <a:srgbClr val="000000"/>
                </a:solidFill>
                <a:latin typeface="IBM Plex Sans"/>
                <a:ea typeface="IBM Plex Sans"/>
                <a:cs typeface="IBM Plex Sans"/>
                <a:sym typeface="IBM Plex Sans"/>
              </a:rPr>
              <a:t> million net new paid subscribers</a:t>
            </a:r>
            <a:r>
              <a:rPr lang="en-US" sz="1400" b="1" i="0" u="none" strike="noStrike" cap="none" baseline="30000" noProof="0">
                <a:solidFill>
                  <a:srgbClr val="000000"/>
                </a:solidFill>
                <a:latin typeface="IBM Plex Sans"/>
                <a:ea typeface="IBM Plex Sans"/>
                <a:cs typeface="IBM Plex Sans"/>
                <a:sym typeface="IBM Plex Sans"/>
              </a:rPr>
              <a:t>2”</a:t>
            </a:r>
            <a:endParaRPr lang="en-US" sz="1400" b="0" i="0" u="none" strike="noStrike" cap="none" baseline="30000" noProof="0">
              <a:solidFill>
                <a:srgbClr val="000000"/>
              </a:solidFill>
              <a:latin typeface="IBM Plex Sans"/>
              <a:ea typeface="IBM Plex Sans"/>
              <a:cs typeface="IBM Plex Sans"/>
              <a:sym typeface="IBM Plex Sans"/>
            </a:endParaRPr>
          </a:p>
        </p:txBody>
      </p:sp>
      <p:cxnSp>
        <p:nvCxnSpPr>
          <p:cNvPr id="2441" name="Google Shape;2441;g3b23322d595_2_1469"/>
          <p:cNvCxnSpPr/>
          <p:nvPr/>
        </p:nvCxnSpPr>
        <p:spPr>
          <a:xfrm>
            <a:off x="489439" y="3417577"/>
            <a:ext cx="7040880" cy="0"/>
          </a:xfrm>
          <a:prstGeom prst="straightConnector1">
            <a:avLst/>
          </a:prstGeom>
          <a:noFill/>
          <a:ln w="9525" cap="flat" cmpd="sng">
            <a:solidFill>
              <a:srgbClr val="BFBFBF"/>
            </a:solidFill>
            <a:prstDash val="solid"/>
            <a:round/>
            <a:headEnd type="none" w="sm" len="sm"/>
            <a:tailEnd type="none" w="sm" len="sm"/>
          </a:ln>
        </p:spPr>
      </p:cxnSp>
      <p:grpSp>
        <p:nvGrpSpPr>
          <p:cNvPr id="2442" name="Google Shape;2442;g3b23322d595_2_1469"/>
          <p:cNvGrpSpPr/>
          <p:nvPr/>
        </p:nvGrpSpPr>
        <p:grpSpPr>
          <a:xfrm>
            <a:off x="516584" y="1778029"/>
            <a:ext cx="2360806" cy="383698"/>
            <a:chOff x="487088" y="1808221"/>
            <a:chExt cx="2360806" cy="421130"/>
          </a:xfrm>
        </p:grpSpPr>
        <p:pic>
          <p:nvPicPr>
            <p:cNvPr id="2443" name="Google Shape;2443;g3b23322d595_2_1469" descr="Desenho com traços pretos em fundo branco  O conteúdo gerado por IA pode estar incorreto."/>
            <p:cNvPicPr preferRelativeResize="0"/>
            <p:nvPr/>
          </p:nvPicPr>
          <p:blipFill rotWithShape="1">
            <a:blip r:embed="rId9">
              <a:alphaModFix/>
            </a:blip>
            <a:srcRect/>
            <a:stretch/>
          </p:blipFill>
          <p:spPr>
            <a:xfrm>
              <a:off x="487088" y="1808221"/>
              <a:ext cx="2071177" cy="274198"/>
            </a:xfrm>
            <a:prstGeom prst="rect">
              <a:avLst/>
            </a:prstGeom>
            <a:noFill/>
            <a:ln>
              <a:noFill/>
            </a:ln>
          </p:spPr>
        </p:pic>
        <p:pic>
          <p:nvPicPr>
            <p:cNvPr id="2444" name="Google Shape;2444;g3b23322d595_2_1469"/>
            <p:cNvPicPr preferRelativeResize="0"/>
            <p:nvPr/>
          </p:nvPicPr>
          <p:blipFill rotWithShape="1">
            <a:blip r:embed="rId10">
              <a:alphaModFix/>
            </a:blip>
            <a:srcRect/>
            <a:stretch/>
          </p:blipFill>
          <p:spPr>
            <a:xfrm>
              <a:off x="596508" y="2112825"/>
              <a:ext cx="2251386" cy="116526"/>
            </a:xfrm>
            <a:prstGeom prst="rect">
              <a:avLst/>
            </a:prstGeom>
            <a:noFill/>
            <a:ln>
              <a:noFill/>
            </a:ln>
          </p:spPr>
        </p:pic>
      </p:grpSp>
      <p:grpSp>
        <p:nvGrpSpPr>
          <p:cNvPr id="2445" name="Google Shape;2445;g3b23322d595_2_1469"/>
          <p:cNvGrpSpPr/>
          <p:nvPr/>
        </p:nvGrpSpPr>
        <p:grpSpPr>
          <a:xfrm>
            <a:off x="565639" y="2754917"/>
            <a:ext cx="2762278" cy="395988"/>
            <a:chOff x="536143" y="3277200"/>
            <a:chExt cx="2762278" cy="434619"/>
          </a:xfrm>
        </p:grpSpPr>
        <p:pic>
          <p:nvPicPr>
            <p:cNvPr id="2446" name="Google Shape;2446;g3b23322d595_2_1469"/>
            <p:cNvPicPr preferRelativeResize="0"/>
            <p:nvPr/>
          </p:nvPicPr>
          <p:blipFill rotWithShape="1">
            <a:blip r:embed="rId11">
              <a:alphaModFix/>
            </a:blip>
            <a:srcRect/>
            <a:stretch/>
          </p:blipFill>
          <p:spPr>
            <a:xfrm>
              <a:off x="574243" y="3587245"/>
              <a:ext cx="2724178" cy="124574"/>
            </a:xfrm>
            <a:prstGeom prst="rect">
              <a:avLst/>
            </a:prstGeom>
            <a:noFill/>
            <a:ln>
              <a:noFill/>
            </a:ln>
          </p:spPr>
        </p:pic>
        <p:pic>
          <p:nvPicPr>
            <p:cNvPr id="2447" name="Google Shape;2447;g3b23322d595_2_1469" descr="Logotipo, nome da empresa  O conteúdo gerado por IA pode estar incorreto."/>
            <p:cNvPicPr preferRelativeResize="0"/>
            <p:nvPr/>
          </p:nvPicPr>
          <p:blipFill rotWithShape="1">
            <a:blip r:embed="rId12">
              <a:alphaModFix/>
            </a:blip>
            <a:srcRect/>
            <a:stretch/>
          </p:blipFill>
          <p:spPr>
            <a:xfrm>
              <a:off x="536143" y="3277200"/>
              <a:ext cx="1745077" cy="269302"/>
            </a:xfrm>
            <a:prstGeom prst="rect">
              <a:avLst/>
            </a:prstGeom>
            <a:noFill/>
            <a:ln>
              <a:noFill/>
            </a:ln>
          </p:spPr>
        </p:pic>
      </p:grpSp>
      <p:grpSp>
        <p:nvGrpSpPr>
          <p:cNvPr id="2448" name="Google Shape;2448;g3b23322d595_2_1469"/>
          <p:cNvGrpSpPr/>
          <p:nvPr/>
        </p:nvGrpSpPr>
        <p:grpSpPr>
          <a:xfrm>
            <a:off x="593494" y="3594879"/>
            <a:ext cx="2509036" cy="783920"/>
            <a:chOff x="563998" y="4286484"/>
            <a:chExt cx="2509036" cy="860397"/>
          </a:xfrm>
        </p:grpSpPr>
        <p:pic>
          <p:nvPicPr>
            <p:cNvPr id="2449" name="Google Shape;2449;g3b23322d595_2_1469"/>
            <p:cNvPicPr preferRelativeResize="0"/>
            <p:nvPr/>
          </p:nvPicPr>
          <p:blipFill rotWithShape="1">
            <a:blip r:embed="rId13">
              <a:alphaModFix/>
            </a:blip>
            <a:srcRect/>
            <a:stretch/>
          </p:blipFill>
          <p:spPr>
            <a:xfrm>
              <a:off x="563998" y="4286484"/>
              <a:ext cx="623455" cy="623455"/>
            </a:xfrm>
            <a:prstGeom prst="rect">
              <a:avLst/>
            </a:prstGeom>
            <a:noFill/>
            <a:ln>
              <a:noFill/>
            </a:ln>
          </p:spPr>
        </p:pic>
        <p:pic>
          <p:nvPicPr>
            <p:cNvPr id="2450" name="Google Shape;2450;g3b23322d595_2_1469" descr="Texto  O conteúdo gerado por IA pode estar incorreto."/>
            <p:cNvPicPr preferRelativeResize="0"/>
            <p:nvPr/>
          </p:nvPicPr>
          <p:blipFill rotWithShape="1">
            <a:blip r:embed="rId14">
              <a:alphaModFix/>
            </a:blip>
            <a:srcRect/>
            <a:stretch/>
          </p:blipFill>
          <p:spPr>
            <a:xfrm>
              <a:off x="596508" y="4832769"/>
              <a:ext cx="2476526" cy="314112"/>
            </a:xfrm>
            <a:prstGeom prst="rect">
              <a:avLst/>
            </a:prstGeom>
            <a:noFill/>
            <a:ln>
              <a:noFill/>
            </a:ln>
          </p:spPr>
        </p:pic>
      </p:grpSp>
      <p:sp>
        <p:nvSpPr>
          <p:cNvPr id="2451" name="Google Shape;2451;g3b23322d595_2_1469"/>
          <p:cNvSpPr txBox="1"/>
          <p:nvPr/>
        </p:nvSpPr>
        <p:spPr>
          <a:xfrm>
            <a:off x="3323550" y="3607764"/>
            <a:ext cx="4286313" cy="73862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400" b="0" i="0" u="none" strike="noStrike" cap="none" noProof="0">
                <a:solidFill>
                  <a:srgbClr val="000000"/>
                </a:solidFill>
                <a:latin typeface="IBM Plex Sans"/>
                <a:ea typeface="IBM Plex Sans"/>
                <a:cs typeface="IBM Plex Sans"/>
                <a:sym typeface="IBM Plex Sans"/>
              </a:rPr>
              <a:t>“The </a:t>
            </a:r>
            <a:r>
              <a:rPr lang="en-US" sz="1400" b="1" i="0" u="none" strike="noStrike" cap="none" noProof="0">
                <a:solidFill>
                  <a:srgbClr val="000000"/>
                </a:solidFill>
                <a:latin typeface="IBM Plex Sans"/>
                <a:ea typeface="IBM Plex Sans"/>
                <a:cs typeface="IBM Plex Sans"/>
                <a:sym typeface="IBM Plex Sans"/>
              </a:rPr>
              <a:t>price</a:t>
            </a:r>
            <a:r>
              <a:rPr lang="en-US" sz="1400" b="0" i="0" u="none" strike="noStrike" cap="none" noProof="0">
                <a:solidFill>
                  <a:srgbClr val="000000"/>
                </a:solidFill>
                <a:latin typeface="IBM Plex Sans"/>
                <a:ea typeface="IBM Plex Sans"/>
                <a:cs typeface="IBM Plex Sans"/>
                <a:sym typeface="IBM Plex Sans"/>
              </a:rPr>
              <a:t> </a:t>
            </a:r>
            <a:r>
              <a:rPr lang="en-US" sz="1400" b="1" i="0" u="none" strike="noStrike" cap="none" noProof="0">
                <a:solidFill>
                  <a:srgbClr val="000000"/>
                </a:solidFill>
                <a:latin typeface="IBM Plex Sans"/>
                <a:ea typeface="IBM Plex Sans"/>
                <a:cs typeface="IBM Plex Sans"/>
                <a:sym typeface="IBM Plex Sans"/>
              </a:rPr>
              <a:t>increases</a:t>
            </a:r>
            <a:r>
              <a:rPr lang="en-US" sz="1400" b="0" i="0" u="none" strike="noStrike" cap="none" noProof="0">
                <a:solidFill>
                  <a:srgbClr val="000000"/>
                </a:solidFill>
                <a:latin typeface="IBM Plex Sans"/>
                <a:ea typeface="IBM Plex Sans"/>
                <a:cs typeface="IBM Plex Sans"/>
                <a:sym typeface="IBM Plex Sans"/>
              </a:rPr>
              <a:t> </a:t>
            </a:r>
            <a:r>
              <a:rPr lang="en-US" sz="1400" b="1" i="0" u="none" strike="noStrike" cap="none" noProof="0">
                <a:solidFill>
                  <a:srgbClr val="000000"/>
                </a:solidFill>
                <a:latin typeface="IBM Plex Sans"/>
                <a:ea typeface="IBM Plex Sans"/>
                <a:cs typeface="IBM Plex Sans"/>
                <a:sym typeface="IBM Plex Sans"/>
              </a:rPr>
              <a:t>contributed</a:t>
            </a:r>
            <a:r>
              <a:rPr lang="en-US" sz="1400" b="0" i="0" u="none" strike="noStrike" cap="none" noProof="0">
                <a:solidFill>
                  <a:srgbClr val="000000"/>
                </a:solidFill>
                <a:latin typeface="IBM Plex Sans"/>
                <a:ea typeface="IBM Plex Sans"/>
                <a:cs typeface="IBM Plex Sans"/>
                <a:sym typeface="IBM Plex Sans"/>
              </a:rPr>
              <a:t> to </a:t>
            </a:r>
            <a:r>
              <a:rPr lang="en-US" sz="1400" b="1" i="0" u="none" strike="noStrike" cap="none" noProof="0">
                <a:solidFill>
                  <a:srgbClr val="000000"/>
                </a:solidFill>
                <a:latin typeface="IBM Plex Sans"/>
                <a:ea typeface="IBM Plex Sans"/>
                <a:cs typeface="IBM Plex Sans"/>
                <a:sym typeface="IBM Plex Sans"/>
              </a:rPr>
              <a:t>higher profitability</a:t>
            </a:r>
            <a:r>
              <a:rPr lang="en-US" sz="1400" b="0" i="0" u="none" strike="noStrike" cap="none" noProof="0">
                <a:solidFill>
                  <a:srgbClr val="000000"/>
                </a:solidFill>
                <a:latin typeface="IBM Plex Sans"/>
                <a:ea typeface="IBM Plex Sans"/>
                <a:cs typeface="IBM Plex Sans"/>
                <a:sym typeface="IBM Plex Sans"/>
              </a:rPr>
              <a:t>, with the operating margin climbing to </a:t>
            </a:r>
            <a:r>
              <a:rPr lang="en-US" sz="1400" b="1" i="0" u="none" strike="noStrike" cap="none" noProof="0">
                <a:solidFill>
                  <a:srgbClr val="000000"/>
                </a:solidFill>
                <a:latin typeface="IBM Plex Sans"/>
                <a:ea typeface="IBM Plex Sans"/>
                <a:cs typeface="IBM Plex Sans"/>
                <a:sym typeface="IBM Plex Sans"/>
              </a:rPr>
              <a:t>31.7%</a:t>
            </a:r>
            <a:r>
              <a:rPr lang="en-US" sz="1400" b="0" i="0" u="none" strike="noStrike" cap="none" noProof="0">
                <a:solidFill>
                  <a:srgbClr val="000000"/>
                </a:solidFill>
                <a:latin typeface="IBM Plex Sans"/>
                <a:ea typeface="IBM Plex Sans"/>
                <a:cs typeface="IBM Plex Sans"/>
                <a:sym typeface="IBM Plex Sans"/>
              </a:rPr>
              <a:t>—nearly </a:t>
            </a:r>
            <a:r>
              <a:rPr lang="en-US" sz="1400" b="1" i="0" u="none" strike="noStrike" cap="none" noProof="0">
                <a:solidFill>
                  <a:srgbClr val="000000"/>
                </a:solidFill>
                <a:latin typeface="IBM Plex Sans"/>
                <a:ea typeface="IBM Plex Sans"/>
                <a:cs typeface="IBM Plex Sans"/>
                <a:sym typeface="IBM Plex Sans"/>
              </a:rPr>
              <a:t>four percentage points higher”</a:t>
            </a:r>
            <a:r>
              <a:rPr lang="en-US" sz="1400" b="1" i="0" u="none" strike="noStrike" cap="none" baseline="30000" noProof="0">
                <a:solidFill>
                  <a:srgbClr val="000000"/>
                </a:solidFill>
                <a:latin typeface="IBM Plex Sans"/>
                <a:ea typeface="IBM Plex Sans"/>
                <a:cs typeface="IBM Plex Sans"/>
                <a:sym typeface="IBM Plex Sans"/>
              </a:rPr>
              <a:t>3</a:t>
            </a:r>
            <a:endParaRPr lang="en-US" sz="1400" b="0" i="0" u="none" strike="noStrike" cap="none" noProof="0">
              <a:solidFill>
                <a:srgbClr val="000000"/>
              </a:solidFill>
              <a:latin typeface="IBM Plex Sans"/>
              <a:ea typeface="IBM Plex Sans"/>
              <a:cs typeface="IBM Plex Sans"/>
              <a:sym typeface="IBM Plex Sans"/>
            </a:endParaRPr>
          </a:p>
        </p:txBody>
      </p:sp>
      <p:pic>
        <p:nvPicPr>
          <p:cNvPr id="2452" name="Google Shape;2452;g3b23322d595_2_1469"/>
          <p:cNvPicPr preferRelativeResize="0"/>
          <p:nvPr/>
        </p:nvPicPr>
        <p:blipFill rotWithShape="1">
          <a:blip r:embed="rId15">
            <a:alphaModFix/>
          </a:blip>
          <a:srcRect/>
          <a:stretch/>
        </p:blipFill>
        <p:spPr>
          <a:xfrm>
            <a:off x="8003694" y="1630849"/>
            <a:ext cx="3596988" cy="2078563"/>
          </a:xfrm>
          <a:prstGeom prst="rect">
            <a:avLst/>
          </a:prstGeom>
          <a:noFill/>
          <a:ln>
            <a:noFill/>
          </a:ln>
        </p:spPr>
      </p:pic>
      <p:pic>
        <p:nvPicPr>
          <p:cNvPr id="2453" name="Google Shape;2453;g3b23322d595_2_1469"/>
          <p:cNvPicPr preferRelativeResize="0"/>
          <p:nvPr/>
        </p:nvPicPr>
        <p:blipFill rotWithShape="1">
          <a:blip r:embed="rId16">
            <a:alphaModFix/>
          </a:blip>
          <a:srcRect/>
          <a:stretch/>
        </p:blipFill>
        <p:spPr>
          <a:xfrm>
            <a:off x="7980866" y="4125806"/>
            <a:ext cx="3596988" cy="1219155"/>
          </a:xfrm>
          <a:prstGeom prst="rect">
            <a:avLst/>
          </a:prstGeom>
          <a:noFill/>
          <a:ln>
            <a:noFill/>
          </a:ln>
        </p:spPr>
      </p:pic>
      <p:sp>
        <p:nvSpPr>
          <p:cNvPr id="2454" name="Google Shape;2454;g3b23322d595_2_1469"/>
          <p:cNvSpPr txBox="1"/>
          <p:nvPr/>
        </p:nvSpPr>
        <p:spPr>
          <a:xfrm>
            <a:off x="3323550" y="4726759"/>
            <a:ext cx="4286313" cy="73862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US" sz="1400" b="0" i="0" u="none" strike="noStrike" cap="none" noProof="0">
                <a:solidFill>
                  <a:srgbClr val="000000"/>
                </a:solidFill>
                <a:latin typeface="IBM Plex Sans"/>
                <a:ea typeface="IBM Plex Sans"/>
                <a:cs typeface="IBM Plex Sans"/>
                <a:sym typeface="IBM Plex Sans"/>
              </a:rPr>
              <a:t>“The plan [ad-supported] now accounts for more than half of all new Netflix sign-ups in regions where it is available.”</a:t>
            </a:r>
            <a:r>
              <a:rPr lang="en-US" sz="1400" b="0" i="0" u="none" strike="noStrike" cap="none" baseline="30000" noProof="0">
                <a:solidFill>
                  <a:srgbClr val="000000"/>
                </a:solidFill>
                <a:latin typeface="IBM Plex Sans"/>
                <a:ea typeface="IBM Plex Sans"/>
                <a:cs typeface="IBM Plex Sans"/>
                <a:sym typeface="IBM Plex Sans"/>
              </a:rPr>
              <a:t>5</a:t>
            </a:r>
            <a:endParaRPr lang="en-US" sz="1400" b="1" i="0" u="none" strike="noStrike" cap="none" baseline="30000" noProof="0">
              <a:solidFill>
                <a:srgbClr val="000000"/>
              </a:solidFill>
              <a:latin typeface="IBM Plex Sans"/>
              <a:ea typeface="IBM Plex Sans"/>
              <a:cs typeface="IBM Plex Sans"/>
              <a:sym typeface="IBM Plex Sans"/>
            </a:endParaRPr>
          </a:p>
        </p:txBody>
      </p:sp>
      <p:cxnSp>
        <p:nvCxnSpPr>
          <p:cNvPr id="2455" name="Google Shape;2455;g3b23322d595_2_1469"/>
          <p:cNvCxnSpPr/>
          <p:nvPr/>
        </p:nvCxnSpPr>
        <p:spPr>
          <a:xfrm>
            <a:off x="472327" y="4536574"/>
            <a:ext cx="7040880" cy="0"/>
          </a:xfrm>
          <a:prstGeom prst="straightConnector1">
            <a:avLst/>
          </a:prstGeom>
          <a:noFill/>
          <a:ln w="9525" cap="flat" cmpd="sng">
            <a:solidFill>
              <a:srgbClr val="BFBFBF"/>
            </a:solidFill>
            <a:prstDash val="solid"/>
            <a:round/>
            <a:headEnd type="none" w="sm" len="sm"/>
            <a:tailEnd type="none" w="sm" len="sm"/>
          </a:ln>
        </p:spPr>
      </p:cxnSp>
      <p:grpSp>
        <p:nvGrpSpPr>
          <p:cNvPr id="2457" name="Google Shape;2457;g3b23322d595_2_1469"/>
          <p:cNvGrpSpPr/>
          <p:nvPr/>
        </p:nvGrpSpPr>
        <p:grpSpPr>
          <a:xfrm>
            <a:off x="496376" y="4723198"/>
            <a:ext cx="2202650" cy="477639"/>
            <a:chOff x="487088" y="3769775"/>
            <a:chExt cx="2202650" cy="524236"/>
          </a:xfrm>
        </p:grpSpPr>
        <p:pic>
          <p:nvPicPr>
            <p:cNvPr id="2458" name="Google Shape;2458;g3b23322d595_2_1469"/>
            <p:cNvPicPr preferRelativeResize="0"/>
            <p:nvPr/>
          </p:nvPicPr>
          <p:blipFill rotWithShape="1">
            <a:blip r:embed="rId17">
              <a:alphaModFix/>
            </a:blip>
            <a:srcRect/>
            <a:stretch/>
          </p:blipFill>
          <p:spPr>
            <a:xfrm>
              <a:off x="487088" y="3769775"/>
              <a:ext cx="960622" cy="329765"/>
            </a:xfrm>
            <a:prstGeom prst="rect">
              <a:avLst/>
            </a:prstGeom>
            <a:noFill/>
            <a:ln>
              <a:noFill/>
            </a:ln>
          </p:spPr>
        </p:pic>
        <p:pic>
          <p:nvPicPr>
            <p:cNvPr id="2459" name="Google Shape;2459;g3b23322d595_2_1469" descr="Uma imagem contendo Texto  O conteúdo gerado por IA pode estar incorreto."/>
            <p:cNvPicPr preferRelativeResize="0"/>
            <p:nvPr/>
          </p:nvPicPr>
          <p:blipFill rotWithShape="1">
            <a:blip r:embed="rId18">
              <a:alphaModFix/>
            </a:blip>
            <a:srcRect/>
            <a:stretch/>
          </p:blipFill>
          <p:spPr>
            <a:xfrm>
              <a:off x="643023" y="4018049"/>
              <a:ext cx="2046715" cy="275962"/>
            </a:xfrm>
            <a:prstGeom prst="rect">
              <a:avLst/>
            </a:prstGeom>
            <a:noFill/>
            <a:ln>
              <a:noFill/>
            </a:ln>
          </p:spPr>
        </p:pic>
      </p:grpSp>
      <p:sp>
        <p:nvSpPr>
          <p:cNvPr id="2464" name="Google Shape;2464;g3b23322d595_2_1469"/>
          <p:cNvSpPr txBox="1"/>
          <p:nvPr/>
        </p:nvSpPr>
        <p:spPr>
          <a:xfrm>
            <a:off x="489439" y="1176865"/>
            <a:ext cx="7049393" cy="397910"/>
          </a:xfrm>
          <a:prstGeom prst="rect">
            <a:avLst/>
          </a:prstGeom>
          <a:solidFill>
            <a:srgbClr val="7030A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rgbClr val="FFFFFF"/>
                </a:solidFill>
                <a:latin typeface="IBM Plex Sans"/>
                <a:ea typeface="IBM Plex Sans"/>
                <a:cs typeface="IBM Plex Sans"/>
                <a:sym typeface="IBM Plex Sans"/>
              </a:rPr>
              <a:t>Netflix </a:t>
            </a:r>
            <a:r>
              <a:rPr lang="en-US" b="1" noProof="0">
                <a:solidFill>
                  <a:srgbClr val="FFFFFF"/>
                </a:solidFill>
                <a:latin typeface="IBM Plex Sans"/>
                <a:ea typeface="IBM Plex Sans"/>
                <a:cs typeface="IBM Plex Sans"/>
                <a:sym typeface="IBM Plex Sans"/>
              </a:rPr>
              <a:t>increases</a:t>
            </a:r>
            <a:r>
              <a:rPr lang="en-US" sz="1400" b="1" i="0" u="none" strike="noStrike" cap="none" noProof="0">
                <a:solidFill>
                  <a:srgbClr val="FFFFFF"/>
                </a:solidFill>
                <a:latin typeface="IBM Plex Sans"/>
                <a:ea typeface="IBM Plex Sans"/>
                <a:cs typeface="IBM Plex Sans"/>
                <a:sym typeface="IBM Plex Sans"/>
              </a:rPr>
              <a:t> </a:t>
            </a:r>
            <a:r>
              <a:rPr lang="en-US" b="1" noProof="0">
                <a:solidFill>
                  <a:srgbClr val="FFFFFF"/>
                </a:solidFill>
                <a:latin typeface="IBM Plex Sans"/>
                <a:ea typeface="IBM Plex Sans"/>
                <a:cs typeface="IBM Plex Sans"/>
                <a:sym typeface="IBM Plex Sans"/>
              </a:rPr>
              <a:t>prices</a:t>
            </a:r>
            <a:r>
              <a:rPr lang="en-US" sz="1400" b="1" i="0" u="none" strike="noStrike" cap="none" noProof="0">
                <a:solidFill>
                  <a:srgbClr val="FFFFFF"/>
                </a:solidFill>
                <a:latin typeface="IBM Plex Sans"/>
                <a:ea typeface="IBM Plex Sans"/>
                <a:cs typeface="IBM Plex Sans"/>
                <a:sym typeface="IBM Plex Sans"/>
              </a:rPr>
              <a:t>, </a:t>
            </a:r>
            <a:r>
              <a:rPr lang="en-US" b="1" noProof="0">
                <a:solidFill>
                  <a:srgbClr val="FFFFFF"/>
                </a:solidFill>
                <a:latin typeface="IBM Plex Sans"/>
                <a:ea typeface="IBM Plex Sans"/>
                <a:cs typeface="IBM Plex Sans"/>
                <a:sym typeface="IBM Plex Sans"/>
              </a:rPr>
              <a:t>profits</a:t>
            </a:r>
            <a:r>
              <a:rPr lang="en-US" sz="1400" b="1" i="0" u="none" strike="noStrike" cap="none" noProof="0">
                <a:solidFill>
                  <a:srgbClr val="FFFFFF"/>
                </a:solidFill>
                <a:latin typeface="IBM Plex Sans"/>
                <a:ea typeface="IBM Plex Sans"/>
                <a:cs typeface="IBM Plex Sans"/>
                <a:sym typeface="IBM Plex Sans"/>
              </a:rPr>
              <a:t> and </a:t>
            </a:r>
            <a:r>
              <a:rPr lang="en-US" b="1" noProof="0">
                <a:solidFill>
                  <a:srgbClr val="FFFFFF"/>
                </a:solidFill>
                <a:latin typeface="IBM Plex Sans"/>
                <a:ea typeface="IBM Plex Sans"/>
                <a:cs typeface="IBM Plex Sans"/>
                <a:sym typeface="IBM Plex Sans"/>
              </a:rPr>
              <a:t>subscribers</a:t>
            </a:r>
            <a:endParaRPr lang="en-US" noProof="0"/>
          </a:p>
        </p:txBody>
      </p:sp>
      <p:sp>
        <p:nvSpPr>
          <p:cNvPr id="2465" name="Google Shape;2465;g3b23322d595_2_1469"/>
          <p:cNvSpPr txBox="1"/>
          <p:nvPr/>
        </p:nvSpPr>
        <p:spPr>
          <a:xfrm>
            <a:off x="7754346" y="1176865"/>
            <a:ext cx="4023360" cy="397910"/>
          </a:xfrm>
          <a:prstGeom prst="rect">
            <a:avLst/>
          </a:prstGeom>
          <a:solidFill>
            <a:srgbClr val="7030A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n-US" sz="1400" b="1" i="0" u="none" strike="noStrike" cap="none" noProof="0">
                <a:solidFill>
                  <a:srgbClr val="FFFFFF"/>
                </a:solidFill>
                <a:latin typeface="IBM Plex Sans"/>
                <a:ea typeface="IBM Plex Sans"/>
                <a:cs typeface="IBM Plex Sans"/>
                <a:sym typeface="IBM Plex Sans"/>
              </a:rPr>
              <a:t>Streaming </a:t>
            </a:r>
            <a:r>
              <a:rPr lang="en-US" b="1" noProof="0">
                <a:solidFill>
                  <a:srgbClr val="FFFFFF"/>
                </a:solidFill>
                <a:latin typeface="IBM Plex Sans"/>
                <a:ea typeface="IBM Plex Sans"/>
                <a:cs typeface="IBM Plex Sans"/>
                <a:sym typeface="IBM Plex Sans"/>
              </a:rPr>
              <a:t>services</a:t>
            </a:r>
            <a:r>
              <a:rPr lang="en-US" sz="1400" b="1" i="0" u="none" strike="noStrike" cap="none" noProof="0">
                <a:solidFill>
                  <a:srgbClr val="FFFFFF"/>
                </a:solidFill>
                <a:latin typeface="IBM Plex Sans"/>
                <a:ea typeface="IBM Plex Sans"/>
                <a:cs typeface="IBM Plex Sans"/>
                <a:sym typeface="IBM Plex Sans"/>
              </a:rPr>
              <a:t> </a:t>
            </a:r>
            <a:r>
              <a:rPr lang="en-US" b="1" noProof="0">
                <a:solidFill>
                  <a:srgbClr val="FFFFFF"/>
                </a:solidFill>
                <a:latin typeface="IBM Plex Sans"/>
                <a:ea typeface="IBM Plex Sans"/>
                <a:cs typeface="IBM Plex Sans"/>
                <a:sym typeface="IBM Plex Sans"/>
              </a:rPr>
              <a:t>market</a:t>
            </a:r>
            <a:r>
              <a:rPr lang="en-US" sz="1400" b="1" i="0" u="none" strike="noStrike" cap="none" noProof="0">
                <a:solidFill>
                  <a:srgbClr val="FFFFFF"/>
                </a:solidFill>
                <a:latin typeface="IBM Plex Sans"/>
                <a:ea typeface="IBM Plex Sans"/>
                <a:cs typeface="IBM Plex Sans"/>
                <a:sym typeface="IBM Plex Sans"/>
              </a:rPr>
              <a:t> </a:t>
            </a:r>
            <a:r>
              <a:rPr lang="en-US" b="1" noProof="0">
                <a:solidFill>
                  <a:srgbClr val="FFFFFF"/>
                </a:solidFill>
                <a:latin typeface="IBM Plex Sans"/>
                <a:ea typeface="IBM Plex Sans"/>
                <a:cs typeface="IBM Plex Sans"/>
                <a:sym typeface="IBM Plex Sans"/>
              </a:rPr>
              <a:t>share</a:t>
            </a:r>
            <a:r>
              <a:rPr lang="en-US" b="1" baseline="30000" noProof="0">
                <a:solidFill>
                  <a:srgbClr val="FFFFFF"/>
                </a:solidFill>
                <a:latin typeface="IBM Plex Sans"/>
                <a:ea typeface="IBM Plex Sans"/>
                <a:cs typeface="IBM Plex Sans"/>
                <a:sym typeface="IBM Plex Sans"/>
              </a:rPr>
              <a:t>4</a:t>
            </a:r>
            <a:endParaRPr lang="en-US" noProof="0"/>
          </a:p>
        </p:txBody>
      </p:sp>
      <p:sp>
        <p:nvSpPr>
          <p:cNvPr id="2466" name="Google Shape;2466;g3b23322d595_2_1469"/>
          <p:cNvSpPr txBox="1"/>
          <p:nvPr/>
        </p:nvSpPr>
        <p:spPr>
          <a:xfrm>
            <a:off x="7754346" y="3798655"/>
            <a:ext cx="4023360" cy="397910"/>
          </a:xfrm>
          <a:prstGeom prst="rect">
            <a:avLst/>
          </a:prstGeom>
          <a:solidFill>
            <a:srgbClr val="7030A0"/>
          </a:solidFill>
          <a:ln>
            <a:noFill/>
          </a:ln>
        </p:spPr>
        <p:txBody>
          <a:bodyPr spcFirstLastPara="1" wrap="square" lIns="91425" tIns="91425" rIns="91425" bIns="91425" anchor="ctr" anchorCtr="0">
            <a:noAutofit/>
          </a:bodyPr>
          <a:lstStyle/>
          <a:p>
            <a:pPr marL="0" marR="0" lvl="0" indent="0" algn="ctr" rtl="0">
              <a:spcBef>
                <a:spcPts val="0"/>
              </a:spcBef>
              <a:spcAft>
                <a:spcPts val="0"/>
              </a:spcAft>
              <a:buNone/>
            </a:pPr>
            <a:r>
              <a:rPr lang="en-US" sz="1400" b="1" i="0" u="none" strike="noStrike" cap="none" noProof="0">
                <a:solidFill>
                  <a:schemeClr val="lt1"/>
                </a:solidFill>
                <a:latin typeface="IBM Plex Sans"/>
                <a:ea typeface="IBM Plex Sans"/>
                <a:cs typeface="IBM Plex Sans"/>
                <a:sym typeface="IBM Plex Sans"/>
              </a:rPr>
              <a:t>Americans</a:t>
            </a:r>
            <a:r>
              <a:rPr lang="en-US" b="1" noProof="0">
                <a:solidFill>
                  <a:schemeClr val="lt1"/>
                </a:solidFill>
                <a:latin typeface="IBM Plex Sans"/>
                <a:ea typeface="IBM Plex Sans"/>
                <a:cs typeface="IBM Plex Sans"/>
                <a:sym typeface="IBM Plex Sans"/>
              </a:rPr>
              <a:t>'</a:t>
            </a:r>
            <a:r>
              <a:rPr lang="en-US" sz="1400" b="1" i="0" u="none" strike="noStrike" cap="none" noProof="0">
                <a:solidFill>
                  <a:schemeClr val="lt1"/>
                </a:solidFill>
                <a:latin typeface="IBM Plex Sans"/>
                <a:ea typeface="IBM Plex Sans"/>
                <a:cs typeface="IBM Plex Sans"/>
                <a:sym typeface="IBM Plex Sans"/>
              </a:rPr>
              <a:t> </a:t>
            </a:r>
            <a:r>
              <a:rPr lang="en-US" b="1" noProof="0">
                <a:solidFill>
                  <a:schemeClr val="lt1"/>
                </a:solidFill>
                <a:latin typeface="IBM Plex Sans"/>
                <a:ea typeface="IBM Plex Sans"/>
                <a:cs typeface="IBM Plex Sans"/>
                <a:sym typeface="IBM Plex Sans"/>
              </a:rPr>
              <a:t>preference</a:t>
            </a:r>
            <a:r>
              <a:rPr lang="en-US" sz="1400" b="1" i="0" u="none" strike="noStrike" cap="none" noProof="0">
                <a:solidFill>
                  <a:schemeClr val="lt1"/>
                </a:solidFill>
                <a:latin typeface="IBM Plex Sans"/>
                <a:ea typeface="IBM Plex Sans"/>
                <a:cs typeface="IBM Plex Sans"/>
                <a:sym typeface="IBM Plex Sans"/>
              </a:rPr>
              <a:t> </a:t>
            </a:r>
            <a:r>
              <a:rPr lang="en-US" b="1" noProof="0">
                <a:solidFill>
                  <a:schemeClr val="lt1"/>
                </a:solidFill>
                <a:latin typeface="IBM Plex Sans"/>
                <a:ea typeface="IBM Plex Sans"/>
                <a:cs typeface="IBM Plex Sans"/>
                <a:sym typeface="IBM Plex Sans"/>
              </a:rPr>
              <a:t>over</a:t>
            </a:r>
            <a:r>
              <a:rPr lang="en-US" sz="1400" b="1" i="0" u="none" strike="noStrike" cap="none" noProof="0">
                <a:solidFill>
                  <a:schemeClr val="lt1"/>
                </a:solidFill>
                <a:latin typeface="IBM Plex Sans"/>
                <a:ea typeface="IBM Plex Sans"/>
                <a:cs typeface="IBM Plex Sans"/>
                <a:sym typeface="IBM Plex Sans"/>
              </a:rPr>
              <a:t> </a:t>
            </a:r>
            <a:r>
              <a:rPr lang="en-US" b="1" noProof="0">
                <a:solidFill>
                  <a:schemeClr val="lt1"/>
                </a:solidFill>
                <a:latin typeface="IBM Plex Sans"/>
                <a:ea typeface="IBM Plex Sans"/>
                <a:cs typeface="IBM Plex Sans"/>
                <a:sym typeface="IBM Plex Sans"/>
              </a:rPr>
              <a:t>other</a:t>
            </a:r>
            <a:r>
              <a:rPr lang="en-US" sz="1400" b="1" i="0" u="none" strike="noStrike" cap="none" noProof="0">
                <a:solidFill>
                  <a:schemeClr val="lt1"/>
                </a:solidFill>
                <a:latin typeface="IBM Plex Sans"/>
                <a:ea typeface="IBM Plex Sans"/>
                <a:cs typeface="IBM Plex Sans"/>
                <a:sym typeface="IBM Plex Sans"/>
              </a:rPr>
              <a:t> </a:t>
            </a:r>
            <a:r>
              <a:rPr lang="en-US" b="1" noProof="0">
                <a:solidFill>
                  <a:schemeClr val="lt1"/>
                </a:solidFill>
                <a:latin typeface="IBM Plex Sans"/>
                <a:ea typeface="IBM Plex Sans"/>
                <a:cs typeface="IBM Plex Sans"/>
                <a:sym typeface="IBM Plex Sans"/>
              </a:rPr>
              <a:t>platforms</a:t>
            </a:r>
            <a:r>
              <a:rPr lang="en-US" b="1" baseline="30000" noProof="0">
                <a:solidFill>
                  <a:schemeClr val="lt1"/>
                </a:solidFill>
                <a:latin typeface="IBM Plex Sans"/>
                <a:ea typeface="IBM Plex Sans"/>
                <a:cs typeface="IBM Plex Sans"/>
                <a:sym typeface="IBM Plex Sans"/>
              </a:rPr>
              <a:t>4</a:t>
            </a:r>
            <a:endParaRPr lang="en-US" sz="1050" b="0" i="0" u="none" strike="noStrike" cap="none" noProof="0">
              <a:solidFill>
                <a:schemeClr val="lt1"/>
              </a:solidFill>
              <a:latin typeface="IBM Plex Sans"/>
              <a:ea typeface="IBM Plex Sans"/>
              <a:cs typeface="IBM Plex Sans"/>
              <a:sym typeface="IBM Plex Sans"/>
            </a:endParaRPr>
          </a:p>
        </p:txBody>
      </p:sp>
      <p:sp>
        <p:nvSpPr>
          <p:cNvPr id="11" name="Google Shape;932;g3b2110f3d24_0_616">
            <a:extLst>
              <a:ext uri="{FF2B5EF4-FFF2-40B4-BE49-F238E27FC236}">
                <a16:creationId xmlns:a16="http://schemas.microsoft.com/office/drawing/2014/main" id="{F59325A5-1F08-B766-45B4-2B9D431AA0B1}"/>
              </a:ext>
            </a:extLst>
          </p:cNvPr>
          <p:cNvSpPr txBox="1">
            <a:spLocks noGrp="1"/>
          </p:cNvSpPr>
          <p:nvPr>
            <p:ph type="sldNum" idx="12"/>
          </p:nvPr>
        </p:nvSpPr>
        <p:spPr>
          <a:xfrm>
            <a:off x="11525219" y="6570038"/>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94</a:t>
            </a:fld>
            <a:endParaRPr lang="en-US" noProof="0"/>
          </a:p>
        </p:txBody>
      </p:sp>
      <p:sp>
        <p:nvSpPr>
          <p:cNvPr id="12" name="Rectangular Callout 11">
            <a:extLst>
              <a:ext uri="{FF2B5EF4-FFF2-40B4-BE49-F238E27FC236}">
                <a16:creationId xmlns:a16="http://schemas.microsoft.com/office/drawing/2014/main" id="{93E61381-D687-94A3-84C6-FFB448535059}"/>
              </a:ext>
            </a:extLst>
          </p:cNvPr>
          <p:cNvSpPr/>
          <p:nvPr/>
        </p:nvSpPr>
        <p:spPr>
          <a:xfrm>
            <a:off x="10457943" y="2323259"/>
            <a:ext cx="1131817" cy="457353"/>
          </a:xfrm>
          <a:prstGeom prst="wedgeRectCallout">
            <a:avLst>
              <a:gd name="adj1" fmla="val 5250"/>
              <a:gd name="adj2" fmla="val -141946"/>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en-US" sz="900" b="1" noProof="0">
                <a:solidFill>
                  <a:schemeClr val="tx1"/>
                </a:solidFill>
              </a:rPr>
              <a:t>Amazon bundle includes Prime shipping</a:t>
            </a:r>
          </a:p>
        </p:txBody>
      </p:sp>
      <p:sp>
        <p:nvSpPr>
          <p:cNvPr id="3" name="CaixaDeTexto 2">
            <a:extLst>
              <a:ext uri="{FF2B5EF4-FFF2-40B4-BE49-F238E27FC236}">
                <a16:creationId xmlns:a16="http://schemas.microsoft.com/office/drawing/2014/main" id="{22EAB21A-4CD9-0EA9-83BD-194CA3DFE18B}"/>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Parallels</a:t>
            </a:r>
          </a:p>
        </p:txBody>
      </p:sp>
    </p:spTree>
    <p:extLst>
      <p:ext uri="{BB962C8B-B14F-4D97-AF65-F5344CB8AC3E}">
        <p14:creationId xmlns:p14="http://schemas.microsoft.com/office/powerpoint/2010/main" val="108193749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2470"/>
        <p:cNvGrpSpPr/>
        <p:nvPr/>
      </p:nvGrpSpPr>
      <p:grpSpPr>
        <a:xfrm>
          <a:off x="0" y="0"/>
          <a:ext cx="0" cy="0"/>
          <a:chOff x="0" y="0"/>
          <a:chExt cx="0" cy="0"/>
        </a:xfrm>
      </p:grpSpPr>
      <p:sp>
        <p:nvSpPr>
          <p:cNvPr id="2471" name="Google Shape;2471;g3b23322d595_2_1504"/>
          <p:cNvSpPr txBox="1">
            <a:spLocks noGrp="1"/>
          </p:cNvSpPr>
          <p:nvPr>
            <p:ph type="title"/>
          </p:nvPr>
        </p:nvSpPr>
        <p:spPr>
          <a:xfrm>
            <a:off x="450091" y="504611"/>
            <a:ext cx="11350811" cy="77559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0"/>
              </a:spcAft>
              <a:buSzPts val="1800"/>
              <a:buNone/>
            </a:pPr>
            <a:r>
              <a:rPr lang="en-US" noProof="0"/>
              <a:t>Prime Video goes ad-supported, powering Amazon’s ecosystem and unlocking a major new profit pool</a:t>
            </a:r>
          </a:p>
        </p:txBody>
      </p:sp>
      <p:sp>
        <p:nvSpPr>
          <p:cNvPr id="2472" name="Google Shape;2472;g3b23322d595_2_1504"/>
          <p:cNvSpPr txBox="1"/>
          <p:nvPr/>
        </p:nvSpPr>
        <p:spPr>
          <a:xfrm>
            <a:off x="551745" y="5514984"/>
            <a:ext cx="11113099" cy="585605"/>
          </a:xfrm>
          <a:prstGeom prst="rect">
            <a:avLst/>
          </a:prstGeom>
          <a:solidFill>
            <a:srgbClr val="7FD7A7"/>
          </a:solidFill>
          <a:ln>
            <a:noFill/>
          </a:ln>
        </p:spPr>
        <p:txBody>
          <a:bodyPr spcFirstLastPara="1" wrap="square" lIns="68550" tIns="68550" rIns="68550" bIns="68550" anchor="ctr" anchorCtr="0">
            <a:noAutofit/>
          </a:bodyPr>
          <a:lstStyle/>
          <a:p>
            <a:pPr algn="ctr">
              <a:buClr>
                <a:srgbClr val="204E79"/>
              </a:buClr>
              <a:buSzPts val="1600"/>
            </a:pPr>
            <a:r>
              <a:rPr lang="en-US" sz="1400" b="1" i="0" u="none" strike="noStrike" cap="none" noProof="0">
                <a:solidFill>
                  <a:srgbClr val="000000"/>
                </a:solidFill>
                <a:latin typeface="IBM Plex Sans"/>
                <a:ea typeface="IBM Plex Sans"/>
                <a:cs typeface="IBM Plex Sans"/>
                <a:sym typeface="IBM Plex Sans"/>
              </a:rPr>
              <a:t>The success of Prime Video’s ad rollout reinforces that the key monetization lever is not pricing, but sustained user attention within trusted, high-engagement environments</a:t>
            </a:r>
          </a:p>
        </p:txBody>
      </p:sp>
      <p:sp>
        <p:nvSpPr>
          <p:cNvPr id="2473" name="Google Shape;2473;g3b23322d595_2_1504"/>
          <p:cNvSpPr txBox="1"/>
          <p:nvPr/>
        </p:nvSpPr>
        <p:spPr>
          <a:xfrm>
            <a:off x="435395" y="6392828"/>
            <a:ext cx="8458200" cy="107722"/>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Clr>
                <a:srgbClr val="AEABAB"/>
              </a:buClr>
              <a:buSzPts val="1000"/>
              <a:buFont typeface="Calibri"/>
              <a:buNone/>
            </a:pPr>
            <a:r>
              <a:rPr lang="en-US" sz="700" b="0" i="0" u="none" strike="noStrike" cap="none" noProof="0">
                <a:solidFill>
                  <a:srgbClr val="7F7F7F"/>
                </a:solidFill>
                <a:latin typeface="IBM Plex Sans"/>
                <a:ea typeface="Calibri"/>
                <a:cs typeface="Calibri"/>
                <a:sym typeface="Calibri"/>
              </a:rPr>
              <a:t>Sources: </a:t>
            </a:r>
            <a:r>
              <a:rPr lang="en-US" sz="700" noProof="0">
                <a:solidFill>
                  <a:srgbClr val="7F7F7F"/>
                </a:solidFill>
                <a:latin typeface="IBM Plex Sans"/>
                <a:ea typeface="Calibri"/>
                <a:cs typeface="Calibri"/>
                <a:sym typeface="Calibri"/>
              </a:rPr>
              <a:t>(</a:t>
            </a:r>
            <a:r>
              <a:rPr lang="en-US" sz="700" b="0" i="0" u="none" strike="noStrike" cap="none" noProof="0">
                <a:solidFill>
                  <a:srgbClr val="7F7F7F"/>
                </a:solidFill>
                <a:latin typeface="IBM Plex Sans"/>
                <a:ea typeface="Calibri"/>
                <a:cs typeface="Calibri"/>
                <a:sym typeface="Calibri"/>
              </a:rPr>
              <a:t>1) </a:t>
            </a:r>
            <a:r>
              <a:rPr lang="en-US" sz="700" b="0" i="0" u="sng" strike="noStrike" cap="none" noProof="0" err="1">
                <a:solidFill>
                  <a:srgbClr val="7F7F7F"/>
                </a:solidFill>
                <a:latin typeface="IBM Plex Sans"/>
                <a:ea typeface="Calibri"/>
                <a:cs typeface="Calibri"/>
                <a:sym typeface="Calibri"/>
                <a:hlinkClick r:id="rId3">
                  <a:extLst>
                    <a:ext uri="{A12FA001-AC4F-418D-AE19-62706E023703}">
                      <ahyp:hlinkClr xmlns:ahyp="http://schemas.microsoft.com/office/drawing/2018/hyperlinkcolor" val="tx"/>
                    </a:ext>
                  </a:extLst>
                </a:hlinkClick>
              </a:rPr>
              <a:t>AdTV</a:t>
            </a:r>
            <a:r>
              <a:rPr lang="en-US" sz="700" b="0" i="0" u="none" strike="noStrike" cap="none" noProof="0">
                <a:solidFill>
                  <a:srgbClr val="7F7F7F"/>
                </a:solidFill>
                <a:latin typeface="IBM Plex Sans"/>
                <a:ea typeface="Calibri"/>
                <a:cs typeface="Calibri"/>
                <a:sym typeface="Calibri"/>
              </a:rPr>
              <a:t>, (2) </a:t>
            </a:r>
            <a:r>
              <a:rPr lang="en-US" sz="700" b="0" i="0" u="sng" strike="noStrike" cap="none" noProof="0">
                <a:solidFill>
                  <a:srgbClr val="7F7F7F"/>
                </a:solidFill>
                <a:latin typeface="IBM Plex Sans"/>
                <a:ea typeface="Calibri"/>
                <a:cs typeface="Calibri"/>
                <a:sym typeface="Calibri"/>
                <a:hlinkClick r:id="rId4">
                  <a:extLst>
                    <a:ext uri="{A12FA001-AC4F-418D-AE19-62706E023703}">
                      <ahyp:hlinkClr xmlns:ahyp="http://schemas.microsoft.com/office/drawing/2018/hyperlinkcolor" val="tx"/>
                    </a:ext>
                  </a:extLst>
                </a:hlinkClick>
              </a:rPr>
              <a:t>Advert on Click</a:t>
            </a:r>
            <a:r>
              <a:rPr lang="en-US" sz="700" b="0" i="0" u="none" strike="noStrike" cap="none" noProof="0">
                <a:solidFill>
                  <a:srgbClr val="7F7F7F"/>
                </a:solidFill>
                <a:latin typeface="IBM Plex Sans"/>
                <a:ea typeface="Calibri"/>
                <a:cs typeface="Calibri"/>
                <a:sym typeface="Calibri"/>
              </a:rPr>
              <a:t>, (3) </a:t>
            </a:r>
            <a:r>
              <a:rPr lang="en-US" sz="700" b="0" i="0" u="sng" strike="noStrike" cap="none" noProof="0">
                <a:solidFill>
                  <a:srgbClr val="7F7F7F"/>
                </a:solidFill>
                <a:latin typeface="IBM Plex Sans"/>
                <a:ea typeface="Calibri"/>
                <a:cs typeface="Calibri"/>
                <a:sym typeface="Calibri"/>
                <a:hlinkClick r:id="rId5">
                  <a:extLst>
                    <a:ext uri="{A12FA001-AC4F-418D-AE19-62706E023703}">
                      <ahyp:hlinkClr xmlns:ahyp="http://schemas.microsoft.com/office/drawing/2018/hyperlinkcolor" val="tx"/>
                    </a:ext>
                  </a:extLst>
                </a:hlinkClick>
              </a:rPr>
              <a:t>TV Tech</a:t>
            </a:r>
            <a:r>
              <a:rPr lang="en-US" sz="700" b="0" i="0" u="none" strike="noStrike" cap="none" noProof="0">
                <a:solidFill>
                  <a:srgbClr val="7F7F7F"/>
                </a:solidFill>
                <a:latin typeface="IBM Plex Sans"/>
                <a:ea typeface="Calibri"/>
                <a:cs typeface="Calibri"/>
                <a:sym typeface="Calibri"/>
              </a:rPr>
              <a:t>, (4) </a:t>
            </a:r>
            <a:r>
              <a:rPr lang="en-US" sz="700" b="0" i="0" u="sng" strike="noStrike" cap="none" noProof="0">
                <a:solidFill>
                  <a:srgbClr val="7F7F7F"/>
                </a:solidFill>
                <a:latin typeface="IBM Plex Sans"/>
                <a:ea typeface="Calibri"/>
                <a:cs typeface="Calibri"/>
                <a:sym typeface="Calibri"/>
                <a:hlinkClick r:id="rId6">
                  <a:extLst>
                    <a:ext uri="{A12FA001-AC4F-418D-AE19-62706E023703}">
                      <ahyp:hlinkClr xmlns:ahyp="http://schemas.microsoft.com/office/drawing/2018/hyperlinkcolor" val="tx"/>
                    </a:ext>
                  </a:extLst>
                </a:hlinkClick>
              </a:rPr>
              <a:t>Media Marketing</a:t>
            </a:r>
            <a:r>
              <a:rPr lang="en-US" sz="700" b="0" i="0" u="none" strike="noStrike" cap="none" noProof="0">
                <a:solidFill>
                  <a:srgbClr val="7F7F7F"/>
                </a:solidFill>
                <a:latin typeface="IBM Plex Sans"/>
                <a:ea typeface="Calibri"/>
                <a:cs typeface="Calibri"/>
                <a:sym typeface="Calibri"/>
              </a:rPr>
              <a:t>, (5) </a:t>
            </a:r>
            <a:r>
              <a:rPr lang="en-US" sz="700" b="0" i="0" u="sng" strike="noStrike" cap="none" noProof="0">
                <a:solidFill>
                  <a:srgbClr val="7F7F7F"/>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Subscription Inside</a:t>
            </a:r>
            <a:r>
              <a:rPr lang="en-US" sz="700" b="0" i="0" u="none" strike="noStrike" cap="none" noProof="0">
                <a:solidFill>
                  <a:srgbClr val="7F7F7F"/>
                </a:solidFill>
                <a:latin typeface="IBM Plex Sans"/>
                <a:ea typeface="Calibri"/>
                <a:cs typeface="Calibri"/>
                <a:sym typeface="Calibri"/>
              </a:rPr>
              <a:t>, (6) </a:t>
            </a:r>
            <a:r>
              <a:rPr lang="en-US" sz="700" b="0" i="0" u="sng" strike="noStrike" cap="none" noProof="0">
                <a:solidFill>
                  <a:srgbClr val="7F7F7F"/>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eMarketer</a:t>
            </a:r>
            <a:endParaRPr lang="en-US" sz="700" b="0" i="0" u="none" strike="noStrike" cap="none" noProof="0">
              <a:solidFill>
                <a:srgbClr val="7F7F7F"/>
              </a:solidFill>
              <a:latin typeface="IBM Plex Sans"/>
              <a:ea typeface="Calibri"/>
              <a:cs typeface="Calibri"/>
            </a:endParaRPr>
          </a:p>
        </p:txBody>
      </p:sp>
      <p:sp>
        <p:nvSpPr>
          <p:cNvPr id="2474" name="Google Shape;2474;g3b23322d595_2_1504"/>
          <p:cNvSpPr txBox="1"/>
          <p:nvPr/>
        </p:nvSpPr>
        <p:spPr>
          <a:xfrm>
            <a:off x="540390" y="1527764"/>
            <a:ext cx="5483506" cy="311574"/>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400" b="1" i="0" u="none" strike="noStrike" cap="none" noProof="0">
                <a:solidFill>
                  <a:srgbClr val="FFFFFF"/>
                </a:solidFill>
                <a:latin typeface="IBM Plex Sans"/>
                <a:ea typeface="IBM Plex Sans"/>
                <a:cs typeface="IBM Plex Sans"/>
                <a:sym typeface="IBM Plex Sans"/>
              </a:rPr>
              <a:t>Key Features</a:t>
            </a:r>
            <a:endParaRPr lang="en-US" sz="1200" b="1" i="0" u="none" strike="noStrike" cap="none" noProof="0">
              <a:solidFill>
                <a:srgbClr val="000000"/>
              </a:solidFill>
              <a:latin typeface="IBM Plex Sans"/>
              <a:ea typeface="IBM Plex Sans"/>
              <a:cs typeface="IBM Plex Sans"/>
              <a:sym typeface="IBM Plex Sans"/>
            </a:endParaRPr>
          </a:p>
        </p:txBody>
      </p:sp>
      <p:sp>
        <p:nvSpPr>
          <p:cNvPr id="2475" name="Google Shape;2475;g3b23322d595_2_1504"/>
          <p:cNvSpPr txBox="1"/>
          <p:nvPr/>
        </p:nvSpPr>
        <p:spPr>
          <a:xfrm>
            <a:off x="540390" y="1839339"/>
            <a:ext cx="5483506" cy="1538861"/>
          </a:xfrm>
          <a:prstGeom prst="rect">
            <a:avLst/>
          </a:prstGeom>
          <a:noFill/>
          <a:ln w="9525" cap="flat" cmpd="sng">
            <a:solidFill>
              <a:srgbClr val="F2F2F2"/>
            </a:solidFill>
            <a:prstDash val="solid"/>
            <a:round/>
            <a:headEnd type="none" w="sm" len="sm"/>
            <a:tailEnd type="none" w="sm" len="sm"/>
          </a:ln>
        </p:spPr>
        <p:txBody>
          <a:bodyPr spcFirstLastPara="1" wrap="square" lIns="91425" tIns="91425" rIns="91425" bIns="91425" anchor="t" anchorCtr="0">
            <a:noAutofit/>
          </a:bodyPr>
          <a:lstStyle/>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Introduced ads in 2024 across </a:t>
            </a:r>
            <a:r>
              <a:rPr lang="en-US" sz="1200" b="1" i="0" u="none" strike="noStrike" cap="none" noProof="0">
                <a:solidFill>
                  <a:srgbClr val="000000"/>
                </a:solidFill>
                <a:latin typeface="IBM Plex Sans"/>
                <a:ea typeface="IBM Plex Sans"/>
                <a:cs typeface="IBM Plex Sans"/>
                <a:sym typeface="IBM Plex Sans"/>
              </a:rPr>
              <a:t>all Prime Video users by default</a:t>
            </a:r>
            <a:endParaRPr lang="en-US" sz="1200" b="0" i="0" u="none" strike="noStrike" cap="none" noProof="0">
              <a:solidFill>
                <a:srgbClr val="000000"/>
              </a:solidFill>
              <a:latin typeface="IBM Plex Sans"/>
              <a:ea typeface="IBM Plex Sans"/>
              <a:cs typeface="IBM Plex Sans"/>
              <a:sym typeface="IBM Plex Sans"/>
            </a:endParaRPr>
          </a:p>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Ad-free experience now requires an </a:t>
            </a:r>
            <a:r>
              <a:rPr lang="en-US" sz="1200" b="1" i="0" u="none" strike="noStrike" cap="none" noProof="0">
                <a:solidFill>
                  <a:srgbClr val="000000"/>
                </a:solidFill>
                <a:latin typeface="IBM Plex Sans"/>
                <a:ea typeface="IBM Plex Sans"/>
                <a:cs typeface="IBM Plex Sans"/>
                <a:sym typeface="IBM Plex Sans"/>
              </a:rPr>
              <a:t>extra monthly fee</a:t>
            </a:r>
            <a:endParaRPr lang="en-US" sz="1200" b="0" i="0" u="none" strike="noStrike" cap="none" noProof="0">
              <a:solidFill>
                <a:srgbClr val="000000"/>
              </a:solidFill>
              <a:latin typeface="IBM Plex Sans"/>
              <a:ea typeface="IBM Plex Sans"/>
              <a:cs typeface="IBM Plex Sans"/>
              <a:sym typeface="IBM Plex Sans"/>
            </a:endParaRPr>
          </a:p>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Integrated </a:t>
            </a:r>
            <a:r>
              <a:rPr lang="en-US" sz="1200" b="1" i="0" u="none" strike="noStrike" cap="none" noProof="0">
                <a:solidFill>
                  <a:srgbClr val="000000"/>
                </a:solidFill>
                <a:latin typeface="IBM Plex Sans"/>
                <a:ea typeface="IBM Plex Sans"/>
                <a:cs typeface="IBM Plex Sans"/>
                <a:sym typeface="IBM Plex Sans"/>
              </a:rPr>
              <a:t>first-party shopping data</a:t>
            </a:r>
            <a:r>
              <a:rPr lang="en-US" sz="1200" b="0" i="0" u="none" strike="noStrike" cap="none" noProof="0">
                <a:solidFill>
                  <a:srgbClr val="000000"/>
                </a:solidFill>
                <a:latin typeface="IBM Plex Sans"/>
                <a:ea typeface="IBM Plex Sans"/>
                <a:cs typeface="IBM Plex Sans"/>
                <a:sym typeface="IBM Plex Sans"/>
              </a:rPr>
              <a:t> for targeting</a:t>
            </a:r>
          </a:p>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Expanded premium ad inventory (e.g., sports, MGM content, originals)</a:t>
            </a:r>
          </a:p>
        </p:txBody>
      </p:sp>
      <p:sp>
        <p:nvSpPr>
          <p:cNvPr id="2476" name="Google Shape;2476;g3b23322d595_2_1504"/>
          <p:cNvSpPr txBox="1"/>
          <p:nvPr/>
        </p:nvSpPr>
        <p:spPr>
          <a:xfrm>
            <a:off x="551745" y="3521374"/>
            <a:ext cx="5483506" cy="311574"/>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400" b="1" i="0" u="none" strike="noStrike" cap="none" noProof="0">
                <a:solidFill>
                  <a:srgbClr val="FFFFFF"/>
                </a:solidFill>
                <a:latin typeface="IBM Plex Sans"/>
                <a:ea typeface="IBM Plex Sans"/>
                <a:cs typeface="IBM Plex Sans"/>
                <a:sym typeface="IBM Plex Sans"/>
              </a:rPr>
              <a:t>Revenue Impact</a:t>
            </a:r>
            <a:endParaRPr lang="en-US" sz="1200" b="1" i="0" u="none" strike="noStrike" cap="none" noProof="0">
              <a:solidFill>
                <a:srgbClr val="000000"/>
              </a:solidFill>
              <a:latin typeface="IBM Plex Sans"/>
              <a:ea typeface="IBM Plex Sans"/>
              <a:cs typeface="IBM Plex Sans"/>
              <a:sym typeface="IBM Plex Sans"/>
            </a:endParaRPr>
          </a:p>
        </p:txBody>
      </p:sp>
      <p:sp>
        <p:nvSpPr>
          <p:cNvPr id="2477" name="Google Shape;2477;g3b23322d595_2_1504"/>
          <p:cNvSpPr txBox="1"/>
          <p:nvPr/>
        </p:nvSpPr>
        <p:spPr>
          <a:xfrm>
            <a:off x="551745" y="3832948"/>
            <a:ext cx="5483506" cy="1600200"/>
          </a:xfrm>
          <a:prstGeom prst="rect">
            <a:avLst/>
          </a:prstGeom>
          <a:noFill/>
          <a:ln w="9525" cap="flat" cmpd="sng">
            <a:solidFill>
              <a:srgbClr val="F2F2F2"/>
            </a:solidFill>
            <a:prstDash val="solid"/>
            <a:round/>
            <a:headEnd type="none" w="sm" len="sm"/>
            <a:tailEnd type="none" w="sm" len="sm"/>
          </a:ln>
        </p:spPr>
        <p:txBody>
          <a:bodyPr spcFirstLastPara="1" wrap="square" lIns="91425" tIns="91425" rIns="91425" bIns="91425" anchor="t" anchorCtr="0">
            <a:noAutofit/>
          </a:bodyPr>
          <a:lstStyle/>
          <a:p>
            <a:pPr marL="285750" marR="0" lvl="0" indent="-285750" algn="l" rtl="0">
              <a:lnSpc>
                <a:spcPct val="100000"/>
              </a:lnSpc>
              <a:spcBef>
                <a:spcPts val="0"/>
              </a:spcBef>
              <a:spcAft>
                <a:spcPts val="0"/>
              </a:spcAft>
              <a:buClr>
                <a:srgbClr val="000000"/>
              </a:buClr>
              <a:buSzPts val="1400"/>
              <a:buFont typeface="Arial"/>
              <a:buChar char="•"/>
            </a:pPr>
            <a:r>
              <a:rPr lang="en-US" sz="1200" b="1" i="0" u="none" strike="noStrike" cap="none" noProof="0">
                <a:solidFill>
                  <a:srgbClr val="000000"/>
                </a:solidFill>
                <a:latin typeface="IBM Plex Sans"/>
                <a:ea typeface="IBM Plex Sans"/>
                <a:cs typeface="IBM Plex Sans"/>
                <a:sym typeface="IBM Plex Sans"/>
              </a:rPr>
              <a:t>$5B–$7B estimated annual ad revenue </a:t>
            </a:r>
            <a:r>
              <a:rPr lang="en-US" sz="1200" b="0" i="0" u="none" strike="noStrike" cap="none" noProof="0">
                <a:solidFill>
                  <a:srgbClr val="000000"/>
                </a:solidFill>
                <a:latin typeface="IBM Plex Sans"/>
                <a:ea typeface="IBM Plex Sans"/>
                <a:cs typeface="IBM Plex Sans"/>
                <a:sym typeface="IBM Plex Sans"/>
              </a:rPr>
              <a:t>in mid-term</a:t>
            </a:r>
          </a:p>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Improved </a:t>
            </a:r>
            <a:r>
              <a:rPr lang="en-US" sz="1200" b="1" i="0" u="none" strike="noStrike" cap="none" noProof="0">
                <a:solidFill>
                  <a:srgbClr val="000000"/>
                </a:solidFill>
                <a:latin typeface="IBM Plex Sans"/>
                <a:ea typeface="IBM Plex Sans"/>
                <a:cs typeface="IBM Plex Sans"/>
                <a:sym typeface="IBM Plex Sans"/>
              </a:rPr>
              <a:t>Prime ARPU </a:t>
            </a:r>
            <a:r>
              <a:rPr lang="en-US" sz="1200" b="0" i="0" u="none" strike="noStrike" cap="none" noProof="0">
                <a:solidFill>
                  <a:srgbClr val="000000"/>
                </a:solidFill>
                <a:latin typeface="IBM Plex Sans"/>
                <a:ea typeface="IBM Plex Sans"/>
                <a:cs typeface="IBM Plex Sans"/>
                <a:sym typeface="IBM Plex Sans"/>
              </a:rPr>
              <a:t>without raising core membership fee</a:t>
            </a:r>
          </a:p>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Increased </a:t>
            </a:r>
            <a:r>
              <a:rPr lang="en-US" sz="1200" b="1" i="0" u="none" strike="noStrike" cap="none" noProof="0">
                <a:solidFill>
                  <a:srgbClr val="000000"/>
                </a:solidFill>
                <a:latin typeface="IBM Plex Sans"/>
                <a:ea typeface="IBM Plex Sans"/>
                <a:cs typeface="IBM Plex Sans"/>
                <a:sym typeface="IBM Plex Sans"/>
              </a:rPr>
              <a:t>ROI for advertisers </a:t>
            </a:r>
            <a:r>
              <a:rPr lang="en-US" sz="1200" b="0" i="0" u="none" strike="noStrike" cap="none" noProof="0">
                <a:solidFill>
                  <a:srgbClr val="000000"/>
                </a:solidFill>
                <a:latin typeface="IBM Plex Sans"/>
                <a:ea typeface="IBM Plex Sans"/>
                <a:cs typeface="IBM Plex Sans"/>
                <a:sym typeface="IBM Plex Sans"/>
              </a:rPr>
              <a:t>through closed-loop measurement</a:t>
            </a:r>
          </a:p>
          <a:p>
            <a:pPr marL="285750" indent="-285750">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Higher engagement </a:t>
            </a:r>
            <a:r>
              <a:rPr lang="en-US" sz="1200" noProof="0">
                <a:latin typeface="IBM Plex Sans"/>
                <a:ea typeface="IBM Plex Sans"/>
                <a:cs typeface="IBM Plex Sans"/>
                <a:sym typeface="IBM Plex Sans"/>
              </a:rPr>
              <a:t>leads to more</a:t>
            </a:r>
            <a:r>
              <a:rPr lang="en-US" sz="1200" b="0" i="0" u="none" strike="noStrike" cap="none" noProof="0">
                <a:solidFill>
                  <a:srgbClr val="000000"/>
                </a:solidFill>
                <a:latin typeface="IBM Plex Sans"/>
                <a:ea typeface="IBM Plex Sans"/>
                <a:cs typeface="IBM Plex Sans"/>
                <a:sym typeface="IBM Plex Sans"/>
              </a:rPr>
              <a:t> shopping</a:t>
            </a:r>
            <a:r>
              <a:rPr lang="en-US" sz="1200" noProof="0">
                <a:latin typeface="IBM Plex Sans"/>
                <a:ea typeface="IBM Plex Sans"/>
                <a:cs typeface="IBM Plex Sans"/>
                <a:sym typeface="IBM Plex Sans"/>
              </a:rPr>
              <a:t>,</a:t>
            </a:r>
            <a:r>
              <a:rPr lang="en-US" sz="1200" b="0" i="0" u="none" strike="noStrike" cap="none" noProof="0">
                <a:solidFill>
                  <a:srgbClr val="000000"/>
                </a:solidFill>
                <a:latin typeface="IBM Plex Sans"/>
                <a:ea typeface="IBM Plex Sans"/>
                <a:cs typeface="IBM Plex Sans"/>
                <a:sym typeface="IBM Plex Sans"/>
              </a:rPr>
              <a:t> </a:t>
            </a:r>
            <a:r>
              <a:rPr lang="en-US" sz="1200" noProof="0">
                <a:latin typeface="IBM Plex Sans"/>
                <a:ea typeface="IBM Plex Sans"/>
                <a:cs typeface="IBM Plex Sans"/>
                <a:sym typeface="IBM Plex Sans"/>
              </a:rPr>
              <a:t>strengthening overall </a:t>
            </a:r>
            <a:r>
              <a:rPr lang="en-US" sz="1200" b="0" i="0" u="none" strike="noStrike" cap="none" noProof="0">
                <a:solidFill>
                  <a:srgbClr val="000000"/>
                </a:solidFill>
                <a:latin typeface="IBM Plex Sans"/>
                <a:ea typeface="IBM Plex Sans"/>
                <a:cs typeface="IBM Plex Sans"/>
                <a:sym typeface="IBM Plex Sans"/>
              </a:rPr>
              <a:t>Prime economics</a:t>
            </a:r>
          </a:p>
        </p:txBody>
      </p:sp>
      <p:sp>
        <p:nvSpPr>
          <p:cNvPr id="2478" name="Google Shape;2478;g3b23322d595_2_1504"/>
          <p:cNvSpPr txBox="1"/>
          <p:nvPr/>
        </p:nvSpPr>
        <p:spPr>
          <a:xfrm>
            <a:off x="6181338" y="1527764"/>
            <a:ext cx="5483506" cy="311574"/>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400" b="1" i="0" u="none" strike="noStrike" cap="none" noProof="0">
                <a:solidFill>
                  <a:srgbClr val="FFFFFF"/>
                </a:solidFill>
                <a:latin typeface="IBM Plex Sans"/>
                <a:ea typeface="IBM Plex Sans"/>
                <a:cs typeface="IBM Plex Sans"/>
                <a:sym typeface="IBM Plex Sans"/>
              </a:rPr>
              <a:t>Market &amp; User Impact</a:t>
            </a:r>
            <a:endParaRPr lang="en-US" sz="1200" b="1" i="0" u="none" strike="noStrike" cap="none" noProof="0">
              <a:solidFill>
                <a:srgbClr val="000000"/>
              </a:solidFill>
              <a:latin typeface="IBM Plex Sans"/>
              <a:ea typeface="IBM Plex Sans"/>
              <a:cs typeface="IBM Plex Sans"/>
              <a:sym typeface="IBM Plex Sans"/>
            </a:endParaRPr>
          </a:p>
        </p:txBody>
      </p:sp>
      <p:sp>
        <p:nvSpPr>
          <p:cNvPr id="2479" name="Google Shape;2479;g3b23322d595_2_1504"/>
          <p:cNvSpPr txBox="1"/>
          <p:nvPr/>
        </p:nvSpPr>
        <p:spPr>
          <a:xfrm>
            <a:off x="6181338" y="1839339"/>
            <a:ext cx="5483506" cy="1538861"/>
          </a:xfrm>
          <a:prstGeom prst="rect">
            <a:avLst/>
          </a:prstGeom>
          <a:noFill/>
          <a:ln w="9525" cap="flat" cmpd="sng">
            <a:solidFill>
              <a:srgbClr val="F2F2F2"/>
            </a:solidFill>
            <a:prstDash val="solid"/>
            <a:round/>
            <a:headEnd type="none" w="sm" len="sm"/>
            <a:tailEnd type="none" w="sm" len="sm"/>
          </a:ln>
        </p:spPr>
        <p:txBody>
          <a:bodyPr spcFirstLastPara="1" wrap="square" lIns="91425" tIns="91425" rIns="91425" bIns="91425" anchor="t" anchorCtr="0">
            <a:noAutofit/>
          </a:bodyPr>
          <a:lstStyle/>
          <a:p>
            <a:pPr marL="285750" marR="0" lvl="0" indent="-285750" algn="l" rtl="0">
              <a:lnSpc>
                <a:spcPct val="100000"/>
              </a:lnSpc>
              <a:spcBef>
                <a:spcPts val="0"/>
              </a:spcBef>
              <a:spcAft>
                <a:spcPts val="0"/>
              </a:spcAft>
              <a:buClr>
                <a:srgbClr val="000000"/>
              </a:buClr>
              <a:buSzPts val="1400"/>
              <a:buFont typeface="Arial"/>
              <a:buChar char="•"/>
            </a:pPr>
            <a:r>
              <a:rPr lang="en-US" sz="1200" b="1" i="0" u="none" strike="noStrike" cap="none" noProof="0">
                <a:solidFill>
                  <a:srgbClr val="000000"/>
                </a:solidFill>
                <a:latin typeface="IBM Plex Sans"/>
                <a:ea typeface="IBM Plex Sans"/>
                <a:cs typeface="IBM Plex Sans"/>
                <a:sym typeface="IBM Plex Sans"/>
              </a:rPr>
              <a:t>Minimal churn: </a:t>
            </a:r>
            <a:r>
              <a:rPr lang="en-US" sz="1200" b="0" i="0" u="none" strike="noStrike" cap="none" noProof="0">
                <a:solidFill>
                  <a:srgbClr val="000000"/>
                </a:solidFill>
                <a:latin typeface="IBM Plex Sans"/>
                <a:ea typeface="IBM Plex Sans"/>
                <a:cs typeface="IBM Plex Sans"/>
                <a:sym typeface="IBM Plex Sans"/>
              </a:rPr>
              <a:t>Prime’s multi-benefit bundle keeps users subscribed</a:t>
            </a:r>
          </a:p>
          <a:p>
            <a:pPr marL="285750" marR="0" lvl="0" indent="-285750" algn="l" rtl="0">
              <a:lnSpc>
                <a:spcPct val="100000"/>
              </a:lnSpc>
              <a:spcBef>
                <a:spcPts val="0"/>
              </a:spcBef>
              <a:spcAft>
                <a:spcPts val="0"/>
              </a:spcAft>
              <a:buClr>
                <a:srgbClr val="000000"/>
              </a:buClr>
              <a:buSzPts val="1400"/>
              <a:buFont typeface="Arial"/>
              <a:buChar char="•"/>
            </a:pPr>
            <a:r>
              <a:rPr lang="en-US" sz="1200" b="1" i="0" u="none" strike="noStrike" cap="none" noProof="0">
                <a:solidFill>
                  <a:srgbClr val="000000"/>
                </a:solidFill>
                <a:latin typeface="IBM Plex Sans"/>
                <a:ea typeface="IBM Plex Sans"/>
                <a:cs typeface="IBM Plex Sans"/>
                <a:sym typeface="IBM Plex Sans"/>
              </a:rPr>
              <a:t>High ad reach:</a:t>
            </a:r>
            <a:r>
              <a:rPr lang="en-US" sz="1200" b="0" i="0" u="none" strike="noStrike" cap="none" noProof="0">
                <a:solidFill>
                  <a:srgbClr val="000000"/>
                </a:solidFill>
                <a:latin typeface="IBM Plex Sans"/>
                <a:ea typeface="IBM Plex Sans"/>
                <a:cs typeface="IBM Plex Sans"/>
                <a:sym typeface="IBM Plex Sans"/>
              </a:rPr>
              <a:t> Tens of millions of U.S. households instantly exposed to ads</a:t>
            </a:r>
          </a:p>
          <a:p>
            <a:pPr marL="285750" marR="0" lvl="0" indent="-285750" algn="l" rtl="0">
              <a:lnSpc>
                <a:spcPct val="100000"/>
              </a:lnSpc>
              <a:spcBef>
                <a:spcPts val="0"/>
              </a:spcBef>
              <a:spcAft>
                <a:spcPts val="0"/>
              </a:spcAft>
              <a:buClr>
                <a:srgbClr val="000000"/>
              </a:buClr>
              <a:buSzPts val="1400"/>
              <a:buFont typeface="Arial"/>
              <a:buChar char="•"/>
            </a:pPr>
            <a:r>
              <a:rPr lang="en-US" sz="1200" b="1" i="0" u="none" strike="noStrike" cap="none" noProof="0">
                <a:solidFill>
                  <a:srgbClr val="000000"/>
                </a:solidFill>
                <a:latin typeface="IBM Plex Sans"/>
                <a:ea typeface="IBM Plex Sans"/>
                <a:cs typeface="IBM Plex Sans"/>
                <a:sym typeface="IBM Plex Sans"/>
              </a:rPr>
              <a:t>Advertiser pull: </a:t>
            </a:r>
            <a:r>
              <a:rPr lang="en-US" sz="1200" b="0" i="0" u="none" strike="noStrike" cap="none" noProof="0">
                <a:solidFill>
                  <a:srgbClr val="000000"/>
                </a:solidFill>
                <a:latin typeface="IBM Plex Sans"/>
                <a:ea typeface="IBM Plex Sans"/>
                <a:cs typeface="IBM Plex Sans"/>
                <a:sym typeface="IBM Plex Sans"/>
              </a:rPr>
              <a:t>Brands attracted by commerce-linked attribution</a:t>
            </a:r>
          </a:p>
          <a:p>
            <a:pPr marL="285750" marR="0" lvl="0" indent="-285750" algn="l" rtl="0">
              <a:lnSpc>
                <a:spcPct val="100000"/>
              </a:lnSpc>
              <a:spcBef>
                <a:spcPts val="0"/>
              </a:spcBef>
              <a:spcAft>
                <a:spcPts val="0"/>
              </a:spcAft>
              <a:buClr>
                <a:srgbClr val="000000"/>
              </a:buClr>
              <a:buSzPts val="1400"/>
              <a:buFont typeface="Arial"/>
              <a:buChar char="•"/>
            </a:pPr>
            <a:r>
              <a:rPr lang="en-US" sz="1200" b="1" i="0" u="none" strike="noStrike" cap="none" noProof="0">
                <a:solidFill>
                  <a:srgbClr val="000000"/>
                </a:solidFill>
                <a:latin typeface="IBM Plex Sans"/>
                <a:ea typeface="IBM Plex Sans"/>
                <a:cs typeface="IBM Plex Sans"/>
                <a:sym typeface="IBM Plex Sans"/>
              </a:rPr>
              <a:t>Content flywheel: </a:t>
            </a:r>
            <a:r>
              <a:rPr lang="en-US" sz="1200" b="0" i="0" u="none" strike="noStrike" cap="none" noProof="0">
                <a:solidFill>
                  <a:srgbClr val="000000"/>
                </a:solidFill>
                <a:latin typeface="IBM Plex Sans"/>
                <a:ea typeface="IBM Plex Sans"/>
                <a:cs typeface="IBM Plex Sans"/>
                <a:sym typeface="IBM Plex Sans"/>
              </a:rPr>
              <a:t>Ad revenue helps fund higher-quality originals and sports rights</a:t>
            </a:r>
          </a:p>
        </p:txBody>
      </p:sp>
      <p:sp>
        <p:nvSpPr>
          <p:cNvPr id="2480" name="Google Shape;2480;g3b23322d595_2_1504"/>
          <p:cNvSpPr txBox="1"/>
          <p:nvPr/>
        </p:nvSpPr>
        <p:spPr>
          <a:xfrm>
            <a:off x="6181338" y="3521374"/>
            <a:ext cx="5483506" cy="311574"/>
          </a:xfrm>
          <a:prstGeom prst="rect">
            <a:avLst/>
          </a:prstGeom>
          <a:solidFill>
            <a:srgbClr val="7030A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US" sz="1400" b="1" i="0" u="none" strike="noStrike" cap="none" noProof="0">
                <a:solidFill>
                  <a:srgbClr val="FFFFFF"/>
                </a:solidFill>
                <a:latin typeface="IBM Plex Sans"/>
                <a:ea typeface="IBM Plex Sans"/>
                <a:cs typeface="IBM Plex Sans"/>
                <a:sym typeface="IBM Plex Sans"/>
              </a:rPr>
              <a:t>Sustainability of the Model</a:t>
            </a:r>
          </a:p>
        </p:txBody>
      </p:sp>
      <p:sp>
        <p:nvSpPr>
          <p:cNvPr id="2481" name="Google Shape;2481;g3b23322d595_2_1504"/>
          <p:cNvSpPr txBox="1"/>
          <p:nvPr/>
        </p:nvSpPr>
        <p:spPr>
          <a:xfrm>
            <a:off x="6181338" y="3832948"/>
            <a:ext cx="5483506" cy="1600200"/>
          </a:xfrm>
          <a:prstGeom prst="rect">
            <a:avLst/>
          </a:prstGeom>
          <a:noFill/>
          <a:ln w="9525" cap="flat" cmpd="sng">
            <a:solidFill>
              <a:srgbClr val="F2F2F2"/>
            </a:solidFill>
            <a:prstDash val="solid"/>
            <a:round/>
            <a:headEnd type="none" w="sm" len="sm"/>
            <a:tailEnd type="none" w="sm" len="sm"/>
          </a:ln>
        </p:spPr>
        <p:txBody>
          <a:bodyPr spcFirstLastPara="1" wrap="square" lIns="91425" tIns="91425" rIns="91425" bIns="91425" anchor="t" anchorCtr="0">
            <a:noAutofit/>
          </a:bodyPr>
          <a:lstStyle/>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Amazon has </a:t>
            </a:r>
            <a:r>
              <a:rPr lang="en-US" sz="1200" b="1" i="0" u="none" strike="noStrike" cap="none" noProof="0">
                <a:solidFill>
                  <a:srgbClr val="000000"/>
                </a:solidFill>
                <a:latin typeface="IBM Plex Sans"/>
                <a:ea typeface="IBM Plex Sans"/>
                <a:cs typeface="IBM Plex Sans"/>
                <a:sym typeface="IBM Plex Sans"/>
              </a:rPr>
              <a:t>structural advantages </a:t>
            </a:r>
            <a:r>
              <a:rPr lang="en-US" sz="1200" b="0" i="0" u="none" strike="noStrike" cap="none" noProof="0">
                <a:solidFill>
                  <a:srgbClr val="000000"/>
                </a:solidFill>
                <a:latin typeface="IBM Plex Sans"/>
                <a:ea typeface="IBM Plex Sans"/>
                <a:cs typeface="IBM Plex Sans"/>
                <a:sym typeface="IBM Plex Sans"/>
              </a:rPr>
              <a:t>(commerce data, low churn, huge user base)</a:t>
            </a:r>
          </a:p>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Ads enhance (not cannibalize) the Prime value proposition</a:t>
            </a:r>
          </a:p>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Continues Amazon’s strategy of </a:t>
            </a:r>
            <a:r>
              <a:rPr lang="en-US" sz="1200" b="1" i="0" u="none" strike="noStrike" cap="none" noProof="0">
                <a:solidFill>
                  <a:srgbClr val="000000"/>
                </a:solidFill>
                <a:latin typeface="IBM Plex Sans"/>
                <a:ea typeface="IBM Plex Sans"/>
                <a:cs typeface="IBM Plex Sans"/>
                <a:sym typeface="IBM Plex Sans"/>
              </a:rPr>
              <a:t>monetizing attention within its ecosystem</a:t>
            </a:r>
            <a:endParaRPr lang="en-US" sz="1200" b="0" i="0" u="none" strike="noStrike" cap="none" noProof="0">
              <a:solidFill>
                <a:srgbClr val="000000"/>
              </a:solidFill>
              <a:latin typeface="IBM Plex Sans"/>
              <a:ea typeface="IBM Plex Sans"/>
              <a:cs typeface="IBM Plex Sans"/>
              <a:sym typeface="IBM Plex Sans"/>
            </a:endParaRPr>
          </a:p>
          <a:p>
            <a:pPr marL="285750" marR="0" lvl="0" indent="-285750" algn="l" rtl="0">
              <a:lnSpc>
                <a:spcPct val="100000"/>
              </a:lnSpc>
              <a:spcBef>
                <a:spcPts val="0"/>
              </a:spcBef>
              <a:spcAft>
                <a:spcPts val="0"/>
              </a:spcAft>
              <a:buClr>
                <a:srgbClr val="000000"/>
              </a:buClr>
              <a:buSzPts val="1400"/>
              <a:buFont typeface="Arial"/>
              <a:buChar char="•"/>
            </a:pPr>
            <a:r>
              <a:rPr lang="en-US" sz="1200" b="0" i="0" u="none" strike="noStrike" cap="none" noProof="0">
                <a:solidFill>
                  <a:srgbClr val="000000"/>
                </a:solidFill>
                <a:latin typeface="IBM Plex Sans"/>
                <a:ea typeface="IBM Plex Sans"/>
                <a:cs typeface="IBM Plex Sans"/>
                <a:sym typeface="IBM Plex Sans"/>
              </a:rPr>
              <a:t>Strong long-term runway: global expansion + sports + shoppable video formats</a:t>
            </a:r>
          </a:p>
        </p:txBody>
      </p:sp>
      <p:sp>
        <p:nvSpPr>
          <p:cNvPr id="3" name="Google Shape;647;g3b2110f3d24_0_132">
            <a:extLst>
              <a:ext uri="{FF2B5EF4-FFF2-40B4-BE49-F238E27FC236}">
                <a16:creationId xmlns:a16="http://schemas.microsoft.com/office/drawing/2014/main" id="{1194CC19-56DE-9842-E6EE-6F5A4E3D9557}"/>
              </a:ext>
            </a:extLst>
          </p:cNvPr>
          <p:cNvSpPr txBox="1">
            <a:spLocks noGrp="1"/>
          </p:cNvSpPr>
          <p:nvPr>
            <p:ph type="sldNum" idx="12"/>
          </p:nvPr>
        </p:nvSpPr>
        <p:spPr>
          <a:xfrm>
            <a:off x="11525219" y="6583101"/>
            <a:ext cx="303300" cy="200100"/>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95</a:t>
            </a:fld>
            <a:endParaRPr lang="en-US" noProof="0"/>
          </a:p>
        </p:txBody>
      </p:sp>
      <p:sp>
        <p:nvSpPr>
          <p:cNvPr id="6" name="CaixaDeTexto 5">
            <a:extLst>
              <a:ext uri="{FF2B5EF4-FFF2-40B4-BE49-F238E27FC236}">
                <a16:creationId xmlns:a16="http://schemas.microsoft.com/office/drawing/2014/main" id="{08E12BF9-D57B-A72B-5634-4D59E3DB6347}"/>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Parallels</a:t>
            </a:r>
          </a:p>
        </p:txBody>
      </p:sp>
    </p:spTree>
    <p:extLst>
      <p:ext uri="{BB962C8B-B14F-4D97-AF65-F5344CB8AC3E}">
        <p14:creationId xmlns:p14="http://schemas.microsoft.com/office/powerpoint/2010/main" val="165499612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Shape 486"/>
        <p:cNvGrpSpPr/>
        <p:nvPr/>
      </p:nvGrpSpPr>
      <p:grpSpPr>
        <a:xfrm>
          <a:off x="0" y="0"/>
          <a:ext cx="0" cy="0"/>
          <a:chOff x="0" y="0"/>
          <a:chExt cx="0" cy="0"/>
        </a:xfrm>
      </p:grpSpPr>
      <p:sp>
        <p:nvSpPr>
          <p:cNvPr id="487" name="Google Shape;487;p48"/>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96</a:t>
            </a:fld>
            <a:endParaRPr lang="en-US" noProof="0"/>
          </a:p>
        </p:txBody>
      </p:sp>
      <p:sp>
        <p:nvSpPr>
          <p:cNvPr id="488" name="Google Shape;488;p48"/>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pPr lvl="0"/>
            <a:r>
              <a:rPr lang="en-US" dirty="0"/>
              <a:t>Feedback sessions summary</a:t>
            </a:r>
            <a:endParaRPr lang="en-US" noProof="0" dirty="0"/>
          </a:p>
        </p:txBody>
      </p:sp>
      <p:sp>
        <p:nvSpPr>
          <p:cNvPr id="491" name="Google Shape;491;p48"/>
          <p:cNvSpPr txBox="1"/>
          <p:nvPr/>
        </p:nvSpPr>
        <p:spPr>
          <a:xfrm>
            <a:off x="420595" y="952536"/>
            <a:ext cx="11350625" cy="4426813"/>
          </a:xfrm>
          <a:prstGeom prst="rect">
            <a:avLst/>
          </a:prstGeom>
          <a:noFill/>
          <a:ln>
            <a:noFill/>
          </a:ln>
        </p:spPr>
        <p:txBody>
          <a:bodyPr spcFirstLastPara="1" wrap="square" lIns="0" tIns="45700" rIns="0" bIns="45700" anchor="t" anchorCtr="0">
            <a:spAutoFit/>
          </a:bodyPr>
          <a:lstStyle/>
          <a:p>
            <a:pPr lvl="0">
              <a:spcAft>
                <a:spcPts val="600"/>
              </a:spcAft>
              <a:buClr>
                <a:schemeClr val="dk1"/>
              </a:buClr>
              <a:buSzPts val="1032"/>
            </a:pPr>
            <a:r>
              <a:rPr lang="en-US" sz="1200" b="1" noProof="0" dirty="0">
                <a:solidFill>
                  <a:schemeClr val="dk1"/>
                </a:solidFill>
                <a:latin typeface="IBM Plex Sans" panose="020B0503050203000203" pitchFamily="34" charset="0"/>
                <a:ea typeface="IBM Plex Sans"/>
                <a:cs typeface="IBM Plex Sans"/>
                <a:sym typeface="IBM Plex Sans"/>
              </a:rPr>
              <a:t>What we learned</a:t>
            </a:r>
            <a:endParaRPr lang="en-US" sz="1200" b="1" noProof="0" dirty="0">
              <a:solidFill>
                <a:schemeClr val="dk1"/>
              </a:solidFill>
              <a:latin typeface="IBM Plex Sans" panose="020B0503050203000203" pitchFamily="34" charset="0"/>
            </a:endParaRPr>
          </a:p>
          <a:p>
            <a:pPr marL="431800" lvl="1" indent="-251460">
              <a:spcBef>
                <a:spcPts val="800"/>
              </a:spcBef>
              <a:spcAft>
                <a:spcPts val="600"/>
              </a:spcAft>
              <a:buClr>
                <a:schemeClr val="dk1"/>
              </a:buClr>
              <a:buSzPts val="1032"/>
              <a:buFont typeface="Arial" panose="020B0604020202020204" pitchFamily="34" charset="0"/>
              <a:buChar char="•"/>
            </a:pPr>
            <a:r>
              <a:rPr lang="en-US" sz="1200" b="1" dirty="0">
                <a:latin typeface="IBM Plex Sans" panose="020B0503050203000203" pitchFamily="34" charset="0"/>
              </a:rPr>
              <a:t>AI adoption remains additive in 2025</a:t>
            </a:r>
            <a:r>
              <a:rPr lang="en-US" sz="1200" dirty="0">
                <a:latin typeface="IBM Plex Sans" panose="020B0503050203000203" pitchFamily="34" charset="0"/>
              </a:rPr>
              <a:t>: based on Google’s Q4’25 results, search revenue grew ~17% YoY (Q4’25 vs. Q4’24), and </a:t>
            </a:r>
            <a:r>
              <a:rPr lang="en-US" sz="1200" b="1" dirty="0">
                <a:latin typeface="IBM Plex Sans" panose="020B0503050203000203" pitchFamily="34" charset="0"/>
              </a:rPr>
              <a:t>Google continues testing novel ways to protect revenue through AI</a:t>
            </a:r>
            <a:r>
              <a:rPr lang="en-US" sz="1200" b="1" baseline="30000" dirty="0">
                <a:latin typeface="IBM Plex Sans" panose="020B0503050203000203" pitchFamily="34" charset="0"/>
              </a:rPr>
              <a:t>1</a:t>
            </a:r>
            <a:endParaRPr lang="en-US" sz="1200" baseline="30000" dirty="0">
              <a:latin typeface="IBM Plex Sans" panose="020B0503050203000203" pitchFamily="34" charset="0"/>
            </a:endParaRPr>
          </a:p>
          <a:p>
            <a:pPr marL="767715" lvl="5" indent="-228600">
              <a:spcBef>
                <a:spcPts val="800"/>
              </a:spcBef>
              <a:spcAft>
                <a:spcPts val="600"/>
              </a:spcAft>
              <a:buClr>
                <a:schemeClr val="dk1"/>
              </a:buClr>
              <a:buSzPts val="1032"/>
              <a:buFont typeface="Arial" panose="020B0604020202020204" pitchFamily="34" charset="0"/>
              <a:buChar char="•"/>
            </a:pPr>
            <a:r>
              <a:rPr lang="en-US" sz="1200" i="1" noProof="1">
                <a:latin typeface="IBM Plex Sans" panose="020B0503050203000203" pitchFamily="34" charset="0"/>
              </a:rPr>
              <a:t>“The combination of Traditional Search, AI Overviews, AI Mode, and Gemini App creates an </a:t>
            </a:r>
            <a:r>
              <a:rPr lang="en-US" sz="1200" b="1" i="1" noProof="1">
                <a:latin typeface="IBM Plex Sans" panose="020B0503050203000203" pitchFamily="34" charset="0"/>
              </a:rPr>
              <a:t>expansionary moment in the type of queries people make. </a:t>
            </a:r>
            <a:r>
              <a:rPr lang="en-US" sz="1200" i="1" noProof="1">
                <a:latin typeface="IBM Plex Sans" panose="020B0503050203000203" pitchFamily="34" charset="0"/>
              </a:rPr>
              <a:t>We see it as a growth opportunity, and </a:t>
            </a:r>
            <a:r>
              <a:rPr lang="en-US" sz="1200" b="1" i="1" noProof="1">
                <a:latin typeface="IBM Plex Sans" panose="020B0503050203000203" pitchFamily="34" charset="0"/>
              </a:rPr>
              <a:t>we haven't seen any evidence of cannibalization</a:t>
            </a:r>
            <a:r>
              <a:rPr lang="en-US" sz="1200" i="1" noProof="1">
                <a:latin typeface="IBM Plex Sans" panose="020B0503050203000203" pitchFamily="34" charset="0"/>
              </a:rPr>
              <a:t>.”</a:t>
            </a:r>
            <a:r>
              <a:rPr lang="en-US" sz="1200" noProof="1">
                <a:latin typeface="IBM Plex Sans" panose="020B0503050203000203" pitchFamily="34" charset="0"/>
              </a:rPr>
              <a:t> — Sundar Pichai, Google’s CEO</a:t>
            </a:r>
            <a:r>
              <a:rPr lang="en-US" sz="1200" baseline="30000" noProof="1">
                <a:latin typeface="IBM Plex Sans" panose="020B0503050203000203" pitchFamily="34" charset="0"/>
              </a:rPr>
              <a:t>1</a:t>
            </a:r>
            <a:endParaRPr lang="en-US" sz="1200" b="1" baseline="30000" dirty="0">
              <a:solidFill>
                <a:schemeClr val="dk1"/>
              </a:solidFill>
              <a:latin typeface="IBM Plex Sans" panose="020B0503050203000203" pitchFamily="34" charset="0"/>
            </a:endParaRPr>
          </a:p>
          <a:p>
            <a:pPr marL="767715" lvl="5" indent="-228600">
              <a:spcBef>
                <a:spcPts val="800"/>
              </a:spcBef>
              <a:spcAft>
                <a:spcPts val="600"/>
              </a:spcAft>
              <a:buClr>
                <a:schemeClr val="dk1"/>
              </a:buClr>
              <a:buSzPts val="1032"/>
              <a:buFont typeface="Arial" panose="020B0604020202020204" pitchFamily="34" charset="0"/>
              <a:buChar char="•"/>
            </a:pPr>
            <a:r>
              <a:rPr lang="en-US" sz="1200" i="1" noProof="1">
                <a:latin typeface="IBM Plex Sans" panose="020B0503050203000203" pitchFamily="34" charset="0"/>
              </a:rPr>
              <a:t>“We have significantly </a:t>
            </a:r>
            <a:r>
              <a:rPr lang="en-US" sz="1200" b="1" i="1" noProof="1">
                <a:latin typeface="IBM Plex Sans" panose="020B0503050203000203" pitchFamily="34" charset="0"/>
              </a:rPr>
              <a:t>increased our focus on AI Mode monetization</a:t>
            </a:r>
            <a:r>
              <a:rPr lang="en-US" sz="1200" i="1" noProof="1">
                <a:latin typeface="IBM Plex Sans" panose="020B0503050203000203" pitchFamily="34" charset="0"/>
              </a:rPr>
              <a:t>, </a:t>
            </a:r>
            <a:r>
              <a:rPr lang="en-US" sz="1200" b="1" i="1" noProof="1">
                <a:latin typeface="IBM Plex Sans" panose="020B0503050203000203" pitchFamily="34" charset="0"/>
              </a:rPr>
              <a:t>testing ads below the AI response.</a:t>
            </a:r>
            <a:r>
              <a:rPr lang="en-US" sz="1200" i="1" noProof="1">
                <a:latin typeface="IBM Plex Sans" panose="020B0503050203000203" pitchFamily="34" charset="0"/>
              </a:rPr>
              <a:t>”</a:t>
            </a:r>
            <a:r>
              <a:rPr lang="en-US" sz="1200" noProof="1">
                <a:latin typeface="IBM Plex Sans" panose="020B0503050203000203" pitchFamily="34" charset="0"/>
              </a:rPr>
              <a:t> — Philipp Schindler, Google’s Chief Business Officer</a:t>
            </a:r>
            <a:r>
              <a:rPr lang="en-US" sz="1200" baseline="30000" noProof="1">
                <a:latin typeface="IBM Plex Sans" panose="020B0503050203000203" pitchFamily="34" charset="0"/>
              </a:rPr>
              <a:t>1</a:t>
            </a:r>
            <a:endParaRPr lang="en-US" sz="1200" b="1" baseline="30000" dirty="0">
              <a:solidFill>
                <a:schemeClr val="dk1"/>
              </a:solidFill>
              <a:latin typeface="IBM Plex Sans" panose="020B0503050203000203" pitchFamily="34" charset="0"/>
            </a:endParaRPr>
          </a:p>
          <a:p>
            <a:pPr marL="431800" lvl="1" indent="-251460">
              <a:spcBef>
                <a:spcPts val="800"/>
              </a:spcBef>
              <a:spcAft>
                <a:spcPts val="600"/>
              </a:spcAft>
              <a:buClr>
                <a:schemeClr val="dk1"/>
              </a:buClr>
              <a:buSzPts val="1032"/>
              <a:buFont typeface="Arial" panose="020B0604020202020204" pitchFamily="34" charset="0"/>
              <a:buChar char="•"/>
            </a:pPr>
            <a:r>
              <a:rPr lang="en-US" sz="1200" b="1" dirty="0">
                <a:latin typeface="IBM Plex Sans" panose="020B0503050203000203" pitchFamily="34" charset="0"/>
              </a:rPr>
              <a:t>Disruption in search </a:t>
            </a:r>
            <a:r>
              <a:rPr lang="en-US" sz="1200" dirty="0">
                <a:latin typeface="IBM Plex Sans" panose="020B0503050203000203" pitchFamily="34" charset="0"/>
              </a:rPr>
              <a:t>could emerge from </a:t>
            </a:r>
            <a:r>
              <a:rPr lang="en-US" sz="1200" b="1" dirty="0">
                <a:latin typeface="IBM Plex Sans" panose="020B0503050203000203" pitchFamily="34" charset="0"/>
              </a:rPr>
              <a:t>agentic AI search</a:t>
            </a:r>
            <a:r>
              <a:rPr lang="en-US" sz="1200" b="1" baseline="30000" dirty="0">
                <a:latin typeface="IBM Plex Sans" panose="020B0503050203000203" pitchFamily="34" charset="0"/>
              </a:rPr>
              <a:t>2</a:t>
            </a:r>
            <a:r>
              <a:rPr lang="en-US" sz="1200" b="1" dirty="0">
                <a:latin typeface="IBM Plex Sans" panose="020B0503050203000203" pitchFamily="34" charset="0"/>
              </a:rPr>
              <a:t> </a:t>
            </a:r>
            <a:r>
              <a:rPr lang="en-US" sz="1200" dirty="0">
                <a:latin typeface="IBM Plex Sans" panose="020B0503050203000203" pitchFamily="34" charset="0"/>
              </a:rPr>
              <a:t>and entirely </a:t>
            </a:r>
            <a:r>
              <a:rPr lang="en-US" sz="1200" b="1" dirty="0">
                <a:latin typeface="IBM Plex Sans" panose="020B0503050203000203" pitchFamily="34" charset="0"/>
              </a:rPr>
              <a:t>new search interfaces</a:t>
            </a:r>
            <a:r>
              <a:rPr lang="en-US" sz="1200" b="1" baseline="30000" dirty="0">
                <a:latin typeface="IBM Plex Sans" panose="020B0503050203000203" pitchFamily="34" charset="0"/>
              </a:rPr>
              <a:t>3</a:t>
            </a:r>
            <a:r>
              <a:rPr lang="en-US" sz="1200" b="1" dirty="0">
                <a:latin typeface="IBM Plex Sans" panose="020B0503050203000203" pitchFamily="34" charset="0"/>
              </a:rPr>
              <a:t> (</a:t>
            </a:r>
            <a:r>
              <a:rPr lang="en-US" sz="1200" dirty="0">
                <a:latin typeface="IBM Plex Sans" panose="020B0503050203000203" pitchFamily="34" charset="0"/>
              </a:rPr>
              <a:t>e.g., </a:t>
            </a:r>
            <a:r>
              <a:rPr lang="en-US" sz="1200" b="1" dirty="0">
                <a:latin typeface="IBM Plex Sans" panose="020B0503050203000203" pitchFamily="34" charset="0"/>
              </a:rPr>
              <a:t>AI wearables)</a:t>
            </a:r>
            <a:r>
              <a:rPr lang="en-US" sz="1200" dirty="0">
                <a:latin typeface="IBM Plex Sans" panose="020B0503050203000203" pitchFamily="34" charset="0"/>
              </a:rPr>
              <a:t>, though it remains early</a:t>
            </a:r>
          </a:p>
          <a:p>
            <a:pPr marL="431800" lvl="1" indent="-251460">
              <a:spcBef>
                <a:spcPts val="800"/>
              </a:spcBef>
              <a:spcAft>
                <a:spcPts val="600"/>
              </a:spcAft>
              <a:buClr>
                <a:schemeClr val="dk1"/>
              </a:buClr>
              <a:buSzPts val="1032"/>
              <a:buFont typeface="Arial" panose="020B0604020202020204" pitchFamily="34" charset="0"/>
              <a:buChar char="•"/>
            </a:pPr>
            <a:r>
              <a:rPr lang="en-US" sz="1200" dirty="0">
                <a:latin typeface="IBM Plex Sans" panose="020B0503050203000203" pitchFamily="34" charset="0"/>
              </a:rPr>
              <a:t>AIOs appear </a:t>
            </a:r>
            <a:r>
              <a:rPr lang="en-US" sz="1200" b="1" dirty="0">
                <a:latin typeface="IBM Plex Sans" panose="020B0503050203000203" pitchFamily="34" charset="0"/>
              </a:rPr>
              <a:t>~39% more frequently</a:t>
            </a:r>
            <a:r>
              <a:rPr lang="en-US" sz="1200" dirty="0">
                <a:latin typeface="IBM Plex Sans" panose="020B0503050203000203" pitchFamily="34" charset="0"/>
              </a:rPr>
              <a:t> on desktop </a:t>
            </a:r>
            <a:r>
              <a:rPr lang="en-US" sz="1200" b="1" dirty="0">
                <a:latin typeface="IBM Plex Sans" panose="020B0503050203000203" pitchFamily="34" charset="0"/>
              </a:rPr>
              <a:t>for identical keywords</a:t>
            </a:r>
            <a:r>
              <a:rPr lang="en-US" sz="1200" baseline="30000" dirty="0">
                <a:latin typeface="IBM Plex Sans" panose="020B0503050203000203" pitchFamily="34" charset="0"/>
              </a:rPr>
              <a:t>4</a:t>
            </a:r>
            <a:r>
              <a:rPr lang="en-US" sz="1200" dirty="0">
                <a:latin typeface="IBM Plex Sans" panose="020B0503050203000203" pitchFamily="34" charset="0"/>
              </a:rPr>
              <a:t>. Additional research suggests </a:t>
            </a:r>
            <a:r>
              <a:rPr lang="en-US" sz="1200" dirty="0">
                <a:solidFill>
                  <a:schemeClr val="dk1"/>
                </a:solidFill>
                <a:latin typeface="IBM Plex Sans" panose="020B0503050203000203" pitchFamily="34" charset="0"/>
                <a:ea typeface="IBM Plex Sans"/>
                <a:cs typeface="IBM Plex Sans"/>
                <a:sym typeface="IBM Plex Sans"/>
              </a:rPr>
              <a:t>search results can vary by device and region, supporting </a:t>
            </a:r>
            <a:r>
              <a:rPr lang="en-US" sz="1200" noProof="1">
                <a:latin typeface="IBM Plex Sans" panose="020B0503050203000203" pitchFamily="34" charset="0"/>
              </a:rPr>
              <a:t>differences in click-through rates</a:t>
            </a:r>
            <a:endParaRPr lang="en-US" sz="1200" dirty="0">
              <a:solidFill>
                <a:schemeClr val="dk1"/>
              </a:solidFill>
              <a:latin typeface="IBM Plex Sans" panose="020B0503050203000203" pitchFamily="34" charset="0"/>
              <a:ea typeface="IBM Plex Sans"/>
              <a:cs typeface="IBM Plex Sans"/>
              <a:sym typeface="IBM Plex Sans"/>
            </a:endParaRPr>
          </a:p>
          <a:p>
            <a:pPr lvl="0">
              <a:spcBef>
                <a:spcPts val="1200"/>
              </a:spcBef>
              <a:spcAft>
                <a:spcPts val="600"/>
              </a:spcAft>
              <a:buClr>
                <a:schemeClr val="dk1"/>
              </a:buClr>
              <a:buSzPts val="1200"/>
            </a:pPr>
            <a:r>
              <a:rPr lang="en-US" sz="1200" b="1" dirty="0">
                <a:latin typeface="IBM Plex Sans" panose="020B0503050203000203" pitchFamily="34" charset="0"/>
              </a:rPr>
              <a:t>What changed (and what didn’t) </a:t>
            </a:r>
          </a:p>
          <a:p>
            <a:pPr marL="431800" lvl="1" indent="-251460">
              <a:spcBef>
                <a:spcPts val="800"/>
              </a:spcBef>
              <a:spcAft>
                <a:spcPts val="600"/>
              </a:spcAft>
              <a:buClr>
                <a:schemeClr val="dk1"/>
              </a:buClr>
              <a:buSzPts val="1032"/>
              <a:buFont typeface="Arial" panose="020B0604020202020204" pitchFamily="34" charset="0"/>
              <a:buChar char="•"/>
            </a:pPr>
            <a:r>
              <a:rPr lang="en-US" sz="1200" b="1" noProof="1">
                <a:latin typeface="IBM Plex Sans" panose="020B0503050203000203" pitchFamily="34" charset="0"/>
              </a:rPr>
              <a:t>Core thesis reinforced: new evidence supports the view that AI search remains additive</a:t>
            </a:r>
            <a:r>
              <a:rPr lang="en-US" sz="1200" noProof="1">
                <a:latin typeface="IBM Plex Sans" panose="020B0503050203000203" pitchFamily="34" charset="0"/>
              </a:rPr>
              <a:t> rather than purely substitutive, and that </a:t>
            </a:r>
            <a:r>
              <a:rPr lang="en-US" sz="1200" b="1" noProof="1">
                <a:latin typeface="IBM Plex Sans" panose="020B0503050203000203" pitchFamily="34" charset="0"/>
              </a:rPr>
              <a:t>search engines continue to adapt </a:t>
            </a:r>
            <a:r>
              <a:rPr lang="en-US" sz="1200" noProof="1">
                <a:latin typeface="IBM Plex Sans" panose="020B0503050203000203" pitchFamily="34" charset="0"/>
              </a:rPr>
              <a:t>to protect revenue</a:t>
            </a:r>
          </a:p>
          <a:p>
            <a:pPr marL="431800" lvl="1" indent="-251460">
              <a:spcBef>
                <a:spcPts val="800"/>
              </a:spcBef>
              <a:spcAft>
                <a:spcPts val="600"/>
              </a:spcAft>
              <a:buClr>
                <a:schemeClr val="dk1"/>
              </a:buClr>
              <a:buSzPts val="1032"/>
              <a:buFont typeface="Arial" panose="020B0604020202020204" pitchFamily="34" charset="0"/>
              <a:buChar char="•"/>
            </a:pPr>
            <a:r>
              <a:rPr lang="en-US" sz="1200" b="1" noProof="1">
                <a:latin typeface="IBM Plex Sans" panose="020B0503050203000203" pitchFamily="34" charset="0"/>
              </a:rPr>
              <a:t>Downside refined: Scenario 3 </a:t>
            </a:r>
            <a:r>
              <a:rPr lang="en-US" sz="1200" noProof="1">
                <a:latin typeface="IBM Plex Sans" panose="020B0503050203000203" pitchFamily="34" charset="0"/>
              </a:rPr>
              <a:t>is now more explicitly linked to </a:t>
            </a:r>
            <a:r>
              <a:rPr lang="en-US" sz="1200" b="1" noProof="1">
                <a:latin typeface="IBM Plex Sans" panose="020B0503050203000203" pitchFamily="34" charset="0"/>
              </a:rPr>
              <a:t>agentic search (previously mapped in the appendix) </a:t>
            </a:r>
            <a:r>
              <a:rPr lang="en-US" sz="1200" noProof="1">
                <a:latin typeface="IBM Plex Sans" panose="020B0503050203000203" pitchFamily="34" charset="0"/>
              </a:rPr>
              <a:t>and </a:t>
            </a:r>
            <a:r>
              <a:rPr lang="en-US" sz="1200" b="1" noProof="1">
                <a:latin typeface="IBM Plex Sans" panose="020B0503050203000203" pitchFamily="34" charset="0"/>
              </a:rPr>
              <a:t>search interface shifts </a:t>
            </a:r>
            <a:r>
              <a:rPr lang="en-US" sz="1200" noProof="1">
                <a:latin typeface="IBM Plex Sans" panose="020B0503050203000203" pitchFamily="34" charset="0"/>
              </a:rPr>
              <a:t>(e.g., wearable AI)</a:t>
            </a:r>
            <a:endParaRPr lang="en-US" sz="1200" b="1" noProof="1">
              <a:latin typeface="IBM Plex Sans" panose="020B0503050203000203" pitchFamily="34" charset="0"/>
            </a:endParaRPr>
          </a:p>
        </p:txBody>
      </p:sp>
      <p:sp>
        <p:nvSpPr>
          <p:cNvPr id="2" name="Google Shape;490;p48">
            <a:extLst>
              <a:ext uri="{FF2B5EF4-FFF2-40B4-BE49-F238E27FC236}">
                <a16:creationId xmlns:a16="http://schemas.microsoft.com/office/drawing/2014/main" id="{BBEF97EA-D53E-5B7B-A0AF-E283188EFEA2}"/>
              </a:ext>
            </a:extLst>
          </p:cNvPr>
          <p:cNvSpPr txBox="1"/>
          <p:nvPr/>
        </p:nvSpPr>
        <p:spPr>
          <a:xfrm>
            <a:off x="409962" y="6308585"/>
            <a:ext cx="10467145" cy="215444"/>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chemeClr val="bg1">
                    <a:lumMod val="50000"/>
                  </a:schemeClr>
                </a:solidFill>
                <a:latin typeface="IBM Plex Sans"/>
                <a:ea typeface="IBM Plex Sans"/>
                <a:cs typeface="IBM Plex Sans"/>
                <a:sym typeface="IBM Plex Sans"/>
              </a:rPr>
              <a:t>Sources: (1) </a:t>
            </a:r>
            <a:r>
              <a:rPr lang="en-US" sz="700" noProof="1">
                <a:solidFill>
                  <a:schemeClr val="bg1">
                    <a:lumMod val="50000"/>
                  </a:schemeClr>
                </a:solidFill>
                <a:latin typeface="IBM Plex Sans" panose="020B0503050203000203" pitchFamily="34" charset="0"/>
                <a:hlinkClick r:id="rId3">
                  <a:extLst>
                    <a:ext uri="{A12FA001-AC4F-418D-AE19-62706E023703}">
                      <ahyp:hlinkClr xmlns:ahyp="http://schemas.microsoft.com/office/drawing/2018/hyperlinkcolor" val="tx"/>
                    </a:ext>
                  </a:extLst>
                </a:hlinkClick>
              </a:rPr>
              <a:t>Alphabet’s </a:t>
            </a:r>
            <a:r>
              <a:rPr lang="en-US" sz="700" dirty="0">
                <a:solidFill>
                  <a:schemeClr val="bg1">
                    <a:lumMod val="50000"/>
                  </a:schemeClr>
                </a:solidFill>
                <a:latin typeface="IBM Plex Sans" panose="020B0503050203000203" pitchFamily="34" charset="0"/>
                <a:hlinkClick r:id="rId3">
                  <a:extLst>
                    <a:ext uri="{A12FA001-AC4F-418D-AE19-62706E023703}">
                      <ahyp:hlinkClr xmlns:ahyp="http://schemas.microsoft.com/office/drawing/2018/hyperlinkcolor" val="tx"/>
                    </a:ext>
                  </a:extLst>
                </a:hlinkClick>
              </a:rPr>
              <a:t>Q4 2025 Earnings call</a:t>
            </a:r>
            <a:r>
              <a:rPr lang="en-US" sz="700" dirty="0">
                <a:solidFill>
                  <a:schemeClr val="bg1">
                    <a:lumMod val="50000"/>
                  </a:schemeClr>
                </a:solidFill>
                <a:latin typeface="IBM Plex Sans" panose="020B0503050203000203" pitchFamily="34" charset="0"/>
              </a:rPr>
              <a:t>, (2) </a:t>
            </a:r>
            <a:r>
              <a:rPr lang="en-US" sz="700" u="sng" dirty="0">
                <a:solidFill>
                  <a:schemeClr val="bg1">
                    <a:lumMod val="50000"/>
                  </a:schemeClr>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McKinsey</a:t>
            </a:r>
            <a:r>
              <a:rPr lang="en-US" sz="700" dirty="0">
                <a:solidFill>
                  <a:schemeClr val="bg1">
                    <a:lumMod val="50000"/>
                  </a:schemeClr>
                </a:solidFill>
                <a:latin typeface="IBM Plex Sans"/>
                <a:ea typeface="IBM Plex Sans"/>
                <a:cs typeface="IBM Plex Sans"/>
                <a:sym typeface="IBM Plex Sans"/>
              </a:rPr>
              <a:t>, </a:t>
            </a:r>
            <a:r>
              <a:rPr lang="en-US" sz="700" u="sng" dirty="0">
                <a:solidFill>
                  <a:schemeClr val="bg1">
                    <a:lumMod val="50000"/>
                  </a:schemeClr>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Gartner</a:t>
            </a:r>
            <a:r>
              <a:rPr lang="en-US" sz="700" dirty="0">
                <a:solidFill>
                  <a:schemeClr val="bg1">
                    <a:lumMod val="50000"/>
                  </a:schemeClr>
                </a:solidFill>
                <a:latin typeface="IBM Plex Sans"/>
                <a:ea typeface="IBM Plex Sans"/>
                <a:cs typeface="IBM Plex Sans"/>
                <a:sym typeface="IBM Plex Sans"/>
              </a:rPr>
              <a:t>, </a:t>
            </a:r>
            <a:r>
              <a:rPr lang="en-US" sz="700" dirty="0">
                <a:solidFill>
                  <a:schemeClr val="bg1">
                    <a:lumMod val="50000"/>
                  </a:schemeClr>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Forbes</a:t>
            </a:r>
            <a:r>
              <a:rPr lang="en-US" sz="700" dirty="0">
                <a:solidFill>
                  <a:schemeClr val="bg1">
                    <a:lumMod val="50000"/>
                  </a:schemeClr>
                </a:solidFill>
                <a:latin typeface="IBM Plex Sans"/>
                <a:ea typeface="IBM Plex Sans"/>
                <a:cs typeface="IBM Plex Sans"/>
                <a:sym typeface="IBM Plex Sans"/>
              </a:rPr>
              <a:t>, </a:t>
            </a:r>
            <a:r>
              <a:rPr lang="en-US" sz="700" dirty="0">
                <a:solidFill>
                  <a:schemeClr val="bg1">
                    <a:lumMod val="50000"/>
                  </a:schemeClr>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Search Engine Land</a:t>
            </a:r>
            <a:r>
              <a:rPr lang="en-US" sz="700" dirty="0">
                <a:solidFill>
                  <a:schemeClr val="bg1">
                    <a:lumMod val="50000"/>
                  </a:schemeClr>
                </a:solidFill>
                <a:latin typeface="IBM Plex Sans"/>
                <a:ea typeface="IBM Plex Sans"/>
                <a:cs typeface="IBM Plex Sans"/>
                <a:sym typeface="IBM Plex Sans"/>
              </a:rPr>
              <a:t>, </a:t>
            </a:r>
            <a:r>
              <a:rPr lang="en-US" sz="700" dirty="0">
                <a:solidFill>
                  <a:schemeClr val="bg1">
                    <a:lumMod val="50000"/>
                  </a:schemeClr>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Evergreen Media</a:t>
            </a:r>
            <a:r>
              <a:rPr lang="en-US" sz="700" dirty="0">
                <a:solidFill>
                  <a:schemeClr val="bg1">
                    <a:lumMod val="50000"/>
                  </a:schemeClr>
                </a:solidFill>
                <a:latin typeface="IBM Plex Sans"/>
                <a:ea typeface="IBM Plex Sans"/>
                <a:cs typeface="IBM Plex Sans"/>
                <a:sym typeface="IBM Plex Sans"/>
              </a:rPr>
              <a:t>, (3) </a:t>
            </a:r>
            <a:r>
              <a:rPr lang="en-US" sz="700" dirty="0">
                <a:solidFill>
                  <a:schemeClr val="bg1">
                    <a:lumMod val="50000"/>
                  </a:schemeClr>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AI Certs</a:t>
            </a:r>
            <a:r>
              <a:rPr lang="en-US" sz="700" dirty="0">
                <a:solidFill>
                  <a:schemeClr val="bg1">
                    <a:lumMod val="50000"/>
                  </a:schemeClr>
                </a:solidFill>
                <a:latin typeface="IBM Plex Sans"/>
                <a:ea typeface="IBM Plex Sans"/>
                <a:cs typeface="IBM Plex Sans"/>
                <a:sym typeface="IBM Plex Sans"/>
              </a:rPr>
              <a:t>, </a:t>
            </a:r>
            <a:r>
              <a:rPr lang="en-US" sz="700" dirty="0">
                <a:solidFill>
                  <a:schemeClr val="bg1">
                    <a:lumMod val="50000"/>
                  </a:schemeClr>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Adthena</a:t>
            </a:r>
            <a:r>
              <a:rPr lang="en-US" sz="700" dirty="0">
                <a:solidFill>
                  <a:schemeClr val="bg1">
                    <a:lumMod val="50000"/>
                  </a:schemeClr>
                </a:solidFill>
                <a:latin typeface="IBM Plex Sans"/>
                <a:ea typeface="IBM Plex Sans"/>
                <a:cs typeface="IBM Plex Sans"/>
                <a:sym typeface="IBM Plex Sans"/>
              </a:rPr>
              <a:t> and </a:t>
            </a:r>
            <a:r>
              <a:rPr lang="en-US" sz="700" dirty="0">
                <a:solidFill>
                  <a:schemeClr val="bg1">
                    <a:lumMod val="50000"/>
                  </a:schemeClr>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Forbes</a:t>
            </a:r>
            <a:r>
              <a:rPr lang="en-US" sz="700" dirty="0">
                <a:solidFill>
                  <a:schemeClr val="bg1">
                    <a:lumMod val="50000"/>
                  </a:schemeClr>
                </a:solidFill>
                <a:latin typeface="IBM Plex Sans"/>
                <a:ea typeface="IBM Plex Sans"/>
                <a:cs typeface="IBM Plex Sans"/>
                <a:sym typeface="IBM Plex Sans"/>
              </a:rPr>
              <a:t>, </a:t>
            </a:r>
            <a:r>
              <a:rPr lang="en-US" sz="700" dirty="0">
                <a:solidFill>
                  <a:schemeClr val="bg1">
                    <a:lumMod val="50000"/>
                  </a:schemeClr>
                </a:solidFill>
                <a:latin typeface="IBM Plex Sans"/>
                <a:ea typeface="Calibri"/>
                <a:cs typeface="Calibri"/>
                <a:sym typeface="Calibri"/>
              </a:rPr>
              <a:t>(4), </a:t>
            </a:r>
            <a:r>
              <a:rPr lang="en-US" sz="700" dirty="0">
                <a:solidFill>
                  <a:schemeClr val="bg1">
                    <a:lumMod val="50000"/>
                  </a:schemeClr>
                </a:solidFill>
                <a:latin typeface="IBM Plex Sans"/>
                <a:ea typeface="Calibri"/>
                <a:cs typeface="Calibri"/>
                <a:sym typeface="Calibri"/>
                <a:hlinkClick r:id="rId12">
                  <a:extLst>
                    <a:ext uri="{A12FA001-AC4F-418D-AE19-62706E023703}">
                      <ahyp:hlinkClr xmlns:ahyp="http://schemas.microsoft.com/office/drawing/2018/hyperlinkcolor" val="tx"/>
                    </a:ext>
                  </a:extLst>
                </a:hlinkClick>
              </a:rPr>
              <a:t>Passionfruit</a:t>
            </a:r>
            <a:r>
              <a:rPr lang="en-US" sz="700" dirty="0">
                <a:solidFill>
                  <a:schemeClr val="bg1">
                    <a:lumMod val="50000"/>
                  </a:schemeClr>
                </a:solidFill>
                <a:latin typeface="IBM Plex Sans"/>
                <a:ea typeface="Calibri"/>
                <a:cs typeface="Calibri"/>
                <a:sym typeface="Calibri"/>
              </a:rPr>
              <a:t>, (5) </a:t>
            </a:r>
            <a:r>
              <a:rPr lang="en-US" sz="700" dirty="0">
                <a:solidFill>
                  <a:schemeClr val="bg1">
                    <a:lumMod val="50000"/>
                  </a:schemeClr>
                </a:solidFill>
                <a:latin typeface="IBM Plex Sans"/>
                <a:ea typeface="IBM Plex Sans"/>
                <a:cs typeface="IBM Plex Sans"/>
                <a:sym typeface="IBM Plex Sans"/>
              </a:rPr>
              <a:t> </a:t>
            </a:r>
            <a:r>
              <a:rPr lang="en-US" sz="700" dirty="0">
                <a:solidFill>
                  <a:schemeClr val="bg1">
                    <a:lumMod val="50000"/>
                  </a:schemeClr>
                </a:solidFill>
                <a:latin typeface="IBM Plex Sans"/>
                <a:ea typeface="IBM Plex Sans"/>
                <a:cs typeface="IBM Plex Sans"/>
                <a:sym typeface="IBM Plex Sans"/>
                <a:hlinkClick r:id="rId13">
                  <a:extLst>
                    <a:ext uri="{A12FA001-AC4F-418D-AE19-62706E023703}">
                      <ahyp:hlinkClr xmlns:ahyp="http://schemas.microsoft.com/office/drawing/2018/hyperlinkcolor" val="tx"/>
                    </a:ext>
                  </a:extLst>
                </a:hlinkClick>
              </a:rPr>
              <a:t>Press Gazette</a:t>
            </a:r>
            <a:r>
              <a:rPr lang="en-US" sz="700" dirty="0">
                <a:solidFill>
                  <a:schemeClr val="bg1">
                    <a:lumMod val="50000"/>
                  </a:schemeClr>
                </a:solidFill>
                <a:latin typeface="IBM Plex Sans"/>
                <a:ea typeface="IBM Plex Sans"/>
                <a:cs typeface="IBM Plex Sans"/>
                <a:sym typeface="IBM Plex Sans"/>
              </a:rPr>
              <a:t>, </a:t>
            </a:r>
            <a:r>
              <a:rPr lang="en-US" sz="700" dirty="0">
                <a:solidFill>
                  <a:schemeClr val="bg1">
                    <a:lumMod val="50000"/>
                  </a:schemeClr>
                </a:solidFill>
                <a:latin typeface="IBM Plex Sans"/>
                <a:ea typeface="IBM Plex Sans"/>
                <a:cs typeface="IBM Plex Sans"/>
                <a:sym typeface="IBM Plex Sans"/>
                <a:hlinkClick r:id="rId14">
                  <a:extLst>
                    <a:ext uri="{A12FA001-AC4F-418D-AE19-62706E023703}">
                      <ahyp:hlinkClr xmlns:ahyp="http://schemas.microsoft.com/office/drawing/2018/hyperlinkcolor" val="tx"/>
                    </a:ext>
                  </a:extLst>
                </a:hlinkClick>
              </a:rPr>
              <a:t>The Guardian</a:t>
            </a:r>
            <a:r>
              <a:rPr lang="en-US" sz="700" dirty="0">
                <a:solidFill>
                  <a:schemeClr val="bg1">
                    <a:lumMod val="50000"/>
                  </a:schemeClr>
                </a:solidFill>
                <a:latin typeface="IBM Plex Sans"/>
                <a:ea typeface="IBM Plex Sans"/>
                <a:cs typeface="IBM Plex Sans"/>
                <a:sym typeface="IBM Plex Sans"/>
              </a:rPr>
              <a:t>, </a:t>
            </a:r>
            <a:r>
              <a:rPr lang="en-US" sz="700" dirty="0">
                <a:solidFill>
                  <a:schemeClr val="bg1">
                    <a:lumMod val="50000"/>
                  </a:schemeClr>
                </a:solidFill>
                <a:latin typeface="IBM Plex Sans"/>
                <a:ea typeface="IBM Plex Sans"/>
                <a:cs typeface="IBM Plex Sans"/>
                <a:sym typeface="IBM Plex Sans"/>
                <a:hlinkClick r:id="rId15">
                  <a:extLst>
                    <a:ext uri="{A12FA001-AC4F-418D-AE19-62706E023703}">
                      <ahyp:hlinkClr xmlns:ahyp="http://schemas.microsoft.com/office/drawing/2018/hyperlinkcolor" val="tx"/>
                    </a:ext>
                  </a:extLst>
                </a:hlinkClick>
              </a:rPr>
              <a:t>Media Leader</a:t>
            </a:r>
            <a:r>
              <a:rPr lang="en-US" sz="700" dirty="0">
                <a:solidFill>
                  <a:schemeClr val="bg1">
                    <a:lumMod val="50000"/>
                  </a:schemeClr>
                </a:solidFill>
                <a:latin typeface="IBM Plex Sans"/>
                <a:ea typeface="IBM Plex Sans"/>
                <a:cs typeface="IBM Plex Sans"/>
                <a:sym typeface="IBM Plex Sans"/>
              </a:rPr>
              <a:t>, </a:t>
            </a:r>
            <a:r>
              <a:rPr lang="en-US" sz="700" dirty="0">
                <a:solidFill>
                  <a:schemeClr val="bg1">
                    <a:lumMod val="50000"/>
                  </a:schemeClr>
                </a:solidFill>
                <a:latin typeface="IBM Plex Sans"/>
                <a:ea typeface="IBM Plex Sans"/>
                <a:cs typeface="IBM Plex Sans"/>
                <a:sym typeface="IBM Plex Sans"/>
                <a:hlinkClick r:id="rId16">
                  <a:extLst>
                    <a:ext uri="{A12FA001-AC4F-418D-AE19-62706E023703}">
                      <ahyp:hlinkClr xmlns:ahyp="http://schemas.microsoft.com/office/drawing/2018/hyperlinkcolor" val="tx"/>
                    </a:ext>
                  </a:extLst>
                </a:hlinkClick>
              </a:rPr>
              <a:t>Barron’s</a:t>
            </a:r>
            <a:endParaRPr lang="en-US" sz="700" dirty="0">
              <a:solidFill>
                <a:schemeClr val="bg1">
                  <a:lumMod val="50000"/>
                </a:schemeClr>
              </a:solidFill>
              <a:latin typeface="IBM Plex Sans"/>
            </a:endParaRPr>
          </a:p>
          <a:p>
            <a:endParaRPr lang="en-US" sz="700" noProof="0" dirty="0">
              <a:solidFill>
                <a:schemeClr val="bg1">
                  <a:lumMod val="50000"/>
                </a:schemeClr>
              </a:solidFill>
              <a:latin typeface="IBM Plex Sans"/>
            </a:endParaRPr>
          </a:p>
        </p:txBody>
      </p:sp>
    </p:spTree>
    <p:extLst>
      <p:ext uri="{BB962C8B-B14F-4D97-AF65-F5344CB8AC3E}">
        <p14:creationId xmlns:p14="http://schemas.microsoft.com/office/powerpoint/2010/main" val="411676324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486">
          <a:extLst>
            <a:ext uri="{FF2B5EF4-FFF2-40B4-BE49-F238E27FC236}">
              <a16:creationId xmlns:a16="http://schemas.microsoft.com/office/drawing/2014/main" id="{136EC0A6-A666-11C6-07F3-48D3E308D581}"/>
            </a:ext>
          </a:extLst>
        </p:cNvPr>
        <p:cNvGrpSpPr/>
        <p:nvPr/>
      </p:nvGrpSpPr>
      <p:grpSpPr>
        <a:xfrm>
          <a:off x="0" y="0"/>
          <a:ext cx="0" cy="0"/>
          <a:chOff x="0" y="0"/>
          <a:chExt cx="0" cy="0"/>
        </a:xfrm>
      </p:grpSpPr>
      <p:sp>
        <p:nvSpPr>
          <p:cNvPr id="487" name="Google Shape;487;p48">
            <a:extLst>
              <a:ext uri="{FF2B5EF4-FFF2-40B4-BE49-F238E27FC236}">
                <a16:creationId xmlns:a16="http://schemas.microsoft.com/office/drawing/2014/main" id="{D0E2DE60-E42D-3927-516A-FB64F307C35F}"/>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97</a:t>
            </a:fld>
            <a:endParaRPr lang="en-US" noProof="0"/>
          </a:p>
        </p:txBody>
      </p:sp>
      <p:sp>
        <p:nvSpPr>
          <p:cNvPr id="488" name="Google Shape;488;p48">
            <a:extLst>
              <a:ext uri="{FF2B5EF4-FFF2-40B4-BE49-F238E27FC236}">
                <a16:creationId xmlns:a16="http://schemas.microsoft.com/office/drawing/2014/main" id="{B4712D7C-3CE4-EDC7-B68C-7DF8463BBEFF}"/>
              </a:ext>
            </a:extLst>
          </p:cNvPr>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r>
              <a:rPr lang="en-US" dirty="0"/>
              <a:t>What changed &amp; What we learned (1/2)</a:t>
            </a:r>
            <a:endParaRPr lang="en-US" noProof="0" dirty="0"/>
          </a:p>
        </p:txBody>
      </p:sp>
      <p:graphicFrame>
        <p:nvGraphicFramePr>
          <p:cNvPr id="8" name="Google Shape;469;p46">
            <a:extLst>
              <a:ext uri="{FF2B5EF4-FFF2-40B4-BE49-F238E27FC236}">
                <a16:creationId xmlns:a16="http://schemas.microsoft.com/office/drawing/2014/main" id="{61CFB69A-F6BF-22D9-A743-2E84694AA8AB}"/>
              </a:ext>
            </a:extLst>
          </p:cNvPr>
          <p:cNvGraphicFramePr/>
          <p:nvPr/>
        </p:nvGraphicFramePr>
        <p:xfrm>
          <a:off x="420605" y="1009364"/>
          <a:ext cx="11350801" cy="5340080"/>
        </p:xfrm>
        <a:graphic>
          <a:graphicData uri="http://schemas.openxmlformats.org/drawingml/2006/table">
            <a:tbl>
              <a:tblPr>
                <a:noFill/>
                <a:tableStyleId>{16461213-F4DB-495F-93F5-F8E8B3FAFA39}</a:tableStyleId>
              </a:tblPr>
              <a:tblGrid>
                <a:gridCol w="2170195">
                  <a:extLst>
                    <a:ext uri="{9D8B030D-6E8A-4147-A177-3AD203B41FA5}">
                      <a16:colId xmlns:a16="http://schemas.microsoft.com/office/drawing/2014/main" val="20001"/>
                    </a:ext>
                  </a:extLst>
                </a:gridCol>
                <a:gridCol w="5359400">
                  <a:extLst>
                    <a:ext uri="{9D8B030D-6E8A-4147-A177-3AD203B41FA5}">
                      <a16:colId xmlns:a16="http://schemas.microsoft.com/office/drawing/2014/main" val="20002"/>
                    </a:ext>
                  </a:extLst>
                </a:gridCol>
                <a:gridCol w="3821206">
                  <a:extLst>
                    <a:ext uri="{9D8B030D-6E8A-4147-A177-3AD203B41FA5}">
                      <a16:colId xmlns:a16="http://schemas.microsoft.com/office/drawing/2014/main" val="2829483117"/>
                    </a:ext>
                  </a:extLst>
                </a:gridCol>
              </a:tblGrid>
              <a:tr h="199339">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dirty="0">
                          <a:solidFill>
                            <a:schemeClr val="lt1"/>
                          </a:solidFill>
                          <a:latin typeface="IBM Plex Sans" panose="020B0503050203000203" pitchFamily="34" charset="0"/>
                          <a:ea typeface="IBM Plex Sans"/>
                          <a:cs typeface="IBM Plex Sans"/>
                          <a:sym typeface="IBM Plex Sans"/>
                        </a:rPr>
                        <a:t>Topic</a:t>
                      </a:r>
                      <a:endParaRPr lang="en-US" sz="1200" u="none" strike="noStrike" cap="none" noProof="0" dirty="0">
                        <a:solidFill>
                          <a:schemeClr val="lt1"/>
                        </a:solidFill>
                        <a:latin typeface="IBM Plex Sans" panose="020B0503050203000203" pitchFamily="34" charset="0"/>
                        <a:ea typeface="IBM Plex Sans"/>
                        <a:cs typeface="IBM Plex Sans"/>
                        <a:sym typeface="IBM Plex Sans"/>
                      </a:endParaRPr>
                    </a:p>
                  </a:txBody>
                  <a:tcPr marL="91450" marR="9145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dirty="0">
                          <a:solidFill>
                            <a:schemeClr val="lt1"/>
                          </a:solidFill>
                          <a:latin typeface="IBM Plex Sans" panose="020B0503050203000203" pitchFamily="34" charset="0"/>
                          <a:ea typeface="IBM Plex Sans"/>
                          <a:cs typeface="IBM Plex Sans"/>
                          <a:sym typeface="IBM Plex Sans"/>
                        </a:rPr>
                        <a:t>What new things we learned</a:t>
                      </a:r>
                      <a:endParaRPr lang="en-US" sz="1200" u="none" strike="noStrike" cap="none" noProof="0" dirty="0">
                        <a:solidFill>
                          <a:schemeClr val="lt1"/>
                        </a:solidFill>
                        <a:latin typeface="IBM Plex Sans" panose="020B0503050203000203" pitchFamily="34" charset="0"/>
                        <a:ea typeface="IBM Plex Sans"/>
                        <a:cs typeface="IBM Plex Sans"/>
                        <a:sym typeface="IBM Plex Sans"/>
                      </a:endParaRPr>
                    </a:p>
                  </a:txBody>
                  <a:tcPr marL="91450" marR="91450" marT="36575" marB="3657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dirty="0">
                          <a:solidFill>
                            <a:schemeClr val="lt1"/>
                          </a:solidFill>
                          <a:latin typeface="IBM Plex Sans" panose="020B0503050203000203" pitchFamily="34" charset="0"/>
                          <a:ea typeface="IBM Plex Sans"/>
                          <a:cs typeface="IBM Plex Sans"/>
                          <a:sym typeface="IBM Plex Sans"/>
                        </a:rPr>
                        <a:t>Impact: answers changed or become stronger</a:t>
                      </a: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626496">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panose="020B0604020202020204" pitchFamily="34" charset="0"/>
                        <a:buNone/>
                        <a:tabLst/>
                        <a:defRPr/>
                      </a:pPr>
                      <a:r>
                        <a:rPr lang="en-US" sz="1200" b="0" i="0" u="none" strike="noStrike" cap="none" noProof="0" dirty="0">
                          <a:solidFill>
                            <a:srgbClr val="000000"/>
                          </a:solidFill>
                          <a:latin typeface="IBM Plex Sans" panose="020B0503050203000203" pitchFamily="34" charset="0"/>
                          <a:ea typeface="IBM Plex Sans"/>
                          <a:cs typeface="IBM Plex Sans"/>
                          <a:sym typeface="IBM Plex Sans"/>
                        </a:rPr>
                        <a:t>Shift toward autonomous search agents</a:t>
                      </a: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lang="en-US" sz="1200" noProof="0" dirty="0">
                          <a:latin typeface="IBM Plex Sans" panose="020B0503050203000203" pitchFamily="34" charset="0"/>
                          <a:sym typeface="IBM Plex Sans"/>
                        </a:rPr>
                        <a:t>Recent </a:t>
                      </a:r>
                      <a:r>
                        <a:rPr lang="en-US" sz="1200" b="0" i="0" u="none" strike="noStrike" cap="none" noProof="0" dirty="0">
                          <a:solidFill>
                            <a:srgbClr val="000000"/>
                          </a:solidFill>
                          <a:latin typeface="IBM Plex Sans" panose="020B0503050203000203" pitchFamily="34" charset="0"/>
                          <a:cs typeface="Arial"/>
                          <a:sym typeface="IBM Plex Sans"/>
                        </a:rPr>
                        <a:t>2026 coverage (Forbes</a:t>
                      </a:r>
                      <a:r>
                        <a:rPr lang="en-US" sz="1200" b="0" i="0" u="none" strike="noStrike" cap="none" baseline="30000" noProof="0" dirty="0">
                          <a:solidFill>
                            <a:srgbClr val="000000"/>
                          </a:solidFill>
                          <a:latin typeface="IBM Plex Sans" panose="020B0503050203000203" pitchFamily="34" charset="0"/>
                          <a:cs typeface="Arial"/>
                          <a:sym typeface="IBM Plex Sans"/>
                        </a:rPr>
                        <a:t>1</a:t>
                      </a:r>
                      <a:r>
                        <a:rPr lang="en-US" sz="1200" b="0" i="0" u="none" strike="noStrike" cap="none" noProof="0" dirty="0">
                          <a:solidFill>
                            <a:srgbClr val="000000"/>
                          </a:solidFill>
                          <a:latin typeface="IBM Plex Sans" panose="020B0503050203000203" pitchFamily="34" charset="0"/>
                          <a:cs typeface="Arial"/>
                          <a:sym typeface="IBM Plex Sans"/>
                        </a:rPr>
                        <a:t>, Search Engine Land</a:t>
                      </a:r>
                      <a:r>
                        <a:rPr lang="en-US" sz="1200" b="0" i="0" u="none" strike="noStrike" cap="none" baseline="30000" noProof="0" dirty="0">
                          <a:solidFill>
                            <a:srgbClr val="000000"/>
                          </a:solidFill>
                          <a:latin typeface="IBM Plex Sans" panose="020B0503050203000203" pitchFamily="34" charset="0"/>
                          <a:cs typeface="Arial"/>
                          <a:sym typeface="IBM Plex Sans"/>
                        </a:rPr>
                        <a:t>2</a:t>
                      </a:r>
                      <a:r>
                        <a:rPr lang="en-US" sz="1200" b="0" i="0" u="none" strike="noStrike" cap="none" noProof="0" dirty="0">
                          <a:solidFill>
                            <a:srgbClr val="000000"/>
                          </a:solidFill>
                          <a:latin typeface="IBM Plex Sans" panose="020B0503050203000203" pitchFamily="34" charset="0"/>
                          <a:cs typeface="Arial"/>
                          <a:sym typeface="IBM Plex Sans"/>
                        </a:rPr>
                        <a:t>, Evergreen</a:t>
                      </a:r>
                      <a:r>
                        <a:rPr lang="en-US" sz="1200" b="0" i="0" u="none" strike="noStrike" cap="none" baseline="30000" noProof="0" dirty="0">
                          <a:solidFill>
                            <a:srgbClr val="000000"/>
                          </a:solidFill>
                          <a:latin typeface="IBM Plex Sans" panose="020B0503050203000203" pitchFamily="34" charset="0"/>
                          <a:cs typeface="Arial"/>
                          <a:sym typeface="IBM Plex Sans"/>
                        </a:rPr>
                        <a:t>3</a:t>
                      </a:r>
                      <a:r>
                        <a:rPr lang="en-US" sz="1200" b="0" i="0" u="none" strike="noStrike" cap="none" noProof="0" dirty="0">
                          <a:solidFill>
                            <a:srgbClr val="000000"/>
                          </a:solidFill>
                          <a:latin typeface="IBM Plex Sans" panose="020B0503050203000203" pitchFamily="34" charset="0"/>
                          <a:cs typeface="Arial"/>
                          <a:sym typeface="IBM Plex Sans"/>
                        </a:rPr>
                        <a:t>) highlights accelerating interest in agentic search</a:t>
                      </a:r>
                    </a:p>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lang="en-US" sz="1200" b="0" i="0" u="none" strike="noStrike" cap="none" dirty="0">
                          <a:solidFill>
                            <a:srgbClr val="000000"/>
                          </a:solidFill>
                          <a:latin typeface="IBM Plex Sans" panose="020B0503050203000203" pitchFamily="34" charset="0"/>
                          <a:cs typeface="Arial"/>
                          <a:sym typeface="Arial"/>
                        </a:rPr>
                        <a:t>Impact remains uncertain; brands are still formalizing measurement frameworks to understand the impact</a:t>
                      </a:r>
                      <a:endParaRPr lang="en-US" sz="1200" b="0" i="0" u="none" strike="noStrike" cap="none" noProof="0" dirty="0">
                        <a:solidFill>
                          <a:srgbClr val="000000"/>
                        </a:solidFill>
                        <a:latin typeface="IBM Plex Sans" panose="020B0503050203000203" pitchFamily="34" charset="0"/>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a:lnSpc>
                          <a:spcPct val="100000"/>
                        </a:lnSpc>
                        <a:spcBef>
                          <a:spcPts val="0"/>
                        </a:spcBef>
                        <a:spcAft>
                          <a:spcPts val="0"/>
                        </a:spcAft>
                        <a:buFont typeface="Arial" panose="020B0604020202020204" pitchFamily="34" charset="0"/>
                        <a:buChar char="•"/>
                      </a:pPr>
                      <a:r>
                        <a:rPr lang="en-US" sz="1200" b="1" i="0" u="none" strike="noStrike" cap="none" dirty="0">
                          <a:solidFill>
                            <a:srgbClr val="000000"/>
                          </a:solidFill>
                          <a:latin typeface="IBM Plex Sans" panose="020B0503050203000203" pitchFamily="34" charset="0"/>
                          <a:cs typeface="Arial"/>
                          <a:sym typeface="Arial"/>
                        </a:rPr>
                        <a:t>Incorporated</a:t>
                      </a:r>
                      <a:r>
                        <a:rPr lang="en-US" sz="1200" b="0" i="0" u="none" strike="noStrike" cap="none" dirty="0">
                          <a:solidFill>
                            <a:srgbClr val="000000"/>
                          </a:solidFill>
                          <a:latin typeface="IBM Plex Sans" panose="020B0503050203000203" pitchFamily="34" charset="0"/>
                          <a:cs typeface="Arial"/>
                          <a:sym typeface="Arial"/>
                        </a:rPr>
                        <a:t> into </a:t>
                      </a:r>
                      <a:r>
                        <a:rPr lang="en-US" sz="1200" b="1" i="0" u="none" strike="noStrike" cap="none" dirty="0">
                          <a:solidFill>
                            <a:srgbClr val="000000"/>
                          </a:solidFill>
                          <a:latin typeface="IBM Plex Sans" panose="020B0503050203000203" pitchFamily="34" charset="0"/>
                          <a:cs typeface="Arial"/>
                          <a:sym typeface="Arial"/>
                        </a:rPr>
                        <a:t>Scenario 3</a:t>
                      </a:r>
                      <a:r>
                        <a:rPr lang="en-US" sz="1200" b="0" i="0" u="none" strike="noStrike" cap="none" dirty="0">
                          <a:solidFill>
                            <a:srgbClr val="000000"/>
                          </a:solidFill>
                          <a:latin typeface="IBM Plex Sans" panose="020B0503050203000203" pitchFamily="34" charset="0"/>
                          <a:cs typeface="Arial"/>
                          <a:sym typeface="Arial"/>
                        </a:rPr>
                        <a:t> to further specify </a:t>
                      </a:r>
                      <a:r>
                        <a:rPr lang="en-US" sz="1200" b="1" i="0" u="none" strike="noStrike" cap="none" dirty="0">
                          <a:solidFill>
                            <a:srgbClr val="000000"/>
                          </a:solidFill>
                          <a:latin typeface="IBM Plex Sans" panose="020B0503050203000203" pitchFamily="34" charset="0"/>
                          <a:cs typeface="Arial"/>
                          <a:sym typeface="Arial"/>
                        </a:rPr>
                        <a:t>potential</a:t>
                      </a:r>
                      <a:r>
                        <a:rPr lang="en-US" sz="1200" b="0" i="0" u="none" strike="noStrike" cap="none" dirty="0">
                          <a:solidFill>
                            <a:srgbClr val="000000"/>
                          </a:solidFill>
                          <a:latin typeface="IBM Plex Sans" panose="020B0503050203000203" pitchFamily="34" charset="0"/>
                          <a:cs typeface="Arial"/>
                          <a:sym typeface="Arial"/>
                        </a:rPr>
                        <a:t> </a:t>
                      </a:r>
                      <a:r>
                        <a:rPr lang="en-US" sz="1200" b="1" i="0" u="none" strike="noStrike" cap="none" dirty="0">
                          <a:solidFill>
                            <a:srgbClr val="000000"/>
                          </a:solidFill>
                          <a:latin typeface="IBM Plex Sans" panose="020B0503050203000203" pitchFamily="34" charset="0"/>
                          <a:cs typeface="Arial"/>
                          <a:sym typeface="Arial"/>
                        </a:rPr>
                        <a:t>disruption</a:t>
                      </a:r>
                      <a:r>
                        <a:rPr lang="en-US" sz="1200" b="0" i="0" u="none" strike="noStrike" cap="none" dirty="0">
                          <a:solidFill>
                            <a:srgbClr val="000000"/>
                          </a:solidFill>
                          <a:latin typeface="IBM Plex Sans" panose="020B0503050203000203" pitchFamily="34" charset="0"/>
                          <a:cs typeface="Arial"/>
                          <a:sym typeface="Arial"/>
                        </a:rPr>
                        <a:t> drivers</a:t>
                      </a:r>
                    </a:p>
                    <a:p>
                      <a:pPr marL="171450" marR="0" lvl="0" indent="-171450" algn="l">
                        <a:lnSpc>
                          <a:spcPct val="100000"/>
                        </a:lnSpc>
                        <a:spcBef>
                          <a:spcPts val="0"/>
                        </a:spcBef>
                        <a:spcAft>
                          <a:spcPts val="0"/>
                        </a:spcAft>
                        <a:buFont typeface="Arial" panose="020B0604020202020204" pitchFamily="34" charset="0"/>
                        <a:buChar char="•"/>
                      </a:pPr>
                      <a:r>
                        <a:rPr lang="en-US" sz="1200" b="1" i="0" u="none" strike="noStrike" cap="none" dirty="0">
                          <a:solidFill>
                            <a:srgbClr val="000000"/>
                          </a:solidFill>
                          <a:latin typeface="IBM Plex Sans" panose="020B0503050203000203" pitchFamily="34" charset="0"/>
                          <a:cs typeface="Arial"/>
                          <a:sym typeface="Arial"/>
                        </a:rPr>
                        <a:t>Not</a:t>
                      </a:r>
                      <a:r>
                        <a:rPr lang="en-US" sz="1200" b="0" i="0" u="none" strike="noStrike" cap="none" dirty="0">
                          <a:solidFill>
                            <a:srgbClr val="000000"/>
                          </a:solidFill>
                          <a:latin typeface="IBM Plex Sans" panose="020B0503050203000203" pitchFamily="34" charset="0"/>
                          <a:cs typeface="Arial"/>
                          <a:sym typeface="Arial"/>
                        </a:rPr>
                        <a:t> a near-term </a:t>
                      </a:r>
                      <a:r>
                        <a:rPr lang="en-US" sz="1200" b="1" i="0" u="none" strike="noStrike" cap="none" dirty="0">
                          <a:solidFill>
                            <a:srgbClr val="000000"/>
                          </a:solidFill>
                          <a:latin typeface="IBM Plex Sans" panose="020B0503050203000203" pitchFamily="34" charset="0"/>
                          <a:cs typeface="Arial"/>
                          <a:sym typeface="Arial"/>
                        </a:rPr>
                        <a:t>risk</a:t>
                      </a:r>
                      <a:r>
                        <a:rPr lang="en-US" sz="1200" b="0" i="0" u="none" strike="noStrike" cap="none" dirty="0">
                          <a:solidFill>
                            <a:srgbClr val="000000"/>
                          </a:solidFill>
                          <a:latin typeface="IBM Plex Sans" panose="020B0503050203000203" pitchFamily="34" charset="0"/>
                          <a:cs typeface="Arial"/>
                          <a:sym typeface="Arial"/>
                        </a:rPr>
                        <a:t> given </a:t>
                      </a:r>
                      <a:r>
                        <a:rPr lang="en-US" sz="1200" b="1" i="0" u="none" strike="noStrike" cap="none" dirty="0">
                          <a:solidFill>
                            <a:srgbClr val="000000"/>
                          </a:solidFill>
                          <a:latin typeface="IBM Plex Sans" panose="020B0503050203000203" pitchFamily="34" charset="0"/>
                          <a:cs typeface="Arial"/>
                          <a:sym typeface="Arial"/>
                        </a:rPr>
                        <a:t>early-stage</a:t>
                      </a:r>
                      <a:r>
                        <a:rPr lang="en-US" sz="1200" b="0" i="0" u="none" strike="noStrike" cap="none" dirty="0">
                          <a:solidFill>
                            <a:srgbClr val="000000"/>
                          </a:solidFill>
                          <a:latin typeface="IBM Plex Sans" panose="020B0503050203000203" pitchFamily="34" charset="0"/>
                          <a:cs typeface="Arial"/>
                          <a:sym typeface="Arial"/>
                        </a:rPr>
                        <a:t> adoption</a:t>
                      </a: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664333827"/>
                  </a:ext>
                </a:extLst>
              </a:tr>
              <a:tr h="484110">
                <a:tc>
                  <a:txBody>
                    <a:bodyPr/>
                    <a:lstStyle/>
                    <a:p>
                      <a:pPr marL="0" marR="0" lvl="0" indent="0" algn="l" rtl="0">
                        <a:lnSpc>
                          <a:spcPct val="100000"/>
                        </a:lnSpc>
                        <a:spcBef>
                          <a:spcPts val="0"/>
                        </a:spcBef>
                        <a:spcAft>
                          <a:spcPts val="0"/>
                        </a:spcAft>
                        <a:buClr>
                          <a:srgbClr val="000000"/>
                        </a:buClr>
                        <a:buSzPts val="1200"/>
                        <a:buFont typeface="Arial" panose="020B0604020202020204" pitchFamily="34" charset="0"/>
                        <a:buNone/>
                      </a:pPr>
                      <a:r>
                        <a:rPr lang="en-US" sz="1200" b="0" i="0" u="none" strike="noStrike" cap="none" dirty="0">
                          <a:solidFill>
                            <a:srgbClr val="000000"/>
                          </a:solidFill>
                          <a:latin typeface="IBM Plex Sans" panose="020B0503050203000203" pitchFamily="34" charset="0"/>
                          <a:ea typeface="Arial"/>
                          <a:cs typeface="Arial"/>
                          <a:sym typeface="Arial"/>
                        </a:rPr>
                        <a:t>Interface disruption from desktop/mobile to new interfaces (e.g., AI wearables) </a:t>
                      </a:r>
                      <a:endParaRPr lang="en-US" sz="1200" b="0" i="0" u="none" strike="noStrike" cap="none" noProof="0" dirty="0">
                        <a:solidFill>
                          <a:srgbClr val="000000"/>
                        </a:solidFill>
                        <a:latin typeface="IBM Plex Sans" panose="020B0503050203000203" pitchFamily="34" charset="0"/>
                        <a:ea typeface="IBM Plex Sans"/>
                        <a:cs typeface="IBM Plex Sans"/>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lang="en-US" sz="1200" b="0" i="0" u="none" strike="noStrike" cap="none" dirty="0">
                          <a:solidFill>
                            <a:srgbClr val="000000"/>
                          </a:solidFill>
                          <a:latin typeface="IBM Plex Sans" panose="020B0503050203000203" pitchFamily="34" charset="0"/>
                          <a:cs typeface="Arial"/>
                          <a:sym typeface="Arial"/>
                        </a:rPr>
                        <a:t>AI wearables prominently featured at </a:t>
                      </a:r>
                      <a:r>
                        <a:rPr lang="en-US" sz="1200" b="0" i="0" u="none" strike="noStrike" cap="none" dirty="0">
                          <a:solidFill>
                            <a:srgbClr val="000000"/>
                          </a:solidFill>
                          <a:latin typeface="IBM Plex Sans" panose="020B0503050203000203" pitchFamily="34" charset="0"/>
                          <a:ea typeface="Arial"/>
                          <a:cs typeface="Arial"/>
                          <a:sym typeface="Arial"/>
                        </a:rPr>
                        <a:t>CES</a:t>
                      </a:r>
                      <a:r>
                        <a:rPr lang="en-US" sz="1200" b="0" i="0" u="none" strike="noStrike" cap="none" dirty="0">
                          <a:solidFill>
                            <a:srgbClr val="000000"/>
                          </a:solidFill>
                          <a:latin typeface="IBM Plex Sans" panose="020B0503050203000203" pitchFamily="34" charset="0"/>
                          <a:cs typeface="Arial"/>
                          <a:sym typeface="Arial"/>
                        </a:rPr>
                        <a:t> 2026</a:t>
                      </a:r>
                    </a:p>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lang="en-US" sz="1200" b="0" i="0" u="none" strike="noStrike" cap="none" noProof="0" dirty="0">
                          <a:solidFill>
                            <a:schemeClr val="dk1"/>
                          </a:solidFill>
                          <a:latin typeface="IBM Plex Sans" panose="020B0503050203000203" pitchFamily="34" charset="0"/>
                          <a:ea typeface="IBM Plex Sans"/>
                          <a:cs typeface="IBM Plex Sans"/>
                          <a:sym typeface="IBM Plex Sans"/>
                        </a:rPr>
                        <a:t>Global AI wearable market projected to grow ~14.5% CAGR (2025-2036), from ~$61B to ~$270B</a:t>
                      </a: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a:lnSpc>
                          <a:spcPct val="100000"/>
                        </a:lnSpc>
                        <a:spcBef>
                          <a:spcPts val="0"/>
                        </a:spcBef>
                        <a:spcAft>
                          <a:spcPts val="0"/>
                        </a:spcAft>
                        <a:buFont typeface="Arial" panose="020B0604020202020204" pitchFamily="34" charset="0"/>
                        <a:buChar char="•"/>
                      </a:pPr>
                      <a:r>
                        <a:rPr lang="en-US" sz="1200" b="1" i="0" u="none" strike="noStrike" cap="none" dirty="0">
                          <a:solidFill>
                            <a:srgbClr val="000000"/>
                          </a:solidFill>
                          <a:latin typeface="IBM Plex Sans" panose="020B0503050203000203" pitchFamily="34" charset="0"/>
                          <a:cs typeface="Arial"/>
                          <a:sym typeface="Arial"/>
                        </a:rPr>
                        <a:t>Incorporated </a:t>
                      </a:r>
                      <a:r>
                        <a:rPr lang="en-US" sz="1200" b="0" i="0" u="none" strike="noStrike" cap="none" dirty="0">
                          <a:solidFill>
                            <a:srgbClr val="000000"/>
                          </a:solidFill>
                          <a:latin typeface="IBM Plex Sans" panose="020B0503050203000203" pitchFamily="34" charset="0"/>
                          <a:cs typeface="Arial"/>
                          <a:sym typeface="Arial"/>
                        </a:rPr>
                        <a:t>into</a:t>
                      </a:r>
                      <a:r>
                        <a:rPr lang="en-US" sz="1200" b="1" i="0" u="none" strike="noStrike" cap="none" dirty="0">
                          <a:solidFill>
                            <a:srgbClr val="000000"/>
                          </a:solidFill>
                          <a:latin typeface="IBM Plex Sans" panose="020B0503050203000203" pitchFamily="34" charset="0"/>
                          <a:cs typeface="Arial"/>
                          <a:sym typeface="Arial"/>
                        </a:rPr>
                        <a:t> Scenario 3 </a:t>
                      </a:r>
                      <a:r>
                        <a:rPr lang="en-US" sz="1200" b="0" i="0" u="none" strike="noStrike" cap="none" noProof="1">
                          <a:solidFill>
                            <a:srgbClr val="000000"/>
                          </a:solidFill>
                          <a:latin typeface="IBM Plex Sans" panose="020B0503050203000203" pitchFamily="34" charset="0"/>
                          <a:cs typeface="Arial"/>
                          <a:sym typeface="Arial"/>
                        </a:rPr>
                        <a:t>as a shift in search entry point and intent capture</a:t>
                      </a:r>
                      <a:endParaRPr lang="en-US" sz="1200" b="0" i="0" u="none" strike="noStrike" cap="none" dirty="0">
                        <a:solidFill>
                          <a:srgbClr val="000000"/>
                        </a:solidFill>
                        <a:latin typeface="IBM Plex Sans" panose="020B0503050203000203" pitchFamily="34" charset="0"/>
                        <a:cs typeface="Arial"/>
                        <a:sym typeface="Arial"/>
                      </a:endParaRPr>
                    </a:p>
                    <a:p>
                      <a:pPr marL="171450" marR="0" lvl="0" indent="-171450" algn="l">
                        <a:lnSpc>
                          <a:spcPct val="100000"/>
                        </a:lnSpc>
                        <a:spcBef>
                          <a:spcPts val="0"/>
                        </a:spcBef>
                        <a:spcAft>
                          <a:spcPts val="0"/>
                        </a:spcAft>
                        <a:buFont typeface="Arial" panose="020B0604020202020204" pitchFamily="34" charset="0"/>
                        <a:buChar char="•"/>
                      </a:pPr>
                      <a:r>
                        <a:rPr lang="en-US" sz="1200" b="1" i="0" u="none" strike="noStrike" cap="none" dirty="0">
                          <a:solidFill>
                            <a:srgbClr val="000000"/>
                          </a:solidFill>
                          <a:latin typeface="IBM Plex Sans" panose="020B0503050203000203" pitchFamily="34" charset="0"/>
                          <a:cs typeface="Arial"/>
                          <a:sym typeface="Arial"/>
                        </a:rPr>
                        <a:t>Not</a:t>
                      </a:r>
                      <a:r>
                        <a:rPr lang="en-US" sz="1200" b="0" i="0" u="none" strike="noStrike" cap="none" dirty="0">
                          <a:solidFill>
                            <a:srgbClr val="000000"/>
                          </a:solidFill>
                          <a:latin typeface="IBM Plex Sans" panose="020B0503050203000203" pitchFamily="34" charset="0"/>
                          <a:cs typeface="Arial"/>
                          <a:sym typeface="Arial"/>
                        </a:rPr>
                        <a:t> a near-term </a:t>
                      </a:r>
                      <a:r>
                        <a:rPr lang="en-US" sz="1200" b="1" i="0" u="none" strike="noStrike" cap="none" dirty="0">
                          <a:solidFill>
                            <a:srgbClr val="000000"/>
                          </a:solidFill>
                          <a:latin typeface="IBM Plex Sans" panose="020B0503050203000203" pitchFamily="34" charset="0"/>
                          <a:cs typeface="Arial"/>
                          <a:sym typeface="Arial"/>
                        </a:rPr>
                        <a:t>risk</a:t>
                      </a:r>
                      <a:r>
                        <a:rPr lang="en-US" sz="1200" b="0" i="0" u="none" strike="noStrike" cap="none" dirty="0">
                          <a:solidFill>
                            <a:srgbClr val="000000"/>
                          </a:solidFill>
                          <a:latin typeface="IBM Plex Sans" panose="020B0503050203000203" pitchFamily="34" charset="0"/>
                          <a:cs typeface="Arial"/>
                          <a:sym typeface="Arial"/>
                        </a:rPr>
                        <a:t> given </a:t>
                      </a:r>
                      <a:r>
                        <a:rPr lang="en-US" sz="1200" b="1" i="0" u="none" strike="noStrike" cap="none" dirty="0">
                          <a:solidFill>
                            <a:srgbClr val="000000"/>
                          </a:solidFill>
                          <a:latin typeface="IBM Plex Sans" panose="020B0503050203000203" pitchFamily="34" charset="0"/>
                          <a:cs typeface="Arial"/>
                          <a:sym typeface="Arial"/>
                        </a:rPr>
                        <a:t>early-stage</a:t>
                      </a:r>
                      <a:r>
                        <a:rPr lang="en-US" sz="1200" b="0" i="0" u="none" strike="noStrike" cap="none" dirty="0">
                          <a:solidFill>
                            <a:srgbClr val="000000"/>
                          </a:solidFill>
                          <a:latin typeface="IBM Plex Sans" panose="020B0503050203000203" pitchFamily="34" charset="0"/>
                          <a:cs typeface="Arial"/>
                          <a:sym typeface="Arial"/>
                        </a:rPr>
                        <a:t> adoption</a:t>
                      </a:r>
                      <a:endParaRPr lang="en-US" sz="1200" b="0" i="0" u="none" strike="noStrike" cap="none" noProof="0" dirty="0">
                        <a:solidFill>
                          <a:srgbClr val="000000"/>
                        </a:solidFill>
                        <a:latin typeface="IBM Plex Sans" panose="020B0503050203000203" pitchFamily="34" charset="0"/>
                        <a:ea typeface="IBM Plex Sans"/>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893858854"/>
                  </a:ext>
                </a:extLst>
              </a:tr>
              <a:tr h="626496">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0" i="0" u="none" strike="noStrike" cap="none" noProof="1">
                          <a:solidFill>
                            <a:srgbClr val="000000"/>
                          </a:solidFill>
                          <a:effectLst/>
                          <a:latin typeface="IBM Plex Sans" panose="020B0503050203000203" pitchFamily="34" charset="0"/>
                          <a:ea typeface="Arial"/>
                          <a:cs typeface="Arial"/>
                          <a:sym typeface="Arial"/>
                        </a:rPr>
                        <a:t>Differences in click-through rates and search results across devices and regions</a:t>
                      </a:r>
                      <a:endParaRPr lang="en-US" sz="1200" u="none" strike="noStrike" cap="none" noProof="1">
                        <a:latin typeface="IBM Plex Sans" panose="020B0503050203000203" pitchFamily="34" charset="0"/>
                        <a:ea typeface="IBM Plex Sans"/>
                        <a:cs typeface="IBM Plex Sans"/>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200" b="0" i="0" u="none" strike="noStrike" cap="none" dirty="0">
                          <a:solidFill>
                            <a:srgbClr val="000000"/>
                          </a:solidFill>
                          <a:latin typeface="IBM Plex Sans" panose="020B0503050203000203" pitchFamily="34" charset="0"/>
                          <a:ea typeface="IBM Plex Sans"/>
                          <a:cs typeface="Arial"/>
                          <a:sym typeface="IBM Plex Sans" panose="020B0503050203000203" pitchFamily="34" charset="0"/>
                        </a:rPr>
                        <a:t>AIOs </a:t>
                      </a:r>
                      <a:r>
                        <a:rPr lang="en-US" sz="1200" b="0" i="0" u="none" strike="noStrike" cap="none" dirty="0">
                          <a:solidFill>
                            <a:srgbClr val="000000"/>
                          </a:solidFill>
                          <a:latin typeface="IBM Plex Sans" panose="020B0503050203000203" pitchFamily="34" charset="0"/>
                          <a:cs typeface="Arial"/>
                          <a:sym typeface="Arial"/>
                        </a:rPr>
                        <a:t>appear ~39% more frequently on desktop </a:t>
                      </a:r>
                      <a:r>
                        <a:rPr lang="en-US" sz="1200" b="0" dirty="0">
                          <a:latin typeface="IBM Plex Sans" panose="020B0503050203000203" pitchFamily="34" charset="0"/>
                        </a:rPr>
                        <a:t>for identical keywords</a:t>
                      </a:r>
                      <a:endParaRPr lang="en-US" sz="1200" b="0" i="0" u="none" strike="noStrike" cap="none" dirty="0">
                        <a:solidFill>
                          <a:srgbClr val="000000"/>
                        </a:solidFill>
                        <a:latin typeface="IBM Plex Sans" panose="020B0503050203000203" pitchFamily="34" charset="0"/>
                        <a:cs typeface="Arial"/>
                        <a:sym typeface="Arial"/>
                      </a:endParaRPr>
                    </a:p>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200" b="0" i="0" u="none" strike="noStrike" cap="none" noProof="0" dirty="0">
                          <a:solidFill>
                            <a:srgbClr val="000000"/>
                          </a:solidFill>
                          <a:latin typeface="IBM Plex Sans" panose="020B0503050203000203" pitchFamily="34" charset="0"/>
                          <a:ea typeface="IBM Plex Sans"/>
                          <a:cs typeface="Arial"/>
                          <a:sym typeface="IBM Plex Sans"/>
                        </a:rPr>
                        <a:t>Search results are impacted by device, region, and other factors such as time, user behavior, browser vs app, etc.</a:t>
                      </a: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200" b="1" i="0" u="none" strike="noStrike" cap="none" noProof="0" dirty="0">
                          <a:solidFill>
                            <a:srgbClr val="000000"/>
                          </a:solidFill>
                          <a:latin typeface="IBM Plex Sans" panose="020B0503050203000203" pitchFamily="34" charset="0"/>
                          <a:ea typeface="IBM Plex Sans"/>
                          <a:cs typeface="Arial"/>
                          <a:sym typeface="IBM Plex Sans"/>
                        </a:rPr>
                        <a:t>Reinforced</a:t>
                      </a:r>
                      <a:r>
                        <a:rPr lang="en-US" sz="1200" b="0" i="0" u="none" strike="noStrike" cap="none" noProof="0" dirty="0">
                          <a:solidFill>
                            <a:srgbClr val="000000"/>
                          </a:solidFill>
                          <a:latin typeface="IBM Plex Sans" panose="020B0503050203000203" pitchFamily="34" charset="0"/>
                          <a:ea typeface="IBM Plex Sans"/>
                          <a:cs typeface="Arial"/>
                          <a:sym typeface="IBM Plex Sans"/>
                        </a:rPr>
                        <a:t> that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CTR declines </a:t>
                      </a:r>
                      <a:r>
                        <a:rPr lang="en-US" sz="1200" b="0" i="0" u="none" strike="noStrike" cap="none" noProof="0" dirty="0">
                          <a:solidFill>
                            <a:srgbClr val="000000"/>
                          </a:solidFill>
                          <a:latin typeface="IBM Plex Sans" panose="020B0503050203000203" pitchFamily="34" charset="0"/>
                          <a:ea typeface="IBM Plex Sans"/>
                          <a:cs typeface="Arial"/>
                          <a:sym typeface="IBM Plex Sans"/>
                        </a:rPr>
                        <a:t>are</a:t>
                      </a:r>
                      <a:r>
                        <a:rPr lang="en-US" sz="1200" b="1" i="0" u="none" strike="noStrike" cap="none" noProof="0" dirty="0">
                          <a:solidFill>
                            <a:srgbClr val="000000"/>
                          </a:solidFill>
                          <a:latin typeface="IBM Plex Sans" panose="020B0503050203000203" pitchFamily="34" charset="0"/>
                          <a:ea typeface="IBM Plex Sans"/>
                          <a:cs typeface="Arial"/>
                          <a:sym typeface="IBM Plex Sans"/>
                        </a:rPr>
                        <a:t> steeper </a:t>
                      </a:r>
                      <a:r>
                        <a:rPr lang="en-US" sz="1200" b="0" i="0" u="none" strike="noStrike" cap="none" noProof="0" dirty="0">
                          <a:solidFill>
                            <a:srgbClr val="000000"/>
                          </a:solidFill>
                          <a:latin typeface="IBM Plex Sans" panose="020B0503050203000203" pitchFamily="34" charset="0"/>
                          <a:ea typeface="IBM Plex Sans"/>
                          <a:cs typeface="Arial"/>
                          <a:sym typeface="IBM Plex Sans"/>
                        </a:rPr>
                        <a:t>on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Desktop</a:t>
                      </a:r>
                    </a:p>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200" b="1" i="0" u="none" strike="noStrike" cap="none" noProof="0" dirty="0">
                          <a:solidFill>
                            <a:srgbClr val="000000"/>
                          </a:solidFill>
                          <a:latin typeface="IBM Plex Sans" panose="020B0503050203000203" pitchFamily="34" charset="0"/>
                          <a:ea typeface="IBM Plex Sans"/>
                          <a:cs typeface="Arial"/>
                          <a:sym typeface="IBM Plex Sans"/>
                        </a:rPr>
                        <a:t>Confirmed </a:t>
                      </a:r>
                      <a:r>
                        <a:rPr lang="en-US" sz="1200" b="0" i="0" u="none" strike="noStrike" cap="none" noProof="0" dirty="0">
                          <a:solidFill>
                            <a:srgbClr val="000000"/>
                          </a:solidFill>
                          <a:latin typeface="IBM Plex Sans" panose="020B0503050203000203" pitchFamily="34" charset="0"/>
                          <a:ea typeface="IBM Plex Sans"/>
                          <a:cs typeface="Arial"/>
                          <a:sym typeface="IBM Plex Sans"/>
                        </a:rPr>
                        <a:t>that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CTR differences </a:t>
                      </a:r>
                      <a:r>
                        <a:rPr lang="en-US" sz="1200" b="0" i="0" u="none" strike="noStrike" cap="none" noProof="0" dirty="0">
                          <a:solidFill>
                            <a:srgbClr val="000000"/>
                          </a:solidFill>
                          <a:latin typeface="IBM Plex Sans" panose="020B0503050203000203" pitchFamily="34" charset="0"/>
                          <a:ea typeface="IBM Plex Sans"/>
                          <a:cs typeface="Arial"/>
                          <a:sym typeface="IBM Plex Sans"/>
                        </a:rPr>
                        <a:t>across region and devices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are expected</a:t>
                      </a: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446443512"/>
                  </a:ext>
                </a:extLst>
              </a:tr>
              <a:tr h="911268">
                <a:tc>
                  <a:txBody>
                    <a:bodyPr/>
                    <a:lstStyle/>
                    <a:p>
                      <a:pPr marL="0" marR="0" lvl="0" indent="0" algn="l" rtl="0">
                        <a:lnSpc>
                          <a:spcPct val="100000"/>
                        </a:lnSpc>
                        <a:spcBef>
                          <a:spcPts val="0"/>
                        </a:spcBef>
                        <a:spcAft>
                          <a:spcPts val="0"/>
                        </a:spcAft>
                        <a:buClr>
                          <a:srgbClr val="000000"/>
                        </a:buClr>
                        <a:buSzPts val="1200"/>
                        <a:buFont typeface="Arial"/>
                        <a:buNone/>
                      </a:pPr>
                      <a:r>
                        <a:rPr lang="en-US" sz="1200" b="0" i="0" u="none" strike="noStrike" cap="none" dirty="0">
                          <a:solidFill>
                            <a:srgbClr val="000000"/>
                          </a:solidFill>
                          <a:effectLst/>
                          <a:latin typeface="IBM Plex Sans" panose="020B0503050203000203" pitchFamily="34" charset="0"/>
                          <a:ea typeface="Arial"/>
                          <a:cs typeface="Arial"/>
                          <a:sym typeface="Arial"/>
                        </a:rPr>
                        <a:t>Google’s Q4’25 results</a:t>
                      </a:r>
                      <a:endParaRPr lang="en-US" sz="1200" b="0" i="0" u="none" strike="noStrike" cap="none" noProof="0" dirty="0">
                        <a:solidFill>
                          <a:schemeClr val="dk1"/>
                        </a:solidFill>
                        <a:latin typeface="IBM Plex Sans" panose="020B0503050203000203" pitchFamily="34" charset="0"/>
                        <a:ea typeface="IBM Plex Sans"/>
                        <a:cs typeface="IBM Plex Sans"/>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200" b="0" i="0" u="none" strike="noStrike" cap="none" dirty="0">
                          <a:solidFill>
                            <a:srgbClr val="000000"/>
                          </a:solidFill>
                          <a:latin typeface="IBM Plex Sans" panose="020B0503050203000203" pitchFamily="34" charset="0"/>
                          <a:cs typeface="Arial"/>
                          <a:sym typeface="Arial"/>
                        </a:rPr>
                        <a:t>+17% YoY Google Search revenue growth</a:t>
                      </a:r>
                    </a:p>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200" dirty="0">
                          <a:latin typeface="IBM Plex Sans" panose="020B0503050203000203" pitchFamily="34" charset="0"/>
                        </a:rPr>
                        <a:t>AI Search appears additive rather than cannibalistic,</a:t>
                      </a:r>
                      <a:r>
                        <a:rPr lang="en-US" sz="1200" b="0" i="0" u="none" strike="noStrike" cap="none" dirty="0">
                          <a:solidFill>
                            <a:srgbClr val="000000"/>
                          </a:solidFill>
                          <a:latin typeface="IBM Plex Sans" panose="020B0503050203000203" pitchFamily="34" charset="0"/>
                          <a:cs typeface="Arial"/>
                          <a:sym typeface="Arial"/>
                        </a:rPr>
                        <a:t> expanding the market</a:t>
                      </a:r>
                    </a:p>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200" b="0" i="0" u="none" strike="noStrike" cap="none" dirty="0">
                          <a:solidFill>
                            <a:srgbClr val="000000"/>
                          </a:solidFill>
                          <a:latin typeface="IBM Plex Sans" panose="020B0503050203000203" pitchFamily="34" charset="0"/>
                          <a:cs typeface="Arial"/>
                          <a:sym typeface="Arial"/>
                        </a:rPr>
                        <a:t>Explicit AI monetization focus (</a:t>
                      </a:r>
                      <a:r>
                        <a:rPr lang="en-US" sz="1200" b="0" i="0" u="none" strike="noStrike" cap="none" noProof="1">
                          <a:solidFill>
                            <a:srgbClr val="000000"/>
                          </a:solidFill>
                          <a:latin typeface="IBM Plex Sans" panose="020B0503050203000203" pitchFamily="34" charset="0"/>
                          <a:cs typeface="Arial"/>
                          <a:sym typeface="Arial"/>
                        </a:rPr>
                        <a:t>testing ads below AI responses</a:t>
                      </a:r>
                      <a:r>
                        <a:rPr lang="en-US" sz="1200" b="0" i="0" u="none" strike="noStrike" cap="none" dirty="0">
                          <a:solidFill>
                            <a:srgbClr val="000000"/>
                          </a:solidFill>
                          <a:latin typeface="IBM Plex Sans" panose="020B0503050203000203" pitchFamily="34" charset="0"/>
                          <a:cs typeface="Arial"/>
                          <a:sym typeface="Arial"/>
                        </a:rPr>
                        <a:t>)</a:t>
                      </a:r>
                      <a:endParaRPr lang="en-US" sz="1200" b="0" i="0" u="none" strike="noStrike" cap="none" noProof="0" dirty="0">
                        <a:solidFill>
                          <a:srgbClr val="000000"/>
                        </a:solidFill>
                        <a:latin typeface="IBM Plex Sans" panose="020B0503050203000203" pitchFamily="34" charset="0"/>
                        <a:ea typeface="IBM Plex Sans"/>
                        <a:cs typeface="Arial"/>
                        <a:sym typeface="IBM Plex Sans"/>
                      </a:endParaRPr>
                    </a:p>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r>
                        <a:rPr lang="en-US" sz="1200" b="0" i="0" u="none" strike="noStrike" cap="none" noProof="1">
                          <a:solidFill>
                            <a:srgbClr val="000000"/>
                          </a:solidFill>
                          <a:latin typeface="IBM Plex Sans" panose="020B0503050203000203" pitchFamily="34" charset="0"/>
                          <a:cs typeface="Arial"/>
                          <a:sym typeface="Arial"/>
                        </a:rPr>
                        <a:t>AI enhances Search Ads effectiveness</a:t>
                      </a:r>
                      <a:endParaRPr lang="en-US" sz="1200" b="0" i="0" u="none" strike="noStrike" cap="none" noProof="0" dirty="0">
                        <a:solidFill>
                          <a:srgbClr val="000000"/>
                        </a:solidFill>
                        <a:latin typeface="IBM Plex Sans" panose="020B0503050203000203" pitchFamily="34" charset="0"/>
                        <a:ea typeface="IBM Plex Sans"/>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rtl="0">
                        <a:lnSpc>
                          <a:spcPct val="100000"/>
                        </a:lnSpc>
                        <a:spcBef>
                          <a:spcPts val="0"/>
                        </a:spcBef>
                        <a:spcAft>
                          <a:spcPts val="0"/>
                        </a:spcAft>
                        <a:buClr>
                          <a:srgbClr val="000000"/>
                        </a:buClr>
                        <a:buSzPts val="1400"/>
                        <a:buFont typeface="Arial" panose="020B0604020202020204" pitchFamily="34" charset="0"/>
                        <a:buChar char="•"/>
                      </a:pPr>
                      <a:r>
                        <a:rPr lang="en-US" sz="1200" b="1" i="0" u="none" strike="noStrike" cap="none" noProof="0" dirty="0">
                          <a:solidFill>
                            <a:srgbClr val="000000"/>
                          </a:solidFill>
                          <a:latin typeface="IBM Plex Sans" panose="020B0503050203000203" pitchFamily="34" charset="0"/>
                          <a:ea typeface="IBM Plex Sans"/>
                          <a:cs typeface="Arial"/>
                          <a:sym typeface="IBM Plex Sans"/>
                        </a:rPr>
                        <a:t>Reinforces</a:t>
                      </a:r>
                      <a:r>
                        <a:rPr lang="en-US" sz="1200" b="0" i="0" u="none" strike="noStrike" cap="none" noProof="0" dirty="0">
                          <a:solidFill>
                            <a:srgbClr val="000000"/>
                          </a:solidFill>
                          <a:latin typeface="IBM Plex Sans" panose="020B0503050203000203" pitchFamily="34" charset="0"/>
                          <a:ea typeface="IBM Plex Sans"/>
                          <a:cs typeface="Arial"/>
                          <a:sym typeface="IBM Plex Sans"/>
                        </a:rPr>
                        <a:t> that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Google</a:t>
                      </a:r>
                      <a:r>
                        <a:rPr lang="en-US" sz="1200" b="0" i="0" u="none" strike="noStrike" cap="none" noProof="0" dirty="0">
                          <a:solidFill>
                            <a:srgbClr val="000000"/>
                          </a:solidFill>
                          <a:latin typeface="IBM Plex Sans" panose="020B0503050203000203" pitchFamily="34" charset="0"/>
                          <a:ea typeface="IBM Plex Sans"/>
                          <a:cs typeface="Arial"/>
                          <a:sym typeface="IBM Plex Sans"/>
                        </a:rPr>
                        <a:t>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adapts</a:t>
                      </a:r>
                      <a:r>
                        <a:rPr lang="en-US" sz="1200" b="0" i="0" u="none" strike="noStrike" cap="none" noProof="0" dirty="0">
                          <a:solidFill>
                            <a:srgbClr val="000000"/>
                          </a:solidFill>
                          <a:latin typeface="IBM Plex Sans" panose="020B0503050203000203" pitchFamily="34" charset="0"/>
                          <a:ea typeface="IBM Plex Sans"/>
                          <a:cs typeface="Arial"/>
                          <a:sym typeface="IBM Plex Sans"/>
                        </a:rPr>
                        <a:t> to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protect</a:t>
                      </a:r>
                      <a:r>
                        <a:rPr lang="en-US" sz="1200" b="0" i="0" u="none" strike="noStrike" cap="none" noProof="0" dirty="0">
                          <a:solidFill>
                            <a:srgbClr val="000000"/>
                          </a:solidFill>
                          <a:latin typeface="IBM Plex Sans" panose="020B0503050203000203" pitchFamily="34" charset="0"/>
                          <a:ea typeface="IBM Plex Sans"/>
                          <a:cs typeface="Arial"/>
                          <a:sym typeface="IBM Plex Sans"/>
                        </a:rPr>
                        <a:t>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revenue</a:t>
                      </a:r>
                      <a:r>
                        <a:rPr lang="en-US" sz="1200" b="0" i="0" u="none" strike="noStrike" cap="none" noProof="0" dirty="0">
                          <a:solidFill>
                            <a:srgbClr val="000000"/>
                          </a:solidFill>
                          <a:latin typeface="IBM Plex Sans" panose="020B0503050203000203" pitchFamily="34" charset="0"/>
                          <a:ea typeface="IBM Plex Sans"/>
                          <a:cs typeface="Arial"/>
                          <a:sym typeface="IBM Plex Sans"/>
                        </a:rPr>
                        <a:t> and that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AI improves </a:t>
                      </a:r>
                      <a:r>
                        <a:rPr lang="en-US" sz="1200" b="0" i="0" u="none" strike="noStrike" cap="none" noProof="0" dirty="0">
                          <a:solidFill>
                            <a:srgbClr val="000000"/>
                          </a:solidFill>
                          <a:latin typeface="IBM Plex Sans" panose="020B0503050203000203" pitchFamily="34" charset="0"/>
                          <a:ea typeface="IBM Plex Sans"/>
                          <a:cs typeface="Arial"/>
                          <a:sym typeface="IBM Plex Sans"/>
                        </a:rPr>
                        <a:t>search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ads effectiveness</a:t>
                      </a:r>
                    </a:p>
                    <a:p>
                      <a:pPr marL="171450" marR="0" lvl="0" indent="-171450" algn="l" rtl="0">
                        <a:lnSpc>
                          <a:spcPct val="100000"/>
                        </a:lnSpc>
                        <a:spcBef>
                          <a:spcPts val="0"/>
                        </a:spcBef>
                        <a:spcAft>
                          <a:spcPts val="0"/>
                        </a:spcAft>
                        <a:buClr>
                          <a:srgbClr val="000000"/>
                        </a:buClr>
                        <a:buSzPts val="1400"/>
                        <a:buFont typeface="Arial" panose="020B0604020202020204" pitchFamily="34" charset="0"/>
                        <a:buChar char="•"/>
                      </a:pPr>
                      <a:r>
                        <a:rPr lang="en-US" sz="1200" b="0" i="0" u="none" strike="noStrike" cap="none" noProof="0" dirty="0">
                          <a:solidFill>
                            <a:srgbClr val="000000"/>
                          </a:solidFill>
                          <a:latin typeface="IBM Plex Sans" panose="020B0503050203000203" pitchFamily="34" charset="0"/>
                          <a:ea typeface="IBM Plex Sans"/>
                          <a:cs typeface="Arial"/>
                          <a:sym typeface="IBM Plex Sans"/>
                        </a:rPr>
                        <a:t>2025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Ad Revenue growth </a:t>
                      </a:r>
                      <a:r>
                        <a:rPr lang="en-US" sz="1200" b="0" i="0" u="none" strike="noStrike" cap="none" noProof="0" dirty="0">
                          <a:solidFill>
                            <a:srgbClr val="000000"/>
                          </a:solidFill>
                          <a:latin typeface="IBM Plex Sans" panose="020B0503050203000203" pitchFamily="34" charset="0"/>
                          <a:ea typeface="IBM Plex Sans"/>
                          <a:cs typeface="Arial"/>
                          <a:sym typeface="IBM Plex Sans"/>
                        </a:rPr>
                        <a:t>of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11.4% (vs. ~12.7% projected</a:t>
                      </a:r>
                      <a:r>
                        <a:rPr lang="en-US" sz="1200" b="0" i="0" u="none" strike="noStrike" cap="none" noProof="0" dirty="0">
                          <a:solidFill>
                            <a:srgbClr val="000000"/>
                          </a:solidFill>
                          <a:latin typeface="IBM Plex Sans" panose="020B0503050203000203" pitchFamily="34" charset="0"/>
                          <a:ea typeface="IBM Plex Sans"/>
                          <a:cs typeface="Arial"/>
                          <a:sym typeface="IBM Plex Sans"/>
                        </a:rPr>
                        <a:t>),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Search Revenue </a:t>
                      </a:r>
                      <a:r>
                        <a:rPr lang="en-US" sz="1200" b="0" i="0" u="none" strike="noStrike" cap="none" noProof="0" dirty="0">
                          <a:solidFill>
                            <a:srgbClr val="000000"/>
                          </a:solidFill>
                          <a:latin typeface="IBM Plex Sans" panose="020B0503050203000203" pitchFamily="34" charset="0"/>
                          <a:ea typeface="IBM Plex Sans"/>
                          <a:cs typeface="Arial"/>
                          <a:sym typeface="IBM Plex Sans"/>
                        </a:rPr>
                        <a:t>growth</a:t>
                      </a:r>
                      <a:r>
                        <a:rPr lang="en-US" sz="1200" b="1" i="0" u="none" strike="noStrike" cap="none" noProof="0" dirty="0">
                          <a:solidFill>
                            <a:srgbClr val="000000"/>
                          </a:solidFill>
                          <a:latin typeface="IBM Plex Sans" panose="020B0503050203000203" pitchFamily="34" charset="0"/>
                          <a:ea typeface="IBM Plex Sans"/>
                          <a:cs typeface="Arial"/>
                          <a:sym typeface="IBM Plex Sans"/>
                        </a:rPr>
                        <a:t> </a:t>
                      </a:r>
                      <a:r>
                        <a:rPr lang="en-US" sz="1200" b="0" i="0" u="none" strike="noStrike" cap="none" noProof="0" dirty="0">
                          <a:solidFill>
                            <a:srgbClr val="000000"/>
                          </a:solidFill>
                          <a:latin typeface="IBM Plex Sans" panose="020B0503050203000203" pitchFamily="34" charset="0"/>
                          <a:ea typeface="IBM Plex Sans"/>
                          <a:cs typeface="Arial"/>
                          <a:sym typeface="IBM Plex Sans"/>
                        </a:rPr>
                        <a:t>of</a:t>
                      </a:r>
                      <a:r>
                        <a:rPr lang="en-US" sz="1200" b="1" i="0" u="none" strike="noStrike" cap="none" noProof="0" dirty="0">
                          <a:solidFill>
                            <a:srgbClr val="000000"/>
                          </a:solidFill>
                          <a:latin typeface="IBM Plex Sans" panose="020B0503050203000203" pitchFamily="34" charset="0"/>
                          <a:ea typeface="IBM Plex Sans"/>
                          <a:cs typeface="Arial"/>
                          <a:sym typeface="IBM Plex Sans"/>
                        </a:rPr>
                        <a:t> 13.4%</a:t>
                      </a: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4199253297"/>
                  </a:ext>
                </a:extLst>
              </a:tr>
              <a:tr h="341725">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0" i="0" u="none" strike="noStrike" cap="none" dirty="0">
                          <a:solidFill>
                            <a:srgbClr val="000000"/>
                          </a:solidFill>
                          <a:effectLst/>
                          <a:latin typeface="IBM Plex Sans" panose="020B0503050203000203" pitchFamily="34" charset="0"/>
                          <a:ea typeface="Arial"/>
                          <a:cs typeface="Arial"/>
                          <a:sym typeface="Arial"/>
                        </a:rPr>
                        <a:t>Google’s 2025 revenue FX impact</a:t>
                      </a: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Char char="•"/>
                        <a:tabLst/>
                        <a:defRPr/>
                      </a:pPr>
                      <a:r>
                        <a:rPr lang="en-US" sz="1200" dirty="0">
                          <a:latin typeface="IBM Plex Sans" panose="020B0503050203000203" pitchFamily="34" charset="0"/>
                        </a:rPr>
                        <a:t>Google’s 2025 results reflect primarily organic growth; FX impact was ~0.4% of total revenue and 0.5 p.p. of the 15.2% total growth</a:t>
                      </a:r>
                      <a:endParaRPr kumimoji="0" lang="en-US" sz="1200"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rtl="0">
                        <a:lnSpc>
                          <a:spcPct val="100000"/>
                        </a:lnSpc>
                        <a:spcBef>
                          <a:spcPts val="0"/>
                        </a:spcBef>
                        <a:spcAft>
                          <a:spcPts val="0"/>
                        </a:spcAft>
                        <a:buClr>
                          <a:srgbClr val="000000"/>
                        </a:buClr>
                        <a:buSzPts val="1400"/>
                        <a:buFont typeface="Arial" panose="020B0604020202020204" pitchFamily="34" charset="0"/>
                        <a:buChar char="•"/>
                      </a:pPr>
                      <a:r>
                        <a:rPr lang="en-US" sz="1200" b="1" i="0" u="none" strike="noStrike" cap="none" noProof="0" dirty="0">
                          <a:solidFill>
                            <a:srgbClr val="000000"/>
                          </a:solidFill>
                          <a:latin typeface="IBM Plex Sans" panose="020B0503050203000203" pitchFamily="34" charset="0"/>
                          <a:ea typeface="IBM Plex Sans"/>
                          <a:cs typeface="Arial"/>
                          <a:sym typeface="IBM Plex Sans"/>
                        </a:rPr>
                        <a:t>No material FX impact</a:t>
                      </a:r>
                      <a:r>
                        <a:rPr lang="en-US" sz="1200" b="0" i="0" u="none" strike="noStrike" cap="none" noProof="0" dirty="0">
                          <a:solidFill>
                            <a:srgbClr val="000000"/>
                          </a:solidFill>
                          <a:latin typeface="IBM Plex Sans" panose="020B0503050203000203" pitchFamily="34" charset="0"/>
                          <a:ea typeface="IBM Plex Sans"/>
                          <a:cs typeface="Arial"/>
                          <a:sym typeface="IBM Plex Sans"/>
                        </a:rPr>
                        <a:t>, revenue growth remains primarily organic</a:t>
                      </a: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103182352"/>
                  </a:ext>
                </a:extLst>
              </a:tr>
              <a:tr h="484110">
                <a:tc>
                  <a:txBody>
                    <a:bodyPr/>
                    <a:lstStyle/>
                    <a:p>
                      <a:pPr marL="0" marR="0" lvl="0" indent="0" algn="l" rtl="0">
                        <a:lnSpc>
                          <a:spcPct val="100000"/>
                        </a:lnSpc>
                        <a:spcBef>
                          <a:spcPts val="0"/>
                        </a:spcBef>
                        <a:spcAft>
                          <a:spcPts val="0"/>
                        </a:spcAft>
                        <a:buClr>
                          <a:srgbClr val="000000"/>
                        </a:buClr>
                        <a:buSzPts val="1200"/>
                        <a:buFont typeface="Arial"/>
                        <a:buNone/>
                      </a:pPr>
                      <a:r>
                        <a:rPr lang="en-US" sz="1200" b="0" i="0" u="none" strike="noStrike" cap="none" dirty="0">
                          <a:solidFill>
                            <a:srgbClr val="000000"/>
                          </a:solidFill>
                          <a:effectLst/>
                          <a:latin typeface="IBM Plex Sans" panose="020B0503050203000203" pitchFamily="34" charset="0"/>
                          <a:ea typeface="Arial"/>
                          <a:cs typeface="Arial"/>
                          <a:sym typeface="Arial"/>
                        </a:rPr>
                        <a:t>AI Overviews impact on publishers</a:t>
                      </a:r>
                      <a:endParaRPr lang="en-US" sz="1200" u="none" strike="noStrike" cap="none" noProof="0" dirty="0">
                        <a:latin typeface="IBM Plex Sans" panose="020B0503050203000203" pitchFamily="34" charset="0"/>
                        <a:ea typeface="IBM Plex Sans"/>
                        <a:cs typeface="IBM Plex Sans"/>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Char char="•"/>
                        <a:tabLst/>
                        <a:defRPr/>
                      </a:pPr>
                      <a:r>
                        <a:rPr lang="en-US" sz="1200" b="0" i="0" u="none" strike="noStrike" cap="none" noProof="0" dirty="0">
                          <a:solidFill>
                            <a:schemeClr val="dk1"/>
                          </a:solidFill>
                          <a:latin typeface="IBM Plex Sans" panose="020B0503050203000203" pitchFamily="34" charset="0"/>
                          <a:ea typeface="IBM Plex Sans"/>
                          <a:cs typeface="IBM Plex Sans"/>
                          <a:sym typeface="IBM Plex Sans"/>
                        </a:rPr>
                        <a:t>Overall decline in Publisher Referral Traffic from Google Search due to AI Overviews: -33% Global (-38% in U.S.)</a:t>
                      </a: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rtl="0">
                        <a:lnSpc>
                          <a:spcPct val="100000"/>
                        </a:lnSpc>
                        <a:spcBef>
                          <a:spcPts val="0"/>
                        </a:spcBef>
                        <a:spcAft>
                          <a:spcPts val="0"/>
                        </a:spcAft>
                        <a:buClr>
                          <a:srgbClr val="000000"/>
                        </a:buClr>
                        <a:buSzPts val="1400"/>
                        <a:buFont typeface="Arial" panose="020B0604020202020204" pitchFamily="34" charset="0"/>
                        <a:buChar char="•"/>
                      </a:pPr>
                      <a:r>
                        <a:rPr lang="en-US" sz="1200" b="1" i="0" u="none" strike="noStrike" cap="none" dirty="0">
                          <a:solidFill>
                            <a:srgbClr val="000000"/>
                          </a:solidFill>
                          <a:latin typeface="IBM Plex Sans" panose="020B0503050203000203" pitchFamily="34" charset="0"/>
                          <a:cs typeface="Arial"/>
                          <a:sym typeface="Arial"/>
                        </a:rPr>
                        <a:t>Confirms pressure </a:t>
                      </a:r>
                      <a:r>
                        <a:rPr lang="en-US" sz="1200" b="0" i="0" u="none" strike="noStrike" cap="none" dirty="0">
                          <a:solidFill>
                            <a:srgbClr val="000000"/>
                          </a:solidFill>
                          <a:latin typeface="IBM Plex Sans" panose="020B0503050203000203" pitchFamily="34" charset="0"/>
                          <a:cs typeface="Arial"/>
                          <a:sym typeface="Arial"/>
                        </a:rPr>
                        <a:t>on </a:t>
                      </a:r>
                      <a:r>
                        <a:rPr lang="en-US" sz="1200" b="1" i="0" u="none" strike="noStrike" cap="none" dirty="0">
                          <a:solidFill>
                            <a:srgbClr val="000000"/>
                          </a:solidFill>
                          <a:latin typeface="IBM Plex Sans" panose="020B0503050203000203" pitchFamily="34" charset="0"/>
                          <a:cs typeface="Arial"/>
                          <a:sym typeface="Arial"/>
                        </a:rPr>
                        <a:t>informational </a:t>
                      </a:r>
                      <a:r>
                        <a:rPr lang="en-US" sz="1200" b="0" i="0" u="none" strike="noStrike" cap="none" dirty="0">
                          <a:solidFill>
                            <a:srgbClr val="000000"/>
                          </a:solidFill>
                          <a:latin typeface="IBM Plex Sans" panose="020B0503050203000203" pitchFamily="34" charset="0"/>
                          <a:cs typeface="Arial"/>
                          <a:sym typeface="Arial"/>
                        </a:rPr>
                        <a:t>publisher</a:t>
                      </a:r>
                      <a:r>
                        <a:rPr lang="en-US" sz="1200" b="1" i="0" u="none" strike="noStrike" cap="none" dirty="0">
                          <a:solidFill>
                            <a:srgbClr val="000000"/>
                          </a:solidFill>
                          <a:latin typeface="IBM Plex Sans" panose="020B0503050203000203" pitchFamily="34" charset="0"/>
                          <a:cs typeface="Arial"/>
                          <a:sym typeface="Arial"/>
                        </a:rPr>
                        <a:t> traffic</a:t>
                      </a:r>
                    </a:p>
                    <a:p>
                      <a:pPr marL="171450" marR="0" lvl="0" indent="-171450" algn="l" rtl="0">
                        <a:lnSpc>
                          <a:spcPct val="100000"/>
                        </a:lnSpc>
                        <a:spcBef>
                          <a:spcPts val="0"/>
                        </a:spcBef>
                        <a:spcAft>
                          <a:spcPts val="0"/>
                        </a:spcAft>
                        <a:buClr>
                          <a:srgbClr val="000000"/>
                        </a:buClr>
                        <a:buSzPts val="1400"/>
                        <a:buFont typeface="Arial" panose="020B0604020202020204" pitchFamily="34" charset="0"/>
                        <a:buChar char="•"/>
                      </a:pPr>
                      <a:r>
                        <a:rPr lang="en-US" sz="1200" b="1" i="0" u="none" strike="noStrike" cap="none" dirty="0">
                          <a:solidFill>
                            <a:srgbClr val="000000"/>
                          </a:solidFill>
                          <a:latin typeface="IBM Plex Sans" panose="020B0503050203000203" pitchFamily="34" charset="0"/>
                          <a:cs typeface="Arial"/>
                          <a:sym typeface="Arial"/>
                        </a:rPr>
                        <a:t>Does </a:t>
                      </a:r>
                      <a:r>
                        <a:rPr lang="en-US" sz="1200" b="0" i="0" u="none" strike="noStrike" cap="none" dirty="0">
                          <a:solidFill>
                            <a:srgbClr val="000000"/>
                          </a:solidFill>
                          <a:latin typeface="IBM Plex Sans" panose="020B0503050203000203" pitchFamily="34" charset="0"/>
                          <a:cs typeface="Arial"/>
                          <a:sym typeface="Arial"/>
                        </a:rPr>
                        <a:t>not </a:t>
                      </a:r>
                      <a:r>
                        <a:rPr lang="en-US" sz="1200" b="1" i="0" u="none" strike="noStrike" cap="none" dirty="0">
                          <a:solidFill>
                            <a:srgbClr val="000000"/>
                          </a:solidFill>
                          <a:latin typeface="IBM Plex Sans" panose="020B0503050203000203" pitchFamily="34" charset="0"/>
                          <a:cs typeface="Arial"/>
                          <a:sym typeface="Arial"/>
                        </a:rPr>
                        <a:t>alter Google </a:t>
                      </a:r>
                      <a:r>
                        <a:rPr lang="en-US" sz="1200" b="0" i="0" u="none" strike="noStrike" cap="none" dirty="0">
                          <a:solidFill>
                            <a:srgbClr val="000000"/>
                          </a:solidFill>
                          <a:latin typeface="IBM Plex Sans" panose="020B0503050203000203" pitchFamily="34" charset="0"/>
                          <a:cs typeface="Arial"/>
                          <a:sym typeface="Arial"/>
                        </a:rPr>
                        <a:t>revenue assumptions</a:t>
                      </a: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4"/>
                  </a:ext>
                </a:extLst>
              </a:tr>
              <a:tr h="626496">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panose="020B0604020202020204" pitchFamily="34" charset="0"/>
                        <a:buNone/>
                        <a:tabLst/>
                        <a:defRPr/>
                      </a:pPr>
                      <a:r>
                        <a:rPr lang="en-US" sz="1200" b="0" i="0" u="none" strike="noStrike" cap="none" dirty="0">
                          <a:solidFill>
                            <a:srgbClr val="000000"/>
                          </a:solidFill>
                          <a:effectLst/>
                          <a:latin typeface="IBM Plex Sans" panose="020B0503050203000203" pitchFamily="34" charset="0"/>
                          <a:ea typeface="Arial"/>
                          <a:cs typeface="Arial"/>
                          <a:sym typeface="Arial"/>
                        </a:rPr>
                        <a:t>AI search budget dynamics</a:t>
                      </a: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lang="en-US" sz="1200" b="0" i="0" u="none" strike="noStrike" cap="none" dirty="0">
                          <a:solidFill>
                            <a:srgbClr val="000000"/>
                          </a:solidFill>
                          <a:effectLst/>
                          <a:latin typeface="IBM Plex Sans" panose="020B0503050203000203" pitchFamily="34" charset="0"/>
                          <a:ea typeface="Arial"/>
                          <a:cs typeface="Arial"/>
                          <a:sym typeface="Arial"/>
                        </a:rPr>
                        <a:t>Market leaders plan to allocate ~15% of their digital marketing budgets into AI optimization (AEO/GEO), vs. ~12% industry average in 2025</a:t>
                      </a:r>
                    </a:p>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200"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Early AI-referral performance is promising: 23% decrease in bounce rate, 41% increase in time on site, and 12% increase in page views</a:t>
                      </a:r>
                      <a:endParaRPr kumimoji="0" lang="en-US" sz="1200" b="0" i="0" u="none" strike="noStrike" kern="0" cap="none" spc="0" normalizeH="0" baseline="0" noProof="0" dirty="0">
                        <a:ln>
                          <a:noFill/>
                        </a:ln>
                        <a:solidFill>
                          <a:srgbClr val="000000"/>
                        </a:solidFill>
                        <a:effectLst/>
                        <a:uLnTx/>
                        <a:uFillTx/>
                        <a:latin typeface="IBM Plex Sans" panose="020B0503050203000203" pitchFamily="34" charset="0"/>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Char char="•"/>
                        <a:tabLst/>
                        <a:defRPr/>
                      </a:pPr>
                      <a:r>
                        <a:rPr lang="en-US" sz="1200" b="1" i="0" u="none" strike="noStrike" cap="none" noProof="0" dirty="0">
                          <a:solidFill>
                            <a:srgbClr val="000000"/>
                          </a:solidFill>
                          <a:latin typeface="IBM Plex Sans" panose="020B0503050203000203" pitchFamily="34" charset="0"/>
                          <a:ea typeface="IBM Plex Sans"/>
                          <a:cs typeface="Arial"/>
                          <a:sym typeface="IBM Plex Sans"/>
                        </a:rPr>
                        <a:t>Reinforces</a:t>
                      </a:r>
                      <a:r>
                        <a:rPr lang="en-US" sz="1200" b="0" i="0" u="none" strike="noStrike" cap="none" noProof="0" dirty="0">
                          <a:solidFill>
                            <a:srgbClr val="000000"/>
                          </a:solidFill>
                          <a:latin typeface="IBM Plex Sans" panose="020B0503050203000203" pitchFamily="34" charset="0"/>
                          <a:ea typeface="IBM Plex Sans"/>
                          <a:cs typeface="Arial"/>
                          <a:sym typeface="IBM Plex Sans"/>
                        </a:rPr>
                        <a:t> that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AI enhances ad</a:t>
                      </a:r>
                      <a:r>
                        <a:rPr lang="en-US" sz="1200" b="0" i="0" u="none" strike="noStrike" cap="none" noProof="0" dirty="0">
                          <a:solidFill>
                            <a:srgbClr val="000000"/>
                          </a:solidFill>
                          <a:latin typeface="IBM Plex Sans" panose="020B0503050203000203" pitchFamily="34" charset="0"/>
                          <a:ea typeface="IBM Plex Sans"/>
                          <a:cs typeface="Arial"/>
                          <a:sym typeface="IBM Plex Sans"/>
                        </a:rPr>
                        <a:t> effectiveness</a:t>
                      </a:r>
                    </a:p>
                    <a:p>
                      <a:pPr marL="171450" marR="0" lvl="0" indent="-17145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Char char="•"/>
                        <a:tabLst/>
                        <a:defRPr/>
                      </a:pPr>
                      <a:r>
                        <a:rPr lang="en-US" sz="1200" b="1" i="0" u="none" strike="noStrike" cap="none" noProof="0" dirty="0">
                          <a:solidFill>
                            <a:srgbClr val="000000"/>
                          </a:solidFill>
                          <a:latin typeface="IBM Plex Sans" panose="020B0503050203000203" pitchFamily="34" charset="0"/>
                          <a:ea typeface="IBM Plex Sans"/>
                          <a:cs typeface="Arial"/>
                          <a:sym typeface="IBM Plex Sans"/>
                        </a:rPr>
                        <a:t>Supports</a:t>
                      </a:r>
                      <a:r>
                        <a:rPr lang="en-US" sz="1200" b="0" i="0" u="none" strike="noStrike" cap="none" noProof="0" dirty="0">
                          <a:solidFill>
                            <a:srgbClr val="000000"/>
                          </a:solidFill>
                          <a:latin typeface="IBM Plex Sans" panose="020B0503050203000203" pitchFamily="34" charset="0"/>
                          <a:ea typeface="IBM Plex Sans"/>
                          <a:cs typeface="Arial"/>
                          <a:sym typeface="IBM Plex Sans"/>
                        </a:rPr>
                        <a:t> assumption of sustained </a:t>
                      </a:r>
                      <a:r>
                        <a:rPr lang="en-US" sz="1200" b="1" i="0" u="none" strike="noStrike" cap="none" noProof="0" dirty="0">
                          <a:solidFill>
                            <a:srgbClr val="000000"/>
                          </a:solidFill>
                          <a:latin typeface="IBM Plex Sans" panose="020B0503050203000203" pitchFamily="34" charset="0"/>
                          <a:ea typeface="IBM Plex Sans"/>
                          <a:cs typeface="Arial"/>
                          <a:sym typeface="IBM Plex Sans"/>
                        </a:rPr>
                        <a:t>CPC expansion</a:t>
                      </a:r>
                      <a:endParaRPr lang="en-US" sz="1200" b="1" i="0" u="none" strike="noStrike" cap="none" noProof="0" dirty="0">
                        <a:solidFill>
                          <a:srgbClr val="000000"/>
                        </a:solidFill>
                        <a:latin typeface="IBM Plex Sans" panose="020B0503050203000203" pitchFamily="34" charset="0"/>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065090348"/>
                  </a:ext>
                </a:extLst>
              </a:tr>
            </a:tbl>
          </a:graphicData>
        </a:graphic>
      </p:graphicFrame>
      <p:sp>
        <p:nvSpPr>
          <p:cNvPr id="11" name="Google Shape;490;p48">
            <a:extLst>
              <a:ext uri="{FF2B5EF4-FFF2-40B4-BE49-F238E27FC236}">
                <a16:creationId xmlns:a16="http://schemas.microsoft.com/office/drawing/2014/main" id="{F4E05EE7-9BF8-5906-D8C0-12D4C4018FAC}"/>
              </a:ext>
            </a:extLst>
          </p:cNvPr>
          <p:cNvSpPr txBox="1"/>
          <p:nvPr/>
        </p:nvSpPr>
        <p:spPr>
          <a:xfrm>
            <a:off x="409962" y="6606807"/>
            <a:ext cx="10467145" cy="107722"/>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chemeClr val="bg1">
                    <a:lumMod val="50000"/>
                  </a:schemeClr>
                </a:solidFill>
                <a:latin typeface="IBM Plex Sans"/>
                <a:ea typeface="IBM Plex Sans"/>
                <a:cs typeface="IBM Plex Sans"/>
                <a:sym typeface="IBM Plex Sans"/>
              </a:rPr>
              <a:t>Sources: (1) </a:t>
            </a:r>
            <a:r>
              <a:rPr lang="en-US" sz="700" dirty="0">
                <a:solidFill>
                  <a:schemeClr val="bg1">
                    <a:lumMod val="50000"/>
                  </a:schemeClr>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Forbes</a:t>
            </a:r>
            <a:r>
              <a:rPr lang="en-US" sz="700" dirty="0">
                <a:solidFill>
                  <a:schemeClr val="bg1">
                    <a:lumMod val="50000"/>
                  </a:schemeClr>
                </a:solidFill>
                <a:latin typeface="IBM Plex Sans"/>
                <a:ea typeface="IBM Plex Sans"/>
                <a:cs typeface="IBM Plex Sans"/>
                <a:sym typeface="IBM Plex Sans"/>
              </a:rPr>
              <a:t>, (2) </a:t>
            </a:r>
            <a:r>
              <a:rPr lang="en-US" sz="700" dirty="0">
                <a:solidFill>
                  <a:schemeClr val="bg1">
                    <a:lumMod val="50000"/>
                  </a:schemeClr>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Search Engine Land</a:t>
            </a:r>
            <a:r>
              <a:rPr lang="en-US" sz="700" dirty="0">
                <a:solidFill>
                  <a:schemeClr val="bg1">
                    <a:lumMod val="50000"/>
                  </a:schemeClr>
                </a:solidFill>
                <a:latin typeface="IBM Plex Sans"/>
                <a:ea typeface="IBM Plex Sans"/>
                <a:cs typeface="IBM Plex Sans"/>
                <a:sym typeface="IBM Plex Sans"/>
              </a:rPr>
              <a:t>, (3) </a:t>
            </a:r>
            <a:r>
              <a:rPr lang="en-US" sz="700" dirty="0">
                <a:solidFill>
                  <a:schemeClr val="bg1">
                    <a:lumMod val="50000"/>
                  </a:schemeClr>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Evergreen Media</a:t>
            </a:r>
            <a:r>
              <a:rPr lang="en-US" sz="700" dirty="0">
                <a:solidFill>
                  <a:schemeClr val="bg1">
                    <a:lumMod val="50000"/>
                  </a:schemeClr>
                </a:solidFill>
                <a:latin typeface="IBM Plex Sans"/>
                <a:ea typeface="IBM Plex Sans"/>
                <a:cs typeface="IBM Plex Sans"/>
                <a:sym typeface="IBM Plex Sans"/>
              </a:rPr>
              <a:t>,</a:t>
            </a:r>
            <a:endParaRPr lang="en-US" sz="700" noProof="0" dirty="0">
              <a:solidFill>
                <a:schemeClr val="bg1">
                  <a:lumMod val="50000"/>
                </a:schemeClr>
              </a:solidFill>
              <a:latin typeface="IBM Plex Sans"/>
            </a:endParaRPr>
          </a:p>
        </p:txBody>
      </p:sp>
    </p:spTree>
    <p:extLst>
      <p:ext uri="{BB962C8B-B14F-4D97-AF65-F5344CB8AC3E}">
        <p14:creationId xmlns:p14="http://schemas.microsoft.com/office/powerpoint/2010/main" val="2606636709"/>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Shape 486">
          <a:extLst>
            <a:ext uri="{FF2B5EF4-FFF2-40B4-BE49-F238E27FC236}">
              <a16:creationId xmlns:a16="http://schemas.microsoft.com/office/drawing/2014/main" id="{C50E7579-ADB5-222A-9F40-9909141F4B55}"/>
            </a:ext>
          </a:extLst>
        </p:cNvPr>
        <p:cNvGrpSpPr/>
        <p:nvPr/>
      </p:nvGrpSpPr>
      <p:grpSpPr>
        <a:xfrm>
          <a:off x="0" y="0"/>
          <a:ext cx="0" cy="0"/>
          <a:chOff x="0" y="0"/>
          <a:chExt cx="0" cy="0"/>
        </a:xfrm>
      </p:grpSpPr>
      <p:sp>
        <p:nvSpPr>
          <p:cNvPr id="487" name="Google Shape;487;p48">
            <a:extLst>
              <a:ext uri="{FF2B5EF4-FFF2-40B4-BE49-F238E27FC236}">
                <a16:creationId xmlns:a16="http://schemas.microsoft.com/office/drawing/2014/main" id="{D9F556C7-6475-5B35-F4B0-73CA45AFD5C5}"/>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98</a:t>
            </a:fld>
            <a:endParaRPr lang="en-US" noProof="0"/>
          </a:p>
        </p:txBody>
      </p:sp>
      <p:sp>
        <p:nvSpPr>
          <p:cNvPr id="488" name="Google Shape;488;p48">
            <a:extLst>
              <a:ext uri="{FF2B5EF4-FFF2-40B4-BE49-F238E27FC236}">
                <a16:creationId xmlns:a16="http://schemas.microsoft.com/office/drawing/2014/main" id="{35AB4F26-A186-8B66-1D4B-C82B192D7303}"/>
              </a:ext>
            </a:extLst>
          </p:cNvPr>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r>
              <a:rPr lang="en-US" dirty="0"/>
              <a:t>What changed &amp; What we learned (2/2)</a:t>
            </a:r>
            <a:endParaRPr lang="en-US" noProof="0" dirty="0"/>
          </a:p>
        </p:txBody>
      </p:sp>
      <p:sp>
        <p:nvSpPr>
          <p:cNvPr id="7" name="CaixaDeTexto 6">
            <a:extLst>
              <a:ext uri="{FF2B5EF4-FFF2-40B4-BE49-F238E27FC236}">
                <a16:creationId xmlns:a16="http://schemas.microsoft.com/office/drawing/2014/main" id="{B861B7D4-8F32-A619-CC90-5214761594AF}"/>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2025 Overview: updates from feedback sessions</a:t>
            </a:r>
          </a:p>
        </p:txBody>
      </p:sp>
      <p:graphicFrame>
        <p:nvGraphicFramePr>
          <p:cNvPr id="8" name="Google Shape;469;p46">
            <a:extLst>
              <a:ext uri="{FF2B5EF4-FFF2-40B4-BE49-F238E27FC236}">
                <a16:creationId xmlns:a16="http://schemas.microsoft.com/office/drawing/2014/main" id="{E1CEE359-A3D7-3DC1-7705-449850EA9123}"/>
              </a:ext>
            </a:extLst>
          </p:cNvPr>
          <p:cNvGraphicFramePr/>
          <p:nvPr/>
        </p:nvGraphicFramePr>
        <p:xfrm>
          <a:off x="420605" y="1009364"/>
          <a:ext cx="11350801" cy="4534905"/>
        </p:xfrm>
        <a:graphic>
          <a:graphicData uri="http://schemas.openxmlformats.org/drawingml/2006/table">
            <a:tbl>
              <a:tblPr>
                <a:noFill/>
                <a:tableStyleId>{16461213-F4DB-495F-93F5-F8E8B3FAFA39}</a:tableStyleId>
              </a:tblPr>
              <a:tblGrid>
                <a:gridCol w="2170195">
                  <a:extLst>
                    <a:ext uri="{9D8B030D-6E8A-4147-A177-3AD203B41FA5}">
                      <a16:colId xmlns:a16="http://schemas.microsoft.com/office/drawing/2014/main" val="20001"/>
                    </a:ext>
                  </a:extLst>
                </a:gridCol>
                <a:gridCol w="5359400">
                  <a:extLst>
                    <a:ext uri="{9D8B030D-6E8A-4147-A177-3AD203B41FA5}">
                      <a16:colId xmlns:a16="http://schemas.microsoft.com/office/drawing/2014/main" val="20002"/>
                    </a:ext>
                  </a:extLst>
                </a:gridCol>
                <a:gridCol w="3821206">
                  <a:extLst>
                    <a:ext uri="{9D8B030D-6E8A-4147-A177-3AD203B41FA5}">
                      <a16:colId xmlns:a16="http://schemas.microsoft.com/office/drawing/2014/main" val="2829483117"/>
                    </a:ext>
                  </a:extLst>
                </a:gridCol>
              </a:tblGrid>
              <a:tr h="199339">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dirty="0">
                          <a:solidFill>
                            <a:schemeClr val="lt1"/>
                          </a:solidFill>
                          <a:latin typeface="IBM Plex Sans" panose="020B0503050203000203" pitchFamily="34" charset="0"/>
                          <a:ea typeface="IBM Plex Sans"/>
                          <a:cs typeface="IBM Plex Sans"/>
                          <a:sym typeface="IBM Plex Sans"/>
                        </a:rPr>
                        <a:t>Topic</a:t>
                      </a:r>
                      <a:endParaRPr lang="en-US" sz="1200" u="none" strike="noStrike" cap="none" noProof="0" dirty="0">
                        <a:solidFill>
                          <a:schemeClr val="lt1"/>
                        </a:solidFill>
                        <a:latin typeface="IBM Plex Sans" panose="020B0503050203000203" pitchFamily="34" charset="0"/>
                        <a:ea typeface="IBM Plex Sans"/>
                        <a:cs typeface="IBM Plex Sans"/>
                        <a:sym typeface="IBM Plex Sans"/>
                      </a:endParaRPr>
                    </a:p>
                  </a:txBody>
                  <a:tcPr marL="91450" marR="9145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dirty="0">
                          <a:solidFill>
                            <a:schemeClr val="lt1"/>
                          </a:solidFill>
                          <a:latin typeface="IBM Plex Sans" panose="020B0503050203000203" pitchFamily="34" charset="0"/>
                          <a:ea typeface="IBM Plex Sans"/>
                          <a:cs typeface="IBM Plex Sans"/>
                          <a:sym typeface="IBM Plex Sans"/>
                        </a:rPr>
                        <a:t>What new things we learned</a:t>
                      </a:r>
                      <a:endParaRPr lang="en-US" sz="1200" u="none" strike="noStrike" cap="none" noProof="0" dirty="0">
                        <a:solidFill>
                          <a:schemeClr val="lt1"/>
                        </a:solidFill>
                        <a:latin typeface="IBM Plex Sans" panose="020B0503050203000203" pitchFamily="34" charset="0"/>
                        <a:ea typeface="IBM Plex Sans"/>
                        <a:cs typeface="IBM Plex Sans"/>
                        <a:sym typeface="IBM Plex Sans"/>
                      </a:endParaRPr>
                    </a:p>
                  </a:txBody>
                  <a:tcPr marL="91450" marR="91450" marT="36575" marB="3657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US" sz="1200" b="1" u="none" strike="noStrike" cap="none" noProof="0" dirty="0">
                          <a:solidFill>
                            <a:schemeClr val="lt1"/>
                          </a:solidFill>
                          <a:latin typeface="IBM Plex Sans" panose="020B0503050203000203" pitchFamily="34" charset="0"/>
                          <a:ea typeface="IBM Plex Sans"/>
                          <a:cs typeface="IBM Plex Sans"/>
                          <a:sym typeface="IBM Plex Sans"/>
                        </a:rPr>
                        <a:t>Impact: answers changed or become stronger</a:t>
                      </a:r>
                    </a:p>
                  </a:txBody>
                  <a:tcPr marL="91450" marR="91450" marT="36575" marB="3657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626496">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panose="020B0604020202020204" pitchFamily="34" charset="0"/>
                        <a:buNone/>
                        <a:tabLst/>
                        <a:defRPr/>
                      </a:pPr>
                      <a:r>
                        <a:rPr lang="en-US" sz="1200" b="0" i="0" u="none" strike="noStrike" cap="none" noProof="0" dirty="0">
                          <a:solidFill>
                            <a:srgbClr val="000000"/>
                          </a:solidFill>
                          <a:latin typeface="IBM Plex Sans" panose="020B0503050203000203" pitchFamily="34" charset="0"/>
                          <a:ea typeface="IBM Plex Sans"/>
                          <a:cs typeface="IBM Plex Sans"/>
                          <a:sym typeface="IBM Plex Sans"/>
                        </a:rPr>
                        <a:t>Bing and Yahoo growth trends</a:t>
                      </a: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lang="en-US" sz="1200" noProof="0" dirty="0">
                          <a:latin typeface="IBM Plex Sans" panose="020B0503050203000203" pitchFamily="34" charset="0"/>
                          <a:sym typeface="IBM Plex Sans"/>
                        </a:rPr>
                        <a:t>As of February 2026, Bing has ~</a:t>
                      </a:r>
                      <a:r>
                        <a:rPr lang="en-001" sz="1200" noProof="0" dirty="0">
                          <a:latin typeface="IBM Plex Sans" panose="020B0503050203000203" pitchFamily="34" charset="0"/>
                          <a:sym typeface="IBM Plex Sans"/>
                        </a:rPr>
                        <a:t>3.9</a:t>
                      </a:r>
                      <a:r>
                        <a:rPr lang="en-US" sz="1200" noProof="0" dirty="0">
                          <a:latin typeface="IBM Plex Sans" panose="020B0503050203000203" pitchFamily="34" charset="0"/>
                          <a:sym typeface="IBM Plex Sans"/>
                        </a:rPr>
                        <a:t>%</a:t>
                      </a:r>
                      <a:r>
                        <a:rPr lang="en-001" sz="1200" noProof="0" dirty="0">
                          <a:latin typeface="IBM Plex Sans" panose="020B0503050203000203" pitchFamily="34" charset="0"/>
                          <a:sym typeface="IBM Plex Sans"/>
                        </a:rPr>
                        <a:t> (vs. 3.7 in 2024)</a:t>
                      </a:r>
                      <a:r>
                        <a:rPr lang="en-US" sz="1200" noProof="0" dirty="0">
                          <a:latin typeface="IBM Plex Sans" panose="020B0503050203000203" pitchFamily="34" charset="0"/>
                          <a:sym typeface="IBM Plex Sans"/>
                        </a:rPr>
                        <a:t> of search engine market share</a:t>
                      </a:r>
                      <a:r>
                        <a:rPr lang="en-001" sz="1200" noProof="0" dirty="0">
                          <a:latin typeface="IBM Plex Sans" panose="020B0503050203000203" pitchFamily="34" charset="0"/>
                          <a:sym typeface="IBM Plex Sans"/>
                        </a:rPr>
                        <a:t>, presenting a modest growth </a:t>
                      </a:r>
                      <a:r>
                        <a:rPr lang="en-001" sz="1200" noProof="0" dirty="0" err="1">
                          <a:latin typeface="IBM Plex Sans" panose="020B0503050203000203" pitchFamily="34" charset="0"/>
                          <a:sym typeface="IBM Plex Sans"/>
                        </a:rPr>
                        <a:t>YuY</a:t>
                      </a:r>
                      <a:endParaRPr lang="en-001" sz="1200" noProof="0" dirty="0">
                        <a:latin typeface="IBM Plex Sans" panose="020B0503050203000203" pitchFamily="34" charset="0"/>
                        <a:sym typeface="IBM Plex Sans"/>
                      </a:endParaRPr>
                    </a:p>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lang="en-US" sz="1200" noProof="0" dirty="0">
                          <a:latin typeface="IBM Plex Sans" panose="020B0503050203000203" pitchFamily="34" charset="0"/>
                          <a:sym typeface="IBM Plex Sans"/>
                        </a:rPr>
                        <a:t>Yahoo! ~1.</a:t>
                      </a:r>
                      <a:r>
                        <a:rPr lang="en-001" sz="1200" noProof="0" dirty="0">
                          <a:latin typeface="IBM Plex Sans" panose="020B0503050203000203" pitchFamily="34" charset="0"/>
                          <a:sym typeface="IBM Plex Sans"/>
                        </a:rPr>
                        <a:t>3</a:t>
                      </a:r>
                      <a:r>
                        <a:rPr lang="en-US" sz="1200" noProof="0" dirty="0">
                          <a:latin typeface="IBM Plex Sans" panose="020B0503050203000203" pitchFamily="34" charset="0"/>
                          <a:sym typeface="IBM Plex Sans"/>
                        </a:rPr>
                        <a:t>%</a:t>
                      </a:r>
                      <a:r>
                        <a:rPr lang="en-001" sz="1200" noProof="0" dirty="0">
                          <a:latin typeface="IBM Plex Sans" panose="020B0503050203000203" pitchFamily="34" charset="0"/>
                          <a:sym typeface="IBM Plex Sans"/>
                        </a:rPr>
                        <a:t> (vs. 1.2 in 2024)</a:t>
                      </a:r>
                      <a:r>
                        <a:rPr lang="en-US" sz="1200" noProof="0" dirty="0">
                          <a:latin typeface="IBM Plex Sans" panose="020B0503050203000203" pitchFamily="34" charset="0"/>
                          <a:sym typeface="IBM Plex Sans"/>
                        </a:rPr>
                        <a:t>, </a:t>
                      </a:r>
                      <a:r>
                        <a:rPr lang="en-001" sz="1200" noProof="0" dirty="0">
                          <a:latin typeface="IBM Plex Sans" panose="020B0503050203000203" pitchFamily="34" charset="0"/>
                          <a:sym typeface="IBM Plex Sans"/>
                        </a:rPr>
                        <a:t>has been steadily declining in recent years</a:t>
                      </a:r>
                      <a:endParaRPr lang="en-US" sz="1200" noProof="0" dirty="0">
                        <a:latin typeface="IBM Plex Sans" panose="020B0503050203000203" pitchFamily="34" charset="0"/>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a:lnSpc>
                          <a:spcPct val="100000"/>
                        </a:lnSpc>
                        <a:spcBef>
                          <a:spcPts val="0"/>
                        </a:spcBef>
                        <a:spcAft>
                          <a:spcPts val="0"/>
                        </a:spcAft>
                        <a:buFont typeface="Arial" panose="020B0604020202020204" pitchFamily="34" charset="0"/>
                        <a:buChar char="•"/>
                      </a:pPr>
                      <a:r>
                        <a:rPr lang="en-US" sz="1200" b="1" i="0" u="none" strike="noStrike" cap="none" dirty="0">
                          <a:solidFill>
                            <a:srgbClr val="000000"/>
                          </a:solidFill>
                          <a:latin typeface="IBM Plex Sans" panose="020B0503050203000203" pitchFamily="34" charset="0"/>
                          <a:cs typeface="Arial"/>
                          <a:sym typeface="Arial"/>
                        </a:rPr>
                        <a:t>No change</a:t>
                      </a:r>
                      <a:r>
                        <a:rPr lang="en-001" sz="1200" b="1" i="0" u="none" strike="noStrike" cap="none" dirty="0">
                          <a:solidFill>
                            <a:srgbClr val="000000"/>
                          </a:solidFill>
                          <a:latin typeface="IBM Plex Sans" panose="020B0503050203000203" pitchFamily="34" charset="0"/>
                          <a:cs typeface="Arial"/>
                          <a:sym typeface="Arial"/>
                        </a:rPr>
                        <a:t>, </a:t>
                      </a:r>
                      <a:r>
                        <a:rPr lang="en-US" sz="1200" b="1" i="0" u="none" strike="noStrike" cap="none" dirty="0">
                          <a:solidFill>
                            <a:srgbClr val="000000"/>
                          </a:solidFill>
                          <a:latin typeface="IBM Plex Sans" panose="020B0503050203000203" pitchFamily="34" charset="0"/>
                          <a:cs typeface="Arial"/>
                          <a:sym typeface="Arial"/>
                        </a:rPr>
                        <a:t>additional context only</a:t>
                      </a:r>
                      <a:endParaRPr lang="en-US" sz="1200" b="0" i="0" u="none" strike="noStrike" cap="none" dirty="0">
                        <a:solidFill>
                          <a:srgbClr val="000000"/>
                        </a:solidFill>
                        <a:latin typeface="IBM Plex Sans" panose="020B0503050203000203" pitchFamily="34" charset="0"/>
                        <a:cs typeface="Arial"/>
                        <a:sym typeface="Arial"/>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664333827"/>
                  </a:ext>
                </a:extLst>
              </a:tr>
              <a:tr h="484110">
                <a:tc>
                  <a:txBody>
                    <a:bodyPr/>
                    <a:lstStyle/>
                    <a:p>
                      <a:pPr marL="0" marR="0" lvl="0" indent="0" algn="l" rtl="0">
                        <a:lnSpc>
                          <a:spcPct val="100000"/>
                        </a:lnSpc>
                        <a:spcBef>
                          <a:spcPts val="0"/>
                        </a:spcBef>
                        <a:spcAft>
                          <a:spcPts val="0"/>
                        </a:spcAft>
                        <a:buClr>
                          <a:srgbClr val="000000"/>
                        </a:buClr>
                        <a:buSzPts val="1200"/>
                        <a:buFont typeface="Arial" panose="020B0604020202020204" pitchFamily="34" charset="0"/>
                        <a:buNone/>
                      </a:pPr>
                      <a:endParaRPr lang="en-US" sz="1200" b="0" i="0" u="none" strike="noStrike" cap="none" noProof="0" dirty="0">
                        <a:solidFill>
                          <a:srgbClr val="000000"/>
                        </a:solidFill>
                        <a:latin typeface="IBM Plex Sans" panose="020B0503050203000203" pitchFamily="34" charset="0"/>
                        <a:ea typeface="IBM Plex Sans"/>
                        <a:cs typeface="IBM Plex Sans"/>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endParaRPr lang="en-US" sz="1200" b="0" i="0" u="none" strike="noStrike" cap="none" noProof="0" dirty="0">
                        <a:solidFill>
                          <a:schemeClr val="dk1"/>
                        </a:solidFill>
                        <a:latin typeface="IBM Plex Sans" panose="020B0503050203000203" pitchFamily="34" charset="0"/>
                        <a:ea typeface="IBM Plex Sans"/>
                        <a:cs typeface="IBM Plex Sans"/>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a:lnSpc>
                          <a:spcPct val="100000"/>
                        </a:lnSpc>
                        <a:spcBef>
                          <a:spcPts val="0"/>
                        </a:spcBef>
                        <a:spcAft>
                          <a:spcPts val="0"/>
                        </a:spcAft>
                        <a:buFont typeface="Arial" panose="020B0604020202020204" pitchFamily="34" charset="0"/>
                        <a:buChar char="•"/>
                      </a:pPr>
                      <a:endParaRPr lang="en-US" sz="1200" b="0" i="0" u="none" strike="noStrike" cap="none" noProof="0" dirty="0">
                        <a:solidFill>
                          <a:srgbClr val="000000"/>
                        </a:solidFill>
                        <a:latin typeface="IBM Plex Sans" panose="020B0503050203000203" pitchFamily="34" charset="0"/>
                        <a:ea typeface="IBM Plex Sans"/>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893858854"/>
                  </a:ext>
                </a:extLst>
              </a:tr>
              <a:tr h="626496">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200" u="none" strike="noStrike" cap="none" noProof="1">
                        <a:latin typeface="IBM Plex Sans" panose="020B0503050203000203" pitchFamily="34" charset="0"/>
                        <a:ea typeface="IBM Plex Sans"/>
                        <a:cs typeface="IBM Plex Sans"/>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endParaRPr lang="en-US" sz="1200" b="0" i="0" u="none" strike="noStrike" cap="none" noProof="0" dirty="0">
                        <a:solidFill>
                          <a:srgbClr val="000000"/>
                        </a:solidFill>
                        <a:latin typeface="IBM Plex Sans" panose="020B0503050203000203" pitchFamily="34" charset="0"/>
                        <a:ea typeface="IBM Plex Sans"/>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endParaRPr lang="en-US" sz="1200" b="1" i="0" u="none" strike="noStrike" cap="none" noProof="0" dirty="0">
                        <a:solidFill>
                          <a:srgbClr val="000000"/>
                        </a:solidFill>
                        <a:latin typeface="IBM Plex Sans" panose="020B0503050203000203" pitchFamily="34" charset="0"/>
                        <a:ea typeface="IBM Plex Sans"/>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446443512"/>
                  </a:ext>
                </a:extLst>
              </a:tr>
              <a:tr h="911268">
                <a:tc>
                  <a:txBody>
                    <a:bodyPr/>
                    <a:lstStyle/>
                    <a:p>
                      <a:pPr marL="0" marR="0" lvl="0" indent="0" algn="l" rtl="0">
                        <a:lnSpc>
                          <a:spcPct val="100000"/>
                        </a:lnSpc>
                        <a:spcBef>
                          <a:spcPts val="0"/>
                        </a:spcBef>
                        <a:spcAft>
                          <a:spcPts val="0"/>
                        </a:spcAft>
                        <a:buClr>
                          <a:srgbClr val="000000"/>
                        </a:buClr>
                        <a:buSzPts val="1200"/>
                        <a:buFont typeface="Arial"/>
                        <a:buNone/>
                      </a:pPr>
                      <a:endParaRPr lang="en-US" sz="1200" b="0" i="0" u="none" strike="noStrike" cap="none" noProof="0" dirty="0">
                        <a:solidFill>
                          <a:schemeClr val="dk1"/>
                        </a:solidFill>
                        <a:latin typeface="IBM Plex Sans" panose="020B0503050203000203" pitchFamily="34" charset="0"/>
                        <a:ea typeface="IBM Plex Sans"/>
                        <a:cs typeface="IBM Plex Sans"/>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rtl="0">
                        <a:lnSpc>
                          <a:spcPct val="100000"/>
                        </a:lnSpc>
                        <a:spcBef>
                          <a:spcPts val="0"/>
                        </a:spcBef>
                        <a:spcAft>
                          <a:spcPts val="0"/>
                        </a:spcAft>
                        <a:buClr>
                          <a:srgbClr val="000000"/>
                        </a:buClr>
                        <a:buSzPts val="1200"/>
                        <a:buFont typeface="Arial" panose="020B0604020202020204" pitchFamily="34" charset="0"/>
                        <a:buChar char="•"/>
                      </a:pPr>
                      <a:endParaRPr lang="en-US" sz="1200" b="0" i="0" u="none" strike="noStrike" cap="none" noProof="0" dirty="0">
                        <a:solidFill>
                          <a:srgbClr val="000000"/>
                        </a:solidFill>
                        <a:latin typeface="IBM Plex Sans" panose="020B0503050203000203" pitchFamily="34" charset="0"/>
                        <a:ea typeface="IBM Plex Sans"/>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rtl="0">
                        <a:lnSpc>
                          <a:spcPct val="100000"/>
                        </a:lnSpc>
                        <a:spcBef>
                          <a:spcPts val="0"/>
                        </a:spcBef>
                        <a:spcAft>
                          <a:spcPts val="0"/>
                        </a:spcAft>
                        <a:buClr>
                          <a:srgbClr val="000000"/>
                        </a:buClr>
                        <a:buSzPts val="1400"/>
                        <a:buFont typeface="Arial" panose="020B0604020202020204" pitchFamily="34" charset="0"/>
                        <a:buChar char="•"/>
                      </a:pPr>
                      <a:endParaRPr lang="en-US" sz="1200" b="1" i="0" u="none" strike="noStrike" cap="none" noProof="0" dirty="0">
                        <a:solidFill>
                          <a:srgbClr val="000000"/>
                        </a:solidFill>
                        <a:latin typeface="IBM Plex Sans" panose="020B0503050203000203" pitchFamily="34" charset="0"/>
                        <a:ea typeface="IBM Plex Sans"/>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4199253297"/>
                  </a:ext>
                </a:extLst>
              </a:tr>
              <a:tr h="341725">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endParaRPr lang="en-US" sz="1200" b="0" i="0" u="none" strike="noStrike" cap="none" dirty="0">
                        <a:solidFill>
                          <a:srgbClr val="000000"/>
                        </a:solidFill>
                        <a:effectLst/>
                        <a:latin typeface="IBM Plex Sans" panose="020B0503050203000203" pitchFamily="34" charset="0"/>
                        <a:ea typeface="Arial"/>
                        <a:cs typeface="Arial"/>
                        <a:sym typeface="Arial"/>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Char char="•"/>
                        <a:tabLst/>
                        <a:defRPr/>
                      </a:pPr>
                      <a:endParaRPr kumimoji="0" lang="en-US" sz="1200"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rtl="0">
                        <a:lnSpc>
                          <a:spcPct val="100000"/>
                        </a:lnSpc>
                        <a:spcBef>
                          <a:spcPts val="0"/>
                        </a:spcBef>
                        <a:spcAft>
                          <a:spcPts val="0"/>
                        </a:spcAft>
                        <a:buClr>
                          <a:srgbClr val="000000"/>
                        </a:buClr>
                        <a:buSzPts val="1400"/>
                        <a:buFont typeface="Arial" panose="020B0604020202020204" pitchFamily="34" charset="0"/>
                        <a:buChar char="•"/>
                      </a:pPr>
                      <a:endParaRPr lang="en-US" sz="1200" b="0" i="0" u="none" strike="noStrike" cap="none" noProof="0" dirty="0">
                        <a:solidFill>
                          <a:srgbClr val="000000"/>
                        </a:solidFill>
                        <a:latin typeface="IBM Plex Sans" panose="020B0503050203000203" pitchFamily="34" charset="0"/>
                        <a:ea typeface="IBM Plex Sans"/>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103182352"/>
                  </a:ext>
                </a:extLst>
              </a:tr>
              <a:tr h="484110">
                <a:tc>
                  <a:txBody>
                    <a:bodyPr/>
                    <a:lstStyle/>
                    <a:p>
                      <a:pPr marL="0" marR="0" lvl="0" indent="0" algn="l" rtl="0">
                        <a:lnSpc>
                          <a:spcPct val="100000"/>
                        </a:lnSpc>
                        <a:spcBef>
                          <a:spcPts val="0"/>
                        </a:spcBef>
                        <a:spcAft>
                          <a:spcPts val="0"/>
                        </a:spcAft>
                        <a:buClr>
                          <a:srgbClr val="000000"/>
                        </a:buClr>
                        <a:buSzPts val="1200"/>
                        <a:buFont typeface="Arial"/>
                        <a:buNone/>
                      </a:pPr>
                      <a:endParaRPr lang="en-US" sz="1200" u="none" strike="noStrike" cap="none" noProof="0" dirty="0">
                        <a:latin typeface="IBM Plex Sans" panose="020B0503050203000203" pitchFamily="34" charset="0"/>
                        <a:ea typeface="IBM Plex Sans"/>
                        <a:cs typeface="IBM Plex Sans"/>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Char char="•"/>
                        <a:tabLst/>
                        <a:defRPr/>
                      </a:pPr>
                      <a:endParaRPr lang="en-US" sz="1200" b="0" i="0" u="none" strike="noStrike" cap="none" noProof="0" dirty="0">
                        <a:solidFill>
                          <a:schemeClr val="dk1"/>
                        </a:solidFill>
                        <a:latin typeface="IBM Plex Sans" panose="020B0503050203000203" pitchFamily="34" charset="0"/>
                        <a:ea typeface="IBM Plex Sans"/>
                        <a:cs typeface="IBM Plex Sans"/>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rtl="0">
                        <a:lnSpc>
                          <a:spcPct val="100000"/>
                        </a:lnSpc>
                        <a:spcBef>
                          <a:spcPts val="0"/>
                        </a:spcBef>
                        <a:spcAft>
                          <a:spcPts val="0"/>
                        </a:spcAft>
                        <a:buClr>
                          <a:srgbClr val="000000"/>
                        </a:buClr>
                        <a:buSzPts val="1400"/>
                        <a:buFont typeface="Arial" panose="020B0604020202020204" pitchFamily="34" charset="0"/>
                        <a:buChar char="•"/>
                      </a:pPr>
                      <a:endParaRPr lang="en-US" sz="1200" b="0" i="0" u="none" strike="noStrike" cap="none" dirty="0">
                        <a:solidFill>
                          <a:srgbClr val="000000"/>
                        </a:solidFill>
                        <a:latin typeface="IBM Plex Sans" panose="020B0503050203000203" pitchFamily="34" charset="0"/>
                        <a:cs typeface="Arial"/>
                        <a:sym typeface="Arial"/>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4"/>
                  </a:ext>
                </a:extLst>
              </a:tr>
              <a:tr h="626496">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panose="020B0604020202020204" pitchFamily="34" charset="0"/>
                        <a:buNone/>
                        <a:tabLst/>
                        <a:defRPr/>
                      </a:pPr>
                      <a:endParaRPr lang="en-US" sz="1200" b="0" i="0" u="none" strike="noStrike" cap="none" dirty="0">
                        <a:solidFill>
                          <a:srgbClr val="000000"/>
                        </a:solidFill>
                        <a:effectLst/>
                        <a:latin typeface="IBM Plex Sans" panose="020B0503050203000203" pitchFamily="34" charset="0"/>
                        <a:ea typeface="Arial"/>
                        <a:cs typeface="Arial"/>
                        <a:sym typeface="Arial"/>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endParaRPr kumimoji="0" lang="en-US" sz="1200" b="0" i="0" u="none" strike="noStrike" kern="0" cap="none" spc="0" normalizeH="0" baseline="0" noProof="0" dirty="0">
                        <a:ln>
                          <a:noFill/>
                        </a:ln>
                        <a:solidFill>
                          <a:srgbClr val="000000"/>
                        </a:solidFill>
                        <a:effectLst/>
                        <a:uLnTx/>
                        <a:uFillTx/>
                        <a:latin typeface="IBM Plex Sans" panose="020B0503050203000203" pitchFamily="34" charset="0"/>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Char char="•"/>
                        <a:tabLst/>
                        <a:defRPr/>
                      </a:pPr>
                      <a:endParaRPr lang="en-US" sz="1200" b="1" i="0" u="none" strike="noStrike" cap="none" noProof="0" dirty="0">
                        <a:solidFill>
                          <a:srgbClr val="000000"/>
                        </a:solidFill>
                        <a:latin typeface="IBM Plex Sans" panose="020B0503050203000203" pitchFamily="34" charset="0"/>
                        <a:cs typeface="Arial"/>
                        <a:sym typeface="IBM Plex Sans"/>
                      </a:endParaRPr>
                    </a:p>
                  </a:txBody>
                  <a:tcPr marL="91450" marR="0" marT="36575" marB="3657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065090348"/>
                  </a:ext>
                </a:extLst>
              </a:tr>
            </a:tbl>
          </a:graphicData>
        </a:graphic>
      </p:graphicFrame>
    </p:spTree>
    <p:extLst>
      <p:ext uri="{BB962C8B-B14F-4D97-AF65-F5344CB8AC3E}">
        <p14:creationId xmlns:p14="http://schemas.microsoft.com/office/powerpoint/2010/main" val="3743731152"/>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AD21988C-63F3-BD9B-93BC-BE78454678D3}"/>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7FA7A0AF-6953-BDB8-CECB-9A3CBA0EF776}"/>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99</a:t>
            </a:fld>
            <a:endParaRPr lang="en-US" noProof="0"/>
          </a:p>
        </p:txBody>
      </p:sp>
      <p:sp>
        <p:nvSpPr>
          <p:cNvPr id="978" name="Google Shape;978;p67">
            <a:extLst>
              <a:ext uri="{FF2B5EF4-FFF2-40B4-BE49-F238E27FC236}">
                <a16:creationId xmlns:a16="http://schemas.microsoft.com/office/drawing/2014/main" id="{2758423D-F1F3-001F-F7B5-309DBB8B1018}"/>
              </a:ext>
            </a:extLst>
          </p:cNvPr>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r>
              <a:rPr lang="en-US" dirty="0"/>
              <a:t>Interface shift: AI wearables as the new entry point for search intent</a:t>
            </a:r>
            <a:endParaRPr lang="en-US" noProof="1"/>
          </a:p>
        </p:txBody>
      </p:sp>
      <p:sp>
        <p:nvSpPr>
          <p:cNvPr id="981" name="Google Shape;981;p67">
            <a:extLst>
              <a:ext uri="{FF2B5EF4-FFF2-40B4-BE49-F238E27FC236}">
                <a16:creationId xmlns:a16="http://schemas.microsoft.com/office/drawing/2014/main" id="{B9B897EF-6F66-6BBA-50A3-D4DCDA3A996A}"/>
              </a:ext>
            </a:extLst>
          </p:cNvPr>
          <p:cNvSpPr txBox="1"/>
          <p:nvPr/>
        </p:nvSpPr>
        <p:spPr>
          <a:xfrm>
            <a:off x="420410" y="5745766"/>
            <a:ext cx="11350625" cy="46789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buSzPts val="1600"/>
            </a:pPr>
            <a:r>
              <a:rPr lang="en-US" b="1" noProof="1">
                <a:solidFill>
                  <a:schemeClr val="dk1"/>
                </a:solidFill>
                <a:latin typeface="IBM Plex Sans"/>
              </a:rPr>
              <a:t>AI wearables introduce a potential shift upstream in search, where some intent is captured before reaching traditional search engines</a:t>
            </a:r>
          </a:p>
        </p:txBody>
      </p:sp>
      <p:sp>
        <p:nvSpPr>
          <p:cNvPr id="7" name="Google Shape;980;p67">
            <a:extLst>
              <a:ext uri="{FF2B5EF4-FFF2-40B4-BE49-F238E27FC236}">
                <a16:creationId xmlns:a16="http://schemas.microsoft.com/office/drawing/2014/main" id="{DF77DB9B-0224-C1BD-04DE-2EE9DC114696}"/>
              </a:ext>
            </a:extLst>
          </p:cNvPr>
          <p:cNvSpPr txBox="1"/>
          <p:nvPr/>
        </p:nvSpPr>
        <p:spPr>
          <a:xfrm>
            <a:off x="420595" y="6395916"/>
            <a:ext cx="10476861" cy="107722"/>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 </a:t>
            </a:r>
            <a:r>
              <a:rPr lang="en-US" sz="700" b="0" i="0" u="none" strike="noStrike" cap="none" noProof="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Adthena</a:t>
            </a:r>
            <a:r>
              <a:rPr lang="en-US" sz="700" b="0" i="0" u="none" strike="noStrike" cap="none" noProof="0" dirty="0">
                <a:solidFill>
                  <a:srgbClr val="7F7F7F"/>
                </a:solidFill>
                <a:latin typeface="IBM Plex Sans"/>
                <a:ea typeface="IBM Plex Sans"/>
                <a:cs typeface="IBM Plex Sans"/>
                <a:sym typeface="IBM Plex Sans"/>
              </a:rPr>
              <a:t> (Jan 2026), (2) </a:t>
            </a:r>
            <a:r>
              <a:rPr lang="en-US" sz="700" b="0" i="0" u="none" strike="noStrike" cap="none" noProof="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CNBC</a:t>
            </a:r>
            <a:r>
              <a:rPr lang="en-US" sz="700" b="0" i="0" u="none" strike="noStrike" cap="none" noProof="0" dirty="0">
                <a:solidFill>
                  <a:srgbClr val="7F7F7F"/>
                </a:solidFill>
                <a:latin typeface="IBM Plex Sans"/>
                <a:ea typeface="IBM Plex Sans"/>
                <a:cs typeface="IBM Plex Sans"/>
                <a:sym typeface="IBM Plex Sans"/>
              </a:rPr>
              <a:t> (Jul 2025), (3) </a:t>
            </a:r>
            <a:r>
              <a:rPr lang="en-US" sz="700" b="0" i="0" u="none" strike="noStrike" cap="none" noProof="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Meticulous Research</a:t>
            </a:r>
            <a:r>
              <a:rPr lang="en-US" sz="700" b="0" i="0" u="none" strike="noStrike" cap="none" noProof="0" dirty="0">
                <a:solidFill>
                  <a:srgbClr val="7F7F7F"/>
                </a:solidFill>
                <a:latin typeface="IBM Plex Sans"/>
                <a:ea typeface="IBM Plex Sans"/>
                <a:cs typeface="IBM Plex Sans"/>
                <a:sym typeface="IBM Plex Sans"/>
              </a:rPr>
              <a:t> (Feb 2026), (4) </a:t>
            </a:r>
            <a:r>
              <a:rPr lang="en-US" sz="700" b="0" i="0" u="none" strike="noStrike" cap="none" noProof="0" dirty="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Counterpoint</a:t>
            </a:r>
            <a:r>
              <a:rPr lang="en-US" sz="700" b="0" i="0" u="none" strike="noStrike" cap="none" noProof="0" dirty="0">
                <a:solidFill>
                  <a:srgbClr val="7F7F7F"/>
                </a:solidFill>
                <a:latin typeface="IBM Plex Sans"/>
                <a:ea typeface="IBM Plex Sans"/>
                <a:cs typeface="IBM Plex Sans"/>
                <a:sym typeface="IBM Plex Sans"/>
              </a:rPr>
              <a:t> (Aug 2025), (5) </a:t>
            </a:r>
            <a:r>
              <a:rPr lang="en-US" sz="700" b="0" i="0" u="none" strike="noStrike" cap="none" noProof="0" dirty="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AI Certs</a:t>
            </a:r>
            <a:r>
              <a:rPr lang="en-US" sz="700" b="0" i="0" u="none" strike="noStrike" cap="none" noProof="0" dirty="0">
                <a:solidFill>
                  <a:srgbClr val="7F7F7F"/>
                </a:solidFill>
                <a:latin typeface="IBM Plex Sans"/>
                <a:ea typeface="IBM Plex Sans"/>
                <a:cs typeface="IBM Plex Sans"/>
                <a:sym typeface="IBM Plex Sans"/>
              </a:rPr>
              <a:t> (Dec 2025), (6) </a:t>
            </a:r>
            <a:r>
              <a:rPr lang="en-US" sz="700" b="0" i="0" u="none" strike="noStrike" cap="none" noProof="0" dirty="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Forbes</a:t>
            </a:r>
            <a:r>
              <a:rPr lang="en-US" sz="700" b="0" i="0" u="none" strike="noStrike" cap="none" noProof="0" dirty="0">
                <a:solidFill>
                  <a:srgbClr val="7F7F7F"/>
                </a:solidFill>
                <a:latin typeface="IBM Plex Sans"/>
                <a:ea typeface="IBM Plex Sans"/>
                <a:cs typeface="IBM Plex Sans"/>
                <a:sym typeface="IBM Plex Sans"/>
              </a:rPr>
              <a:t> (Jan 2026)</a:t>
            </a:r>
            <a:endParaRPr lang="en-US" sz="700" noProof="0" dirty="0">
              <a:solidFill>
                <a:srgbClr val="7F7F7F"/>
              </a:solidFill>
              <a:latin typeface="IBM Plex Sans"/>
            </a:endParaRPr>
          </a:p>
        </p:txBody>
      </p:sp>
      <p:sp>
        <p:nvSpPr>
          <p:cNvPr id="19" name="Google Shape;1245;g3b23322d595_2_304">
            <a:extLst>
              <a:ext uri="{FF2B5EF4-FFF2-40B4-BE49-F238E27FC236}">
                <a16:creationId xmlns:a16="http://schemas.microsoft.com/office/drawing/2014/main" id="{BDC3BD86-2C82-DDFE-A97C-D0DA2B657E7B}"/>
              </a:ext>
            </a:extLst>
          </p:cNvPr>
          <p:cNvSpPr txBox="1"/>
          <p:nvPr/>
        </p:nvSpPr>
        <p:spPr>
          <a:xfrm>
            <a:off x="3206232" y="1840789"/>
            <a:ext cx="3872970" cy="738664"/>
          </a:xfrm>
          <a:prstGeom prst="rect">
            <a:avLst/>
          </a:prstGeom>
          <a:noFill/>
          <a:ln>
            <a:noFill/>
          </a:ln>
        </p:spPr>
        <p:txBody>
          <a:bodyPr spcFirstLastPara="1" wrap="square" lIns="91425" tIns="0" rIns="91425" bIns="0" anchor="ctr" anchorCtr="0">
            <a:spAutoFit/>
          </a:bodyPr>
          <a:lstStyle/>
          <a:p>
            <a:pPr lvl="0">
              <a:buSzPts val="1400"/>
            </a:pPr>
            <a:r>
              <a:rPr lang="en-US" sz="1200" noProof="1">
                <a:latin typeface="IBM Plex Sans" panose="020B0503050203000203" pitchFamily="34" charset="0"/>
              </a:rPr>
              <a:t>"The </a:t>
            </a:r>
            <a:r>
              <a:rPr lang="en-US" sz="1200" b="1" noProof="1">
                <a:latin typeface="IBM Plex Sans" panose="020B0503050203000203" pitchFamily="34" charset="0"/>
              </a:rPr>
              <a:t>maturity of AI wearables </a:t>
            </a:r>
            <a:r>
              <a:rPr lang="en-US" sz="1200" noProof="1">
                <a:latin typeface="IBM Plex Sans" panose="020B0503050203000203" pitchFamily="34" charset="0"/>
              </a:rPr>
              <a:t>creates a </a:t>
            </a:r>
            <a:r>
              <a:rPr lang="en-US" sz="1200" b="1" noProof="1">
                <a:latin typeface="IBM Plex Sans" panose="020B0503050203000203" pitchFamily="34" charset="0"/>
              </a:rPr>
              <a:t>new default layer </a:t>
            </a:r>
            <a:r>
              <a:rPr lang="en-US" sz="1200" noProof="1">
                <a:latin typeface="IBM Plex Sans" panose="020B0503050203000203" pitchFamily="34" charset="0"/>
              </a:rPr>
              <a:t>for interaction... creating a 'Great Decoupling’, where </a:t>
            </a:r>
            <a:r>
              <a:rPr lang="en-US" sz="1200" b="1" noProof="1">
                <a:latin typeface="IBM Plex Sans" panose="020B0503050203000203" pitchFamily="34" charset="0"/>
              </a:rPr>
              <a:t>intent</a:t>
            </a:r>
            <a:r>
              <a:rPr lang="en-US" sz="1200" noProof="1">
                <a:latin typeface="IBM Plex Sans" panose="020B0503050203000203" pitchFamily="34" charset="0"/>
              </a:rPr>
              <a:t> is </a:t>
            </a:r>
            <a:r>
              <a:rPr lang="en-US" sz="1200" b="1" noProof="1">
                <a:latin typeface="IBM Plex Sans" panose="020B0503050203000203" pitchFamily="34" charset="0"/>
              </a:rPr>
              <a:t>intercepted</a:t>
            </a:r>
            <a:r>
              <a:rPr lang="en-US" sz="1200" noProof="1">
                <a:latin typeface="IBM Plex Sans" panose="020B0503050203000203" pitchFamily="34" charset="0"/>
              </a:rPr>
              <a:t> at the source </a:t>
            </a:r>
            <a:r>
              <a:rPr lang="en-US" sz="1200" b="1" noProof="1">
                <a:latin typeface="IBM Plex Sans" panose="020B0503050203000203" pitchFamily="34" charset="0"/>
              </a:rPr>
              <a:t>before</a:t>
            </a:r>
            <a:r>
              <a:rPr lang="en-US" sz="1200" noProof="1">
                <a:latin typeface="IBM Plex Sans" panose="020B0503050203000203" pitchFamily="34" charset="0"/>
              </a:rPr>
              <a:t> it ever </a:t>
            </a:r>
            <a:r>
              <a:rPr lang="en-US" sz="1200" b="1" noProof="1">
                <a:latin typeface="IBM Plex Sans" panose="020B0503050203000203" pitchFamily="34" charset="0"/>
              </a:rPr>
              <a:t>reaches</a:t>
            </a:r>
            <a:r>
              <a:rPr lang="en-US" sz="1200" noProof="1">
                <a:latin typeface="IBM Plex Sans" panose="020B0503050203000203" pitchFamily="34" charset="0"/>
              </a:rPr>
              <a:t> a </a:t>
            </a:r>
            <a:r>
              <a:rPr lang="en-US" sz="1200" b="1" noProof="1">
                <a:latin typeface="IBM Plex Sans" panose="020B0503050203000203" pitchFamily="34" charset="0"/>
              </a:rPr>
              <a:t>browser</a:t>
            </a:r>
            <a:r>
              <a:rPr lang="en-US" sz="1200" noProof="1">
                <a:latin typeface="IBM Plex Sans" panose="020B0503050203000203" pitchFamily="34" charset="0"/>
              </a:rPr>
              <a:t>.”</a:t>
            </a:r>
            <a:r>
              <a:rPr lang="en-US" sz="1200" baseline="30000" noProof="1">
                <a:solidFill>
                  <a:schemeClr val="dk1"/>
                </a:solidFill>
                <a:latin typeface="IBM Plex Sans" panose="020B0503050203000203" pitchFamily="34" charset="0"/>
                <a:sym typeface="IBM Plex Sans"/>
              </a:rPr>
              <a:t>1</a:t>
            </a:r>
            <a:endParaRPr lang="en-US" sz="1200" b="0" i="0" u="none" strike="noStrike" cap="none" baseline="30000" noProof="1">
              <a:solidFill>
                <a:schemeClr val="dk1"/>
              </a:solidFill>
              <a:latin typeface="IBM Plex Sans" panose="020B0503050203000203" pitchFamily="34" charset="0"/>
              <a:sym typeface="Arial"/>
            </a:endParaRPr>
          </a:p>
        </p:txBody>
      </p:sp>
      <p:sp>
        <p:nvSpPr>
          <p:cNvPr id="20" name="Google Shape;1246;g3b23322d595_2_304">
            <a:extLst>
              <a:ext uri="{FF2B5EF4-FFF2-40B4-BE49-F238E27FC236}">
                <a16:creationId xmlns:a16="http://schemas.microsoft.com/office/drawing/2014/main" id="{AC9612DB-0E53-B054-273B-CE8260C3FFC6}"/>
              </a:ext>
            </a:extLst>
          </p:cNvPr>
          <p:cNvSpPr txBox="1"/>
          <p:nvPr/>
        </p:nvSpPr>
        <p:spPr>
          <a:xfrm>
            <a:off x="3206232" y="2920427"/>
            <a:ext cx="3838287" cy="830956"/>
          </a:xfrm>
          <a:prstGeom prst="rect">
            <a:avLst/>
          </a:prstGeom>
          <a:noFill/>
          <a:ln>
            <a:noFill/>
          </a:ln>
        </p:spPr>
        <p:txBody>
          <a:bodyPr spcFirstLastPara="1" wrap="square" lIns="91425" tIns="45700" rIns="0" bIns="45700" anchor="ctr" anchorCtr="0">
            <a:spAutoFit/>
          </a:bodyPr>
          <a:lstStyle/>
          <a:p>
            <a:r>
              <a:rPr lang="en-US" sz="1200" b="1" noProof="1">
                <a:latin typeface="IBM Plex Sans" panose="020B0503050203000203" pitchFamily="34" charset="0"/>
              </a:rPr>
              <a:t>“On-device</a:t>
            </a:r>
            <a:r>
              <a:rPr lang="en-US" sz="1200" noProof="1">
                <a:latin typeface="IBM Plex Sans" panose="020B0503050203000203" pitchFamily="34" charset="0"/>
              </a:rPr>
              <a:t> neural engines now </a:t>
            </a:r>
            <a:r>
              <a:rPr lang="en-US" sz="1200" b="1" noProof="1">
                <a:latin typeface="IBM Plex Sans" panose="020B0503050203000203" pitchFamily="34" charset="0"/>
              </a:rPr>
              <a:t>run sophisticated generative models locally</a:t>
            </a:r>
            <a:r>
              <a:rPr lang="en-US" sz="1200" noProof="1">
                <a:latin typeface="IBM Plex Sans" panose="020B0503050203000203" pitchFamily="34" charset="0"/>
              </a:rPr>
              <a:t>. </a:t>
            </a:r>
            <a:r>
              <a:rPr lang="en-US" sz="1200" b="1" noProof="1">
                <a:latin typeface="IBM Plex Sans" panose="020B0503050203000203" pitchFamily="34" charset="0"/>
              </a:rPr>
              <a:t>Developers</a:t>
            </a:r>
            <a:r>
              <a:rPr lang="en-US" sz="1200" noProof="1">
                <a:latin typeface="IBM Plex Sans" panose="020B0503050203000203" pitchFamily="34" charset="0"/>
              </a:rPr>
              <a:t> are </a:t>
            </a:r>
            <a:r>
              <a:rPr lang="en-US" sz="1200" b="1" noProof="1">
                <a:latin typeface="IBM Plex Sans" panose="020B0503050203000203" pitchFamily="34" charset="0"/>
              </a:rPr>
              <a:t>already</a:t>
            </a:r>
            <a:r>
              <a:rPr lang="en-US" sz="1200" noProof="1">
                <a:latin typeface="IBM Plex Sans" panose="020B0503050203000203" pitchFamily="34" charset="0"/>
              </a:rPr>
              <a:t> </a:t>
            </a:r>
            <a:r>
              <a:rPr lang="en-US" sz="1200" b="1" noProof="1">
                <a:latin typeface="IBM Plex Sans" panose="020B0503050203000203" pitchFamily="34" charset="0"/>
              </a:rPr>
              <a:t>deploying</a:t>
            </a:r>
            <a:r>
              <a:rPr lang="en-US" sz="1200" noProof="1">
                <a:latin typeface="IBM Plex Sans" panose="020B0503050203000203" pitchFamily="34" charset="0"/>
              </a:rPr>
              <a:t> contextual translation, </a:t>
            </a:r>
            <a:r>
              <a:rPr lang="en-US" sz="1200" b="1" noProof="1">
                <a:latin typeface="IBM Plex Sans" panose="020B0503050203000203" pitchFamily="34" charset="0"/>
              </a:rPr>
              <a:t>hands-free search</a:t>
            </a:r>
            <a:r>
              <a:rPr lang="en-US" sz="1200" noProof="1">
                <a:latin typeface="IBM Plex Sans" panose="020B0503050203000203" pitchFamily="34" charset="0"/>
              </a:rPr>
              <a:t>...</a:t>
            </a:r>
            <a:r>
              <a:rPr lang="en-US" sz="1200" noProof="1">
                <a:solidFill>
                  <a:schemeClr val="dk1"/>
                </a:solidFill>
                <a:latin typeface="IBM Plex Sans" panose="020B0503050203000203" pitchFamily="34" charset="0"/>
              </a:rPr>
              <a:t>”</a:t>
            </a:r>
            <a:r>
              <a:rPr lang="en-US" sz="1200" baseline="30000" noProof="1">
                <a:solidFill>
                  <a:schemeClr val="dk1"/>
                </a:solidFill>
                <a:latin typeface="IBM Plex Sans" panose="020B0503050203000203" pitchFamily="34" charset="0"/>
              </a:rPr>
              <a:t>5</a:t>
            </a:r>
            <a:endParaRPr lang="en-US" sz="1200" baseline="30000" noProof="1">
              <a:latin typeface="IBM Plex Sans" panose="020B0503050203000203" pitchFamily="34" charset="0"/>
            </a:endParaRPr>
          </a:p>
        </p:txBody>
      </p:sp>
      <p:cxnSp>
        <p:nvCxnSpPr>
          <p:cNvPr id="21" name="Google Shape;1249;g3b23322d595_2_304">
            <a:extLst>
              <a:ext uri="{FF2B5EF4-FFF2-40B4-BE49-F238E27FC236}">
                <a16:creationId xmlns:a16="http://schemas.microsoft.com/office/drawing/2014/main" id="{1C0219C9-1367-C546-9DDE-4BC82A050FE9}"/>
              </a:ext>
            </a:extLst>
          </p:cNvPr>
          <p:cNvCxnSpPr>
            <a:cxnSpLocks/>
          </p:cNvCxnSpPr>
          <p:nvPr/>
        </p:nvCxnSpPr>
        <p:spPr>
          <a:xfrm>
            <a:off x="450091" y="2828098"/>
            <a:ext cx="6858000" cy="0"/>
          </a:xfrm>
          <a:prstGeom prst="straightConnector1">
            <a:avLst/>
          </a:prstGeom>
          <a:noFill/>
          <a:ln w="9525" cap="flat" cmpd="sng">
            <a:solidFill>
              <a:srgbClr val="BFBFBF"/>
            </a:solidFill>
            <a:prstDash val="solid"/>
            <a:round/>
            <a:headEnd type="none" w="sm" len="sm"/>
            <a:tailEnd type="none" w="sm" len="sm"/>
          </a:ln>
        </p:spPr>
      </p:cxnSp>
      <p:cxnSp>
        <p:nvCxnSpPr>
          <p:cNvPr id="22" name="Google Shape;1250;g3b23322d595_2_304">
            <a:extLst>
              <a:ext uri="{FF2B5EF4-FFF2-40B4-BE49-F238E27FC236}">
                <a16:creationId xmlns:a16="http://schemas.microsoft.com/office/drawing/2014/main" id="{C264A11C-C5AF-9957-FB48-F9B5F9ACAB7C}"/>
              </a:ext>
            </a:extLst>
          </p:cNvPr>
          <p:cNvCxnSpPr>
            <a:cxnSpLocks/>
          </p:cNvCxnSpPr>
          <p:nvPr/>
        </p:nvCxnSpPr>
        <p:spPr>
          <a:xfrm>
            <a:off x="450091" y="3823834"/>
            <a:ext cx="6858000" cy="0"/>
          </a:xfrm>
          <a:prstGeom prst="straightConnector1">
            <a:avLst/>
          </a:prstGeom>
          <a:noFill/>
          <a:ln w="9525" cap="flat" cmpd="sng">
            <a:solidFill>
              <a:srgbClr val="BFBFBF"/>
            </a:solidFill>
            <a:prstDash val="solid"/>
            <a:round/>
            <a:headEnd type="none" w="sm" len="sm"/>
            <a:tailEnd type="none" w="sm" len="sm"/>
          </a:ln>
        </p:spPr>
      </p:cxnSp>
      <p:sp>
        <p:nvSpPr>
          <p:cNvPr id="30" name="Google Shape;1245;g3b23322d595_2_304">
            <a:extLst>
              <a:ext uri="{FF2B5EF4-FFF2-40B4-BE49-F238E27FC236}">
                <a16:creationId xmlns:a16="http://schemas.microsoft.com/office/drawing/2014/main" id="{96CA77C4-DAA8-08B1-C6A8-6C249AAA4DF3}"/>
              </a:ext>
            </a:extLst>
          </p:cNvPr>
          <p:cNvSpPr txBox="1"/>
          <p:nvPr/>
        </p:nvSpPr>
        <p:spPr>
          <a:xfrm>
            <a:off x="3206232" y="4961580"/>
            <a:ext cx="4037270" cy="553998"/>
          </a:xfrm>
          <a:prstGeom prst="rect">
            <a:avLst/>
          </a:prstGeom>
          <a:noFill/>
          <a:ln>
            <a:noFill/>
          </a:ln>
        </p:spPr>
        <p:txBody>
          <a:bodyPr spcFirstLastPara="1" wrap="square" lIns="91425" tIns="0" rIns="91425" bIns="0" anchor="ctr" anchorCtr="0">
            <a:spAutoFit/>
          </a:bodyPr>
          <a:lstStyle/>
          <a:p>
            <a:r>
              <a:rPr lang="en-US" sz="1200" noProof="1">
                <a:latin typeface="IBM Plex Sans" panose="020B0503050203000203" pitchFamily="34" charset="0"/>
              </a:rPr>
              <a:t>“</a:t>
            </a:r>
            <a:r>
              <a:rPr lang="en-US" sz="1200" b="1" noProof="1">
                <a:latin typeface="IBM Plex Sans" panose="020B0503050203000203" pitchFamily="34" charset="0"/>
              </a:rPr>
              <a:t>Glasses will be the next computing platform</a:t>
            </a:r>
            <a:r>
              <a:rPr lang="en-US" sz="1200" noProof="1">
                <a:latin typeface="IBM Plex Sans" panose="020B0503050203000203" pitchFamily="34" charset="0"/>
              </a:rPr>
              <a:t>, where AI, sensory tech, and a data-rich healthcare infrastructure will converge to empower humans”</a:t>
            </a:r>
            <a:r>
              <a:rPr lang="en-US" sz="1200" baseline="30000" noProof="1">
                <a:latin typeface="IBM Plex Sans" panose="020B0503050203000203" pitchFamily="34" charset="0"/>
              </a:rPr>
              <a:t>2</a:t>
            </a:r>
          </a:p>
        </p:txBody>
      </p:sp>
      <p:sp>
        <p:nvSpPr>
          <p:cNvPr id="53" name="AutoShape 2" descr="Barron's">
            <a:extLst>
              <a:ext uri="{FF2B5EF4-FFF2-40B4-BE49-F238E27FC236}">
                <a16:creationId xmlns:a16="http://schemas.microsoft.com/office/drawing/2014/main" id="{66EAA024-21B3-13A5-7B2D-7D33D0438789}"/>
              </a:ext>
            </a:extLst>
          </p:cNvPr>
          <p:cNvSpPr>
            <a:spLocks noChangeAspect="1" noChangeArrowheads="1"/>
          </p:cNvSpPr>
          <p:nvPr/>
        </p:nvSpPr>
        <p:spPr bwMode="auto">
          <a:xfrm>
            <a:off x="5943600" y="368829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US"/>
          </a:p>
        </p:txBody>
      </p:sp>
      <p:sp>
        <p:nvSpPr>
          <p:cNvPr id="4" name="Google Shape;1242;g3b23322d595_2_304">
            <a:extLst>
              <a:ext uri="{FF2B5EF4-FFF2-40B4-BE49-F238E27FC236}">
                <a16:creationId xmlns:a16="http://schemas.microsoft.com/office/drawing/2014/main" id="{84E17C54-8BF0-9C67-FE61-1F813A0E2982}"/>
              </a:ext>
            </a:extLst>
          </p:cNvPr>
          <p:cNvSpPr txBox="1"/>
          <p:nvPr/>
        </p:nvSpPr>
        <p:spPr>
          <a:xfrm>
            <a:off x="450091" y="1422111"/>
            <a:ext cx="6946132" cy="307777"/>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200"/>
            </a:pPr>
            <a:r>
              <a:rPr lang="en-001" b="1" i="0" u="none" strike="noStrike" cap="none" noProof="0" dirty="0">
                <a:solidFill>
                  <a:schemeClr val="lt1"/>
                </a:solidFill>
                <a:latin typeface="IBM Plex Sans"/>
                <a:ea typeface="IBM Plex Sans"/>
                <a:cs typeface="IBM Plex Sans"/>
                <a:sym typeface="IBM Plex Sans"/>
              </a:rPr>
              <a:t>Some believe wearable </a:t>
            </a:r>
            <a:r>
              <a:rPr lang="en-US" b="1" i="0" u="none" strike="noStrike" cap="none" noProof="0" dirty="0">
                <a:solidFill>
                  <a:schemeClr val="lt1"/>
                </a:solidFill>
                <a:latin typeface="IBM Plex Sans"/>
                <a:ea typeface="IBM Plex Sans"/>
                <a:cs typeface="IBM Plex Sans"/>
                <a:sym typeface="IBM Plex Sans"/>
              </a:rPr>
              <a:t>AI assistants </a:t>
            </a:r>
            <a:r>
              <a:rPr lang="en-001" b="1" i="0" u="none" strike="noStrike" cap="none" noProof="0" dirty="0">
                <a:solidFill>
                  <a:schemeClr val="lt1"/>
                </a:solidFill>
                <a:latin typeface="IBM Plex Sans"/>
                <a:ea typeface="IBM Plex Sans"/>
                <a:cs typeface="IBM Plex Sans"/>
                <a:sym typeface="IBM Plex Sans"/>
              </a:rPr>
              <a:t>will significantly impact</a:t>
            </a:r>
            <a:r>
              <a:rPr lang="en-001" b="1" dirty="0">
                <a:solidFill>
                  <a:schemeClr val="lt1"/>
                </a:solidFill>
                <a:latin typeface="IBM Plex Sans"/>
                <a:ea typeface="IBM Plex Sans"/>
                <a:cs typeface="IBM Plex Sans"/>
                <a:sym typeface="IBM Plex Sans"/>
              </a:rPr>
              <a:t> search</a:t>
            </a:r>
            <a:endParaRPr lang="en-US" b="1" i="0" u="none" strike="noStrike" cap="none" noProof="0" dirty="0">
              <a:solidFill>
                <a:schemeClr val="lt1"/>
              </a:solidFill>
              <a:latin typeface="IBM Plex Sans"/>
              <a:ea typeface="IBM Plex Sans"/>
              <a:cs typeface="IBM Plex Sans"/>
              <a:sym typeface="IBM Plex Sans"/>
            </a:endParaRPr>
          </a:p>
        </p:txBody>
      </p:sp>
      <p:sp>
        <p:nvSpPr>
          <p:cNvPr id="5" name="Google Shape;1244;g3b23322d595_2_304">
            <a:extLst>
              <a:ext uri="{FF2B5EF4-FFF2-40B4-BE49-F238E27FC236}">
                <a16:creationId xmlns:a16="http://schemas.microsoft.com/office/drawing/2014/main" id="{F14477FE-B980-607E-3C41-0778FCAB4628}"/>
              </a:ext>
            </a:extLst>
          </p:cNvPr>
          <p:cNvSpPr txBox="1"/>
          <p:nvPr/>
        </p:nvSpPr>
        <p:spPr>
          <a:xfrm>
            <a:off x="7528846" y="1422111"/>
            <a:ext cx="4272055" cy="307777"/>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400"/>
            </a:pPr>
            <a:r>
              <a:rPr lang="en-US" sz="1400" b="1" i="0" u="none" strike="noStrike" cap="none" noProof="0" dirty="0">
                <a:solidFill>
                  <a:schemeClr val="lt1"/>
                </a:solidFill>
                <a:latin typeface="IBM Plex Sans"/>
                <a:ea typeface="IBM Plex Sans"/>
                <a:cs typeface="IBM Plex Sans"/>
                <a:sym typeface="IBM Plex Sans"/>
              </a:rPr>
              <a:t>Global AI Wearable Device Market</a:t>
            </a:r>
            <a:r>
              <a:rPr lang="en-US" sz="1400" b="1" i="0" u="none" strike="noStrike" cap="none" baseline="30000" noProof="0" dirty="0">
                <a:solidFill>
                  <a:schemeClr val="lt1"/>
                </a:solidFill>
                <a:latin typeface="IBM Plex Sans"/>
                <a:ea typeface="IBM Plex Sans"/>
                <a:cs typeface="IBM Plex Sans"/>
                <a:sym typeface="IBM Plex Sans"/>
              </a:rPr>
              <a:t>3</a:t>
            </a:r>
          </a:p>
        </p:txBody>
      </p:sp>
      <p:pic>
        <p:nvPicPr>
          <p:cNvPr id="8" name="Imagem 7" descr="Texto  O conteúdo gerado por IA pode estar incorreto.">
            <a:extLst>
              <a:ext uri="{FF2B5EF4-FFF2-40B4-BE49-F238E27FC236}">
                <a16:creationId xmlns:a16="http://schemas.microsoft.com/office/drawing/2014/main" id="{4BE5DC19-8769-C3AD-D471-4C2008ACCD8B}"/>
              </a:ext>
            </a:extLst>
          </p:cNvPr>
          <p:cNvPicPr>
            <a:picLocks noChangeAspect="1"/>
          </p:cNvPicPr>
          <p:nvPr/>
        </p:nvPicPr>
        <p:blipFill>
          <a:blip r:embed="rId9"/>
          <a:stretch>
            <a:fillRect/>
          </a:stretch>
        </p:blipFill>
        <p:spPr>
          <a:xfrm>
            <a:off x="549098" y="1843940"/>
            <a:ext cx="901700" cy="368300"/>
          </a:xfrm>
          <a:prstGeom prst="rect">
            <a:avLst/>
          </a:prstGeom>
        </p:spPr>
      </p:pic>
      <p:pic>
        <p:nvPicPr>
          <p:cNvPr id="11" name="Imagem 10" descr="Texto  O conteúdo gerado por IA pode estar incorreto.">
            <a:extLst>
              <a:ext uri="{FF2B5EF4-FFF2-40B4-BE49-F238E27FC236}">
                <a16:creationId xmlns:a16="http://schemas.microsoft.com/office/drawing/2014/main" id="{142AF812-2D3E-F89C-3D6C-8266A6CB207C}"/>
              </a:ext>
            </a:extLst>
          </p:cNvPr>
          <p:cNvPicPr>
            <a:picLocks noChangeAspect="1"/>
          </p:cNvPicPr>
          <p:nvPr/>
        </p:nvPicPr>
        <p:blipFill>
          <a:blip r:embed="rId10"/>
          <a:stretch>
            <a:fillRect/>
          </a:stretch>
        </p:blipFill>
        <p:spPr>
          <a:xfrm>
            <a:off x="853540" y="2208056"/>
            <a:ext cx="1251285" cy="377992"/>
          </a:xfrm>
          <a:prstGeom prst="rect">
            <a:avLst/>
          </a:prstGeom>
        </p:spPr>
      </p:pic>
      <p:pic>
        <p:nvPicPr>
          <p:cNvPr id="13" name="Imagem 12" descr="Texto  O conteúdo gerado por IA pode estar incorreto.">
            <a:extLst>
              <a:ext uri="{FF2B5EF4-FFF2-40B4-BE49-F238E27FC236}">
                <a16:creationId xmlns:a16="http://schemas.microsoft.com/office/drawing/2014/main" id="{7658A785-B0A6-D4CD-FD04-9456326F813D}"/>
              </a:ext>
            </a:extLst>
          </p:cNvPr>
          <p:cNvPicPr>
            <a:picLocks noChangeAspect="1"/>
          </p:cNvPicPr>
          <p:nvPr/>
        </p:nvPicPr>
        <p:blipFill>
          <a:blip r:embed="rId11"/>
          <a:stretch>
            <a:fillRect/>
          </a:stretch>
        </p:blipFill>
        <p:spPr>
          <a:xfrm>
            <a:off x="1019268" y="5233956"/>
            <a:ext cx="1885722" cy="356102"/>
          </a:xfrm>
          <a:prstGeom prst="rect">
            <a:avLst/>
          </a:prstGeom>
        </p:spPr>
      </p:pic>
      <p:pic>
        <p:nvPicPr>
          <p:cNvPr id="15" name="Imagem 14">
            <a:extLst>
              <a:ext uri="{FF2B5EF4-FFF2-40B4-BE49-F238E27FC236}">
                <a16:creationId xmlns:a16="http://schemas.microsoft.com/office/drawing/2014/main" id="{934EC39F-1654-4CCD-1130-03963F8BFE4F}"/>
              </a:ext>
            </a:extLst>
          </p:cNvPr>
          <p:cNvPicPr>
            <a:picLocks noChangeAspect="1"/>
          </p:cNvPicPr>
          <p:nvPr/>
        </p:nvPicPr>
        <p:blipFill>
          <a:blip r:embed="rId12"/>
          <a:stretch>
            <a:fillRect/>
          </a:stretch>
        </p:blipFill>
        <p:spPr>
          <a:xfrm>
            <a:off x="545891" y="4891947"/>
            <a:ext cx="963511" cy="338074"/>
          </a:xfrm>
          <a:prstGeom prst="rect">
            <a:avLst/>
          </a:prstGeom>
        </p:spPr>
      </p:pic>
      <p:graphicFrame>
        <p:nvGraphicFramePr>
          <p:cNvPr id="24" name="Gráfico 23">
            <a:extLst>
              <a:ext uri="{FF2B5EF4-FFF2-40B4-BE49-F238E27FC236}">
                <a16:creationId xmlns:a16="http://schemas.microsoft.com/office/drawing/2014/main" id="{EAAC4F9B-3A57-2717-7DDB-3EB127D1FDBE}"/>
              </a:ext>
            </a:extLst>
          </p:cNvPr>
          <p:cNvGraphicFramePr/>
          <p:nvPr/>
        </p:nvGraphicFramePr>
        <p:xfrm>
          <a:off x="7742280" y="1888347"/>
          <a:ext cx="3845186" cy="2388954"/>
        </p:xfrm>
        <a:graphic>
          <a:graphicData uri="http://schemas.openxmlformats.org/drawingml/2006/chart">
            <c:chart xmlns:c="http://schemas.openxmlformats.org/drawingml/2006/chart" xmlns:r="http://schemas.openxmlformats.org/officeDocument/2006/relationships" r:id="rId13"/>
          </a:graphicData>
        </a:graphic>
      </p:graphicFrame>
      <p:cxnSp>
        <p:nvCxnSpPr>
          <p:cNvPr id="25" name="Straight Arrow Connector 924">
            <a:extLst>
              <a:ext uri="{FF2B5EF4-FFF2-40B4-BE49-F238E27FC236}">
                <a16:creationId xmlns:a16="http://schemas.microsoft.com/office/drawing/2014/main" id="{329AD726-C391-5162-C6D2-FE21A24AB9CE}"/>
              </a:ext>
            </a:extLst>
          </p:cNvPr>
          <p:cNvCxnSpPr>
            <a:cxnSpLocks/>
          </p:cNvCxnSpPr>
          <p:nvPr/>
        </p:nvCxnSpPr>
        <p:spPr>
          <a:xfrm flipV="1">
            <a:off x="9170129" y="2208056"/>
            <a:ext cx="1167671" cy="857137"/>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9C6D6866-089E-A64A-4258-2C91CBD52677}"/>
              </a:ext>
            </a:extLst>
          </p:cNvPr>
          <p:cNvSpPr/>
          <p:nvPr/>
        </p:nvSpPr>
        <p:spPr>
          <a:xfrm>
            <a:off x="9257573" y="2534235"/>
            <a:ext cx="898457" cy="215610"/>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chemeClr val="tx1"/>
                </a:solidFill>
                <a:latin typeface="IBM Plex Sans" panose="020B0503050203000203" pitchFamily="34" charset="0"/>
              </a:rPr>
              <a:t>14.5</a:t>
            </a:r>
            <a:r>
              <a:rPr lang="en-US" sz="900" b="1" noProof="0" dirty="0">
                <a:solidFill>
                  <a:schemeClr val="tx1"/>
                </a:solidFill>
                <a:latin typeface="IBM Plex Sans" panose="020B0503050203000203" pitchFamily="34" charset="0"/>
              </a:rPr>
              <a:t>% p.a.</a:t>
            </a:r>
          </a:p>
        </p:txBody>
      </p:sp>
      <p:sp>
        <p:nvSpPr>
          <p:cNvPr id="33" name="Google Shape;2799;g3b23322d595_2_1804">
            <a:extLst>
              <a:ext uri="{FF2B5EF4-FFF2-40B4-BE49-F238E27FC236}">
                <a16:creationId xmlns:a16="http://schemas.microsoft.com/office/drawing/2014/main" id="{2621AA84-9401-CADA-0CAD-22DBEF0FC746}"/>
              </a:ext>
            </a:extLst>
          </p:cNvPr>
          <p:cNvSpPr txBox="1"/>
          <p:nvPr/>
        </p:nvSpPr>
        <p:spPr>
          <a:xfrm>
            <a:off x="8006481" y="4646748"/>
            <a:ext cx="3670382" cy="907368"/>
          </a:xfrm>
          <a:prstGeom prst="rect">
            <a:avLst/>
          </a:prstGeom>
          <a:noFill/>
          <a:ln>
            <a:noFill/>
          </a:ln>
        </p:spPr>
        <p:txBody>
          <a:bodyPr spcFirstLastPara="1" wrap="square" lIns="91425" tIns="91425" rIns="91425" bIns="91425" anchor="t" anchorCtr="0">
            <a:noAutofit/>
          </a:bodyPr>
          <a:lstStyle/>
          <a:p>
            <a:pPr>
              <a:buSzPts val="1400"/>
            </a:pPr>
            <a:r>
              <a:rPr lang="en-US" sz="3200" b="1" dirty="0">
                <a:solidFill>
                  <a:srgbClr val="7030A0"/>
                </a:solidFill>
                <a:latin typeface="IBM Plex Sans"/>
                <a:ea typeface="IBM Plex Sans"/>
                <a:cs typeface="IBM Plex Sans"/>
                <a:sym typeface="IBM Plex Sans"/>
              </a:rPr>
              <a:t>+250%</a:t>
            </a:r>
            <a:r>
              <a:rPr lang="en-US" sz="3200" b="1" noProof="0" dirty="0">
                <a:solidFill>
                  <a:srgbClr val="7030A0"/>
                </a:solidFill>
                <a:latin typeface="IBM Plex Sans"/>
                <a:ea typeface="IBM Plex Sans"/>
                <a:cs typeface="IBM Plex Sans"/>
                <a:sym typeface="IBM Plex Sans"/>
              </a:rPr>
              <a:t> </a:t>
            </a:r>
            <a:endParaRPr lang="en-US" sz="3200" b="0" i="0" u="none" strike="noStrike" cap="none" noProof="0" dirty="0">
              <a:solidFill>
                <a:srgbClr val="000000"/>
              </a:solidFill>
              <a:latin typeface="IBM Plex Sans"/>
              <a:ea typeface="IBM Plex Sans"/>
              <a:cs typeface="IBM Plex Sans"/>
              <a:sym typeface="IBM Plex Sans"/>
            </a:endParaRPr>
          </a:p>
          <a:p>
            <a:pPr>
              <a:buSzPts val="1400"/>
            </a:pPr>
            <a:r>
              <a:rPr lang="en-US" sz="1200" dirty="0">
                <a:latin typeface="IBM Plex Sans"/>
              </a:rPr>
              <a:t>YoY growth in AI glasses shipments (</a:t>
            </a:r>
            <a:r>
              <a:rPr lang="en-US" sz="1200" noProof="0" dirty="0">
                <a:latin typeface="IBM Plex Sans"/>
              </a:rPr>
              <a:t>H1 2025)</a:t>
            </a:r>
            <a:endParaRPr lang="en-US" sz="1200" dirty="0">
              <a:latin typeface="IBM Plex Sans"/>
            </a:endParaRPr>
          </a:p>
        </p:txBody>
      </p:sp>
      <p:sp>
        <p:nvSpPr>
          <p:cNvPr id="34" name="Google Shape;1244;g3b23322d595_2_304">
            <a:extLst>
              <a:ext uri="{FF2B5EF4-FFF2-40B4-BE49-F238E27FC236}">
                <a16:creationId xmlns:a16="http://schemas.microsoft.com/office/drawing/2014/main" id="{489E1AA2-CC5E-B9B5-8093-5CE3178A97E5}"/>
              </a:ext>
            </a:extLst>
          </p:cNvPr>
          <p:cNvSpPr txBox="1"/>
          <p:nvPr/>
        </p:nvSpPr>
        <p:spPr>
          <a:xfrm>
            <a:off x="7528846" y="4318042"/>
            <a:ext cx="4272055" cy="307777"/>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400"/>
            </a:pPr>
            <a:r>
              <a:rPr lang="en-US" b="1" noProof="1">
                <a:solidFill>
                  <a:schemeClr val="lt1"/>
                </a:solidFill>
                <a:latin typeface="IBM Plex Sans"/>
              </a:rPr>
              <a:t>Global AI Glasses Shipments</a:t>
            </a:r>
            <a:r>
              <a:rPr lang="en-US" b="1" baseline="30000" noProof="1">
                <a:solidFill>
                  <a:schemeClr val="lt1"/>
                </a:solidFill>
                <a:latin typeface="IBM Plex Sans"/>
              </a:rPr>
              <a:t>4</a:t>
            </a:r>
            <a:endParaRPr lang="en-US" b="1" baseline="30000" noProof="1">
              <a:solidFill>
                <a:schemeClr val="lt1"/>
              </a:solidFill>
              <a:latin typeface="IBM Plex Sans"/>
              <a:sym typeface="IBM Plex Sans"/>
            </a:endParaRPr>
          </a:p>
        </p:txBody>
      </p:sp>
      <p:pic>
        <p:nvPicPr>
          <p:cNvPr id="40" name="Imagem 39" descr="Texto  O conteúdo gerado por IA pode estar incorreto.">
            <a:extLst>
              <a:ext uri="{FF2B5EF4-FFF2-40B4-BE49-F238E27FC236}">
                <a16:creationId xmlns:a16="http://schemas.microsoft.com/office/drawing/2014/main" id="{980BF23A-A7FA-8FDB-E499-FBE91A90EB17}"/>
              </a:ext>
            </a:extLst>
          </p:cNvPr>
          <p:cNvPicPr>
            <a:picLocks noChangeAspect="1"/>
          </p:cNvPicPr>
          <p:nvPr/>
        </p:nvPicPr>
        <p:blipFill>
          <a:blip r:embed="rId14"/>
          <a:stretch>
            <a:fillRect/>
          </a:stretch>
        </p:blipFill>
        <p:spPr>
          <a:xfrm>
            <a:off x="495442" y="3007328"/>
            <a:ext cx="1320800" cy="368300"/>
          </a:xfrm>
          <a:prstGeom prst="rect">
            <a:avLst/>
          </a:prstGeom>
        </p:spPr>
      </p:pic>
      <p:pic>
        <p:nvPicPr>
          <p:cNvPr id="42" name="Imagem 41">
            <a:extLst>
              <a:ext uri="{FF2B5EF4-FFF2-40B4-BE49-F238E27FC236}">
                <a16:creationId xmlns:a16="http://schemas.microsoft.com/office/drawing/2014/main" id="{20BD5D4F-5BE5-BDE1-4B22-CC6B3D1FD966}"/>
              </a:ext>
            </a:extLst>
          </p:cNvPr>
          <p:cNvPicPr>
            <a:picLocks noChangeAspect="1"/>
          </p:cNvPicPr>
          <p:nvPr/>
        </p:nvPicPr>
        <p:blipFill>
          <a:blip r:embed="rId15"/>
          <a:stretch>
            <a:fillRect/>
          </a:stretch>
        </p:blipFill>
        <p:spPr>
          <a:xfrm>
            <a:off x="1044317" y="3361402"/>
            <a:ext cx="1690370" cy="195580"/>
          </a:xfrm>
          <a:prstGeom prst="rect">
            <a:avLst/>
          </a:prstGeom>
        </p:spPr>
      </p:pic>
      <p:cxnSp>
        <p:nvCxnSpPr>
          <p:cNvPr id="43" name="Google Shape;1250;g3b23322d595_2_304">
            <a:extLst>
              <a:ext uri="{FF2B5EF4-FFF2-40B4-BE49-F238E27FC236}">
                <a16:creationId xmlns:a16="http://schemas.microsoft.com/office/drawing/2014/main" id="{BB747FD9-8D62-2B95-A42F-B0BF83BB574D}"/>
              </a:ext>
            </a:extLst>
          </p:cNvPr>
          <p:cNvCxnSpPr>
            <a:cxnSpLocks/>
          </p:cNvCxnSpPr>
          <p:nvPr/>
        </p:nvCxnSpPr>
        <p:spPr>
          <a:xfrm>
            <a:off x="450091" y="4778583"/>
            <a:ext cx="6858000" cy="0"/>
          </a:xfrm>
          <a:prstGeom prst="straightConnector1">
            <a:avLst/>
          </a:prstGeom>
          <a:noFill/>
          <a:ln w="9525" cap="flat" cmpd="sng">
            <a:solidFill>
              <a:srgbClr val="BFBFBF"/>
            </a:solidFill>
            <a:prstDash val="solid"/>
            <a:round/>
            <a:headEnd type="none" w="sm" len="sm"/>
            <a:tailEnd type="none" w="sm" len="sm"/>
          </a:ln>
        </p:spPr>
      </p:cxnSp>
      <p:sp>
        <p:nvSpPr>
          <p:cNvPr id="45" name="Google Shape;1246;g3b23322d595_2_304">
            <a:extLst>
              <a:ext uri="{FF2B5EF4-FFF2-40B4-BE49-F238E27FC236}">
                <a16:creationId xmlns:a16="http://schemas.microsoft.com/office/drawing/2014/main" id="{47991958-42BA-EFC0-11FF-1C0CAE1DA29C}"/>
              </a:ext>
            </a:extLst>
          </p:cNvPr>
          <p:cNvSpPr txBox="1"/>
          <p:nvPr/>
        </p:nvSpPr>
        <p:spPr>
          <a:xfrm>
            <a:off x="3206232" y="3865635"/>
            <a:ext cx="3838287" cy="830956"/>
          </a:xfrm>
          <a:prstGeom prst="rect">
            <a:avLst/>
          </a:prstGeom>
          <a:noFill/>
          <a:ln>
            <a:noFill/>
          </a:ln>
        </p:spPr>
        <p:txBody>
          <a:bodyPr spcFirstLastPara="1" wrap="square" lIns="91425" tIns="45700" rIns="0" bIns="45700" anchor="ctr" anchorCtr="0">
            <a:spAutoFit/>
          </a:bodyPr>
          <a:lstStyle/>
          <a:p>
            <a:r>
              <a:rPr lang="en-US" sz="1200" b="1" noProof="1">
                <a:latin typeface="IBM Plex Sans" panose="020B0503050203000203" pitchFamily="34" charset="0"/>
              </a:rPr>
              <a:t>“Wearable AI </a:t>
            </a:r>
            <a:r>
              <a:rPr lang="en-US" sz="1200" noProof="1">
                <a:latin typeface="IBM Plex Sans" panose="020B0503050203000203" pitchFamily="34" charset="0"/>
              </a:rPr>
              <a:t>is becoming the next battleground... the </a:t>
            </a:r>
            <a:r>
              <a:rPr lang="en-US" sz="1200" b="1" noProof="1">
                <a:latin typeface="IBM Plex Sans" panose="020B0503050203000203" pitchFamily="34" charset="0"/>
              </a:rPr>
              <a:t>future of assistants </a:t>
            </a:r>
            <a:r>
              <a:rPr lang="en-US" sz="1200" noProof="1">
                <a:latin typeface="IBM Plex Sans" panose="020B0503050203000203" pitchFamily="34" charset="0"/>
              </a:rPr>
              <a:t>will not live </a:t>
            </a:r>
            <a:r>
              <a:rPr lang="en-US" sz="1200" b="1" noProof="1">
                <a:latin typeface="IBM Plex Sans" panose="020B0503050203000203" pitchFamily="34" charset="0"/>
              </a:rPr>
              <a:t>just on screens</a:t>
            </a:r>
            <a:r>
              <a:rPr lang="en-US" sz="1200" noProof="1">
                <a:latin typeface="IBM Plex Sans" panose="020B0503050203000203" pitchFamily="34" charset="0"/>
              </a:rPr>
              <a:t>, but on the body, </a:t>
            </a:r>
            <a:r>
              <a:rPr lang="en-US" sz="1200" b="1" noProof="1">
                <a:latin typeface="IBM Plex Sans" panose="020B0503050203000203" pitchFamily="34" charset="0"/>
              </a:rPr>
              <a:t>embedded into objects people carry and wear </a:t>
            </a:r>
            <a:r>
              <a:rPr lang="en-US" sz="1200" noProof="1">
                <a:latin typeface="IBM Plex Sans" panose="020B0503050203000203" pitchFamily="34" charset="0"/>
              </a:rPr>
              <a:t>throughout the day</a:t>
            </a:r>
            <a:r>
              <a:rPr lang="en-US" sz="1200" noProof="1">
                <a:solidFill>
                  <a:schemeClr val="dk1"/>
                </a:solidFill>
                <a:latin typeface="IBM Plex Sans" panose="020B0503050203000203" pitchFamily="34" charset="0"/>
              </a:rPr>
              <a:t>”</a:t>
            </a:r>
            <a:r>
              <a:rPr lang="en-US" sz="1200" baseline="30000" noProof="1">
                <a:solidFill>
                  <a:schemeClr val="dk1"/>
                </a:solidFill>
                <a:latin typeface="IBM Plex Sans" panose="020B0503050203000203" pitchFamily="34" charset="0"/>
              </a:rPr>
              <a:t>6</a:t>
            </a:r>
            <a:endParaRPr lang="en-US" sz="1200" baseline="30000" noProof="1">
              <a:latin typeface="IBM Plex Sans" panose="020B0503050203000203" pitchFamily="34" charset="0"/>
            </a:endParaRPr>
          </a:p>
        </p:txBody>
      </p:sp>
      <p:pic>
        <p:nvPicPr>
          <p:cNvPr id="49" name="Imagem 48">
            <a:extLst>
              <a:ext uri="{FF2B5EF4-FFF2-40B4-BE49-F238E27FC236}">
                <a16:creationId xmlns:a16="http://schemas.microsoft.com/office/drawing/2014/main" id="{C4109FF4-3F01-AB07-53CD-E73D3CCD0F16}"/>
              </a:ext>
            </a:extLst>
          </p:cNvPr>
          <p:cNvPicPr>
            <a:picLocks noChangeAspect="1"/>
          </p:cNvPicPr>
          <p:nvPr/>
        </p:nvPicPr>
        <p:blipFill>
          <a:blip r:embed="rId16"/>
          <a:stretch>
            <a:fillRect/>
          </a:stretch>
        </p:blipFill>
        <p:spPr>
          <a:xfrm>
            <a:off x="509071" y="3996283"/>
            <a:ext cx="891286" cy="307340"/>
          </a:xfrm>
          <a:prstGeom prst="rect">
            <a:avLst/>
          </a:prstGeom>
        </p:spPr>
      </p:pic>
      <p:pic>
        <p:nvPicPr>
          <p:cNvPr id="54" name="Imagem 53" descr="Uma imagem contendo Texto  O conteúdo gerado por IA pode estar incorreto.">
            <a:extLst>
              <a:ext uri="{FF2B5EF4-FFF2-40B4-BE49-F238E27FC236}">
                <a16:creationId xmlns:a16="http://schemas.microsoft.com/office/drawing/2014/main" id="{7EFAB173-E079-D29D-2627-AE09B210B2F6}"/>
              </a:ext>
            </a:extLst>
          </p:cNvPr>
          <p:cNvPicPr>
            <a:picLocks noChangeAspect="1"/>
          </p:cNvPicPr>
          <p:nvPr/>
        </p:nvPicPr>
        <p:blipFill>
          <a:blip r:embed="rId17"/>
          <a:stretch>
            <a:fillRect/>
          </a:stretch>
        </p:blipFill>
        <p:spPr>
          <a:xfrm>
            <a:off x="866828" y="4330992"/>
            <a:ext cx="1967463" cy="258174"/>
          </a:xfrm>
          <a:prstGeom prst="rect">
            <a:avLst/>
          </a:prstGeom>
        </p:spPr>
      </p:pic>
      <p:sp>
        <p:nvSpPr>
          <p:cNvPr id="58" name="CaixaDeTexto 57">
            <a:extLst>
              <a:ext uri="{FF2B5EF4-FFF2-40B4-BE49-F238E27FC236}">
                <a16:creationId xmlns:a16="http://schemas.microsoft.com/office/drawing/2014/main" id="{C1653640-F09B-F883-49D7-581CC86E2249}"/>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AI future outlook</a:t>
            </a:r>
          </a:p>
        </p:txBody>
      </p:sp>
    </p:spTree>
    <p:extLst>
      <p:ext uri="{BB962C8B-B14F-4D97-AF65-F5344CB8AC3E}">
        <p14:creationId xmlns:p14="http://schemas.microsoft.com/office/powerpoint/2010/main" val="363870750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3750943D-8A9C-BADF-D214-BBE40ADB8627}"/>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42A7B7D2-F8F6-5DAE-B237-C0E58C113C44}"/>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100</a:t>
            </a:fld>
            <a:endParaRPr lang="en-US" noProof="0"/>
          </a:p>
        </p:txBody>
      </p:sp>
      <p:sp>
        <p:nvSpPr>
          <p:cNvPr id="978" name="Google Shape;978;p67">
            <a:extLst>
              <a:ext uri="{FF2B5EF4-FFF2-40B4-BE49-F238E27FC236}">
                <a16:creationId xmlns:a16="http://schemas.microsoft.com/office/drawing/2014/main" id="{9E373E37-D08E-9F7F-3D8A-45A6AEAB86DF}"/>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1"/>
              <a:t>Search results vary across devices and geographic locations, even when logged into the same account and searching for the same query</a:t>
            </a:r>
          </a:p>
        </p:txBody>
      </p:sp>
      <p:sp>
        <p:nvSpPr>
          <p:cNvPr id="981" name="Google Shape;981;p67">
            <a:extLst>
              <a:ext uri="{FF2B5EF4-FFF2-40B4-BE49-F238E27FC236}">
                <a16:creationId xmlns:a16="http://schemas.microsoft.com/office/drawing/2014/main" id="{4574F43A-054A-4434-BD7B-D68177761934}"/>
              </a:ext>
            </a:extLst>
          </p:cNvPr>
          <p:cNvSpPr txBox="1"/>
          <p:nvPr/>
        </p:nvSpPr>
        <p:spPr>
          <a:xfrm>
            <a:off x="420410" y="5831990"/>
            <a:ext cx="11350625" cy="46789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buSzPts val="1600"/>
            </a:pPr>
            <a:r>
              <a:rPr lang="en-US" b="1" noProof="1">
                <a:solidFill>
                  <a:schemeClr val="dk1"/>
                </a:solidFill>
                <a:latin typeface="IBM Plex Sans"/>
              </a:rPr>
              <a:t>Search results are influenced by a variety of factors, including device, geography, user identity, behavior, and time and session context</a:t>
            </a:r>
          </a:p>
        </p:txBody>
      </p:sp>
      <p:sp>
        <p:nvSpPr>
          <p:cNvPr id="7" name="Google Shape;980;p67">
            <a:extLst>
              <a:ext uri="{FF2B5EF4-FFF2-40B4-BE49-F238E27FC236}">
                <a16:creationId xmlns:a16="http://schemas.microsoft.com/office/drawing/2014/main" id="{370DC2DD-48D0-BCB6-8A29-7BB6FB9E60C1}"/>
              </a:ext>
            </a:extLst>
          </p:cNvPr>
          <p:cNvSpPr txBox="1"/>
          <p:nvPr/>
        </p:nvSpPr>
        <p:spPr>
          <a:xfrm>
            <a:off x="420595" y="6395916"/>
            <a:ext cx="10476861" cy="107722"/>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 </a:t>
            </a:r>
            <a:r>
              <a:rPr lang="en-US" sz="700" b="0" i="0" u="none" strike="noStrike" cap="none" noProof="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Google Search Help</a:t>
            </a:r>
            <a:r>
              <a:rPr lang="en-US" sz="700" b="0" i="0" u="none" strike="noStrike" cap="none" noProof="0" dirty="0">
                <a:solidFill>
                  <a:srgbClr val="7F7F7F"/>
                </a:solidFill>
                <a:latin typeface="IBM Plex Sans"/>
                <a:ea typeface="IBM Plex Sans"/>
                <a:cs typeface="IBM Plex Sans"/>
                <a:sym typeface="IBM Plex Sans"/>
              </a:rPr>
              <a:t>, (2) </a:t>
            </a:r>
            <a:r>
              <a:rPr lang="en-US" sz="700" b="0" i="0" u="none" strike="noStrike" cap="none" noProof="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SerpiApi</a:t>
            </a:r>
            <a:r>
              <a:rPr lang="en-US" sz="700" b="0" i="0" u="none" strike="noStrike" cap="none" noProof="0" dirty="0">
                <a:solidFill>
                  <a:srgbClr val="7F7F7F"/>
                </a:solidFill>
                <a:latin typeface="IBM Plex Sans"/>
                <a:ea typeface="IBM Plex Sans"/>
                <a:cs typeface="IBM Plex Sans"/>
                <a:sym typeface="IBM Plex Sans"/>
              </a:rPr>
              <a:t>, (3) </a:t>
            </a:r>
            <a:r>
              <a:rPr lang="en-US" sz="700" b="0" i="0" u="none" strike="noStrike" cap="none" noProof="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Google Support</a:t>
            </a:r>
            <a:r>
              <a:rPr lang="en-US" sz="700" b="0" i="0" u="none" strike="noStrike" cap="none" noProof="0" dirty="0">
                <a:solidFill>
                  <a:srgbClr val="7F7F7F"/>
                </a:solidFill>
                <a:latin typeface="IBM Plex Sans"/>
                <a:ea typeface="IBM Plex Sans"/>
                <a:cs typeface="IBM Plex Sans"/>
                <a:sym typeface="IBM Plex Sans"/>
              </a:rPr>
              <a:t>, (4) </a:t>
            </a:r>
            <a:r>
              <a:rPr lang="en-US" sz="700" b="0" i="0" u="none" strike="noStrike" cap="none" noProof="0" dirty="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Google data in search</a:t>
            </a:r>
            <a:r>
              <a:rPr lang="en-US" sz="700" b="0" i="0" u="none" strike="noStrike" cap="none" noProof="0" dirty="0">
                <a:solidFill>
                  <a:srgbClr val="7F7F7F"/>
                </a:solidFill>
                <a:latin typeface="IBM Plex Sans"/>
                <a:ea typeface="IBM Plex Sans"/>
                <a:cs typeface="IBM Plex Sans"/>
                <a:sym typeface="IBM Plex Sans"/>
              </a:rPr>
              <a:t>, (5) </a:t>
            </a:r>
            <a:r>
              <a:rPr lang="en-US" sz="700" b="0" i="0" u="none" strike="noStrike" cap="none" noProof="0" dirty="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Google location</a:t>
            </a:r>
            <a:r>
              <a:rPr lang="en-US" sz="700" b="0" i="0" u="none" strike="noStrike" cap="none" noProof="0" dirty="0">
                <a:solidFill>
                  <a:srgbClr val="7F7F7F"/>
                </a:solidFill>
                <a:latin typeface="IBM Plex Sans"/>
                <a:ea typeface="IBM Plex Sans"/>
                <a:cs typeface="IBM Plex Sans"/>
                <a:sym typeface="IBM Plex Sans"/>
              </a:rPr>
              <a:t>, (6) </a:t>
            </a:r>
            <a:r>
              <a:rPr lang="en-US" sz="700" b="0" i="0" u="none" strike="noStrike" cap="none" noProof="0" dirty="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Google Search Central</a:t>
            </a:r>
            <a:r>
              <a:rPr lang="en-US" sz="700" b="0" i="0" u="none" strike="noStrike" cap="none" noProof="0" dirty="0">
                <a:solidFill>
                  <a:srgbClr val="7F7F7F"/>
                </a:solidFill>
                <a:latin typeface="IBM Plex Sans"/>
                <a:ea typeface="IBM Plex Sans"/>
                <a:cs typeface="IBM Plex Sans"/>
                <a:sym typeface="IBM Plex Sans"/>
              </a:rPr>
              <a:t>, (7) </a:t>
            </a:r>
            <a:r>
              <a:rPr lang="en-US" sz="700" b="0" i="0" u="none" strike="noStrike" cap="none" noProof="0" dirty="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Google Search Help</a:t>
            </a:r>
            <a:r>
              <a:rPr lang="en-US" sz="700" b="0" i="0" u="none" strike="noStrike" cap="none" noProof="0" dirty="0">
                <a:solidFill>
                  <a:srgbClr val="7F7F7F"/>
                </a:solidFill>
                <a:latin typeface="IBM Plex Sans"/>
                <a:ea typeface="IBM Plex Sans"/>
                <a:cs typeface="IBM Plex Sans"/>
                <a:sym typeface="IBM Plex Sans"/>
              </a:rPr>
              <a:t>, (8) </a:t>
            </a:r>
            <a:r>
              <a:rPr lang="en-US" sz="700" b="0" i="0" u="none" strike="noStrike" cap="none" noProof="0" dirty="0">
                <a:solidFill>
                  <a:srgbClr val="7F7F7F"/>
                </a:solidFill>
                <a:latin typeface="IBM Plex Sans"/>
                <a:ea typeface="IBM Plex Sans"/>
                <a:cs typeface="IBM Plex Sans"/>
                <a:sym typeface="IBM Plex Sans"/>
                <a:hlinkClick r:id="rId10">
                  <a:extLst>
                    <a:ext uri="{A12FA001-AC4F-418D-AE19-62706E023703}">
                      <ahyp:hlinkClr xmlns:ahyp="http://schemas.microsoft.com/office/drawing/2018/hyperlinkcolor" val="tx"/>
                    </a:ext>
                  </a:extLst>
                </a:hlinkClick>
              </a:rPr>
              <a:t>Matrix</a:t>
            </a:r>
            <a:r>
              <a:rPr lang="en-US" sz="700" dirty="0">
                <a:solidFill>
                  <a:srgbClr val="7F7F7F"/>
                </a:solidFill>
                <a:latin typeface="IBM Plex Sans"/>
                <a:ea typeface="IBM Plex Sans"/>
                <a:cs typeface="IBM Plex Sans"/>
                <a:sym typeface="IBM Plex Sans"/>
              </a:rPr>
              <a:t>, (9)</a:t>
            </a:r>
            <a:r>
              <a:rPr lang="en-US" sz="700" b="0" i="0" u="none" strike="noStrike" cap="none" noProof="0" dirty="0">
                <a:solidFill>
                  <a:srgbClr val="7F7F7F"/>
                </a:solidFill>
                <a:latin typeface="IBM Plex Sans"/>
                <a:ea typeface="IBM Plex Sans"/>
                <a:cs typeface="IBM Plex Sans"/>
                <a:sym typeface="IBM Plex Sans"/>
              </a:rPr>
              <a:t> </a:t>
            </a:r>
            <a:r>
              <a:rPr lang="en-US" sz="700" b="0" i="0" u="none" strike="noStrike" cap="none" noProof="0" dirty="0">
                <a:solidFill>
                  <a:srgbClr val="7F7F7F"/>
                </a:solidFill>
                <a:latin typeface="IBM Plex Sans"/>
                <a:ea typeface="IBM Plex Sans"/>
                <a:cs typeface="IBM Plex Sans"/>
                <a:sym typeface="IBM Plex Sans"/>
                <a:hlinkClick r:id="rId11">
                  <a:extLst>
                    <a:ext uri="{A12FA001-AC4F-418D-AE19-62706E023703}">
                      <ahyp:hlinkClr xmlns:ahyp="http://schemas.microsoft.com/office/drawing/2018/hyperlinkcolor" val="tx"/>
                    </a:ext>
                  </a:extLst>
                </a:hlinkClick>
              </a:rPr>
              <a:t>Go Fish</a:t>
            </a:r>
            <a:endParaRPr lang="en-US" sz="700" noProof="0" dirty="0">
              <a:solidFill>
                <a:srgbClr val="7F7F7F"/>
              </a:solidFill>
              <a:latin typeface="IBM Plex Sans"/>
            </a:endParaRPr>
          </a:p>
        </p:txBody>
      </p:sp>
      <p:sp>
        <p:nvSpPr>
          <p:cNvPr id="8" name="Google Shape;1242;g3b23322d595_2_304">
            <a:extLst>
              <a:ext uri="{FF2B5EF4-FFF2-40B4-BE49-F238E27FC236}">
                <a16:creationId xmlns:a16="http://schemas.microsoft.com/office/drawing/2014/main" id="{D367F326-9B5C-7382-BB82-07AE0E9A37B8}"/>
              </a:ext>
            </a:extLst>
          </p:cNvPr>
          <p:cNvSpPr txBox="1"/>
          <p:nvPr/>
        </p:nvSpPr>
        <p:spPr>
          <a:xfrm>
            <a:off x="450091" y="1422111"/>
            <a:ext cx="6946132" cy="307777"/>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200"/>
            </a:pPr>
            <a:r>
              <a:rPr lang="en-US" b="1" i="0" u="none" strike="noStrike" cap="none" noProof="0" dirty="0">
                <a:solidFill>
                  <a:schemeClr val="lt1"/>
                </a:solidFill>
                <a:latin typeface="IBM Plex Sans"/>
                <a:ea typeface="IBM Plex Sans"/>
                <a:cs typeface="IBM Plex Sans"/>
                <a:sym typeface="IBM Plex Sans"/>
              </a:rPr>
              <a:t>Search results vary by device and geography</a:t>
            </a:r>
          </a:p>
        </p:txBody>
      </p:sp>
      <p:sp>
        <p:nvSpPr>
          <p:cNvPr id="9" name="Google Shape;1244;g3b23322d595_2_304">
            <a:extLst>
              <a:ext uri="{FF2B5EF4-FFF2-40B4-BE49-F238E27FC236}">
                <a16:creationId xmlns:a16="http://schemas.microsoft.com/office/drawing/2014/main" id="{89C58374-F7C4-65C9-9DA1-C0106E330E2D}"/>
              </a:ext>
            </a:extLst>
          </p:cNvPr>
          <p:cNvSpPr txBox="1"/>
          <p:nvPr/>
        </p:nvSpPr>
        <p:spPr>
          <a:xfrm>
            <a:off x="7528846" y="1422111"/>
            <a:ext cx="4272055" cy="307777"/>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400"/>
            </a:pPr>
            <a:r>
              <a:rPr lang="en-US" sz="1400" b="1" i="0" u="none" strike="noStrike" cap="none" noProof="0" dirty="0">
                <a:solidFill>
                  <a:schemeClr val="lt1"/>
                </a:solidFill>
                <a:latin typeface="IBM Plex Sans"/>
                <a:ea typeface="IBM Plex Sans"/>
                <a:cs typeface="IBM Plex Sans"/>
                <a:sym typeface="IBM Plex Sans"/>
              </a:rPr>
              <a:t>Drivers of Search Result Customization</a:t>
            </a:r>
          </a:p>
        </p:txBody>
      </p:sp>
      <p:sp>
        <p:nvSpPr>
          <p:cNvPr id="10" name="Google Shape;1245;g3b23322d595_2_304">
            <a:extLst>
              <a:ext uri="{FF2B5EF4-FFF2-40B4-BE49-F238E27FC236}">
                <a16:creationId xmlns:a16="http://schemas.microsoft.com/office/drawing/2014/main" id="{1117AEF0-2133-E1A5-7C2E-2F7AAF240767}"/>
              </a:ext>
            </a:extLst>
          </p:cNvPr>
          <p:cNvSpPr txBox="1"/>
          <p:nvPr/>
        </p:nvSpPr>
        <p:spPr>
          <a:xfrm>
            <a:off x="3161316" y="1853987"/>
            <a:ext cx="4142309" cy="646331"/>
          </a:xfrm>
          <a:prstGeom prst="rect">
            <a:avLst/>
          </a:prstGeom>
          <a:noFill/>
          <a:ln>
            <a:noFill/>
          </a:ln>
        </p:spPr>
        <p:txBody>
          <a:bodyPr spcFirstLastPara="1" wrap="square" lIns="91425" tIns="0" rIns="91425" bIns="0" anchor="ctr" anchorCtr="0">
            <a:spAutoFit/>
          </a:bodyPr>
          <a:lstStyle/>
          <a:p>
            <a:pPr lvl="0">
              <a:buSzPts val="1400"/>
            </a:pPr>
            <a:r>
              <a:rPr lang="en-US" b="0" i="0" u="none" strike="noStrike" cap="none" noProof="0" dirty="0">
                <a:solidFill>
                  <a:schemeClr val="dk1"/>
                </a:solidFill>
                <a:latin typeface="IBM Plex Sans" panose="020B0503050203000203" pitchFamily="34" charset="0"/>
                <a:ea typeface="IBM Plex Sans"/>
                <a:cs typeface="IBM Plex Sans"/>
                <a:sym typeface="IBM Plex Sans"/>
              </a:rPr>
              <a:t>“</a:t>
            </a:r>
            <a:r>
              <a:rPr lang="en-US" dirty="0">
                <a:latin typeface="IBM Plex Sans" panose="020B0503050203000203" pitchFamily="34" charset="0"/>
              </a:rPr>
              <a:t>The </a:t>
            </a:r>
            <a:r>
              <a:rPr lang="en-US" b="1" dirty="0">
                <a:latin typeface="IBM Plex Sans" panose="020B0503050203000203" pitchFamily="34" charset="0"/>
              </a:rPr>
              <a:t>same Google query </a:t>
            </a:r>
            <a:r>
              <a:rPr lang="en-US" dirty="0">
                <a:latin typeface="IBM Plex Sans" panose="020B0503050203000203" pitchFamily="34" charset="0"/>
              </a:rPr>
              <a:t>on my phone and desktop often </a:t>
            </a:r>
            <a:r>
              <a:rPr lang="en-US" b="1" dirty="0">
                <a:latin typeface="IBM Plex Sans" panose="020B0503050203000203" pitchFamily="34" charset="0"/>
              </a:rPr>
              <a:t>shows different results</a:t>
            </a:r>
            <a:r>
              <a:rPr lang="en-US" dirty="0">
                <a:latin typeface="IBM Plex Sans" panose="020B0503050203000203" pitchFamily="34" charset="0"/>
              </a:rPr>
              <a:t>, even when </a:t>
            </a:r>
            <a:r>
              <a:rPr lang="en-US" b="1" dirty="0">
                <a:latin typeface="IBM Plex Sans" panose="020B0503050203000203" pitchFamily="34" charset="0"/>
              </a:rPr>
              <a:t>logged</a:t>
            </a:r>
            <a:r>
              <a:rPr lang="en-US" dirty="0">
                <a:latin typeface="IBM Plex Sans" panose="020B0503050203000203" pitchFamily="34" charset="0"/>
              </a:rPr>
              <a:t> into the </a:t>
            </a:r>
            <a:r>
              <a:rPr lang="en-US" b="1" dirty="0">
                <a:latin typeface="IBM Plex Sans" panose="020B0503050203000203" pitchFamily="34" charset="0"/>
              </a:rPr>
              <a:t>same account.</a:t>
            </a:r>
            <a:r>
              <a:rPr lang="en-US" dirty="0">
                <a:latin typeface="IBM Plex Sans" panose="020B0503050203000203" pitchFamily="34" charset="0"/>
              </a:rPr>
              <a:t>”</a:t>
            </a:r>
            <a:r>
              <a:rPr lang="en-US" baseline="30000" dirty="0">
                <a:latin typeface="IBM Plex Sans" panose="020B0503050203000203" pitchFamily="34" charset="0"/>
              </a:rPr>
              <a:t>1</a:t>
            </a:r>
            <a:endParaRPr lang="en-US" b="0" i="0" u="none" strike="noStrike" cap="none" baseline="30000" noProof="0" dirty="0">
              <a:solidFill>
                <a:schemeClr val="dk1"/>
              </a:solidFill>
              <a:latin typeface="IBM Plex Sans" panose="020B0503050203000203" pitchFamily="34" charset="0"/>
              <a:sym typeface="Arial"/>
            </a:endParaRPr>
          </a:p>
        </p:txBody>
      </p:sp>
      <p:sp>
        <p:nvSpPr>
          <p:cNvPr id="11" name="Google Shape;1246;g3b23322d595_2_304">
            <a:extLst>
              <a:ext uri="{FF2B5EF4-FFF2-40B4-BE49-F238E27FC236}">
                <a16:creationId xmlns:a16="http://schemas.microsoft.com/office/drawing/2014/main" id="{CEE56365-267F-986D-CF98-95F69C239822}"/>
              </a:ext>
            </a:extLst>
          </p:cNvPr>
          <p:cNvSpPr txBox="1"/>
          <p:nvPr/>
        </p:nvSpPr>
        <p:spPr>
          <a:xfrm>
            <a:off x="3147533" y="3808272"/>
            <a:ext cx="4142309" cy="738623"/>
          </a:xfrm>
          <a:prstGeom prst="rect">
            <a:avLst/>
          </a:prstGeom>
          <a:noFill/>
          <a:ln>
            <a:noFill/>
          </a:ln>
        </p:spPr>
        <p:txBody>
          <a:bodyPr spcFirstLastPara="1" wrap="square" lIns="91425" tIns="45700" rIns="0" bIns="45700" anchor="ctr" anchorCtr="0">
            <a:spAutoFit/>
          </a:bodyPr>
          <a:lstStyle/>
          <a:p>
            <a:pPr lvl="0">
              <a:buSzPts val="1400"/>
            </a:pPr>
            <a:r>
              <a:rPr lang="en-US" dirty="0">
                <a:latin typeface="IBM Plex Sans" panose="020B0503050203000203" pitchFamily="34" charset="0"/>
              </a:rPr>
              <a:t>“Even changing from one city to another can alter </a:t>
            </a:r>
            <a:r>
              <a:rPr lang="en-US" b="1" dirty="0">
                <a:latin typeface="IBM Plex Sans" panose="020B0503050203000203" pitchFamily="34" charset="0"/>
              </a:rPr>
              <a:t>50–60% of visible results,</a:t>
            </a:r>
            <a:r>
              <a:rPr lang="en-US" dirty="0">
                <a:latin typeface="IBM Plex Sans" panose="020B0503050203000203" pitchFamily="34" charset="0"/>
              </a:rPr>
              <a:t> even for non-local queries.</a:t>
            </a:r>
            <a:r>
              <a:rPr lang="en-US" b="0" i="0" u="none" strike="noStrike" cap="none" noProof="0" dirty="0">
                <a:solidFill>
                  <a:schemeClr val="dk1"/>
                </a:solidFill>
                <a:latin typeface="IBM Plex Sans" panose="020B0503050203000203" pitchFamily="34" charset="0"/>
                <a:ea typeface="IBM Plex Sans"/>
                <a:cs typeface="IBM Plex Sans"/>
                <a:sym typeface="IBM Plex Sans"/>
              </a:rPr>
              <a:t>”</a:t>
            </a:r>
            <a:r>
              <a:rPr lang="en-US" b="0" i="0" u="none" strike="noStrike" cap="none" baseline="30000" noProof="0" dirty="0">
                <a:solidFill>
                  <a:schemeClr val="dk1"/>
                </a:solidFill>
                <a:latin typeface="IBM Plex Sans" panose="020B0503050203000203" pitchFamily="34" charset="0"/>
                <a:ea typeface="IBM Plex Sans"/>
                <a:cs typeface="IBM Plex Sans"/>
                <a:sym typeface="IBM Plex Sans"/>
              </a:rPr>
              <a:t>2</a:t>
            </a:r>
            <a:endParaRPr lang="en-US" sz="1800" b="0" i="0" u="none" strike="noStrike" cap="none" noProof="0" dirty="0">
              <a:solidFill>
                <a:schemeClr val="dk1"/>
              </a:solidFill>
              <a:latin typeface="IBM Plex Sans" panose="020B0503050203000203" pitchFamily="34" charset="0"/>
              <a:sym typeface="Arial"/>
            </a:endParaRPr>
          </a:p>
        </p:txBody>
      </p:sp>
      <p:cxnSp>
        <p:nvCxnSpPr>
          <p:cNvPr id="14" name="Google Shape;1249;g3b23322d595_2_304">
            <a:extLst>
              <a:ext uri="{FF2B5EF4-FFF2-40B4-BE49-F238E27FC236}">
                <a16:creationId xmlns:a16="http://schemas.microsoft.com/office/drawing/2014/main" id="{FAF13F5A-96C8-F40D-886E-C7FF27A1C175}"/>
              </a:ext>
            </a:extLst>
          </p:cNvPr>
          <p:cNvCxnSpPr/>
          <p:nvPr/>
        </p:nvCxnSpPr>
        <p:spPr>
          <a:xfrm>
            <a:off x="450091" y="2628734"/>
            <a:ext cx="6858000" cy="0"/>
          </a:xfrm>
          <a:prstGeom prst="straightConnector1">
            <a:avLst/>
          </a:prstGeom>
          <a:noFill/>
          <a:ln w="9525" cap="flat" cmpd="sng">
            <a:solidFill>
              <a:srgbClr val="BFBFBF"/>
            </a:solidFill>
            <a:prstDash val="solid"/>
            <a:round/>
            <a:headEnd type="none" w="sm" len="sm"/>
            <a:tailEnd type="none" w="sm" len="sm"/>
          </a:ln>
        </p:spPr>
      </p:cxnSp>
      <p:cxnSp>
        <p:nvCxnSpPr>
          <p:cNvPr id="15" name="Google Shape;1250;g3b23322d595_2_304">
            <a:extLst>
              <a:ext uri="{FF2B5EF4-FFF2-40B4-BE49-F238E27FC236}">
                <a16:creationId xmlns:a16="http://schemas.microsoft.com/office/drawing/2014/main" id="{8D1431D8-3FAD-1356-229D-44113967CCA4}"/>
              </a:ext>
            </a:extLst>
          </p:cNvPr>
          <p:cNvCxnSpPr/>
          <p:nvPr/>
        </p:nvCxnSpPr>
        <p:spPr>
          <a:xfrm>
            <a:off x="450091" y="3656337"/>
            <a:ext cx="6858000" cy="0"/>
          </a:xfrm>
          <a:prstGeom prst="straightConnector1">
            <a:avLst/>
          </a:prstGeom>
          <a:noFill/>
          <a:ln w="9525" cap="flat" cmpd="sng">
            <a:solidFill>
              <a:srgbClr val="BFBFBF"/>
            </a:solidFill>
            <a:prstDash val="solid"/>
            <a:round/>
            <a:headEnd type="none" w="sm" len="sm"/>
            <a:tailEnd type="none" w="sm" len="sm"/>
          </a:ln>
        </p:spPr>
      </p:cxnSp>
      <p:cxnSp>
        <p:nvCxnSpPr>
          <p:cNvPr id="16" name="Google Shape;1251;g3b23322d595_2_304">
            <a:extLst>
              <a:ext uri="{FF2B5EF4-FFF2-40B4-BE49-F238E27FC236}">
                <a16:creationId xmlns:a16="http://schemas.microsoft.com/office/drawing/2014/main" id="{0544455C-BF59-BAF3-7A21-B8FA748ECE2A}"/>
              </a:ext>
            </a:extLst>
          </p:cNvPr>
          <p:cNvCxnSpPr/>
          <p:nvPr/>
        </p:nvCxnSpPr>
        <p:spPr>
          <a:xfrm>
            <a:off x="450091" y="4671240"/>
            <a:ext cx="6858000" cy="0"/>
          </a:xfrm>
          <a:prstGeom prst="straightConnector1">
            <a:avLst/>
          </a:prstGeom>
          <a:noFill/>
          <a:ln w="9525" cap="flat" cmpd="sng">
            <a:solidFill>
              <a:srgbClr val="BFBFBF"/>
            </a:solidFill>
            <a:prstDash val="solid"/>
            <a:round/>
            <a:headEnd type="none" w="sm" len="sm"/>
            <a:tailEnd type="none" w="sm" len="sm"/>
          </a:ln>
        </p:spPr>
      </p:cxnSp>
      <p:pic>
        <p:nvPicPr>
          <p:cNvPr id="31" name="Imagem 30" descr="Uma imagem contendo Ícone  O conteúdo gerado por IA pode estar incorreto.">
            <a:extLst>
              <a:ext uri="{FF2B5EF4-FFF2-40B4-BE49-F238E27FC236}">
                <a16:creationId xmlns:a16="http://schemas.microsoft.com/office/drawing/2014/main" id="{9E6F2C50-705D-B75D-FA07-A3CBA0C094CF}"/>
              </a:ext>
            </a:extLst>
          </p:cNvPr>
          <p:cNvPicPr>
            <a:picLocks noChangeAspect="1"/>
          </p:cNvPicPr>
          <p:nvPr/>
        </p:nvPicPr>
        <p:blipFill>
          <a:blip r:embed="rId12"/>
          <a:stretch>
            <a:fillRect/>
          </a:stretch>
        </p:blipFill>
        <p:spPr>
          <a:xfrm>
            <a:off x="551770" y="3836708"/>
            <a:ext cx="1016000" cy="330200"/>
          </a:xfrm>
          <a:prstGeom prst="rect">
            <a:avLst/>
          </a:prstGeom>
        </p:spPr>
      </p:pic>
      <p:pic>
        <p:nvPicPr>
          <p:cNvPr id="33" name="Imagem 32" descr="Uma imagem contendo Logotipo  O conteúdo gerado por IA pode estar incorreto.">
            <a:extLst>
              <a:ext uri="{FF2B5EF4-FFF2-40B4-BE49-F238E27FC236}">
                <a16:creationId xmlns:a16="http://schemas.microsoft.com/office/drawing/2014/main" id="{2F7ED2AF-2760-A132-0A52-4601599FA0C7}"/>
              </a:ext>
            </a:extLst>
          </p:cNvPr>
          <p:cNvPicPr>
            <a:picLocks noChangeAspect="1"/>
          </p:cNvPicPr>
          <p:nvPr/>
        </p:nvPicPr>
        <p:blipFill>
          <a:blip r:embed="rId13"/>
          <a:stretch>
            <a:fillRect/>
          </a:stretch>
        </p:blipFill>
        <p:spPr>
          <a:xfrm>
            <a:off x="754029" y="4223648"/>
            <a:ext cx="1631971" cy="290846"/>
          </a:xfrm>
          <a:prstGeom prst="rect">
            <a:avLst/>
          </a:prstGeom>
        </p:spPr>
      </p:pic>
      <p:sp>
        <p:nvSpPr>
          <p:cNvPr id="37" name="CaixaDeTexto 36">
            <a:extLst>
              <a:ext uri="{FF2B5EF4-FFF2-40B4-BE49-F238E27FC236}">
                <a16:creationId xmlns:a16="http://schemas.microsoft.com/office/drawing/2014/main" id="{B6BF2131-B650-D253-624F-12106BDAFCD9}"/>
              </a:ext>
            </a:extLst>
          </p:cNvPr>
          <p:cNvSpPr txBox="1"/>
          <p:nvPr/>
        </p:nvSpPr>
        <p:spPr>
          <a:xfrm>
            <a:off x="7528846" y="1739570"/>
            <a:ext cx="4307554" cy="4093428"/>
          </a:xfrm>
          <a:prstGeom prst="rect">
            <a:avLst/>
          </a:prstGeom>
          <a:noFill/>
        </p:spPr>
        <p:txBody>
          <a:bodyPr wrap="square">
            <a:spAutoFit/>
          </a:bodyPr>
          <a:lstStyle/>
          <a:p>
            <a:pPr marL="171450" indent="-171450">
              <a:buFont typeface="Arial" panose="020B0604020202020204" pitchFamily="34" charset="0"/>
              <a:buChar char="•"/>
            </a:pPr>
            <a:r>
              <a:rPr lang="en-US" sz="1200" b="1" noProof="1">
                <a:latin typeface="IBM Plex Sans" panose="020B0503050203000203" pitchFamily="34" charset="0"/>
              </a:rPr>
              <a:t>User Identity </a:t>
            </a:r>
            <a:r>
              <a:rPr lang="en-US" sz="1200" noProof="1">
                <a:latin typeface="IBM Plex Sans" panose="020B0503050203000203" pitchFamily="34" charset="0"/>
              </a:rPr>
              <a:t>(</a:t>
            </a:r>
            <a:r>
              <a:rPr lang="en-US" sz="1200" i="1" noProof="1">
                <a:latin typeface="IBM Plex Sans" panose="020B0503050203000203" pitchFamily="34" charset="0"/>
              </a:rPr>
              <a:t>Who you are</a:t>
            </a:r>
            <a:r>
              <a:rPr lang="en-US" sz="1200" noProof="1">
                <a:latin typeface="IBM Plex Sans" panose="020B0503050203000203" pitchFamily="34" charset="0"/>
              </a:rPr>
              <a:t>)</a:t>
            </a:r>
            <a:r>
              <a:rPr lang="en-US" sz="1200" baseline="30000" noProof="1">
                <a:latin typeface="IBM Plex Sans" panose="020B0503050203000203" pitchFamily="34" charset="0"/>
              </a:rPr>
              <a:t>3</a:t>
            </a:r>
          </a:p>
          <a:p>
            <a:pPr marL="346075" indent="-173038">
              <a:buFont typeface="Arial" panose="020B0604020202020204" pitchFamily="34" charset="0"/>
              <a:buChar char="•"/>
            </a:pPr>
            <a:r>
              <a:rPr lang="en-US" sz="1200" noProof="1">
                <a:latin typeface="IBM Plex Sans" panose="020B0503050203000203" pitchFamily="34" charset="0"/>
              </a:rPr>
              <a:t>Google account data</a:t>
            </a:r>
          </a:p>
          <a:p>
            <a:pPr marL="346075" indent="-173038">
              <a:buFont typeface="Arial" panose="020B0604020202020204" pitchFamily="34" charset="0"/>
              <a:buChar char="•"/>
            </a:pPr>
            <a:r>
              <a:rPr lang="en-US" sz="1200" noProof="1">
                <a:latin typeface="IBM Plex Sans" panose="020B0503050203000203" pitchFamily="34" charset="0"/>
              </a:rPr>
              <a:t>Account preferences</a:t>
            </a:r>
            <a:endParaRPr lang="en-US" sz="1200" b="1" noProof="1">
              <a:latin typeface="IBM Plex Sans" panose="020B0503050203000203" pitchFamily="34" charset="0"/>
            </a:endParaRPr>
          </a:p>
          <a:p>
            <a:pPr marL="171450" indent="-171450">
              <a:spcBef>
                <a:spcPts val="600"/>
              </a:spcBef>
              <a:buFont typeface="Arial" panose="020B0604020202020204" pitchFamily="34" charset="0"/>
              <a:buChar char="•"/>
            </a:pPr>
            <a:r>
              <a:rPr lang="en-US" sz="1200" b="1" noProof="1">
                <a:latin typeface="IBM Plex Sans" panose="020B0503050203000203" pitchFamily="34" charset="0"/>
              </a:rPr>
              <a:t>Behavioral Signals </a:t>
            </a:r>
            <a:r>
              <a:rPr lang="en-US" sz="1200" noProof="1">
                <a:latin typeface="IBM Plex Sans" panose="020B0503050203000203" pitchFamily="34" charset="0"/>
              </a:rPr>
              <a:t>(</a:t>
            </a:r>
            <a:r>
              <a:rPr lang="en-US" sz="1200" i="1" noProof="1">
                <a:latin typeface="IBM Plex Sans" panose="020B0503050203000203" pitchFamily="34" charset="0"/>
              </a:rPr>
              <a:t>What you’ve done</a:t>
            </a:r>
            <a:r>
              <a:rPr lang="en-US" sz="1200" noProof="1">
                <a:latin typeface="IBM Plex Sans" panose="020B0503050203000203" pitchFamily="34" charset="0"/>
              </a:rPr>
              <a:t>)</a:t>
            </a:r>
            <a:r>
              <a:rPr lang="en-US" sz="1200" baseline="30000" noProof="1">
                <a:latin typeface="IBM Plex Sans" panose="020B0503050203000203" pitchFamily="34" charset="0"/>
              </a:rPr>
              <a:t>4</a:t>
            </a:r>
          </a:p>
          <a:p>
            <a:pPr marL="346075" indent="-173038">
              <a:buFont typeface="Arial" panose="020B0604020202020204" pitchFamily="34" charset="0"/>
              <a:buChar char="•"/>
            </a:pPr>
            <a:r>
              <a:rPr lang="en-US" sz="1200" noProof="1">
                <a:latin typeface="IBM Plex Sans" panose="020B0503050203000203" pitchFamily="34" charset="0"/>
              </a:rPr>
              <a:t>Search and browsing history</a:t>
            </a:r>
          </a:p>
          <a:p>
            <a:pPr marL="346075" indent="-173038">
              <a:buFont typeface="Arial" panose="020B0604020202020204" pitchFamily="34" charset="0"/>
              <a:buChar char="•"/>
            </a:pPr>
            <a:r>
              <a:rPr lang="en-US" sz="1200" noProof="1">
                <a:latin typeface="IBM Plex Sans" panose="020B0503050203000203" pitchFamily="34" charset="0"/>
              </a:rPr>
              <a:t>Click behavior</a:t>
            </a:r>
          </a:p>
          <a:p>
            <a:pPr marL="346075" indent="-173038">
              <a:buFont typeface="Arial" panose="020B0604020202020204" pitchFamily="34" charset="0"/>
              <a:buChar char="•"/>
            </a:pPr>
            <a:r>
              <a:rPr lang="en-US" sz="1200" noProof="1">
                <a:latin typeface="IBM Plex Sans" panose="020B0503050203000203" pitchFamily="34" charset="0"/>
              </a:rPr>
              <a:t>Engagement with prior results</a:t>
            </a:r>
          </a:p>
          <a:p>
            <a:pPr marL="171450" indent="-171450">
              <a:spcBef>
                <a:spcPts val="600"/>
              </a:spcBef>
              <a:buFont typeface="Arial" panose="020B0604020202020204" pitchFamily="34" charset="0"/>
              <a:buChar char="•"/>
            </a:pPr>
            <a:r>
              <a:rPr lang="en-US" sz="1200" b="1" noProof="1">
                <a:latin typeface="IBM Plex Sans" panose="020B0503050203000203" pitchFamily="34" charset="0"/>
              </a:rPr>
              <a:t>Geographic &amp; Language Context </a:t>
            </a:r>
            <a:r>
              <a:rPr lang="en-US" sz="1200" i="1" noProof="1">
                <a:latin typeface="IBM Plex Sans" panose="020B0503050203000203" pitchFamily="34" charset="0"/>
              </a:rPr>
              <a:t>(Where you are)</a:t>
            </a:r>
            <a:r>
              <a:rPr lang="en-US" sz="1200" i="1" baseline="30000" noProof="1">
                <a:latin typeface="IBM Plex Sans" panose="020B0503050203000203" pitchFamily="34" charset="0"/>
              </a:rPr>
              <a:t>5</a:t>
            </a:r>
          </a:p>
          <a:p>
            <a:pPr marL="346075" indent="-173038">
              <a:buFont typeface="Arial" panose="020B0604020202020204" pitchFamily="34" charset="0"/>
              <a:buChar char="•"/>
            </a:pPr>
            <a:r>
              <a:rPr lang="en-US" sz="1200" noProof="1">
                <a:latin typeface="IBM Plex Sans" panose="020B0503050203000203" pitchFamily="34" charset="0"/>
              </a:rPr>
              <a:t>IP-based location</a:t>
            </a:r>
          </a:p>
          <a:p>
            <a:pPr marL="346075" indent="-173038">
              <a:buFont typeface="Arial" panose="020B0604020202020204" pitchFamily="34" charset="0"/>
              <a:buChar char="•"/>
            </a:pPr>
            <a:r>
              <a:rPr lang="en-US" sz="1200" noProof="1">
                <a:latin typeface="IBM Plex Sans" panose="020B0503050203000203" pitchFamily="34" charset="0"/>
              </a:rPr>
              <a:t>GPS (mobile)</a:t>
            </a:r>
          </a:p>
          <a:p>
            <a:pPr marL="346075" indent="-173038">
              <a:buFont typeface="Arial" panose="020B0604020202020204" pitchFamily="34" charset="0"/>
              <a:buChar char="•"/>
            </a:pPr>
            <a:r>
              <a:rPr lang="en-US" sz="1200" noProof="1">
                <a:latin typeface="IBM Plex Sans" panose="020B0503050203000203" pitchFamily="34" charset="0"/>
              </a:rPr>
              <a:t>Country and language settings</a:t>
            </a:r>
          </a:p>
          <a:p>
            <a:pPr marL="171450" indent="-171450">
              <a:spcBef>
                <a:spcPts val="600"/>
              </a:spcBef>
              <a:buFont typeface="Arial" panose="020B0604020202020204" pitchFamily="34" charset="0"/>
              <a:buChar char="•"/>
            </a:pPr>
            <a:r>
              <a:rPr lang="en-US" sz="1200" b="1" noProof="1">
                <a:latin typeface="IBM Plex Sans" panose="020B0503050203000203" pitchFamily="34" charset="0"/>
              </a:rPr>
              <a:t>Device &amp; Technical Context </a:t>
            </a:r>
            <a:r>
              <a:rPr lang="en-US" sz="1200" i="1" noProof="1">
                <a:latin typeface="IBM Plex Sans" panose="020B0503050203000203" pitchFamily="34" charset="0"/>
              </a:rPr>
              <a:t>(How you are searching)</a:t>
            </a:r>
            <a:r>
              <a:rPr lang="en-US" sz="1200" i="1" baseline="30000" noProof="1">
                <a:latin typeface="IBM Plex Sans" panose="020B0503050203000203" pitchFamily="34" charset="0"/>
              </a:rPr>
              <a:t>6</a:t>
            </a:r>
          </a:p>
          <a:p>
            <a:pPr marL="346075" indent="-173038">
              <a:buFont typeface="Arial" panose="020B0604020202020204" pitchFamily="34" charset="0"/>
              <a:buChar char="•"/>
            </a:pPr>
            <a:r>
              <a:rPr lang="en-US" sz="1200" noProof="1">
                <a:latin typeface="IBM Plex Sans" panose="020B0503050203000203" pitchFamily="34" charset="0"/>
              </a:rPr>
              <a:t>Device type (mobile vs desktop)</a:t>
            </a:r>
          </a:p>
          <a:p>
            <a:pPr marL="346075" indent="-173038">
              <a:buFont typeface="Arial" panose="020B0604020202020204" pitchFamily="34" charset="0"/>
              <a:buChar char="•"/>
            </a:pPr>
            <a:r>
              <a:rPr lang="en-US" sz="1200" noProof="1">
                <a:latin typeface="IBM Plex Sans" panose="020B0503050203000203" pitchFamily="34" charset="0"/>
              </a:rPr>
              <a:t>Browser vs App</a:t>
            </a:r>
          </a:p>
          <a:p>
            <a:pPr marL="346075" indent="-173038">
              <a:buFont typeface="Arial" panose="020B0604020202020204" pitchFamily="34" charset="0"/>
              <a:buChar char="•"/>
            </a:pPr>
            <a:r>
              <a:rPr lang="en-US" sz="1200" noProof="1">
                <a:latin typeface="IBM Plex Sans" panose="020B0503050203000203" pitchFamily="34" charset="0"/>
              </a:rPr>
              <a:t>Mobile-first indexing</a:t>
            </a:r>
          </a:p>
          <a:p>
            <a:pPr marL="346075" indent="-173038">
              <a:buFont typeface="Arial" panose="020B0604020202020204" pitchFamily="34" charset="0"/>
              <a:buChar char="•"/>
            </a:pPr>
            <a:r>
              <a:rPr lang="en-US" sz="1200" noProof="1">
                <a:latin typeface="IBM Plex Sans" panose="020B0503050203000203" pitchFamily="34" charset="0"/>
              </a:rPr>
              <a:t>Cookies</a:t>
            </a:r>
          </a:p>
          <a:p>
            <a:pPr marL="171450" indent="-171450">
              <a:spcBef>
                <a:spcPts val="600"/>
              </a:spcBef>
              <a:buFont typeface="Arial" panose="020B0604020202020204" pitchFamily="34" charset="0"/>
              <a:buChar char="•"/>
            </a:pPr>
            <a:r>
              <a:rPr lang="en-US" sz="1200" b="1" noProof="1">
                <a:latin typeface="IBM Plex Sans" panose="020B0503050203000203" pitchFamily="34" charset="0"/>
              </a:rPr>
              <a:t>Time &amp; Session Context </a:t>
            </a:r>
            <a:r>
              <a:rPr lang="en-US" sz="1200" i="1" noProof="1">
                <a:latin typeface="IBM Plex Sans" panose="020B0503050203000203" pitchFamily="34" charset="0"/>
              </a:rPr>
              <a:t>(Current situational factors)</a:t>
            </a:r>
            <a:r>
              <a:rPr lang="en-US" sz="1200" i="1" baseline="30000" noProof="1">
                <a:latin typeface="IBM Plex Sans" panose="020B0503050203000203" pitchFamily="34" charset="0"/>
              </a:rPr>
              <a:t>7</a:t>
            </a:r>
          </a:p>
          <a:p>
            <a:pPr marL="346075" indent="-173038">
              <a:buFont typeface="Arial" panose="020B0604020202020204" pitchFamily="34" charset="0"/>
              <a:buChar char="•"/>
            </a:pPr>
            <a:r>
              <a:rPr lang="en-US" sz="1200" noProof="1">
                <a:latin typeface="IBM Plex Sans" panose="020B0503050203000203" pitchFamily="34" charset="0"/>
              </a:rPr>
              <a:t>Current query sequence</a:t>
            </a:r>
          </a:p>
          <a:p>
            <a:pPr marL="346075" indent="-173038">
              <a:buFont typeface="Arial" panose="020B0604020202020204" pitchFamily="34" charset="0"/>
              <a:buChar char="•"/>
            </a:pPr>
            <a:r>
              <a:rPr lang="en-US" sz="1200" noProof="1">
                <a:latin typeface="IBM Plex Sans" panose="020B0503050203000203" pitchFamily="34" charset="0"/>
              </a:rPr>
              <a:t>Time-sensitive trends</a:t>
            </a:r>
          </a:p>
          <a:p>
            <a:pPr marL="346075" indent="-173038">
              <a:buFont typeface="Arial" panose="020B0604020202020204" pitchFamily="34" charset="0"/>
              <a:buChar char="•"/>
            </a:pPr>
            <a:r>
              <a:rPr lang="en-US" sz="1200" noProof="1">
                <a:latin typeface="IBM Plex Sans" panose="020B0503050203000203" pitchFamily="34" charset="0"/>
              </a:rPr>
              <a:t>Ongoing session behavior</a:t>
            </a:r>
          </a:p>
        </p:txBody>
      </p:sp>
      <p:pic>
        <p:nvPicPr>
          <p:cNvPr id="40" name="Imagem 39">
            <a:extLst>
              <a:ext uri="{FF2B5EF4-FFF2-40B4-BE49-F238E27FC236}">
                <a16:creationId xmlns:a16="http://schemas.microsoft.com/office/drawing/2014/main" id="{73367116-0651-B80A-F1E7-2DA5EACD67F2}"/>
              </a:ext>
            </a:extLst>
          </p:cNvPr>
          <p:cNvPicPr>
            <a:picLocks noChangeAspect="1"/>
          </p:cNvPicPr>
          <p:nvPr/>
        </p:nvPicPr>
        <p:blipFill>
          <a:blip r:embed="rId14"/>
          <a:stretch>
            <a:fillRect/>
          </a:stretch>
        </p:blipFill>
        <p:spPr>
          <a:xfrm>
            <a:off x="551770" y="1765840"/>
            <a:ext cx="1638203" cy="404949"/>
          </a:xfrm>
          <a:prstGeom prst="rect">
            <a:avLst/>
          </a:prstGeom>
        </p:spPr>
      </p:pic>
      <p:pic>
        <p:nvPicPr>
          <p:cNvPr id="42" name="Imagem 41" descr="Uma imagem contendo Texto  O conteúdo gerado por IA pode estar incorreto.">
            <a:extLst>
              <a:ext uri="{FF2B5EF4-FFF2-40B4-BE49-F238E27FC236}">
                <a16:creationId xmlns:a16="http://schemas.microsoft.com/office/drawing/2014/main" id="{844C2CEB-2E99-6579-8091-C09B82C7BFBA}"/>
              </a:ext>
            </a:extLst>
          </p:cNvPr>
          <p:cNvPicPr>
            <a:picLocks noChangeAspect="1"/>
          </p:cNvPicPr>
          <p:nvPr/>
        </p:nvPicPr>
        <p:blipFill>
          <a:blip r:embed="rId15"/>
          <a:stretch>
            <a:fillRect/>
          </a:stretch>
        </p:blipFill>
        <p:spPr>
          <a:xfrm>
            <a:off x="733155" y="2208431"/>
            <a:ext cx="2235339" cy="312818"/>
          </a:xfrm>
          <a:prstGeom prst="rect">
            <a:avLst/>
          </a:prstGeom>
        </p:spPr>
      </p:pic>
      <p:sp>
        <p:nvSpPr>
          <p:cNvPr id="43" name="Google Shape;1245;g3b23322d595_2_304">
            <a:extLst>
              <a:ext uri="{FF2B5EF4-FFF2-40B4-BE49-F238E27FC236}">
                <a16:creationId xmlns:a16="http://schemas.microsoft.com/office/drawing/2014/main" id="{4222E0CA-4E5F-4AC6-BB49-3431F72046CD}"/>
              </a:ext>
            </a:extLst>
          </p:cNvPr>
          <p:cNvSpPr txBox="1"/>
          <p:nvPr/>
        </p:nvSpPr>
        <p:spPr>
          <a:xfrm>
            <a:off x="3147532" y="4799177"/>
            <a:ext cx="4142309" cy="861774"/>
          </a:xfrm>
          <a:prstGeom prst="rect">
            <a:avLst/>
          </a:prstGeom>
          <a:noFill/>
          <a:ln>
            <a:noFill/>
          </a:ln>
        </p:spPr>
        <p:txBody>
          <a:bodyPr spcFirstLastPara="1" wrap="square" lIns="91425" tIns="0" rIns="91425" bIns="0" anchor="ctr" anchorCtr="0">
            <a:spAutoFit/>
          </a:bodyPr>
          <a:lstStyle/>
          <a:p>
            <a:pPr lvl="0">
              <a:buSzPts val="1400"/>
            </a:pPr>
            <a:r>
              <a:rPr lang="en-US" i="0" u="none" strike="noStrike" cap="none" noProof="0" dirty="0">
                <a:solidFill>
                  <a:schemeClr val="dk1"/>
                </a:solidFill>
                <a:latin typeface="IBM Plex Sans" panose="020B0503050203000203" pitchFamily="34" charset="0"/>
                <a:ea typeface="IBM Plex Sans"/>
                <a:cs typeface="IBM Plex Sans"/>
                <a:sym typeface="IBM Plex Sans"/>
              </a:rPr>
              <a:t>“</a:t>
            </a:r>
            <a:r>
              <a:rPr lang="en-US" dirty="0">
                <a:latin typeface="IBM Plex Sans" panose="020B0503050203000203" pitchFamily="34" charset="0"/>
              </a:rPr>
              <a:t>Study </a:t>
            </a:r>
            <a:r>
              <a:rPr lang="en-US" b="1" dirty="0">
                <a:latin typeface="IBM Plex Sans" panose="020B0503050203000203" pitchFamily="34" charset="0"/>
              </a:rPr>
              <a:t>analyzed a single high-value keyword across</a:t>
            </a:r>
            <a:r>
              <a:rPr lang="en-US" dirty="0">
                <a:latin typeface="IBM Plex Sans" panose="020B0503050203000203" pitchFamily="34" charset="0"/>
              </a:rPr>
              <a:t> </a:t>
            </a:r>
            <a:r>
              <a:rPr lang="en-US" b="1" dirty="0">
                <a:latin typeface="IBM Plex Sans" panose="020B0503050203000203" pitchFamily="34" charset="0"/>
              </a:rPr>
              <a:t>all</a:t>
            </a:r>
            <a:r>
              <a:rPr lang="en-US" dirty="0">
                <a:latin typeface="IBM Plex Sans" panose="020B0503050203000203" pitchFamily="34" charset="0"/>
              </a:rPr>
              <a:t> 50 U.S. </a:t>
            </a:r>
            <a:r>
              <a:rPr lang="en-US" b="1" dirty="0">
                <a:latin typeface="IBM Plex Sans" panose="020B0503050203000203" pitchFamily="34" charset="0"/>
              </a:rPr>
              <a:t>states</a:t>
            </a:r>
            <a:r>
              <a:rPr lang="en-US" dirty="0">
                <a:latin typeface="IBM Plex Sans" panose="020B0503050203000203" pitchFamily="34" charset="0"/>
              </a:rPr>
              <a:t> and their </a:t>
            </a:r>
            <a:r>
              <a:rPr lang="en-US" b="1" dirty="0">
                <a:latin typeface="IBM Plex Sans" panose="020B0503050203000203" pitchFamily="34" charset="0"/>
              </a:rPr>
              <a:t>largest cities</a:t>
            </a:r>
            <a:r>
              <a:rPr lang="en-US" dirty="0">
                <a:latin typeface="IBM Plex Sans" panose="020B0503050203000203" pitchFamily="34" charset="0"/>
              </a:rPr>
              <a:t>, revealing </a:t>
            </a:r>
            <a:r>
              <a:rPr lang="en-US" b="1" dirty="0">
                <a:latin typeface="IBM Plex Sans" panose="020B0503050203000203" pitchFamily="34" charset="0"/>
              </a:rPr>
              <a:t>dramatic visibility shifts </a:t>
            </a:r>
            <a:r>
              <a:rPr lang="en-US" dirty="0">
                <a:latin typeface="IBM Plex Sans" panose="020B0503050203000203" pitchFamily="34" charset="0"/>
              </a:rPr>
              <a:t>based on how specific Google’s </a:t>
            </a:r>
            <a:r>
              <a:rPr lang="en-US" b="1" dirty="0">
                <a:latin typeface="IBM Plex Sans" panose="020B0503050203000203" pitchFamily="34" charset="0"/>
              </a:rPr>
              <a:t>location</a:t>
            </a:r>
            <a:r>
              <a:rPr lang="en-US" dirty="0">
                <a:latin typeface="IBM Plex Sans" panose="020B0503050203000203" pitchFamily="34" charset="0"/>
              </a:rPr>
              <a:t> signal becomes.”</a:t>
            </a:r>
            <a:r>
              <a:rPr lang="en-US" baseline="30000" dirty="0">
                <a:latin typeface="IBM Plex Sans" panose="020B0503050203000203" pitchFamily="34" charset="0"/>
              </a:rPr>
              <a:t>9</a:t>
            </a:r>
            <a:endParaRPr lang="en-US" i="0" u="none" strike="noStrike" cap="none" baseline="30000" noProof="0" dirty="0">
              <a:solidFill>
                <a:schemeClr val="dk1"/>
              </a:solidFill>
              <a:latin typeface="IBM Plex Sans" panose="020B0503050203000203" pitchFamily="34" charset="0"/>
              <a:sym typeface="Arial"/>
            </a:endParaRPr>
          </a:p>
        </p:txBody>
      </p:sp>
      <p:sp>
        <p:nvSpPr>
          <p:cNvPr id="44" name="Google Shape;1245;g3b23322d595_2_304">
            <a:extLst>
              <a:ext uri="{FF2B5EF4-FFF2-40B4-BE49-F238E27FC236}">
                <a16:creationId xmlns:a16="http://schemas.microsoft.com/office/drawing/2014/main" id="{011BFB2E-DC4B-BD09-DFE9-A5F184F3F8D7}"/>
              </a:ext>
            </a:extLst>
          </p:cNvPr>
          <p:cNvSpPr txBox="1"/>
          <p:nvPr/>
        </p:nvSpPr>
        <p:spPr>
          <a:xfrm>
            <a:off x="3177530" y="2775602"/>
            <a:ext cx="4142309" cy="646331"/>
          </a:xfrm>
          <a:prstGeom prst="rect">
            <a:avLst/>
          </a:prstGeom>
          <a:noFill/>
          <a:ln>
            <a:noFill/>
          </a:ln>
        </p:spPr>
        <p:txBody>
          <a:bodyPr spcFirstLastPara="1" wrap="square" lIns="91425" tIns="0" rIns="91425" bIns="0" anchor="ctr" anchorCtr="0">
            <a:spAutoFit/>
          </a:bodyPr>
          <a:lstStyle/>
          <a:p>
            <a:pPr lvl="0">
              <a:buSzPts val="1400"/>
            </a:pPr>
            <a:r>
              <a:rPr lang="en-US" b="0" i="0" u="none" strike="noStrike" cap="none" noProof="0" dirty="0">
                <a:solidFill>
                  <a:schemeClr val="dk1"/>
                </a:solidFill>
                <a:latin typeface="IBM Plex Sans" panose="020B0503050203000203" pitchFamily="34" charset="0"/>
                <a:ea typeface="IBM Plex Sans"/>
                <a:cs typeface="IBM Plex Sans"/>
                <a:sym typeface="IBM Plex Sans"/>
              </a:rPr>
              <a:t>“</a:t>
            </a:r>
            <a:r>
              <a:rPr lang="en-US" dirty="0">
                <a:latin typeface="IBM Plex Sans" panose="020B0503050203000203" pitchFamily="34" charset="0"/>
              </a:rPr>
              <a:t>This change means that users searching for the same query on desktop and mobile devices could see very different outcomes</a:t>
            </a:r>
            <a:r>
              <a:rPr lang="en-US" b="1" dirty="0">
                <a:latin typeface="IBM Plex Sans" panose="020B0503050203000203" pitchFamily="34" charset="0"/>
              </a:rPr>
              <a:t>.</a:t>
            </a:r>
            <a:r>
              <a:rPr lang="en-US" dirty="0">
                <a:latin typeface="IBM Plex Sans" panose="020B0503050203000203" pitchFamily="34" charset="0"/>
              </a:rPr>
              <a:t>”</a:t>
            </a:r>
            <a:r>
              <a:rPr lang="en-US" baseline="30000" dirty="0">
                <a:latin typeface="IBM Plex Sans" panose="020B0503050203000203" pitchFamily="34" charset="0"/>
              </a:rPr>
              <a:t>8</a:t>
            </a:r>
            <a:endParaRPr lang="en-US" b="0" i="0" u="none" strike="noStrike" cap="none" baseline="30000" noProof="0" dirty="0">
              <a:solidFill>
                <a:schemeClr val="dk1"/>
              </a:solidFill>
              <a:latin typeface="IBM Plex Sans" panose="020B0503050203000203" pitchFamily="34" charset="0"/>
              <a:sym typeface="Arial"/>
            </a:endParaRPr>
          </a:p>
        </p:txBody>
      </p:sp>
      <p:pic>
        <p:nvPicPr>
          <p:cNvPr id="46" name="Imagem 45" descr="Desenho de um círculo  O conteúdo gerado por IA pode estar incorreto.">
            <a:extLst>
              <a:ext uri="{FF2B5EF4-FFF2-40B4-BE49-F238E27FC236}">
                <a16:creationId xmlns:a16="http://schemas.microsoft.com/office/drawing/2014/main" id="{033A8986-1E00-FBEB-80EE-B2BA11FDBCA0}"/>
              </a:ext>
            </a:extLst>
          </p:cNvPr>
          <p:cNvPicPr>
            <a:picLocks noChangeAspect="1"/>
          </p:cNvPicPr>
          <p:nvPr/>
        </p:nvPicPr>
        <p:blipFill>
          <a:blip r:embed="rId16"/>
          <a:stretch>
            <a:fillRect/>
          </a:stretch>
        </p:blipFill>
        <p:spPr>
          <a:xfrm>
            <a:off x="588160" y="2793995"/>
            <a:ext cx="1059128" cy="305335"/>
          </a:xfrm>
          <a:prstGeom prst="rect">
            <a:avLst/>
          </a:prstGeom>
        </p:spPr>
      </p:pic>
      <p:pic>
        <p:nvPicPr>
          <p:cNvPr id="48" name="Imagem 47" descr="Uma imagem contendo Logotipo  O conteúdo gerado por IA pode estar incorreto.">
            <a:extLst>
              <a:ext uri="{FF2B5EF4-FFF2-40B4-BE49-F238E27FC236}">
                <a16:creationId xmlns:a16="http://schemas.microsoft.com/office/drawing/2014/main" id="{9D870994-634B-83BA-CAE5-D9777F63E7C0}"/>
              </a:ext>
            </a:extLst>
          </p:cNvPr>
          <p:cNvPicPr>
            <a:picLocks noChangeAspect="1"/>
          </p:cNvPicPr>
          <p:nvPr/>
        </p:nvPicPr>
        <p:blipFill>
          <a:blip r:embed="rId17"/>
          <a:stretch>
            <a:fillRect/>
          </a:stretch>
        </p:blipFill>
        <p:spPr>
          <a:xfrm>
            <a:off x="703898" y="3140818"/>
            <a:ext cx="2404132" cy="377023"/>
          </a:xfrm>
          <a:prstGeom prst="rect">
            <a:avLst/>
          </a:prstGeom>
        </p:spPr>
      </p:pic>
      <p:pic>
        <p:nvPicPr>
          <p:cNvPr id="50" name="Imagem 49" descr="Ícone  O conteúdo gerado por IA pode estar incorreto.">
            <a:extLst>
              <a:ext uri="{FF2B5EF4-FFF2-40B4-BE49-F238E27FC236}">
                <a16:creationId xmlns:a16="http://schemas.microsoft.com/office/drawing/2014/main" id="{E7D4CC90-BA0F-FF10-6465-BFAA44D8B9AB}"/>
              </a:ext>
            </a:extLst>
          </p:cNvPr>
          <p:cNvPicPr>
            <a:picLocks noChangeAspect="1"/>
          </p:cNvPicPr>
          <p:nvPr/>
        </p:nvPicPr>
        <p:blipFill>
          <a:blip r:embed="rId18"/>
          <a:stretch>
            <a:fillRect/>
          </a:stretch>
        </p:blipFill>
        <p:spPr>
          <a:xfrm>
            <a:off x="541485" y="4843965"/>
            <a:ext cx="1196529" cy="314876"/>
          </a:xfrm>
          <a:prstGeom prst="rect">
            <a:avLst/>
          </a:prstGeom>
        </p:spPr>
      </p:pic>
      <p:pic>
        <p:nvPicPr>
          <p:cNvPr id="52" name="Imagem 51" descr="Texto  O conteúdo gerado por IA pode estar incorreto.">
            <a:extLst>
              <a:ext uri="{FF2B5EF4-FFF2-40B4-BE49-F238E27FC236}">
                <a16:creationId xmlns:a16="http://schemas.microsoft.com/office/drawing/2014/main" id="{D21EC9A9-0D95-F816-7714-77C625CF9200}"/>
              </a:ext>
            </a:extLst>
          </p:cNvPr>
          <p:cNvPicPr>
            <a:picLocks noChangeAspect="1"/>
          </p:cNvPicPr>
          <p:nvPr/>
        </p:nvPicPr>
        <p:blipFill>
          <a:blip r:embed="rId19"/>
          <a:stretch>
            <a:fillRect/>
          </a:stretch>
        </p:blipFill>
        <p:spPr>
          <a:xfrm>
            <a:off x="751063" y="5239332"/>
            <a:ext cx="2251386" cy="394504"/>
          </a:xfrm>
          <a:prstGeom prst="rect">
            <a:avLst/>
          </a:prstGeom>
        </p:spPr>
      </p:pic>
      <p:sp>
        <p:nvSpPr>
          <p:cNvPr id="2" name="CaixaDeTexto 1">
            <a:extLst>
              <a:ext uri="{FF2B5EF4-FFF2-40B4-BE49-F238E27FC236}">
                <a16:creationId xmlns:a16="http://schemas.microsoft.com/office/drawing/2014/main" id="{34E89C56-CAA6-83E2-0D8F-4CE2EAEE1B4E}"/>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Detailed CTR</a:t>
            </a:r>
          </a:p>
        </p:txBody>
      </p:sp>
    </p:spTree>
    <p:extLst>
      <p:ext uri="{BB962C8B-B14F-4D97-AF65-F5344CB8AC3E}">
        <p14:creationId xmlns:p14="http://schemas.microsoft.com/office/powerpoint/2010/main" val="217935761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86BAB341-B992-AE07-3955-AB8E5A96351D}"/>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5EB8CF3B-40CB-1B3C-238D-92743B5A653A}"/>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101</a:t>
            </a:fld>
            <a:endParaRPr lang="en-US" noProof="0"/>
          </a:p>
        </p:txBody>
      </p:sp>
      <p:sp>
        <p:nvSpPr>
          <p:cNvPr id="978" name="Google Shape;978;p67">
            <a:extLst>
              <a:ext uri="{FF2B5EF4-FFF2-40B4-BE49-F238E27FC236}">
                <a16:creationId xmlns:a16="http://schemas.microsoft.com/office/drawing/2014/main" id="{41279F5F-014C-D2D1-DBA5-B04C59202BDE}"/>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1"/>
              <a:t>Google’s Q4’25 Search revenue grew +17%, reinforcing that AI search is additive and monetization remains protected</a:t>
            </a:r>
          </a:p>
        </p:txBody>
      </p:sp>
      <p:sp>
        <p:nvSpPr>
          <p:cNvPr id="981" name="Google Shape;981;p67">
            <a:extLst>
              <a:ext uri="{FF2B5EF4-FFF2-40B4-BE49-F238E27FC236}">
                <a16:creationId xmlns:a16="http://schemas.microsoft.com/office/drawing/2014/main" id="{598968BA-2D42-FDF2-0BF3-4E0B355AC532}"/>
              </a:ext>
            </a:extLst>
          </p:cNvPr>
          <p:cNvSpPr txBox="1"/>
          <p:nvPr/>
        </p:nvSpPr>
        <p:spPr>
          <a:xfrm>
            <a:off x="420410" y="5745766"/>
            <a:ext cx="11350625" cy="46789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buSzPts val="1600"/>
            </a:pPr>
            <a:r>
              <a:rPr lang="en-US" b="1" dirty="0">
                <a:solidFill>
                  <a:schemeClr val="dk1"/>
                </a:solidFill>
                <a:latin typeface="IBM Plex Sans"/>
              </a:rPr>
              <a:t>Steady acceleration in YoY growth through Q4’25 supports that search monetization is resilient as AI unlocks new query types and improves ad effectiveness</a:t>
            </a:r>
            <a:r>
              <a:rPr lang="en-US" b="1" noProof="1">
                <a:solidFill>
                  <a:schemeClr val="dk1"/>
                </a:solidFill>
                <a:latin typeface="IBM Plex Sans"/>
              </a:rPr>
              <a:t> </a:t>
            </a:r>
          </a:p>
        </p:txBody>
      </p:sp>
      <p:sp>
        <p:nvSpPr>
          <p:cNvPr id="7" name="Google Shape;980;p67">
            <a:extLst>
              <a:ext uri="{FF2B5EF4-FFF2-40B4-BE49-F238E27FC236}">
                <a16:creationId xmlns:a16="http://schemas.microsoft.com/office/drawing/2014/main" id="{6E4B5C4A-D205-E611-30BD-1962663BF302}"/>
              </a:ext>
            </a:extLst>
          </p:cNvPr>
          <p:cNvSpPr txBox="1"/>
          <p:nvPr/>
        </p:nvSpPr>
        <p:spPr>
          <a:xfrm>
            <a:off x="420595" y="6395916"/>
            <a:ext cx="10476861" cy="107722"/>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a:t>
            </a:r>
            <a:r>
              <a:rPr lang="en-US" sz="700" i="0" u="none" strike="noStrike" cap="none" noProof="0" dirty="0">
                <a:solidFill>
                  <a:srgbClr val="7F7F7F"/>
                </a:solidFill>
                <a:latin typeface="IBM Plex Sans" panose="020B0503050203000203" pitchFamily="34" charset="0"/>
                <a:ea typeface="IBM Plex Sans"/>
                <a:cs typeface="IBM Plex Sans"/>
                <a:sym typeface="IBM Plex Sans"/>
              </a:rPr>
              <a:t>) </a:t>
            </a:r>
            <a:r>
              <a:rPr lang="en-US" sz="700" i="0" u="none" strike="noStrike" cap="none" noProof="0" dirty="0">
                <a:solidFill>
                  <a:srgbClr val="7F7F7F"/>
                </a:solidFill>
                <a:latin typeface="IBM Plex Sans" panose="020B0503050203000203" pitchFamily="34" charset="0"/>
                <a:ea typeface="IBM Plex Sans"/>
                <a:cs typeface="IBM Plex Sans"/>
                <a:sym typeface="IBM Plex Sans"/>
                <a:hlinkClick r:id="rId3">
                  <a:extLst>
                    <a:ext uri="{A12FA001-AC4F-418D-AE19-62706E023703}">
                      <ahyp:hlinkClr xmlns:ahyp="http://schemas.microsoft.com/office/drawing/2018/hyperlinkcolor" val="tx"/>
                    </a:ext>
                  </a:extLst>
                </a:hlinkClick>
              </a:rPr>
              <a:t>Alphabet Investor Relations</a:t>
            </a:r>
            <a:r>
              <a:rPr lang="en-US" sz="700" dirty="0">
                <a:solidFill>
                  <a:srgbClr val="7F7F7F"/>
                </a:solidFill>
                <a:latin typeface="IBM Plex Sans" panose="020B0503050203000203" pitchFamily="34" charset="0"/>
                <a:ea typeface="IBM Plex Sans"/>
                <a:cs typeface="IBM Plex Sans"/>
                <a:sym typeface="IBM Plex Sans"/>
              </a:rPr>
              <a:t>; </a:t>
            </a:r>
            <a:r>
              <a:rPr lang="en-US" sz="700" dirty="0">
                <a:solidFill>
                  <a:srgbClr val="7F7F7F"/>
                </a:solidFill>
                <a:latin typeface="IBM Plex Sans"/>
              </a:rPr>
              <a:t>Q4 2024 YoY growth (vs. Q4 2023): 12.5%</a:t>
            </a:r>
            <a:r>
              <a:rPr lang="en-US" sz="700" dirty="0">
                <a:solidFill>
                  <a:srgbClr val="7F7F7F"/>
                </a:solidFill>
                <a:latin typeface="IBM Plex Sans"/>
                <a:sym typeface="IBM Plex Sans"/>
              </a:rPr>
              <a:t>,</a:t>
            </a:r>
            <a:r>
              <a:rPr lang="en-US" sz="700" i="0" u="none" strike="noStrike" cap="none" noProof="0" dirty="0">
                <a:solidFill>
                  <a:srgbClr val="7F7F7F"/>
                </a:solidFill>
                <a:latin typeface="IBM Plex Sans" panose="020B0503050203000203" pitchFamily="34" charset="0"/>
                <a:ea typeface="IBM Plex Sans"/>
                <a:cs typeface="IBM Plex Sans"/>
                <a:sym typeface="IBM Plex Sans"/>
              </a:rPr>
              <a:t> (2) </a:t>
            </a:r>
            <a:r>
              <a:rPr lang="en-US" sz="700" noProof="1">
                <a:solidFill>
                  <a:srgbClr val="7F7F7F"/>
                </a:solidFill>
                <a:latin typeface="IBM Plex Sans" panose="020B0503050203000203" pitchFamily="34" charset="0"/>
                <a:hlinkClick r:id="rId4">
                  <a:extLst>
                    <a:ext uri="{A12FA001-AC4F-418D-AE19-62706E023703}">
                      <ahyp:hlinkClr xmlns:ahyp="http://schemas.microsoft.com/office/drawing/2018/hyperlinkcolor" val="tx"/>
                    </a:ext>
                  </a:extLst>
                </a:hlinkClick>
              </a:rPr>
              <a:t>Alphabet’s </a:t>
            </a:r>
            <a:r>
              <a:rPr lang="en-US" sz="700" dirty="0">
                <a:solidFill>
                  <a:srgbClr val="7F7F7F"/>
                </a:solidFill>
                <a:latin typeface="IBM Plex Sans" panose="020B0503050203000203" pitchFamily="34" charset="0"/>
                <a:hlinkClick r:id="rId4">
                  <a:extLst>
                    <a:ext uri="{A12FA001-AC4F-418D-AE19-62706E023703}">
                      <ahyp:hlinkClr xmlns:ahyp="http://schemas.microsoft.com/office/drawing/2018/hyperlinkcolor" val="tx"/>
                    </a:ext>
                  </a:extLst>
                </a:hlinkClick>
              </a:rPr>
              <a:t>Q4 2025 Earnings call</a:t>
            </a:r>
            <a:endParaRPr lang="en-US" sz="700" noProof="1">
              <a:solidFill>
                <a:srgbClr val="7F7F7F"/>
              </a:solidFill>
              <a:latin typeface="IBM Plex Sans" panose="020B0503050203000203" pitchFamily="34" charset="0"/>
            </a:endParaRPr>
          </a:p>
        </p:txBody>
      </p:sp>
      <p:sp>
        <p:nvSpPr>
          <p:cNvPr id="22" name="Google Shape;368;p24">
            <a:extLst>
              <a:ext uri="{FF2B5EF4-FFF2-40B4-BE49-F238E27FC236}">
                <a16:creationId xmlns:a16="http://schemas.microsoft.com/office/drawing/2014/main" id="{9539DB3E-E1E3-960C-7C57-9007F194310D}"/>
              </a:ext>
            </a:extLst>
          </p:cNvPr>
          <p:cNvSpPr/>
          <p:nvPr/>
        </p:nvSpPr>
        <p:spPr>
          <a:xfrm>
            <a:off x="7331242" y="1420484"/>
            <a:ext cx="4440164" cy="408046"/>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sz="1600" b="1" noProof="0" dirty="0">
                <a:solidFill>
                  <a:schemeClr val="lt1"/>
                </a:solidFill>
                <a:latin typeface="IBM Plex Sans" panose="020B0503050203000203" pitchFamily="34" charset="0"/>
                <a:ea typeface="IBM Plex Sans"/>
                <a:cs typeface="IBM Plex Sans"/>
                <a:sym typeface="IBM Plex Sans" panose="020B0503050203000203" pitchFamily="34" charset="0"/>
              </a:rPr>
              <a:t>Insights from research</a:t>
            </a:r>
            <a:r>
              <a:rPr lang="en-US" sz="1600" b="1" baseline="30000" noProof="0" dirty="0">
                <a:solidFill>
                  <a:schemeClr val="lt1"/>
                </a:solidFill>
                <a:latin typeface="IBM Plex Sans" panose="020B0503050203000203" pitchFamily="34" charset="0"/>
                <a:ea typeface="IBM Plex Sans"/>
                <a:cs typeface="IBM Plex Sans"/>
                <a:sym typeface="IBM Plex Sans" panose="020B0503050203000203" pitchFamily="34" charset="0"/>
              </a:rPr>
              <a:t>2</a:t>
            </a:r>
            <a:endParaRPr lang="en-US" sz="1600" b="1" i="0" u="none" strike="noStrike" cap="none" baseline="30000" noProof="0" dirty="0">
              <a:solidFill>
                <a:schemeClr val="lt1"/>
              </a:solidFill>
              <a:latin typeface="IBM Plex Sans" panose="020B0503050203000203" pitchFamily="34" charset="0"/>
              <a:ea typeface="IBM Plex Sans"/>
              <a:cs typeface="IBM Plex Sans"/>
              <a:sym typeface="IBM Plex Sans" panose="020B0503050203000203" pitchFamily="34" charset="0"/>
            </a:endParaRPr>
          </a:p>
        </p:txBody>
      </p:sp>
      <p:sp>
        <p:nvSpPr>
          <p:cNvPr id="23" name="Google Shape;868;p62">
            <a:extLst>
              <a:ext uri="{FF2B5EF4-FFF2-40B4-BE49-F238E27FC236}">
                <a16:creationId xmlns:a16="http://schemas.microsoft.com/office/drawing/2014/main" id="{E0C28061-C9C3-41BC-0374-4D27569AB8B4}"/>
              </a:ext>
            </a:extLst>
          </p:cNvPr>
          <p:cNvSpPr/>
          <p:nvPr/>
        </p:nvSpPr>
        <p:spPr>
          <a:xfrm>
            <a:off x="390564" y="1424266"/>
            <a:ext cx="6749942" cy="389428"/>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b="1" dirty="0">
                <a:solidFill>
                  <a:schemeClr val="lt1"/>
                </a:solidFill>
                <a:latin typeface="IBM Plex Sans"/>
                <a:sym typeface="IBM Plex Sans" panose="020B0503050203000203" pitchFamily="34" charset="0"/>
              </a:rPr>
              <a:t>Google Search Revenue ($ Billions) </a:t>
            </a:r>
          </a:p>
        </p:txBody>
      </p:sp>
      <p:sp>
        <p:nvSpPr>
          <p:cNvPr id="25" name="Google Shape;371;p24">
            <a:extLst>
              <a:ext uri="{FF2B5EF4-FFF2-40B4-BE49-F238E27FC236}">
                <a16:creationId xmlns:a16="http://schemas.microsoft.com/office/drawing/2014/main" id="{2D861A57-5D77-7774-B7B1-C03689AF9F8C}"/>
              </a:ext>
            </a:extLst>
          </p:cNvPr>
          <p:cNvSpPr txBox="1"/>
          <p:nvPr/>
        </p:nvSpPr>
        <p:spPr>
          <a:xfrm>
            <a:off x="7343847" y="1958322"/>
            <a:ext cx="4440164" cy="3566866"/>
          </a:xfrm>
          <a:prstGeom prst="rect">
            <a:avLst/>
          </a:prstGeom>
          <a:solidFill>
            <a:schemeClr val="bg1">
              <a:lumMod val="95000"/>
            </a:schemeClr>
          </a:solidFill>
          <a:ln>
            <a:noFill/>
          </a:ln>
        </p:spPr>
        <p:txBody>
          <a:bodyPr spcFirstLastPara="1" wrap="square" lIns="91425" tIns="90000" rIns="91425" bIns="45700" anchor="t" anchorCtr="0">
            <a:noAutofit/>
          </a:bodyPr>
          <a:lstStyle/>
          <a:p>
            <a:pPr marL="177800" indent="-177800">
              <a:spcAft>
                <a:spcPts val="1400"/>
              </a:spcAft>
              <a:buClr>
                <a:schemeClr val="dk1"/>
              </a:buClr>
              <a:buSzPts val="1400"/>
              <a:buFont typeface="Arial"/>
              <a:buChar char="•"/>
            </a:pPr>
            <a:r>
              <a:rPr lang="en-US" sz="1200" b="1" noProof="1">
                <a:latin typeface="IBM Plex Sans" panose="020B0503050203000203" pitchFamily="34" charset="0"/>
              </a:rPr>
              <a:t>AI is expanding query types. </a:t>
            </a:r>
            <a:r>
              <a:rPr lang="en-US" sz="1200" i="1" noProof="1">
                <a:latin typeface="IBM Plex Sans" panose="020B0503050203000203" pitchFamily="34" charset="0"/>
              </a:rPr>
              <a:t>“The combination of Traditional Search, AI Overviews, AI Mode, and Gemini App creates an </a:t>
            </a:r>
            <a:r>
              <a:rPr lang="en-US" sz="1200" b="1" i="1" noProof="1">
                <a:latin typeface="IBM Plex Sans" panose="020B0503050203000203" pitchFamily="34" charset="0"/>
              </a:rPr>
              <a:t>expansionary moment in the type of queries people do. </a:t>
            </a:r>
            <a:r>
              <a:rPr lang="en-US" sz="1200" i="1" noProof="1">
                <a:latin typeface="IBM Plex Sans" panose="020B0503050203000203" pitchFamily="34" charset="0"/>
              </a:rPr>
              <a:t>We see it as a growth opportunity, and </a:t>
            </a:r>
            <a:r>
              <a:rPr lang="en-US" sz="1200" b="1" i="1" noProof="1">
                <a:latin typeface="IBM Plex Sans" panose="020B0503050203000203" pitchFamily="34" charset="0"/>
              </a:rPr>
              <a:t>we haven't seen any evidence of cannibalization</a:t>
            </a:r>
            <a:r>
              <a:rPr lang="en-US" sz="1200" i="1" noProof="1">
                <a:latin typeface="IBM Plex Sans" panose="020B0503050203000203" pitchFamily="34" charset="0"/>
              </a:rPr>
              <a:t>.”</a:t>
            </a:r>
            <a:r>
              <a:rPr lang="en-US" sz="1200" noProof="1">
                <a:latin typeface="IBM Plex Sans" panose="020B0503050203000203" pitchFamily="34" charset="0"/>
              </a:rPr>
              <a:t> — Sundar Pichai, Google’s CEO</a:t>
            </a:r>
          </a:p>
          <a:p>
            <a:pPr marL="177800" indent="-177800">
              <a:spcAft>
                <a:spcPts val="1400"/>
              </a:spcAft>
              <a:buClr>
                <a:schemeClr val="dk1"/>
              </a:buClr>
              <a:buSzPts val="1400"/>
              <a:buFont typeface="Arial"/>
              <a:buChar char="•"/>
            </a:pPr>
            <a:r>
              <a:rPr lang="en-US" sz="1200" b="1" noProof="1">
                <a:latin typeface="IBM Plex Sans" panose="020B0503050203000203" pitchFamily="34" charset="0"/>
              </a:rPr>
              <a:t>AI improves ad effectiveness &amp; monetization. </a:t>
            </a:r>
            <a:r>
              <a:rPr lang="en-US" sz="1200" i="1" noProof="1">
                <a:latin typeface="IBM Plex Sans" panose="020B0503050203000203" pitchFamily="34" charset="0"/>
              </a:rPr>
              <a:t>“Gemini models are improving query understanding and driving better query matching, ranking, and quality, </a:t>
            </a:r>
            <a:r>
              <a:rPr lang="en-US" sz="1200" b="1" i="1" noProof="1">
                <a:latin typeface="IBM Plex Sans" panose="020B0503050203000203" pitchFamily="34" charset="0"/>
              </a:rPr>
              <a:t>making Search Ads even more effective</a:t>
            </a:r>
            <a:r>
              <a:rPr lang="en-US" sz="1200" i="1" noProof="1">
                <a:latin typeface="IBM Plex Sans" panose="020B0503050203000203" pitchFamily="34" charset="0"/>
              </a:rPr>
              <a:t>.”</a:t>
            </a:r>
            <a:r>
              <a:rPr lang="en-US" sz="1200" noProof="1">
                <a:latin typeface="IBM Plex Sans" panose="020B0503050203000203" pitchFamily="34" charset="0"/>
              </a:rPr>
              <a:t> — Philipp Schindler, Google’s Chief Business Officer</a:t>
            </a:r>
            <a:endParaRPr lang="en-US" sz="1200" i="1" noProof="1">
              <a:latin typeface="IBM Plex Sans" panose="020B0503050203000203" pitchFamily="34" charset="0"/>
            </a:endParaRPr>
          </a:p>
          <a:p>
            <a:pPr marL="177800" lvl="1" indent="-177800">
              <a:spcAft>
                <a:spcPts val="1400"/>
              </a:spcAft>
              <a:buClr>
                <a:schemeClr val="dk1"/>
              </a:buClr>
              <a:buSzPts val="1400"/>
              <a:buFont typeface="Arial"/>
              <a:buChar char="•"/>
            </a:pPr>
            <a:r>
              <a:rPr lang="en-US" sz="1200" b="1" noProof="1">
                <a:latin typeface="IBM Plex Sans" panose="020B0503050203000203" pitchFamily="34" charset="0"/>
              </a:rPr>
              <a:t>Google is testing monetization in more AI surfaces.</a:t>
            </a:r>
            <a:r>
              <a:rPr lang="en-US" sz="1200" b="1" i="1" noProof="1">
                <a:latin typeface="IBM Plex Sans" panose="020B0503050203000203" pitchFamily="34" charset="0"/>
              </a:rPr>
              <a:t> </a:t>
            </a:r>
            <a:r>
              <a:rPr lang="en-US" sz="1200" i="1" noProof="1">
                <a:latin typeface="IBM Plex Sans" panose="020B0503050203000203" pitchFamily="34" charset="0"/>
              </a:rPr>
              <a:t>“We have significantly increased our focus on AI Mode monetization, </a:t>
            </a:r>
            <a:r>
              <a:rPr lang="en-US" sz="1200" b="1" i="1" noProof="1">
                <a:latin typeface="IBM Plex Sans" panose="020B0503050203000203" pitchFamily="34" charset="0"/>
              </a:rPr>
              <a:t>testing ads below the AI response</a:t>
            </a:r>
            <a:r>
              <a:rPr lang="en-US" sz="1200" i="1" noProof="1">
                <a:latin typeface="IBM Plex Sans" panose="020B0503050203000203" pitchFamily="34" charset="0"/>
              </a:rPr>
              <a:t>”</a:t>
            </a:r>
            <a:r>
              <a:rPr lang="en-US" sz="1200" noProof="1">
                <a:latin typeface="IBM Plex Sans" panose="020B0503050203000203" pitchFamily="34" charset="0"/>
              </a:rPr>
              <a:t> — Philipp Schindler, Google’s Chief Business Officer</a:t>
            </a:r>
            <a:endParaRPr lang="en-US" sz="1200" b="1" noProof="1">
              <a:solidFill>
                <a:schemeClr val="tx1"/>
              </a:solidFill>
              <a:latin typeface="IBM Plex Sans" panose="020B0503050203000203" pitchFamily="34" charset="0"/>
              <a:sym typeface="Calibri"/>
            </a:endParaRPr>
          </a:p>
        </p:txBody>
      </p:sp>
      <p:graphicFrame>
        <p:nvGraphicFramePr>
          <p:cNvPr id="27" name="Gráfico 26">
            <a:extLst>
              <a:ext uri="{FF2B5EF4-FFF2-40B4-BE49-F238E27FC236}">
                <a16:creationId xmlns:a16="http://schemas.microsoft.com/office/drawing/2014/main" id="{36515207-C9B8-A71B-F752-1D13459355B4}"/>
              </a:ext>
            </a:extLst>
          </p:cNvPr>
          <p:cNvGraphicFramePr/>
          <p:nvPr/>
        </p:nvGraphicFramePr>
        <p:xfrm>
          <a:off x="420410" y="2431668"/>
          <a:ext cx="6493356" cy="3131838"/>
        </p:xfrm>
        <a:graphic>
          <a:graphicData uri="http://schemas.openxmlformats.org/drawingml/2006/chart">
            <c:chart xmlns:c="http://schemas.openxmlformats.org/drawingml/2006/chart" xmlns:r="http://schemas.openxmlformats.org/officeDocument/2006/relationships" r:id="rId5"/>
          </a:graphicData>
        </a:graphic>
      </p:graphicFrame>
      <p:grpSp>
        <p:nvGrpSpPr>
          <p:cNvPr id="58" name="Agrupar 57">
            <a:extLst>
              <a:ext uri="{FF2B5EF4-FFF2-40B4-BE49-F238E27FC236}">
                <a16:creationId xmlns:a16="http://schemas.microsoft.com/office/drawing/2014/main" id="{8B0A17FC-0817-94E4-5094-E26AED42613D}"/>
              </a:ext>
            </a:extLst>
          </p:cNvPr>
          <p:cNvGrpSpPr/>
          <p:nvPr/>
        </p:nvGrpSpPr>
        <p:grpSpPr>
          <a:xfrm>
            <a:off x="5689598" y="2045640"/>
            <a:ext cx="708589" cy="353273"/>
            <a:chOff x="5689598" y="1874492"/>
            <a:chExt cx="708589" cy="353273"/>
          </a:xfrm>
        </p:grpSpPr>
        <p:cxnSp>
          <p:nvCxnSpPr>
            <p:cNvPr id="46" name="Straight Arrow Connector 27">
              <a:extLst>
                <a:ext uri="{FF2B5EF4-FFF2-40B4-BE49-F238E27FC236}">
                  <a16:creationId xmlns:a16="http://schemas.microsoft.com/office/drawing/2014/main" id="{8A66AD7F-EB38-CB9B-F3F9-6CBC06005837}"/>
                </a:ext>
              </a:extLst>
            </p:cNvPr>
            <p:cNvCxnSpPr>
              <a:cxnSpLocks/>
            </p:cNvCxnSpPr>
            <p:nvPr/>
          </p:nvCxnSpPr>
          <p:spPr>
            <a:xfrm flipV="1">
              <a:off x="5777329" y="1874492"/>
              <a:ext cx="455358" cy="353273"/>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B8BDF66B-5005-49B8-7A3D-CB114A084544}"/>
                </a:ext>
              </a:extLst>
            </p:cNvPr>
            <p:cNvSpPr/>
            <p:nvPr/>
          </p:nvSpPr>
          <p:spPr>
            <a:xfrm>
              <a:off x="5689598" y="1982681"/>
              <a:ext cx="708589" cy="197251"/>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100" b="1" dirty="0">
                  <a:solidFill>
                    <a:schemeClr val="tx1"/>
                  </a:solidFill>
                  <a:latin typeface="IBM Plex Sans" panose="020B0503050203000203" pitchFamily="34" charset="0"/>
                </a:rPr>
                <a:t>~+</a:t>
              </a:r>
              <a:r>
                <a:rPr lang="en-US" sz="1100" b="1" noProof="0" dirty="0">
                  <a:solidFill>
                    <a:schemeClr val="tx1"/>
                  </a:solidFill>
                  <a:latin typeface="IBM Plex Sans" panose="020B0503050203000203" pitchFamily="34" charset="0"/>
                </a:rPr>
                <a:t>17%</a:t>
              </a:r>
            </a:p>
          </p:txBody>
        </p:sp>
      </p:grpSp>
      <p:grpSp>
        <p:nvGrpSpPr>
          <p:cNvPr id="55" name="Agrupar 54">
            <a:extLst>
              <a:ext uri="{FF2B5EF4-FFF2-40B4-BE49-F238E27FC236}">
                <a16:creationId xmlns:a16="http://schemas.microsoft.com/office/drawing/2014/main" id="{EB780EFA-2D88-A4C3-6275-27E92CAEB588}"/>
              </a:ext>
            </a:extLst>
          </p:cNvPr>
          <p:cNvGrpSpPr/>
          <p:nvPr/>
        </p:nvGrpSpPr>
        <p:grpSpPr>
          <a:xfrm>
            <a:off x="761591" y="2045640"/>
            <a:ext cx="708589" cy="353273"/>
            <a:chOff x="761591" y="2183162"/>
            <a:chExt cx="708589" cy="353273"/>
          </a:xfrm>
        </p:grpSpPr>
        <p:cxnSp>
          <p:nvCxnSpPr>
            <p:cNvPr id="48" name="Straight Arrow Connector 27">
              <a:extLst>
                <a:ext uri="{FF2B5EF4-FFF2-40B4-BE49-F238E27FC236}">
                  <a16:creationId xmlns:a16="http://schemas.microsoft.com/office/drawing/2014/main" id="{04A122B4-FAC0-F3B3-9028-D4C9E59A6EEC}"/>
                </a:ext>
              </a:extLst>
            </p:cNvPr>
            <p:cNvCxnSpPr>
              <a:cxnSpLocks/>
            </p:cNvCxnSpPr>
            <p:nvPr/>
          </p:nvCxnSpPr>
          <p:spPr>
            <a:xfrm flipV="1">
              <a:off x="849322" y="2183162"/>
              <a:ext cx="455358" cy="353273"/>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C67408F3-2E41-4D9E-196F-D6040EFC835F}"/>
                </a:ext>
              </a:extLst>
            </p:cNvPr>
            <p:cNvSpPr/>
            <p:nvPr/>
          </p:nvSpPr>
          <p:spPr>
            <a:xfrm>
              <a:off x="761591" y="2291351"/>
              <a:ext cx="708589" cy="197251"/>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100" b="1" dirty="0">
                  <a:solidFill>
                    <a:schemeClr val="tx1"/>
                  </a:solidFill>
                  <a:latin typeface="IBM Plex Sans" panose="020B0503050203000203" pitchFamily="34" charset="0"/>
                </a:rPr>
                <a:t>~+</a:t>
              </a:r>
              <a:r>
                <a:rPr lang="en-US" sz="1100" b="1" noProof="0" dirty="0">
                  <a:solidFill>
                    <a:schemeClr val="tx1"/>
                  </a:solidFill>
                  <a:latin typeface="IBM Plex Sans" panose="020B0503050203000203" pitchFamily="34" charset="0"/>
                </a:rPr>
                <a:t>10%</a:t>
              </a:r>
            </a:p>
          </p:txBody>
        </p:sp>
      </p:grpSp>
      <p:grpSp>
        <p:nvGrpSpPr>
          <p:cNvPr id="56" name="Agrupar 55">
            <a:extLst>
              <a:ext uri="{FF2B5EF4-FFF2-40B4-BE49-F238E27FC236}">
                <a16:creationId xmlns:a16="http://schemas.microsoft.com/office/drawing/2014/main" id="{D3991026-4D2A-7E8F-2FD0-7CF63700C463}"/>
              </a:ext>
            </a:extLst>
          </p:cNvPr>
          <p:cNvGrpSpPr/>
          <p:nvPr/>
        </p:nvGrpSpPr>
        <p:grpSpPr>
          <a:xfrm>
            <a:off x="2488564" y="2045640"/>
            <a:ext cx="708589" cy="353273"/>
            <a:chOff x="2488564" y="2216788"/>
            <a:chExt cx="708589" cy="353273"/>
          </a:xfrm>
        </p:grpSpPr>
        <p:cxnSp>
          <p:nvCxnSpPr>
            <p:cNvPr id="50" name="Straight Arrow Connector 27">
              <a:extLst>
                <a:ext uri="{FF2B5EF4-FFF2-40B4-BE49-F238E27FC236}">
                  <a16:creationId xmlns:a16="http://schemas.microsoft.com/office/drawing/2014/main" id="{B7FF05E6-65C5-96B3-AA5E-BEA37378A64C}"/>
                </a:ext>
              </a:extLst>
            </p:cNvPr>
            <p:cNvCxnSpPr>
              <a:cxnSpLocks/>
            </p:cNvCxnSpPr>
            <p:nvPr/>
          </p:nvCxnSpPr>
          <p:spPr>
            <a:xfrm flipV="1">
              <a:off x="2576295" y="2216788"/>
              <a:ext cx="455358" cy="353273"/>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51" name="Oval 50">
              <a:extLst>
                <a:ext uri="{FF2B5EF4-FFF2-40B4-BE49-F238E27FC236}">
                  <a16:creationId xmlns:a16="http://schemas.microsoft.com/office/drawing/2014/main" id="{8D5059F9-BF19-183C-7B47-5D083903E9FF}"/>
                </a:ext>
              </a:extLst>
            </p:cNvPr>
            <p:cNvSpPr/>
            <p:nvPr/>
          </p:nvSpPr>
          <p:spPr>
            <a:xfrm>
              <a:off x="2488564" y="2324977"/>
              <a:ext cx="708589" cy="197251"/>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100" b="1" dirty="0">
                  <a:solidFill>
                    <a:schemeClr val="tx1"/>
                  </a:solidFill>
                  <a:latin typeface="IBM Plex Sans" panose="020B0503050203000203" pitchFamily="34" charset="0"/>
                </a:rPr>
                <a:t>~+</a:t>
              </a:r>
              <a:r>
                <a:rPr lang="en-US" sz="1100" b="1" noProof="0" dirty="0">
                  <a:solidFill>
                    <a:schemeClr val="tx1"/>
                  </a:solidFill>
                  <a:latin typeface="IBM Plex Sans" panose="020B0503050203000203" pitchFamily="34" charset="0"/>
                </a:rPr>
                <a:t>12%</a:t>
              </a:r>
            </a:p>
          </p:txBody>
        </p:sp>
      </p:grpSp>
      <p:grpSp>
        <p:nvGrpSpPr>
          <p:cNvPr id="57" name="Agrupar 56">
            <a:extLst>
              <a:ext uri="{FF2B5EF4-FFF2-40B4-BE49-F238E27FC236}">
                <a16:creationId xmlns:a16="http://schemas.microsoft.com/office/drawing/2014/main" id="{E792E832-A2B6-95F7-13FB-0270322E4140}"/>
              </a:ext>
            </a:extLst>
          </p:cNvPr>
          <p:cNvGrpSpPr/>
          <p:nvPr/>
        </p:nvGrpSpPr>
        <p:grpSpPr>
          <a:xfrm>
            <a:off x="4096292" y="2045640"/>
            <a:ext cx="708589" cy="353273"/>
            <a:chOff x="4096292" y="2011685"/>
            <a:chExt cx="708589" cy="353273"/>
          </a:xfrm>
        </p:grpSpPr>
        <p:cxnSp>
          <p:nvCxnSpPr>
            <p:cNvPr id="52" name="Straight Arrow Connector 27">
              <a:extLst>
                <a:ext uri="{FF2B5EF4-FFF2-40B4-BE49-F238E27FC236}">
                  <a16:creationId xmlns:a16="http://schemas.microsoft.com/office/drawing/2014/main" id="{D2821D8B-775D-A074-336E-53C88D56751F}"/>
                </a:ext>
              </a:extLst>
            </p:cNvPr>
            <p:cNvCxnSpPr>
              <a:cxnSpLocks/>
            </p:cNvCxnSpPr>
            <p:nvPr/>
          </p:nvCxnSpPr>
          <p:spPr>
            <a:xfrm flipV="1">
              <a:off x="4184023" y="2011685"/>
              <a:ext cx="455358" cy="353273"/>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11CED37A-3F10-019B-9EE1-37732CD20090}"/>
                </a:ext>
              </a:extLst>
            </p:cNvPr>
            <p:cNvSpPr/>
            <p:nvPr/>
          </p:nvSpPr>
          <p:spPr>
            <a:xfrm>
              <a:off x="4096292" y="2119874"/>
              <a:ext cx="708589" cy="197251"/>
            </a:xfrm>
            <a:prstGeom prst="ellipse">
              <a:avLst/>
            </a:prstGeom>
            <a:solidFill>
              <a:schemeClr val="bg1">
                <a:lumMod val="7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100" b="1" dirty="0">
                  <a:solidFill>
                    <a:schemeClr val="tx1"/>
                  </a:solidFill>
                  <a:latin typeface="IBM Plex Sans" panose="020B0503050203000203" pitchFamily="34" charset="0"/>
                </a:rPr>
                <a:t>~+</a:t>
              </a:r>
              <a:r>
                <a:rPr lang="en-US" sz="1100" b="1" noProof="0" dirty="0">
                  <a:solidFill>
                    <a:schemeClr val="tx1"/>
                  </a:solidFill>
                  <a:latin typeface="IBM Plex Sans" panose="020B0503050203000203" pitchFamily="34" charset="0"/>
                </a:rPr>
                <a:t>15%</a:t>
              </a:r>
            </a:p>
          </p:txBody>
        </p:sp>
      </p:grpSp>
      <p:sp>
        <p:nvSpPr>
          <p:cNvPr id="4" name="CaixaDeTexto 3">
            <a:extLst>
              <a:ext uri="{FF2B5EF4-FFF2-40B4-BE49-F238E27FC236}">
                <a16:creationId xmlns:a16="http://schemas.microsoft.com/office/drawing/2014/main" id="{F8791AB4-9F71-4259-C49A-7646ACCEB045}"/>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Google’s 2025 results</a:t>
            </a:r>
            <a:endParaRPr lang="en-US" noProof="0" dirty="0"/>
          </a:p>
        </p:txBody>
      </p:sp>
    </p:spTree>
    <p:extLst>
      <p:ext uri="{BB962C8B-B14F-4D97-AF65-F5344CB8AC3E}">
        <p14:creationId xmlns:p14="http://schemas.microsoft.com/office/powerpoint/2010/main" val="416544539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ABED5A02-D093-7C36-AEAA-96DB36BB590D}"/>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84FAD447-352A-B8F6-CA4C-DEAB8BB237CB}"/>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102</a:t>
            </a:fld>
            <a:endParaRPr lang="en-US" noProof="0"/>
          </a:p>
        </p:txBody>
      </p:sp>
      <p:sp>
        <p:nvSpPr>
          <p:cNvPr id="978" name="Google Shape;978;p67">
            <a:extLst>
              <a:ext uri="{FF2B5EF4-FFF2-40B4-BE49-F238E27FC236}">
                <a16:creationId xmlns:a16="http://schemas.microsoft.com/office/drawing/2014/main" id="{990E5150-464F-2606-1527-A822DC260523}"/>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1"/>
              <a:t>Google's 2025 financial results (released Feb 4, 2026) do not materially impact our 2025 TAM projections</a:t>
            </a:r>
          </a:p>
        </p:txBody>
      </p:sp>
      <p:sp>
        <p:nvSpPr>
          <p:cNvPr id="981" name="Google Shape;981;p67">
            <a:extLst>
              <a:ext uri="{FF2B5EF4-FFF2-40B4-BE49-F238E27FC236}">
                <a16:creationId xmlns:a16="http://schemas.microsoft.com/office/drawing/2014/main" id="{884B0324-EB4D-E891-9E17-BC8913727BAC}"/>
              </a:ext>
            </a:extLst>
          </p:cNvPr>
          <p:cNvSpPr txBox="1"/>
          <p:nvPr/>
        </p:nvSpPr>
        <p:spPr>
          <a:xfrm>
            <a:off x="420410" y="5479066"/>
            <a:ext cx="11350625" cy="46789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buSzPts val="1600"/>
            </a:pPr>
            <a:r>
              <a:rPr lang="en-US" b="1" noProof="1">
                <a:solidFill>
                  <a:schemeClr val="dk1"/>
                </a:solidFill>
                <a:latin typeface="IBM Plex Sans"/>
              </a:rPr>
              <a:t>Lower actual Ad Revenue was offset by a higher Google Search share within Ad Revenue, resulting in a $1.4B (0.6%) impact to Search Market Revenue</a:t>
            </a:r>
          </a:p>
        </p:txBody>
      </p:sp>
      <p:sp>
        <p:nvSpPr>
          <p:cNvPr id="7" name="Google Shape;980;p67">
            <a:extLst>
              <a:ext uri="{FF2B5EF4-FFF2-40B4-BE49-F238E27FC236}">
                <a16:creationId xmlns:a16="http://schemas.microsoft.com/office/drawing/2014/main" id="{97438AFB-50BA-D620-2527-A82A6FD69E55}"/>
              </a:ext>
            </a:extLst>
          </p:cNvPr>
          <p:cNvSpPr txBox="1"/>
          <p:nvPr/>
        </p:nvSpPr>
        <p:spPr>
          <a:xfrm>
            <a:off x="420595" y="6395916"/>
            <a:ext cx="10476861" cy="107722"/>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 </a:t>
            </a:r>
            <a:r>
              <a:rPr lang="en-US" sz="700" dirty="0">
                <a:solidFill>
                  <a:srgbClr val="7F7F7F"/>
                </a:solidFill>
                <a:latin typeface="IBM Plex Sans"/>
                <a:ea typeface="IBM Plex Sans"/>
                <a:cs typeface="IBM Plex Sans"/>
                <a:sym typeface="IBM Plex Sans"/>
              </a:rPr>
              <a:t>2025 Projected average of </a:t>
            </a:r>
            <a:r>
              <a:rPr lang="en-US" sz="70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Statista1</a:t>
            </a:r>
            <a:r>
              <a:rPr lang="en-US" sz="700" dirty="0">
                <a:solidFill>
                  <a:srgbClr val="7F7F7F"/>
                </a:solidFill>
                <a:latin typeface="IBM Plex Sans"/>
                <a:ea typeface="IBM Plex Sans"/>
                <a:cs typeface="IBM Plex Sans"/>
                <a:sym typeface="IBM Plex Sans"/>
              </a:rPr>
              <a:t>, </a:t>
            </a:r>
            <a:r>
              <a:rPr lang="en-US" sz="70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Statista2</a:t>
            </a:r>
            <a:r>
              <a:rPr lang="en-US" sz="700" b="0" i="0" u="none" strike="noStrike" cap="none" noProof="0" dirty="0">
                <a:solidFill>
                  <a:srgbClr val="7F7F7F"/>
                </a:solidFill>
                <a:latin typeface="IBM Plex Sans"/>
                <a:ea typeface="IBM Plex Sans"/>
                <a:cs typeface="IBM Plex Sans"/>
                <a:sym typeface="IBM Plex Sans"/>
              </a:rPr>
              <a:t>, </a:t>
            </a:r>
            <a:r>
              <a:rPr lang="en-US" sz="700" dirty="0" err="1">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DemandSage</a:t>
            </a:r>
            <a:r>
              <a:rPr lang="en-US" sz="700" dirty="0">
                <a:solidFill>
                  <a:srgbClr val="7F7F7F"/>
                </a:solidFill>
                <a:latin typeface="IBM Plex Sans"/>
                <a:ea typeface="IBM Plex Sans"/>
                <a:cs typeface="IBM Plex Sans"/>
                <a:sym typeface="IBM Plex Sans"/>
              </a:rPr>
              <a:t> and </a:t>
            </a:r>
            <a:r>
              <a:rPr lang="en-US" sz="700" dirty="0" err="1">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Oberlo</a:t>
            </a:r>
            <a:r>
              <a:rPr lang="en-US" sz="700" b="0" i="0" u="none" strike="noStrike" cap="none" noProof="0" dirty="0">
                <a:solidFill>
                  <a:srgbClr val="7F7F7F"/>
                </a:solidFill>
                <a:latin typeface="IBM Plex Sans"/>
                <a:ea typeface="IBM Plex Sans"/>
                <a:cs typeface="IBM Plex Sans"/>
                <a:sym typeface="IBM Plex Sans"/>
              </a:rPr>
              <a:t>, (2) 2025 Projected: Google’s 2024 share from </a:t>
            </a:r>
            <a:r>
              <a:rPr lang="en-US" sz="700" b="0" i="0" u="none" strike="noStrike" cap="none" noProof="0" dirty="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Alphabet IR 2024 results</a:t>
            </a:r>
            <a:r>
              <a:rPr lang="en-US" sz="700" b="0" i="0" u="none" strike="noStrike" cap="none" noProof="0" dirty="0">
                <a:solidFill>
                  <a:srgbClr val="7F7F7F"/>
                </a:solidFill>
                <a:latin typeface="IBM Plex Sans"/>
                <a:ea typeface="IBM Plex Sans"/>
                <a:cs typeface="IBM Plex Sans"/>
                <a:sym typeface="IBM Plex Sans"/>
              </a:rPr>
              <a:t>, (3) Google’s Search Revenue divided by Google’s </a:t>
            </a:r>
            <a:r>
              <a:rPr lang="en-US" sz="700" b="0" i="0" u="none" strike="noStrike" cap="none" noProof="0" dirty="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market share</a:t>
            </a:r>
            <a:r>
              <a:rPr lang="en-US" sz="700" b="0" i="0" u="none" strike="noStrike" cap="none" noProof="0" dirty="0">
                <a:solidFill>
                  <a:srgbClr val="7F7F7F"/>
                </a:solidFill>
                <a:latin typeface="IBM Plex Sans"/>
                <a:ea typeface="IBM Plex Sans"/>
                <a:cs typeface="IBM Plex Sans"/>
                <a:sym typeface="IBM Plex Sans"/>
              </a:rPr>
              <a:t>, (4) </a:t>
            </a:r>
            <a:r>
              <a:rPr lang="en-US" sz="700" b="0" i="0" u="none" strike="noStrike" cap="none" noProof="0" dirty="0">
                <a:solidFill>
                  <a:srgbClr val="7F7F7F"/>
                </a:solidFill>
                <a:latin typeface="IBM Plex Sans"/>
                <a:ea typeface="IBM Plex Sans"/>
                <a:cs typeface="IBM Plex Sans"/>
                <a:sym typeface="IBM Plex Sans"/>
                <a:hlinkClick r:id="rId9">
                  <a:extLst>
                    <a:ext uri="{A12FA001-AC4F-418D-AE19-62706E023703}">
                      <ahyp:hlinkClr xmlns:ahyp="http://schemas.microsoft.com/office/drawing/2018/hyperlinkcolor" val="tx"/>
                    </a:ext>
                  </a:extLst>
                </a:hlinkClick>
              </a:rPr>
              <a:t>Alphabet IR 2025 results</a:t>
            </a:r>
            <a:r>
              <a:rPr lang="en-US" sz="700" b="0" i="0" u="none" strike="noStrike" cap="none" noProof="0" dirty="0">
                <a:solidFill>
                  <a:srgbClr val="7F7F7F"/>
                </a:solidFill>
                <a:latin typeface="IBM Plex Sans"/>
                <a:ea typeface="IBM Plex Sans"/>
                <a:cs typeface="IBM Plex Sans"/>
                <a:sym typeface="IBM Plex Sans"/>
              </a:rPr>
              <a:t>   </a:t>
            </a:r>
            <a:endParaRPr lang="en-US" sz="700" noProof="0" dirty="0">
              <a:solidFill>
                <a:srgbClr val="7F7F7F"/>
              </a:solidFill>
              <a:latin typeface="IBM Plex Sans"/>
            </a:endParaRPr>
          </a:p>
        </p:txBody>
      </p:sp>
      <p:graphicFrame>
        <p:nvGraphicFramePr>
          <p:cNvPr id="4" name="Google Shape;933;g3b2110f3d24_0_616">
            <a:extLst>
              <a:ext uri="{FF2B5EF4-FFF2-40B4-BE49-F238E27FC236}">
                <a16:creationId xmlns:a16="http://schemas.microsoft.com/office/drawing/2014/main" id="{491582C7-30DE-C438-D0BB-76BB99109CBA}"/>
              </a:ext>
            </a:extLst>
          </p:cNvPr>
          <p:cNvGraphicFramePr/>
          <p:nvPr/>
        </p:nvGraphicFramePr>
        <p:xfrm>
          <a:off x="420410" y="1550542"/>
          <a:ext cx="11350626" cy="3292377"/>
        </p:xfrm>
        <a:graphic>
          <a:graphicData uri="http://schemas.openxmlformats.org/drawingml/2006/table">
            <a:tbl>
              <a:tblPr>
                <a:noFill/>
                <a:tableStyleId>{16461213-F4DB-495F-93F5-F8E8B3FAFA39}</a:tableStyleId>
              </a:tblPr>
              <a:tblGrid>
                <a:gridCol w="3262482">
                  <a:extLst>
                    <a:ext uri="{9D8B030D-6E8A-4147-A177-3AD203B41FA5}">
                      <a16:colId xmlns:a16="http://schemas.microsoft.com/office/drawing/2014/main" val="20000"/>
                    </a:ext>
                  </a:extLst>
                </a:gridCol>
                <a:gridCol w="2696048">
                  <a:extLst>
                    <a:ext uri="{9D8B030D-6E8A-4147-A177-3AD203B41FA5}">
                      <a16:colId xmlns:a16="http://schemas.microsoft.com/office/drawing/2014/main" val="20001"/>
                    </a:ext>
                  </a:extLst>
                </a:gridCol>
                <a:gridCol w="2696048">
                  <a:extLst>
                    <a:ext uri="{9D8B030D-6E8A-4147-A177-3AD203B41FA5}">
                      <a16:colId xmlns:a16="http://schemas.microsoft.com/office/drawing/2014/main" val="20002"/>
                    </a:ext>
                  </a:extLst>
                </a:gridCol>
                <a:gridCol w="2696048">
                  <a:extLst>
                    <a:ext uri="{9D8B030D-6E8A-4147-A177-3AD203B41FA5}">
                      <a16:colId xmlns:a16="http://schemas.microsoft.com/office/drawing/2014/main" val="2049976685"/>
                    </a:ext>
                  </a:extLst>
                </a:gridCol>
              </a:tblGrid>
              <a:tr h="739133">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Key assumptions for Search TAM</a:t>
                      </a:r>
                    </a:p>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(Billions)</a:t>
                      </a:r>
                    </a:p>
                  </a:txBody>
                  <a:tcPr marL="90000" marR="90000" marT="46800" marB="468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2025 Projected</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2025 Actual</a:t>
                      </a:r>
                      <a:r>
                        <a:rPr lang="en-US" sz="1200" b="1" i="0" u="none" strike="noStrike" cap="none" baseline="30000" noProof="0" dirty="0">
                          <a:solidFill>
                            <a:schemeClr val="bg1"/>
                          </a:solidFill>
                          <a:latin typeface="IBM Plex Sans" panose="020B0503050203000203" pitchFamily="34" charset="0"/>
                          <a:ea typeface="Calibri"/>
                          <a:cs typeface="Calibri"/>
                          <a:sym typeface="IBM Plex Sans" panose="020B0503050203000203" pitchFamily="34" charset="0"/>
                        </a:rPr>
                        <a:t>4</a:t>
                      </a:r>
                    </a:p>
                  </a:txBody>
                  <a:tcPr marL="91450" marR="91450" marT="27425" marB="274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Variance</a:t>
                      </a:r>
                    </a:p>
                  </a:txBody>
                  <a:tcPr marL="91450" marR="9145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638311">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ea typeface="Calibri"/>
                          <a:cs typeface="Calibri"/>
                          <a:sym typeface="IBM Plex Sans" panose="020B0503050203000203" pitchFamily="34" charset="0"/>
                        </a:rPr>
                        <a:t>Google Ad Revenue</a:t>
                      </a:r>
                      <a:r>
                        <a:rPr lang="en-US" sz="1200" b="1" i="0" u="none" strike="noStrike" cap="none" baseline="30000" noProof="1">
                          <a:solidFill>
                            <a:schemeClr val="tx1"/>
                          </a:solidFill>
                          <a:latin typeface="IBM Plex Sans" panose="020B0503050203000203" pitchFamily="34" charset="0"/>
                          <a:ea typeface="Calibri"/>
                          <a:cs typeface="Calibri"/>
                          <a:sym typeface="IBM Plex Sans" panose="020B0503050203000203" pitchFamily="34" charset="0"/>
                        </a:rPr>
                        <a:t>1</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latin typeface="IBM Plex Sans" panose="020B0503050203000203" pitchFamily="34" charset="0"/>
                          <a:cs typeface="Arial"/>
                          <a:sym typeface="Arial"/>
                        </a:rPr>
                        <a:t>$ 298.2</a:t>
                      </a:r>
                    </a:p>
                  </a:txBody>
                  <a:tcPr marL="0" marR="0"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latin typeface="IBM Plex Sans" panose="020B0503050203000203" pitchFamily="34" charset="0"/>
                          <a:cs typeface="Arial"/>
                          <a:sym typeface="Arial"/>
                        </a:rPr>
                        <a:t>$ 294.7</a:t>
                      </a:r>
                    </a:p>
                  </a:txBody>
                  <a:tcPr marL="0" marR="0"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latin typeface="IBM Plex Sans" panose="020B0503050203000203" pitchFamily="34" charset="0"/>
                          <a:cs typeface="Arial"/>
                          <a:sym typeface="Arial"/>
                        </a:rPr>
                        <a:t>-$3.5 (1.2%)</a:t>
                      </a:r>
                    </a:p>
                  </a:txBody>
                  <a:tcPr marL="0" marR="0"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638311">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cs typeface="Calibri"/>
                          <a:sym typeface="Arial"/>
                        </a:rPr>
                        <a:t>Google Search Revenue Share of Google Ad Revenue</a:t>
                      </a:r>
                      <a:r>
                        <a:rPr lang="en-US" sz="1200" b="1" i="0" u="none" strike="noStrike" cap="none" baseline="30000" noProof="1">
                          <a:solidFill>
                            <a:schemeClr val="tx1"/>
                          </a:solidFill>
                          <a:latin typeface="IBM Plex Sans" panose="020B0503050203000203" pitchFamily="34" charset="0"/>
                          <a:cs typeface="Calibri"/>
                          <a:sym typeface="Arial"/>
                        </a:rPr>
                        <a:t>2</a:t>
                      </a:r>
                      <a:endParaRPr lang="en-US" sz="1200" b="1" i="0" u="none" strike="noStrike" cap="none" baseline="30000" noProof="1">
                        <a:solidFill>
                          <a:schemeClr val="tx1"/>
                        </a:solidFill>
                        <a:latin typeface="IBM Plex Sans" panose="020B0503050203000203" pitchFamily="34" charset="0"/>
                        <a:ea typeface="Calibri"/>
                        <a:cs typeface="Calibri"/>
                        <a:sym typeface="IBM Plex Sans" panose="020B0503050203000203" pitchFamily="34" charset="0"/>
                      </a:endParaRP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0" dirty="0">
                          <a:solidFill>
                            <a:srgbClr val="000000"/>
                          </a:solidFill>
                          <a:latin typeface="IBM Plex Sans" panose="020B0503050203000203" pitchFamily="34" charset="0"/>
                          <a:cs typeface="Arial"/>
                          <a:sym typeface="IBM Plex Sans" panose="020B0503050203000203" pitchFamily="34" charset="0"/>
                        </a:rPr>
                        <a:t>74.9%</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0" dirty="0">
                          <a:solidFill>
                            <a:srgbClr val="000000"/>
                          </a:solidFill>
                          <a:latin typeface="IBM Plex Sans" panose="020B0503050203000203" pitchFamily="34" charset="0"/>
                          <a:cs typeface="Arial"/>
                          <a:sym typeface="IBM Plex Sans" panose="020B0503050203000203" pitchFamily="34" charset="0"/>
                        </a:rPr>
                        <a:t>76.2%</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0" dirty="0">
                          <a:solidFill>
                            <a:srgbClr val="000000"/>
                          </a:solidFill>
                          <a:latin typeface="IBM Plex Sans" panose="020B0503050203000203" pitchFamily="34" charset="0"/>
                          <a:cs typeface="Arial"/>
                          <a:sym typeface="IBM Plex Sans" panose="020B0503050203000203" pitchFamily="34" charset="0"/>
                        </a:rPr>
                        <a:t>1.3%</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949540536"/>
                  </a:ext>
                </a:extLst>
              </a:tr>
              <a:tr h="638311">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ea typeface="Calibri"/>
                          <a:cs typeface="Calibri"/>
                          <a:sym typeface="IBM Plex Sans" panose="020B0503050203000203" pitchFamily="34" charset="0"/>
                        </a:rPr>
                        <a:t>Google Search Revenue</a:t>
                      </a:r>
                    </a:p>
                  </a:txBody>
                  <a:tcPr marL="28575" marR="28575"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latin typeface="IBM Plex Sans" panose="020B0503050203000203" pitchFamily="34" charset="0"/>
                          <a:cs typeface="Arial"/>
                          <a:sym typeface="Arial"/>
                        </a:rPr>
                        <a:t>$ 223.2</a:t>
                      </a:r>
                    </a:p>
                  </a:txBody>
                  <a:tcPr marL="0" marR="0"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latin typeface="IBM Plex Sans" panose="020B0503050203000203" pitchFamily="34" charset="0"/>
                          <a:cs typeface="Arial"/>
                          <a:sym typeface="Arial"/>
                        </a:rPr>
                        <a:t>$ 224.5</a:t>
                      </a:r>
                    </a:p>
                  </a:txBody>
                  <a:tcPr marL="0" marR="0"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latin typeface="IBM Plex Sans" panose="020B0503050203000203" pitchFamily="34" charset="0"/>
                          <a:cs typeface="Arial"/>
                          <a:sym typeface="Arial"/>
                        </a:rPr>
                        <a:t>$1.3 </a:t>
                      </a:r>
                      <a:r>
                        <a:rPr lang="en-US" sz="1200" b="0" i="0" u="none" strike="noStrike" cap="none" noProof="0" dirty="0">
                          <a:solidFill>
                            <a:srgbClr val="000000"/>
                          </a:solidFill>
                          <a:latin typeface="IBM Plex Sans" panose="020B0503050203000203" pitchFamily="34" charset="0"/>
                          <a:cs typeface="Arial"/>
                          <a:sym typeface="IBM Plex Sans" panose="020B0503050203000203" pitchFamily="34" charset="0"/>
                        </a:rPr>
                        <a:t>(0.6%)</a:t>
                      </a:r>
                      <a:endParaRPr lang="pt-US" sz="1200" b="0" i="0" u="none" strike="noStrike" cap="none" dirty="0">
                        <a:solidFill>
                          <a:srgbClr val="000000"/>
                        </a:solidFill>
                        <a:latin typeface="IBM Plex Sans" panose="020B0503050203000203" pitchFamily="34" charset="0"/>
                        <a:cs typeface="Arial"/>
                        <a:sym typeface="Arial"/>
                      </a:endParaRPr>
                    </a:p>
                  </a:txBody>
                  <a:tcPr marL="0" marR="0"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543443761"/>
                  </a:ext>
                </a:extLst>
              </a:tr>
              <a:tr h="638311">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ea typeface="Calibri"/>
                          <a:cs typeface="Calibri"/>
                          <a:sym typeface="IBM Plex Sans" panose="020B0503050203000203" pitchFamily="34" charset="0"/>
                        </a:rPr>
                        <a:t>Search Market Revenue</a:t>
                      </a:r>
                      <a:r>
                        <a:rPr lang="en-US" sz="1200" b="1" i="0" u="none" strike="noStrike" cap="none" baseline="30000" noProof="1">
                          <a:solidFill>
                            <a:schemeClr val="tx1"/>
                          </a:solidFill>
                          <a:latin typeface="IBM Plex Sans" panose="020B0503050203000203" pitchFamily="34" charset="0"/>
                          <a:ea typeface="Calibri"/>
                          <a:cs typeface="Calibri"/>
                          <a:sym typeface="IBM Plex Sans" panose="020B0503050203000203" pitchFamily="34" charset="0"/>
                        </a:rPr>
                        <a:t>3</a:t>
                      </a:r>
                    </a:p>
                  </a:txBody>
                  <a:tcPr marL="28575" marR="28575"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latin typeface="IBM Plex Sans" panose="020B0503050203000203" pitchFamily="34" charset="0"/>
                          <a:cs typeface="Arial"/>
                          <a:sym typeface="Arial"/>
                        </a:rPr>
                        <a:t>$ 249.0</a:t>
                      </a:r>
                    </a:p>
                  </a:txBody>
                  <a:tcPr marL="0" marR="0" marT="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latin typeface="IBM Plex Sans" panose="020B0503050203000203" pitchFamily="34" charset="0"/>
                          <a:cs typeface="Arial"/>
                          <a:sym typeface="Arial"/>
                        </a:rPr>
                        <a:t>$ 250.4</a:t>
                      </a:r>
                    </a:p>
                  </a:txBody>
                  <a:tcPr marL="0" marR="0" marT="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latin typeface="IBM Plex Sans" panose="020B0503050203000203" pitchFamily="34" charset="0"/>
                          <a:cs typeface="Arial"/>
                          <a:sym typeface="Arial"/>
                        </a:rPr>
                        <a:t>$1.4 </a:t>
                      </a:r>
                      <a:r>
                        <a:rPr lang="en-US" sz="1200" b="0" i="0" u="none" strike="noStrike" cap="none" noProof="0" dirty="0">
                          <a:solidFill>
                            <a:srgbClr val="000000"/>
                          </a:solidFill>
                          <a:latin typeface="IBM Plex Sans" panose="020B0503050203000203" pitchFamily="34" charset="0"/>
                          <a:cs typeface="Arial"/>
                          <a:sym typeface="IBM Plex Sans" panose="020B0503050203000203" pitchFamily="34" charset="0"/>
                        </a:rPr>
                        <a:t>(0.6%)</a:t>
                      </a:r>
                      <a:endParaRPr lang="pt-US" sz="1200" b="0" i="0" u="none" strike="noStrike" cap="none" dirty="0">
                        <a:solidFill>
                          <a:srgbClr val="000000"/>
                        </a:solidFill>
                        <a:latin typeface="IBM Plex Sans" panose="020B0503050203000203" pitchFamily="34" charset="0"/>
                        <a:cs typeface="Arial"/>
                        <a:sym typeface="Arial"/>
                      </a:endParaRPr>
                    </a:p>
                  </a:txBody>
                  <a:tcPr marL="0" marR="0" marT="0"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
        <p:nvSpPr>
          <p:cNvPr id="2" name="CaixaDeTexto 1">
            <a:extLst>
              <a:ext uri="{FF2B5EF4-FFF2-40B4-BE49-F238E27FC236}">
                <a16:creationId xmlns:a16="http://schemas.microsoft.com/office/drawing/2014/main" id="{518FAD83-DC73-17CC-9C60-4B41CF5643BE}"/>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2025 Overview: Assumptions review</a:t>
            </a:r>
          </a:p>
        </p:txBody>
      </p:sp>
    </p:spTree>
    <p:extLst>
      <p:ext uri="{BB962C8B-B14F-4D97-AF65-F5344CB8AC3E}">
        <p14:creationId xmlns:p14="http://schemas.microsoft.com/office/powerpoint/2010/main" val="1026237443"/>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F689FB43-BF72-81C6-DF83-72B1991D99B4}"/>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B1583B40-4194-09CE-8133-286966A29DD0}"/>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103</a:t>
            </a:fld>
            <a:endParaRPr lang="en-US" noProof="0"/>
          </a:p>
        </p:txBody>
      </p:sp>
      <p:sp>
        <p:nvSpPr>
          <p:cNvPr id="978" name="Google Shape;978;p67">
            <a:extLst>
              <a:ext uri="{FF2B5EF4-FFF2-40B4-BE49-F238E27FC236}">
                <a16:creationId xmlns:a16="http://schemas.microsoft.com/office/drawing/2014/main" id="{C9173E3F-21EF-C4F7-0017-3FB8EE3A0F72}"/>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dirty="0"/>
              <a:t>AI Overviews and direct answers are contributing to declines in publisher traffic and </a:t>
            </a:r>
            <a:r>
              <a:rPr lang="en-US" noProof="1">
                <a:solidFill>
                  <a:srgbClr val="000000"/>
                </a:solidFill>
                <a:latin typeface="IBM Plex Sans" panose="020B0503050203000203" pitchFamily="34" charset="0"/>
                <a:ea typeface="Arial"/>
                <a:cs typeface="Arial"/>
                <a:sym typeface="Arial"/>
              </a:rPr>
              <a:t>click-through rates globally</a:t>
            </a:r>
            <a:endParaRPr lang="en-US" noProof="1"/>
          </a:p>
        </p:txBody>
      </p:sp>
      <p:sp>
        <p:nvSpPr>
          <p:cNvPr id="981" name="Google Shape;981;p67">
            <a:extLst>
              <a:ext uri="{FF2B5EF4-FFF2-40B4-BE49-F238E27FC236}">
                <a16:creationId xmlns:a16="http://schemas.microsoft.com/office/drawing/2014/main" id="{147C695B-A0EB-9CB4-EBBF-CC193C900AF8}"/>
              </a:ext>
            </a:extLst>
          </p:cNvPr>
          <p:cNvSpPr txBox="1"/>
          <p:nvPr/>
        </p:nvSpPr>
        <p:spPr>
          <a:xfrm>
            <a:off x="420410" y="5745766"/>
            <a:ext cx="11350625" cy="46789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buSzPts val="1600"/>
            </a:pPr>
            <a:r>
              <a:rPr lang="en-US" b="1" noProof="1">
                <a:solidFill>
                  <a:schemeClr val="dk1"/>
                </a:solidFill>
                <a:latin typeface="IBM Plex Sans"/>
              </a:rPr>
              <a:t>While AI answers create global downward pressure on referrals, the current impact is more pronounced among U.S. publishers</a:t>
            </a:r>
          </a:p>
        </p:txBody>
      </p:sp>
      <p:sp>
        <p:nvSpPr>
          <p:cNvPr id="7" name="Google Shape;980;p67">
            <a:extLst>
              <a:ext uri="{FF2B5EF4-FFF2-40B4-BE49-F238E27FC236}">
                <a16:creationId xmlns:a16="http://schemas.microsoft.com/office/drawing/2014/main" id="{A99FEFE2-35B5-784B-7823-CBDADCC49907}"/>
              </a:ext>
            </a:extLst>
          </p:cNvPr>
          <p:cNvSpPr txBox="1"/>
          <p:nvPr/>
        </p:nvSpPr>
        <p:spPr>
          <a:xfrm>
            <a:off x="420595" y="6395916"/>
            <a:ext cx="10476861" cy="107722"/>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a:t>
            </a:r>
            <a:r>
              <a:rPr lang="en-001" sz="700" b="0" i="0" u="none" strike="noStrike" cap="none" noProof="0" dirty="0">
                <a:solidFill>
                  <a:srgbClr val="7F7F7F"/>
                </a:solidFill>
                <a:latin typeface="IBM Plex Sans"/>
                <a:ea typeface="IBM Plex Sans"/>
                <a:cs typeface="IBM Plex Sans"/>
                <a:sym typeface="IBM Plex Sans"/>
              </a:rPr>
              <a:t> May differ from other estimates in this material due to the inclusion of organic searches,</a:t>
            </a:r>
            <a:r>
              <a:rPr lang="en-US" sz="700" b="0" i="0" u="none" strike="noStrike" cap="none" noProof="0" dirty="0">
                <a:solidFill>
                  <a:srgbClr val="7F7F7F"/>
                </a:solidFill>
                <a:latin typeface="IBM Plex Sans"/>
                <a:ea typeface="IBM Plex Sans"/>
                <a:cs typeface="IBM Plex Sans"/>
                <a:sym typeface="IBM Plex Sans"/>
              </a:rPr>
              <a:t> </a:t>
            </a:r>
            <a:r>
              <a:rPr lang="en-US" sz="700" b="0" i="0" u="none" strike="noStrike" cap="none" noProof="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Press Gazette</a:t>
            </a:r>
            <a:r>
              <a:rPr lang="en-US" sz="700" b="0" i="0" u="none" strike="noStrike" cap="none" noProof="0" dirty="0">
                <a:solidFill>
                  <a:srgbClr val="7F7F7F"/>
                </a:solidFill>
                <a:latin typeface="IBM Plex Sans"/>
                <a:ea typeface="IBM Plex Sans"/>
                <a:cs typeface="IBM Plex Sans"/>
                <a:sym typeface="IBM Plex Sans"/>
              </a:rPr>
              <a:t> – percentage change from November 2024 to November 2025,</a:t>
            </a:r>
            <a:r>
              <a:rPr lang="en-001" sz="700" b="0" i="0" u="none" strike="noStrike" cap="none" noProof="0" dirty="0">
                <a:solidFill>
                  <a:srgbClr val="7F7F7F"/>
                </a:solidFill>
                <a:latin typeface="IBM Plex Sans"/>
                <a:ea typeface="IBM Plex Sans"/>
                <a:cs typeface="IBM Plex Sans"/>
                <a:sym typeface="IBM Plex Sans"/>
              </a:rPr>
              <a:t>  </a:t>
            </a:r>
            <a:r>
              <a:rPr lang="en-US" sz="700" b="0" i="0" u="none" strike="noStrike" cap="none" noProof="0" dirty="0">
                <a:solidFill>
                  <a:srgbClr val="7F7F7F"/>
                </a:solidFill>
                <a:latin typeface="IBM Plex Sans"/>
                <a:ea typeface="IBM Plex Sans"/>
                <a:cs typeface="IBM Plex Sans"/>
                <a:sym typeface="IBM Plex Sans"/>
              </a:rPr>
              <a:t> (2) </a:t>
            </a:r>
            <a:r>
              <a:rPr lang="en-US" sz="700" b="0" i="0" u="none" strike="noStrike" cap="none" noProof="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The Guardian</a:t>
            </a:r>
            <a:r>
              <a:rPr lang="en-US" sz="700" b="0" i="0" u="none" strike="noStrike" cap="none" noProof="0" dirty="0">
                <a:solidFill>
                  <a:srgbClr val="7F7F7F"/>
                </a:solidFill>
                <a:latin typeface="IBM Plex Sans"/>
                <a:ea typeface="IBM Plex Sans"/>
                <a:cs typeface="IBM Plex Sans"/>
                <a:sym typeface="IBM Plex Sans"/>
              </a:rPr>
              <a:t>, (3) </a:t>
            </a:r>
            <a:r>
              <a:rPr lang="en-US" sz="700" b="0" i="0" u="none" strike="noStrike" cap="none" noProof="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Media Leader</a:t>
            </a:r>
            <a:r>
              <a:rPr lang="en-US" sz="700" b="0" i="0" u="none" strike="noStrike" cap="none" noProof="0" dirty="0">
                <a:solidFill>
                  <a:srgbClr val="7F7F7F"/>
                </a:solidFill>
                <a:latin typeface="IBM Plex Sans"/>
                <a:ea typeface="IBM Plex Sans"/>
                <a:cs typeface="IBM Plex Sans"/>
                <a:sym typeface="IBM Plex Sans"/>
              </a:rPr>
              <a:t>, (4) </a:t>
            </a:r>
            <a:r>
              <a:rPr lang="en-US" sz="700" b="0" i="0" u="none" strike="noStrike" cap="none" noProof="0" dirty="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Barron’s</a:t>
            </a:r>
            <a:r>
              <a:rPr lang="en-US" sz="700" b="0" i="0" u="none" strike="noStrike" cap="none" noProof="0" dirty="0">
                <a:solidFill>
                  <a:srgbClr val="7F7F7F"/>
                </a:solidFill>
                <a:latin typeface="IBM Plex Sans"/>
                <a:ea typeface="IBM Plex Sans"/>
                <a:cs typeface="IBM Plex Sans"/>
                <a:sym typeface="IBM Plex Sans"/>
              </a:rPr>
              <a:t> </a:t>
            </a:r>
            <a:endParaRPr lang="en-US" sz="700" noProof="0" dirty="0">
              <a:solidFill>
                <a:srgbClr val="7F7F7F"/>
              </a:solidFill>
              <a:latin typeface="IBM Plex Sans"/>
            </a:endParaRPr>
          </a:p>
        </p:txBody>
      </p:sp>
      <p:sp>
        <p:nvSpPr>
          <p:cNvPr id="17" name="Google Shape;1242;g3b23322d595_2_304">
            <a:extLst>
              <a:ext uri="{FF2B5EF4-FFF2-40B4-BE49-F238E27FC236}">
                <a16:creationId xmlns:a16="http://schemas.microsoft.com/office/drawing/2014/main" id="{11B5693A-27D9-9A76-0FD4-6F074182EBCB}"/>
              </a:ext>
            </a:extLst>
          </p:cNvPr>
          <p:cNvSpPr txBox="1"/>
          <p:nvPr/>
        </p:nvSpPr>
        <p:spPr>
          <a:xfrm>
            <a:off x="450091" y="1422111"/>
            <a:ext cx="6858000" cy="467890"/>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200"/>
            </a:pPr>
            <a:r>
              <a:rPr lang="en-US" b="1" dirty="0">
                <a:solidFill>
                  <a:schemeClr val="lt1"/>
                </a:solidFill>
                <a:latin typeface="IBM Plex Sans"/>
                <a:ea typeface="IBM Plex Sans"/>
                <a:cs typeface="IBM Plex Sans"/>
                <a:sym typeface="IBM Plex Sans"/>
              </a:rPr>
              <a:t>Publishers report declining referral traffic</a:t>
            </a:r>
            <a:endParaRPr lang="en-US" b="1" i="0" u="none" strike="noStrike" cap="none" noProof="0" dirty="0">
              <a:solidFill>
                <a:schemeClr val="lt1"/>
              </a:solidFill>
              <a:latin typeface="IBM Plex Sans"/>
              <a:ea typeface="IBM Plex Sans"/>
              <a:cs typeface="IBM Plex Sans"/>
              <a:sym typeface="IBM Plex Sans"/>
            </a:endParaRPr>
          </a:p>
        </p:txBody>
      </p:sp>
      <p:sp>
        <p:nvSpPr>
          <p:cNvPr id="18" name="Google Shape;1244;g3b23322d595_2_304">
            <a:extLst>
              <a:ext uri="{FF2B5EF4-FFF2-40B4-BE49-F238E27FC236}">
                <a16:creationId xmlns:a16="http://schemas.microsoft.com/office/drawing/2014/main" id="{5A1E835E-69D5-2254-741E-B7FF7B20B48E}"/>
              </a:ext>
            </a:extLst>
          </p:cNvPr>
          <p:cNvSpPr txBox="1"/>
          <p:nvPr/>
        </p:nvSpPr>
        <p:spPr>
          <a:xfrm>
            <a:off x="7442791" y="1422111"/>
            <a:ext cx="4358111" cy="467890"/>
          </a:xfrm>
          <a:prstGeom prst="rect">
            <a:avLst/>
          </a:prstGeom>
          <a:solidFill>
            <a:srgbClr val="7030A0"/>
          </a:solidFill>
          <a:ln>
            <a:noFill/>
          </a:ln>
        </p:spPr>
        <p:txBody>
          <a:bodyPr spcFirstLastPara="1" wrap="square" lIns="0" tIns="45700" rIns="0" bIns="45700" anchor="ctr" anchorCtr="0">
            <a:noAutofit/>
          </a:bodyPr>
          <a:lstStyle/>
          <a:p>
            <a:pPr algn="ctr">
              <a:buClr>
                <a:schemeClr val="lt1"/>
              </a:buClr>
              <a:buSzPts val="1400"/>
            </a:pPr>
            <a:r>
              <a:rPr lang="en-US" b="1" dirty="0">
                <a:solidFill>
                  <a:schemeClr val="lt1"/>
                </a:solidFill>
                <a:latin typeface="IBM Plex Sans"/>
                <a:ea typeface="IBM Plex Sans"/>
                <a:cs typeface="IBM Plex Sans"/>
                <a:sym typeface="IBM Plex Sans"/>
              </a:rPr>
              <a:t>Decline in Publisher Referral Traffic from Google Search</a:t>
            </a:r>
            <a:r>
              <a:rPr lang="en-001" b="1" dirty="0">
                <a:solidFill>
                  <a:schemeClr val="lt1"/>
                </a:solidFill>
                <a:latin typeface="IBM Plex Sans"/>
                <a:ea typeface="IBM Plex Sans"/>
                <a:cs typeface="IBM Plex Sans"/>
                <a:sym typeface="IBM Plex Sans"/>
              </a:rPr>
              <a:t> (includes organic searches)</a:t>
            </a:r>
            <a:r>
              <a:rPr lang="en-US" b="1" baseline="30000" dirty="0">
                <a:solidFill>
                  <a:schemeClr val="lt1"/>
                </a:solidFill>
                <a:latin typeface="IBM Plex Sans"/>
                <a:ea typeface="IBM Plex Sans"/>
                <a:cs typeface="IBM Plex Sans"/>
                <a:sym typeface="IBM Plex Sans"/>
              </a:rPr>
              <a:t>1</a:t>
            </a:r>
            <a:r>
              <a:rPr lang="en-001" b="1" baseline="30000" dirty="0">
                <a:solidFill>
                  <a:schemeClr val="lt1"/>
                </a:solidFill>
                <a:latin typeface="IBM Plex Sans"/>
                <a:ea typeface="IBM Plex Sans"/>
                <a:cs typeface="IBM Plex Sans"/>
                <a:sym typeface="IBM Plex Sans"/>
              </a:rPr>
              <a:t> </a:t>
            </a:r>
            <a:endParaRPr lang="en-US" sz="1400" b="1" i="0" u="none" strike="noStrike" cap="none" baseline="30000" noProof="0" dirty="0">
              <a:solidFill>
                <a:schemeClr val="lt1"/>
              </a:solidFill>
              <a:latin typeface="IBM Plex Sans"/>
              <a:ea typeface="IBM Plex Sans"/>
              <a:cs typeface="IBM Plex Sans"/>
              <a:sym typeface="IBM Plex Sans"/>
            </a:endParaRPr>
          </a:p>
        </p:txBody>
      </p:sp>
      <p:sp>
        <p:nvSpPr>
          <p:cNvPr id="19" name="Google Shape;1245;g3b23322d595_2_304">
            <a:extLst>
              <a:ext uri="{FF2B5EF4-FFF2-40B4-BE49-F238E27FC236}">
                <a16:creationId xmlns:a16="http://schemas.microsoft.com/office/drawing/2014/main" id="{D27358AD-C137-43FA-73D0-BF11AD675B1F}"/>
              </a:ext>
            </a:extLst>
          </p:cNvPr>
          <p:cNvSpPr txBox="1"/>
          <p:nvPr/>
        </p:nvSpPr>
        <p:spPr>
          <a:xfrm>
            <a:off x="3270822" y="2122799"/>
            <a:ext cx="3872970" cy="646331"/>
          </a:xfrm>
          <a:prstGeom prst="rect">
            <a:avLst/>
          </a:prstGeom>
          <a:noFill/>
          <a:ln>
            <a:noFill/>
          </a:ln>
        </p:spPr>
        <p:txBody>
          <a:bodyPr spcFirstLastPara="1" wrap="square" lIns="91425" tIns="0" rIns="91425" bIns="0" anchor="ctr" anchorCtr="0">
            <a:spAutoFit/>
          </a:bodyPr>
          <a:lstStyle/>
          <a:p>
            <a:pPr lvl="0">
              <a:buSzPts val="1400"/>
            </a:pPr>
            <a:r>
              <a:rPr lang="en-US" b="0" i="0" u="none" strike="noStrike" cap="none" noProof="0" dirty="0">
                <a:solidFill>
                  <a:schemeClr val="dk1"/>
                </a:solidFill>
                <a:latin typeface="IBM Plex Sans" panose="020B0503050203000203" pitchFamily="34" charset="0"/>
                <a:ea typeface="IBM Plex Sans"/>
                <a:cs typeface="IBM Plex Sans"/>
                <a:sym typeface="IBM Plex Sans"/>
              </a:rPr>
              <a:t>“</a:t>
            </a:r>
            <a:r>
              <a:rPr lang="en-US" b="1" dirty="0">
                <a:latin typeface="IBM Plex Sans" panose="020B0503050203000203" pitchFamily="34" charset="0"/>
              </a:rPr>
              <a:t>Google’s AI Overviews</a:t>
            </a:r>
            <a:r>
              <a:rPr lang="en-US" dirty="0">
                <a:latin typeface="IBM Plex Sans" panose="020B0503050203000203" pitchFamily="34" charset="0"/>
              </a:rPr>
              <a:t>, as well as the AI Mode tab, have prompted </a:t>
            </a:r>
            <a:r>
              <a:rPr lang="en-US" b="1" dirty="0">
                <a:latin typeface="IBM Plex Sans" panose="020B0503050203000203" pitchFamily="34" charset="0"/>
              </a:rPr>
              <a:t>fears</a:t>
            </a:r>
            <a:r>
              <a:rPr lang="en-US" dirty="0">
                <a:latin typeface="IBM Plex Sans" panose="020B0503050203000203" pitchFamily="34" charset="0"/>
              </a:rPr>
              <a:t> of a </a:t>
            </a:r>
            <a:r>
              <a:rPr lang="en-US" b="1" dirty="0">
                <a:latin typeface="IBM Plex Sans" panose="020B0503050203000203" pitchFamily="34" charset="0"/>
              </a:rPr>
              <a:t>“Google zero” </a:t>
            </a:r>
            <a:r>
              <a:rPr lang="en-US" dirty="0">
                <a:latin typeface="IBM Plex Sans" panose="020B0503050203000203" pitchFamily="34" charset="0"/>
              </a:rPr>
              <a:t>future where </a:t>
            </a:r>
            <a:r>
              <a:rPr lang="en-US" b="1" dirty="0">
                <a:latin typeface="IBM Plex Sans" panose="020B0503050203000203" pitchFamily="34" charset="0"/>
              </a:rPr>
              <a:t>traffic</a:t>
            </a:r>
            <a:r>
              <a:rPr lang="en-US" dirty="0">
                <a:latin typeface="IBM Plex Sans" panose="020B0503050203000203" pitchFamily="34" charset="0"/>
              </a:rPr>
              <a:t> </a:t>
            </a:r>
            <a:r>
              <a:rPr lang="en-US" b="1" dirty="0">
                <a:latin typeface="IBM Plex Sans" panose="020B0503050203000203" pitchFamily="34" charset="0"/>
              </a:rPr>
              <a:t>referrals</a:t>
            </a:r>
            <a:r>
              <a:rPr lang="en-US" dirty="0">
                <a:latin typeface="IBM Plex Sans" panose="020B0503050203000203" pitchFamily="34" charset="0"/>
              </a:rPr>
              <a:t> </a:t>
            </a:r>
            <a:r>
              <a:rPr lang="en-US" b="1" dirty="0">
                <a:latin typeface="IBM Plex Sans" panose="020B0503050203000203" pitchFamily="34" charset="0"/>
              </a:rPr>
              <a:t>dry</a:t>
            </a:r>
            <a:r>
              <a:rPr lang="en-US" dirty="0">
                <a:latin typeface="IBM Plex Sans" panose="020B0503050203000203" pitchFamily="34" charset="0"/>
              </a:rPr>
              <a:t> </a:t>
            </a:r>
            <a:r>
              <a:rPr lang="en-US" b="1" dirty="0">
                <a:latin typeface="IBM Plex Sans" panose="020B0503050203000203" pitchFamily="34" charset="0"/>
              </a:rPr>
              <a:t>up.</a:t>
            </a:r>
            <a:r>
              <a:rPr lang="en-US" dirty="0">
                <a:latin typeface="IBM Plex Sans" panose="020B0503050203000203" pitchFamily="34" charset="0"/>
              </a:rPr>
              <a:t>”</a:t>
            </a:r>
            <a:r>
              <a:rPr lang="en-US" baseline="30000" dirty="0">
                <a:latin typeface="IBM Plex Sans" panose="020B0503050203000203" pitchFamily="34" charset="0"/>
              </a:rPr>
              <a:t>2</a:t>
            </a:r>
            <a:endParaRPr lang="en-US" b="0" i="0" u="none" strike="noStrike" cap="none" baseline="30000" noProof="0" dirty="0">
              <a:solidFill>
                <a:schemeClr val="dk1"/>
              </a:solidFill>
              <a:latin typeface="IBM Plex Sans" panose="020B0503050203000203" pitchFamily="34" charset="0"/>
              <a:sym typeface="Arial"/>
            </a:endParaRPr>
          </a:p>
        </p:txBody>
      </p:sp>
      <p:sp>
        <p:nvSpPr>
          <p:cNvPr id="20" name="Google Shape;1246;g3b23322d595_2_304">
            <a:extLst>
              <a:ext uri="{FF2B5EF4-FFF2-40B4-BE49-F238E27FC236}">
                <a16:creationId xmlns:a16="http://schemas.microsoft.com/office/drawing/2014/main" id="{7A1E65CA-6B93-DEDD-3B13-84A91FCF1D08}"/>
              </a:ext>
            </a:extLst>
          </p:cNvPr>
          <p:cNvSpPr txBox="1"/>
          <p:nvPr/>
        </p:nvSpPr>
        <p:spPr>
          <a:xfrm>
            <a:off x="3270821" y="4274646"/>
            <a:ext cx="3838287" cy="1384954"/>
          </a:xfrm>
          <a:prstGeom prst="rect">
            <a:avLst/>
          </a:prstGeom>
          <a:noFill/>
          <a:ln>
            <a:noFill/>
          </a:ln>
        </p:spPr>
        <p:txBody>
          <a:bodyPr spcFirstLastPara="1" wrap="square" lIns="91425" tIns="45700" rIns="0" bIns="45700" anchor="ctr" anchorCtr="0">
            <a:spAutoFit/>
          </a:bodyPr>
          <a:lstStyle/>
          <a:p>
            <a:pPr>
              <a:buSzPts val="1400"/>
            </a:pPr>
            <a:r>
              <a:rPr lang="en-US" b="0" i="0" u="none" strike="noStrike" cap="none" noProof="0" dirty="0">
                <a:solidFill>
                  <a:schemeClr val="dk1"/>
                </a:solidFill>
                <a:latin typeface="IBM Plex Sans" panose="020B0503050203000203" pitchFamily="34" charset="0"/>
                <a:ea typeface="IBM Plex Sans"/>
                <a:cs typeface="IBM Plex Sans"/>
                <a:sym typeface="IBM Plex Sans"/>
              </a:rPr>
              <a:t>“</a:t>
            </a:r>
            <a:r>
              <a:rPr lang="en-US" dirty="0">
                <a:latin typeface="IBM Plex Sans" panose="020B0503050203000203" pitchFamily="34" charset="0"/>
              </a:rPr>
              <a:t>The next three or four years will be incredibly challenging for publishers everywhere. </a:t>
            </a:r>
            <a:r>
              <a:rPr lang="en-US" b="1" dirty="0">
                <a:latin typeface="IBM Plex Sans" panose="020B0503050203000203" pitchFamily="34" charset="0"/>
              </a:rPr>
              <a:t>No one is immune to the AI summaries storm gathering on the horizon</a:t>
            </a:r>
            <a:r>
              <a:rPr lang="en-US" dirty="0">
                <a:latin typeface="IBM Plex Sans" panose="020B0503050203000203" pitchFamily="34" charset="0"/>
              </a:rPr>
              <a:t>. </a:t>
            </a:r>
            <a:endParaRPr lang="en-US" dirty="0">
              <a:solidFill>
                <a:srgbClr val="222222"/>
              </a:solidFill>
              <a:latin typeface="IBM Plex Sans" panose="020B0503050203000203" pitchFamily="34" charset="0"/>
            </a:endParaRPr>
          </a:p>
          <a:p>
            <a:pPr>
              <a:buSzPts val="1400"/>
            </a:pPr>
            <a:r>
              <a:rPr lang="en-US" b="1" dirty="0">
                <a:solidFill>
                  <a:srgbClr val="222222"/>
                </a:solidFill>
                <a:latin typeface="IBM Plex Sans" panose="020B0503050203000203" pitchFamily="34" charset="0"/>
              </a:rPr>
              <a:t>Publishers</a:t>
            </a:r>
            <a:r>
              <a:rPr lang="en-US" dirty="0">
                <a:solidFill>
                  <a:srgbClr val="222222"/>
                </a:solidFill>
                <a:latin typeface="IBM Plex Sans" panose="020B0503050203000203" pitchFamily="34" charset="0"/>
              </a:rPr>
              <a:t> need to </a:t>
            </a:r>
            <a:r>
              <a:rPr lang="en-US" b="1" dirty="0">
                <a:solidFill>
                  <a:srgbClr val="222222"/>
                </a:solidFill>
                <a:latin typeface="IBM Plex Sans" panose="020B0503050203000203" pitchFamily="34" charset="0"/>
              </a:rPr>
              <a:t>build</a:t>
            </a:r>
            <a:r>
              <a:rPr lang="en-US" dirty="0">
                <a:solidFill>
                  <a:srgbClr val="222222"/>
                </a:solidFill>
                <a:latin typeface="IBM Plex Sans" panose="020B0503050203000203" pitchFamily="34" charset="0"/>
              </a:rPr>
              <a:t> their own </a:t>
            </a:r>
            <a:r>
              <a:rPr lang="en-US" b="1" dirty="0">
                <a:solidFill>
                  <a:srgbClr val="222222"/>
                </a:solidFill>
                <a:latin typeface="IBM Plex Sans" panose="020B0503050203000203" pitchFamily="34" charset="0"/>
              </a:rPr>
              <a:t>shelters</a:t>
            </a:r>
            <a:r>
              <a:rPr lang="en-US" dirty="0">
                <a:solidFill>
                  <a:srgbClr val="222222"/>
                </a:solidFill>
                <a:latin typeface="IBM Plex Sans" panose="020B0503050203000203" pitchFamily="34" charset="0"/>
              </a:rPr>
              <a:t> or </a:t>
            </a:r>
            <a:r>
              <a:rPr lang="en-US" b="1" dirty="0">
                <a:solidFill>
                  <a:srgbClr val="222222"/>
                </a:solidFill>
                <a:latin typeface="IBM Plex Sans" panose="020B0503050203000203" pitchFamily="34" charset="0"/>
              </a:rPr>
              <a:t>risk</a:t>
            </a:r>
            <a:r>
              <a:rPr lang="en-US" dirty="0">
                <a:solidFill>
                  <a:srgbClr val="222222"/>
                </a:solidFill>
                <a:latin typeface="IBM Plex Sans" panose="020B0503050203000203" pitchFamily="34" charset="0"/>
              </a:rPr>
              <a:t> </a:t>
            </a:r>
            <a:r>
              <a:rPr lang="en-US" b="1" dirty="0">
                <a:solidFill>
                  <a:srgbClr val="222222"/>
                </a:solidFill>
                <a:latin typeface="IBM Plex Sans" panose="020B0503050203000203" pitchFamily="34" charset="0"/>
              </a:rPr>
              <a:t>being</a:t>
            </a:r>
            <a:r>
              <a:rPr lang="en-US" dirty="0">
                <a:solidFill>
                  <a:srgbClr val="222222"/>
                </a:solidFill>
                <a:latin typeface="IBM Plex Sans" panose="020B0503050203000203" pitchFamily="34" charset="0"/>
              </a:rPr>
              <a:t> </a:t>
            </a:r>
            <a:r>
              <a:rPr lang="en-US" b="1" dirty="0">
                <a:solidFill>
                  <a:srgbClr val="222222"/>
                </a:solidFill>
                <a:latin typeface="IBM Plex Sans" panose="020B0503050203000203" pitchFamily="34" charset="0"/>
              </a:rPr>
              <a:t>swept</a:t>
            </a:r>
            <a:r>
              <a:rPr lang="en-US" dirty="0">
                <a:solidFill>
                  <a:srgbClr val="222222"/>
                </a:solidFill>
                <a:latin typeface="IBM Plex Sans" panose="020B0503050203000203" pitchFamily="34" charset="0"/>
              </a:rPr>
              <a:t> away.</a:t>
            </a:r>
            <a:r>
              <a:rPr lang="en-US" b="0" i="0" u="none" strike="noStrike" cap="none" noProof="0" dirty="0">
                <a:solidFill>
                  <a:schemeClr val="dk1"/>
                </a:solidFill>
                <a:latin typeface="IBM Plex Sans" panose="020B0503050203000203" pitchFamily="34" charset="0"/>
                <a:ea typeface="IBM Plex Sans"/>
                <a:cs typeface="IBM Plex Sans"/>
                <a:sym typeface="IBM Plex Sans"/>
              </a:rPr>
              <a:t>”</a:t>
            </a:r>
            <a:r>
              <a:rPr lang="en-US" b="0" i="0" u="none" strike="noStrike" cap="none" baseline="30000" noProof="0" dirty="0">
                <a:solidFill>
                  <a:schemeClr val="dk1"/>
                </a:solidFill>
                <a:latin typeface="IBM Plex Sans" panose="020B0503050203000203" pitchFamily="34" charset="0"/>
                <a:ea typeface="IBM Plex Sans"/>
                <a:cs typeface="IBM Plex Sans"/>
                <a:sym typeface="IBM Plex Sans"/>
              </a:rPr>
              <a:t>4</a:t>
            </a:r>
            <a:endParaRPr lang="en-US" sz="1800" b="0" i="0" u="none" strike="noStrike" cap="none" noProof="0" dirty="0">
              <a:solidFill>
                <a:schemeClr val="dk1"/>
              </a:solidFill>
              <a:latin typeface="IBM Plex Sans" panose="020B0503050203000203" pitchFamily="34" charset="0"/>
              <a:sym typeface="Arial"/>
            </a:endParaRPr>
          </a:p>
        </p:txBody>
      </p:sp>
      <p:cxnSp>
        <p:nvCxnSpPr>
          <p:cNvPr id="21" name="Google Shape;1249;g3b23322d595_2_304">
            <a:extLst>
              <a:ext uri="{FF2B5EF4-FFF2-40B4-BE49-F238E27FC236}">
                <a16:creationId xmlns:a16="http://schemas.microsoft.com/office/drawing/2014/main" id="{B9847043-AC7E-48DF-76DA-719943147AFA}"/>
              </a:ext>
            </a:extLst>
          </p:cNvPr>
          <p:cNvCxnSpPr/>
          <p:nvPr/>
        </p:nvCxnSpPr>
        <p:spPr>
          <a:xfrm>
            <a:off x="450091" y="2897547"/>
            <a:ext cx="6858000" cy="0"/>
          </a:xfrm>
          <a:prstGeom prst="straightConnector1">
            <a:avLst/>
          </a:prstGeom>
          <a:noFill/>
          <a:ln w="9525" cap="flat" cmpd="sng">
            <a:solidFill>
              <a:srgbClr val="BFBFBF"/>
            </a:solidFill>
            <a:prstDash val="solid"/>
            <a:round/>
            <a:headEnd type="none" w="sm" len="sm"/>
            <a:tailEnd type="none" w="sm" len="sm"/>
          </a:ln>
        </p:spPr>
      </p:cxnSp>
      <p:cxnSp>
        <p:nvCxnSpPr>
          <p:cNvPr id="22" name="Google Shape;1250;g3b23322d595_2_304">
            <a:extLst>
              <a:ext uri="{FF2B5EF4-FFF2-40B4-BE49-F238E27FC236}">
                <a16:creationId xmlns:a16="http://schemas.microsoft.com/office/drawing/2014/main" id="{1DE19922-3E69-FF4D-A99C-CD82D3936B91}"/>
              </a:ext>
            </a:extLst>
          </p:cNvPr>
          <p:cNvCxnSpPr/>
          <p:nvPr/>
        </p:nvCxnSpPr>
        <p:spPr>
          <a:xfrm>
            <a:off x="450091" y="4163198"/>
            <a:ext cx="6858000" cy="0"/>
          </a:xfrm>
          <a:prstGeom prst="straightConnector1">
            <a:avLst/>
          </a:prstGeom>
          <a:noFill/>
          <a:ln w="9525" cap="flat" cmpd="sng">
            <a:solidFill>
              <a:srgbClr val="BFBFBF"/>
            </a:solidFill>
            <a:prstDash val="solid"/>
            <a:round/>
            <a:headEnd type="none" w="sm" len="sm"/>
            <a:tailEnd type="none" w="sm" len="sm"/>
          </a:ln>
        </p:spPr>
      </p:cxnSp>
      <p:sp>
        <p:nvSpPr>
          <p:cNvPr id="30" name="Google Shape;1245;g3b23322d595_2_304">
            <a:extLst>
              <a:ext uri="{FF2B5EF4-FFF2-40B4-BE49-F238E27FC236}">
                <a16:creationId xmlns:a16="http://schemas.microsoft.com/office/drawing/2014/main" id="{EC776878-ACF5-4167-E26E-B9599949087C}"/>
              </a:ext>
            </a:extLst>
          </p:cNvPr>
          <p:cNvSpPr txBox="1"/>
          <p:nvPr/>
        </p:nvSpPr>
        <p:spPr>
          <a:xfrm>
            <a:off x="3270821" y="3136995"/>
            <a:ext cx="3838286" cy="861774"/>
          </a:xfrm>
          <a:prstGeom prst="rect">
            <a:avLst/>
          </a:prstGeom>
          <a:noFill/>
          <a:ln>
            <a:noFill/>
          </a:ln>
        </p:spPr>
        <p:txBody>
          <a:bodyPr spcFirstLastPara="1" wrap="square" lIns="91425" tIns="0" rIns="91425" bIns="0" anchor="ctr" anchorCtr="0">
            <a:spAutoFit/>
          </a:bodyPr>
          <a:lstStyle/>
          <a:p>
            <a:r>
              <a:rPr lang="en-US" dirty="0">
                <a:latin typeface="IBM Plex Sans" panose="020B0503050203000203" pitchFamily="34" charset="0"/>
              </a:rPr>
              <a:t>“</a:t>
            </a:r>
            <a:r>
              <a:rPr lang="en-US" b="1" dirty="0">
                <a:latin typeface="IBM Plex Sans" panose="020B0503050203000203" pitchFamily="34" charset="0"/>
              </a:rPr>
              <a:t>Half of all publishers report</a:t>
            </a:r>
            <a:r>
              <a:rPr lang="en-US" dirty="0">
                <a:latin typeface="IBM Plex Sans" panose="020B0503050203000203" pitchFamily="34" charset="0"/>
              </a:rPr>
              <a:t> at least some search </a:t>
            </a:r>
            <a:r>
              <a:rPr lang="en-US" b="1" dirty="0">
                <a:latin typeface="IBM Plex Sans" panose="020B0503050203000203" pitchFamily="34" charset="0"/>
              </a:rPr>
              <a:t>traffic decline </a:t>
            </a:r>
            <a:r>
              <a:rPr lang="en-US" dirty="0">
                <a:latin typeface="IBM Plex Sans" panose="020B0503050203000203" pitchFamily="34" charset="0"/>
              </a:rPr>
              <a:t>over the past year. </a:t>
            </a:r>
            <a:r>
              <a:rPr lang="en-US" b="1" dirty="0">
                <a:latin typeface="IBM Plex Sans" panose="020B0503050203000203" pitchFamily="34" charset="0"/>
              </a:rPr>
              <a:t>AI overviews </a:t>
            </a:r>
            <a:r>
              <a:rPr lang="en-US" dirty="0">
                <a:latin typeface="IBM Plex Sans" panose="020B0503050203000203" pitchFamily="34" charset="0"/>
              </a:rPr>
              <a:t>are </a:t>
            </a:r>
            <a:r>
              <a:rPr lang="en-US" b="1" dirty="0">
                <a:latin typeface="IBM Plex Sans" panose="020B0503050203000203" pitchFamily="34" charset="0"/>
              </a:rPr>
              <a:t>cannibalizing website visits</a:t>
            </a:r>
            <a:r>
              <a:rPr lang="en-US" dirty="0">
                <a:latin typeface="IBM Plex Sans" panose="020B0503050203000203" pitchFamily="34" charset="0"/>
              </a:rPr>
              <a:t>.”</a:t>
            </a:r>
            <a:r>
              <a:rPr lang="en-US" baseline="30000" dirty="0">
                <a:latin typeface="IBM Plex Sans" panose="020B0503050203000203" pitchFamily="34" charset="0"/>
              </a:rPr>
              <a:t>3</a:t>
            </a:r>
          </a:p>
        </p:txBody>
      </p:sp>
      <p:graphicFrame>
        <p:nvGraphicFramePr>
          <p:cNvPr id="44" name="Gráfico 43">
            <a:extLst>
              <a:ext uri="{FF2B5EF4-FFF2-40B4-BE49-F238E27FC236}">
                <a16:creationId xmlns:a16="http://schemas.microsoft.com/office/drawing/2014/main" id="{4B3D8192-9DF0-5005-3680-546C5539FE11}"/>
              </a:ext>
            </a:extLst>
          </p:cNvPr>
          <p:cNvGraphicFramePr/>
          <p:nvPr/>
        </p:nvGraphicFramePr>
        <p:xfrm>
          <a:off x="7652142" y="1992988"/>
          <a:ext cx="4158116" cy="3633401"/>
        </p:xfrm>
        <a:graphic>
          <a:graphicData uri="http://schemas.openxmlformats.org/drawingml/2006/chart">
            <c:chart xmlns:c="http://schemas.openxmlformats.org/drawingml/2006/chart" xmlns:r="http://schemas.openxmlformats.org/officeDocument/2006/relationships" r:id="rId7"/>
          </a:graphicData>
        </a:graphic>
      </p:graphicFrame>
      <p:pic>
        <p:nvPicPr>
          <p:cNvPr id="46" name="Imagem 45" descr="Desenho com traços pretos em fundo branco  O conteúdo gerado por IA pode estar incorreto.">
            <a:extLst>
              <a:ext uri="{FF2B5EF4-FFF2-40B4-BE49-F238E27FC236}">
                <a16:creationId xmlns:a16="http://schemas.microsoft.com/office/drawing/2014/main" id="{8911017F-4EBA-EE29-F4D9-25041470F3AF}"/>
              </a:ext>
            </a:extLst>
          </p:cNvPr>
          <p:cNvPicPr>
            <a:picLocks noChangeAspect="1"/>
          </p:cNvPicPr>
          <p:nvPr/>
        </p:nvPicPr>
        <p:blipFill>
          <a:blip r:embed="rId8"/>
          <a:stretch>
            <a:fillRect/>
          </a:stretch>
        </p:blipFill>
        <p:spPr>
          <a:xfrm>
            <a:off x="527878" y="2096878"/>
            <a:ext cx="1049905" cy="335969"/>
          </a:xfrm>
          <a:prstGeom prst="rect">
            <a:avLst/>
          </a:prstGeom>
        </p:spPr>
      </p:pic>
      <p:pic>
        <p:nvPicPr>
          <p:cNvPr id="48" name="Imagem 47" descr="Uma imagem contendo Texto  O conteúdo gerado por IA pode estar incorreto.">
            <a:extLst>
              <a:ext uri="{FF2B5EF4-FFF2-40B4-BE49-F238E27FC236}">
                <a16:creationId xmlns:a16="http://schemas.microsoft.com/office/drawing/2014/main" id="{4958F50E-B296-90D7-8DF9-4AC47A351E55}"/>
              </a:ext>
            </a:extLst>
          </p:cNvPr>
          <p:cNvPicPr>
            <a:picLocks noChangeAspect="1"/>
          </p:cNvPicPr>
          <p:nvPr/>
        </p:nvPicPr>
        <p:blipFill>
          <a:blip r:embed="rId9"/>
          <a:stretch>
            <a:fillRect/>
          </a:stretch>
        </p:blipFill>
        <p:spPr>
          <a:xfrm>
            <a:off x="729134" y="2494349"/>
            <a:ext cx="2033338" cy="293269"/>
          </a:xfrm>
          <a:prstGeom prst="rect">
            <a:avLst/>
          </a:prstGeom>
        </p:spPr>
      </p:pic>
      <p:pic>
        <p:nvPicPr>
          <p:cNvPr id="50" name="Imagem 49" descr="Ícone  O conteúdo gerado por IA pode estar incorreto.">
            <a:extLst>
              <a:ext uri="{FF2B5EF4-FFF2-40B4-BE49-F238E27FC236}">
                <a16:creationId xmlns:a16="http://schemas.microsoft.com/office/drawing/2014/main" id="{E099079B-6AE8-C0F7-BA3F-BB2998520CD9}"/>
              </a:ext>
            </a:extLst>
          </p:cNvPr>
          <p:cNvPicPr>
            <a:picLocks noChangeAspect="1"/>
          </p:cNvPicPr>
          <p:nvPr/>
        </p:nvPicPr>
        <p:blipFill>
          <a:blip r:embed="rId10"/>
          <a:stretch>
            <a:fillRect/>
          </a:stretch>
        </p:blipFill>
        <p:spPr>
          <a:xfrm>
            <a:off x="527878" y="3106109"/>
            <a:ext cx="1600200" cy="381000"/>
          </a:xfrm>
          <a:prstGeom prst="rect">
            <a:avLst/>
          </a:prstGeom>
        </p:spPr>
      </p:pic>
      <p:pic>
        <p:nvPicPr>
          <p:cNvPr id="52" name="Imagem 51">
            <a:extLst>
              <a:ext uri="{FF2B5EF4-FFF2-40B4-BE49-F238E27FC236}">
                <a16:creationId xmlns:a16="http://schemas.microsoft.com/office/drawing/2014/main" id="{186BC2BA-17F6-C142-8182-77344270263A}"/>
              </a:ext>
            </a:extLst>
          </p:cNvPr>
          <p:cNvPicPr>
            <a:picLocks noChangeAspect="1"/>
          </p:cNvPicPr>
          <p:nvPr/>
        </p:nvPicPr>
        <p:blipFill>
          <a:blip r:embed="rId11"/>
          <a:stretch>
            <a:fillRect/>
          </a:stretch>
        </p:blipFill>
        <p:spPr>
          <a:xfrm>
            <a:off x="558245" y="3544593"/>
            <a:ext cx="2681138" cy="272415"/>
          </a:xfrm>
          <a:prstGeom prst="rect">
            <a:avLst/>
          </a:prstGeom>
        </p:spPr>
      </p:pic>
      <p:sp>
        <p:nvSpPr>
          <p:cNvPr id="53" name="AutoShape 2" descr="Barron's">
            <a:extLst>
              <a:ext uri="{FF2B5EF4-FFF2-40B4-BE49-F238E27FC236}">
                <a16:creationId xmlns:a16="http://schemas.microsoft.com/office/drawing/2014/main" id="{633F8710-B730-1F28-FFE5-93EADC92F9B3}"/>
              </a:ext>
            </a:extLst>
          </p:cNvPr>
          <p:cNvSpPr>
            <a:spLocks noChangeAspect="1" noChangeArrowheads="1"/>
          </p:cNvSpPr>
          <p:nvPr/>
        </p:nvSpPr>
        <p:spPr bwMode="auto">
          <a:xfrm>
            <a:off x="5943600" y="368829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US"/>
          </a:p>
        </p:txBody>
      </p:sp>
      <p:pic>
        <p:nvPicPr>
          <p:cNvPr id="57" name="Imagem 56">
            <a:extLst>
              <a:ext uri="{FF2B5EF4-FFF2-40B4-BE49-F238E27FC236}">
                <a16:creationId xmlns:a16="http://schemas.microsoft.com/office/drawing/2014/main" id="{B5E21B6D-CF4A-EDA6-A507-16BA666F232B}"/>
              </a:ext>
            </a:extLst>
          </p:cNvPr>
          <p:cNvPicPr>
            <a:picLocks noChangeAspect="1"/>
          </p:cNvPicPr>
          <p:nvPr/>
        </p:nvPicPr>
        <p:blipFill>
          <a:blip r:embed="rId12"/>
          <a:stretch>
            <a:fillRect/>
          </a:stretch>
        </p:blipFill>
        <p:spPr>
          <a:xfrm>
            <a:off x="527878" y="4632523"/>
            <a:ext cx="1397000" cy="307340"/>
          </a:xfrm>
          <a:prstGeom prst="rect">
            <a:avLst/>
          </a:prstGeom>
        </p:spPr>
      </p:pic>
      <p:pic>
        <p:nvPicPr>
          <p:cNvPr id="59" name="Imagem 58" descr="Texto  O conteúdo gerado por IA pode estar incorreto.">
            <a:extLst>
              <a:ext uri="{FF2B5EF4-FFF2-40B4-BE49-F238E27FC236}">
                <a16:creationId xmlns:a16="http://schemas.microsoft.com/office/drawing/2014/main" id="{3B4CD1FA-704F-370E-C803-22FFE9801C45}"/>
              </a:ext>
            </a:extLst>
          </p:cNvPr>
          <p:cNvPicPr>
            <a:picLocks noChangeAspect="1"/>
          </p:cNvPicPr>
          <p:nvPr/>
        </p:nvPicPr>
        <p:blipFill>
          <a:blip r:embed="rId13"/>
          <a:stretch>
            <a:fillRect/>
          </a:stretch>
        </p:blipFill>
        <p:spPr>
          <a:xfrm>
            <a:off x="653788" y="5032656"/>
            <a:ext cx="1942097" cy="404061"/>
          </a:xfrm>
          <a:prstGeom prst="rect">
            <a:avLst/>
          </a:prstGeom>
        </p:spPr>
      </p:pic>
      <p:sp>
        <p:nvSpPr>
          <p:cNvPr id="4" name="CaixaDeTexto 3">
            <a:extLst>
              <a:ext uri="{FF2B5EF4-FFF2-40B4-BE49-F238E27FC236}">
                <a16:creationId xmlns:a16="http://schemas.microsoft.com/office/drawing/2014/main" id="{B3AE9850-D953-4BF1-D53B-D2101B1D2CC4}"/>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a:latin typeface="IBM Plex Sans"/>
              </a:rPr>
              <a:t>Appendix – Detailed AI Overviews</a:t>
            </a:r>
          </a:p>
        </p:txBody>
      </p:sp>
    </p:spTree>
    <p:extLst>
      <p:ext uri="{BB962C8B-B14F-4D97-AF65-F5344CB8AC3E}">
        <p14:creationId xmlns:p14="http://schemas.microsoft.com/office/powerpoint/2010/main" val="3191353331"/>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F8D278F3-7292-1574-B9BC-F960840C96FA}"/>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46EE807B-2113-913B-2398-B03025A0DEE0}"/>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104</a:t>
            </a:fld>
            <a:endParaRPr lang="en-US" noProof="0"/>
          </a:p>
        </p:txBody>
      </p:sp>
      <p:sp>
        <p:nvSpPr>
          <p:cNvPr id="978" name="Google Shape;978;p67">
            <a:extLst>
              <a:ext uri="{FF2B5EF4-FFF2-40B4-BE49-F238E27FC236}">
                <a16:creationId xmlns:a16="http://schemas.microsoft.com/office/drawing/2014/main" id="{EE91C337-563E-9CF1-C508-8F712D203512}"/>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dirty="0">
                <a:sym typeface="Arial"/>
              </a:rPr>
              <a:t>Currency fluctuations did not materially impact Google’s 2025 revenue, as regional FX gains and losses were largely offsetting</a:t>
            </a:r>
            <a:endParaRPr lang="en-US" noProof="1"/>
          </a:p>
        </p:txBody>
      </p:sp>
      <p:sp>
        <p:nvSpPr>
          <p:cNvPr id="981" name="Google Shape;981;p67">
            <a:extLst>
              <a:ext uri="{FF2B5EF4-FFF2-40B4-BE49-F238E27FC236}">
                <a16:creationId xmlns:a16="http://schemas.microsoft.com/office/drawing/2014/main" id="{8AB53147-57B6-476D-EE3A-08444A0E804D}"/>
              </a:ext>
            </a:extLst>
          </p:cNvPr>
          <p:cNvSpPr txBox="1"/>
          <p:nvPr/>
        </p:nvSpPr>
        <p:spPr>
          <a:xfrm>
            <a:off x="420410" y="5679093"/>
            <a:ext cx="11350625" cy="46789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buSzPts val="1600"/>
            </a:pPr>
            <a:r>
              <a:rPr lang="en-US" b="1" noProof="1">
                <a:solidFill>
                  <a:schemeClr val="dk1"/>
                </a:solidFill>
                <a:latin typeface="IBM Plex Sans"/>
              </a:rPr>
              <a:t>Growth was led by the U.S. in absolute terms, while APAC and Other Americas delivered the strongest constant-currency growth rates at 20%+</a:t>
            </a:r>
          </a:p>
        </p:txBody>
      </p:sp>
      <p:sp>
        <p:nvSpPr>
          <p:cNvPr id="7" name="Google Shape;980;p67">
            <a:extLst>
              <a:ext uri="{FF2B5EF4-FFF2-40B4-BE49-F238E27FC236}">
                <a16:creationId xmlns:a16="http://schemas.microsoft.com/office/drawing/2014/main" id="{5F377E75-FF54-6DA0-A21B-5D11018E2818}"/>
              </a:ext>
            </a:extLst>
          </p:cNvPr>
          <p:cNvSpPr txBox="1"/>
          <p:nvPr/>
        </p:nvSpPr>
        <p:spPr>
          <a:xfrm>
            <a:off x="420595" y="6288194"/>
            <a:ext cx="10476861" cy="215444"/>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 </a:t>
            </a:r>
            <a:r>
              <a:rPr lang="en-US" sz="700" b="0" i="0" u="none" strike="noStrike" cap="none" noProof="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Alphabet IR 2025 earnings release</a:t>
            </a:r>
            <a:r>
              <a:rPr lang="en-US" sz="700" b="0" i="0" u="none" strike="noStrike" cap="none" noProof="0" dirty="0">
                <a:solidFill>
                  <a:srgbClr val="7F7F7F"/>
                </a:solidFill>
                <a:latin typeface="IBM Plex Sans"/>
                <a:ea typeface="IBM Plex Sans"/>
                <a:cs typeface="IBM Plex Sans"/>
                <a:sym typeface="IBM Plex Sans"/>
              </a:rPr>
              <a:t>, page 10</a:t>
            </a:r>
          </a:p>
          <a:p>
            <a:r>
              <a:rPr lang="en-US" sz="700" dirty="0">
                <a:solidFill>
                  <a:srgbClr val="7F7F7F"/>
                </a:solidFill>
                <a:latin typeface="IBM Plex Sans"/>
                <a:sym typeface="IBM Plex Sans"/>
              </a:rPr>
              <a:t>Note: Alphabet reports Constant Currency growth at the consolidated level. As Google Advertising accounts for ~73% of Alphabet’s total revenue (</a:t>
            </a:r>
            <a:r>
              <a:rPr lang="en-US" sz="700" dirty="0">
                <a:solidFill>
                  <a:srgbClr val="7F7F7F"/>
                </a:solidFill>
                <a:latin typeface="IBM Plex Sans"/>
                <a:sym typeface="IBM Plex Sans"/>
                <a:hlinkClick r:id="rId4">
                  <a:extLst>
                    <a:ext uri="{A12FA001-AC4F-418D-AE19-62706E023703}">
                      <ahyp:hlinkClr xmlns:ahyp="http://schemas.microsoft.com/office/drawing/2018/hyperlinkcolor" val="tx"/>
                    </a:ext>
                  </a:extLst>
                </a:hlinkClick>
              </a:rPr>
              <a:t>Alphabet’s 10-K</a:t>
            </a:r>
            <a:r>
              <a:rPr lang="en-US" sz="700" dirty="0">
                <a:solidFill>
                  <a:srgbClr val="7F7F7F"/>
                </a:solidFill>
                <a:latin typeface="IBM Plex Sans"/>
                <a:sym typeface="IBM Plex Sans"/>
              </a:rPr>
              <a:t>), the consolidated FX impact for FY 2025 is used as a reliable proxy for organic performance</a:t>
            </a:r>
            <a:endParaRPr lang="en-US" sz="700" noProof="0" dirty="0">
              <a:solidFill>
                <a:srgbClr val="7F7F7F"/>
              </a:solidFill>
              <a:latin typeface="IBM Plex Sans"/>
            </a:endParaRPr>
          </a:p>
        </p:txBody>
      </p:sp>
      <p:graphicFrame>
        <p:nvGraphicFramePr>
          <p:cNvPr id="4" name="Google Shape;933;g3b2110f3d24_0_616">
            <a:extLst>
              <a:ext uri="{FF2B5EF4-FFF2-40B4-BE49-F238E27FC236}">
                <a16:creationId xmlns:a16="http://schemas.microsoft.com/office/drawing/2014/main" id="{A4609621-06E6-2287-F4FB-99EFF46714A3}"/>
              </a:ext>
            </a:extLst>
          </p:cNvPr>
          <p:cNvGraphicFramePr/>
          <p:nvPr/>
        </p:nvGraphicFramePr>
        <p:xfrm>
          <a:off x="420410" y="1412875"/>
          <a:ext cx="11350624" cy="4125009"/>
        </p:xfrm>
        <a:graphic>
          <a:graphicData uri="http://schemas.openxmlformats.org/drawingml/2006/table">
            <a:tbl>
              <a:tblPr>
                <a:noFill/>
                <a:tableStyleId>{16461213-F4DB-495F-93F5-F8E8B3FAFA39}</a:tableStyleId>
              </a:tblPr>
              <a:tblGrid>
                <a:gridCol w="2037040">
                  <a:extLst>
                    <a:ext uri="{9D8B030D-6E8A-4147-A177-3AD203B41FA5}">
                      <a16:colId xmlns:a16="http://schemas.microsoft.com/office/drawing/2014/main" val="20000"/>
                    </a:ext>
                  </a:extLst>
                </a:gridCol>
                <a:gridCol w="1330512">
                  <a:extLst>
                    <a:ext uri="{9D8B030D-6E8A-4147-A177-3AD203B41FA5}">
                      <a16:colId xmlns:a16="http://schemas.microsoft.com/office/drawing/2014/main" val="20001"/>
                    </a:ext>
                  </a:extLst>
                </a:gridCol>
                <a:gridCol w="1330512">
                  <a:extLst>
                    <a:ext uri="{9D8B030D-6E8A-4147-A177-3AD203B41FA5}">
                      <a16:colId xmlns:a16="http://schemas.microsoft.com/office/drawing/2014/main" val="20002"/>
                    </a:ext>
                  </a:extLst>
                </a:gridCol>
                <a:gridCol w="1330512">
                  <a:extLst>
                    <a:ext uri="{9D8B030D-6E8A-4147-A177-3AD203B41FA5}">
                      <a16:colId xmlns:a16="http://schemas.microsoft.com/office/drawing/2014/main" val="2049976685"/>
                    </a:ext>
                  </a:extLst>
                </a:gridCol>
                <a:gridCol w="1330512">
                  <a:extLst>
                    <a:ext uri="{9D8B030D-6E8A-4147-A177-3AD203B41FA5}">
                      <a16:colId xmlns:a16="http://schemas.microsoft.com/office/drawing/2014/main" val="63869292"/>
                    </a:ext>
                  </a:extLst>
                </a:gridCol>
                <a:gridCol w="1330512">
                  <a:extLst>
                    <a:ext uri="{9D8B030D-6E8A-4147-A177-3AD203B41FA5}">
                      <a16:colId xmlns:a16="http://schemas.microsoft.com/office/drawing/2014/main" val="1018841455"/>
                    </a:ext>
                  </a:extLst>
                </a:gridCol>
                <a:gridCol w="1330512">
                  <a:extLst>
                    <a:ext uri="{9D8B030D-6E8A-4147-A177-3AD203B41FA5}">
                      <a16:colId xmlns:a16="http://schemas.microsoft.com/office/drawing/2014/main" val="2115216082"/>
                    </a:ext>
                  </a:extLst>
                </a:gridCol>
                <a:gridCol w="1330512">
                  <a:extLst>
                    <a:ext uri="{9D8B030D-6E8A-4147-A177-3AD203B41FA5}">
                      <a16:colId xmlns:a16="http://schemas.microsoft.com/office/drawing/2014/main" val="3068514479"/>
                    </a:ext>
                  </a:extLst>
                </a:gridCol>
              </a:tblGrid>
              <a:tr h="445122">
                <a:tc rowSpan="2">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u="none" strike="noStrike" cap="none" noProof="1">
                          <a:solidFill>
                            <a:schemeClr val="bg1"/>
                          </a:solidFill>
                          <a:latin typeface="IBM Plex Sans" panose="020B0503050203000203" pitchFamily="34" charset="0"/>
                          <a:cs typeface="Calibri"/>
                          <a:sym typeface="IBM Plex Sans" panose="020B0503050203000203" pitchFamily="34" charset="0"/>
                        </a:rPr>
                        <a:t>Google’s Revenue by Geography (Millions)</a:t>
                      </a:r>
                    </a:p>
                  </a:txBody>
                  <a:tcPr marT="46800" marB="468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gridSpan="2">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Year Ended December 31,</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6350" cap="flat" cmpd="sng" algn="ctr">
                      <a:solidFill>
                        <a:schemeClr val="bg1"/>
                      </a:solidFill>
                      <a:prstDash val="solid"/>
                      <a:round/>
                      <a:headEnd type="none" w="med" len="med"/>
                      <a:tailEnd type="none" w="med" len="med"/>
                    </a:lnB>
                    <a:solidFill>
                      <a:srgbClr val="7030A0"/>
                    </a:solidFill>
                  </a:tcPr>
                </a:tc>
                <a:tc hMerge="1">
                  <a:txBody>
                    <a:bodyPr/>
                    <a:lstStyle/>
                    <a:p>
                      <a:pPr marL="0" marR="0" lvl="0" indent="0" algn="ctr" rtl="0">
                        <a:lnSpc>
                          <a:spcPct val="100000"/>
                        </a:lnSpc>
                        <a:spcBef>
                          <a:spcPts val="0"/>
                        </a:spcBef>
                        <a:spcAft>
                          <a:spcPts val="0"/>
                        </a:spcAft>
                        <a:buClr>
                          <a:srgbClr val="000000"/>
                        </a:buClr>
                        <a:buSzPts val="1200"/>
                        <a:buFont typeface="Arial"/>
                        <a:buNone/>
                      </a:pPr>
                      <a:endParaRPr lang="en-US" sz="1200" b="1" i="0" u="none" strike="noStrike" cap="none" baseline="30000" noProof="0" dirty="0">
                        <a:solidFill>
                          <a:schemeClr val="bg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rowSpan="2">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1">
                          <a:solidFill>
                            <a:schemeClr val="bg1"/>
                          </a:solidFill>
                          <a:latin typeface="IBM Plex Sans" panose="020B0503050203000203" pitchFamily="34" charset="0"/>
                          <a:cs typeface="Calibri"/>
                          <a:sym typeface="IBM Plex Sans" panose="020B0503050203000203" pitchFamily="34" charset="0"/>
                        </a:rPr>
                        <a:t>FX Effect</a:t>
                      </a:r>
                    </a:p>
                  </a:txBody>
                  <a:tcPr marL="91450" marR="91450" marT="27425" marB="274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rowSpan="2">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1">
                          <a:solidFill>
                            <a:schemeClr val="bg1"/>
                          </a:solidFill>
                          <a:latin typeface="IBM Plex Sans" panose="020B0503050203000203" pitchFamily="34" charset="0"/>
                          <a:cs typeface="Calibri"/>
                          <a:sym typeface="IBM Plex Sans" panose="020B0503050203000203" pitchFamily="34" charset="0"/>
                        </a:rPr>
                        <a:t>Constant Currency</a:t>
                      </a:r>
                    </a:p>
                  </a:txBody>
                  <a:tcPr marL="91450" marR="91450" marT="27425" marB="274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gridSpan="3">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  Change from Prior Period</a:t>
                      </a:r>
                    </a:p>
                  </a:txBody>
                  <a:tcPr marL="91450" marR="9145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6350" cap="flat" cmpd="sng" algn="ctr">
                      <a:solidFill>
                        <a:schemeClr val="bg1"/>
                      </a:solidFill>
                      <a:prstDash val="solid"/>
                      <a:round/>
                      <a:headEnd type="none" w="med" len="med"/>
                      <a:tailEnd type="none" w="med" len="med"/>
                    </a:lnB>
                    <a:solidFill>
                      <a:srgbClr val="7030A0"/>
                    </a:solidFill>
                  </a:tcPr>
                </a:tc>
                <a:tc hMerge="1">
                  <a:txBody>
                    <a:bodyPr/>
                    <a:lstStyle/>
                    <a:p>
                      <a:pPr marL="0" marR="0" lvl="0" indent="0" algn="ctr" rtl="0">
                        <a:lnSpc>
                          <a:spcPct val="100000"/>
                        </a:lnSpc>
                        <a:spcBef>
                          <a:spcPts val="0"/>
                        </a:spcBef>
                        <a:spcAft>
                          <a:spcPts val="0"/>
                        </a:spcAft>
                        <a:buClr>
                          <a:srgbClr val="000000"/>
                        </a:buClr>
                        <a:buSzPts val="1200"/>
                        <a:buFont typeface="Arial"/>
                        <a:buNone/>
                      </a:pPr>
                      <a:endPar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hMerge="1">
                  <a:txBody>
                    <a:bodyPr/>
                    <a:lstStyle/>
                    <a:p>
                      <a:pPr marL="0" marR="0" lvl="0" indent="0" algn="ctr" rtl="0">
                        <a:lnSpc>
                          <a:spcPct val="100000"/>
                        </a:lnSpc>
                        <a:spcBef>
                          <a:spcPts val="0"/>
                        </a:spcBef>
                        <a:spcAft>
                          <a:spcPts val="0"/>
                        </a:spcAft>
                        <a:buClr>
                          <a:srgbClr val="000000"/>
                        </a:buClr>
                        <a:buSzPts val="1200"/>
                        <a:buFont typeface="Arial"/>
                        <a:buNone/>
                      </a:pPr>
                      <a:endPar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493635">
                <a:tc vMerge="1">
                  <a:txBody>
                    <a:bodyPr/>
                    <a:lstStyle/>
                    <a:p>
                      <a:endParaRPr dirty="0"/>
                    </a:p>
                  </a:txBody>
                  <a:tcPr marL="90000" marR="90000" marT="46800" marB="468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1">
                          <a:solidFill>
                            <a:schemeClr val="bg1"/>
                          </a:solidFill>
                          <a:latin typeface="IBM Plex Sans" panose="020B0503050203000203" pitchFamily="34" charset="0"/>
                          <a:ea typeface="Calibri"/>
                          <a:cs typeface="Calibri"/>
                          <a:sym typeface="IBM Plex Sans" panose="020B0503050203000203" pitchFamily="34" charset="0"/>
                        </a:rPr>
                        <a:t>2024</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solid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1">
                          <a:solidFill>
                            <a:schemeClr val="bg1"/>
                          </a:solidFill>
                          <a:latin typeface="IBM Plex Sans" panose="020B0503050203000203" pitchFamily="34" charset="0"/>
                          <a:ea typeface="Calibri"/>
                          <a:cs typeface="Calibri"/>
                          <a:sym typeface="IBM Plex Sans" panose="020B0503050203000203" pitchFamily="34" charset="0"/>
                        </a:rPr>
                        <a:t>2025</a:t>
                      </a:r>
                      <a:endParaRPr lang="en-US" sz="1200" b="1" i="0" u="none" strike="noStrike" cap="none" baseline="30000" noProof="1">
                        <a:solidFill>
                          <a:schemeClr val="bg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solid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tc vMerge="1">
                  <a:txBody>
                    <a:bodyPr/>
                    <a:lstStyle/>
                    <a:p>
                      <a:endParaRPr dirty="0"/>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vMerge="1">
                  <a:txBody>
                    <a:bodyPr/>
                    <a:lstStyle/>
                    <a:p>
                      <a:endParaRPr dirty="0"/>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1">
                          <a:solidFill>
                            <a:schemeClr val="bg1"/>
                          </a:solidFill>
                          <a:latin typeface="IBM Plex Sans" panose="020B0503050203000203" pitchFamily="34" charset="0"/>
                          <a:ea typeface="Calibri"/>
                          <a:cs typeface="Calibri"/>
                          <a:sym typeface="IBM Plex Sans" panose="020B0503050203000203" pitchFamily="34" charset="0"/>
                        </a:rPr>
                        <a:t>As reported</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solid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1">
                          <a:solidFill>
                            <a:schemeClr val="bg1"/>
                          </a:solidFill>
                          <a:latin typeface="IBM Plex Sans" panose="020B0503050203000203" pitchFamily="34" charset="0"/>
                          <a:ea typeface="Calibri"/>
                          <a:cs typeface="Calibri"/>
                          <a:sym typeface="IBM Plex Sans" panose="020B0503050203000203" pitchFamily="34" charset="0"/>
                        </a:rPr>
                        <a:t>Less FX Effect</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solid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1">
                          <a:solidFill>
                            <a:schemeClr val="bg1"/>
                          </a:solidFill>
                          <a:latin typeface="IBM Plex Sans" panose="020B0503050203000203" pitchFamily="34" charset="0"/>
                          <a:ea typeface="Calibri"/>
                          <a:cs typeface="Calibri"/>
                          <a:sym typeface="IBM Plex Sans" panose="020B0503050203000203" pitchFamily="34" charset="0"/>
                        </a:rPr>
                        <a:t>Constant Currency</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solid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17084378"/>
                  </a:ext>
                </a:extLst>
              </a:tr>
              <a:tr h="531042">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cs typeface="Calibri"/>
                          <a:sym typeface="Arial"/>
                        </a:rPr>
                        <a:t>United States</a:t>
                      </a:r>
                    </a:p>
                  </a:txBody>
                  <a:tcPr marT="9525"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$ 170,447</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$ 194,229</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$ 0</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$ 194,229</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14.0%</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0%</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14.0%</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531042">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cs typeface="Calibri"/>
                          <a:sym typeface="Arial"/>
                        </a:rPr>
                        <a:t>EMEA</a:t>
                      </a:r>
                    </a:p>
                  </a:txBody>
                  <a:tcPr marT="9525"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$ 102,127</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$ 117,152</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$ 2,755</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$ 114,396</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14.7%</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2.7%</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12.0%</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949540536"/>
                  </a:ext>
                </a:extLst>
              </a:tr>
              <a:tr h="531042">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cs typeface="Calibri"/>
                          <a:sym typeface="Arial"/>
                        </a:rPr>
                        <a:t>APAC</a:t>
                      </a:r>
                    </a:p>
                  </a:txBody>
                  <a:tcPr marT="9525"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$ 56,815</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$ 67,680</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-$ 314</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$ 67,994</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19.1%</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-0.6%</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19.7%</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543443761"/>
                  </a:ext>
                </a:extLst>
              </a:tr>
              <a:tr h="531042">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cs typeface="Calibri"/>
                          <a:sym typeface="Arial"/>
                        </a:rPr>
                        <a:t>Other Americas</a:t>
                      </a:r>
                    </a:p>
                  </a:txBody>
                  <a:tcPr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$ 20,418</a:t>
                      </a:r>
                    </a:p>
                  </a:txBody>
                  <a:tcPr marL="9525" marR="9525" marT="9525"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$ 23,902</a:t>
                      </a:r>
                    </a:p>
                  </a:txBody>
                  <a:tcPr marL="9525" marR="9525" marT="9525"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-$ 834</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$ 24,736</a:t>
                      </a:r>
                    </a:p>
                  </a:txBody>
                  <a:tcPr marL="9525" marR="9525" marT="9525"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17.1%</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-4.1%</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21.1%</a:t>
                      </a:r>
                    </a:p>
                  </a:txBody>
                  <a:tcPr marL="9525" marR="9525" marT="9525"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3"/>
                  </a:ext>
                </a:extLst>
              </a:tr>
              <a:tr h="531042">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cs typeface="Calibri"/>
                          <a:sym typeface="Arial"/>
                        </a:rPr>
                        <a:t>Revenue, excluding hedging effect</a:t>
                      </a:r>
                    </a:p>
                  </a:txBody>
                  <a:tcPr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1" i="0" u="none" strike="noStrike" cap="none" noProof="1">
                          <a:solidFill>
                            <a:srgbClr val="000000"/>
                          </a:solidFill>
                          <a:latin typeface="IBM Plex Sans" panose="020B0503050203000203" pitchFamily="34" charset="0"/>
                          <a:cs typeface="Arial"/>
                          <a:sym typeface="Arial"/>
                        </a:rPr>
                        <a:t>$ 349,807</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solidFill>
                      <a:schemeClr val="bg1">
                        <a:lumMod val="95000"/>
                      </a:schemeClr>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1" i="0" u="none" strike="noStrike" cap="none" noProof="1">
                          <a:solidFill>
                            <a:srgbClr val="000000"/>
                          </a:solidFill>
                          <a:latin typeface="IBM Plex Sans" panose="020B0503050203000203" pitchFamily="34" charset="0"/>
                          <a:cs typeface="Arial"/>
                          <a:sym typeface="Arial"/>
                        </a:rPr>
                        <a:t>$ 402,963</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solidFill>
                      <a:schemeClr val="bg1">
                        <a:lumMod val="95000"/>
                      </a:schemeClr>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1" i="0" u="none" strike="noStrike" cap="none" noProof="1">
                          <a:solidFill>
                            <a:srgbClr val="000000"/>
                          </a:solidFill>
                          <a:latin typeface="IBM Plex Sans" panose="020B0503050203000203" pitchFamily="34" charset="0"/>
                          <a:cs typeface="Arial"/>
                          <a:sym typeface="Arial"/>
                        </a:rPr>
                        <a:t>$ 1,607</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solidFill>
                      <a:schemeClr val="bg1">
                        <a:lumMod val="95000"/>
                      </a:schemeClr>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1" i="0" u="none" strike="noStrike" cap="none" noProof="1">
                          <a:solidFill>
                            <a:srgbClr val="000000"/>
                          </a:solidFill>
                          <a:latin typeface="IBM Plex Sans" panose="020B0503050203000203" pitchFamily="34" charset="0"/>
                          <a:cs typeface="Arial"/>
                          <a:sym typeface="Arial"/>
                        </a:rPr>
                        <a:t>$ 401,356</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solidFill>
                      <a:schemeClr val="bg1">
                        <a:lumMod val="95000"/>
                      </a:schemeClr>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1" i="0" u="none" strike="noStrike" cap="none" noProof="1">
                          <a:solidFill>
                            <a:srgbClr val="000000"/>
                          </a:solidFill>
                          <a:latin typeface="IBM Plex Sans" panose="020B0503050203000203" pitchFamily="34" charset="0"/>
                          <a:cs typeface="Arial"/>
                          <a:sym typeface="Arial"/>
                        </a:rPr>
                        <a:t>15.2%</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solidFill>
                      <a:schemeClr val="bg1">
                        <a:lumMod val="95000"/>
                      </a:schemeClr>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1" i="0" u="none" strike="noStrike" cap="none" noProof="1">
                          <a:solidFill>
                            <a:srgbClr val="000000"/>
                          </a:solidFill>
                          <a:latin typeface="IBM Plex Sans" panose="020B0503050203000203" pitchFamily="34" charset="0"/>
                          <a:cs typeface="Arial"/>
                          <a:sym typeface="Arial"/>
                        </a:rPr>
                        <a:t>0.5%</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solidFill>
                      <a:schemeClr val="bg1">
                        <a:lumMod val="95000"/>
                      </a:schemeClr>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1" i="0" u="none" strike="noStrike" cap="none" noProof="1">
                          <a:solidFill>
                            <a:srgbClr val="000000"/>
                          </a:solidFill>
                          <a:latin typeface="IBM Plex Sans" panose="020B0503050203000203" pitchFamily="34" charset="0"/>
                          <a:cs typeface="Arial"/>
                          <a:sym typeface="Arial"/>
                        </a:rPr>
                        <a:t>14.7%</a:t>
                      </a:r>
                    </a:p>
                  </a:txBody>
                  <a:tcPr marL="9525" marR="9525" marT="9525"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solidFill>
                      <a:schemeClr val="bg1">
                        <a:lumMod val="95000"/>
                      </a:schemeClr>
                    </a:solidFill>
                  </a:tcPr>
                </a:tc>
                <a:extLst>
                  <a:ext uri="{0D108BD9-81ED-4DB2-BD59-A6C34878D82A}">
                    <a16:rowId xmlns:a16="http://schemas.microsoft.com/office/drawing/2014/main" val="2886370169"/>
                  </a:ext>
                </a:extLst>
              </a:tr>
              <a:tr h="531042">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cs typeface="Calibri"/>
                          <a:sym typeface="Arial"/>
                        </a:rPr>
                        <a:t>Total FX impact on 2025 revenue</a:t>
                      </a:r>
                    </a:p>
                  </a:txBody>
                  <a:tcPr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endParaRPr lang="en-US" sz="1200" b="1" i="0" u="none" strike="noStrike" cap="none" noProof="1">
                        <a:solidFill>
                          <a:srgbClr val="000000"/>
                        </a:solidFill>
                        <a:latin typeface="IBM Plex Sans" panose="020B0503050203000203" pitchFamily="34" charset="0"/>
                        <a:cs typeface="Arial"/>
                        <a:sym typeface="Arial"/>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1" i="0" u="none" strike="noStrike" cap="none" noProof="1">
                          <a:solidFill>
                            <a:srgbClr val="000000"/>
                          </a:solidFill>
                          <a:latin typeface="IBM Plex Sans" panose="020B0503050203000203" pitchFamily="34" charset="0"/>
                          <a:cs typeface="Arial"/>
                          <a:sym typeface="Arial"/>
                        </a:rPr>
                        <a:t>0.40%</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endParaRPr lang="en-US" sz="1200" b="0" i="0" u="none" strike="noStrike" cap="none" noProof="1">
                        <a:solidFill>
                          <a:srgbClr val="000000"/>
                        </a:solidFill>
                        <a:latin typeface="IBM Plex Sans" panose="020B0503050203000203" pitchFamily="34" charset="0"/>
                        <a:cs typeface="Arial"/>
                        <a:sym typeface="Arial"/>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endParaRPr lang="en-US" sz="1200" b="0" i="0" u="none" strike="noStrike" cap="none" noProof="1">
                        <a:solidFill>
                          <a:srgbClr val="000000"/>
                        </a:solidFill>
                        <a:latin typeface="IBM Plex Sans" panose="020B0503050203000203" pitchFamily="34" charset="0"/>
                        <a:cs typeface="Arial"/>
                        <a:sym typeface="Arial"/>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endParaRPr lang="en-US" sz="1200" b="0" i="0" u="none" strike="noStrike" cap="none" noProof="1">
                        <a:solidFill>
                          <a:srgbClr val="000000"/>
                        </a:solidFill>
                        <a:latin typeface="IBM Plex Sans" panose="020B0503050203000203" pitchFamily="34" charset="0"/>
                        <a:cs typeface="Arial"/>
                        <a:sym typeface="Arial"/>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endParaRPr lang="en-US" sz="1200" b="0" i="0" u="none" strike="noStrike" cap="none" noProof="1">
                        <a:solidFill>
                          <a:srgbClr val="000000"/>
                        </a:solidFill>
                        <a:latin typeface="IBM Plex Sans" panose="020B0503050203000203" pitchFamily="34" charset="0"/>
                        <a:cs typeface="Arial"/>
                        <a:sym typeface="Arial"/>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endParaRPr lang="en-US" sz="1200" b="0" i="0" u="none" strike="noStrike" cap="none" noProof="1">
                        <a:solidFill>
                          <a:srgbClr val="000000"/>
                        </a:solidFill>
                        <a:latin typeface="IBM Plex Sans" panose="020B0503050203000203" pitchFamily="34" charset="0"/>
                        <a:cs typeface="Arial"/>
                        <a:sym typeface="Arial"/>
                      </a:endParaRPr>
                    </a:p>
                  </a:txBody>
                  <a:tcPr marL="9525" marR="9525" marT="9525"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487326795"/>
                  </a:ext>
                </a:extLst>
              </a:tr>
            </a:tbl>
          </a:graphicData>
        </a:graphic>
      </p:graphicFrame>
      <p:sp>
        <p:nvSpPr>
          <p:cNvPr id="2" name="CaixaDeTexto 1">
            <a:extLst>
              <a:ext uri="{FF2B5EF4-FFF2-40B4-BE49-F238E27FC236}">
                <a16:creationId xmlns:a16="http://schemas.microsoft.com/office/drawing/2014/main" id="{7875FCEE-0D55-0009-1877-8746F147D940}"/>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2025 Overview: Assumptions review</a:t>
            </a:r>
          </a:p>
        </p:txBody>
      </p:sp>
      <p:sp>
        <p:nvSpPr>
          <p:cNvPr id="3" name="Rectangle 7">
            <a:extLst>
              <a:ext uri="{FF2B5EF4-FFF2-40B4-BE49-F238E27FC236}">
                <a16:creationId xmlns:a16="http://schemas.microsoft.com/office/drawing/2014/main" id="{346FA0DF-ABA6-15F8-BBFE-229D147626D5}"/>
              </a:ext>
            </a:extLst>
          </p:cNvPr>
          <p:cNvSpPr/>
          <p:nvPr/>
        </p:nvSpPr>
        <p:spPr>
          <a:xfrm>
            <a:off x="9212228" y="4436888"/>
            <a:ext cx="1097280" cy="1143000"/>
          </a:xfrm>
          <a:prstGeom prst="rect">
            <a:avLst/>
          </a:prstGeom>
          <a:noFill/>
          <a:ln w="28575">
            <a:solidFill>
              <a:srgbClr val="7FD8A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8" name="TextBox 8">
            <a:extLst>
              <a:ext uri="{FF2B5EF4-FFF2-40B4-BE49-F238E27FC236}">
                <a16:creationId xmlns:a16="http://schemas.microsoft.com/office/drawing/2014/main" id="{E46F6850-F9BE-F3D2-A353-C7BF85045226}"/>
              </a:ext>
            </a:extLst>
          </p:cNvPr>
          <p:cNvSpPr txBox="1"/>
          <p:nvPr/>
        </p:nvSpPr>
        <p:spPr>
          <a:xfrm>
            <a:off x="9159273" y="4981357"/>
            <a:ext cx="1203189" cy="600164"/>
          </a:xfrm>
          <a:prstGeom prst="rect">
            <a:avLst/>
          </a:prstGeom>
          <a:noFill/>
        </p:spPr>
        <p:txBody>
          <a:bodyPr wrap="square" rtlCol="0">
            <a:spAutoFit/>
          </a:bodyPr>
          <a:lstStyle/>
          <a:p>
            <a:pPr algn="ctr"/>
            <a:r>
              <a:rPr lang="en-US" sz="1100" b="1" noProof="0" dirty="0">
                <a:solidFill>
                  <a:srgbClr val="7FD8A6"/>
                </a:solidFill>
                <a:latin typeface="IBM Plex Sans" panose="020B0503050203000203" pitchFamily="34" charset="0"/>
              </a:rPr>
              <a:t>Impact on Google’s growth rate</a:t>
            </a:r>
          </a:p>
        </p:txBody>
      </p:sp>
    </p:spTree>
    <p:extLst>
      <p:ext uri="{BB962C8B-B14F-4D97-AF65-F5344CB8AC3E}">
        <p14:creationId xmlns:p14="http://schemas.microsoft.com/office/powerpoint/2010/main" val="1067141955"/>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5D728D4C-B026-4535-8F0B-7940F2B8B578}"/>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3C87463C-7133-6A0B-FD4F-0D8DC8215E74}"/>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105</a:t>
            </a:fld>
            <a:endParaRPr lang="en-US" noProof="0"/>
          </a:p>
        </p:txBody>
      </p:sp>
      <p:sp>
        <p:nvSpPr>
          <p:cNvPr id="978" name="Google Shape;978;p67">
            <a:extLst>
              <a:ext uri="{FF2B5EF4-FFF2-40B4-BE49-F238E27FC236}">
                <a16:creationId xmlns:a16="http://schemas.microsoft.com/office/drawing/2014/main" id="{CF8CBD6D-4459-E2B2-8D23-BF867102F5EF}"/>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dirty="0"/>
              <a:t>Organizations </a:t>
            </a:r>
            <a:r>
              <a:rPr lang="en-001" dirty="0"/>
              <a:t>allocate</a:t>
            </a:r>
            <a:r>
              <a:rPr lang="en-US" dirty="0"/>
              <a:t> budget for new AI formats to test, learn and build early capabilities</a:t>
            </a:r>
            <a:endParaRPr lang="en-US" noProof="1"/>
          </a:p>
        </p:txBody>
      </p:sp>
      <p:sp>
        <p:nvSpPr>
          <p:cNvPr id="981" name="Google Shape;981;p67">
            <a:extLst>
              <a:ext uri="{FF2B5EF4-FFF2-40B4-BE49-F238E27FC236}">
                <a16:creationId xmlns:a16="http://schemas.microsoft.com/office/drawing/2014/main" id="{4F1B40AC-C1EC-11D8-A800-2D4CBA1F01F1}"/>
              </a:ext>
            </a:extLst>
          </p:cNvPr>
          <p:cNvSpPr txBox="1"/>
          <p:nvPr/>
        </p:nvSpPr>
        <p:spPr>
          <a:xfrm>
            <a:off x="420410" y="5683851"/>
            <a:ext cx="11350625" cy="46789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buSzPts val="1600"/>
            </a:pPr>
            <a:r>
              <a:rPr lang="en-US" b="1" noProof="1">
                <a:solidFill>
                  <a:schemeClr val="dk1"/>
                </a:solidFill>
                <a:latin typeface="IBM Plex Sans"/>
              </a:rPr>
              <a:t>The industry is shifting from experimental testing to high-intent AI-referral traffic that delivers superior user engagement</a:t>
            </a:r>
          </a:p>
        </p:txBody>
      </p:sp>
      <p:sp>
        <p:nvSpPr>
          <p:cNvPr id="7" name="Google Shape;980;p67">
            <a:extLst>
              <a:ext uri="{FF2B5EF4-FFF2-40B4-BE49-F238E27FC236}">
                <a16:creationId xmlns:a16="http://schemas.microsoft.com/office/drawing/2014/main" id="{3EB5A640-BC90-A960-B976-2147B77D0597}"/>
              </a:ext>
            </a:extLst>
          </p:cNvPr>
          <p:cNvSpPr txBox="1"/>
          <p:nvPr/>
        </p:nvSpPr>
        <p:spPr>
          <a:xfrm>
            <a:off x="420595" y="6395916"/>
            <a:ext cx="10476861" cy="107722"/>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 </a:t>
            </a:r>
            <a:r>
              <a:rPr lang="en-US" sz="70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BCG</a:t>
            </a:r>
            <a:r>
              <a:rPr lang="en-US" sz="700" dirty="0">
                <a:solidFill>
                  <a:srgbClr val="7F7F7F"/>
                </a:solidFill>
                <a:latin typeface="IBM Plex Sans"/>
                <a:ea typeface="IBM Plex Sans"/>
                <a:cs typeface="IBM Plex Sans"/>
                <a:sym typeface="IBM Plex Sans"/>
              </a:rPr>
              <a:t>, (2) </a:t>
            </a:r>
            <a:r>
              <a:rPr lang="en-US" sz="70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IAB</a:t>
            </a:r>
            <a:r>
              <a:rPr lang="en-US" sz="700" dirty="0">
                <a:solidFill>
                  <a:srgbClr val="7F7F7F"/>
                </a:solidFill>
                <a:latin typeface="IBM Plex Sans"/>
                <a:ea typeface="IBM Plex Sans"/>
                <a:cs typeface="IBM Plex Sans"/>
                <a:sym typeface="IBM Plex Sans"/>
              </a:rPr>
              <a:t>, (3) </a:t>
            </a:r>
            <a:r>
              <a:rPr lang="en-US" sz="70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Marketing Agent</a:t>
            </a:r>
            <a:r>
              <a:rPr lang="en-US" sz="700" dirty="0">
                <a:solidFill>
                  <a:srgbClr val="7F7F7F"/>
                </a:solidFill>
                <a:latin typeface="IBM Plex Sans"/>
                <a:ea typeface="IBM Plex Sans"/>
                <a:cs typeface="IBM Plex Sans"/>
                <a:sym typeface="IBM Plex Sans"/>
              </a:rPr>
              <a:t>, (4) </a:t>
            </a:r>
            <a:r>
              <a:rPr lang="en-US" sz="700" dirty="0">
                <a:solidFill>
                  <a:srgbClr val="7F7F7F"/>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DemandGenReport</a:t>
            </a:r>
            <a:r>
              <a:rPr lang="en-US" sz="700" dirty="0">
                <a:solidFill>
                  <a:srgbClr val="7F7F7F"/>
                </a:solidFill>
                <a:latin typeface="IBM Plex Sans"/>
                <a:ea typeface="IBM Plex Sans"/>
                <a:cs typeface="IBM Plex Sans"/>
                <a:sym typeface="IBM Plex Sans"/>
              </a:rPr>
              <a:t>, (5) </a:t>
            </a:r>
            <a:r>
              <a:rPr lang="en-US" sz="700" dirty="0">
                <a:solidFill>
                  <a:srgbClr val="7F7F7F"/>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Martech</a:t>
            </a:r>
            <a:r>
              <a:rPr lang="en-US" sz="700" dirty="0">
                <a:solidFill>
                  <a:srgbClr val="7F7F7F"/>
                </a:solidFill>
                <a:latin typeface="IBM Plex Sans"/>
                <a:ea typeface="IBM Plex Sans"/>
                <a:cs typeface="IBM Plex Sans"/>
                <a:sym typeface="IBM Plex Sans"/>
              </a:rPr>
              <a:t>, (6) </a:t>
            </a:r>
            <a:r>
              <a:rPr lang="en-US" sz="700" dirty="0">
                <a:solidFill>
                  <a:srgbClr val="7F7F7F"/>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Conductor</a:t>
            </a:r>
            <a:r>
              <a:rPr lang="en-US" sz="700" dirty="0">
                <a:solidFill>
                  <a:srgbClr val="7F7F7F"/>
                </a:solidFill>
                <a:latin typeface="IBM Plex Sans"/>
                <a:ea typeface="IBM Plex Sans"/>
                <a:cs typeface="IBM Plex Sans"/>
                <a:sym typeface="IBM Plex Sans"/>
              </a:rPr>
              <a:t>  </a:t>
            </a:r>
            <a:endParaRPr lang="en-US" sz="700" noProof="0" dirty="0">
              <a:solidFill>
                <a:srgbClr val="7F7F7F"/>
              </a:solidFill>
              <a:latin typeface="IBM Plex Sans"/>
            </a:endParaRPr>
          </a:p>
        </p:txBody>
      </p:sp>
      <p:sp>
        <p:nvSpPr>
          <p:cNvPr id="17" name="Google Shape;1242;g3b23322d595_2_304">
            <a:extLst>
              <a:ext uri="{FF2B5EF4-FFF2-40B4-BE49-F238E27FC236}">
                <a16:creationId xmlns:a16="http://schemas.microsoft.com/office/drawing/2014/main" id="{812FA6A0-A601-0512-B7CE-C4F7AAED8AA7}"/>
              </a:ext>
            </a:extLst>
          </p:cNvPr>
          <p:cNvSpPr txBox="1"/>
          <p:nvPr/>
        </p:nvSpPr>
        <p:spPr>
          <a:xfrm>
            <a:off x="407988" y="1422111"/>
            <a:ext cx="7964487" cy="467890"/>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200"/>
            </a:pPr>
            <a:r>
              <a:rPr lang="en-US" b="1" dirty="0">
                <a:solidFill>
                  <a:schemeClr val="lt1"/>
                </a:solidFill>
                <a:latin typeface="IBM Plex Sans"/>
                <a:ea typeface="IBM Plex Sans"/>
                <a:cs typeface="IBM Plex Sans"/>
                <a:sym typeface="IBM Plex Sans"/>
              </a:rPr>
              <a:t>Organizations testing behavior</a:t>
            </a:r>
            <a:endParaRPr lang="en-US" b="1" i="0" u="none" strike="noStrike" cap="none" noProof="0" dirty="0">
              <a:solidFill>
                <a:schemeClr val="lt1"/>
              </a:solidFill>
              <a:latin typeface="IBM Plex Sans"/>
              <a:ea typeface="IBM Plex Sans"/>
              <a:cs typeface="IBM Plex Sans"/>
              <a:sym typeface="IBM Plex Sans"/>
            </a:endParaRPr>
          </a:p>
        </p:txBody>
      </p:sp>
      <p:sp>
        <p:nvSpPr>
          <p:cNvPr id="18" name="Google Shape;1244;g3b23322d595_2_304">
            <a:extLst>
              <a:ext uri="{FF2B5EF4-FFF2-40B4-BE49-F238E27FC236}">
                <a16:creationId xmlns:a16="http://schemas.microsoft.com/office/drawing/2014/main" id="{3FB46CBC-2B4F-77B0-5CCE-30BDE37FBCA0}"/>
              </a:ext>
            </a:extLst>
          </p:cNvPr>
          <p:cNvSpPr txBox="1"/>
          <p:nvPr/>
        </p:nvSpPr>
        <p:spPr>
          <a:xfrm>
            <a:off x="8694738" y="1422111"/>
            <a:ext cx="3106164" cy="467890"/>
          </a:xfrm>
          <a:prstGeom prst="rect">
            <a:avLst/>
          </a:prstGeom>
          <a:solidFill>
            <a:srgbClr val="7030A0"/>
          </a:solidFill>
          <a:ln>
            <a:noFill/>
          </a:ln>
        </p:spPr>
        <p:txBody>
          <a:bodyPr spcFirstLastPara="1" wrap="square" lIns="0" tIns="45700" rIns="0" bIns="45700" anchor="ctr" anchorCtr="0">
            <a:noAutofit/>
          </a:bodyPr>
          <a:lstStyle/>
          <a:p>
            <a:pPr algn="ctr">
              <a:buClr>
                <a:schemeClr val="lt1"/>
              </a:buClr>
              <a:buSzPts val="1400"/>
            </a:pPr>
            <a:r>
              <a:rPr lang="en-US" b="1" dirty="0">
                <a:solidFill>
                  <a:schemeClr val="lt1"/>
                </a:solidFill>
                <a:latin typeface="IBM Plex Sans"/>
                <a:ea typeface="IBM Plex Sans"/>
                <a:cs typeface="IBM Plex Sans"/>
                <a:sym typeface="IBM Plex Sans"/>
              </a:rPr>
              <a:t>Early AI-referral performance</a:t>
            </a:r>
            <a:endParaRPr lang="en-US" sz="1400" b="1" i="0" u="none" strike="noStrike" cap="none" baseline="30000" noProof="0" dirty="0">
              <a:solidFill>
                <a:schemeClr val="lt1"/>
              </a:solidFill>
              <a:latin typeface="IBM Plex Sans"/>
              <a:ea typeface="IBM Plex Sans"/>
              <a:cs typeface="IBM Plex Sans"/>
              <a:sym typeface="IBM Plex Sans"/>
            </a:endParaRPr>
          </a:p>
        </p:txBody>
      </p:sp>
      <p:sp>
        <p:nvSpPr>
          <p:cNvPr id="53" name="AutoShape 2" descr="Barron's">
            <a:extLst>
              <a:ext uri="{FF2B5EF4-FFF2-40B4-BE49-F238E27FC236}">
                <a16:creationId xmlns:a16="http://schemas.microsoft.com/office/drawing/2014/main" id="{5F7FA528-3AB5-1737-6C28-74E18A09063A}"/>
              </a:ext>
            </a:extLst>
          </p:cNvPr>
          <p:cNvSpPr>
            <a:spLocks noChangeAspect="1" noChangeArrowheads="1"/>
          </p:cNvSpPr>
          <p:nvPr/>
        </p:nvSpPr>
        <p:spPr bwMode="auto">
          <a:xfrm>
            <a:off x="5943600" y="350541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US"/>
          </a:p>
        </p:txBody>
      </p:sp>
      <p:sp>
        <p:nvSpPr>
          <p:cNvPr id="26" name="Google Shape;2799;g3b23322d595_2_1804">
            <a:extLst>
              <a:ext uri="{FF2B5EF4-FFF2-40B4-BE49-F238E27FC236}">
                <a16:creationId xmlns:a16="http://schemas.microsoft.com/office/drawing/2014/main" id="{7F04FBCA-440D-6AFF-DC66-D93C7ADE2D07}"/>
              </a:ext>
            </a:extLst>
          </p:cNvPr>
          <p:cNvSpPr txBox="1"/>
          <p:nvPr/>
        </p:nvSpPr>
        <p:spPr>
          <a:xfrm>
            <a:off x="8694739" y="2027332"/>
            <a:ext cx="1513370" cy="1232329"/>
          </a:xfrm>
          <a:prstGeom prst="rect">
            <a:avLst/>
          </a:prstGeom>
          <a:noFill/>
          <a:ln>
            <a:noFill/>
          </a:ln>
        </p:spPr>
        <p:txBody>
          <a:bodyPr spcFirstLastPara="1" wrap="square" lIns="91425" tIns="91425" rIns="91425" bIns="91425" anchor="t" anchorCtr="0">
            <a:noAutofit/>
          </a:bodyPr>
          <a:lstStyle/>
          <a:p>
            <a:pPr>
              <a:buSzPts val="1400"/>
            </a:pPr>
            <a:r>
              <a:rPr lang="en-US" sz="4000" b="1" noProof="0" dirty="0">
                <a:solidFill>
                  <a:srgbClr val="C197E1"/>
                </a:solidFill>
                <a:latin typeface="IBM Plex Sans"/>
                <a:ea typeface="IBM Plex Sans"/>
                <a:sym typeface="IBM Plex Sans"/>
              </a:rPr>
              <a:t>23%</a:t>
            </a:r>
            <a:endParaRPr lang="en-US" sz="4000" b="0" i="0" u="none" strike="noStrike" cap="none" noProof="0" dirty="0">
              <a:solidFill>
                <a:srgbClr val="C197E1"/>
              </a:solidFill>
              <a:latin typeface="IBM Plex Sans"/>
              <a:ea typeface="IBM Plex Sans"/>
              <a:cs typeface="IBM Plex Sans"/>
              <a:sym typeface="IBM Plex Sans"/>
            </a:endParaRPr>
          </a:p>
          <a:p>
            <a:pPr lvl="0">
              <a:buSzPts val="1400"/>
            </a:pPr>
            <a:r>
              <a:rPr lang="en-US" sz="1200" b="1" dirty="0">
                <a:latin typeface="IBM Plex Sans" panose="020B0503050203000203" pitchFamily="34" charset="0"/>
              </a:rPr>
              <a:t>Decrease in</a:t>
            </a:r>
            <a:r>
              <a:rPr lang="en-US" sz="1200" dirty="0">
                <a:latin typeface="IBM Plex Sans" panose="020B0503050203000203" pitchFamily="34" charset="0"/>
              </a:rPr>
              <a:t> </a:t>
            </a:r>
            <a:r>
              <a:rPr lang="en-US" sz="1200" b="1" dirty="0">
                <a:latin typeface="IBM Plex Sans" panose="020B0503050203000203" pitchFamily="34" charset="0"/>
              </a:rPr>
              <a:t>bounce</a:t>
            </a:r>
            <a:r>
              <a:rPr lang="en-US" sz="1200" dirty="0">
                <a:latin typeface="IBM Plex Sans" panose="020B0503050203000203" pitchFamily="34" charset="0"/>
              </a:rPr>
              <a:t> rate</a:t>
            </a:r>
            <a:r>
              <a:rPr lang="en-US" sz="1200" baseline="30000" dirty="0">
                <a:latin typeface="IBM Plex Sans" panose="020B0503050203000203" pitchFamily="34" charset="0"/>
              </a:rPr>
              <a:t>3</a:t>
            </a:r>
            <a:endParaRPr lang="en-US" sz="1200" baseline="30000" noProof="0" dirty="0">
              <a:latin typeface="IBM Plex Sans" panose="020B0503050203000203" pitchFamily="34" charset="0"/>
            </a:endParaRPr>
          </a:p>
        </p:txBody>
      </p:sp>
      <p:sp>
        <p:nvSpPr>
          <p:cNvPr id="27" name="Google Shape;2799;g3b23322d595_2_1804">
            <a:extLst>
              <a:ext uri="{FF2B5EF4-FFF2-40B4-BE49-F238E27FC236}">
                <a16:creationId xmlns:a16="http://schemas.microsoft.com/office/drawing/2014/main" id="{510ED90B-D657-208E-2168-F2F2970CBCC1}"/>
              </a:ext>
            </a:extLst>
          </p:cNvPr>
          <p:cNvSpPr txBox="1"/>
          <p:nvPr/>
        </p:nvSpPr>
        <p:spPr>
          <a:xfrm>
            <a:off x="10372425" y="2027332"/>
            <a:ext cx="1410523" cy="1232329"/>
          </a:xfrm>
          <a:prstGeom prst="rect">
            <a:avLst/>
          </a:prstGeom>
          <a:noFill/>
          <a:ln>
            <a:noFill/>
          </a:ln>
        </p:spPr>
        <p:txBody>
          <a:bodyPr spcFirstLastPara="1" wrap="square" lIns="91425" tIns="91425" rIns="91425" bIns="91425" anchor="t" anchorCtr="0">
            <a:noAutofit/>
          </a:bodyPr>
          <a:lstStyle/>
          <a:p>
            <a:pPr>
              <a:buSzPts val="1400"/>
            </a:pPr>
            <a:r>
              <a:rPr lang="en-US" sz="4000" b="1" dirty="0">
                <a:solidFill>
                  <a:srgbClr val="C197E1"/>
                </a:solidFill>
                <a:latin typeface="IBM Plex Sans"/>
                <a:ea typeface="IBM Plex Sans"/>
                <a:sym typeface="IBM Plex Sans"/>
              </a:rPr>
              <a:t>41</a:t>
            </a:r>
            <a:r>
              <a:rPr lang="en-US" sz="4000" b="1" noProof="0" dirty="0">
                <a:solidFill>
                  <a:srgbClr val="C197E1"/>
                </a:solidFill>
                <a:latin typeface="IBM Plex Sans"/>
                <a:ea typeface="IBM Plex Sans"/>
                <a:sym typeface="IBM Plex Sans"/>
              </a:rPr>
              <a:t>%</a:t>
            </a:r>
            <a:endParaRPr lang="en-US" sz="4000" b="0" i="0" u="none" strike="noStrike" cap="none" noProof="0" dirty="0">
              <a:solidFill>
                <a:srgbClr val="C197E1"/>
              </a:solidFill>
              <a:latin typeface="IBM Plex Sans"/>
              <a:ea typeface="IBM Plex Sans"/>
              <a:cs typeface="IBM Plex Sans"/>
              <a:sym typeface="IBM Plex Sans"/>
            </a:endParaRPr>
          </a:p>
          <a:p>
            <a:pPr lvl="0">
              <a:buSzPts val="1400"/>
            </a:pPr>
            <a:r>
              <a:rPr lang="en-US" sz="1200" b="1" dirty="0">
                <a:latin typeface="IBM Plex Sans" panose="020B0503050203000203" pitchFamily="34" charset="0"/>
              </a:rPr>
              <a:t>Increase</a:t>
            </a:r>
            <a:r>
              <a:rPr lang="en-US" sz="1200" dirty="0">
                <a:latin typeface="IBM Plex Sans" panose="020B0503050203000203" pitchFamily="34" charset="0"/>
              </a:rPr>
              <a:t> in</a:t>
            </a:r>
            <a:r>
              <a:rPr lang="en-US" sz="1200" b="1" dirty="0">
                <a:latin typeface="IBM Plex Sans" panose="020B0503050203000203" pitchFamily="34" charset="0"/>
              </a:rPr>
              <a:t> time</a:t>
            </a:r>
            <a:r>
              <a:rPr lang="en-US" sz="1200" dirty="0">
                <a:latin typeface="IBM Plex Sans" panose="020B0503050203000203" pitchFamily="34" charset="0"/>
              </a:rPr>
              <a:t> on</a:t>
            </a:r>
            <a:r>
              <a:rPr lang="en-US" sz="1200" b="1" dirty="0">
                <a:latin typeface="IBM Plex Sans" panose="020B0503050203000203" pitchFamily="34" charset="0"/>
              </a:rPr>
              <a:t> site</a:t>
            </a:r>
            <a:r>
              <a:rPr lang="en-US" sz="1200" baseline="30000" dirty="0">
                <a:latin typeface="IBM Plex Sans" panose="020B0503050203000203" pitchFamily="34" charset="0"/>
              </a:rPr>
              <a:t>3</a:t>
            </a:r>
            <a:endParaRPr lang="en-US" sz="1200" b="1" baseline="30000" noProof="0" dirty="0">
              <a:latin typeface="IBM Plex Sans" panose="020B0503050203000203" pitchFamily="34" charset="0"/>
            </a:endParaRPr>
          </a:p>
        </p:txBody>
      </p:sp>
      <p:sp>
        <p:nvSpPr>
          <p:cNvPr id="28" name="Google Shape;2799;g3b23322d595_2_1804">
            <a:extLst>
              <a:ext uri="{FF2B5EF4-FFF2-40B4-BE49-F238E27FC236}">
                <a16:creationId xmlns:a16="http://schemas.microsoft.com/office/drawing/2014/main" id="{37A3B522-5B15-2A5F-74CB-2F57A5DB57B9}"/>
              </a:ext>
            </a:extLst>
          </p:cNvPr>
          <p:cNvSpPr txBox="1"/>
          <p:nvPr/>
        </p:nvSpPr>
        <p:spPr>
          <a:xfrm>
            <a:off x="10372425" y="3505411"/>
            <a:ext cx="1410523" cy="1232329"/>
          </a:xfrm>
          <a:prstGeom prst="rect">
            <a:avLst/>
          </a:prstGeom>
          <a:noFill/>
          <a:ln>
            <a:noFill/>
          </a:ln>
        </p:spPr>
        <p:txBody>
          <a:bodyPr spcFirstLastPara="1" wrap="square" lIns="91425" tIns="91425" rIns="91425" bIns="91425" anchor="t" anchorCtr="0">
            <a:noAutofit/>
          </a:bodyPr>
          <a:lstStyle/>
          <a:p>
            <a:pPr>
              <a:buSzPts val="1400"/>
            </a:pPr>
            <a:r>
              <a:rPr lang="en-US" sz="4000" b="1" dirty="0">
                <a:solidFill>
                  <a:srgbClr val="C197E1"/>
                </a:solidFill>
                <a:latin typeface="IBM Plex Sans"/>
                <a:ea typeface="IBM Plex Sans"/>
                <a:sym typeface="IBM Plex Sans"/>
              </a:rPr>
              <a:t>12</a:t>
            </a:r>
            <a:r>
              <a:rPr lang="en-US" sz="4000" b="1" noProof="0" dirty="0">
                <a:solidFill>
                  <a:srgbClr val="C197E1"/>
                </a:solidFill>
                <a:latin typeface="IBM Plex Sans"/>
                <a:ea typeface="IBM Plex Sans"/>
                <a:sym typeface="IBM Plex Sans"/>
              </a:rPr>
              <a:t>%</a:t>
            </a:r>
            <a:endParaRPr lang="en-US" sz="4000" b="0" i="0" u="none" strike="noStrike" cap="none" noProof="0" dirty="0">
              <a:solidFill>
                <a:srgbClr val="C197E1"/>
              </a:solidFill>
              <a:latin typeface="IBM Plex Sans"/>
              <a:ea typeface="IBM Plex Sans"/>
              <a:cs typeface="IBM Plex Sans"/>
              <a:sym typeface="IBM Plex Sans"/>
            </a:endParaRPr>
          </a:p>
          <a:p>
            <a:pPr lvl="0">
              <a:buSzPts val="1400"/>
            </a:pPr>
            <a:r>
              <a:rPr lang="en-US" sz="1200" b="1" dirty="0">
                <a:latin typeface="IBM Plex Sans" panose="020B0503050203000203" pitchFamily="34" charset="0"/>
              </a:rPr>
              <a:t>Increase</a:t>
            </a:r>
            <a:r>
              <a:rPr lang="en-US" sz="1200" dirty="0">
                <a:latin typeface="IBM Plex Sans" panose="020B0503050203000203" pitchFamily="34" charset="0"/>
              </a:rPr>
              <a:t> in </a:t>
            </a:r>
            <a:r>
              <a:rPr lang="en-US" sz="1200" b="1" dirty="0">
                <a:latin typeface="IBM Plex Sans" panose="020B0503050203000203" pitchFamily="34" charset="0"/>
              </a:rPr>
              <a:t>page</a:t>
            </a:r>
            <a:r>
              <a:rPr lang="en-US" sz="1200" dirty="0">
                <a:latin typeface="IBM Plex Sans" panose="020B0503050203000203" pitchFamily="34" charset="0"/>
              </a:rPr>
              <a:t> </a:t>
            </a:r>
            <a:r>
              <a:rPr lang="en-US" sz="1200" b="1" dirty="0">
                <a:latin typeface="IBM Plex Sans" panose="020B0503050203000203" pitchFamily="34" charset="0"/>
              </a:rPr>
              <a:t>views</a:t>
            </a:r>
            <a:r>
              <a:rPr lang="en-US" sz="1200" baseline="30000" dirty="0">
                <a:latin typeface="IBM Plex Sans" panose="020B0503050203000203" pitchFamily="34" charset="0"/>
              </a:rPr>
              <a:t>3</a:t>
            </a:r>
            <a:endParaRPr lang="en-US" sz="1200" b="1" baseline="30000" noProof="0" dirty="0">
              <a:latin typeface="IBM Plex Sans" panose="020B0503050203000203" pitchFamily="34" charset="0"/>
            </a:endParaRPr>
          </a:p>
        </p:txBody>
      </p:sp>
      <p:sp>
        <p:nvSpPr>
          <p:cNvPr id="29" name="Google Shape;2799;g3b23322d595_2_1804">
            <a:extLst>
              <a:ext uri="{FF2B5EF4-FFF2-40B4-BE49-F238E27FC236}">
                <a16:creationId xmlns:a16="http://schemas.microsoft.com/office/drawing/2014/main" id="{A5B47123-2440-AF42-4AD9-30CDEFF55F0E}"/>
              </a:ext>
            </a:extLst>
          </p:cNvPr>
          <p:cNvSpPr txBox="1"/>
          <p:nvPr/>
        </p:nvSpPr>
        <p:spPr>
          <a:xfrm>
            <a:off x="420410" y="1962184"/>
            <a:ext cx="7952065" cy="1232329"/>
          </a:xfrm>
          <a:prstGeom prst="rect">
            <a:avLst/>
          </a:prstGeom>
          <a:noFill/>
          <a:ln>
            <a:noFill/>
          </a:ln>
        </p:spPr>
        <p:txBody>
          <a:bodyPr spcFirstLastPara="1" wrap="square" lIns="91425" tIns="91425" rIns="91425" bIns="91425" anchor="t" anchorCtr="0">
            <a:noAutofit/>
          </a:bodyPr>
          <a:lstStyle/>
          <a:p>
            <a:pPr>
              <a:buSzPts val="1400"/>
            </a:pPr>
            <a:r>
              <a:rPr lang="en-US" sz="4000" b="1" dirty="0">
                <a:solidFill>
                  <a:srgbClr val="83D9AA"/>
                </a:solidFill>
                <a:latin typeface="IBM Plex Sans" panose="020B0503050203000203" pitchFamily="34" charset="0"/>
                <a:cs typeface="Calibri"/>
                <a:sym typeface="IBM Plex Sans"/>
              </a:rPr>
              <a:t>75%</a:t>
            </a:r>
          </a:p>
          <a:p>
            <a:pPr lvl="0">
              <a:buSzPts val="1400"/>
            </a:pPr>
            <a:r>
              <a:rPr lang="en-US" sz="1200" dirty="0">
                <a:latin typeface="IBM Plex Sans" panose="020B0503050203000203" pitchFamily="34" charset="0"/>
              </a:rPr>
              <a:t>of </a:t>
            </a:r>
            <a:r>
              <a:rPr lang="en-US" sz="1200" b="1" dirty="0">
                <a:latin typeface="IBM Plex Sans" panose="020B0503050203000203" pitchFamily="34" charset="0"/>
              </a:rPr>
              <a:t>organizations</a:t>
            </a:r>
            <a:r>
              <a:rPr lang="en-US" sz="1200" dirty="0">
                <a:latin typeface="IBM Plex Sans" panose="020B0503050203000203" pitchFamily="34" charset="0"/>
              </a:rPr>
              <a:t> </a:t>
            </a:r>
            <a:r>
              <a:rPr lang="en-US" sz="1200" b="1" dirty="0">
                <a:latin typeface="IBM Plex Sans" panose="020B0503050203000203" pitchFamily="34" charset="0"/>
              </a:rPr>
              <a:t>plan to increase the budget for new AI formats over the next two years</a:t>
            </a:r>
            <a:r>
              <a:rPr lang="en-US" sz="1200" dirty="0">
                <a:latin typeface="IBM Plex Sans" panose="020B0503050203000203" pitchFamily="34" charset="0"/>
              </a:rPr>
              <a:t> (conditional on stabilized performance benchmarks and improved integration)</a:t>
            </a:r>
            <a:r>
              <a:rPr lang="en-US" sz="1200" baseline="30000" noProof="0" dirty="0">
                <a:latin typeface="IBM Plex Sans" panose="020B0503050203000203" pitchFamily="34" charset="0"/>
              </a:rPr>
              <a:t>1</a:t>
            </a:r>
          </a:p>
        </p:txBody>
      </p:sp>
      <p:grpSp>
        <p:nvGrpSpPr>
          <p:cNvPr id="31" name="Group 19">
            <a:extLst>
              <a:ext uri="{FF2B5EF4-FFF2-40B4-BE49-F238E27FC236}">
                <a16:creationId xmlns:a16="http://schemas.microsoft.com/office/drawing/2014/main" id="{E5E7929C-69CE-86D2-CF88-AE420C9593FE}"/>
              </a:ext>
            </a:extLst>
          </p:cNvPr>
          <p:cNvGrpSpPr/>
          <p:nvPr/>
        </p:nvGrpSpPr>
        <p:grpSpPr>
          <a:xfrm>
            <a:off x="470521" y="3200920"/>
            <a:ext cx="7901954" cy="1079413"/>
            <a:chOff x="6233547" y="2291190"/>
            <a:chExt cx="2236898" cy="1079413"/>
          </a:xfrm>
        </p:grpSpPr>
        <p:sp>
          <p:nvSpPr>
            <p:cNvPr id="32" name="Google Shape;2809;g3b23322d595_2_1804">
              <a:extLst>
                <a:ext uri="{FF2B5EF4-FFF2-40B4-BE49-F238E27FC236}">
                  <a16:creationId xmlns:a16="http://schemas.microsoft.com/office/drawing/2014/main" id="{8D2BB129-E940-3FE4-FD1A-0969B00403DB}"/>
                </a:ext>
              </a:extLst>
            </p:cNvPr>
            <p:cNvSpPr txBox="1"/>
            <p:nvPr/>
          </p:nvSpPr>
          <p:spPr>
            <a:xfrm>
              <a:off x="6233547" y="2802511"/>
              <a:ext cx="2236898" cy="568092"/>
            </a:xfrm>
            <a:prstGeom prst="rect">
              <a:avLst/>
            </a:prstGeom>
            <a:noFill/>
            <a:ln>
              <a:noFill/>
            </a:ln>
          </p:spPr>
          <p:txBody>
            <a:bodyPr spcFirstLastPara="1" wrap="square" lIns="91425" tIns="91425" rIns="91425" bIns="91425" anchor="t" anchorCtr="0">
              <a:noAutofit/>
            </a:bodyPr>
            <a:lstStyle/>
            <a:p>
              <a:pPr>
                <a:buSzPts val="1400"/>
              </a:pPr>
              <a:r>
                <a:rPr lang="en-US" sz="1200" b="1" dirty="0">
                  <a:latin typeface="IBM Plex Sans" panose="020B0503050203000203" pitchFamily="34" charset="0"/>
                </a:rPr>
                <a:t>of advertisers now use cross-platform measurement </a:t>
              </a:r>
              <a:r>
                <a:rPr lang="en-US" sz="1200" dirty="0">
                  <a:latin typeface="IBM Plex Sans" panose="020B0503050203000203" pitchFamily="34" charset="0"/>
                </a:rPr>
                <a:t>to </a:t>
              </a:r>
              <a:r>
                <a:rPr lang="en-US" sz="1200" b="1" dirty="0">
                  <a:latin typeface="IBM Plex Sans" panose="020B0503050203000203" pitchFamily="34" charset="0"/>
                </a:rPr>
                <a:t>track</a:t>
              </a:r>
              <a:r>
                <a:rPr lang="en-US" sz="1200" dirty="0">
                  <a:latin typeface="IBM Plex Sans" panose="020B0503050203000203" pitchFamily="34" charset="0"/>
                </a:rPr>
                <a:t> the rapid acceleration of agentic </a:t>
              </a:r>
              <a:r>
                <a:rPr lang="en-US" sz="1200" b="1" dirty="0">
                  <a:latin typeface="IBM Plex Sans" panose="020B0503050203000203" pitchFamily="34" charset="0"/>
                </a:rPr>
                <a:t>AI-driven campaigns</a:t>
              </a:r>
              <a:r>
                <a:rPr lang="en-US" sz="1200" baseline="30000" noProof="0" dirty="0">
                  <a:latin typeface="IBM Plex Sans" panose="020B0503050203000203" pitchFamily="34" charset="0"/>
                  <a:sym typeface="IBM Plex Sans"/>
                </a:rPr>
                <a:t>2</a:t>
              </a:r>
              <a:endParaRPr lang="en-US" sz="1200" b="0" i="0" u="none" strike="noStrike" cap="none" baseline="30000" noProof="0" dirty="0">
                <a:solidFill>
                  <a:srgbClr val="000000"/>
                </a:solidFill>
                <a:latin typeface="IBM Plex Sans" panose="020B0503050203000203" pitchFamily="34" charset="0"/>
                <a:ea typeface="IBM Plex Sans"/>
                <a:cs typeface="IBM Plex Sans"/>
                <a:sym typeface="IBM Plex Sans"/>
              </a:endParaRPr>
            </a:p>
          </p:txBody>
        </p:sp>
        <p:sp>
          <p:nvSpPr>
            <p:cNvPr id="33" name="Google Shape;2810;g3b23322d595_2_1804">
              <a:extLst>
                <a:ext uri="{FF2B5EF4-FFF2-40B4-BE49-F238E27FC236}">
                  <a16:creationId xmlns:a16="http://schemas.microsoft.com/office/drawing/2014/main" id="{754A3BBF-EB5A-BA09-DC48-39FE2F38B29B}"/>
                </a:ext>
              </a:extLst>
            </p:cNvPr>
            <p:cNvSpPr txBox="1"/>
            <p:nvPr/>
          </p:nvSpPr>
          <p:spPr>
            <a:xfrm>
              <a:off x="6233547" y="2291190"/>
              <a:ext cx="1645920" cy="601681"/>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1600"/>
                <a:buFont typeface="Arial"/>
                <a:buNone/>
              </a:pPr>
              <a:r>
                <a:rPr lang="en-US" sz="4000" b="1" dirty="0">
                  <a:solidFill>
                    <a:srgbClr val="7030A0"/>
                  </a:solidFill>
                  <a:latin typeface="IBM Plex Sans"/>
                  <a:sym typeface="Calibri"/>
                </a:rPr>
                <a:t>72%</a:t>
              </a:r>
              <a:endParaRPr lang="en-US" sz="4000" b="1" dirty="0">
                <a:solidFill>
                  <a:srgbClr val="7030A0"/>
                </a:solidFill>
                <a:latin typeface="IBM Plex Sans"/>
              </a:endParaRPr>
            </a:p>
          </p:txBody>
        </p:sp>
      </p:grpSp>
      <p:sp>
        <p:nvSpPr>
          <p:cNvPr id="34" name="CaixaDeTexto 33">
            <a:extLst>
              <a:ext uri="{FF2B5EF4-FFF2-40B4-BE49-F238E27FC236}">
                <a16:creationId xmlns:a16="http://schemas.microsoft.com/office/drawing/2014/main" id="{BC2EDE47-FBBD-6F6F-868B-F0B3E07C2B42}"/>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AI future outlook</a:t>
            </a:r>
          </a:p>
        </p:txBody>
      </p:sp>
      <p:sp>
        <p:nvSpPr>
          <p:cNvPr id="36" name="Google Shape;2799;g3b23322d595_2_1804">
            <a:extLst>
              <a:ext uri="{FF2B5EF4-FFF2-40B4-BE49-F238E27FC236}">
                <a16:creationId xmlns:a16="http://schemas.microsoft.com/office/drawing/2014/main" id="{CD8F588B-C4B8-1F74-0EC6-9FBE2BD316E7}"/>
              </a:ext>
            </a:extLst>
          </p:cNvPr>
          <p:cNvSpPr txBox="1"/>
          <p:nvPr/>
        </p:nvSpPr>
        <p:spPr>
          <a:xfrm>
            <a:off x="407988" y="4286741"/>
            <a:ext cx="7964487" cy="1232329"/>
          </a:xfrm>
          <a:prstGeom prst="rect">
            <a:avLst/>
          </a:prstGeom>
          <a:noFill/>
          <a:ln>
            <a:noFill/>
          </a:ln>
        </p:spPr>
        <p:txBody>
          <a:bodyPr spcFirstLastPara="1" wrap="square" lIns="91425" tIns="91425" rIns="91425" bIns="91425" anchor="t" anchorCtr="0">
            <a:noAutofit/>
          </a:bodyPr>
          <a:lstStyle/>
          <a:p>
            <a:pPr>
              <a:buSzPts val="1400"/>
            </a:pPr>
            <a:r>
              <a:rPr lang="en-US" sz="4000" b="1" dirty="0">
                <a:solidFill>
                  <a:srgbClr val="83D9AA"/>
                </a:solidFill>
                <a:latin typeface="IBM Plex Sans" panose="020B0503050203000203" pitchFamily="34" charset="0"/>
                <a:cs typeface="Calibri"/>
                <a:sym typeface="IBM Plex Sans"/>
              </a:rPr>
              <a:t>15%</a:t>
            </a:r>
          </a:p>
          <a:p>
            <a:pPr lvl="0">
              <a:buSzPts val="1400"/>
            </a:pPr>
            <a:r>
              <a:rPr lang="en-US" sz="1200" b="1" noProof="1">
                <a:latin typeface="IBM Plex Sans" panose="020B0503050203000203" pitchFamily="34" charset="0"/>
              </a:rPr>
              <a:t>or above digital marketing budget allocation</a:t>
            </a:r>
            <a:r>
              <a:rPr lang="en-US" sz="1200" noProof="1">
                <a:latin typeface="IBM Plex Sans" panose="020B0503050203000203" pitchFamily="34" charset="0"/>
              </a:rPr>
              <a:t> to </a:t>
            </a:r>
            <a:r>
              <a:rPr lang="en-US" sz="1200" b="1" noProof="1">
                <a:latin typeface="IBM Plex Sans" panose="020B0503050203000203" pitchFamily="34" charset="0"/>
              </a:rPr>
              <a:t>AEO/GEO </a:t>
            </a:r>
            <a:r>
              <a:rPr lang="en-US" sz="1200" noProof="1">
                <a:latin typeface="IBM Plex Sans" panose="020B0503050203000203" pitchFamily="34" charset="0"/>
              </a:rPr>
              <a:t>for </a:t>
            </a:r>
            <a:r>
              <a:rPr lang="en-US" sz="1200" b="1" noProof="1">
                <a:latin typeface="IBM Plex Sans" panose="020B0503050203000203" pitchFamily="34" charset="0"/>
              </a:rPr>
              <a:t>market leaders </a:t>
            </a:r>
            <a:r>
              <a:rPr lang="en-US" sz="1200" noProof="1">
                <a:latin typeface="IBM Plex Sans" panose="020B0503050203000203" pitchFamily="34" charset="0"/>
              </a:rPr>
              <a:t>in </a:t>
            </a:r>
            <a:r>
              <a:rPr lang="en-US" sz="1200" b="1" noProof="1">
                <a:latin typeface="IBM Plex Sans" panose="020B0503050203000203" pitchFamily="34" charset="0"/>
              </a:rPr>
              <a:t>2026</a:t>
            </a:r>
            <a:r>
              <a:rPr lang="en-US" sz="1200" noProof="1">
                <a:latin typeface="IBM Plex Sans" panose="020B0503050203000203" pitchFamily="34" charset="0"/>
              </a:rPr>
              <a:t>, scaling up </a:t>
            </a:r>
            <a:r>
              <a:rPr lang="en-US" sz="1200" b="1" noProof="1">
                <a:latin typeface="IBM Plex Sans" panose="020B0503050203000203" pitchFamily="34" charset="0"/>
              </a:rPr>
              <a:t>from</a:t>
            </a:r>
            <a:r>
              <a:rPr lang="en-US" sz="1200" noProof="1">
                <a:latin typeface="IBM Plex Sans" panose="020B0503050203000203" pitchFamily="34" charset="0"/>
              </a:rPr>
              <a:t> the </a:t>
            </a:r>
            <a:r>
              <a:rPr lang="en-US" sz="1200" b="1" noProof="1">
                <a:latin typeface="IBM Plex Sans" panose="020B0503050203000203" pitchFamily="34" charset="0"/>
              </a:rPr>
              <a:t>12% 2025</a:t>
            </a:r>
            <a:r>
              <a:rPr lang="en-US" sz="1200" noProof="1">
                <a:latin typeface="IBM Plex Sans" panose="020B0503050203000203" pitchFamily="34" charset="0"/>
              </a:rPr>
              <a:t> industry average</a:t>
            </a:r>
            <a:r>
              <a:rPr lang="en-US" sz="1200" baseline="30000" dirty="0">
                <a:latin typeface="IBM Plex Sans" panose="020B0503050203000203" pitchFamily="34" charset="0"/>
              </a:rPr>
              <a:t>4,5</a:t>
            </a:r>
            <a:endParaRPr lang="en-US" sz="1200" baseline="30000" noProof="0" dirty="0">
              <a:latin typeface="IBM Plex Sans" panose="020B0503050203000203" pitchFamily="34" charset="0"/>
            </a:endParaRPr>
          </a:p>
        </p:txBody>
      </p:sp>
      <p:sp>
        <p:nvSpPr>
          <p:cNvPr id="37" name="Google Shape;2799;g3b23322d595_2_1804">
            <a:extLst>
              <a:ext uri="{FF2B5EF4-FFF2-40B4-BE49-F238E27FC236}">
                <a16:creationId xmlns:a16="http://schemas.microsoft.com/office/drawing/2014/main" id="{69CE72EE-7EF2-8E1B-1515-F59C69830EAF}"/>
              </a:ext>
            </a:extLst>
          </p:cNvPr>
          <p:cNvSpPr txBox="1"/>
          <p:nvPr/>
        </p:nvSpPr>
        <p:spPr>
          <a:xfrm>
            <a:off x="8694738" y="3505412"/>
            <a:ext cx="1606277" cy="1232329"/>
          </a:xfrm>
          <a:prstGeom prst="rect">
            <a:avLst/>
          </a:prstGeom>
          <a:noFill/>
          <a:ln>
            <a:noFill/>
          </a:ln>
        </p:spPr>
        <p:txBody>
          <a:bodyPr spcFirstLastPara="1" wrap="square" lIns="91425" tIns="91425" rIns="91425" bIns="91425" anchor="t" anchorCtr="0">
            <a:noAutofit/>
          </a:bodyPr>
          <a:lstStyle/>
          <a:p>
            <a:pPr>
              <a:buSzPts val="1400"/>
            </a:pPr>
            <a:r>
              <a:rPr lang="en-US" sz="4000" b="1" dirty="0">
                <a:solidFill>
                  <a:srgbClr val="C197E1"/>
                </a:solidFill>
                <a:latin typeface="IBM Plex Sans"/>
                <a:ea typeface="IBM Plex Sans"/>
                <a:sym typeface="IBM Plex Sans"/>
              </a:rPr>
              <a:t>100</a:t>
            </a:r>
            <a:r>
              <a:rPr lang="en-US" sz="4000" b="1" noProof="0" dirty="0">
                <a:solidFill>
                  <a:srgbClr val="C197E1"/>
                </a:solidFill>
                <a:latin typeface="IBM Plex Sans"/>
                <a:ea typeface="IBM Plex Sans"/>
                <a:sym typeface="IBM Plex Sans"/>
              </a:rPr>
              <a:t>%</a:t>
            </a:r>
            <a:endParaRPr lang="en-US" sz="4000" b="0" i="0" u="none" strike="noStrike" cap="none" noProof="0" dirty="0">
              <a:solidFill>
                <a:srgbClr val="C197E1"/>
              </a:solidFill>
              <a:latin typeface="IBM Plex Sans"/>
              <a:ea typeface="IBM Plex Sans"/>
              <a:cs typeface="IBM Plex Sans"/>
              <a:sym typeface="IBM Plex Sans"/>
            </a:endParaRPr>
          </a:p>
          <a:p>
            <a:pPr lvl="0">
              <a:buSzPts val="1400"/>
            </a:pPr>
            <a:r>
              <a:rPr lang="en-US" sz="1200" b="1" dirty="0">
                <a:latin typeface="IBM Plex Sans" panose="020B0503050203000203" pitchFamily="34" charset="0"/>
              </a:rPr>
              <a:t>Increase in conversion </a:t>
            </a:r>
            <a:r>
              <a:rPr lang="en-US" sz="1200" dirty="0">
                <a:latin typeface="IBM Plex Sans" panose="020B0503050203000203" pitchFamily="34" charset="0"/>
              </a:rPr>
              <a:t>rate</a:t>
            </a:r>
            <a:r>
              <a:rPr lang="en-US" sz="1200" baseline="30000" dirty="0">
                <a:latin typeface="IBM Plex Sans" panose="020B0503050203000203" pitchFamily="34" charset="0"/>
              </a:rPr>
              <a:t>6</a:t>
            </a:r>
            <a:endParaRPr lang="en-US" sz="1200" baseline="30000" noProof="0" dirty="0">
              <a:latin typeface="IBM Plex Sans" panose="020B0503050203000203" pitchFamily="34" charset="0"/>
            </a:endParaRPr>
          </a:p>
        </p:txBody>
      </p:sp>
    </p:spTree>
    <p:extLst>
      <p:ext uri="{BB962C8B-B14F-4D97-AF65-F5344CB8AC3E}">
        <p14:creationId xmlns:p14="http://schemas.microsoft.com/office/powerpoint/2010/main" val="3040839527"/>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2B61E32C-854F-DEB0-48BB-218230EDA0B5}"/>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958548A3-411D-4423-C286-0FCA735EDF58}"/>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106</a:t>
            </a:fld>
            <a:endParaRPr lang="en-US" noProof="0"/>
          </a:p>
        </p:txBody>
      </p:sp>
      <p:sp>
        <p:nvSpPr>
          <p:cNvPr id="978" name="Google Shape;978;p67">
            <a:extLst>
              <a:ext uri="{FF2B5EF4-FFF2-40B4-BE49-F238E27FC236}">
                <a16:creationId xmlns:a16="http://schemas.microsoft.com/office/drawing/2014/main" id="{8DF032BF-2D5A-2684-5B01-ACAD56AADA76}"/>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1"/>
              <a:t>Growth remains strong across core markets (13–15% CAGR), while India, Brazil, Japan, and Australia lead in acceleration</a:t>
            </a:r>
          </a:p>
        </p:txBody>
      </p:sp>
      <p:sp>
        <p:nvSpPr>
          <p:cNvPr id="981" name="Google Shape;981;p67">
            <a:extLst>
              <a:ext uri="{FF2B5EF4-FFF2-40B4-BE49-F238E27FC236}">
                <a16:creationId xmlns:a16="http://schemas.microsoft.com/office/drawing/2014/main" id="{97BDA10B-FD7F-06A9-00E1-FBBFD4C78B9F}"/>
              </a:ext>
            </a:extLst>
          </p:cNvPr>
          <p:cNvSpPr txBox="1"/>
          <p:nvPr/>
        </p:nvSpPr>
        <p:spPr>
          <a:xfrm>
            <a:off x="420410" y="5810851"/>
            <a:ext cx="11350625" cy="46789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buSzPts val="1600"/>
            </a:pPr>
            <a:r>
              <a:rPr lang="en-US" b="1" noProof="1">
                <a:solidFill>
                  <a:schemeClr val="dk1"/>
                </a:solidFill>
                <a:latin typeface="IBM Plex Sans"/>
              </a:rPr>
              <a:t>Regional differences in ad intensity and maturity should inform market-specific investment prioritization</a:t>
            </a:r>
          </a:p>
        </p:txBody>
      </p:sp>
      <p:sp>
        <p:nvSpPr>
          <p:cNvPr id="7" name="Google Shape;980;p67">
            <a:extLst>
              <a:ext uri="{FF2B5EF4-FFF2-40B4-BE49-F238E27FC236}">
                <a16:creationId xmlns:a16="http://schemas.microsoft.com/office/drawing/2014/main" id="{115B1841-1124-53EC-0DA3-179768E923A7}"/>
              </a:ext>
            </a:extLst>
          </p:cNvPr>
          <p:cNvSpPr txBox="1"/>
          <p:nvPr/>
        </p:nvSpPr>
        <p:spPr>
          <a:xfrm>
            <a:off x="420595" y="6395916"/>
            <a:ext cx="10476861" cy="107722"/>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 </a:t>
            </a:r>
            <a:r>
              <a:rPr lang="en-US" sz="700" b="0" i="0" u="none" strike="noStrike" cap="none" noProof="0" dirty="0">
                <a:solidFill>
                  <a:srgbClr val="7F7F7F"/>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ISBA</a:t>
            </a:r>
            <a:r>
              <a:rPr lang="en-US" sz="700" b="0" i="0" u="none" strike="noStrike" cap="none" noProof="0" dirty="0">
                <a:solidFill>
                  <a:srgbClr val="7F7F7F"/>
                </a:solidFill>
                <a:latin typeface="IBM Plex Sans"/>
                <a:ea typeface="IBM Plex Sans"/>
                <a:cs typeface="IBM Plex Sans"/>
                <a:sym typeface="IBM Plex Sans"/>
              </a:rPr>
              <a:t>, (2) </a:t>
            </a:r>
            <a:r>
              <a:rPr lang="en-US" sz="700" b="0" i="0" u="none" strike="noStrike" cap="none" noProof="0" dirty="0">
                <a:solidFill>
                  <a:srgbClr val="7F7F7F"/>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Magna</a:t>
            </a:r>
            <a:r>
              <a:rPr lang="en-US" sz="700" b="0" i="0" u="none" strike="noStrike" cap="none" noProof="0" dirty="0">
                <a:solidFill>
                  <a:srgbClr val="7F7F7F"/>
                </a:solidFill>
                <a:latin typeface="IBM Plex Sans"/>
                <a:ea typeface="IBM Plex Sans"/>
                <a:cs typeface="IBM Plex Sans"/>
                <a:sym typeface="IBM Plex Sans"/>
              </a:rPr>
              <a:t>, (3) </a:t>
            </a:r>
            <a:r>
              <a:rPr lang="en-US" sz="700" b="0" i="0" u="none" strike="noStrike" cap="none" noProof="0" dirty="0">
                <a:solidFill>
                  <a:srgbClr val="7F7F7F"/>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Grand View Horizon</a:t>
            </a:r>
            <a:r>
              <a:rPr lang="en-US" sz="700" b="0" i="0" u="none" strike="noStrike" cap="none" noProof="0" dirty="0">
                <a:solidFill>
                  <a:srgbClr val="7F7F7F"/>
                </a:solidFill>
                <a:latin typeface="IBM Plex Sans"/>
                <a:ea typeface="IBM Plex Sans"/>
                <a:cs typeface="IBM Plex Sans"/>
                <a:sym typeface="IBM Plex Sans"/>
              </a:rPr>
              <a:t> – Country-level digital advertising market projections (hyperlinked within each country name)</a:t>
            </a:r>
            <a:endParaRPr lang="en-US" sz="700" noProof="0" dirty="0">
              <a:solidFill>
                <a:srgbClr val="7F7F7F"/>
              </a:solidFill>
              <a:latin typeface="IBM Plex Sans"/>
            </a:endParaRPr>
          </a:p>
        </p:txBody>
      </p:sp>
      <p:sp>
        <p:nvSpPr>
          <p:cNvPr id="17" name="Google Shape;1242;g3b23322d595_2_304">
            <a:extLst>
              <a:ext uri="{FF2B5EF4-FFF2-40B4-BE49-F238E27FC236}">
                <a16:creationId xmlns:a16="http://schemas.microsoft.com/office/drawing/2014/main" id="{488E9C79-A532-C890-E9C8-008EA967B4C8}"/>
              </a:ext>
            </a:extLst>
          </p:cNvPr>
          <p:cNvSpPr txBox="1"/>
          <p:nvPr/>
        </p:nvSpPr>
        <p:spPr>
          <a:xfrm>
            <a:off x="407989" y="1433711"/>
            <a:ext cx="6132512" cy="314791"/>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200"/>
            </a:pPr>
            <a:r>
              <a:rPr lang="en-US" b="1" dirty="0">
                <a:solidFill>
                  <a:schemeClr val="lt1"/>
                </a:solidFill>
                <a:latin typeface="IBM Plex Sans"/>
                <a:ea typeface="IBM Plex Sans"/>
                <a:cs typeface="IBM Plex Sans"/>
                <a:sym typeface="IBM Plex Sans"/>
              </a:rPr>
              <a:t>Regional market insights</a:t>
            </a:r>
            <a:endParaRPr lang="en-US" b="1" i="0" u="none" strike="noStrike" cap="none" noProof="0" dirty="0">
              <a:solidFill>
                <a:schemeClr val="lt1"/>
              </a:solidFill>
              <a:latin typeface="IBM Plex Sans"/>
              <a:ea typeface="IBM Plex Sans"/>
              <a:cs typeface="IBM Plex Sans"/>
              <a:sym typeface="IBM Plex Sans"/>
            </a:endParaRPr>
          </a:p>
        </p:txBody>
      </p:sp>
      <p:sp>
        <p:nvSpPr>
          <p:cNvPr id="18" name="Google Shape;1244;g3b23322d595_2_304">
            <a:extLst>
              <a:ext uri="{FF2B5EF4-FFF2-40B4-BE49-F238E27FC236}">
                <a16:creationId xmlns:a16="http://schemas.microsoft.com/office/drawing/2014/main" id="{44185D76-FE3C-8DA9-24BD-7C05B3CCC964}"/>
              </a:ext>
            </a:extLst>
          </p:cNvPr>
          <p:cNvSpPr txBox="1"/>
          <p:nvPr/>
        </p:nvSpPr>
        <p:spPr>
          <a:xfrm>
            <a:off x="6712272" y="1433711"/>
            <a:ext cx="5088630" cy="314791"/>
          </a:xfrm>
          <a:prstGeom prst="rect">
            <a:avLst/>
          </a:prstGeom>
          <a:solidFill>
            <a:srgbClr val="7030A0"/>
          </a:solidFill>
          <a:ln>
            <a:noFill/>
          </a:ln>
        </p:spPr>
        <p:txBody>
          <a:bodyPr spcFirstLastPara="1" wrap="square" lIns="0" tIns="45700" rIns="0" bIns="45700" anchor="ctr" anchorCtr="0">
            <a:noAutofit/>
          </a:bodyPr>
          <a:lstStyle/>
          <a:p>
            <a:pPr algn="ctr">
              <a:buClr>
                <a:schemeClr val="lt1"/>
              </a:buClr>
              <a:buSzPts val="1400"/>
            </a:pPr>
            <a:r>
              <a:rPr lang="en-US" b="1" dirty="0">
                <a:solidFill>
                  <a:schemeClr val="lt1"/>
                </a:solidFill>
                <a:latin typeface="IBM Plex Sans"/>
                <a:ea typeface="IBM Plex Sans"/>
                <a:cs typeface="IBM Plex Sans"/>
                <a:sym typeface="IBM Plex Sans"/>
              </a:rPr>
              <a:t>Growth Forecast</a:t>
            </a:r>
            <a:r>
              <a:rPr lang="en-US" b="1" baseline="30000" dirty="0">
                <a:solidFill>
                  <a:schemeClr val="lt1"/>
                </a:solidFill>
                <a:latin typeface="IBM Plex Sans"/>
                <a:ea typeface="IBM Plex Sans"/>
                <a:cs typeface="IBM Plex Sans"/>
                <a:sym typeface="IBM Plex Sans"/>
              </a:rPr>
              <a:t>3</a:t>
            </a:r>
            <a:endParaRPr lang="en-US" sz="1400" b="1" i="0" u="none" strike="noStrike" cap="none" baseline="30000" noProof="0" dirty="0">
              <a:solidFill>
                <a:schemeClr val="lt1"/>
              </a:solidFill>
              <a:latin typeface="IBM Plex Sans"/>
              <a:ea typeface="IBM Plex Sans"/>
              <a:cs typeface="IBM Plex Sans"/>
              <a:sym typeface="IBM Plex Sans"/>
            </a:endParaRPr>
          </a:p>
        </p:txBody>
      </p:sp>
      <p:sp>
        <p:nvSpPr>
          <p:cNvPr id="53" name="AutoShape 2" descr="Barron's">
            <a:extLst>
              <a:ext uri="{FF2B5EF4-FFF2-40B4-BE49-F238E27FC236}">
                <a16:creationId xmlns:a16="http://schemas.microsoft.com/office/drawing/2014/main" id="{B3AC583E-7530-1E4A-BB14-ED7C56CBFE94}"/>
              </a:ext>
            </a:extLst>
          </p:cNvPr>
          <p:cNvSpPr>
            <a:spLocks noChangeAspect="1" noChangeArrowheads="1"/>
          </p:cNvSpPr>
          <p:nvPr/>
        </p:nvSpPr>
        <p:spPr bwMode="auto">
          <a:xfrm>
            <a:off x="5943600" y="350541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US"/>
          </a:p>
        </p:txBody>
      </p:sp>
      <p:sp>
        <p:nvSpPr>
          <p:cNvPr id="34" name="CaixaDeTexto 33">
            <a:extLst>
              <a:ext uri="{FF2B5EF4-FFF2-40B4-BE49-F238E27FC236}">
                <a16:creationId xmlns:a16="http://schemas.microsoft.com/office/drawing/2014/main" id="{121593B3-784D-7A75-6B49-40EA98A74BAB}"/>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AI future outlook</a:t>
            </a:r>
          </a:p>
        </p:txBody>
      </p:sp>
      <p:sp>
        <p:nvSpPr>
          <p:cNvPr id="6" name="CaixaDeTexto 5">
            <a:extLst>
              <a:ext uri="{FF2B5EF4-FFF2-40B4-BE49-F238E27FC236}">
                <a16:creationId xmlns:a16="http://schemas.microsoft.com/office/drawing/2014/main" id="{9DE97146-A6AE-9B94-35BB-A6F19C506D63}"/>
              </a:ext>
            </a:extLst>
          </p:cNvPr>
          <p:cNvSpPr txBox="1"/>
          <p:nvPr/>
        </p:nvSpPr>
        <p:spPr>
          <a:xfrm>
            <a:off x="672232" y="2180316"/>
            <a:ext cx="1908821" cy="461665"/>
          </a:xfrm>
          <a:prstGeom prst="rect">
            <a:avLst/>
          </a:prstGeom>
          <a:noFill/>
        </p:spPr>
        <p:txBody>
          <a:bodyPr wrap="square">
            <a:spAutoFit/>
          </a:bodyPr>
          <a:lstStyle/>
          <a:p>
            <a:pPr algn="ctr">
              <a:buNone/>
            </a:pPr>
            <a:r>
              <a:rPr lang="en-US" sz="1200" b="1" noProof="1">
                <a:latin typeface="IBM Plex Sans" panose="020B0503050203000203" pitchFamily="34" charset="0"/>
              </a:rPr>
              <a:t>Media Inflation Forecasts 2025 - 2027</a:t>
            </a:r>
          </a:p>
        </p:txBody>
      </p:sp>
      <p:sp>
        <p:nvSpPr>
          <p:cNvPr id="15" name="CaixaDeTexto 14">
            <a:extLst>
              <a:ext uri="{FF2B5EF4-FFF2-40B4-BE49-F238E27FC236}">
                <a16:creationId xmlns:a16="http://schemas.microsoft.com/office/drawing/2014/main" id="{83A400D7-8BE0-D2AA-1D22-6801BC405B58}"/>
              </a:ext>
            </a:extLst>
          </p:cNvPr>
          <p:cNvSpPr txBox="1"/>
          <p:nvPr/>
        </p:nvSpPr>
        <p:spPr>
          <a:xfrm>
            <a:off x="3135746" y="2451150"/>
            <a:ext cx="3417455" cy="1092607"/>
          </a:xfrm>
          <a:prstGeom prst="rect">
            <a:avLst/>
          </a:prstGeom>
          <a:noFill/>
        </p:spPr>
        <p:txBody>
          <a:bodyPr wrap="square">
            <a:spAutoFit/>
          </a:bodyPr>
          <a:lstStyle/>
          <a:p>
            <a:pPr marL="171450" indent="-171450" fontAlgn="base">
              <a:spcAft>
                <a:spcPts val="600"/>
              </a:spcAft>
              <a:buFont typeface="Arial" panose="020B0604020202020204" pitchFamily="34" charset="0"/>
              <a:buChar char="•"/>
            </a:pPr>
            <a:r>
              <a:rPr lang="en-US" sz="1200" b="1" noProof="1">
                <a:latin typeface="IBM Plex Sans" panose="020B0503050203000203" pitchFamily="34" charset="0"/>
              </a:rPr>
              <a:t>Advertising intensity </a:t>
            </a:r>
            <a:r>
              <a:rPr lang="en-US" sz="1200" noProof="1">
                <a:latin typeface="IBM Plex Sans" panose="020B0503050203000203" pitchFamily="34" charset="0"/>
              </a:rPr>
              <a:t>(ad spend per capita) reflects </a:t>
            </a:r>
            <a:r>
              <a:rPr lang="en-US" sz="1200" b="1" noProof="1">
                <a:latin typeface="IBM Plex Sans" panose="020B0503050203000203" pitchFamily="34" charset="0"/>
              </a:rPr>
              <a:t>local purchasing power</a:t>
            </a:r>
            <a:r>
              <a:rPr lang="en-US" sz="1200" noProof="1">
                <a:latin typeface="IBM Plex Sans" panose="020B0503050203000203" pitchFamily="34" charset="0"/>
              </a:rPr>
              <a:t> and the </a:t>
            </a:r>
            <a:r>
              <a:rPr lang="en-US" sz="1200" b="1" noProof="1">
                <a:latin typeface="IBM Plex Sans" panose="020B0503050203000203" pitchFamily="34" charset="0"/>
              </a:rPr>
              <a:t>advertising</a:t>
            </a:r>
            <a:r>
              <a:rPr lang="en-US" sz="1200" noProof="1">
                <a:latin typeface="IBM Plex Sans" panose="020B0503050203000203" pitchFamily="34" charset="0"/>
              </a:rPr>
              <a:t> ecosystem </a:t>
            </a:r>
            <a:r>
              <a:rPr lang="en-US" sz="1200" b="1" noProof="1">
                <a:latin typeface="IBM Plex Sans" panose="020B0503050203000203" pitchFamily="34" charset="0"/>
              </a:rPr>
              <a:t>maturity</a:t>
            </a:r>
          </a:p>
          <a:p>
            <a:pPr marL="171450" indent="-171450" fontAlgn="base">
              <a:spcAft>
                <a:spcPts val="600"/>
              </a:spcAft>
              <a:buFont typeface="Arial" panose="020B0604020202020204" pitchFamily="34" charset="0"/>
              <a:buChar char="•"/>
            </a:pPr>
            <a:r>
              <a:rPr lang="en-US" sz="1200" b="1" noProof="1">
                <a:latin typeface="IBM Plex Sans" panose="020B0503050203000203" pitchFamily="34" charset="0"/>
              </a:rPr>
              <a:t>US: $1,100</a:t>
            </a:r>
            <a:r>
              <a:rPr lang="en-US" sz="1200" noProof="1">
                <a:latin typeface="IBM Plex Sans" panose="020B0503050203000203" pitchFamily="34" charset="0"/>
              </a:rPr>
              <a:t>, Switzerland &amp; UK: $800, Australia: $700, Germany: $500, </a:t>
            </a:r>
            <a:r>
              <a:rPr lang="en-US" sz="1200" b="1" noProof="1">
                <a:latin typeface="IBM Plex Sans" panose="020B0503050203000203" pitchFamily="34" charset="0"/>
              </a:rPr>
              <a:t>India: $11</a:t>
            </a:r>
          </a:p>
        </p:txBody>
      </p:sp>
      <p:sp>
        <p:nvSpPr>
          <p:cNvPr id="30" name="Google Shape;2809;g3b23322d595_2_1804">
            <a:extLst>
              <a:ext uri="{FF2B5EF4-FFF2-40B4-BE49-F238E27FC236}">
                <a16:creationId xmlns:a16="http://schemas.microsoft.com/office/drawing/2014/main" id="{F4BAC611-6264-AD8B-BE1E-16D19754620C}"/>
              </a:ext>
            </a:extLst>
          </p:cNvPr>
          <p:cNvSpPr txBox="1"/>
          <p:nvPr/>
        </p:nvSpPr>
        <p:spPr>
          <a:xfrm>
            <a:off x="319340" y="2597616"/>
            <a:ext cx="2614603" cy="3099370"/>
          </a:xfrm>
          <a:prstGeom prst="rect">
            <a:avLst/>
          </a:prstGeom>
          <a:noFill/>
          <a:ln>
            <a:noFill/>
          </a:ln>
        </p:spPr>
        <p:txBody>
          <a:bodyPr spcFirstLastPara="1" wrap="square" lIns="91425" tIns="91425" rIns="91425" bIns="91425" anchor="t" anchorCtr="0">
            <a:noAutofit/>
          </a:bodyPr>
          <a:lstStyle/>
          <a:p>
            <a:pPr marL="171450" indent="-171450" fontAlgn="base">
              <a:spcAft>
                <a:spcPts val="600"/>
              </a:spcAft>
              <a:buFont typeface="Arial" panose="020B0604020202020204" pitchFamily="34" charset="0"/>
              <a:buChar char="•"/>
            </a:pPr>
            <a:r>
              <a:rPr lang="en-US" sz="1200" b="1" noProof="1">
                <a:solidFill>
                  <a:schemeClr val="tx1"/>
                </a:solidFill>
                <a:latin typeface="IBM Plex Sans" panose="020B0503050203000203" pitchFamily="34" charset="0"/>
              </a:rPr>
              <a:t>Mature markets show steady inflation</a:t>
            </a:r>
            <a:r>
              <a:rPr lang="en-US" sz="1200" noProof="1">
                <a:solidFill>
                  <a:schemeClr val="tx1"/>
                </a:solidFill>
                <a:latin typeface="IBM Plex Sans" panose="020B0503050203000203" pitchFamily="34" charset="0"/>
              </a:rPr>
              <a:t>: US (+3–4%), UK (+3%), Western Europe (+4–5%)</a:t>
            </a:r>
          </a:p>
          <a:p>
            <a:pPr marL="171450" indent="-171450" fontAlgn="base">
              <a:spcAft>
                <a:spcPts val="600"/>
              </a:spcAft>
              <a:buFont typeface="Arial" panose="020B0604020202020204" pitchFamily="34" charset="0"/>
              <a:buChar char="•"/>
            </a:pPr>
            <a:r>
              <a:rPr lang="en-US" sz="1200" b="1" noProof="1">
                <a:solidFill>
                  <a:schemeClr val="tx1"/>
                </a:solidFill>
                <a:latin typeface="IBM Plex Sans" panose="020B0503050203000203" pitchFamily="34" charset="0"/>
              </a:rPr>
              <a:t>Emerging markets lead with sharper increases</a:t>
            </a:r>
            <a:r>
              <a:rPr lang="en-US" sz="1200" noProof="1">
                <a:solidFill>
                  <a:schemeClr val="tx1"/>
                </a:solidFill>
                <a:latin typeface="IBM Plex Sans" panose="020B0503050203000203" pitchFamily="34" charset="0"/>
              </a:rPr>
              <a:t>: Eastern Europe (+11%) and India (+9%)</a:t>
            </a:r>
          </a:p>
          <a:p>
            <a:pPr marL="171450" indent="-171450" fontAlgn="base">
              <a:spcAft>
                <a:spcPts val="600"/>
              </a:spcAft>
              <a:buFont typeface="Arial" panose="020B0604020202020204" pitchFamily="34" charset="0"/>
              <a:buChar char="•"/>
            </a:pPr>
            <a:r>
              <a:rPr lang="en-US" sz="1200" b="1" noProof="1">
                <a:solidFill>
                  <a:schemeClr val="tx1"/>
                </a:solidFill>
                <a:latin typeface="IBM Plex Sans" panose="020B0503050203000203" pitchFamily="34" charset="0"/>
              </a:rPr>
              <a:t>Digital channels </a:t>
            </a:r>
            <a:r>
              <a:rPr lang="en-US" sz="1200" noProof="1">
                <a:solidFill>
                  <a:schemeClr val="tx1"/>
                </a:solidFill>
                <a:latin typeface="IBM Plex Sans" panose="020B0503050203000203" pitchFamily="34" charset="0"/>
              </a:rPr>
              <a:t>(search, social video, retail media) now </a:t>
            </a:r>
            <a:r>
              <a:rPr lang="en-US" sz="1200" b="1" noProof="1">
                <a:solidFill>
                  <a:schemeClr val="tx1"/>
                </a:solidFill>
                <a:latin typeface="IBM Plex Sans" panose="020B0503050203000203" pitchFamily="34" charset="0"/>
              </a:rPr>
              <a:t>match</a:t>
            </a:r>
            <a:r>
              <a:rPr lang="en-US" sz="1200" noProof="1">
                <a:solidFill>
                  <a:schemeClr val="tx1"/>
                </a:solidFill>
                <a:latin typeface="IBM Plex Sans" panose="020B0503050203000203" pitchFamily="34" charset="0"/>
              </a:rPr>
              <a:t> </a:t>
            </a:r>
            <a:r>
              <a:rPr lang="en-US" sz="1200" b="1" noProof="1">
                <a:solidFill>
                  <a:schemeClr val="tx1"/>
                </a:solidFill>
                <a:latin typeface="IBM Plex Sans" panose="020B0503050203000203" pitchFamily="34" charset="0"/>
              </a:rPr>
              <a:t>global inflation </a:t>
            </a:r>
            <a:r>
              <a:rPr lang="en-US" sz="1200" noProof="1">
                <a:solidFill>
                  <a:schemeClr val="tx1"/>
                </a:solidFill>
                <a:latin typeface="IBM Plex Sans" panose="020B0503050203000203" pitchFamily="34" charset="0"/>
              </a:rPr>
              <a:t>rates (~+4–5%)</a:t>
            </a:r>
          </a:p>
          <a:p>
            <a:pPr marL="171450" indent="-171450" fontAlgn="base">
              <a:spcAft>
                <a:spcPts val="600"/>
              </a:spcAft>
              <a:buFont typeface="Arial" panose="020B0604020202020204" pitchFamily="34" charset="0"/>
              <a:buChar char="•"/>
            </a:pPr>
            <a:r>
              <a:rPr lang="en-US" sz="1200" b="1" noProof="1">
                <a:solidFill>
                  <a:schemeClr val="tx1"/>
                </a:solidFill>
                <a:latin typeface="IBM Plex Sans" panose="020B0503050203000203" pitchFamily="34" charset="0"/>
              </a:rPr>
              <a:t>Europe</a:t>
            </a:r>
            <a:r>
              <a:rPr lang="en-US" sz="1200" noProof="1">
                <a:solidFill>
                  <a:schemeClr val="tx1"/>
                </a:solidFill>
                <a:latin typeface="IBM Plex Sans" panose="020B0503050203000203" pitchFamily="34" charset="0"/>
              </a:rPr>
              <a:t> shows strong </a:t>
            </a:r>
            <a:r>
              <a:rPr lang="en-US" sz="1200" b="1" noProof="1">
                <a:solidFill>
                  <a:schemeClr val="tx1"/>
                </a:solidFill>
                <a:latin typeface="IBM Plex Sans" panose="020B0503050203000203" pitchFamily="34" charset="0"/>
              </a:rPr>
              <a:t>sub-regional contrasts</a:t>
            </a:r>
            <a:r>
              <a:rPr lang="en-US" sz="1200" noProof="1">
                <a:solidFill>
                  <a:schemeClr val="tx1"/>
                </a:solidFill>
                <a:latin typeface="IBM Plex Sans" panose="020B0503050203000203" pitchFamily="34" charset="0"/>
              </a:rPr>
              <a:t>; APAC splits between </a:t>
            </a:r>
            <a:r>
              <a:rPr lang="en-US" sz="1200" b="1" noProof="1">
                <a:solidFill>
                  <a:schemeClr val="tx1"/>
                </a:solidFill>
                <a:latin typeface="IBM Plex Sans" panose="020B0503050203000203" pitchFamily="34" charset="0"/>
              </a:rPr>
              <a:t>steady</a:t>
            </a:r>
            <a:r>
              <a:rPr lang="en-US" sz="1200" noProof="1">
                <a:solidFill>
                  <a:schemeClr val="tx1"/>
                </a:solidFill>
                <a:latin typeface="IBM Plex Sans" panose="020B0503050203000203" pitchFamily="34" charset="0"/>
              </a:rPr>
              <a:t> </a:t>
            </a:r>
            <a:r>
              <a:rPr lang="en-US" sz="1200" b="1" noProof="1">
                <a:solidFill>
                  <a:schemeClr val="tx1"/>
                </a:solidFill>
                <a:latin typeface="IBM Plex Sans" panose="020B0503050203000203" pitchFamily="34" charset="0"/>
              </a:rPr>
              <a:t>Japan</a:t>
            </a:r>
            <a:r>
              <a:rPr lang="en-US" sz="1200" noProof="1">
                <a:solidFill>
                  <a:schemeClr val="tx1"/>
                </a:solidFill>
                <a:latin typeface="IBM Plex Sans" panose="020B0503050203000203" pitchFamily="34" charset="0"/>
              </a:rPr>
              <a:t> and </a:t>
            </a:r>
            <a:r>
              <a:rPr lang="en-US" sz="1200" b="1" noProof="1">
                <a:solidFill>
                  <a:schemeClr val="tx1"/>
                </a:solidFill>
                <a:latin typeface="IBM Plex Sans" panose="020B0503050203000203" pitchFamily="34" charset="0"/>
              </a:rPr>
              <a:t>accelerating</a:t>
            </a:r>
            <a:r>
              <a:rPr lang="en-US" sz="1200" noProof="1">
                <a:solidFill>
                  <a:schemeClr val="tx1"/>
                </a:solidFill>
                <a:latin typeface="IBM Plex Sans" panose="020B0503050203000203" pitchFamily="34" charset="0"/>
              </a:rPr>
              <a:t> </a:t>
            </a:r>
            <a:r>
              <a:rPr lang="en-US" sz="1200" b="1" noProof="1">
                <a:solidFill>
                  <a:schemeClr val="tx1"/>
                </a:solidFill>
                <a:latin typeface="IBM Plex Sans" panose="020B0503050203000203" pitchFamily="34" charset="0"/>
              </a:rPr>
              <a:t>India &amp; Hong Kong</a:t>
            </a:r>
          </a:p>
          <a:p>
            <a:pPr fontAlgn="base">
              <a:spcAft>
                <a:spcPts val="600"/>
              </a:spcAft>
              <a:buFont typeface="Arial" panose="020B0604020202020204" pitchFamily="34" charset="0"/>
              <a:buChar char="•"/>
            </a:pPr>
            <a:endParaRPr lang="en-US" sz="1200" noProof="1">
              <a:solidFill>
                <a:schemeClr val="tx1"/>
              </a:solidFill>
              <a:latin typeface="IBM Plex Sans" panose="020B0503050203000203" pitchFamily="34" charset="0"/>
            </a:endParaRPr>
          </a:p>
          <a:p>
            <a:pPr>
              <a:buSzPts val="1400"/>
            </a:pPr>
            <a:endParaRPr lang="en-US" sz="1200" baseline="30000" noProof="1">
              <a:latin typeface="IBM Plex Sans" panose="020B0503050203000203" pitchFamily="34" charset="0"/>
              <a:sym typeface="IBM Plex Sans"/>
            </a:endParaRPr>
          </a:p>
        </p:txBody>
      </p:sp>
      <p:sp>
        <p:nvSpPr>
          <p:cNvPr id="31" name="CaixaDeTexto 30">
            <a:extLst>
              <a:ext uri="{FF2B5EF4-FFF2-40B4-BE49-F238E27FC236}">
                <a16:creationId xmlns:a16="http://schemas.microsoft.com/office/drawing/2014/main" id="{09AEF0C5-75B9-6542-92F6-8C9EA1B54DD8}"/>
              </a:ext>
            </a:extLst>
          </p:cNvPr>
          <p:cNvSpPr txBox="1"/>
          <p:nvPr/>
        </p:nvSpPr>
        <p:spPr>
          <a:xfrm>
            <a:off x="3934078" y="2191331"/>
            <a:ext cx="1820790" cy="276999"/>
          </a:xfrm>
          <a:prstGeom prst="rect">
            <a:avLst/>
          </a:prstGeom>
          <a:noFill/>
        </p:spPr>
        <p:txBody>
          <a:bodyPr wrap="square">
            <a:spAutoFit/>
          </a:bodyPr>
          <a:lstStyle/>
          <a:p>
            <a:pPr algn="ctr">
              <a:buNone/>
            </a:pPr>
            <a:r>
              <a:rPr lang="pt-BR" sz="1200" b="1" dirty="0">
                <a:latin typeface="IBM Plex Sans" panose="020B0503050203000203" pitchFamily="34" charset="0"/>
              </a:rPr>
              <a:t>Global Ad Forecast</a:t>
            </a:r>
          </a:p>
        </p:txBody>
      </p:sp>
      <p:graphicFrame>
        <p:nvGraphicFramePr>
          <p:cNvPr id="35" name="Google Shape;933;g3b2110f3d24_0_616">
            <a:extLst>
              <a:ext uri="{FF2B5EF4-FFF2-40B4-BE49-F238E27FC236}">
                <a16:creationId xmlns:a16="http://schemas.microsoft.com/office/drawing/2014/main" id="{481B69D7-3D85-F9C9-4932-4E1E25CE3FD4}"/>
              </a:ext>
            </a:extLst>
          </p:cNvPr>
          <p:cNvGraphicFramePr/>
          <p:nvPr>
            <p:extLst>
              <p:ext uri="{D42A27DB-BD31-4B8C-83A1-F6EECF244321}">
                <p14:modId xmlns:p14="http://schemas.microsoft.com/office/powerpoint/2010/main" val="3526212353"/>
              </p:ext>
            </p:extLst>
          </p:nvPr>
        </p:nvGraphicFramePr>
        <p:xfrm>
          <a:off x="6824707" y="1904248"/>
          <a:ext cx="4882828" cy="3726658"/>
        </p:xfrm>
        <a:graphic>
          <a:graphicData uri="http://schemas.openxmlformats.org/drawingml/2006/table">
            <a:tbl>
              <a:tblPr>
                <a:noFill/>
                <a:tableStyleId>{16461213-F4DB-495F-93F5-F8E8B3FAFA39}</a:tableStyleId>
              </a:tblPr>
              <a:tblGrid>
                <a:gridCol w="860970">
                  <a:extLst>
                    <a:ext uri="{9D8B030D-6E8A-4147-A177-3AD203B41FA5}">
                      <a16:colId xmlns:a16="http://schemas.microsoft.com/office/drawing/2014/main" val="20000"/>
                    </a:ext>
                  </a:extLst>
                </a:gridCol>
                <a:gridCol w="931429">
                  <a:extLst>
                    <a:ext uri="{9D8B030D-6E8A-4147-A177-3AD203B41FA5}">
                      <a16:colId xmlns:a16="http://schemas.microsoft.com/office/drawing/2014/main" val="20001"/>
                    </a:ext>
                  </a:extLst>
                </a:gridCol>
                <a:gridCol w="931429">
                  <a:extLst>
                    <a:ext uri="{9D8B030D-6E8A-4147-A177-3AD203B41FA5}">
                      <a16:colId xmlns:a16="http://schemas.microsoft.com/office/drawing/2014/main" val="2450091300"/>
                    </a:ext>
                  </a:extLst>
                </a:gridCol>
                <a:gridCol w="1092200">
                  <a:extLst>
                    <a:ext uri="{9D8B030D-6E8A-4147-A177-3AD203B41FA5}">
                      <a16:colId xmlns:a16="http://schemas.microsoft.com/office/drawing/2014/main" val="4214864413"/>
                    </a:ext>
                  </a:extLst>
                </a:gridCol>
                <a:gridCol w="1066800">
                  <a:extLst>
                    <a:ext uri="{9D8B030D-6E8A-4147-A177-3AD203B41FA5}">
                      <a16:colId xmlns:a16="http://schemas.microsoft.com/office/drawing/2014/main" val="4013258146"/>
                    </a:ext>
                  </a:extLst>
                </a:gridCol>
              </a:tblGrid>
              <a:tr h="265284">
                <a:tc rowSpan="2">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Country</a:t>
                      </a:r>
                    </a:p>
                  </a:txBody>
                  <a:tcPr marL="90000" marR="90000" marT="46800" marB="468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noFill/>
                      <a:prstDash val="solid"/>
                      <a:round/>
                      <a:headEnd type="none" w="sm" len="sm"/>
                      <a:tailEnd type="none" w="sm" len="sm"/>
                    </a:lnB>
                    <a:solidFill>
                      <a:srgbClr val="7030A0"/>
                    </a:solidFill>
                  </a:tcPr>
                </a:tc>
                <a:tc gridSpan="2">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Digital Ads Market ($B)</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6350" cap="flat" cmpd="sng" algn="ctr">
                      <a:solidFill>
                        <a:schemeClr val="bg1"/>
                      </a:solidFill>
                      <a:prstDash val="solid"/>
                      <a:round/>
                      <a:headEnd type="none" w="med" len="med"/>
                      <a:tailEnd type="none" w="med" len="med"/>
                    </a:lnB>
                    <a:solidFill>
                      <a:srgbClr val="7030A0"/>
                    </a:solidFill>
                  </a:tcPr>
                </a:tc>
                <a:tc hMerge="1">
                  <a:txBody>
                    <a:bodyPr/>
                    <a:lstStyle/>
                    <a:p>
                      <a:pPr marL="0" marR="0" lvl="0" indent="0" algn="ctr" rtl="0">
                        <a:lnSpc>
                          <a:spcPct val="100000"/>
                        </a:lnSpc>
                        <a:spcBef>
                          <a:spcPts val="0"/>
                        </a:spcBef>
                        <a:spcAft>
                          <a:spcPts val="0"/>
                        </a:spcAft>
                        <a:buClr>
                          <a:srgbClr val="000000"/>
                        </a:buClr>
                        <a:buSzPts val="1200"/>
                        <a:buFont typeface="Arial"/>
                        <a:buNone/>
                      </a:pPr>
                      <a:endPar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rowSpan="2">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Market share (2024)</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noFill/>
                      <a:prstDash val="solid"/>
                      <a:round/>
                      <a:headEnd type="none" w="sm" len="sm"/>
                      <a:tailEnd type="none" w="sm" len="sm"/>
                    </a:lnB>
                    <a:solidFill>
                      <a:srgbClr val="7030A0"/>
                    </a:solidFill>
                  </a:tcPr>
                </a:tc>
                <a:tc rowSpan="2">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CAGR 2025-2030</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no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265284">
                <a:tc vMerge="1">
                  <a:txBody>
                    <a:bodyPr/>
                    <a:lstStyle/>
                    <a:p>
                      <a:endParaRPr lang="pt-US"/>
                    </a:p>
                  </a:txBody>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2024</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solidFill>
                      <a:prstDash val="solid"/>
                      <a:round/>
                      <a:headEnd type="none" w="med" len="med"/>
                      <a:tailEnd type="none" w="med" len="med"/>
                    </a:lnT>
                    <a:lnB w="9525" cap="flat" cmpd="sng" algn="ctr">
                      <a:no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2030</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solidFill>
                      <a:prstDash val="solid"/>
                      <a:round/>
                      <a:headEnd type="none" w="med" len="med"/>
                      <a:tailEnd type="none" w="med" len="med"/>
                    </a:lnT>
                    <a:lnB w="9525" cap="flat" cmpd="sng" algn="ctr">
                      <a:noFill/>
                      <a:prstDash val="solid"/>
                      <a:round/>
                      <a:headEnd type="none" w="sm" len="sm"/>
                      <a:tailEnd type="none" w="sm" len="sm"/>
                    </a:lnB>
                    <a:solidFill>
                      <a:srgbClr val="7030A0"/>
                    </a:solidFill>
                  </a:tcPr>
                </a:tc>
                <a:tc vMerge="1">
                  <a:txBody>
                    <a:bodyPr/>
                    <a:lstStyle/>
                    <a:p>
                      <a:endParaRPr lang="pt-US"/>
                    </a:p>
                  </a:txBody>
                  <a:tcPr/>
                </a:tc>
                <a:tc vMerge="1">
                  <a:txBody>
                    <a:bodyPr/>
                    <a:lstStyle/>
                    <a:p>
                      <a:pPr marL="0" marR="0" lvl="0" indent="0" algn="ctr" rtl="0">
                        <a:lnSpc>
                          <a:spcPct val="100000"/>
                        </a:lnSpc>
                        <a:spcBef>
                          <a:spcPts val="0"/>
                        </a:spcBef>
                        <a:spcAft>
                          <a:spcPts val="0"/>
                        </a:spcAft>
                        <a:buClr>
                          <a:srgbClr val="000000"/>
                        </a:buClr>
                        <a:buSzPts val="1200"/>
                        <a:buFont typeface="Arial"/>
                        <a:buNone/>
                      </a:pPr>
                      <a:endPar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927735074"/>
                  </a:ext>
                </a:extLst>
              </a:tr>
              <a:tr h="3196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hlinkClick r:id="rId6">
                            <a:extLst>
                              <a:ext uri="{A12FA001-AC4F-418D-AE19-62706E023703}">
                                <ahyp:hlinkClr xmlns:ahyp="http://schemas.microsoft.com/office/drawing/2018/hyperlinkcolor" val="tx"/>
                              </a:ext>
                            </a:extLst>
                          </a:hlinkClick>
                        </a:rPr>
                        <a:t>Australia</a:t>
                      </a:r>
                      <a:endPar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12.9</a:t>
                      </a:r>
                      <a:endParaRPr lang="en-US" sz="1200" b="0" i="0" u="none" strike="noStrike" cap="none" noProof="1">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35.7</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panose="020B0604020202020204" pitchFamily="34" charset="0"/>
                        <a:buNone/>
                        <a:tabLst/>
                        <a:defRPr/>
                      </a:pPr>
                      <a:r>
                        <a:rPr lang="en-US" sz="1200" b="0" i="0" u="none" strike="noStrike" cap="none" dirty="0">
                          <a:solidFill>
                            <a:srgbClr val="000000"/>
                          </a:solidFill>
                          <a:latin typeface="IBM Plex Sans" panose="020B0503050203000203" pitchFamily="34" charset="0"/>
                          <a:cs typeface="Arial"/>
                          <a:sym typeface="Arial"/>
                        </a:rPr>
                        <a:t>2.6%</a:t>
                      </a: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18.4%</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9525" cap="flat" cmpd="sng" algn="ctr">
                      <a:noFill/>
                      <a:prstDash val="solid"/>
                      <a:round/>
                      <a:headEnd type="none" w="sm" len="sm"/>
                      <a:tailEnd type="none" w="sm" len="sm"/>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13136183"/>
                  </a:ext>
                </a:extLst>
              </a:tr>
              <a:tr h="3196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hlinkClick r:id="rId7">
                            <a:extLst>
                              <a:ext uri="{A12FA001-AC4F-418D-AE19-62706E023703}">
                                <ahyp:hlinkClr xmlns:ahyp="http://schemas.microsoft.com/office/drawing/2018/hyperlinkcolor" val="tx"/>
                              </a:ext>
                            </a:extLst>
                          </a:hlinkClick>
                        </a:rPr>
                        <a:t>Japan</a:t>
                      </a:r>
                      <a:endPar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43.2</a:t>
                      </a:r>
                      <a:endParaRPr lang="en-US" sz="1200" b="0" i="0" u="none" strike="noStrike" cap="none" noProof="1">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114.5</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dirty="0">
                          <a:solidFill>
                            <a:srgbClr val="000000"/>
                          </a:solidFill>
                          <a:latin typeface="IBM Plex Sans" panose="020B0503050203000203" pitchFamily="34" charset="0"/>
                          <a:cs typeface="Arial"/>
                          <a:sym typeface="Arial"/>
                        </a:rPr>
                        <a:t>8.8%</a:t>
                      </a: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17.5%</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54620932"/>
                  </a:ext>
                </a:extLst>
              </a:tr>
              <a:tr h="3196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hlinkClick r:id="rId8">
                            <a:extLst>
                              <a:ext uri="{A12FA001-AC4F-418D-AE19-62706E023703}">
                                <ahyp:hlinkClr xmlns:ahyp="http://schemas.microsoft.com/office/drawing/2018/hyperlinkcolor" val="tx"/>
                              </a:ext>
                            </a:extLst>
                          </a:hlinkClick>
                        </a:rPr>
                        <a:t>Brazil</a:t>
                      </a:r>
                      <a:endPar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14.3</a:t>
                      </a:r>
                      <a:endParaRPr lang="en-US" sz="1200" b="0" i="0" u="none" strike="noStrike" cap="none" noProof="1">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34.4</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dirty="0">
                          <a:solidFill>
                            <a:srgbClr val="000000"/>
                          </a:solidFill>
                          <a:latin typeface="IBM Plex Sans" panose="020B0503050203000203" pitchFamily="34" charset="0"/>
                          <a:cs typeface="Arial"/>
                          <a:sym typeface="Arial"/>
                        </a:rPr>
                        <a:t>2.9%</a:t>
                      </a: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15.7%</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62037762"/>
                  </a:ext>
                </a:extLst>
              </a:tr>
              <a:tr h="3196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hlinkClick r:id="rId9">
                            <a:extLst>
                              <a:ext uri="{A12FA001-AC4F-418D-AE19-62706E023703}">
                                <ahyp:hlinkClr xmlns:ahyp="http://schemas.microsoft.com/office/drawing/2018/hyperlinkcolor" val="tx"/>
                              </a:ext>
                            </a:extLst>
                          </a:hlinkClick>
                        </a:rPr>
                        <a:t>UK</a:t>
                      </a:r>
                      <a:endPar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40.2</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95.7</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panose="020B0604020202020204" pitchFamily="34" charset="0"/>
                        <a:buNone/>
                        <a:tabLst/>
                        <a:defRPr/>
                      </a:pPr>
                      <a:r>
                        <a:rPr lang="en-US" sz="1200" b="0" i="0" u="none" strike="noStrike" cap="none" dirty="0">
                          <a:solidFill>
                            <a:srgbClr val="000000"/>
                          </a:solidFill>
                          <a:latin typeface="IBM Plex Sans" panose="020B0503050203000203" pitchFamily="34" charset="0"/>
                          <a:cs typeface="Arial"/>
                          <a:sym typeface="Arial"/>
                        </a:rPr>
                        <a:t>8.2%</a:t>
                      </a: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15.4%</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312635090"/>
                  </a:ext>
                </a:extLst>
              </a:tr>
              <a:tr h="3196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hlinkClick r:id="rId10">
                            <a:extLst>
                              <a:ext uri="{A12FA001-AC4F-418D-AE19-62706E023703}">
                                <ahyp:hlinkClr xmlns:ahyp="http://schemas.microsoft.com/office/drawing/2018/hyperlinkcolor" val="tx"/>
                              </a:ext>
                            </a:extLst>
                          </a:hlinkClick>
                        </a:rPr>
                        <a:t>India</a:t>
                      </a:r>
                      <a:endPar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13.6</a:t>
                      </a:r>
                      <a:endParaRPr lang="en-US" sz="1200" b="0" i="0" u="none" strike="noStrike" cap="none" noProof="1">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32.3</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dirty="0">
                          <a:solidFill>
                            <a:srgbClr val="000000"/>
                          </a:solidFill>
                          <a:latin typeface="IBM Plex Sans" panose="020B0503050203000203" pitchFamily="34" charset="0"/>
                          <a:cs typeface="Arial"/>
                          <a:sym typeface="Arial"/>
                        </a:rPr>
                        <a:t>2.8%</a:t>
                      </a: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15.3%</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389809487"/>
                  </a:ext>
                </a:extLst>
              </a:tr>
              <a:tr h="3196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hlinkClick r:id="rId11">
                            <a:extLst>
                              <a:ext uri="{A12FA001-AC4F-418D-AE19-62706E023703}">
                                <ahyp:hlinkClr xmlns:ahyp="http://schemas.microsoft.com/office/drawing/2018/hyperlinkcolor" val="tx"/>
                              </a:ext>
                            </a:extLst>
                          </a:hlinkClick>
                        </a:rPr>
                        <a:t>Germany</a:t>
                      </a:r>
                      <a:endPar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panose="020B0604020202020204" pitchFamily="34" charset="0"/>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32.5</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panose="020B0604020202020204" pitchFamily="34" charset="0"/>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75.0</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panose="020B0604020202020204" pitchFamily="34" charset="0"/>
                        <a:buNone/>
                        <a:tabLst/>
                        <a:defRPr/>
                      </a:pPr>
                      <a:r>
                        <a:rPr lang="en-US" sz="1200" b="0" i="0" u="none" strike="noStrike" cap="none" dirty="0">
                          <a:solidFill>
                            <a:srgbClr val="000000"/>
                          </a:solidFill>
                          <a:latin typeface="IBM Plex Sans" panose="020B0503050203000203" pitchFamily="34" charset="0"/>
                          <a:cs typeface="Arial"/>
                          <a:sym typeface="Arial"/>
                        </a:rPr>
                        <a:t>6.6%</a:t>
                      </a: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panose="020B0604020202020204" pitchFamily="34" charset="0"/>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14.8%</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14380391"/>
                  </a:ext>
                </a:extLst>
              </a:tr>
              <a:tr h="3196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hlinkClick r:id="rId12">
                            <a:extLst>
                              <a:ext uri="{A12FA001-AC4F-418D-AE19-62706E023703}">
                                <ahyp:hlinkClr xmlns:ahyp="http://schemas.microsoft.com/office/drawing/2018/hyperlinkcolor" val="tx"/>
                              </a:ext>
                            </a:extLst>
                          </a:hlinkClick>
                        </a:rPr>
                        <a:t>Canada</a:t>
                      </a:r>
                      <a:endPar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51.6</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119.2</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panose="020B0604020202020204" pitchFamily="34" charset="0"/>
                        <a:buNone/>
                        <a:tabLst/>
                        <a:defRPr/>
                      </a:pPr>
                      <a:r>
                        <a:rPr lang="en-US" sz="1200" b="0" i="0" u="none" strike="noStrike" cap="none" dirty="0">
                          <a:solidFill>
                            <a:srgbClr val="000000"/>
                          </a:solidFill>
                          <a:latin typeface="IBM Plex Sans" panose="020B0503050203000203" pitchFamily="34" charset="0"/>
                          <a:cs typeface="Arial"/>
                          <a:sym typeface="Arial"/>
                        </a:rPr>
                        <a:t>10.5%</a:t>
                      </a: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14.8%</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15089973"/>
                  </a:ext>
                </a:extLst>
              </a:tr>
              <a:tr h="3196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hlinkClick r:id="rId13">
                            <a:extLst>
                              <a:ext uri="{A12FA001-AC4F-418D-AE19-62706E023703}">
                                <ahyp:hlinkClr xmlns:ahyp="http://schemas.microsoft.com/office/drawing/2018/hyperlinkcolor" val="tx"/>
                              </a:ext>
                            </a:extLst>
                          </a:hlinkClick>
                        </a:rPr>
                        <a:t>Europe</a:t>
                      </a:r>
                      <a:endPar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114.1</a:t>
                      </a:r>
                      <a:endParaRPr lang="en-US" sz="1200" b="0" i="0" u="none" strike="noStrike" cap="none" noProof="1">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257.3</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panose="020B0604020202020204" pitchFamily="34" charset="0"/>
                        <a:buNone/>
                        <a:tabLst/>
                        <a:defRPr/>
                      </a:pPr>
                      <a:r>
                        <a:rPr lang="en-US" sz="1200" b="0" i="0" u="none" strike="noStrike" cap="none" dirty="0">
                          <a:solidFill>
                            <a:srgbClr val="000000"/>
                          </a:solidFill>
                          <a:latin typeface="IBM Plex Sans" panose="020B0503050203000203" pitchFamily="34" charset="0"/>
                          <a:cs typeface="Arial"/>
                          <a:sym typeface="Arial"/>
                        </a:rPr>
                        <a:t>23.3%</a:t>
                      </a: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14.4%</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43071153"/>
                  </a:ext>
                </a:extLst>
              </a:tr>
              <a:tr h="3196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hlinkClick r:id="rId14">
                            <a:extLst>
                              <a:ext uri="{A12FA001-AC4F-418D-AE19-62706E023703}">
                                <ahyp:hlinkClr xmlns:ahyp="http://schemas.microsoft.com/office/drawing/2018/hyperlinkcolor" val="tx"/>
                              </a:ext>
                            </a:extLst>
                          </a:hlinkClick>
                        </a:rPr>
                        <a:t>U.S.</a:t>
                      </a:r>
                      <a:endPar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0" dirty="0">
                          <a:solidFill>
                            <a:srgbClr val="000000"/>
                          </a:solidFill>
                          <a:latin typeface="IBM Plex Sans" panose="020B0503050203000203" pitchFamily="34" charset="0"/>
                          <a:cs typeface="Arial"/>
                          <a:sym typeface="IBM Plex Sans" panose="020B0503050203000203" pitchFamily="34" charset="0"/>
                        </a:rPr>
                        <a:t>101.5</a:t>
                      </a:r>
                    </a:p>
                  </a:txBody>
                  <a:tcPr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0" dirty="0">
                          <a:solidFill>
                            <a:srgbClr val="000000"/>
                          </a:solidFill>
                          <a:latin typeface="IBM Plex Sans" panose="020B0503050203000203" pitchFamily="34" charset="0"/>
                          <a:cs typeface="Arial"/>
                          <a:sym typeface="IBM Plex Sans" panose="020B0503050203000203" pitchFamily="34" charset="0"/>
                        </a:rPr>
                        <a:t>220.0</a:t>
                      </a:r>
                    </a:p>
                  </a:txBody>
                  <a:tcPr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20.8%</a:t>
                      </a:r>
                      <a:endParaRPr lang="en-US" sz="1200" b="0" i="0" u="none" strike="noStrike" cap="none" noProof="0" dirty="0">
                        <a:solidFill>
                          <a:srgbClr val="000000"/>
                        </a:solidFill>
                        <a:latin typeface="IBM Plex Sans" panose="020B0503050203000203" pitchFamily="34" charset="0"/>
                        <a:cs typeface="Arial"/>
                        <a:sym typeface="IBM Plex Sans" panose="020B0503050203000203" pitchFamily="34" charset="0"/>
                      </a:endParaRPr>
                    </a:p>
                  </a:txBody>
                  <a:tcPr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0" dirty="0">
                          <a:solidFill>
                            <a:srgbClr val="000000"/>
                          </a:solidFill>
                          <a:latin typeface="IBM Plex Sans" panose="020B0503050203000203" pitchFamily="34" charset="0"/>
                          <a:cs typeface="Arial"/>
                          <a:sym typeface="IBM Plex Sans" panose="020B0503050203000203" pitchFamily="34" charset="0"/>
                        </a:rPr>
                        <a:t>13.6%</a:t>
                      </a:r>
                    </a:p>
                  </a:txBody>
                  <a:tcPr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49540536"/>
                  </a:ext>
                </a:extLst>
              </a:tr>
              <a:tr h="31960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hlinkClick r:id="rId15">
                            <a:extLst>
                              <a:ext uri="{A12FA001-AC4F-418D-AE19-62706E023703}">
                                <ahyp:hlinkClr xmlns:ahyp="http://schemas.microsoft.com/office/drawing/2018/hyperlinkcolor" val="tx"/>
                              </a:ext>
                            </a:extLst>
                          </a:hlinkClick>
                        </a:rPr>
                        <a:t>France</a:t>
                      </a:r>
                      <a:endParaRPr lang="en-US" sz="1200" b="0"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12700" cap="flat" cmpd="sng" algn="ctr">
                      <a:noFill/>
                      <a:prstDash val="solid"/>
                      <a:round/>
                      <a:headEnd type="none" w="sm" len="sm"/>
                      <a:tailEnd type="none" w="sm" len="sm"/>
                    </a:lnB>
                    <a:lnTlToBr w="12700" cmpd="sng">
                      <a:noFill/>
                      <a:prstDash val="solid"/>
                    </a:lnTlToBr>
                    <a:lnBlToTr w="12700" cmpd="sng">
                      <a:noFill/>
                      <a:prstDash val="solid"/>
                    </a:lnBlToTr>
                    <a:solidFill>
                      <a:srgbClr val="7FD7A7"/>
                    </a:solidFill>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10.3</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21.2</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panose="020B0604020202020204" pitchFamily="34" charset="0"/>
                        <a:buNone/>
                        <a:tabLst/>
                        <a:defRPr/>
                      </a:pPr>
                      <a:r>
                        <a:rPr lang="en-US" sz="1200" b="0" i="0" u="none" strike="noStrike" cap="none" dirty="0">
                          <a:solidFill>
                            <a:srgbClr val="000000"/>
                          </a:solidFill>
                          <a:latin typeface="IBM Plex Sans" panose="020B0503050203000203" pitchFamily="34" charset="0"/>
                          <a:cs typeface="Arial"/>
                          <a:sym typeface="Arial"/>
                        </a:rPr>
                        <a:t>2.1%</a:t>
                      </a:r>
                    </a:p>
                  </a:txBody>
                  <a:tcPr marT="0" marB="0" anchor="ctr">
                    <a:lnL w="9525" cap="flat" cmpd="sng" algn="ctr">
                      <a:noFill/>
                      <a:prstDash val="solid"/>
                      <a:round/>
                      <a:headEnd type="none" w="sm" len="sm"/>
                      <a:tailEnd type="none" w="sm" len="sm"/>
                    </a:lnL>
                    <a:lnR w="9525" cap="flat" cmpd="sng" algn="ctr">
                      <a:noFill/>
                      <a:prstDash val="solid"/>
                      <a:round/>
                      <a:headEnd type="none" w="sm" len="sm"/>
                      <a:tailEnd type="none" w="sm" len="sm"/>
                    </a:lnR>
                    <a:lnT w="12700" cap="flat" cmpd="sng" algn="ctr">
                      <a:solidFill>
                        <a:schemeClr val="tx2"/>
                      </a:solidFill>
                      <a:prstDash val="solid"/>
                      <a:round/>
                      <a:headEnd type="none" w="med" len="med"/>
                      <a:tailEnd type="none" w="med" len="med"/>
                    </a:lnT>
                    <a:lnB w="9525" cap="flat" cmpd="sng" algn="ctr">
                      <a:noFill/>
                      <a:prstDash val="solid"/>
                      <a:round/>
                      <a:headEnd type="none" w="sm" len="sm"/>
                      <a:tailEnd type="none" w="sm" len="sm"/>
                    </a:lnB>
                    <a:lnTlToBr w="12700" cmpd="sng">
                      <a:noFill/>
                      <a:prstDash val="solid"/>
                    </a:lnTlToBr>
                    <a:lnBlToTr w="12700" cmpd="sng">
                      <a:noFill/>
                      <a:prstDash val="solid"/>
                    </a:lnBlToTr>
                  </a:tcPr>
                </a:tc>
                <a:tc>
                  <a:txBody>
                    <a:bodyPr/>
                    <a:lstStyle/>
                    <a:p>
                      <a:pPr marL="0" marR="0" lvl="0" indent="0" algn="ctr"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effectLst/>
                          <a:latin typeface="IBM Plex Sans" panose="020B0503050203000203" pitchFamily="34" charset="0"/>
                          <a:ea typeface="Arial"/>
                          <a:cs typeface="Arial"/>
                          <a:sym typeface="Arial"/>
                        </a:rPr>
                        <a:t>12.7%</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noFill/>
                      <a:prstDash val="solid"/>
                      <a:round/>
                      <a:headEnd type="none" w="sm" len="sm"/>
                      <a:tailEnd type="none" w="sm" len="sm"/>
                    </a:lnL>
                    <a:lnR w="9525" cap="flat" cmpd="sng">
                      <a:noFill/>
                      <a:prstDash val="solid"/>
                      <a:round/>
                      <a:headEnd type="none" w="sm" len="sm"/>
                      <a:tailEnd type="none" w="sm" len="sm"/>
                    </a:lnR>
                    <a:lnT w="12700" cap="flat" cmpd="sng" algn="ctr">
                      <a:solidFill>
                        <a:schemeClr val="tx2"/>
                      </a:solidFill>
                      <a:prstDash val="solid"/>
                      <a:round/>
                      <a:headEnd type="none" w="med" len="med"/>
                      <a:tailEnd type="none" w="med" len="med"/>
                    </a:lnT>
                    <a:lnB w="9525" cap="flat" cmpd="sng" algn="ctr">
                      <a:noFill/>
                      <a:prstDash val="solid"/>
                      <a:round/>
                      <a:headEnd type="none" w="sm" len="sm"/>
                      <a:tailEnd type="none" w="sm" len="sm"/>
                    </a:lnB>
                    <a:lnTlToBr w="12700" cmpd="sng">
                      <a:noFill/>
                      <a:prstDash val="solid"/>
                    </a:lnTlToBr>
                    <a:lnBlToTr w="12700" cmpd="sng">
                      <a:noFill/>
                      <a:prstDash val="solid"/>
                    </a:lnBlToTr>
                  </a:tcPr>
                </a:tc>
                <a:extLst>
                  <a:ext uri="{0D108BD9-81ED-4DB2-BD59-A6C34878D82A}">
                    <a16:rowId xmlns:a16="http://schemas.microsoft.com/office/drawing/2014/main" val="10003"/>
                  </a:ext>
                </a:extLst>
              </a:tr>
            </a:tbl>
          </a:graphicData>
        </a:graphic>
      </p:graphicFrame>
      <p:pic>
        <p:nvPicPr>
          <p:cNvPr id="37" name="Imagem 36">
            <a:extLst>
              <a:ext uri="{FF2B5EF4-FFF2-40B4-BE49-F238E27FC236}">
                <a16:creationId xmlns:a16="http://schemas.microsoft.com/office/drawing/2014/main" id="{BF0952BD-820C-8F53-0840-308E629B36CF}"/>
              </a:ext>
            </a:extLst>
          </p:cNvPr>
          <p:cNvPicPr>
            <a:picLocks noChangeAspect="1"/>
          </p:cNvPicPr>
          <p:nvPr/>
        </p:nvPicPr>
        <p:blipFill>
          <a:blip r:embed="rId16"/>
          <a:stretch>
            <a:fillRect/>
          </a:stretch>
        </p:blipFill>
        <p:spPr>
          <a:xfrm>
            <a:off x="1183751" y="1828456"/>
            <a:ext cx="869121" cy="305802"/>
          </a:xfrm>
          <a:prstGeom prst="rect">
            <a:avLst/>
          </a:prstGeom>
        </p:spPr>
      </p:pic>
      <p:pic>
        <p:nvPicPr>
          <p:cNvPr id="39" name="Imagem 38">
            <a:extLst>
              <a:ext uri="{FF2B5EF4-FFF2-40B4-BE49-F238E27FC236}">
                <a16:creationId xmlns:a16="http://schemas.microsoft.com/office/drawing/2014/main" id="{7F11735B-4BCF-EEA8-D9E9-AB9CBEF92023}"/>
              </a:ext>
            </a:extLst>
          </p:cNvPr>
          <p:cNvPicPr>
            <a:picLocks noChangeAspect="1"/>
          </p:cNvPicPr>
          <p:nvPr/>
        </p:nvPicPr>
        <p:blipFill>
          <a:blip r:embed="rId17"/>
          <a:stretch>
            <a:fillRect/>
          </a:stretch>
        </p:blipFill>
        <p:spPr>
          <a:xfrm>
            <a:off x="4483072" y="1828456"/>
            <a:ext cx="722802" cy="305801"/>
          </a:xfrm>
          <a:prstGeom prst="rect">
            <a:avLst/>
          </a:prstGeom>
        </p:spPr>
      </p:pic>
      <p:graphicFrame>
        <p:nvGraphicFramePr>
          <p:cNvPr id="40" name="Google Shape;933;g3b2110f3d24_0_616">
            <a:extLst>
              <a:ext uri="{FF2B5EF4-FFF2-40B4-BE49-F238E27FC236}">
                <a16:creationId xmlns:a16="http://schemas.microsoft.com/office/drawing/2014/main" id="{4F9533D6-3081-B892-BCA2-E2B5C588DC46}"/>
              </a:ext>
            </a:extLst>
          </p:cNvPr>
          <p:cNvGraphicFramePr/>
          <p:nvPr/>
        </p:nvGraphicFramePr>
        <p:xfrm>
          <a:off x="3441489" y="3554307"/>
          <a:ext cx="2934305" cy="2141580"/>
        </p:xfrm>
        <a:graphic>
          <a:graphicData uri="http://schemas.openxmlformats.org/drawingml/2006/table">
            <a:tbl>
              <a:tblPr>
                <a:noFill/>
                <a:tableStyleId>{16461213-F4DB-495F-93F5-F8E8B3FAFA39}</a:tableStyleId>
              </a:tblPr>
              <a:tblGrid>
                <a:gridCol w="540900">
                  <a:extLst>
                    <a:ext uri="{9D8B030D-6E8A-4147-A177-3AD203B41FA5}">
                      <a16:colId xmlns:a16="http://schemas.microsoft.com/office/drawing/2014/main" val="20000"/>
                    </a:ext>
                  </a:extLst>
                </a:gridCol>
                <a:gridCol w="842844">
                  <a:extLst>
                    <a:ext uri="{9D8B030D-6E8A-4147-A177-3AD203B41FA5}">
                      <a16:colId xmlns:a16="http://schemas.microsoft.com/office/drawing/2014/main" val="20001"/>
                    </a:ext>
                  </a:extLst>
                </a:gridCol>
                <a:gridCol w="1550561">
                  <a:extLst>
                    <a:ext uri="{9D8B030D-6E8A-4147-A177-3AD203B41FA5}">
                      <a16:colId xmlns:a16="http://schemas.microsoft.com/office/drawing/2014/main" val="2450091300"/>
                    </a:ext>
                  </a:extLst>
                </a:gridCol>
              </a:tblGrid>
              <a:tr h="247889">
                <a:tc>
                  <a:txBody>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100" b="1" u="none" strike="noStrike" cap="none" noProof="1">
                          <a:solidFill>
                            <a:schemeClr val="bg1"/>
                          </a:solidFill>
                          <a:latin typeface="IBM Plex Sans" panose="020B0503050203000203" pitchFamily="34" charset="0"/>
                          <a:ea typeface="Calibri"/>
                          <a:cs typeface="Calibri"/>
                          <a:sym typeface="IBM Plex Sans" panose="020B0503050203000203" pitchFamily="34" charset="0"/>
                        </a:rPr>
                        <a:t>Rank</a:t>
                      </a:r>
                    </a:p>
                  </a:txBody>
                  <a:tcPr marL="90000" marR="90000" marT="46800" marB="468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100" b="1" i="0" u="none" strike="noStrike" cap="none" noProof="1">
                          <a:solidFill>
                            <a:schemeClr val="bg1"/>
                          </a:solidFill>
                          <a:latin typeface="IBM Plex Sans" panose="020B0503050203000203" pitchFamily="34" charset="0"/>
                          <a:ea typeface="Calibri"/>
                          <a:cs typeface="Calibri"/>
                          <a:sym typeface="IBM Plex Sans" panose="020B0503050203000203" pitchFamily="34" charset="0"/>
                        </a:rPr>
                        <a:t>Country</a:t>
                      </a:r>
                      <a:endParaRPr lang="en-US" sz="1100" b="1" i="0" u="none" strike="noStrike" cap="none" noProof="1">
                        <a:solidFill>
                          <a:schemeClr val="bg1"/>
                        </a:solidFill>
                        <a:latin typeface="IBM Plex Sans" panose="020B0503050203000203" pitchFamily="34" charset="0"/>
                        <a:cs typeface="Calibri"/>
                        <a:sym typeface="IBM Plex Sans" panose="020B0503050203000203" pitchFamily="34" charset="0"/>
                      </a:endParaRP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100" b="1" i="0" u="none" strike="noStrike" cap="none" noProof="1">
                          <a:solidFill>
                            <a:schemeClr val="bg1"/>
                          </a:solidFill>
                          <a:latin typeface="IBM Plex Sans" panose="020B0503050203000203" pitchFamily="34" charset="0"/>
                          <a:cs typeface="Calibri"/>
                          <a:sym typeface="IBM Plex Sans" panose="020B0503050203000203" pitchFamily="34" charset="0"/>
                        </a:rPr>
                        <a:t>2025 Market Share</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188034">
                <a:tc>
                  <a:txBody>
                    <a:bodyPr/>
                    <a:lstStyle/>
                    <a:p>
                      <a:pPr algn="ctr" fontAlgn="b">
                        <a:buNone/>
                      </a:pPr>
                      <a:r>
                        <a:rPr lang="en-US" sz="1100" b="0" i="0" u="none" strike="noStrike" noProof="1">
                          <a:solidFill>
                            <a:srgbClr val="1F1F1F"/>
                          </a:solidFill>
                          <a:effectLst/>
                          <a:latin typeface="IBM Plex Sans" panose="020B0503050203000203" pitchFamily="34" charset="0"/>
                        </a:rPr>
                        <a:t>1</a:t>
                      </a:r>
                    </a:p>
                  </a:txBody>
                  <a:tcPr marL="9525" marR="9525" marT="9525"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12700" cap="flat" cmpd="sng" algn="ctr">
                      <a:solidFill>
                        <a:schemeClr val="lt1"/>
                      </a:solidFill>
                      <a:prstDash val="solid"/>
                      <a:round/>
                      <a:headEnd type="none" w="sm" len="sm"/>
                      <a:tailEnd type="none" w="sm" len="sm"/>
                    </a:lnB>
                    <a:solidFill>
                      <a:schemeClr val="bg1">
                        <a:lumMod val="95000"/>
                      </a:schemeClr>
                    </a:solidFill>
                  </a:tcPr>
                </a:tc>
                <a:tc>
                  <a:txBody>
                    <a:bodyPr/>
                    <a:lstStyle/>
                    <a:p>
                      <a:pPr algn="ctr" fontAlgn="b">
                        <a:buNone/>
                      </a:pPr>
                      <a:r>
                        <a:rPr lang="en-US" sz="1100" b="0" i="0" u="none" strike="noStrike" noProof="1">
                          <a:solidFill>
                            <a:srgbClr val="1F1F1F"/>
                          </a:solidFill>
                          <a:effectLst/>
                          <a:latin typeface="IBM Plex Sans" panose="020B0503050203000203" pitchFamily="34" charset="0"/>
                        </a:rPr>
                        <a:t>U.S.</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1100" b="0" i="0" u="none" strike="noStrike" noProof="1">
                          <a:solidFill>
                            <a:srgbClr val="1F1F1F"/>
                          </a:solidFill>
                          <a:effectLst/>
                          <a:latin typeface="IBM Plex Sans" panose="020B0503050203000203" pitchFamily="34" charset="0"/>
                        </a:rPr>
                        <a:t>41%</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949540536"/>
                  </a:ext>
                </a:extLst>
              </a:tr>
              <a:tr h="188034">
                <a:tc>
                  <a:txBody>
                    <a:bodyPr/>
                    <a:lstStyle/>
                    <a:p>
                      <a:pPr algn="ctr" fontAlgn="b">
                        <a:buNone/>
                      </a:pPr>
                      <a:r>
                        <a:rPr lang="en-US" sz="1100" b="0" i="0" u="none" strike="noStrike" noProof="1">
                          <a:solidFill>
                            <a:srgbClr val="1F1F1F"/>
                          </a:solidFill>
                          <a:effectLst/>
                          <a:latin typeface="IBM Plex Sans" panose="020B0503050203000203" pitchFamily="34" charset="0"/>
                        </a:rPr>
                        <a:t>2</a:t>
                      </a:r>
                    </a:p>
                  </a:txBody>
                  <a:tcPr marL="9525" marR="9525" marT="9525"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chemeClr val="bg1">
                        <a:lumMod val="95000"/>
                      </a:schemeClr>
                    </a:solidFill>
                  </a:tcPr>
                </a:tc>
                <a:tc>
                  <a:txBody>
                    <a:bodyPr/>
                    <a:lstStyle/>
                    <a:p>
                      <a:pPr algn="ctr" fontAlgn="b">
                        <a:buNone/>
                      </a:pPr>
                      <a:r>
                        <a:rPr lang="en-US" sz="1100" b="0" i="0" u="none" strike="noStrike" noProof="1">
                          <a:solidFill>
                            <a:srgbClr val="1F1F1F"/>
                          </a:solidFill>
                          <a:effectLst/>
                          <a:latin typeface="IBM Plex Sans" panose="020B0503050203000203" pitchFamily="34" charset="0"/>
                        </a:rPr>
                        <a:t>China</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1100" b="0" i="0" u="none" strike="noStrike" noProof="1">
                          <a:solidFill>
                            <a:srgbClr val="1F1F1F"/>
                          </a:solidFill>
                          <a:effectLst/>
                          <a:latin typeface="IBM Plex Sans" panose="020B0503050203000203" pitchFamily="34" charset="0"/>
                        </a:rPr>
                        <a:t>16%</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543443761"/>
                  </a:ext>
                </a:extLst>
              </a:tr>
              <a:tr h="188034">
                <a:tc>
                  <a:txBody>
                    <a:bodyPr/>
                    <a:lstStyle/>
                    <a:p>
                      <a:pPr algn="ctr" fontAlgn="b">
                        <a:buNone/>
                      </a:pPr>
                      <a:r>
                        <a:rPr lang="en-US" sz="1100" b="0" i="0" u="none" strike="noStrike" noProof="1">
                          <a:solidFill>
                            <a:srgbClr val="1F1F1F"/>
                          </a:solidFill>
                          <a:effectLst/>
                          <a:latin typeface="IBM Plex Sans" panose="020B0503050203000203" pitchFamily="34" charset="0"/>
                        </a:rPr>
                        <a:t>3</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chemeClr val="bg1">
                        <a:lumMod val="95000"/>
                      </a:schemeClr>
                    </a:solidFill>
                  </a:tcPr>
                </a:tc>
                <a:tc>
                  <a:txBody>
                    <a:bodyPr/>
                    <a:lstStyle/>
                    <a:p>
                      <a:pPr algn="ctr" fontAlgn="b">
                        <a:buNone/>
                      </a:pPr>
                      <a:r>
                        <a:rPr lang="en-US" sz="1100" b="0" i="0" u="none" strike="noStrike" noProof="1">
                          <a:solidFill>
                            <a:srgbClr val="1F1F1F"/>
                          </a:solidFill>
                          <a:effectLst/>
                          <a:latin typeface="IBM Plex Sans" panose="020B0503050203000203" pitchFamily="34" charset="0"/>
                        </a:rPr>
                        <a:t>UK</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1100" b="0" i="0" u="none" strike="noStrike" noProof="1">
                          <a:solidFill>
                            <a:srgbClr val="1F1F1F"/>
                          </a:solidFill>
                          <a:effectLst/>
                          <a:latin typeface="IBM Plex Sans" panose="020B0503050203000203" pitchFamily="34" charset="0"/>
                        </a:rPr>
                        <a:t>6%</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3"/>
                  </a:ext>
                </a:extLst>
              </a:tr>
              <a:tr h="188034">
                <a:tc>
                  <a:txBody>
                    <a:bodyPr/>
                    <a:lstStyle/>
                    <a:p>
                      <a:pPr algn="ctr" fontAlgn="b">
                        <a:buNone/>
                      </a:pPr>
                      <a:r>
                        <a:rPr lang="en-US" sz="1100" b="0" i="0" u="none" strike="noStrike" noProof="1">
                          <a:solidFill>
                            <a:srgbClr val="1F1F1F"/>
                          </a:solidFill>
                          <a:effectLst/>
                          <a:latin typeface="IBM Plex Sans" panose="020B0503050203000203" pitchFamily="34" charset="0"/>
                        </a:rPr>
                        <a:t>4</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chemeClr val="bg1">
                        <a:lumMod val="95000"/>
                      </a:schemeClr>
                    </a:solidFill>
                  </a:tcPr>
                </a:tc>
                <a:tc>
                  <a:txBody>
                    <a:bodyPr/>
                    <a:lstStyle/>
                    <a:p>
                      <a:pPr algn="ctr" fontAlgn="b">
                        <a:buNone/>
                      </a:pPr>
                      <a:r>
                        <a:rPr lang="en-US" sz="1100" b="0" i="0" u="none" strike="noStrike" noProof="1">
                          <a:solidFill>
                            <a:srgbClr val="1F1F1F"/>
                          </a:solidFill>
                          <a:effectLst/>
                          <a:latin typeface="IBM Plex Sans" panose="020B0503050203000203" pitchFamily="34" charset="0"/>
                        </a:rPr>
                        <a:t>Japan</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1100" b="0" i="0" u="none" strike="noStrike" noProof="1">
                          <a:solidFill>
                            <a:srgbClr val="1F1F1F"/>
                          </a:solidFill>
                          <a:effectLst/>
                          <a:latin typeface="IBM Plex Sans" panose="020B0503050203000203" pitchFamily="34" charset="0"/>
                        </a:rPr>
                        <a:t>5%</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85074773"/>
                  </a:ext>
                </a:extLst>
              </a:tr>
              <a:tr h="188034">
                <a:tc>
                  <a:txBody>
                    <a:bodyPr/>
                    <a:lstStyle/>
                    <a:p>
                      <a:pPr algn="ctr" fontAlgn="b">
                        <a:buNone/>
                      </a:pPr>
                      <a:r>
                        <a:rPr lang="en-US" sz="1100" b="0" i="0" u="none" strike="noStrike" noProof="1">
                          <a:solidFill>
                            <a:srgbClr val="1F1F1F"/>
                          </a:solidFill>
                          <a:effectLst/>
                          <a:latin typeface="IBM Plex Sans" panose="020B0503050203000203" pitchFamily="34" charset="0"/>
                        </a:rPr>
                        <a:t>5</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chemeClr val="bg1">
                        <a:lumMod val="95000"/>
                      </a:schemeClr>
                    </a:solidFill>
                  </a:tcPr>
                </a:tc>
                <a:tc>
                  <a:txBody>
                    <a:bodyPr/>
                    <a:lstStyle/>
                    <a:p>
                      <a:pPr algn="ctr" fontAlgn="b">
                        <a:buNone/>
                      </a:pPr>
                      <a:r>
                        <a:rPr lang="en-US" sz="1100" b="0" i="0" u="none" strike="noStrike" noProof="1">
                          <a:solidFill>
                            <a:srgbClr val="1F1F1F"/>
                          </a:solidFill>
                          <a:effectLst/>
                          <a:latin typeface="IBM Plex Sans" panose="020B0503050203000203" pitchFamily="34" charset="0"/>
                        </a:rPr>
                        <a:t>Germany</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1100" b="0" i="0" u="none" strike="noStrike" noProof="1">
                          <a:solidFill>
                            <a:srgbClr val="1F1F1F"/>
                          </a:solidFill>
                          <a:effectLst/>
                          <a:latin typeface="IBM Plex Sans" panose="020B0503050203000203" pitchFamily="34" charset="0"/>
                        </a:rPr>
                        <a:t>4%</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838054384"/>
                  </a:ext>
                </a:extLst>
              </a:tr>
              <a:tr h="188034">
                <a:tc>
                  <a:txBody>
                    <a:bodyPr/>
                    <a:lstStyle/>
                    <a:p>
                      <a:pPr algn="ctr" fontAlgn="b">
                        <a:buNone/>
                      </a:pPr>
                      <a:r>
                        <a:rPr lang="en-US" sz="1100" b="0" i="0" u="none" strike="noStrike" noProof="1">
                          <a:solidFill>
                            <a:srgbClr val="1F1F1F"/>
                          </a:solidFill>
                          <a:effectLst/>
                          <a:latin typeface="IBM Plex Sans" panose="020B0503050203000203" pitchFamily="34" charset="0"/>
                        </a:rPr>
                        <a:t>6</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chemeClr val="bg1">
                        <a:lumMod val="95000"/>
                      </a:schemeClr>
                    </a:solidFill>
                  </a:tcPr>
                </a:tc>
                <a:tc>
                  <a:txBody>
                    <a:bodyPr/>
                    <a:lstStyle/>
                    <a:p>
                      <a:pPr algn="ctr" fontAlgn="b">
                        <a:buNone/>
                      </a:pPr>
                      <a:r>
                        <a:rPr lang="en-US" sz="1100" b="0" i="0" u="none" strike="noStrike" noProof="1">
                          <a:solidFill>
                            <a:srgbClr val="1F1F1F"/>
                          </a:solidFill>
                          <a:effectLst/>
                          <a:latin typeface="IBM Plex Sans" panose="020B0503050203000203" pitchFamily="34" charset="0"/>
                        </a:rPr>
                        <a:t>France</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1100" b="0" i="0" u="none" strike="noStrike" noProof="1">
                          <a:solidFill>
                            <a:srgbClr val="1F1F1F"/>
                          </a:solidFill>
                          <a:effectLst/>
                          <a:latin typeface="IBM Plex Sans" panose="020B0503050203000203" pitchFamily="34" charset="0"/>
                        </a:rPr>
                        <a:t>2%</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38812163"/>
                  </a:ext>
                </a:extLst>
              </a:tr>
              <a:tr h="188034">
                <a:tc>
                  <a:txBody>
                    <a:bodyPr/>
                    <a:lstStyle/>
                    <a:p>
                      <a:pPr algn="ctr" fontAlgn="b">
                        <a:buNone/>
                      </a:pPr>
                      <a:r>
                        <a:rPr lang="en-US" sz="1100" b="0" i="0" u="none" strike="noStrike" noProof="1">
                          <a:solidFill>
                            <a:srgbClr val="1F1F1F"/>
                          </a:solidFill>
                          <a:effectLst/>
                          <a:latin typeface="IBM Plex Sans" panose="020B0503050203000203" pitchFamily="34" charset="0"/>
                        </a:rPr>
                        <a:t>7</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chemeClr val="bg1">
                        <a:lumMod val="95000"/>
                      </a:schemeClr>
                    </a:solidFill>
                  </a:tcPr>
                </a:tc>
                <a:tc>
                  <a:txBody>
                    <a:bodyPr/>
                    <a:lstStyle/>
                    <a:p>
                      <a:pPr algn="ctr" fontAlgn="b">
                        <a:buNone/>
                      </a:pPr>
                      <a:r>
                        <a:rPr lang="en-US" sz="1100" b="0" i="0" u="none" strike="noStrike" noProof="1">
                          <a:solidFill>
                            <a:srgbClr val="1F1F1F"/>
                          </a:solidFill>
                          <a:effectLst/>
                          <a:latin typeface="IBM Plex Sans" panose="020B0503050203000203" pitchFamily="34" charset="0"/>
                        </a:rPr>
                        <a:t>Australia</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1100" b="0" i="0" u="none" strike="noStrike" noProof="1">
                          <a:solidFill>
                            <a:srgbClr val="1F1F1F"/>
                          </a:solidFill>
                          <a:effectLst/>
                          <a:latin typeface="IBM Plex Sans" panose="020B0503050203000203" pitchFamily="34" charset="0"/>
                        </a:rPr>
                        <a:t>2%</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833587452"/>
                  </a:ext>
                </a:extLst>
              </a:tr>
              <a:tr h="188034">
                <a:tc>
                  <a:txBody>
                    <a:bodyPr/>
                    <a:lstStyle/>
                    <a:p>
                      <a:pPr algn="ctr" fontAlgn="b">
                        <a:buNone/>
                      </a:pPr>
                      <a:r>
                        <a:rPr lang="en-US" sz="1100" b="0" i="0" u="none" strike="noStrike" noProof="1">
                          <a:solidFill>
                            <a:srgbClr val="1F1F1F"/>
                          </a:solidFill>
                          <a:effectLst/>
                          <a:latin typeface="IBM Plex Sans" panose="020B0503050203000203" pitchFamily="34" charset="0"/>
                        </a:rPr>
                        <a:t>8</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chemeClr val="bg1">
                        <a:lumMod val="95000"/>
                      </a:schemeClr>
                    </a:solidFill>
                  </a:tcPr>
                </a:tc>
                <a:tc>
                  <a:txBody>
                    <a:bodyPr/>
                    <a:lstStyle/>
                    <a:p>
                      <a:pPr algn="ctr" fontAlgn="b">
                        <a:buNone/>
                      </a:pPr>
                      <a:r>
                        <a:rPr lang="en-US" sz="1100" b="0" i="0" u="none" strike="noStrike" noProof="1">
                          <a:solidFill>
                            <a:srgbClr val="1F1F1F"/>
                          </a:solidFill>
                          <a:effectLst/>
                          <a:latin typeface="IBM Plex Sans" panose="020B0503050203000203" pitchFamily="34" charset="0"/>
                        </a:rPr>
                        <a:t>Canada</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1100" b="0" i="0" u="none" strike="noStrike" noProof="1">
                          <a:solidFill>
                            <a:srgbClr val="1F1F1F"/>
                          </a:solidFill>
                          <a:effectLst/>
                          <a:latin typeface="IBM Plex Sans" panose="020B0503050203000203" pitchFamily="34" charset="0"/>
                        </a:rPr>
                        <a:t>2%</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831788314"/>
                  </a:ext>
                </a:extLst>
              </a:tr>
              <a:tr h="188034">
                <a:tc>
                  <a:txBody>
                    <a:bodyPr/>
                    <a:lstStyle/>
                    <a:p>
                      <a:pPr algn="ctr" fontAlgn="b">
                        <a:buNone/>
                      </a:pPr>
                      <a:r>
                        <a:rPr lang="en-US" sz="1100" b="0" i="0" u="none" strike="noStrike" noProof="1">
                          <a:solidFill>
                            <a:srgbClr val="1F1F1F"/>
                          </a:solidFill>
                          <a:effectLst/>
                          <a:latin typeface="IBM Plex Sans" panose="020B0503050203000203" pitchFamily="34" charset="0"/>
                        </a:rPr>
                        <a:t>9</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chemeClr val="bg1">
                        <a:lumMod val="95000"/>
                      </a:schemeClr>
                    </a:solidFill>
                  </a:tcPr>
                </a:tc>
                <a:tc>
                  <a:txBody>
                    <a:bodyPr/>
                    <a:lstStyle/>
                    <a:p>
                      <a:pPr algn="ctr" fontAlgn="b">
                        <a:buNone/>
                      </a:pPr>
                      <a:r>
                        <a:rPr lang="en-US" sz="1100" b="0" i="0" u="none" strike="noStrike" noProof="1">
                          <a:solidFill>
                            <a:srgbClr val="1F1F1F"/>
                          </a:solidFill>
                          <a:effectLst/>
                          <a:latin typeface="IBM Plex Sans" panose="020B0503050203000203" pitchFamily="34" charset="0"/>
                        </a:rPr>
                        <a:t>Brazil</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algn="ctr" fontAlgn="b">
                        <a:buNone/>
                      </a:pPr>
                      <a:r>
                        <a:rPr lang="en-US" sz="1100" b="0" i="0" u="none" strike="noStrike" noProof="1">
                          <a:solidFill>
                            <a:srgbClr val="1F1F1F"/>
                          </a:solidFill>
                          <a:effectLst/>
                          <a:latin typeface="IBM Plex Sans" panose="020B0503050203000203" pitchFamily="34" charset="0"/>
                        </a:rPr>
                        <a:t>2%</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67414183"/>
                  </a:ext>
                </a:extLst>
              </a:tr>
              <a:tr h="188034">
                <a:tc>
                  <a:txBody>
                    <a:bodyPr/>
                    <a:lstStyle/>
                    <a:p>
                      <a:pPr algn="ctr" fontAlgn="b">
                        <a:buNone/>
                      </a:pPr>
                      <a:r>
                        <a:rPr lang="en-US" sz="1100" b="0" i="0" u="none" strike="noStrike" noProof="1">
                          <a:solidFill>
                            <a:srgbClr val="1F1F1F"/>
                          </a:solidFill>
                          <a:effectLst/>
                          <a:latin typeface="IBM Plex Sans" panose="020B0503050203000203" pitchFamily="34" charset="0"/>
                        </a:rPr>
                        <a:t>10</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chemeClr val="bg1">
                        <a:lumMod val="95000"/>
                      </a:schemeClr>
                    </a:solidFill>
                  </a:tcPr>
                </a:tc>
                <a:tc>
                  <a:txBody>
                    <a:bodyPr/>
                    <a:lstStyle/>
                    <a:p>
                      <a:pPr algn="ctr" fontAlgn="b">
                        <a:buNone/>
                      </a:pPr>
                      <a:r>
                        <a:rPr lang="en-US" sz="1100" b="0" i="0" u="none" strike="noStrike" noProof="1">
                          <a:solidFill>
                            <a:srgbClr val="1F1F1F"/>
                          </a:solidFill>
                          <a:effectLst/>
                          <a:latin typeface="IBM Plex Sans" panose="020B0503050203000203" pitchFamily="34" charset="0"/>
                        </a:rPr>
                        <a:t>S. Korea</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algn="ctr" fontAlgn="b">
                        <a:buNone/>
                      </a:pPr>
                      <a:r>
                        <a:rPr lang="en-US" sz="1100" b="0" i="0" u="none" strike="noStrike" noProof="1">
                          <a:solidFill>
                            <a:srgbClr val="1F1F1F"/>
                          </a:solidFill>
                          <a:effectLst/>
                          <a:latin typeface="IBM Plex Sans" panose="020B0503050203000203" pitchFamily="34" charset="0"/>
                        </a:rPr>
                        <a:t>2%</a:t>
                      </a:r>
                    </a:p>
                  </a:txBody>
                  <a:tcPr marL="9525" marR="9525" marT="9525"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2401091520"/>
                  </a:ext>
                </a:extLst>
              </a:tr>
            </a:tbl>
          </a:graphicData>
        </a:graphic>
      </p:graphicFrame>
    </p:spTree>
    <p:extLst>
      <p:ext uri="{BB962C8B-B14F-4D97-AF65-F5344CB8AC3E}">
        <p14:creationId xmlns:p14="http://schemas.microsoft.com/office/powerpoint/2010/main" val="253715835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DA06D1AA-648E-51A6-2414-3F96E6BB4CC2}"/>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C6B299F9-AC46-7BC4-71B0-CB3E4A524A8F}"/>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107</a:t>
            </a:fld>
            <a:endParaRPr lang="en-US" noProof="0"/>
          </a:p>
        </p:txBody>
      </p:sp>
      <p:sp>
        <p:nvSpPr>
          <p:cNvPr id="978" name="Google Shape;978;p67">
            <a:extLst>
              <a:ext uri="{FF2B5EF4-FFF2-40B4-BE49-F238E27FC236}">
                <a16:creationId xmlns:a16="http://schemas.microsoft.com/office/drawing/2014/main" id="{145E489D-6A4F-A98A-6293-97FEE3D93464}"/>
              </a:ext>
            </a:extLst>
          </p:cNvPr>
          <p:cNvSpPr txBox="1">
            <a:spLocks noGrp="1"/>
          </p:cNvSpPr>
          <p:nvPr>
            <p:ph type="title"/>
          </p:nvPr>
        </p:nvSpPr>
        <p:spPr>
          <a:xfrm>
            <a:off x="420595" y="504611"/>
            <a:ext cx="11350811" cy="387798"/>
          </a:xfrm>
          <a:prstGeom prst="rect">
            <a:avLst/>
          </a:prstGeom>
          <a:noFill/>
          <a:ln>
            <a:noFill/>
          </a:ln>
        </p:spPr>
        <p:txBody>
          <a:bodyPr spcFirstLastPara="1" wrap="square" lIns="0" tIns="0" rIns="0" bIns="0" anchor="t" anchorCtr="0">
            <a:spAutoFit/>
          </a:bodyPr>
          <a:lstStyle/>
          <a:p>
            <a:r>
              <a:rPr lang="en-US" noProof="1"/>
              <a:t>AI Impact on Search – use cases by team</a:t>
            </a:r>
          </a:p>
        </p:txBody>
      </p:sp>
      <p:sp>
        <p:nvSpPr>
          <p:cNvPr id="7" name="Google Shape;980;p67">
            <a:extLst>
              <a:ext uri="{FF2B5EF4-FFF2-40B4-BE49-F238E27FC236}">
                <a16:creationId xmlns:a16="http://schemas.microsoft.com/office/drawing/2014/main" id="{511CAB7C-7944-E2DD-ADC0-61C3CFD31398}"/>
              </a:ext>
            </a:extLst>
          </p:cNvPr>
          <p:cNvSpPr txBox="1"/>
          <p:nvPr/>
        </p:nvSpPr>
        <p:spPr>
          <a:xfrm>
            <a:off x="420595" y="6395916"/>
            <a:ext cx="10476861" cy="107722"/>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rgbClr val="7F7F7F"/>
                </a:solidFill>
                <a:latin typeface="IBM Plex Sans"/>
                <a:ea typeface="IBM Plex Sans"/>
                <a:cs typeface="IBM Plex Sans"/>
                <a:sym typeface="IBM Plex Sans"/>
              </a:rPr>
              <a:t>Sources: (1) Based on </a:t>
            </a:r>
            <a:r>
              <a:rPr lang="en-US" sz="700" dirty="0">
                <a:solidFill>
                  <a:srgbClr val="7F7F7F"/>
                </a:solidFill>
                <a:latin typeface="IBM Plex Sans"/>
                <a:sym typeface="IBM Plex Sans"/>
              </a:rPr>
              <a:t>feedback from </a:t>
            </a:r>
            <a:r>
              <a:rPr lang="en-US" sz="700" dirty="0">
                <a:solidFill>
                  <a:srgbClr val="7F7F7F"/>
                </a:solidFill>
                <a:latin typeface="IBM Plex Sans"/>
              </a:rPr>
              <a:t>stakeholder reviews</a:t>
            </a:r>
            <a:r>
              <a:rPr lang="en-US" sz="700" b="0" i="0" u="none" strike="noStrike" cap="none" noProof="0" dirty="0">
                <a:solidFill>
                  <a:srgbClr val="7F7F7F"/>
                </a:solidFill>
                <a:latin typeface="IBM Plex Sans"/>
                <a:ea typeface="IBM Plex Sans"/>
                <a:cs typeface="IBM Plex Sans"/>
                <a:sym typeface="IBM Plex Sans"/>
              </a:rPr>
              <a:t>; reflects current and projected applications</a:t>
            </a:r>
            <a:endParaRPr lang="en-US" sz="700" noProof="0" dirty="0">
              <a:solidFill>
                <a:srgbClr val="7F7F7F"/>
              </a:solidFill>
              <a:latin typeface="IBM Plex Sans"/>
            </a:endParaRPr>
          </a:p>
        </p:txBody>
      </p:sp>
      <p:graphicFrame>
        <p:nvGraphicFramePr>
          <p:cNvPr id="4" name="Google Shape;933;g3b2110f3d24_0_616">
            <a:extLst>
              <a:ext uri="{FF2B5EF4-FFF2-40B4-BE49-F238E27FC236}">
                <a16:creationId xmlns:a16="http://schemas.microsoft.com/office/drawing/2014/main" id="{32B485C0-DAFD-952D-3259-EC95043D1C6A}"/>
              </a:ext>
            </a:extLst>
          </p:cNvPr>
          <p:cNvGraphicFramePr/>
          <p:nvPr/>
        </p:nvGraphicFramePr>
        <p:xfrm>
          <a:off x="420410" y="1407666"/>
          <a:ext cx="11352491" cy="4539645"/>
        </p:xfrm>
        <a:graphic>
          <a:graphicData uri="http://schemas.openxmlformats.org/drawingml/2006/table">
            <a:tbl>
              <a:tblPr>
                <a:noFill/>
                <a:tableStyleId>{16461213-F4DB-495F-93F5-F8E8B3FAFA39}</a:tableStyleId>
              </a:tblPr>
              <a:tblGrid>
                <a:gridCol w="2251353">
                  <a:extLst>
                    <a:ext uri="{9D8B030D-6E8A-4147-A177-3AD203B41FA5}">
                      <a16:colId xmlns:a16="http://schemas.microsoft.com/office/drawing/2014/main" val="20000"/>
                    </a:ext>
                  </a:extLst>
                </a:gridCol>
                <a:gridCol w="4550569">
                  <a:extLst>
                    <a:ext uri="{9D8B030D-6E8A-4147-A177-3AD203B41FA5}">
                      <a16:colId xmlns:a16="http://schemas.microsoft.com/office/drawing/2014/main" val="20001"/>
                    </a:ext>
                  </a:extLst>
                </a:gridCol>
                <a:gridCol w="4550569">
                  <a:extLst>
                    <a:ext uri="{9D8B030D-6E8A-4147-A177-3AD203B41FA5}">
                      <a16:colId xmlns:a16="http://schemas.microsoft.com/office/drawing/2014/main" val="2450091300"/>
                    </a:ext>
                  </a:extLst>
                </a:gridCol>
              </a:tblGrid>
              <a:tr h="295056">
                <a:tc rowSpan="2">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Team</a:t>
                      </a:r>
                    </a:p>
                  </a:txBody>
                  <a:tcPr marL="90000" marR="90000" marT="46800" marB="4680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tc gridSpan="2">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Use cases</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solidFill>
                        <a:schemeClr val="lt1"/>
                      </a:solidFill>
                      <a:prstDash val="solid"/>
                      <a:round/>
                      <a:headEnd type="none" w="sm" len="sm"/>
                      <a:tailEnd type="none" w="sm" len="sm"/>
                    </a:lnT>
                    <a:lnB w="6350" cap="flat" cmpd="sng" algn="ctr">
                      <a:solidFill>
                        <a:schemeClr val="bg1"/>
                      </a:solidFill>
                      <a:prstDash val="solid"/>
                      <a:round/>
                      <a:headEnd type="none" w="med" len="med"/>
                      <a:tailEnd type="none" w="med" len="med"/>
                    </a:lnB>
                    <a:solidFill>
                      <a:srgbClr val="7030A0"/>
                    </a:solidFill>
                  </a:tcPr>
                </a:tc>
                <a:tc hMerge="1">
                  <a:txBody>
                    <a:bodyPr/>
                    <a:lstStyle/>
                    <a:p>
                      <a:pPr marL="0" marR="0" lvl="0" indent="0" algn="ctr" rtl="0">
                        <a:lnSpc>
                          <a:spcPct val="100000"/>
                        </a:lnSpc>
                        <a:spcBef>
                          <a:spcPts val="0"/>
                        </a:spcBef>
                        <a:spcAft>
                          <a:spcPts val="0"/>
                        </a:spcAft>
                        <a:buClr>
                          <a:srgbClr val="000000"/>
                        </a:buClr>
                        <a:buSzPts val="1200"/>
                        <a:buFont typeface="Arial"/>
                        <a:buNone/>
                      </a:pPr>
                      <a:endPar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endParaRP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10000"/>
                  </a:ext>
                </a:extLst>
              </a:tr>
              <a:tr h="295056">
                <a:tc vMerge="1">
                  <a:txBody>
                    <a:bodyPr/>
                    <a:lstStyle/>
                    <a:p>
                      <a:endParaRPr lang="pt-US"/>
                    </a:p>
                  </a:txBody>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2025</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solid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US" sz="1200" b="1" i="0" u="none" strike="noStrike" cap="none" noProof="0" dirty="0">
                          <a:solidFill>
                            <a:schemeClr val="bg1"/>
                          </a:solidFill>
                          <a:latin typeface="IBM Plex Sans" panose="020B0503050203000203" pitchFamily="34" charset="0"/>
                          <a:ea typeface="Calibri"/>
                          <a:cs typeface="Calibri"/>
                          <a:sym typeface="IBM Plex Sans" panose="020B0503050203000203" pitchFamily="34" charset="0"/>
                        </a:rPr>
                        <a:t>2026</a:t>
                      </a:r>
                    </a:p>
                  </a:txBody>
                  <a:tcPr marL="91450" marR="91450" marT="27425" marB="27425"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6350" cap="flat" cmpd="sng" algn="ctr">
                      <a:solidFill>
                        <a:schemeClr val="bg1"/>
                      </a:solidFill>
                      <a:prstDash val="solid"/>
                      <a:round/>
                      <a:headEnd type="none" w="med" len="med"/>
                      <a:tailEnd type="none" w="med" len="med"/>
                    </a:lnT>
                    <a:lnB w="9525" cap="flat" cmpd="sng" algn="ctr">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927735074"/>
                  </a:ext>
                </a:extLst>
              </a:tr>
              <a:tr h="56421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ea typeface="Calibri"/>
                          <a:cs typeface="Calibri"/>
                          <a:sym typeface="IBM Plex Sans" panose="020B0503050203000203" pitchFamily="34" charset="0"/>
                        </a:rPr>
                        <a:t>Strategic Finance</a:t>
                      </a:r>
                      <a:endParaRPr lang="en-US" sz="1200" b="1" i="0" u="none" strike="noStrike" cap="none" baseline="30000"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r>
                        <a:rPr lang="pt-US" sz="1200" b="0" i="0" u="none" strike="noStrike" cap="none" dirty="0">
                          <a:solidFill>
                            <a:srgbClr val="000000"/>
                          </a:solidFill>
                          <a:latin typeface="IBM Plex Sans" panose="020B0503050203000203" pitchFamily="34" charset="0"/>
                          <a:ea typeface="Arial"/>
                          <a:cs typeface="Arial"/>
                          <a:sym typeface="Arial"/>
                        </a:rPr>
                        <a:t>Heavily informed the LRP </a:t>
                      </a: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dirty="0">
                          <a:solidFill>
                            <a:srgbClr val="000000"/>
                          </a:solidFill>
                          <a:latin typeface="IBM Plex Sans" panose="020B0503050203000203" pitchFamily="34" charset="0"/>
                          <a:cs typeface="Arial"/>
                          <a:sym typeface="Arial"/>
                        </a:rPr>
                        <a:t>Incorporate search revenue, volume, CTR, and CPC forecasts into LRP</a:t>
                      </a:r>
                    </a:p>
                  </a:txBody>
                  <a:tcPr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56421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cs typeface="Calibri"/>
                          <a:sym typeface="Arial"/>
                        </a:rPr>
                        <a:t>Product Strategy</a:t>
                      </a:r>
                      <a:endParaRPr lang="en-US" sz="1200" b="1"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dirty="0">
                          <a:solidFill>
                            <a:srgbClr val="000000"/>
                          </a:solidFill>
                          <a:latin typeface="IBM Plex Sans" panose="020B0503050203000203" pitchFamily="34" charset="0"/>
                          <a:cs typeface="Arial"/>
                          <a:sym typeface="Arial"/>
                        </a:rPr>
                        <a:t>Integrated assumptions and forecasts into AI partnership and product viability models</a:t>
                      </a:r>
                      <a:endParaRPr lang="en-US" sz="1200" b="0" i="0" u="none" strike="noStrike" cap="none" noProof="0" dirty="0">
                        <a:solidFill>
                          <a:srgbClr val="000000"/>
                        </a:solidFill>
                        <a:latin typeface="IBM Plex Sans" panose="020B0503050203000203" pitchFamily="34" charset="0"/>
                        <a:cs typeface="Arial"/>
                        <a:sym typeface="IBM Plex Sans" panose="020B0503050203000203" pitchFamily="34" charset="0"/>
                      </a:endParaRPr>
                    </a:p>
                  </a:txBody>
                  <a:tcPr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dirty="0">
                          <a:solidFill>
                            <a:srgbClr val="000000"/>
                          </a:solidFill>
                          <a:latin typeface="IBM Plex Sans" panose="020B0503050203000203" pitchFamily="34" charset="0"/>
                          <a:cs typeface="Arial"/>
                          <a:sym typeface="Arial"/>
                        </a:rPr>
                        <a:t>Integrate AI impact on search assumptions and scenarios into product viability models and investment gating decisions</a:t>
                      </a:r>
                      <a:endParaRPr lang="en-US" sz="1200" b="0" i="0" u="none" strike="noStrike" cap="none" noProof="0" dirty="0">
                        <a:solidFill>
                          <a:srgbClr val="000000"/>
                        </a:solidFill>
                        <a:latin typeface="IBM Plex Sans" panose="020B0503050203000203" pitchFamily="34" charset="0"/>
                        <a:cs typeface="Arial"/>
                        <a:sym typeface="IBM Plex Sans" panose="020B0503050203000203" pitchFamily="34" charset="0"/>
                      </a:endParaRPr>
                    </a:p>
                  </a:txBody>
                  <a:tcPr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949540536"/>
                  </a:ext>
                </a:extLst>
              </a:tr>
              <a:tr h="56421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ea typeface="Calibri"/>
                          <a:cs typeface="Calibri"/>
                          <a:sym typeface="IBM Plex Sans" panose="020B0503050203000203" pitchFamily="34" charset="0"/>
                        </a:rPr>
                        <a:t>Marketing</a:t>
                      </a:r>
                    </a:p>
                  </a:txBody>
                  <a:tcPr marT="19050" marB="1905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panose="020B0604020202020204" pitchFamily="34" charset="0"/>
                        <a:buNone/>
                        <a:tabLst/>
                        <a:defRPr/>
                      </a:pP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171450" marR="0" lvl="0" indent="-171450" algn="l" defTabSz="914400" rtl="0" eaLnBrk="1" fontAlgn="b" latinLnBrk="0" hangingPunct="1">
                        <a:lnSpc>
                          <a:spcPct val="100000"/>
                        </a:lnSpc>
                        <a:spcBef>
                          <a:spcPts val="0"/>
                        </a:spcBef>
                        <a:spcAft>
                          <a:spcPts val="0"/>
                        </a:spcAft>
                        <a:buClr>
                          <a:srgbClr val="000000"/>
                        </a:buClr>
                        <a:buSzTx/>
                        <a:buFont typeface="Arial" panose="020B0604020202020204" pitchFamily="34" charset="0"/>
                        <a:buChar char="•"/>
                        <a:tabLst/>
                        <a:defRPr/>
                      </a:pPr>
                      <a:r>
                        <a:rPr lang="en-US" sz="1200" b="0" i="0" u="none" strike="noStrike" cap="none" dirty="0">
                          <a:solidFill>
                            <a:srgbClr val="000000"/>
                          </a:solidFill>
                          <a:latin typeface="IBM Plex Sans" panose="020B0503050203000203" pitchFamily="34" charset="0"/>
                          <a:cs typeface="Arial"/>
                          <a:sym typeface="Arial"/>
                        </a:rPr>
                        <a:t>Prioritize regional investment and assess long-term CAC/LTV</a:t>
                      </a:r>
                    </a:p>
                    <a:p>
                      <a:pPr marL="171450" marR="0" lvl="0" indent="-171450" algn="l" defTabSz="914400" rtl="0" eaLnBrk="1" fontAlgn="b" latinLnBrk="0" hangingPunct="1">
                        <a:lnSpc>
                          <a:spcPct val="100000"/>
                        </a:lnSpc>
                        <a:spcBef>
                          <a:spcPts val="0"/>
                        </a:spcBef>
                        <a:spcAft>
                          <a:spcPts val="0"/>
                        </a:spcAft>
                        <a:buClr>
                          <a:srgbClr val="000000"/>
                        </a:buClr>
                        <a:buSzTx/>
                        <a:buFont typeface="Arial" panose="020B0604020202020204" pitchFamily="34" charset="0"/>
                        <a:buChar char="•"/>
                        <a:tabLst/>
                        <a:defRPr/>
                      </a:pPr>
                      <a:r>
                        <a:rPr lang="en-US" sz="1200" b="0" i="0" u="none" strike="noStrike" cap="none" dirty="0">
                          <a:solidFill>
                            <a:srgbClr val="000000"/>
                          </a:solidFill>
                          <a:latin typeface="IBM Plex Sans" panose="020B0503050203000203" pitchFamily="34" charset="0"/>
                          <a:cs typeface="Arial"/>
                          <a:sym typeface="Arial"/>
                        </a:rPr>
                        <a:t>Identify partnership opportunities where AI shifts distribution dynamics</a:t>
                      </a:r>
                    </a:p>
                  </a:txBody>
                  <a:tcPr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543443761"/>
                  </a:ext>
                </a:extLst>
              </a:tr>
              <a:tr h="56421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dirty="0">
                          <a:solidFill>
                            <a:schemeClr val="tx1"/>
                          </a:solidFill>
                          <a:latin typeface="IBM Plex Sans" panose="020B0503050203000203" pitchFamily="34" charset="0"/>
                          <a:cs typeface="Calibri"/>
                          <a:sym typeface="Arial"/>
                        </a:rPr>
                        <a:t>Revenue</a:t>
                      </a:r>
                      <a:endParaRPr lang="en-US" sz="1200" b="1"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dirty="0">
                          <a:solidFill>
                            <a:srgbClr val="000000"/>
                          </a:solidFill>
                          <a:latin typeface="IBM Plex Sans" panose="020B0503050203000203" pitchFamily="34" charset="0"/>
                          <a:cs typeface="Arial"/>
                          <a:sym typeface="Arial"/>
                        </a:rPr>
                        <a:t>Evaluate structural shifts in monetization driven by AI (zero-click, CPC trends, ads in summaries) and their impact on long-term revenue</a:t>
                      </a:r>
                    </a:p>
                  </a:txBody>
                  <a:tcPr marT="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3"/>
                  </a:ext>
                </a:extLst>
              </a:tr>
              <a:tr h="56421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dirty="0">
                          <a:solidFill>
                            <a:schemeClr val="tx1"/>
                          </a:solidFill>
                          <a:latin typeface="IBM Plex Sans" panose="020B0503050203000203" pitchFamily="34" charset="0"/>
                          <a:cs typeface="Calibri"/>
                          <a:sym typeface="Arial"/>
                        </a:rPr>
                        <a:t>Business Development</a:t>
                      </a:r>
                      <a:endParaRPr lang="en-US" sz="1200" b="1" i="0" u="none" strike="noStrike" cap="none" noProof="1">
                        <a:solidFill>
                          <a:schemeClr val="tx1"/>
                        </a:solidFill>
                        <a:latin typeface="IBM Plex Sans" panose="020B0503050203000203" pitchFamily="34" charset="0"/>
                        <a:ea typeface="Calibri"/>
                        <a:cs typeface="Calibri"/>
                        <a:sym typeface="IBM Plex Sans" panose="020B0503050203000203" pitchFamily="34" charset="0"/>
                      </a:endParaRPr>
                    </a:p>
                  </a:txBody>
                  <a:tcPr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dirty="0">
                          <a:solidFill>
                            <a:srgbClr val="000000"/>
                          </a:solidFill>
                          <a:latin typeface="IBM Plex Sans" panose="020B0503050203000203" pitchFamily="34" charset="0"/>
                          <a:cs typeface="Arial"/>
                          <a:sym typeface="Arial"/>
                        </a:rPr>
                        <a:t>Inform partnership strategy and negotiation positioning based on projected scenarios</a:t>
                      </a:r>
                    </a:p>
                  </a:txBody>
                  <a:tcPr marT="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85074773"/>
                  </a:ext>
                </a:extLst>
              </a:tr>
              <a:tr h="56421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ea typeface="Calibri"/>
                          <a:cs typeface="Calibri"/>
                          <a:sym typeface="IBM Plex Sans" panose="020B0503050203000203" pitchFamily="34" charset="0"/>
                        </a:rPr>
                        <a:t>Firefox Product </a:t>
                      </a:r>
                    </a:p>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ea typeface="Calibri"/>
                          <a:cs typeface="Calibri"/>
                          <a:sym typeface="IBM Plex Sans" panose="020B0503050203000203" pitchFamily="34" charset="0"/>
                        </a:rPr>
                        <a:t>(Desktop &amp; Mobile)</a:t>
                      </a:r>
                    </a:p>
                  </a:txBody>
                  <a:tcPr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lgn="ctr">
                      <a:solidFill>
                        <a:schemeClr val="lt1"/>
                      </a:solidFill>
                      <a:prstDash val="solid"/>
                      <a:round/>
                      <a:headEnd type="none" w="sm" len="sm"/>
                      <a:tailEnd type="none" w="sm" len="sm"/>
                    </a:lnB>
                    <a:solidFill>
                      <a:srgbClr val="7FD7A7"/>
                    </a:solidFill>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dirty="0">
                          <a:solidFill>
                            <a:srgbClr val="000000"/>
                          </a:solidFill>
                          <a:latin typeface="IBM Plex Sans" panose="020B0503050203000203" pitchFamily="34" charset="0"/>
                          <a:cs typeface="Arial"/>
                          <a:sym typeface="Arial"/>
                        </a:rPr>
                        <a:t>Assess user migration risk toward AI wearables and agentic apps, including implications for mobile and desktop growth</a:t>
                      </a:r>
                    </a:p>
                  </a:txBody>
                  <a:tcPr marT="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838054384"/>
                  </a:ext>
                </a:extLst>
              </a:tr>
              <a:tr h="564219">
                <a:tc>
                  <a:txBody>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lang="en-US" sz="1200" b="1" i="0" u="none" strike="noStrike" cap="none" noProof="1">
                          <a:solidFill>
                            <a:schemeClr val="tx1"/>
                          </a:solidFill>
                          <a:latin typeface="IBM Plex Sans" panose="020B0503050203000203" pitchFamily="34" charset="0"/>
                          <a:ea typeface="Calibri"/>
                          <a:cs typeface="Calibri"/>
                          <a:sym typeface="IBM Plex Sans" panose="020B0503050203000203" pitchFamily="34" charset="0"/>
                        </a:rPr>
                        <a:t>Competition and Regulation</a:t>
                      </a:r>
                    </a:p>
                  </a:txBody>
                  <a:tcPr marT="19050" marB="1905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12700" cap="flat" cmpd="sng" algn="ctr">
                      <a:solidFill>
                        <a:schemeClr val="lt1"/>
                      </a:solidFill>
                      <a:prstDash val="solid"/>
                      <a:round/>
                      <a:headEnd type="none" w="sm" len="sm"/>
                      <a:tailEnd type="none" w="sm" len="sm"/>
                    </a:lnT>
                    <a:lnB w="12700" cap="flat" cmpd="sng">
                      <a:solidFill>
                        <a:schemeClr val="lt1"/>
                      </a:solidFill>
                      <a:prstDash val="solid"/>
                      <a:round/>
                      <a:headEnd type="none" w="sm" len="sm"/>
                      <a:tailEnd type="none" w="sm" len="sm"/>
                    </a:lnB>
                    <a:solidFill>
                      <a:srgbClr val="7FD7A7"/>
                    </a:solidFill>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r>
                        <a:rPr lang="en-US" sz="1200" b="0" i="0" u="none" strike="noStrike" cap="none" noProof="1">
                          <a:solidFill>
                            <a:srgbClr val="000000"/>
                          </a:solidFill>
                          <a:latin typeface="IBM Plex Sans" panose="020B0503050203000203" pitchFamily="34" charset="0"/>
                          <a:cs typeface="Arial"/>
                          <a:sym typeface="Arial"/>
                        </a:rPr>
                        <a:t>Used to prepare for the Google trials</a:t>
                      </a:r>
                    </a:p>
                  </a:txBody>
                  <a:tcPr marT="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endParaRPr lang="en-US" sz="1200" b="0" i="0" u="none" strike="noStrike" cap="none" dirty="0">
                        <a:solidFill>
                          <a:srgbClr val="000000"/>
                        </a:solidFill>
                        <a:latin typeface="IBM Plex Sans" panose="020B0503050203000203" pitchFamily="34" charset="0"/>
                        <a:cs typeface="Arial"/>
                        <a:sym typeface="Arial"/>
                      </a:endParaRPr>
                    </a:p>
                  </a:txBody>
                  <a:tcPr marT="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38812163"/>
                  </a:ext>
                </a:extLst>
              </a:tr>
            </a:tbl>
          </a:graphicData>
        </a:graphic>
      </p:graphicFrame>
      <p:sp>
        <p:nvSpPr>
          <p:cNvPr id="3" name="CaixaDeTexto 2">
            <a:extLst>
              <a:ext uri="{FF2B5EF4-FFF2-40B4-BE49-F238E27FC236}">
                <a16:creationId xmlns:a16="http://schemas.microsoft.com/office/drawing/2014/main" id="{81523D30-3F84-382D-DC52-8C585931F3D5}"/>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2025 Overview: updates from feedback sessions</a:t>
            </a:r>
          </a:p>
        </p:txBody>
      </p:sp>
    </p:spTree>
    <p:extLst>
      <p:ext uri="{BB962C8B-B14F-4D97-AF65-F5344CB8AC3E}">
        <p14:creationId xmlns:p14="http://schemas.microsoft.com/office/powerpoint/2010/main" val="199132169"/>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Shape 976">
          <a:extLst>
            <a:ext uri="{FF2B5EF4-FFF2-40B4-BE49-F238E27FC236}">
              <a16:creationId xmlns:a16="http://schemas.microsoft.com/office/drawing/2014/main" id="{7E8EF977-E583-6DCA-A6F8-33AA908EB06E}"/>
            </a:ext>
          </a:extLst>
        </p:cNvPr>
        <p:cNvGrpSpPr/>
        <p:nvPr/>
      </p:nvGrpSpPr>
      <p:grpSpPr>
        <a:xfrm>
          <a:off x="0" y="0"/>
          <a:ext cx="0" cy="0"/>
          <a:chOff x="0" y="0"/>
          <a:chExt cx="0" cy="0"/>
        </a:xfrm>
      </p:grpSpPr>
      <p:sp>
        <p:nvSpPr>
          <p:cNvPr id="977" name="Google Shape;977;p67">
            <a:extLst>
              <a:ext uri="{FF2B5EF4-FFF2-40B4-BE49-F238E27FC236}">
                <a16:creationId xmlns:a16="http://schemas.microsoft.com/office/drawing/2014/main" id="{1295A157-3CE2-1364-11F0-3ACAF42D3F5F}"/>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108</a:t>
            </a:fld>
            <a:endParaRPr lang="en-US" noProof="0"/>
          </a:p>
        </p:txBody>
      </p:sp>
      <p:sp>
        <p:nvSpPr>
          <p:cNvPr id="978" name="Google Shape;978;p67">
            <a:extLst>
              <a:ext uri="{FF2B5EF4-FFF2-40B4-BE49-F238E27FC236}">
                <a16:creationId xmlns:a16="http://schemas.microsoft.com/office/drawing/2014/main" id="{2593AECD-59E5-C52C-832B-3A7C8AB26D34}"/>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1"/>
              <a:t>Bing leverages AI to stabilize market share while Yahoo’s footprint continues to erode</a:t>
            </a:r>
          </a:p>
        </p:txBody>
      </p:sp>
      <p:sp>
        <p:nvSpPr>
          <p:cNvPr id="7" name="Google Shape;980;p67">
            <a:extLst>
              <a:ext uri="{FF2B5EF4-FFF2-40B4-BE49-F238E27FC236}">
                <a16:creationId xmlns:a16="http://schemas.microsoft.com/office/drawing/2014/main" id="{81EC9870-4153-9E03-2C6E-4E2B31847A8B}"/>
              </a:ext>
            </a:extLst>
          </p:cNvPr>
          <p:cNvSpPr txBox="1"/>
          <p:nvPr/>
        </p:nvSpPr>
        <p:spPr>
          <a:xfrm>
            <a:off x="426494" y="6395916"/>
            <a:ext cx="10476861" cy="107722"/>
          </a:xfrm>
          <a:prstGeom prst="rect">
            <a:avLst/>
          </a:prstGeom>
          <a:noFill/>
          <a:ln>
            <a:noFill/>
          </a:ln>
        </p:spPr>
        <p:txBody>
          <a:bodyPr spcFirstLastPara="1" wrap="square" lIns="0" tIns="0" rIns="0" bIns="0" anchor="b" anchorCtr="0">
            <a:spAutoFit/>
          </a:bodyPr>
          <a:lstStyle/>
          <a:p>
            <a:r>
              <a:rPr lang="en-US" sz="700" b="0" i="0" u="none" strike="noStrike" cap="none" noProof="0" dirty="0">
                <a:solidFill>
                  <a:schemeClr val="tx2">
                    <a:lumMod val="50000"/>
                  </a:schemeClr>
                </a:solidFill>
                <a:latin typeface="IBM Plex Sans"/>
                <a:ea typeface="IBM Plex Sans"/>
                <a:cs typeface="IBM Plex Sans"/>
                <a:sym typeface="IBM Plex Sans"/>
              </a:rPr>
              <a:t>Sources: (1)</a:t>
            </a:r>
            <a:r>
              <a:rPr lang="en-001" sz="700" b="0" i="0" u="none" strike="noStrike" cap="none" noProof="0" dirty="0">
                <a:solidFill>
                  <a:schemeClr val="tx2">
                    <a:lumMod val="50000"/>
                  </a:schemeClr>
                </a:solidFill>
                <a:latin typeface="IBM Plex Sans"/>
                <a:ea typeface="IBM Plex Sans"/>
                <a:cs typeface="IBM Plex Sans"/>
                <a:sym typeface="IBM Plex Sans"/>
              </a:rPr>
              <a:t> </a:t>
            </a:r>
            <a:r>
              <a:rPr lang="en-001" sz="700" b="0" i="0" u="none" strike="noStrike" cap="none" noProof="0" dirty="0">
                <a:solidFill>
                  <a:schemeClr val="tx2">
                    <a:lumMod val="50000"/>
                  </a:schemeClr>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Search </a:t>
            </a:r>
            <a:r>
              <a:rPr lang="en-001" sz="700" b="0" i="0" u="none" strike="noStrike" cap="none" noProof="0" dirty="0" err="1">
                <a:solidFill>
                  <a:schemeClr val="tx2">
                    <a:lumMod val="50000"/>
                  </a:schemeClr>
                </a:solidFill>
                <a:latin typeface="IBM Plex Sans"/>
                <a:ea typeface="IBM Plex Sans"/>
                <a:cs typeface="IBM Plex Sans"/>
                <a:sym typeface="IBM Plex Sans"/>
                <a:hlinkClick r:id="rId3">
                  <a:extLst>
                    <a:ext uri="{A12FA001-AC4F-418D-AE19-62706E023703}">
                      <ahyp:hlinkClr xmlns:ahyp="http://schemas.microsoft.com/office/drawing/2018/hyperlinkcolor" val="tx"/>
                    </a:ext>
                  </a:extLst>
                </a:hlinkClick>
              </a:rPr>
              <a:t>Ensurance</a:t>
            </a:r>
            <a:r>
              <a:rPr lang="en-001" sz="700" dirty="0">
                <a:solidFill>
                  <a:schemeClr val="tx2">
                    <a:lumMod val="50000"/>
                  </a:schemeClr>
                </a:solidFill>
                <a:latin typeface="IBM Plex Sans"/>
                <a:ea typeface="IBM Plex Sans"/>
                <a:cs typeface="IBM Plex Sans"/>
                <a:sym typeface="IBM Plex Sans"/>
              </a:rPr>
              <a:t>,</a:t>
            </a:r>
            <a:r>
              <a:rPr lang="en-001" sz="700" b="0" i="0" u="none" strike="noStrike" cap="none" noProof="0" dirty="0">
                <a:solidFill>
                  <a:schemeClr val="tx2">
                    <a:lumMod val="50000"/>
                  </a:schemeClr>
                </a:solidFill>
                <a:latin typeface="IBM Plex Sans"/>
                <a:ea typeface="IBM Plex Sans"/>
                <a:cs typeface="IBM Plex Sans"/>
                <a:sym typeface="IBM Plex Sans"/>
              </a:rPr>
              <a:t> </a:t>
            </a:r>
            <a:r>
              <a:rPr lang="en-001" sz="700" b="0" i="0" u="none" strike="noStrike" cap="none" noProof="0" dirty="0">
                <a:solidFill>
                  <a:schemeClr val="tx2">
                    <a:lumMod val="50000"/>
                  </a:schemeClr>
                </a:solidFill>
                <a:latin typeface="IBM Plex Sans"/>
                <a:ea typeface="IBM Plex Sans"/>
                <a:cs typeface="IBM Plex Sans"/>
                <a:sym typeface="IBM Plex Sans"/>
                <a:hlinkClick r:id="rId4">
                  <a:extLst>
                    <a:ext uri="{A12FA001-AC4F-418D-AE19-62706E023703}">
                      <ahyp:hlinkClr xmlns:ahyp="http://schemas.microsoft.com/office/drawing/2018/hyperlinkcolor" val="tx"/>
                    </a:ext>
                  </a:extLst>
                </a:hlinkClick>
              </a:rPr>
              <a:t>G2</a:t>
            </a:r>
            <a:r>
              <a:rPr lang="en-001" sz="700" b="0" i="0" u="none" strike="noStrike" cap="none" noProof="0" dirty="0">
                <a:solidFill>
                  <a:schemeClr val="tx2">
                    <a:lumMod val="50000"/>
                  </a:schemeClr>
                </a:solidFill>
                <a:latin typeface="IBM Plex Sans"/>
                <a:ea typeface="IBM Plex Sans"/>
                <a:cs typeface="IBM Plex Sans"/>
                <a:sym typeface="IBM Plex Sans"/>
              </a:rPr>
              <a:t>,</a:t>
            </a:r>
            <a:r>
              <a:rPr lang="en-US" sz="700" b="0" i="0" u="none" strike="noStrike" cap="none" noProof="0" dirty="0">
                <a:solidFill>
                  <a:schemeClr val="tx2">
                    <a:lumMod val="50000"/>
                  </a:schemeClr>
                </a:solidFill>
                <a:latin typeface="IBM Plex Sans"/>
                <a:ea typeface="IBM Plex Sans"/>
                <a:cs typeface="IBM Plex Sans"/>
                <a:sym typeface="IBM Plex Sans"/>
              </a:rPr>
              <a:t> (2) </a:t>
            </a:r>
            <a:r>
              <a:rPr lang="en-US" sz="700" b="0" i="0" u="none" strike="noStrike" cap="none" noProof="0" dirty="0">
                <a:solidFill>
                  <a:schemeClr val="tx2">
                    <a:lumMod val="50000"/>
                  </a:schemeClr>
                </a:solidFill>
                <a:latin typeface="IBM Plex Sans"/>
                <a:ea typeface="IBM Plex Sans"/>
                <a:cs typeface="IBM Plex Sans"/>
                <a:sym typeface="IBM Plex Sans"/>
                <a:hlinkClick r:id="rId5">
                  <a:extLst>
                    <a:ext uri="{A12FA001-AC4F-418D-AE19-62706E023703}">
                      <ahyp:hlinkClr xmlns:ahyp="http://schemas.microsoft.com/office/drawing/2018/hyperlinkcolor" val="tx"/>
                    </a:ext>
                  </a:extLst>
                </a:hlinkClick>
              </a:rPr>
              <a:t>SQ Magazine</a:t>
            </a:r>
            <a:r>
              <a:rPr lang="en-US" sz="700" b="0" i="0" u="none" strike="noStrike" cap="none" noProof="0" dirty="0">
                <a:solidFill>
                  <a:schemeClr val="tx2">
                    <a:lumMod val="50000"/>
                  </a:schemeClr>
                </a:solidFill>
                <a:latin typeface="IBM Plex Sans"/>
                <a:ea typeface="IBM Plex Sans"/>
                <a:cs typeface="IBM Plex Sans"/>
                <a:sym typeface="IBM Plex Sans"/>
              </a:rPr>
              <a:t>, (3) </a:t>
            </a:r>
            <a:r>
              <a:rPr lang="en-US" sz="700" b="0" i="0" u="none" strike="noStrike" cap="none" noProof="0" dirty="0">
                <a:solidFill>
                  <a:schemeClr val="tx2">
                    <a:lumMod val="50000"/>
                  </a:schemeClr>
                </a:solidFill>
                <a:latin typeface="IBM Plex Sans"/>
                <a:ea typeface="IBM Plex Sans"/>
                <a:cs typeface="IBM Plex Sans"/>
                <a:sym typeface="IBM Plex Sans"/>
                <a:hlinkClick r:id="rId6">
                  <a:extLst>
                    <a:ext uri="{A12FA001-AC4F-418D-AE19-62706E023703}">
                      <ahyp:hlinkClr xmlns:ahyp="http://schemas.microsoft.com/office/drawing/2018/hyperlinkcolor" val="tx"/>
                    </a:ext>
                  </a:extLst>
                </a:hlinkClick>
              </a:rPr>
              <a:t>Search Endurance</a:t>
            </a:r>
            <a:r>
              <a:rPr lang="en-US" sz="700" b="0" i="0" u="none" strike="noStrike" cap="none" noProof="0" dirty="0">
                <a:solidFill>
                  <a:schemeClr val="tx2">
                    <a:lumMod val="50000"/>
                  </a:schemeClr>
                </a:solidFill>
                <a:latin typeface="IBM Plex Sans"/>
                <a:ea typeface="IBM Plex Sans"/>
                <a:cs typeface="IBM Plex Sans"/>
                <a:sym typeface="IBM Plex Sans"/>
              </a:rPr>
              <a:t>, (4) </a:t>
            </a:r>
            <a:r>
              <a:rPr lang="en-US" sz="700" b="0" i="0" u="none" strike="noStrike" cap="none" noProof="0" dirty="0">
                <a:solidFill>
                  <a:schemeClr val="tx2">
                    <a:lumMod val="50000"/>
                  </a:schemeClr>
                </a:solidFill>
                <a:latin typeface="IBM Plex Sans"/>
                <a:ea typeface="IBM Plex Sans"/>
                <a:cs typeface="IBM Plex Sans"/>
                <a:sym typeface="IBM Plex Sans"/>
                <a:hlinkClick r:id="rId7">
                  <a:extLst>
                    <a:ext uri="{A12FA001-AC4F-418D-AE19-62706E023703}">
                      <ahyp:hlinkClr xmlns:ahyp="http://schemas.microsoft.com/office/drawing/2018/hyperlinkcolor" val="tx"/>
                    </a:ext>
                  </a:extLst>
                </a:hlinkClick>
              </a:rPr>
              <a:t>Bloggers Passion</a:t>
            </a:r>
            <a:r>
              <a:rPr lang="en-US" sz="700" b="0" i="0" u="none" strike="noStrike" cap="none" noProof="0" dirty="0">
                <a:solidFill>
                  <a:schemeClr val="tx2">
                    <a:lumMod val="50000"/>
                  </a:schemeClr>
                </a:solidFill>
                <a:latin typeface="IBM Plex Sans"/>
                <a:ea typeface="IBM Plex Sans"/>
                <a:cs typeface="IBM Plex Sans"/>
                <a:sym typeface="IBM Plex Sans"/>
              </a:rPr>
              <a:t>, (5) </a:t>
            </a:r>
            <a:r>
              <a:rPr lang="en-US" sz="700" b="0" i="0" u="none" strike="noStrike" cap="none" noProof="0" dirty="0">
                <a:solidFill>
                  <a:schemeClr val="tx2">
                    <a:lumMod val="50000"/>
                  </a:schemeClr>
                </a:solidFill>
                <a:latin typeface="IBM Plex Sans"/>
                <a:ea typeface="IBM Plex Sans"/>
                <a:cs typeface="IBM Plex Sans"/>
                <a:sym typeface="IBM Plex Sans"/>
                <a:hlinkClick r:id="rId8">
                  <a:extLst>
                    <a:ext uri="{A12FA001-AC4F-418D-AE19-62706E023703}">
                      <ahyp:hlinkClr xmlns:ahyp="http://schemas.microsoft.com/office/drawing/2018/hyperlinkcolor" val="tx"/>
                    </a:ext>
                  </a:extLst>
                </a:hlinkClick>
              </a:rPr>
              <a:t>Apollo</a:t>
            </a:r>
            <a:r>
              <a:rPr lang="en-US" sz="700" b="0" i="0" u="none" strike="noStrike" cap="none" noProof="0" dirty="0">
                <a:solidFill>
                  <a:schemeClr val="tx2">
                    <a:lumMod val="50000"/>
                  </a:schemeClr>
                </a:solidFill>
                <a:latin typeface="IBM Plex Sans"/>
                <a:ea typeface="IBM Plex Sans"/>
                <a:cs typeface="IBM Plex Sans"/>
                <a:sym typeface="IBM Plex Sans"/>
              </a:rPr>
              <a:t>   </a:t>
            </a:r>
            <a:endParaRPr lang="en-US" sz="700" noProof="0" dirty="0">
              <a:solidFill>
                <a:schemeClr val="tx2">
                  <a:lumMod val="50000"/>
                </a:schemeClr>
              </a:solidFill>
              <a:latin typeface="IBM Plex Sans"/>
            </a:endParaRPr>
          </a:p>
        </p:txBody>
      </p:sp>
      <p:sp>
        <p:nvSpPr>
          <p:cNvPr id="11" name="Google Shape;981;p67">
            <a:extLst>
              <a:ext uri="{FF2B5EF4-FFF2-40B4-BE49-F238E27FC236}">
                <a16:creationId xmlns:a16="http://schemas.microsoft.com/office/drawing/2014/main" id="{5B67264F-1586-4EB0-9FD8-725CD0B7BB16}"/>
              </a:ext>
            </a:extLst>
          </p:cNvPr>
          <p:cNvSpPr txBox="1"/>
          <p:nvPr/>
        </p:nvSpPr>
        <p:spPr>
          <a:xfrm>
            <a:off x="420410" y="5831990"/>
            <a:ext cx="11350625" cy="467890"/>
          </a:xfrm>
          <a:prstGeom prst="rect">
            <a:avLst/>
          </a:prstGeom>
          <a:solidFill>
            <a:srgbClr val="00B050">
              <a:alpha val="48627"/>
            </a:srgbClr>
          </a:solidFill>
          <a:ln>
            <a:noFill/>
          </a:ln>
        </p:spPr>
        <p:txBody>
          <a:bodyPr spcFirstLastPara="1" wrap="square" lIns="91425" tIns="45700" rIns="91425" bIns="45700" anchor="ctr" anchorCtr="0">
            <a:noAutofit/>
          </a:bodyPr>
          <a:lstStyle/>
          <a:p>
            <a:pPr algn="ctr">
              <a:buSzPts val="1600"/>
            </a:pPr>
            <a:r>
              <a:rPr lang="en-US" b="1" noProof="1">
                <a:solidFill>
                  <a:schemeClr val="dk1"/>
                </a:solidFill>
                <a:latin typeface="IBM Plex Sans"/>
              </a:rPr>
              <a:t>AI integration and Windows defaults have turned Bing into a viable challenger, while Yahoo pivots from search engine to content portal</a:t>
            </a:r>
          </a:p>
        </p:txBody>
      </p:sp>
      <p:sp>
        <p:nvSpPr>
          <p:cNvPr id="12" name="Google Shape;1244;g3b23322d595_2_304">
            <a:extLst>
              <a:ext uri="{FF2B5EF4-FFF2-40B4-BE49-F238E27FC236}">
                <a16:creationId xmlns:a16="http://schemas.microsoft.com/office/drawing/2014/main" id="{E45D2AE3-FCE7-D69B-FB16-7BBC3323E447}"/>
              </a:ext>
            </a:extLst>
          </p:cNvPr>
          <p:cNvSpPr txBox="1"/>
          <p:nvPr/>
        </p:nvSpPr>
        <p:spPr>
          <a:xfrm>
            <a:off x="7278410" y="1422111"/>
            <a:ext cx="4522492" cy="307777"/>
          </a:xfrm>
          <a:prstGeom prst="rect">
            <a:avLst/>
          </a:prstGeom>
          <a:solidFill>
            <a:srgbClr val="7030A0"/>
          </a:solidFill>
          <a:ln>
            <a:noFill/>
          </a:ln>
        </p:spPr>
        <p:txBody>
          <a:bodyPr spcFirstLastPara="1" wrap="square" lIns="91425" tIns="45700" rIns="91425" bIns="45700" anchor="ctr" anchorCtr="0">
            <a:noAutofit/>
          </a:bodyPr>
          <a:lstStyle/>
          <a:p>
            <a:pPr algn="ctr">
              <a:buClr>
                <a:schemeClr val="lt1"/>
              </a:buClr>
              <a:buSzPts val="1400"/>
            </a:pPr>
            <a:r>
              <a:rPr lang="en-US" sz="1400" b="1" i="0" u="none" strike="noStrike" cap="none" noProof="0" dirty="0">
                <a:solidFill>
                  <a:schemeClr val="lt1"/>
                </a:solidFill>
                <a:latin typeface="IBM Plex Sans"/>
                <a:ea typeface="IBM Plex Sans"/>
                <a:cs typeface="IBM Plex Sans"/>
                <a:sym typeface="IBM Plex Sans"/>
              </a:rPr>
              <a:t>Insights from research</a:t>
            </a:r>
          </a:p>
        </p:txBody>
      </p:sp>
      <p:graphicFrame>
        <p:nvGraphicFramePr>
          <p:cNvPr id="18" name="Google Shape;1744;g3b23322d595_2_790">
            <a:extLst>
              <a:ext uri="{FF2B5EF4-FFF2-40B4-BE49-F238E27FC236}">
                <a16:creationId xmlns:a16="http://schemas.microsoft.com/office/drawing/2014/main" id="{83335265-B29A-95BC-8E08-A7BB4A7C0DD6}"/>
              </a:ext>
            </a:extLst>
          </p:cNvPr>
          <p:cNvGraphicFramePr/>
          <p:nvPr>
            <p:extLst>
              <p:ext uri="{D42A27DB-BD31-4B8C-83A1-F6EECF244321}">
                <p14:modId xmlns:p14="http://schemas.microsoft.com/office/powerpoint/2010/main" val="1991728055"/>
              </p:ext>
            </p:extLst>
          </p:nvPr>
        </p:nvGraphicFramePr>
        <p:xfrm>
          <a:off x="420410" y="1414462"/>
          <a:ext cx="6475691" cy="4263946"/>
        </p:xfrm>
        <a:graphic>
          <a:graphicData uri="http://schemas.openxmlformats.org/drawingml/2006/table">
            <a:tbl>
              <a:tblPr>
                <a:noFill/>
                <a:tableStyleId>{16461213-F4DB-495F-93F5-F8E8B3FAFA39}</a:tableStyleId>
              </a:tblPr>
              <a:tblGrid>
                <a:gridCol w="2868001">
                  <a:extLst>
                    <a:ext uri="{9D8B030D-6E8A-4147-A177-3AD203B41FA5}">
                      <a16:colId xmlns:a16="http://schemas.microsoft.com/office/drawing/2014/main" val="20000"/>
                    </a:ext>
                  </a:extLst>
                </a:gridCol>
                <a:gridCol w="1803845">
                  <a:extLst>
                    <a:ext uri="{9D8B030D-6E8A-4147-A177-3AD203B41FA5}">
                      <a16:colId xmlns:a16="http://schemas.microsoft.com/office/drawing/2014/main" val="20001"/>
                    </a:ext>
                  </a:extLst>
                </a:gridCol>
                <a:gridCol w="1803845">
                  <a:extLst>
                    <a:ext uri="{9D8B030D-6E8A-4147-A177-3AD203B41FA5}">
                      <a16:colId xmlns:a16="http://schemas.microsoft.com/office/drawing/2014/main" val="20002"/>
                    </a:ext>
                  </a:extLst>
                </a:gridCol>
              </a:tblGrid>
              <a:tr h="296677">
                <a:tc>
                  <a:txBody>
                    <a:bodyPr/>
                    <a:lstStyle/>
                    <a:p>
                      <a:pPr marL="0" marR="0" lvl="0" indent="0" algn="ctr" rtl="0">
                        <a:lnSpc>
                          <a:spcPct val="100000"/>
                        </a:lnSpc>
                        <a:spcBef>
                          <a:spcPts val="0"/>
                        </a:spcBef>
                        <a:spcAft>
                          <a:spcPts val="0"/>
                        </a:spcAft>
                        <a:buClr>
                          <a:srgbClr val="000000"/>
                        </a:buClr>
                        <a:buSzPts val="1100"/>
                        <a:buFont typeface="Arial"/>
                        <a:buNone/>
                      </a:pPr>
                      <a:endParaRPr lang="en-US" sz="1000" u="none" strike="noStrike" cap="none" baseline="30000" noProof="0" dirty="0">
                        <a:solidFill>
                          <a:schemeClr val="dk1"/>
                        </a:solidFill>
                        <a:latin typeface="IBM Plex Sans" panose="020B0503050203000203" pitchFamily="34" charset="0"/>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lgn="ctr">
                      <a:no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tcPr>
                </a:tc>
                <a:tc gridSpan="2">
                  <a:txBody>
                    <a:bodyPr/>
                    <a:lstStyle/>
                    <a:p>
                      <a:pPr marL="0" marR="0" lvl="0" indent="0" algn="ctr" rtl="0">
                        <a:lnSpc>
                          <a:spcPct val="100000"/>
                        </a:lnSpc>
                        <a:spcBef>
                          <a:spcPts val="0"/>
                        </a:spcBef>
                        <a:spcAft>
                          <a:spcPts val="0"/>
                        </a:spcAft>
                        <a:buClr>
                          <a:srgbClr val="000000"/>
                        </a:buClr>
                        <a:buSzPts val="1100"/>
                        <a:buFont typeface="Arial"/>
                        <a:buNone/>
                      </a:pPr>
                      <a:r>
                        <a:rPr lang="en-US" sz="1200" b="1" u="none" strike="noStrike" cap="none" noProof="0" dirty="0">
                          <a:solidFill>
                            <a:schemeClr val="lt1"/>
                          </a:solidFill>
                          <a:latin typeface="IBM Plex Sans" panose="020B0503050203000203" pitchFamily="34" charset="0"/>
                          <a:ea typeface="IBM Plex Sans"/>
                          <a:cs typeface="IBM Plex Sans"/>
                          <a:sym typeface="IBM Plex Sans"/>
                        </a:rPr>
                        <a:t>Search Engine Market Share </a:t>
                      </a:r>
                      <a:r>
                        <a:rPr lang="en-001" sz="1200" b="1" u="none" strike="noStrike" cap="none" noProof="0" dirty="0">
                          <a:solidFill>
                            <a:schemeClr val="lt1"/>
                          </a:solidFill>
                          <a:latin typeface="IBM Plex Sans" panose="020B0503050203000203" pitchFamily="34" charset="0"/>
                          <a:ea typeface="IBM Plex Sans"/>
                          <a:cs typeface="IBM Plex Sans"/>
                          <a:sym typeface="IBM Plex Sans"/>
                        </a:rPr>
                        <a:t>(%)</a:t>
                      </a:r>
                      <a:r>
                        <a:rPr lang="en-001" sz="1200" b="1" u="none" strike="noStrike" cap="none" baseline="30000" noProof="0" dirty="0">
                          <a:solidFill>
                            <a:schemeClr val="lt1"/>
                          </a:solidFill>
                          <a:latin typeface="IBM Plex Sans" panose="020B0503050203000203" pitchFamily="34" charset="0"/>
                          <a:ea typeface="IBM Plex Sans"/>
                          <a:cs typeface="IBM Plex Sans"/>
                          <a:sym typeface="IBM Plex Sans"/>
                        </a:rPr>
                        <a:t>1</a:t>
                      </a:r>
                      <a:endParaRPr lang="en-US" sz="1200" b="1" u="none" strike="noStrike" cap="none" baseline="30000" noProof="0" dirty="0">
                        <a:solidFill>
                          <a:schemeClr val="lt1"/>
                        </a:solidFill>
                        <a:latin typeface="IBM Plex Sans" panose="020B0503050203000203" pitchFamily="34" charset="0"/>
                        <a:ea typeface="IBM Plex Sans"/>
                        <a:cs typeface="IBM Plex Sans"/>
                        <a:sym typeface="IBM Plex Sans"/>
                      </a:endParaRPr>
                    </a:p>
                  </a:txBody>
                  <a:tcPr marL="91450" marR="91450" marT="36000" marB="36000" anchor="ctr">
                    <a:lnL w="9525" cap="flat" cmpd="sng" algn="ctr">
                      <a:noFill/>
                      <a:prstDash val="solid"/>
                      <a:round/>
                      <a:headEnd type="none" w="sm" len="sm"/>
                      <a:tailEnd type="none" w="sm" len="sm"/>
                    </a:lnL>
                    <a:lnR w="38100" cap="flat" cmpd="sng" algn="ctr">
                      <a:noFill/>
                      <a:prstDash val="solid"/>
                      <a:round/>
                      <a:headEnd type="none" w="med" len="med"/>
                      <a:tailEnd type="none" w="med" len="med"/>
                    </a:lnR>
                    <a:lnT w="9525" cap="flat" cmpd="sng">
                      <a:noFill/>
                      <a:prstDash val="solid"/>
                      <a:round/>
                      <a:headEnd type="none" w="sm" len="sm"/>
                      <a:tailEnd type="none" w="sm" len="sm"/>
                    </a:lnT>
                    <a:lnB w="9525" cap="flat" cmpd="sng" algn="ctr">
                      <a:noFill/>
                      <a:prstDash val="solid"/>
                      <a:round/>
                      <a:headEnd type="none" w="sm" len="sm"/>
                      <a:tailEnd type="none" w="sm" len="sm"/>
                    </a:lnB>
                    <a:lnTlToBr w="12700" cmpd="sng">
                      <a:noFill/>
                      <a:prstDash val="solid"/>
                    </a:lnTlToBr>
                    <a:lnBlToTr w="12700" cmpd="sng">
                      <a:noFill/>
                      <a:prstDash val="solid"/>
                    </a:lnBlToTr>
                    <a:solidFill>
                      <a:srgbClr val="7030A0"/>
                    </a:solidFill>
                  </a:tcPr>
                </a:tc>
                <a:tc hMerge="1">
                  <a:txBody>
                    <a:bodyPr/>
                    <a:lstStyle/>
                    <a:p>
                      <a:pPr marL="0" marR="0" lvl="0" indent="0" algn="ctr" rtl="0">
                        <a:lnSpc>
                          <a:spcPct val="100000"/>
                        </a:lnSpc>
                        <a:spcBef>
                          <a:spcPts val="0"/>
                        </a:spcBef>
                        <a:spcAft>
                          <a:spcPts val="0"/>
                        </a:spcAft>
                        <a:buClr>
                          <a:srgbClr val="000000"/>
                        </a:buClr>
                        <a:buSzPts val="1100"/>
                        <a:buFont typeface="Arial"/>
                        <a:buNone/>
                      </a:pPr>
                      <a:endParaRPr sz="1000" b="1" u="none" strike="noStrike" cap="none">
                        <a:solidFill>
                          <a:schemeClr val="lt1"/>
                        </a:solidFill>
                        <a:latin typeface="IBM Plex Sans" panose="020B0503050203000203" pitchFamily="34" charset="0"/>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000000">
                          <a:alpha val="0"/>
                        </a:srgbClr>
                      </a:solidFill>
                      <a:prstDash val="solid"/>
                      <a:round/>
                      <a:headEnd type="none" w="sm" len="sm"/>
                      <a:tailEnd type="none" w="sm" len="sm"/>
                    </a:lnT>
                    <a:lnB w="9525" cap="flat" cmpd="sng">
                      <a:solidFill>
                        <a:srgbClr val="000000">
                          <a:alpha val="0"/>
                        </a:srgbClr>
                      </a:solidFill>
                      <a:prstDash val="solid"/>
                      <a:round/>
                      <a:headEnd type="none" w="sm" len="sm"/>
                      <a:tailEnd type="none" w="sm" len="sm"/>
                    </a:lnB>
                    <a:solidFill>
                      <a:srgbClr val="7030A0"/>
                    </a:solidFill>
                  </a:tcPr>
                </a:tc>
                <a:extLst>
                  <a:ext uri="{0D108BD9-81ED-4DB2-BD59-A6C34878D82A}">
                    <a16:rowId xmlns:a16="http://schemas.microsoft.com/office/drawing/2014/main" val="2073533470"/>
                  </a:ext>
                </a:extLst>
              </a:tr>
              <a:tr h="645549">
                <a:tc>
                  <a:txBody>
                    <a:bodyPr/>
                    <a:lstStyle/>
                    <a:p>
                      <a:pPr marL="0" marR="0" lvl="0" indent="0" algn="ctr" rtl="0">
                        <a:lnSpc>
                          <a:spcPct val="100000"/>
                        </a:lnSpc>
                        <a:spcBef>
                          <a:spcPts val="0"/>
                        </a:spcBef>
                        <a:spcAft>
                          <a:spcPts val="0"/>
                        </a:spcAft>
                        <a:buClr>
                          <a:srgbClr val="000000"/>
                        </a:buClr>
                        <a:buSzPts val="1100"/>
                        <a:buFont typeface="Arial"/>
                        <a:buNone/>
                      </a:pPr>
                      <a:endParaRPr lang="en-US" sz="1000" u="none" strike="noStrike" cap="none" baseline="30000" noProof="0" dirty="0">
                        <a:solidFill>
                          <a:schemeClr val="dk1"/>
                        </a:solidFill>
                        <a:latin typeface="IBM Plex Sans" panose="020B0503050203000203" pitchFamily="34" charset="0"/>
                        <a:ea typeface="IBM Plex Sans"/>
                        <a:cs typeface="IBM Plex Sans"/>
                        <a:sym typeface="IBM Plex Sans"/>
                      </a:endParaRPr>
                    </a:p>
                  </a:txBody>
                  <a:tcPr marL="91450" marR="91450" marT="45725" marB="45725"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000000">
                          <a:alpha val="0"/>
                        </a:srgbClr>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000" b="1" u="none" strike="noStrike" cap="none" noProof="0" dirty="0">
                          <a:solidFill>
                            <a:schemeClr val="tx1"/>
                          </a:solidFill>
                          <a:latin typeface="IBM Plex Sans" panose="020B0503050203000203" pitchFamily="34" charset="0"/>
                          <a:ea typeface="IBM Plex Sans"/>
                          <a:cs typeface="IBM Plex Sans"/>
                          <a:sym typeface="IBM Plex Sans"/>
                        </a:rPr>
                        <a:t>Bing</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no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bg1"/>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US" sz="1000" b="1" u="none" strike="noStrike" cap="none" noProof="0" dirty="0">
                          <a:solidFill>
                            <a:schemeClr val="tx1"/>
                          </a:solidFill>
                          <a:latin typeface="IBM Plex Sans" panose="020B0503050203000203" pitchFamily="34" charset="0"/>
                          <a:ea typeface="IBM Plex Sans"/>
                          <a:cs typeface="IBM Plex Sans"/>
                          <a:sym typeface="IBM Plex Sans"/>
                        </a:rPr>
                        <a:t>Yahoo!</a:t>
                      </a:r>
                    </a:p>
                  </a:txBody>
                  <a:tcPr marL="91450" marR="91450" marT="36000" marB="3600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noFill/>
                      <a:prstDash val="solid"/>
                      <a:round/>
                      <a:headEnd type="none" w="sm" len="sm"/>
                      <a:tailEnd type="none" w="sm" len="sm"/>
                    </a:lnT>
                    <a:lnB w="9525" cap="flat" cmpd="sng" algn="ctr">
                      <a:solidFill>
                        <a:srgbClr val="000000">
                          <a:alpha val="0"/>
                        </a:srgbClr>
                      </a:solidFill>
                      <a:prstDash val="solid"/>
                      <a:round/>
                      <a:headEnd type="none" w="sm" len="sm"/>
                      <a:tailEnd type="none" w="sm" len="sm"/>
                    </a:lnB>
                    <a:solidFill>
                      <a:schemeClr val="bg1"/>
                    </a:solidFill>
                  </a:tcPr>
                </a:tc>
                <a:extLst>
                  <a:ext uri="{0D108BD9-81ED-4DB2-BD59-A6C34878D82A}">
                    <a16:rowId xmlns:a16="http://schemas.microsoft.com/office/drawing/2014/main" val="10000"/>
                  </a:ext>
                </a:extLst>
              </a:tr>
              <a:tr h="332172">
                <a:tc>
                  <a:txBody>
                    <a:bodyPr/>
                    <a:lstStyle/>
                    <a:p>
                      <a:pPr algn="l" fontAlgn="ctr">
                        <a:buNone/>
                      </a:pPr>
                      <a:r>
                        <a:rPr lang="en-001" sz="1100" b="1" i="0" u="none" strike="noStrike" noProof="0" dirty="0">
                          <a:solidFill>
                            <a:srgbClr val="000000"/>
                          </a:solidFill>
                          <a:effectLst/>
                          <a:latin typeface="IBM Plex Sans" panose="020B0503050203000203" pitchFamily="34" charset="0"/>
                        </a:rPr>
                        <a:t>2016</a:t>
                      </a:r>
                      <a:endParaRPr lang="en-US" sz="1100" b="1" i="0" u="none" strike="noStrike" noProof="0" dirty="0">
                        <a:solidFill>
                          <a:srgbClr val="000000"/>
                        </a:solidFill>
                        <a:effectLst/>
                        <a:latin typeface="IBM Plex Sans" panose="020B0503050203000203" pitchFamily="34" charset="0"/>
                      </a:endParaRP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rtl="0">
                        <a:lnSpc>
                          <a:spcPct val="100000"/>
                        </a:lnSpc>
                        <a:spcBef>
                          <a:spcPts val="0"/>
                        </a:spcBef>
                        <a:spcAft>
                          <a:spcPts val="0"/>
                        </a:spcAft>
                        <a:buClr>
                          <a:srgbClr val="000000"/>
                        </a:buClr>
                        <a:buSzPts val="1100"/>
                        <a:buFont typeface="Arial"/>
                        <a:buNone/>
                      </a:pPr>
                      <a:r>
                        <a:rPr lang="en-001" sz="1100" b="0" u="none" strike="noStrike" cap="none" noProof="0" dirty="0">
                          <a:solidFill>
                            <a:schemeClr val="dk1"/>
                          </a:solidFill>
                          <a:latin typeface="IBM Plex Sans"/>
                          <a:ea typeface="IBM Plex Sans"/>
                          <a:cs typeface="IBM Plex Sans"/>
                          <a:sym typeface="IBM Plex Sans"/>
                        </a:rPr>
                        <a:t>2.79%</a:t>
                      </a:r>
                      <a:endParaRPr lang="en-US" sz="1100" b="0" u="none" strike="noStrike" cap="none" noProof="0" dirty="0">
                        <a:solidFill>
                          <a:schemeClr val="dk1"/>
                        </a:solidFill>
                        <a:latin typeface="IBM Plex Sans"/>
                        <a:ea typeface="IBM Plex Sans"/>
                        <a:cs typeface="IBM Plex Sans"/>
                        <a:sym typeface="IBM Plex Sans"/>
                      </a:endParaRP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100"/>
                        <a:buFont typeface="Arial"/>
                        <a:buNone/>
                      </a:pPr>
                      <a:r>
                        <a:rPr lang="en-001" sz="1100" b="0" u="none" strike="noStrike" cap="none" noProof="0" dirty="0">
                          <a:solidFill>
                            <a:schemeClr val="dk1"/>
                          </a:solidFill>
                          <a:latin typeface="IBM Plex Sans"/>
                          <a:ea typeface="IBM Plex Sans"/>
                          <a:cs typeface="IBM Plex Sans"/>
                          <a:sym typeface="IBM Plex Sans"/>
                        </a:rPr>
                        <a:t>2.62</a:t>
                      </a:r>
                      <a:r>
                        <a:rPr lang="en-US" sz="1100" b="0" u="none" strike="noStrike" cap="none" noProof="0" dirty="0">
                          <a:solidFill>
                            <a:schemeClr val="dk1"/>
                          </a:solidFill>
                          <a:latin typeface="IBM Plex Sans"/>
                          <a:ea typeface="IBM Plex Sans"/>
                          <a:cs typeface="IBM Plex Sans"/>
                          <a:sym typeface="IBM Plex Sans"/>
                        </a:rPr>
                        <a:t>%</a:t>
                      </a:r>
                    </a:p>
                  </a:txBody>
                  <a:tcPr marL="91450" marR="91450" marT="36000" marB="3600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000000">
                          <a:alpha val="0"/>
                        </a:srgbClr>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2"/>
                  </a:ext>
                </a:extLst>
              </a:tr>
              <a:tr h="332172">
                <a:tc>
                  <a:txBody>
                    <a:bodyPr/>
                    <a:lstStyle/>
                    <a:p>
                      <a:pPr algn="l" fontAlgn="ctr">
                        <a:buNone/>
                      </a:pPr>
                      <a:r>
                        <a:rPr lang="en-001" sz="1100" b="1" i="0" u="none" strike="noStrike" noProof="0" dirty="0">
                          <a:solidFill>
                            <a:srgbClr val="000000"/>
                          </a:solidFill>
                          <a:effectLst/>
                          <a:latin typeface="IBM Plex Sans" panose="020B0503050203000203" pitchFamily="34" charset="0"/>
                        </a:rPr>
                        <a:t>2017</a:t>
                      </a:r>
                      <a:endParaRPr lang="en-US" sz="1100" b="1" i="0" u="none" strike="noStrike" noProof="0" dirty="0">
                        <a:solidFill>
                          <a:srgbClr val="000000"/>
                        </a:solidFill>
                        <a:effectLst/>
                        <a:latin typeface="IBM Plex Sans" panose="020B0503050203000203" pitchFamily="34" charset="0"/>
                      </a:endParaRP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2.76</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2.</a:t>
                      </a: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12</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746489788"/>
                  </a:ext>
                </a:extLst>
              </a:tr>
              <a:tr h="332172">
                <a:tc>
                  <a:txBody>
                    <a:bodyPr/>
                    <a:lstStyle/>
                    <a:p>
                      <a:pPr algn="l" fontAlgn="ctr">
                        <a:buNone/>
                      </a:pPr>
                      <a:r>
                        <a:rPr lang="en-001" sz="1100" b="1" i="0" u="none" strike="noStrike" noProof="0" dirty="0">
                          <a:solidFill>
                            <a:srgbClr val="000000"/>
                          </a:solidFill>
                          <a:effectLst/>
                          <a:latin typeface="IBM Plex Sans" panose="020B0503050203000203" pitchFamily="34" charset="0"/>
                        </a:rPr>
                        <a:t>2018</a:t>
                      </a:r>
                      <a:endParaRPr lang="en-US" sz="1100" b="1" i="0" u="none" strike="noStrike" noProof="0" dirty="0">
                        <a:solidFill>
                          <a:srgbClr val="000000"/>
                        </a:solidFill>
                        <a:effectLst/>
                        <a:latin typeface="IBM Plex Sans" panose="020B0503050203000203" pitchFamily="34" charset="0"/>
                      </a:endParaRP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2.82</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2.15</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488302765"/>
                  </a:ext>
                </a:extLst>
              </a:tr>
              <a:tr h="332172">
                <a:tc>
                  <a:txBody>
                    <a:bodyPr/>
                    <a:lstStyle/>
                    <a:p>
                      <a:pPr algn="l" fontAlgn="ctr">
                        <a:buNone/>
                      </a:pPr>
                      <a:r>
                        <a:rPr lang="en-001" sz="1100" b="1" i="0" u="none" strike="noStrike" noProof="0" dirty="0">
                          <a:solidFill>
                            <a:srgbClr val="000000"/>
                          </a:solidFill>
                          <a:effectLst/>
                          <a:latin typeface="IBM Plex Sans" panose="020B0503050203000203" pitchFamily="34" charset="0"/>
                        </a:rPr>
                        <a:t>2019</a:t>
                      </a:r>
                      <a:endParaRPr lang="en-US" sz="1100" b="1" i="0" u="none" strike="noStrike" noProof="0" dirty="0">
                        <a:solidFill>
                          <a:srgbClr val="000000"/>
                        </a:solidFill>
                        <a:effectLst/>
                        <a:latin typeface="IBM Plex Sans" panose="020B0503050203000203" pitchFamily="34" charset="0"/>
                      </a:endParaRP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2.44</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1.83</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064124636"/>
                  </a:ext>
                </a:extLst>
              </a:tr>
              <a:tr h="332172">
                <a:tc>
                  <a:txBody>
                    <a:bodyPr/>
                    <a:lstStyle/>
                    <a:p>
                      <a:pPr algn="l" fontAlgn="ctr">
                        <a:buNone/>
                      </a:pPr>
                      <a:r>
                        <a:rPr lang="en-001" sz="1100" b="1" i="0" u="none" strike="noStrike" noProof="0" dirty="0">
                          <a:solidFill>
                            <a:srgbClr val="000000"/>
                          </a:solidFill>
                          <a:effectLst/>
                          <a:latin typeface="IBM Plex Sans" panose="020B0503050203000203" pitchFamily="34" charset="0"/>
                        </a:rPr>
                        <a:t>2020</a:t>
                      </a:r>
                      <a:endParaRPr lang="en-US" sz="1100" b="1" i="0" u="none" strike="noStrike" noProof="0" dirty="0">
                        <a:solidFill>
                          <a:srgbClr val="000000"/>
                        </a:solidFill>
                        <a:effectLst/>
                        <a:latin typeface="IBM Plex Sans" panose="020B0503050203000203" pitchFamily="34" charset="0"/>
                      </a:endParaRP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2.70</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1.</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6</a:t>
                      </a: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3</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327957040"/>
                  </a:ext>
                </a:extLst>
              </a:tr>
              <a:tr h="332172">
                <a:tc>
                  <a:txBody>
                    <a:bodyPr/>
                    <a:lstStyle/>
                    <a:p>
                      <a:pPr algn="l" fontAlgn="ctr">
                        <a:buNone/>
                      </a:pPr>
                      <a:r>
                        <a:rPr lang="en-001" sz="1100" b="1" i="0" u="none" strike="noStrike" noProof="0" dirty="0">
                          <a:solidFill>
                            <a:srgbClr val="000000"/>
                          </a:solidFill>
                          <a:effectLst/>
                          <a:latin typeface="IBM Plex Sans" panose="020B0503050203000203" pitchFamily="34" charset="0"/>
                        </a:rPr>
                        <a:t>2021</a:t>
                      </a:r>
                      <a:endParaRPr lang="en-US" sz="1100" b="1" i="0" u="none" strike="noStrike" noProof="0" dirty="0">
                        <a:solidFill>
                          <a:srgbClr val="000000"/>
                        </a:solidFill>
                        <a:effectLst/>
                        <a:latin typeface="IBM Plex Sans" panose="020B0503050203000203" pitchFamily="34" charset="0"/>
                      </a:endParaRP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2.58</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1.49</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0003"/>
                  </a:ext>
                </a:extLst>
              </a:tr>
              <a:tr h="332172">
                <a:tc>
                  <a:txBody>
                    <a:bodyPr/>
                    <a:lstStyle/>
                    <a:p>
                      <a:pPr algn="l" fontAlgn="ctr">
                        <a:buNone/>
                      </a:pPr>
                      <a:r>
                        <a:rPr lang="en-001" sz="1100" b="1" i="0" u="none" strike="noStrike" noProof="0" dirty="0">
                          <a:solidFill>
                            <a:srgbClr val="000000"/>
                          </a:solidFill>
                          <a:effectLst/>
                          <a:latin typeface="IBM Plex Sans" panose="020B0503050203000203" pitchFamily="34" charset="0"/>
                        </a:rPr>
                        <a:t>2022</a:t>
                      </a:r>
                      <a:endParaRPr lang="en-US" sz="1100" b="1" i="0" u="none" strike="noStrike" noProof="0" dirty="0">
                        <a:solidFill>
                          <a:srgbClr val="000000"/>
                        </a:solidFill>
                        <a:effectLst/>
                        <a:latin typeface="IBM Plex Sans" panose="020B0503050203000203" pitchFamily="34" charset="0"/>
                      </a:endParaRP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3.19</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1.36</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755150449"/>
                  </a:ext>
                </a:extLst>
              </a:tr>
              <a:tr h="332172">
                <a:tc>
                  <a:txBody>
                    <a:bodyPr/>
                    <a:lstStyle/>
                    <a:p>
                      <a:pPr algn="l" fontAlgn="ctr">
                        <a:buNone/>
                      </a:pPr>
                      <a:r>
                        <a:rPr lang="en-001" sz="1100" b="1" i="0" u="none" strike="noStrike" noProof="0" dirty="0">
                          <a:solidFill>
                            <a:srgbClr val="000000"/>
                          </a:solidFill>
                          <a:effectLst/>
                          <a:latin typeface="IBM Plex Sans" panose="020B0503050203000203" pitchFamily="34" charset="0"/>
                        </a:rPr>
                        <a:t>2023</a:t>
                      </a:r>
                      <a:endParaRPr lang="en-US" sz="1100" b="1" i="0" u="none" strike="noStrike" noProof="0" dirty="0">
                        <a:solidFill>
                          <a:srgbClr val="000000"/>
                        </a:solidFill>
                        <a:effectLst/>
                        <a:latin typeface="IBM Plex Sans" panose="020B0503050203000203" pitchFamily="34" charset="0"/>
                      </a:endParaRP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2.97</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1.16</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3717201597"/>
                  </a:ext>
                </a:extLst>
              </a:tr>
              <a:tr h="332172">
                <a:tc>
                  <a:txBody>
                    <a:bodyPr/>
                    <a:lstStyle/>
                    <a:p>
                      <a:pPr algn="l" fontAlgn="ctr">
                        <a:buNone/>
                      </a:pPr>
                      <a:r>
                        <a:rPr lang="en-001" sz="1100" b="1" i="0" u="none" strike="noStrike" noProof="0" dirty="0">
                          <a:solidFill>
                            <a:srgbClr val="000000"/>
                          </a:solidFill>
                          <a:effectLst/>
                          <a:latin typeface="IBM Plex Sans" panose="020B0503050203000203" pitchFamily="34" charset="0"/>
                        </a:rPr>
                        <a:t>2024</a:t>
                      </a:r>
                      <a:endParaRPr lang="en-US" sz="1100" b="1" i="0" u="none" strike="noStrike" noProof="0" dirty="0">
                        <a:solidFill>
                          <a:srgbClr val="000000"/>
                        </a:solidFill>
                        <a:effectLst/>
                        <a:latin typeface="IBM Plex Sans" panose="020B0503050203000203" pitchFamily="34" charset="0"/>
                      </a:endParaRP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lgn="ctr">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3.70</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1</a:t>
                      </a: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.20</a:t>
                      </a:r>
                      <a:r>
                        <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a:t>
                      </a:r>
                    </a:p>
                  </a:txBody>
                  <a:tcPr marL="7620" marR="7620" marT="762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lgn="ctr">
                      <a:solidFill>
                        <a:srgbClr val="BFBFBF"/>
                      </a:solidFill>
                      <a:prstDash val="solid"/>
                      <a:round/>
                      <a:headEnd type="none" w="sm" len="sm"/>
                      <a:tailEnd type="none" w="sm" len="sm"/>
                    </a:lnB>
                  </a:tcPr>
                </a:tc>
                <a:extLst>
                  <a:ext uri="{0D108BD9-81ED-4DB2-BD59-A6C34878D82A}">
                    <a16:rowId xmlns:a16="http://schemas.microsoft.com/office/drawing/2014/main" val="1587461870"/>
                  </a:ext>
                </a:extLst>
              </a:tr>
              <a:tr h="332172">
                <a:tc>
                  <a:txBody>
                    <a:bodyPr/>
                    <a:lstStyle/>
                    <a:p>
                      <a:pPr algn="l" fontAlgn="ctr">
                        <a:buNone/>
                      </a:pPr>
                      <a:r>
                        <a:rPr lang="en-001" sz="1100" b="1" i="0" u="none" strike="noStrike" noProof="0" dirty="0">
                          <a:solidFill>
                            <a:srgbClr val="000000"/>
                          </a:solidFill>
                          <a:effectLst/>
                          <a:latin typeface="IBM Plex Sans" panose="020B0503050203000203" pitchFamily="34" charset="0"/>
                        </a:rPr>
                        <a:t>2025</a:t>
                      </a:r>
                      <a:endParaRPr lang="en-US" sz="1100" b="1" i="0" u="none" strike="noStrike" noProof="0" dirty="0">
                        <a:solidFill>
                          <a:srgbClr val="000000"/>
                        </a:solidFill>
                        <a:effectLst/>
                        <a:latin typeface="IBM Plex Sans" panose="020B0503050203000203" pitchFamily="34" charset="0"/>
                      </a:endParaRPr>
                    </a:p>
                  </a:txBody>
                  <a:tcPr marT="7620" marB="0" anchor="ctr">
                    <a:lnL w="9525" cap="flat" cmpd="sng">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D8D8D8"/>
                      </a:solidFill>
                      <a:prstDash val="solid"/>
                      <a:round/>
                      <a:headEnd type="none" w="sm" len="sm"/>
                      <a:tailEnd type="none" w="sm" len="sm"/>
                    </a:lnT>
                    <a:lnB w="9525" cap="flat" cmpd="sng">
                      <a:solidFill>
                        <a:srgbClr val="D8D8D8"/>
                      </a:solidFill>
                      <a:prstDash val="solid"/>
                      <a:round/>
                      <a:headEnd type="none" w="sm" len="sm"/>
                      <a:tailEnd type="none" w="sm" len="sm"/>
                    </a:lnB>
                    <a:solidFill>
                      <a:srgbClr val="7FD7A7"/>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3.88%</a:t>
                      </a:r>
                      <a:endPar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endParaRPr>
                    </a:p>
                  </a:txBody>
                  <a:tcPr marL="7620" marR="7620" marT="7620" marB="0" anchor="ctr">
                    <a:lnL w="9525" cap="flat" cmpd="sng" algn="ctr">
                      <a:solidFill>
                        <a:srgbClr val="000000">
                          <a:alpha val="0"/>
                        </a:srgbClr>
                      </a:solidFill>
                      <a:prstDash val="solid"/>
                      <a:round/>
                      <a:headEnd type="none" w="sm" len="sm"/>
                      <a:tailEnd type="none" w="sm" len="sm"/>
                    </a:lnL>
                    <a:lnR w="9525" cap="flat" cmpd="sng" algn="ctr">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001"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rPr>
                        <a:t>1.32%</a:t>
                      </a:r>
                      <a:endParaRPr kumimoji="0" lang="en-US" sz="1100" b="0" i="0" u="none" strike="noStrike" kern="0" cap="none" spc="0" normalizeH="0" baseline="0" noProof="0" dirty="0">
                        <a:ln>
                          <a:noFill/>
                        </a:ln>
                        <a:solidFill>
                          <a:srgbClr val="000000"/>
                        </a:solidFill>
                        <a:effectLst/>
                        <a:uLnTx/>
                        <a:uFillTx/>
                        <a:latin typeface="IBM Plex Sans"/>
                        <a:ea typeface="IBM Plex Sans"/>
                        <a:cs typeface="IBM Plex Sans"/>
                        <a:sym typeface="IBM Plex Sans"/>
                      </a:endParaRPr>
                    </a:p>
                  </a:txBody>
                  <a:tcPr marL="7620" marR="7620" marT="7620" marB="0" anchor="ctr">
                    <a:lnL w="9525" cap="flat" cmpd="sng" algn="ctr">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9525" cap="flat" cmpd="sng" algn="ctr">
                      <a:solidFill>
                        <a:srgbClr val="BFBFBF"/>
                      </a:solidFill>
                      <a:prstDash val="solid"/>
                      <a:round/>
                      <a:headEnd type="none" w="sm" len="sm"/>
                      <a:tailEnd type="none" w="sm" len="sm"/>
                    </a:lnT>
                    <a:lnB w="9525" cap="flat" cmpd="sng">
                      <a:solidFill>
                        <a:srgbClr val="BFBFBF"/>
                      </a:solidFill>
                      <a:prstDash val="solid"/>
                      <a:round/>
                      <a:headEnd type="none" w="sm" len="sm"/>
                      <a:tailEnd type="none" w="sm" len="sm"/>
                    </a:lnB>
                  </a:tcPr>
                </a:tc>
                <a:extLst>
                  <a:ext uri="{0D108BD9-81ED-4DB2-BD59-A6C34878D82A}">
                    <a16:rowId xmlns:a16="http://schemas.microsoft.com/office/drawing/2014/main" val="2639408538"/>
                  </a:ext>
                </a:extLst>
              </a:tr>
            </a:tbl>
          </a:graphicData>
        </a:graphic>
      </p:graphicFrame>
      <p:pic>
        <p:nvPicPr>
          <p:cNvPr id="6" name="Picture 4" descr="yahoo-logo-png-transparent-background ...">
            <a:extLst>
              <a:ext uri="{FF2B5EF4-FFF2-40B4-BE49-F238E27FC236}">
                <a16:creationId xmlns:a16="http://schemas.microsoft.com/office/drawing/2014/main" id="{44190E35-6AEF-2681-2517-CA719DDA33E6}"/>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341151" y="1901042"/>
            <a:ext cx="1158483" cy="384176"/>
          </a:xfrm>
          <a:prstGeom prst="rect">
            <a:avLst/>
          </a:prstGeom>
          <a:noFill/>
          <a:extLst>
            <a:ext uri="{909E8E84-426E-40DD-AFC4-6F175D3DCCD1}">
              <a14:hiddenFill xmlns:a14="http://schemas.microsoft.com/office/drawing/2010/main">
                <a:solidFill>
                  <a:srgbClr val="FFFFFF"/>
                </a:solidFill>
              </a14:hiddenFill>
            </a:ext>
          </a:extLst>
        </p:spPr>
      </p:pic>
      <p:pic>
        <p:nvPicPr>
          <p:cNvPr id="8" name="Google Shape;1582;g3b23322d595_2_625">
            <a:extLst>
              <a:ext uri="{FF2B5EF4-FFF2-40B4-BE49-F238E27FC236}">
                <a16:creationId xmlns:a16="http://schemas.microsoft.com/office/drawing/2014/main" id="{7888A632-C86B-8FC0-9BFE-7F5FCDA60C75}"/>
              </a:ext>
            </a:extLst>
          </p:cNvPr>
          <p:cNvPicPr preferRelativeResize="0">
            <a:picLocks noChangeAspect="1"/>
          </p:cNvPicPr>
          <p:nvPr/>
        </p:nvPicPr>
        <p:blipFill rotWithShape="1">
          <a:blip r:embed="rId10">
            <a:alphaModFix/>
          </a:blip>
          <a:srcRect/>
          <a:stretch/>
        </p:blipFill>
        <p:spPr>
          <a:xfrm>
            <a:off x="3671697" y="1828111"/>
            <a:ext cx="954068" cy="530038"/>
          </a:xfrm>
          <a:prstGeom prst="rect">
            <a:avLst/>
          </a:prstGeom>
          <a:noFill/>
          <a:ln>
            <a:noFill/>
          </a:ln>
        </p:spPr>
      </p:pic>
      <p:sp>
        <p:nvSpPr>
          <p:cNvPr id="19" name="Google Shape;371;p24">
            <a:extLst>
              <a:ext uri="{FF2B5EF4-FFF2-40B4-BE49-F238E27FC236}">
                <a16:creationId xmlns:a16="http://schemas.microsoft.com/office/drawing/2014/main" id="{2E39530C-2E5C-3106-BBE2-0AC36F4E7820}"/>
              </a:ext>
            </a:extLst>
          </p:cNvPr>
          <p:cNvSpPr txBox="1"/>
          <p:nvPr/>
        </p:nvSpPr>
        <p:spPr>
          <a:xfrm>
            <a:off x="7278410" y="1772666"/>
            <a:ext cx="4492624" cy="3905740"/>
          </a:xfrm>
          <a:prstGeom prst="rect">
            <a:avLst/>
          </a:prstGeom>
          <a:solidFill>
            <a:schemeClr val="bg1">
              <a:lumMod val="95000"/>
            </a:schemeClr>
          </a:solidFill>
          <a:ln>
            <a:noFill/>
          </a:ln>
        </p:spPr>
        <p:txBody>
          <a:bodyPr spcFirstLastPara="1" wrap="square" lIns="91425" tIns="90000" rIns="91425" bIns="45700" anchor="t" anchorCtr="0">
            <a:noAutofit/>
          </a:bodyPr>
          <a:lstStyle/>
          <a:p>
            <a:pPr marL="177800" indent="-177800" eaLnBrk="0" fontAlgn="base" hangingPunct="0">
              <a:spcAft>
                <a:spcPts val="1400"/>
              </a:spcAft>
              <a:buClr>
                <a:schemeClr val="dk1"/>
              </a:buClr>
              <a:buSzPts val="1400"/>
              <a:buFont typeface="Arial"/>
              <a:buChar char="•"/>
            </a:pPr>
            <a:r>
              <a:rPr lang="en-US" sz="1200" b="1" noProof="1">
                <a:solidFill>
                  <a:schemeClr val="tx1"/>
                </a:solidFill>
                <a:latin typeface="Arial" panose="020B0604020202020204" pitchFamily="34" charset="0"/>
              </a:rPr>
              <a:t>Bing</a:t>
            </a:r>
            <a:r>
              <a:rPr lang="en-US" sz="1200" noProof="1">
                <a:solidFill>
                  <a:schemeClr val="tx1"/>
                </a:solidFill>
                <a:latin typeface="Arial" panose="020B0604020202020204" pitchFamily="34" charset="0"/>
              </a:rPr>
              <a:t> is the clear </a:t>
            </a:r>
            <a:r>
              <a:rPr lang="en-US" sz="1200" b="1" noProof="1">
                <a:solidFill>
                  <a:schemeClr val="tx1"/>
                </a:solidFill>
                <a:latin typeface="Arial" panose="020B0604020202020204" pitchFamily="34" charset="0"/>
              </a:rPr>
              <a:t>#2 global search </a:t>
            </a:r>
            <a:r>
              <a:rPr lang="en-US" sz="1200" noProof="1">
                <a:solidFill>
                  <a:schemeClr val="tx1"/>
                </a:solidFill>
                <a:latin typeface="Arial" panose="020B0604020202020204" pitchFamily="34" charset="0"/>
              </a:rPr>
              <a:t>engine </a:t>
            </a:r>
            <a:r>
              <a:rPr lang="en-US" sz="1200" b="1" noProof="1">
                <a:solidFill>
                  <a:schemeClr val="tx1"/>
                </a:solidFill>
                <a:latin typeface="Arial" panose="020B0604020202020204" pitchFamily="34" charset="0"/>
              </a:rPr>
              <a:t>(~5% share</a:t>
            </a:r>
            <a:r>
              <a:rPr lang="en-US" sz="1200" noProof="1">
                <a:solidFill>
                  <a:schemeClr val="tx1"/>
                </a:solidFill>
                <a:latin typeface="Arial" panose="020B0604020202020204" pitchFamily="34" charset="0"/>
              </a:rPr>
              <a:t>), while </a:t>
            </a:r>
            <a:r>
              <a:rPr lang="en-US" sz="1200" b="1" noProof="1">
                <a:solidFill>
                  <a:schemeClr val="tx1"/>
                </a:solidFill>
                <a:latin typeface="Arial" panose="020B0604020202020204" pitchFamily="34" charset="0"/>
              </a:rPr>
              <a:t>Yahoo</a:t>
            </a:r>
            <a:r>
              <a:rPr lang="en-US" sz="1200" noProof="1">
                <a:solidFill>
                  <a:schemeClr val="tx1"/>
                </a:solidFill>
                <a:latin typeface="Arial" panose="020B0604020202020204" pitchFamily="34" charset="0"/>
              </a:rPr>
              <a:t> </a:t>
            </a:r>
            <a:r>
              <a:rPr lang="en-US" sz="1200" noProof="1">
                <a:latin typeface="IBM Plex Sans" panose="020B0503050203000203" pitchFamily="34" charset="0"/>
              </a:rPr>
              <a:t>ranks </a:t>
            </a:r>
            <a:r>
              <a:rPr lang="en-US" sz="1200" b="1" noProof="1">
                <a:latin typeface="IBM Plex Sans" panose="020B0503050203000203" pitchFamily="34" charset="0"/>
              </a:rPr>
              <a:t>third</a:t>
            </a:r>
            <a:r>
              <a:rPr lang="en-US" sz="1200" noProof="1">
                <a:latin typeface="IBM Plex Sans" panose="020B0503050203000203" pitchFamily="34" charset="0"/>
              </a:rPr>
              <a:t> </a:t>
            </a:r>
            <a:r>
              <a:rPr lang="en-US" sz="1200" b="1" noProof="1">
                <a:latin typeface="IBM Plex Sans" panose="020B0503050203000203" pitchFamily="34" charset="0"/>
              </a:rPr>
              <a:t>(1.4%), </a:t>
            </a:r>
            <a:r>
              <a:rPr lang="en-US" sz="1200" noProof="1">
                <a:latin typeface="IBM Plex Sans" panose="020B0503050203000203" pitchFamily="34" charset="0"/>
              </a:rPr>
              <a:t>having lost approximately  two-thirds of its market share over the past decade</a:t>
            </a:r>
            <a:r>
              <a:rPr lang="en-US" sz="1200" baseline="30000" noProof="1">
                <a:latin typeface="IBM Plex Sans" panose="020B0503050203000203" pitchFamily="34" charset="0"/>
              </a:rPr>
              <a:t>3</a:t>
            </a:r>
          </a:p>
          <a:p>
            <a:pPr marL="177800" indent="-177800" eaLnBrk="0" fontAlgn="base" hangingPunct="0">
              <a:spcAft>
                <a:spcPts val="1400"/>
              </a:spcAft>
              <a:buClr>
                <a:schemeClr val="dk1"/>
              </a:buClr>
              <a:buSzPts val="1400"/>
              <a:buFont typeface="Arial"/>
              <a:buChar char="•"/>
            </a:pPr>
            <a:r>
              <a:rPr lang="en-US" sz="1200" b="1" noProof="1">
                <a:latin typeface="IBM Plex Sans" panose="020B0503050203000203" pitchFamily="34" charset="0"/>
              </a:rPr>
              <a:t>Bing’s growth </a:t>
            </a:r>
            <a:r>
              <a:rPr lang="en-US" sz="1200" noProof="1">
                <a:latin typeface="IBM Plex Sans" panose="020B0503050203000203" pitchFamily="34" charset="0"/>
              </a:rPr>
              <a:t>has been supported by </a:t>
            </a:r>
            <a:r>
              <a:rPr lang="en-US" sz="1200" b="1" noProof="1">
                <a:latin typeface="IBM Plex Sans" panose="020B0503050203000203" pitchFamily="34" charset="0"/>
              </a:rPr>
              <a:t>Microsoft’s</a:t>
            </a:r>
            <a:r>
              <a:rPr lang="en-US" sz="1200" noProof="1">
                <a:latin typeface="IBM Plex Sans" panose="020B0503050203000203" pitchFamily="34" charset="0"/>
              </a:rPr>
              <a:t> </a:t>
            </a:r>
            <a:r>
              <a:rPr lang="en-US" sz="1200" b="1" noProof="1">
                <a:latin typeface="IBM Plex Sans" panose="020B0503050203000203" pitchFamily="34" charset="0"/>
              </a:rPr>
              <a:t>ecosystem</a:t>
            </a:r>
            <a:r>
              <a:rPr lang="en-US" sz="1200" noProof="1">
                <a:latin typeface="IBM Plex Sans" panose="020B0503050203000203" pitchFamily="34" charset="0"/>
              </a:rPr>
              <a:t>, including </a:t>
            </a:r>
            <a:r>
              <a:rPr lang="en-US" sz="1200" b="1" noProof="1">
                <a:latin typeface="IBM Plex Sans" panose="020B0503050203000203" pitchFamily="34" charset="0"/>
              </a:rPr>
              <a:t>Edge</a:t>
            </a:r>
            <a:r>
              <a:rPr lang="en-US" sz="1200" noProof="1">
                <a:latin typeface="IBM Plex Sans" panose="020B0503050203000203" pitchFamily="34" charset="0"/>
              </a:rPr>
              <a:t> as the default browser on Windows and the integration of </a:t>
            </a:r>
            <a:r>
              <a:rPr lang="en-US" sz="1200" b="1" noProof="1">
                <a:latin typeface="IBM Plex Sans" panose="020B0503050203000203" pitchFamily="34" charset="0"/>
              </a:rPr>
              <a:t>Microsoft Copilot</a:t>
            </a:r>
            <a:r>
              <a:rPr lang="en-US" sz="1200" noProof="1">
                <a:latin typeface="IBM Plex Sans" panose="020B0503050203000203" pitchFamily="34" charset="0"/>
              </a:rPr>
              <a:t>, which positioned </a:t>
            </a:r>
            <a:r>
              <a:rPr lang="en-US" sz="1200" b="1" noProof="1">
                <a:latin typeface="IBM Plex Sans" panose="020B0503050203000203" pitchFamily="34" charset="0"/>
              </a:rPr>
              <a:t>Bing</a:t>
            </a:r>
            <a:r>
              <a:rPr lang="en-US" sz="1200" noProof="1">
                <a:latin typeface="IBM Plex Sans" panose="020B0503050203000203" pitchFamily="34" charset="0"/>
              </a:rPr>
              <a:t> as the </a:t>
            </a:r>
            <a:r>
              <a:rPr lang="en-US" sz="1200" b="1" noProof="1">
                <a:latin typeface="IBM Plex Sans" panose="020B0503050203000203" pitchFamily="34" charset="0"/>
              </a:rPr>
              <a:t>first major search engine to integrate generative AI </a:t>
            </a:r>
            <a:r>
              <a:rPr lang="en-US" sz="1200" noProof="1">
                <a:latin typeface="IBM Plex Sans" panose="020B0503050203000203" pitchFamily="34" charset="0"/>
              </a:rPr>
              <a:t>and helped strengthen its U.S. desktop market share</a:t>
            </a:r>
            <a:r>
              <a:rPr lang="en-US" sz="1200" baseline="30000" noProof="1">
                <a:latin typeface="IBM Plex Sans" panose="020B0503050203000203" pitchFamily="34" charset="0"/>
              </a:rPr>
              <a:t>3</a:t>
            </a:r>
            <a:endParaRPr lang="en-US" sz="1200" noProof="1">
              <a:latin typeface="IBM Plex Sans" panose="020B0503050203000203" pitchFamily="34" charset="0"/>
            </a:endParaRPr>
          </a:p>
          <a:p>
            <a:pPr marL="177800" lvl="0" indent="-177800" eaLnBrk="0" fontAlgn="base" hangingPunct="0">
              <a:spcAft>
                <a:spcPts val="1400"/>
              </a:spcAft>
              <a:buClr>
                <a:schemeClr val="dk1"/>
              </a:buClr>
              <a:buSzPts val="1400"/>
              <a:buFont typeface="Arial"/>
              <a:buChar char="•"/>
            </a:pPr>
            <a:r>
              <a:rPr lang="en-US" sz="1200" b="1" noProof="1">
                <a:latin typeface="IBM Plex Sans" panose="020B0503050203000203" pitchFamily="34" charset="0"/>
              </a:rPr>
              <a:t>Yahoo search is powered by Bing</a:t>
            </a:r>
            <a:r>
              <a:rPr lang="en-US" sz="1200" noProof="1">
                <a:latin typeface="IBM Plex Sans" panose="020B0503050203000203" pitchFamily="34" charset="0"/>
              </a:rPr>
              <a:t>, with </a:t>
            </a:r>
            <a:r>
              <a:rPr lang="en-US" sz="1200" b="1" noProof="1">
                <a:latin typeface="IBM Plex Sans" panose="020B0503050203000203" pitchFamily="34" charset="0"/>
              </a:rPr>
              <a:t>differentiation</a:t>
            </a:r>
            <a:r>
              <a:rPr lang="en-US" sz="1200" noProof="1">
                <a:latin typeface="IBM Plex Sans" panose="020B0503050203000203" pitchFamily="34" charset="0"/>
              </a:rPr>
              <a:t> mainly through its </a:t>
            </a:r>
            <a:r>
              <a:rPr lang="en-US" sz="1200" b="1" noProof="1">
                <a:latin typeface="IBM Plex Sans" panose="020B0503050203000203" pitchFamily="34" charset="0"/>
              </a:rPr>
              <a:t>content-driven homepage </a:t>
            </a:r>
            <a:r>
              <a:rPr lang="en-US" sz="1200" noProof="1">
                <a:latin typeface="IBM Plex Sans" panose="020B0503050203000203" pitchFamily="34" charset="0"/>
              </a:rPr>
              <a:t>(</a:t>
            </a:r>
            <a:r>
              <a:rPr lang="en-US" sz="1200" b="1" noProof="1">
                <a:latin typeface="IBM Plex Sans" panose="020B0503050203000203" pitchFamily="34" charset="0"/>
              </a:rPr>
              <a:t>news</a:t>
            </a:r>
            <a:r>
              <a:rPr lang="en-US" sz="1200" noProof="1">
                <a:latin typeface="IBM Plex Sans" panose="020B0503050203000203" pitchFamily="34" charset="0"/>
              </a:rPr>
              <a:t>, </a:t>
            </a:r>
            <a:r>
              <a:rPr lang="en-US" sz="1200" b="1" noProof="1">
                <a:latin typeface="IBM Plex Sans" panose="020B0503050203000203" pitchFamily="34" charset="0"/>
              </a:rPr>
              <a:t>weather, personalization</a:t>
            </a:r>
            <a:r>
              <a:rPr lang="en-US" sz="1200" noProof="1">
                <a:latin typeface="IBM Plex Sans" panose="020B0503050203000203" pitchFamily="34" charset="0"/>
              </a:rPr>
              <a:t>) rather than proprietary search technology</a:t>
            </a:r>
            <a:r>
              <a:rPr lang="en-US" sz="1200" baseline="30000" noProof="1">
                <a:latin typeface="IBM Plex Sans" panose="020B0503050203000203" pitchFamily="34" charset="0"/>
              </a:rPr>
              <a:t>4</a:t>
            </a:r>
          </a:p>
          <a:p>
            <a:pPr marL="177800" lvl="0" indent="-177800" eaLnBrk="0" fontAlgn="base" hangingPunct="0">
              <a:spcAft>
                <a:spcPts val="1400"/>
              </a:spcAft>
              <a:buClr>
                <a:schemeClr val="dk1"/>
              </a:buClr>
              <a:buSzPts val="1400"/>
              <a:buFont typeface="Arial"/>
              <a:buChar char="•"/>
            </a:pPr>
            <a:r>
              <a:rPr lang="en-US" sz="1200" b="1" noProof="1">
                <a:latin typeface="IBM Plex Sans" panose="020B0503050203000203" pitchFamily="34" charset="0"/>
              </a:rPr>
              <a:t>Bing</a:t>
            </a:r>
            <a:r>
              <a:rPr lang="en-US" sz="1200" noProof="1">
                <a:latin typeface="IBM Plex Sans" panose="020B0503050203000203" pitchFamily="34" charset="0"/>
              </a:rPr>
              <a:t>-powered search and news advertising </a:t>
            </a:r>
            <a:r>
              <a:rPr lang="en-US" sz="1200" b="1" noProof="1">
                <a:latin typeface="IBM Plex Sans" panose="020B0503050203000203" pitchFamily="34" charset="0"/>
              </a:rPr>
              <a:t>revenue</a:t>
            </a:r>
            <a:r>
              <a:rPr lang="en-US" sz="1200" noProof="1">
                <a:latin typeface="IBM Plex Sans" panose="020B0503050203000203" pitchFamily="34" charset="0"/>
              </a:rPr>
              <a:t> is projected to reach </a:t>
            </a:r>
            <a:r>
              <a:rPr lang="en-US" sz="1200" b="1" noProof="1">
                <a:latin typeface="IBM Plex Sans" panose="020B0503050203000203" pitchFamily="34" charset="0"/>
              </a:rPr>
              <a:t>~$19.5B by 2026 </a:t>
            </a:r>
            <a:r>
              <a:rPr lang="en-US" sz="1200" noProof="1">
                <a:latin typeface="IBM Plex Sans" panose="020B0503050203000203" pitchFamily="34" charset="0"/>
              </a:rPr>
              <a:t>(~10% YoY growth)</a:t>
            </a:r>
            <a:r>
              <a:rPr lang="en-US" sz="1200" baseline="30000" noProof="1">
                <a:latin typeface="IBM Plex Sans" panose="020B0503050203000203" pitchFamily="34" charset="0"/>
              </a:rPr>
              <a:t>2</a:t>
            </a:r>
            <a:endParaRPr lang="en-US" sz="1200" noProof="1">
              <a:latin typeface="IBM Plex Sans" panose="020B0503050203000203" pitchFamily="34" charset="0"/>
            </a:endParaRPr>
          </a:p>
          <a:p>
            <a:pPr marL="177800" lvl="0" indent="-177800" eaLnBrk="0" fontAlgn="base" hangingPunct="0">
              <a:spcAft>
                <a:spcPts val="1400"/>
              </a:spcAft>
              <a:buClr>
                <a:schemeClr val="dk1"/>
              </a:buClr>
              <a:buSzPts val="1400"/>
              <a:buFont typeface="Arial"/>
              <a:buChar char="•"/>
            </a:pPr>
            <a:r>
              <a:rPr lang="en-US" sz="1200" b="1" noProof="1">
                <a:latin typeface="IBM Plex Sans" panose="020B0503050203000203" pitchFamily="34" charset="0"/>
              </a:rPr>
              <a:t>Yahoo’s</a:t>
            </a:r>
            <a:r>
              <a:rPr lang="en-US" sz="1200" noProof="1">
                <a:latin typeface="IBM Plex Sans" panose="020B0503050203000203" pitchFamily="34" charset="0"/>
              </a:rPr>
              <a:t> ownership </a:t>
            </a:r>
            <a:r>
              <a:rPr lang="en-US" sz="1200" b="1" noProof="1">
                <a:latin typeface="IBM Plex Sans" panose="020B0503050203000203" pitchFamily="34" charset="0"/>
              </a:rPr>
              <a:t>shifted in 2021 </a:t>
            </a:r>
            <a:r>
              <a:rPr lang="en-US" sz="1200" noProof="1">
                <a:latin typeface="IBM Plex Sans" panose="020B0503050203000203" pitchFamily="34" charset="0"/>
              </a:rPr>
              <a:t>when Verizon sold 90% of Yahoo and AOL to </a:t>
            </a:r>
            <a:r>
              <a:rPr lang="en-US" sz="1200" b="1" noProof="1">
                <a:latin typeface="IBM Plex Sans" panose="020B0503050203000203" pitchFamily="34" charset="0"/>
              </a:rPr>
              <a:t>Apollo for $5B</a:t>
            </a:r>
            <a:r>
              <a:rPr lang="en-US" sz="1200" b="1" baseline="30000" noProof="1">
                <a:latin typeface="IBM Plex Sans" panose="020B0503050203000203" pitchFamily="34" charset="0"/>
              </a:rPr>
              <a:t>5</a:t>
            </a:r>
            <a:endParaRPr lang="en-US" sz="1200" baseline="30000" noProof="1">
              <a:latin typeface="IBM Plex Sans" panose="020B0503050203000203" pitchFamily="34" charset="0"/>
            </a:endParaRPr>
          </a:p>
        </p:txBody>
      </p:sp>
      <p:sp>
        <p:nvSpPr>
          <p:cNvPr id="21" name="CaixaDeTexto 20">
            <a:extLst>
              <a:ext uri="{FF2B5EF4-FFF2-40B4-BE49-F238E27FC236}">
                <a16:creationId xmlns:a16="http://schemas.microsoft.com/office/drawing/2014/main" id="{E9D6E7BC-F7F3-99EC-9BAC-AC9E796013FA}"/>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competitive landscape: search engines</a:t>
            </a:r>
          </a:p>
        </p:txBody>
      </p:sp>
    </p:spTree>
    <p:extLst>
      <p:ext uri="{BB962C8B-B14F-4D97-AF65-F5344CB8AC3E}">
        <p14:creationId xmlns:p14="http://schemas.microsoft.com/office/powerpoint/2010/main" val="2081283465"/>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Shape 486">
          <a:extLst>
            <a:ext uri="{FF2B5EF4-FFF2-40B4-BE49-F238E27FC236}">
              <a16:creationId xmlns:a16="http://schemas.microsoft.com/office/drawing/2014/main" id="{680E241F-CAF9-E1D7-0126-8C1B178D1A10}"/>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89045759-1982-37D2-B5BF-547000CBA66E}"/>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73" imgH="473" progId="TCLayout.ActiveDocument.1">
                  <p:embed/>
                </p:oleObj>
              </mc:Choice>
              <mc:Fallback>
                <p:oleObj name="think-cell Slide" r:id="rId4" imgW="473" imgH="473" progId="TCLayout.ActiveDocument.1">
                  <p:embed/>
                  <p:pic>
                    <p:nvPicPr>
                      <p:cNvPr id="4" name="think-cell data - do not delete" hidden="1">
                        <a:extLst>
                          <a:ext uri="{FF2B5EF4-FFF2-40B4-BE49-F238E27FC236}">
                            <a16:creationId xmlns:a16="http://schemas.microsoft.com/office/drawing/2014/main" id="{89045759-1982-37D2-B5BF-547000CBA66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87" name="Google Shape;487;p48">
            <a:extLst>
              <a:ext uri="{FF2B5EF4-FFF2-40B4-BE49-F238E27FC236}">
                <a16:creationId xmlns:a16="http://schemas.microsoft.com/office/drawing/2014/main" id="{42FAB93E-A155-E911-5090-72AA1B217470}"/>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109</a:t>
            </a:fld>
            <a:endParaRPr lang="en-US" noProof="0"/>
          </a:p>
        </p:txBody>
      </p:sp>
      <p:sp>
        <p:nvSpPr>
          <p:cNvPr id="488" name="Google Shape;488;p48">
            <a:extLst>
              <a:ext uri="{FF2B5EF4-FFF2-40B4-BE49-F238E27FC236}">
                <a16:creationId xmlns:a16="http://schemas.microsoft.com/office/drawing/2014/main" id="{B4797205-9A8A-727F-27AC-200A7930F3FA}"/>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dirty="0"/>
              <a:t>AI adoption is accelerating, but primarily enhances performance within existing ad ecosystems</a:t>
            </a:r>
            <a:endParaRPr lang="en-US" noProof="0" dirty="0"/>
          </a:p>
        </p:txBody>
      </p:sp>
      <p:sp>
        <p:nvSpPr>
          <p:cNvPr id="7" name="CaixaDeTexto 6">
            <a:extLst>
              <a:ext uri="{FF2B5EF4-FFF2-40B4-BE49-F238E27FC236}">
                <a16:creationId xmlns:a16="http://schemas.microsoft.com/office/drawing/2014/main" id="{B6613191-DA12-EF82-8918-1C217726FD83}"/>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2025 Overview: updates from feedback sessions</a:t>
            </a:r>
          </a:p>
        </p:txBody>
      </p:sp>
      <p:sp>
        <p:nvSpPr>
          <p:cNvPr id="24" name="Google Shape;1171;g3b0a07b424d_1_872">
            <a:extLst>
              <a:ext uri="{FF2B5EF4-FFF2-40B4-BE49-F238E27FC236}">
                <a16:creationId xmlns:a16="http://schemas.microsoft.com/office/drawing/2014/main" id="{A6241CEC-2E11-EA86-D8CE-C9A16D78829F}"/>
              </a:ext>
            </a:extLst>
          </p:cNvPr>
          <p:cNvSpPr txBox="1"/>
          <p:nvPr/>
        </p:nvSpPr>
        <p:spPr>
          <a:xfrm>
            <a:off x="368300" y="6392131"/>
            <a:ext cx="10641076" cy="107722"/>
          </a:xfrm>
          <a:prstGeom prst="rect">
            <a:avLst/>
          </a:prstGeom>
          <a:noFill/>
          <a:ln>
            <a:noFill/>
          </a:ln>
        </p:spPr>
        <p:txBody>
          <a:bodyPr spcFirstLastPara="1" wrap="square" lIns="0" tIns="0" rIns="0" bIns="0" anchor="b" anchorCtr="0">
            <a:spAutoFit/>
          </a:bodyPr>
          <a:lstStyle/>
          <a:p>
            <a:pPr lvl="0">
              <a:buSzPts val="600"/>
            </a:pPr>
            <a:r>
              <a:rPr lang="en-US" sz="700" b="0" i="0" strike="noStrike" cap="none" noProof="0" dirty="0">
                <a:solidFill>
                  <a:schemeClr val="bg1">
                    <a:lumMod val="65000"/>
                  </a:schemeClr>
                </a:solidFill>
                <a:latin typeface="IBM Plex Sans"/>
                <a:ea typeface="Calibri"/>
                <a:cs typeface="Calibri"/>
                <a:sym typeface="Calibri"/>
              </a:rPr>
              <a:t>Sources</a:t>
            </a:r>
            <a:r>
              <a:rPr lang="en-US" sz="700" b="1" i="0" strike="noStrike" cap="none" noProof="0" dirty="0">
                <a:solidFill>
                  <a:schemeClr val="bg1">
                    <a:lumMod val="65000"/>
                  </a:schemeClr>
                </a:solidFill>
                <a:latin typeface="IBM Plex Sans"/>
                <a:ea typeface="Calibri"/>
                <a:cs typeface="Calibri"/>
                <a:sym typeface="Calibri"/>
              </a:rPr>
              <a:t>: </a:t>
            </a:r>
            <a:r>
              <a:rPr lang="en-US" sz="700" b="0" i="0" strike="noStrike" cap="none" noProof="0" dirty="0">
                <a:solidFill>
                  <a:schemeClr val="bg1">
                    <a:lumMod val="65000"/>
                  </a:schemeClr>
                </a:solidFill>
                <a:latin typeface="IBM Plex Sans"/>
                <a:ea typeface="Calibri"/>
                <a:cs typeface="Calibri"/>
                <a:sym typeface="Calibri"/>
              </a:rPr>
              <a:t>(1) </a:t>
            </a:r>
            <a:r>
              <a:rPr lang="en-US" sz="700" b="0" i="0" strike="noStrike" cap="none" noProof="0" dirty="0">
                <a:solidFill>
                  <a:schemeClr val="bg1">
                    <a:lumMod val="65000"/>
                  </a:schemeClr>
                </a:solidFill>
                <a:latin typeface="IBM Plex Sans"/>
                <a:ea typeface="Calibri"/>
                <a:cs typeface="Calibri"/>
                <a:sym typeface="Calibri"/>
                <a:hlinkClick r:id="rId6">
                  <a:extLst>
                    <a:ext uri="{A12FA001-AC4F-418D-AE19-62706E023703}">
                      <ahyp:hlinkClr xmlns:ahyp="http://schemas.microsoft.com/office/drawing/2018/hyperlinkcolor" val="tx"/>
                    </a:ext>
                  </a:extLst>
                </a:hlinkClick>
              </a:rPr>
              <a:t>market.us</a:t>
            </a:r>
            <a:r>
              <a:rPr lang="en-US" sz="700" b="0" i="0" strike="noStrike" cap="none" noProof="0" dirty="0">
                <a:solidFill>
                  <a:schemeClr val="bg1">
                    <a:lumMod val="65000"/>
                  </a:schemeClr>
                </a:solidFill>
                <a:latin typeface="IBM Plex Sans"/>
                <a:ea typeface="Calibri"/>
                <a:cs typeface="Calibri"/>
                <a:sym typeface="Calibri"/>
              </a:rPr>
              <a:t>, </a:t>
            </a:r>
            <a:r>
              <a:rPr lang="en-US" sz="700" dirty="0">
                <a:solidFill>
                  <a:schemeClr val="bg1">
                    <a:lumMod val="65000"/>
                  </a:schemeClr>
                </a:solidFill>
                <a:latin typeface="IBM Plex Sans"/>
                <a:ea typeface="Calibri"/>
                <a:cs typeface="Calibri"/>
                <a:sym typeface="Calibri"/>
              </a:rPr>
              <a:t>(2) </a:t>
            </a:r>
            <a:r>
              <a:rPr lang="en-US" sz="700" dirty="0">
                <a:solidFill>
                  <a:schemeClr val="bg1">
                    <a:lumMod val="65000"/>
                  </a:schemeClr>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Fluence Inc.</a:t>
            </a:r>
            <a:r>
              <a:rPr lang="en-US" sz="700" dirty="0">
                <a:solidFill>
                  <a:schemeClr val="bg1">
                    <a:lumMod val="65000"/>
                  </a:schemeClr>
                </a:solidFill>
                <a:latin typeface="IBM Plex Sans"/>
                <a:ea typeface="Calibri"/>
                <a:cs typeface="Calibri"/>
                <a:sym typeface="Calibri"/>
              </a:rPr>
              <a:t>, (3) </a:t>
            </a:r>
            <a:r>
              <a:rPr lang="en-US" sz="700" dirty="0">
                <a:solidFill>
                  <a:schemeClr val="bg1">
                    <a:lumMod val="65000"/>
                  </a:schemeClr>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SQ Magazine</a:t>
            </a:r>
            <a:r>
              <a:rPr lang="en-US" sz="700" dirty="0">
                <a:solidFill>
                  <a:schemeClr val="bg1">
                    <a:lumMod val="65000"/>
                  </a:schemeClr>
                </a:solidFill>
                <a:latin typeface="IBM Plex Sans"/>
                <a:ea typeface="Calibri"/>
                <a:cs typeface="Calibri"/>
                <a:sym typeface="Calibri"/>
              </a:rPr>
              <a:t>, (4) </a:t>
            </a:r>
            <a:r>
              <a:rPr lang="en-US" sz="700" dirty="0" err="1">
                <a:solidFill>
                  <a:schemeClr val="bg1">
                    <a:lumMod val="65000"/>
                  </a:schemeClr>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StackAdopt</a:t>
            </a:r>
            <a:r>
              <a:rPr lang="en-US" sz="700" dirty="0">
                <a:solidFill>
                  <a:schemeClr val="bg1">
                    <a:lumMod val="65000"/>
                  </a:schemeClr>
                </a:solidFill>
                <a:latin typeface="IBM Plex Sans"/>
                <a:ea typeface="Calibri"/>
                <a:cs typeface="Calibri"/>
                <a:sym typeface="Calibri"/>
              </a:rPr>
              <a:t>, (5) </a:t>
            </a:r>
            <a:r>
              <a:rPr lang="en-US" sz="700" dirty="0" err="1">
                <a:solidFill>
                  <a:schemeClr val="bg1">
                    <a:lumMod val="65000"/>
                  </a:schemeClr>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Datareportal</a:t>
            </a:r>
            <a:endParaRPr lang="en-US" sz="700" b="0" i="0" strike="noStrike" cap="none" noProof="0" dirty="0">
              <a:solidFill>
                <a:schemeClr val="bg1">
                  <a:lumMod val="65000"/>
                </a:schemeClr>
              </a:solidFill>
              <a:latin typeface="IBM Plex Sans"/>
              <a:ea typeface="Calibri"/>
              <a:cs typeface="Calibri"/>
              <a:sym typeface="Calibri"/>
            </a:endParaRPr>
          </a:p>
        </p:txBody>
      </p:sp>
      <p:sp>
        <p:nvSpPr>
          <p:cNvPr id="25" name="Google Shape;625;g3b23322d595_2_111">
            <a:extLst>
              <a:ext uri="{FF2B5EF4-FFF2-40B4-BE49-F238E27FC236}">
                <a16:creationId xmlns:a16="http://schemas.microsoft.com/office/drawing/2014/main" id="{AA70C1B0-D98E-D328-196B-DBEAA941C93E}"/>
              </a:ext>
            </a:extLst>
          </p:cNvPr>
          <p:cNvSpPr txBox="1"/>
          <p:nvPr/>
        </p:nvSpPr>
        <p:spPr>
          <a:xfrm>
            <a:off x="420595" y="5697650"/>
            <a:ext cx="11350810" cy="558913"/>
          </a:xfrm>
          <a:prstGeom prst="rect">
            <a:avLst/>
          </a:prstGeom>
          <a:solidFill>
            <a:srgbClr val="7FD7A7"/>
          </a:solidFill>
          <a:ln>
            <a:noFill/>
          </a:ln>
        </p:spPr>
        <p:txBody>
          <a:bodyPr spcFirstLastPara="1" wrap="square" lIns="68550" tIns="68550" rIns="68550" bIns="68550" anchor="ctr" anchorCtr="0">
            <a:noAutofit/>
          </a:bodyPr>
          <a:lstStyle/>
          <a:p>
            <a:pPr lvl="0" algn="ctr">
              <a:buSzPts val="1200"/>
            </a:pPr>
            <a:r>
              <a:rPr lang="en-US" b="1" dirty="0"/>
              <a:t>AI is accelerating performance within existing ad channels, but not materially shifting budget allocation away from incumbent platforms</a:t>
            </a:r>
            <a:endParaRPr lang="en-US" b="1" i="0" u="none" strike="noStrike" cap="none" noProof="0" dirty="0">
              <a:solidFill>
                <a:srgbClr val="000000"/>
              </a:solidFill>
              <a:latin typeface="IBM Plex Sans"/>
              <a:ea typeface="IBM Plex Sans"/>
              <a:cs typeface="IBM Plex Sans"/>
            </a:endParaRPr>
          </a:p>
        </p:txBody>
      </p:sp>
      <p:sp>
        <p:nvSpPr>
          <p:cNvPr id="10" name="Google Shape;795;g3b2fcd73e63_0_171">
            <a:extLst>
              <a:ext uri="{FF2B5EF4-FFF2-40B4-BE49-F238E27FC236}">
                <a16:creationId xmlns:a16="http://schemas.microsoft.com/office/drawing/2014/main" id="{A2B917E8-8898-563C-57F2-FE4766FA62D8}"/>
              </a:ext>
            </a:extLst>
          </p:cNvPr>
          <p:cNvSpPr/>
          <p:nvPr/>
        </p:nvSpPr>
        <p:spPr>
          <a:xfrm>
            <a:off x="420596" y="1519099"/>
            <a:ext cx="5486400" cy="274320"/>
          </a:xfrm>
          <a:prstGeom prst="rect">
            <a:avLst/>
          </a:prstGeom>
          <a:solidFill>
            <a:srgbClr val="7030A0"/>
          </a:solidFill>
          <a:ln>
            <a:noFill/>
          </a:ln>
        </p:spPr>
        <p:txBody>
          <a:bodyPr spcFirstLastPara="1" wrap="square" lIns="0" tIns="45700" rIns="0" bIns="45700" anchor="ctr" anchorCtr="0">
            <a:noAutofit/>
          </a:bodyPr>
          <a:lstStyle/>
          <a:p>
            <a:pPr marL="0" marR="0" lvl="1" indent="0" algn="ctr" rtl="0">
              <a:lnSpc>
                <a:spcPct val="100000"/>
              </a:lnSpc>
              <a:spcBef>
                <a:spcPts val="0"/>
              </a:spcBef>
              <a:spcAft>
                <a:spcPts val="0"/>
              </a:spcAft>
              <a:buNone/>
            </a:pPr>
            <a:r>
              <a:rPr lang="en-US" sz="1200" b="1" i="0" u="none" strike="noStrike" cap="none" noProof="0" dirty="0">
                <a:solidFill>
                  <a:schemeClr val="lt1"/>
                </a:solidFill>
                <a:latin typeface="IBM Plex Sans"/>
                <a:ea typeface="IBM Plex Sans"/>
                <a:cs typeface="IBM Plex Sans"/>
                <a:sym typeface="IBM Plex Sans"/>
              </a:rPr>
              <a:t>Global Market for AI-Driven Advertising Tools &amp; Optimization ($B)</a:t>
            </a:r>
            <a:r>
              <a:rPr lang="en-US" sz="1200" b="1" i="0" u="none" strike="noStrike" cap="none" baseline="30000" noProof="0" dirty="0">
                <a:solidFill>
                  <a:schemeClr val="lt1"/>
                </a:solidFill>
                <a:latin typeface="IBM Plex Sans"/>
                <a:ea typeface="IBM Plex Sans"/>
                <a:cs typeface="IBM Plex Sans"/>
                <a:sym typeface="IBM Plex Sans"/>
              </a:rPr>
              <a:t>1</a:t>
            </a:r>
            <a:endParaRPr lang="en-US" sz="1200" baseline="30000" noProof="0" dirty="0"/>
          </a:p>
        </p:txBody>
      </p:sp>
      <p:graphicFrame>
        <p:nvGraphicFramePr>
          <p:cNvPr id="47" name="Chart 46">
            <a:extLst>
              <a:ext uri="{FF2B5EF4-FFF2-40B4-BE49-F238E27FC236}">
                <a16:creationId xmlns:a16="http://schemas.microsoft.com/office/drawing/2014/main" id="{7AEFEF04-F72E-AEDE-7D9C-882C008FE1D3}"/>
              </a:ext>
            </a:extLst>
          </p:cNvPr>
          <p:cNvGraphicFramePr/>
          <p:nvPr/>
        </p:nvGraphicFramePr>
        <p:xfrm>
          <a:off x="419820" y="2032310"/>
          <a:ext cx="5486399" cy="3529773"/>
        </p:xfrm>
        <a:graphic>
          <a:graphicData uri="http://schemas.openxmlformats.org/drawingml/2006/chart">
            <c:chart xmlns:c="http://schemas.openxmlformats.org/drawingml/2006/chart" xmlns:r="http://schemas.openxmlformats.org/officeDocument/2006/relationships" r:id="rId11"/>
          </a:graphicData>
        </a:graphic>
      </p:graphicFrame>
      <p:cxnSp>
        <p:nvCxnSpPr>
          <p:cNvPr id="48" name="Straight Arrow Connector 47">
            <a:extLst>
              <a:ext uri="{FF2B5EF4-FFF2-40B4-BE49-F238E27FC236}">
                <a16:creationId xmlns:a16="http://schemas.microsoft.com/office/drawing/2014/main" id="{8B5CBDD3-0E20-1515-BB40-85E2A6A711F5}"/>
              </a:ext>
            </a:extLst>
          </p:cNvPr>
          <p:cNvCxnSpPr>
            <a:cxnSpLocks/>
          </p:cNvCxnSpPr>
          <p:nvPr/>
        </p:nvCxnSpPr>
        <p:spPr>
          <a:xfrm flipV="1">
            <a:off x="1186543" y="2133157"/>
            <a:ext cx="3799114" cy="1959618"/>
          </a:xfrm>
          <a:prstGeom prst="straightConnector1">
            <a:avLst/>
          </a:prstGeom>
          <a:ln>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99E654CD-D6CA-9A88-5FF3-F01A7AAC1957}"/>
              </a:ext>
            </a:extLst>
          </p:cNvPr>
          <p:cNvSpPr/>
          <p:nvPr/>
        </p:nvSpPr>
        <p:spPr>
          <a:xfrm>
            <a:off x="2628900" y="3005161"/>
            <a:ext cx="914400" cy="215610"/>
          </a:xfrm>
          <a:prstGeom prst="ellipse">
            <a:avLst/>
          </a:prstGeom>
          <a:solidFill>
            <a:schemeClr val="bg1"/>
          </a:solidFill>
          <a:ln w="127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chemeClr val="tx1"/>
                </a:solidFill>
                <a:latin typeface="IBM Plex Sans" panose="020B0503050203000203" pitchFamily="34" charset="0"/>
              </a:rPr>
              <a:t>28.4</a:t>
            </a:r>
            <a:r>
              <a:rPr lang="en-US" sz="900" b="1" noProof="0" dirty="0">
                <a:solidFill>
                  <a:schemeClr val="tx1"/>
                </a:solidFill>
                <a:latin typeface="IBM Plex Sans" panose="020B0503050203000203" pitchFamily="34" charset="0"/>
              </a:rPr>
              <a:t>%</a:t>
            </a:r>
            <a:r>
              <a:rPr lang="en-US" sz="900" noProof="0" dirty="0">
                <a:solidFill>
                  <a:schemeClr val="tx1"/>
                </a:solidFill>
                <a:latin typeface="IBM Plex Sans" panose="020B0503050203000203" pitchFamily="34" charset="0"/>
              </a:rPr>
              <a:t> p.a.</a:t>
            </a:r>
          </a:p>
        </p:txBody>
      </p:sp>
      <p:sp>
        <p:nvSpPr>
          <p:cNvPr id="9" name="Rectangle 8">
            <a:extLst>
              <a:ext uri="{FF2B5EF4-FFF2-40B4-BE49-F238E27FC236}">
                <a16:creationId xmlns:a16="http://schemas.microsoft.com/office/drawing/2014/main" id="{38E6CC08-80AC-E99C-A62E-DE100C04B76E}"/>
              </a:ext>
            </a:extLst>
          </p:cNvPr>
          <p:cNvSpPr/>
          <p:nvPr/>
        </p:nvSpPr>
        <p:spPr>
          <a:xfrm>
            <a:off x="6096001" y="1793419"/>
            <a:ext cx="5675404" cy="376918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182880" tIns="91440" rIns="182880" bIns="91440" rtlCol="0" anchor="t"/>
          <a:lstStyle/>
          <a:p>
            <a:pPr marL="285750" marR="0" lvl="1" indent="-285750" algn="l" defTabSz="914400" rtl="0" eaLnBrk="1" fontAlgn="auto" latinLnBrk="0" hangingPunct="1">
              <a:lnSpc>
                <a:spcPct val="100000"/>
              </a:lnSpc>
              <a:spcBef>
                <a:spcPts val="0"/>
              </a:spcBef>
              <a:spcAft>
                <a:spcPts val="600"/>
              </a:spcAft>
              <a:buClr>
                <a:srgbClr val="000000"/>
              </a:buClr>
              <a:buSzTx/>
              <a:buFont typeface="Arial" panose="020B0604020202020204" pitchFamily="34" charset="0"/>
              <a:buChar char="•"/>
              <a:tabLst/>
              <a:defRPr/>
            </a:pPr>
            <a:r>
              <a:rPr kumimoji="0" lang="en-US" b="1"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AI adoption is embedded within existing ad platforms </a:t>
            </a:r>
            <a:r>
              <a:rPr kumimoji="0" lang="en-US"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(e.g., Google, Meta), rather than creating new standalone channels</a:t>
            </a:r>
            <a:endParaRPr kumimoji="0" lang="en-001"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endParaRPr>
          </a:p>
          <a:p>
            <a:pPr marL="285750" marR="0" lvl="1" indent="-285750" algn="l" defTabSz="914400" rtl="0" eaLnBrk="1" fontAlgn="auto" latinLnBrk="0" hangingPunct="1">
              <a:lnSpc>
                <a:spcPct val="100000"/>
              </a:lnSpc>
              <a:spcBef>
                <a:spcPts val="0"/>
              </a:spcBef>
              <a:spcAft>
                <a:spcPts val="600"/>
              </a:spcAft>
              <a:buClr>
                <a:srgbClr val="000000"/>
              </a:buClr>
              <a:buSzTx/>
              <a:buFont typeface="Arial" panose="020B0604020202020204" pitchFamily="34" charset="0"/>
              <a:buChar char="•"/>
              <a:tabLst/>
              <a:defRPr/>
            </a:pPr>
            <a:r>
              <a:rPr kumimoji="0" lang="en-US"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Primary use cases focus on </a:t>
            </a:r>
            <a:r>
              <a:rPr kumimoji="0" lang="en-US" b="1"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optimization (targeting, bidding, creative),</a:t>
            </a:r>
            <a:r>
              <a:rPr kumimoji="0" lang="en-US"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 improving ROI within current channels</a:t>
            </a:r>
            <a:endParaRPr kumimoji="0" lang="en-001"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endParaRPr>
          </a:p>
          <a:p>
            <a:pPr marL="285750" marR="0" lvl="1" indent="-285750" algn="l" defTabSz="914400" rtl="0" eaLnBrk="1" fontAlgn="auto" latinLnBrk="0" hangingPunct="1">
              <a:lnSpc>
                <a:spcPct val="100000"/>
              </a:lnSpc>
              <a:spcBef>
                <a:spcPts val="0"/>
              </a:spcBef>
              <a:spcAft>
                <a:spcPts val="600"/>
              </a:spcAft>
              <a:buClr>
                <a:srgbClr val="000000"/>
              </a:buClr>
              <a:buSzTx/>
              <a:buFont typeface="Arial" panose="020B0604020202020204" pitchFamily="34" charset="0"/>
              <a:buChar char="•"/>
              <a:tabLst/>
              <a:defRPr/>
            </a:pPr>
            <a:r>
              <a:rPr kumimoji="0" lang="en-US"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Advertiser adoption is </a:t>
            </a:r>
            <a:r>
              <a:rPr kumimoji="0" lang="en-US" b="1"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driven by performance gains</a:t>
            </a:r>
            <a:r>
              <a:rPr kumimoji="0" lang="en-US"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 not a reallocation of budgets across channels</a:t>
            </a:r>
            <a:endParaRPr kumimoji="0" lang="en-001"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endParaRPr>
          </a:p>
          <a:p>
            <a:pPr marL="285750" marR="0" lvl="1" indent="-285750" algn="l" defTabSz="914400" rtl="0" eaLnBrk="1" fontAlgn="auto" latinLnBrk="0" hangingPunct="1">
              <a:lnSpc>
                <a:spcPct val="100000"/>
              </a:lnSpc>
              <a:spcBef>
                <a:spcPts val="0"/>
              </a:spcBef>
              <a:spcAft>
                <a:spcPts val="600"/>
              </a:spcAft>
              <a:buClr>
                <a:srgbClr val="000000"/>
              </a:buClr>
              <a:buSzTx/>
              <a:buFont typeface="Arial" panose="020B0604020202020204" pitchFamily="34" charset="0"/>
              <a:buChar char="•"/>
              <a:tabLst/>
              <a:defRPr/>
            </a:pPr>
            <a:r>
              <a:rPr kumimoji="0" lang="en-US" b="1"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Programmatic and automated buying continue to dominate, </a:t>
            </a:r>
            <a:r>
              <a:rPr kumimoji="0" lang="en-US"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with AI enhancing rather than replacing these models</a:t>
            </a:r>
            <a:endParaRPr kumimoji="0" lang="en-001"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endParaRPr>
          </a:p>
          <a:p>
            <a:pPr marL="285750" marR="0" lvl="1" indent="-285750" algn="l" defTabSz="914400" rtl="0" eaLnBrk="1" fontAlgn="auto" latinLnBrk="0" hangingPunct="1">
              <a:lnSpc>
                <a:spcPct val="100000"/>
              </a:lnSpc>
              <a:spcBef>
                <a:spcPts val="0"/>
              </a:spcBef>
              <a:spcAft>
                <a:spcPts val="600"/>
              </a:spcAft>
              <a:buClr>
                <a:srgbClr val="000000"/>
              </a:buClr>
              <a:buSzTx/>
              <a:buFont typeface="Arial" panose="020B0604020202020204" pitchFamily="34" charset="0"/>
              <a:buChar char="•"/>
              <a:tabLst/>
              <a:defRPr/>
            </a:pPr>
            <a:r>
              <a:rPr kumimoji="0" lang="en-US" b="1"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Limited evidence of scaled monetization in AI-native environments</a:t>
            </a:r>
            <a:r>
              <a:rPr kumimoji="0" lang="en-US"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 (e.g., conversational interfaces)</a:t>
            </a:r>
            <a:endParaRPr kumimoji="0" lang="en-US" b="0" i="0" u="none" strike="noStrike" kern="0" cap="none" spc="0" normalizeH="0" noProof="0" dirty="0">
              <a:ln>
                <a:noFill/>
              </a:ln>
              <a:solidFill>
                <a:srgbClr val="000000"/>
              </a:solidFill>
              <a:effectLst/>
              <a:uLnTx/>
              <a:uFillTx/>
              <a:latin typeface="IBM Plex Sans" panose="020B0503050203000203" pitchFamily="34" charset="0"/>
              <a:ea typeface="IBM Plex Sans"/>
              <a:cs typeface="IBM Plex Sans"/>
              <a:sym typeface="IBM Plex Sans"/>
            </a:endParaRPr>
          </a:p>
        </p:txBody>
      </p:sp>
      <p:sp>
        <p:nvSpPr>
          <p:cNvPr id="14" name="Google Shape;795;g3b2fcd73e63_0_171">
            <a:extLst>
              <a:ext uri="{FF2B5EF4-FFF2-40B4-BE49-F238E27FC236}">
                <a16:creationId xmlns:a16="http://schemas.microsoft.com/office/drawing/2014/main" id="{A2A0DCB5-E3A2-0FD8-C717-E5E8C799AEE3}"/>
              </a:ext>
            </a:extLst>
          </p:cNvPr>
          <p:cNvSpPr/>
          <p:nvPr/>
        </p:nvSpPr>
        <p:spPr>
          <a:xfrm>
            <a:off x="6095999" y="1519099"/>
            <a:ext cx="5675403" cy="274320"/>
          </a:xfrm>
          <a:prstGeom prst="rect">
            <a:avLst/>
          </a:prstGeom>
          <a:solidFill>
            <a:srgbClr val="7030A0"/>
          </a:solidFill>
          <a:ln>
            <a:noFill/>
          </a:ln>
        </p:spPr>
        <p:txBody>
          <a:bodyPr spcFirstLastPara="1" wrap="square" lIns="0" tIns="45700" rIns="0" bIns="45700" anchor="ctr" anchorCtr="0">
            <a:noAutofit/>
          </a:bodyPr>
          <a:lstStyle/>
          <a:p>
            <a:pPr marL="0" marR="0" lvl="1" indent="0" algn="ctr" rtl="0">
              <a:lnSpc>
                <a:spcPct val="100000"/>
              </a:lnSpc>
              <a:spcBef>
                <a:spcPts val="0"/>
              </a:spcBef>
              <a:spcAft>
                <a:spcPts val="0"/>
              </a:spcAft>
              <a:buNone/>
            </a:pPr>
            <a:r>
              <a:rPr lang="en-US" sz="1200" b="1" i="0" u="none" strike="noStrike" cap="none" noProof="0" dirty="0">
                <a:solidFill>
                  <a:schemeClr val="lt1"/>
                </a:solidFill>
                <a:latin typeface="IBM Plex Sans"/>
                <a:ea typeface="IBM Plex Sans"/>
                <a:cs typeface="IBM Plex Sans"/>
                <a:sym typeface="IBM Plex Sans"/>
              </a:rPr>
              <a:t>Insights from research</a:t>
            </a:r>
            <a:endParaRPr lang="en-US" sz="1200" baseline="30000" noProof="0" dirty="0"/>
          </a:p>
        </p:txBody>
      </p:sp>
    </p:spTree>
    <p:extLst>
      <p:ext uri="{BB962C8B-B14F-4D97-AF65-F5344CB8AC3E}">
        <p14:creationId xmlns:p14="http://schemas.microsoft.com/office/powerpoint/2010/main" val="2106756018"/>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Shape 486">
          <a:extLst>
            <a:ext uri="{FF2B5EF4-FFF2-40B4-BE49-F238E27FC236}">
              <a16:creationId xmlns:a16="http://schemas.microsoft.com/office/drawing/2014/main" id="{32E4C52C-07E7-0569-B2CD-9800AE907266}"/>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66792E7A-4043-E730-B339-6B2AD8BB67BD}"/>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73" imgH="473" progId="TCLayout.ActiveDocument.1">
                  <p:embed/>
                </p:oleObj>
              </mc:Choice>
              <mc:Fallback>
                <p:oleObj name="think-cell Slide" r:id="rId4" imgW="473" imgH="473" progId="TCLayout.ActiveDocument.1">
                  <p:embed/>
                  <p:pic>
                    <p:nvPicPr>
                      <p:cNvPr id="4" name="think-cell data - do not delete" hidden="1">
                        <a:extLst>
                          <a:ext uri="{FF2B5EF4-FFF2-40B4-BE49-F238E27FC236}">
                            <a16:creationId xmlns:a16="http://schemas.microsoft.com/office/drawing/2014/main" id="{66792E7A-4043-E730-B339-6B2AD8BB67B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87" name="Google Shape;487;p48">
            <a:extLst>
              <a:ext uri="{FF2B5EF4-FFF2-40B4-BE49-F238E27FC236}">
                <a16:creationId xmlns:a16="http://schemas.microsoft.com/office/drawing/2014/main" id="{BA420B0D-8DA5-7614-600B-4457F7893B93}"/>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110</a:t>
            </a:fld>
            <a:endParaRPr lang="en-US" noProof="0"/>
          </a:p>
        </p:txBody>
      </p:sp>
      <p:sp>
        <p:nvSpPr>
          <p:cNvPr id="488" name="Google Shape;488;p48">
            <a:extLst>
              <a:ext uri="{FF2B5EF4-FFF2-40B4-BE49-F238E27FC236}">
                <a16:creationId xmlns:a16="http://schemas.microsoft.com/office/drawing/2014/main" id="{D1F5D33C-0D5F-19D3-B133-3680449DA639}"/>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dirty="0"/>
              <a:t>Top AI apps with high commercial value are mainly visual gen &amp; editing; the top 50 list is fluctuating more in mobile apps than web</a:t>
            </a:r>
            <a:endParaRPr lang="en-US" noProof="0" dirty="0"/>
          </a:p>
        </p:txBody>
      </p:sp>
      <p:sp>
        <p:nvSpPr>
          <p:cNvPr id="7" name="CaixaDeTexto 6">
            <a:extLst>
              <a:ext uri="{FF2B5EF4-FFF2-40B4-BE49-F238E27FC236}">
                <a16:creationId xmlns:a16="http://schemas.microsoft.com/office/drawing/2014/main" id="{175AEE04-CAA6-E65E-6EF8-E031FAC0BB84}"/>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2025 Overview: updates from feedback sessions</a:t>
            </a:r>
          </a:p>
        </p:txBody>
      </p:sp>
      <p:sp>
        <p:nvSpPr>
          <p:cNvPr id="8" name="Google Shape;795;g3b2fcd73e63_0_171">
            <a:extLst>
              <a:ext uri="{FF2B5EF4-FFF2-40B4-BE49-F238E27FC236}">
                <a16:creationId xmlns:a16="http://schemas.microsoft.com/office/drawing/2014/main" id="{9063C3CB-342B-B77C-7891-006B6A535C0B}"/>
              </a:ext>
            </a:extLst>
          </p:cNvPr>
          <p:cNvSpPr/>
          <p:nvPr/>
        </p:nvSpPr>
        <p:spPr>
          <a:xfrm>
            <a:off x="6096001" y="1411956"/>
            <a:ext cx="5675404" cy="274320"/>
          </a:xfrm>
          <a:prstGeom prst="rect">
            <a:avLst/>
          </a:prstGeom>
          <a:solidFill>
            <a:srgbClr val="7030A0"/>
          </a:solidFill>
          <a:ln>
            <a:noFill/>
          </a:ln>
        </p:spPr>
        <p:txBody>
          <a:bodyPr spcFirstLastPara="1" wrap="square" lIns="0" tIns="45700" rIns="0" bIns="45700" anchor="ctr" anchorCtr="0">
            <a:noAutofit/>
          </a:bodyPr>
          <a:lstStyle/>
          <a:p>
            <a:pPr lvl="1" algn="ctr"/>
            <a:r>
              <a:rPr lang="en-US" sz="1200" b="1" dirty="0">
                <a:solidFill>
                  <a:schemeClr val="lt1"/>
                </a:solidFill>
                <a:latin typeface="IBM Plex Sans"/>
                <a:sym typeface="IBM Plex Sans"/>
              </a:rPr>
              <a:t>All Time Top 50 AI Web &amp; Consumer Apps, by MAU (2024-2026)</a:t>
            </a:r>
            <a:endParaRPr lang="en-US" sz="1200" dirty="0"/>
          </a:p>
        </p:txBody>
      </p:sp>
      <p:sp>
        <p:nvSpPr>
          <p:cNvPr id="11" name="Google Shape;795;g3b2fcd73e63_0_171">
            <a:extLst>
              <a:ext uri="{FF2B5EF4-FFF2-40B4-BE49-F238E27FC236}">
                <a16:creationId xmlns:a16="http://schemas.microsoft.com/office/drawing/2014/main" id="{0D383B24-2FDD-F089-CBFE-4A5813B3E662}"/>
              </a:ext>
            </a:extLst>
          </p:cNvPr>
          <p:cNvSpPr/>
          <p:nvPr/>
        </p:nvSpPr>
        <p:spPr>
          <a:xfrm>
            <a:off x="420595" y="1411956"/>
            <a:ext cx="5415851" cy="274320"/>
          </a:xfrm>
          <a:prstGeom prst="rect">
            <a:avLst/>
          </a:prstGeom>
          <a:solidFill>
            <a:srgbClr val="7030A0"/>
          </a:solidFill>
          <a:ln>
            <a:noFill/>
          </a:ln>
        </p:spPr>
        <p:txBody>
          <a:bodyPr spcFirstLastPara="1" wrap="square" lIns="0" tIns="45700" rIns="0" bIns="45700" anchor="ctr" anchorCtr="0">
            <a:noAutofit/>
          </a:bodyPr>
          <a:lstStyle/>
          <a:p>
            <a:pPr lvl="1" algn="ctr"/>
            <a:r>
              <a:rPr lang="en-US" sz="1200" b="1" dirty="0">
                <a:solidFill>
                  <a:schemeClr val="lt1"/>
                </a:solidFill>
                <a:latin typeface="IBM Plex Sans"/>
                <a:sym typeface="IBM Plex Sans"/>
              </a:rPr>
              <a:t>2025 Top  Categories Among AI Consumer Apps, by Revenue</a:t>
            </a:r>
            <a:endParaRPr lang="en-US" sz="1200" dirty="0"/>
          </a:p>
        </p:txBody>
      </p:sp>
      <p:graphicFrame>
        <p:nvGraphicFramePr>
          <p:cNvPr id="16" name="Chart 15">
            <a:extLst>
              <a:ext uri="{FF2B5EF4-FFF2-40B4-BE49-F238E27FC236}">
                <a16:creationId xmlns:a16="http://schemas.microsoft.com/office/drawing/2014/main" id="{8D9AF233-081D-3530-AE65-658B054DADFB}"/>
              </a:ext>
            </a:extLst>
          </p:cNvPr>
          <p:cNvGraphicFramePr/>
          <p:nvPr/>
        </p:nvGraphicFramePr>
        <p:xfrm>
          <a:off x="420594" y="1686277"/>
          <a:ext cx="5415851" cy="3164955"/>
        </p:xfrm>
        <a:graphic>
          <a:graphicData uri="http://schemas.openxmlformats.org/drawingml/2006/chart">
            <c:chart xmlns:c="http://schemas.openxmlformats.org/drawingml/2006/chart" xmlns:r="http://schemas.openxmlformats.org/officeDocument/2006/relationships" r:id="rId6"/>
          </a:graphicData>
        </a:graphic>
      </p:graphicFrame>
      <p:sp>
        <p:nvSpPr>
          <p:cNvPr id="20" name="Google Shape;625;g3b23322d595_2_111">
            <a:extLst>
              <a:ext uri="{FF2B5EF4-FFF2-40B4-BE49-F238E27FC236}">
                <a16:creationId xmlns:a16="http://schemas.microsoft.com/office/drawing/2014/main" id="{615D9C89-4114-F1D6-D0A8-A3E044F048B4}"/>
              </a:ext>
            </a:extLst>
          </p:cNvPr>
          <p:cNvSpPr txBox="1"/>
          <p:nvPr/>
        </p:nvSpPr>
        <p:spPr>
          <a:xfrm>
            <a:off x="420595" y="5784903"/>
            <a:ext cx="11350810" cy="471660"/>
          </a:xfrm>
          <a:prstGeom prst="rect">
            <a:avLst/>
          </a:prstGeom>
          <a:solidFill>
            <a:srgbClr val="7FD7A7"/>
          </a:solidFill>
          <a:ln>
            <a:noFill/>
          </a:ln>
        </p:spPr>
        <p:txBody>
          <a:bodyPr spcFirstLastPara="1" wrap="square" lIns="68550" tIns="68550" rIns="68550" bIns="68550" anchor="ctr" anchorCtr="0">
            <a:noAutofit/>
          </a:bodyPr>
          <a:lstStyle/>
          <a:p>
            <a:pPr lvl="0" algn="ctr">
              <a:buSzPts val="1200"/>
            </a:pPr>
            <a:r>
              <a:rPr lang="en-US" b="1" dirty="0">
                <a:latin typeface="IBM Plex Sans"/>
                <a:ea typeface="IBM Plex Sans"/>
                <a:cs typeface="IBM Plex Sans"/>
              </a:rPr>
              <a:t>AI visual-gen &amp; editing apps are among the top verticals the client can grow in; AI Assistant can be secondary</a:t>
            </a:r>
            <a:endParaRPr lang="en-US" b="1" i="0" u="none" strike="noStrike" cap="none" noProof="0" dirty="0">
              <a:solidFill>
                <a:srgbClr val="000000"/>
              </a:solidFill>
              <a:latin typeface="IBM Plex Sans"/>
              <a:ea typeface="IBM Plex Sans"/>
              <a:cs typeface="IBM Plex Sans"/>
            </a:endParaRPr>
          </a:p>
        </p:txBody>
      </p:sp>
      <p:sp>
        <p:nvSpPr>
          <p:cNvPr id="21" name="Google Shape;795;g3b2fcd73e63_0_171">
            <a:extLst>
              <a:ext uri="{FF2B5EF4-FFF2-40B4-BE49-F238E27FC236}">
                <a16:creationId xmlns:a16="http://schemas.microsoft.com/office/drawing/2014/main" id="{36D5A488-9765-8631-CA7D-2CB6992F0308}"/>
              </a:ext>
            </a:extLst>
          </p:cNvPr>
          <p:cNvSpPr/>
          <p:nvPr/>
        </p:nvSpPr>
        <p:spPr>
          <a:xfrm>
            <a:off x="420595" y="4851232"/>
            <a:ext cx="5415850" cy="711367"/>
          </a:xfrm>
          <a:prstGeom prst="rect">
            <a:avLst/>
          </a:prstGeom>
          <a:solidFill>
            <a:schemeClr val="bg1">
              <a:lumMod val="95000"/>
            </a:schemeClr>
          </a:solidFill>
          <a:ln>
            <a:noFill/>
          </a:ln>
        </p:spPr>
        <p:txBody>
          <a:bodyPr spcFirstLastPara="1" wrap="square" lIns="91440" tIns="45700" rIns="91440" bIns="45700" anchor="t" anchorCtr="0">
            <a:noAutofit/>
          </a:bodyPr>
          <a:lstStyle/>
          <a:p>
            <a:pPr marL="182880" lvl="1" indent="-182880">
              <a:spcAft>
                <a:spcPts val="600"/>
              </a:spcAft>
              <a:buFont typeface="Arial" panose="020B0604020202020204" pitchFamily="34" charset="0"/>
              <a:buChar char="•"/>
            </a:pPr>
            <a:r>
              <a:rPr lang="en-US" sz="1200" b="1" dirty="0">
                <a:latin typeface="IBM Plex Sans" panose="020B0503050203000203" pitchFamily="34" charset="0"/>
              </a:rPr>
              <a:t>Visual gen &amp; editing apps</a:t>
            </a:r>
            <a:r>
              <a:rPr lang="en-US" sz="1200" dirty="0">
                <a:latin typeface="IBM Plex Sans" panose="020B0503050203000203" pitchFamily="34" charset="0"/>
              </a:rPr>
              <a:t> contribute over 40% revenue in this segment</a:t>
            </a:r>
          </a:p>
          <a:p>
            <a:pPr marL="182880" lvl="1" indent="-182880">
              <a:spcAft>
                <a:spcPts val="600"/>
              </a:spcAft>
              <a:buFont typeface="Arial" panose="020B0604020202020204" pitchFamily="34" charset="0"/>
              <a:buChar char="•"/>
            </a:pPr>
            <a:r>
              <a:rPr lang="en-US" sz="1200" i="0" u="none" strike="noStrike" cap="none" noProof="0" dirty="0">
                <a:solidFill>
                  <a:schemeClr val="tx1"/>
                </a:solidFill>
                <a:latin typeface="IBM Plex Sans" panose="020B0503050203000203" pitchFamily="34" charset="0"/>
                <a:ea typeface="IBM Plex Sans"/>
                <a:cs typeface="IBM Plex Sans"/>
                <a:sym typeface="IBM Plex Sans"/>
              </a:rPr>
              <a:t>*Chat GPT </a:t>
            </a:r>
            <a:r>
              <a:rPr lang="en-US" sz="1200" dirty="0">
                <a:solidFill>
                  <a:schemeClr val="tx1"/>
                </a:solidFill>
                <a:latin typeface="IBM Plex Sans" panose="020B0503050203000203" pitchFamily="34" charset="0"/>
                <a:ea typeface="IBM Plex Sans"/>
                <a:cs typeface="IBM Plex Sans"/>
                <a:sym typeface="IBM Plex Sans"/>
              </a:rPr>
              <a:t>copycats offer the </a:t>
            </a:r>
            <a:r>
              <a:rPr lang="en-US" sz="1200" b="1" dirty="0">
                <a:solidFill>
                  <a:schemeClr val="tx1"/>
                </a:solidFill>
                <a:latin typeface="IBM Plex Sans" panose="020B0503050203000203" pitchFamily="34" charset="0"/>
                <a:ea typeface="IBM Plex Sans"/>
                <a:cs typeface="IBM Plex Sans"/>
                <a:sym typeface="IBM Plex Sans"/>
              </a:rPr>
              <a:t>same premium model at a lower price</a:t>
            </a:r>
            <a:r>
              <a:rPr lang="en-US" sz="1200" dirty="0">
                <a:solidFill>
                  <a:schemeClr val="tx1"/>
                </a:solidFill>
                <a:latin typeface="IBM Plex Sans" panose="020B0503050203000203" pitchFamily="34" charset="0"/>
                <a:ea typeface="IBM Plex Sans"/>
                <a:cs typeface="IBM Plex Sans"/>
                <a:sym typeface="IBM Plex Sans"/>
              </a:rPr>
              <a:t>, but  App Stores have taken down those apps</a:t>
            </a:r>
            <a:endParaRPr lang="en-US" sz="1200" i="0" u="none" strike="noStrike" cap="none" noProof="0" dirty="0">
              <a:solidFill>
                <a:schemeClr val="tx1"/>
              </a:solidFill>
              <a:latin typeface="IBM Plex Sans" panose="020B0503050203000203" pitchFamily="34" charset="0"/>
              <a:ea typeface="IBM Plex Sans"/>
              <a:cs typeface="IBM Plex Sans"/>
              <a:sym typeface="IBM Plex Sans"/>
            </a:endParaRPr>
          </a:p>
        </p:txBody>
      </p:sp>
      <p:sp>
        <p:nvSpPr>
          <p:cNvPr id="22" name="Google Shape;795;g3b2fcd73e63_0_171">
            <a:extLst>
              <a:ext uri="{FF2B5EF4-FFF2-40B4-BE49-F238E27FC236}">
                <a16:creationId xmlns:a16="http://schemas.microsoft.com/office/drawing/2014/main" id="{AE5E8EB7-3B31-F8E9-4095-E1098F93BC95}"/>
              </a:ext>
            </a:extLst>
          </p:cNvPr>
          <p:cNvSpPr/>
          <p:nvPr/>
        </p:nvSpPr>
        <p:spPr>
          <a:xfrm>
            <a:off x="6095999" y="4851232"/>
            <a:ext cx="5675403" cy="711367"/>
          </a:xfrm>
          <a:prstGeom prst="rect">
            <a:avLst/>
          </a:prstGeom>
          <a:solidFill>
            <a:schemeClr val="bg1">
              <a:lumMod val="95000"/>
            </a:schemeClr>
          </a:solidFill>
          <a:ln>
            <a:noFill/>
          </a:ln>
        </p:spPr>
        <p:txBody>
          <a:bodyPr spcFirstLastPara="1" wrap="square" lIns="91440" tIns="45700" rIns="91440" bIns="45700" anchor="t" anchorCtr="0">
            <a:noAutofit/>
          </a:bodyPr>
          <a:lstStyle/>
          <a:p>
            <a:pPr marL="182880" lvl="1" indent="-182880">
              <a:spcAft>
                <a:spcPts val="600"/>
              </a:spcAft>
              <a:buFont typeface="Arial" panose="020B0604020202020204" pitchFamily="34" charset="0"/>
              <a:buChar char="•"/>
            </a:pPr>
            <a:r>
              <a:rPr lang="en-US" sz="1200" dirty="0">
                <a:solidFill>
                  <a:schemeClr val="tx1"/>
                </a:solidFill>
                <a:latin typeface="IBM Plex Sans" panose="020B0503050203000203" pitchFamily="34" charset="0"/>
                <a:ea typeface="IBM Plex Sans"/>
                <a:cs typeface="IBM Plex Sans"/>
                <a:sym typeface="IBM Plex Sans"/>
              </a:rPr>
              <a:t>Andreessen Horowitz (a16z) updates the top 50 per half-year; </a:t>
            </a:r>
            <a:r>
              <a:rPr lang="en-US" sz="1200" b="1" dirty="0">
                <a:solidFill>
                  <a:schemeClr val="tx1"/>
                </a:solidFill>
                <a:latin typeface="IBM Plex Sans" panose="020B0503050203000203" pitchFamily="34" charset="0"/>
                <a:ea typeface="IBM Plex Sans"/>
                <a:cs typeface="IBM Plex Sans"/>
                <a:sym typeface="IBM Plex Sans"/>
              </a:rPr>
              <a:t>the list remains more fluctuating in mobile apps.</a:t>
            </a:r>
          </a:p>
          <a:p>
            <a:pPr marL="365760" lvl="3" indent="-182880">
              <a:spcAft>
                <a:spcPts val="600"/>
              </a:spcAft>
              <a:buFont typeface="Courier New" panose="02070309020205020404" pitchFamily="49" charset="0"/>
              <a:buChar char="o"/>
            </a:pPr>
            <a:r>
              <a:rPr lang="en-US" sz="1200" i="0" u="none" strike="noStrike" cap="none" noProof="0" dirty="0">
                <a:solidFill>
                  <a:schemeClr val="tx1"/>
                </a:solidFill>
                <a:latin typeface="IBM Plex Sans" panose="020B0503050203000203" pitchFamily="34" charset="0"/>
                <a:ea typeface="IBM Plex Sans"/>
                <a:cs typeface="IBM Plex Sans"/>
                <a:sym typeface="IBM Plex Sans"/>
              </a:rPr>
              <a:t>Mar 2026: Web (</a:t>
            </a:r>
            <a:r>
              <a:rPr lang="en-US" sz="1200" b="1" i="0" u="none" strike="noStrike" cap="none" noProof="0" dirty="0">
                <a:solidFill>
                  <a:schemeClr val="tx1"/>
                </a:solidFill>
                <a:latin typeface="IBM Plex Sans" panose="020B0503050203000203" pitchFamily="34" charset="0"/>
                <a:ea typeface="IBM Plex Sans"/>
                <a:cs typeface="IBM Plex Sans"/>
                <a:sym typeface="IBM Plex Sans"/>
              </a:rPr>
              <a:t>41</a:t>
            </a:r>
            <a:r>
              <a:rPr lang="en-US" sz="1200" i="0" u="none" strike="noStrike" cap="none" noProof="0" dirty="0">
                <a:solidFill>
                  <a:schemeClr val="tx1"/>
                </a:solidFill>
                <a:latin typeface="IBM Plex Sans" panose="020B0503050203000203" pitchFamily="34" charset="0"/>
                <a:ea typeface="IBM Plex Sans"/>
                <a:cs typeface="IBM Plex Sans"/>
                <a:sym typeface="IBM Plex Sans"/>
              </a:rPr>
              <a:t> remains), Mobile App (</a:t>
            </a:r>
            <a:r>
              <a:rPr lang="en-US" sz="1200" b="1" i="0" u="none" strike="noStrike" cap="none" noProof="0" dirty="0">
                <a:solidFill>
                  <a:schemeClr val="tx1"/>
                </a:solidFill>
                <a:latin typeface="IBM Plex Sans" panose="020B0503050203000203" pitchFamily="34" charset="0"/>
                <a:ea typeface="IBM Plex Sans"/>
                <a:cs typeface="IBM Plex Sans"/>
                <a:sym typeface="IBM Plex Sans"/>
              </a:rPr>
              <a:t>33</a:t>
            </a:r>
            <a:r>
              <a:rPr lang="en-US" sz="1200" i="0" u="none" strike="noStrike" cap="none" noProof="0" dirty="0">
                <a:solidFill>
                  <a:schemeClr val="tx1"/>
                </a:solidFill>
                <a:latin typeface="IBM Plex Sans" panose="020B0503050203000203" pitchFamily="34" charset="0"/>
                <a:ea typeface="IBM Plex Sans"/>
                <a:cs typeface="IBM Plex Sans"/>
                <a:sym typeface="IBM Plex Sans"/>
              </a:rPr>
              <a:t> remains)</a:t>
            </a:r>
          </a:p>
        </p:txBody>
      </p:sp>
      <p:sp>
        <p:nvSpPr>
          <p:cNvPr id="24" name="Rectangle: Rounded Corners 23">
            <a:extLst>
              <a:ext uri="{FF2B5EF4-FFF2-40B4-BE49-F238E27FC236}">
                <a16:creationId xmlns:a16="http://schemas.microsoft.com/office/drawing/2014/main" id="{51DF9494-8D54-1EE8-5619-8DC2FA8B29F9}"/>
              </a:ext>
            </a:extLst>
          </p:cNvPr>
          <p:cNvSpPr/>
          <p:nvPr/>
        </p:nvSpPr>
        <p:spPr>
          <a:xfrm>
            <a:off x="6095999" y="1803265"/>
            <a:ext cx="2743200" cy="2930977"/>
          </a:xfrm>
          <a:prstGeom prst="roundRect">
            <a:avLst>
              <a:gd name="adj" fmla="val 7088"/>
            </a:avLst>
          </a:prstGeom>
          <a:solidFill>
            <a:schemeClr val="bg1"/>
          </a:solidFill>
          <a:ln w="3175">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Rounded Corners 26">
            <a:extLst>
              <a:ext uri="{FF2B5EF4-FFF2-40B4-BE49-F238E27FC236}">
                <a16:creationId xmlns:a16="http://schemas.microsoft.com/office/drawing/2014/main" id="{CB2ED54A-996B-D569-784D-B89EB0819E80}"/>
              </a:ext>
            </a:extLst>
          </p:cNvPr>
          <p:cNvSpPr/>
          <p:nvPr/>
        </p:nvSpPr>
        <p:spPr>
          <a:xfrm>
            <a:off x="9028205" y="1803265"/>
            <a:ext cx="2743200" cy="2930977"/>
          </a:xfrm>
          <a:prstGeom prst="roundRect">
            <a:avLst>
              <a:gd name="adj" fmla="val 7088"/>
            </a:avLst>
          </a:prstGeom>
          <a:solidFill>
            <a:schemeClr val="bg1"/>
          </a:solidFill>
          <a:ln w="3175">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Rounded Corners 27">
            <a:extLst>
              <a:ext uri="{FF2B5EF4-FFF2-40B4-BE49-F238E27FC236}">
                <a16:creationId xmlns:a16="http://schemas.microsoft.com/office/drawing/2014/main" id="{821E932E-8BD8-827D-5BC0-1C47EBCBBBDB}"/>
              </a:ext>
            </a:extLst>
          </p:cNvPr>
          <p:cNvSpPr/>
          <p:nvPr/>
        </p:nvSpPr>
        <p:spPr>
          <a:xfrm>
            <a:off x="6278879" y="1943070"/>
            <a:ext cx="2377440" cy="152400"/>
          </a:xfrm>
          <a:prstGeom prst="roundRect">
            <a:avLst>
              <a:gd name="adj" fmla="val 50000"/>
            </a:avLst>
          </a:prstGeom>
          <a:solidFill>
            <a:srgbClr val="C197E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lumMod val="75000"/>
                    <a:lumOff val="25000"/>
                  </a:schemeClr>
                </a:solidFill>
                <a:latin typeface="IBM Plex Sans" panose="020B0503050203000203" pitchFamily="34" charset="0"/>
              </a:rPr>
              <a:t>web</a:t>
            </a:r>
          </a:p>
        </p:txBody>
      </p:sp>
      <p:sp>
        <p:nvSpPr>
          <p:cNvPr id="29" name="Rectangle: Rounded Corners 28">
            <a:extLst>
              <a:ext uri="{FF2B5EF4-FFF2-40B4-BE49-F238E27FC236}">
                <a16:creationId xmlns:a16="http://schemas.microsoft.com/office/drawing/2014/main" id="{56D67B2F-1677-001A-76FC-0ADA85E69393}"/>
              </a:ext>
            </a:extLst>
          </p:cNvPr>
          <p:cNvSpPr/>
          <p:nvPr/>
        </p:nvSpPr>
        <p:spPr>
          <a:xfrm>
            <a:off x="9211085" y="1943070"/>
            <a:ext cx="2377440" cy="152400"/>
          </a:xfrm>
          <a:prstGeom prst="roundRect">
            <a:avLst>
              <a:gd name="adj" fmla="val 50000"/>
            </a:avLst>
          </a:prstGeom>
          <a:solidFill>
            <a:srgbClr val="7FD7A7"/>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lumMod val="75000"/>
                    <a:lumOff val="25000"/>
                  </a:schemeClr>
                </a:solidFill>
                <a:latin typeface="IBM Plex Sans" panose="020B0503050203000203" pitchFamily="34" charset="0"/>
              </a:rPr>
              <a:t>mobile</a:t>
            </a:r>
          </a:p>
        </p:txBody>
      </p:sp>
      <p:pic>
        <p:nvPicPr>
          <p:cNvPr id="34" name="Picture 33">
            <a:extLst>
              <a:ext uri="{FF2B5EF4-FFF2-40B4-BE49-F238E27FC236}">
                <a16:creationId xmlns:a16="http://schemas.microsoft.com/office/drawing/2014/main" id="{7084F0A6-AF2C-112F-3B2D-F93B238BB460}"/>
              </a:ext>
            </a:extLst>
          </p:cNvPr>
          <p:cNvPicPr>
            <a:picLocks noChangeAspect="1"/>
          </p:cNvPicPr>
          <p:nvPr/>
        </p:nvPicPr>
        <p:blipFill>
          <a:blip r:embed="rId7"/>
          <a:stretch>
            <a:fillRect/>
          </a:stretch>
        </p:blipFill>
        <p:spPr>
          <a:xfrm>
            <a:off x="6339326" y="3761213"/>
            <a:ext cx="330296" cy="133603"/>
          </a:xfrm>
          <a:prstGeom prst="roundRect">
            <a:avLst/>
          </a:prstGeom>
        </p:spPr>
      </p:pic>
      <p:pic>
        <p:nvPicPr>
          <p:cNvPr id="36" name="Picture 35">
            <a:extLst>
              <a:ext uri="{FF2B5EF4-FFF2-40B4-BE49-F238E27FC236}">
                <a16:creationId xmlns:a16="http://schemas.microsoft.com/office/drawing/2014/main" id="{D7365413-4D21-E960-72B5-AA124BEFCF6C}"/>
              </a:ext>
            </a:extLst>
          </p:cNvPr>
          <p:cNvPicPr>
            <a:picLocks noChangeAspect="1"/>
          </p:cNvPicPr>
          <p:nvPr/>
        </p:nvPicPr>
        <p:blipFill>
          <a:blip r:embed="rId8"/>
          <a:stretch>
            <a:fillRect/>
          </a:stretch>
        </p:blipFill>
        <p:spPr>
          <a:xfrm>
            <a:off x="6745708" y="3761214"/>
            <a:ext cx="474388" cy="131214"/>
          </a:xfrm>
          <a:prstGeom prst="roundRect">
            <a:avLst/>
          </a:prstGeom>
        </p:spPr>
      </p:pic>
      <p:pic>
        <p:nvPicPr>
          <p:cNvPr id="38" name="Picture 37">
            <a:extLst>
              <a:ext uri="{FF2B5EF4-FFF2-40B4-BE49-F238E27FC236}">
                <a16:creationId xmlns:a16="http://schemas.microsoft.com/office/drawing/2014/main" id="{C027CE09-2FDE-F7C7-E049-9BDEBE776A64}"/>
              </a:ext>
            </a:extLst>
          </p:cNvPr>
          <p:cNvPicPr>
            <a:picLocks noChangeAspect="1"/>
          </p:cNvPicPr>
          <p:nvPr/>
        </p:nvPicPr>
        <p:blipFill>
          <a:blip r:embed="rId9"/>
          <a:stretch>
            <a:fillRect/>
          </a:stretch>
        </p:blipFill>
        <p:spPr>
          <a:xfrm>
            <a:off x="6293892" y="2169288"/>
            <a:ext cx="462462" cy="160856"/>
          </a:xfrm>
          <a:prstGeom prst="roundRect">
            <a:avLst/>
          </a:prstGeom>
        </p:spPr>
      </p:pic>
      <p:cxnSp>
        <p:nvCxnSpPr>
          <p:cNvPr id="40" name="Straight Connector 39">
            <a:extLst>
              <a:ext uri="{FF2B5EF4-FFF2-40B4-BE49-F238E27FC236}">
                <a16:creationId xmlns:a16="http://schemas.microsoft.com/office/drawing/2014/main" id="{C152B720-7330-FA2F-4BF2-229493C38AD6}"/>
              </a:ext>
            </a:extLst>
          </p:cNvPr>
          <p:cNvCxnSpPr>
            <a:cxnSpLocks/>
          </p:cNvCxnSpPr>
          <p:nvPr/>
        </p:nvCxnSpPr>
        <p:spPr>
          <a:xfrm>
            <a:off x="6553199" y="2619679"/>
            <a:ext cx="1828800"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EB48A607-6628-A50E-86A5-463F117256B4}"/>
              </a:ext>
            </a:extLst>
          </p:cNvPr>
          <p:cNvCxnSpPr>
            <a:cxnSpLocks/>
          </p:cNvCxnSpPr>
          <p:nvPr/>
        </p:nvCxnSpPr>
        <p:spPr>
          <a:xfrm>
            <a:off x="6553199" y="3143889"/>
            <a:ext cx="1828800"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91ACEF08-9FA0-0926-A91A-341E2E2F5C9C}"/>
              </a:ext>
            </a:extLst>
          </p:cNvPr>
          <p:cNvCxnSpPr>
            <a:cxnSpLocks/>
          </p:cNvCxnSpPr>
          <p:nvPr/>
        </p:nvCxnSpPr>
        <p:spPr>
          <a:xfrm>
            <a:off x="6553199" y="3668098"/>
            <a:ext cx="1828800"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FD42553-5355-3A3F-16FC-2590B1C8BE8D}"/>
              </a:ext>
            </a:extLst>
          </p:cNvPr>
          <p:cNvCxnSpPr>
            <a:cxnSpLocks/>
          </p:cNvCxnSpPr>
          <p:nvPr/>
        </p:nvCxnSpPr>
        <p:spPr>
          <a:xfrm>
            <a:off x="6553199" y="4192308"/>
            <a:ext cx="1828800"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45" name="Picture 44">
            <a:extLst>
              <a:ext uri="{FF2B5EF4-FFF2-40B4-BE49-F238E27FC236}">
                <a16:creationId xmlns:a16="http://schemas.microsoft.com/office/drawing/2014/main" id="{76937EFB-29AE-FB94-CECA-656C0674119F}"/>
              </a:ext>
            </a:extLst>
          </p:cNvPr>
          <p:cNvPicPr>
            <a:picLocks noChangeAspect="1"/>
          </p:cNvPicPr>
          <p:nvPr/>
        </p:nvPicPr>
        <p:blipFill>
          <a:blip r:embed="rId10"/>
          <a:stretch>
            <a:fillRect/>
          </a:stretch>
        </p:blipFill>
        <p:spPr>
          <a:xfrm>
            <a:off x="6801534" y="2171676"/>
            <a:ext cx="686947" cy="157183"/>
          </a:xfrm>
          <a:prstGeom prst="roundRect">
            <a:avLst/>
          </a:prstGeom>
        </p:spPr>
      </p:pic>
      <p:pic>
        <p:nvPicPr>
          <p:cNvPr id="47" name="Picture 46">
            <a:extLst>
              <a:ext uri="{FF2B5EF4-FFF2-40B4-BE49-F238E27FC236}">
                <a16:creationId xmlns:a16="http://schemas.microsoft.com/office/drawing/2014/main" id="{A26020A4-4DEF-0227-6221-1A7459F53F41}"/>
              </a:ext>
            </a:extLst>
          </p:cNvPr>
          <p:cNvPicPr>
            <a:picLocks noChangeAspect="1"/>
          </p:cNvPicPr>
          <p:nvPr/>
        </p:nvPicPr>
        <p:blipFill>
          <a:blip r:embed="rId11"/>
          <a:stretch>
            <a:fillRect/>
          </a:stretch>
        </p:blipFill>
        <p:spPr>
          <a:xfrm>
            <a:off x="7303684" y="3761213"/>
            <a:ext cx="387740" cy="134866"/>
          </a:xfrm>
          <a:prstGeom prst="roundRect">
            <a:avLst/>
          </a:prstGeom>
        </p:spPr>
      </p:pic>
      <p:pic>
        <p:nvPicPr>
          <p:cNvPr id="49" name="Picture 48">
            <a:extLst>
              <a:ext uri="{FF2B5EF4-FFF2-40B4-BE49-F238E27FC236}">
                <a16:creationId xmlns:a16="http://schemas.microsoft.com/office/drawing/2014/main" id="{5B7FF6C3-CC09-01F1-F60C-04E37FE8AAA4}"/>
              </a:ext>
            </a:extLst>
          </p:cNvPr>
          <p:cNvPicPr>
            <a:picLocks noChangeAspect="1"/>
          </p:cNvPicPr>
          <p:nvPr/>
        </p:nvPicPr>
        <p:blipFill>
          <a:blip r:embed="rId12"/>
          <a:stretch>
            <a:fillRect/>
          </a:stretch>
        </p:blipFill>
        <p:spPr>
          <a:xfrm>
            <a:off x="7557200" y="2171580"/>
            <a:ext cx="541404" cy="157182"/>
          </a:xfrm>
          <a:prstGeom prst="flowChartAlternateProcess">
            <a:avLst/>
          </a:prstGeom>
        </p:spPr>
      </p:pic>
      <p:pic>
        <p:nvPicPr>
          <p:cNvPr id="51" name="Picture 50">
            <a:extLst>
              <a:ext uri="{FF2B5EF4-FFF2-40B4-BE49-F238E27FC236}">
                <a16:creationId xmlns:a16="http://schemas.microsoft.com/office/drawing/2014/main" id="{723510E1-1A65-715F-51B9-A7EF95B1EAA3}"/>
              </a:ext>
            </a:extLst>
          </p:cNvPr>
          <p:cNvPicPr>
            <a:picLocks noChangeAspect="1"/>
          </p:cNvPicPr>
          <p:nvPr/>
        </p:nvPicPr>
        <p:blipFill>
          <a:blip r:embed="rId13"/>
          <a:stretch>
            <a:fillRect/>
          </a:stretch>
        </p:blipFill>
        <p:spPr>
          <a:xfrm>
            <a:off x="7769832" y="3760369"/>
            <a:ext cx="479230" cy="140692"/>
          </a:xfrm>
          <a:prstGeom prst="roundRect">
            <a:avLst/>
          </a:prstGeom>
        </p:spPr>
      </p:pic>
      <p:pic>
        <p:nvPicPr>
          <p:cNvPr id="53" name="Picture 52">
            <a:extLst>
              <a:ext uri="{FF2B5EF4-FFF2-40B4-BE49-F238E27FC236}">
                <a16:creationId xmlns:a16="http://schemas.microsoft.com/office/drawing/2014/main" id="{7128FEBD-2DC0-8549-AB64-F2E9A6452C41}"/>
              </a:ext>
            </a:extLst>
          </p:cNvPr>
          <p:cNvPicPr>
            <a:picLocks noChangeAspect="1"/>
          </p:cNvPicPr>
          <p:nvPr/>
        </p:nvPicPr>
        <p:blipFill>
          <a:blip r:embed="rId14"/>
          <a:stretch>
            <a:fillRect/>
          </a:stretch>
        </p:blipFill>
        <p:spPr>
          <a:xfrm>
            <a:off x="6543660" y="4282297"/>
            <a:ext cx="413522" cy="129226"/>
          </a:xfrm>
          <a:prstGeom prst="roundRect">
            <a:avLst/>
          </a:prstGeom>
        </p:spPr>
      </p:pic>
      <p:pic>
        <p:nvPicPr>
          <p:cNvPr id="55" name="Picture 54">
            <a:extLst>
              <a:ext uri="{FF2B5EF4-FFF2-40B4-BE49-F238E27FC236}">
                <a16:creationId xmlns:a16="http://schemas.microsoft.com/office/drawing/2014/main" id="{BA85EF79-41F3-E570-7090-48342CE407DD}"/>
              </a:ext>
            </a:extLst>
          </p:cNvPr>
          <p:cNvPicPr>
            <a:picLocks noChangeAspect="1"/>
          </p:cNvPicPr>
          <p:nvPr/>
        </p:nvPicPr>
        <p:blipFill>
          <a:blip r:embed="rId15"/>
          <a:stretch>
            <a:fillRect/>
          </a:stretch>
        </p:blipFill>
        <p:spPr>
          <a:xfrm>
            <a:off x="7025760" y="4283719"/>
            <a:ext cx="457670" cy="125635"/>
          </a:xfrm>
          <a:prstGeom prst="roundRect">
            <a:avLst/>
          </a:prstGeom>
        </p:spPr>
      </p:pic>
      <p:pic>
        <p:nvPicPr>
          <p:cNvPr id="57" name="Picture 56">
            <a:extLst>
              <a:ext uri="{FF2B5EF4-FFF2-40B4-BE49-F238E27FC236}">
                <a16:creationId xmlns:a16="http://schemas.microsoft.com/office/drawing/2014/main" id="{5ABDAB74-970B-C272-DD10-94E29A684279}"/>
              </a:ext>
            </a:extLst>
          </p:cNvPr>
          <p:cNvPicPr>
            <a:picLocks noChangeAspect="1"/>
          </p:cNvPicPr>
          <p:nvPr/>
        </p:nvPicPr>
        <p:blipFill>
          <a:blip r:embed="rId16"/>
          <a:stretch>
            <a:fillRect/>
          </a:stretch>
        </p:blipFill>
        <p:spPr>
          <a:xfrm>
            <a:off x="6912186" y="2410158"/>
            <a:ext cx="499927" cy="135226"/>
          </a:xfrm>
          <a:prstGeom prst="roundRect">
            <a:avLst/>
          </a:prstGeom>
        </p:spPr>
      </p:pic>
      <p:pic>
        <p:nvPicPr>
          <p:cNvPr id="59" name="Picture 58">
            <a:extLst>
              <a:ext uri="{FF2B5EF4-FFF2-40B4-BE49-F238E27FC236}">
                <a16:creationId xmlns:a16="http://schemas.microsoft.com/office/drawing/2014/main" id="{9DDDF893-DB86-A773-3644-C4771F097F22}"/>
              </a:ext>
            </a:extLst>
          </p:cNvPr>
          <p:cNvPicPr>
            <a:picLocks noChangeAspect="1"/>
          </p:cNvPicPr>
          <p:nvPr/>
        </p:nvPicPr>
        <p:blipFill>
          <a:blip r:embed="rId17"/>
          <a:stretch>
            <a:fillRect/>
          </a:stretch>
        </p:blipFill>
        <p:spPr>
          <a:xfrm>
            <a:off x="6509591" y="2695013"/>
            <a:ext cx="405063" cy="162025"/>
          </a:xfrm>
          <a:prstGeom prst="roundRect">
            <a:avLst/>
          </a:prstGeom>
        </p:spPr>
      </p:pic>
      <p:pic>
        <p:nvPicPr>
          <p:cNvPr id="61" name="Picture 60">
            <a:extLst>
              <a:ext uri="{FF2B5EF4-FFF2-40B4-BE49-F238E27FC236}">
                <a16:creationId xmlns:a16="http://schemas.microsoft.com/office/drawing/2014/main" id="{B532B9A3-6199-9BD3-9743-184F21226505}"/>
              </a:ext>
            </a:extLst>
          </p:cNvPr>
          <p:cNvPicPr>
            <a:picLocks noChangeAspect="1"/>
          </p:cNvPicPr>
          <p:nvPr/>
        </p:nvPicPr>
        <p:blipFill>
          <a:blip r:embed="rId18"/>
          <a:stretch>
            <a:fillRect/>
          </a:stretch>
        </p:blipFill>
        <p:spPr>
          <a:xfrm>
            <a:off x="6300218" y="3242354"/>
            <a:ext cx="515394" cy="144310"/>
          </a:xfrm>
          <a:prstGeom prst="roundRect">
            <a:avLst/>
          </a:prstGeom>
        </p:spPr>
      </p:pic>
      <p:pic>
        <p:nvPicPr>
          <p:cNvPr id="63" name="Picture 62">
            <a:extLst>
              <a:ext uri="{FF2B5EF4-FFF2-40B4-BE49-F238E27FC236}">
                <a16:creationId xmlns:a16="http://schemas.microsoft.com/office/drawing/2014/main" id="{3E5EDA6C-9077-1C66-8837-7E51FE67E219}"/>
              </a:ext>
            </a:extLst>
          </p:cNvPr>
          <p:cNvPicPr>
            <a:picLocks noChangeAspect="1"/>
          </p:cNvPicPr>
          <p:nvPr/>
        </p:nvPicPr>
        <p:blipFill>
          <a:blip r:embed="rId19"/>
          <a:stretch>
            <a:fillRect/>
          </a:stretch>
        </p:blipFill>
        <p:spPr>
          <a:xfrm>
            <a:off x="7480073" y="2407991"/>
            <a:ext cx="376811" cy="139560"/>
          </a:xfrm>
          <a:prstGeom prst="roundRect">
            <a:avLst/>
          </a:prstGeom>
        </p:spPr>
      </p:pic>
      <p:pic>
        <p:nvPicPr>
          <p:cNvPr id="449" name="Picture 448">
            <a:extLst>
              <a:ext uri="{FF2B5EF4-FFF2-40B4-BE49-F238E27FC236}">
                <a16:creationId xmlns:a16="http://schemas.microsoft.com/office/drawing/2014/main" id="{F5E9A597-E4B4-15F3-0A80-D9703E19D174}"/>
              </a:ext>
            </a:extLst>
          </p:cNvPr>
          <p:cNvPicPr>
            <a:picLocks noChangeAspect="1"/>
          </p:cNvPicPr>
          <p:nvPr/>
        </p:nvPicPr>
        <p:blipFill>
          <a:blip r:embed="rId20"/>
          <a:stretch>
            <a:fillRect/>
          </a:stretch>
        </p:blipFill>
        <p:spPr>
          <a:xfrm>
            <a:off x="6882550" y="3240426"/>
            <a:ext cx="400051" cy="148167"/>
          </a:xfrm>
          <a:prstGeom prst="roundRect">
            <a:avLst/>
          </a:prstGeom>
        </p:spPr>
      </p:pic>
      <p:pic>
        <p:nvPicPr>
          <p:cNvPr id="451" name="Picture 450">
            <a:extLst>
              <a:ext uri="{FF2B5EF4-FFF2-40B4-BE49-F238E27FC236}">
                <a16:creationId xmlns:a16="http://schemas.microsoft.com/office/drawing/2014/main" id="{92CED472-4A85-8F69-98E9-4A0B21996968}"/>
              </a:ext>
            </a:extLst>
          </p:cNvPr>
          <p:cNvPicPr>
            <a:picLocks noChangeAspect="1"/>
          </p:cNvPicPr>
          <p:nvPr/>
        </p:nvPicPr>
        <p:blipFill>
          <a:blip r:embed="rId21"/>
          <a:stretch>
            <a:fillRect/>
          </a:stretch>
        </p:blipFill>
        <p:spPr>
          <a:xfrm>
            <a:off x="7924843" y="2406586"/>
            <a:ext cx="630495" cy="142370"/>
          </a:xfrm>
          <a:prstGeom prst="roundRect">
            <a:avLst/>
          </a:prstGeom>
        </p:spPr>
      </p:pic>
      <p:pic>
        <p:nvPicPr>
          <p:cNvPr id="453" name="Picture 452">
            <a:extLst>
              <a:ext uri="{FF2B5EF4-FFF2-40B4-BE49-F238E27FC236}">
                <a16:creationId xmlns:a16="http://schemas.microsoft.com/office/drawing/2014/main" id="{FE1CAEF3-D6AC-5923-1BE4-30B1118E3AB0}"/>
              </a:ext>
            </a:extLst>
          </p:cNvPr>
          <p:cNvPicPr>
            <a:picLocks noChangeAspect="1"/>
          </p:cNvPicPr>
          <p:nvPr/>
        </p:nvPicPr>
        <p:blipFill>
          <a:blip r:embed="rId22"/>
          <a:stretch>
            <a:fillRect/>
          </a:stretch>
        </p:blipFill>
        <p:spPr>
          <a:xfrm>
            <a:off x="6467414" y="2411943"/>
            <a:ext cx="376812" cy="131657"/>
          </a:xfrm>
          <a:prstGeom prst="roundRect">
            <a:avLst/>
          </a:prstGeom>
        </p:spPr>
      </p:pic>
      <p:pic>
        <p:nvPicPr>
          <p:cNvPr id="455" name="Picture 454">
            <a:extLst>
              <a:ext uri="{FF2B5EF4-FFF2-40B4-BE49-F238E27FC236}">
                <a16:creationId xmlns:a16="http://schemas.microsoft.com/office/drawing/2014/main" id="{47D5D839-D2FE-B2DF-3211-54ED32199816}"/>
              </a:ext>
            </a:extLst>
          </p:cNvPr>
          <p:cNvPicPr>
            <a:picLocks noChangeAspect="1"/>
          </p:cNvPicPr>
          <p:nvPr/>
        </p:nvPicPr>
        <p:blipFill>
          <a:blip r:embed="rId23"/>
          <a:stretch>
            <a:fillRect/>
          </a:stretch>
        </p:blipFill>
        <p:spPr>
          <a:xfrm>
            <a:off x="6431075" y="3961914"/>
            <a:ext cx="509909" cy="152537"/>
          </a:xfrm>
          <a:prstGeom prst="roundRect">
            <a:avLst/>
          </a:prstGeom>
        </p:spPr>
      </p:pic>
      <p:pic>
        <p:nvPicPr>
          <p:cNvPr id="457" name="Picture 456">
            <a:extLst>
              <a:ext uri="{FF2B5EF4-FFF2-40B4-BE49-F238E27FC236}">
                <a16:creationId xmlns:a16="http://schemas.microsoft.com/office/drawing/2014/main" id="{224B6CFC-C221-433E-F01C-BC33D3D9F67B}"/>
              </a:ext>
            </a:extLst>
          </p:cNvPr>
          <p:cNvPicPr>
            <a:picLocks noChangeAspect="1"/>
          </p:cNvPicPr>
          <p:nvPr/>
        </p:nvPicPr>
        <p:blipFill>
          <a:blip r:embed="rId24"/>
          <a:stretch>
            <a:fillRect/>
          </a:stretch>
        </p:blipFill>
        <p:spPr>
          <a:xfrm>
            <a:off x="6983898" y="2695013"/>
            <a:ext cx="490840" cy="162025"/>
          </a:xfrm>
          <a:prstGeom prst="roundRect">
            <a:avLst/>
          </a:prstGeom>
        </p:spPr>
      </p:pic>
      <p:pic>
        <p:nvPicPr>
          <p:cNvPr id="459" name="Picture 458">
            <a:extLst>
              <a:ext uri="{FF2B5EF4-FFF2-40B4-BE49-F238E27FC236}">
                <a16:creationId xmlns:a16="http://schemas.microsoft.com/office/drawing/2014/main" id="{DCC0C312-661C-BEC6-9C23-9B486C13FF70}"/>
              </a:ext>
            </a:extLst>
          </p:cNvPr>
          <p:cNvPicPr>
            <a:picLocks noChangeAspect="1"/>
          </p:cNvPicPr>
          <p:nvPr/>
        </p:nvPicPr>
        <p:blipFill>
          <a:blip r:embed="rId25"/>
          <a:stretch>
            <a:fillRect/>
          </a:stretch>
        </p:blipFill>
        <p:spPr>
          <a:xfrm>
            <a:off x="7349539" y="3243567"/>
            <a:ext cx="291439" cy="141885"/>
          </a:xfrm>
          <a:prstGeom prst="roundRect">
            <a:avLst/>
          </a:prstGeom>
        </p:spPr>
      </p:pic>
      <p:pic>
        <p:nvPicPr>
          <p:cNvPr id="461" name="Picture 460">
            <a:extLst>
              <a:ext uri="{FF2B5EF4-FFF2-40B4-BE49-F238E27FC236}">
                <a16:creationId xmlns:a16="http://schemas.microsoft.com/office/drawing/2014/main" id="{F3126902-4173-C9E9-3575-637EB9FEEC33}"/>
              </a:ext>
            </a:extLst>
          </p:cNvPr>
          <p:cNvPicPr>
            <a:picLocks noChangeAspect="1"/>
          </p:cNvPicPr>
          <p:nvPr/>
        </p:nvPicPr>
        <p:blipFill>
          <a:blip r:embed="rId26"/>
          <a:stretch>
            <a:fillRect/>
          </a:stretch>
        </p:blipFill>
        <p:spPr>
          <a:xfrm>
            <a:off x="7549173" y="4282297"/>
            <a:ext cx="359571" cy="122407"/>
          </a:xfrm>
          <a:prstGeom prst="roundRect">
            <a:avLst/>
          </a:prstGeom>
        </p:spPr>
      </p:pic>
      <p:pic>
        <p:nvPicPr>
          <p:cNvPr id="463" name="Picture 462">
            <a:extLst>
              <a:ext uri="{FF2B5EF4-FFF2-40B4-BE49-F238E27FC236}">
                <a16:creationId xmlns:a16="http://schemas.microsoft.com/office/drawing/2014/main" id="{2B0BEE62-7416-07A1-FEBE-322412017959}"/>
              </a:ext>
            </a:extLst>
          </p:cNvPr>
          <p:cNvPicPr>
            <a:picLocks noChangeAspect="1"/>
          </p:cNvPicPr>
          <p:nvPr/>
        </p:nvPicPr>
        <p:blipFill>
          <a:blip r:embed="rId27"/>
          <a:stretch>
            <a:fillRect/>
          </a:stretch>
        </p:blipFill>
        <p:spPr>
          <a:xfrm>
            <a:off x="7707916" y="3240677"/>
            <a:ext cx="476336" cy="147664"/>
          </a:xfrm>
          <a:prstGeom prst="roundRect">
            <a:avLst/>
          </a:prstGeom>
        </p:spPr>
      </p:pic>
      <p:pic>
        <p:nvPicPr>
          <p:cNvPr id="465" name="Picture 464">
            <a:extLst>
              <a:ext uri="{FF2B5EF4-FFF2-40B4-BE49-F238E27FC236}">
                <a16:creationId xmlns:a16="http://schemas.microsoft.com/office/drawing/2014/main" id="{D0F5B646-460E-9765-8929-22DD6696C1B4}"/>
              </a:ext>
            </a:extLst>
          </p:cNvPr>
          <p:cNvPicPr>
            <a:picLocks noChangeAspect="1"/>
          </p:cNvPicPr>
          <p:nvPr/>
        </p:nvPicPr>
        <p:blipFill>
          <a:blip r:embed="rId28"/>
          <a:stretch>
            <a:fillRect/>
          </a:stretch>
        </p:blipFill>
        <p:spPr>
          <a:xfrm>
            <a:off x="6681023" y="4466248"/>
            <a:ext cx="477122" cy="183509"/>
          </a:xfrm>
          <a:prstGeom prst="roundRect">
            <a:avLst/>
          </a:prstGeom>
        </p:spPr>
      </p:pic>
      <p:pic>
        <p:nvPicPr>
          <p:cNvPr id="467" name="Picture 466">
            <a:extLst>
              <a:ext uri="{FF2B5EF4-FFF2-40B4-BE49-F238E27FC236}">
                <a16:creationId xmlns:a16="http://schemas.microsoft.com/office/drawing/2014/main" id="{1AA73E61-7BCB-45DC-45D9-75CC0499D97C}"/>
              </a:ext>
            </a:extLst>
          </p:cNvPr>
          <p:cNvPicPr>
            <a:picLocks noChangeAspect="1"/>
          </p:cNvPicPr>
          <p:nvPr/>
        </p:nvPicPr>
        <p:blipFill>
          <a:blip r:embed="rId29"/>
          <a:stretch>
            <a:fillRect/>
          </a:stretch>
        </p:blipFill>
        <p:spPr>
          <a:xfrm>
            <a:off x="6993388" y="3960776"/>
            <a:ext cx="388084" cy="145531"/>
          </a:xfrm>
          <a:prstGeom prst="roundRect">
            <a:avLst/>
          </a:prstGeom>
        </p:spPr>
      </p:pic>
      <p:pic>
        <p:nvPicPr>
          <p:cNvPr id="469" name="Picture 468">
            <a:extLst>
              <a:ext uri="{FF2B5EF4-FFF2-40B4-BE49-F238E27FC236}">
                <a16:creationId xmlns:a16="http://schemas.microsoft.com/office/drawing/2014/main" id="{8F321B52-4803-0711-65CF-B6604D4862D9}"/>
              </a:ext>
            </a:extLst>
          </p:cNvPr>
          <p:cNvPicPr>
            <a:picLocks noChangeAspect="1"/>
          </p:cNvPicPr>
          <p:nvPr/>
        </p:nvPicPr>
        <p:blipFill>
          <a:blip r:embed="rId30"/>
          <a:stretch>
            <a:fillRect/>
          </a:stretch>
        </p:blipFill>
        <p:spPr>
          <a:xfrm>
            <a:off x="7231904" y="4466247"/>
            <a:ext cx="473430" cy="181721"/>
          </a:xfrm>
          <a:prstGeom prst="roundRect">
            <a:avLst/>
          </a:prstGeom>
        </p:spPr>
      </p:pic>
      <p:pic>
        <p:nvPicPr>
          <p:cNvPr id="471" name="Picture 470">
            <a:extLst>
              <a:ext uri="{FF2B5EF4-FFF2-40B4-BE49-F238E27FC236}">
                <a16:creationId xmlns:a16="http://schemas.microsoft.com/office/drawing/2014/main" id="{E3028147-E4C9-14AF-40A3-D56082FF085D}"/>
              </a:ext>
            </a:extLst>
          </p:cNvPr>
          <p:cNvPicPr>
            <a:picLocks noChangeAspect="1"/>
          </p:cNvPicPr>
          <p:nvPr/>
        </p:nvPicPr>
        <p:blipFill>
          <a:blip r:embed="rId31"/>
          <a:stretch>
            <a:fillRect/>
          </a:stretch>
        </p:blipFill>
        <p:spPr>
          <a:xfrm>
            <a:off x="6425699" y="3444447"/>
            <a:ext cx="558096" cy="129189"/>
          </a:xfrm>
          <a:prstGeom prst="roundRect">
            <a:avLst/>
          </a:prstGeom>
        </p:spPr>
      </p:pic>
      <p:pic>
        <p:nvPicPr>
          <p:cNvPr id="473" name="Picture 472">
            <a:extLst>
              <a:ext uri="{FF2B5EF4-FFF2-40B4-BE49-F238E27FC236}">
                <a16:creationId xmlns:a16="http://schemas.microsoft.com/office/drawing/2014/main" id="{F445BA49-CA0A-1323-1EB5-AE41761EDADC}"/>
              </a:ext>
            </a:extLst>
          </p:cNvPr>
          <p:cNvPicPr>
            <a:picLocks noChangeAspect="1"/>
          </p:cNvPicPr>
          <p:nvPr/>
        </p:nvPicPr>
        <p:blipFill>
          <a:blip r:embed="rId32"/>
          <a:stretch>
            <a:fillRect/>
          </a:stretch>
        </p:blipFill>
        <p:spPr>
          <a:xfrm>
            <a:off x="7040193" y="3447434"/>
            <a:ext cx="510464" cy="123215"/>
          </a:xfrm>
          <a:prstGeom prst="roundRect">
            <a:avLst/>
          </a:prstGeom>
        </p:spPr>
      </p:pic>
      <p:pic>
        <p:nvPicPr>
          <p:cNvPr id="477" name="Picture 476">
            <a:extLst>
              <a:ext uri="{FF2B5EF4-FFF2-40B4-BE49-F238E27FC236}">
                <a16:creationId xmlns:a16="http://schemas.microsoft.com/office/drawing/2014/main" id="{400D04C1-D0B5-09D3-397B-8A82B7BAA7B8}"/>
              </a:ext>
            </a:extLst>
          </p:cNvPr>
          <p:cNvPicPr>
            <a:picLocks noChangeAspect="1"/>
          </p:cNvPicPr>
          <p:nvPr/>
        </p:nvPicPr>
        <p:blipFill>
          <a:blip r:embed="rId33"/>
          <a:stretch>
            <a:fillRect/>
          </a:stretch>
        </p:blipFill>
        <p:spPr>
          <a:xfrm>
            <a:off x="8154294" y="2171137"/>
            <a:ext cx="488006" cy="154616"/>
          </a:xfrm>
          <a:prstGeom prst="roundRect">
            <a:avLst/>
          </a:prstGeom>
        </p:spPr>
      </p:pic>
      <p:pic>
        <p:nvPicPr>
          <p:cNvPr id="479" name="Picture 478">
            <a:extLst>
              <a:ext uri="{FF2B5EF4-FFF2-40B4-BE49-F238E27FC236}">
                <a16:creationId xmlns:a16="http://schemas.microsoft.com/office/drawing/2014/main" id="{3D8F290D-D83A-246C-775C-01AD4AD0175B}"/>
              </a:ext>
            </a:extLst>
          </p:cNvPr>
          <p:cNvPicPr>
            <a:picLocks noChangeAspect="1"/>
          </p:cNvPicPr>
          <p:nvPr/>
        </p:nvPicPr>
        <p:blipFill>
          <a:blip r:embed="rId34"/>
          <a:stretch>
            <a:fillRect/>
          </a:stretch>
        </p:blipFill>
        <p:spPr>
          <a:xfrm>
            <a:off x="7433876" y="3962985"/>
            <a:ext cx="508535" cy="132860"/>
          </a:xfrm>
          <a:prstGeom prst="roundRect">
            <a:avLst/>
          </a:prstGeom>
        </p:spPr>
      </p:pic>
      <p:pic>
        <p:nvPicPr>
          <p:cNvPr id="481" name="Picture 480">
            <a:extLst>
              <a:ext uri="{FF2B5EF4-FFF2-40B4-BE49-F238E27FC236}">
                <a16:creationId xmlns:a16="http://schemas.microsoft.com/office/drawing/2014/main" id="{BF3C5402-8760-0E6A-75F2-C98E15715DD5}"/>
              </a:ext>
            </a:extLst>
          </p:cNvPr>
          <p:cNvPicPr>
            <a:picLocks noChangeAspect="1"/>
          </p:cNvPicPr>
          <p:nvPr/>
        </p:nvPicPr>
        <p:blipFill>
          <a:blip r:embed="rId35"/>
          <a:stretch>
            <a:fillRect/>
          </a:stretch>
        </p:blipFill>
        <p:spPr>
          <a:xfrm>
            <a:off x="7781576" y="4460097"/>
            <a:ext cx="414881" cy="189660"/>
          </a:xfrm>
          <a:prstGeom prst="roundRect">
            <a:avLst/>
          </a:prstGeom>
        </p:spPr>
      </p:pic>
      <p:pic>
        <p:nvPicPr>
          <p:cNvPr id="483" name="Picture 482">
            <a:extLst>
              <a:ext uri="{FF2B5EF4-FFF2-40B4-BE49-F238E27FC236}">
                <a16:creationId xmlns:a16="http://schemas.microsoft.com/office/drawing/2014/main" id="{4E0F32BE-90D8-0877-6F74-135B9AFE29D7}"/>
              </a:ext>
            </a:extLst>
          </p:cNvPr>
          <p:cNvPicPr>
            <a:picLocks noChangeAspect="1"/>
          </p:cNvPicPr>
          <p:nvPr/>
        </p:nvPicPr>
        <p:blipFill>
          <a:blip r:embed="rId36"/>
          <a:stretch>
            <a:fillRect/>
          </a:stretch>
        </p:blipFill>
        <p:spPr>
          <a:xfrm>
            <a:off x="7994815" y="3961914"/>
            <a:ext cx="453701" cy="148148"/>
          </a:xfrm>
          <a:prstGeom prst="roundRect">
            <a:avLst/>
          </a:prstGeom>
        </p:spPr>
      </p:pic>
      <p:pic>
        <p:nvPicPr>
          <p:cNvPr id="485" name="Picture 484">
            <a:extLst>
              <a:ext uri="{FF2B5EF4-FFF2-40B4-BE49-F238E27FC236}">
                <a16:creationId xmlns:a16="http://schemas.microsoft.com/office/drawing/2014/main" id="{C2C2C6C4-33BF-7BA3-2C76-DCE4B9F202C1}"/>
              </a:ext>
            </a:extLst>
          </p:cNvPr>
          <p:cNvPicPr>
            <a:picLocks noChangeAspect="1"/>
          </p:cNvPicPr>
          <p:nvPr/>
        </p:nvPicPr>
        <p:blipFill>
          <a:blip r:embed="rId37"/>
          <a:stretch>
            <a:fillRect/>
          </a:stretch>
        </p:blipFill>
        <p:spPr>
          <a:xfrm>
            <a:off x="7607055" y="3445729"/>
            <a:ext cx="364977" cy="126625"/>
          </a:xfrm>
          <a:prstGeom prst="roundRect">
            <a:avLst/>
          </a:prstGeom>
        </p:spPr>
      </p:pic>
      <p:pic>
        <p:nvPicPr>
          <p:cNvPr id="489" name="Picture 488">
            <a:extLst>
              <a:ext uri="{FF2B5EF4-FFF2-40B4-BE49-F238E27FC236}">
                <a16:creationId xmlns:a16="http://schemas.microsoft.com/office/drawing/2014/main" id="{EAC7F94D-2C5F-9A6B-C83B-36D3A83535A1}"/>
              </a:ext>
            </a:extLst>
          </p:cNvPr>
          <p:cNvPicPr>
            <a:picLocks noChangeAspect="1"/>
          </p:cNvPicPr>
          <p:nvPr/>
        </p:nvPicPr>
        <p:blipFill>
          <a:blip r:embed="rId38"/>
          <a:stretch>
            <a:fillRect/>
          </a:stretch>
        </p:blipFill>
        <p:spPr>
          <a:xfrm>
            <a:off x="7554618" y="2694861"/>
            <a:ext cx="486039" cy="158707"/>
          </a:xfrm>
          <a:prstGeom prst="roundRect">
            <a:avLst/>
          </a:prstGeom>
        </p:spPr>
      </p:pic>
      <p:pic>
        <p:nvPicPr>
          <p:cNvPr id="491" name="Picture 490">
            <a:extLst>
              <a:ext uri="{FF2B5EF4-FFF2-40B4-BE49-F238E27FC236}">
                <a16:creationId xmlns:a16="http://schemas.microsoft.com/office/drawing/2014/main" id="{F54B75F6-00C9-4D1F-B090-3DF788091C23}"/>
              </a:ext>
            </a:extLst>
          </p:cNvPr>
          <p:cNvPicPr>
            <a:picLocks noChangeAspect="1"/>
          </p:cNvPicPr>
          <p:nvPr/>
        </p:nvPicPr>
        <p:blipFill>
          <a:blip r:embed="rId39"/>
          <a:stretch>
            <a:fillRect/>
          </a:stretch>
        </p:blipFill>
        <p:spPr>
          <a:xfrm>
            <a:off x="8120073" y="2690172"/>
            <a:ext cx="359458" cy="154766"/>
          </a:xfrm>
          <a:prstGeom prst="roundRect">
            <a:avLst/>
          </a:prstGeom>
        </p:spPr>
      </p:pic>
      <p:pic>
        <p:nvPicPr>
          <p:cNvPr id="493" name="Picture 492">
            <a:extLst>
              <a:ext uri="{FF2B5EF4-FFF2-40B4-BE49-F238E27FC236}">
                <a16:creationId xmlns:a16="http://schemas.microsoft.com/office/drawing/2014/main" id="{A1E179F9-4271-5463-A9FF-A2C08BCA5BC1}"/>
              </a:ext>
            </a:extLst>
          </p:cNvPr>
          <p:cNvPicPr>
            <a:picLocks noChangeAspect="1"/>
          </p:cNvPicPr>
          <p:nvPr/>
        </p:nvPicPr>
        <p:blipFill>
          <a:blip r:embed="rId40"/>
          <a:stretch>
            <a:fillRect/>
          </a:stretch>
        </p:blipFill>
        <p:spPr>
          <a:xfrm>
            <a:off x="8251190" y="3242013"/>
            <a:ext cx="385265" cy="144992"/>
          </a:xfrm>
          <a:prstGeom prst="roundRect">
            <a:avLst/>
          </a:prstGeom>
        </p:spPr>
      </p:pic>
      <p:pic>
        <p:nvPicPr>
          <p:cNvPr id="495" name="Picture 494">
            <a:extLst>
              <a:ext uri="{FF2B5EF4-FFF2-40B4-BE49-F238E27FC236}">
                <a16:creationId xmlns:a16="http://schemas.microsoft.com/office/drawing/2014/main" id="{908A4698-A447-958A-62A5-42C9CBB05113}"/>
              </a:ext>
            </a:extLst>
          </p:cNvPr>
          <p:cNvPicPr>
            <a:picLocks noChangeAspect="1"/>
          </p:cNvPicPr>
          <p:nvPr/>
        </p:nvPicPr>
        <p:blipFill>
          <a:blip r:embed="rId41"/>
          <a:stretch>
            <a:fillRect/>
          </a:stretch>
        </p:blipFill>
        <p:spPr>
          <a:xfrm>
            <a:off x="7729596" y="2901147"/>
            <a:ext cx="713273" cy="166430"/>
          </a:xfrm>
          <a:prstGeom prst="roundRect">
            <a:avLst/>
          </a:prstGeom>
        </p:spPr>
      </p:pic>
      <p:pic>
        <p:nvPicPr>
          <p:cNvPr id="497" name="Picture 496">
            <a:extLst>
              <a:ext uri="{FF2B5EF4-FFF2-40B4-BE49-F238E27FC236}">
                <a16:creationId xmlns:a16="http://schemas.microsoft.com/office/drawing/2014/main" id="{FC8CFE89-4700-29D8-9060-698381EA7A57}"/>
              </a:ext>
            </a:extLst>
          </p:cNvPr>
          <p:cNvPicPr>
            <a:picLocks noChangeAspect="1"/>
          </p:cNvPicPr>
          <p:nvPr/>
        </p:nvPicPr>
        <p:blipFill>
          <a:blip r:embed="rId42"/>
          <a:stretch>
            <a:fillRect/>
          </a:stretch>
        </p:blipFill>
        <p:spPr>
          <a:xfrm>
            <a:off x="8325486" y="3760369"/>
            <a:ext cx="391298" cy="140692"/>
          </a:xfrm>
          <a:prstGeom prst="roundRect">
            <a:avLst/>
          </a:prstGeom>
        </p:spPr>
      </p:pic>
      <p:pic>
        <p:nvPicPr>
          <p:cNvPr id="499" name="Picture 498">
            <a:extLst>
              <a:ext uri="{FF2B5EF4-FFF2-40B4-BE49-F238E27FC236}">
                <a16:creationId xmlns:a16="http://schemas.microsoft.com/office/drawing/2014/main" id="{522CB495-8FD7-7F0F-AFA2-93B5ACE6BD8C}"/>
              </a:ext>
            </a:extLst>
          </p:cNvPr>
          <p:cNvPicPr>
            <a:picLocks noChangeAspect="1"/>
          </p:cNvPicPr>
          <p:nvPr/>
        </p:nvPicPr>
        <p:blipFill>
          <a:blip r:embed="rId43"/>
          <a:stretch>
            <a:fillRect/>
          </a:stretch>
        </p:blipFill>
        <p:spPr>
          <a:xfrm>
            <a:off x="6546944" y="2903093"/>
            <a:ext cx="601299" cy="166431"/>
          </a:xfrm>
          <a:prstGeom prst="roundRect">
            <a:avLst/>
          </a:prstGeom>
        </p:spPr>
      </p:pic>
      <p:pic>
        <p:nvPicPr>
          <p:cNvPr id="501" name="Picture 500">
            <a:extLst>
              <a:ext uri="{FF2B5EF4-FFF2-40B4-BE49-F238E27FC236}">
                <a16:creationId xmlns:a16="http://schemas.microsoft.com/office/drawing/2014/main" id="{AD6D0ADC-426B-0028-28A4-0B3F8C17C5AD}"/>
              </a:ext>
            </a:extLst>
          </p:cNvPr>
          <p:cNvPicPr>
            <a:picLocks noChangeAspect="1"/>
          </p:cNvPicPr>
          <p:nvPr/>
        </p:nvPicPr>
        <p:blipFill>
          <a:blip r:embed="rId44"/>
          <a:stretch>
            <a:fillRect/>
          </a:stretch>
        </p:blipFill>
        <p:spPr>
          <a:xfrm>
            <a:off x="7220096" y="2901215"/>
            <a:ext cx="435279" cy="166430"/>
          </a:xfrm>
          <a:prstGeom prst="roundRect">
            <a:avLst/>
          </a:prstGeom>
        </p:spPr>
      </p:pic>
      <p:pic>
        <p:nvPicPr>
          <p:cNvPr id="503" name="Picture 502">
            <a:extLst>
              <a:ext uri="{FF2B5EF4-FFF2-40B4-BE49-F238E27FC236}">
                <a16:creationId xmlns:a16="http://schemas.microsoft.com/office/drawing/2014/main" id="{70D46F17-8BF3-C54F-4C14-2FC32E0A654B}"/>
              </a:ext>
            </a:extLst>
          </p:cNvPr>
          <p:cNvPicPr>
            <a:picLocks noChangeAspect="1"/>
          </p:cNvPicPr>
          <p:nvPr/>
        </p:nvPicPr>
        <p:blipFill>
          <a:blip r:embed="rId45"/>
          <a:stretch>
            <a:fillRect/>
          </a:stretch>
        </p:blipFill>
        <p:spPr>
          <a:xfrm>
            <a:off x="8028431" y="3447730"/>
            <a:ext cx="453701" cy="122622"/>
          </a:xfrm>
          <a:prstGeom prst="roundRect">
            <a:avLst/>
          </a:prstGeom>
        </p:spPr>
      </p:pic>
      <p:pic>
        <p:nvPicPr>
          <p:cNvPr id="505" name="Picture 504">
            <a:extLst>
              <a:ext uri="{FF2B5EF4-FFF2-40B4-BE49-F238E27FC236}">
                <a16:creationId xmlns:a16="http://schemas.microsoft.com/office/drawing/2014/main" id="{47C5A92F-09BB-57D1-05FB-5DFF3E5A78AC}"/>
              </a:ext>
            </a:extLst>
          </p:cNvPr>
          <p:cNvPicPr>
            <a:picLocks noChangeAspect="1"/>
          </p:cNvPicPr>
          <p:nvPr/>
        </p:nvPicPr>
        <p:blipFill>
          <a:blip r:embed="rId46"/>
          <a:stretch>
            <a:fillRect/>
          </a:stretch>
        </p:blipFill>
        <p:spPr>
          <a:xfrm>
            <a:off x="7978157" y="4276816"/>
            <a:ext cx="409630" cy="133368"/>
          </a:xfrm>
          <a:prstGeom prst="roundRect">
            <a:avLst/>
          </a:prstGeom>
        </p:spPr>
      </p:pic>
      <p:sp>
        <p:nvSpPr>
          <p:cNvPr id="506" name="Oval 505">
            <a:extLst>
              <a:ext uri="{FF2B5EF4-FFF2-40B4-BE49-F238E27FC236}">
                <a16:creationId xmlns:a16="http://schemas.microsoft.com/office/drawing/2014/main" id="{C4810122-E2D6-2711-3403-B905248D834C}"/>
              </a:ext>
            </a:extLst>
          </p:cNvPr>
          <p:cNvSpPr/>
          <p:nvPr/>
        </p:nvSpPr>
        <p:spPr>
          <a:xfrm>
            <a:off x="5964339" y="2220414"/>
            <a:ext cx="274320" cy="274320"/>
          </a:xfrm>
          <a:prstGeom prst="ellipse">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dirty="0">
                <a:solidFill>
                  <a:schemeClr val="bg1">
                    <a:lumMod val="65000"/>
                  </a:schemeClr>
                </a:solidFill>
                <a:latin typeface="IBM Plex Sans" panose="020B0503050203000203" pitchFamily="34" charset="0"/>
              </a:rPr>
              <a:t>T1</a:t>
            </a:r>
          </a:p>
        </p:txBody>
      </p:sp>
      <p:sp>
        <p:nvSpPr>
          <p:cNvPr id="507" name="Oval 506">
            <a:extLst>
              <a:ext uri="{FF2B5EF4-FFF2-40B4-BE49-F238E27FC236}">
                <a16:creationId xmlns:a16="http://schemas.microsoft.com/office/drawing/2014/main" id="{8266CF3A-243D-DCCF-56D2-45BE80CC20DF}"/>
              </a:ext>
            </a:extLst>
          </p:cNvPr>
          <p:cNvSpPr/>
          <p:nvPr/>
        </p:nvSpPr>
        <p:spPr>
          <a:xfrm>
            <a:off x="5958739" y="2744624"/>
            <a:ext cx="274320" cy="274320"/>
          </a:xfrm>
          <a:prstGeom prst="ellipse">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dirty="0">
                <a:solidFill>
                  <a:schemeClr val="bg1">
                    <a:lumMod val="65000"/>
                  </a:schemeClr>
                </a:solidFill>
                <a:latin typeface="IBM Plex Sans" panose="020B0503050203000203" pitchFamily="34" charset="0"/>
              </a:rPr>
              <a:t>T2</a:t>
            </a:r>
          </a:p>
        </p:txBody>
      </p:sp>
      <p:sp>
        <p:nvSpPr>
          <p:cNvPr id="508" name="Oval 507">
            <a:extLst>
              <a:ext uri="{FF2B5EF4-FFF2-40B4-BE49-F238E27FC236}">
                <a16:creationId xmlns:a16="http://schemas.microsoft.com/office/drawing/2014/main" id="{01ABB6E5-001C-FDA2-15E3-98BF9981C0EB}"/>
              </a:ext>
            </a:extLst>
          </p:cNvPr>
          <p:cNvSpPr/>
          <p:nvPr/>
        </p:nvSpPr>
        <p:spPr>
          <a:xfrm>
            <a:off x="5964003" y="3268833"/>
            <a:ext cx="274320" cy="274320"/>
          </a:xfrm>
          <a:prstGeom prst="ellipse">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dirty="0">
                <a:solidFill>
                  <a:schemeClr val="bg1">
                    <a:lumMod val="65000"/>
                  </a:schemeClr>
                </a:solidFill>
                <a:latin typeface="IBM Plex Sans" panose="020B0503050203000203" pitchFamily="34" charset="0"/>
              </a:rPr>
              <a:t>T3</a:t>
            </a:r>
          </a:p>
        </p:txBody>
      </p:sp>
      <p:sp>
        <p:nvSpPr>
          <p:cNvPr id="509" name="Oval 508">
            <a:extLst>
              <a:ext uri="{FF2B5EF4-FFF2-40B4-BE49-F238E27FC236}">
                <a16:creationId xmlns:a16="http://schemas.microsoft.com/office/drawing/2014/main" id="{F1DB8AAA-2067-7DD4-5605-F7BF95402A94}"/>
              </a:ext>
            </a:extLst>
          </p:cNvPr>
          <p:cNvSpPr/>
          <p:nvPr/>
        </p:nvSpPr>
        <p:spPr>
          <a:xfrm>
            <a:off x="5964003" y="3793043"/>
            <a:ext cx="274320" cy="274320"/>
          </a:xfrm>
          <a:prstGeom prst="ellipse">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dirty="0">
                <a:solidFill>
                  <a:schemeClr val="bg1">
                    <a:lumMod val="65000"/>
                  </a:schemeClr>
                </a:solidFill>
                <a:latin typeface="IBM Plex Sans" panose="020B0503050203000203" pitchFamily="34" charset="0"/>
              </a:rPr>
              <a:t>T4</a:t>
            </a:r>
          </a:p>
        </p:txBody>
      </p:sp>
      <p:sp>
        <p:nvSpPr>
          <p:cNvPr id="510" name="Oval 509">
            <a:extLst>
              <a:ext uri="{FF2B5EF4-FFF2-40B4-BE49-F238E27FC236}">
                <a16:creationId xmlns:a16="http://schemas.microsoft.com/office/drawing/2014/main" id="{98EEF43F-938B-58CC-FAD0-65A7A1C6A1D5}"/>
              </a:ext>
            </a:extLst>
          </p:cNvPr>
          <p:cNvSpPr/>
          <p:nvPr/>
        </p:nvSpPr>
        <p:spPr>
          <a:xfrm>
            <a:off x="5964003" y="4319072"/>
            <a:ext cx="274320" cy="274320"/>
          </a:xfrm>
          <a:prstGeom prst="ellipse">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dirty="0">
                <a:solidFill>
                  <a:schemeClr val="bg1">
                    <a:lumMod val="65000"/>
                  </a:schemeClr>
                </a:solidFill>
                <a:latin typeface="IBM Plex Sans" panose="020B0503050203000203" pitchFamily="34" charset="0"/>
              </a:rPr>
              <a:t>T5</a:t>
            </a:r>
          </a:p>
        </p:txBody>
      </p:sp>
      <p:cxnSp>
        <p:nvCxnSpPr>
          <p:cNvPr id="511" name="Straight Connector 510">
            <a:extLst>
              <a:ext uri="{FF2B5EF4-FFF2-40B4-BE49-F238E27FC236}">
                <a16:creationId xmlns:a16="http://schemas.microsoft.com/office/drawing/2014/main" id="{3570EA7E-7B7A-6D3D-4BB6-E20190EF0019}"/>
              </a:ext>
            </a:extLst>
          </p:cNvPr>
          <p:cNvCxnSpPr>
            <a:cxnSpLocks/>
          </p:cNvCxnSpPr>
          <p:nvPr/>
        </p:nvCxnSpPr>
        <p:spPr>
          <a:xfrm>
            <a:off x="9485405" y="2619680"/>
            <a:ext cx="1828800"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72" name="Straight Connector 3071">
            <a:extLst>
              <a:ext uri="{FF2B5EF4-FFF2-40B4-BE49-F238E27FC236}">
                <a16:creationId xmlns:a16="http://schemas.microsoft.com/office/drawing/2014/main" id="{5D2BB94F-72AF-B5AC-25C5-E59A742D8351}"/>
              </a:ext>
            </a:extLst>
          </p:cNvPr>
          <p:cNvCxnSpPr>
            <a:cxnSpLocks/>
          </p:cNvCxnSpPr>
          <p:nvPr/>
        </p:nvCxnSpPr>
        <p:spPr>
          <a:xfrm>
            <a:off x="9485405" y="3143890"/>
            <a:ext cx="1828800"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73" name="Straight Connector 3072">
            <a:extLst>
              <a:ext uri="{FF2B5EF4-FFF2-40B4-BE49-F238E27FC236}">
                <a16:creationId xmlns:a16="http://schemas.microsoft.com/office/drawing/2014/main" id="{996521B0-B2F8-C243-3365-41E83B7014D0}"/>
              </a:ext>
            </a:extLst>
          </p:cNvPr>
          <p:cNvCxnSpPr>
            <a:cxnSpLocks/>
          </p:cNvCxnSpPr>
          <p:nvPr/>
        </p:nvCxnSpPr>
        <p:spPr>
          <a:xfrm>
            <a:off x="9485405" y="3668100"/>
            <a:ext cx="1828800"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75" name="Straight Connector 3074">
            <a:extLst>
              <a:ext uri="{FF2B5EF4-FFF2-40B4-BE49-F238E27FC236}">
                <a16:creationId xmlns:a16="http://schemas.microsoft.com/office/drawing/2014/main" id="{CC8DF319-851B-5A02-E1AE-E051143F11C5}"/>
              </a:ext>
            </a:extLst>
          </p:cNvPr>
          <p:cNvCxnSpPr>
            <a:cxnSpLocks/>
          </p:cNvCxnSpPr>
          <p:nvPr/>
        </p:nvCxnSpPr>
        <p:spPr>
          <a:xfrm>
            <a:off x="9485405" y="4192308"/>
            <a:ext cx="1828800"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076" name="Oval 3075">
            <a:extLst>
              <a:ext uri="{FF2B5EF4-FFF2-40B4-BE49-F238E27FC236}">
                <a16:creationId xmlns:a16="http://schemas.microsoft.com/office/drawing/2014/main" id="{E5F38733-136F-9BE3-A187-DC2CA32BE1D7}"/>
              </a:ext>
            </a:extLst>
          </p:cNvPr>
          <p:cNvSpPr/>
          <p:nvPr/>
        </p:nvSpPr>
        <p:spPr>
          <a:xfrm>
            <a:off x="8947511" y="2220414"/>
            <a:ext cx="274320" cy="274320"/>
          </a:xfrm>
          <a:prstGeom prst="ellipse">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dirty="0">
                <a:solidFill>
                  <a:schemeClr val="bg1">
                    <a:lumMod val="65000"/>
                  </a:schemeClr>
                </a:solidFill>
                <a:latin typeface="IBM Plex Sans" panose="020B0503050203000203" pitchFamily="34" charset="0"/>
              </a:rPr>
              <a:t>T1</a:t>
            </a:r>
          </a:p>
        </p:txBody>
      </p:sp>
      <p:sp>
        <p:nvSpPr>
          <p:cNvPr id="3077" name="Oval 3076">
            <a:extLst>
              <a:ext uri="{FF2B5EF4-FFF2-40B4-BE49-F238E27FC236}">
                <a16:creationId xmlns:a16="http://schemas.microsoft.com/office/drawing/2014/main" id="{B1289569-9617-52C1-30FF-91118865C58B}"/>
              </a:ext>
            </a:extLst>
          </p:cNvPr>
          <p:cNvSpPr/>
          <p:nvPr/>
        </p:nvSpPr>
        <p:spPr>
          <a:xfrm>
            <a:off x="8941911" y="2744624"/>
            <a:ext cx="274320" cy="274320"/>
          </a:xfrm>
          <a:prstGeom prst="ellipse">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dirty="0">
                <a:solidFill>
                  <a:schemeClr val="bg1">
                    <a:lumMod val="65000"/>
                  </a:schemeClr>
                </a:solidFill>
                <a:latin typeface="IBM Plex Sans" panose="020B0503050203000203" pitchFamily="34" charset="0"/>
              </a:rPr>
              <a:t>T2</a:t>
            </a:r>
          </a:p>
        </p:txBody>
      </p:sp>
      <p:sp>
        <p:nvSpPr>
          <p:cNvPr id="3078" name="Oval 3077">
            <a:extLst>
              <a:ext uri="{FF2B5EF4-FFF2-40B4-BE49-F238E27FC236}">
                <a16:creationId xmlns:a16="http://schemas.microsoft.com/office/drawing/2014/main" id="{AC068E6A-4335-8AAF-04EE-010773BADD83}"/>
              </a:ext>
            </a:extLst>
          </p:cNvPr>
          <p:cNvSpPr/>
          <p:nvPr/>
        </p:nvSpPr>
        <p:spPr>
          <a:xfrm>
            <a:off x="8947175" y="3268833"/>
            <a:ext cx="274320" cy="274320"/>
          </a:xfrm>
          <a:prstGeom prst="ellipse">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dirty="0">
                <a:solidFill>
                  <a:schemeClr val="bg1">
                    <a:lumMod val="65000"/>
                  </a:schemeClr>
                </a:solidFill>
                <a:latin typeface="IBM Plex Sans" panose="020B0503050203000203" pitchFamily="34" charset="0"/>
              </a:rPr>
              <a:t>T3</a:t>
            </a:r>
          </a:p>
        </p:txBody>
      </p:sp>
      <p:sp>
        <p:nvSpPr>
          <p:cNvPr id="3079" name="Oval 3078">
            <a:extLst>
              <a:ext uri="{FF2B5EF4-FFF2-40B4-BE49-F238E27FC236}">
                <a16:creationId xmlns:a16="http://schemas.microsoft.com/office/drawing/2014/main" id="{EF3F14BA-F01F-3BC1-A0BC-F7D624F3AC54}"/>
              </a:ext>
            </a:extLst>
          </p:cNvPr>
          <p:cNvSpPr/>
          <p:nvPr/>
        </p:nvSpPr>
        <p:spPr>
          <a:xfrm>
            <a:off x="8947175" y="3793043"/>
            <a:ext cx="274320" cy="274320"/>
          </a:xfrm>
          <a:prstGeom prst="ellipse">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dirty="0">
                <a:solidFill>
                  <a:schemeClr val="bg1">
                    <a:lumMod val="65000"/>
                  </a:schemeClr>
                </a:solidFill>
                <a:latin typeface="IBM Plex Sans" panose="020B0503050203000203" pitchFamily="34" charset="0"/>
              </a:rPr>
              <a:t>T4</a:t>
            </a:r>
          </a:p>
        </p:txBody>
      </p:sp>
      <p:sp>
        <p:nvSpPr>
          <p:cNvPr id="3080" name="Oval 3079">
            <a:extLst>
              <a:ext uri="{FF2B5EF4-FFF2-40B4-BE49-F238E27FC236}">
                <a16:creationId xmlns:a16="http://schemas.microsoft.com/office/drawing/2014/main" id="{7D2C9477-C06D-978E-539C-686445D1C8F7}"/>
              </a:ext>
            </a:extLst>
          </p:cNvPr>
          <p:cNvSpPr/>
          <p:nvPr/>
        </p:nvSpPr>
        <p:spPr>
          <a:xfrm>
            <a:off x="8947175" y="4319072"/>
            <a:ext cx="274320" cy="274320"/>
          </a:xfrm>
          <a:prstGeom prst="ellipse">
            <a:avLst/>
          </a:prstGeom>
          <a:solidFill>
            <a:schemeClr val="bg1"/>
          </a:solidFill>
          <a:ln w="63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dirty="0">
                <a:solidFill>
                  <a:schemeClr val="bg1">
                    <a:lumMod val="65000"/>
                  </a:schemeClr>
                </a:solidFill>
                <a:latin typeface="IBM Plex Sans" panose="020B0503050203000203" pitchFamily="34" charset="0"/>
              </a:rPr>
              <a:t>T5</a:t>
            </a:r>
          </a:p>
        </p:txBody>
      </p:sp>
      <p:pic>
        <p:nvPicPr>
          <p:cNvPr id="3085" name="Picture 3084">
            <a:extLst>
              <a:ext uri="{FF2B5EF4-FFF2-40B4-BE49-F238E27FC236}">
                <a16:creationId xmlns:a16="http://schemas.microsoft.com/office/drawing/2014/main" id="{9693C2B0-9051-5B36-6B45-942463424661}"/>
              </a:ext>
            </a:extLst>
          </p:cNvPr>
          <p:cNvPicPr>
            <a:picLocks noChangeAspect="1"/>
          </p:cNvPicPr>
          <p:nvPr/>
        </p:nvPicPr>
        <p:blipFill>
          <a:blip r:embed="rId47"/>
          <a:stretch>
            <a:fillRect/>
          </a:stretch>
        </p:blipFill>
        <p:spPr>
          <a:xfrm>
            <a:off x="9475046" y="2284498"/>
            <a:ext cx="453578" cy="146153"/>
          </a:xfrm>
          <a:prstGeom prst="roundRect">
            <a:avLst/>
          </a:prstGeom>
        </p:spPr>
      </p:pic>
      <p:pic>
        <p:nvPicPr>
          <p:cNvPr id="3087" name="Picture 3086">
            <a:extLst>
              <a:ext uri="{FF2B5EF4-FFF2-40B4-BE49-F238E27FC236}">
                <a16:creationId xmlns:a16="http://schemas.microsoft.com/office/drawing/2014/main" id="{3B34C438-C278-D40D-EAA0-470BDAAEFAA1}"/>
              </a:ext>
            </a:extLst>
          </p:cNvPr>
          <p:cNvPicPr>
            <a:picLocks noChangeAspect="1"/>
          </p:cNvPicPr>
          <p:nvPr/>
        </p:nvPicPr>
        <p:blipFill>
          <a:blip r:embed="rId48"/>
          <a:stretch>
            <a:fillRect/>
          </a:stretch>
        </p:blipFill>
        <p:spPr>
          <a:xfrm>
            <a:off x="9459839" y="4276816"/>
            <a:ext cx="416961" cy="156360"/>
          </a:xfrm>
          <a:prstGeom prst="roundRect">
            <a:avLst/>
          </a:prstGeom>
        </p:spPr>
      </p:pic>
      <p:pic>
        <p:nvPicPr>
          <p:cNvPr id="3089" name="Picture 3088">
            <a:extLst>
              <a:ext uri="{FF2B5EF4-FFF2-40B4-BE49-F238E27FC236}">
                <a16:creationId xmlns:a16="http://schemas.microsoft.com/office/drawing/2014/main" id="{63AFA630-73FA-DE37-E57B-231E43BAEA73}"/>
              </a:ext>
            </a:extLst>
          </p:cNvPr>
          <p:cNvPicPr>
            <a:picLocks noChangeAspect="1"/>
          </p:cNvPicPr>
          <p:nvPr/>
        </p:nvPicPr>
        <p:blipFill>
          <a:blip r:embed="rId49"/>
          <a:stretch>
            <a:fillRect/>
          </a:stretch>
        </p:blipFill>
        <p:spPr>
          <a:xfrm>
            <a:off x="9439587" y="3738730"/>
            <a:ext cx="256095" cy="189700"/>
          </a:xfrm>
          <a:prstGeom prst="roundRect">
            <a:avLst/>
          </a:prstGeom>
        </p:spPr>
      </p:pic>
      <p:pic>
        <p:nvPicPr>
          <p:cNvPr id="3091" name="Picture 3090">
            <a:extLst>
              <a:ext uri="{FF2B5EF4-FFF2-40B4-BE49-F238E27FC236}">
                <a16:creationId xmlns:a16="http://schemas.microsoft.com/office/drawing/2014/main" id="{54DBEBFB-B641-86A1-8AF3-BB162CF23691}"/>
              </a:ext>
            </a:extLst>
          </p:cNvPr>
          <p:cNvPicPr>
            <a:picLocks noChangeAspect="1"/>
          </p:cNvPicPr>
          <p:nvPr/>
        </p:nvPicPr>
        <p:blipFill>
          <a:blip r:embed="rId50"/>
          <a:stretch>
            <a:fillRect/>
          </a:stretch>
        </p:blipFill>
        <p:spPr>
          <a:xfrm>
            <a:off x="9479742" y="2703222"/>
            <a:ext cx="558096" cy="159456"/>
          </a:xfrm>
          <a:prstGeom prst="roundRect">
            <a:avLst/>
          </a:prstGeom>
        </p:spPr>
      </p:pic>
      <p:pic>
        <p:nvPicPr>
          <p:cNvPr id="3093" name="Picture 3092">
            <a:extLst>
              <a:ext uri="{FF2B5EF4-FFF2-40B4-BE49-F238E27FC236}">
                <a16:creationId xmlns:a16="http://schemas.microsoft.com/office/drawing/2014/main" id="{DED838E7-56A9-9562-A3BE-BE3E748458E0}"/>
              </a:ext>
            </a:extLst>
          </p:cNvPr>
          <p:cNvPicPr>
            <a:picLocks noChangeAspect="1"/>
          </p:cNvPicPr>
          <p:nvPr/>
        </p:nvPicPr>
        <p:blipFill>
          <a:blip r:embed="rId51"/>
          <a:stretch>
            <a:fillRect/>
          </a:stretch>
        </p:blipFill>
        <p:spPr>
          <a:xfrm>
            <a:off x="9927019" y="4276817"/>
            <a:ext cx="494293" cy="156358"/>
          </a:xfrm>
          <a:prstGeom prst="roundRect">
            <a:avLst/>
          </a:prstGeom>
        </p:spPr>
      </p:pic>
      <p:pic>
        <p:nvPicPr>
          <p:cNvPr id="3095" name="Picture 3094">
            <a:extLst>
              <a:ext uri="{FF2B5EF4-FFF2-40B4-BE49-F238E27FC236}">
                <a16:creationId xmlns:a16="http://schemas.microsoft.com/office/drawing/2014/main" id="{1603C039-3989-F884-5254-473D21B46E96}"/>
              </a:ext>
            </a:extLst>
          </p:cNvPr>
          <p:cNvPicPr>
            <a:picLocks noChangeAspect="1"/>
          </p:cNvPicPr>
          <p:nvPr/>
        </p:nvPicPr>
        <p:blipFill>
          <a:blip r:embed="rId52"/>
          <a:stretch>
            <a:fillRect/>
          </a:stretch>
        </p:blipFill>
        <p:spPr>
          <a:xfrm>
            <a:off x="10471531" y="4276817"/>
            <a:ext cx="510464" cy="153139"/>
          </a:xfrm>
          <a:prstGeom prst="roundRect">
            <a:avLst/>
          </a:prstGeom>
        </p:spPr>
      </p:pic>
      <p:pic>
        <p:nvPicPr>
          <p:cNvPr id="3097" name="Picture 3096">
            <a:extLst>
              <a:ext uri="{FF2B5EF4-FFF2-40B4-BE49-F238E27FC236}">
                <a16:creationId xmlns:a16="http://schemas.microsoft.com/office/drawing/2014/main" id="{496F55F5-1DC8-C28A-4446-74748DC5D832}"/>
              </a:ext>
            </a:extLst>
          </p:cNvPr>
          <p:cNvPicPr>
            <a:picLocks noChangeAspect="1"/>
          </p:cNvPicPr>
          <p:nvPr/>
        </p:nvPicPr>
        <p:blipFill>
          <a:blip r:embed="rId53"/>
          <a:stretch>
            <a:fillRect/>
          </a:stretch>
        </p:blipFill>
        <p:spPr>
          <a:xfrm>
            <a:off x="11032215" y="4275809"/>
            <a:ext cx="346836" cy="152398"/>
          </a:xfrm>
          <a:prstGeom prst="roundRect">
            <a:avLst/>
          </a:prstGeom>
        </p:spPr>
      </p:pic>
      <p:pic>
        <p:nvPicPr>
          <p:cNvPr id="3099" name="Picture 3098">
            <a:extLst>
              <a:ext uri="{FF2B5EF4-FFF2-40B4-BE49-F238E27FC236}">
                <a16:creationId xmlns:a16="http://schemas.microsoft.com/office/drawing/2014/main" id="{DCE7EDBC-D6B6-A042-8F81-82100D4D6FDC}"/>
              </a:ext>
            </a:extLst>
          </p:cNvPr>
          <p:cNvPicPr>
            <a:picLocks noChangeAspect="1"/>
          </p:cNvPicPr>
          <p:nvPr/>
        </p:nvPicPr>
        <p:blipFill>
          <a:blip r:embed="rId54"/>
          <a:stretch>
            <a:fillRect/>
          </a:stretch>
        </p:blipFill>
        <p:spPr>
          <a:xfrm>
            <a:off x="9756187" y="3777287"/>
            <a:ext cx="511761" cy="112587"/>
          </a:xfrm>
          <a:prstGeom prst="roundRect">
            <a:avLst/>
          </a:prstGeom>
        </p:spPr>
      </p:pic>
      <p:pic>
        <p:nvPicPr>
          <p:cNvPr id="3100" name="Picture 3099">
            <a:extLst>
              <a:ext uri="{FF2B5EF4-FFF2-40B4-BE49-F238E27FC236}">
                <a16:creationId xmlns:a16="http://schemas.microsoft.com/office/drawing/2014/main" id="{5B2CEEE9-6552-8C18-4FB0-F3DCBABCE987}"/>
              </a:ext>
            </a:extLst>
          </p:cNvPr>
          <p:cNvPicPr>
            <a:picLocks noChangeAspect="1"/>
          </p:cNvPicPr>
          <p:nvPr/>
        </p:nvPicPr>
        <p:blipFill>
          <a:blip r:embed="rId9"/>
          <a:stretch>
            <a:fillRect/>
          </a:stretch>
        </p:blipFill>
        <p:spPr>
          <a:xfrm>
            <a:off x="9994952" y="2285949"/>
            <a:ext cx="411845" cy="143250"/>
          </a:xfrm>
          <a:prstGeom prst="roundRect">
            <a:avLst/>
          </a:prstGeom>
        </p:spPr>
      </p:pic>
      <p:pic>
        <p:nvPicPr>
          <p:cNvPr id="3102" name="Picture 3101">
            <a:extLst>
              <a:ext uri="{FF2B5EF4-FFF2-40B4-BE49-F238E27FC236}">
                <a16:creationId xmlns:a16="http://schemas.microsoft.com/office/drawing/2014/main" id="{3C38EE85-44DF-A730-ABD3-8F757B5DA565}"/>
              </a:ext>
            </a:extLst>
          </p:cNvPr>
          <p:cNvPicPr>
            <a:picLocks noChangeAspect="1"/>
          </p:cNvPicPr>
          <p:nvPr/>
        </p:nvPicPr>
        <p:blipFill>
          <a:blip r:embed="rId55"/>
          <a:stretch>
            <a:fillRect/>
          </a:stretch>
        </p:blipFill>
        <p:spPr>
          <a:xfrm>
            <a:off x="10118788" y="2703222"/>
            <a:ext cx="274320" cy="155448"/>
          </a:xfrm>
          <a:prstGeom prst="roundRect">
            <a:avLst/>
          </a:prstGeom>
        </p:spPr>
      </p:pic>
      <p:pic>
        <p:nvPicPr>
          <p:cNvPr id="3103" name="Picture 3102">
            <a:extLst>
              <a:ext uri="{FF2B5EF4-FFF2-40B4-BE49-F238E27FC236}">
                <a16:creationId xmlns:a16="http://schemas.microsoft.com/office/drawing/2014/main" id="{EC8CEDA2-15EB-4883-9D1D-0A7DCC6FD876}"/>
              </a:ext>
            </a:extLst>
          </p:cNvPr>
          <p:cNvPicPr>
            <a:picLocks noChangeAspect="1"/>
          </p:cNvPicPr>
          <p:nvPr/>
        </p:nvPicPr>
        <p:blipFill>
          <a:blip r:embed="rId16"/>
          <a:stretch>
            <a:fillRect/>
          </a:stretch>
        </p:blipFill>
        <p:spPr>
          <a:xfrm>
            <a:off x="10474058" y="2703222"/>
            <a:ext cx="499927" cy="135226"/>
          </a:xfrm>
          <a:prstGeom prst="roundRect">
            <a:avLst/>
          </a:prstGeom>
        </p:spPr>
      </p:pic>
      <p:pic>
        <p:nvPicPr>
          <p:cNvPr id="3104" name="Picture 3103">
            <a:extLst>
              <a:ext uri="{FF2B5EF4-FFF2-40B4-BE49-F238E27FC236}">
                <a16:creationId xmlns:a16="http://schemas.microsoft.com/office/drawing/2014/main" id="{087B997E-77C9-0902-F8E3-F163028117D2}"/>
              </a:ext>
            </a:extLst>
          </p:cNvPr>
          <p:cNvPicPr>
            <a:picLocks noChangeAspect="1"/>
          </p:cNvPicPr>
          <p:nvPr/>
        </p:nvPicPr>
        <p:blipFill>
          <a:blip r:embed="rId17"/>
          <a:stretch>
            <a:fillRect/>
          </a:stretch>
        </p:blipFill>
        <p:spPr>
          <a:xfrm>
            <a:off x="11054936" y="2700461"/>
            <a:ext cx="382768" cy="153107"/>
          </a:xfrm>
          <a:prstGeom prst="roundRect">
            <a:avLst/>
          </a:prstGeom>
        </p:spPr>
      </p:pic>
      <p:pic>
        <p:nvPicPr>
          <p:cNvPr id="3106" name="Picture 3105">
            <a:extLst>
              <a:ext uri="{FF2B5EF4-FFF2-40B4-BE49-F238E27FC236}">
                <a16:creationId xmlns:a16="http://schemas.microsoft.com/office/drawing/2014/main" id="{70FD0811-F7BC-7B07-615B-9EC7686E2554}"/>
              </a:ext>
            </a:extLst>
          </p:cNvPr>
          <p:cNvPicPr>
            <a:picLocks noChangeAspect="1"/>
          </p:cNvPicPr>
          <p:nvPr/>
        </p:nvPicPr>
        <p:blipFill>
          <a:blip r:embed="rId56"/>
          <a:stretch>
            <a:fillRect/>
          </a:stretch>
        </p:blipFill>
        <p:spPr>
          <a:xfrm>
            <a:off x="10694196" y="3773393"/>
            <a:ext cx="395515" cy="120374"/>
          </a:xfrm>
          <a:prstGeom prst="roundRect">
            <a:avLst/>
          </a:prstGeom>
        </p:spPr>
      </p:pic>
      <p:pic>
        <p:nvPicPr>
          <p:cNvPr id="3108" name="Picture 3107">
            <a:extLst>
              <a:ext uri="{FF2B5EF4-FFF2-40B4-BE49-F238E27FC236}">
                <a16:creationId xmlns:a16="http://schemas.microsoft.com/office/drawing/2014/main" id="{C5A7F1D9-3D49-AEF3-BA13-30E229BC7D2D}"/>
              </a:ext>
            </a:extLst>
          </p:cNvPr>
          <p:cNvPicPr>
            <a:picLocks noChangeAspect="1"/>
          </p:cNvPicPr>
          <p:nvPr/>
        </p:nvPicPr>
        <p:blipFill>
          <a:blip r:embed="rId57"/>
          <a:stretch>
            <a:fillRect/>
          </a:stretch>
        </p:blipFill>
        <p:spPr>
          <a:xfrm>
            <a:off x="10328453" y="3770625"/>
            <a:ext cx="305238" cy="125911"/>
          </a:xfrm>
          <a:prstGeom prst="roundRect">
            <a:avLst/>
          </a:prstGeom>
        </p:spPr>
      </p:pic>
      <p:pic>
        <p:nvPicPr>
          <p:cNvPr id="3110" name="Picture 3109">
            <a:extLst>
              <a:ext uri="{FF2B5EF4-FFF2-40B4-BE49-F238E27FC236}">
                <a16:creationId xmlns:a16="http://schemas.microsoft.com/office/drawing/2014/main" id="{695A69B7-5341-3BA2-4A43-9D0908DED7BF}"/>
              </a:ext>
            </a:extLst>
          </p:cNvPr>
          <p:cNvPicPr>
            <a:picLocks noChangeAspect="1"/>
          </p:cNvPicPr>
          <p:nvPr/>
        </p:nvPicPr>
        <p:blipFill>
          <a:blip r:embed="rId58"/>
          <a:stretch>
            <a:fillRect/>
          </a:stretch>
        </p:blipFill>
        <p:spPr>
          <a:xfrm>
            <a:off x="9356035" y="3327638"/>
            <a:ext cx="429500" cy="156710"/>
          </a:xfrm>
          <a:prstGeom prst="roundRect">
            <a:avLst/>
          </a:prstGeom>
        </p:spPr>
      </p:pic>
      <p:pic>
        <p:nvPicPr>
          <p:cNvPr id="3111" name="Picture 3110">
            <a:extLst>
              <a:ext uri="{FF2B5EF4-FFF2-40B4-BE49-F238E27FC236}">
                <a16:creationId xmlns:a16="http://schemas.microsoft.com/office/drawing/2014/main" id="{A3FDD58D-EB5A-52B3-372F-167122FE284D}"/>
              </a:ext>
            </a:extLst>
          </p:cNvPr>
          <p:cNvPicPr>
            <a:picLocks noChangeAspect="1"/>
          </p:cNvPicPr>
          <p:nvPr/>
        </p:nvPicPr>
        <p:blipFill>
          <a:blip r:embed="rId19"/>
          <a:stretch>
            <a:fillRect/>
          </a:stretch>
        </p:blipFill>
        <p:spPr>
          <a:xfrm>
            <a:off x="10473125" y="2286161"/>
            <a:ext cx="385632" cy="142827"/>
          </a:xfrm>
          <a:prstGeom prst="roundRect">
            <a:avLst/>
          </a:prstGeom>
        </p:spPr>
      </p:pic>
      <p:pic>
        <p:nvPicPr>
          <p:cNvPr id="3113" name="Picture 3112">
            <a:extLst>
              <a:ext uri="{FF2B5EF4-FFF2-40B4-BE49-F238E27FC236}">
                <a16:creationId xmlns:a16="http://schemas.microsoft.com/office/drawing/2014/main" id="{BE54C617-8D55-3AFB-C0DF-E625196B1F52}"/>
              </a:ext>
            </a:extLst>
          </p:cNvPr>
          <p:cNvPicPr>
            <a:picLocks noChangeAspect="1"/>
          </p:cNvPicPr>
          <p:nvPr/>
        </p:nvPicPr>
        <p:blipFill>
          <a:blip r:embed="rId59"/>
          <a:stretch>
            <a:fillRect/>
          </a:stretch>
        </p:blipFill>
        <p:spPr>
          <a:xfrm>
            <a:off x="9695914" y="2914260"/>
            <a:ext cx="366153" cy="151343"/>
          </a:xfrm>
          <a:prstGeom prst="roundRect">
            <a:avLst/>
          </a:prstGeom>
        </p:spPr>
      </p:pic>
      <p:pic>
        <p:nvPicPr>
          <p:cNvPr id="3115" name="Picture 3114">
            <a:extLst>
              <a:ext uri="{FF2B5EF4-FFF2-40B4-BE49-F238E27FC236}">
                <a16:creationId xmlns:a16="http://schemas.microsoft.com/office/drawing/2014/main" id="{71D3F8D1-6778-2911-0C35-4FB64A79C090}"/>
              </a:ext>
            </a:extLst>
          </p:cNvPr>
          <p:cNvPicPr>
            <a:picLocks noChangeAspect="1"/>
          </p:cNvPicPr>
          <p:nvPr/>
        </p:nvPicPr>
        <p:blipFill>
          <a:blip r:embed="rId60"/>
          <a:stretch>
            <a:fillRect/>
          </a:stretch>
        </p:blipFill>
        <p:spPr>
          <a:xfrm>
            <a:off x="9614888" y="4478977"/>
            <a:ext cx="476404" cy="142374"/>
          </a:xfrm>
          <a:prstGeom prst="roundRect">
            <a:avLst/>
          </a:prstGeom>
        </p:spPr>
      </p:pic>
      <p:pic>
        <p:nvPicPr>
          <p:cNvPr id="3117" name="Picture 3116">
            <a:extLst>
              <a:ext uri="{FF2B5EF4-FFF2-40B4-BE49-F238E27FC236}">
                <a16:creationId xmlns:a16="http://schemas.microsoft.com/office/drawing/2014/main" id="{60DEC5DC-4C55-B7AF-A63F-D0C80A945FE0}"/>
              </a:ext>
            </a:extLst>
          </p:cNvPr>
          <p:cNvPicPr>
            <a:picLocks noChangeAspect="1"/>
          </p:cNvPicPr>
          <p:nvPr/>
        </p:nvPicPr>
        <p:blipFill>
          <a:blip r:embed="rId61"/>
          <a:stretch>
            <a:fillRect/>
          </a:stretch>
        </p:blipFill>
        <p:spPr>
          <a:xfrm>
            <a:off x="9832325" y="3326583"/>
            <a:ext cx="365768" cy="158821"/>
          </a:xfrm>
          <a:prstGeom prst="roundRect">
            <a:avLst/>
          </a:prstGeom>
        </p:spPr>
      </p:pic>
      <p:pic>
        <p:nvPicPr>
          <p:cNvPr id="3119" name="Picture 3118">
            <a:extLst>
              <a:ext uri="{FF2B5EF4-FFF2-40B4-BE49-F238E27FC236}">
                <a16:creationId xmlns:a16="http://schemas.microsoft.com/office/drawing/2014/main" id="{4D899BAF-9514-C5AC-A580-C073820522BD}"/>
              </a:ext>
            </a:extLst>
          </p:cNvPr>
          <p:cNvPicPr>
            <a:picLocks noChangeAspect="1"/>
          </p:cNvPicPr>
          <p:nvPr/>
        </p:nvPicPr>
        <p:blipFill>
          <a:blip r:embed="rId62"/>
          <a:stretch>
            <a:fillRect/>
          </a:stretch>
        </p:blipFill>
        <p:spPr>
          <a:xfrm>
            <a:off x="10244883" y="3329521"/>
            <a:ext cx="419179" cy="152944"/>
          </a:xfrm>
          <a:prstGeom prst="roundRect">
            <a:avLst/>
          </a:prstGeom>
        </p:spPr>
      </p:pic>
      <p:pic>
        <p:nvPicPr>
          <p:cNvPr id="3121" name="Picture 3120">
            <a:extLst>
              <a:ext uri="{FF2B5EF4-FFF2-40B4-BE49-F238E27FC236}">
                <a16:creationId xmlns:a16="http://schemas.microsoft.com/office/drawing/2014/main" id="{0F072679-1E1A-F58F-CB98-3B07EE22455F}"/>
              </a:ext>
            </a:extLst>
          </p:cNvPr>
          <p:cNvPicPr>
            <a:picLocks noChangeAspect="1"/>
          </p:cNvPicPr>
          <p:nvPr/>
        </p:nvPicPr>
        <p:blipFill>
          <a:blip r:embed="rId63"/>
          <a:stretch>
            <a:fillRect/>
          </a:stretch>
        </p:blipFill>
        <p:spPr>
          <a:xfrm>
            <a:off x="10925084" y="2286162"/>
            <a:ext cx="497724" cy="142825"/>
          </a:xfrm>
          <a:prstGeom prst="roundRect">
            <a:avLst/>
          </a:prstGeom>
        </p:spPr>
      </p:pic>
      <p:pic>
        <p:nvPicPr>
          <p:cNvPr id="3123" name="Picture 3122">
            <a:extLst>
              <a:ext uri="{FF2B5EF4-FFF2-40B4-BE49-F238E27FC236}">
                <a16:creationId xmlns:a16="http://schemas.microsoft.com/office/drawing/2014/main" id="{8C25166A-47E8-F487-2182-C81EB531E995}"/>
              </a:ext>
            </a:extLst>
          </p:cNvPr>
          <p:cNvPicPr>
            <a:picLocks noChangeAspect="1"/>
          </p:cNvPicPr>
          <p:nvPr/>
        </p:nvPicPr>
        <p:blipFill>
          <a:blip r:embed="rId64"/>
          <a:stretch>
            <a:fillRect/>
          </a:stretch>
        </p:blipFill>
        <p:spPr>
          <a:xfrm>
            <a:off x="10133975" y="4476914"/>
            <a:ext cx="267147" cy="146500"/>
          </a:xfrm>
          <a:prstGeom prst="roundRect">
            <a:avLst/>
          </a:prstGeom>
        </p:spPr>
      </p:pic>
      <p:pic>
        <p:nvPicPr>
          <p:cNvPr id="3125" name="Picture 3124">
            <a:extLst>
              <a:ext uri="{FF2B5EF4-FFF2-40B4-BE49-F238E27FC236}">
                <a16:creationId xmlns:a16="http://schemas.microsoft.com/office/drawing/2014/main" id="{7B6F2A55-CF17-22FF-D8E3-BB77CD61017E}"/>
              </a:ext>
            </a:extLst>
          </p:cNvPr>
          <p:cNvPicPr>
            <a:picLocks noChangeAspect="1"/>
          </p:cNvPicPr>
          <p:nvPr/>
        </p:nvPicPr>
        <p:blipFill>
          <a:blip r:embed="rId65"/>
          <a:stretch>
            <a:fillRect/>
          </a:stretch>
        </p:blipFill>
        <p:spPr>
          <a:xfrm>
            <a:off x="9632166" y="4005061"/>
            <a:ext cx="299054" cy="122341"/>
          </a:xfrm>
          <a:prstGeom prst="roundRect">
            <a:avLst/>
          </a:prstGeom>
        </p:spPr>
      </p:pic>
      <p:pic>
        <p:nvPicPr>
          <p:cNvPr id="3127" name="Picture 3126">
            <a:extLst>
              <a:ext uri="{FF2B5EF4-FFF2-40B4-BE49-F238E27FC236}">
                <a16:creationId xmlns:a16="http://schemas.microsoft.com/office/drawing/2014/main" id="{E3B333BC-5027-A91D-746A-78A924CF86BE}"/>
              </a:ext>
            </a:extLst>
          </p:cNvPr>
          <p:cNvPicPr>
            <a:picLocks noChangeAspect="1"/>
          </p:cNvPicPr>
          <p:nvPr/>
        </p:nvPicPr>
        <p:blipFill>
          <a:blip r:embed="rId66"/>
          <a:stretch>
            <a:fillRect/>
          </a:stretch>
        </p:blipFill>
        <p:spPr>
          <a:xfrm>
            <a:off x="10136688" y="2914260"/>
            <a:ext cx="532282" cy="158552"/>
          </a:xfrm>
          <a:prstGeom prst="roundRect">
            <a:avLst/>
          </a:prstGeom>
        </p:spPr>
      </p:pic>
      <p:pic>
        <p:nvPicPr>
          <p:cNvPr id="3129" name="Picture 3128">
            <a:extLst>
              <a:ext uri="{FF2B5EF4-FFF2-40B4-BE49-F238E27FC236}">
                <a16:creationId xmlns:a16="http://schemas.microsoft.com/office/drawing/2014/main" id="{947D8A5A-35AB-AFF0-69AE-25F0424805B4}"/>
              </a:ext>
            </a:extLst>
          </p:cNvPr>
          <p:cNvPicPr>
            <a:picLocks noChangeAspect="1"/>
          </p:cNvPicPr>
          <p:nvPr/>
        </p:nvPicPr>
        <p:blipFill>
          <a:blip r:embed="rId67"/>
          <a:stretch>
            <a:fillRect/>
          </a:stretch>
        </p:blipFill>
        <p:spPr>
          <a:xfrm>
            <a:off x="10710852" y="3336976"/>
            <a:ext cx="521463" cy="138034"/>
          </a:xfrm>
          <a:prstGeom prst="roundRect">
            <a:avLst/>
          </a:prstGeom>
        </p:spPr>
      </p:pic>
      <p:pic>
        <p:nvPicPr>
          <p:cNvPr id="3131" name="Picture 3130">
            <a:extLst>
              <a:ext uri="{FF2B5EF4-FFF2-40B4-BE49-F238E27FC236}">
                <a16:creationId xmlns:a16="http://schemas.microsoft.com/office/drawing/2014/main" id="{47839964-CEA1-890D-DBC1-E2CAE3072A26}"/>
              </a:ext>
            </a:extLst>
          </p:cNvPr>
          <p:cNvPicPr>
            <a:picLocks noChangeAspect="1"/>
          </p:cNvPicPr>
          <p:nvPr/>
        </p:nvPicPr>
        <p:blipFill>
          <a:blip r:embed="rId68"/>
          <a:stretch>
            <a:fillRect/>
          </a:stretch>
        </p:blipFill>
        <p:spPr>
          <a:xfrm>
            <a:off x="9971213" y="3997226"/>
            <a:ext cx="521369" cy="138010"/>
          </a:xfrm>
          <a:prstGeom prst="roundRect">
            <a:avLst/>
          </a:prstGeom>
        </p:spPr>
      </p:pic>
      <p:pic>
        <p:nvPicPr>
          <p:cNvPr id="3133" name="Picture 3132">
            <a:extLst>
              <a:ext uri="{FF2B5EF4-FFF2-40B4-BE49-F238E27FC236}">
                <a16:creationId xmlns:a16="http://schemas.microsoft.com/office/drawing/2014/main" id="{08FD0B7B-55A2-400E-20D4-F730FA15FB42}"/>
              </a:ext>
            </a:extLst>
          </p:cNvPr>
          <p:cNvPicPr>
            <a:picLocks noChangeAspect="1"/>
          </p:cNvPicPr>
          <p:nvPr/>
        </p:nvPicPr>
        <p:blipFill>
          <a:blip r:embed="rId69"/>
          <a:stretch>
            <a:fillRect/>
          </a:stretch>
        </p:blipFill>
        <p:spPr>
          <a:xfrm>
            <a:off x="10532575" y="4000936"/>
            <a:ext cx="404829" cy="130590"/>
          </a:xfrm>
          <a:prstGeom prst="roundRect">
            <a:avLst/>
          </a:prstGeom>
        </p:spPr>
      </p:pic>
      <p:pic>
        <p:nvPicPr>
          <p:cNvPr id="3135" name="Picture 3134">
            <a:extLst>
              <a:ext uri="{FF2B5EF4-FFF2-40B4-BE49-F238E27FC236}">
                <a16:creationId xmlns:a16="http://schemas.microsoft.com/office/drawing/2014/main" id="{314E479B-9D25-5D12-AD99-DBE158F757BB}"/>
              </a:ext>
            </a:extLst>
          </p:cNvPr>
          <p:cNvPicPr>
            <a:picLocks noChangeAspect="1"/>
          </p:cNvPicPr>
          <p:nvPr/>
        </p:nvPicPr>
        <p:blipFill>
          <a:blip r:embed="rId70"/>
          <a:stretch>
            <a:fillRect/>
          </a:stretch>
        </p:blipFill>
        <p:spPr>
          <a:xfrm>
            <a:off x="10977396" y="3992645"/>
            <a:ext cx="282414" cy="147173"/>
          </a:xfrm>
          <a:prstGeom prst="roundRect">
            <a:avLst/>
          </a:prstGeom>
        </p:spPr>
      </p:pic>
      <p:pic>
        <p:nvPicPr>
          <p:cNvPr id="3137" name="Picture 3136">
            <a:extLst>
              <a:ext uri="{FF2B5EF4-FFF2-40B4-BE49-F238E27FC236}">
                <a16:creationId xmlns:a16="http://schemas.microsoft.com/office/drawing/2014/main" id="{FB7E0EBA-70A9-8A41-05A6-56D82A0C16D4}"/>
              </a:ext>
            </a:extLst>
          </p:cNvPr>
          <p:cNvPicPr>
            <a:picLocks noChangeAspect="1"/>
          </p:cNvPicPr>
          <p:nvPr/>
        </p:nvPicPr>
        <p:blipFill>
          <a:blip r:embed="rId71"/>
          <a:stretch>
            <a:fillRect/>
          </a:stretch>
        </p:blipFill>
        <p:spPr>
          <a:xfrm>
            <a:off x="10736377" y="2914260"/>
            <a:ext cx="369314" cy="144263"/>
          </a:xfrm>
          <a:prstGeom prst="roundRect">
            <a:avLst/>
          </a:prstGeom>
        </p:spPr>
      </p:pic>
      <p:pic>
        <p:nvPicPr>
          <p:cNvPr id="3139" name="Picture 3138">
            <a:extLst>
              <a:ext uri="{FF2B5EF4-FFF2-40B4-BE49-F238E27FC236}">
                <a16:creationId xmlns:a16="http://schemas.microsoft.com/office/drawing/2014/main" id="{8BB85F00-281B-8B61-9F22-524E2659B364}"/>
              </a:ext>
            </a:extLst>
          </p:cNvPr>
          <p:cNvPicPr>
            <a:picLocks noChangeAspect="1"/>
          </p:cNvPicPr>
          <p:nvPr/>
        </p:nvPicPr>
        <p:blipFill>
          <a:blip r:embed="rId72"/>
          <a:stretch>
            <a:fillRect/>
          </a:stretch>
        </p:blipFill>
        <p:spPr>
          <a:xfrm>
            <a:off x="10443805" y="4485286"/>
            <a:ext cx="331101" cy="129756"/>
          </a:xfrm>
          <a:prstGeom prst="roundRect">
            <a:avLst/>
          </a:prstGeom>
        </p:spPr>
      </p:pic>
      <p:pic>
        <p:nvPicPr>
          <p:cNvPr id="3141" name="Picture 3140">
            <a:extLst>
              <a:ext uri="{FF2B5EF4-FFF2-40B4-BE49-F238E27FC236}">
                <a16:creationId xmlns:a16="http://schemas.microsoft.com/office/drawing/2014/main" id="{3563A9A1-4C39-4BC1-5700-C1B22871EB96}"/>
              </a:ext>
            </a:extLst>
          </p:cNvPr>
          <p:cNvPicPr>
            <a:picLocks noChangeAspect="1"/>
          </p:cNvPicPr>
          <p:nvPr/>
        </p:nvPicPr>
        <p:blipFill>
          <a:blip r:embed="rId73"/>
          <a:stretch>
            <a:fillRect/>
          </a:stretch>
        </p:blipFill>
        <p:spPr>
          <a:xfrm>
            <a:off x="10817589" y="4480801"/>
            <a:ext cx="425748" cy="138727"/>
          </a:xfrm>
          <a:prstGeom prst="roundRect">
            <a:avLst/>
          </a:prstGeom>
        </p:spPr>
      </p:pic>
      <p:pic>
        <p:nvPicPr>
          <p:cNvPr id="3143" name="Picture 3142">
            <a:extLst>
              <a:ext uri="{FF2B5EF4-FFF2-40B4-BE49-F238E27FC236}">
                <a16:creationId xmlns:a16="http://schemas.microsoft.com/office/drawing/2014/main" id="{C0267ACB-1F5D-EBB4-56B1-874B54789F96}"/>
              </a:ext>
            </a:extLst>
          </p:cNvPr>
          <p:cNvPicPr>
            <a:picLocks noChangeAspect="1"/>
          </p:cNvPicPr>
          <p:nvPr/>
        </p:nvPicPr>
        <p:blipFill>
          <a:blip r:embed="rId74"/>
          <a:stretch>
            <a:fillRect/>
          </a:stretch>
        </p:blipFill>
        <p:spPr>
          <a:xfrm>
            <a:off x="11279107" y="3329793"/>
            <a:ext cx="309418" cy="152400"/>
          </a:xfrm>
          <a:prstGeom prst="roundRect">
            <a:avLst/>
          </a:prstGeom>
        </p:spPr>
      </p:pic>
      <p:pic>
        <p:nvPicPr>
          <p:cNvPr id="3145" name="Picture 3144">
            <a:extLst>
              <a:ext uri="{FF2B5EF4-FFF2-40B4-BE49-F238E27FC236}">
                <a16:creationId xmlns:a16="http://schemas.microsoft.com/office/drawing/2014/main" id="{14978370-52FD-C151-287A-7AA082177C3C}"/>
              </a:ext>
            </a:extLst>
          </p:cNvPr>
          <p:cNvPicPr>
            <a:picLocks noChangeAspect="1"/>
          </p:cNvPicPr>
          <p:nvPr/>
        </p:nvPicPr>
        <p:blipFill>
          <a:blip r:embed="rId75"/>
          <a:stretch>
            <a:fillRect/>
          </a:stretch>
        </p:blipFill>
        <p:spPr>
          <a:xfrm>
            <a:off x="11150215" y="3765496"/>
            <a:ext cx="327980" cy="135565"/>
          </a:xfrm>
          <a:prstGeom prst="roundRect">
            <a:avLst/>
          </a:prstGeom>
        </p:spPr>
      </p:pic>
      <p:sp>
        <p:nvSpPr>
          <p:cNvPr id="3147" name="Google Shape;1171;g3b0a07b424d_1_872">
            <a:extLst>
              <a:ext uri="{FF2B5EF4-FFF2-40B4-BE49-F238E27FC236}">
                <a16:creationId xmlns:a16="http://schemas.microsoft.com/office/drawing/2014/main" id="{3BDAF9E8-CA63-E405-521C-E290185AE9E5}"/>
              </a:ext>
            </a:extLst>
          </p:cNvPr>
          <p:cNvSpPr txBox="1"/>
          <p:nvPr/>
        </p:nvSpPr>
        <p:spPr>
          <a:xfrm>
            <a:off x="368300" y="6392131"/>
            <a:ext cx="10641076" cy="107722"/>
          </a:xfrm>
          <a:prstGeom prst="rect">
            <a:avLst/>
          </a:prstGeom>
          <a:noFill/>
          <a:ln>
            <a:noFill/>
          </a:ln>
        </p:spPr>
        <p:txBody>
          <a:bodyPr spcFirstLastPara="1" wrap="square" lIns="0" tIns="0" rIns="0" bIns="0" anchor="b" anchorCtr="0">
            <a:spAutoFit/>
          </a:bodyPr>
          <a:lstStyle/>
          <a:p>
            <a:pPr lvl="0">
              <a:buSzPts val="600"/>
            </a:pPr>
            <a:r>
              <a:rPr lang="en-US" sz="700" b="0" i="0" strike="noStrike" cap="none" noProof="0" dirty="0">
                <a:solidFill>
                  <a:schemeClr val="bg1">
                    <a:lumMod val="50000"/>
                  </a:schemeClr>
                </a:solidFill>
                <a:latin typeface="IBM Plex Sans"/>
                <a:ea typeface="Calibri"/>
                <a:cs typeface="Calibri"/>
                <a:sym typeface="Calibri"/>
              </a:rPr>
              <a:t>Sources</a:t>
            </a:r>
            <a:r>
              <a:rPr lang="en-US" sz="700" b="1" i="0" strike="noStrike" cap="none" noProof="0" dirty="0">
                <a:solidFill>
                  <a:schemeClr val="bg1">
                    <a:lumMod val="50000"/>
                  </a:schemeClr>
                </a:solidFill>
                <a:latin typeface="IBM Plex Sans"/>
                <a:ea typeface="Calibri"/>
                <a:cs typeface="Calibri"/>
                <a:sym typeface="Calibri"/>
              </a:rPr>
              <a:t>: </a:t>
            </a:r>
            <a:r>
              <a:rPr lang="en-US" sz="700" b="0" i="0" strike="noStrike" cap="none" noProof="0" dirty="0">
                <a:solidFill>
                  <a:schemeClr val="bg1">
                    <a:lumMod val="50000"/>
                  </a:schemeClr>
                </a:solidFill>
                <a:latin typeface="IBM Plex Sans"/>
                <a:ea typeface="Calibri"/>
                <a:cs typeface="Calibri"/>
                <a:sym typeface="Calibri"/>
              </a:rPr>
              <a:t>Andreessen </a:t>
            </a:r>
            <a:r>
              <a:rPr lang="en-US" sz="700" dirty="0">
                <a:solidFill>
                  <a:schemeClr val="bg1">
                    <a:lumMod val="50000"/>
                  </a:schemeClr>
                </a:solidFill>
                <a:latin typeface="IBM Plex Sans"/>
                <a:ea typeface="Calibri"/>
                <a:cs typeface="Calibri"/>
                <a:sym typeface="Calibri"/>
              </a:rPr>
              <a:t>Horowitz (1) </a:t>
            </a:r>
            <a:r>
              <a:rPr lang="en-US" sz="700" dirty="0">
                <a:solidFill>
                  <a:schemeClr val="bg1">
                    <a:lumMod val="50000"/>
                  </a:schemeClr>
                </a:solidFill>
                <a:latin typeface="IBM Plex Sans"/>
                <a:ea typeface="Calibri"/>
                <a:cs typeface="Calibri"/>
                <a:sym typeface="Calibri"/>
                <a:hlinkClick r:id="rId76">
                  <a:extLst>
                    <a:ext uri="{A12FA001-AC4F-418D-AE19-62706E023703}">
                      <ahyp:hlinkClr xmlns:ahyp="http://schemas.microsoft.com/office/drawing/2018/hyperlinkcolor" val="tx"/>
                    </a:ext>
                  </a:extLst>
                </a:hlinkClick>
              </a:rPr>
              <a:t>Aug 2024</a:t>
            </a:r>
            <a:r>
              <a:rPr lang="en-US" sz="700" dirty="0">
                <a:solidFill>
                  <a:schemeClr val="bg1">
                    <a:lumMod val="50000"/>
                  </a:schemeClr>
                </a:solidFill>
                <a:latin typeface="IBM Plex Sans"/>
                <a:ea typeface="Calibri"/>
                <a:cs typeface="Calibri"/>
                <a:sym typeface="Calibri"/>
              </a:rPr>
              <a:t>, </a:t>
            </a:r>
            <a:r>
              <a:rPr lang="en-US" sz="700" b="0" i="0" strike="noStrike" cap="none" noProof="0" dirty="0">
                <a:solidFill>
                  <a:schemeClr val="bg1">
                    <a:lumMod val="50000"/>
                  </a:schemeClr>
                </a:solidFill>
                <a:latin typeface="IBM Plex Sans"/>
                <a:ea typeface="Calibri"/>
                <a:cs typeface="Calibri"/>
                <a:sym typeface="Calibri"/>
              </a:rPr>
              <a:t>(2) </a:t>
            </a:r>
            <a:r>
              <a:rPr lang="en-US" sz="700" b="0" i="0" strike="noStrike" cap="none" noProof="0" dirty="0">
                <a:solidFill>
                  <a:schemeClr val="bg1">
                    <a:lumMod val="50000"/>
                  </a:schemeClr>
                </a:solidFill>
                <a:latin typeface="IBM Plex Sans"/>
                <a:ea typeface="Calibri"/>
                <a:cs typeface="Calibri"/>
                <a:sym typeface="Calibri"/>
                <a:hlinkClick r:id="rId77">
                  <a:extLst>
                    <a:ext uri="{A12FA001-AC4F-418D-AE19-62706E023703}">
                      <ahyp:hlinkClr xmlns:ahyp="http://schemas.microsoft.com/office/drawing/2018/hyperlinkcolor" val="tx"/>
                    </a:ext>
                  </a:extLst>
                </a:hlinkClick>
              </a:rPr>
              <a:t>Mar 2025</a:t>
            </a:r>
            <a:r>
              <a:rPr lang="en-US" sz="700" b="0" i="0" strike="noStrike" cap="none" noProof="0" dirty="0">
                <a:solidFill>
                  <a:schemeClr val="bg1">
                    <a:lumMod val="50000"/>
                  </a:schemeClr>
                </a:solidFill>
                <a:latin typeface="IBM Plex Sans"/>
                <a:ea typeface="Calibri"/>
                <a:cs typeface="Calibri"/>
                <a:sym typeface="Calibri"/>
              </a:rPr>
              <a:t>,</a:t>
            </a:r>
            <a:r>
              <a:rPr lang="en-US" sz="700" dirty="0">
                <a:solidFill>
                  <a:schemeClr val="bg1">
                    <a:lumMod val="50000"/>
                  </a:schemeClr>
                </a:solidFill>
                <a:latin typeface="IBM Plex Sans"/>
                <a:ea typeface="Calibri"/>
                <a:cs typeface="Calibri"/>
                <a:sym typeface="Calibri"/>
              </a:rPr>
              <a:t> (3) </a:t>
            </a:r>
            <a:r>
              <a:rPr lang="en-US" sz="700" dirty="0">
                <a:solidFill>
                  <a:schemeClr val="bg1">
                    <a:lumMod val="50000"/>
                  </a:schemeClr>
                </a:solidFill>
                <a:latin typeface="IBM Plex Sans"/>
                <a:ea typeface="Calibri"/>
                <a:cs typeface="Calibri"/>
                <a:sym typeface="Calibri"/>
                <a:hlinkClick r:id="rId78">
                  <a:extLst>
                    <a:ext uri="{A12FA001-AC4F-418D-AE19-62706E023703}">
                      <ahyp:hlinkClr xmlns:ahyp="http://schemas.microsoft.com/office/drawing/2018/hyperlinkcolor" val="tx"/>
                    </a:ext>
                  </a:extLst>
                </a:hlinkClick>
              </a:rPr>
              <a:t>Aug 2025</a:t>
            </a:r>
            <a:r>
              <a:rPr lang="en-US" sz="700" dirty="0">
                <a:solidFill>
                  <a:schemeClr val="bg1">
                    <a:lumMod val="50000"/>
                  </a:schemeClr>
                </a:solidFill>
                <a:latin typeface="IBM Plex Sans"/>
                <a:ea typeface="Calibri"/>
                <a:cs typeface="Calibri"/>
                <a:sym typeface="Calibri"/>
              </a:rPr>
              <a:t>, </a:t>
            </a:r>
            <a:r>
              <a:rPr lang="en-US" sz="700" b="0" i="0" strike="noStrike" cap="none" noProof="0" dirty="0">
                <a:solidFill>
                  <a:schemeClr val="bg1">
                    <a:lumMod val="50000"/>
                  </a:schemeClr>
                </a:solidFill>
                <a:latin typeface="IBM Plex Sans"/>
                <a:ea typeface="Calibri"/>
                <a:cs typeface="Calibri"/>
                <a:sym typeface="Calibri"/>
              </a:rPr>
              <a:t>(4) </a:t>
            </a:r>
            <a:r>
              <a:rPr lang="en-US" sz="700" b="0" i="0" strike="noStrike" cap="none" noProof="0" dirty="0">
                <a:solidFill>
                  <a:schemeClr val="bg1">
                    <a:lumMod val="50000"/>
                  </a:schemeClr>
                </a:solidFill>
                <a:latin typeface="IBM Plex Sans"/>
                <a:ea typeface="Calibri"/>
                <a:cs typeface="Calibri"/>
                <a:sym typeface="Calibri"/>
                <a:hlinkClick r:id="rId79">
                  <a:extLst>
                    <a:ext uri="{A12FA001-AC4F-418D-AE19-62706E023703}">
                      <ahyp:hlinkClr xmlns:ahyp="http://schemas.microsoft.com/office/drawing/2018/hyperlinkcolor" val="tx"/>
                    </a:ext>
                  </a:extLst>
                </a:hlinkClick>
              </a:rPr>
              <a:t>Mar 2026</a:t>
            </a:r>
            <a:endParaRPr lang="en-US" sz="700" b="0" i="0" strike="noStrike" cap="none" noProof="0" dirty="0">
              <a:solidFill>
                <a:schemeClr val="bg1">
                  <a:lumMod val="50000"/>
                </a:schemeClr>
              </a:solidFill>
              <a:latin typeface="IBM Plex Sans"/>
              <a:ea typeface="Calibri"/>
              <a:cs typeface="Calibri"/>
              <a:sym typeface="Calibri"/>
            </a:endParaRPr>
          </a:p>
        </p:txBody>
      </p:sp>
      <p:sp>
        <p:nvSpPr>
          <p:cNvPr id="3148" name="Rectangle: Rounded Corners 3147">
            <a:extLst>
              <a:ext uri="{FF2B5EF4-FFF2-40B4-BE49-F238E27FC236}">
                <a16:creationId xmlns:a16="http://schemas.microsoft.com/office/drawing/2014/main" id="{43019E09-482F-5C11-A6D5-E0A88C5080DC}"/>
              </a:ext>
            </a:extLst>
          </p:cNvPr>
          <p:cNvSpPr/>
          <p:nvPr/>
        </p:nvSpPr>
        <p:spPr>
          <a:xfrm>
            <a:off x="514081" y="1823737"/>
            <a:ext cx="5285083" cy="1005840"/>
          </a:xfrm>
          <a:prstGeom prst="roundRect">
            <a:avLst>
              <a:gd name="adj" fmla="val 16402"/>
            </a:avLst>
          </a:prstGeom>
          <a:solidFill>
            <a:srgbClr val="FFFFFF">
              <a:alpha val="0"/>
            </a:srgbClr>
          </a:solidFill>
          <a:ln w="3175">
            <a:solidFill>
              <a:schemeClr val="bg1">
                <a:lumMod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000" i="1" dirty="0">
                <a:solidFill>
                  <a:schemeClr val="bg1">
                    <a:lumMod val="50000"/>
                  </a:schemeClr>
                </a:solidFill>
                <a:latin typeface="IBM Plex Sans" panose="020B0503050203000203" pitchFamily="34" charset="0"/>
              </a:rPr>
              <a:t>Visual gen &amp; editing – 42%</a:t>
            </a:r>
          </a:p>
        </p:txBody>
      </p:sp>
      <p:sp>
        <p:nvSpPr>
          <p:cNvPr id="3149" name="Rectangle: Rounded Corners 3148">
            <a:extLst>
              <a:ext uri="{FF2B5EF4-FFF2-40B4-BE49-F238E27FC236}">
                <a16:creationId xmlns:a16="http://schemas.microsoft.com/office/drawing/2014/main" id="{9A778044-85B9-9EF5-3A52-85AB99BC5B7C}"/>
              </a:ext>
            </a:extLst>
          </p:cNvPr>
          <p:cNvSpPr/>
          <p:nvPr/>
        </p:nvSpPr>
        <p:spPr>
          <a:xfrm>
            <a:off x="525593" y="2901146"/>
            <a:ext cx="5285083" cy="757221"/>
          </a:xfrm>
          <a:prstGeom prst="roundRect">
            <a:avLst>
              <a:gd name="adj" fmla="val 21936"/>
            </a:avLst>
          </a:prstGeom>
          <a:solidFill>
            <a:srgbClr val="FFFFFF">
              <a:alpha val="0"/>
            </a:srgbClr>
          </a:solidFill>
          <a:ln w="3175">
            <a:solidFill>
              <a:schemeClr val="bg1">
                <a:lumMod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000" i="1" dirty="0">
                <a:solidFill>
                  <a:schemeClr val="bg1">
                    <a:lumMod val="50000"/>
                  </a:schemeClr>
                </a:solidFill>
                <a:latin typeface="IBM Plex Sans" panose="020B0503050203000203" pitchFamily="34" charset="0"/>
              </a:rPr>
              <a:t>AI assistants – 20%</a:t>
            </a:r>
          </a:p>
        </p:txBody>
      </p:sp>
      <p:sp>
        <p:nvSpPr>
          <p:cNvPr id="6" name="Rectangle 5">
            <a:extLst>
              <a:ext uri="{FF2B5EF4-FFF2-40B4-BE49-F238E27FC236}">
                <a16:creationId xmlns:a16="http://schemas.microsoft.com/office/drawing/2014/main" id="{FB86A12E-36F5-A2E6-1D74-7AFEAC5F455C}"/>
              </a:ext>
            </a:extLst>
          </p:cNvPr>
          <p:cNvSpPr/>
          <p:nvPr/>
        </p:nvSpPr>
        <p:spPr>
          <a:xfrm>
            <a:off x="-3320142" y="-567"/>
            <a:ext cx="3200400" cy="6858567"/>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00" b="1" noProof="0" dirty="0">
                <a:solidFill>
                  <a:schemeClr val="tx1"/>
                </a:solidFill>
                <a:latin typeface="IBM Plex Sans" panose="020B0503050203000203" pitchFamily="34" charset="0"/>
              </a:rPr>
              <a:t>[Stakeholder feedback session]</a:t>
            </a:r>
          </a:p>
          <a:p>
            <a:endParaRPr lang="en-US" sz="1200" b="1" dirty="0">
              <a:solidFill>
                <a:schemeClr val="tx1"/>
              </a:solidFill>
              <a:latin typeface="IBM Plex Sans" panose="020B0503050203000203" pitchFamily="34" charset="0"/>
            </a:endParaRPr>
          </a:p>
          <a:p>
            <a:r>
              <a:rPr lang="en-US" sz="1200" b="1" noProof="0" dirty="0">
                <a:solidFill>
                  <a:schemeClr val="tx1"/>
                </a:solidFill>
                <a:latin typeface="IBM Plex Sans" panose="020B0503050203000203" pitchFamily="34" charset="0"/>
              </a:rPr>
              <a:t>Action Items 1</a:t>
            </a:r>
          </a:p>
          <a:p>
            <a:endParaRPr lang="en-US" sz="1200" b="1" noProof="0" dirty="0">
              <a:solidFill>
                <a:schemeClr val="tx1"/>
              </a:solidFill>
              <a:latin typeface="IBM Plex Sans" panose="020B0503050203000203" pitchFamily="34" charset="0"/>
            </a:endParaRPr>
          </a:p>
          <a:p>
            <a:r>
              <a:rPr lang="en-US" sz="1200" b="1" noProof="0" dirty="0">
                <a:solidFill>
                  <a:schemeClr val="tx1"/>
                </a:solidFill>
                <a:latin typeface="IBM Plex Sans" panose="020B0503050203000203" pitchFamily="34" charset="0"/>
              </a:rPr>
              <a:t>Conduct additional research on integrating AI-driven features into client products (Slide - 1 page)</a:t>
            </a:r>
          </a:p>
          <a:p>
            <a:endParaRPr lang="en-US" sz="1200" noProof="0" dirty="0">
              <a:solidFill>
                <a:schemeClr val="tx1"/>
              </a:solidFill>
              <a:latin typeface="IBM Plex Sans" panose="020B0503050203000203" pitchFamily="34" charset="0"/>
            </a:endParaRPr>
          </a:p>
          <a:p>
            <a:r>
              <a:rPr lang="en-US" sz="1200" noProof="0" dirty="0">
                <a:solidFill>
                  <a:schemeClr val="tx1"/>
                </a:solidFill>
                <a:latin typeface="IBM Plex Sans" panose="020B0503050203000203" pitchFamily="34" charset="0"/>
              </a:rPr>
              <a:t>Provide ideas of how to commercialize them</a:t>
            </a:r>
          </a:p>
          <a:p>
            <a:endParaRPr lang="en-US" sz="1200" noProof="0" dirty="0">
              <a:solidFill>
                <a:schemeClr val="tx1"/>
              </a:solidFill>
              <a:latin typeface="IBM Plex Sans" panose="020B0503050203000203" pitchFamily="34" charset="0"/>
            </a:endParaRPr>
          </a:p>
          <a:p>
            <a:r>
              <a:rPr lang="en-US" sz="1200" noProof="0" dirty="0">
                <a:solidFill>
                  <a:schemeClr val="tx1"/>
                </a:solidFill>
                <a:latin typeface="IBM Plex Sans" panose="020B0503050203000203" pitchFamily="34" charset="0"/>
              </a:rPr>
              <a:t>We have some relevant info from the main deck page 50-60.</a:t>
            </a:r>
          </a:p>
          <a:p>
            <a:endParaRPr lang="en-US" sz="1200" b="1" noProof="0" dirty="0">
              <a:solidFill>
                <a:schemeClr val="tx1"/>
              </a:solidFill>
              <a:latin typeface="IBM Plex Sans" panose="020B0503050203000203" pitchFamily="34" charset="0"/>
            </a:endParaRPr>
          </a:p>
          <a:p>
            <a:r>
              <a:rPr lang="en-US" sz="1200" b="1" noProof="0" dirty="0">
                <a:solidFill>
                  <a:schemeClr val="tx1"/>
                </a:solidFill>
                <a:latin typeface="IBM Plex Sans" panose="020B0503050203000203" pitchFamily="34" charset="0"/>
              </a:rPr>
              <a:t>Context</a:t>
            </a:r>
          </a:p>
          <a:p>
            <a:r>
              <a:rPr lang="en-US" sz="1200" dirty="0">
                <a:solidFill>
                  <a:schemeClr val="tx1"/>
                </a:solidFill>
                <a:latin typeface="IBM Plex Sans" panose="020B0503050203000203" pitchFamily="34" charset="0"/>
              </a:rPr>
              <a:t>To identify the next driver for the future growth of the client</a:t>
            </a:r>
          </a:p>
        </p:txBody>
      </p:sp>
      <p:sp>
        <p:nvSpPr>
          <p:cNvPr id="9" name="Oval 8">
            <a:extLst>
              <a:ext uri="{FF2B5EF4-FFF2-40B4-BE49-F238E27FC236}">
                <a16:creationId xmlns:a16="http://schemas.microsoft.com/office/drawing/2014/main" id="{0DB25648-6863-5031-2F57-46532128B274}"/>
              </a:ext>
            </a:extLst>
          </p:cNvPr>
          <p:cNvSpPr/>
          <p:nvPr/>
        </p:nvSpPr>
        <p:spPr>
          <a:xfrm>
            <a:off x="-524531" y="137932"/>
            <a:ext cx="274320" cy="274320"/>
          </a:xfrm>
          <a:prstGeom prst="ellipse">
            <a:avLst/>
          </a:prstGeom>
          <a:solidFill>
            <a:schemeClr val="accent6">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100" b="1" dirty="0"/>
              <a:t>1</a:t>
            </a:r>
          </a:p>
        </p:txBody>
      </p:sp>
      <p:sp>
        <p:nvSpPr>
          <p:cNvPr id="10" name="Rectangle: Rounded Corners 9">
            <a:extLst>
              <a:ext uri="{FF2B5EF4-FFF2-40B4-BE49-F238E27FC236}">
                <a16:creationId xmlns:a16="http://schemas.microsoft.com/office/drawing/2014/main" id="{DBD78E7E-B977-142B-6344-2641C08E65AD}"/>
              </a:ext>
            </a:extLst>
          </p:cNvPr>
          <p:cNvSpPr/>
          <p:nvPr/>
        </p:nvSpPr>
        <p:spPr>
          <a:xfrm>
            <a:off x="-2351314" y="6311659"/>
            <a:ext cx="1262744" cy="271442"/>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100" dirty="0">
                <a:solidFill>
                  <a:srgbClr val="0000FF"/>
                </a:solidFill>
              </a:rPr>
              <a:t>SLIDE</a:t>
            </a:r>
          </a:p>
        </p:txBody>
      </p:sp>
      <p:pic>
        <p:nvPicPr>
          <p:cNvPr id="12" name="Picture 2">
            <a:extLst>
              <a:ext uri="{FF2B5EF4-FFF2-40B4-BE49-F238E27FC236}">
                <a16:creationId xmlns:a16="http://schemas.microsoft.com/office/drawing/2014/main" id="{F09E77F9-EA4F-CE8E-3BE4-1F49FA0CB2E8}"/>
              </a:ext>
            </a:extLst>
          </p:cNvPr>
          <p:cNvPicPr>
            <a:picLocks noChangeAspect="1" noChangeArrowheads="1"/>
          </p:cNvPicPr>
          <p:nvPr/>
        </p:nvPicPr>
        <p:blipFill>
          <a:blip r:embed="rId80">
            <a:extLst>
              <a:ext uri="{28A0092B-C50C-407E-A947-70E740481C1C}">
                <a14:useLocalDpi xmlns:a14="http://schemas.microsoft.com/office/drawing/2010/main" val="0"/>
              </a:ext>
            </a:extLst>
          </a:blip>
          <a:srcRect/>
          <a:stretch>
            <a:fillRect/>
          </a:stretch>
        </p:blipFill>
        <p:spPr bwMode="auto">
          <a:xfrm>
            <a:off x="-3208618" y="3508872"/>
            <a:ext cx="874904" cy="881022"/>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4">
            <a:extLst>
              <a:ext uri="{FF2B5EF4-FFF2-40B4-BE49-F238E27FC236}">
                <a16:creationId xmlns:a16="http://schemas.microsoft.com/office/drawing/2014/main" id="{C9E24365-BA8A-7CCE-C5DE-43279679B7C6}"/>
              </a:ext>
            </a:extLst>
          </p:cNvPr>
          <p:cNvPicPr>
            <a:picLocks noChangeAspect="1" noChangeArrowheads="1"/>
          </p:cNvPicPr>
          <p:nvPr/>
        </p:nvPicPr>
        <p:blipFill>
          <a:blip r:embed="rId81">
            <a:extLst>
              <a:ext uri="{28A0092B-C50C-407E-A947-70E740481C1C}">
                <a14:useLocalDpi xmlns:a14="http://schemas.microsoft.com/office/drawing/2010/main" val="0"/>
              </a:ext>
            </a:extLst>
          </a:blip>
          <a:srcRect/>
          <a:stretch>
            <a:fillRect/>
          </a:stretch>
        </p:blipFill>
        <p:spPr bwMode="auto">
          <a:xfrm>
            <a:off x="-2220410" y="3508872"/>
            <a:ext cx="1730999" cy="1096630"/>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6">
            <a:extLst>
              <a:ext uri="{FF2B5EF4-FFF2-40B4-BE49-F238E27FC236}">
                <a16:creationId xmlns:a16="http://schemas.microsoft.com/office/drawing/2014/main" id="{8B45C0A0-C2C7-C36D-8383-C01683A27085}"/>
              </a:ext>
            </a:extLst>
          </p:cNvPr>
          <p:cNvPicPr>
            <a:picLocks noChangeAspect="1" noChangeArrowheads="1"/>
          </p:cNvPicPr>
          <p:nvPr/>
        </p:nvPicPr>
        <p:blipFill>
          <a:blip r:embed="rId82">
            <a:extLst>
              <a:ext uri="{28A0092B-C50C-407E-A947-70E740481C1C}">
                <a14:useLocalDpi xmlns:a14="http://schemas.microsoft.com/office/drawing/2010/main" val="0"/>
              </a:ext>
            </a:extLst>
          </a:blip>
          <a:srcRect/>
          <a:stretch>
            <a:fillRect/>
          </a:stretch>
        </p:blipFill>
        <p:spPr bwMode="auto">
          <a:xfrm>
            <a:off x="-2220410" y="4688273"/>
            <a:ext cx="1731000" cy="109663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2159098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Shape 486">
          <a:extLst>
            <a:ext uri="{FF2B5EF4-FFF2-40B4-BE49-F238E27FC236}">
              <a16:creationId xmlns:a16="http://schemas.microsoft.com/office/drawing/2014/main" id="{9D3A8E67-E4CD-6789-452A-24E7900BDA00}"/>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01682F6A-5DED-C560-E9A8-F5EA1E0F7677}"/>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73" imgH="473" progId="TCLayout.ActiveDocument.1">
                  <p:embed/>
                </p:oleObj>
              </mc:Choice>
              <mc:Fallback>
                <p:oleObj name="think-cell Slide" r:id="rId4" imgW="473" imgH="473" progId="TCLayout.ActiveDocument.1">
                  <p:embed/>
                  <p:pic>
                    <p:nvPicPr>
                      <p:cNvPr id="4" name="think-cell data - do not delete" hidden="1">
                        <a:extLst>
                          <a:ext uri="{FF2B5EF4-FFF2-40B4-BE49-F238E27FC236}">
                            <a16:creationId xmlns:a16="http://schemas.microsoft.com/office/drawing/2014/main" id="{01682F6A-5DED-C560-E9A8-F5EA1E0F767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87" name="Google Shape;487;p48">
            <a:extLst>
              <a:ext uri="{FF2B5EF4-FFF2-40B4-BE49-F238E27FC236}">
                <a16:creationId xmlns:a16="http://schemas.microsoft.com/office/drawing/2014/main" id="{CC3861C4-5DE1-F71C-AC5A-4ACD38616A8E}"/>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111</a:t>
            </a:fld>
            <a:endParaRPr lang="en-US" noProof="0"/>
          </a:p>
        </p:txBody>
      </p:sp>
      <p:sp>
        <p:nvSpPr>
          <p:cNvPr id="488" name="Google Shape;488;p48">
            <a:extLst>
              <a:ext uri="{FF2B5EF4-FFF2-40B4-BE49-F238E27FC236}">
                <a16:creationId xmlns:a16="http://schemas.microsoft.com/office/drawing/2014/main" id="{55682EA8-EBE9-EB69-4F4A-1851EF25ED37}"/>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noProof="0" dirty="0"/>
              <a:t>Brave Search outpaced the market and Google’s growth since its first launch in 2021</a:t>
            </a:r>
          </a:p>
        </p:txBody>
      </p:sp>
      <p:sp>
        <p:nvSpPr>
          <p:cNvPr id="7" name="CaixaDeTexto 6">
            <a:extLst>
              <a:ext uri="{FF2B5EF4-FFF2-40B4-BE49-F238E27FC236}">
                <a16:creationId xmlns:a16="http://schemas.microsoft.com/office/drawing/2014/main" id="{8D73C686-9061-D0D3-B9E4-19F361FEF95F}"/>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2025 Overview: updates from feedback sessions</a:t>
            </a:r>
          </a:p>
        </p:txBody>
      </p:sp>
      <p:sp>
        <p:nvSpPr>
          <p:cNvPr id="3" name="Rectangle 2">
            <a:extLst>
              <a:ext uri="{FF2B5EF4-FFF2-40B4-BE49-F238E27FC236}">
                <a16:creationId xmlns:a16="http://schemas.microsoft.com/office/drawing/2014/main" id="{383CEEAA-E137-58CD-9546-E74739CCDB2F}"/>
              </a:ext>
            </a:extLst>
          </p:cNvPr>
          <p:cNvSpPr/>
          <p:nvPr/>
        </p:nvSpPr>
        <p:spPr>
          <a:xfrm>
            <a:off x="-3320142" y="-567"/>
            <a:ext cx="3200400" cy="6858567"/>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00" b="1" noProof="0" dirty="0">
                <a:solidFill>
                  <a:schemeClr val="tx1"/>
                </a:solidFill>
                <a:latin typeface="IBM Plex Sans" panose="020B0503050203000203" pitchFamily="34" charset="0"/>
              </a:rPr>
              <a:t>[Stakeholder feedback session]</a:t>
            </a:r>
          </a:p>
          <a:p>
            <a:endParaRPr lang="en-US" sz="1200" b="1" dirty="0">
              <a:solidFill>
                <a:schemeClr val="tx1"/>
              </a:solidFill>
              <a:latin typeface="IBM Plex Sans" panose="020B0503050203000203" pitchFamily="34" charset="0"/>
            </a:endParaRPr>
          </a:p>
          <a:p>
            <a:r>
              <a:rPr lang="en-US" sz="1200" b="1" noProof="0" dirty="0">
                <a:solidFill>
                  <a:schemeClr val="tx1"/>
                </a:solidFill>
                <a:latin typeface="IBM Plex Sans" panose="020B0503050203000203" pitchFamily="34" charset="0"/>
              </a:rPr>
              <a:t>Action Items 2</a:t>
            </a:r>
          </a:p>
          <a:p>
            <a:endParaRPr lang="en-US" sz="1200" b="1" noProof="0" dirty="0">
              <a:solidFill>
                <a:schemeClr val="tx1"/>
              </a:solidFill>
              <a:latin typeface="IBM Plex Sans" panose="020B0503050203000203" pitchFamily="34" charset="0"/>
            </a:endParaRPr>
          </a:p>
          <a:p>
            <a:r>
              <a:rPr lang="en-US" sz="1200" b="1" noProof="0" dirty="0">
                <a:solidFill>
                  <a:schemeClr val="tx1"/>
                </a:solidFill>
                <a:latin typeface="IBM Plex Sans" panose="020B0503050203000203" pitchFamily="34" charset="0"/>
              </a:rPr>
              <a:t>Investigate Brave search engine published query data as a potential data source and evaluate its growth versus Google assumptions</a:t>
            </a:r>
            <a:r>
              <a:rPr lang="en-US" sz="1200" noProof="0" dirty="0">
                <a:solidFill>
                  <a:schemeClr val="tx1"/>
                </a:solidFill>
                <a:latin typeface="IBM Plex Sans" panose="020B0503050203000203" pitchFamily="34" charset="0"/>
              </a:rPr>
              <a:t> (Slide - 1 page)</a:t>
            </a:r>
          </a:p>
          <a:p>
            <a:endParaRPr lang="en-US" sz="1200" noProof="0" dirty="0">
              <a:solidFill>
                <a:schemeClr val="tx1"/>
              </a:solidFill>
              <a:latin typeface="IBM Plex Sans" panose="020B0503050203000203" pitchFamily="34" charset="0"/>
            </a:endParaRPr>
          </a:p>
          <a:p>
            <a:r>
              <a:rPr lang="en-US" sz="1200" noProof="0" dirty="0">
                <a:solidFill>
                  <a:schemeClr val="tx1"/>
                </a:solidFill>
                <a:latin typeface="IBM Plex Sans" panose="020B0503050203000203" pitchFamily="34" charset="0"/>
              </a:rPr>
              <a:t>Emerging players (niche market proxy)</a:t>
            </a:r>
            <a:endParaRPr lang="en-US" sz="1200" dirty="0">
              <a:solidFill>
                <a:schemeClr val="tx1"/>
              </a:solidFill>
              <a:latin typeface="IBM Plex Sans" panose="020B0503050203000203" pitchFamily="34" charset="0"/>
            </a:endParaRPr>
          </a:p>
          <a:p>
            <a:endParaRPr lang="en-US" sz="1200" b="1" noProof="0" dirty="0">
              <a:solidFill>
                <a:schemeClr val="tx1"/>
              </a:solidFill>
              <a:latin typeface="IBM Plex Sans" panose="020B0503050203000203" pitchFamily="34" charset="0"/>
            </a:endParaRPr>
          </a:p>
          <a:p>
            <a:r>
              <a:rPr lang="en-US" sz="1200" b="1" noProof="0" dirty="0">
                <a:solidFill>
                  <a:schemeClr val="tx1"/>
                </a:solidFill>
                <a:latin typeface="IBM Plex Sans" panose="020B0503050203000203" pitchFamily="34" charset="0"/>
              </a:rPr>
              <a:t>Context</a:t>
            </a:r>
          </a:p>
          <a:p>
            <a:r>
              <a:rPr lang="en-US" sz="1200" noProof="0" dirty="0">
                <a:solidFill>
                  <a:schemeClr val="tx1"/>
                </a:solidFill>
                <a:latin typeface="IBM Plex Sans" panose="020B0503050203000203" pitchFamily="34" charset="0"/>
              </a:rPr>
              <a:t>Use this </a:t>
            </a:r>
            <a:r>
              <a:rPr lang="en-US" sz="1200" dirty="0">
                <a:solidFill>
                  <a:schemeClr val="tx1"/>
                </a:solidFill>
                <a:latin typeface="IBM Plex Sans" panose="020B0503050203000203" pitchFamily="34" charset="0"/>
              </a:rPr>
              <a:t>data as an emerging players (niche market proxy) </a:t>
            </a:r>
            <a:endParaRPr lang="en-US" sz="1200" noProof="0" dirty="0">
              <a:solidFill>
                <a:schemeClr val="tx1"/>
              </a:solidFill>
              <a:latin typeface="IBM Plex Sans" panose="020B0503050203000203" pitchFamily="34" charset="0"/>
            </a:endParaRPr>
          </a:p>
        </p:txBody>
      </p:sp>
      <p:sp>
        <p:nvSpPr>
          <p:cNvPr id="2" name="Oval 1">
            <a:extLst>
              <a:ext uri="{FF2B5EF4-FFF2-40B4-BE49-F238E27FC236}">
                <a16:creationId xmlns:a16="http://schemas.microsoft.com/office/drawing/2014/main" id="{A63BED9E-04D0-4DBE-C676-CD47DB691937}"/>
              </a:ext>
            </a:extLst>
          </p:cNvPr>
          <p:cNvSpPr/>
          <p:nvPr/>
        </p:nvSpPr>
        <p:spPr>
          <a:xfrm>
            <a:off x="-524531" y="137932"/>
            <a:ext cx="274320" cy="274320"/>
          </a:xfrm>
          <a:prstGeom prst="ellipse">
            <a:avLst/>
          </a:prstGeom>
          <a:solidFill>
            <a:schemeClr val="accent6">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100" b="1" dirty="0"/>
              <a:t>2</a:t>
            </a:r>
          </a:p>
        </p:txBody>
      </p:sp>
      <p:sp>
        <p:nvSpPr>
          <p:cNvPr id="5" name="Rectangle: Rounded Corners 4">
            <a:extLst>
              <a:ext uri="{FF2B5EF4-FFF2-40B4-BE49-F238E27FC236}">
                <a16:creationId xmlns:a16="http://schemas.microsoft.com/office/drawing/2014/main" id="{BC94CB99-BBC8-EE6D-B9FC-8D2FDF06DAE1}"/>
              </a:ext>
            </a:extLst>
          </p:cNvPr>
          <p:cNvSpPr/>
          <p:nvPr/>
        </p:nvSpPr>
        <p:spPr>
          <a:xfrm>
            <a:off x="-2351314" y="6311659"/>
            <a:ext cx="1262744" cy="271442"/>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100" dirty="0">
                <a:solidFill>
                  <a:srgbClr val="0000FF"/>
                </a:solidFill>
              </a:rPr>
              <a:t>SLIDE</a:t>
            </a:r>
          </a:p>
        </p:txBody>
      </p:sp>
      <p:sp>
        <p:nvSpPr>
          <p:cNvPr id="6" name="Google Shape;795;g3b2fcd73e63_0_171">
            <a:extLst>
              <a:ext uri="{FF2B5EF4-FFF2-40B4-BE49-F238E27FC236}">
                <a16:creationId xmlns:a16="http://schemas.microsoft.com/office/drawing/2014/main" id="{6469A44D-2C9C-4950-B7BF-AD70332B6F1B}"/>
              </a:ext>
            </a:extLst>
          </p:cNvPr>
          <p:cNvSpPr/>
          <p:nvPr/>
        </p:nvSpPr>
        <p:spPr>
          <a:xfrm>
            <a:off x="420594" y="1411956"/>
            <a:ext cx="4937760" cy="274320"/>
          </a:xfrm>
          <a:prstGeom prst="rect">
            <a:avLst/>
          </a:prstGeom>
          <a:solidFill>
            <a:srgbClr val="7030A0"/>
          </a:solidFill>
          <a:ln>
            <a:noFill/>
          </a:ln>
        </p:spPr>
        <p:txBody>
          <a:bodyPr spcFirstLastPara="1" wrap="square" lIns="0" tIns="45700" rIns="0" bIns="45700" anchor="ctr" anchorCtr="0">
            <a:noAutofit/>
          </a:bodyPr>
          <a:lstStyle/>
          <a:p>
            <a:pPr lvl="1" algn="ctr"/>
            <a:r>
              <a:rPr lang="en-US" sz="1200" b="1" dirty="0">
                <a:solidFill>
                  <a:schemeClr val="lt1"/>
                </a:solidFill>
                <a:latin typeface="IBM Plex Sans"/>
                <a:ea typeface="IBM Plex Sans"/>
                <a:cs typeface="IBM Plex Sans"/>
                <a:sym typeface="IBM Plex Sans"/>
              </a:rPr>
              <a:t>Queries Annually (Billion)</a:t>
            </a:r>
            <a:endParaRPr lang="en-US" sz="1200" baseline="30000" dirty="0"/>
          </a:p>
        </p:txBody>
      </p:sp>
      <p:sp>
        <p:nvSpPr>
          <p:cNvPr id="12" name="Google Shape;795;g3b2fcd73e63_0_171">
            <a:extLst>
              <a:ext uri="{FF2B5EF4-FFF2-40B4-BE49-F238E27FC236}">
                <a16:creationId xmlns:a16="http://schemas.microsoft.com/office/drawing/2014/main" id="{54327475-C9FA-D410-BE10-355E4A78C1DC}"/>
              </a:ext>
            </a:extLst>
          </p:cNvPr>
          <p:cNvSpPr/>
          <p:nvPr/>
        </p:nvSpPr>
        <p:spPr>
          <a:xfrm>
            <a:off x="5512271" y="1411956"/>
            <a:ext cx="6259134" cy="274320"/>
          </a:xfrm>
          <a:prstGeom prst="rect">
            <a:avLst/>
          </a:prstGeom>
          <a:solidFill>
            <a:srgbClr val="7030A0"/>
          </a:solidFill>
          <a:ln>
            <a:noFill/>
          </a:ln>
        </p:spPr>
        <p:txBody>
          <a:bodyPr spcFirstLastPara="1" wrap="square" lIns="0" tIns="45700" rIns="0" bIns="45700" anchor="ctr" anchorCtr="0">
            <a:noAutofit/>
          </a:bodyPr>
          <a:lstStyle/>
          <a:p>
            <a:pPr lvl="1" algn="ctr"/>
            <a:r>
              <a:rPr lang="en-US" sz="1200" b="1" dirty="0">
                <a:solidFill>
                  <a:schemeClr val="lt1"/>
                </a:solidFill>
                <a:latin typeface="IBM Plex Sans"/>
                <a:sym typeface="IBM Plex Sans"/>
              </a:rPr>
              <a:t>Active Users (Million)</a:t>
            </a:r>
            <a:r>
              <a:rPr lang="en-US" sz="1200" b="1" baseline="30000" dirty="0">
                <a:solidFill>
                  <a:schemeClr val="lt1"/>
                </a:solidFill>
                <a:latin typeface="IBM Plex Sans"/>
                <a:sym typeface="IBM Plex Sans"/>
              </a:rPr>
              <a:t>1</a:t>
            </a:r>
            <a:endParaRPr lang="en-US" sz="1200" baseline="30000" dirty="0"/>
          </a:p>
        </p:txBody>
      </p:sp>
      <p:sp>
        <p:nvSpPr>
          <p:cNvPr id="14" name="Google Shape;625;g3b23322d595_2_111">
            <a:extLst>
              <a:ext uri="{FF2B5EF4-FFF2-40B4-BE49-F238E27FC236}">
                <a16:creationId xmlns:a16="http://schemas.microsoft.com/office/drawing/2014/main" id="{EB25FEDB-710E-CDCF-073D-4B9B0DDE3339}"/>
              </a:ext>
            </a:extLst>
          </p:cNvPr>
          <p:cNvSpPr txBox="1"/>
          <p:nvPr/>
        </p:nvSpPr>
        <p:spPr>
          <a:xfrm>
            <a:off x="420595" y="5784903"/>
            <a:ext cx="11350810" cy="471660"/>
          </a:xfrm>
          <a:prstGeom prst="rect">
            <a:avLst/>
          </a:prstGeom>
          <a:solidFill>
            <a:srgbClr val="7FD7A7"/>
          </a:solidFill>
          <a:ln>
            <a:noFill/>
          </a:ln>
        </p:spPr>
        <p:txBody>
          <a:bodyPr spcFirstLastPara="1" wrap="square" lIns="68550" tIns="68550" rIns="68550" bIns="68550" anchor="ctr" anchorCtr="0">
            <a:noAutofit/>
          </a:bodyPr>
          <a:lstStyle/>
          <a:p>
            <a:pPr lvl="0" algn="ctr">
              <a:buSzPts val="1200"/>
            </a:pPr>
            <a:r>
              <a:rPr lang="en-US" b="1" dirty="0"/>
              <a:t>Although Brave Search's annual queries outpace Google’s CAGR (83% vs. 12%), its share (0.27%</a:t>
            </a:r>
            <a:r>
              <a:rPr lang="en-US" baseline="30000" dirty="0"/>
              <a:t>5</a:t>
            </a:r>
            <a:r>
              <a:rPr lang="en-US" b="1" dirty="0"/>
              <a:t>) is too small to serve as a proxy for the entire market</a:t>
            </a:r>
            <a:endParaRPr lang="en-US" b="1" i="0" u="none" strike="noStrike" cap="none" noProof="0" dirty="0">
              <a:solidFill>
                <a:srgbClr val="000000"/>
              </a:solidFill>
              <a:latin typeface="IBM Plex Sans"/>
              <a:ea typeface="IBM Plex Sans"/>
              <a:cs typeface="IBM Plex Sans"/>
            </a:endParaRPr>
          </a:p>
        </p:txBody>
      </p:sp>
      <p:graphicFrame>
        <p:nvGraphicFramePr>
          <p:cNvPr id="16" name="Chart 15">
            <a:extLst>
              <a:ext uri="{FF2B5EF4-FFF2-40B4-BE49-F238E27FC236}">
                <a16:creationId xmlns:a16="http://schemas.microsoft.com/office/drawing/2014/main" id="{E646D11B-FFDA-6259-56A4-A3CC65DC424F}"/>
              </a:ext>
            </a:extLst>
          </p:cNvPr>
          <p:cNvGraphicFramePr/>
          <p:nvPr/>
        </p:nvGraphicFramePr>
        <p:xfrm>
          <a:off x="5512271" y="1761868"/>
          <a:ext cx="5497105" cy="3887466"/>
        </p:xfrm>
        <a:graphic>
          <a:graphicData uri="http://schemas.openxmlformats.org/drawingml/2006/chart">
            <c:chart xmlns:c="http://schemas.openxmlformats.org/drawingml/2006/chart" xmlns:r="http://schemas.openxmlformats.org/officeDocument/2006/relationships" r:id="rId6"/>
          </a:graphicData>
        </a:graphic>
      </p:graphicFrame>
      <p:sp>
        <p:nvSpPr>
          <p:cNvPr id="9" name="Rectangle 767">
            <a:extLst>
              <a:ext uri="{FF2B5EF4-FFF2-40B4-BE49-F238E27FC236}">
                <a16:creationId xmlns:a16="http://schemas.microsoft.com/office/drawing/2014/main" id="{C6FFAA64-1690-33D3-C4F6-D0AC3B0FF239}"/>
              </a:ext>
            </a:extLst>
          </p:cNvPr>
          <p:cNvSpPr/>
          <p:nvPr/>
        </p:nvSpPr>
        <p:spPr>
          <a:xfrm>
            <a:off x="7830426" y="1856728"/>
            <a:ext cx="270665" cy="170007"/>
          </a:xfrm>
          <a:prstGeom prst="rect">
            <a:avLst/>
          </a:prstGeom>
          <a:solidFill>
            <a:srgbClr val="7FD7A7"/>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dirty="0">
                <a:solidFill>
                  <a:schemeClr val="tx1"/>
                </a:solidFill>
                <a:latin typeface="IBM Plex Sans" panose="020B0503050203000203" pitchFamily="34" charset="0"/>
              </a:rPr>
              <a:t>MAU</a:t>
            </a:r>
            <a:endParaRPr lang="en-US" sz="1200" noProof="0" dirty="0">
              <a:solidFill>
                <a:schemeClr val="tx1"/>
              </a:solidFill>
              <a:latin typeface="IBM Plex Sans" panose="020B0503050203000203" pitchFamily="34" charset="0"/>
            </a:endParaRPr>
          </a:p>
        </p:txBody>
      </p:sp>
      <p:sp>
        <p:nvSpPr>
          <p:cNvPr id="10" name="Rectangle 768">
            <a:extLst>
              <a:ext uri="{FF2B5EF4-FFF2-40B4-BE49-F238E27FC236}">
                <a16:creationId xmlns:a16="http://schemas.microsoft.com/office/drawing/2014/main" id="{528524F4-1A8F-28EC-F8AB-68977EF1F9B2}"/>
              </a:ext>
            </a:extLst>
          </p:cNvPr>
          <p:cNvSpPr/>
          <p:nvPr/>
        </p:nvSpPr>
        <p:spPr>
          <a:xfrm>
            <a:off x="8699512" y="1856728"/>
            <a:ext cx="270665" cy="170007"/>
          </a:xfrm>
          <a:prstGeom prst="rect">
            <a:avLst/>
          </a:prstGeom>
          <a:solidFill>
            <a:srgbClr val="C197E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200" dirty="0">
                <a:solidFill>
                  <a:schemeClr val="tx1"/>
                </a:solidFill>
                <a:latin typeface="IBM Plex Sans" panose="020B0503050203000203" pitchFamily="34" charset="0"/>
              </a:rPr>
              <a:t>DAU</a:t>
            </a:r>
            <a:endParaRPr lang="en-US" sz="1200" noProof="0" dirty="0">
              <a:solidFill>
                <a:schemeClr val="tx1"/>
              </a:solidFill>
              <a:latin typeface="IBM Plex Sans" panose="020B0503050203000203" pitchFamily="34" charset="0"/>
            </a:endParaRPr>
          </a:p>
        </p:txBody>
      </p:sp>
      <p:sp>
        <p:nvSpPr>
          <p:cNvPr id="20" name="Google Shape;1171;g3b0a07b424d_1_872">
            <a:extLst>
              <a:ext uri="{FF2B5EF4-FFF2-40B4-BE49-F238E27FC236}">
                <a16:creationId xmlns:a16="http://schemas.microsoft.com/office/drawing/2014/main" id="{074D4082-2D09-EEBC-3238-1F5E8A405FB3}"/>
              </a:ext>
            </a:extLst>
          </p:cNvPr>
          <p:cNvSpPr txBox="1"/>
          <p:nvPr/>
        </p:nvSpPr>
        <p:spPr>
          <a:xfrm>
            <a:off x="368300" y="6392131"/>
            <a:ext cx="10641076" cy="107722"/>
          </a:xfrm>
          <a:prstGeom prst="rect">
            <a:avLst/>
          </a:prstGeom>
          <a:noFill/>
          <a:ln>
            <a:noFill/>
          </a:ln>
        </p:spPr>
        <p:txBody>
          <a:bodyPr spcFirstLastPara="1" wrap="square" lIns="0" tIns="0" rIns="0" bIns="0" anchor="b" anchorCtr="0">
            <a:spAutoFit/>
          </a:bodyPr>
          <a:lstStyle/>
          <a:p>
            <a:pPr lvl="0">
              <a:buSzPts val="600"/>
            </a:pPr>
            <a:r>
              <a:rPr lang="en-US" sz="700" b="0" i="0" strike="noStrike" cap="none" noProof="0" dirty="0">
                <a:solidFill>
                  <a:schemeClr val="bg1">
                    <a:lumMod val="65000"/>
                  </a:schemeClr>
                </a:solidFill>
                <a:latin typeface="IBM Plex Sans"/>
                <a:ea typeface="Calibri"/>
                <a:cs typeface="Calibri"/>
                <a:sym typeface="Calibri"/>
              </a:rPr>
              <a:t>Sources</a:t>
            </a:r>
            <a:r>
              <a:rPr lang="en-US" sz="700" b="1" i="0" strike="noStrike" cap="none" noProof="0" dirty="0">
                <a:solidFill>
                  <a:schemeClr val="bg1">
                    <a:lumMod val="65000"/>
                  </a:schemeClr>
                </a:solidFill>
                <a:latin typeface="IBM Plex Sans"/>
                <a:ea typeface="Calibri"/>
                <a:cs typeface="Calibri"/>
                <a:sym typeface="Calibri"/>
              </a:rPr>
              <a:t>: </a:t>
            </a:r>
            <a:r>
              <a:rPr lang="en-US" sz="700" i="0" strike="noStrike" cap="none" noProof="0" dirty="0">
                <a:solidFill>
                  <a:schemeClr val="bg1">
                    <a:lumMod val="65000"/>
                  </a:schemeClr>
                </a:solidFill>
                <a:latin typeface="IBM Plex Sans"/>
                <a:ea typeface="Calibri"/>
                <a:cs typeface="Calibri"/>
                <a:sym typeface="Calibri"/>
              </a:rPr>
              <a:t>(1) </a:t>
            </a:r>
            <a:r>
              <a:rPr lang="en-US" sz="700" dirty="0">
                <a:solidFill>
                  <a:schemeClr val="bg1">
                    <a:lumMod val="65000"/>
                  </a:schemeClr>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Taptwicedigital.com: Brave Usage</a:t>
            </a:r>
            <a:r>
              <a:rPr lang="en-US" sz="700" dirty="0">
                <a:solidFill>
                  <a:schemeClr val="bg1">
                    <a:lumMod val="65000"/>
                  </a:schemeClr>
                </a:solidFill>
                <a:latin typeface="IBM Plex Sans"/>
                <a:ea typeface="Calibri"/>
                <a:cs typeface="Calibri"/>
                <a:sym typeface="Calibri"/>
              </a:rPr>
              <a:t>, </a:t>
            </a:r>
            <a:r>
              <a:rPr lang="en-US" sz="700" b="0" i="0" strike="noStrike" cap="none" noProof="0" dirty="0">
                <a:solidFill>
                  <a:schemeClr val="bg1">
                    <a:lumMod val="65000"/>
                  </a:schemeClr>
                </a:solidFill>
                <a:latin typeface="IBM Plex Sans"/>
                <a:ea typeface="Calibri"/>
                <a:cs typeface="Calibri"/>
                <a:sym typeface="Calibri"/>
              </a:rPr>
              <a:t>(2) </a:t>
            </a:r>
            <a:r>
              <a:rPr lang="en-US" sz="700" b="0" i="0" strike="noStrike" cap="none" noProof="0" dirty="0">
                <a:solidFill>
                  <a:schemeClr val="bg1">
                    <a:lumMod val="65000"/>
                  </a:schemeClr>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Brave.com</a:t>
            </a:r>
            <a:r>
              <a:rPr lang="en-US" sz="700" b="0" i="0" strike="noStrike" cap="none" noProof="0" dirty="0">
                <a:solidFill>
                  <a:schemeClr val="bg1">
                    <a:lumMod val="65000"/>
                  </a:schemeClr>
                </a:solidFill>
                <a:latin typeface="IBM Plex Sans"/>
                <a:ea typeface="Calibri"/>
                <a:cs typeface="Calibri"/>
                <a:sym typeface="Calibri"/>
              </a:rPr>
              <a:t>, (3) </a:t>
            </a:r>
            <a:r>
              <a:rPr lang="en-US" sz="700" b="0" i="0" strike="noStrike" cap="none" noProof="0" dirty="0">
                <a:solidFill>
                  <a:schemeClr val="bg1">
                    <a:lumMod val="65000"/>
                  </a:schemeClr>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X.com: Brendan Eich</a:t>
            </a:r>
            <a:r>
              <a:rPr lang="en-US" sz="700" dirty="0">
                <a:solidFill>
                  <a:schemeClr val="bg1">
                    <a:lumMod val="65000"/>
                  </a:schemeClr>
                </a:solidFill>
                <a:latin typeface="IBM Plex Sans"/>
                <a:ea typeface="Calibri"/>
                <a:cs typeface="Calibri"/>
                <a:sym typeface="Calibri"/>
              </a:rPr>
              <a:t>, (4) </a:t>
            </a:r>
            <a:r>
              <a:rPr lang="en-US" sz="700" dirty="0">
                <a:solidFill>
                  <a:schemeClr val="bg1">
                    <a:lumMod val="65000"/>
                  </a:schemeClr>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Brave BAT</a:t>
            </a:r>
            <a:r>
              <a:rPr lang="en-US" sz="700" dirty="0">
                <a:solidFill>
                  <a:schemeClr val="bg1">
                    <a:lumMod val="65000"/>
                  </a:schemeClr>
                </a:solidFill>
                <a:latin typeface="IBM Plex Sans"/>
                <a:ea typeface="Calibri"/>
                <a:cs typeface="Calibri"/>
                <a:sym typeface="Calibri"/>
              </a:rPr>
              <a:t> (5) </a:t>
            </a:r>
            <a:r>
              <a:rPr lang="en-US" sz="700" dirty="0" err="1">
                <a:solidFill>
                  <a:schemeClr val="bg1">
                    <a:lumMod val="65000"/>
                  </a:schemeClr>
                </a:solidFill>
                <a:latin typeface="IBM Plex Sans"/>
                <a:ea typeface="Calibri"/>
                <a:cs typeface="Calibri"/>
                <a:sym typeface="Calibri"/>
                <a:hlinkClick r:id="rId11">
                  <a:extLst>
                    <a:ext uri="{A12FA001-AC4F-418D-AE19-62706E023703}">
                      <ahyp:hlinkClr xmlns:ahyp="http://schemas.microsoft.com/office/drawing/2018/hyperlinkcolor" val="tx"/>
                    </a:ext>
                  </a:extLst>
                </a:hlinkClick>
              </a:rPr>
              <a:t>ResourceEra</a:t>
            </a:r>
            <a:r>
              <a:rPr lang="en-US" sz="700" dirty="0">
                <a:solidFill>
                  <a:schemeClr val="bg1">
                    <a:lumMod val="65000"/>
                  </a:schemeClr>
                </a:solidFill>
                <a:latin typeface="IBM Plex Sans"/>
                <a:ea typeface="Calibri"/>
                <a:cs typeface="Calibri"/>
                <a:sym typeface="Calibri"/>
              </a:rPr>
              <a:t> → 15B (Brave annual queries) / 5T (Google Annual queries) / 90% (Google Market Share) = 0.27%</a:t>
            </a:r>
            <a:r>
              <a:rPr lang="en-US" sz="700" b="0" i="0" strike="noStrike" cap="none" noProof="0" dirty="0">
                <a:solidFill>
                  <a:schemeClr val="bg1">
                    <a:lumMod val="65000"/>
                  </a:schemeClr>
                </a:solidFill>
                <a:latin typeface="IBM Plex Sans"/>
                <a:ea typeface="Calibri"/>
                <a:cs typeface="Calibri"/>
                <a:sym typeface="Calibri"/>
              </a:rPr>
              <a:t> (Brave Market Share)</a:t>
            </a:r>
          </a:p>
        </p:txBody>
      </p:sp>
      <p:pic>
        <p:nvPicPr>
          <p:cNvPr id="23" name="Picture 22">
            <a:extLst>
              <a:ext uri="{FF2B5EF4-FFF2-40B4-BE49-F238E27FC236}">
                <a16:creationId xmlns:a16="http://schemas.microsoft.com/office/drawing/2014/main" id="{B75D939D-3F30-26F5-9954-C8C06543F944}"/>
              </a:ext>
            </a:extLst>
          </p:cNvPr>
          <p:cNvPicPr>
            <a:picLocks noChangeAspect="1"/>
          </p:cNvPicPr>
          <p:nvPr/>
        </p:nvPicPr>
        <p:blipFill>
          <a:blip r:embed="rId12"/>
          <a:stretch>
            <a:fillRect/>
          </a:stretch>
        </p:blipFill>
        <p:spPr>
          <a:xfrm>
            <a:off x="-3107721" y="2896938"/>
            <a:ext cx="2045162" cy="1381148"/>
          </a:xfrm>
          <a:prstGeom prst="rect">
            <a:avLst/>
          </a:prstGeom>
          <a:ln>
            <a:solidFill>
              <a:schemeClr val="bg1">
                <a:lumMod val="50000"/>
              </a:schemeClr>
            </a:solidFill>
          </a:ln>
        </p:spPr>
      </p:pic>
      <p:pic>
        <p:nvPicPr>
          <p:cNvPr id="25" name="Picture 24">
            <a:extLst>
              <a:ext uri="{FF2B5EF4-FFF2-40B4-BE49-F238E27FC236}">
                <a16:creationId xmlns:a16="http://schemas.microsoft.com/office/drawing/2014/main" id="{7A325F63-E5D9-5582-FAA9-D7484E552DDB}"/>
              </a:ext>
            </a:extLst>
          </p:cNvPr>
          <p:cNvPicPr>
            <a:picLocks noChangeAspect="1"/>
          </p:cNvPicPr>
          <p:nvPr/>
        </p:nvPicPr>
        <p:blipFill>
          <a:blip r:embed="rId13"/>
          <a:stretch>
            <a:fillRect/>
          </a:stretch>
        </p:blipFill>
        <p:spPr>
          <a:xfrm>
            <a:off x="-2779506" y="3385456"/>
            <a:ext cx="2131450" cy="2177143"/>
          </a:xfrm>
          <a:prstGeom prst="rect">
            <a:avLst/>
          </a:prstGeom>
          <a:ln>
            <a:solidFill>
              <a:schemeClr val="bg1">
                <a:lumMod val="50000"/>
              </a:schemeClr>
            </a:solidFill>
          </a:ln>
        </p:spPr>
      </p:pic>
      <p:pic>
        <p:nvPicPr>
          <p:cNvPr id="27" name="Picture 26">
            <a:extLst>
              <a:ext uri="{FF2B5EF4-FFF2-40B4-BE49-F238E27FC236}">
                <a16:creationId xmlns:a16="http://schemas.microsoft.com/office/drawing/2014/main" id="{51B026DF-B9C1-ADAB-15F8-B8CBC5829875}"/>
              </a:ext>
            </a:extLst>
          </p:cNvPr>
          <p:cNvPicPr>
            <a:picLocks noChangeAspect="1"/>
          </p:cNvPicPr>
          <p:nvPr/>
        </p:nvPicPr>
        <p:blipFill>
          <a:blip r:embed="rId14"/>
          <a:stretch>
            <a:fillRect/>
          </a:stretch>
        </p:blipFill>
        <p:spPr>
          <a:xfrm>
            <a:off x="-2396420" y="4149717"/>
            <a:ext cx="2136283" cy="1972594"/>
          </a:xfrm>
          <a:prstGeom prst="rect">
            <a:avLst/>
          </a:prstGeom>
          <a:ln>
            <a:solidFill>
              <a:schemeClr val="bg1">
                <a:lumMod val="50000"/>
              </a:schemeClr>
            </a:solidFill>
          </a:ln>
        </p:spPr>
      </p:pic>
      <p:graphicFrame>
        <p:nvGraphicFramePr>
          <p:cNvPr id="11" name="Chart 10">
            <a:extLst>
              <a:ext uri="{FF2B5EF4-FFF2-40B4-BE49-F238E27FC236}">
                <a16:creationId xmlns:a16="http://schemas.microsoft.com/office/drawing/2014/main" id="{F729E28B-5D1B-5AD4-64A8-C565C1A6930A}"/>
              </a:ext>
            </a:extLst>
          </p:cNvPr>
          <p:cNvGraphicFramePr/>
          <p:nvPr/>
        </p:nvGraphicFramePr>
        <p:xfrm>
          <a:off x="420594" y="1761867"/>
          <a:ext cx="4937760" cy="1610975"/>
        </p:xfrm>
        <a:graphic>
          <a:graphicData uri="http://schemas.openxmlformats.org/drawingml/2006/chart">
            <c:chart xmlns:c="http://schemas.openxmlformats.org/drawingml/2006/chart" xmlns:r="http://schemas.openxmlformats.org/officeDocument/2006/relationships" r:id="rId15"/>
          </a:graphicData>
        </a:graphic>
      </p:graphicFrame>
      <p:sp>
        <p:nvSpPr>
          <p:cNvPr id="17" name="Google Shape;795;g3b2fcd73e63_0_171">
            <a:extLst>
              <a:ext uri="{FF2B5EF4-FFF2-40B4-BE49-F238E27FC236}">
                <a16:creationId xmlns:a16="http://schemas.microsoft.com/office/drawing/2014/main" id="{82B950EE-5A3C-22A0-FC95-38045CCDE0A8}"/>
              </a:ext>
            </a:extLst>
          </p:cNvPr>
          <p:cNvSpPr/>
          <p:nvPr/>
        </p:nvSpPr>
        <p:spPr>
          <a:xfrm>
            <a:off x="420594" y="3424690"/>
            <a:ext cx="4937760" cy="274320"/>
          </a:xfrm>
          <a:prstGeom prst="rect">
            <a:avLst/>
          </a:prstGeom>
          <a:solidFill>
            <a:srgbClr val="7030A0"/>
          </a:solidFill>
          <a:ln>
            <a:noFill/>
          </a:ln>
        </p:spPr>
        <p:txBody>
          <a:bodyPr spcFirstLastPara="1" wrap="square" lIns="0" tIns="45700" rIns="0" bIns="45700" anchor="ctr" anchorCtr="0">
            <a:noAutofit/>
          </a:bodyPr>
          <a:lstStyle/>
          <a:p>
            <a:pPr lvl="1" algn="ctr"/>
            <a:r>
              <a:rPr lang="en-US" sz="1200" b="1" dirty="0">
                <a:solidFill>
                  <a:schemeClr val="lt1"/>
                </a:solidFill>
                <a:latin typeface="IBM Plex Sans"/>
                <a:ea typeface="IBM Plex Sans"/>
                <a:cs typeface="IBM Plex Sans"/>
                <a:sym typeface="IBM Plex Sans"/>
              </a:rPr>
              <a:t>Queries Monthly (Million)</a:t>
            </a:r>
            <a:r>
              <a:rPr lang="en-US" sz="1200" b="1" baseline="30000" dirty="0">
                <a:solidFill>
                  <a:schemeClr val="lt1"/>
                </a:solidFill>
                <a:latin typeface="IBM Plex Sans"/>
                <a:ea typeface="IBM Plex Sans"/>
                <a:cs typeface="IBM Plex Sans"/>
                <a:sym typeface="IBM Plex Sans"/>
              </a:rPr>
              <a:t>1</a:t>
            </a:r>
            <a:endParaRPr lang="en-US" sz="1200" baseline="30000" dirty="0"/>
          </a:p>
        </p:txBody>
      </p:sp>
      <p:graphicFrame>
        <p:nvGraphicFramePr>
          <p:cNvPr id="18" name="Chart 17">
            <a:extLst>
              <a:ext uri="{FF2B5EF4-FFF2-40B4-BE49-F238E27FC236}">
                <a16:creationId xmlns:a16="http://schemas.microsoft.com/office/drawing/2014/main" id="{B0675057-7533-0B61-C65A-B5B51F51A297}"/>
              </a:ext>
            </a:extLst>
          </p:cNvPr>
          <p:cNvGraphicFramePr/>
          <p:nvPr/>
        </p:nvGraphicFramePr>
        <p:xfrm>
          <a:off x="420594" y="3834578"/>
          <a:ext cx="4937760" cy="1814756"/>
        </p:xfrm>
        <a:graphic>
          <a:graphicData uri="http://schemas.openxmlformats.org/drawingml/2006/chart">
            <c:chart xmlns:c="http://schemas.openxmlformats.org/drawingml/2006/chart" xmlns:r="http://schemas.openxmlformats.org/officeDocument/2006/relationships" r:id="rId16"/>
          </a:graphicData>
        </a:graphic>
      </p:graphicFrame>
      <p:sp>
        <p:nvSpPr>
          <p:cNvPr id="19" name="TextBox 18">
            <a:extLst>
              <a:ext uri="{FF2B5EF4-FFF2-40B4-BE49-F238E27FC236}">
                <a16:creationId xmlns:a16="http://schemas.microsoft.com/office/drawing/2014/main" id="{347B6B9E-62DD-5A22-99D6-CED7CD68BBB8}"/>
              </a:ext>
            </a:extLst>
          </p:cNvPr>
          <p:cNvSpPr txBox="1"/>
          <p:nvPr/>
        </p:nvSpPr>
        <p:spPr>
          <a:xfrm>
            <a:off x="10794343" y="1736985"/>
            <a:ext cx="977061" cy="461665"/>
          </a:xfrm>
          <a:prstGeom prst="rect">
            <a:avLst/>
          </a:prstGeom>
          <a:noFill/>
        </p:spPr>
        <p:txBody>
          <a:bodyPr wrap="square" rtlCol="0">
            <a:spAutoFit/>
          </a:bodyPr>
          <a:lstStyle/>
          <a:p>
            <a:pPr algn="ctr"/>
            <a:r>
              <a:rPr lang="en-US" sz="1200" b="1" u="sng" noProof="0" dirty="0">
                <a:latin typeface="IBM Plex Sans" panose="020B0503050203000203" pitchFamily="34" charset="0"/>
              </a:rPr>
              <a:t>CAGR </a:t>
            </a:r>
            <a:br>
              <a:rPr lang="en-US" sz="1200" b="1" u="sng" noProof="0" dirty="0">
                <a:latin typeface="IBM Plex Sans" panose="020B0503050203000203" pitchFamily="34" charset="0"/>
              </a:rPr>
            </a:br>
            <a:r>
              <a:rPr lang="en-US" sz="1200" b="1" u="sng" noProof="0" dirty="0">
                <a:latin typeface="IBM Plex Sans" panose="020B0503050203000203" pitchFamily="34" charset="0"/>
              </a:rPr>
              <a:t>(‘20 – ‘</a:t>
            </a:r>
            <a:r>
              <a:rPr lang="en-US" sz="1200" b="1" u="sng" dirty="0">
                <a:latin typeface="IBM Plex Sans" panose="020B0503050203000203" pitchFamily="34" charset="0"/>
              </a:rPr>
              <a:t>25</a:t>
            </a:r>
            <a:r>
              <a:rPr lang="en-US" sz="1200" b="1" u="sng" noProof="0" dirty="0">
                <a:latin typeface="IBM Plex Sans" panose="020B0503050203000203" pitchFamily="34" charset="0"/>
              </a:rPr>
              <a:t>)</a:t>
            </a:r>
          </a:p>
        </p:txBody>
      </p:sp>
      <p:sp>
        <p:nvSpPr>
          <p:cNvPr id="21" name="TextBox 16">
            <a:extLst>
              <a:ext uri="{FF2B5EF4-FFF2-40B4-BE49-F238E27FC236}">
                <a16:creationId xmlns:a16="http://schemas.microsoft.com/office/drawing/2014/main" id="{878700D2-3E5C-FEEE-4B85-1EC28B26BF8B}"/>
              </a:ext>
            </a:extLst>
          </p:cNvPr>
          <p:cNvSpPr txBox="1"/>
          <p:nvPr/>
        </p:nvSpPr>
        <p:spPr>
          <a:xfrm>
            <a:off x="10879129" y="2203527"/>
            <a:ext cx="807488" cy="276999"/>
          </a:xfrm>
          <a:prstGeom prst="rect">
            <a:avLst/>
          </a:prstGeom>
          <a:noFill/>
        </p:spPr>
        <p:txBody>
          <a:bodyPr wrap="square" rtlCol="0">
            <a:spAutoFit/>
          </a:bodyPr>
          <a:lstStyle/>
          <a:p>
            <a:pPr algn="ctr"/>
            <a:r>
              <a:rPr lang="en-US" sz="1200" b="1" dirty="0">
                <a:latin typeface="IBM Plex Sans" panose="020B0503050203000203" pitchFamily="34" charset="0"/>
              </a:rPr>
              <a:t>56.0</a:t>
            </a:r>
            <a:r>
              <a:rPr lang="en-US" sz="1200" b="1" noProof="0" dirty="0">
                <a:latin typeface="IBM Plex Sans" panose="020B0503050203000203" pitchFamily="34" charset="0"/>
              </a:rPr>
              <a:t>%</a:t>
            </a:r>
          </a:p>
        </p:txBody>
      </p:sp>
      <p:sp>
        <p:nvSpPr>
          <p:cNvPr id="22" name="TextBox 16">
            <a:extLst>
              <a:ext uri="{FF2B5EF4-FFF2-40B4-BE49-F238E27FC236}">
                <a16:creationId xmlns:a16="http://schemas.microsoft.com/office/drawing/2014/main" id="{77FFEC12-DC82-D994-3D3B-AEBB033D9268}"/>
              </a:ext>
            </a:extLst>
          </p:cNvPr>
          <p:cNvSpPr txBox="1"/>
          <p:nvPr/>
        </p:nvSpPr>
        <p:spPr>
          <a:xfrm>
            <a:off x="10879129" y="3775537"/>
            <a:ext cx="807488" cy="276999"/>
          </a:xfrm>
          <a:prstGeom prst="rect">
            <a:avLst/>
          </a:prstGeom>
          <a:noFill/>
        </p:spPr>
        <p:txBody>
          <a:bodyPr wrap="square" rtlCol="0">
            <a:spAutoFit/>
          </a:bodyPr>
          <a:lstStyle/>
          <a:p>
            <a:pPr algn="ctr"/>
            <a:r>
              <a:rPr lang="en-US" sz="1200" b="1" dirty="0">
                <a:latin typeface="IBM Plex Sans" panose="020B0503050203000203" pitchFamily="34" charset="0"/>
              </a:rPr>
              <a:t>48.0</a:t>
            </a:r>
            <a:r>
              <a:rPr lang="en-US" sz="1200" b="1" noProof="0" dirty="0">
                <a:latin typeface="IBM Plex Sans" panose="020B0503050203000203" pitchFamily="34" charset="0"/>
              </a:rPr>
              <a:t>%</a:t>
            </a:r>
          </a:p>
        </p:txBody>
      </p:sp>
      <p:cxnSp>
        <p:nvCxnSpPr>
          <p:cNvPr id="24" name="Straight Arrow Connector 23">
            <a:extLst>
              <a:ext uri="{FF2B5EF4-FFF2-40B4-BE49-F238E27FC236}">
                <a16:creationId xmlns:a16="http://schemas.microsoft.com/office/drawing/2014/main" id="{AC3F2502-894E-CD26-4074-7ECCFCE0B56C}"/>
              </a:ext>
            </a:extLst>
          </p:cNvPr>
          <p:cNvCxnSpPr>
            <a:cxnSpLocks/>
          </p:cNvCxnSpPr>
          <p:nvPr/>
        </p:nvCxnSpPr>
        <p:spPr>
          <a:xfrm flipV="1">
            <a:off x="1317171" y="1856728"/>
            <a:ext cx="2852058" cy="623798"/>
          </a:xfrm>
          <a:prstGeom prst="straightConnector1">
            <a:avLst/>
          </a:prstGeom>
          <a:ln>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802B6F2F-ED61-781A-F367-1ACEA329FCF1}"/>
              </a:ext>
            </a:extLst>
          </p:cNvPr>
          <p:cNvSpPr/>
          <p:nvPr/>
        </p:nvSpPr>
        <p:spPr>
          <a:xfrm>
            <a:off x="2286000" y="2060822"/>
            <a:ext cx="914400" cy="215610"/>
          </a:xfrm>
          <a:prstGeom prst="ellipse">
            <a:avLst/>
          </a:prstGeom>
          <a:solidFill>
            <a:schemeClr val="bg1"/>
          </a:solidFill>
          <a:ln w="127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chemeClr val="tx1"/>
                </a:solidFill>
                <a:latin typeface="IBM Plex Sans" panose="020B0503050203000203" pitchFamily="34" charset="0"/>
              </a:rPr>
              <a:t>82.5</a:t>
            </a:r>
            <a:r>
              <a:rPr lang="en-US" sz="900" b="1" noProof="0" dirty="0">
                <a:solidFill>
                  <a:schemeClr val="tx1"/>
                </a:solidFill>
                <a:latin typeface="IBM Plex Sans" panose="020B0503050203000203" pitchFamily="34" charset="0"/>
              </a:rPr>
              <a:t>%</a:t>
            </a:r>
            <a:r>
              <a:rPr lang="en-US" sz="900" noProof="0" dirty="0">
                <a:solidFill>
                  <a:schemeClr val="tx1"/>
                </a:solidFill>
                <a:latin typeface="IBM Plex Sans" panose="020B0503050203000203" pitchFamily="34" charset="0"/>
              </a:rPr>
              <a:t> p.a.</a:t>
            </a:r>
          </a:p>
        </p:txBody>
      </p:sp>
    </p:spTree>
    <p:extLst>
      <p:ext uri="{BB962C8B-B14F-4D97-AF65-F5344CB8AC3E}">
        <p14:creationId xmlns:p14="http://schemas.microsoft.com/office/powerpoint/2010/main" val="2662269158"/>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Shape 486">
          <a:extLst>
            <a:ext uri="{FF2B5EF4-FFF2-40B4-BE49-F238E27FC236}">
              <a16:creationId xmlns:a16="http://schemas.microsoft.com/office/drawing/2014/main" id="{83A0C6B3-ADC5-A44D-3459-B90F8D646940}"/>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4AD90814-F0A5-3902-F833-56A57550498D}"/>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73" imgH="473" progId="TCLayout.ActiveDocument.1">
                  <p:embed/>
                </p:oleObj>
              </mc:Choice>
              <mc:Fallback>
                <p:oleObj name="think-cell Slide" r:id="rId4" imgW="473" imgH="473" progId="TCLayout.ActiveDocument.1">
                  <p:embed/>
                  <p:pic>
                    <p:nvPicPr>
                      <p:cNvPr id="4" name="think-cell data - do not delete" hidden="1">
                        <a:extLst>
                          <a:ext uri="{FF2B5EF4-FFF2-40B4-BE49-F238E27FC236}">
                            <a16:creationId xmlns:a16="http://schemas.microsoft.com/office/drawing/2014/main" id="{4AD90814-F0A5-3902-F833-56A57550498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3" name="Rectangle 12">
            <a:extLst>
              <a:ext uri="{FF2B5EF4-FFF2-40B4-BE49-F238E27FC236}">
                <a16:creationId xmlns:a16="http://schemas.microsoft.com/office/drawing/2014/main" id="{745663A2-F957-234E-53A5-6C0A03B9EF2C}"/>
              </a:ext>
            </a:extLst>
          </p:cNvPr>
          <p:cNvSpPr/>
          <p:nvPr/>
        </p:nvSpPr>
        <p:spPr>
          <a:xfrm>
            <a:off x="-3320142" y="-567"/>
            <a:ext cx="3200400" cy="6858567"/>
          </a:xfrm>
          <a:prstGeom prst="rect">
            <a:avLst/>
          </a:prstGeom>
          <a:solidFill>
            <a:srgbClr val="9BD9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00" b="1" noProof="0" dirty="0">
                <a:solidFill>
                  <a:schemeClr val="tx1"/>
                </a:solidFill>
                <a:latin typeface="IBM Plex Sans" panose="020B0503050203000203" pitchFamily="34" charset="0"/>
              </a:rPr>
              <a:t>[Stakeholder feedback session]</a:t>
            </a:r>
          </a:p>
          <a:p>
            <a:endParaRPr lang="en-US" sz="1200" b="1" noProof="0" dirty="0">
              <a:solidFill>
                <a:schemeClr val="tx1"/>
              </a:solidFill>
              <a:latin typeface="IBM Plex Sans" panose="020B0503050203000203" pitchFamily="34" charset="0"/>
            </a:endParaRPr>
          </a:p>
          <a:p>
            <a:r>
              <a:rPr lang="en-US" sz="1200" b="1" dirty="0">
                <a:solidFill>
                  <a:schemeClr val="tx1"/>
                </a:solidFill>
                <a:latin typeface="IBM Plex Sans" panose="020B0503050203000203" pitchFamily="34" charset="0"/>
              </a:rPr>
              <a:t>Research the breakdown of search activity across traditional search, image search, and other search formats (e.g., voice, visual)</a:t>
            </a:r>
            <a:r>
              <a:rPr lang="en-US" sz="1200" dirty="0">
                <a:solidFill>
                  <a:schemeClr val="tx1"/>
                </a:solidFill>
                <a:latin typeface="IBM Plex Sans" panose="020B0503050203000203" pitchFamily="34" charset="0"/>
              </a:rPr>
              <a:t> (Slide)</a:t>
            </a:r>
            <a:endParaRPr lang="en-US" sz="1200" b="1" noProof="0" dirty="0">
              <a:solidFill>
                <a:schemeClr val="tx1"/>
              </a:solidFill>
              <a:latin typeface="IBM Plex Sans" panose="020B0503050203000203" pitchFamily="34" charset="0"/>
            </a:endParaRPr>
          </a:p>
          <a:p>
            <a:endParaRPr lang="en-US" sz="1200" b="1" noProof="0" dirty="0">
              <a:solidFill>
                <a:schemeClr val="tx1"/>
              </a:solidFill>
              <a:latin typeface="IBM Plex Sans" panose="020B0503050203000203" pitchFamily="34" charset="0"/>
            </a:endParaRPr>
          </a:p>
          <a:p>
            <a:r>
              <a:rPr lang="en-US" sz="1200" b="1" noProof="0" dirty="0">
                <a:solidFill>
                  <a:schemeClr val="tx1"/>
                </a:solidFill>
                <a:latin typeface="IBM Plex Sans" panose="020B0503050203000203" pitchFamily="34" charset="0"/>
              </a:rPr>
              <a:t>Context</a:t>
            </a:r>
          </a:p>
          <a:p>
            <a:r>
              <a:rPr lang="en-US" sz="1200" u="sng" dirty="0">
                <a:solidFill>
                  <a:schemeClr val="tx1"/>
                </a:solidFill>
                <a:latin typeface="IBM Plex Sans" panose="020B0503050203000203" pitchFamily="34" charset="0"/>
              </a:rPr>
              <a:t>Question:</a:t>
            </a:r>
            <a:r>
              <a:rPr lang="en-US" sz="1200" dirty="0">
                <a:solidFill>
                  <a:schemeClr val="tx1"/>
                </a:solidFill>
                <a:latin typeface="IBM Plex Sans" panose="020B0503050203000203" pitchFamily="34" charset="0"/>
              </a:rPr>
              <a:t> Does the analysis take into account </a:t>
            </a:r>
            <a:r>
              <a:rPr lang="en-US" sz="1200" b="1" dirty="0">
                <a:solidFill>
                  <a:schemeClr val="tx1"/>
                </a:solidFill>
                <a:latin typeface="IBM Plex Sans" panose="020B0503050203000203" pitchFamily="34" charset="0"/>
              </a:rPr>
              <a:t>multimodal searches</a:t>
            </a:r>
            <a:r>
              <a:rPr lang="en-US" sz="1200" dirty="0">
                <a:solidFill>
                  <a:schemeClr val="tx1"/>
                </a:solidFill>
                <a:latin typeface="IBM Plex Sans" panose="020B0503050203000203" pitchFamily="34" charset="0"/>
              </a:rPr>
              <a:t>? For example, Google has previously shared how quickly image- and voice-based searches are growing. Traditional SERP searches may not be expanding at the same pace, while formats like visual search</a:t>
            </a:r>
            <a:r>
              <a:rPr lang="en-001" sz="1200" dirty="0">
                <a:solidFill>
                  <a:schemeClr val="tx1"/>
                </a:solidFill>
                <a:latin typeface="IBM Plex Sans" panose="020B0503050203000203" pitchFamily="34" charset="0"/>
              </a:rPr>
              <a:t>,</a:t>
            </a:r>
            <a:r>
              <a:rPr lang="en-US" sz="1200" dirty="0">
                <a:solidFill>
                  <a:schemeClr val="tx1"/>
                </a:solidFill>
                <a:latin typeface="IBM Plex Sans" panose="020B0503050203000203" pitchFamily="34" charset="0"/>
              </a:rPr>
              <a:t> such as Google Lens, which now processes around 20 billion visual searches per month</a:t>
            </a:r>
            <a:r>
              <a:rPr lang="en-001" sz="1200" dirty="0">
                <a:solidFill>
                  <a:schemeClr val="tx1"/>
                </a:solidFill>
                <a:latin typeface="IBM Plex Sans" panose="020B0503050203000203" pitchFamily="34" charset="0"/>
              </a:rPr>
              <a:t>,</a:t>
            </a:r>
            <a:r>
              <a:rPr lang="en-US" sz="1200" dirty="0">
                <a:solidFill>
                  <a:schemeClr val="tx1"/>
                </a:solidFill>
                <a:latin typeface="IBM Plex Sans" panose="020B0503050203000203" pitchFamily="34" charset="0"/>
              </a:rPr>
              <a:t> are seeing very strong growth. Does the analysis account for this shift toward image-initiated or multimodal search experiences?</a:t>
            </a:r>
          </a:p>
          <a:p>
            <a:endParaRPr lang="en-US" sz="1200" dirty="0">
              <a:solidFill>
                <a:schemeClr val="tx1"/>
              </a:solidFill>
              <a:latin typeface="IBM Plex Sans" panose="020B0503050203000203" pitchFamily="34" charset="0"/>
            </a:endParaRPr>
          </a:p>
          <a:p>
            <a:r>
              <a:rPr lang="en-US" sz="1200" u="sng" dirty="0">
                <a:solidFill>
                  <a:schemeClr val="tx1"/>
                </a:solidFill>
                <a:latin typeface="IBM Plex Sans" panose="020B0503050203000203" pitchFamily="34" charset="0"/>
              </a:rPr>
              <a:t>Answer:</a:t>
            </a:r>
            <a:r>
              <a:rPr lang="en-US" sz="1200" dirty="0">
                <a:solidFill>
                  <a:schemeClr val="tx1"/>
                </a:solidFill>
                <a:latin typeface="IBM Plex Sans" panose="020B0503050203000203" pitchFamily="34" charset="0"/>
              </a:rPr>
              <a:t> </a:t>
            </a:r>
            <a:r>
              <a:rPr lang="en-001" sz="1200" dirty="0">
                <a:solidFill>
                  <a:schemeClr val="tx1"/>
                </a:solidFill>
                <a:latin typeface="IBM Plex Sans" panose="020B0503050203000203" pitchFamily="34" charset="0"/>
              </a:rPr>
              <a:t>Our current estimation includes multimodal entry points</a:t>
            </a:r>
            <a:endParaRPr lang="en-US" sz="1200" dirty="0">
              <a:solidFill>
                <a:schemeClr val="tx1"/>
              </a:solidFill>
              <a:latin typeface="IBM Plex Sans" panose="020B0503050203000203" pitchFamily="34" charset="0"/>
            </a:endParaRPr>
          </a:p>
        </p:txBody>
      </p:sp>
      <p:sp>
        <p:nvSpPr>
          <p:cNvPr id="487" name="Google Shape;487;p48">
            <a:extLst>
              <a:ext uri="{FF2B5EF4-FFF2-40B4-BE49-F238E27FC236}">
                <a16:creationId xmlns:a16="http://schemas.microsoft.com/office/drawing/2014/main" id="{0A331ECB-B48B-403E-344B-F3025296D77D}"/>
              </a:ext>
            </a:extLst>
          </p:cNvPr>
          <p:cNvSpPr txBox="1">
            <a:spLocks noGrp="1"/>
          </p:cNvSpPr>
          <p:nvPr>
            <p:ph type="sldNum" idx="12"/>
          </p:nvPr>
        </p:nvSpPr>
        <p:spPr>
          <a:xfrm>
            <a:off x="11525219" y="6583101"/>
            <a:ext cx="303288" cy="200055"/>
          </a:xfrm>
          <a:prstGeom prst="rect">
            <a:avLst/>
          </a:prstGeom>
          <a:noFill/>
          <a:ln>
            <a:noFill/>
          </a:ln>
        </p:spPr>
        <p:txBody>
          <a:bodyPr spcFirstLastPara="1" wrap="square" lIns="91425" tIns="45700" rIns="91425" bIns="45700" anchor="ctr" anchorCtr="0">
            <a:spAutoFit/>
          </a:bodyPr>
          <a:lstStyle/>
          <a:p>
            <a:pPr marL="0" lvl="0" indent="0" algn="r" rtl="0">
              <a:lnSpc>
                <a:spcPct val="100000"/>
              </a:lnSpc>
              <a:spcBef>
                <a:spcPts val="0"/>
              </a:spcBef>
              <a:spcAft>
                <a:spcPts val="0"/>
              </a:spcAft>
              <a:buSzPts val="700"/>
              <a:buNone/>
            </a:pPr>
            <a:fld id="{00000000-1234-1234-1234-123412341234}" type="slidenum">
              <a:rPr lang="en-US" noProof="0" smtClean="0"/>
              <a:t>112</a:t>
            </a:fld>
            <a:endParaRPr lang="en-US" noProof="0"/>
          </a:p>
        </p:txBody>
      </p:sp>
      <p:sp>
        <p:nvSpPr>
          <p:cNvPr id="488" name="Google Shape;488;p48">
            <a:extLst>
              <a:ext uri="{FF2B5EF4-FFF2-40B4-BE49-F238E27FC236}">
                <a16:creationId xmlns:a16="http://schemas.microsoft.com/office/drawing/2014/main" id="{DCFC6652-3366-23D4-235A-60C5A24832D6}"/>
              </a:ext>
            </a:extLst>
          </p:cNvPr>
          <p:cNvSpPr txBox="1">
            <a:spLocks noGrp="1"/>
          </p:cNvSpPr>
          <p:nvPr>
            <p:ph type="title"/>
          </p:nvPr>
        </p:nvSpPr>
        <p:spPr>
          <a:xfrm>
            <a:off x="420595" y="504611"/>
            <a:ext cx="11350811" cy="775597"/>
          </a:xfrm>
          <a:prstGeom prst="rect">
            <a:avLst/>
          </a:prstGeom>
          <a:noFill/>
          <a:ln>
            <a:noFill/>
          </a:ln>
        </p:spPr>
        <p:txBody>
          <a:bodyPr spcFirstLastPara="1" wrap="square" lIns="0" tIns="0" rIns="0" bIns="0" anchor="t" anchorCtr="0">
            <a:spAutoFit/>
          </a:bodyPr>
          <a:lstStyle/>
          <a:p>
            <a:r>
              <a:rPr lang="en-US" dirty="0"/>
              <a:t>Emerging modalities (e.g., Lens) expand access </a:t>
            </a:r>
            <a:r>
              <a:rPr lang="en-001" dirty="0"/>
              <a:t>to </a:t>
            </a:r>
            <a:r>
              <a:rPr lang="en-US" dirty="0"/>
              <a:t>search, but continue to funnel into Google’s core monetizable workflows</a:t>
            </a:r>
            <a:endParaRPr lang="en-US" noProof="0" dirty="0"/>
          </a:p>
        </p:txBody>
      </p:sp>
      <p:sp>
        <p:nvSpPr>
          <p:cNvPr id="7" name="CaixaDeTexto 6">
            <a:extLst>
              <a:ext uri="{FF2B5EF4-FFF2-40B4-BE49-F238E27FC236}">
                <a16:creationId xmlns:a16="http://schemas.microsoft.com/office/drawing/2014/main" id="{753CDAD5-670D-E07A-331C-82B12A7F805B}"/>
              </a:ext>
            </a:extLst>
          </p:cNvPr>
          <p:cNvSpPr txBox="1"/>
          <p:nvPr/>
        </p:nvSpPr>
        <p:spPr>
          <a:xfrm>
            <a:off x="7572564" y="-567"/>
            <a:ext cx="4608473"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r"/>
            <a:r>
              <a:rPr lang="en-US" sz="1200" noProof="0" dirty="0">
                <a:latin typeface="IBM Plex Sans"/>
              </a:rPr>
              <a:t>Appendix – 2025 Overview: updates from feedback sessions</a:t>
            </a:r>
          </a:p>
        </p:txBody>
      </p:sp>
      <p:sp>
        <p:nvSpPr>
          <p:cNvPr id="8" name="Oval 7">
            <a:extLst>
              <a:ext uri="{FF2B5EF4-FFF2-40B4-BE49-F238E27FC236}">
                <a16:creationId xmlns:a16="http://schemas.microsoft.com/office/drawing/2014/main" id="{B01A9197-1BB2-6395-A7DB-7A4DA144FB40}"/>
              </a:ext>
            </a:extLst>
          </p:cNvPr>
          <p:cNvSpPr/>
          <p:nvPr/>
        </p:nvSpPr>
        <p:spPr>
          <a:xfrm>
            <a:off x="-524531" y="137932"/>
            <a:ext cx="274320" cy="274320"/>
          </a:xfrm>
          <a:prstGeom prst="ellipse">
            <a:avLst/>
          </a:prstGeom>
          <a:solidFill>
            <a:schemeClr val="accent6">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100" b="1" dirty="0"/>
              <a:t>1</a:t>
            </a:r>
          </a:p>
        </p:txBody>
      </p:sp>
      <p:sp>
        <p:nvSpPr>
          <p:cNvPr id="12" name="Google Shape;625;g3b23322d595_2_111">
            <a:extLst>
              <a:ext uri="{FF2B5EF4-FFF2-40B4-BE49-F238E27FC236}">
                <a16:creationId xmlns:a16="http://schemas.microsoft.com/office/drawing/2014/main" id="{72BEBA8A-183B-EF16-1419-7BF26E520999}"/>
              </a:ext>
            </a:extLst>
          </p:cNvPr>
          <p:cNvSpPr txBox="1"/>
          <p:nvPr/>
        </p:nvSpPr>
        <p:spPr>
          <a:xfrm>
            <a:off x="420595" y="5784903"/>
            <a:ext cx="11350810" cy="471660"/>
          </a:xfrm>
          <a:prstGeom prst="rect">
            <a:avLst/>
          </a:prstGeom>
          <a:solidFill>
            <a:srgbClr val="7FD7A7"/>
          </a:solidFill>
          <a:ln>
            <a:noFill/>
          </a:ln>
        </p:spPr>
        <p:txBody>
          <a:bodyPr spcFirstLastPara="1" wrap="square" lIns="68550" tIns="68550" rIns="68550" bIns="68550" anchor="ctr" anchorCtr="0">
            <a:noAutofit/>
          </a:bodyPr>
          <a:lstStyle/>
          <a:p>
            <a:pPr lvl="0" algn="ctr">
              <a:buSzPts val="1200"/>
            </a:pPr>
            <a:r>
              <a:rPr lang="en-US" b="1" dirty="0">
                <a:latin typeface="IBM Plex Sans"/>
                <a:ea typeface="IBM Plex Sans"/>
                <a:cs typeface="IBM Plex Sans"/>
              </a:rPr>
              <a:t>Emerging modalities (e.g., Lens) increase search entry points, but largely resolve into SERP-based experiences, reinforcing Google’s monetization model</a:t>
            </a:r>
            <a:endParaRPr lang="en-US" b="1" i="0" u="none" strike="noStrike" cap="none" noProof="0" dirty="0">
              <a:solidFill>
                <a:srgbClr val="000000"/>
              </a:solidFill>
              <a:latin typeface="IBM Plex Sans"/>
              <a:ea typeface="IBM Plex Sans"/>
              <a:cs typeface="IBM Plex Sans"/>
            </a:endParaRPr>
          </a:p>
        </p:txBody>
      </p:sp>
      <p:graphicFrame>
        <p:nvGraphicFramePr>
          <p:cNvPr id="14" name="Google Shape;1005;p68">
            <a:extLst>
              <a:ext uri="{FF2B5EF4-FFF2-40B4-BE49-F238E27FC236}">
                <a16:creationId xmlns:a16="http://schemas.microsoft.com/office/drawing/2014/main" id="{50C92E0F-81BD-144E-88F8-29331659C051}"/>
              </a:ext>
            </a:extLst>
          </p:cNvPr>
          <p:cNvGraphicFramePr/>
          <p:nvPr/>
        </p:nvGraphicFramePr>
        <p:xfrm>
          <a:off x="420595" y="1844264"/>
          <a:ext cx="7151969" cy="3287563"/>
        </p:xfrm>
        <a:graphic>
          <a:graphicData uri="http://schemas.openxmlformats.org/drawingml/2006/chart">
            <c:chart xmlns:c="http://schemas.openxmlformats.org/drawingml/2006/chart" xmlns:r="http://schemas.openxmlformats.org/officeDocument/2006/relationships" r:id="rId6"/>
          </a:graphicData>
        </a:graphic>
      </p:graphicFrame>
      <p:sp>
        <p:nvSpPr>
          <p:cNvPr id="17" name="Rectangle 16">
            <a:extLst>
              <a:ext uri="{FF2B5EF4-FFF2-40B4-BE49-F238E27FC236}">
                <a16:creationId xmlns:a16="http://schemas.microsoft.com/office/drawing/2014/main" id="{61B38325-5FE9-763F-B4AC-1FE0C9343982}"/>
              </a:ext>
            </a:extLst>
          </p:cNvPr>
          <p:cNvSpPr/>
          <p:nvPr/>
        </p:nvSpPr>
        <p:spPr>
          <a:xfrm>
            <a:off x="7870371" y="1708696"/>
            <a:ext cx="3901034" cy="387063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182880" tIns="91440" rIns="182880" bIns="91440" rtlCol="0" anchor="ctr"/>
          <a:lstStyle/>
          <a:p>
            <a:pPr marL="285750" marR="0" lvl="0" indent="-285750" algn="l" defTabSz="914400" rtl="0" eaLnBrk="1" fontAlgn="auto" latinLnBrk="0" hangingPunct="1">
              <a:lnSpc>
                <a:spcPct val="100000"/>
              </a:lnSpc>
              <a:spcBef>
                <a:spcPts val="0"/>
              </a:spcBef>
              <a:spcAft>
                <a:spcPts val="600"/>
              </a:spcAft>
              <a:buClr>
                <a:srgbClr val="000000"/>
              </a:buClr>
              <a:buSzTx/>
              <a:buFont typeface="Arial" panose="020B0604020202020204" pitchFamily="34" charset="0"/>
              <a:buChar char="•"/>
              <a:tabLst/>
              <a:defRPr/>
            </a:pPr>
            <a:r>
              <a:rPr kumimoji="0" lang="en-US" b="1"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Visual and multimodal </a:t>
            </a:r>
            <a:r>
              <a:rPr kumimoji="0" lang="en-US"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queries typically resolve into standard Google results (e.g., Shopping, Maps, SERP), </a:t>
            </a:r>
            <a:r>
              <a:rPr kumimoji="0" lang="en-US" b="1"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maintaining monetization pathways</a:t>
            </a:r>
            <a:endParaRPr kumimoji="0" lang="en-001" b="1"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endParaRPr>
          </a:p>
          <a:p>
            <a:pPr marL="285750" marR="0" lvl="0" indent="-285750" algn="l" defTabSz="914400" rtl="0" eaLnBrk="1" fontAlgn="auto" latinLnBrk="0" hangingPunct="1">
              <a:lnSpc>
                <a:spcPct val="100000"/>
              </a:lnSpc>
              <a:spcBef>
                <a:spcPts val="0"/>
              </a:spcBef>
              <a:spcAft>
                <a:spcPts val="600"/>
              </a:spcAft>
              <a:buClr>
                <a:srgbClr val="000000"/>
              </a:buClr>
              <a:buSzTx/>
              <a:buFont typeface="Arial" panose="020B0604020202020204" pitchFamily="34" charset="0"/>
              <a:buChar char="•"/>
              <a:tabLst/>
              <a:defRPr/>
            </a:pPr>
            <a:r>
              <a:rPr kumimoji="0" lang="en-US" b="1"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Text:</a:t>
            </a:r>
            <a:r>
              <a:rPr kumimoji="0" lang="en-US"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 Primary </a:t>
            </a:r>
            <a:r>
              <a:rPr lang="en-US" dirty="0">
                <a:solidFill>
                  <a:srgbClr val="000000"/>
                </a:solidFill>
                <a:latin typeface="IBM Plex Sans" panose="020B0503050203000203" pitchFamily="34" charset="0"/>
                <a:cs typeface="Arial"/>
              </a:rPr>
              <a:t>search modal; estimated 5.6T queries in 2026, grow at 12% CAGR  </a:t>
            </a:r>
            <a:endParaRPr kumimoji="0" lang="en-US"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endParaRPr>
          </a:p>
          <a:p>
            <a:pPr marL="285750" lvl="0" indent="-285750">
              <a:spcAft>
                <a:spcPts val="600"/>
              </a:spcAft>
              <a:buFont typeface="Arial" panose="020B0604020202020204" pitchFamily="34" charset="0"/>
              <a:buChar char="•"/>
              <a:defRPr/>
            </a:pPr>
            <a:r>
              <a:rPr lang="en-US" b="1" dirty="0">
                <a:solidFill>
                  <a:srgbClr val="000000"/>
                </a:solidFill>
                <a:latin typeface="IBM Plex Sans" panose="020B0503050203000203" pitchFamily="34" charset="0"/>
                <a:cs typeface="Arial"/>
              </a:rPr>
              <a:t>Visual:</a:t>
            </a:r>
            <a:r>
              <a:rPr lang="en-US" dirty="0">
                <a:solidFill>
                  <a:srgbClr val="000000"/>
                </a:solidFill>
                <a:latin typeface="IBM Plex Sans" panose="020B0503050203000203" pitchFamily="34" charset="0"/>
                <a:cs typeface="Arial"/>
              </a:rPr>
              <a:t> Enabled by Google Lens, estimated 300B</a:t>
            </a:r>
            <a:r>
              <a:rPr lang="en-US" baseline="30000" dirty="0">
                <a:solidFill>
                  <a:srgbClr val="000000"/>
                </a:solidFill>
                <a:latin typeface="IBM Plex Sans" panose="020B0503050203000203" pitchFamily="34" charset="0"/>
                <a:cs typeface="Arial"/>
              </a:rPr>
              <a:t>1</a:t>
            </a:r>
            <a:r>
              <a:rPr lang="en-US" dirty="0">
                <a:solidFill>
                  <a:srgbClr val="000000"/>
                </a:solidFill>
                <a:latin typeface="IBM Plex Sans" panose="020B0503050203000203" pitchFamily="34" charset="0"/>
                <a:cs typeface="Arial"/>
              </a:rPr>
              <a:t> queries in 2026 (5.4% share of total queries), grow</a:t>
            </a:r>
            <a:r>
              <a:rPr lang="en-001" dirty="0">
                <a:solidFill>
                  <a:srgbClr val="000000"/>
                </a:solidFill>
                <a:latin typeface="IBM Plex Sans" panose="020B0503050203000203" pitchFamily="34" charset="0"/>
                <a:cs typeface="Arial"/>
              </a:rPr>
              <a:t>s</a:t>
            </a:r>
            <a:r>
              <a:rPr lang="en-US" dirty="0">
                <a:solidFill>
                  <a:srgbClr val="000000"/>
                </a:solidFill>
                <a:latin typeface="IBM Plex Sans" panose="020B0503050203000203" pitchFamily="34" charset="0"/>
                <a:cs typeface="Arial"/>
              </a:rPr>
              <a:t> at ~30% CAGR</a:t>
            </a:r>
            <a:endParaRPr lang="en-US" baseline="30000" dirty="0">
              <a:solidFill>
                <a:srgbClr val="000000"/>
              </a:solidFill>
              <a:latin typeface="IBM Plex Sans" panose="020B0503050203000203" pitchFamily="34" charset="0"/>
              <a:cs typeface="Arial"/>
            </a:endParaRPr>
          </a:p>
          <a:p>
            <a:pPr marL="285750" lvl="0" indent="-285750">
              <a:spcAft>
                <a:spcPts val="600"/>
              </a:spcAft>
              <a:buFont typeface="Arial" panose="020B0604020202020204" pitchFamily="34" charset="0"/>
              <a:buChar char="•"/>
              <a:defRPr/>
            </a:pPr>
            <a:r>
              <a:rPr kumimoji="0" lang="en-US" b="1"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Voice:</a:t>
            </a:r>
            <a:r>
              <a:rPr kumimoji="0" lang="en-US"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rPr>
              <a:t> </a:t>
            </a:r>
            <a:r>
              <a:rPr lang="en-US" dirty="0">
                <a:solidFill>
                  <a:srgbClr val="000000"/>
                </a:solidFill>
                <a:latin typeface="IBM Plex Sans" panose="020B0503050203000203" pitchFamily="34" charset="0"/>
                <a:cs typeface="Arial"/>
              </a:rPr>
              <a:t>Growing usage (~20% of users), but still routes through search ecosystems with limited standalone monetization</a:t>
            </a:r>
            <a:endParaRPr kumimoji="0" lang="en-US" b="0" i="0" u="none" strike="noStrike" kern="0" cap="none" spc="0" normalizeH="0" baseline="0" noProof="0" dirty="0">
              <a:ln>
                <a:noFill/>
              </a:ln>
              <a:solidFill>
                <a:srgbClr val="000000"/>
              </a:solidFill>
              <a:effectLst/>
              <a:uLnTx/>
              <a:uFillTx/>
              <a:latin typeface="IBM Plex Sans" panose="020B0503050203000203" pitchFamily="34" charset="0"/>
              <a:cs typeface="Arial"/>
              <a:sym typeface="Arial"/>
            </a:endParaRPr>
          </a:p>
        </p:txBody>
      </p:sp>
      <p:sp>
        <p:nvSpPr>
          <p:cNvPr id="18" name="Google Shape;368;p24">
            <a:extLst>
              <a:ext uri="{FF2B5EF4-FFF2-40B4-BE49-F238E27FC236}">
                <a16:creationId xmlns:a16="http://schemas.microsoft.com/office/drawing/2014/main" id="{8C9941EE-EF46-0326-8AA6-2A241A564E24}"/>
              </a:ext>
            </a:extLst>
          </p:cNvPr>
          <p:cNvSpPr/>
          <p:nvPr/>
        </p:nvSpPr>
        <p:spPr>
          <a:xfrm>
            <a:off x="420595" y="1434376"/>
            <a:ext cx="7151970" cy="274320"/>
          </a:xfrm>
          <a:prstGeom prst="rect">
            <a:avLst/>
          </a:prstGeom>
          <a:solidFill>
            <a:srgbClr val="7030A0"/>
          </a:solidFill>
          <a:ln>
            <a:noFill/>
          </a:ln>
        </p:spPr>
        <p:txBody>
          <a:bodyPr spcFirstLastPara="1" wrap="square" lIns="91425" tIns="45700" rIns="91425" bIns="45700" anchor="ctr" anchorCtr="0">
            <a:noAutofit/>
          </a:bodyPr>
          <a:lstStyle/>
          <a:p>
            <a:pPr lvl="1" algn="ctr">
              <a:buSzPts val="1600"/>
            </a:pPr>
            <a:r>
              <a:rPr lang="en-US" b="1" dirty="0">
                <a:solidFill>
                  <a:schemeClr val="lt1"/>
                </a:solidFill>
                <a:latin typeface="IBM Plex Sans"/>
                <a:ea typeface="IBM Plex Sans"/>
                <a:cs typeface="IBM Plex Sans"/>
                <a:sym typeface="IBM Plex Sans" panose="020B0503050203000203" pitchFamily="34" charset="0"/>
              </a:rPr>
              <a:t>Google Search vs Google Lens Queries (Billion) Per Year</a:t>
            </a:r>
            <a:endParaRPr lang="en-US" b="1" baseline="30000" dirty="0">
              <a:solidFill>
                <a:schemeClr val="lt1"/>
              </a:solidFill>
              <a:latin typeface="IBM Plex Sans"/>
              <a:ea typeface="IBM Plex Sans"/>
              <a:cs typeface="IBM Plex Sans"/>
              <a:sym typeface="IBM Plex Sans" panose="020B0503050203000203" pitchFamily="34" charset="0"/>
            </a:endParaRPr>
          </a:p>
        </p:txBody>
      </p:sp>
      <p:sp>
        <p:nvSpPr>
          <p:cNvPr id="19" name="Google Shape;368;p24">
            <a:extLst>
              <a:ext uri="{FF2B5EF4-FFF2-40B4-BE49-F238E27FC236}">
                <a16:creationId xmlns:a16="http://schemas.microsoft.com/office/drawing/2014/main" id="{BB48A1DE-CEE6-BEA6-FDA4-7A8F61A9EE09}"/>
              </a:ext>
            </a:extLst>
          </p:cNvPr>
          <p:cNvSpPr/>
          <p:nvPr/>
        </p:nvSpPr>
        <p:spPr>
          <a:xfrm>
            <a:off x="7870372" y="1434377"/>
            <a:ext cx="3901034" cy="274320"/>
          </a:xfrm>
          <a:prstGeom prst="rect">
            <a:avLst/>
          </a:prstGeom>
          <a:solidFill>
            <a:srgbClr val="7030A0"/>
          </a:solidFill>
          <a:ln>
            <a:noFill/>
          </a:ln>
        </p:spPr>
        <p:txBody>
          <a:bodyPr spcFirstLastPara="1" wrap="square" lIns="91425" tIns="45700" rIns="91425" bIns="45700" anchor="ctr" anchorCtr="0">
            <a:noAutofit/>
          </a:bodyPr>
          <a:lstStyle/>
          <a:p>
            <a:pPr marL="0" marR="0" lvl="1" indent="0" algn="ctr" rtl="0">
              <a:lnSpc>
                <a:spcPct val="100000"/>
              </a:lnSpc>
              <a:spcBef>
                <a:spcPts val="0"/>
              </a:spcBef>
              <a:spcAft>
                <a:spcPts val="0"/>
              </a:spcAft>
              <a:buClr>
                <a:srgbClr val="000000"/>
              </a:buClr>
              <a:buSzPts val="1600"/>
              <a:buFont typeface="Arial"/>
              <a:buNone/>
            </a:pPr>
            <a:r>
              <a:rPr lang="en-US" b="1" i="0" u="none" strike="noStrike" cap="none" noProof="0">
                <a:solidFill>
                  <a:schemeClr val="lt1"/>
                </a:solidFill>
                <a:latin typeface="IBM Plex Sans" panose="020B0503050203000203" pitchFamily="34" charset="0"/>
                <a:ea typeface="IBM Plex Sans"/>
                <a:cs typeface="IBM Plex Sans"/>
                <a:sym typeface="IBM Plex Sans" panose="020B0503050203000203" pitchFamily="34" charset="0"/>
              </a:rPr>
              <a:t>Insights from research</a:t>
            </a:r>
          </a:p>
        </p:txBody>
      </p:sp>
      <p:sp>
        <p:nvSpPr>
          <p:cNvPr id="3" name="Google Shape;1171;g3b0a07b424d_1_872">
            <a:extLst>
              <a:ext uri="{FF2B5EF4-FFF2-40B4-BE49-F238E27FC236}">
                <a16:creationId xmlns:a16="http://schemas.microsoft.com/office/drawing/2014/main" id="{1B229670-F49C-F26C-DAFB-5905C9402647}"/>
              </a:ext>
            </a:extLst>
          </p:cNvPr>
          <p:cNvSpPr txBox="1"/>
          <p:nvPr/>
        </p:nvSpPr>
        <p:spPr>
          <a:xfrm>
            <a:off x="368300" y="6392131"/>
            <a:ext cx="10641076" cy="107722"/>
          </a:xfrm>
          <a:prstGeom prst="rect">
            <a:avLst/>
          </a:prstGeom>
          <a:noFill/>
          <a:ln>
            <a:noFill/>
          </a:ln>
        </p:spPr>
        <p:txBody>
          <a:bodyPr spcFirstLastPara="1" wrap="square" lIns="0" tIns="0" rIns="0" bIns="0" anchor="b" anchorCtr="0">
            <a:spAutoFit/>
          </a:bodyPr>
          <a:lstStyle/>
          <a:p>
            <a:pPr lvl="0">
              <a:buSzPts val="600"/>
            </a:pPr>
            <a:r>
              <a:rPr lang="en-US" sz="700" b="0" i="0" strike="noStrike" cap="none" noProof="0" dirty="0">
                <a:solidFill>
                  <a:schemeClr val="bg1">
                    <a:lumMod val="50000"/>
                  </a:schemeClr>
                </a:solidFill>
                <a:latin typeface="IBM Plex Sans"/>
                <a:ea typeface="Calibri"/>
                <a:cs typeface="Calibri"/>
                <a:sym typeface="Calibri"/>
              </a:rPr>
              <a:t>Sources</a:t>
            </a:r>
            <a:r>
              <a:rPr lang="en-US" sz="700" b="1" i="0" strike="noStrike" cap="none" noProof="0" dirty="0">
                <a:solidFill>
                  <a:schemeClr val="bg1">
                    <a:lumMod val="50000"/>
                  </a:schemeClr>
                </a:solidFill>
                <a:latin typeface="IBM Plex Sans"/>
                <a:ea typeface="Calibri"/>
                <a:cs typeface="Calibri"/>
                <a:sym typeface="Calibri"/>
              </a:rPr>
              <a:t>: </a:t>
            </a:r>
            <a:r>
              <a:rPr lang="en-US" sz="700" b="0" i="0" strike="noStrike" cap="none" noProof="0" dirty="0">
                <a:solidFill>
                  <a:schemeClr val="bg1">
                    <a:lumMod val="50000"/>
                  </a:schemeClr>
                </a:solidFill>
                <a:latin typeface="IBM Plex Sans"/>
                <a:ea typeface="Calibri"/>
                <a:cs typeface="Calibri"/>
                <a:sym typeface="Calibri"/>
              </a:rPr>
              <a:t>(1) </a:t>
            </a:r>
            <a:r>
              <a:rPr lang="en-US" sz="700" b="0" i="0" strike="noStrike" cap="none" noProof="0" dirty="0">
                <a:solidFill>
                  <a:schemeClr val="bg1">
                    <a:lumMod val="50000"/>
                  </a:schemeClr>
                </a:solidFill>
                <a:latin typeface="IBM Plex Sans"/>
                <a:ea typeface="Calibri"/>
                <a:cs typeface="Calibri"/>
                <a:sym typeface="Calibri"/>
                <a:hlinkClick r:id="rId7">
                  <a:extLst>
                    <a:ext uri="{A12FA001-AC4F-418D-AE19-62706E023703}">
                      <ahyp:hlinkClr xmlns:ahyp="http://schemas.microsoft.com/office/drawing/2018/hyperlinkcolor" val="tx"/>
                    </a:ext>
                  </a:extLst>
                </a:hlinkClick>
              </a:rPr>
              <a:t>AR Insider</a:t>
            </a:r>
            <a:r>
              <a:rPr lang="en-US" sz="700" b="0" i="0" strike="noStrike" cap="none" noProof="0" dirty="0">
                <a:solidFill>
                  <a:schemeClr val="bg1">
                    <a:lumMod val="50000"/>
                  </a:schemeClr>
                </a:solidFill>
                <a:latin typeface="IBM Plex Sans"/>
                <a:ea typeface="Calibri"/>
                <a:cs typeface="Calibri"/>
                <a:sym typeface="Calibri"/>
              </a:rPr>
              <a:t> (annualized), (2) </a:t>
            </a:r>
            <a:r>
              <a:rPr lang="en-US" sz="700" dirty="0">
                <a:solidFill>
                  <a:schemeClr val="bg1">
                    <a:lumMod val="50000"/>
                  </a:schemeClr>
                </a:solidFill>
                <a:latin typeface="IBM Plex Sans"/>
                <a:ea typeface="Calibri"/>
                <a:cs typeface="Calibri"/>
                <a:sym typeface="Calibri"/>
                <a:hlinkClick r:id="rId8">
                  <a:extLst>
                    <a:ext uri="{A12FA001-AC4F-418D-AE19-62706E023703}">
                      <ahyp:hlinkClr xmlns:ahyp="http://schemas.microsoft.com/office/drawing/2018/hyperlinkcolor" val="tx"/>
                    </a:ext>
                  </a:extLst>
                </a:hlinkClick>
              </a:rPr>
              <a:t>Circle to Search </a:t>
            </a:r>
            <a:r>
              <a:rPr lang="en-US" sz="700" b="0" i="0" strike="noStrike" cap="none" noProof="0" dirty="0">
                <a:solidFill>
                  <a:schemeClr val="bg1">
                    <a:lumMod val="50000"/>
                  </a:schemeClr>
                </a:solidFill>
                <a:latin typeface="IBM Plex Sans"/>
                <a:ea typeface="Calibri"/>
                <a:cs typeface="Calibri"/>
                <a:sym typeface="Calibri"/>
              </a:rPr>
              <a:t>, (3) </a:t>
            </a:r>
            <a:r>
              <a:rPr lang="en-US" sz="700" b="0" i="0" strike="noStrike" cap="none" noProof="0" dirty="0">
                <a:solidFill>
                  <a:schemeClr val="bg1">
                    <a:lumMod val="50000"/>
                  </a:schemeClr>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Data </a:t>
            </a:r>
            <a:r>
              <a:rPr lang="en-US" sz="700" b="0" i="0" strike="noStrike" cap="none" noProof="0" dirty="0" err="1">
                <a:solidFill>
                  <a:schemeClr val="bg1">
                    <a:lumMod val="50000"/>
                  </a:schemeClr>
                </a:solidFill>
                <a:latin typeface="IBM Plex Sans"/>
                <a:ea typeface="Calibri"/>
                <a:cs typeface="Calibri"/>
                <a:sym typeface="Calibri"/>
                <a:hlinkClick r:id="rId9">
                  <a:extLst>
                    <a:ext uri="{A12FA001-AC4F-418D-AE19-62706E023703}">
                      <ahyp:hlinkClr xmlns:ahyp="http://schemas.microsoft.com/office/drawing/2018/hyperlinkcolor" val="tx"/>
                    </a:ext>
                  </a:extLst>
                </a:hlinkClick>
              </a:rPr>
              <a:t>Reportal</a:t>
            </a:r>
            <a:r>
              <a:rPr lang="en-US" sz="700" b="0" i="0" strike="noStrike" cap="none" noProof="0" dirty="0">
                <a:solidFill>
                  <a:schemeClr val="bg1">
                    <a:lumMod val="50000"/>
                  </a:schemeClr>
                </a:solidFill>
                <a:latin typeface="IBM Plex Sans"/>
                <a:ea typeface="Calibri"/>
                <a:cs typeface="Calibri"/>
                <a:sym typeface="Calibri"/>
              </a:rPr>
              <a:t>, (4) </a:t>
            </a:r>
            <a:r>
              <a:rPr lang="en-US" sz="700" b="0" i="0" strike="noStrike" cap="none" noProof="0" dirty="0">
                <a:solidFill>
                  <a:schemeClr val="bg1">
                    <a:lumMod val="50000"/>
                  </a:schemeClr>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Google </a:t>
            </a:r>
            <a:r>
              <a:rPr lang="en-US" sz="700" b="0" i="0" strike="noStrike" cap="none" noProof="0" dirty="0" err="1">
                <a:solidFill>
                  <a:schemeClr val="bg1">
                    <a:lumMod val="50000"/>
                  </a:schemeClr>
                </a:solidFill>
                <a:latin typeface="IBM Plex Sans"/>
                <a:ea typeface="Calibri"/>
                <a:cs typeface="Calibri"/>
                <a:sym typeface="Calibri"/>
                <a:hlinkClick r:id="rId10">
                  <a:extLst>
                    <a:ext uri="{A12FA001-AC4F-418D-AE19-62706E023703}">
                      <ahyp:hlinkClr xmlns:ahyp="http://schemas.microsoft.com/office/drawing/2018/hyperlinkcolor" val="tx"/>
                    </a:ext>
                  </a:extLst>
                </a:hlinkClick>
              </a:rPr>
              <a:t>Multisearch</a:t>
            </a:r>
            <a:endParaRPr lang="en-US" sz="700" b="0" i="0" strike="noStrike" cap="none" noProof="0" dirty="0">
              <a:solidFill>
                <a:schemeClr val="bg1">
                  <a:lumMod val="50000"/>
                </a:schemeClr>
              </a:solidFill>
              <a:latin typeface="IBM Plex Sans"/>
              <a:ea typeface="Calibri"/>
              <a:cs typeface="Calibri"/>
              <a:sym typeface="Calibri"/>
            </a:endParaRPr>
          </a:p>
        </p:txBody>
      </p:sp>
      <p:sp>
        <p:nvSpPr>
          <p:cNvPr id="6" name="Rectangle 767">
            <a:extLst>
              <a:ext uri="{FF2B5EF4-FFF2-40B4-BE49-F238E27FC236}">
                <a16:creationId xmlns:a16="http://schemas.microsoft.com/office/drawing/2014/main" id="{1B06EEA7-0CBD-8869-C937-2BBE4F6DBAD2}"/>
              </a:ext>
            </a:extLst>
          </p:cNvPr>
          <p:cNvSpPr/>
          <p:nvPr/>
        </p:nvSpPr>
        <p:spPr>
          <a:xfrm>
            <a:off x="1278944" y="5333120"/>
            <a:ext cx="270665" cy="170007"/>
          </a:xfrm>
          <a:prstGeom prst="rect">
            <a:avLst/>
          </a:prstGeom>
          <a:solidFill>
            <a:srgbClr val="7FD7A7"/>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100" dirty="0">
                <a:solidFill>
                  <a:schemeClr val="tx1"/>
                </a:solidFill>
                <a:latin typeface="IBM Plex Sans" panose="020B0503050203000203" pitchFamily="34" charset="0"/>
              </a:rPr>
              <a:t>Google Search (text)</a:t>
            </a:r>
            <a:endParaRPr lang="en-US" sz="1100" noProof="0" dirty="0">
              <a:solidFill>
                <a:schemeClr val="tx1"/>
              </a:solidFill>
              <a:latin typeface="IBM Plex Sans" panose="020B0503050203000203" pitchFamily="34" charset="0"/>
            </a:endParaRPr>
          </a:p>
        </p:txBody>
      </p:sp>
      <p:sp>
        <p:nvSpPr>
          <p:cNvPr id="9" name="Rectangle 768">
            <a:extLst>
              <a:ext uri="{FF2B5EF4-FFF2-40B4-BE49-F238E27FC236}">
                <a16:creationId xmlns:a16="http://schemas.microsoft.com/office/drawing/2014/main" id="{F76EFA29-572D-B542-0E5D-63250A9871F0}"/>
              </a:ext>
            </a:extLst>
          </p:cNvPr>
          <p:cNvSpPr/>
          <p:nvPr/>
        </p:nvSpPr>
        <p:spPr>
          <a:xfrm>
            <a:off x="3243864" y="5333120"/>
            <a:ext cx="270665" cy="170007"/>
          </a:xfrm>
          <a:prstGeom prst="rect">
            <a:avLst/>
          </a:prstGeom>
          <a:solidFill>
            <a:srgbClr val="C197E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100" dirty="0">
                <a:solidFill>
                  <a:schemeClr val="tx1"/>
                </a:solidFill>
                <a:latin typeface="IBM Plex Sans" panose="020B0503050203000203" pitchFamily="34" charset="0"/>
              </a:rPr>
              <a:t>Google Lens (visual)</a:t>
            </a:r>
            <a:endParaRPr lang="en-US" sz="1100" noProof="0" dirty="0">
              <a:solidFill>
                <a:schemeClr val="tx1"/>
              </a:solidFill>
              <a:latin typeface="IBM Plex Sans" panose="020B0503050203000203" pitchFamily="34" charset="0"/>
            </a:endParaRPr>
          </a:p>
        </p:txBody>
      </p:sp>
      <p:grpSp>
        <p:nvGrpSpPr>
          <p:cNvPr id="10" name="Group 9">
            <a:extLst>
              <a:ext uri="{FF2B5EF4-FFF2-40B4-BE49-F238E27FC236}">
                <a16:creationId xmlns:a16="http://schemas.microsoft.com/office/drawing/2014/main" id="{90B3CFE5-687E-A5C4-EC33-3D2E0431C4FF}"/>
              </a:ext>
            </a:extLst>
          </p:cNvPr>
          <p:cNvGrpSpPr/>
          <p:nvPr/>
        </p:nvGrpSpPr>
        <p:grpSpPr>
          <a:xfrm>
            <a:off x="5215694" y="5329638"/>
            <a:ext cx="274320" cy="170007"/>
            <a:chOff x="5215694" y="5405837"/>
            <a:chExt cx="274320" cy="170007"/>
          </a:xfrm>
        </p:grpSpPr>
        <p:sp>
          <p:nvSpPr>
            <p:cNvPr id="11" name="Rectangle 768">
              <a:extLst>
                <a:ext uri="{FF2B5EF4-FFF2-40B4-BE49-F238E27FC236}">
                  <a16:creationId xmlns:a16="http://schemas.microsoft.com/office/drawing/2014/main" id="{80AFC7C8-2076-9F40-373F-8683F16E47C1}"/>
                </a:ext>
              </a:extLst>
            </p:cNvPr>
            <p:cNvSpPr/>
            <p:nvPr/>
          </p:nvSpPr>
          <p:spPr>
            <a:xfrm>
              <a:off x="5215695" y="5405837"/>
              <a:ext cx="270665" cy="170007"/>
            </a:xfrm>
            <a:prstGeom prst="rect">
              <a:avLst/>
            </a:prstGeom>
            <a:solidFill>
              <a:srgbClr val="C197E1">
                <a:alpha val="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548640" rtlCol="0" anchor="ctr"/>
            <a:lstStyle/>
            <a:p>
              <a:r>
                <a:rPr lang="en-US" sz="1100" dirty="0">
                  <a:solidFill>
                    <a:schemeClr val="tx1"/>
                  </a:solidFill>
                  <a:latin typeface="IBM Plex Sans" panose="020B0503050203000203" pitchFamily="34" charset="0"/>
                </a:rPr>
                <a:t>Google Lens </a:t>
              </a:r>
              <a:r>
                <a:rPr lang="en-US" altLang="zh-TW" sz="1100" dirty="0">
                  <a:solidFill>
                    <a:schemeClr val="tx1"/>
                  </a:solidFill>
                  <a:latin typeface="IBM Plex Sans" panose="020B0503050203000203" pitchFamily="34" charset="0"/>
                </a:rPr>
                <a:t>Share (%)</a:t>
              </a:r>
              <a:endParaRPr lang="en-US" sz="1100" noProof="0" dirty="0">
                <a:solidFill>
                  <a:schemeClr val="tx1"/>
                </a:solidFill>
                <a:latin typeface="IBM Plex Sans" panose="020B0503050203000203" pitchFamily="34" charset="0"/>
              </a:endParaRPr>
            </a:p>
          </p:txBody>
        </p:sp>
        <p:cxnSp>
          <p:nvCxnSpPr>
            <p:cNvPr id="20" name="Straight Connector 19">
              <a:extLst>
                <a:ext uri="{FF2B5EF4-FFF2-40B4-BE49-F238E27FC236}">
                  <a16:creationId xmlns:a16="http://schemas.microsoft.com/office/drawing/2014/main" id="{F4C8E5AD-755A-07A4-82D1-9EA5113E4D52}"/>
                </a:ext>
              </a:extLst>
            </p:cNvPr>
            <p:cNvCxnSpPr>
              <a:cxnSpLocks/>
            </p:cNvCxnSpPr>
            <p:nvPr/>
          </p:nvCxnSpPr>
          <p:spPr>
            <a:xfrm>
              <a:off x="5215694" y="5490840"/>
              <a:ext cx="274320" cy="0"/>
            </a:xfrm>
            <a:prstGeom prst="line">
              <a:avLst/>
            </a:prstGeom>
            <a:ln w="38100" cap="rnd">
              <a:solidFill>
                <a:srgbClr val="C197E1"/>
              </a:solidFill>
            </a:ln>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A98C40BB-033B-7FD5-D0A1-24858538CD86}"/>
                </a:ext>
              </a:extLst>
            </p:cNvPr>
            <p:cNvSpPr/>
            <p:nvPr/>
          </p:nvSpPr>
          <p:spPr>
            <a:xfrm>
              <a:off x="5321901" y="5459887"/>
              <a:ext cx="61906" cy="61906"/>
            </a:xfrm>
            <a:prstGeom prst="ellipse">
              <a:avLst/>
            </a:prstGeom>
            <a:solidFill>
              <a:srgbClr val="C197E1"/>
            </a:solidFill>
            <a:ln>
              <a:solidFill>
                <a:srgbClr val="C197E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893188995"/>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Investment Memo Theme">
  <a:themeElements>
    <a:clrScheme name="Office Them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Investment Memo Theme">
  <a:themeElements>
    <a:clrScheme name="Office Them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1117</TotalTime>
  <Words>30833</Words>
  <Application>Microsoft Office PowerPoint</Application>
  <PresentationFormat>Widescreen</PresentationFormat>
  <Paragraphs>3462</Paragraphs>
  <Slides>112</Slides>
  <Notes>112</Notes>
  <HiddenSlides>0</HiddenSlides>
  <MMClips>0</MMClips>
  <ScaleCrop>false</ScaleCrop>
  <HeadingPairs>
    <vt:vector size="8" baseType="variant">
      <vt:variant>
        <vt:lpstr>Fonts Used</vt:lpstr>
      </vt:variant>
      <vt:variant>
        <vt:i4>8</vt:i4>
      </vt:variant>
      <vt:variant>
        <vt:lpstr>Theme</vt:lpstr>
      </vt:variant>
      <vt:variant>
        <vt:i4>2</vt:i4>
      </vt:variant>
      <vt:variant>
        <vt:lpstr>Embedded OLE Servers</vt:lpstr>
      </vt:variant>
      <vt:variant>
        <vt:i4>1</vt:i4>
      </vt:variant>
      <vt:variant>
        <vt:lpstr>Slide Titles</vt:lpstr>
      </vt:variant>
      <vt:variant>
        <vt:i4>112</vt:i4>
      </vt:variant>
    </vt:vector>
  </HeadingPairs>
  <TitlesOfParts>
    <vt:vector size="123" baseType="lpstr">
      <vt:lpstr>Aptos Narrow</vt:lpstr>
      <vt:lpstr>Arial</vt:lpstr>
      <vt:lpstr>IBM Plex Sans</vt:lpstr>
      <vt:lpstr>Noto Sans Symbols</vt:lpstr>
      <vt:lpstr>Arial,Sans-Serif</vt:lpstr>
      <vt:lpstr>Courier New</vt:lpstr>
      <vt:lpstr>Calibri</vt:lpstr>
      <vt:lpstr>Quattrocento Sans</vt:lpstr>
      <vt:lpstr>Investment Memo Theme</vt:lpstr>
      <vt:lpstr>Investment Memo Theme</vt:lpstr>
      <vt:lpstr>think-cell Slide</vt:lpstr>
      <vt:lpstr>AI Impact on Search </vt:lpstr>
      <vt:lpstr>Executive summary </vt:lpstr>
      <vt:lpstr>Traditional search engines are still relevant, even as users discover complementary platforms</vt:lpstr>
      <vt:lpstr>AI is reshaping the search ecosystem, expanding beyond traditional search surfaces</vt:lpstr>
      <vt:lpstr>Google has experienced strong growth in search volume and revenue over the last 10 years</vt:lpstr>
      <vt:lpstr>We predict AI will lead to reduced growth, not collapse. However, two other scenarios could emerge </vt:lpstr>
      <vt:lpstr>Disruption can slow traditional players, expand markets, or trigger collapse, depending on adoption dynamics</vt:lpstr>
      <vt:lpstr>Scenarios 1 and 2 predict a growing revenue over the next 5 years, while Scenario 3 projects a decline</vt:lpstr>
      <vt:lpstr>Google’s launch of AI Overviews in 2024 has increased zero-click searches... (1/2)</vt:lpstr>
      <vt:lpstr>…however, Google has already begun testing links and monetization in AI Overviews; we expect CTRs to normalize (2/2)</vt:lpstr>
      <vt:lpstr>Brands cited in AI Overviews experience materially higher organic and paid CTRs</vt:lpstr>
      <vt:lpstr>AI Overviews disproportionately impact the US due to earlier deployment and broader exposure</vt:lpstr>
      <vt:lpstr>CTR impact is driven by rising zero-click behavior, with pressure from other factors</vt:lpstr>
      <vt:lpstr>CTR declines emerge in 2025, but impacts are uneven across regions and devices</vt:lpstr>
      <vt:lpstr>CPC growth accelerated in 2025 as dynamics shifted, reflecting reduced ad space and Google’s efforts to maintain revenue</vt:lpstr>
      <vt:lpstr>AI overviews disrupt informational search, while revenue-generating search is resilient</vt:lpstr>
      <vt:lpstr>PowerPoint Presentation</vt:lpstr>
      <vt:lpstr>We estimate AI tools &amp; Overviews reduce search growth to 5% per year (vs ~11% historically)</vt:lpstr>
      <vt:lpstr>CPC expansion is expected to offset slower volume growth, sustaining ~15.6% revenue CAGR through 2030 </vt:lpstr>
      <vt:lpstr>Key modeling assumptions driving the revised search revenue forecast and the client model</vt:lpstr>
      <vt:lpstr>[Client] has been investing in initiatives to make its browser more competitive through new AI features</vt:lpstr>
      <vt:lpstr>Appendix</vt:lpstr>
      <vt:lpstr>Updates from Dec 9th meeting </vt:lpstr>
      <vt:lpstr>Summary | What we learned from last year</vt:lpstr>
      <vt:lpstr>PowerPoint Presentation</vt:lpstr>
      <vt:lpstr>Key themes for 2025: three core drivers explain the impact of AI on traditional search</vt:lpstr>
      <vt:lpstr>Global Search Advertising TAM revised upward to $355B in 2025 (+$49B vs. 2024 forecast) </vt:lpstr>
      <vt:lpstr>Social Search includes in-stream and all potential commercial value within the social platform </vt:lpstr>
      <vt:lpstr>What the market got right vs. What the market got wrong </vt:lpstr>
      <vt:lpstr>Takeaways </vt:lpstr>
      <vt:lpstr>We expect AI to lead to reduced growth, not collapse</vt:lpstr>
      <vt:lpstr>Scenario 1: Neutral, growth slowdown across all segments </vt:lpstr>
      <vt:lpstr>Scenario 2: Revitalization, more robust growth across all segments</vt:lpstr>
      <vt:lpstr>Scenario 3: Delayed impact, steep decline across all segments</vt:lpstr>
      <vt:lpstr>Search volume growth moderates post-2025, with resilience concentrated in revenue-generating segments </vt:lpstr>
      <vt:lpstr>Rest-of-World (RoW) mobile captures incremental share as desktop gradually declines</vt:lpstr>
      <vt:lpstr>The US is expected to maintain ~14% CAGR through 2030</vt:lpstr>
      <vt:lpstr>Rest of World is expected to maintain ~16% CAGR through 2030</vt:lpstr>
      <vt:lpstr>In Scenario 2, search volume grows 8.4% annually, with Revenue-Generating searches growing 10%</vt:lpstr>
      <vt:lpstr>In Scenario 3, search volume declines 14.4% annually, with Revenue-Generating searches declining 12%</vt:lpstr>
      <vt:lpstr>Search volume remains resilient despite AI, challenging 2024 forecasts</vt:lpstr>
      <vt:lpstr>2024–2025 actuals and projections: data sources</vt:lpstr>
      <vt:lpstr>Despite rapid AI adoption, traditional search still accounts for the vast majority of search volume</vt:lpstr>
      <vt:lpstr>User exposure to AI-generated results is already significant, led by the U.S.</vt:lpstr>
      <vt:lpstr>Zero-click data: Methodology &amp; Source Validation</vt:lpstr>
      <vt:lpstr>AI Overviews are pushing ads down the page, reducing near-term ad visibility </vt:lpstr>
      <vt:lpstr>Google introduced inline links and ads in AI Overviews to ensure users can easily reach relevant websites and maintain revenue</vt:lpstr>
      <vt:lpstr>CTR declines emerge in 2025 with uneven impacts across regions and devices</vt:lpstr>
      <vt:lpstr>We have triangulated and normalized several sources to determine the average CTR growth</vt:lpstr>
      <vt:lpstr>CPC is increasing due to reduced available ad space as AI-generated summaries occupy more of the results page </vt:lpstr>
      <vt:lpstr>CPC growth accelerated in 2025 as ad space tightened and Google moved to protect revenue</vt:lpstr>
      <vt:lpstr>CPC 2025 vs 2024 variation: data sources and normalization</vt:lpstr>
      <vt:lpstr>2026–2030 projection: data sources and normalization</vt:lpstr>
      <vt:lpstr>Browsers competitive landscape: capabilities and monetization</vt:lpstr>
      <vt:lpstr>Monetization strategies reflect core business models: ads, subscriptions, and ecosystems</vt:lpstr>
      <vt:lpstr>Privacy and safety have become a key battleground, with Firefox and Brave leading the charge</vt:lpstr>
      <vt:lpstr>AI leaders are pulling away, and the maturity gap is now structural</vt:lpstr>
      <vt:lpstr>Alternative platforms grow but Google’s core search remains resilient</vt:lpstr>
      <vt:lpstr>Different surfaces win across user needs and moments</vt:lpstr>
      <vt:lpstr>AI answers come with a price tag in monetized search (1/2)</vt:lpstr>
      <vt:lpstr>AI answers come with a price tag in monetized search (2/2)</vt:lpstr>
      <vt:lpstr>How major search players are adapting, compared with native AI players</vt:lpstr>
      <vt:lpstr>Atlas adds ChatGPT to the browser, understands context, and completes tasks with no switching or copy-pasting</vt:lpstr>
      <vt:lpstr>The key difference between traditional browsers and ChatGPT Atlas is Agent Mode, which can complete multi-step workflows</vt:lpstr>
      <vt:lpstr>PowerPoint Presentation</vt:lpstr>
      <vt:lpstr>PowerPoint Presentation</vt:lpstr>
      <vt:lpstr>AI adoption at scale remains loss-making, as free and premium users fail to cover compute costs</vt:lpstr>
      <vt:lpstr>The exponential decline in intelligence costs (2024–2026)</vt:lpstr>
      <vt:lpstr>ChatGPT cost-efficiency simulation: conservative assumptions would turn $1.1bn loss into a $191m gain within 3 years</vt:lpstr>
      <vt:lpstr>Chrome’s global user base has reached 3.8 billion in 2025 with 1.7 billion Daily Active Users (DAU) </vt:lpstr>
      <vt:lpstr>Chrome’s growth and daily engagement are concentrated in mobile-first regions</vt:lpstr>
      <vt:lpstr>AI Max (PMax) is supercharging search campaigns with smarter, automated, and more efficient optimization</vt:lpstr>
      <vt:lpstr>AI Max (PMax) unifies creative, targeting, and bidding to shift budgets into automated formats</vt:lpstr>
      <vt:lpstr>Google’s AI integrations span the full search stack, expanding query volume, engagement, and monetization surfaces</vt:lpstr>
      <vt:lpstr>How Gemini 3 in Chrome raises the bar for AI browsers</vt:lpstr>
      <vt:lpstr>PowerPoint Presentation</vt:lpstr>
      <vt:lpstr>PowerPoint Presentation</vt:lpstr>
      <vt:lpstr>PowerPoint Presentation</vt:lpstr>
      <vt:lpstr>PowerPoint Presentation</vt:lpstr>
      <vt:lpstr>PowerPoint Presentation</vt:lpstr>
      <vt:lpstr>PowerPoint Presentation</vt:lpstr>
      <vt:lpstr>Big Tech has heavily invested in AI infrastructure in the past years and plans to keep investment levels elevated</vt:lpstr>
      <vt:lpstr>The AI landscape is shifting from experimentation to industrialization </vt:lpstr>
      <vt:lpstr>AI is showing classic bubble signs driven by overheated expectations and capital</vt:lpstr>
      <vt:lpstr>Some AI players are on track to reach profitability faster than OpenAI</vt:lpstr>
      <vt:lpstr>AI investment timeline from near-term wins to long-term transformation</vt:lpstr>
      <vt:lpstr>The economic move from training to inference</vt:lpstr>
      <vt:lpstr>World Models are the key to the next big AI leap towards real-world understanding</vt:lpstr>
      <vt:lpstr>PowerPoint Presentation</vt:lpstr>
      <vt:lpstr>The new consumer journey powered by AI: McKinsey consumer survey on AI-powered search behavior</vt:lpstr>
      <vt:lpstr>Brand power and traditional SEO leadership no longer guarantee visibility in AI-driven search</vt:lpstr>
      <vt:lpstr>Optimizing for LLMs goes beyond classic SEO</vt:lpstr>
      <vt:lpstr>To survive, companies need to learn from the Online News and Music industries</vt:lpstr>
      <vt:lpstr>Netflix case: price increases alongside subscription growth</vt:lpstr>
      <vt:lpstr>Prime Video goes ad-supported, powering Amazon’s ecosystem and unlocking a major new profit pool</vt:lpstr>
      <vt:lpstr>Feedback sessions summary</vt:lpstr>
      <vt:lpstr>What changed &amp; What we learned (1/2)</vt:lpstr>
      <vt:lpstr>What changed &amp; What we learned (2/2)</vt:lpstr>
      <vt:lpstr>Interface shift: AI wearables as the new entry point for search intent</vt:lpstr>
      <vt:lpstr>Search results vary across devices and geographic locations, even when logged into the same account and searching for the same query</vt:lpstr>
      <vt:lpstr>Google’s Q4’25 Search revenue grew +17%, reinforcing that AI search is additive and monetization remains protected</vt:lpstr>
      <vt:lpstr>Google's 2025 financial results (released Feb 4, 2026) do not materially impact our 2025 TAM projections</vt:lpstr>
      <vt:lpstr>AI Overviews and direct answers are contributing to declines in publisher traffic and click-through rates globally</vt:lpstr>
      <vt:lpstr>Currency fluctuations did not materially impact Google’s 2025 revenue, as regional FX gains and losses were largely offsetting</vt:lpstr>
      <vt:lpstr>Organizations allocate budget for new AI formats to test, learn and build early capabilities</vt:lpstr>
      <vt:lpstr>Growth remains strong across core markets (13–15% CAGR), while India, Brazil, Japan, and Australia lead in acceleration</vt:lpstr>
      <vt:lpstr>AI Impact on Search – use cases by team</vt:lpstr>
      <vt:lpstr>Bing leverages AI to stabilize market share while Yahoo’s footprint continues to erode</vt:lpstr>
      <vt:lpstr>AI adoption is accelerating, but primarily enhances performance within existing ad ecosystems</vt:lpstr>
      <vt:lpstr>Top AI apps with high commercial value are mainly visual gen &amp; editing; the top 50 list is fluctuating more in mobile apps than web</vt:lpstr>
      <vt:lpstr>Brave Search outpaced the market and Google’s growth since its first launch in 2021</vt:lpstr>
      <vt:lpstr>Emerging modalities (e.g., Lens) expand access to search, but continue to funnel into Google’s core monetizable workflows</vt:lpstr>
    </vt:vector>
  </TitlesOfParts>
  <Manager/>
  <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
  <cp:lastModifiedBy/>
  <cp:revision>69</cp:revision>
  <dcterms:created xsi:type="dcterms:W3CDTF">2022-12-15T14:48:32Z</dcterms:created>
  <dcterms:modified xsi:type="dcterms:W3CDTF">2026-04-04T15:45:06Z</dcterms:modified>
  <cp:category/>
</cp:coreProperties>
</file>